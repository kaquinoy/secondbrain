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docProps/core.xml" Id="rId3" /><Relationship Type="http://schemas.openxmlformats.org/package/2006/relationships/metadata/thumbnail" Target="docProps/thumbnail.jpeg" Id="rId2" /><Relationship Type="http://schemas.openxmlformats.org/officeDocument/2006/relationships/officeDocument" Target="ppt/presentation.xml" Id="rId1" /><Relationship Type="http://schemas.openxmlformats.org/officeDocument/2006/relationships/extended-properties" Target="docProps/app.xml" Id="rId4" /><Relationship Type="http://schemas.openxmlformats.org/officeDocument/2006/relationships/custom-properties" Target="/docProps/custom.xml" Id="R004f60cf993d4341" 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29"/>
  </p:notesMasterIdLst>
  <p:sldIdLst>
    <p:sldId id="256" r:id="rId2"/>
    <p:sldId id="289" r:id="rId3"/>
    <p:sldId id="290" r:id="rId4"/>
    <p:sldId id="297" r:id="rId5"/>
    <p:sldId id="291" r:id="rId6"/>
    <p:sldId id="292" r:id="rId7"/>
    <p:sldId id="293" r:id="rId8"/>
    <p:sldId id="294" r:id="rId9"/>
    <p:sldId id="295" r:id="rId10"/>
    <p:sldId id="296" r:id="rId11"/>
    <p:sldId id="288" r:id="rId12"/>
    <p:sldId id="257" r:id="rId13"/>
    <p:sldId id="258" r:id="rId14"/>
    <p:sldId id="259" r:id="rId15"/>
    <p:sldId id="260" r:id="rId16"/>
    <p:sldId id="261" r:id="rId17"/>
    <p:sldId id="262" r:id="rId18"/>
    <p:sldId id="263" r:id="rId19"/>
    <p:sldId id="264" r:id="rId20"/>
    <p:sldId id="265" r:id="rId21"/>
    <p:sldId id="284" r:id="rId22"/>
    <p:sldId id="281" r:id="rId23"/>
    <p:sldId id="275" r:id="rId24"/>
    <p:sldId id="276" r:id="rId25"/>
    <p:sldId id="277" r:id="rId26"/>
    <p:sldId id="278" r:id="rId27"/>
    <p:sldId id="279" r:id="rId28"/>
  </p:sldIdLst>
  <p:sldSz cx="9144000" cy="5143500" type="screen16x9"/>
  <p:notesSz cx="6858000" cy="9144000"/>
  <p:defaultTextStyle>
    <a:defPPr>
      <a:defRPr lang="uk-UA"/>
    </a:defPPr>
    <a:lvl1pPr marL="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1pPr>
    <a:lvl2pPr marL="3429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2pPr>
    <a:lvl3pPr marL="6858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3pPr>
    <a:lvl4pPr marL="10287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4pPr>
    <a:lvl5pPr marL="13716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5pPr>
    <a:lvl6pPr marL="17145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6pPr>
    <a:lvl7pPr marL="20574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7pPr>
    <a:lvl8pPr marL="24003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8pPr>
    <a:lvl9pPr marL="27432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809" autoAdjust="0"/>
    <p:restoredTop sz="94660"/>
  </p:normalViewPr>
  <p:slideViewPr>
    <p:cSldViewPr snapToGrid="0" showGuides="1">
      <p:cViewPr>
        <p:scale>
          <a:sx n="62" d="100"/>
          <a:sy n="62" d="100"/>
        </p:scale>
        <p:origin x="3416" y="19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B46915D-8179-456D-835F-C19AC135A976}" type="datetimeFigureOut">
              <a:rPr lang="uk-UA" smtClean="0"/>
              <a:t>28.10.19</a:t>
            </a:fld>
            <a:endParaRPr lang="uk-UA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uk-UA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uk-U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869559D-DB65-465E-939A-6DB99265C828}" type="slidenum">
              <a:rPr lang="uk-UA" smtClean="0"/>
              <a:t>‹#›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98719475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1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68574539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2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48406563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3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274948009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4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21516011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5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259701911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6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93749714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7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55956236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8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59342738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9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80240338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10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66123380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11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5948439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uk-UA"/>
              <a:t>CompanyName</a:t>
            </a:r>
            <a:endParaRPr lang="uk-UA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r"/>
            <a:r>
              <a:rPr lang="en-US"/>
              <a:t>www.company.com</a:t>
            </a:r>
            <a:endParaRPr lang="uk-U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7E814A-9BCF-4B76-92FC-791F84F878B3}" type="slidenum">
              <a:rPr lang="uk-UA" smtClean="0"/>
              <a:pPr/>
              <a:t>‹#›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47336780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88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uk-U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uk-UA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uk-UA"/>
              <a:t>CompanyName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www.company.com</a:t>
            </a:r>
            <a:endParaRPr lang="uk-U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DE5395-7D2D-4EAD-87F1-9C65ED1F5BC9}" type="slidenum">
              <a:rPr lang="uk-UA" smtClean="0"/>
              <a:t>‹#›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767569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4290203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665F1BB-B75F-431E-899D-59FCC72E1647}" type="datetimeFigureOut">
              <a:rPr lang="uk-UA" smtClean="0"/>
              <a:t>28.10.19</a:t>
            </a:fld>
            <a:endParaRPr lang="uk-U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uk-U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340A3B5-BC92-475A-87B7-CAAE72451738}" type="slidenum">
              <a:rPr lang="uk-UA" smtClean="0"/>
              <a:t>‹#›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1264314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3" r:id="rId2"/>
    <p:sldLayoutId id="2147483664" r:id="rId3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69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988283" y="411510"/>
            <a:ext cx="116743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General</a:t>
            </a:r>
            <a:endParaRPr lang="uk-UA" sz="2400" dirty="0"/>
          </a:p>
        </p:txBody>
      </p:sp>
      <p:sp>
        <p:nvSpPr>
          <p:cNvPr id="654" name="Freeform 62"/>
          <p:cNvSpPr>
            <a:spLocks noEditPoints="1"/>
          </p:cNvSpPr>
          <p:nvPr/>
        </p:nvSpPr>
        <p:spPr bwMode="auto">
          <a:xfrm>
            <a:off x="1530260" y="1108209"/>
            <a:ext cx="335898" cy="334275"/>
          </a:xfrm>
          <a:custGeom>
            <a:avLst/>
            <a:gdLst>
              <a:gd name="T0" fmla="*/ 175 w 176"/>
              <a:gd name="T1" fmla="*/ 85 h 176"/>
              <a:gd name="T2" fmla="*/ 144 w 176"/>
              <a:gd name="T3" fmla="*/ 54 h 176"/>
              <a:gd name="T4" fmla="*/ 144 w 176"/>
              <a:gd name="T5" fmla="*/ 12 h 176"/>
              <a:gd name="T6" fmla="*/ 140 w 176"/>
              <a:gd name="T7" fmla="*/ 8 h 176"/>
              <a:gd name="T8" fmla="*/ 116 w 176"/>
              <a:gd name="T9" fmla="*/ 8 h 176"/>
              <a:gd name="T10" fmla="*/ 112 w 176"/>
              <a:gd name="T11" fmla="*/ 12 h 176"/>
              <a:gd name="T12" fmla="*/ 112 w 176"/>
              <a:gd name="T13" fmla="*/ 22 h 176"/>
              <a:gd name="T14" fmla="*/ 91 w 176"/>
              <a:gd name="T15" fmla="*/ 1 h 176"/>
              <a:gd name="T16" fmla="*/ 88 w 176"/>
              <a:gd name="T17" fmla="*/ 0 h 176"/>
              <a:gd name="T18" fmla="*/ 85 w 176"/>
              <a:gd name="T19" fmla="*/ 1 h 176"/>
              <a:gd name="T20" fmla="*/ 1 w 176"/>
              <a:gd name="T21" fmla="*/ 85 h 176"/>
              <a:gd name="T22" fmla="*/ 0 w 176"/>
              <a:gd name="T23" fmla="*/ 88 h 176"/>
              <a:gd name="T24" fmla="*/ 4 w 176"/>
              <a:gd name="T25" fmla="*/ 92 h 176"/>
              <a:gd name="T26" fmla="*/ 7 w 176"/>
              <a:gd name="T27" fmla="*/ 91 h 176"/>
              <a:gd name="T28" fmla="*/ 24 w 176"/>
              <a:gd name="T29" fmla="*/ 74 h 176"/>
              <a:gd name="T30" fmla="*/ 24 w 176"/>
              <a:gd name="T31" fmla="*/ 172 h 176"/>
              <a:gd name="T32" fmla="*/ 28 w 176"/>
              <a:gd name="T33" fmla="*/ 176 h 176"/>
              <a:gd name="T34" fmla="*/ 148 w 176"/>
              <a:gd name="T35" fmla="*/ 176 h 176"/>
              <a:gd name="T36" fmla="*/ 152 w 176"/>
              <a:gd name="T37" fmla="*/ 172 h 176"/>
              <a:gd name="T38" fmla="*/ 152 w 176"/>
              <a:gd name="T39" fmla="*/ 74 h 176"/>
              <a:gd name="T40" fmla="*/ 169 w 176"/>
              <a:gd name="T41" fmla="*/ 91 h 176"/>
              <a:gd name="T42" fmla="*/ 172 w 176"/>
              <a:gd name="T43" fmla="*/ 92 h 176"/>
              <a:gd name="T44" fmla="*/ 176 w 176"/>
              <a:gd name="T45" fmla="*/ 88 h 176"/>
              <a:gd name="T46" fmla="*/ 175 w 176"/>
              <a:gd name="T47" fmla="*/ 85 h 176"/>
              <a:gd name="T48" fmla="*/ 120 w 176"/>
              <a:gd name="T49" fmla="*/ 16 h 176"/>
              <a:gd name="T50" fmla="*/ 136 w 176"/>
              <a:gd name="T51" fmla="*/ 16 h 176"/>
              <a:gd name="T52" fmla="*/ 136 w 176"/>
              <a:gd name="T53" fmla="*/ 46 h 176"/>
              <a:gd name="T54" fmla="*/ 120 w 176"/>
              <a:gd name="T55" fmla="*/ 30 h 176"/>
              <a:gd name="T56" fmla="*/ 120 w 176"/>
              <a:gd name="T57" fmla="*/ 16 h 176"/>
              <a:gd name="T58" fmla="*/ 64 w 176"/>
              <a:gd name="T59" fmla="*/ 168 h 176"/>
              <a:gd name="T60" fmla="*/ 32 w 176"/>
              <a:gd name="T61" fmla="*/ 168 h 176"/>
              <a:gd name="T62" fmla="*/ 32 w 176"/>
              <a:gd name="T63" fmla="*/ 160 h 176"/>
              <a:gd name="T64" fmla="*/ 64 w 176"/>
              <a:gd name="T65" fmla="*/ 160 h 176"/>
              <a:gd name="T66" fmla="*/ 64 w 176"/>
              <a:gd name="T67" fmla="*/ 168 h 176"/>
              <a:gd name="T68" fmla="*/ 104 w 176"/>
              <a:gd name="T69" fmla="*/ 168 h 176"/>
              <a:gd name="T70" fmla="*/ 72 w 176"/>
              <a:gd name="T71" fmla="*/ 168 h 176"/>
              <a:gd name="T72" fmla="*/ 72 w 176"/>
              <a:gd name="T73" fmla="*/ 104 h 176"/>
              <a:gd name="T74" fmla="*/ 104 w 176"/>
              <a:gd name="T75" fmla="*/ 104 h 176"/>
              <a:gd name="T76" fmla="*/ 104 w 176"/>
              <a:gd name="T77" fmla="*/ 168 h 176"/>
              <a:gd name="T78" fmla="*/ 144 w 176"/>
              <a:gd name="T79" fmla="*/ 168 h 176"/>
              <a:gd name="T80" fmla="*/ 112 w 176"/>
              <a:gd name="T81" fmla="*/ 168 h 176"/>
              <a:gd name="T82" fmla="*/ 112 w 176"/>
              <a:gd name="T83" fmla="*/ 160 h 176"/>
              <a:gd name="T84" fmla="*/ 144 w 176"/>
              <a:gd name="T85" fmla="*/ 160 h 176"/>
              <a:gd name="T86" fmla="*/ 144 w 176"/>
              <a:gd name="T87" fmla="*/ 168 h 176"/>
              <a:gd name="T88" fmla="*/ 144 w 176"/>
              <a:gd name="T89" fmla="*/ 152 h 176"/>
              <a:gd name="T90" fmla="*/ 112 w 176"/>
              <a:gd name="T91" fmla="*/ 152 h 176"/>
              <a:gd name="T92" fmla="*/ 112 w 176"/>
              <a:gd name="T93" fmla="*/ 100 h 176"/>
              <a:gd name="T94" fmla="*/ 108 w 176"/>
              <a:gd name="T95" fmla="*/ 96 h 176"/>
              <a:gd name="T96" fmla="*/ 68 w 176"/>
              <a:gd name="T97" fmla="*/ 96 h 176"/>
              <a:gd name="T98" fmla="*/ 64 w 176"/>
              <a:gd name="T99" fmla="*/ 100 h 176"/>
              <a:gd name="T100" fmla="*/ 64 w 176"/>
              <a:gd name="T101" fmla="*/ 152 h 176"/>
              <a:gd name="T102" fmla="*/ 32 w 176"/>
              <a:gd name="T103" fmla="*/ 152 h 176"/>
              <a:gd name="T104" fmla="*/ 32 w 176"/>
              <a:gd name="T105" fmla="*/ 66 h 176"/>
              <a:gd name="T106" fmla="*/ 88 w 176"/>
              <a:gd name="T107" fmla="*/ 10 h 176"/>
              <a:gd name="T108" fmla="*/ 144 w 176"/>
              <a:gd name="T109" fmla="*/ 66 h 176"/>
              <a:gd name="T110" fmla="*/ 144 w 176"/>
              <a:gd name="T111" fmla="*/ 152 h 176"/>
              <a:gd name="T112" fmla="*/ 92 w 176"/>
              <a:gd name="T113" fmla="*/ 144 h 176"/>
              <a:gd name="T114" fmla="*/ 96 w 176"/>
              <a:gd name="T115" fmla="*/ 140 h 176"/>
              <a:gd name="T116" fmla="*/ 92 w 176"/>
              <a:gd name="T117" fmla="*/ 136 h 176"/>
              <a:gd name="T118" fmla="*/ 88 w 176"/>
              <a:gd name="T119" fmla="*/ 140 h 176"/>
              <a:gd name="T120" fmla="*/ 92 w 176"/>
              <a:gd name="T121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75" y="85"/>
                </a:moveTo>
                <a:cubicBezTo>
                  <a:pt x="144" y="54"/>
                  <a:pt x="144" y="54"/>
                  <a:pt x="144" y="54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10"/>
                  <a:pt x="142" y="8"/>
                  <a:pt x="140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4" y="8"/>
                  <a:pt x="112" y="10"/>
                  <a:pt x="112" y="12"/>
                </a:cubicBezTo>
                <a:cubicBezTo>
                  <a:pt x="112" y="22"/>
                  <a:pt x="112" y="22"/>
                  <a:pt x="112" y="22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1" y="85"/>
                  <a:pt x="1" y="85"/>
                  <a:pt x="1" y="85"/>
                </a:cubicBezTo>
                <a:cubicBezTo>
                  <a:pt x="0" y="86"/>
                  <a:pt x="0" y="87"/>
                  <a:pt x="0" y="88"/>
                </a:cubicBezTo>
                <a:cubicBezTo>
                  <a:pt x="0" y="90"/>
                  <a:pt x="2" y="92"/>
                  <a:pt x="4" y="92"/>
                </a:cubicBezTo>
                <a:cubicBezTo>
                  <a:pt x="5" y="92"/>
                  <a:pt x="6" y="92"/>
                  <a:pt x="7" y="91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148" y="176"/>
                  <a:pt x="148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74"/>
                  <a:pt x="152" y="74"/>
                  <a:pt x="152" y="74"/>
                </a:cubicBezTo>
                <a:cubicBezTo>
                  <a:pt x="169" y="91"/>
                  <a:pt x="169" y="91"/>
                  <a:pt x="169" y="91"/>
                </a:cubicBezTo>
                <a:cubicBezTo>
                  <a:pt x="170" y="92"/>
                  <a:pt x="171" y="92"/>
                  <a:pt x="172" y="92"/>
                </a:cubicBezTo>
                <a:cubicBezTo>
                  <a:pt x="174" y="92"/>
                  <a:pt x="176" y="90"/>
                  <a:pt x="176" y="88"/>
                </a:cubicBezTo>
                <a:cubicBezTo>
                  <a:pt x="176" y="87"/>
                  <a:pt x="176" y="86"/>
                  <a:pt x="175" y="85"/>
                </a:cubicBezTo>
                <a:moveTo>
                  <a:pt x="120" y="16"/>
                </a:moveTo>
                <a:cubicBezTo>
                  <a:pt x="136" y="16"/>
                  <a:pt x="136" y="16"/>
                  <a:pt x="136" y="1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20" y="30"/>
                  <a:pt x="120" y="30"/>
                  <a:pt x="120" y="30"/>
                </a:cubicBezTo>
                <a:lnTo>
                  <a:pt x="120" y="16"/>
                </a:lnTo>
                <a:close/>
                <a:moveTo>
                  <a:pt x="64" y="168"/>
                </a:moveTo>
                <a:cubicBezTo>
                  <a:pt x="32" y="168"/>
                  <a:pt x="32" y="168"/>
                  <a:pt x="32" y="168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lnTo>
                  <a:pt x="64" y="168"/>
                </a:lnTo>
                <a:close/>
                <a:moveTo>
                  <a:pt x="104" y="168"/>
                </a:moveTo>
                <a:cubicBezTo>
                  <a:pt x="72" y="168"/>
                  <a:pt x="72" y="168"/>
                  <a:pt x="72" y="168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68"/>
                </a:lnTo>
                <a:close/>
                <a:moveTo>
                  <a:pt x="144" y="168"/>
                </a:moveTo>
                <a:cubicBezTo>
                  <a:pt x="112" y="168"/>
                  <a:pt x="112" y="168"/>
                  <a:pt x="112" y="168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44" y="160"/>
                  <a:pt x="144" y="160"/>
                  <a:pt x="144" y="160"/>
                </a:cubicBezTo>
                <a:lnTo>
                  <a:pt x="144" y="168"/>
                </a:lnTo>
                <a:close/>
                <a:moveTo>
                  <a:pt x="144" y="152"/>
                </a:moveTo>
                <a:cubicBezTo>
                  <a:pt x="112" y="152"/>
                  <a:pt x="112" y="152"/>
                  <a:pt x="112" y="152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98"/>
                  <a:pt x="110" y="96"/>
                  <a:pt x="108" y="96"/>
                </a:cubicBezTo>
                <a:cubicBezTo>
                  <a:pt x="68" y="96"/>
                  <a:pt x="68" y="96"/>
                  <a:pt x="68" y="96"/>
                </a:cubicBezTo>
                <a:cubicBezTo>
                  <a:pt x="66" y="96"/>
                  <a:pt x="64" y="98"/>
                  <a:pt x="64" y="100"/>
                </a:cubicBezTo>
                <a:cubicBezTo>
                  <a:pt x="64" y="152"/>
                  <a:pt x="64" y="152"/>
                  <a:pt x="64" y="152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32" y="66"/>
                  <a:pt x="32" y="66"/>
                  <a:pt x="32" y="66"/>
                </a:cubicBezTo>
                <a:cubicBezTo>
                  <a:pt x="88" y="10"/>
                  <a:pt x="88" y="10"/>
                  <a:pt x="88" y="10"/>
                </a:cubicBezTo>
                <a:cubicBezTo>
                  <a:pt x="144" y="66"/>
                  <a:pt x="144" y="66"/>
                  <a:pt x="144" y="66"/>
                </a:cubicBezTo>
                <a:lnTo>
                  <a:pt x="144" y="152"/>
                </a:lnTo>
                <a:close/>
                <a:moveTo>
                  <a:pt x="92" y="144"/>
                </a:moveTo>
                <a:cubicBezTo>
                  <a:pt x="94" y="144"/>
                  <a:pt x="96" y="142"/>
                  <a:pt x="96" y="140"/>
                </a:cubicBezTo>
                <a:cubicBezTo>
                  <a:pt x="96" y="138"/>
                  <a:pt x="94" y="136"/>
                  <a:pt x="92" y="136"/>
                </a:cubicBezTo>
                <a:cubicBezTo>
                  <a:pt x="90" y="136"/>
                  <a:pt x="88" y="138"/>
                  <a:pt x="88" y="140"/>
                </a:cubicBezTo>
                <a:cubicBezTo>
                  <a:pt x="88" y="142"/>
                  <a:pt x="90" y="144"/>
                  <a:pt x="92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5" name="Freeform 63"/>
          <p:cNvSpPr>
            <a:spLocks noEditPoints="1"/>
          </p:cNvSpPr>
          <p:nvPr/>
        </p:nvSpPr>
        <p:spPr bwMode="auto">
          <a:xfrm>
            <a:off x="2169601" y="1108209"/>
            <a:ext cx="334275" cy="334275"/>
          </a:xfrm>
          <a:custGeom>
            <a:avLst/>
            <a:gdLst>
              <a:gd name="T0" fmla="*/ 144 w 176"/>
              <a:gd name="T1" fmla="*/ 88 h 176"/>
              <a:gd name="T2" fmla="*/ 152 w 176"/>
              <a:gd name="T3" fmla="*/ 88 h 176"/>
              <a:gd name="T4" fmla="*/ 60 w 176"/>
              <a:gd name="T5" fmla="*/ 136 h 176"/>
              <a:gd name="T6" fmla="*/ 56 w 176"/>
              <a:gd name="T7" fmla="*/ 143 h 176"/>
              <a:gd name="T8" fmla="*/ 60 w 176"/>
              <a:gd name="T9" fmla="*/ 136 h 176"/>
              <a:gd name="T10" fmla="*/ 33 w 176"/>
              <a:gd name="T11" fmla="*/ 120 h 176"/>
              <a:gd name="T12" fmla="*/ 40 w 176"/>
              <a:gd name="T13" fmla="*/ 116 h 176"/>
              <a:gd name="T14" fmla="*/ 56 w 176"/>
              <a:gd name="T15" fmla="*/ 33 h 176"/>
              <a:gd name="T16" fmla="*/ 60 w 176"/>
              <a:gd name="T17" fmla="*/ 40 h 176"/>
              <a:gd name="T18" fmla="*/ 56 w 176"/>
              <a:gd name="T19" fmla="*/ 33 h 176"/>
              <a:gd name="T20" fmla="*/ 24 w 176"/>
              <a:gd name="T21" fmla="*/ 88 h 176"/>
              <a:gd name="T22" fmla="*/ 32 w 176"/>
              <a:gd name="T23" fmla="*/ 88 h 176"/>
              <a:gd name="T24" fmla="*/ 116 w 176"/>
              <a:gd name="T25" fmla="*/ 40 h 176"/>
              <a:gd name="T26" fmla="*/ 120 w 176"/>
              <a:gd name="T27" fmla="*/ 33 h 176"/>
              <a:gd name="T28" fmla="*/ 116 w 176"/>
              <a:gd name="T29" fmla="*/ 40 h 176"/>
              <a:gd name="T30" fmla="*/ 33 w 176"/>
              <a:gd name="T31" fmla="*/ 56 h 176"/>
              <a:gd name="T32" fmla="*/ 40 w 176"/>
              <a:gd name="T33" fmla="*/ 60 h 176"/>
              <a:gd name="T34" fmla="*/ 142 w 176"/>
              <a:gd name="T35" fmla="*/ 115 h 176"/>
              <a:gd name="T36" fmla="*/ 138 w 176"/>
              <a:gd name="T37" fmla="*/ 121 h 176"/>
              <a:gd name="T38" fmla="*/ 142 w 176"/>
              <a:gd name="T39" fmla="*/ 115 h 176"/>
              <a:gd name="T40" fmla="*/ 84 w 176"/>
              <a:gd name="T41" fmla="*/ 148 h 176"/>
              <a:gd name="T42" fmla="*/ 92 w 176"/>
              <a:gd name="T43" fmla="*/ 148 h 176"/>
              <a:gd name="T44" fmla="*/ 138 w 176"/>
              <a:gd name="T45" fmla="*/ 55 h 176"/>
              <a:gd name="T46" fmla="*/ 142 w 176"/>
              <a:gd name="T47" fmla="*/ 61 h 176"/>
              <a:gd name="T48" fmla="*/ 138 w 176"/>
              <a:gd name="T49" fmla="*/ 55 h 176"/>
              <a:gd name="T50" fmla="*/ 103 w 176"/>
              <a:gd name="T51" fmla="*/ 84 h 176"/>
              <a:gd name="T52" fmla="*/ 92 w 176"/>
              <a:gd name="T53" fmla="*/ 28 h 176"/>
              <a:gd name="T54" fmla="*/ 84 w 176"/>
              <a:gd name="T55" fmla="*/ 28 h 176"/>
              <a:gd name="T56" fmla="*/ 72 w 176"/>
              <a:gd name="T57" fmla="*/ 88 h 176"/>
              <a:gd name="T58" fmla="*/ 103 w 176"/>
              <a:gd name="T59" fmla="*/ 92 h 176"/>
              <a:gd name="T60" fmla="*/ 128 w 176"/>
              <a:gd name="T61" fmla="*/ 88 h 176"/>
              <a:gd name="T62" fmla="*/ 88 w 176"/>
              <a:gd name="T63" fmla="*/ 96 h 176"/>
              <a:gd name="T64" fmla="*/ 88 w 176"/>
              <a:gd name="T65" fmla="*/ 80 h 176"/>
              <a:gd name="T66" fmla="*/ 88 w 176"/>
              <a:gd name="T67" fmla="*/ 96 h 176"/>
              <a:gd name="T68" fmla="*/ 115 w 176"/>
              <a:gd name="T69" fmla="*/ 142 h 176"/>
              <a:gd name="T70" fmla="*/ 121 w 176"/>
              <a:gd name="T71" fmla="*/ 138 h 176"/>
              <a:gd name="T72" fmla="*/ 88 w 176"/>
              <a:gd name="T73" fmla="*/ 0 h 176"/>
              <a:gd name="T74" fmla="*/ 88 w 176"/>
              <a:gd name="T75" fmla="*/ 176 h 176"/>
              <a:gd name="T76" fmla="*/ 88 w 176"/>
              <a:gd name="T77" fmla="*/ 0 h 176"/>
              <a:gd name="T78" fmla="*/ 8 w 176"/>
              <a:gd name="T79" fmla="*/ 88 h 176"/>
              <a:gd name="T80" fmla="*/ 168 w 176"/>
              <a:gd name="T81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148" y="84"/>
                </a:moveTo>
                <a:cubicBezTo>
                  <a:pt x="146" y="84"/>
                  <a:pt x="144" y="86"/>
                  <a:pt x="144" y="88"/>
                </a:cubicBezTo>
                <a:cubicBezTo>
                  <a:pt x="144" y="90"/>
                  <a:pt x="146" y="92"/>
                  <a:pt x="148" y="92"/>
                </a:cubicBezTo>
                <a:cubicBezTo>
                  <a:pt x="150" y="92"/>
                  <a:pt x="152" y="90"/>
                  <a:pt x="152" y="88"/>
                </a:cubicBezTo>
                <a:cubicBezTo>
                  <a:pt x="152" y="86"/>
                  <a:pt x="150" y="84"/>
                  <a:pt x="148" y="84"/>
                </a:cubicBezTo>
                <a:moveTo>
                  <a:pt x="60" y="136"/>
                </a:moveTo>
                <a:cubicBezTo>
                  <a:pt x="58" y="135"/>
                  <a:pt x="56" y="136"/>
                  <a:pt x="55" y="138"/>
                </a:cubicBezTo>
                <a:cubicBezTo>
                  <a:pt x="53" y="140"/>
                  <a:pt x="54" y="142"/>
                  <a:pt x="56" y="143"/>
                </a:cubicBezTo>
                <a:cubicBezTo>
                  <a:pt x="58" y="145"/>
                  <a:pt x="60" y="144"/>
                  <a:pt x="61" y="142"/>
                </a:cubicBezTo>
                <a:cubicBezTo>
                  <a:pt x="63" y="140"/>
                  <a:pt x="62" y="138"/>
                  <a:pt x="60" y="136"/>
                </a:cubicBezTo>
                <a:moveTo>
                  <a:pt x="34" y="115"/>
                </a:moveTo>
                <a:cubicBezTo>
                  <a:pt x="32" y="116"/>
                  <a:pt x="31" y="118"/>
                  <a:pt x="33" y="120"/>
                </a:cubicBezTo>
                <a:cubicBezTo>
                  <a:pt x="34" y="122"/>
                  <a:pt x="36" y="123"/>
                  <a:pt x="38" y="121"/>
                </a:cubicBezTo>
                <a:cubicBezTo>
                  <a:pt x="40" y="120"/>
                  <a:pt x="41" y="118"/>
                  <a:pt x="40" y="116"/>
                </a:cubicBezTo>
                <a:cubicBezTo>
                  <a:pt x="38" y="114"/>
                  <a:pt x="36" y="113"/>
                  <a:pt x="34" y="115"/>
                </a:cubicBezTo>
                <a:moveTo>
                  <a:pt x="56" y="33"/>
                </a:moveTo>
                <a:cubicBezTo>
                  <a:pt x="54" y="34"/>
                  <a:pt x="53" y="36"/>
                  <a:pt x="55" y="38"/>
                </a:cubicBezTo>
                <a:cubicBezTo>
                  <a:pt x="56" y="40"/>
                  <a:pt x="58" y="41"/>
                  <a:pt x="60" y="40"/>
                </a:cubicBezTo>
                <a:cubicBezTo>
                  <a:pt x="62" y="38"/>
                  <a:pt x="63" y="36"/>
                  <a:pt x="61" y="34"/>
                </a:cubicBezTo>
                <a:cubicBezTo>
                  <a:pt x="60" y="32"/>
                  <a:pt x="58" y="31"/>
                  <a:pt x="56" y="33"/>
                </a:cubicBezTo>
                <a:moveTo>
                  <a:pt x="28" y="84"/>
                </a:moveTo>
                <a:cubicBezTo>
                  <a:pt x="26" y="84"/>
                  <a:pt x="24" y="86"/>
                  <a:pt x="24" y="88"/>
                </a:cubicBezTo>
                <a:cubicBezTo>
                  <a:pt x="24" y="90"/>
                  <a:pt x="26" y="92"/>
                  <a:pt x="28" y="92"/>
                </a:cubicBezTo>
                <a:cubicBezTo>
                  <a:pt x="30" y="92"/>
                  <a:pt x="32" y="90"/>
                  <a:pt x="32" y="88"/>
                </a:cubicBezTo>
                <a:cubicBezTo>
                  <a:pt x="32" y="86"/>
                  <a:pt x="30" y="84"/>
                  <a:pt x="28" y="84"/>
                </a:cubicBezTo>
                <a:moveTo>
                  <a:pt x="116" y="40"/>
                </a:moveTo>
                <a:cubicBezTo>
                  <a:pt x="118" y="41"/>
                  <a:pt x="120" y="40"/>
                  <a:pt x="121" y="38"/>
                </a:cubicBezTo>
                <a:cubicBezTo>
                  <a:pt x="123" y="36"/>
                  <a:pt x="122" y="34"/>
                  <a:pt x="120" y="33"/>
                </a:cubicBezTo>
                <a:cubicBezTo>
                  <a:pt x="118" y="31"/>
                  <a:pt x="116" y="32"/>
                  <a:pt x="115" y="34"/>
                </a:cubicBezTo>
                <a:cubicBezTo>
                  <a:pt x="113" y="36"/>
                  <a:pt x="114" y="38"/>
                  <a:pt x="116" y="40"/>
                </a:cubicBezTo>
                <a:moveTo>
                  <a:pt x="38" y="55"/>
                </a:moveTo>
                <a:cubicBezTo>
                  <a:pt x="36" y="53"/>
                  <a:pt x="34" y="54"/>
                  <a:pt x="33" y="56"/>
                </a:cubicBezTo>
                <a:cubicBezTo>
                  <a:pt x="31" y="58"/>
                  <a:pt x="32" y="60"/>
                  <a:pt x="34" y="61"/>
                </a:cubicBezTo>
                <a:cubicBezTo>
                  <a:pt x="36" y="63"/>
                  <a:pt x="38" y="62"/>
                  <a:pt x="40" y="60"/>
                </a:cubicBezTo>
                <a:cubicBezTo>
                  <a:pt x="41" y="58"/>
                  <a:pt x="40" y="56"/>
                  <a:pt x="38" y="55"/>
                </a:cubicBezTo>
                <a:moveTo>
                  <a:pt x="142" y="115"/>
                </a:moveTo>
                <a:cubicBezTo>
                  <a:pt x="140" y="113"/>
                  <a:pt x="138" y="114"/>
                  <a:pt x="137" y="116"/>
                </a:cubicBezTo>
                <a:cubicBezTo>
                  <a:pt x="135" y="118"/>
                  <a:pt x="136" y="120"/>
                  <a:pt x="138" y="121"/>
                </a:cubicBezTo>
                <a:cubicBezTo>
                  <a:pt x="140" y="123"/>
                  <a:pt x="142" y="122"/>
                  <a:pt x="143" y="120"/>
                </a:cubicBezTo>
                <a:cubicBezTo>
                  <a:pt x="145" y="118"/>
                  <a:pt x="144" y="116"/>
                  <a:pt x="142" y="115"/>
                </a:cubicBezTo>
                <a:moveTo>
                  <a:pt x="88" y="144"/>
                </a:moveTo>
                <a:cubicBezTo>
                  <a:pt x="86" y="144"/>
                  <a:pt x="84" y="146"/>
                  <a:pt x="84" y="148"/>
                </a:cubicBezTo>
                <a:cubicBezTo>
                  <a:pt x="84" y="150"/>
                  <a:pt x="86" y="152"/>
                  <a:pt x="88" y="152"/>
                </a:cubicBezTo>
                <a:cubicBezTo>
                  <a:pt x="90" y="152"/>
                  <a:pt x="92" y="150"/>
                  <a:pt x="92" y="148"/>
                </a:cubicBezTo>
                <a:cubicBezTo>
                  <a:pt x="92" y="146"/>
                  <a:pt x="90" y="144"/>
                  <a:pt x="88" y="144"/>
                </a:cubicBezTo>
                <a:moveTo>
                  <a:pt x="138" y="55"/>
                </a:moveTo>
                <a:cubicBezTo>
                  <a:pt x="136" y="56"/>
                  <a:pt x="135" y="58"/>
                  <a:pt x="137" y="60"/>
                </a:cubicBezTo>
                <a:cubicBezTo>
                  <a:pt x="138" y="62"/>
                  <a:pt x="140" y="63"/>
                  <a:pt x="142" y="61"/>
                </a:cubicBezTo>
                <a:cubicBezTo>
                  <a:pt x="144" y="60"/>
                  <a:pt x="145" y="58"/>
                  <a:pt x="143" y="56"/>
                </a:cubicBezTo>
                <a:cubicBezTo>
                  <a:pt x="142" y="54"/>
                  <a:pt x="140" y="53"/>
                  <a:pt x="138" y="55"/>
                </a:cubicBezTo>
                <a:moveTo>
                  <a:pt x="124" y="84"/>
                </a:moveTo>
                <a:cubicBezTo>
                  <a:pt x="103" y="84"/>
                  <a:pt x="103" y="84"/>
                  <a:pt x="103" y="84"/>
                </a:cubicBezTo>
                <a:cubicBezTo>
                  <a:pt x="102" y="78"/>
                  <a:pt x="98" y="74"/>
                  <a:pt x="92" y="73"/>
                </a:cubicBezTo>
                <a:cubicBezTo>
                  <a:pt x="92" y="28"/>
                  <a:pt x="92" y="28"/>
                  <a:pt x="92" y="28"/>
                </a:cubicBezTo>
                <a:cubicBezTo>
                  <a:pt x="92" y="26"/>
                  <a:pt x="90" y="24"/>
                  <a:pt x="88" y="24"/>
                </a:cubicBezTo>
                <a:cubicBezTo>
                  <a:pt x="86" y="24"/>
                  <a:pt x="84" y="26"/>
                  <a:pt x="84" y="28"/>
                </a:cubicBezTo>
                <a:cubicBezTo>
                  <a:pt x="84" y="73"/>
                  <a:pt x="84" y="73"/>
                  <a:pt x="84" y="73"/>
                </a:cubicBezTo>
                <a:cubicBezTo>
                  <a:pt x="77" y="74"/>
                  <a:pt x="72" y="81"/>
                  <a:pt x="72" y="88"/>
                </a:cubicBezTo>
                <a:cubicBezTo>
                  <a:pt x="72" y="97"/>
                  <a:pt x="79" y="104"/>
                  <a:pt x="88" y="104"/>
                </a:cubicBezTo>
                <a:cubicBezTo>
                  <a:pt x="95" y="104"/>
                  <a:pt x="102" y="99"/>
                  <a:pt x="103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26" y="92"/>
                  <a:pt x="128" y="90"/>
                  <a:pt x="128" y="88"/>
                </a:cubicBezTo>
                <a:cubicBezTo>
                  <a:pt x="128" y="86"/>
                  <a:pt x="126" y="84"/>
                  <a:pt x="124" y="84"/>
                </a:cubicBezTo>
                <a:moveTo>
                  <a:pt x="88" y="96"/>
                </a:moveTo>
                <a:cubicBezTo>
                  <a:pt x="84" y="96"/>
                  <a:pt x="80" y="92"/>
                  <a:pt x="80" y="88"/>
                </a:cubicBezTo>
                <a:cubicBezTo>
                  <a:pt x="80" y="84"/>
                  <a:pt x="84" y="80"/>
                  <a:pt x="88" y="80"/>
                </a:cubicBezTo>
                <a:cubicBezTo>
                  <a:pt x="92" y="80"/>
                  <a:pt x="96" y="84"/>
                  <a:pt x="96" y="88"/>
                </a:cubicBezTo>
                <a:cubicBezTo>
                  <a:pt x="96" y="92"/>
                  <a:pt x="92" y="96"/>
                  <a:pt x="88" y="96"/>
                </a:cubicBezTo>
                <a:moveTo>
                  <a:pt x="116" y="136"/>
                </a:moveTo>
                <a:cubicBezTo>
                  <a:pt x="114" y="138"/>
                  <a:pt x="113" y="140"/>
                  <a:pt x="115" y="142"/>
                </a:cubicBezTo>
                <a:cubicBezTo>
                  <a:pt x="116" y="144"/>
                  <a:pt x="118" y="145"/>
                  <a:pt x="120" y="143"/>
                </a:cubicBezTo>
                <a:cubicBezTo>
                  <a:pt x="122" y="142"/>
                  <a:pt x="123" y="140"/>
                  <a:pt x="121" y="138"/>
                </a:cubicBezTo>
                <a:cubicBezTo>
                  <a:pt x="120" y="136"/>
                  <a:pt x="118" y="135"/>
                  <a:pt x="116" y="136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1" name="Freeform 64"/>
          <p:cNvSpPr>
            <a:spLocks noEditPoints="1"/>
          </p:cNvSpPr>
          <p:nvPr/>
        </p:nvSpPr>
        <p:spPr bwMode="auto">
          <a:xfrm>
            <a:off x="2808942" y="1108209"/>
            <a:ext cx="334275" cy="334275"/>
          </a:xfrm>
          <a:custGeom>
            <a:avLst/>
            <a:gdLst>
              <a:gd name="T0" fmla="*/ 88 w 176"/>
              <a:gd name="T1" fmla="*/ 16 h 176"/>
              <a:gd name="T2" fmla="*/ 16 w 176"/>
              <a:gd name="T3" fmla="*/ 88 h 176"/>
              <a:gd name="T4" fmla="*/ 88 w 176"/>
              <a:gd name="T5" fmla="*/ 160 h 176"/>
              <a:gd name="T6" fmla="*/ 160 w 176"/>
              <a:gd name="T7" fmla="*/ 88 h 176"/>
              <a:gd name="T8" fmla="*/ 88 w 176"/>
              <a:gd name="T9" fmla="*/ 16 h 176"/>
              <a:gd name="T10" fmla="*/ 88 w 176"/>
              <a:gd name="T11" fmla="*/ 152 h 176"/>
              <a:gd name="T12" fmla="*/ 24 w 176"/>
              <a:gd name="T13" fmla="*/ 88 h 176"/>
              <a:gd name="T14" fmla="*/ 88 w 176"/>
              <a:gd name="T15" fmla="*/ 24 h 176"/>
              <a:gd name="T16" fmla="*/ 152 w 176"/>
              <a:gd name="T17" fmla="*/ 88 h 176"/>
              <a:gd name="T18" fmla="*/ 88 w 176"/>
              <a:gd name="T19" fmla="*/ 152 h 176"/>
              <a:gd name="T20" fmla="*/ 88 w 176"/>
              <a:gd name="T21" fmla="*/ 0 h 176"/>
              <a:gd name="T22" fmla="*/ 0 w 176"/>
              <a:gd name="T23" fmla="*/ 88 h 176"/>
              <a:gd name="T24" fmla="*/ 88 w 176"/>
              <a:gd name="T25" fmla="*/ 176 h 176"/>
              <a:gd name="T26" fmla="*/ 176 w 176"/>
              <a:gd name="T27" fmla="*/ 88 h 176"/>
              <a:gd name="T28" fmla="*/ 88 w 176"/>
              <a:gd name="T29" fmla="*/ 0 h 176"/>
              <a:gd name="T30" fmla="*/ 88 w 176"/>
              <a:gd name="T31" fmla="*/ 168 h 176"/>
              <a:gd name="T32" fmla="*/ 8 w 176"/>
              <a:gd name="T33" fmla="*/ 88 h 176"/>
              <a:gd name="T34" fmla="*/ 88 w 176"/>
              <a:gd name="T35" fmla="*/ 8 h 176"/>
              <a:gd name="T36" fmla="*/ 168 w 176"/>
              <a:gd name="T37" fmla="*/ 88 h 176"/>
              <a:gd name="T38" fmla="*/ 88 w 176"/>
              <a:gd name="T39" fmla="*/ 168 h 176"/>
              <a:gd name="T40" fmla="*/ 116 w 176"/>
              <a:gd name="T41" fmla="*/ 84 h 176"/>
              <a:gd name="T42" fmla="*/ 103 w 176"/>
              <a:gd name="T43" fmla="*/ 84 h 176"/>
              <a:gd name="T44" fmla="*/ 92 w 176"/>
              <a:gd name="T45" fmla="*/ 73 h 176"/>
              <a:gd name="T46" fmla="*/ 92 w 176"/>
              <a:gd name="T47" fmla="*/ 44 h 176"/>
              <a:gd name="T48" fmla="*/ 88 w 176"/>
              <a:gd name="T49" fmla="*/ 40 h 176"/>
              <a:gd name="T50" fmla="*/ 84 w 176"/>
              <a:gd name="T51" fmla="*/ 44 h 176"/>
              <a:gd name="T52" fmla="*/ 84 w 176"/>
              <a:gd name="T53" fmla="*/ 73 h 176"/>
              <a:gd name="T54" fmla="*/ 72 w 176"/>
              <a:gd name="T55" fmla="*/ 88 h 176"/>
              <a:gd name="T56" fmla="*/ 88 w 176"/>
              <a:gd name="T57" fmla="*/ 104 h 176"/>
              <a:gd name="T58" fmla="*/ 103 w 176"/>
              <a:gd name="T59" fmla="*/ 92 h 176"/>
              <a:gd name="T60" fmla="*/ 116 w 176"/>
              <a:gd name="T61" fmla="*/ 92 h 176"/>
              <a:gd name="T62" fmla="*/ 120 w 176"/>
              <a:gd name="T63" fmla="*/ 88 h 176"/>
              <a:gd name="T64" fmla="*/ 116 w 176"/>
              <a:gd name="T65" fmla="*/ 84 h 176"/>
              <a:gd name="T66" fmla="*/ 88 w 176"/>
              <a:gd name="T67" fmla="*/ 96 h 176"/>
              <a:gd name="T68" fmla="*/ 80 w 176"/>
              <a:gd name="T69" fmla="*/ 88 h 176"/>
              <a:gd name="T70" fmla="*/ 88 w 176"/>
              <a:gd name="T71" fmla="*/ 80 h 176"/>
              <a:gd name="T72" fmla="*/ 96 w 176"/>
              <a:gd name="T73" fmla="*/ 88 h 176"/>
              <a:gd name="T74" fmla="*/ 88 w 176"/>
              <a:gd name="T75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88" y="16"/>
                </a:moveTo>
                <a:cubicBezTo>
                  <a:pt x="48" y="16"/>
                  <a:pt x="16" y="48"/>
                  <a:pt x="16" y="88"/>
                </a:cubicBezTo>
                <a:cubicBezTo>
                  <a:pt x="16" y="128"/>
                  <a:pt x="48" y="160"/>
                  <a:pt x="88" y="160"/>
                </a:cubicBezTo>
                <a:cubicBezTo>
                  <a:pt x="128" y="160"/>
                  <a:pt x="160" y="128"/>
                  <a:pt x="160" y="88"/>
                </a:cubicBezTo>
                <a:cubicBezTo>
                  <a:pt x="160" y="48"/>
                  <a:pt x="128" y="16"/>
                  <a:pt x="88" y="16"/>
                </a:cubicBezTo>
                <a:moveTo>
                  <a:pt x="88" y="152"/>
                </a:moveTo>
                <a:cubicBezTo>
                  <a:pt x="53" y="152"/>
                  <a:pt x="24" y="123"/>
                  <a:pt x="24" y="88"/>
                </a:cubicBezTo>
                <a:cubicBezTo>
                  <a:pt x="24" y="53"/>
                  <a:pt x="53" y="24"/>
                  <a:pt x="88" y="24"/>
                </a:cubicBezTo>
                <a:cubicBezTo>
                  <a:pt x="123" y="24"/>
                  <a:pt x="152" y="53"/>
                  <a:pt x="152" y="88"/>
                </a:cubicBezTo>
                <a:cubicBezTo>
                  <a:pt x="152" y="123"/>
                  <a:pt x="123" y="152"/>
                  <a:pt x="88" y="15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6" y="84"/>
                </a:moveTo>
                <a:cubicBezTo>
                  <a:pt x="103" y="84"/>
                  <a:pt x="103" y="84"/>
                  <a:pt x="103" y="84"/>
                </a:cubicBezTo>
                <a:cubicBezTo>
                  <a:pt x="102" y="78"/>
                  <a:pt x="98" y="74"/>
                  <a:pt x="92" y="73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2"/>
                  <a:pt x="90" y="40"/>
                  <a:pt x="88" y="40"/>
                </a:cubicBezTo>
                <a:cubicBezTo>
                  <a:pt x="86" y="40"/>
                  <a:pt x="84" y="42"/>
                  <a:pt x="84" y="44"/>
                </a:cubicBezTo>
                <a:cubicBezTo>
                  <a:pt x="84" y="73"/>
                  <a:pt x="84" y="73"/>
                  <a:pt x="84" y="73"/>
                </a:cubicBezTo>
                <a:cubicBezTo>
                  <a:pt x="77" y="74"/>
                  <a:pt x="72" y="81"/>
                  <a:pt x="72" y="88"/>
                </a:cubicBezTo>
                <a:cubicBezTo>
                  <a:pt x="72" y="97"/>
                  <a:pt x="79" y="104"/>
                  <a:pt x="88" y="104"/>
                </a:cubicBezTo>
                <a:cubicBezTo>
                  <a:pt x="95" y="104"/>
                  <a:pt x="102" y="99"/>
                  <a:pt x="103" y="92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8" y="92"/>
                  <a:pt x="120" y="90"/>
                  <a:pt x="120" y="88"/>
                </a:cubicBezTo>
                <a:cubicBezTo>
                  <a:pt x="120" y="86"/>
                  <a:pt x="118" y="84"/>
                  <a:pt x="116" y="84"/>
                </a:cubicBezTo>
                <a:moveTo>
                  <a:pt x="88" y="96"/>
                </a:moveTo>
                <a:cubicBezTo>
                  <a:pt x="84" y="96"/>
                  <a:pt x="80" y="92"/>
                  <a:pt x="80" y="88"/>
                </a:cubicBezTo>
                <a:cubicBezTo>
                  <a:pt x="80" y="84"/>
                  <a:pt x="84" y="80"/>
                  <a:pt x="88" y="80"/>
                </a:cubicBezTo>
                <a:cubicBezTo>
                  <a:pt x="92" y="80"/>
                  <a:pt x="96" y="84"/>
                  <a:pt x="96" y="88"/>
                </a:cubicBezTo>
                <a:cubicBezTo>
                  <a:pt x="96" y="92"/>
                  <a:pt x="92" y="96"/>
                  <a:pt x="88" y="9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2" name="Freeform 65"/>
          <p:cNvSpPr>
            <a:spLocks noEditPoints="1"/>
          </p:cNvSpPr>
          <p:nvPr/>
        </p:nvSpPr>
        <p:spPr bwMode="auto">
          <a:xfrm>
            <a:off x="3493719" y="1108209"/>
            <a:ext cx="243404" cy="334275"/>
          </a:xfrm>
          <a:custGeom>
            <a:avLst/>
            <a:gdLst>
              <a:gd name="T0" fmla="*/ 64 w 128"/>
              <a:gd name="T1" fmla="*/ 104 h 176"/>
              <a:gd name="T2" fmla="*/ 48 w 128"/>
              <a:gd name="T3" fmla="*/ 120 h 176"/>
              <a:gd name="T4" fmla="*/ 52 w 128"/>
              <a:gd name="T5" fmla="*/ 131 h 176"/>
              <a:gd name="T6" fmla="*/ 52 w 128"/>
              <a:gd name="T7" fmla="*/ 132 h 176"/>
              <a:gd name="T8" fmla="*/ 64 w 128"/>
              <a:gd name="T9" fmla="*/ 144 h 176"/>
              <a:gd name="T10" fmla="*/ 76 w 128"/>
              <a:gd name="T11" fmla="*/ 132 h 176"/>
              <a:gd name="T12" fmla="*/ 76 w 128"/>
              <a:gd name="T13" fmla="*/ 131 h 176"/>
              <a:gd name="T14" fmla="*/ 80 w 128"/>
              <a:gd name="T15" fmla="*/ 120 h 176"/>
              <a:gd name="T16" fmla="*/ 64 w 128"/>
              <a:gd name="T17" fmla="*/ 104 h 176"/>
              <a:gd name="T18" fmla="*/ 68 w 128"/>
              <a:gd name="T19" fmla="*/ 127 h 176"/>
              <a:gd name="T20" fmla="*/ 68 w 128"/>
              <a:gd name="T21" fmla="*/ 132 h 176"/>
              <a:gd name="T22" fmla="*/ 64 w 128"/>
              <a:gd name="T23" fmla="*/ 136 h 176"/>
              <a:gd name="T24" fmla="*/ 60 w 128"/>
              <a:gd name="T25" fmla="*/ 132 h 176"/>
              <a:gd name="T26" fmla="*/ 60 w 128"/>
              <a:gd name="T27" fmla="*/ 127 h 176"/>
              <a:gd name="T28" fmla="*/ 56 w 128"/>
              <a:gd name="T29" fmla="*/ 120 h 176"/>
              <a:gd name="T30" fmla="*/ 64 w 128"/>
              <a:gd name="T31" fmla="*/ 112 h 176"/>
              <a:gd name="T32" fmla="*/ 72 w 128"/>
              <a:gd name="T33" fmla="*/ 120 h 176"/>
              <a:gd name="T34" fmla="*/ 68 w 128"/>
              <a:gd name="T35" fmla="*/ 127 h 176"/>
              <a:gd name="T36" fmla="*/ 112 w 128"/>
              <a:gd name="T37" fmla="*/ 72 h 176"/>
              <a:gd name="T38" fmla="*/ 112 w 128"/>
              <a:gd name="T39" fmla="*/ 48 h 176"/>
              <a:gd name="T40" fmla="*/ 64 w 128"/>
              <a:gd name="T41" fmla="*/ 0 h 176"/>
              <a:gd name="T42" fmla="*/ 16 w 128"/>
              <a:gd name="T43" fmla="*/ 48 h 176"/>
              <a:gd name="T44" fmla="*/ 16 w 128"/>
              <a:gd name="T45" fmla="*/ 72 h 176"/>
              <a:gd name="T46" fmla="*/ 0 w 128"/>
              <a:gd name="T47" fmla="*/ 88 h 176"/>
              <a:gd name="T48" fmla="*/ 0 w 128"/>
              <a:gd name="T49" fmla="*/ 160 h 176"/>
              <a:gd name="T50" fmla="*/ 16 w 128"/>
              <a:gd name="T51" fmla="*/ 176 h 176"/>
              <a:gd name="T52" fmla="*/ 112 w 128"/>
              <a:gd name="T53" fmla="*/ 176 h 176"/>
              <a:gd name="T54" fmla="*/ 128 w 128"/>
              <a:gd name="T55" fmla="*/ 160 h 176"/>
              <a:gd name="T56" fmla="*/ 128 w 128"/>
              <a:gd name="T57" fmla="*/ 88 h 176"/>
              <a:gd name="T58" fmla="*/ 112 w 128"/>
              <a:gd name="T59" fmla="*/ 72 h 176"/>
              <a:gd name="T60" fmla="*/ 24 w 128"/>
              <a:gd name="T61" fmla="*/ 48 h 176"/>
              <a:gd name="T62" fmla="*/ 64 w 128"/>
              <a:gd name="T63" fmla="*/ 8 h 176"/>
              <a:gd name="T64" fmla="*/ 104 w 128"/>
              <a:gd name="T65" fmla="*/ 48 h 176"/>
              <a:gd name="T66" fmla="*/ 104 w 128"/>
              <a:gd name="T67" fmla="*/ 72 h 176"/>
              <a:gd name="T68" fmla="*/ 24 w 128"/>
              <a:gd name="T69" fmla="*/ 72 h 176"/>
              <a:gd name="T70" fmla="*/ 24 w 128"/>
              <a:gd name="T71" fmla="*/ 48 h 176"/>
              <a:gd name="T72" fmla="*/ 120 w 128"/>
              <a:gd name="T73" fmla="*/ 160 h 176"/>
              <a:gd name="T74" fmla="*/ 112 w 128"/>
              <a:gd name="T75" fmla="*/ 168 h 176"/>
              <a:gd name="T76" fmla="*/ 16 w 128"/>
              <a:gd name="T77" fmla="*/ 168 h 176"/>
              <a:gd name="T78" fmla="*/ 8 w 128"/>
              <a:gd name="T79" fmla="*/ 160 h 176"/>
              <a:gd name="T80" fmla="*/ 8 w 128"/>
              <a:gd name="T81" fmla="*/ 88 h 176"/>
              <a:gd name="T82" fmla="*/ 16 w 128"/>
              <a:gd name="T83" fmla="*/ 80 h 176"/>
              <a:gd name="T84" fmla="*/ 112 w 128"/>
              <a:gd name="T85" fmla="*/ 80 h 176"/>
              <a:gd name="T86" fmla="*/ 120 w 128"/>
              <a:gd name="T87" fmla="*/ 88 h 176"/>
              <a:gd name="T88" fmla="*/ 120 w 128"/>
              <a:gd name="T8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8" h="176">
                <a:moveTo>
                  <a:pt x="64" y="104"/>
                </a:moveTo>
                <a:cubicBezTo>
                  <a:pt x="55" y="104"/>
                  <a:pt x="48" y="111"/>
                  <a:pt x="48" y="120"/>
                </a:cubicBezTo>
                <a:cubicBezTo>
                  <a:pt x="48" y="124"/>
                  <a:pt x="50" y="128"/>
                  <a:pt x="52" y="131"/>
                </a:cubicBezTo>
                <a:cubicBezTo>
                  <a:pt x="52" y="131"/>
                  <a:pt x="52" y="132"/>
                  <a:pt x="52" y="132"/>
                </a:cubicBezTo>
                <a:cubicBezTo>
                  <a:pt x="52" y="139"/>
                  <a:pt x="57" y="144"/>
                  <a:pt x="64" y="144"/>
                </a:cubicBezTo>
                <a:cubicBezTo>
                  <a:pt x="71" y="144"/>
                  <a:pt x="76" y="139"/>
                  <a:pt x="76" y="132"/>
                </a:cubicBezTo>
                <a:cubicBezTo>
                  <a:pt x="76" y="132"/>
                  <a:pt x="76" y="131"/>
                  <a:pt x="76" y="131"/>
                </a:cubicBezTo>
                <a:cubicBezTo>
                  <a:pt x="78" y="128"/>
                  <a:pt x="80" y="124"/>
                  <a:pt x="80" y="120"/>
                </a:cubicBezTo>
                <a:cubicBezTo>
                  <a:pt x="80" y="111"/>
                  <a:pt x="73" y="104"/>
                  <a:pt x="64" y="104"/>
                </a:cubicBezTo>
                <a:moveTo>
                  <a:pt x="68" y="127"/>
                </a:moveTo>
                <a:cubicBezTo>
                  <a:pt x="68" y="132"/>
                  <a:pt x="68" y="132"/>
                  <a:pt x="68" y="132"/>
                </a:cubicBezTo>
                <a:cubicBezTo>
                  <a:pt x="68" y="134"/>
                  <a:pt x="66" y="136"/>
                  <a:pt x="64" y="136"/>
                </a:cubicBezTo>
                <a:cubicBezTo>
                  <a:pt x="62" y="136"/>
                  <a:pt x="60" y="134"/>
                  <a:pt x="60" y="132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58" y="126"/>
                  <a:pt x="56" y="123"/>
                  <a:pt x="56" y="120"/>
                </a:cubicBezTo>
                <a:cubicBezTo>
                  <a:pt x="56" y="116"/>
                  <a:pt x="60" y="112"/>
                  <a:pt x="64" y="112"/>
                </a:cubicBezTo>
                <a:cubicBezTo>
                  <a:pt x="68" y="112"/>
                  <a:pt x="72" y="116"/>
                  <a:pt x="72" y="120"/>
                </a:cubicBezTo>
                <a:cubicBezTo>
                  <a:pt x="72" y="123"/>
                  <a:pt x="70" y="126"/>
                  <a:pt x="68" y="127"/>
                </a:cubicBezTo>
                <a:moveTo>
                  <a:pt x="112" y="72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21"/>
                  <a:pt x="91" y="0"/>
                  <a:pt x="64" y="0"/>
                </a:cubicBezTo>
                <a:cubicBezTo>
                  <a:pt x="37" y="0"/>
                  <a:pt x="16" y="21"/>
                  <a:pt x="16" y="48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21" y="176"/>
                  <a:pt x="128" y="169"/>
                  <a:pt x="128" y="160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79"/>
                  <a:pt x="121" y="72"/>
                  <a:pt x="112" y="72"/>
                </a:cubicBezTo>
                <a:moveTo>
                  <a:pt x="24" y="48"/>
                </a:moveTo>
                <a:cubicBezTo>
                  <a:pt x="24" y="26"/>
                  <a:pt x="42" y="8"/>
                  <a:pt x="64" y="8"/>
                </a:cubicBezTo>
                <a:cubicBezTo>
                  <a:pt x="86" y="8"/>
                  <a:pt x="104" y="26"/>
                  <a:pt x="104" y="48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24" y="72"/>
                  <a:pt x="24" y="72"/>
                  <a:pt x="24" y="72"/>
                </a:cubicBezTo>
                <a:lnTo>
                  <a:pt x="24" y="48"/>
                </a:lnTo>
                <a:close/>
                <a:moveTo>
                  <a:pt x="120" y="160"/>
                </a:moveTo>
                <a:cubicBezTo>
                  <a:pt x="120" y="164"/>
                  <a:pt x="116" y="168"/>
                  <a:pt x="11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6" y="80"/>
                  <a:pt x="120" y="84"/>
                  <a:pt x="120" y="88"/>
                </a:cubicBezTo>
                <a:lnTo>
                  <a:pt x="120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3" name="Freeform 66"/>
          <p:cNvSpPr>
            <a:spLocks noEditPoints="1"/>
          </p:cNvSpPr>
          <p:nvPr/>
        </p:nvSpPr>
        <p:spPr bwMode="auto">
          <a:xfrm>
            <a:off x="4133060" y="1108209"/>
            <a:ext cx="243404" cy="334275"/>
          </a:xfrm>
          <a:custGeom>
            <a:avLst/>
            <a:gdLst>
              <a:gd name="T0" fmla="*/ 112 w 128"/>
              <a:gd name="T1" fmla="*/ 72 h 176"/>
              <a:gd name="T2" fmla="*/ 112 w 128"/>
              <a:gd name="T3" fmla="*/ 48 h 176"/>
              <a:gd name="T4" fmla="*/ 64 w 128"/>
              <a:gd name="T5" fmla="*/ 0 h 176"/>
              <a:gd name="T6" fmla="*/ 16 w 128"/>
              <a:gd name="T7" fmla="*/ 48 h 176"/>
              <a:gd name="T8" fmla="*/ 20 w 128"/>
              <a:gd name="T9" fmla="*/ 52 h 176"/>
              <a:gd name="T10" fmla="*/ 24 w 128"/>
              <a:gd name="T11" fmla="*/ 48 h 176"/>
              <a:gd name="T12" fmla="*/ 64 w 128"/>
              <a:gd name="T13" fmla="*/ 8 h 176"/>
              <a:gd name="T14" fmla="*/ 104 w 128"/>
              <a:gd name="T15" fmla="*/ 48 h 176"/>
              <a:gd name="T16" fmla="*/ 104 w 128"/>
              <a:gd name="T17" fmla="*/ 72 h 176"/>
              <a:gd name="T18" fmla="*/ 16 w 128"/>
              <a:gd name="T19" fmla="*/ 72 h 176"/>
              <a:gd name="T20" fmla="*/ 0 w 128"/>
              <a:gd name="T21" fmla="*/ 88 h 176"/>
              <a:gd name="T22" fmla="*/ 0 w 128"/>
              <a:gd name="T23" fmla="*/ 160 h 176"/>
              <a:gd name="T24" fmla="*/ 16 w 128"/>
              <a:gd name="T25" fmla="*/ 176 h 176"/>
              <a:gd name="T26" fmla="*/ 112 w 128"/>
              <a:gd name="T27" fmla="*/ 176 h 176"/>
              <a:gd name="T28" fmla="*/ 128 w 128"/>
              <a:gd name="T29" fmla="*/ 160 h 176"/>
              <a:gd name="T30" fmla="*/ 128 w 128"/>
              <a:gd name="T31" fmla="*/ 88 h 176"/>
              <a:gd name="T32" fmla="*/ 112 w 128"/>
              <a:gd name="T33" fmla="*/ 72 h 176"/>
              <a:gd name="T34" fmla="*/ 120 w 128"/>
              <a:gd name="T35" fmla="*/ 160 h 176"/>
              <a:gd name="T36" fmla="*/ 112 w 128"/>
              <a:gd name="T37" fmla="*/ 168 h 176"/>
              <a:gd name="T38" fmla="*/ 16 w 128"/>
              <a:gd name="T39" fmla="*/ 168 h 176"/>
              <a:gd name="T40" fmla="*/ 8 w 128"/>
              <a:gd name="T41" fmla="*/ 160 h 176"/>
              <a:gd name="T42" fmla="*/ 8 w 128"/>
              <a:gd name="T43" fmla="*/ 88 h 176"/>
              <a:gd name="T44" fmla="*/ 16 w 128"/>
              <a:gd name="T45" fmla="*/ 80 h 176"/>
              <a:gd name="T46" fmla="*/ 112 w 128"/>
              <a:gd name="T47" fmla="*/ 80 h 176"/>
              <a:gd name="T48" fmla="*/ 120 w 128"/>
              <a:gd name="T49" fmla="*/ 88 h 176"/>
              <a:gd name="T50" fmla="*/ 120 w 128"/>
              <a:gd name="T51" fmla="*/ 160 h 176"/>
              <a:gd name="T52" fmla="*/ 64 w 128"/>
              <a:gd name="T53" fmla="*/ 104 h 176"/>
              <a:gd name="T54" fmla="*/ 48 w 128"/>
              <a:gd name="T55" fmla="*/ 120 h 176"/>
              <a:gd name="T56" fmla="*/ 52 w 128"/>
              <a:gd name="T57" fmla="*/ 131 h 176"/>
              <a:gd name="T58" fmla="*/ 52 w 128"/>
              <a:gd name="T59" fmla="*/ 132 h 176"/>
              <a:gd name="T60" fmla="*/ 64 w 128"/>
              <a:gd name="T61" fmla="*/ 144 h 176"/>
              <a:gd name="T62" fmla="*/ 76 w 128"/>
              <a:gd name="T63" fmla="*/ 132 h 176"/>
              <a:gd name="T64" fmla="*/ 76 w 128"/>
              <a:gd name="T65" fmla="*/ 131 h 176"/>
              <a:gd name="T66" fmla="*/ 80 w 128"/>
              <a:gd name="T67" fmla="*/ 120 h 176"/>
              <a:gd name="T68" fmla="*/ 64 w 128"/>
              <a:gd name="T69" fmla="*/ 104 h 176"/>
              <a:gd name="T70" fmla="*/ 68 w 128"/>
              <a:gd name="T71" fmla="*/ 127 h 176"/>
              <a:gd name="T72" fmla="*/ 68 w 128"/>
              <a:gd name="T73" fmla="*/ 132 h 176"/>
              <a:gd name="T74" fmla="*/ 64 w 128"/>
              <a:gd name="T75" fmla="*/ 136 h 176"/>
              <a:gd name="T76" fmla="*/ 60 w 128"/>
              <a:gd name="T77" fmla="*/ 132 h 176"/>
              <a:gd name="T78" fmla="*/ 60 w 128"/>
              <a:gd name="T79" fmla="*/ 127 h 176"/>
              <a:gd name="T80" fmla="*/ 56 w 128"/>
              <a:gd name="T81" fmla="*/ 120 h 176"/>
              <a:gd name="T82" fmla="*/ 64 w 128"/>
              <a:gd name="T83" fmla="*/ 112 h 176"/>
              <a:gd name="T84" fmla="*/ 72 w 128"/>
              <a:gd name="T85" fmla="*/ 120 h 176"/>
              <a:gd name="T86" fmla="*/ 68 w 128"/>
              <a:gd name="T87" fmla="*/ 12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8" h="176">
                <a:moveTo>
                  <a:pt x="112" y="72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21"/>
                  <a:pt x="91" y="0"/>
                  <a:pt x="64" y="0"/>
                </a:cubicBezTo>
                <a:cubicBezTo>
                  <a:pt x="37" y="0"/>
                  <a:pt x="16" y="21"/>
                  <a:pt x="16" y="48"/>
                </a:cubicBezTo>
                <a:cubicBezTo>
                  <a:pt x="16" y="50"/>
                  <a:pt x="18" y="52"/>
                  <a:pt x="20" y="52"/>
                </a:cubicBezTo>
                <a:cubicBezTo>
                  <a:pt x="22" y="52"/>
                  <a:pt x="24" y="50"/>
                  <a:pt x="24" y="48"/>
                </a:cubicBezTo>
                <a:cubicBezTo>
                  <a:pt x="24" y="26"/>
                  <a:pt x="42" y="8"/>
                  <a:pt x="64" y="8"/>
                </a:cubicBezTo>
                <a:cubicBezTo>
                  <a:pt x="86" y="8"/>
                  <a:pt x="104" y="26"/>
                  <a:pt x="104" y="48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21" y="176"/>
                  <a:pt x="128" y="169"/>
                  <a:pt x="128" y="160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79"/>
                  <a:pt x="121" y="72"/>
                  <a:pt x="112" y="72"/>
                </a:cubicBezTo>
                <a:moveTo>
                  <a:pt x="120" y="160"/>
                </a:moveTo>
                <a:cubicBezTo>
                  <a:pt x="120" y="164"/>
                  <a:pt x="116" y="168"/>
                  <a:pt x="11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6" y="80"/>
                  <a:pt x="120" y="84"/>
                  <a:pt x="120" y="88"/>
                </a:cubicBezTo>
                <a:lnTo>
                  <a:pt x="120" y="160"/>
                </a:lnTo>
                <a:close/>
                <a:moveTo>
                  <a:pt x="64" y="104"/>
                </a:moveTo>
                <a:cubicBezTo>
                  <a:pt x="55" y="104"/>
                  <a:pt x="48" y="111"/>
                  <a:pt x="48" y="120"/>
                </a:cubicBezTo>
                <a:cubicBezTo>
                  <a:pt x="48" y="124"/>
                  <a:pt x="50" y="128"/>
                  <a:pt x="52" y="131"/>
                </a:cubicBezTo>
                <a:cubicBezTo>
                  <a:pt x="52" y="131"/>
                  <a:pt x="52" y="132"/>
                  <a:pt x="52" y="132"/>
                </a:cubicBezTo>
                <a:cubicBezTo>
                  <a:pt x="52" y="139"/>
                  <a:pt x="57" y="144"/>
                  <a:pt x="64" y="144"/>
                </a:cubicBezTo>
                <a:cubicBezTo>
                  <a:pt x="71" y="144"/>
                  <a:pt x="76" y="139"/>
                  <a:pt x="76" y="132"/>
                </a:cubicBezTo>
                <a:cubicBezTo>
                  <a:pt x="76" y="132"/>
                  <a:pt x="76" y="131"/>
                  <a:pt x="76" y="131"/>
                </a:cubicBezTo>
                <a:cubicBezTo>
                  <a:pt x="78" y="128"/>
                  <a:pt x="80" y="124"/>
                  <a:pt x="80" y="120"/>
                </a:cubicBezTo>
                <a:cubicBezTo>
                  <a:pt x="80" y="111"/>
                  <a:pt x="73" y="104"/>
                  <a:pt x="64" y="104"/>
                </a:cubicBezTo>
                <a:moveTo>
                  <a:pt x="68" y="127"/>
                </a:moveTo>
                <a:cubicBezTo>
                  <a:pt x="68" y="132"/>
                  <a:pt x="68" y="132"/>
                  <a:pt x="68" y="132"/>
                </a:cubicBezTo>
                <a:cubicBezTo>
                  <a:pt x="68" y="134"/>
                  <a:pt x="66" y="136"/>
                  <a:pt x="64" y="136"/>
                </a:cubicBezTo>
                <a:cubicBezTo>
                  <a:pt x="62" y="136"/>
                  <a:pt x="60" y="134"/>
                  <a:pt x="60" y="132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58" y="126"/>
                  <a:pt x="56" y="123"/>
                  <a:pt x="56" y="120"/>
                </a:cubicBezTo>
                <a:cubicBezTo>
                  <a:pt x="56" y="116"/>
                  <a:pt x="60" y="112"/>
                  <a:pt x="64" y="112"/>
                </a:cubicBezTo>
                <a:cubicBezTo>
                  <a:pt x="68" y="112"/>
                  <a:pt x="72" y="116"/>
                  <a:pt x="72" y="120"/>
                </a:cubicBezTo>
                <a:cubicBezTo>
                  <a:pt x="72" y="123"/>
                  <a:pt x="70" y="126"/>
                  <a:pt x="68" y="12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4" name="Freeform 67"/>
          <p:cNvSpPr>
            <a:spLocks noEditPoints="1"/>
          </p:cNvSpPr>
          <p:nvPr/>
        </p:nvSpPr>
        <p:spPr bwMode="auto">
          <a:xfrm>
            <a:off x="4756175" y="1108209"/>
            <a:ext cx="274235" cy="334275"/>
          </a:xfrm>
          <a:custGeom>
            <a:avLst/>
            <a:gdLst>
              <a:gd name="T0" fmla="*/ 128 w 144"/>
              <a:gd name="T1" fmla="*/ 0 h 176"/>
              <a:gd name="T2" fmla="*/ 16 w 144"/>
              <a:gd name="T3" fmla="*/ 0 h 176"/>
              <a:gd name="T4" fmla="*/ 0 w 144"/>
              <a:gd name="T5" fmla="*/ 16 h 176"/>
              <a:gd name="T6" fmla="*/ 0 w 144"/>
              <a:gd name="T7" fmla="*/ 160 h 176"/>
              <a:gd name="T8" fmla="*/ 16 w 144"/>
              <a:gd name="T9" fmla="*/ 176 h 176"/>
              <a:gd name="T10" fmla="*/ 128 w 144"/>
              <a:gd name="T11" fmla="*/ 176 h 176"/>
              <a:gd name="T12" fmla="*/ 144 w 144"/>
              <a:gd name="T13" fmla="*/ 160 h 176"/>
              <a:gd name="T14" fmla="*/ 144 w 144"/>
              <a:gd name="T15" fmla="*/ 16 h 176"/>
              <a:gd name="T16" fmla="*/ 128 w 144"/>
              <a:gd name="T17" fmla="*/ 0 h 176"/>
              <a:gd name="T18" fmla="*/ 96 w 144"/>
              <a:gd name="T19" fmla="*/ 8 h 176"/>
              <a:gd name="T20" fmla="*/ 112 w 144"/>
              <a:gd name="T21" fmla="*/ 8 h 176"/>
              <a:gd name="T22" fmla="*/ 112 w 144"/>
              <a:gd name="T23" fmla="*/ 36 h 176"/>
              <a:gd name="T24" fmla="*/ 104 w 144"/>
              <a:gd name="T25" fmla="*/ 28 h 176"/>
              <a:gd name="T26" fmla="*/ 96 w 144"/>
              <a:gd name="T27" fmla="*/ 36 h 176"/>
              <a:gd name="T28" fmla="*/ 96 w 144"/>
              <a:gd name="T29" fmla="*/ 8 h 176"/>
              <a:gd name="T30" fmla="*/ 32 w 144"/>
              <a:gd name="T31" fmla="*/ 168 h 176"/>
              <a:gd name="T32" fmla="*/ 16 w 144"/>
              <a:gd name="T33" fmla="*/ 168 h 176"/>
              <a:gd name="T34" fmla="*/ 8 w 144"/>
              <a:gd name="T35" fmla="*/ 160 h 176"/>
              <a:gd name="T36" fmla="*/ 8 w 144"/>
              <a:gd name="T37" fmla="*/ 16 h 176"/>
              <a:gd name="T38" fmla="*/ 16 w 144"/>
              <a:gd name="T39" fmla="*/ 8 h 176"/>
              <a:gd name="T40" fmla="*/ 32 w 144"/>
              <a:gd name="T41" fmla="*/ 8 h 176"/>
              <a:gd name="T42" fmla="*/ 32 w 144"/>
              <a:gd name="T43" fmla="*/ 168 h 176"/>
              <a:gd name="T44" fmla="*/ 136 w 144"/>
              <a:gd name="T45" fmla="*/ 160 h 176"/>
              <a:gd name="T46" fmla="*/ 128 w 144"/>
              <a:gd name="T47" fmla="*/ 168 h 176"/>
              <a:gd name="T48" fmla="*/ 40 w 144"/>
              <a:gd name="T49" fmla="*/ 168 h 176"/>
              <a:gd name="T50" fmla="*/ 40 w 144"/>
              <a:gd name="T51" fmla="*/ 8 h 176"/>
              <a:gd name="T52" fmla="*/ 88 w 144"/>
              <a:gd name="T53" fmla="*/ 8 h 176"/>
              <a:gd name="T54" fmla="*/ 88 w 144"/>
              <a:gd name="T55" fmla="*/ 56 h 176"/>
              <a:gd name="T56" fmla="*/ 104 w 144"/>
              <a:gd name="T57" fmla="*/ 40 h 176"/>
              <a:gd name="T58" fmla="*/ 120 w 144"/>
              <a:gd name="T59" fmla="*/ 56 h 176"/>
              <a:gd name="T60" fmla="*/ 120 w 144"/>
              <a:gd name="T61" fmla="*/ 8 h 176"/>
              <a:gd name="T62" fmla="*/ 128 w 144"/>
              <a:gd name="T63" fmla="*/ 8 h 176"/>
              <a:gd name="T64" fmla="*/ 136 w 144"/>
              <a:gd name="T65" fmla="*/ 16 h 176"/>
              <a:gd name="T66" fmla="*/ 136 w 144"/>
              <a:gd name="T67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4" h="176">
                <a:moveTo>
                  <a:pt x="12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96" y="8"/>
                </a:moveTo>
                <a:cubicBezTo>
                  <a:pt x="112" y="8"/>
                  <a:pt x="112" y="8"/>
                  <a:pt x="112" y="8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96" y="36"/>
                  <a:pt x="96" y="36"/>
                  <a:pt x="96" y="36"/>
                </a:cubicBezTo>
                <a:lnTo>
                  <a:pt x="96" y="8"/>
                </a:lnTo>
                <a:close/>
                <a:moveTo>
                  <a:pt x="32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32" y="8"/>
                  <a:pt x="32" y="8"/>
                  <a:pt x="32" y="8"/>
                </a:cubicBezTo>
                <a:lnTo>
                  <a:pt x="32" y="168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40" y="8"/>
                  <a:pt x="40" y="8"/>
                  <a:pt x="40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56"/>
                  <a:pt x="88" y="56"/>
                  <a:pt x="88" y="56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8"/>
                  <a:pt x="120" y="8"/>
                  <a:pt x="120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5" name="Freeform 68"/>
          <p:cNvSpPr>
            <a:spLocks noEditPoints="1"/>
          </p:cNvSpPr>
          <p:nvPr/>
        </p:nvSpPr>
        <p:spPr bwMode="auto">
          <a:xfrm>
            <a:off x="5395516" y="1108209"/>
            <a:ext cx="274235" cy="334275"/>
          </a:xfrm>
          <a:custGeom>
            <a:avLst/>
            <a:gdLst>
              <a:gd name="T0" fmla="*/ 24 w 144"/>
              <a:gd name="T1" fmla="*/ 0 h 176"/>
              <a:gd name="T2" fmla="*/ 8 w 144"/>
              <a:gd name="T3" fmla="*/ 24 h 176"/>
              <a:gd name="T4" fmla="*/ 0 w 144"/>
              <a:gd name="T5" fmla="*/ 28 h 176"/>
              <a:gd name="T6" fmla="*/ 8 w 144"/>
              <a:gd name="T7" fmla="*/ 32 h 176"/>
              <a:gd name="T8" fmla="*/ 4 w 144"/>
              <a:gd name="T9" fmla="*/ 48 h 176"/>
              <a:gd name="T10" fmla="*/ 4 w 144"/>
              <a:gd name="T11" fmla="*/ 56 h 176"/>
              <a:gd name="T12" fmla="*/ 8 w 144"/>
              <a:gd name="T13" fmla="*/ 72 h 176"/>
              <a:gd name="T14" fmla="*/ 0 w 144"/>
              <a:gd name="T15" fmla="*/ 76 h 176"/>
              <a:gd name="T16" fmla="*/ 8 w 144"/>
              <a:gd name="T17" fmla="*/ 80 h 176"/>
              <a:gd name="T18" fmla="*/ 4 w 144"/>
              <a:gd name="T19" fmla="*/ 96 h 176"/>
              <a:gd name="T20" fmla="*/ 4 w 144"/>
              <a:gd name="T21" fmla="*/ 104 h 176"/>
              <a:gd name="T22" fmla="*/ 8 w 144"/>
              <a:gd name="T23" fmla="*/ 120 h 176"/>
              <a:gd name="T24" fmla="*/ 0 w 144"/>
              <a:gd name="T25" fmla="*/ 124 h 176"/>
              <a:gd name="T26" fmla="*/ 8 w 144"/>
              <a:gd name="T27" fmla="*/ 128 h 176"/>
              <a:gd name="T28" fmla="*/ 4 w 144"/>
              <a:gd name="T29" fmla="*/ 144 h 176"/>
              <a:gd name="T30" fmla="*/ 4 w 144"/>
              <a:gd name="T31" fmla="*/ 152 h 176"/>
              <a:gd name="T32" fmla="*/ 8 w 144"/>
              <a:gd name="T33" fmla="*/ 160 h 176"/>
              <a:gd name="T34" fmla="*/ 128 w 144"/>
              <a:gd name="T35" fmla="*/ 176 h 176"/>
              <a:gd name="T36" fmla="*/ 144 w 144"/>
              <a:gd name="T37" fmla="*/ 16 h 176"/>
              <a:gd name="T38" fmla="*/ 40 w 144"/>
              <a:gd name="T39" fmla="*/ 168 h 176"/>
              <a:gd name="T40" fmla="*/ 16 w 144"/>
              <a:gd name="T41" fmla="*/ 160 h 176"/>
              <a:gd name="T42" fmla="*/ 20 w 144"/>
              <a:gd name="T43" fmla="*/ 152 h 176"/>
              <a:gd name="T44" fmla="*/ 20 w 144"/>
              <a:gd name="T45" fmla="*/ 144 h 176"/>
              <a:gd name="T46" fmla="*/ 16 w 144"/>
              <a:gd name="T47" fmla="*/ 128 h 176"/>
              <a:gd name="T48" fmla="*/ 24 w 144"/>
              <a:gd name="T49" fmla="*/ 124 h 176"/>
              <a:gd name="T50" fmla="*/ 16 w 144"/>
              <a:gd name="T51" fmla="*/ 120 h 176"/>
              <a:gd name="T52" fmla="*/ 20 w 144"/>
              <a:gd name="T53" fmla="*/ 104 h 176"/>
              <a:gd name="T54" fmla="*/ 20 w 144"/>
              <a:gd name="T55" fmla="*/ 96 h 176"/>
              <a:gd name="T56" fmla="*/ 16 w 144"/>
              <a:gd name="T57" fmla="*/ 80 h 176"/>
              <a:gd name="T58" fmla="*/ 24 w 144"/>
              <a:gd name="T59" fmla="*/ 76 h 176"/>
              <a:gd name="T60" fmla="*/ 16 w 144"/>
              <a:gd name="T61" fmla="*/ 72 h 176"/>
              <a:gd name="T62" fmla="*/ 20 w 144"/>
              <a:gd name="T63" fmla="*/ 56 h 176"/>
              <a:gd name="T64" fmla="*/ 20 w 144"/>
              <a:gd name="T65" fmla="*/ 48 h 176"/>
              <a:gd name="T66" fmla="*/ 16 w 144"/>
              <a:gd name="T67" fmla="*/ 32 h 176"/>
              <a:gd name="T68" fmla="*/ 24 w 144"/>
              <a:gd name="T69" fmla="*/ 28 h 176"/>
              <a:gd name="T70" fmla="*/ 16 w 144"/>
              <a:gd name="T71" fmla="*/ 24 h 176"/>
              <a:gd name="T72" fmla="*/ 24 w 144"/>
              <a:gd name="T73" fmla="*/ 8 h 176"/>
              <a:gd name="T74" fmla="*/ 40 w 144"/>
              <a:gd name="T75" fmla="*/ 168 h 176"/>
              <a:gd name="T76" fmla="*/ 128 w 144"/>
              <a:gd name="T77" fmla="*/ 168 h 176"/>
              <a:gd name="T78" fmla="*/ 48 w 144"/>
              <a:gd name="T79" fmla="*/ 8 h 176"/>
              <a:gd name="T80" fmla="*/ 136 w 144"/>
              <a:gd name="T81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4" h="176">
                <a:moveTo>
                  <a:pt x="128" y="0"/>
                </a:moveTo>
                <a:cubicBezTo>
                  <a:pt x="24" y="0"/>
                  <a:pt x="24" y="0"/>
                  <a:pt x="24" y="0"/>
                </a:cubicBezTo>
                <a:cubicBezTo>
                  <a:pt x="15" y="0"/>
                  <a:pt x="8" y="7"/>
                  <a:pt x="8" y="16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30"/>
                  <a:pt x="2" y="32"/>
                  <a:pt x="4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50"/>
                  <a:pt x="0" y="52"/>
                </a:cubicBezTo>
                <a:cubicBezTo>
                  <a:pt x="0" y="54"/>
                  <a:pt x="2" y="56"/>
                  <a:pt x="4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72"/>
                  <a:pt x="8" y="72"/>
                  <a:pt x="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78"/>
                  <a:pt x="2" y="80"/>
                  <a:pt x="4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4" y="96"/>
                  <a:pt x="4" y="96"/>
                </a:cubicBezTo>
                <a:cubicBezTo>
                  <a:pt x="2" y="96"/>
                  <a:pt x="0" y="98"/>
                  <a:pt x="0" y="100"/>
                </a:cubicBezTo>
                <a:cubicBezTo>
                  <a:pt x="0" y="102"/>
                  <a:pt x="2" y="104"/>
                  <a:pt x="4" y="104"/>
                </a:cubicBezTo>
                <a:cubicBezTo>
                  <a:pt x="8" y="104"/>
                  <a:pt x="8" y="104"/>
                  <a:pt x="8" y="104"/>
                </a:cubicBezTo>
                <a:cubicBezTo>
                  <a:pt x="8" y="120"/>
                  <a:pt x="8" y="120"/>
                  <a:pt x="8" y="120"/>
                </a:cubicBezTo>
                <a:cubicBezTo>
                  <a:pt x="4" y="120"/>
                  <a:pt x="4" y="120"/>
                  <a:pt x="4" y="120"/>
                </a:cubicBezTo>
                <a:cubicBezTo>
                  <a:pt x="2" y="120"/>
                  <a:pt x="0" y="122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2" y="144"/>
                  <a:pt x="0" y="146"/>
                  <a:pt x="0" y="148"/>
                </a:cubicBezTo>
                <a:cubicBezTo>
                  <a:pt x="0" y="150"/>
                  <a:pt x="2" y="152"/>
                  <a:pt x="4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8" y="160"/>
                  <a:pt x="8" y="160"/>
                  <a:pt x="8" y="160"/>
                </a:cubicBezTo>
                <a:cubicBezTo>
                  <a:pt x="8" y="169"/>
                  <a:pt x="15" y="176"/>
                  <a:pt x="24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40" y="168"/>
                </a:moveTo>
                <a:cubicBezTo>
                  <a:pt x="24" y="168"/>
                  <a:pt x="24" y="168"/>
                  <a:pt x="24" y="168"/>
                </a:cubicBezTo>
                <a:cubicBezTo>
                  <a:pt x="20" y="168"/>
                  <a:pt x="16" y="164"/>
                  <a:pt x="16" y="160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0" y="152"/>
                  <a:pt x="20" y="152"/>
                  <a:pt x="20" y="152"/>
                </a:cubicBezTo>
                <a:cubicBezTo>
                  <a:pt x="22" y="152"/>
                  <a:pt x="24" y="150"/>
                  <a:pt x="24" y="148"/>
                </a:cubicBezTo>
                <a:cubicBezTo>
                  <a:pt x="24" y="146"/>
                  <a:pt x="22" y="144"/>
                  <a:pt x="2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0" y="128"/>
                  <a:pt x="20" y="128"/>
                  <a:pt x="20" y="128"/>
                </a:cubicBezTo>
                <a:cubicBezTo>
                  <a:pt x="22" y="128"/>
                  <a:pt x="24" y="126"/>
                  <a:pt x="24" y="124"/>
                </a:cubicBezTo>
                <a:cubicBezTo>
                  <a:pt x="24" y="122"/>
                  <a:pt x="22" y="120"/>
                  <a:pt x="20" y="12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22" y="104"/>
                  <a:pt x="24" y="102"/>
                  <a:pt x="24" y="100"/>
                </a:cubicBezTo>
                <a:cubicBezTo>
                  <a:pt x="24" y="98"/>
                  <a:pt x="22" y="96"/>
                  <a:pt x="20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0"/>
                  <a:pt x="16" y="80"/>
                  <a:pt x="16" y="80"/>
                </a:cubicBezTo>
                <a:cubicBezTo>
                  <a:pt x="20" y="80"/>
                  <a:pt x="20" y="80"/>
                  <a:pt x="20" y="80"/>
                </a:cubicBezTo>
                <a:cubicBezTo>
                  <a:pt x="22" y="80"/>
                  <a:pt x="24" y="78"/>
                  <a:pt x="24" y="76"/>
                </a:cubicBezTo>
                <a:cubicBezTo>
                  <a:pt x="24" y="74"/>
                  <a:pt x="22" y="72"/>
                  <a:pt x="20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56"/>
                  <a:pt x="16" y="56"/>
                  <a:pt x="16" y="56"/>
                </a:cubicBezTo>
                <a:cubicBezTo>
                  <a:pt x="20" y="56"/>
                  <a:pt x="20" y="56"/>
                  <a:pt x="20" y="56"/>
                </a:cubicBezTo>
                <a:cubicBezTo>
                  <a:pt x="22" y="56"/>
                  <a:pt x="24" y="54"/>
                  <a:pt x="24" y="52"/>
                </a:cubicBezTo>
                <a:cubicBezTo>
                  <a:pt x="24" y="50"/>
                  <a:pt x="22" y="48"/>
                  <a:pt x="20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2" y="32"/>
                  <a:pt x="24" y="30"/>
                  <a:pt x="24" y="28"/>
                </a:cubicBezTo>
                <a:cubicBezTo>
                  <a:pt x="24" y="26"/>
                  <a:pt x="22" y="24"/>
                  <a:pt x="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2"/>
                  <a:pt x="20" y="8"/>
                  <a:pt x="24" y="8"/>
                </a:cubicBezTo>
                <a:cubicBezTo>
                  <a:pt x="40" y="8"/>
                  <a:pt x="40" y="8"/>
                  <a:pt x="40" y="8"/>
                </a:cubicBezTo>
                <a:lnTo>
                  <a:pt x="40" y="168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8" y="8"/>
                  <a:pt x="48" y="8"/>
                  <a:pt x="48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6" name="Freeform 69"/>
          <p:cNvSpPr>
            <a:spLocks noEditPoints="1"/>
          </p:cNvSpPr>
          <p:nvPr/>
        </p:nvSpPr>
        <p:spPr bwMode="auto">
          <a:xfrm>
            <a:off x="6034857" y="1108209"/>
            <a:ext cx="274235" cy="334275"/>
          </a:xfrm>
          <a:custGeom>
            <a:avLst/>
            <a:gdLst>
              <a:gd name="T0" fmla="*/ 84 w 144"/>
              <a:gd name="T1" fmla="*/ 132 h 176"/>
              <a:gd name="T2" fmla="*/ 36 w 144"/>
              <a:gd name="T3" fmla="*/ 132 h 176"/>
              <a:gd name="T4" fmla="*/ 32 w 144"/>
              <a:gd name="T5" fmla="*/ 136 h 176"/>
              <a:gd name="T6" fmla="*/ 36 w 144"/>
              <a:gd name="T7" fmla="*/ 140 h 176"/>
              <a:gd name="T8" fmla="*/ 84 w 144"/>
              <a:gd name="T9" fmla="*/ 140 h 176"/>
              <a:gd name="T10" fmla="*/ 88 w 144"/>
              <a:gd name="T11" fmla="*/ 136 h 176"/>
              <a:gd name="T12" fmla="*/ 84 w 144"/>
              <a:gd name="T13" fmla="*/ 132 h 176"/>
              <a:gd name="T14" fmla="*/ 36 w 144"/>
              <a:gd name="T15" fmla="*/ 44 h 176"/>
              <a:gd name="T16" fmla="*/ 56 w 144"/>
              <a:gd name="T17" fmla="*/ 44 h 176"/>
              <a:gd name="T18" fmla="*/ 60 w 144"/>
              <a:gd name="T19" fmla="*/ 40 h 176"/>
              <a:gd name="T20" fmla="*/ 56 w 144"/>
              <a:gd name="T21" fmla="*/ 36 h 176"/>
              <a:gd name="T22" fmla="*/ 36 w 144"/>
              <a:gd name="T23" fmla="*/ 36 h 176"/>
              <a:gd name="T24" fmla="*/ 32 w 144"/>
              <a:gd name="T25" fmla="*/ 40 h 176"/>
              <a:gd name="T26" fmla="*/ 36 w 144"/>
              <a:gd name="T27" fmla="*/ 44 h 176"/>
              <a:gd name="T28" fmla="*/ 108 w 144"/>
              <a:gd name="T29" fmla="*/ 100 h 176"/>
              <a:gd name="T30" fmla="*/ 36 w 144"/>
              <a:gd name="T31" fmla="*/ 100 h 176"/>
              <a:gd name="T32" fmla="*/ 32 w 144"/>
              <a:gd name="T33" fmla="*/ 104 h 176"/>
              <a:gd name="T34" fmla="*/ 36 w 144"/>
              <a:gd name="T35" fmla="*/ 108 h 176"/>
              <a:gd name="T36" fmla="*/ 108 w 144"/>
              <a:gd name="T37" fmla="*/ 108 h 176"/>
              <a:gd name="T38" fmla="*/ 112 w 144"/>
              <a:gd name="T39" fmla="*/ 104 h 176"/>
              <a:gd name="T40" fmla="*/ 108 w 144"/>
              <a:gd name="T41" fmla="*/ 100 h 176"/>
              <a:gd name="T42" fmla="*/ 32 w 144"/>
              <a:gd name="T43" fmla="*/ 72 h 176"/>
              <a:gd name="T44" fmla="*/ 36 w 144"/>
              <a:gd name="T45" fmla="*/ 76 h 176"/>
              <a:gd name="T46" fmla="*/ 108 w 144"/>
              <a:gd name="T47" fmla="*/ 76 h 176"/>
              <a:gd name="T48" fmla="*/ 112 w 144"/>
              <a:gd name="T49" fmla="*/ 72 h 176"/>
              <a:gd name="T50" fmla="*/ 108 w 144"/>
              <a:gd name="T51" fmla="*/ 68 h 176"/>
              <a:gd name="T52" fmla="*/ 36 w 144"/>
              <a:gd name="T53" fmla="*/ 68 h 176"/>
              <a:gd name="T54" fmla="*/ 32 w 144"/>
              <a:gd name="T55" fmla="*/ 72 h 176"/>
              <a:gd name="T56" fmla="*/ 104 w 144"/>
              <a:gd name="T57" fmla="*/ 0 h 176"/>
              <a:gd name="T58" fmla="*/ 16 w 144"/>
              <a:gd name="T59" fmla="*/ 0 h 176"/>
              <a:gd name="T60" fmla="*/ 0 w 144"/>
              <a:gd name="T61" fmla="*/ 16 h 176"/>
              <a:gd name="T62" fmla="*/ 0 w 144"/>
              <a:gd name="T63" fmla="*/ 160 h 176"/>
              <a:gd name="T64" fmla="*/ 16 w 144"/>
              <a:gd name="T65" fmla="*/ 176 h 176"/>
              <a:gd name="T66" fmla="*/ 128 w 144"/>
              <a:gd name="T67" fmla="*/ 176 h 176"/>
              <a:gd name="T68" fmla="*/ 144 w 144"/>
              <a:gd name="T69" fmla="*/ 160 h 176"/>
              <a:gd name="T70" fmla="*/ 144 w 144"/>
              <a:gd name="T71" fmla="*/ 44 h 176"/>
              <a:gd name="T72" fmla="*/ 104 w 144"/>
              <a:gd name="T73" fmla="*/ 0 h 176"/>
              <a:gd name="T74" fmla="*/ 136 w 144"/>
              <a:gd name="T75" fmla="*/ 160 h 176"/>
              <a:gd name="T76" fmla="*/ 128 w 144"/>
              <a:gd name="T77" fmla="*/ 168 h 176"/>
              <a:gd name="T78" fmla="*/ 16 w 144"/>
              <a:gd name="T79" fmla="*/ 168 h 176"/>
              <a:gd name="T80" fmla="*/ 8 w 144"/>
              <a:gd name="T81" fmla="*/ 160 h 176"/>
              <a:gd name="T82" fmla="*/ 8 w 144"/>
              <a:gd name="T83" fmla="*/ 16 h 176"/>
              <a:gd name="T84" fmla="*/ 16 w 144"/>
              <a:gd name="T85" fmla="*/ 8 h 176"/>
              <a:gd name="T86" fmla="*/ 88 w 144"/>
              <a:gd name="T87" fmla="*/ 8 h 176"/>
              <a:gd name="T88" fmla="*/ 88 w 144"/>
              <a:gd name="T89" fmla="*/ 48 h 176"/>
              <a:gd name="T90" fmla="*/ 96 w 144"/>
              <a:gd name="T91" fmla="*/ 56 h 176"/>
              <a:gd name="T92" fmla="*/ 136 w 144"/>
              <a:gd name="T93" fmla="*/ 56 h 176"/>
              <a:gd name="T94" fmla="*/ 136 w 144"/>
              <a:gd name="T95" fmla="*/ 160 h 176"/>
              <a:gd name="T96" fmla="*/ 96 w 144"/>
              <a:gd name="T97" fmla="*/ 48 h 176"/>
              <a:gd name="T98" fmla="*/ 96 w 144"/>
              <a:gd name="T99" fmla="*/ 8 h 176"/>
              <a:gd name="T100" fmla="*/ 100 w 144"/>
              <a:gd name="T101" fmla="*/ 8 h 176"/>
              <a:gd name="T102" fmla="*/ 136 w 144"/>
              <a:gd name="T103" fmla="*/ 48 h 176"/>
              <a:gd name="T104" fmla="*/ 96 w 144"/>
              <a:gd name="T105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4" h="176">
                <a:moveTo>
                  <a:pt x="84" y="132"/>
                </a:moveTo>
                <a:cubicBezTo>
                  <a:pt x="36" y="132"/>
                  <a:pt x="36" y="132"/>
                  <a:pt x="36" y="132"/>
                </a:cubicBezTo>
                <a:cubicBezTo>
                  <a:pt x="34" y="132"/>
                  <a:pt x="32" y="134"/>
                  <a:pt x="32" y="136"/>
                </a:cubicBezTo>
                <a:cubicBezTo>
                  <a:pt x="32" y="138"/>
                  <a:pt x="34" y="140"/>
                  <a:pt x="36" y="140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6" y="140"/>
                  <a:pt x="88" y="138"/>
                  <a:pt x="88" y="136"/>
                </a:cubicBezTo>
                <a:cubicBezTo>
                  <a:pt x="88" y="134"/>
                  <a:pt x="86" y="132"/>
                  <a:pt x="84" y="132"/>
                </a:cubicBezTo>
                <a:moveTo>
                  <a:pt x="36" y="44"/>
                </a:moveTo>
                <a:cubicBezTo>
                  <a:pt x="56" y="44"/>
                  <a:pt x="56" y="44"/>
                  <a:pt x="56" y="44"/>
                </a:cubicBezTo>
                <a:cubicBezTo>
                  <a:pt x="58" y="44"/>
                  <a:pt x="60" y="42"/>
                  <a:pt x="60" y="40"/>
                </a:cubicBezTo>
                <a:cubicBezTo>
                  <a:pt x="60" y="38"/>
                  <a:pt x="58" y="36"/>
                  <a:pt x="5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4" y="36"/>
                  <a:pt x="32" y="38"/>
                  <a:pt x="32" y="40"/>
                </a:cubicBezTo>
                <a:cubicBezTo>
                  <a:pt x="32" y="42"/>
                  <a:pt x="34" y="44"/>
                  <a:pt x="36" y="44"/>
                </a:cubicBezTo>
                <a:moveTo>
                  <a:pt x="108" y="100"/>
                </a:moveTo>
                <a:cubicBezTo>
                  <a:pt x="36" y="100"/>
                  <a:pt x="36" y="100"/>
                  <a:pt x="36" y="100"/>
                </a:cubicBezTo>
                <a:cubicBezTo>
                  <a:pt x="34" y="100"/>
                  <a:pt x="32" y="102"/>
                  <a:pt x="32" y="104"/>
                </a:cubicBezTo>
                <a:cubicBezTo>
                  <a:pt x="32" y="106"/>
                  <a:pt x="34" y="108"/>
                  <a:pt x="36" y="108"/>
                </a:cubicBezTo>
                <a:cubicBezTo>
                  <a:pt x="108" y="108"/>
                  <a:pt x="108" y="108"/>
                  <a:pt x="108" y="108"/>
                </a:cubicBezTo>
                <a:cubicBezTo>
                  <a:pt x="110" y="108"/>
                  <a:pt x="112" y="106"/>
                  <a:pt x="112" y="104"/>
                </a:cubicBezTo>
                <a:cubicBezTo>
                  <a:pt x="112" y="102"/>
                  <a:pt x="110" y="100"/>
                  <a:pt x="108" y="100"/>
                </a:cubicBezTo>
                <a:moveTo>
                  <a:pt x="32" y="72"/>
                </a:moveTo>
                <a:cubicBezTo>
                  <a:pt x="32" y="74"/>
                  <a:pt x="34" y="76"/>
                  <a:pt x="36" y="76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110" y="76"/>
                  <a:pt x="112" y="74"/>
                  <a:pt x="112" y="72"/>
                </a:cubicBezTo>
                <a:cubicBezTo>
                  <a:pt x="112" y="70"/>
                  <a:pt x="110" y="68"/>
                  <a:pt x="108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4" y="68"/>
                  <a:pt x="32" y="70"/>
                  <a:pt x="32" y="72"/>
                </a:cubicBezTo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7" name="Freeform 70"/>
          <p:cNvSpPr>
            <a:spLocks noEditPoints="1"/>
          </p:cNvSpPr>
          <p:nvPr/>
        </p:nvSpPr>
        <p:spPr bwMode="auto">
          <a:xfrm>
            <a:off x="6674198" y="1108209"/>
            <a:ext cx="272612" cy="334275"/>
          </a:xfrm>
          <a:custGeom>
            <a:avLst/>
            <a:gdLst>
              <a:gd name="T0" fmla="*/ 28 w 144"/>
              <a:gd name="T1" fmla="*/ 120 h 176"/>
              <a:gd name="T2" fmla="*/ 28 w 144"/>
              <a:gd name="T3" fmla="*/ 128 h 176"/>
              <a:gd name="T4" fmla="*/ 80 w 144"/>
              <a:gd name="T5" fmla="*/ 124 h 176"/>
              <a:gd name="T6" fmla="*/ 60 w 144"/>
              <a:gd name="T7" fmla="*/ 144 h 176"/>
              <a:gd name="T8" fmla="*/ 24 w 144"/>
              <a:gd name="T9" fmla="*/ 148 h 176"/>
              <a:gd name="T10" fmla="*/ 60 w 144"/>
              <a:gd name="T11" fmla="*/ 152 h 176"/>
              <a:gd name="T12" fmla="*/ 60 w 144"/>
              <a:gd name="T13" fmla="*/ 144 h 176"/>
              <a:gd name="T14" fmla="*/ 44 w 144"/>
              <a:gd name="T15" fmla="*/ 80 h 176"/>
              <a:gd name="T16" fmla="*/ 44 w 144"/>
              <a:gd name="T17" fmla="*/ 72 h 176"/>
              <a:gd name="T18" fmla="*/ 24 w 144"/>
              <a:gd name="T19" fmla="*/ 76 h 176"/>
              <a:gd name="T20" fmla="*/ 24 w 144"/>
              <a:gd name="T21" fmla="*/ 100 h 176"/>
              <a:gd name="T22" fmla="*/ 76 w 144"/>
              <a:gd name="T23" fmla="*/ 104 h 176"/>
              <a:gd name="T24" fmla="*/ 76 w 144"/>
              <a:gd name="T25" fmla="*/ 96 h 176"/>
              <a:gd name="T26" fmla="*/ 24 w 144"/>
              <a:gd name="T27" fmla="*/ 100 h 176"/>
              <a:gd name="T28" fmla="*/ 56 w 144"/>
              <a:gd name="T29" fmla="*/ 0 h 176"/>
              <a:gd name="T30" fmla="*/ 40 w 144"/>
              <a:gd name="T31" fmla="*/ 28 h 176"/>
              <a:gd name="T32" fmla="*/ 48 w 144"/>
              <a:gd name="T33" fmla="*/ 28 h 176"/>
              <a:gd name="T34" fmla="*/ 56 w 144"/>
              <a:gd name="T35" fmla="*/ 8 h 176"/>
              <a:gd name="T36" fmla="*/ 104 w 144"/>
              <a:gd name="T37" fmla="*/ 32 h 176"/>
              <a:gd name="T38" fmla="*/ 136 w 144"/>
              <a:gd name="T39" fmla="*/ 40 h 176"/>
              <a:gd name="T40" fmla="*/ 128 w 144"/>
              <a:gd name="T41" fmla="*/ 128 h 176"/>
              <a:gd name="T42" fmla="*/ 112 w 144"/>
              <a:gd name="T43" fmla="*/ 132 h 176"/>
              <a:gd name="T44" fmla="*/ 128 w 144"/>
              <a:gd name="T45" fmla="*/ 136 h 176"/>
              <a:gd name="T46" fmla="*/ 144 w 144"/>
              <a:gd name="T47" fmla="*/ 32 h 176"/>
              <a:gd name="T48" fmla="*/ 112 w 144"/>
              <a:gd name="T49" fmla="*/ 32 h 176"/>
              <a:gd name="T50" fmla="*/ 133 w 144"/>
              <a:gd name="T51" fmla="*/ 32 h 176"/>
              <a:gd name="T52" fmla="*/ 16 w 144"/>
              <a:gd name="T53" fmla="*/ 40 h 176"/>
              <a:gd name="T54" fmla="*/ 0 w 144"/>
              <a:gd name="T55" fmla="*/ 160 h 176"/>
              <a:gd name="T56" fmla="*/ 88 w 144"/>
              <a:gd name="T57" fmla="*/ 176 h 176"/>
              <a:gd name="T58" fmla="*/ 104 w 144"/>
              <a:gd name="T59" fmla="*/ 72 h 176"/>
              <a:gd name="T60" fmla="*/ 16 w 144"/>
              <a:gd name="T61" fmla="*/ 40 h 176"/>
              <a:gd name="T62" fmla="*/ 88 w 144"/>
              <a:gd name="T63" fmla="*/ 168 h 176"/>
              <a:gd name="T64" fmla="*/ 8 w 144"/>
              <a:gd name="T65" fmla="*/ 160 h 176"/>
              <a:gd name="T66" fmla="*/ 16 w 144"/>
              <a:gd name="T67" fmla="*/ 48 h 176"/>
              <a:gd name="T68" fmla="*/ 64 w 144"/>
              <a:gd name="T69" fmla="*/ 72 h 176"/>
              <a:gd name="T70" fmla="*/ 96 w 144"/>
              <a:gd name="T71" fmla="*/ 80 h 176"/>
              <a:gd name="T72" fmla="*/ 72 w 144"/>
              <a:gd name="T73" fmla="*/ 72 h 176"/>
              <a:gd name="T74" fmla="*/ 93 w 144"/>
              <a:gd name="T75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4" h="176">
                <a:moveTo>
                  <a:pt x="76" y="120"/>
                </a:moveTo>
                <a:cubicBezTo>
                  <a:pt x="28" y="120"/>
                  <a:pt x="28" y="120"/>
                  <a:pt x="28" y="120"/>
                </a:cubicBezTo>
                <a:cubicBezTo>
                  <a:pt x="26" y="120"/>
                  <a:pt x="24" y="122"/>
                  <a:pt x="24" y="124"/>
                </a:cubicBezTo>
                <a:cubicBezTo>
                  <a:pt x="24" y="126"/>
                  <a:pt x="26" y="128"/>
                  <a:pt x="28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8" y="128"/>
                  <a:pt x="80" y="126"/>
                  <a:pt x="80" y="124"/>
                </a:cubicBezTo>
                <a:cubicBezTo>
                  <a:pt x="80" y="122"/>
                  <a:pt x="78" y="120"/>
                  <a:pt x="76" y="120"/>
                </a:cubicBezTo>
                <a:moveTo>
                  <a:pt x="60" y="144"/>
                </a:moveTo>
                <a:cubicBezTo>
                  <a:pt x="28" y="144"/>
                  <a:pt x="28" y="144"/>
                  <a:pt x="28" y="144"/>
                </a:cubicBezTo>
                <a:cubicBezTo>
                  <a:pt x="26" y="144"/>
                  <a:pt x="24" y="146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60" y="152"/>
                  <a:pt x="60" y="152"/>
                  <a:pt x="60" y="152"/>
                </a:cubicBezTo>
                <a:cubicBezTo>
                  <a:pt x="62" y="152"/>
                  <a:pt x="64" y="150"/>
                  <a:pt x="64" y="148"/>
                </a:cubicBezTo>
                <a:cubicBezTo>
                  <a:pt x="64" y="146"/>
                  <a:pt x="62" y="144"/>
                  <a:pt x="60" y="144"/>
                </a:cubicBezTo>
                <a:moveTo>
                  <a:pt x="28" y="80"/>
                </a:moveTo>
                <a:cubicBezTo>
                  <a:pt x="44" y="80"/>
                  <a:pt x="44" y="80"/>
                  <a:pt x="44" y="80"/>
                </a:cubicBezTo>
                <a:cubicBezTo>
                  <a:pt x="46" y="80"/>
                  <a:pt x="48" y="78"/>
                  <a:pt x="48" y="76"/>
                </a:cubicBezTo>
                <a:cubicBezTo>
                  <a:pt x="48" y="74"/>
                  <a:pt x="46" y="72"/>
                  <a:pt x="44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6" y="72"/>
                  <a:pt x="24" y="74"/>
                  <a:pt x="24" y="76"/>
                </a:cubicBezTo>
                <a:cubicBezTo>
                  <a:pt x="24" y="78"/>
                  <a:pt x="26" y="80"/>
                  <a:pt x="28" y="80"/>
                </a:cubicBezTo>
                <a:moveTo>
                  <a:pt x="24" y="100"/>
                </a:moveTo>
                <a:cubicBezTo>
                  <a:pt x="24" y="102"/>
                  <a:pt x="26" y="104"/>
                  <a:pt x="28" y="104"/>
                </a:cubicBezTo>
                <a:cubicBezTo>
                  <a:pt x="76" y="104"/>
                  <a:pt x="76" y="104"/>
                  <a:pt x="76" y="104"/>
                </a:cubicBezTo>
                <a:cubicBezTo>
                  <a:pt x="78" y="104"/>
                  <a:pt x="80" y="102"/>
                  <a:pt x="80" y="100"/>
                </a:cubicBezTo>
                <a:cubicBezTo>
                  <a:pt x="80" y="98"/>
                  <a:pt x="78" y="96"/>
                  <a:pt x="76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6" y="96"/>
                  <a:pt x="24" y="98"/>
                  <a:pt x="24" y="100"/>
                </a:cubicBezTo>
                <a:moveTo>
                  <a:pt x="116" y="0"/>
                </a:moveTo>
                <a:cubicBezTo>
                  <a:pt x="56" y="0"/>
                  <a:pt x="56" y="0"/>
                  <a:pt x="56" y="0"/>
                </a:cubicBezTo>
                <a:cubicBezTo>
                  <a:pt x="47" y="0"/>
                  <a:pt x="40" y="7"/>
                  <a:pt x="40" y="16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30"/>
                  <a:pt x="42" y="32"/>
                  <a:pt x="44" y="32"/>
                </a:cubicBezTo>
                <a:cubicBezTo>
                  <a:pt x="46" y="32"/>
                  <a:pt x="48" y="30"/>
                  <a:pt x="48" y="28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12"/>
                  <a:pt x="52" y="8"/>
                  <a:pt x="56" y="8"/>
                </a:cubicBezTo>
                <a:cubicBezTo>
                  <a:pt x="104" y="8"/>
                  <a:pt x="104" y="8"/>
                  <a:pt x="104" y="8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36"/>
                  <a:pt x="108" y="40"/>
                  <a:pt x="112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36" y="124"/>
                  <a:pt x="132" y="128"/>
                  <a:pt x="128" y="128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4" y="128"/>
                  <a:pt x="112" y="130"/>
                  <a:pt x="112" y="132"/>
                </a:cubicBezTo>
                <a:cubicBezTo>
                  <a:pt x="112" y="134"/>
                  <a:pt x="114" y="136"/>
                  <a:pt x="116" y="136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37" y="136"/>
                  <a:pt x="144" y="129"/>
                  <a:pt x="144" y="120"/>
                </a:cubicBezTo>
                <a:cubicBezTo>
                  <a:pt x="144" y="32"/>
                  <a:pt x="144" y="32"/>
                  <a:pt x="144" y="32"/>
                </a:cubicBezTo>
                <a:lnTo>
                  <a:pt x="116" y="0"/>
                </a:lnTo>
                <a:close/>
                <a:moveTo>
                  <a:pt x="112" y="32"/>
                </a:moveTo>
                <a:cubicBezTo>
                  <a:pt x="112" y="9"/>
                  <a:pt x="112" y="9"/>
                  <a:pt x="112" y="9"/>
                </a:cubicBezTo>
                <a:cubicBezTo>
                  <a:pt x="133" y="32"/>
                  <a:pt x="133" y="32"/>
                  <a:pt x="133" y="32"/>
                </a:cubicBezTo>
                <a:lnTo>
                  <a:pt x="112" y="32"/>
                </a:lnTo>
                <a:close/>
                <a:moveTo>
                  <a:pt x="16" y="40"/>
                </a:moveTo>
                <a:cubicBezTo>
                  <a:pt x="7" y="40"/>
                  <a:pt x="0" y="47"/>
                  <a:pt x="0" y="5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97" y="176"/>
                  <a:pt x="104" y="169"/>
                  <a:pt x="104" y="160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76" y="40"/>
                  <a:pt x="76" y="40"/>
                  <a:pt x="76" y="40"/>
                </a:cubicBezTo>
                <a:lnTo>
                  <a:pt x="16" y="40"/>
                </a:lnTo>
                <a:close/>
                <a:moveTo>
                  <a:pt x="96" y="160"/>
                </a:moveTo>
                <a:cubicBezTo>
                  <a:pt x="96" y="164"/>
                  <a:pt x="92" y="168"/>
                  <a:pt x="8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2"/>
                  <a:pt x="12" y="48"/>
                  <a:pt x="16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96" y="80"/>
                  <a:pt x="96" y="80"/>
                  <a:pt x="96" y="80"/>
                </a:cubicBezTo>
                <a:lnTo>
                  <a:pt x="96" y="160"/>
                </a:lnTo>
                <a:close/>
                <a:moveTo>
                  <a:pt x="72" y="72"/>
                </a:moveTo>
                <a:cubicBezTo>
                  <a:pt x="72" y="49"/>
                  <a:pt x="72" y="49"/>
                  <a:pt x="72" y="49"/>
                </a:cubicBezTo>
                <a:cubicBezTo>
                  <a:pt x="93" y="72"/>
                  <a:pt x="93" y="72"/>
                  <a:pt x="93" y="72"/>
                </a:cubicBezTo>
                <a:lnTo>
                  <a:pt x="72" y="7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8" name="Freeform 71"/>
          <p:cNvSpPr>
            <a:spLocks noEditPoints="1"/>
          </p:cNvSpPr>
          <p:nvPr/>
        </p:nvSpPr>
        <p:spPr bwMode="auto">
          <a:xfrm>
            <a:off x="7313540" y="1108209"/>
            <a:ext cx="272612" cy="334275"/>
          </a:xfrm>
          <a:custGeom>
            <a:avLst/>
            <a:gdLst>
              <a:gd name="T0" fmla="*/ 104 w 144"/>
              <a:gd name="T1" fmla="*/ 0 h 176"/>
              <a:gd name="T2" fmla="*/ 16 w 144"/>
              <a:gd name="T3" fmla="*/ 0 h 176"/>
              <a:gd name="T4" fmla="*/ 0 w 144"/>
              <a:gd name="T5" fmla="*/ 16 h 176"/>
              <a:gd name="T6" fmla="*/ 0 w 144"/>
              <a:gd name="T7" fmla="*/ 160 h 176"/>
              <a:gd name="T8" fmla="*/ 16 w 144"/>
              <a:gd name="T9" fmla="*/ 176 h 176"/>
              <a:gd name="T10" fmla="*/ 128 w 144"/>
              <a:gd name="T11" fmla="*/ 176 h 176"/>
              <a:gd name="T12" fmla="*/ 144 w 144"/>
              <a:gd name="T13" fmla="*/ 160 h 176"/>
              <a:gd name="T14" fmla="*/ 144 w 144"/>
              <a:gd name="T15" fmla="*/ 44 h 176"/>
              <a:gd name="T16" fmla="*/ 104 w 144"/>
              <a:gd name="T17" fmla="*/ 0 h 176"/>
              <a:gd name="T18" fmla="*/ 136 w 144"/>
              <a:gd name="T19" fmla="*/ 160 h 176"/>
              <a:gd name="T20" fmla="*/ 128 w 144"/>
              <a:gd name="T21" fmla="*/ 168 h 176"/>
              <a:gd name="T22" fmla="*/ 16 w 144"/>
              <a:gd name="T23" fmla="*/ 168 h 176"/>
              <a:gd name="T24" fmla="*/ 8 w 144"/>
              <a:gd name="T25" fmla="*/ 160 h 176"/>
              <a:gd name="T26" fmla="*/ 8 w 144"/>
              <a:gd name="T27" fmla="*/ 16 h 176"/>
              <a:gd name="T28" fmla="*/ 16 w 144"/>
              <a:gd name="T29" fmla="*/ 8 h 176"/>
              <a:gd name="T30" fmla="*/ 88 w 144"/>
              <a:gd name="T31" fmla="*/ 8 h 176"/>
              <a:gd name="T32" fmla="*/ 88 w 144"/>
              <a:gd name="T33" fmla="*/ 48 h 176"/>
              <a:gd name="T34" fmla="*/ 96 w 144"/>
              <a:gd name="T35" fmla="*/ 56 h 176"/>
              <a:gd name="T36" fmla="*/ 136 w 144"/>
              <a:gd name="T37" fmla="*/ 56 h 176"/>
              <a:gd name="T38" fmla="*/ 136 w 144"/>
              <a:gd name="T39" fmla="*/ 160 h 176"/>
              <a:gd name="T40" fmla="*/ 96 w 144"/>
              <a:gd name="T41" fmla="*/ 48 h 176"/>
              <a:gd name="T42" fmla="*/ 96 w 144"/>
              <a:gd name="T43" fmla="*/ 8 h 176"/>
              <a:gd name="T44" fmla="*/ 100 w 144"/>
              <a:gd name="T45" fmla="*/ 8 h 176"/>
              <a:gd name="T46" fmla="*/ 136 w 144"/>
              <a:gd name="T47" fmla="*/ 48 h 176"/>
              <a:gd name="T48" fmla="*/ 96 w 144"/>
              <a:gd name="T49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4" h="176"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9" name="Freeform 72"/>
          <p:cNvSpPr>
            <a:spLocks noEditPoints="1"/>
          </p:cNvSpPr>
          <p:nvPr/>
        </p:nvSpPr>
        <p:spPr bwMode="auto">
          <a:xfrm>
            <a:off x="1561090" y="1745928"/>
            <a:ext cx="274235" cy="335898"/>
          </a:xfrm>
          <a:custGeom>
            <a:avLst/>
            <a:gdLst>
              <a:gd name="T0" fmla="*/ 116 w 144"/>
              <a:gd name="T1" fmla="*/ 0 h 176"/>
              <a:gd name="T2" fmla="*/ 56 w 144"/>
              <a:gd name="T3" fmla="*/ 0 h 176"/>
              <a:gd name="T4" fmla="*/ 40 w 144"/>
              <a:gd name="T5" fmla="*/ 16 h 176"/>
              <a:gd name="T6" fmla="*/ 40 w 144"/>
              <a:gd name="T7" fmla="*/ 28 h 176"/>
              <a:gd name="T8" fmla="*/ 44 w 144"/>
              <a:gd name="T9" fmla="*/ 32 h 176"/>
              <a:gd name="T10" fmla="*/ 48 w 144"/>
              <a:gd name="T11" fmla="*/ 28 h 176"/>
              <a:gd name="T12" fmla="*/ 48 w 144"/>
              <a:gd name="T13" fmla="*/ 16 h 176"/>
              <a:gd name="T14" fmla="*/ 56 w 144"/>
              <a:gd name="T15" fmla="*/ 8 h 176"/>
              <a:gd name="T16" fmla="*/ 104 w 144"/>
              <a:gd name="T17" fmla="*/ 8 h 176"/>
              <a:gd name="T18" fmla="*/ 104 w 144"/>
              <a:gd name="T19" fmla="*/ 32 h 176"/>
              <a:gd name="T20" fmla="*/ 112 w 144"/>
              <a:gd name="T21" fmla="*/ 40 h 176"/>
              <a:gd name="T22" fmla="*/ 136 w 144"/>
              <a:gd name="T23" fmla="*/ 40 h 176"/>
              <a:gd name="T24" fmla="*/ 136 w 144"/>
              <a:gd name="T25" fmla="*/ 120 h 176"/>
              <a:gd name="T26" fmla="*/ 128 w 144"/>
              <a:gd name="T27" fmla="*/ 128 h 176"/>
              <a:gd name="T28" fmla="*/ 116 w 144"/>
              <a:gd name="T29" fmla="*/ 128 h 176"/>
              <a:gd name="T30" fmla="*/ 112 w 144"/>
              <a:gd name="T31" fmla="*/ 132 h 176"/>
              <a:gd name="T32" fmla="*/ 116 w 144"/>
              <a:gd name="T33" fmla="*/ 136 h 176"/>
              <a:gd name="T34" fmla="*/ 128 w 144"/>
              <a:gd name="T35" fmla="*/ 136 h 176"/>
              <a:gd name="T36" fmla="*/ 144 w 144"/>
              <a:gd name="T37" fmla="*/ 120 h 176"/>
              <a:gd name="T38" fmla="*/ 144 w 144"/>
              <a:gd name="T39" fmla="*/ 32 h 176"/>
              <a:gd name="T40" fmla="*/ 116 w 144"/>
              <a:gd name="T41" fmla="*/ 0 h 176"/>
              <a:gd name="T42" fmla="*/ 112 w 144"/>
              <a:gd name="T43" fmla="*/ 32 h 176"/>
              <a:gd name="T44" fmla="*/ 112 w 144"/>
              <a:gd name="T45" fmla="*/ 9 h 176"/>
              <a:gd name="T46" fmla="*/ 133 w 144"/>
              <a:gd name="T47" fmla="*/ 32 h 176"/>
              <a:gd name="T48" fmla="*/ 112 w 144"/>
              <a:gd name="T49" fmla="*/ 32 h 176"/>
              <a:gd name="T50" fmla="*/ 16 w 144"/>
              <a:gd name="T51" fmla="*/ 40 h 176"/>
              <a:gd name="T52" fmla="*/ 0 w 144"/>
              <a:gd name="T53" fmla="*/ 56 h 176"/>
              <a:gd name="T54" fmla="*/ 0 w 144"/>
              <a:gd name="T55" fmla="*/ 160 h 176"/>
              <a:gd name="T56" fmla="*/ 16 w 144"/>
              <a:gd name="T57" fmla="*/ 176 h 176"/>
              <a:gd name="T58" fmla="*/ 88 w 144"/>
              <a:gd name="T59" fmla="*/ 176 h 176"/>
              <a:gd name="T60" fmla="*/ 104 w 144"/>
              <a:gd name="T61" fmla="*/ 160 h 176"/>
              <a:gd name="T62" fmla="*/ 104 w 144"/>
              <a:gd name="T63" fmla="*/ 72 h 176"/>
              <a:gd name="T64" fmla="*/ 76 w 144"/>
              <a:gd name="T65" fmla="*/ 40 h 176"/>
              <a:gd name="T66" fmla="*/ 16 w 144"/>
              <a:gd name="T67" fmla="*/ 40 h 176"/>
              <a:gd name="T68" fmla="*/ 96 w 144"/>
              <a:gd name="T69" fmla="*/ 160 h 176"/>
              <a:gd name="T70" fmla="*/ 88 w 144"/>
              <a:gd name="T71" fmla="*/ 168 h 176"/>
              <a:gd name="T72" fmla="*/ 16 w 144"/>
              <a:gd name="T73" fmla="*/ 168 h 176"/>
              <a:gd name="T74" fmla="*/ 8 w 144"/>
              <a:gd name="T75" fmla="*/ 160 h 176"/>
              <a:gd name="T76" fmla="*/ 8 w 144"/>
              <a:gd name="T77" fmla="*/ 56 h 176"/>
              <a:gd name="T78" fmla="*/ 16 w 144"/>
              <a:gd name="T79" fmla="*/ 48 h 176"/>
              <a:gd name="T80" fmla="*/ 64 w 144"/>
              <a:gd name="T81" fmla="*/ 48 h 176"/>
              <a:gd name="T82" fmla="*/ 64 w 144"/>
              <a:gd name="T83" fmla="*/ 72 h 176"/>
              <a:gd name="T84" fmla="*/ 72 w 144"/>
              <a:gd name="T85" fmla="*/ 80 h 176"/>
              <a:gd name="T86" fmla="*/ 96 w 144"/>
              <a:gd name="T87" fmla="*/ 80 h 176"/>
              <a:gd name="T88" fmla="*/ 96 w 144"/>
              <a:gd name="T89" fmla="*/ 160 h 176"/>
              <a:gd name="T90" fmla="*/ 72 w 144"/>
              <a:gd name="T91" fmla="*/ 72 h 176"/>
              <a:gd name="T92" fmla="*/ 72 w 144"/>
              <a:gd name="T93" fmla="*/ 49 h 176"/>
              <a:gd name="T94" fmla="*/ 93 w 144"/>
              <a:gd name="T95" fmla="*/ 72 h 176"/>
              <a:gd name="T96" fmla="*/ 72 w 144"/>
              <a:gd name="T97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4" h="176">
                <a:moveTo>
                  <a:pt x="116" y="0"/>
                </a:moveTo>
                <a:cubicBezTo>
                  <a:pt x="56" y="0"/>
                  <a:pt x="56" y="0"/>
                  <a:pt x="56" y="0"/>
                </a:cubicBezTo>
                <a:cubicBezTo>
                  <a:pt x="47" y="0"/>
                  <a:pt x="40" y="7"/>
                  <a:pt x="40" y="16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30"/>
                  <a:pt x="42" y="32"/>
                  <a:pt x="44" y="32"/>
                </a:cubicBezTo>
                <a:cubicBezTo>
                  <a:pt x="46" y="32"/>
                  <a:pt x="48" y="30"/>
                  <a:pt x="48" y="28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12"/>
                  <a:pt x="52" y="8"/>
                  <a:pt x="56" y="8"/>
                </a:cubicBezTo>
                <a:cubicBezTo>
                  <a:pt x="104" y="8"/>
                  <a:pt x="104" y="8"/>
                  <a:pt x="104" y="8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36"/>
                  <a:pt x="108" y="40"/>
                  <a:pt x="112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36" y="124"/>
                  <a:pt x="132" y="128"/>
                  <a:pt x="128" y="128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4" y="128"/>
                  <a:pt x="112" y="130"/>
                  <a:pt x="112" y="132"/>
                </a:cubicBezTo>
                <a:cubicBezTo>
                  <a:pt x="112" y="134"/>
                  <a:pt x="114" y="136"/>
                  <a:pt x="116" y="136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37" y="136"/>
                  <a:pt x="144" y="129"/>
                  <a:pt x="144" y="120"/>
                </a:cubicBezTo>
                <a:cubicBezTo>
                  <a:pt x="144" y="32"/>
                  <a:pt x="144" y="32"/>
                  <a:pt x="144" y="32"/>
                </a:cubicBezTo>
                <a:lnTo>
                  <a:pt x="116" y="0"/>
                </a:lnTo>
                <a:close/>
                <a:moveTo>
                  <a:pt x="112" y="32"/>
                </a:moveTo>
                <a:cubicBezTo>
                  <a:pt x="112" y="9"/>
                  <a:pt x="112" y="9"/>
                  <a:pt x="112" y="9"/>
                </a:cubicBezTo>
                <a:cubicBezTo>
                  <a:pt x="133" y="32"/>
                  <a:pt x="133" y="32"/>
                  <a:pt x="133" y="32"/>
                </a:cubicBezTo>
                <a:lnTo>
                  <a:pt x="112" y="32"/>
                </a:lnTo>
                <a:close/>
                <a:moveTo>
                  <a:pt x="16" y="40"/>
                </a:moveTo>
                <a:cubicBezTo>
                  <a:pt x="7" y="40"/>
                  <a:pt x="0" y="47"/>
                  <a:pt x="0" y="5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97" y="176"/>
                  <a:pt x="104" y="169"/>
                  <a:pt x="104" y="160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76" y="40"/>
                  <a:pt x="76" y="40"/>
                  <a:pt x="76" y="40"/>
                </a:cubicBezTo>
                <a:lnTo>
                  <a:pt x="16" y="40"/>
                </a:lnTo>
                <a:close/>
                <a:moveTo>
                  <a:pt x="96" y="160"/>
                </a:moveTo>
                <a:cubicBezTo>
                  <a:pt x="96" y="164"/>
                  <a:pt x="92" y="168"/>
                  <a:pt x="8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2"/>
                  <a:pt x="12" y="48"/>
                  <a:pt x="16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96" y="80"/>
                  <a:pt x="96" y="80"/>
                  <a:pt x="96" y="80"/>
                </a:cubicBezTo>
                <a:lnTo>
                  <a:pt x="96" y="160"/>
                </a:lnTo>
                <a:close/>
                <a:moveTo>
                  <a:pt x="72" y="72"/>
                </a:moveTo>
                <a:cubicBezTo>
                  <a:pt x="72" y="49"/>
                  <a:pt x="72" y="49"/>
                  <a:pt x="72" y="49"/>
                </a:cubicBezTo>
                <a:cubicBezTo>
                  <a:pt x="93" y="72"/>
                  <a:pt x="93" y="72"/>
                  <a:pt x="93" y="72"/>
                </a:cubicBezTo>
                <a:lnTo>
                  <a:pt x="72" y="7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0" name="Freeform 73"/>
          <p:cNvSpPr>
            <a:spLocks noEditPoints="1"/>
          </p:cNvSpPr>
          <p:nvPr/>
        </p:nvSpPr>
        <p:spPr bwMode="auto">
          <a:xfrm>
            <a:off x="2169601" y="1745928"/>
            <a:ext cx="334275" cy="335898"/>
          </a:xfrm>
          <a:custGeom>
            <a:avLst/>
            <a:gdLst>
              <a:gd name="T0" fmla="*/ 36 w 176"/>
              <a:gd name="T1" fmla="*/ 48 h 176"/>
              <a:gd name="T2" fmla="*/ 84 w 176"/>
              <a:gd name="T3" fmla="*/ 48 h 176"/>
              <a:gd name="T4" fmla="*/ 88 w 176"/>
              <a:gd name="T5" fmla="*/ 44 h 176"/>
              <a:gd name="T6" fmla="*/ 84 w 176"/>
              <a:gd name="T7" fmla="*/ 40 h 176"/>
              <a:gd name="T8" fmla="*/ 36 w 176"/>
              <a:gd name="T9" fmla="*/ 40 h 176"/>
              <a:gd name="T10" fmla="*/ 32 w 176"/>
              <a:gd name="T11" fmla="*/ 44 h 176"/>
              <a:gd name="T12" fmla="*/ 36 w 176"/>
              <a:gd name="T13" fmla="*/ 48 h 176"/>
              <a:gd name="T14" fmla="*/ 36 w 176"/>
              <a:gd name="T15" fmla="*/ 72 h 176"/>
              <a:gd name="T16" fmla="*/ 140 w 176"/>
              <a:gd name="T17" fmla="*/ 72 h 176"/>
              <a:gd name="T18" fmla="*/ 144 w 176"/>
              <a:gd name="T19" fmla="*/ 68 h 176"/>
              <a:gd name="T20" fmla="*/ 140 w 176"/>
              <a:gd name="T21" fmla="*/ 64 h 176"/>
              <a:gd name="T22" fmla="*/ 36 w 176"/>
              <a:gd name="T23" fmla="*/ 64 h 176"/>
              <a:gd name="T24" fmla="*/ 32 w 176"/>
              <a:gd name="T25" fmla="*/ 68 h 176"/>
              <a:gd name="T26" fmla="*/ 36 w 176"/>
              <a:gd name="T27" fmla="*/ 72 h 176"/>
              <a:gd name="T28" fmla="*/ 168 w 176"/>
              <a:gd name="T29" fmla="*/ 0 h 176"/>
              <a:gd name="T30" fmla="*/ 8 w 176"/>
              <a:gd name="T31" fmla="*/ 0 h 176"/>
              <a:gd name="T32" fmla="*/ 0 w 176"/>
              <a:gd name="T33" fmla="*/ 8 h 176"/>
              <a:gd name="T34" fmla="*/ 0 w 176"/>
              <a:gd name="T35" fmla="*/ 136 h 176"/>
              <a:gd name="T36" fmla="*/ 40 w 176"/>
              <a:gd name="T37" fmla="*/ 176 h 176"/>
              <a:gd name="T38" fmla="*/ 168 w 176"/>
              <a:gd name="T39" fmla="*/ 176 h 176"/>
              <a:gd name="T40" fmla="*/ 176 w 176"/>
              <a:gd name="T41" fmla="*/ 168 h 176"/>
              <a:gd name="T42" fmla="*/ 176 w 176"/>
              <a:gd name="T43" fmla="*/ 8 h 176"/>
              <a:gd name="T44" fmla="*/ 168 w 176"/>
              <a:gd name="T45" fmla="*/ 0 h 176"/>
              <a:gd name="T46" fmla="*/ 40 w 176"/>
              <a:gd name="T47" fmla="*/ 164 h 176"/>
              <a:gd name="T48" fmla="*/ 12 w 176"/>
              <a:gd name="T49" fmla="*/ 136 h 176"/>
              <a:gd name="T50" fmla="*/ 40 w 176"/>
              <a:gd name="T51" fmla="*/ 136 h 176"/>
              <a:gd name="T52" fmla="*/ 40 w 176"/>
              <a:gd name="T53" fmla="*/ 164 h 176"/>
              <a:gd name="T54" fmla="*/ 168 w 176"/>
              <a:gd name="T55" fmla="*/ 168 h 176"/>
              <a:gd name="T56" fmla="*/ 48 w 176"/>
              <a:gd name="T57" fmla="*/ 168 h 176"/>
              <a:gd name="T58" fmla="*/ 48 w 176"/>
              <a:gd name="T59" fmla="*/ 132 h 176"/>
              <a:gd name="T60" fmla="*/ 44 w 176"/>
              <a:gd name="T61" fmla="*/ 128 h 176"/>
              <a:gd name="T62" fmla="*/ 8 w 176"/>
              <a:gd name="T63" fmla="*/ 128 h 176"/>
              <a:gd name="T64" fmla="*/ 8 w 176"/>
              <a:gd name="T65" fmla="*/ 8 h 176"/>
              <a:gd name="T66" fmla="*/ 168 w 176"/>
              <a:gd name="T67" fmla="*/ 8 h 176"/>
              <a:gd name="T68" fmla="*/ 168 w 176"/>
              <a:gd name="T69" fmla="*/ 168 h 176"/>
              <a:gd name="T70" fmla="*/ 36 w 176"/>
              <a:gd name="T71" fmla="*/ 96 h 176"/>
              <a:gd name="T72" fmla="*/ 116 w 176"/>
              <a:gd name="T73" fmla="*/ 96 h 176"/>
              <a:gd name="T74" fmla="*/ 120 w 176"/>
              <a:gd name="T75" fmla="*/ 92 h 176"/>
              <a:gd name="T76" fmla="*/ 116 w 176"/>
              <a:gd name="T77" fmla="*/ 88 h 176"/>
              <a:gd name="T78" fmla="*/ 36 w 176"/>
              <a:gd name="T79" fmla="*/ 88 h 176"/>
              <a:gd name="T80" fmla="*/ 32 w 176"/>
              <a:gd name="T81" fmla="*/ 92 h 176"/>
              <a:gd name="T82" fmla="*/ 36 w 176"/>
              <a:gd name="T83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76">
                <a:moveTo>
                  <a:pt x="36" y="48"/>
                </a:moveTo>
                <a:cubicBezTo>
                  <a:pt x="84" y="48"/>
                  <a:pt x="84" y="48"/>
                  <a:pt x="84" y="48"/>
                </a:cubicBezTo>
                <a:cubicBezTo>
                  <a:pt x="86" y="48"/>
                  <a:pt x="88" y="46"/>
                  <a:pt x="88" y="44"/>
                </a:cubicBezTo>
                <a:cubicBezTo>
                  <a:pt x="88" y="42"/>
                  <a:pt x="86" y="40"/>
                  <a:pt x="84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4" y="40"/>
                  <a:pt x="32" y="42"/>
                  <a:pt x="32" y="44"/>
                </a:cubicBezTo>
                <a:cubicBezTo>
                  <a:pt x="32" y="46"/>
                  <a:pt x="34" y="48"/>
                  <a:pt x="36" y="48"/>
                </a:cubicBezTo>
                <a:moveTo>
                  <a:pt x="36" y="72"/>
                </a:moveTo>
                <a:cubicBezTo>
                  <a:pt x="140" y="72"/>
                  <a:pt x="140" y="72"/>
                  <a:pt x="140" y="72"/>
                </a:cubicBezTo>
                <a:cubicBezTo>
                  <a:pt x="142" y="72"/>
                  <a:pt x="144" y="70"/>
                  <a:pt x="144" y="68"/>
                </a:cubicBezTo>
                <a:cubicBezTo>
                  <a:pt x="144" y="66"/>
                  <a:pt x="142" y="64"/>
                  <a:pt x="140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4" y="64"/>
                  <a:pt x="32" y="66"/>
                  <a:pt x="32" y="68"/>
                </a:cubicBezTo>
                <a:cubicBezTo>
                  <a:pt x="32" y="70"/>
                  <a:pt x="34" y="72"/>
                  <a:pt x="36" y="72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6"/>
                  <a:pt x="0" y="136"/>
                  <a:pt x="0" y="136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40" y="164"/>
                </a:moveTo>
                <a:cubicBezTo>
                  <a:pt x="12" y="136"/>
                  <a:pt x="12" y="136"/>
                  <a:pt x="12" y="136"/>
                </a:cubicBezTo>
                <a:cubicBezTo>
                  <a:pt x="40" y="136"/>
                  <a:pt x="40" y="136"/>
                  <a:pt x="40" y="136"/>
                </a:cubicBezTo>
                <a:lnTo>
                  <a:pt x="40" y="164"/>
                </a:lnTo>
                <a:close/>
                <a:moveTo>
                  <a:pt x="168" y="168"/>
                </a:moveTo>
                <a:cubicBezTo>
                  <a:pt x="48" y="168"/>
                  <a:pt x="48" y="168"/>
                  <a:pt x="48" y="16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30"/>
                  <a:pt x="46" y="128"/>
                  <a:pt x="44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68"/>
                </a:lnTo>
                <a:close/>
                <a:moveTo>
                  <a:pt x="36" y="96"/>
                </a:moveTo>
                <a:cubicBezTo>
                  <a:pt x="116" y="96"/>
                  <a:pt x="116" y="96"/>
                  <a:pt x="116" y="96"/>
                </a:cubicBezTo>
                <a:cubicBezTo>
                  <a:pt x="118" y="96"/>
                  <a:pt x="120" y="94"/>
                  <a:pt x="120" y="92"/>
                </a:cubicBezTo>
                <a:cubicBezTo>
                  <a:pt x="120" y="90"/>
                  <a:pt x="118" y="88"/>
                  <a:pt x="116" y="88"/>
                </a:cubicBezTo>
                <a:cubicBezTo>
                  <a:pt x="36" y="88"/>
                  <a:pt x="36" y="88"/>
                  <a:pt x="36" y="88"/>
                </a:cubicBezTo>
                <a:cubicBezTo>
                  <a:pt x="34" y="88"/>
                  <a:pt x="32" y="90"/>
                  <a:pt x="32" y="92"/>
                </a:cubicBezTo>
                <a:cubicBezTo>
                  <a:pt x="32" y="94"/>
                  <a:pt x="34" y="96"/>
                  <a:pt x="36" y="9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1" name="Freeform 74"/>
          <p:cNvSpPr>
            <a:spLocks noEditPoints="1"/>
          </p:cNvSpPr>
          <p:nvPr/>
        </p:nvSpPr>
        <p:spPr bwMode="auto">
          <a:xfrm>
            <a:off x="2839774" y="1745928"/>
            <a:ext cx="272612" cy="335898"/>
          </a:xfrm>
          <a:custGeom>
            <a:avLst/>
            <a:gdLst>
              <a:gd name="T0" fmla="*/ 72 w 144"/>
              <a:gd name="T1" fmla="*/ 72 h 176"/>
              <a:gd name="T2" fmla="*/ 72 w 144"/>
              <a:gd name="T3" fmla="*/ 64 h 176"/>
              <a:gd name="T4" fmla="*/ 20 w 144"/>
              <a:gd name="T5" fmla="*/ 68 h 176"/>
              <a:gd name="T6" fmla="*/ 136 w 144"/>
              <a:gd name="T7" fmla="*/ 16 h 176"/>
              <a:gd name="T8" fmla="*/ 116 w 144"/>
              <a:gd name="T9" fmla="*/ 4 h 176"/>
              <a:gd name="T10" fmla="*/ 108 w 144"/>
              <a:gd name="T11" fmla="*/ 4 h 176"/>
              <a:gd name="T12" fmla="*/ 100 w 144"/>
              <a:gd name="T13" fmla="*/ 16 h 176"/>
              <a:gd name="T14" fmla="*/ 96 w 144"/>
              <a:gd name="T15" fmla="*/ 0 h 176"/>
              <a:gd name="T16" fmla="*/ 92 w 144"/>
              <a:gd name="T17" fmla="*/ 16 h 176"/>
              <a:gd name="T18" fmla="*/ 84 w 144"/>
              <a:gd name="T19" fmla="*/ 4 h 176"/>
              <a:gd name="T20" fmla="*/ 76 w 144"/>
              <a:gd name="T21" fmla="*/ 4 h 176"/>
              <a:gd name="T22" fmla="*/ 68 w 144"/>
              <a:gd name="T23" fmla="*/ 16 h 176"/>
              <a:gd name="T24" fmla="*/ 64 w 144"/>
              <a:gd name="T25" fmla="*/ 0 h 176"/>
              <a:gd name="T26" fmla="*/ 60 w 144"/>
              <a:gd name="T27" fmla="*/ 16 h 176"/>
              <a:gd name="T28" fmla="*/ 52 w 144"/>
              <a:gd name="T29" fmla="*/ 4 h 176"/>
              <a:gd name="T30" fmla="*/ 44 w 144"/>
              <a:gd name="T31" fmla="*/ 4 h 176"/>
              <a:gd name="T32" fmla="*/ 36 w 144"/>
              <a:gd name="T33" fmla="*/ 16 h 176"/>
              <a:gd name="T34" fmla="*/ 32 w 144"/>
              <a:gd name="T35" fmla="*/ 0 h 176"/>
              <a:gd name="T36" fmla="*/ 28 w 144"/>
              <a:gd name="T37" fmla="*/ 16 h 176"/>
              <a:gd name="T38" fmla="*/ 0 w 144"/>
              <a:gd name="T39" fmla="*/ 24 h 176"/>
              <a:gd name="T40" fmla="*/ 8 w 144"/>
              <a:gd name="T41" fmla="*/ 176 h 176"/>
              <a:gd name="T42" fmla="*/ 144 w 144"/>
              <a:gd name="T43" fmla="*/ 168 h 176"/>
              <a:gd name="T44" fmla="*/ 136 w 144"/>
              <a:gd name="T45" fmla="*/ 16 h 176"/>
              <a:gd name="T46" fmla="*/ 8 w 144"/>
              <a:gd name="T47" fmla="*/ 144 h 176"/>
              <a:gd name="T48" fmla="*/ 8 w 144"/>
              <a:gd name="T49" fmla="*/ 168 h 176"/>
              <a:gd name="T50" fmla="*/ 44 w 144"/>
              <a:gd name="T51" fmla="*/ 168 h 176"/>
              <a:gd name="T52" fmla="*/ 8 w 144"/>
              <a:gd name="T53" fmla="*/ 24 h 176"/>
              <a:gd name="T54" fmla="*/ 28 w 144"/>
              <a:gd name="T55" fmla="*/ 36 h 176"/>
              <a:gd name="T56" fmla="*/ 36 w 144"/>
              <a:gd name="T57" fmla="*/ 36 h 176"/>
              <a:gd name="T58" fmla="*/ 44 w 144"/>
              <a:gd name="T59" fmla="*/ 24 h 176"/>
              <a:gd name="T60" fmla="*/ 48 w 144"/>
              <a:gd name="T61" fmla="*/ 40 h 176"/>
              <a:gd name="T62" fmla="*/ 52 w 144"/>
              <a:gd name="T63" fmla="*/ 24 h 176"/>
              <a:gd name="T64" fmla="*/ 60 w 144"/>
              <a:gd name="T65" fmla="*/ 36 h 176"/>
              <a:gd name="T66" fmla="*/ 68 w 144"/>
              <a:gd name="T67" fmla="*/ 36 h 176"/>
              <a:gd name="T68" fmla="*/ 76 w 144"/>
              <a:gd name="T69" fmla="*/ 24 h 176"/>
              <a:gd name="T70" fmla="*/ 80 w 144"/>
              <a:gd name="T71" fmla="*/ 40 h 176"/>
              <a:gd name="T72" fmla="*/ 84 w 144"/>
              <a:gd name="T73" fmla="*/ 24 h 176"/>
              <a:gd name="T74" fmla="*/ 92 w 144"/>
              <a:gd name="T75" fmla="*/ 36 h 176"/>
              <a:gd name="T76" fmla="*/ 100 w 144"/>
              <a:gd name="T77" fmla="*/ 36 h 176"/>
              <a:gd name="T78" fmla="*/ 108 w 144"/>
              <a:gd name="T79" fmla="*/ 24 h 176"/>
              <a:gd name="T80" fmla="*/ 112 w 144"/>
              <a:gd name="T81" fmla="*/ 40 h 176"/>
              <a:gd name="T82" fmla="*/ 116 w 144"/>
              <a:gd name="T83" fmla="*/ 24 h 176"/>
              <a:gd name="T84" fmla="*/ 136 w 144"/>
              <a:gd name="T85" fmla="*/ 168 h 176"/>
              <a:gd name="T86" fmla="*/ 24 w 144"/>
              <a:gd name="T87" fmla="*/ 96 h 176"/>
              <a:gd name="T88" fmla="*/ 124 w 144"/>
              <a:gd name="T89" fmla="*/ 92 h 176"/>
              <a:gd name="T90" fmla="*/ 24 w 144"/>
              <a:gd name="T91" fmla="*/ 88 h 176"/>
              <a:gd name="T92" fmla="*/ 96 w 144"/>
              <a:gd name="T93" fmla="*/ 112 h 176"/>
              <a:gd name="T94" fmla="*/ 20 w 144"/>
              <a:gd name="T95" fmla="*/ 116 h 176"/>
              <a:gd name="T96" fmla="*/ 96 w 144"/>
              <a:gd name="T97" fmla="*/ 120 h 176"/>
              <a:gd name="T98" fmla="*/ 96 w 144"/>
              <a:gd name="T99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4" h="176">
                <a:moveTo>
                  <a:pt x="24" y="72"/>
                </a:moveTo>
                <a:cubicBezTo>
                  <a:pt x="72" y="72"/>
                  <a:pt x="72" y="72"/>
                  <a:pt x="72" y="72"/>
                </a:cubicBezTo>
                <a:cubicBezTo>
                  <a:pt x="74" y="72"/>
                  <a:pt x="76" y="70"/>
                  <a:pt x="76" y="68"/>
                </a:cubicBezTo>
                <a:cubicBezTo>
                  <a:pt x="76" y="66"/>
                  <a:pt x="74" y="64"/>
                  <a:pt x="72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2" y="64"/>
                  <a:pt x="20" y="66"/>
                  <a:pt x="20" y="68"/>
                </a:cubicBezTo>
                <a:cubicBezTo>
                  <a:pt x="20" y="70"/>
                  <a:pt x="22" y="72"/>
                  <a:pt x="24" y="72"/>
                </a:cubicBezTo>
                <a:moveTo>
                  <a:pt x="136" y="16"/>
                </a:moveTo>
                <a:cubicBezTo>
                  <a:pt x="116" y="16"/>
                  <a:pt x="116" y="16"/>
                  <a:pt x="116" y="16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2"/>
                  <a:pt x="114" y="0"/>
                  <a:pt x="112" y="0"/>
                </a:cubicBezTo>
                <a:cubicBezTo>
                  <a:pt x="110" y="0"/>
                  <a:pt x="108" y="2"/>
                  <a:pt x="108" y="4"/>
                </a:cubicBezTo>
                <a:cubicBezTo>
                  <a:pt x="108" y="16"/>
                  <a:pt x="108" y="16"/>
                  <a:pt x="108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4"/>
                  <a:pt x="100" y="4"/>
                  <a:pt x="100" y="4"/>
                </a:cubicBezTo>
                <a:cubicBezTo>
                  <a:pt x="100" y="2"/>
                  <a:pt x="98" y="0"/>
                  <a:pt x="96" y="0"/>
                </a:cubicBezTo>
                <a:cubicBezTo>
                  <a:pt x="94" y="0"/>
                  <a:pt x="92" y="2"/>
                  <a:pt x="92" y="4"/>
                </a:cubicBezTo>
                <a:cubicBezTo>
                  <a:pt x="92" y="16"/>
                  <a:pt x="92" y="16"/>
                  <a:pt x="92" y="16"/>
                </a:cubicBezTo>
                <a:cubicBezTo>
                  <a:pt x="84" y="16"/>
                  <a:pt x="84" y="16"/>
                  <a:pt x="84" y="16"/>
                </a:cubicBezTo>
                <a:cubicBezTo>
                  <a:pt x="84" y="4"/>
                  <a:pt x="84" y="4"/>
                  <a:pt x="84" y="4"/>
                </a:cubicBezTo>
                <a:cubicBezTo>
                  <a:pt x="84" y="2"/>
                  <a:pt x="82" y="0"/>
                  <a:pt x="80" y="0"/>
                </a:cubicBezTo>
                <a:cubicBezTo>
                  <a:pt x="78" y="0"/>
                  <a:pt x="76" y="2"/>
                  <a:pt x="76" y="4"/>
                </a:cubicBezTo>
                <a:cubicBezTo>
                  <a:pt x="76" y="16"/>
                  <a:pt x="76" y="16"/>
                  <a:pt x="76" y="16"/>
                </a:cubicBezTo>
                <a:cubicBezTo>
                  <a:pt x="68" y="16"/>
                  <a:pt x="68" y="16"/>
                  <a:pt x="68" y="16"/>
                </a:cubicBezTo>
                <a:cubicBezTo>
                  <a:pt x="68" y="4"/>
                  <a:pt x="68" y="4"/>
                  <a:pt x="68" y="4"/>
                </a:cubicBezTo>
                <a:cubicBezTo>
                  <a:pt x="68" y="2"/>
                  <a:pt x="66" y="0"/>
                  <a:pt x="64" y="0"/>
                </a:cubicBezTo>
                <a:cubicBezTo>
                  <a:pt x="62" y="0"/>
                  <a:pt x="60" y="2"/>
                  <a:pt x="60" y="4"/>
                </a:cubicBezTo>
                <a:cubicBezTo>
                  <a:pt x="60" y="16"/>
                  <a:pt x="60" y="16"/>
                  <a:pt x="60" y="16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4"/>
                  <a:pt x="52" y="4"/>
                  <a:pt x="52" y="4"/>
                </a:cubicBezTo>
                <a:cubicBezTo>
                  <a:pt x="52" y="2"/>
                  <a:pt x="50" y="0"/>
                  <a:pt x="48" y="0"/>
                </a:cubicBezTo>
                <a:cubicBezTo>
                  <a:pt x="46" y="0"/>
                  <a:pt x="44" y="2"/>
                  <a:pt x="44" y="4"/>
                </a:cubicBezTo>
                <a:cubicBezTo>
                  <a:pt x="44" y="16"/>
                  <a:pt x="44" y="16"/>
                  <a:pt x="44" y="16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"/>
                  <a:pt x="34" y="0"/>
                  <a:pt x="32" y="0"/>
                </a:cubicBezTo>
                <a:cubicBezTo>
                  <a:pt x="30" y="0"/>
                  <a:pt x="28" y="2"/>
                  <a:pt x="28" y="4"/>
                </a:cubicBezTo>
                <a:cubicBezTo>
                  <a:pt x="28" y="16"/>
                  <a:pt x="28" y="16"/>
                  <a:pt x="2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20"/>
                  <a:pt x="0" y="24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4" y="20"/>
                  <a:pt x="140" y="16"/>
                  <a:pt x="136" y="16"/>
                </a:cubicBezTo>
                <a:moveTo>
                  <a:pt x="8" y="168"/>
                </a:moveTo>
                <a:cubicBezTo>
                  <a:pt x="8" y="144"/>
                  <a:pt x="8" y="144"/>
                  <a:pt x="8" y="144"/>
                </a:cubicBezTo>
                <a:cubicBezTo>
                  <a:pt x="32" y="168"/>
                  <a:pt x="32" y="168"/>
                  <a:pt x="32" y="168"/>
                </a:cubicBezTo>
                <a:lnTo>
                  <a:pt x="8" y="168"/>
                </a:lnTo>
                <a:close/>
                <a:moveTo>
                  <a:pt x="136" y="168"/>
                </a:moveTo>
                <a:cubicBezTo>
                  <a:pt x="44" y="168"/>
                  <a:pt x="44" y="168"/>
                  <a:pt x="44" y="168"/>
                </a:cubicBezTo>
                <a:cubicBezTo>
                  <a:pt x="8" y="132"/>
                  <a:pt x="8" y="132"/>
                  <a:pt x="8" y="132"/>
                </a:cubicBezTo>
                <a:cubicBezTo>
                  <a:pt x="8" y="24"/>
                  <a:pt x="8" y="24"/>
                  <a:pt x="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8"/>
                  <a:pt x="30" y="40"/>
                  <a:pt x="32" y="40"/>
                </a:cubicBezTo>
                <a:cubicBezTo>
                  <a:pt x="34" y="40"/>
                  <a:pt x="36" y="38"/>
                  <a:pt x="36" y="36"/>
                </a:cubicBezTo>
                <a:cubicBezTo>
                  <a:pt x="36" y="24"/>
                  <a:pt x="36" y="24"/>
                  <a:pt x="36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36"/>
                  <a:pt x="44" y="36"/>
                  <a:pt x="44" y="36"/>
                </a:cubicBezTo>
                <a:cubicBezTo>
                  <a:pt x="44" y="38"/>
                  <a:pt x="46" y="40"/>
                  <a:pt x="48" y="40"/>
                </a:cubicBezTo>
                <a:cubicBezTo>
                  <a:pt x="50" y="40"/>
                  <a:pt x="52" y="38"/>
                  <a:pt x="52" y="36"/>
                </a:cubicBezTo>
                <a:cubicBezTo>
                  <a:pt x="52" y="24"/>
                  <a:pt x="52" y="24"/>
                  <a:pt x="52" y="24"/>
                </a:cubicBezTo>
                <a:cubicBezTo>
                  <a:pt x="60" y="24"/>
                  <a:pt x="60" y="24"/>
                  <a:pt x="60" y="24"/>
                </a:cubicBezTo>
                <a:cubicBezTo>
                  <a:pt x="60" y="36"/>
                  <a:pt x="60" y="36"/>
                  <a:pt x="60" y="36"/>
                </a:cubicBezTo>
                <a:cubicBezTo>
                  <a:pt x="60" y="38"/>
                  <a:pt x="62" y="40"/>
                  <a:pt x="64" y="40"/>
                </a:cubicBezTo>
                <a:cubicBezTo>
                  <a:pt x="66" y="40"/>
                  <a:pt x="68" y="38"/>
                  <a:pt x="68" y="36"/>
                </a:cubicBezTo>
                <a:cubicBezTo>
                  <a:pt x="68" y="24"/>
                  <a:pt x="68" y="24"/>
                  <a:pt x="68" y="24"/>
                </a:cubicBezTo>
                <a:cubicBezTo>
                  <a:pt x="76" y="24"/>
                  <a:pt x="76" y="24"/>
                  <a:pt x="76" y="24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8"/>
                  <a:pt x="78" y="40"/>
                  <a:pt x="80" y="40"/>
                </a:cubicBezTo>
                <a:cubicBezTo>
                  <a:pt x="82" y="40"/>
                  <a:pt x="84" y="38"/>
                  <a:pt x="84" y="36"/>
                </a:cubicBezTo>
                <a:cubicBezTo>
                  <a:pt x="84" y="24"/>
                  <a:pt x="84" y="24"/>
                  <a:pt x="84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8"/>
                  <a:pt x="94" y="40"/>
                  <a:pt x="96" y="40"/>
                </a:cubicBezTo>
                <a:cubicBezTo>
                  <a:pt x="98" y="40"/>
                  <a:pt x="100" y="38"/>
                  <a:pt x="100" y="36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08" y="38"/>
                  <a:pt x="110" y="40"/>
                  <a:pt x="112" y="40"/>
                </a:cubicBezTo>
                <a:cubicBezTo>
                  <a:pt x="114" y="40"/>
                  <a:pt x="116" y="38"/>
                  <a:pt x="116" y="36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36" y="24"/>
                  <a:pt x="136" y="24"/>
                  <a:pt x="136" y="24"/>
                </a:cubicBezTo>
                <a:lnTo>
                  <a:pt x="136" y="168"/>
                </a:lnTo>
                <a:close/>
                <a:moveTo>
                  <a:pt x="20" y="92"/>
                </a:moveTo>
                <a:cubicBezTo>
                  <a:pt x="20" y="94"/>
                  <a:pt x="22" y="96"/>
                  <a:pt x="24" y="96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2" y="96"/>
                  <a:pt x="124" y="94"/>
                  <a:pt x="124" y="92"/>
                </a:cubicBezTo>
                <a:cubicBezTo>
                  <a:pt x="124" y="90"/>
                  <a:pt x="122" y="88"/>
                  <a:pt x="120" y="88"/>
                </a:cubicBezTo>
                <a:cubicBezTo>
                  <a:pt x="24" y="88"/>
                  <a:pt x="24" y="88"/>
                  <a:pt x="24" y="88"/>
                </a:cubicBezTo>
                <a:cubicBezTo>
                  <a:pt x="22" y="88"/>
                  <a:pt x="20" y="90"/>
                  <a:pt x="20" y="92"/>
                </a:cubicBezTo>
                <a:moveTo>
                  <a:pt x="96" y="112"/>
                </a:moveTo>
                <a:cubicBezTo>
                  <a:pt x="24" y="112"/>
                  <a:pt x="24" y="112"/>
                  <a:pt x="24" y="112"/>
                </a:cubicBezTo>
                <a:cubicBezTo>
                  <a:pt x="22" y="112"/>
                  <a:pt x="20" y="114"/>
                  <a:pt x="20" y="116"/>
                </a:cubicBezTo>
                <a:cubicBezTo>
                  <a:pt x="20" y="118"/>
                  <a:pt x="22" y="120"/>
                  <a:pt x="24" y="120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98" y="120"/>
                  <a:pt x="100" y="118"/>
                  <a:pt x="100" y="116"/>
                </a:cubicBezTo>
                <a:cubicBezTo>
                  <a:pt x="100" y="114"/>
                  <a:pt x="98" y="112"/>
                  <a:pt x="96" y="11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2" name="Freeform 75"/>
          <p:cNvSpPr>
            <a:spLocks noEditPoints="1"/>
          </p:cNvSpPr>
          <p:nvPr/>
        </p:nvSpPr>
        <p:spPr bwMode="auto">
          <a:xfrm>
            <a:off x="3479114" y="1745928"/>
            <a:ext cx="272612" cy="335898"/>
          </a:xfrm>
          <a:custGeom>
            <a:avLst/>
            <a:gdLst>
              <a:gd name="T0" fmla="*/ 28 w 144"/>
              <a:gd name="T1" fmla="*/ 88 h 176"/>
              <a:gd name="T2" fmla="*/ 76 w 144"/>
              <a:gd name="T3" fmla="*/ 88 h 176"/>
              <a:gd name="T4" fmla="*/ 80 w 144"/>
              <a:gd name="T5" fmla="*/ 84 h 176"/>
              <a:gd name="T6" fmla="*/ 76 w 144"/>
              <a:gd name="T7" fmla="*/ 80 h 176"/>
              <a:gd name="T8" fmla="*/ 28 w 144"/>
              <a:gd name="T9" fmla="*/ 80 h 176"/>
              <a:gd name="T10" fmla="*/ 24 w 144"/>
              <a:gd name="T11" fmla="*/ 84 h 176"/>
              <a:gd name="T12" fmla="*/ 28 w 144"/>
              <a:gd name="T13" fmla="*/ 88 h 176"/>
              <a:gd name="T14" fmla="*/ 28 w 144"/>
              <a:gd name="T15" fmla="*/ 112 h 176"/>
              <a:gd name="T16" fmla="*/ 116 w 144"/>
              <a:gd name="T17" fmla="*/ 112 h 176"/>
              <a:gd name="T18" fmla="*/ 120 w 144"/>
              <a:gd name="T19" fmla="*/ 108 h 176"/>
              <a:gd name="T20" fmla="*/ 116 w 144"/>
              <a:gd name="T21" fmla="*/ 104 h 176"/>
              <a:gd name="T22" fmla="*/ 28 w 144"/>
              <a:gd name="T23" fmla="*/ 104 h 176"/>
              <a:gd name="T24" fmla="*/ 24 w 144"/>
              <a:gd name="T25" fmla="*/ 108 h 176"/>
              <a:gd name="T26" fmla="*/ 28 w 144"/>
              <a:gd name="T27" fmla="*/ 112 h 176"/>
              <a:gd name="T28" fmla="*/ 28 w 144"/>
              <a:gd name="T29" fmla="*/ 136 h 176"/>
              <a:gd name="T30" fmla="*/ 100 w 144"/>
              <a:gd name="T31" fmla="*/ 136 h 176"/>
              <a:gd name="T32" fmla="*/ 104 w 144"/>
              <a:gd name="T33" fmla="*/ 132 h 176"/>
              <a:gd name="T34" fmla="*/ 100 w 144"/>
              <a:gd name="T35" fmla="*/ 128 h 176"/>
              <a:gd name="T36" fmla="*/ 28 w 144"/>
              <a:gd name="T37" fmla="*/ 128 h 176"/>
              <a:gd name="T38" fmla="*/ 24 w 144"/>
              <a:gd name="T39" fmla="*/ 132 h 176"/>
              <a:gd name="T40" fmla="*/ 28 w 144"/>
              <a:gd name="T41" fmla="*/ 136 h 176"/>
              <a:gd name="T42" fmla="*/ 136 w 144"/>
              <a:gd name="T43" fmla="*/ 24 h 176"/>
              <a:gd name="T44" fmla="*/ 104 w 144"/>
              <a:gd name="T45" fmla="*/ 24 h 176"/>
              <a:gd name="T46" fmla="*/ 104 w 144"/>
              <a:gd name="T47" fmla="*/ 16 h 176"/>
              <a:gd name="T48" fmla="*/ 96 w 144"/>
              <a:gd name="T49" fmla="*/ 8 h 176"/>
              <a:gd name="T50" fmla="*/ 80 w 144"/>
              <a:gd name="T51" fmla="*/ 8 h 176"/>
              <a:gd name="T52" fmla="*/ 72 w 144"/>
              <a:gd name="T53" fmla="*/ 0 h 176"/>
              <a:gd name="T54" fmla="*/ 64 w 144"/>
              <a:gd name="T55" fmla="*/ 8 h 176"/>
              <a:gd name="T56" fmla="*/ 48 w 144"/>
              <a:gd name="T57" fmla="*/ 8 h 176"/>
              <a:gd name="T58" fmla="*/ 40 w 144"/>
              <a:gd name="T59" fmla="*/ 16 h 176"/>
              <a:gd name="T60" fmla="*/ 40 w 144"/>
              <a:gd name="T61" fmla="*/ 24 h 176"/>
              <a:gd name="T62" fmla="*/ 8 w 144"/>
              <a:gd name="T63" fmla="*/ 24 h 176"/>
              <a:gd name="T64" fmla="*/ 0 w 144"/>
              <a:gd name="T65" fmla="*/ 32 h 176"/>
              <a:gd name="T66" fmla="*/ 0 w 144"/>
              <a:gd name="T67" fmla="*/ 168 h 176"/>
              <a:gd name="T68" fmla="*/ 8 w 144"/>
              <a:gd name="T69" fmla="*/ 176 h 176"/>
              <a:gd name="T70" fmla="*/ 136 w 144"/>
              <a:gd name="T71" fmla="*/ 176 h 176"/>
              <a:gd name="T72" fmla="*/ 144 w 144"/>
              <a:gd name="T73" fmla="*/ 168 h 176"/>
              <a:gd name="T74" fmla="*/ 144 w 144"/>
              <a:gd name="T75" fmla="*/ 32 h 176"/>
              <a:gd name="T76" fmla="*/ 136 w 144"/>
              <a:gd name="T77" fmla="*/ 24 h 176"/>
              <a:gd name="T78" fmla="*/ 48 w 144"/>
              <a:gd name="T79" fmla="*/ 16 h 176"/>
              <a:gd name="T80" fmla="*/ 96 w 144"/>
              <a:gd name="T81" fmla="*/ 16 h 176"/>
              <a:gd name="T82" fmla="*/ 96 w 144"/>
              <a:gd name="T83" fmla="*/ 32 h 176"/>
              <a:gd name="T84" fmla="*/ 48 w 144"/>
              <a:gd name="T85" fmla="*/ 32 h 176"/>
              <a:gd name="T86" fmla="*/ 48 w 144"/>
              <a:gd name="T87" fmla="*/ 16 h 176"/>
              <a:gd name="T88" fmla="*/ 136 w 144"/>
              <a:gd name="T89" fmla="*/ 168 h 176"/>
              <a:gd name="T90" fmla="*/ 8 w 144"/>
              <a:gd name="T91" fmla="*/ 168 h 176"/>
              <a:gd name="T92" fmla="*/ 8 w 144"/>
              <a:gd name="T93" fmla="*/ 56 h 176"/>
              <a:gd name="T94" fmla="*/ 136 w 144"/>
              <a:gd name="T95" fmla="*/ 56 h 176"/>
              <a:gd name="T96" fmla="*/ 136 w 144"/>
              <a:gd name="T97" fmla="*/ 168 h 176"/>
              <a:gd name="T98" fmla="*/ 136 w 144"/>
              <a:gd name="T99" fmla="*/ 48 h 176"/>
              <a:gd name="T100" fmla="*/ 8 w 144"/>
              <a:gd name="T101" fmla="*/ 48 h 176"/>
              <a:gd name="T102" fmla="*/ 8 w 144"/>
              <a:gd name="T103" fmla="*/ 32 h 176"/>
              <a:gd name="T104" fmla="*/ 40 w 144"/>
              <a:gd name="T105" fmla="*/ 32 h 176"/>
              <a:gd name="T106" fmla="*/ 48 w 144"/>
              <a:gd name="T107" fmla="*/ 40 h 176"/>
              <a:gd name="T108" fmla="*/ 96 w 144"/>
              <a:gd name="T109" fmla="*/ 40 h 176"/>
              <a:gd name="T110" fmla="*/ 104 w 144"/>
              <a:gd name="T111" fmla="*/ 32 h 176"/>
              <a:gd name="T112" fmla="*/ 136 w 144"/>
              <a:gd name="T113" fmla="*/ 32 h 176"/>
              <a:gd name="T114" fmla="*/ 136 w 144"/>
              <a:gd name="T115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4" h="176">
                <a:moveTo>
                  <a:pt x="28" y="88"/>
                </a:moveTo>
                <a:cubicBezTo>
                  <a:pt x="76" y="88"/>
                  <a:pt x="76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82"/>
                  <a:pt x="78" y="80"/>
                  <a:pt x="76" y="80"/>
                </a:cubicBezTo>
                <a:cubicBezTo>
                  <a:pt x="28" y="80"/>
                  <a:pt x="28" y="80"/>
                  <a:pt x="28" y="80"/>
                </a:cubicBezTo>
                <a:cubicBezTo>
                  <a:pt x="26" y="80"/>
                  <a:pt x="24" y="82"/>
                  <a:pt x="24" y="84"/>
                </a:cubicBezTo>
                <a:cubicBezTo>
                  <a:pt x="24" y="86"/>
                  <a:pt x="26" y="88"/>
                  <a:pt x="28" y="88"/>
                </a:cubicBezTo>
                <a:moveTo>
                  <a:pt x="28" y="112"/>
                </a:moveTo>
                <a:cubicBezTo>
                  <a:pt x="116" y="112"/>
                  <a:pt x="116" y="112"/>
                  <a:pt x="116" y="112"/>
                </a:cubicBezTo>
                <a:cubicBezTo>
                  <a:pt x="118" y="112"/>
                  <a:pt x="120" y="110"/>
                  <a:pt x="120" y="108"/>
                </a:cubicBezTo>
                <a:cubicBezTo>
                  <a:pt x="120" y="106"/>
                  <a:pt x="118" y="104"/>
                  <a:pt x="116" y="104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6" y="104"/>
                  <a:pt x="24" y="106"/>
                  <a:pt x="24" y="108"/>
                </a:cubicBezTo>
                <a:cubicBezTo>
                  <a:pt x="24" y="110"/>
                  <a:pt x="26" y="112"/>
                  <a:pt x="28" y="112"/>
                </a:cubicBezTo>
                <a:moveTo>
                  <a:pt x="28" y="136"/>
                </a:moveTo>
                <a:cubicBezTo>
                  <a:pt x="100" y="136"/>
                  <a:pt x="100" y="136"/>
                  <a:pt x="100" y="136"/>
                </a:cubicBezTo>
                <a:cubicBezTo>
                  <a:pt x="102" y="136"/>
                  <a:pt x="104" y="134"/>
                  <a:pt x="104" y="132"/>
                </a:cubicBezTo>
                <a:cubicBezTo>
                  <a:pt x="104" y="130"/>
                  <a:pt x="102" y="128"/>
                  <a:pt x="100" y="128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26" y="128"/>
                  <a:pt x="24" y="130"/>
                  <a:pt x="24" y="132"/>
                </a:cubicBezTo>
                <a:cubicBezTo>
                  <a:pt x="24" y="134"/>
                  <a:pt x="26" y="136"/>
                  <a:pt x="28" y="136"/>
                </a:cubicBezTo>
                <a:moveTo>
                  <a:pt x="136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2"/>
                  <a:pt x="100" y="8"/>
                  <a:pt x="96" y="8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6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48" y="8"/>
                  <a:pt x="48" y="8"/>
                  <a:pt x="48" y="8"/>
                </a:cubicBezTo>
                <a:cubicBezTo>
                  <a:pt x="44" y="8"/>
                  <a:pt x="40" y="12"/>
                  <a:pt x="40" y="16"/>
                </a:cubicBezTo>
                <a:cubicBezTo>
                  <a:pt x="40" y="24"/>
                  <a:pt x="40" y="24"/>
                  <a:pt x="40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28"/>
                  <a:pt x="140" y="24"/>
                  <a:pt x="136" y="24"/>
                </a:cubicBezTo>
                <a:moveTo>
                  <a:pt x="48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32"/>
                  <a:pt x="96" y="32"/>
                  <a:pt x="96" y="32"/>
                </a:cubicBezTo>
                <a:cubicBezTo>
                  <a:pt x="48" y="32"/>
                  <a:pt x="48" y="32"/>
                  <a:pt x="48" y="32"/>
                </a:cubicBezTo>
                <a:lnTo>
                  <a:pt x="48" y="16"/>
                </a:lnTo>
                <a:close/>
                <a:moveTo>
                  <a:pt x="136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56"/>
                  <a:pt x="8" y="56"/>
                  <a:pt x="8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8"/>
                </a:lnTo>
                <a:close/>
                <a:moveTo>
                  <a:pt x="136" y="48"/>
                </a:moveTo>
                <a:cubicBezTo>
                  <a:pt x="8" y="48"/>
                  <a:pt x="8" y="48"/>
                  <a:pt x="8" y="48"/>
                </a:cubicBezTo>
                <a:cubicBezTo>
                  <a:pt x="8" y="32"/>
                  <a:pt x="8" y="32"/>
                  <a:pt x="8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6"/>
                  <a:pt x="44" y="40"/>
                  <a:pt x="48" y="40"/>
                </a:cubicBezTo>
                <a:cubicBezTo>
                  <a:pt x="96" y="40"/>
                  <a:pt x="96" y="40"/>
                  <a:pt x="96" y="40"/>
                </a:cubicBezTo>
                <a:cubicBezTo>
                  <a:pt x="100" y="40"/>
                  <a:pt x="104" y="36"/>
                  <a:pt x="104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4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3" name="Freeform 76"/>
          <p:cNvSpPr>
            <a:spLocks/>
          </p:cNvSpPr>
          <p:nvPr/>
        </p:nvSpPr>
        <p:spPr bwMode="auto">
          <a:xfrm>
            <a:off x="4087625" y="1799476"/>
            <a:ext cx="334275" cy="228800"/>
          </a:xfrm>
          <a:custGeom>
            <a:avLst/>
            <a:gdLst>
              <a:gd name="T0" fmla="*/ 176 w 176"/>
              <a:gd name="T1" fmla="*/ 4 h 120"/>
              <a:gd name="T2" fmla="*/ 172 w 176"/>
              <a:gd name="T3" fmla="*/ 0 h 120"/>
              <a:gd name="T4" fmla="*/ 169 w 176"/>
              <a:gd name="T5" fmla="*/ 1 h 120"/>
              <a:gd name="T6" fmla="*/ 169 w 176"/>
              <a:gd name="T7" fmla="*/ 1 h 120"/>
              <a:gd name="T8" fmla="*/ 64 w 176"/>
              <a:gd name="T9" fmla="*/ 110 h 120"/>
              <a:gd name="T10" fmla="*/ 7 w 176"/>
              <a:gd name="T11" fmla="*/ 53 h 120"/>
              <a:gd name="T12" fmla="*/ 4 w 176"/>
              <a:gd name="T13" fmla="*/ 52 h 120"/>
              <a:gd name="T14" fmla="*/ 0 w 176"/>
              <a:gd name="T15" fmla="*/ 56 h 120"/>
              <a:gd name="T16" fmla="*/ 1 w 176"/>
              <a:gd name="T17" fmla="*/ 59 h 120"/>
              <a:gd name="T18" fmla="*/ 61 w 176"/>
              <a:gd name="T19" fmla="*/ 119 h 120"/>
              <a:gd name="T20" fmla="*/ 64 w 176"/>
              <a:gd name="T21" fmla="*/ 120 h 120"/>
              <a:gd name="T22" fmla="*/ 67 w 176"/>
              <a:gd name="T23" fmla="*/ 119 h 120"/>
              <a:gd name="T24" fmla="*/ 67 w 176"/>
              <a:gd name="T25" fmla="*/ 119 h 120"/>
              <a:gd name="T26" fmla="*/ 175 w 176"/>
              <a:gd name="T27" fmla="*/ 7 h 120"/>
              <a:gd name="T28" fmla="*/ 175 w 176"/>
              <a:gd name="T29" fmla="*/ 7 h 120"/>
              <a:gd name="T30" fmla="*/ 176 w 176"/>
              <a:gd name="T31" fmla="*/ 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76" h="120">
                <a:moveTo>
                  <a:pt x="176" y="4"/>
                </a:moveTo>
                <a:cubicBezTo>
                  <a:pt x="176" y="2"/>
                  <a:pt x="174" y="0"/>
                  <a:pt x="172" y="0"/>
                </a:cubicBezTo>
                <a:cubicBezTo>
                  <a:pt x="171" y="0"/>
                  <a:pt x="170" y="0"/>
                  <a:pt x="169" y="1"/>
                </a:cubicBezTo>
                <a:cubicBezTo>
                  <a:pt x="169" y="1"/>
                  <a:pt x="169" y="1"/>
                  <a:pt x="169" y="1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7" y="53"/>
                  <a:pt x="7" y="53"/>
                  <a:pt x="7" y="53"/>
                </a:cubicBezTo>
                <a:cubicBezTo>
                  <a:pt x="6" y="52"/>
                  <a:pt x="5" y="52"/>
                  <a:pt x="4" y="52"/>
                </a:cubicBezTo>
                <a:cubicBezTo>
                  <a:pt x="2" y="52"/>
                  <a:pt x="0" y="54"/>
                  <a:pt x="0" y="56"/>
                </a:cubicBezTo>
                <a:cubicBezTo>
                  <a:pt x="0" y="57"/>
                  <a:pt x="0" y="58"/>
                  <a:pt x="1" y="59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62" y="120"/>
                  <a:pt x="63" y="120"/>
                  <a:pt x="64" y="120"/>
                </a:cubicBezTo>
                <a:cubicBezTo>
                  <a:pt x="65" y="120"/>
                  <a:pt x="66" y="120"/>
                  <a:pt x="67" y="119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175" y="7"/>
                  <a:pt x="175" y="7"/>
                  <a:pt x="175" y="7"/>
                </a:cubicBezTo>
                <a:cubicBezTo>
                  <a:pt x="175" y="7"/>
                  <a:pt x="175" y="7"/>
                  <a:pt x="175" y="7"/>
                </a:cubicBezTo>
                <a:cubicBezTo>
                  <a:pt x="176" y="6"/>
                  <a:pt x="176" y="5"/>
                  <a:pt x="176" y="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4" name="Freeform 77"/>
          <p:cNvSpPr>
            <a:spLocks noEditPoints="1"/>
          </p:cNvSpPr>
          <p:nvPr/>
        </p:nvSpPr>
        <p:spPr bwMode="auto">
          <a:xfrm>
            <a:off x="4725344" y="1745928"/>
            <a:ext cx="335898" cy="335898"/>
          </a:xfrm>
          <a:custGeom>
            <a:avLst/>
            <a:gdLst>
              <a:gd name="T0" fmla="*/ 88 w 176"/>
              <a:gd name="T1" fmla="*/ 110 h 176"/>
              <a:gd name="T2" fmla="*/ 51 w 176"/>
              <a:gd name="T3" fmla="*/ 73 h 176"/>
              <a:gd name="T4" fmla="*/ 48 w 176"/>
              <a:gd name="T5" fmla="*/ 72 h 176"/>
              <a:gd name="T6" fmla="*/ 44 w 176"/>
              <a:gd name="T7" fmla="*/ 76 h 176"/>
              <a:gd name="T8" fmla="*/ 45 w 176"/>
              <a:gd name="T9" fmla="*/ 79 h 176"/>
              <a:gd name="T10" fmla="*/ 85 w 176"/>
              <a:gd name="T11" fmla="*/ 119 h 176"/>
              <a:gd name="T12" fmla="*/ 88 w 176"/>
              <a:gd name="T13" fmla="*/ 120 h 176"/>
              <a:gd name="T14" fmla="*/ 91 w 176"/>
              <a:gd name="T15" fmla="*/ 119 h 176"/>
              <a:gd name="T16" fmla="*/ 91 w 176"/>
              <a:gd name="T17" fmla="*/ 119 h 176"/>
              <a:gd name="T18" fmla="*/ 158 w 176"/>
              <a:gd name="T19" fmla="*/ 49 h 176"/>
              <a:gd name="T20" fmla="*/ 158 w 176"/>
              <a:gd name="T21" fmla="*/ 49 h 176"/>
              <a:gd name="T22" fmla="*/ 163 w 176"/>
              <a:gd name="T23" fmla="*/ 43 h 176"/>
              <a:gd name="T24" fmla="*/ 163 w 176"/>
              <a:gd name="T25" fmla="*/ 43 h 176"/>
              <a:gd name="T26" fmla="*/ 175 w 176"/>
              <a:gd name="T27" fmla="*/ 31 h 176"/>
              <a:gd name="T28" fmla="*/ 175 w 176"/>
              <a:gd name="T29" fmla="*/ 31 h 176"/>
              <a:gd name="T30" fmla="*/ 176 w 176"/>
              <a:gd name="T31" fmla="*/ 28 h 176"/>
              <a:gd name="T32" fmla="*/ 172 w 176"/>
              <a:gd name="T33" fmla="*/ 24 h 176"/>
              <a:gd name="T34" fmla="*/ 169 w 176"/>
              <a:gd name="T35" fmla="*/ 25 h 176"/>
              <a:gd name="T36" fmla="*/ 169 w 176"/>
              <a:gd name="T37" fmla="*/ 25 h 176"/>
              <a:gd name="T38" fmla="*/ 159 w 176"/>
              <a:gd name="T39" fmla="*/ 36 h 176"/>
              <a:gd name="T40" fmla="*/ 159 w 176"/>
              <a:gd name="T41" fmla="*/ 36 h 176"/>
              <a:gd name="T42" fmla="*/ 153 w 176"/>
              <a:gd name="T43" fmla="*/ 42 h 176"/>
              <a:gd name="T44" fmla="*/ 153 w 176"/>
              <a:gd name="T45" fmla="*/ 42 h 176"/>
              <a:gd name="T46" fmla="*/ 88 w 176"/>
              <a:gd name="T47" fmla="*/ 110 h 176"/>
              <a:gd name="T48" fmla="*/ 169 w 176"/>
              <a:gd name="T49" fmla="*/ 54 h 176"/>
              <a:gd name="T50" fmla="*/ 163 w 176"/>
              <a:gd name="T51" fmla="*/ 54 h 176"/>
              <a:gd name="T52" fmla="*/ 162 w 176"/>
              <a:gd name="T53" fmla="*/ 58 h 176"/>
              <a:gd name="T54" fmla="*/ 162 w 176"/>
              <a:gd name="T55" fmla="*/ 58 h 176"/>
              <a:gd name="T56" fmla="*/ 168 w 176"/>
              <a:gd name="T57" fmla="*/ 88 h 176"/>
              <a:gd name="T58" fmla="*/ 88 w 176"/>
              <a:gd name="T59" fmla="*/ 168 h 176"/>
              <a:gd name="T60" fmla="*/ 8 w 176"/>
              <a:gd name="T61" fmla="*/ 88 h 176"/>
              <a:gd name="T62" fmla="*/ 88 w 176"/>
              <a:gd name="T63" fmla="*/ 8 h 176"/>
              <a:gd name="T64" fmla="*/ 146 w 176"/>
              <a:gd name="T65" fmla="*/ 33 h 176"/>
              <a:gd name="T66" fmla="*/ 146 w 176"/>
              <a:gd name="T67" fmla="*/ 32 h 176"/>
              <a:gd name="T68" fmla="*/ 151 w 176"/>
              <a:gd name="T69" fmla="*/ 32 h 176"/>
              <a:gd name="T70" fmla="*/ 151 w 176"/>
              <a:gd name="T71" fmla="*/ 27 h 176"/>
              <a:gd name="T72" fmla="*/ 151 w 176"/>
              <a:gd name="T73" fmla="*/ 26 h 176"/>
              <a:gd name="T74" fmla="*/ 88 w 176"/>
              <a:gd name="T75" fmla="*/ 0 h 176"/>
              <a:gd name="T76" fmla="*/ 0 w 176"/>
              <a:gd name="T77" fmla="*/ 88 h 176"/>
              <a:gd name="T78" fmla="*/ 88 w 176"/>
              <a:gd name="T79" fmla="*/ 176 h 176"/>
              <a:gd name="T80" fmla="*/ 176 w 176"/>
              <a:gd name="T81" fmla="*/ 88 h 176"/>
              <a:gd name="T82" fmla="*/ 170 w 176"/>
              <a:gd name="T83" fmla="*/ 56 h 176"/>
              <a:gd name="T84" fmla="*/ 169 w 176"/>
              <a:gd name="T85" fmla="*/ 5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76">
                <a:moveTo>
                  <a:pt x="88" y="110"/>
                </a:moveTo>
                <a:cubicBezTo>
                  <a:pt x="51" y="73"/>
                  <a:pt x="51" y="73"/>
                  <a:pt x="51" y="73"/>
                </a:cubicBezTo>
                <a:cubicBezTo>
                  <a:pt x="50" y="72"/>
                  <a:pt x="49" y="72"/>
                  <a:pt x="48" y="72"/>
                </a:cubicBezTo>
                <a:cubicBezTo>
                  <a:pt x="46" y="72"/>
                  <a:pt x="44" y="74"/>
                  <a:pt x="44" y="76"/>
                </a:cubicBezTo>
                <a:cubicBezTo>
                  <a:pt x="44" y="77"/>
                  <a:pt x="44" y="78"/>
                  <a:pt x="45" y="79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6" y="120"/>
                  <a:pt x="87" y="120"/>
                  <a:pt x="88" y="120"/>
                </a:cubicBezTo>
                <a:cubicBezTo>
                  <a:pt x="89" y="120"/>
                  <a:pt x="90" y="120"/>
                  <a:pt x="91" y="119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75" y="31"/>
                  <a:pt x="175" y="31"/>
                  <a:pt x="175" y="31"/>
                </a:cubicBezTo>
                <a:cubicBezTo>
                  <a:pt x="175" y="31"/>
                  <a:pt x="175" y="31"/>
                  <a:pt x="175" y="31"/>
                </a:cubicBezTo>
                <a:cubicBezTo>
                  <a:pt x="176" y="30"/>
                  <a:pt x="176" y="29"/>
                  <a:pt x="176" y="28"/>
                </a:cubicBezTo>
                <a:cubicBezTo>
                  <a:pt x="176" y="26"/>
                  <a:pt x="174" y="24"/>
                  <a:pt x="172" y="24"/>
                </a:cubicBezTo>
                <a:cubicBezTo>
                  <a:pt x="171" y="24"/>
                  <a:pt x="170" y="24"/>
                  <a:pt x="169" y="25"/>
                </a:cubicBezTo>
                <a:cubicBezTo>
                  <a:pt x="169" y="25"/>
                  <a:pt x="169" y="25"/>
                  <a:pt x="169" y="25"/>
                </a:cubicBezTo>
                <a:cubicBezTo>
                  <a:pt x="159" y="36"/>
                  <a:pt x="159" y="36"/>
                  <a:pt x="159" y="36"/>
                </a:cubicBezTo>
                <a:cubicBezTo>
                  <a:pt x="159" y="36"/>
                  <a:pt x="159" y="36"/>
                  <a:pt x="159" y="36"/>
                </a:cubicBezTo>
                <a:cubicBezTo>
                  <a:pt x="153" y="42"/>
                  <a:pt x="153" y="42"/>
                  <a:pt x="153" y="42"/>
                </a:cubicBezTo>
                <a:cubicBezTo>
                  <a:pt x="153" y="42"/>
                  <a:pt x="153" y="42"/>
                  <a:pt x="153" y="42"/>
                </a:cubicBezTo>
                <a:lnTo>
                  <a:pt x="88" y="110"/>
                </a:lnTo>
                <a:close/>
                <a:moveTo>
                  <a:pt x="169" y="54"/>
                </a:moveTo>
                <a:cubicBezTo>
                  <a:pt x="167" y="53"/>
                  <a:pt x="165" y="53"/>
                  <a:pt x="163" y="54"/>
                </a:cubicBezTo>
                <a:cubicBezTo>
                  <a:pt x="162" y="55"/>
                  <a:pt x="162" y="57"/>
                  <a:pt x="162" y="58"/>
                </a:cubicBezTo>
                <a:cubicBezTo>
                  <a:pt x="162" y="58"/>
                  <a:pt x="162" y="58"/>
                  <a:pt x="162" y="58"/>
                </a:cubicBezTo>
                <a:cubicBezTo>
                  <a:pt x="166" y="68"/>
                  <a:pt x="168" y="78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11" y="8"/>
                  <a:pt x="131" y="17"/>
                  <a:pt x="146" y="33"/>
                </a:cubicBezTo>
                <a:cubicBezTo>
                  <a:pt x="146" y="32"/>
                  <a:pt x="146" y="32"/>
                  <a:pt x="146" y="32"/>
                </a:cubicBezTo>
                <a:cubicBezTo>
                  <a:pt x="147" y="34"/>
                  <a:pt x="150" y="34"/>
                  <a:pt x="151" y="32"/>
                </a:cubicBezTo>
                <a:cubicBezTo>
                  <a:pt x="153" y="31"/>
                  <a:pt x="153" y="28"/>
                  <a:pt x="151" y="27"/>
                </a:cubicBezTo>
                <a:cubicBezTo>
                  <a:pt x="151" y="27"/>
                  <a:pt x="151" y="26"/>
                  <a:pt x="151" y="26"/>
                </a:cubicBezTo>
                <a:cubicBezTo>
                  <a:pt x="135" y="10"/>
                  <a:pt x="113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77"/>
                  <a:pt x="174" y="66"/>
                  <a:pt x="170" y="56"/>
                </a:cubicBezTo>
                <a:cubicBezTo>
                  <a:pt x="170" y="55"/>
                  <a:pt x="169" y="55"/>
                  <a:pt x="169" y="5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5" name="Freeform 78"/>
          <p:cNvSpPr>
            <a:spLocks/>
          </p:cNvSpPr>
          <p:nvPr/>
        </p:nvSpPr>
        <p:spPr bwMode="auto">
          <a:xfrm>
            <a:off x="5395516" y="1776759"/>
            <a:ext cx="274235" cy="274235"/>
          </a:xfrm>
          <a:custGeom>
            <a:avLst/>
            <a:gdLst>
              <a:gd name="T0" fmla="*/ 78 w 144"/>
              <a:gd name="T1" fmla="*/ 72 h 144"/>
              <a:gd name="T2" fmla="*/ 143 w 144"/>
              <a:gd name="T3" fmla="*/ 7 h 144"/>
              <a:gd name="T4" fmla="*/ 144 w 144"/>
              <a:gd name="T5" fmla="*/ 4 h 144"/>
              <a:gd name="T6" fmla="*/ 140 w 144"/>
              <a:gd name="T7" fmla="*/ 0 h 144"/>
              <a:gd name="T8" fmla="*/ 137 w 144"/>
              <a:gd name="T9" fmla="*/ 1 h 144"/>
              <a:gd name="T10" fmla="*/ 72 w 144"/>
              <a:gd name="T11" fmla="*/ 66 h 144"/>
              <a:gd name="T12" fmla="*/ 7 w 144"/>
              <a:gd name="T13" fmla="*/ 1 h 144"/>
              <a:gd name="T14" fmla="*/ 4 w 144"/>
              <a:gd name="T15" fmla="*/ 0 h 144"/>
              <a:gd name="T16" fmla="*/ 0 w 144"/>
              <a:gd name="T17" fmla="*/ 4 h 144"/>
              <a:gd name="T18" fmla="*/ 1 w 144"/>
              <a:gd name="T19" fmla="*/ 7 h 144"/>
              <a:gd name="T20" fmla="*/ 66 w 144"/>
              <a:gd name="T21" fmla="*/ 72 h 144"/>
              <a:gd name="T22" fmla="*/ 1 w 144"/>
              <a:gd name="T23" fmla="*/ 137 h 144"/>
              <a:gd name="T24" fmla="*/ 0 w 144"/>
              <a:gd name="T25" fmla="*/ 140 h 144"/>
              <a:gd name="T26" fmla="*/ 4 w 144"/>
              <a:gd name="T27" fmla="*/ 144 h 144"/>
              <a:gd name="T28" fmla="*/ 7 w 144"/>
              <a:gd name="T29" fmla="*/ 143 h 144"/>
              <a:gd name="T30" fmla="*/ 72 w 144"/>
              <a:gd name="T31" fmla="*/ 78 h 144"/>
              <a:gd name="T32" fmla="*/ 137 w 144"/>
              <a:gd name="T33" fmla="*/ 143 h 144"/>
              <a:gd name="T34" fmla="*/ 140 w 144"/>
              <a:gd name="T35" fmla="*/ 144 h 144"/>
              <a:gd name="T36" fmla="*/ 144 w 144"/>
              <a:gd name="T37" fmla="*/ 140 h 144"/>
              <a:gd name="T38" fmla="*/ 143 w 144"/>
              <a:gd name="T39" fmla="*/ 137 h 144"/>
              <a:gd name="T40" fmla="*/ 78 w 144"/>
              <a:gd name="T41" fmla="*/ 72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4" h="144">
                <a:moveTo>
                  <a:pt x="78" y="72"/>
                </a:moveTo>
                <a:cubicBezTo>
                  <a:pt x="143" y="7"/>
                  <a:pt x="143" y="7"/>
                  <a:pt x="143" y="7"/>
                </a:cubicBezTo>
                <a:cubicBezTo>
                  <a:pt x="144" y="6"/>
                  <a:pt x="144" y="5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9" y="0"/>
                  <a:pt x="138" y="0"/>
                  <a:pt x="137" y="1"/>
                </a:cubicBezTo>
                <a:cubicBezTo>
                  <a:pt x="72" y="66"/>
                  <a:pt x="72" y="66"/>
                  <a:pt x="72" y="66"/>
                </a:cubicBez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cubicBezTo>
                  <a:pt x="66" y="72"/>
                  <a:pt x="66" y="72"/>
                  <a:pt x="66" y="72"/>
                </a:cubicBezTo>
                <a:cubicBezTo>
                  <a:pt x="1" y="137"/>
                  <a:pt x="1" y="137"/>
                  <a:pt x="1" y="137"/>
                </a:cubicBezTo>
                <a:cubicBezTo>
                  <a:pt x="0" y="138"/>
                  <a:pt x="0" y="139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5" y="144"/>
                  <a:pt x="6" y="144"/>
                  <a:pt x="7" y="143"/>
                </a:cubicBezTo>
                <a:cubicBezTo>
                  <a:pt x="72" y="78"/>
                  <a:pt x="72" y="78"/>
                  <a:pt x="72" y="78"/>
                </a:cubicBezTo>
                <a:cubicBezTo>
                  <a:pt x="137" y="143"/>
                  <a:pt x="137" y="143"/>
                  <a:pt x="137" y="143"/>
                </a:cubicBezTo>
                <a:cubicBezTo>
                  <a:pt x="138" y="144"/>
                  <a:pt x="139" y="144"/>
                  <a:pt x="140" y="144"/>
                </a:cubicBezTo>
                <a:cubicBezTo>
                  <a:pt x="142" y="144"/>
                  <a:pt x="144" y="142"/>
                  <a:pt x="144" y="140"/>
                </a:cubicBezTo>
                <a:cubicBezTo>
                  <a:pt x="144" y="139"/>
                  <a:pt x="144" y="138"/>
                  <a:pt x="143" y="137"/>
                </a:cubicBezTo>
                <a:lnTo>
                  <a:pt x="78" y="7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6" name="Freeform 79"/>
          <p:cNvSpPr>
            <a:spLocks noEditPoints="1"/>
          </p:cNvSpPr>
          <p:nvPr/>
        </p:nvSpPr>
        <p:spPr bwMode="auto">
          <a:xfrm>
            <a:off x="6004026" y="1745928"/>
            <a:ext cx="334275" cy="335898"/>
          </a:xfrm>
          <a:custGeom>
            <a:avLst/>
            <a:gdLst>
              <a:gd name="T0" fmla="*/ 24 w 176"/>
              <a:gd name="T1" fmla="*/ 72 h 176"/>
              <a:gd name="T2" fmla="*/ 16 w 176"/>
              <a:gd name="T3" fmla="*/ 64 h 176"/>
              <a:gd name="T4" fmla="*/ 16 w 176"/>
              <a:gd name="T5" fmla="*/ 40 h 176"/>
              <a:gd name="T6" fmla="*/ 24 w 176"/>
              <a:gd name="T7" fmla="*/ 32 h 176"/>
              <a:gd name="T8" fmla="*/ 16 w 176"/>
              <a:gd name="T9" fmla="*/ 40 h 176"/>
              <a:gd name="T10" fmla="*/ 24 w 176"/>
              <a:gd name="T11" fmla="*/ 56 h 176"/>
              <a:gd name="T12" fmla="*/ 16 w 176"/>
              <a:gd name="T13" fmla="*/ 48 h 176"/>
              <a:gd name="T14" fmla="*/ 24 w 176"/>
              <a:gd name="T15" fmla="*/ 104 h 176"/>
              <a:gd name="T16" fmla="*/ 16 w 176"/>
              <a:gd name="T17" fmla="*/ 112 h 176"/>
              <a:gd name="T18" fmla="*/ 24 w 176"/>
              <a:gd name="T19" fmla="*/ 104 h 176"/>
              <a:gd name="T20" fmla="*/ 16 w 176"/>
              <a:gd name="T21" fmla="*/ 120 h 176"/>
              <a:gd name="T22" fmla="*/ 24 w 176"/>
              <a:gd name="T23" fmla="*/ 128 h 176"/>
              <a:gd name="T24" fmla="*/ 16 w 176"/>
              <a:gd name="T25" fmla="*/ 24 h 176"/>
              <a:gd name="T26" fmla="*/ 24 w 176"/>
              <a:gd name="T27" fmla="*/ 16 h 176"/>
              <a:gd name="T28" fmla="*/ 16 w 176"/>
              <a:gd name="T29" fmla="*/ 24 h 176"/>
              <a:gd name="T30" fmla="*/ 16 w 176"/>
              <a:gd name="T31" fmla="*/ 136 h 176"/>
              <a:gd name="T32" fmla="*/ 24 w 176"/>
              <a:gd name="T33" fmla="*/ 144 h 176"/>
              <a:gd name="T34" fmla="*/ 24 w 176"/>
              <a:gd name="T35" fmla="*/ 152 h 176"/>
              <a:gd name="T36" fmla="*/ 16 w 176"/>
              <a:gd name="T37" fmla="*/ 160 h 176"/>
              <a:gd name="T38" fmla="*/ 24 w 176"/>
              <a:gd name="T39" fmla="*/ 152 h 176"/>
              <a:gd name="T40" fmla="*/ 152 w 176"/>
              <a:gd name="T41" fmla="*/ 152 h 176"/>
              <a:gd name="T42" fmla="*/ 160 w 176"/>
              <a:gd name="T43" fmla="*/ 160 h 176"/>
              <a:gd name="T44" fmla="*/ 160 w 176"/>
              <a:gd name="T45" fmla="*/ 136 h 176"/>
              <a:gd name="T46" fmla="*/ 152 w 176"/>
              <a:gd name="T47" fmla="*/ 144 h 176"/>
              <a:gd name="T48" fmla="*/ 160 w 176"/>
              <a:gd name="T49" fmla="*/ 136 h 176"/>
              <a:gd name="T50" fmla="*/ 160 w 176"/>
              <a:gd name="T51" fmla="*/ 72 h 176"/>
              <a:gd name="T52" fmla="*/ 152 w 176"/>
              <a:gd name="T53" fmla="*/ 64 h 176"/>
              <a:gd name="T54" fmla="*/ 152 w 176"/>
              <a:gd name="T55" fmla="*/ 56 h 176"/>
              <a:gd name="T56" fmla="*/ 160 w 176"/>
              <a:gd name="T57" fmla="*/ 48 h 176"/>
              <a:gd name="T58" fmla="*/ 152 w 176"/>
              <a:gd name="T59" fmla="*/ 56 h 176"/>
              <a:gd name="T60" fmla="*/ 152 w 176"/>
              <a:gd name="T61" fmla="*/ 120 h 176"/>
              <a:gd name="T62" fmla="*/ 160 w 176"/>
              <a:gd name="T63" fmla="*/ 128 h 176"/>
              <a:gd name="T64" fmla="*/ 160 w 176"/>
              <a:gd name="T65" fmla="*/ 0 h 176"/>
              <a:gd name="T66" fmla="*/ 0 w 176"/>
              <a:gd name="T67" fmla="*/ 16 h 176"/>
              <a:gd name="T68" fmla="*/ 16 w 176"/>
              <a:gd name="T69" fmla="*/ 176 h 176"/>
              <a:gd name="T70" fmla="*/ 176 w 176"/>
              <a:gd name="T71" fmla="*/ 160 h 176"/>
              <a:gd name="T72" fmla="*/ 160 w 176"/>
              <a:gd name="T73" fmla="*/ 0 h 176"/>
              <a:gd name="T74" fmla="*/ 16 w 176"/>
              <a:gd name="T75" fmla="*/ 168 h 176"/>
              <a:gd name="T76" fmla="*/ 8 w 176"/>
              <a:gd name="T77" fmla="*/ 92 h 176"/>
              <a:gd name="T78" fmla="*/ 32 w 176"/>
              <a:gd name="T79" fmla="*/ 168 h 176"/>
              <a:gd name="T80" fmla="*/ 8 w 176"/>
              <a:gd name="T81" fmla="*/ 84 h 176"/>
              <a:gd name="T82" fmla="*/ 16 w 176"/>
              <a:gd name="T83" fmla="*/ 8 h 176"/>
              <a:gd name="T84" fmla="*/ 32 w 176"/>
              <a:gd name="T85" fmla="*/ 84 h 176"/>
              <a:gd name="T86" fmla="*/ 40 w 176"/>
              <a:gd name="T87" fmla="*/ 168 h 176"/>
              <a:gd name="T88" fmla="*/ 136 w 176"/>
              <a:gd name="T89" fmla="*/ 92 h 176"/>
              <a:gd name="T90" fmla="*/ 136 w 176"/>
              <a:gd name="T91" fmla="*/ 84 h 176"/>
              <a:gd name="T92" fmla="*/ 40 w 176"/>
              <a:gd name="T93" fmla="*/ 8 h 176"/>
              <a:gd name="T94" fmla="*/ 136 w 176"/>
              <a:gd name="T95" fmla="*/ 84 h 176"/>
              <a:gd name="T96" fmla="*/ 160 w 176"/>
              <a:gd name="T97" fmla="*/ 168 h 176"/>
              <a:gd name="T98" fmla="*/ 144 w 176"/>
              <a:gd name="T99" fmla="*/ 92 h 176"/>
              <a:gd name="T100" fmla="*/ 168 w 176"/>
              <a:gd name="T101" fmla="*/ 160 h 176"/>
              <a:gd name="T102" fmla="*/ 144 w 176"/>
              <a:gd name="T103" fmla="*/ 84 h 176"/>
              <a:gd name="T104" fmla="*/ 160 w 176"/>
              <a:gd name="T105" fmla="*/ 8 h 176"/>
              <a:gd name="T106" fmla="*/ 168 w 176"/>
              <a:gd name="T107" fmla="*/ 84 h 176"/>
              <a:gd name="T108" fmla="*/ 160 w 176"/>
              <a:gd name="T109" fmla="*/ 24 h 176"/>
              <a:gd name="T110" fmla="*/ 152 w 176"/>
              <a:gd name="T111" fmla="*/ 16 h 176"/>
              <a:gd name="T112" fmla="*/ 160 w 176"/>
              <a:gd name="T113" fmla="*/ 104 h 176"/>
              <a:gd name="T114" fmla="*/ 152 w 176"/>
              <a:gd name="T115" fmla="*/ 112 h 176"/>
              <a:gd name="T116" fmla="*/ 160 w 176"/>
              <a:gd name="T117" fmla="*/ 104 h 176"/>
              <a:gd name="T118" fmla="*/ 160 w 176"/>
              <a:gd name="T119" fmla="*/ 40 h 176"/>
              <a:gd name="T120" fmla="*/ 152 w 176"/>
              <a:gd name="T121" fmla="*/ 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6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64"/>
                  <a:pt x="24" y="64"/>
                  <a:pt x="24" y="64"/>
                </a:cubicBezTo>
                <a:cubicBezTo>
                  <a:pt x="16" y="64"/>
                  <a:pt x="16" y="64"/>
                  <a:pt x="16" y="64"/>
                </a:cubicBezTo>
                <a:lnTo>
                  <a:pt x="16" y="72"/>
                </a:lnTo>
                <a:close/>
                <a:moveTo>
                  <a:pt x="16" y="40"/>
                </a:moveTo>
                <a:cubicBezTo>
                  <a:pt x="24" y="40"/>
                  <a:pt x="24" y="40"/>
                  <a:pt x="24" y="40"/>
                </a:cubicBezTo>
                <a:cubicBezTo>
                  <a:pt x="24" y="32"/>
                  <a:pt x="24" y="32"/>
                  <a:pt x="24" y="32"/>
                </a:cubicBezTo>
                <a:cubicBezTo>
                  <a:pt x="16" y="32"/>
                  <a:pt x="16" y="32"/>
                  <a:pt x="16" y="32"/>
                </a:cubicBezTo>
                <a:lnTo>
                  <a:pt x="16" y="40"/>
                </a:lnTo>
                <a:close/>
                <a:moveTo>
                  <a:pt x="16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4" y="48"/>
                  <a:pt x="24" y="48"/>
                  <a:pt x="24" y="48"/>
                </a:cubicBezTo>
                <a:cubicBezTo>
                  <a:pt x="16" y="48"/>
                  <a:pt x="16" y="48"/>
                  <a:pt x="16" y="48"/>
                </a:cubicBezTo>
                <a:lnTo>
                  <a:pt x="16" y="56"/>
                </a:lnTo>
                <a:close/>
                <a:moveTo>
                  <a:pt x="24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24" y="112"/>
                  <a:pt x="24" y="112"/>
                  <a:pt x="24" y="112"/>
                </a:cubicBezTo>
                <a:lnTo>
                  <a:pt x="24" y="104"/>
                </a:lnTo>
                <a:close/>
                <a:moveTo>
                  <a:pt x="24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4" y="128"/>
                  <a:pt x="24" y="128"/>
                  <a:pt x="24" y="128"/>
                </a:cubicBezTo>
                <a:lnTo>
                  <a:pt x="24" y="120"/>
                </a:lnTo>
                <a:close/>
                <a:moveTo>
                  <a:pt x="1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6"/>
                  <a:pt x="24" y="16"/>
                  <a:pt x="2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24"/>
                </a:lnTo>
                <a:close/>
                <a:moveTo>
                  <a:pt x="24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136"/>
                </a:lnTo>
                <a:close/>
                <a:moveTo>
                  <a:pt x="24" y="152"/>
                </a:moveTo>
                <a:cubicBezTo>
                  <a:pt x="16" y="152"/>
                  <a:pt x="16" y="152"/>
                  <a:pt x="16" y="15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4" y="160"/>
                  <a:pt x="24" y="160"/>
                  <a:pt x="24" y="160"/>
                </a:cubicBezTo>
                <a:lnTo>
                  <a:pt x="24" y="152"/>
                </a:lnTo>
                <a:close/>
                <a:moveTo>
                  <a:pt x="160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60" y="160"/>
                  <a:pt x="160" y="160"/>
                  <a:pt x="160" y="160"/>
                </a:cubicBezTo>
                <a:lnTo>
                  <a:pt x="160" y="152"/>
                </a:lnTo>
                <a:close/>
                <a:moveTo>
                  <a:pt x="160" y="136"/>
                </a:moveTo>
                <a:cubicBezTo>
                  <a:pt x="152" y="136"/>
                  <a:pt x="152" y="136"/>
                  <a:pt x="152" y="1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60" y="144"/>
                  <a:pt x="160" y="144"/>
                  <a:pt x="160" y="144"/>
                </a:cubicBezTo>
                <a:lnTo>
                  <a:pt x="160" y="136"/>
                </a:lnTo>
                <a:close/>
                <a:moveTo>
                  <a:pt x="152" y="72"/>
                </a:moveTo>
                <a:cubicBezTo>
                  <a:pt x="160" y="72"/>
                  <a:pt x="160" y="72"/>
                  <a:pt x="160" y="72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52" y="64"/>
                  <a:pt x="152" y="64"/>
                  <a:pt x="152" y="64"/>
                </a:cubicBezTo>
                <a:lnTo>
                  <a:pt x="152" y="72"/>
                </a:lnTo>
                <a:close/>
                <a:moveTo>
                  <a:pt x="152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56"/>
                </a:lnTo>
                <a:close/>
                <a:moveTo>
                  <a:pt x="160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120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32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92"/>
                  <a:pt x="8" y="92"/>
                  <a:pt x="8" y="92"/>
                </a:cubicBezTo>
                <a:cubicBezTo>
                  <a:pt x="32" y="92"/>
                  <a:pt x="32" y="92"/>
                  <a:pt x="32" y="92"/>
                </a:cubicBezTo>
                <a:lnTo>
                  <a:pt x="32" y="168"/>
                </a:lnTo>
                <a:close/>
                <a:moveTo>
                  <a:pt x="32" y="84"/>
                </a:moveTo>
                <a:cubicBezTo>
                  <a:pt x="8" y="84"/>
                  <a:pt x="8" y="84"/>
                  <a:pt x="8" y="8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32" y="8"/>
                  <a:pt x="32" y="8"/>
                  <a:pt x="32" y="8"/>
                </a:cubicBezTo>
                <a:lnTo>
                  <a:pt x="32" y="84"/>
                </a:lnTo>
                <a:close/>
                <a:moveTo>
                  <a:pt x="136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92"/>
                  <a:pt x="40" y="92"/>
                  <a:pt x="40" y="92"/>
                </a:cubicBezTo>
                <a:cubicBezTo>
                  <a:pt x="136" y="92"/>
                  <a:pt x="136" y="92"/>
                  <a:pt x="136" y="92"/>
                </a:cubicBezTo>
                <a:lnTo>
                  <a:pt x="136" y="168"/>
                </a:lnTo>
                <a:close/>
                <a:moveTo>
                  <a:pt x="136" y="84"/>
                </a:moveTo>
                <a:cubicBezTo>
                  <a:pt x="40" y="84"/>
                  <a:pt x="40" y="84"/>
                  <a:pt x="40" y="84"/>
                </a:cubicBezTo>
                <a:cubicBezTo>
                  <a:pt x="40" y="8"/>
                  <a:pt x="40" y="8"/>
                  <a:pt x="40" y="8"/>
                </a:cubicBezTo>
                <a:cubicBezTo>
                  <a:pt x="136" y="8"/>
                  <a:pt x="136" y="8"/>
                  <a:pt x="136" y="8"/>
                </a:cubicBezTo>
                <a:lnTo>
                  <a:pt x="136" y="84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68" y="92"/>
                  <a:pt x="168" y="92"/>
                  <a:pt x="168" y="92"/>
                </a:cubicBezTo>
                <a:lnTo>
                  <a:pt x="168" y="160"/>
                </a:lnTo>
                <a:close/>
                <a:moveTo>
                  <a:pt x="168" y="84"/>
                </a:moveTo>
                <a:cubicBezTo>
                  <a:pt x="144" y="84"/>
                  <a:pt x="144" y="84"/>
                  <a:pt x="144" y="84"/>
                </a:cubicBezTo>
                <a:cubicBezTo>
                  <a:pt x="144" y="8"/>
                  <a:pt x="144" y="8"/>
                  <a:pt x="144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84"/>
                </a:lnTo>
                <a:close/>
                <a:moveTo>
                  <a:pt x="152" y="24"/>
                </a:moveTo>
                <a:cubicBezTo>
                  <a:pt x="160" y="24"/>
                  <a:pt x="160" y="24"/>
                  <a:pt x="160" y="2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52" y="16"/>
                  <a:pt x="152" y="16"/>
                  <a:pt x="152" y="16"/>
                </a:cubicBezTo>
                <a:lnTo>
                  <a:pt x="152" y="24"/>
                </a:lnTo>
                <a:close/>
                <a:moveTo>
                  <a:pt x="160" y="104"/>
                </a:moveTo>
                <a:cubicBezTo>
                  <a:pt x="152" y="104"/>
                  <a:pt x="152" y="104"/>
                  <a:pt x="152" y="104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104"/>
                </a:lnTo>
                <a:close/>
                <a:moveTo>
                  <a:pt x="152" y="40"/>
                </a:moveTo>
                <a:cubicBezTo>
                  <a:pt x="160" y="40"/>
                  <a:pt x="160" y="40"/>
                  <a:pt x="160" y="40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4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7" name="Freeform 80"/>
          <p:cNvSpPr>
            <a:spLocks noEditPoints="1"/>
          </p:cNvSpPr>
          <p:nvPr/>
        </p:nvSpPr>
        <p:spPr bwMode="auto">
          <a:xfrm>
            <a:off x="6643368" y="1745928"/>
            <a:ext cx="334275" cy="335898"/>
          </a:xfrm>
          <a:custGeom>
            <a:avLst/>
            <a:gdLst>
              <a:gd name="T0" fmla="*/ 16 w 176"/>
              <a:gd name="T1" fmla="*/ 152 h 176"/>
              <a:gd name="T2" fmla="*/ 24 w 176"/>
              <a:gd name="T3" fmla="*/ 160 h 176"/>
              <a:gd name="T4" fmla="*/ 24 w 176"/>
              <a:gd name="T5" fmla="*/ 120 h 176"/>
              <a:gd name="T6" fmla="*/ 16 w 176"/>
              <a:gd name="T7" fmla="*/ 128 h 176"/>
              <a:gd name="T8" fmla="*/ 24 w 176"/>
              <a:gd name="T9" fmla="*/ 120 h 176"/>
              <a:gd name="T10" fmla="*/ 24 w 176"/>
              <a:gd name="T11" fmla="*/ 56 h 176"/>
              <a:gd name="T12" fmla="*/ 16 w 176"/>
              <a:gd name="T13" fmla="*/ 48 h 176"/>
              <a:gd name="T14" fmla="*/ 24 w 176"/>
              <a:gd name="T15" fmla="*/ 136 h 176"/>
              <a:gd name="T16" fmla="*/ 16 w 176"/>
              <a:gd name="T17" fmla="*/ 144 h 176"/>
              <a:gd name="T18" fmla="*/ 24 w 176"/>
              <a:gd name="T19" fmla="*/ 136 h 176"/>
              <a:gd name="T20" fmla="*/ 24 w 176"/>
              <a:gd name="T21" fmla="*/ 88 h 176"/>
              <a:gd name="T22" fmla="*/ 16 w 176"/>
              <a:gd name="T23" fmla="*/ 80 h 176"/>
              <a:gd name="T24" fmla="*/ 16 w 176"/>
              <a:gd name="T25" fmla="*/ 72 h 176"/>
              <a:gd name="T26" fmla="*/ 24 w 176"/>
              <a:gd name="T27" fmla="*/ 64 h 176"/>
              <a:gd name="T28" fmla="*/ 16 w 176"/>
              <a:gd name="T29" fmla="*/ 72 h 176"/>
              <a:gd name="T30" fmla="*/ 16 w 176"/>
              <a:gd name="T31" fmla="*/ 32 h 176"/>
              <a:gd name="T32" fmla="*/ 0 w 176"/>
              <a:gd name="T33" fmla="*/ 160 h 176"/>
              <a:gd name="T34" fmla="*/ 128 w 176"/>
              <a:gd name="T35" fmla="*/ 176 h 176"/>
              <a:gd name="T36" fmla="*/ 144 w 176"/>
              <a:gd name="T37" fmla="*/ 48 h 176"/>
              <a:gd name="T38" fmla="*/ 32 w 176"/>
              <a:gd name="T39" fmla="*/ 168 h 176"/>
              <a:gd name="T40" fmla="*/ 8 w 176"/>
              <a:gd name="T41" fmla="*/ 160 h 176"/>
              <a:gd name="T42" fmla="*/ 32 w 176"/>
              <a:gd name="T43" fmla="*/ 108 h 176"/>
              <a:gd name="T44" fmla="*/ 32 w 176"/>
              <a:gd name="T45" fmla="*/ 100 h 176"/>
              <a:gd name="T46" fmla="*/ 8 w 176"/>
              <a:gd name="T47" fmla="*/ 48 h 176"/>
              <a:gd name="T48" fmla="*/ 32 w 176"/>
              <a:gd name="T49" fmla="*/ 40 h 176"/>
              <a:gd name="T50" fmla="*/ 104 w 176"/>
              <a:gd name="T51" fmla="*/ 168 h 176"/>
              <a:gd name="T52" fmla="*/ 40 w 176"/>
              <a:gd name="T53" fmla="*/ 108 h 176"/>
              <a:gd name="T54" fmla="*/ 104 w 176"/>
              <a:gd name="T55" fmla="*/ 168 h 176"/>
              <a:gd name="T56" fmla="*/ 40 w 176"/>
              <a:gd name="T57" fmla="*/ 100 h 176"/>
              <a:gd name="T58" fmla="*/ 104 w 176"/>
              <a:gd name="T59" fmla="*/ 40 h 176"/>
              <a:gd name="T60" fmla="*/ 136 w 176"/>
              <a:gd name="T61" fmla="*/ 160 h 176"/>
              <a:gd name="T62" fmla="*/ 112 w 176"/>
              <a:gd name="T63" fmla="*/ 168 h 176"/>
              <a:gd name="T64" fmla="*/ 136 w 176"/>
              <a:gd name="T65" fmla="*/ 108 h 176"/>
              <a:gd name="T66" fmla="*/ 136 w 176"/>
              <a:gd name="T67" fmla="*/ 100 h 176"/>
              <a:gd name="T68" fmla="*/ 112 w 176"/>
              <a:gd name="T69" fmla="*/ 40 h 176"/>
              <a:gd name="T70" fmla="*/ 136 w 176"/>
              <a:gd name="T71" fmla="*/ 48 h 176"/>
              <a:gd name="T72" fmla="*/ 120 w 176"/>
              <a:gd name="T73" fmla="*/ 56 h 176"/>
              <a:gd name="T74" fmla="*/ 128 w 176"/>
              <a:gd name="T75" fmla="*/ 48 h 176"/>
              <a:gd name="T76" fmla="*/ 120 w 176"/>
              <a:gd name="T77" fmla="*/ 56 h 176"/>
              <a:gd name="T78" fmla="*/ 48 w 176"/>
              <a:gd name="T79" fmla="*/ 0 h 176"/>
              <a:gd name="T80" fmla="*/ 32 w 176"/>
              <a:gd name="T81" fmla="*/ 20 h 176"/>
              <a:gd name="T82" fmla="*/ 40 w 176"/>
              <a:gd name="T83" fmla="*/ 20 h 176"/>
              <a:gd name="T84" fmla="*/ 48 w 176"/>
              <a:gd name="T85" fmla="*/ 8 h 176"/>
              <a:gd name="T86" fmla="*/ 168 w 176"/>
              <a:gd name="T87" fmla="*/ 16 h 176"/>
              <a:gd name="T88" fmla="*/ 160 w 176"/>
              <a:gd name="T89" fmla="*/ 136 h 176"/>
              <a:gd name="T90" fmla="*/ 152 w 176"/>
              <a:gd name="T91" fmla="*/ 140 h 176"/>
              <a:gd name="T92" fmla="*/ 160 w 176"/>
              <a:gd name="T93" fmla="*/ 144 h 176"/>
              <a:gd name="T94" fmla="*/ 176 w 176"/>
              <a:gd name="T95" fmla="*/ 16 h 176"/>
              <a:gd name="T96" fmla="*/ 120 w 176"/>
              <a:gd name="T97" fmla="*/ 72 h 176"/>
              <a:gd name="T98" fmla="*/ 128 w 176"/>
              <a:gd name="T99" fmla="*/ 64 h 176"/>
              <a:gd name="T100" fmla="*/ 120 w 176"/>
              <a:gd name="T101" fmla="*/ 72 h 176"/>
              <a:gd name="T102" fmla="*/ 120 w 176"/>
              <a:gd name="T103" fmla="*/ 136 h 176"/>
              <a:gd name="T104" fmla="*/ 128 w 176"/>
              <a:gd name="T105" fmla="*/ 144 h 176"/>
              <a:gd name="T106" fmla="*/ 120 w 176"/>
              <a:gd name="T107" fmla="*/ 88 h 176"/>
              <a:gd name="T108" fmla="*/ 128 w 176"/>
              <a:gd name="T109" fmla="*/ 80 h 176"/>
              <a:gd name="T110" fmla="*/ 120 w 176"/>
              <a:gd name="T111" fmla="*/ 88 h 176"/>
              <a:gd name="T112" fmla="*/ 120 w 176"/>
              <a:gd name="T113" fmla="*/ 120 h 176"/>
              <a:gd name="T114" fmla="*/ 128 w 176"/>
              <a:gd name="T115" fmla="*/ 128 h 176"/>
              <a:gd name="T116" fmla="*/ 128 w 176"/>
              <a:gd name="T117" fmla="*/ 152 h 176"/>
              <a:gd name="T118" fmla="*/ 120 w 176"/>
              <a:gd name="T119" fmla="*/ 160 h 176"/>
              <a:gd name="T120" fmla="*/ 128 w 176"/>
              <a:gd name="T121" fmla="*/ 1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24" y="152"/>
                </a:moveTo>
                <a:cubicBezTo>
                  <a:pt x="16" y="152"/>
                  <a:pt x="16" y="152"/>
                  <a:pt x="16" y="15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4" y="160"/>
                  <a:pt x="24" y="160"/>
                  <a:pt x="24" y="160"/>
                </a:cubicBezTo>
                <a:lnTo>
                  <a:pt x="24" y="152"/>
                </a:lnTo>
                <a:close/>
                <a:moveTo>
                  <a:pt x="24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4" y="128"/>
                  <a:pt x="24" y="128"/>
                  <a:pt x="24" y="128"/>
                </a:cubicBezTo>
                <a:lnTo>
                  <a:pt x="24" y="120"/>
                </a:lnTo>
                <a:close/>
                <a:moveTo>
                  <a:pt x="16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4" y="48"/>
                  <a:pt x="24" y="48"/>
                  <a:pt x="24" y="48"/>
                </a:cubicBezTo>
                <a:cubicBezTo>
                  <a:pt x="16" y="48"/>
                  <a:pt x="16" y="48"/>
                  <a:pt x="16" y="48"/>
                </a:cubicBezTo>
                <a:lnTo>
                  <a:pt x="16" y="56"/>
                </a:lnTo>
                <a:close/>
                <a:moveTo>
                  <a:pt x="24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136"/>
                </a:lnTo>
                <a:close/>
                <a:moveTo>
                  <a:pt x="16" y="88"/>
                </a:moveTo>
                <a:cubicBezTo>
                  <a:pt x="24" y="88"/>
                  <a:pt x="24" y="88"/>
                  <a:pt x="24" y="88"/>
                </a:cubicBezTo>
                <a:cubicBezTo>
                  <a:pt x="24" y="80"/>
                  <a:pt x="24" y="80"/>
                  <a:pt x="24" y="80"/>
                </a:cubicBezTo>
                <a:cubicBezTo>
                  <a:pt x="16" y="80"/>
                  <a:pt x="16" y="80"/>
                  <a:pt x="16" y="80"/>
                </a:cubicBezTo>
                <a:lnTo>
                  <a:pt x="16" y="88"/>
                </a:lnTo>
                <a:close/>
                <a:moveTo>
                  <a:pt x="16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64"/>
                  <a:pt x="24" y="64"/>
                  <a:pt x="24" y="64"/>
                </a:cubicBezTo>
                <a:cubicBezTo>
                  <a:pt x="16" y="64"/>
                  <a:pt x="16" y="64"/>
                  <a:pt x="16" y="64"/>
                </a:cubicBezTo>
                <a:lnTo>
                  <a:pt x="16" y="72"/>
                </a:lnTo>
                <a:close/>
                <a:moveTo>
                  <a:pt x="128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39"/>
                  <a:pt x="137" y="32"/>
                  <a:pt x="128" y="32"/>
                </a:cubicBezTo>
                <a:moveTo>
                  <a:pt x="32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08"/>
                  <a:pt x="8" y="108"/>
                  <a:pt x="8" y="108"/>
                </a:cubicBezTo>
                <a:cubicBezTo>
                  <a:pt x="32" y="108"/>
                  <a:pt x="32" y="108"/>
                  <a:pt x="32" y="108"/>
                </a:cubicBezTo>
                <a:lnTo>
                  <a:pt x="32" y="168"/>
                </a:lnTo>
                <a:close/>
                <a:moveTo>
                  <a:pt x="32" y="100"/>
                </a:moveTo>
                <a:cubicBezTo>
                  <a:pt x="8" y="100"/>
                  <a:pt x="8" y="100"/>
                  <a:pt x="8" y="100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32" y="40"/>
                  <a:pt x="32" y="40"/>
                  <a:pt x="32" y="40"/>
                </a:cubicBezTo>
                <a:lnTo>
                  <a:pt x="32" y="100"/>
                </a:lnTo>
                <a:close/>
                <a:moveTo>
                  <a:pt x="104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104" y="108"/>
                  <a:pt x="104" y="108"/>
                  <a:pt x="104" y="108"/>
                </a:cubicBezTo>
                <a:lnTo>
                  <a:pt x="104" y="168"/>
                </a:lnTo>
                <a:close/>
                <a:moveTo>
                  <a:pt x="104" y="100"/>
                </a:moveTo>
                <a:cubicBezTo>
                  <a:pt x="40" y="100"/>
                  <a:pt x="40" y="100"/>
                  <a:pt x="40" y="100"/>
                </a:cubicBezTo>
                <a:cubicBezTo>
                  <a:pt x="40" y="40"/>
                  <a:pt x="40" y="40"/>
                  <a:pt x="40" y="40"/>
                </a:cubicBezTo>
                <a:cubicBezTo>
                  <a:pt x="104" y="40"/>
                  <a:pt x="104" y="40"/>
                  <a:pt x="104" y="40"/>
                </a:cubicBezTo>
                <a:lnTo>
                  <a:pt x="104" y="10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36" y="108"/>
                  <a:pt x="136" y="108"/>
                  <a:pt x="136" y="108"/>
                </a:cubicBezTo>
                <a:lnTo>
                  <a:pt x="136" y="160"/>
                </a:lnTo>
                <a:close/>
                <a:moveTo>
                  <a:pt x="136" y="100"/>
                </a:moveTo>
                <a:cubicBezTo>
                  <a:pt x="112" y="100"/>
                  <a:pt x="112" y="100"/>
                  <a:pt x="112" y="100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32" y="40"/>
                  <a:pt x="136" y="44"/>
                  <a:pt x="136" y="48"/>
                </a:cubicBezTo>
                <a:lnTo>
                  <a:pt x="136" y="100"/>
                </a:lnTo>
                <a:close/>
                <a:moveTo>
                  <a:pt x="120" y="56"/>
                </a:moveTo>
                <a:cubicBezTo>
                  <a:pt x="128" y="56"/>
                  <a:pt x="128" y="56"/>
                  <a:pt x="128" y="56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0" y="48"/>
                  <a:pt x="120" y="48"/>
                  <a:pt x="120" y="48"/>
                </a:cubicBezTo>
                <a:lnTo>
                  <a:pt x="120" y="56"/>
                </a:lnTo>
                <a:close/>
                <a:moveTo>
                  <a:pt x="160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20" y="72"/>
                </a:moveTo>
                <a:cubicBezTo>
                  <a:pt x="128" y="72"/>
                  <a:pt x="128" y="72"/>
                  <a:pt x="128" y="7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0" y="64"/>
                  <a:pt x="120" y="64"/>
                  <a:pt x="120" y="64"/>
                </a:cubicBezTo>
                <a:lnTo>
                  <a:pt x="120" y="72"/>
                </a:lnTo>
                <a:close/>
                <a:moveTo>
                  <a:pt x="128" y="136"/>
                </a:moveTo>
                <a:cubicBezTo>
                  <a:pt x="120" y="136"/>
                  <a:pt x="120" y="136"/>
                  <a:pt x="120" y="136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28" y="144"/>
                  <a:pt x="128" y="144"/>
                  <a:pt x="128" y="144"/>
                </a:cubicBezTo>
                <a:lnTo>
                  <a:pt x="128" y="136"/>
                </a:lnTo>
                <a:close/>
                <a:moveTo>
                  <a:pt x="120" y="88"/>
                </a:moveTo>
                <a:cubicBezTo>
                  <a:pt x="128" y="88"/>
                  <a:pt x="128" y="88"/>
                  <a:pt x="128" y="88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0" y="80"/>
                  <a:pt x="120" y="80"/>
                  <a:pt x="120" y="80"/>
                </a:cubicBezTo>
                <a:lnTo>
                  <a:pt x="120" y="88"/>
                </a:lnTo>
                <a:close/>
                <a:moveTo>
                  <a:pt x="128" y="120"/>
                </a:moveTo>
                <a:cubicBezTo>
                  <a:pt x="120" y="120"/>
                  <a:pt x="120" y="120"/>
                  <a:pt x="120" y="120"/>
                </a:cubicBezTo>
                <a:cubicBezTo>
                  <a:pt x="120" y="128"/>
                  <a:pt x="120" y="128"/>
                  <a:pt x="120" y="128"/>
                </a:cubicBezTo>
                <a:cubicBezTo>
                  <a:pt x="128" y="128"/>
                  <a:pt x="128" y="128"/>
                  <a:pt x="128" y="128"/>
                </a:cubicBezTo>
                <a:lnTo>
                  <a:pt x="128" y="120"/>
                </a:lnTo>
                <a:close/>
                <a:moveTo>
                  <a:pt x="128" y="152"/>
                </a:moveTo>
                <a:cubicBezTo>
                  <a:pt x="120" y="152"/>
                  <a:pt x="120" y="152"/>
                  <a:pt x="120" y="15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8" y="160"/>
                  <a:pt x="128" y="160"/>
                  <a:pt x="128" y="160"/>
                </a:cubicBezTo>
                <a:lnTo>
                  <a:pt x="128" y="15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8" name="Freeform 81"/>
          <p:cNvSpPr>
            <a:spLocks noEditPoints="1"/>
          </p:cNvSpPr>
          <p:nvPr/>
        </p:nvSpPr>
        <p:spPr bwMode="auto">
          <a:xfrm>
            <a:off x="7282709" y="1745928"/>
            <a:ext cx="334275" cy="335898"/>
          </a:xfrm>
          <a:custGeom>
            <a:avLst/>
            <a:gdLst>
              <a:gd name="T0" fmla="*/ 24 w 176"/>
              <a:gd name="T1" fmla="*/ 32 h 176"/>
              <a:gd name="T2" fmla="*/ 16 w 176"/>
              <a:gd name="T3" fmla="*/ 56 h 176"/>
              <a:gd name="T4" fmla="*/ 16 w 176"/>
              <a:gd name="T5" fmla="*/ 48 h 176"/>
              <a:gd name="T6" fmla="*/ 16 w 176"/>
              <a:gd name="T7" fmla="*/ 152 h 176"/>
              <a:gd name="T8" fmla="*/ 24 w 176"/>
              <a:gd name="T9" fmla="*/ 152 h 176"/>
              <a:gd name="T10" fmla="*/ 16 w 176"/>
              <a:gd name="T11" fmla="*/ 128 h 176"/>
              <a:gd name="T12" fmla="*/ 24 w 176"/>
              <a:gd name="T13" fmla="*/ 104 h 176"/>
              <a:gd name="T14" fmla="*/ 24 w 176"/>
              <a:gd name="T15" fmla="*/ 112 h 176"/>
              <a:gd name="T16" fmla="*/ 16 w 176"/>
              <a:gd name="T17" fmla="*/ 136 h 176"/>
              <a:gd name="T18" fmla="*/ 24 w 176"/>
              <a:gd name="T19" fmla="*/ 136 h 176"/>
              <a:gd name="T20" fmla="*/ 24 w 176"/>
              <a:gd name="T21" fmla="*/ 64 h 176"/>
              <a:gd name="T22" fmla="*/ 16 w 176"/>
              <a:gd name="T23" fmla="*/ 24 h 176"/>
              <a:gd name="T24" fmla="*/ 16 w 176"/>
              <a:gd name="T25" fmla="*/ 16 h 176"/>
              <a:gd name="T26" fmla="*/ 160 w 176"/>
              <a:gd name="T27" fmla="*/ 40 h 176"/>
              <a:gd name="T28" fmla="*/ 152 w 176"/>
              <a:gd name="T29" fmla="*/ 40 h 176"/>
              <a:gd name="T30" fmla="*/ 160 w 176"/>
              <a:gd name="T31" fmla="*/ 48 h 176"/>
              <a:gd name="T32" fmla="*/ 152 w 176"/>
              <a:gd name="T33" fmla="*/ 72 h 176"/>
              <a:gd name="T34" fmla="*/ 152 w 176"/>
              <a:gd name="T35" fmla="*/ 64 h 176"/>
              <a:gd name="T36" fmla="*/ 16 w 176"/>
              <a:gd name="T37" fmla="*/ 0 h 176"/>
              <a:gd name="T38" fmla="*/ 16 w 176"/>
              <a:gd name="T39" fmla="*/ 176 h 176"/>
              <a:gd name="T40" fmla="*/ 176 w 176"/>
              <a:gd name="T41" fmla="*/ 16 h 176"/>
              <a:gd name="T42" fmla="*/ 16 w 176"/>
              <a:gd name="T43" fmla="*/ 168 h 176"/>
              <a:gd name="T44" fmla="*/ 32 w 176"/>
              <a:gd name="T45" fmla="*/ 92 h 176"/>
              <a:gd name="T46" fmla="*/ 8 w 176"/>
              <a:gd name="T47" fmla="*/ 84 h 176"/>
              <a:gd name="T48" fmla="*/ 32 w 176"/>
              <a:gd name="T49" fmla="*/ 8 h 176"/>
              <a:gd name="T50" fmla="*/ 40 w 176"/>
              <a:gd name="T51" fmla="*/ 168 h 176"/>
              <a:gd name="T52" fmla="*/ 136 w 176"/>
              <a:gd name="T53" fmla="*/ 168 h 176"/>
              <a:gd name="T54" fmla="*/ 144 w 176"/>
              <a:gd name="T55" fmla="*/ 168 h 176"/>
              <a:gd name="T56" fmla="*/ 168 w 176"/>
              <a:gd name="T57" fmla="*/ 160 h 176"/>
              <a:gd name="T58" fmla="*/ 144 w 176"/>
              <a:gd name="T59" fmla="*/ 8 h 176"/>
              <a:gd name="T60" fmla="*/ 168 w 176"/>
              <a:gd name="T61" fmla="*/ 84 h 176"/>
              <a:gd name="T62" fmla="*/ 160 w 176"/>
              <a:gd name="T63" fmla="*/ 16 h 176"/>
              <a:gd name="T64" fmla="*/ 160 w 176"/>
              <a:gd name="T65" fmla="*/ 136 h 176"/>
              <a:gd name="T66" fmla="*/ 160 w 176"/>
              <a:gd name="T67" fmla="*/ 144 h 176"/>
              <a:gd name="T68" fmla="*/ 152 w 176"/>
              <a:gd name="T69" fmla="*/ 104 h 176"/>
              <a:gd name="T70" fmla="*/ 160 w 176"/>
              <a:gd name="T71" fmla="*/ 104 h 176"/>
              <a:gd name="T72" fmla="*/ 152 w 176"/>
              <a:gd name="T73" fmla="*/ 128 h 176"/>
              <a:gd name="T74" fmla="*/ 160 w 176"/>
              <a:gd name="T75" fmla="*/ 152 h 176"/>
              <a:gd name="T76" fmla="*/ 160 w 176"/>
              <a:gd name="T77" fmla="*/ 160 h 176"/>
              <a:gd name="T78" fmla="*/ 70 w 176"/>
              <a:gd name="T79" fmla="*/ 119 h 176"/>
              <a:gd name="T80" fmla="*/ 114 w 176"/>
              <a:gd name="T81" fmla="*/ 91 h 176"/>
              <a:gd name="T82" fmla="*/ 115 w 176"/>
              <a:gd name="T83" fmla="*/ 85 h 176"/>
              <a:gd name="T84" fmla="*/ 68 w 176"/>
              <a:gd name="T85" fmla="*/ 56 h 176"/>
              <a:gd name="T86" fmla="*/ 68 w 176"/>
              <a:gd name="T87" fmla="*/ 120 h 176"/>
              <a:gd name="T88" fmla="*/ 72 w 176"/>
              <a:gd name="T89" fmla="*/ 10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16" y="40"/>
                </a:moveTo>
                <a:cubicBezTo>
                  <a:pt x="24" y="40"/>
                  <a:pt x="24" y="40"/>
                  <a:pt x="24" y="40"/>
                </a:cubicBezTo>
                <a:cubicBezTo>
                  <a:pt x="24" y="32"/>
                  <a:pt x="24" y="32"/>
                  <a:pt x="24" y="32"/>
                </a:cubicBezTo>
                <a:cubicBezTo>
                  <a:pt x="16" y="32"/>
                  <a:pt x="16" y="32"/>
                  <a:pt x="16" y="32"/>
                </a:cubicBezTo>
                <a:lnTo>
                  <a:pt x="16" y="40"/>
                </a:lnTo>
                <a:close/>
                <a:moveTo>
                  <a:pt x="16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4" y="48"/>
                  <a:pt x="24" y="48"/>
                  <a:pt x="24" y="48"/>
                </a:cubicBezTo>
                <a:cubicBezTo>
                  <a:pt x="16" y="48"/>
                  <a:pt x="16" y="48"/>
                  <a:pt x="16" y="48"/>
                </a:cubicBezTo>
                <a:lnTo>
                  <a:pt x="16" y="56"/>
                </a:lnTo>
                <a:close/>
                <a:moveTo>
                  <a:pt x="24" y="152"/>
                </a:moveTo>
                <a:cubicBezTo>
                  <a:pt x="16" y="152"/>
                  <a:pt x="16" y="152"/>
                  <a:pt x="16" y="15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4" y="160"/>
                  <a:pt x="24" y="160"/>
                  <a:pt x="24" y="160"/>
                </a:cubicBezTo>
                <a:lnTo>
                  <a:pt x="24" y="152"/>
                </a:lnTo>
                <a:close/>
                <a:moveTo>
                  <a:pt x="24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4" y="128"/>
                  <a:pt x="24" y="128"/>
                  <a:pt x="24" y="128"/>
                </a:cubicBezTo>
                <a:lnTo>
                  <a:pt x="24" y="120"/>
                </a:lnTo>
                <a:close/>
                <a:moveTo>
                  <a:pt x="24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24" y="112"/>
                  <a:pt x="24" y="112"/>
                  <a:pt x="24" y="112"/>
                </a:cubicBezTo>
                <a:lnTo>
                  <a:pt x="24" y="104"/>
                </a:lnTo>
                <a:close/>
                <a:moveTo>
                  <a:pt x="24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136"/>
                </a:lnTo>
                <a:close/>
                <a:moveTo>
                  <a:pt x="16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64"/>
                  <a:pt x="24" y="64"/>
                  <a:pt x="24" y="64"/>
                </a:cubicBezTo>
                <a:cubicBezTo>
                  <a:pt x="16" y="64"/>
                  <a:pt x="16" y="64"/>
                  <a:pt x="16" y="64"/>
                </a:cubicBezTo>
                <a:lnTo>
                  <a:pt x="16" y="72"/>
                </a:lnTo>
                <a:close/>
                <a:moveTo>
                  <a:pt x="1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6"/>
                  <a:pt x="24" y="16"/>
                  <a:pt x="2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24"/>
                </a:lnTo>
                <a:close/>
                <a:moveTo>
                  <a:pt x="152" y="40"/>
                </a:moveTo>
                <a:cubicBezTo>
                  <a:pt x="160" y="40"/>
                  <a:pt x="160" y="40"/>
                  <a:pt x="160" y="40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40"/>
                </a:lnTo>
                <a:close/>
                <a:moveTo>
                  <a:pt x="152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56"/>
                </a:lnTo>
                <a:close/>
                <a:moveTo>
                  <a:pt x="152" y="72"/>
                </a:moveTo>
                <a:cubicBezTo>
                  <a:pt x="160" y="72"/>
                  <a:pt x="160" y="72"/>
                  <a:pt x="160" y="72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52" y="64"/>
                  <a:pt x="152" y="64"/>
                  <a:pt x="152" y="64"/>
                </a:cubicBezTo>
                <a:lnTo>
                  <a:pt x="152" y="72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32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92"/>
                  <a:pt x="8" y="92"/>
                  <a:pt x="8" y="92"/>
                </a:cubicBezTo>
                <a:cubicBezTo>
                  <a:pt x="32" y="92"/>
                  <a:pt x="32" y="92"/>
                  <a:pt x="32" y="92"/>
                </a:cubicBezTo>
                <a:lnTo>
                  <a:pt x="32" y="168"/>
                </a:lnTo>
                <a:close/>
                <a:moveTo>
                  <a:pt x="32" y="84"/>
                </a:moveTo>
                <a:cubicBezTo>
                  <a:pt x="8" y="84"/>
                  <a:pt x="8" y="84"/>
                  <a:pt x="8" y="8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32" y="8"/>
                  <a:pt x="32" y="8"/>
                  <a:pt x="32" y="8"/>
                </a:cubicBezTo>
                <a:lnTo>
                  <a:pt x="32" y="84"/>
                </a:lnTo>
                <a:close/>
                <a:moveTo>
                  <a:pt x="136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8"/>
                  <a:pt x="40" y="8"/>
                  <a:pt x="40" y="8"/>
                </a:cubicBezTo>
                <a:cubicBezTo>
                  <a:pt x="136" y="8"/>
                  <a:pt x="136" y="8"/>
                  <a:pt x="136" y="8"/>
                </a:cubicBezTo>
                <a:lnTo>
                  <a:pt x="136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68" y="92"/>
                  <a:pt x="168" y="92"/>
                  <a:pt x="168" y="92"/>
                </a:cubicBezTo>
                <a:lnTo>
                  <a:pt x="168" y="160"/>
                </a:lnTo>
                <a:close/>
                <a:moveTo>
                  <a:pt x="168" y="84"/>
                </a:moveTo>
                <a:cubicBezTo>
                  <a:pt x="144" y="84"/>
                  <a:pt x="144" y="84"/>
                  <a:pt x="144" y="84"/>
                </a:cubicBezTo>
                <a:cubicBezTo>
                  <a:pt x="144" y="8"/>
                  <a:pt x="144" y="8"/>
                  <a:pt x="144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84"/>
                </a:lnTo>
                <a:close/>
                <a:moveTo>
                  <a:pt x="152" y="24"/>
                </a:moveTo>
                <a:cubicBezTo>
                  <a:pt x="160" y="24"/>
                  <a:pt x="160" y="24"/>
                  <a:pt x="160" y="2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52" y="16"/>
                  <a:pt x="152" y="16"/>
                  <a:pt x="152" y="16"/>
                </a:cubicBezTo>
                <a:lnTo>
                  <a:pt x="152" y="24"/>
                </a:lnTo>
                <a:close/>
                <a:moveTo>
                  <a:pt x="160" y="136"/>
                </a:moveTo>
                <a:cubicBezTo>
                  <a:pt x="152" y="136"/>
                  <a:pt x="152" y="136"/>
                  <a:pt x="152" y="1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60" y="144"/>
                  <a:pt x="160" y="144"/>
                  <a:pt x="160" y="144"/>
                </a:cubicBezTo>
                <a:lnTo>
                  <a:pt x="160" y="136"/>
                </a:lnTo>
                <a:close/>
                <a:moveTo>
                  <a:pt x="160" y="104"/>
                </a:moveTo>
                <a:cubicBezTo>
                  <a:pt x="152" y="104"/>
                  <a:pt x="152" y="104"/>
                  <a:pt x="152" y="104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104"/>
                </a:lnTo>
                <a:close/>
                <a:moveTo>
                  <a:pt x="160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120"/>
                </a:lnTo>
                <a:close/>
                <a:moveTo>
                  <a:pt x="160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60" y="160"/>
                  <a:pt x="160" y="160"/>
                  <a:pt x="160" y="160"/>
                </a:cubicBezTo>
                <a:lnTo>
                  <a:pt x="160" y="152"/>
                </a:lnTo>
                <a:close/>
                <a:moveTo>
                  <a:pt x="68" y="120"/>
                </a:moveTo>
                <a:cubicBezTo>
                  <a:pt x="69" y="120"/>
                  <a:pt x="70" y="120"/>
                  <a:pt x="70" y="119"/>
                </a:cubicBezTo>
                <a:cubicBezTo>
                  <a:pt x="71" y="119"/>
                  <a:pt x="71" y="119"/>
                  <a:pt x="71" y="119"/>
                </a:cubicBezTo>
                <a:cubicBezTo>
                  <a:pt x="115" y="91"/>
                  <a:pt x="115" y="91"/>
                  <a:pt x="115" y="91"/>
                </a:cubicBezTo>
                <a:cubicBezTo>
                  <a:pt x="114" y="91"/>
                  <a:pt x="114" y="91"/>
                  <a:pt x="114" y="91"/>
                </a:cubicBezTo>
                <a:cubicBezTo>
                  <a:pt x="115" y="90"/>
                  <a:pt x="116" y="89"/>
                  <a:pt x="116" y="88"/>
                </a:cubicBezTo>
                <a:cubicBezTo>
                  <a:pt x="116" y="87"/>
                  <a:pt x="115" y="86"/>
                  <a:pt x="114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71" y="57"/>
                  <a:pt x="71" y="57"/>
                  <a:pt x="71" y="57"/>
                </a:cubicBezTo>
                <a:cubicBezTo>
                  <a:pt x="70" y="57"/>
                  <a:pt x="70" y="57"/>
                  <a:pt x="70" y="57"/>
                </a:cubicBezTo>
                <a:cubicBezTo>
                  <a:pt x="70" y="56"/>
                  <a:pt x="69" y="56"/>
                  <a:pt x="68" y="56"/>
                </a:cubicBezTo>
                <a:cubicBezTo>
                  <a:pt x="66" y="56"/>
                  <a:pt x="64" y="58"/>
                  <a:pt x="64" y="60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18"/>
                  <a:pt x="66" y="120"/>
                  <a:pt x="68" y="120"/>
                </a:cubicBezTo>
                <a:moveTo>
                  <a:pt x="72" y="67"/>
                </a:moveTo>
                <a:cubicBezTo>
                  <a:pt x="105" y="88"/>
                  <a:pt x="105" y="88"/>
                  <a:pt x="105" y="88"/>
                </a:cubicBezTo>
                <a:cubicBezTo>
                  <a:pt x="72" y="109"/>
                  <a:pt x="72" y="109"/>
                  <a:pt x="72" y="109"/>
                </a:cubicBezTo>
                <a:lnTo>
                  <a:pt x="72" y="6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9" name="Freeform 82"/>
          <p:cNvSpPr>
            <a:spLocks noEditPoints="1"/>
          </p:cNvSpPr>
          <p:nvPr/>
        </p:nvSpPr>
        <p:spPr bwMode="auto">
          <a:xfrm>
            <a:off x="1530260" y="2385269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168 w 176"/>
              <a:gd name="T11" fmla="*/ 84 h 176"/>
              <a:gd name="T12" fmla="*/ 98 w 176"/>
              <a:gd name="T13" fmla="*/ 84 h 176"/>
              <a:gd name="T14" fmla="*/ 147 w 176"/>
              <a:gd name="T15" fmla="*/ 34 h 176"/>
              <a:gd name="T16" fmla="*/ 168 w 176"/>
              <a:gd name="T17" fmla="*/ 84 h 176"/>
              <a:gd name="T18" fmla="*/ 88 w 176"/>
              <a:gd name="T19" fmla="*/ 168 h 176"/>
              <a:gd name="T20" fmla="*/ 8 w 176"/>
              <a:gd name="T21" fmla="*/ 88 h 176"/>
              <a:gd name="T22" fmla="*/ 88 w 176"/>
              <a:gd name="T23" fmla="*/ 8 h 176"/>
              <a:gd name="T24" fmla="*/ 142 w 176"/>
              <a:gd name="T25" fmla="*/ 29 h 176"/>
              <a:gd name="T26" fmla="*/ 85 w 176"/>
              <a:gd name="T27" fmla="*/ 85 h 176"/>
              <a:gd name="T28" fmla="*/ 84 w 176"/>
              <a:gd name="T29" fmla="*/ 88 h 176"/>
              <a:gd name="T30" fmla="*/ 88 w 176"/>
              <a:gd name="T31" fmla="*/ 92 h 176"/>
              <a:gd name="T32" fmla="*/ 168 w 176"/>
              <a:gd name="T33" fmla="*/ 92 h 176"/>
              <a:gd name="T34" fmla="*/ 88 w 176"/>
              <a:gd name="T3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168" y="84"/>
                </a:moveTo>
                <a:cubicBezTo>
                  <a:pt x="98" y="84"/>
                  <a:pt x="98" y="84"/>
                  <a:pt x="98" y="84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59" y="48"/>
                  <a:pt x="167" y="65"/>
                  <a:pt x="168" y="84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09" y="8"/>
                  <a:pt x="127" y="16"/>
                  <a:pt x="142" y="29"/>
                </a:cubicBezTo>
                <a:cubicBezTo>
                  <a:pt x="85" y="85"/>
                  <a:pt x="85" y="85"/>
                  <a:pt x="85" y="85"/>
                </a:cubicBezTo>
                <a:cubicBezTo>
                  <a:pt x="84" y="86"/>
                  <a:pt x="84" y="87"/>
                  <a:pt x="84" y="88"/>
                </a:cubicBezTo>
                <a:cubicBezTo>
                  <a:pt x="84" y="90"/>
                  <a:pt x="86" y="92"/>
                  <a:pt x="88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6" y="134"/>
                  <a:pt x="131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0" name="Freeform 83"/>
          <p:cNvSpPr>
            <a:spLocks noEditPoints="1"/>
          </p:cNvSpPr>
          <p:nvPr/>
        </p:nvSpPr>
        <p:spPr bwMode="auto">
          <a:xfrm>
            <a:off x="2169601" y="2416100"/>
            <a:ext cx="334275" cy="274235"/>
          </a:xfrm>
          <a:custGeom>
            <a:avLst/>
            <a:gdLst>
              <a:gd name="T0" fmla="*/ 28 w 176"/>
              <a:gd name="T1" fmla="*/ 88 h 144"/>
              <a:gd name="T2" fmla="*/ 4 w 176"/>
              <a:gd name="T3" fmla="*/ 88 h 144"/>
              <a:gd name="T4" fmla="*/ 0 w 176"/>
              <a:gd name="T5" fmla="*/ 92 h 144"/>
              <a:gd name="T6" fmla="*/ 0 w 176"/>
              <a:gd name="T7" fmla="*/ 140 h 144"/>
              <a:gd name="T8" fmla="*/ 4 w 176"/>
              <a:gd name="T9" fmla="*/ 144 h 144"/>
              <a:gd name="T10" fmla="*/ 28 w 176"/>
              <a:gd name="T11" fmla="*/ 144 h 144"/>
              <a:gd name="T12" fmla="*/ 32 w 176"/>
              <a:gd name="T13" fmla="*/ 140 h 144"/>
              <a:gd name="T14" fmla="*/ 32 w 176"/>
              <a:gd name="T15" fmla="*/ 92 h 144"/>
              <a:gd name="T16" fmla="*/ 28 w 176"/>
              <a:gd name="T17" fmla="*/ 88 h 144"/>
              <a:gd name="T18" fmla="*/ 24 w 176"/>
              <a:gd name="T19" fmla="*/ 136 h 144"/>
              <a:gd name="T20" fmla="*/ 8 w 176"/>
              <a:gd name="T21" fmla="*/ 136 h 144"/>
              <a:gd name="T22" fmla="*/ 8 w 176"/>
              <a:gd name="T23" fmla="*/ 96 h 144"/>
              <a:gd name="T24" fmla="*/ 24 w 176"/>
              <a:gd name="T25" fmla="*/ 96 h 144"/>
              <a:gd name="T26" fmla="*/ 24 w 176"/>
              <a:gd name="T27" fmla="*/ 136 h 144"/>
              <a:gd name="T28" fmla="*/ 124 w 176"/>
              <a:gd name="T29" fmla="*/ 64 h 144"/>
              <a:gd name="T30" fmla="*/ 100 w 176"/>
              <a:gd name="T31" fmla="*/ 64 h 144"/>
              <a:gd name="T32" fmla="*/ 96 w 176"/>
              <a:gd name="T33" fmla="*/ 68 h 144"/>
              <a:gd name="T34" fmla="*/ 96 w 176"/>
              <a:gd name="T35" fmla="*/ 140 h 144"/>
              <a:gd name="T36" fmla="*/ 100 w 176"/>
              <a:gd name="T37" fmla="*/ 144 h 144"/>
              <a:gd name="T38" fmla="*/ 124 w 176"/>
              <a:gd name="T39" fmla="*/ 144 h 144"/>
              <a:gd name="T40" fmla="*/ 128 w 176"/>
              <a:gd name="T41" fmla="*/ 140 h 144"/>
              <a:gd name="T42" fmla="*/ 128 w 176"/>
              <a:gd name="T43" fmla="*/ 68 h 144"/>
              <a:gd name="T44" fmla="*/ 124 w 176"/>
              <a:gd name="T45" fmla="*/ 64 h 144"/>
              <a:gd name="T46" fmla="*/ 120 w 176"/>
              <a:gd name="T47" fmla="*/ 136 h 144"/>
              <a:gd name="T48" fmla="*/ 104 w 176"/>
              <a:gd name="T49" fmla="*/ 136 h 144"/>
              <a:gd name="T50" fmla="*/ 104 w 176"/>
              <a:gd name="T51" fmla="*/ 72 h 144"/>
              <a:gd name="T52" fmla="*/ 120 w 176"/>
              <a:gd name="T53" fmla="*/ 72 h 144"/>
              <a:gd name="T54" fmla="*/ 120 w 176"/>
              <a:gd name="T55" fmla="*/ 136 h 144"/>
              <a:gd name="T56" fmla="*/ 76 w 176"/>
              <a:gd name="T57" fmla="*/ 16 h 144"/>
              <a:gd name="T58" fmla="*/ 52 w 176"/>
              <a:gd name="T59" fmla="*/ 16 h 144"/>
              <a:gd name="T60" fmla="*/ 48 w 176"/>
              <a:gd name="T61" fmla="*/ 20 h 144"/>
              <a:gd name="T62" fmla="*/ 48 w 176"/>
              <a:gd name="T63" fmla="*/ 140 h 144"/>
              <a:gd name="T64" fmla="*/ 52 w 176"/>
              <a:gd name="T65" fmla="*/ 144 h 144"/>
              <a:gd name="T66" fmla="*/ 76 w 176"/>
              <a:gd name="T67" fmla="*/ 144 h 144"/>
              <a:gd name="T68" fmla="*/ 80 w 176"/>
              <a:gd name="T69" fmla="*/ 140 h 144"/>
              <a:gd name="T70" fmla="*/ 80 w 176"/>
              <a:gd name="T71" fmla="*/ 20 h 144"/>
              <a:gd name="T72" fmla="*/ 76 w 176"/>
              <a:gd name="T73" fmla="*/ 16 h 144"/>
              <a:gd name="T74" fmla="*/ 72 w 176"/>
              <a:gd name="T75" fmla="*/ 136 h 144"/>
              <a:gd name="T76" fmla="*/ 56 w 176"/>
              <a:gd name="T77" fmla="*/ 136 h 144"/>
              <a:gd name="T78" fmla="*/ 56 w 176"/>
              <a:gd name="T79" fmla="*/ 24 h 144"/>
              <a:gd name="T80" fmla="*/ 72 w 176"/>
              <a:gd name="T81" fmla="*/ 24 h 144"/>
              <a:gd name="T82" fmla="*/ 72 w 176"/>
              <a:gd name="T83" fmla="*/ 136 h 144"/>
              <a:gd name="T84" fmla="*/ 172 w 176"/>
              <a:gd name="T85" fmla="*/ 0 h 144"/>
              <a:gd name="T86" fmla="*/ 148 w 176"/>
              <a:gd name="T87" fmla="*/ 0 h 144"/>
              <a:gd name="T88" fmla="*/ 144 w 176"/>
              <a:gd name="T89" fmla="*/ 4 h 144"/>
              <a:gd name="T90" fmla="*/ 144 w 176"/>
              <a:gd name="T91" fmla="*/ 140 h 144"/>
              <a:gd name="T92" fmla="*/ 148 w 176"/>
              <a:gd name="T93" fmla="*/ 144 h 144"/>
              <a:gd name="T94" fmla="*/ 172 w 176"/>
              <a:gd name="T95" fmla="*/ 144 h 144"/>
              <a:gd name="T96" fmla="*/ 176 w 176"/>
              <a:gd name="T97" fmla="*/ 140 h 144"/>
              <a:gd name="T98" fmla="*/ 176 w 176"/>
              <a:gd name="T99" fmla="*/ 4 h 144"/>
              <a:gd name="T100" fmla="*/ 172 w 176"/>
              <a:gd name="T101" fmla="*/ 0 h 144"/>
              <a:gd name="T102" fmla="*/ 168 w 176"/>
              <a:gd name="T103" fmla="*/ 136 h 144"/>
              <a:gd name="T104" fmla="*/ 152 w 176"/>
              <a:gd name="T105" fmla="*/ 136 h 144"/>
              <a:gd name="T106" fmla="*/ 152 w 176"/>
              <a:gd name="T107" fmla="*/ 8 h 144"/>
              <a:gd name="T108" fmla="*/ 168 w 176"/>
              <a:gd name="T109" fmla="*/ 8 h 144"/>
              <a:gd name="T110" fmla="*/ 168 w 176"/>
              <a:gd name="T11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44">
                <a:moveTo>
                  <a:pt x="28" y="88"/>
                </a:moveTo>
                <a:cubicBezTo>
                  <a:pt x="4" y="88"/>
                  <a:pt x="4" y="88"/>
                  <a:pt x="4" y="88"/>
                </a:cubicBezTo>
                <a:cubicBezTo>
                  <a:pt x="2" y="88"/>
                  <a:pt x="0" y="90"/>
                  <a:pt x="0" y="92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28" y="144"/>
                  <a:pt x="28" y="144"/>
                  <a:pt x="28" y="144"/>
                </a:cubicBezTo>
                <a:cubicBezTo>
                  <a:pt x="30" y="144"/>
                  <a:pt x="32" y="142"/>
                  <a:pt x="32" y="140"/>
                </a:cubicBezTo>
                <a:cubicBezTo>
                  <a:pt x="32" y="92"/>
                  <a:pt x="32" y="92"/>
                  <a:pt x="32" y="92"/>
                </a:cubicBezTo>
                <a:cubicBezTo>
                  <a:pt x="32" y="90"/>
                  <a:pt x="30" y="88"/>
                  <a:pt x="28" y="88"/>
                </a:cubicBezTo>
                <a:moveTo>
                  <a:pt x="24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96"/>
                  <a:pt x="8" y="96"/>
                  <a:pt x="8" y="96"/>
                </a:cubicBezTo>
                <a:cubicBezTo>
                  <a:pt x="24" y="96"/>
                  <a:pt x="24" y="96"/>
                  <a:pt x="24" y="96"/>
                </a:cubicBezTo>
                <a:lnTo>
                  <a:pt x="24" y="136"/>
                </a:lnTo>
                <a:close/>
                <a:moveTo>
                  <a:pt x="124" y="64"/>
                </a:moveTo>
                <a:cubicBezTo>
                  <a:pt x="100" y="64"/>
                  <a:pt x="100" y="64"/>
                  <a:pt x="100" y="64"/>
                </a:cubicBezTo>
                <a:cubicBezTo>
                  <a:pt x="98" y="64"/>
                  <a:pt x="96" y="66"/>
                  <a:pt x="96" y="68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96" y="142"/>
                  <a:pt x="98" y="144"/>
                  <a:pt x="100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68"/>
                  <a:pt x="128" y="68"/>
                  <a:pt x="128" y="68"/>
                </a:cubicBezTo>
                <a:cubicBezTo>
                  <a:pt x="128" y="66"/>
                  <a:pt x="126" y="64"/>
                  <a:pt x="124" y="64"/>
                </a:cubicBezTo>
                <a:moveTo>
                  <a:pt x="120" y="136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20" y="72"/>
                  <a:pt x="120" y="72"/>
                  <a:pt x="120" y="72"/>
                </a:cubicBezTo>
                <a:lnTo>
                  <a:pt x="120" y="136"/>
                </a:lnTo>
                <a:close/>
                <a:moveTo>
                  <a:pt x="76" y="16"/>
                </a:moveTo>
                <a:cubicBezTo>
                  <a:pt x="52" y="16"/>
                  <a:pt x="52" y="16"/>
                  <a:pt x="52" y="16"/>
                </a:cubicBezTo>
                <a:cubicBezTo>
                  <a:pt x="50" y="16"/>
                  <a:pt x="48" y="18"/>
                  <a:pt x="48" y="20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2"/>
                  <a:pt x="50" y="144"/>
                  <a:pt x="52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8" y="144"/>
                  <a:pt x="80" y="142"/>
                  <a:pt x="80" y="140"/>
                </a:cubicBezTo>
                <a:cubicBezTo>
                  <a:pt x="80" y="20"/>
                  <a:pt x="80" y="20"/>
                  <a:pt x="80" y="20"/>
                </a:cubicBezTo>
                <a:cubicBezTo>
                  <a:pt x="80" y="18"/>
                  <a:pt x="78" y="16"/>
                  <a:pt x="76" y="16"/>
                </a:cubicBezTo>
                <a:moveTo>
                  <a:pt x="72" y="136"/>
                </a:moveTo>
                <a:cubicBezTo>
                  <a:pt x="56" y="136"/>
                  <a:pt x="56" y="136"/>
                  <a:pt x="56" y="136"/>
                </a:cubicBezTo>
                <a:cubicBezTo>
                  <a:pt x="56" y="24"/>
                  <a:pt x="56" y="24"/>
                  <a:pt x="56" y="24"/>
                </a:cubicBezTo>
                <a:cubicBezTo>
                  <a:pt x="72" y="24"/>
                  <a:pt x="72" y="24"/>
                  <a:pt x="72" y="24"/>
                </a:cubicBezTo>
                <a:lnTo>
                  <a:pt x="72" y="136"/>
                </a:lnTo>
                <a:close/>
                <a:moveTo>
                  <a:pt x="172" y="0"/>
                </a:moveTo>
                <a:cubicBezTo>
                  <a:pt x="148" y="0"/>
                  <a:pt x="148" y="0"/>
                  <a:pt x="148" y="0"/>
                </a:cubicBezTo>
                <a:cubicBezTo>
                  <a:pt x="146" y="0"/>
                  <a:pt x="144" y="2"/>
                  <a:pt x="144" y="4"/>
                </a:cubicBezTo>
                <a:cubicBezTo>
                  <a:pt x="144" y="140"/>
                  <a:pt x="144" y="140"/>
                  <a:pt x="144" y="140"/>
                </a:cubicBezTo>
                <a:cubicBezTo>
                  <a:pt x="144" y="142"/>
                  <a:pt x="146" y="144"/>
                  <a:pt x="148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68" y="136"/>
                </a:moveTo>
                <a:cubicBezTo>
                  <a:pt x="152" y="136"/>
                  <a:pt x="152" y="136"/>
                  <a:pt x="152" y="136"/>
                </a:cubicBezTo>
                <a:cubicBezTo>
                  <a:pt x="152" y="8"/>
                  <a:pt x="152" y="8"/>
                  <a:pt x="152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1" name="Freeform 84"/>
          <p:cNvSpPr>
            <a:spLocks noEditPoints="1"/>
          </p:cNvSpPr>
          <p:nvPr/>
        </p:nvSpPr>
        <p:spPr bwMode="auto">
          <a:xfrm>
            <a:off x="2808942" y="2385269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8 h 176"/>
              <a:gd name="T12" fmla="*/ 142 w 176"/>
              <a:gd name="T13" fmla="*/ 29 h 176"/>
              <a:gd name="T14" fmla="*/ 122 w 176"/>
              <a:gd name="T15" fmla="*/ 49 h 176"/>
              <a:gd name="T16" fmla="*/ 88 w 176"/>
              <a:gd name="T17" fmla="*/ 36 h 176"/>
              <a:gd name="T18" fmla="*/ 54 w 176"/>
              <a:gd name="T19" fmla="*/ 49 h 176"/>
              <a:gd name="T20" fmla="*/ 34 w 176"/>
              <a:gd name="T21" fmla="*/ 29 h 176"/>
              <a:gd name="T22" fmla="*/ 88 w 176"/>
              <a:gd name="T23" fmla="*/ 8 h 176"/>
              <a:gd name="T24" fmla="*/ 132 w 176"/>
              <a:gd name="T25" fmla="*/ 88 h 176"/>
              <a:gd name="T26" fmla="*/ 88 w 176"/>
              <a:gd name="T27" fmla="*/ 132 h 176"/>
              <a:gd name="T28" fmla="*/ 44 w 176"/>
              <a:gd name="T29" fmla="*/ 88 h 176"/>
              <a:gd name="T30" fmla="*/ 88 w 176"/>
              <a:gd name="T31" fmla="*/ 44 h 176"/>
              <a:gd name="T32" fmla="*/ 132 w 176"/>
              <a:gd name="T33" fmla="*/ 88 h 176"/>
              <a:gd name="T34" fmla="*/ 8 w 176"/>
              <a:gd name="T35" fmla="*/ 88 h 176"/>
              <a:gd name="T36" fmla="*/ 29 w 176"/>
              <a:gd name="T37" fmla="*/ 34 h 176"/>
              <a:gd name="T38" fmla="*/ 49 w 176"/>
              <a:gd name="T39" fmla="*/ 54 h 176"/>
              <a:gd name="T40" fmla="*/ 36 w 176"/>
              <a:gd name="T41" fmla="*/ 88 h 176"/>
              <a:gd name="T42" fmla="*/ 49 w 176"/>
              <a:gd name="T43" fmla="*/ 122 h 176"/>
              <a:gd name="T44" fmla="*/ 29 w 176"/>
              <a:gd name="T45" fmla="*/ 142 h 176"/>
              <a:gd name="T46" fmla="*/ 8 w 176"/>
              <a:gd name="T47" fmla="*/ 88 h 176"/>
              <a:gd name="T48" fmla="*/ 88 w 176"/>
              <a:gd name="T49" fmla="*/ 168 h 176"/>
              <a:gd name="T50" fmla="*/ 34 w 176"/>
              <a:gd name="T51" fmla="*/ 147 h 176"/>
              <a:gd name="T52" fmla="*/ 54 w 176"/>
              <a:gd name="T53" fmla="*/ 127 h 176"/>
              <a:gd name="T54" fmla="*/ 88 w 176"/>
              <a:gd name="T55" fmla="*/ 140 h 176"/>
              <a:gd name="T56" fmla="*/ 122 w 176"/>
              <a:gd name="T57" fmla="*/ 127 h 176"/>
              <a:gd name="T58" fmla="*/ 142 w 176"/>
              <a:gd name="T59" fmla="*/ 147 h 176"/>
              <a:gd name="T60" fmla="*/ 88 w 176"/>
              <a:gd name="T61" fmla="*/ 168 h 176"/>
              <a:gd name="T62" fmla="*/ 147 w 176"/>
              <a:gd name="T63" fmla="*/ 142 h 176"/>
              <a:gd name="T64" fmla="*/ 127 w 176"/>
              <a:gd name="T65" fmla="*/ 122 h 176"/>
              <a:gd name="T66" fmla="*/ 140 w 176"/>
              <a:gd name="T67" fmla="*/ 88 h 176"/>
              <a:gd name="T68" fmla="*/ 127 w 176"/>
              <a:gd name="T69" fmla="*/ 54 h 176"/>
              <a:gd name="T70" fmla="*/ 147 w 176"/>
              <a:gd name="T71" fmla="*/ 34 h 176"/>
              <a:gd name="T72" fmla="*/ 168 w 176"/>
              <a:gd name="T73" fmla="*/ 88 h 176"/>
              <a:gd name="T74" fmla="*/ 147 w 176"/>
              <a:gd name="T75" fmla="*/ 14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8"/>
                </a:moveTo>
                <a:cubicBezTo>
                  <a:pt x="109" y="8"/>
                  <a:pt x="127" y="16"/>
                  <a:pt x="142" y="29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13" y="41"/>
                  <a:pt x="101" y="36"/>
                  <a:pt x="88" y="36"/>
                </a:cubicBezTo>
                <a:cubicBezTo>
                  <a:pt x="75" y="36"/>
                  <a:pt x="63" y="41"/>
                  <a:pt x="54" y="49"/>
                </a:cubicBezTo>
                <a:cubicBezTo>
                  <a:pt x="34" y="29"/>
                  <a:pt x="34" y="29"/>
                  <a:pt x="34" y="29"/>
                </a:cubicBezTo>
                <a:cubicBezTo>
                  <a:pt x="49" y="16"/>
                  <a:pt x="67" y="8"/>
                  <a:pt x="88" y="8"/>
                </a:cubicBezTo>
                <a:moveTo>
                  <a:pt x="132" y="88"/>
                </a:moveTo>
                <a:cubicBezTo>
                  <a:pt x="132" y="112"/>
                  <a:pt x="112" y="132"/>
                  <a:pt x="88" y="132"/>
                </a:cubicBezTo>
                <a:cubicBezTo>
                  <a:pt x="64" y="132"/>
                  <a:pt x="44" y="112"/>
                  <a:pt x="44" y="88"/>
                </a:cubicBezTo>
                <a:cubicBezTo>
                  <a:pt x="44" y="64"/>
                  <a:pt x="64" y="44"/>
                  <a:pt x="88" y="44"/>
                </a:cubicBezTo>
                <a:cubicBezTo>
                  <a:pt x="112" y="44"/>
                  <a:pt x="132" y="64"/>
                  <a:pt x="132" y="88"/>
                </a:cubicBezTo>
                <a:moveTo>
                  <a:pt x="8" y="88"/>
                </a:moveTo>
                <a:cubicBezTo>
                  <a:pt x="8" y="67"/>
                  <a:pt x="16" y="49"/>
                  <a:pt x="29" y="34"/>
                </a:cubicBezTo>
                <a:cubicBezTo>
                  <a:pt x="49" y="54"/>
                  <a:pt x="49" y="54"/>
                  <a:pt x="49" y="54"/>
                </a:cubicBezTo>
                <a:cubicBezTo>
                  <a:pt x="41" y="63"/>
                  <a:pt x="36" y="75"/>
                  <a:pt x="36" y="88"/>
                </a:cubicBezTo>
                <a:cubicBezTo>
                  <a:pt x="36" y="101"/>
                  <a:pt x="41" y="113"/>
                  <a:pt x="49" y="122"/>
                </a:cubicBezTo>
                <a:cubicBezTo>
                  <a:pt x="29" y="142"/>
                  <a:pt x="29" y="142"/>
                  <a:pt x="29" y="142"/>
                </a:cubicBezTo>
                <a:cubicBezTo>
                  <a:pt x="16" y="127"/>
                  <a:pt x="8" y="109"/>
                  <a:pt x="8" y="88"/>
                </a:cubicBezTo>
                <a:moveTo>
                  <a:pt x="88" y="168"/>
                </a:moveTo>
                <a:cubicBezTo>
                  <a:pt x="67" y="168"/>
                  <a:pt x="49" y="160"/>
                  <a:pt x="34" y="14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63" y="135"/>
                  <a:pt x="75" y="140"/>
                  <a:pt x="88" y="140"/>
                </a:cubicBezTo>
                <a:cubicBezTo>
                  <a:pt x="101" y="140"/>
                  <a:pt x="113" y="135"/>
                  <a:pt x="122" y="127"/>
                </a:cubicBezTo>
                <a:cubicBezTo>
                  <a:pt x="142" y="147"/>
                  <a:pt x="142" y="147"/>
                  <a:pt x="142" y="147"/>
                </a:cubicBezTo>
                <a:cubicBezTo>
                  <a:pt x="127" y="160"/>
                  <a:pt x="109" y="168"/>
                  <a:pt x="88" y="168"/>
                </a:cubicBezTo>
                <a:moveTo>
                  <a:pt x="147" y="142"/>
                </a:moveTo>
                <a:cubicBezTo>
                  <a:pt x="127" y="122"/>
                  <a:pt x="127" y="122"/>
                  <a:pt x="127" y="122"/>
                </a:cubicBezTo>
                <a:cubicBezTo>
                  <a:pt x="135" y="113"/>
                  <a:pt x="140" y="101"/>
                  <a:pt x="140" y="88"/>
                </a:cubicBezTo>
                <a:cubicBezTo>
                  <a:pt x="140" y="75"/>
                  <a:pt x="135" y="63"/>
                  <a:pt x="127" y="54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60" y="49"/>
                  <a:pt x="168" y="67"/>
                  <a:pt x="168" y="88"/>
                </a:cubicBezTo>
                <a:cubicBezTo>
                  <a:pt x="168" y="109"/>
                  <a:pt x="160" y="127"/>
                  <a:pt x="147" y="14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2" name="Freeform 85"/>
          <p:cNvSpPr>
            <a:spLocks noEditPoints="1"/>
          </p:cNvSpPr>
          <p:nvPr/>
        </p:nvSpPr>
        <p:spPr bwMode="auto">
          <a:xfrm>
            <a:off x="3448283" y="2515085"/>
            <a:ext cx="334275" cy="76267"/>
          </a:xfrm>
          <a:custGeom>
            <a:avLst/>
            <a:gdLst>
              <a:gd name="T0" fmla="*/ 20 w 176"/>
              <a:gd name="T1" fmla="*/ 0 h 40"/>
              <a:gd name="T2" fmla="*/ 0 w 176"/>
              <a:gd name="T3" fmla="*/ 20 h 40"/>
              <a:gd name="T4" fmla="*/ 20 w 176"/>
              <a:gd name="T5" fmla="*/ 40 h 40"/>
              <a:gd name="T6" fmla="*/ 40 w 176"/>
              <a:gd name="T7" fmla="*/ 20 h 40"/>
              <a:gd name="T8" fmla="*/ 20 w 176"/>
              <a:gd name="T9" fmla="*/ 0 h 40"/>
              <a:gd name="T10" fmla="*/ 20 w 176"/>
              <a:gd name="T11" fmla="*/ 32 h 40"/>
              <a:gd name="T12" fmla="*/ 8 w 176"/>
              <a:gd name="T13" fmla="*/ 20 h 40"/>
              <a:gd name="T14" fmla="*/ 20 w 176"/>
              <a:gd name="T15" fmla="*/ 8 h 40"/>
              <a:gd name="T16" fmla="*/ 32 w 176"/>
              <a:gd name="T17" fmla="*/ 20 h 40"/>
              <a:gd name="T18" fmla="*/ 20 w 176"/>
              <a:gd name="T19" fmla="*/ 32 h 40"/>
              <a:gd name="T20" fmla="*/ 88 w 176"/>
              <a:gd name="T21" fmla="*/ 0 h 40"/>
              <a:gd name="T22" fmla="*/ 68 w 176"/>
              <a:gd name="T23" fmla="*/ 20 h 40"/>
              <a:gd name="T24" fmla="*/ 88 w 176"/>
              <a:gd name="T25" fmla="*/ 40 h 40"/>
              <a:gd name="T26" fmla="*/ 108 w 176"/>
              <a:gd name="T27" fmla="*/ 20 h 40"/>
              <a:gd name="T28" fmla="*/ 88 w 176"/>
              <a:gd name="T29" fmla="*/ 0 h 40"/>
              <a:gd name="T30" fmla="*/ 88 w 176"/>
              <a:gd name="T31" fmla="*/ 32 h 40"/>
              <a:gd name="T32" fmla="*/ 76 w 176"/>
              <a:gd name="T33" fmla="*/ 20 h 40"/>
              <a:gd name="T34" fmla="*/ 88 w 176"/>
              <a:gd name="T35" fmla="*/ 8 h 40"/>
              <a:gd name="T36" fmla="*/ 100 w 176"/>
              <a:gd name="T37" fmla="*/ 20 h 40"/>
              <a:gd name="T38" fmla="*/ 88 w 176"/>
              <a:gd name="T39" fmla="*/ 32 h 40"/>
              <a:gd name="T40" fmla="*/ 156 w 176"/>
              <a:gd name="T41" fmla="*/ 0 h 40"/>
              <a:gd name="T42" fmla="*/ 136 w 176"/>
              <a:gd name="T43" fmla="*/ 20 h 40"/>
              <a:gd name="T44" fmla="*/ 156 w 176"/>
              <a:gd name="T45" fmla="*/ 40 h 40"/>
              <a:gd name="T46" fmla="*/ 176 w 176"/>
              <a:gd name="T47" fmla="*/ 20 h 40"/>
              <a:gd name="T48" fmla="*/ 156 w 176"/>
              <a:gd name="T49" fmla="*/ 0 h 40"/>
              <a:gd name="T50" fmla="*/ 156 w 176"/>
              <a:gd name="T51" fmla="*/ 32 h 40"/>
              <a:gd name="T52" fmla="*/ 144 w 176"/>
              <a:gd name="T53" fmla="*/ 20 h 40"/>
              <a:gd name="T54" fmla="*/ 156 w 176"/>
              <a:gd name="T55" fmla="*/ 8 h 40"/>
              <a:gd name="T56" fmla="*/ 168 w 176"/>
              <a:gd name="T57" fmla="*/ 20 h 40"/>
              <a:gd name="T58" fmla="*/ 156 w 176"/>
              <a:gd name="T59" fmla="*/ 3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40"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moveTo>
                  <a:pt x="20" y="32"/>
                </a:moveTo>
                <a:cubicBezTo>
                  <a:pt x="13" y="32"/>
                  <a:pt x="8" y="27"/>
                  <a:pt x="8" y="20"/>
                </a:cubicBezTo>
                <a:cubicBezTo>
                  <a:pt x="8" y="13"/>
                  <a:pt x="13" y="8"/>
                  <a:pt x="20" y="8"/>
                </a:cubicBezTo>
                <a:cubicBezTo>
                  <a:pt x="27" y="8"/>
                  <a:pt x="32" y="13"/>
                  <a:pt x="32" y="20"/>
                </a:cubicBezTo>
                <a:cubicBezTo>
                  <a:pt x="32" y="27"/>
                  <a:pt x="27" y="32"/>
                  <a:pt x="20" y="32"/>
                </a:cubicBezTo>
                <a:moveTo>
                  <a:pt x="88" y="0"/>
                </a:moveTo>
                <a:cubicBezTo>
                  <a:pt x="77" y="0"/>
                  <a:pt x="68" y="9"/>
                  <a:pt x="68" y="20"/>
                </a:cubicBezTo>
                <a:cubicBezTo>
                  <a:pt x="68" y="31"/>
                  <a:pt x="77" y="40"/>
                  <a:pt x="88" y="40"/>
                </a:cubicBezTo>
                <a:cubicBezTo>
                  <a:pt x="99" y="40"/>
                  <a:pt x="108" y="31"/>
                  <a:pt x="108" y="20"/>
                </a:cubicBezTo>
                <a:cubicBezTo>
                  <a:pt x="108" y="9"/>
                  <a:pt x="99" y="0"/>
                  <a:pt x="88" y="0"/>
                </a:cubicBezTo>
                <a:moveTo>
                  <a:pt x="88" y="32"/>
                </a:moveTo>
                <a:cubicBezTo>
                  <a:pt x="81" y="32"/>
                  <a:pt x="76" y="27"/>
                  <a:pt x="76" y="20"/>
                </a:cubicBezTo>
                <a:cubicBezTo>
                  <a:pt x="76" y="13"/>
                  <a:pt x="81" y="8"/>
                  <a:pt x="88" y="8"/>
                </a:cubicBezTo>
                <a:cubicBezTo>
                  <a:pt x="95" y="8"/>
                  <a:pt x="100" y="13"/>
                  <a:pt x="100" y="20"/>
                </a:cubicBezTo>
                <a:cubicBezTo>
                  <a:pt x="100" y="27"/>
                  <a:pt x="95" y="32"/>
                  <a:pt x="88" y="32"/>
                </a:cubicBezTo>
                <a:moveTo>
                  <a:pt x="156" y="0"/>
                </a:moveTo>
                <a:cubicBezTo>
                  <a:pt x="145" y="0"/>
                  <a:pt x="136" y="9"/>
                  <a:pt x="136" y="20"/>
                </a:cubicBezTo>
                <a:cubicBezTo>
                  <a:pt x="136" y="31"/>
                  <a:pt x="145" y="40"/>
                  <a:pt x="156" y="40"/>
                </a:cubicBezTo>
                <a:cubicBezTo>
                  <a:pt x="167" y="40"/>
                  <a:pt x="176" y="31"/>
                  <a:pt x="176" y="20"/>
                </a:cubicBezTo>
                <a:cubicBezTo>
                  <a:pt x="176" y="9"/>
                  <a:pt x="167" y="0"/>
                  <a:pt x="156" y="0"/>
                </a:cubicBezTo>
                <a:moveTo>
                  <a:pt x="156" y="32"/>
                </a:moveTo>
                <a:cubicBezTo>
                  <a:pt x="149" y="32"/>
                  <a:pt x="144" y="27"/>
                  <a:pt x="144" y="20"/>
                </a:cubicBezTo>
                <a:cubicBezTo>
                  <a:pt x="144" y="13"/>
                  <a:pt x="149" y="8"/>
                  <a:pt x="156" y="8"/>
                </a:cubicBezTo>
                <a:cubicBezTo>
                  <a:pt x="163" y="8"/>
                  <a:pt x="168" y="13"/>
                  <a:pt x="168" y="20"/>
                </a:cubicBezTo>
                <a:cubicBezTo>
                  <a:pt x="168" y="27"/>
                  <a:pt x="163" y="32"/>
                  <a:pt x="156" y="3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3" name="Freeform 86"/>
          <p:cNvSpPr>
            <a:spLocks noEditPoints="1"/>
          </p:cNvSpPr>
          <p:nvPr/>
        </p:nvSpPr>
        <p:spPr bwMode="auto">
          <a:xfrm>
            <a:off x="4087625" y="2385269"/>
            <a:ext cx="334275" cy="334275"/>
          </a:xfrm>
          <a:custGeom>
            <a:avLst/>
            <a:gdLst>
              <a:gd name="T0" fmla="*/ 132 w 176"/>
              <a:gd name="T1" fmla="*/ 76 h 176"/>
              <a:gd name="T2" fmla="*/ 120 w 176"/>
              <a:gd name="T3" fmla="*/ 88 h 176"/>
              <a:gd name="T4" fmla="*/ 132 w 176"/>
              <a:gd name="T5" fmla="*/ 100 h 176"/>
              <a:gd name="T6" fmla="*/ 144 w 176"/>
              <a:gd name="T7" fmla="*/ 88 h 176"/>
              <a:gd name="T8" fmla="*/ 132 w 176"/>
              <a:gd name="T9" fmla="*/ 76 h 176"/>
              <a:gd name="T10" fmla="*/ 132 w 176"/>
              <a:gd name="T11" fmla="*/ 92 h 176"/>
              <a:gd name="T12" fmla="*/ 128 w 176"/>
              <a:gd name="T13" fmla="*/ 88 h 176"/>
              <a:gd name="T14" fmla="*/ 132 w 176"/>
              <a:gd name="T15" fmla="*/ 84 h 176"/>
              <a:gd name="T16" fmla="*/ 136 w 176"/>
              <a:gd name="T17" fmla="*/ 88 h 176"/>
              <a:gd name="T18" fmla="*/ 132 w 176"/>
              <a:gd name="T19" fmla="*/ 92 h 176"/>
              <a:gd name="T20" fmla="*/ 44 w 176"/>
              <a:gd name="T21" fmla="*/ 76 h 176"/>
              <a:gd name="T22" fmla="*/ 32 w 176"/>
              <a:gd name="T23" fmla="*/ 88 h 176"/>
              <a:gd name="T24" fmla="*/ 44 w 176"/>
              <a:gd name="T25" fmla="*/ 100 h 176"/>
              <a:gd name="T26" fmla="*/ 56 w 176"/>
              <a:gd name="T27" fmla="*/ 88 h 176"/>
              <a:gd name="T28" fmla="*/ 44 w 176"/>
              <a:gd name="T29" fmla="*/ 76 h 176"/>
              <a:gd name="T30" fmla="*/ 44 w 176"/>
              <a:gd name="T31" fmla="*/ 92 h 176"/>
              <a:gd name="T32" fmla="*/ 40 w 176"/>
              <a:gd name="T33" fmla="*/ 88 h 176"/>
              <a:gd name="T34" fmla="*/ 44 w 176"/>
              <a:gd name="T35" fmla="*/ 84 h 176"/>
              <a:gd name="T36" fmla="*/ 48 w 176"/>
              <a:gd name="T37" fmla="*/ 88 h 176"/>
              <a:gd name="T38" fmla="*/ 44 w 176"/>
              <a:gd name="T39" fmla="*/ 92 h 176"/>
              <a:gd name="T40" fmla="*/ 88 w 176"/>
              <a:gd name="T41" fmla="*/ 76 h 176"/>
              <a:gd name="T42" fmla="*/ 76 w 176"/>
              <a:gd name="T43" fmla="*/ 88 h 176"/>
              <a:gd name="T44" fmla="*/ 88 w 176"/>
              <a:gd name="T45" fmla="*/ 100 h 176"/>
              <a:gd name="T46" fmla="*/ 100 w 176"/>
              <a:gd name="T47" fmla="*/ 88 h 176"/>
              <a:gd name="T48" fmla="*/ 88 w 176"/>
              <a:gd name="T49" fmla="*/ 76 h 176"/>
              <a:gd name="T50" fmla="*/ 88 w 176"/>
              <a:gd name="T51" fmla="*/ 92 h 176"/>
              <a:gd name="T52" fmla="*/ 84 w 176"/>
              <a:gd name="T53" fmla="*/ 88 h 176"/>
              <a:gd name="T54" fmla="*/ 88 w 176"/>
              <a:gd name="T55" fmla="*/ 84 h 176"/>
              <a:gd name="T56" fmla="*/ 92 w 176"/>
              <a:gd name="T57" fmla="*/ 88 h 176"/>
              <a:gd name="T58" fmla="*/ 88 w 176"/>
              <a:gd name="T59" fmla="*/ 92 h 176"/>
              <a:gd name="T60" fmla="*/ 88 w 176"/>
              <a:gd name="T61" fmla="*/ 0 h 176"/>
              <a:gd name="T62" fmla="*/ 0 w 176"/>
              <a:gd name="T63" fmla="*/ 88 h 176"/>
              <a:gd name="T64" fmla="*/ 88 w 176"/>
              <a:gd name="T65" fmla="*/ 176 h 176"/>
              <a:gd name="T66" fmla="*/ 176 w 176"/>
              <a:gd name="T67" fmla="*/ 88 h 176"/>
              <a:gd name="T68" fmla="*/ 88 w 176"/>
              <a:gd name="T69" fmla="*/ 0 h 176"/>
              <a:gd name="T70" fmla="*/ 88 w 176"/>
              <a:gd name="T71" fmla="*/ 168 h 176"/>
              <a:gd name="T72" fmla="*/ 8 w 176"/>
              <a:gd name="T73" fmla="*/ 88 h 176"/>
              <a:gd name="T74" fmla="*/ 88 w 176"/>
              <a:gd name="T75" fmla="*/ 8 h 176"/>
              <a:gd name="T76" fmla="*/ 168 w 176"/>
              <a:gd name="T77" fmla="*/ 88 h 176"/>
              <a:gd name="T78" fmla="*/ 88 w 176"/>
              <a:gd name="T7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32" y="76"/>
                </a:moveTo>
                <a:cubicBezTo>
                  <a:pt x="125" y="76"/>
                  <a:pt x="120" y="81"/>
                  <a:pt x="120" y="88"/>
                </a:cubicBezTo>
                <a:cubicBezTo>
                  <a:pt x="120" y="95"/>
                  <a:pt x="125" y="100"/>
                  <a:pt x="132" y="100"/>
                </a:cubicBezTo>
                <a:cubicBezTo>
                  <a:pt x="139" y="100"/>
                  <a:pt x="144" y="95"/>
                  <a:pt x="144" y="88"/>
                </a:cubicBezTo>
                <a:cubicBezTo>
                  <a:pt x="144" y="81"/>
                  <a:pt x="139" y="76"/>
                  <a:pt x="132" y="76"/>
                </a:cubicBezTo>
                <a:moveTo>
                  <a:pt x="132" y="92"/>
                </a:moveTo>
                <a:cubicBezTo>
                  <a:pt x="130" y="92"/>
                  <a:pt x="128" y="90"/>
                  <a:pt x="128" y="88"/>
                </a:cubicBezTo>
                <a:cubicBezTo>
                  <a:pt x="128" y="86"/>
                  <a:pt x="130" y="84"/>
                  <a:pt x="132" y="84"/>
                </a:cubicBezTo>
                <a:cubicBezTo>
                  <a:pt x="134" y="84"/>
                  <a:pt x="136" y="86"/>
                  <a:pt x="136" y="88"/>
                </a:cubicBezTo>
                <a:cubicBezTo>
                  <a:pt x="136" y="90"/>
                  <a:pt x="134" y="92"/>
                  <a:pt x="132" y="92"/>
                </a:cubicBezTo>
                <a:moveTo>
                  <a:pt x="44" y="76"/>
                </a:moveTo>
                <a:cubicBezTo>
                  <a:pt x="37" y="76"/>
                  <a:pt x="32" y="81"/>
                  <a:pt x="32" y="88"/>
                </a:cubicBezTo>
                <a:cubicBezTo>
                  <a:pt x="32" y="95"/>
                  <a:pt x="37" y="100"/>
                  <a:pt x="44" y="100"/>
                </a:cubicBezTo>
                <a:cubicBezTo>
                  <a:pt x="51" y="100"/>
                  <a:pt x="56" y="95"/>
                  <a:pt x="56" y="88"/>
                </a:cubicBezTo>
                <a:cubicBezTo>
                  <a:pt x="56" y="81"/>
                  <a:pt x="51" y="76"/>
                  <a:pt x="44" y="76"/>
                </a:cubicBezTo>
                <a:moveTo>
                  <a:pt x="44" y="92"/>
                </a:moveTo>
                <a:cubicBezTo>
                  <a:pt x="42" y="92"/>
                  <a:pt x="40" y="90"/>
                  <a:pt x="40" y="88"/>
                </a:cubicBezTo>
                <a:cubicBezTo>
                  <a:pt x="40" y="86"/>
                  <a:pt x="42" y="84"/>
                  <a:pt x="44" y="84"/>
                </a:cubicBezTo>
                <a:cubicBezTo>
                  <a:pt x="46" y="84"/>
                  <a:pt x="48" y="86"/>
                  <a:pt x="48" y="88"/>
                </a:cubicBezTo>
                <a:cubicBezTo>
                  <a:pt x="48" y="90"/>
                  <a:pt x="46" y="92"/>
                  <a:pt x="44" y="92"/>
                </a:cubicBezTo>
                <a:moveTo>
                  <a:pt x="88" y="76"/>
                </a:moveTo>
                <a:cubicBezTo>
                  <a:pt x="81" y="76"/>
                  <a:pt x="76" y="81"/>
                  <a:pt x="76" y="88"/>
                </a:cubicBezTo>
                <a:cubicBezTo>
                  <a:pt x="76" y="95"/>
                  <a:pt x="81" y="100"/>
                  <a:pt x="88" y="100"/>
                </a:cubicBezTo>
                <a:cubicBezTo>
                  <a:pt x="95" y="100"/>
                  <a:pt x="100" y="95"/>
                  <a:pt x="100" y="88"/>
                </a:cubicBezTo>
                <a:cubicBezTo>
                  <a:pt x="100" y="81"/>
                  <a:pt x="95" y="76"/>
                  <a:pt x="88" y="76"/>
                </a:cubicBezTo>
                <a:moveTo>
                  <a:pt x="88" y="92"/>
                </a:moveTo>
                <a:cubicBezTo>
                  <a:pt x="86" y="92"/>
                  <a:pt x="84" y="90"/>
                  <a:pt x="84" y="88"/>
                </a:cubicBezTo>
                <a:cubicBezTo>
                  <a:pt x="84" y="86"/>
                  <a:pt x="86" y="84"/>
                  <a:pt x="88" y="84"/>
                </a:cubicBezTo>
                <a:cubicBezTo>
                  <a:pt x="90" y="84"/>
                  <a:pt x="92" y="86"/>
                  <a:pt x="92" y="88"/>
                </a:cubicBezTo>
                <a:cubicBezTo>
                  <a:pt x="92" y="90"/>
                  <a:pt x="90" y="92"/>
                  <a:pt x="88" y="9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4" name="Freeform 87"/>
          <p:cNvSpPr>
            <a:spLocks noEditPoints="1"/>
          </p:cNvSpPr>
          <p:nvPr/>
        </p:nvSpPr>
        <p:spPr bwMode="auto">
          <a:xfrm>
            <a:off x="4725344" y="2385269"/>
            <a:ext cx="335898" cy="334275"/>
          </a:xfrm>
          <a:custGeom>
            <a:avLst/>
            <a:gdLst>
              <a:gd name="T0" fmla="*/ 44 w 176"/>
              <a:gd name="T1" fmla="*/ 132 h 176"/>
              <a:gd name="T2" fmla="*/ 78 w 176"/>
              <a:gd name="T3" fmla="*/ 126 h 176"/>
              <a:gd name="T4" fmla="*/ 170 w 176"/>
              <a:gd name="T5" fmla="*/ 34 h 176"/>
              <a:gd name="T6" fmla="*/ 176 w 176"/>
              <a:gd name="T7" fmla="*/ 20 h 176"/>
              <a:gd name="T8" fmla="*/ 156 w 176"/>
              <a:gd name="T9" fmla="*/ 0 h 176"/>
              <a:gd name="T10" fmla="*/ 142 w 176"/>
              <a:gd name="T11" fmla="*/ 6 h 176"/>
              <a:gd name="T12" fmla="*/ 50 w 176"/>
              <a:gd name="T13" fmla="*/ 98 h 176"/>
              <a:gd name="T14" fmla="*/ 44 w 176"/>
              <a:gd name="T15" fmla="*/ 132 h 176"/>
              <a:gd name="T16" fmla="*/ 148 w 176"/>
              <a:gd name="T17" fmla="*/ 12 h 176"/>
              <a:gd name="T18" fmla="*/ 156 w 176"/>
              <a:gd name="T19" fmla="*/ 8 h 176"/>
              <a:gd name="T20" fmla="*/ 168 w 176"/>
              <a:gd name="T21" fmla="*/ 20 h 176"/>
              <a:gd name="T22" fmla="*/ 164 w 176"/>
              <a:gd name="T23" fmla="*/ 28 h 176"/>
              <a:gd name="T24" fmla="*/ 159 w 176"/>
              <a:gd name="T25" fmla="*/ 34 h 176"/>
              <a:gd name="T26" fmla="*/ 142 w 176"/>
              <a:gd name="T27" fmla="*/ 17 h 176"/>
              <a:gd name="T28" fmla="*/ 148 w 176"/>
              <a:gd name="T29" fmla="*/ 12 h 176"/>
              <a:gd name="T30" fmla="*/ 137 w 176"/>
              <a:gd name="T31" fmla="*/ 22 h 176"/>
              <a:gd name="T32" fmla="*/ 154 w 176"/>
              <a:gd name="T33" fmla="*/ 39 h 176"/>
              <a:gd name="T34" fmla="*/ 80 w 176"/>
              <a:gd name="T35" fmla="*/ 113 h 176"/>
              <a:gd name="T36" fmla="*/ 80 w 176"/>
              <a:gd name="T37" fmla="*/ 96 h 176"/>
              <a:gd name="T38" fmla="*/ 63 w 176"/>
              <a:gd name="T39" fmla="*/ 96 h 176"/>
              <a:gd name="T40" fmla="*/ 137 w 176"/>
              <a:gd name="T41" fmla="*/ 22 h 176"/>
              <a:gd name="T42" fmla="*/ 57 w 176"/>
              <a:gd name="T43" fmla="*/ 104 h 176"/>
              <a:gd name="T44" fmla="*/ 72 w 176"/>
              <a:gd name="T45" fmla="*/ 104 h 176"/>
              <a:gd name="T46" fmla="*/ 72 w 176"/>
              <a:gd name="T47" fmla="*/ 119 h 176"/>
              <a:gd name="T48" fmla="*/ 54 w 176"/>
              <a:gd name="T49" fmla="*/ 122 h 176"/>
              <a:gd name="T50" fmla="*/ 57 w 176"/>
              <a:gd name="T51" fmla="*/ 104 h 176"/>
              <a:gd name="T52" fmla="*/ 172 w 176"/>
              <a:gd name="T53" fmla="*/ 60 h 176"/>
              <a:gd name="T54" fmla="*/ 168 w 176"/>
              <a:gd name="T55" fmla="*/ 64 h 176"/>
              <a:gd name="T56" fmla="*/ 168 w 176"/>
              <a:gd name="T57" fmla="*/ 152 h 176"/>
              <a:gd name="T58" fmla="*/ 152 w 176"/>
              <a:gd name="T59" fmla="*/ 168 h 176"/>
              <a:gd name="T60" fmla="*/ 24 w 176"/>
              <a:gd name="T61" fmla="*/ 168 h 176"/>
              <a:gd name="T62" fmla="*/ 8 w 176"/>
              <a:gd name="T63" fmla="*/ 152 h 176"/>
              <a:gd name="T64" fmla="*/ 8 w 176"/>
              <a:gd name="T65" fmla="*/ 24 h 176"/>
              <a:gd name="T66" fmla="*/ 24 w 176"/>
              <a:gd name="T67" fmla="*/ 8 h 176"/>
              <a:gd name="T68" fmla="*/ 112 w 176"/>
              <a:gd name="T69" fmla="*/ 8 h 176"/>
              <a:gd name="T70" fmla="*/ 116 w 176"/>
              <a:gd name="T71" fmla="*/ 4 h 176"/>
              <a:gd name="T72" fmla="*/ 112 w 176"/>
              <a:gd name="T73" fmla="*/ 0 h 176"/>
              <a:gd name="T74" fmla="*/ 24 w 176"/>
              <a:gd name="T75" fmla="*/ 0 h 176"/>
              <a:gd name="T76" fmla="*/ 0 w 176"/>
              <a:gd name="T77" fmla="*/ 24 h 176"/>
              <a:gd name="T78" fmla="*/ 0 w 176"/>
              <a:gd name="T79" fmla="*/ 152 h 176"/>
              <a:gd name="T80" fmla="*/ 24 w 176"/>
              <a:gd name="T81" fmla="*/ 176 h 176"/>
              <a:gd name="T82" fmla="*/ 152 w 176"/>
              <a:gd name="T83" fmla="*/ 176 h 176"/>
              <a:gd name="T84" fmla="*/ 176 w 176"/>
              <a:gd name="T85" fmla="*/ 152 h 176"/>
              <a:gd name="T86" fmla="*/ 176 w 176"/>
              <a:gd name="T87" fmla="*/ 64 h 176"/>
              <a:gd name="T88" fmla="*/ 172 w 176"/>
              <a:gd name="T89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44" y="132"/>
                </a:moveTo>
                <a:cubicBezTo>
                  <a:pt x="78" y="126"/>
                  <a:pt x="78" y="126"/>
                  <a:pt x="78" y="126"/>
                </a:cubicBezTo>
                <a:cubicBezTo>
                  <a:pt x="170" y="34"/>
                  <a:pt x="170" y="34"/>
                  <a:pt x="170" y="34"/>
                </a:cubicBezTo>
                <a:cubicBezTo>
                  <a:pt x="174" y="31"/>
                  <a:pt x="176" y="26"/>
                  <a:pt x="176" y="20"/>
                </a:cubicBezTo>
                <a:cubicBezTo>
                  <a:pt x="176" y="9"/>
                  <a:pt x="167" y="0"/>
                  <a:pt x="156" y="0"/>
                </a:cubicBezTo>
                <a:cubicBezTo>
                  <a:pt x="150" y="0"/>
                  <a:pt x="145" y="2"/>
                  <a:pt x="142" y="6"/>
                </a:cubicBezTo>
                <a:cubicBezTo>
                  <a:pt x="50" y="98"/>
                  <a:pt x="50" y="98"/>
                  <a:pt x="50" y="98"/>
                </a:cubicBezTo>
                <a:lnTo>
                  <a:pt x="44" y="132"/>
                </a:lnTo>
                <a:close/>
                <a:moveTo>
                  <a:pt x="148" y="12"/>
                </a:moveTo>
                <a:cubicBezTo>
                  <a:pt x="150" y="9"/>
                  <a:pt x="153" y="8"/>
                  <a:pt x="156" y="8"/>
                </a:cubicBezTo>
                <a:cubicBezTo>
                  <a:pt x="163" y="8"/>
                  <a:pt x="168" y="13"/>
                  <a:pt x="168" y="20"/>
                </a:cubicBezTo>
                <a:cubicBezTo>
                  <a:pt x="168" y="23"/>
                  <a:pt x="167" y="26"/>
                  <a:pt x="164" y="28"/>
                </a:cubicBezTo>
                <a:cubicBezTo>
                  <a:pt x="159" y="34"/>
                  <a:pt x="159" y="34"/>
                  <a:pt x="159" y="34"/>
                </a:cubicBezTo>
                <a:cubicBezTo>
                  <a:pt x="142" y="17"/>
                  <a:pt x="142" y="17"/>
                  <a:pt x="142" y="17"/>
                </a:cubicBezTo>
                <a:lnTo>
                  <a:pt x="148" y="12"/>
                </a:lnTo>
                <a:close/>
                <a:moveTo>
                  <a:pt x="137" y="22"/>
                </a:moveTo>
                <a:cubicBezTo>
                  <a:pt x="154" y="39"/>
                  <a:pt x="154" y="39"/>
                  <a:pt x="154" y="39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96"/>
                  <a:pt x="80" y="96"/>
                  <a:pt x="80" y="96"/>
                </a:cubicBezTo>
                <a:cubicBezTo>
                  <a:pt x="63" y="96"/>
                  <a:pt x="63" y="96"/>
                  <a:pt x="63" y="96"/>
                </a:cubicBezTo>
                <a:lnTo>
                  <a:pt x="137" y="22"/>
                </a:lnTo>
                <a:close/>
                <a:moveTo>
                  <a:pt x="57" y="104"/>
                </a:moveTo>
                <a:cubicBezTo>
                  <a:pt x="72" y="104"/>
                  <a:pt x="72" y="104"/>
                  <a:pt x="72" y="104"/>
                </a:cubicBezTo>
                <a:cubicBezTo>
                  <a:pt x="72" y="119"/>
                  <a:pt x="72" y="119"/>
                  <a:pt x="72" y="119"/>
                </a:cubicBezTo>
                <a:cubicBezTo>
                  <a:pt x="54" y="122"/>
                  <a:pt x="54" y="122"/>
                  <a:pt x="54" y="122"/>
                </a:cubicBezTo>
                <a:lnTo>
                  <a:pt x="57" y="104"/>
                </a:lnTo>
                <a:close/>
                <a:moveTo>
                  <a:pt x="172" y="60"/>
                </a:moveTo>
                <a:cubicBezTo>
                  <a:pt x="170" y="60"/>
                  <a:pt x="168" y="62"/>
                  <a:pt x="168" y="64"/>
                </a:cubicBezTo>
                <a:cubicBezTo>
                  <a:pt x="168" y="152"/>
                  <a:pt x="168" y="152"/>
                  <a:pt x="168" y="152"/>
                </a:cubicBezTo>
                <a:cubicBezTo>
                  <a:pt x="168" y="161"/>
                  <a:pt x="161" y="168"/>
                  <a:pt x="152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15"/>
                  <a:pt x="15" y="8"/>
                  <a:pt x="24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4" y="8"/>
                  <a:pt x="116" y="6"/>
                  <a:pt x="116" y="4"/>
                </a:cubicBezTo>
                <a:cubicBezTo>
                  <a:pt x="116" y="2"/>
                  <a:pt x="114" y="0"/>
                  <a:pt x="1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65" y="176"/>
                  <a:pt x="176" y="165"/>
                  <a:pt x="176" y="152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62"/>
                  <a:pt x="174" y="60"/>
                  <a:pt x="172" y="6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Freeform 88"/>
          <p:cNvSpPr>
            <a:spLocks noEditPoints="1"/>
          </p:cNvSpPr>
          <p:nvPr/>
        </p:nvSpPr>
        <p:spPr bwMode="auto">
          <a:xfrm>
            <a:off x="5364684" y="2385269"/>
            <a:ext cx="335898" cy="334275"/>
          </a:xfrm>
          <a:custGeom>
            <a:avLst/>
            <a:gdLst>
              <a:gd name="T0" fmla="*/ 144 w 176"/>
              <a:gd name="T1" fmla="*/ 0 h 176"/>
              <a:gd name="T2" fmla="*/ 121 w 176"/>
              <a:gd name="T3" fmla="*/ 9 h 176"/>
              <a:gd name="T4" fmla="*/ 13 w 176"/>
              <a:gd name="T5" fmla="*/ 117 h 176"/>
              <a:gd name="T6" fmla="*/ 0 w 176"/>
              <a:gd name="T7" fmla="*/ 176 h 176"/>
              <a:gd name="T8" fmla="*/ 59 w 176"/>
              <a:gd name="T9" fmla="*/ 163 h 176"/>
              <a:gd name="T10" fmla="*/ 167 w 176"/>
              <a:gd name="T11" fmla="*/ 55 h 176"/>
              <a:gd name="T12" fmla="*/ 176 w 176"/>
              <a:gd name="T13" fmla="*/ 32 h 176"/>
              <a:gd name="T14" fmla="*/ 144 w 176"/>
              <a:gd name="T15" fmla="*/ 0 h 176"/>
              <a:gd name="T16" fmla="*/ 52 w 176"/>
              <a:gd name="T17" fmla="*/ 155 h 176"/>
              <a:gd name="T18" fmla="*/ 24 w 176"/>
              <a:gd name="T19" fmla="*/ 162 h 176"/>
              <a:gd name="T20" fmla="*/ 24 w 176"/>
              <a:gd name="T21" fmla="*/ 152 h 176"/>
              <a:gd name="T22" fmla="*/ 14 w 176"/>
              <a:gd name="T23" fmla="*/ 152 h 176"/>
              <a:gd name="T24" fmla="*/ 21 w 176"/>
              <a:gd name="T25" fmla="*/ 124 h 176"/>
              <a:gd name="T26" fmla="*/ 52 w 176"/>
              <a:gd name="T27" fmla="*/ 124 h 176"/>
              <a:gd name="T28" fmla="*/ 52 w 176"/>
              <a:gd name="T29" fmla="*/ 155 h 176"/>
              <a:gd name="T30" fmla="*/ 60 w 176"/>
              <a:gd name="T31" fmla="*/ 150 h 176"/>
              <a:gd name="T32" fmla="*/ 60 w 176"/>
              <a:gd name="T33" fmla="*/ 120 h 176"/>
              <a:gd name="T34" fmla="*/ 56 w 176"/>
              <a:gd name="T35" fmla="*/ 116 h 176"/>
              <a:gd name="T36" fmla="*/ 26 w 176"/>
              <a:gd name="T37" fmla="*/ 116 h 176"/>
              <a:gd name="T38" fmla="*/ 112 w 176"/>
              <a:gd name="T39" fmla="*/ 30 h 176"/>
              <a:gd name="T40" fmla="*/ 146 w 176"/>
              <a:gd name="T41" fmla="*/ 64 h 176"/>
              <a:gd name="T42" fmla="*/ 60 w 176"/>
              <a:gd name="T43" fmla="*/ 150 h 176"/>
              <a:gd name="T44" fmla="*/ 161 w 176"/>
              <a:gd name="T45" fmla="*/ 49 h 176"/>
              <a:gd name="T46" fmla="*/ 152 w 176"/>
              <a:gd name="T47" fmla="*/ 58 h 176"/>
              <a:gd name="T48" fmla="*/ 118 w 176"/>
              <a:gd name="T49" fmla="*/ 24 h 176"/>
              <a:gd name="T50" fmla="*/ 127 w 176"/>
              <a:gd name="T51" fmla="*/ 15 h 176"/>
              <a:gd name="T52" fmla="*/ 144 w 176"/>
              <a:gd name="T53" fmla="*/ 8 h 176"/>
              <a:gd name="T54" fmla="*/ 168 w 176"/>
              <a:gd name="T55" fmla="*/ 32 h 176"/>
              <a:gd name="T56" fmla="*/ 161 w 176"/>
              <a:gd name="T57" fmla="*/ 4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176">
                <a:moveTo>
                  <a:pt x="144" y="0"/>
                </a:moveTo>
                <a:cubicBezTo>
                  <a:pt x="135" y="0"/>
                  <a:pt x="127" y="4"/>
                  <a:pt x="121" y="9"/>
                </a:cubicBezTo>
                <a:cubicBezTo>
                  <a:pt x="13" y="117"/>
                  <a:pt x="13" y="117"/>
                  <a:pt x="13" y="117"/>
                </a:cubicBezTo>
                <a:cubicBezTo>
                  <a:pt x="0" y="176"/>
                  <a:pt x="0" y="176"/>
                  <a:pt x="0" y="176"/>
                </a:cubicBezTo>
                <a:cubicBezTo>
                  <a:pt x="59" y="163"/>
                  <a:pt x="59" y="163"/>
                  <a:pt x="59" y="163"/>
                </a:cubicBezTo>
                <a:cubicBezTo>
                  <a:pt x="167" y="55"/>
                  <a:pt x="167" y="55"/>
                  <a:pt x="167" y="55"/>
                </a:cubicBezTo>
                <a:cubicBezTo>
                  <a:pt x="172" y="49"/>
                  <a:pt x="176" y="41"/>
                  <a:pt x="176" y="32"/>
                </a:cubicBezTo>
                <a:cubicBezTo>
                  <a:pt x="176" y="14"/>
                  <a:pt x="162" y="0"/>
                  <a:pt x="144" y="0"/>
                </a:cubicBezTo>
                <a:moveTo>
                  <a:pt x="52" y="155"/>
                </a:moveTo>
                <a:cubicBezTo>
                  <a:pt x="24" y="162"/>
                  <a:pt x="24" y="162"/>
                  <a:pt x="24" y="162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14" y="152"/>
                  <a:pt x="14" y="152"/>
                  <a:pt x="14" y="152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52" y="124"/>
                  <a:pt x="52" y="124"/>
                  <a:pt x="52" y="124"/>
                </a:cubicBezTo>
                <a:lnTo>
                  <a:pt x="52" y="155"/>
                </a:lnTo>
                <a:close/>
                <a:moveTo>
                  <a:pt x="60" y="150"/>
                </a:moveTo>
                <a:cubicBezTo>
                  <a:pt x="60" y="120"/>
                  <a:pt x="60" y="120"/>
                  <a:pt x="60" y="120"/>
                </a:cubicBezTo>
                <a:cubicBezTo>
                  <a:pt x="60" y="118"/>
                  <a:pt x="58" y="116"/>
                  <a:pt x="56" y="116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46" y="64"/>
                  <a:pt x="146" y="64"/>
                  <a:pt x="146" y="64"/>
                </a:cubicBezTo>
                <a:lnTo>
                  <a:pt x="60" y="150"/>
                </a:lnTo>
                <a:close/>
                <a:moveTo>
                  <a:pt x="161" y="49"/>
                </a:moveTo>
                <a:cubicBezTo>
                  <a:pt x="152" y="58"/>
                  <a:pt x="152" y="58"/>
                  <a:pt x="152" y="58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27" y="15"/>
                  <a:pt x="127" y="15"/>
                  <a:pt x="127" y="15"/>
                </a:cubicBezTo>
                <a:cubicBezTo>
                  <a:pt x="127" y="15"/>
                  <a:pt x="134" y="8"/>
                  <a:pt x="144" y="8"/>
                </a:cubicBezTo>
                <a:cubicBezTo>
                  <a:pt x="157" y="8"/>
                  <a:pt x="168" y="19"/>
                  <a:pt x="168" y="32"/>
                </a:cubicBezTo>
                <a:cubicBezTo>
                  <a:pt x="168" y="39"/>
                  <a:pt x="165" y="45"/>
                  <a:pt x="161" y="49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6" name="Freeform 89"/>
          <p:cNvSpPr>
            <a:spLocks noEditPoints="1"/>
          </p:cNvSpPr>
          <p:nvPr/>
        </p:nvSpPr>
        <p:spPr bwMode="auto">
          <a:xfrm>
            <a:off x="6004026" y="2399873"/>
            <a:ext cx="334275" cy="305067"/>
          </a:xfrm>
          <a:custGeom>
            <a:avLst/>
            <a:gdLst>
              <a:gd name="T0" fmla="*/ 88 w 176"/>
              <a:gd name="T1" fmla="*/ 0 h 160"/>
              <a:gd name="T2" fmla="*/ 0 w 176"/>
              <a:gd name="T3" fmla="*/ 72 h 160"/>
              <a:gd name="T4" fmla="*/ 25 w 176"/>
              <a:gd name="T5" fmla="*/ 122 h 160"/>
              <a:gd name="T6" fmla="*/ 16 w 176"/>
              <a:gd name="T7" fmla="*/ 160 h 160"/>
              <a:gd name="T8" fmla="*/ 63 w 176"/>
              <a:gd name="T9" fmla="*/ 141 h 160"/>
              <a:gd name="T10" fmla="*/ 88 w 176"/>
              <a:gd name="T11" fmla="*/ 144 h 160"/>
              <a:gd name="T12" fmla="*/ 176 w 176"/>
              <a:gd name="T13" fmla="*/ 72 h 160"/>
              <a:gd name="T14" fmla="*/ 88 w 176"/>
              <a:gd name="T15" fmla="*/ 0 h 160"/>
              <a:gd name="T16" fmla="*/ 88 w 176"/>
              <a:gd name="T17" fmla="*/ 136 h 160"/>
              <a:gd name="T18" fmla="*/ 65 w 176"/>
              <a:gd name="T19" fmla="*/ 133 h 160"/>
              <a:gd name="T20" fmla="*/ 63 w 176"/>
              <a:gd name="T21" fmla="*/ 133 h 160"/>
              <a:gd name="T22" fmla="*/ 60 w 176"/>
              <a:gd name="T23" fmla="*/ 134 h 160"/>
              <a:gd name="T24" fmla="*/ 27 w 176"/>
              <a:gd name="T25" fmla="*/ 147 h 160"/>
              <a:gd name="T26" fmla="*/ 33 w 176"/>
              <a:gd name="T27" fmla="*/ 124 h 160"/>
              <a:gd name="T28" fmla="*/ 30 w 176"/>
              <a:gd name="T29" fmla="*/ 116 h 160"/>
              <a:gd name="T30" fmla="*/ 8 w 176"/>
              <a:gd name="T31" fmla="*/ 72 h 160"/>
              <a:gd name="T32" fmla="*/ 88 w 176"/>
              <a:gd name="T33" fmla="*/ 8 h 160"/>
              <a:gd name="T34" fmla="*/ 168 w 176"/>
              <a:gd name="T35" fmla="*/ 72 h 160"/>
              <a:gd name="T36" fmla="*/ 88 w 176"/>
              <a:gd name="T37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76" h="160">
                <a:moveTo>
                  <a:pt x="88" y="0"/>
                </a:moveTo>
                <a:cubicBezTo>
                  <a:pt x="39" y="0"/>
                  <a:pt x="0" y="32"/>
                  <a:pt x="0" y="72"/>
                </a:cubicBezTo>
                <a:cubicBezTo>
                  <a:pt x="0" y="92"/>
                  <a:pt x="10" y="109"/>
                  <a:pt x="25" y="12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63" y="141"/>
                  <a:pt x="63" y="141"/>
                  <a:pt x="63" y="141"/>
                </a:cubicBezTo>
                <a:cubicBezTo>
                  <a:pt x="71" y="143"/>
                  <a:pt x="79" y="144"/>
                  <a:pt x="88" y="144"/>
                </a:cubicBezTo>
                <a:cubicBezTo>
                  <a:pt x="137" y="144"/>
                  <a:pt x="176" y="112"/>
                  <a:pt x="176" y="72"/>
                </a:cubicBezTo>
                <a:cubicBezTo>
                  <a:pt x="176" y="32"/>
                  <a:pt x="137" y="0"/>
                  <a:pt x="88" y="0"/>
                </a:cubicBezTo>
                <a:moveTo>
                  <a:pt x="88" y="136"/>
                </a:moveTo>
                <a:cubicBezTo>
                  <a:pt x="80" y="136"/>
                  <a:pt x="73" y="135"/>
                  <a:pt x="65" y="133"/>
                </a:cubicBezTo>
                <a:cubicBezTo>
                  <a:pt x="65" y="133"/>
                  <a:pt x="64" y="133"/>
                  <a:pt x="63" y="133"/>
                </a:cubicBezTo>
                <a:cubicBezTo>
                  <a:pt x="62" y="133"/>
                  <a:pt x="61" y="133"/>
                  <a:pt x="60" y="134"/>
                </a:cubicBezTo>
                <a:cubicBezTo>
                  <a:pt x="27" y="147"/>
                  <a:pt x="27" y="147"/>
                  <a:pt x="27" y="147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3" y="121"/>
                  <a:pt x="32" y="118"/>
                  <a:pt x="30" y="116"/>
                </a:cubicBezTo>
                <a:cubicBezTo>
                  <a:pt x="16" y="104"/>
                  <a:pt x="8" y="88"/>
                  <a:pt x="8" y="72"/>
                </a:cubicBezTo>
                <a:cubicBezTo>
                  <a:pt x="8" y="37"/>
                  <a:pt x="44" y="8"/>
                  <a:pt x="88" y="8"/>
                </a:cubicBezTo>
                <a:cubicBezTo>
                  <a:pt x="132" y="8"/>
                  <a:pt x="168" y="37"/>
                  <a:pt x="168" y="72"/>
                </a:cubicBezTo>
                <a:cubicBezTo>
                  <a:pt x="168" y="107"/>
                  <a:pt x="132" y="136"/>
                  <a:pt x="88" y="13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7" name="Freeform 90"/>
          <p:cNvSpPr>
            <a:spLocks noEditPoints="1"/>
          </p:cNvSpPr>
          <p:nvPr/>
        </p:nvSpPr>
        <p:spPr bwMode="auto">
          <a:xfrm>
            <a:off x="6643368" y="2399873"/>
            <a:ext cx="334275" cy="305067"/>
          </a:xfrm>
          <a:custGeom>
            <a:avLst/>
            <a:gdLst>
              <a:gd name="T0" fmla="*/ 48 w 176"/>
              <a:gd name="T1" fmla="*/ 60 h 160"/>
              <a:gd name="T2" fmla="*/ 36 w 176"/>
              <a:gd name="T3" fmla="*/ 72 h 160"/>
              <a:gd name="T4" fmla="*/ 48 w 176"/>
              <a:gd name="T5" fmla="*/ 84 h 160"/>
              <a:gd name="T6" fmla="*/ 60 w 176"/>
              <a:gd name="T7" fmla="*/ 72 h 160"/>
              <a:gd name="T8" fmla="*/ 48 w 176"/>
              <a:gd name="T9" fmla="*/ 60 h 160"/>
              <a:gd name="T10" fmla="*/ 88 w 176"/>
              <a:gd name="T11" fmla="*/ 60 h 160"/>
              <a:gd name="T12" fmla="*/ 76 w 176"/>
              <a:gd name="T13" fmla="*/ 72 h 160"/>
              <a:gd name="T14" fmla="*/ 88 w 176"/>
              <a:gd name="T15" fmla="*/ 84 h 160"/>
              <a:gd name="T16" fmla="*/ 100 w 176"/>
              <a:gd name="T17" fmla="*/ 72 h 160"/>
              <a:gd name="T18" fmla="*/ 88 w 176"/>
              <a:gd name="T19" fmla="*/ 60 h 160"/>
              <a:gd name="T20" fmla="*/ 88 w 176"/>
              <a:gd name="T21" fmla="*/ 0 h 160"/>
              <a:gd name="T22" fmla="*/ 0 w 176"/>
              <a:gd name="T23" fmla="*/ 72 h 160"/>
              <a:gd name="T24" fmla="*/ 25 w 176"/>
              <a:gd name="T25" fmla="*/ 122 h 160"/>
              <a:gd name="T26" fmla="*/ 16 w 176"/>
              <a:gd name="T27" fmla="*/ 160 h 160"/>
              <a:gd name="T28" fmla="*/ 63 w 176"/>
              <a:gd name="T29" fmla="*/ 141 h 160"/>
              <a:gd name="T30" fmla="*/ 88 w 176"/>
              <a:gd name="T31" fmla="*/ 144 h 160"/>
              <a:gd name="T32" fmla="*/ 176 w 176"/>
              <a:gd name="T33" fmla="*/ 72 h 160"/>
              <a:gd name="T34" fmla="*/ 88 w 176"/>
              <a:gd name="T35" fmla="*/ 0 h 160"/>
              <a:gd name="T36" fmla="*/ 88 w 176"/>
              <a:gd name="T37" fmla="*/ 136 h 160"/>
              <a:gd name="T38" fmla="*/ 65 w 176"/>
              <a:gd name="T39" fmla="*/ 133 h 160"/>
              <a:gd name="T40" fmla="*/ 63 w 176"/>
              <a:gd name="T41" fmla="*/ 133 h 160"/>
              <a:gd name="T42" fmla="*/ 60 w 176"/>
              <a:gd name="T43" fmla="*/ 134 h 160"/>
              <a:gd name="T44" fmla="*/ 27 w 176"/>
              <a:gd name="T45" fmla="*/ 147 h 160"/>
              <a:gd name="T46" fmla="*/ 33 w 176"/>
              <a:gd name="T47" fmla="*/ 124 h 160"/>
              <a:gd name="T48" fmla="*/ 30 w 176"/>
              <a:gd name="T49" fmla="*/ 116 h 160"/>
              <a:gd name="T50" fmla="*/ 8 w 176"/>
              <a:gd name="T51" fmla="*/ 72 h 160"/>
              <a:gd name="T52" fmla="*/ 88 w 176"/>
              <a:gd name="T53" fmla="*/ 8 h 160"/>
              <a:gd name="T54" fmla="*/ 168 w 176"/>
              <a:gd name="T55" fmla="*/ 72 h 160"/>
              <a:gd name="T56" fmla="*/ 88 w 176"/>
              <a:gd name="T57" fmla="*/ 136 h 160"/>
              <a:gd name="T58" fmla="*/ 128 w 176"/>
              <a:gd name="T59" fmla="*/ 60 h 160"/>
              <a:gd name="T60" fmla="*/ 116 w 176"/>
              <a:gd name="T61" fmla="*/ 72 h 160"/>
              <a:gd name="T62" fmla="*/ 128 w 176"/>
              <a:gd name="T63" fmla="*/ 84 h 160"/>
              <a:gd name="T64" fmla="*/ 140 w 176"/>
              <a:gd name="T65" fmla="*/ 72 h 160"/>
              <a:gd name="T66" fmla="*/ 128 w 176"/>
              <a:gd name="T67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60">
                <a:moveTo>
                  <a:pt x="48" y="60"/>
                </a:moveTo>
                <a:cubicBezTo>
                  <a:pt x="41" y="60"/>
                  <a:pt x="36" y="65"/>
                  <a:pt x="36" y="72"/>
                </a:cubicBezTo>
                <a:cubicBezTo>
                  <a:pt x="36" y="79"/>
                  <a:pt x="41" y="84"/>
                  <a:pt x="48" y="84"/>
                </a:cubicBezTo>
                <a:cubicBezTo>
                  <a:pt x="55" y="84"/>
                  <a:pt x="60" y="79"/>
                  <a:pt x="60" y="72"/>
                </a:cubicBezTo>
                <a:cubicBezTo>
                  <a:pt x="60" y="65"/>
                  <a:pt x="55" y="60"/>
                  <a:pt x="48" y="60"/>
                </a:cubicBezTo>
                <a:moveTo>
                  <a:pt x="88" y="60"/>
                </a:moveTo>
                <a:cubicBezTo>
                  <a:pt x="81" y="60"/>
                  <a:pt x="76" y="65"/>
                  <a:pt x="76" y="72"/>
                </a:cubicBezTo>
                <a:cubicBezTo>
                  <a:pt x="76" y="79"/>
                  <a:pt x="81" y="84"/>
                  <a:pt x="88" y="84"/>
                </a:cubicBezTo>
                <a:cubicBezTo>
                  <a:pt x="95" y="84"/>
                  <a:pt x="100" y="79"/>
                  <a:pt x="100" y="72"/>
                </a:cubicBezTo>
                <a:cubicBezTo>
                  <a:pt x="100" y="65"/>
                  <a:pt x="95" y="60"/>
                  <a:pt x="88" y="60"/>
                </a:cubicBezTo>
                <a:moveTo>
                  <a:pt x="88" y="0"/>
                </a:moveTo>
                <a:cubicBezTo>
                  <a:pt x="39" y="0"/>
                  <a:pt x="0" y="32"/>
                  <a:pt x="0" y="72"/>
                </a:cubicBezTo>
                <a:cubicBezTo>
                  <a:pt x="0" y="92"/>
                  <a:pt x="10" y="109"/>
                  <a:pt x="25" y="12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63" y="141"/>
                  <a:pt x="63" y="141"/>
                  <a:pt x="63" y="141"/>
                </a:cubicBezTo>
                <a:cubicBezTo>
                  <a:pt x="71" y="143"/>
                  <a:pt x="79" y="144"/>
                  <a:pt x="88" y="144"/>
                </a:cubicBezTo>
                <a:cubicBezTo>
                  <a:pt x="137" y="144"/>
                  <a:pt x="176" y="112"/>
                  <a:pt x="176" y="72"/>
                </a:cubicBezTo>
                <a:cubicBezTo>
                  <a:pt x="176" y="32"/>
                  <a:pt x="137" y="0"/>
                  <a:pt x="88" y="0"/>
                </a:cubicBezTo>
                <a:moveTo>
                  <a:pt x="88" y="136"/>
                </a:moveTo>
                <a:cubicBezTo>
                  <a:pt x="80" y="136"/>
                  <a:pt x="73" y="135"/>
                  <a:pt x="65" y="133"/>
                </a:cubicBezTo>
                <a:cubicBezTo>
                  <a:pt x="65" y="133"/>
                  <a:pt x="64" y="133"/>
                  <a:pt x="63" y="133"/>
                </a:cubicBezTo>
                <a:cubicBezTo>
                  <a:pt x="62" y="133"/>
                  <a:pt x="61" y="133"/>
                  <a:pt x="60" y="134"/>
                </a:cubicBezTo>
                <a:cubicBezTo>
                  <a:pt x="27" y="147"/>
                  <a:pt x="27" y="147"/>
                  <a:pt x="27" y="147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3" y="121"/>
                  <a:pt x="32" y="118"/>
                  <a:pt x="30" y="116"/>
                </a:cubicBezTo>
                <a:cubicBezTo>
                  <a:pt x="16" y="104"/>
                  <a:pt x="8" y="88"/>
                  <a:pt x="8" y="72"/>
                </a:cubicBezTo>
                <a:cubicBezTo>
                  <a:pt x="8" y="37"/>
                  <a:pt x="44" y="8"/>
                  <a:pt x="88" y="8"/>
                </a:cubicBezTo>
                <a:cubicBezTo>
                  <a:pt x="132" y="8"/>
                  <a:pt x="168" y="37"/>
                  <a:pt x="168" y="72"/>
                </a:cubicBezTo>
                <a:cubicBezTo>
                  <a:pt x="168" y="107"/>
                  <a:pt x="132" y="136"/>
                  <a:pt x="88" y="136"/>
                </a:cubicBezTo>
                <a:moveTo>
                  <a:pt x="128" y="60"/>
                </a:moveTo>
                <a:cubicBezTo>
                  <a:pt x="121" y="60"/>
                  <a:pt x="116" y="65"/>
                  <a:pt x="116" y="72"/>
                </a:cubicBezTo>
                <a:cubicBezTo>
                  <a:pt x="116" y="79"/>
                  <a:pt x="121" y="84"/>
                  <a:pt x="128" y="84"/>
                </a:cubicBezTo>
                <a:cubicBezTo>
                  <a:pt x="135" y="84"/>
                  <a:pt x="140" y="79"/>
                  <a:pt x="140" y="72"/>
                </a:cubicBezTo>
                <a:cubicBezTo>
                  <a:pt x="140" y="65"/>
                  <a:pt x="135" y="60"/>
                  <a:pt x="128" y="6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8" name="Freeform 91"/>
          <p:cNvSpPr>
            <a:spLocks noEditPoints="1"/>
          </p:cNvSpPr>
          <p:nvPr/>
        </p:nvSpPr>
        <p:spPr bwMode="auto">
          <a:xfrm>
            <a:off x="7282709" y="2399873"/>
            <a:ext cx="334275" cy="305067"/>
          </a:xfrm>
          <a:custGeom>
            <a:avLst/>
            <a:gdLst>
              <a:gd name="T0" fmla="*/ 176 w 176"/>
              <a:gd name="T1" fmla="*/ 54 h 160"/>
              <a:gd name="T2" fmla="*/ 112 w 176"/>
              <a:gd name="T3" fmla="*/ 0 h 160"/>
              <a:gd name="T4" fmla="*/ 53 w 176"/>
              <a:gd name="T5" fmla="*/ 33 h 160"/>
              <a:gd name="T6" fmla="*/ 63 w 176"/>
              <a:gd name="T7" fmla="*/ 32 h 160"/>
              <a:gd name="T8" fmla="*/ 112 w 176"/>
              <a:gd name="T9" fmla="*/ 8 h 160"/>
              <a:gd name="T10" fmla="*/ 168 w 176"/>
              <a:gd name="T11" fmla="*/ 54 h 160"/>
              <a:gd name="T12" fmla="*/ 151 w 176"/>
              <a:gd name="T13" fmla="*/ 87 h 160"/>
              <a:gd name="T14" fmla="*/ 149 w 176"/>
              <a:gd name="T15" fmla="*/ 95 h 160"/>
              <a:gd name="T16" fmla="*/ 152 w 176"/>
              <a:gd name="T17" fmla="*/ 107 h 160"/>
              <a:gd name="T18" fmla="*/ 135 w 176"/>
              <a:gd name="T19" fmla="*/ 100 h 160"/>
              <a:gd name="T20" fmla="*/ 134 w 176"/>
              <a:gd name="T21" fmla="*/ 108 h 160"/>
              <a:gd name="T22" fmla="*/ 164 w 176"/>
              <a:gd name="T23" fmla="*/ 120 h 160"/>
              <a:gd name="T24" fmla="*/ 156 w 176"/>
              <a:gd name="T25" fmla="*/ 93 h 160"/>
              <a:gd name="T26" fmla="*/ 176 w 176"/>
              <a:gd name="T27" fmla="*/ 54 h 160"/>
              <a:gd name="T28" fmla="*/ 64 w 176"/>
              <a:gd name="T29" fmla="*/ 40 h 160"/>
              <a:gd name="T30" fmla="*/ 0 w 176"/>
              <a:gd name="T31" fmla="*/ 94 h 160"/>
              <a:gd name="T32" fmla="*/ 20 w 176"/>
              <a:gd name="T33" fmla="*/ 133 h 160"/>
              <a:gd name="T34" fmla="*/ 12 w 176"/>
              <a:gd name="T35" fmla="*/ 160 h 160"/>
              <a:gd name="T36" fmla="*/ 48 w 176"/>
              <a:gd name="T37" fmla="*/ 146 h 160"/>
              <a:gd name="T38" fmla="*/ 64 w 176"/>
              <a:gd name="T39" fmla="*/ 148 h 160"/>
              <a:gd name="T40" fmla="*/ 128 w 176"/>
              <a:gd name="T41" fmla="*/ 94 h 160"/>
              <a:gd name="T42" fmla="*/ 64 w 176"/>
              <a:gd name="T43" fmla="*/ 40 h 160"/>
              <a:gd name="T44" fmla="*/ 64 w 176"/>
              <a:gd name="T45" fmla="*/ 140 h 160"/>
              <a:gd name="T46" fmla="*/ 50 w 176"/>
              <a:gd name="T47" fmla="*/ 138 h 160"/>
              <a:gd name="T48" fmla="*/ 48 w 176"/>
              <a:gd name="T49" fmla="*/ 138 h 160"/>
              <a:gd name="T50" fmla="*/ 45 w 176"/>
              <a:gd name="T51" fmla="*/ 139 h 160"/>
              <a:gd name="T52" fmla="*/ 24 w 176"/>
              <a:gd name="T53" fmla="*/ 147 h 160"/>
              <a:gd name="T54" fmla="*/ 27 w 176"/>
              <a:gd name="T55" fmla="*/ 135 h 160"/>
              <a:gd name="T56" fmla="*/ 25 w 176"/>
              <a:gd name="T57" fmla="*/ 127 h 160"/>
              <a:gd name="T58" fmla="*/ 8 w 176"/>
              <a:gd name="T59" fmla="*/ 94 h 160"/>
              <a:gd name="T60" fmla="*/ 64 w 176"/>
              <a:gd name="T61" fmla="*/ 48 h 160"/>
              <a:gd name="T62" fmla="*/ 120 w 176"/>
              <a:gd name="T63" fmla="*/ 94 h 160"/>
              <a:gd name="T64" fmla="*/ 64 w 176"/>
              <a:gd name="T65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60">
                <a:moveTo>
                  <a:pt x="176" y="54"/>
                </a:moveTo>
                <a:cubicBezTo>
                  <a:pt x="176" y="24"/>
                  <a:pt x="147" y="0"/>
                  <a:pt x="112" y="0"/>
                </a:cubicBezTo>
                <a:cubicBezTo>
                  <a:pt x="86" y="0"/>
                  <a:pt x="63" y="13"/>
                  <a:pt x="53" y="33"/>
                </a:cubicBezTo>
                <a:cubicBezTo>
                  <a:pt x="56" y="32"/>
                  <a:pt x="60" y="32"/>
                  <a:pt x="63" y="32"/>
                </a:cubicBezTo>
                <a:cubicBezTo>
                  <a:pt x="72" y="18"/>
                  <a:pt x="91" y="8"/>
                  <a:pt x="112" y="8"/>
                </a:cubicBezTo>
                <a:cubicBezTo>
                  <a:pt x="143" y="8"/>
                  <a:pt x="168" y="29"/>
                  <a:pt x="168" y="54"/>
                </a:cubicBezTo>
                <a:cubicBezTo>
                  <a:pt x="168" y="66"/>
                  <a:pt x="162" y="78"/>
                  <a:pt x="151" y="87"/>
                </a:cubicBezTo>
                <a:cubicBezTo>
                  <a:pt x="149" y="89"/>
                  <a:pt x="148" y="92"/>
                  <a:pt x="149" y="95"/>
                </a:cubicBezTo>
                <a:cubicBezTo>
                  <a:pt x="152" y="107"/>
                  <a:pt x="152" y="107"/>
                  <a:pt x="152" y="107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03"/>
                  <a:pt x="134" y="106"/>
                  <a:pt x="134" y="108"/>
                </a:cubicBezTo>
                <a:cubicBezTo>
                  <a:pt x="164" y="120"/>
                  <a:pt x="164" y="120"/>
                  <a:pt x="164" y="120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68" y="83"/>
                  <a:pt x="176" y="69"/>
                  <a:pt x="176" y="54"/>
                </a:cubicBezTo>
                <a:moveTo>
                  <a:pt x="64" y="40"/>
                </a:moveTo>
                <a:cubicBezTo>
                  <a:pt x="29" y="40"/>
                  <a:pt x="0" y="64"/>
                  <a:pt x="0" y="94"/>
                </a:cubicBezTo>
                <a:cubicBezTo>
                  <a:pt x="0" y="109"/>
                  <a:pt x="8" y="123"/>
                  <a:pt x="20" y="133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48" y="146"/>
                  <a:pt x="48" y="146"/>
                  <a:pt x="48" y="146"/>
                </a:cubicBezTo>
                <a:cubicBezTo>
                  <a:pt x="53" y="147"/>
                  <a:pt x="58" y="148"/>
                  <a:pt x="64" y="148"/>
                </a:cubicBezTo>
                <a:cubicBezTo>
                  <a:pt x="99" y="148"/>
                  <a:pt x="128" y="124"/>
                  <a:pt x="128" y="94"/>
                </a:cubicBezTo>
                <a:cubicBezTo>
                  <a:pt x="128" y="64"/>
                  <a:pt x="99" y="40"/>
                  <a:pt x="64" y="40"/>
                </a:cubicBezTo>
                <a:moveTo>
                  <a:pt x="64" y="140"/>
                </a:moveTo>
                <a:cubicBezTo>
                  <a:pt x="59" y="140"/>
                  <a:pt x="54" y="139"/>
                  <a:pt x="50" y="138"/>
                </a:cubicBezTo>
                <a:cubicBezTo>
                  <a:pt x="49" y="138"/>
                  <a:pt x="48" y="138"/>
                  <a:pt x="48" y="138"/>
                </a:cubicBezTo>
                <a:cubicBezTo>
                  <a:pt x="47" y="138"/>
                  <a:pt x="46" y="138"/>
                  <a:pt x="45" y="139"/>
                </a:cubicBezTo>
                <a:cubicBezTo>
                  <a:pt x="24" y="147"/>
                  <a:pt x="24" y="147"/>
                  <a:pt x="24" y="147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28" y="132"/>
                  <a:pt x="27" y="129"/>
                  <a:pt x="25" y="127"/>
                </a:cubicBezTo>
                <a:cubicBezTo>
                  <a:pt x="14" y="118"/>
                  <a:pt x="8" y="106"/>
                  <a:pt x="8" y="94"/>
                </a:cubicBezTo>
                <a:cubicBezTo>
                  <a:pt x="8" y="69"/>
                  <a:pt x="33" y="48"/>
                  <a:pt x="64" y="48"/>
                </a:cubicBezTo>
                <a:cubicBezTo>
                  <a:pt x="95" y="48"/>
                  <a:pt x="120" y="69"/>
                  <a:pt x="120" y="94"/>
                </a:cubicBezTo>
                <a:cubicBezTo>
                  <a:pt x="120" y="119"/>
                  <a:pt x="95" y="140"/>
                  <a:pt x="64" y="14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9" name="Freeform 92"/>
          <p:cNvSpPr>
            <a:spLocks noEditPoints="1"/>
          </p:cNvSpPr>
          <p:nvPr/>
        </p:nvSpPr>
        <p:spPr bwMode="auto">
          <a:xfrm>
            <a:off x="1530260" y="3024610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29 w 176"/>
              <a:gd name="T15" fmla="*/ 34 h 176"/>
              <a:gd name="T16" fmla="*/ 142 w 176"/>
              <a:gd name="T17" fmla="*/ 147 h 176"/>
              <a:gd name="T18" fmla="*/ 88 w 176"/>
              <a:gd name="T19" fmla="*/ 168 h 176"/>
              <a:gd name="T20" fmla="*/ 147 w 176"/>
              <a:gd name="T21" fmla="*/ 142 h 176"/>
              <a:gd name="T22" fmla="*/ 34 w 176"/>
              <a:gd name="T23" fmla="*/ 29 h 176"/>
              <a:gd name="T24" fmla="*/ 88 w 176"/>
              <a:gd name="T25" fmla="*/ 8 h 176"/>
              <a:gd name="T26" fmla="*/ 168 w 176"/>
              <a:gd name="T27" fmla="*/ 88 h 176"/>
              <a:gd name="T28" fmla="*/ 147 w 176"/>
              <a:gd name="T29" fmla="*/ 14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67"/>
                  <a:pt x="16" y="49"/>
                  <a:pt x="29" y="34"/>
                </a:cubicBezTo>
                <a:cubicBezTo>
                  <a:pt x="142" y="147"/>
                  <a:pt x="142" y="147"/>
                  <a:pt x="142" y="147"/>
                </a:cubicBezTo>
                <a:cubicBezTo>
                  <a:pt x="127" y="160"/>
                  <a:pt x="109" y="168"/>
                  <a:pt x="88" y="168"/>
                </a:cubicBezTo>
                <a:moveTo>
                  <a:pt x="147" y="142"/>
                </a:moveTo>
                <a:cubicBezTo>
                  <a:pt x="34" y="29"/>
                  <a:pt x="34" y="29"/>
                  <a:pt x="34" y="29"/>
                </a:cubicBezTo>
                <a:cubicBezTo>
                  <a:pt x="49" y="16"/>
                  <a:pt x="67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09"/>
                  <a:pt x="160" y="127"/>
                  <a:pt x="147" y="14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0" name="Freeform 93"/>
          <p:cNvSpPr>
            <a:spLocks noEditPoints="1"/>
          </p:cNvSpPr>
          <p:nvPr/>
        </p:nvSpPr>
        <p:spPr bwMode="auto">
          <a:xfrm>
            <a:off x="2169601" y="3024610"/>
            <a:ext cx="334275" cy="334275"/>
          </a:xfrm>
          <a:custGeom>
            <a:avLst/>
            <a:gdLst>
              <a:gd name="T0" fmla="*/ 100 w 176"/>
              <a:gd name="T1" fmla="*/ 124 h 176"/>
              <a:gd name="T2" fmla="*/ 95 w 176"/>
              <a:gd name="T3" fmla="*/ 123 h 176"/>
              <a:gd name="T4" fmla="*/ 93 w 176"/>
              <a:gd name="T5" fmla="*/ 118 h 176"/>
              <a:gd name="T6" fmla="*/ 94 w 176"/>
              <a:gd name="T7" fmla="*/ 115 h 176"/>
              <a:gd name="T8" fmla="*/ 95 w 176"/>
              <a:gd name="T9" fmla="*/ 110 h 176"/>
              <a:gd name="T10" fmla="*/ 99 w 176"/>
              <a:gd name="T11" fmla="*/ 94 h 176"/>
              <a:gd name="T12" fmla="*/ 100 w 176"/>
              <a:gd name="T13" fmla="*/ 89 h 176"/>
              <a:gd name="T14" fmla="*/ 101 w 176"/>
              <a:gd name="T15" fmla="*/ 85 h 176"/>
              <a:gd name="T16" fmla="*/ 97 w 176"/>
              <a:gd name="T17" fmla="*/ 77 h 176"/>
              <a:gd name="T18" fmla="*/ 86 w 176"/>
              <a:gd name="T19" fmla="*/ 74 h 176"/>
              <a:gd name="T20" fmla="*/ 78 w 176"/>
              <a:gd name="T21" fmla="*/ 75 h 176"/>
              <a:gd name="T22" fmla="*/ 69 w 176"/>
              <a:gd name="T23" fmla="*/ 78 h 176"/>
              <a:gd name="T24" fmla="*/ 68 w 176"/>
              <a:gd name="T25" fmla="*/ 83 h 176"/>
              <a:gd name="T26" fmla="*/ 71 w 176"/>
              <a:gd name="T27" fmla="*/ 82 h 176"/>
              <a:gd name="T28" fmla="*/ 75 w 176"/>
              <a:gd name="T29" fmla="*/ 82 h 176"/>
              <a:gd name="T30" fmla="*/ 80 w 176"/>
              <a:gd name="T31" fmla="*/ 83 h 176"/>
              <a:gd name="T32" fmla="*/ 82 w 176"/>
              <a:gd name="T33" fmla="*/ 87 h 176"/>
              <a:gd name="T34" fmla="*/ 81 w 176"/>
              <a:gd name="T35" fmla="*/ 91 h 176"/>
              <a:gd name="T36" fmla="*/ 80 w 176"/>
              <a:gd name="T37" fmla="*/ 95 h 176"/>
              <a:gd name="T38" fmla="*/ 75 w 176"/>
              <a:gd name="T39" fmla="*/ 112 h 176"/>
              <a:gd name="T40" fmla="*/ 74 w 176"/>
              <a:gd name="T41" fmla="*/ 116 h 176"/>
              <a:gd name="T42" fmla="*/ 74 w 176"/>
              <a:gd name="T43" fmla="*/ 120 h 176"/>
              <a:gd name="T44" fmla="*/ 78 w 176"/>
              <a:gd name="T45" fmla="*/ 129 h 176"/>
              <a:gd name="T46" fmla="*/ 89 w 176"/>
              <a:gd name="T47" fmla="*/ 132 h 176"/>
              <a:gd name="T48" fmla="*/ 96 w 176"/>
              <a:gd name="T49" fmla="*/ 131 h 176"/>
              <a:gd name="T50" fmla="*/ 106 w 176"/>
              <a:gd name="T51" fmla="*/ 127 h 176"/>
              <a:gd name="T52" fmla="*/ 107 w 176"/>
              <a:gd name="T53" fmla="*/ 122 h 176"/>
              <a:gd name="T54" fmla="*/ 104 w 176"/>
              <a:gd name="T55" fmla="*/ 123 h 176"/>
              <a:gd name="T56" fmla="*/ 100 w 176"/>
              <a:gd name="T57" fmla="*/ 124 h 176"/>
              <a:gd name="T58" fmla="*/ 97 w 176"/>
              <a:gd name="T59" fmla="*/ 44 h 176"/>
              <a:gd name="T60" fmla="*/ 89 w 176"/>
              <a:gd name="T61" fmla="*/ 47 h 176"/>
              <a:gd name="T62" fmla="*/ 85 w 176"/>
              <a:gd name="T63" fmla="*/ 54 h 176"/>
              <a:gd name="T64" fmla="*/ 89 w 176"/>
              <a:gd name="T65" fmla="*/ 61 h 176"/>
              <a:gd name="T66" fmla="*/ 97 w 176"/>
              <a:gd name="T67" fmla="*/ 64 h 176"/>
              <a:gd name="T68" fmla="*/ 105 w 176"/>
              <a:gd name="T69" fmla="*/ 61 h 176"/>
              <a:gd name="T70" fmla="*/ 108 w 176"/>
              <a:gd name="T71" fmla="*/ 54 h 176"/>
              <a:gd name="T72" fmla="*/ 105 w 176"/>
              <a:gd name="T73" fmla="*/ 47 h 176"/>
              <a:gd name="T74" fmla="*/ 97 w 176"/>
              <a:gd name="T75" fmla="*/ 44 h 176"/>
              <a:gd name="T76" fmla="*/ 88 w 176"/>
              <a:gd name="T77" fmla="*/ 0 h 176"/>
              <a:gd name="T78" fmla="*/ 0 w 176"/>
              <a:gd name="T79" fmla="*/ 88 h 176"/>
              <a:gd name="T80" fmla="*/ 88 w 176"/>
              <a:gd name="T81" fmla="*/ 176 h 176"/>
              <a:gd name="T82" fmla="*/ 176 w 176"/>
              <a:gd name="T83" fmla="*/ 88 h 176"/>
              <a:gd name="T84" fmla="*/ 88 w 176"/>
              <a:gd name="T85" fmla="*/ 0 h 176"/>
              <a:gd name="T86" fmla="*/ 88 w 176"/>
              <a:gd name="T87" fmla="*/ 168 h 176"/>
              <a:gd name="T88" fmla="*/ 8 w 176"/>
              <a:gd name="T89" fmla="*/ 88 h 176"/>
              <a:gd name="T90" fmla="*/ 88 w 176"/>
              <a:gd name="T91" fmla="*/ 8 h 176"/>
              <a:gd name="T92" fmla="*/ 168 w 176"/>
              <a:gd name="T93" fmla="*/ 88 h 176"/>
              <a:gd name="T94" fmla="*/ 88 w 176"/>
              <a:gd name="T9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100" y="124"/>
                </a:moveTo>
                <a:cubicBezTo>
                  <a:pt x="97" y="124"/>
                  <a:pt x="96" y="124"/>
                  <a:pt x="95" y="123"/>
                </a:cubicBezTo>
                <a:cubicBezTo>
                  <a:pt x="94" y="122"/>
                  <a:pt x="93" y="121"/>
                  <a:pt x="93" y="118"/>
                </a:cubicBezTo>
                <a:cubicBezTo>
                  <a:pt x="93" y="118"/>
                  <a:pt x="93" y="116"/>
                  <a:pt x="94" y="115"/>
                </a:cubicBezTo>
                <a:cubicBezTo>
                  <a:pt x="94" y="113"/>
                  <a:pt x="94" y="112"/>
                  <a:pt x="95" y="110"/>
                </a:cubicBezTo>
                <a:cubicBezTo>
                  <a:pt x="99" y="94"/>
                  <a:pt x="99" y="94"/>
                  <a:pt x="99" y="94"/>
                </a:cubicBezTo>
                <a:cubicBezTo>
                  <a:pt x="100" y="92"/>
                  <a:pt x="100" y="91"/>
                  <a:pt x="100" y="89"/>
                </a:cubicBezTo>
                <a:cubicBezTo>
                  <a:pt x="100" y="87"/>
                  <a:pt x="101" y="86"/>
                  <a:pt x="101" y="85"/>
                </a:cubicBezTo>
                <a:cubicBezTo>
                  <a:pt x="101" y="82"/>
                  <a:pt x="99" y="79"/>
                  <a:pt x="97" y="77"/>
                </a:cubicBezTo>
                <a:cubicBezTo>
                  <a:pt x="94" y="75"/>
                  <a:pt x="91" y="74"/>
                  <a:pt x="86" y="74"/>
                </a:cubicBezTo>
                <a:cubicBezTo>
                  <a:pt x="84" y="74"/>
                  <a:pt x="81" y="74"/>
                  <a:pt x="78" y="75"/>
                </a:cubicBezTo>
                <a:cubicBezTo>
                  <a:pt x="75" y="76"/>
                  <a:pt x="72" y="77"/>
                  <a:pt x="69" y="78"/>
                </a:cubicBezTo>
                <a:cubicBezTo>
                  <a:pt x="68" y="83"/>
                  <a:pt x="68" y="83"/>
                  <a:pt x="68" y="83"/>
                </a:cubicBezTo>
                <a:cubicBezTo>
                  <a:pt x="69" y="83"/>
                  <a:pt x="70" y="83"/>
                  <a:pt x="71" y="82"/>
                </a:cubicBezTo>
                <a:cubicBezTo>
                  <a:pt x="73" y="82"/>
                  <a:pt x="74" y="82"/>
                  <a:pt x="75" y="82"/>
                </a:cubicBezTo>
                <a:cubicBezTo>
                  <a:pt x="78" y="82"/>
                  <a:pt x="79" y="82"/>
                  <a:pt x="80" y="83"/>
                </a:cubicBezTo>
                <a:cubicBezTo>
                  <a:pt x="81" y="84"/>
                  <a:pt x="82" y="85"/>
                  <a:pt x="82" y="87"/>
                </a:cubicBezTo>
                <a:cubicBezTo>
                  <a:pt x="82" y="88"/>
                  <a:pt x="81" y="90"/>
                  <a:pt x="81" y="91"/>
                </a:cubicBezTo>
                <a:cubicBezTo>
                  <a:pt x="81" y="92"/>
                  <a:pt x="80" y="94"/>
                  <a:pt x="80" y="95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75" y="113"/>
                  <a:pt x="75" y="115"/>
                  <a:pt x="74" y="116"/>
                </a:cubicBezTo>
                <a:cubicBezTo>
                  <a:pt x="74" y="118"/>
                  <a:pt x="74" y="119"/>
                  <a:pt x="74" y="120"/>
                </a:cubicBezTo>
                <a:cubicBezTo>
                  <a:pt x="74" y="124"/>
                  <a:pt x="75" y="127"/>
                  <a:pt x="78" y="129"/>
                </a:cubicBezTo>
                <a:cubicBezTo>
                  <a:pt x="80" y="131"/>
                  <a:pt x="84" y="132"/>
                  <a:pt x="89" y="132"/>
                </a:cubicBezTo>
                <a:cubicBezTo>
                  <a:pt x="92" y="132"/>
                  <a:pt x="94" y="132"/>
                  <a:pt x="96" y="131"/>
                </a:cubicBezTo>
                <a:cubicBezTo>
                  <a:pt x="99" y="130"/>
                  <a:pt x="102" y="129"/>
                  <a:pt x="106" y="127"/>
                </a:cubicBezTo>
                <a:cubicBezTo>
                  <a:pt x="107" y="122"/>
                  <a:pt x="107" y="122"/>
                  <a:pt x="107" y="122"/>
                </a:cubicBezTo>
                <a:cubicBezTo>
                  <a:pt x="106" y="123"/>
                  <a:pt x="105" y="123"/>
                  <a:pt x="104" y="123"/>
                </a:cubicBezTo>
                <a:cubicBezTo>
                  <a:pt x="102" y="124"/>
                  <a:pt x="101" y="124"/>
                  <a:pt x="100" y="124"/>
                </a:cubicBezTo>
                <a:moveTo>
                  <a:pt x="97" y="44"/>
                </a:moveTo>
                <a:cubicBezTo>
                  <a:pt x="94" y="44"/>
                  <a:pt x="91" y="45"/>
                  <a:pt x="89" y="47"/>
                </a:cubicBezTo>
                <a:cubicBezTo>
                  <a:pt x="87" y="49"/>
                  <a:pt x="85" y="51"/>
                  <a:pt x="85" y="54"/>
                </a:cubicBezTo>
                <a:cubicBezTo>
                  <a:pt x="85" y="57"/>
                  <a:pt x="87" y="59"/>
                  <a:pt x="89" y="61"/>
                </a:cubicBezTo>
                <a:cubicBezTo>
                  <a:pt x="91" y="63"/>
                  <a:pt x="94" y="64"/>
                  <a:pt x="97" y="64"/>
                </a:cubicBezTo>
                <a:cubicBezTo>
                  <a:pt x="100" y="64"/>
                  <a:pt x="103" y="63"/>
                  <a:pt x="105" y="61"/>
                </a:cubicBezTo>
                <a:cubicBezTo>
                  <a:pt x="107" y="59"/>
                  <a:pt x="108" y="57"/>
                  <a:pt x="108" y="54"/>
                </a:cubicBezTo>
                <a:cubicBezTo>
                  <a:pt x="108" y="51"/>
                  <a:pt x="107" y="49"/>
                  <a:pt x="105" y="47"/>
                </a:cubicBezTo>
                <a:cubicBezTo>
                  <a:pt x="103" y="45"/>
                  <a:pt x="100" y="44"/>
                  <a:pt x="97" y="4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1" name="Freeform 94"/>
          <p:cNvSpPr>
            <a:spLocks noEditPoints="1"/>
          </p:cNvSpPr>
          <p:nvPr/>
        </p:nvSpPr>
        <p:spPr bwMode="auto">
          <a:xfrm>
            <a:off x="2808942" y="3024610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83 w 176"/>
              <a:gd name="T21" fmla="*/ 128 h 176"/>
              <a:gd name="T22" fmla="*/ 94 w 176"/>
              <a:gd name="T23" fmla="*/ 128 h 176"/>
              <a:gd name="T24" fmla="*/ 94 w 176"/>
              <a:gd name="T25" fmla="*/ 115 h 176"/>
              <a:gd name="T26" fmla="*/ 83 w 176"/>
              <a:gd name="T27" fmla="*/ 115 h 176"/>
              <a:gd name="T28" fmla="*/ 83 w 176"/>
              <a:gd name="T29" fmla="*/ 128 h 176"/>
              <a:gd name="T30" fmla="*/ 106 w 176"/>
              <a:gd name="T31" fmla="*/ 53 h 176"/>
              <a:gd name="T32" fmla="*/ 98 w 176"/>
              <a:gd name="T33" fmla="*/ 49 h 176"/>
              <a:gd name="T34" fmla="*/ 89 w 176"/>
              <a:gd name="T35" fmla="*/ 48 h 176"/>
              <a:gd name="T36" fmla="*/ 78 w 176"/>
              <a:gd name="T37" fmla="*/ 50 h 176"/>
              <a:gd name="T38" fmla="*/ 70 w 176"/>
              <a:gd name="T39" fmla="*/ 55 h 176"/>
              <a:gd name="T40" fmla="*/ 65 w 176"/>
              <a:gd name="T41" fmla="*/ 63 h 176"/>
              <a:gd name="T42" fmla="*/ 63 w 176"/>
              <a:gd name="T43" fmla="*/ 74 h 176"/>
              <a:gd name="T44" fmla="*/ 63 w 176"/>
              <a:gd name="T45" fmla="*/ 75 h 176"/>
              <a:gd name="T46" fmla="*/ 72 w 176"/>
              <a:gd name="T47" fmla="*/ 75 h 176"/>
              <a:gd name="T48" fmla="*/ 72 w 176"/>
              <a:gd name="T49" fmla="*/ 74 h 176"/>
              <a:gd name="T50" fmla="*/ 73 w 176"/>
              <a:gd name="T51" fmla="*/ 67 h 176"/>
              <a:gd name="T52" fmla="*/ 76 w 176"/>
              <a:gd name="T53" fmla="*/ 61 h 176"/>
              <a:gd name="T54" fmla="*/ 82 w 176"/>
              <a:gd name="T55" fmla="*/ 57 h 176"/>
              <a:gd name="T56" fmla="*/ 89 w 176"/>
              <a:gd name="T57" fmla="*/ 56 h 176"/>
              <a:gd name="T58" fmla="*/ 95 w 176"/>
              <a:gd name="T59" fmla="*/ 57 h 176"/>
              <a:gd name="T60" fmla="*/ 100 w 176"/>
              <a:gd name="T61" fmla="*/ 59 h 176"/>
              <a:gd name="T62" fmla="*/ 103 w 176"/>
              <a:gd name="T63" fmla="*/ 64 h 176"/>
              <a:gd name="T64" fmla="*/ 104 w 176"/>
              <a:gd name="T65" fmla="*/ 69 h 176"/>
              <a:gd name="T66" fmla="*/ 102 w 176"/>
              <a:gd name="T67" fmla="*/ 76 h 176"/>
              <a:gd name="T68" fmla="*/ 97 w 176"/>
              <a:gd name="T69" fmla="*/ 82 h 176"/>
              <a:gd name="T70" fmla="*/ 91 w 176"/>
              <a:gd name="T71" fmla="*/ 88 h 176"/>
              <a:gd name="T72" fmla="*/ 87 w 176"/>
              <a:gd name="T73" fmla="*/ 93 h 176"/>
              <a:gd name="T74" fmla="*/ 85 w 176"/>
              <a:gd name="T75" fmla="*/ 99 h 176"/>
              <a:gd name="T76" fmla="*/ 84 w 176"/>
              <a:gd name="T77" fmla="*/ 108 h 176"/>
              <a:gd name="T78" fmla="*/ 84 w 176"/>
              <a:gd name="T79" fmla="*/ 109 h 176"/>
              <a:gd name="T80" fmla="*/ 93 w 176"/>
              <a:gd name="T81" fmla="*/ 109 h 176"/>
              <a:gd name="T82" fmla="*/ 93 w 176"/>
              <a:gd name="T83" fmla="*/ 108 h 176"/>
              <a:gd name="T84" fmla="*/ 93 w 176"/>
              <a:gd name="T85" fmla="*/ 100 h 176"/>
              <a:gd name="T86" fmla="*/ 95 w 176"/>
              <a:gd name="T87" fmla="*/ 96 h 176"/>
              <a:gd name="T88" fmla="*/ 97 w 176"/>
              <a:gd name="T89" fmla="*/ 93 h 176"/>
              <a:gd name="T90" fmla="*/ 103 w 176"/>
              <a:gd name="T91" fmla="*/ 88 h 176"/>
              <a:gd name="T92" fmla="*/ 110 w 176"/>
              <a:gd name="T93" fmla="*/ 79 h 176"/>
              <a:gd name="T94" fmla="*/ 113 w 176"/>
              <a:gd name="T95" fmla="*/ 69 h 176"/>
              <a:gd name="T96" fmla="*/ 111 w 176"/>
              <a:gd name="T97" fmla="*/ 60 h 176"/>
              <a:gd name="T98" fmla="*/ 106 w 176"/>
              <a:gd name="T99" fmla="*/ 5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83" y="128"/>
                </a:moveTo>
                <a:cubicBezTo>
                  <a:pt x="94" y="128"/>
                  <a:pt x="94" y="128"/>
                  <a:pt x="94" y="128"/>
                </a:cubicBezTo>
                <a:cubicBezTo>
                  <a:pt x="94" y="115"/>
                  <a:pt x="94" y="115"/>
                  <a:pt x="94" y="115"/>
                </a:cubicBezTo>
                <a:cubicBezTo>
                  <a:pt x="83" y="115"/>
                  <a:pt x="83" y="115"/>
                  <a:pt x="83" y="115"/>
                </a:cubicBezTo>
                <a:lnTo>
                  <a:pt x="83" y="128"/>
                </a:lnTo>
                <a:close/>
                <a:moveTo>
                  <a:pt x="106" y="53"/>
                </a:moveTo>
                <a:cubicBezTo>
                  <a:pt x="104" y="52"/>
                  <a:pt x="101" y="50"/>
                  <a:pt x="98" y="49"/>
                </a:cubicBezTo>
                <a:cubicBezTo>
                  <a:pt x="96" y="48"/>
                  <a:pt x="93" y="48"/>
                  <a:pt x="89" y="48"/>
                </a:cubicBezTo>
                <a:cubicBezTo>
                  <a:pt x="85" y="48"/>
                  <a:pt x="82" y="49"/>
                  <a:pt x="78" y="50"/>
                </a:cubicBezTo>
                <a:cubicBezTo>
                  <a:pt x="75" y="51"/>
                  <a:pt x="73" y="53"/>
                  <a:pt x="70" y="55"/>
                </a:cubicBezTo>
                <a:cubicBezTo>
                  <a:pt x="68" y="57"/>
                  <a:pt x="66" y="60"/>
                  <a:pt x="65" y="63"/>
                </a:cubicBezTo>
                <a:cubicBezTo>
                  <a:pt x="64" y="67"/>
                  <a:pt x="63" y="70"/>
                  <a:pt x="63" y="74"/>
                </a:cubicBezTo>
                <a:cubicBezTo>
                  <a:pt x="63" y="75"/>
                  <a:pt x="63" y="75"/>
                  <a:pt x="63" y="75"/>
                </a:cubicBezTo>
                <a:cubicBezTo>
                  <a:pt x="72" y="75"/>
                  <a:pt x="72" y="75"/>
                  <a:pt x="72" y="75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1"/>
                  <a:pt x="73" y="69"/>
                  <a:pt x="73" y="67"/>
                </a:cubicBezTo>
                <a:cubicBezTo>
                  <a:pt x="74" y="64"/>
                  <a:pt x="75" y="63"/>
                  <a:pt x="76" y="61"/>
                </a:cubicBezTo>
                <a:cubicBezTo>
                  <a:pt x="78" y="59"/>
                  <a:pt x="80" y="58"/>
                  <a:pt x="82" y="57"/>
                </a:cubicBezTo>
                <a:cubicBezTo>
                  <a:pt x="84" y="56"/>
                  <a:pt x="86" y="56"/>
                  <a:pt x="89" y="56"/>
                </a:cubicBezTo>
                <a:cubicBezTo>
                  <a:pt x="91" y="56"/>
                  <a:pt x="93" y="56"/>
                  <a:pt x="95" y="57"/>
                </a:cubicBezTo>
                <a:cubicBezTo>
                  <a:pt x="97" y="57"/>
                  <a:pt x="98" y="58"/>
                  <a:pt x="100" y="59"/>
                </a:cubicBezTo>
                <a:cubicBezTo>
                  <a:pt x="101" y="61"/>
                  <a:pt x="102" y="62"/>
                  <a:pt x="103" y="64"/>
                </a:cubicBezTo>
                <a:cubicBezTo>
                  <a:pt x="104" y="65"/>
                  <a:pt x="104" y="67"/>
                  <a:pt x="104" y="69"/>
                </a:cubicBezTo>
                <a:cubicBezTo>
                  <a:pt x="104" y="72"/>
                  <a:pt x="103" y="74"/>
                  <a:pt x="102" y="76"/>
                </a:cubicBezTo>
                <a:cubicBezTo>
                  <a:pt x="101" y="78"/>
                  <a:pt x="99" y="80"/>
                  <a:pt x="97" y="82"/>
                </a:cubicBezTo>
                <a:cubicBezTo>
                  <a:pt x="95" y="84"/>
                  <a:pt x="93" y="86"/>
                  <a:pt x="91" y="88"/>
                </a:cubicBezTo>
                <a:cubicBezTo>
                  <a:pt x="89" y="89"/>
                  <a:pt x="88" y="91"/>
                  <a:pt x="87" y="93"/>
                </a:cubicBezTo>
                <a:cubicBezTo>
                  <a:pt x="86" y="95"/>
                  <a:pt x="85" y="97"/>
                  <a:pt x="85" y="99"/>
                </a:cubicBezTo>
                <a:cubicBezTo>
                  <a:pt x="84" y="102"/>
                  <a:pt x="84" y="105"/>
                  <a:pt x="84" y="108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93" y="109"/>
                  <a:pt x="93" y="109"/>
                  <a:pt x="93" y="109"/>
                </a:cubicBezTo>
                <a:cubicBezTo>
                  <a:pt x="93" y="108"/>
                  <a:pt x="93" y="108"/>
                  <a:pt x="93" y="108"/>
                </a:cubicBezTo>
                <a:cubicBezTo>
                  <a:pt x="93" y="105"/>
                  <a:pt x="93" y="102"/>
                  <a:pt x="93" y="100"/>
                </a:cubicBezTo>
                <a:cubicBezTo>
                  <a:pt x="94" y="99"/>
                  <a:pt x="94" y="97"/>
                  <a:pt x="95" y="96"/>
                </a:cubicBezTo>
                <a:cubicBezTo>
                  <a:pt x="95" y="95"/>
                  <a:pt x="96" y="94"/>
                  <a:pt x="97" y="93"/>
                </a:cubicBezTo>
                <a:cubicBezTo>
                  <a:pt x="99" y="92"/>
                  <a:pt x="101" y="90"/>
                  <a:pt x="103" y="88"/>
                </a:cubicBezTo>
                <a:cubicBezTo>
                  <a:pt x="106" y="85"/>
                  <a:pt x="108" y="82"/>
                  <a:pt x="110" y="79"/>
                </a:cubicBezTo>
                <a:cubicBezTo>
                  <a:pt x="112" y="77"/>
                  <a:pt x="113" y="73"/>
                  <a:pt x="113" y="69"/>
                </a:cubicBezTo>
                <a:cubicBezTo>
                  <a:pt x="113" y="65"/>
                  <a:pt x="112" y="63"/>
                  <a:pt x="111" y="60"/>
                </a:cubicBezTo>
                <a:cubicBezTo>
                  <a:pt x="110" y="57"/>
                  <a:pt x="108" y="55"/>
                  <a:pt x="106" y="53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2" name="Freeform 95"/>
          <p:cNvSpPr>
            <a:spLocks noEditPoints="1"/>
          </p:cNvSpPr>
          <p:nvPr/>
        </p:nvSpPr>
        <p:spPr bwMode="auto">
          <a:xfrm>
            <a:off x="3448283" y="3024610"/>
            <a:ext cx="334275" cy="334275"/>
          </a:xfrm>
          <a:custGeom>
            <a:avLst/>
            <a:gdLst>
              <a:gd name="T0" fmla="*/ 88 w 176"/>
              <a:gd name="T1" fmla="*/ 112 h 176"/>
              <a:gd name="T2" fmla="*/ 80 w 176"/>
              <a:gd name="T3" fmla="*/ 120 h 176"/>
              <a:gd name="T4" fmla="*/ 88 w 176"/>
              <a:gd name="T5" fmla="*/ 128 h 176"/>
              <a:gd name="T6" fmla="*/ 96 w 176"/>
              <a:gd name="T7" fmla="*/ 120 h 176"/>
              <a:gd name="T8" fmla="*/ 88 w 176"/>
              <a:gd name="T9" fmla="*/ 112 h 176"/>
              <a:gd name="T10" fmla="*/ 96 w 176"/>
              <a:gd name="T11" fmla="*/ 48 h 176"/>
              <a:gd name="T12" fmla="*/ 80 w 176"/>
              <a:gd name="T13" fmla="*/ 48 h 176"/>
              <a:gd name="T14" fmla="*/ 76 w 176"/>
              <a:gd name="T15" fmla="*/ 52 h 176"/>
              <a:gd name="T16" fmla="*/ 76 w 176"/>
              <a:gd name="T17" fmla="*/ 52 h 176"/>
              <a:gd name="T18" fmla="*/ 76 w 176"/>
              <a:gd name="T19" fmla="*/ 52 h 176"/>
              <a:gd name="T20" fmla="*/ 80 w 176"/>
              <a:gd name="T21" fmla="*/ 100 h 176"/>
              <a:gd name="T22" fmla="*/ 80 w 176"/>
              <a:gd name="T23" fmla="*/ 100 h 176"/>
              <a:gd name="T24" fmla="*/ 84 w 176"/>
              <a:gd name="T25" fmla="*/ 104 h 176"/>
              <a:gd name="T26" fmla="*/ 92 w 176"/>
              <a:gd name="T27" fmla="*/ 104 h 176"/>
              <a:gd name="T28" fmla="*/ 96 w 176"/>
              <a:gd name="T29" fmla="*/ 100 h 176"/>
              <a:gd name="T30" fmla="*/ 96 w 176"/>
              <a:gd name="T31" fmla="*/ 100 h 176"/>
              <a:gd name="T32" fmla="*/ 100 w 176"/>
              <a:gd name="T33" fmla="*/ 52 h 176"/>
              <a:gd name="T34" fmla="*/ 100 w 176"/>
              <a:gd name="T35" fmla="*/ 52 h 176"/>
              <a:gd name="T36" fmla="*/ 100 w 176"/>
              <a:gd name="T37" fmla="*/ 52 h 176"/>
              <a:gd name="T38" fmla="*/ 96 w 176"/>
              <a:gd name="T39" fmla="*/ 48 h 176"/>
              <a:gd name="T40" fmla="*/ 88 w 176"/>
              <a:gd name="T41" fmla="*/ 0 h 176"/>
              <a:gd name="T42" fmla="*/ 0 w 176"/>
              <a:gd name="T43" fmla="*/ 88 h 176"/>
              <a:gd name="T44" fmla="*/ 88 w 176"/>
              <a:gd name="T45" fmla="*/ 176 h 176"/>
              <a:gd name="T46" fmla="*/ 176 w 176"/>
              <a:gd name="T47" fmla="*/ 88 h 176"/>
              <a:gd name="T48" fmla="*/ 88 w 176"/>
              <a:gd name="T49" fmla="*/ 0 h 176"/>
              <a:gd name="T50" fmla="*/ 88 w 176"/>
              <a:gd name="T51" fmla="*/ 168 h 176"/>
              <a:gd name="T52" fmla="*/ 8 w 176"/>
              <a:gd name="T53" fmla="*/ 88 h 176"/>
              <a:gd name="T54" fmla="*/ 88 w 176"/>
              <a:gd name="T55" fmla="*/ 8 h 176"/>
              <a:gd name="T56" fmla="*/ 168 w 176"/>
              <a:gd name="T57" fmla="*/ 88 h 176"/>
              <a:gd name="T58" fmla="*/ 88 w 176"/>
              <a:gd name="T5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76">
                <a:moveTo>
                  <a:pt x="88" y="112"/>
                </a:moveTo>
                <a:cubicBezTo>
                  <a:pt x="84" y="112"/>
                  <a:pt x="80" y="116"/>
                  <a:pt x="80" y="120"/>
                </a:cubicBezTo>
                <a:cubicBezTo>
                  <a:pt x="80" y="124"/>
                  <a:pt x="84" y="128"/>
                  <a:pt x="88" y="128"/>
                </a:cubicBezTo>
                <a:cubicBezTo>
                  <a:pt x="92" y="128"/>
                  <a:pt x="96" y="124"/>
                  <a:pt x="96" y="120"/>
                </a:cubicBezTo>
                <a:cubicBezTo>
                  <a:pt x="96" y="116"/>
                  <a:pt x="92" y="112"/>
                  <a:pt x="88" y="112"/>
                </a:cubicBezTo>
                <a:moveTo>
                  <a:pt x="96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78" y="48"/>
                  <a:pt x="76" y="50"/>
                  <a:pt x="76" y="52"/>
                </a:cubicBezTo>
                <a:cubicBezTo>
                  <a:pt x="76" y="52"/>
                  <a:pt x="76" y="52"/>
                  <a:pt x="76" y="52"/>
                </a:cubicBezTo>
                <a:cubicBezTo>
                  <a:pt x="76" y="52"/>
                  <a:pt x="76" y="52"/>
                  <a:pt x="76" y="52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2"/>
                  <a:pt x="82" y="104"/>
                  <a:pt x="84" y="104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4" y="104"/>
                  <a:pt x="96" y="102"/>
                  <a:pt x="96" y="100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0"/>
                  <a:pt x="98" y="48"/>
                  <a:pt x="96" y="48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3" name="Freeform 96"/>
          <p:cNvSpPr>
            <a:spLocks noEditPoints="1"/>
          </p:cNvSpPr>
          <p:nvPr/>
        </p:nvSpPr>
        <p:spPr bwMode="auto">
          <a:xfrm>
            <a:off x="4087625" y="3053819"/>
            <a:ext cx="334275" cy="274235"/>
          </a:xfrm>
          <a:custGeom>
            <a:avLst/>
            <a:gdLst>
              <a:gd name="T0" fmla="*/ 168 w 176"/>
              <a:gd name="T1" fmla="*/ 32 h 144"/>
              <a:gd name="T2" fmla="*/ 40 w 176"/>
              <a:gd name="T3" fmla="*/ 32 h 144"/>
              <a:gd name="T4" fmla="*/ 32 w 176"/>
              <a:gd name="T5" fmla="*/ 40 h 144"/>
              <a:gd name="T6" fmla="*/ 32 w 176"/>
              <a:gd name="T7" fmla="*/ 136 h 144"/>
              <a:gd name="T8" fmla="*/ 40 w 176"/>
              <a:gd name="T9" fmla="*/ 144 h 144"/>
              <a:gd name="T10" fmla="*/ 168 w 176"/>
              <a:gd name="T11" fmla="*/ 144 h 144"/>
              <a:gd name="T12" fmla="*/ 176 w 176"/>
              <a:gd name="T13" fmla="*/ 136 h 144"/>
              <a:gd name="T14" fmla="*/ 176 w 176"/>
              <a:gd name="T15" fmla="*/ 40 h 144"/>
              <a:gd name="T16" fmla="*/ 168 w 176"/>
              <a:gd name="T17" fmla="*/ 32 h 144"/>
              <a:gd name="T18" fmla="*/ 168 w 176"/>
              <a:gd name="T19" fmla="*/ 136 h 144"/>
              <a:gd name="T20" fmla="*/ 40 w 176"/>
              <a:gd name="T21" fmla="*/ 136 h 144"/>
              <a:gd name="T22" fmla="*/ 40 w 176"/>
              <a:gd name="T23" fmla="*/ 40 h 144"/>
              <a:gd name="T24" fmla="*/ 168 w 176"/>
              <a:gd name="T25" fmla="*/ 40 h 144"/>
              <a:gd name="T26" fmla="*/ 168 w 176"/>
              <a:gd name="T27" fmla="*/ 136 h 144"/>
              <a:gd name="T28" fmla="*/ 20 w 176"/>
              <a:gd name="T29" fmla="*/ 104 h 144"/>
              <a:gd name="T30" fmla="*/ 8 w 176"/>
              <a:gd name="T31" fmla="*/ 104 h 144"/>
              <a:gd name="T32" fmla="*/ 8 w 176"/>
              <a:gd name="T33" fmla="*/ 8 h 144"/>
              <a:gd name="T34" fmla="*/ 136 w 176"/>
              <a:gd name="T35" fmla="*/ 8 h 144"/>
              <a:gd name="T36" fmla="*/ 136 w 176"/>
              <a:gd name="T37" fmla="*/ 20 h 144"/>
              <a:gd name="T38" fmla="*/ 140 w 176"/>
              <a:gd name="T39" fmla="*/ 24 h 144"/>
              <a:gd name="T40" fmla="*/ 144 w 176"/>
              <a:gd name="T41" fmla="*/ 20 h 144"/>
              <a:gd name="T42" fmla="*/ 144 w 176"/>
              <a:gd name="T43" fmla="*/ 8 h 144"/>
              <a:gd name="T44" fmla="*/ 136 w 176"/>
              <a:gd name="T45" fmla="*/ 0 h 144"/>
              <a:gd name="T46" fmla="*/ 8 w 176"/>
              <a:gd name="T47" fmla="*/ 0 h 144"/>
              <a:gd name="T48" fmla="*/ 0 w 176"/>
              <a:gd name="T49" fmla="*/ 8 h 144"/>
              <a:gd name="T50" fmla="*/ 0 w 176"/>
              <a:gd name="T51" fmla="*/ 104 h 144"/>
              <a:gd name="T52" fmla="*/ 8 w 176"/>
              <a:gd name="T53" fmla="*/ 112 h 144"/>
              <a:gd name="T54" fmla="*/ 20 w 176"/>
              <a:gd name="T55" fmla="*/ 112 h 144"/>
              <a:gd name="T56" fmla="*/ 24 w 176"/>
              <a:gd name="T57" fmla="*/ 108 h 144"/>
              <a:gd name="T58" fmla="*/ 20 w 176"/>
              <a:gd name="T59" fmla="*/ 10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44">
                <a:moveTo>
                  <a:pt x="168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140"/>
                  <a:pt x="36" y="144"/>
                  <a:pt x="40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36"/>
                </a:moveTo>
                <a:cubicBezTo>
                  <a:pt x="40" y="136"/>
                  <a:pt x="40" y="136"/>
                  <a:pt x="40" y="136"/>
                </a:cubicBezTo>
                <a:cubicBezTo>
                  <a:pt x="40" y="40"/>
                  <a:pt x="40" y="40"/>
                  <a:pt x="40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36"/>
                </a:lnTo>
                <a:close/>
                <a:moveTo>
                  <a:pt x="20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2"/>
                  <a:pt x="138" y="24"/>
                  <a:pt x="140" y="24"/>
                </a:cubicBezTo>
                <a:cubicBezTo>
                  <a:pt x="142" y="24"/>
                  <a:pt x="144" y="22"/>
                  <a:pt x="144" y="20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22" y="112"/>
                  <a:pt x="24" y="110"/>
                  <a:pt x="24" y="108"/>
                </a:cubicBezTo>
                <a:cubicBezTo>
                  <a:pt x="24" y="106"/>
                  <a:pt x="22" y="104"/>
                  <a:pt x="20" y="10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4" name="Freeform 97"/>
          <p:cNvSpPr>
            <a:spLocks noEditPoints="1"/>
          </p:cNvSpPr>
          <p:nvPr/>
        </p:nvSpPr>
        <p:spPr bwMode="auto">
          <a:xfrm>
            <a:off x="4725344" y="3024610"/>
            <a:ext cx="335898" cy="334275"/>
          </a:xfrm>
          <a:custGeom>
            <a:avLst/>
            <a:gdLst>
              <a:gd name="T0" fmla="*/ 168 w 176"/>
              <a:gd name="T1" fmla="*/ 32 h 176"/>
              <a:gd name="T2" fmla="*/ 40 w 176"/>
              <a:gd name="T3" fmla="*/ 32 h 176"/>
              <a:gd name="T4" fmla="*/ 32 w 176"/>
              <a:gd name="T5" fmla="*/ 40 h 176"/>
              <a:gd name="T6" fmla="*/ 32 w 176"/>
              <a:gd name="T7" fmla="*/ 168 h 176"/>
              <a:gd name="T8" fmla="*/ 40 w 176"/>
              <a:gd name="T9" fmla="*/ 176 h 176"/>
              <a:gd name="T10" fmla="*/ 168 w 176"/>
              <a:gd name="T11" fmla="*/ 176 h 176"/>
              <a:gd name="T12" fmla="*/ 176 w 176"/>
              <a:gd name="T13" fmla="*/ 168 h 176"/>
              <a:gd name="T14" fmla="*/ 176 w 176"/>
              <a:gd name="T15" fmla="*/ 40 h 176"/>
              <a:gd name="T16" fmla="*/ 168 w 176"/>
              <a:gd name="T17" fmla="*/ 32 h 176"/>
              <a:gd name="T18" fmla="*/ 168 w 176"/>
              <a:gd name="T19" fmla="*/ 168 h 176"/>
              <a:gd name="T20" fmla="*/ 40 w 176"/>
              <a:gd name="T21" fmla="*/ 168 h 176"/>
              <a:gd name="T22" fmla="*/ 40 w 176"/>
              <a:gd name="T23" fmla="*/ 144 h 176"/>
              <a:gd name="T24" fmla="*/ 168 w 176"/>
              <a:gd name="T25" fmla="*/ 144 h 176"/>
              <a:gd name="T26" fmla="*/ 168 w 176"/>
              <a:gd name="T27" fmla="*/ 168 h 176"/>
              <a:gd name="T28" fmla="*/ 168 w 176"/>
              <a:gd name="T29" fmla="*/ 136 h 176"/>
              <a:gd name="T30" fmla="*/ 40 w 176"/>
              <a:gd name="T31" fmla="*/ 136 h 176"/>
              <a:gd name="T32" fmla="*/ 40 w 176"/>
              <a:gd name="T33" fmla="*/ 40 h 176"/>
              <a:gd name="T34" fmla="*/ 168 w 176"/>
              <a:gd name="T35" fmla="*/ 40 h 176"/>
              <a:gd name="T36" fmla="*/ 168 w 176"/>
              <a:gd name="T37" fmla="*/ 136 h 176"/>
              <a:gd name="T38" fmla="*/ 20 w 176"/>
              <a:gd name="T39" fmla="*/ 112 h 176"/>
              <a:gd name="T40" fmla="*/ 24 w 176"/>
              <a:gd name="T41" fmla="*/ 108 h 176"/>
              <a:gd name="T42" fmla="*/ 20 w 176"/>
              <a:gd name="T43" fmla="*/ 104 h 176"/>
              <a:gd name="T44" fmla="*/ 8 w 176"/>
              <a:gd name="T45" fmla="*/ 104 h 176"/>
              <a:gd name="T46" fmla="*/ 8 w 176"/>
              <a:gd name="T47" fmla="*/ 8 h 176"/>
              <a:gd name="T48" fmla="*/ 136 w 176"/>
              <a:gd name="T49" fmla="*/ 8 h 176"/>
              <a:gd name="T50" fmla="*/ 136 w 176"/>
              <a:gd name="T51" fmla="*/ 20 h 176"/>
              <a:gd name="T52" fmla="*/ 140 w 176"/>
              <a:gd name="T53" fmla="*/ 24 h 176"/>
              <a:gd name="T54" fmla="*/ 144 w 176"/>
              <a:gd name="T55" fmla="*/ 20 h 176"/>
              <a:gd name="T56" fmla="*/ 144 w 176"/>
              <a:gd name="T57" fmla="*/ 8 h 176"/>
              <a:gd name="T58" fmla="*/ 136 w 176"/>
              <a:gd name="T59" fmla="*/ 0 h 176"/>
              <a:gd name="T60" fmla="*/ 8 w 176"/>
              <a:gd name="T61" fmla="*/ 0 h 176"/>
              <a:gd name="T62" fmla="*/ 0 w 176"/>
              <a:gd name="T63" fmla="*/ 8 h 176"/>
              <a:gd name="T64" fmla="*/ 0 w 176"/>
              <a:gd name="T65" fmla="*/ 136 h 176"/>
              <a:gd name="T66" fmla="*/ 8 w 176"/>
              <a:gd name="T67" fmla="*/ 144 h 176"/>
              <a:gd name="T68" fmla="*/ 20 w 176"/>
              <a:gd name="T69" fmla="*/ 144 h 176"/>
              <a:gd name="T70" fmla="*/ 24 w 176"/>
              <a:gd name="T71" fmla="*/ 140 h 176"/>
              <a:gd name="T72" fmla="*/ 20 w 176"/>
              <a:gd name="T73" fmla="*/ 136 h 176"/>
              <a:gd name="T74" fmla="*/ 8 w 176"/>
              <a:gd name="T75" fmla="*/ 136 h 176"/>
              <a:gd name="T76" fmla="*/ 8 w 176"/>
              <a:gd name="T77" fmla="*/ 112 h 176"/>
              <a:gd name="T78" fmla="*/ 20 w 176"/>
              <a:gd name="T79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68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32" y="172"/>
                  <a:pt x="36" y="176"/>
                  <a:pt x="40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168" y="144"/>
                  <a:pt x="168" y="144"/>
                  <a:pt x="168" y="144"/>
                </a:cubicBezTo>
                <a:lnTo>
                  <a:pt x="168" y="168"/>
                </a:lnTo>
                <a:close/>
                <a:moveTo>
                  <a:pt x="168" y="136"/>
                </a:moveTo>
                <a:cubicBezTo>
                  <a:pt x="40" y="136"/>
                  <a:pt x="40" y="136"/>
                  <a:pt x="40" y="136"/>
                </a:cubicBezTo>
                <a:cubicBezTo>
                  <a:pt x="40" y="40"/>
                  <a:pt x="40" y="40"/>
                  <a:pt x="40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36"/>
                </a:lnTo>
                <a:close/>
                <a:moveTo>
                  <a:pt x="20" y="112"/>
                </a:moveTo>
                <a:cubicBezTo>
                  <a:pt x="22" y="112"/>
                  <a:pt x="24" y="110"/>
                  <a:pt x="24" y="108"/>
                </a:cubicBezTo>
                <a:cubicBezTo>
                  <a:pt x="24" y="106"/>
                  <a:pt x="22" y="104"/>
                  <a:pt x="20" y="104"/>
                </a:cubicBezTo>
                <a:cubicBezTo>
                  <a:pt x="8" y="104"/>
                  <a:pt x="8" y="104"/>
                  <a:pt x="8" y="104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2"/>
                  <a:pt x="138" y="24"/>
                  <a:pt x="140" y="24"/>
                </a:cubicBezTo>
                <a:cubicBezTo>
                  <a:pt x="142" y="24"/>
                  <a:pt x="144" y="22"/>
                  <a:pt x="144" y="20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20" y="144"/>
                  <a:pt x="20" y="144"/>
                  <a:pt x="20" y="144"/>
                </a:cubicBezTo>
                <a:cubicBezTo>
                  <a:pt x="22" y="144"/>
                  <a:pt x="24" y="142"/>
                  <a:pt x="24" y="140"/>
                </a:cubicBezTo>
                <a:cubicBezTo>
                  <a:pt x="24" y="138"/>
                  <a:pt x="22" y="136"/>
                  <a:pt x="20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12"/>
                  <a:pt x="8" y="112"/>
                  <a:pt x="8" y="112"/>
                </a:cubicBezTo>
                <a:lnTo>
                  <a:pt x="20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5" name="Freeform 98"/>
          <p:cNvSpPr>
            <a:spLocks noEditPoints="1"/>
          </p:cNvSpPr>
          <p:nvPr/>
        </p:nvSpPr>
        <p:spPr bwMode="auto">
          <a:xfrm>
            <a:off x="5364684" y="3053819"/>
            <a:ext cx="335898" cy="274235"/>
          </a:xfrm>
          <a:custGeom>
            <a:avLst/>
            <a:gdLst>
              <a:gd name="T0" fmla="*/ 36 w 176"/>
              <a:gd name="T1" fmla="*/ 8 h 144"/>
              <a:gd name="T2" fmla="*/ 140 w 176"/>
              <a:gd name="T3" fmla="*/ 8 h 144"/>
              <a:gd name="T4" fmla="*/ 144 w 176"/>
              <a:gd name="T5" fmla="*/ 4 h 144"/>
              <a:gd name="T6" fmla="*/ 140 w 176"/>
              <a:gd name="T7" fmla="*/ 0 h 144"/>
              <a:gd name="T8" fmla="*/ 36 w 176"/>
              <a:gd name="T9" fmla="*/ 0 h 144"/>
              <a:gd name="T10" fmla="*/ 32 w 176"/>
              <a:gd name="T11" fmla="*/ 4 h 144"/>
              <a:gd name="T12" fmla="*/ 36 w 176"/>
              <a:gd name="T13" fmla="*/ 8 h 144"/>
              <a:gd name="T14" fmla="*/ 168 w 176"/>
              <a:gd name="T15" fmla="*/ 32 h 144"/>
              <a:gd name="T16" fmla="*/ 8 w 176"/>
              <a:gd name="T17" fmla="*/ 32 h 144"/>
              <a:gd name="T18" fmla="*/ 0 w 176"/>
              <a:gd name="T19" fmla="*/ 40 h 144"/>
              <a:gd name="T20" fmla="*/ 0 w 176"/>
              <a:gd name="T21" fmla="*/ 136 h 144"/>
              <a:gd name="T22" fmla="*/ 8 w 176"/>
              <a:gd name="T23" fmla="*/ 144 h 144"/>
              <a:gd name="T24" fmla="*/ 168 w 176"/>
              <a:gd name="T25" fmla="*/ 144 h 144"/>
              <a:gd name="T26" fmla="*/ 176 w 176"/>
              <a:gd name="T27" fmla="*/ 136 h 144"/>
              <a:gd name="T28" fmla="*/ 176 w 176"/>
              <a:gd name="T29" fmla="*/ 40 h 144"/>
              <a:gd name="T30" fmla="*/ 168 w 176"/>
              <a:gd name="T31" fmla="*/ 32 h 144"/>
              <a:gd name="T32" fmla="*/ 168 w 176"/>
              <a:gd name="T33" fmla="*/ 136 h 144"/>
              <a:gd name="T34" fmla="*/ 8 w 176"/>
              <a:gd name="T35" fmla="*/ 136 h 144"/>
              <a:gd name="T36" fmla="*/ 8 w 176"/>
              <a:gd name="T37" fmla="*/ 40 h 144"/>
              <a:gd name="T38" fmla="*/ 168 w 176"/>
              <a:gd name="T39" fmla="*/ 40 h 144"/>
              <a:gd name="T40" fmla="*/ 168 w 176"/>
              <a:gd name="T41" fmla="*/ 136 h 144"/>
              <a:gd name="T42" fmla="*/ 20 w 176"/>
              <a:gd name="T43" fmla="*/ 24 h 144"/>
              <a:gd name="T44" fmla="*/ 156 w 176"/>
              <a:gd name="T45" fmla="*/ 24 h 144"/>
              <a:gd name="T46" fmla="*/ 160 w 176"/>
              <a:gd name="T47" fmla="*/ 20 h 144"/>
              <a:gd name="T48" fmla="*/ 156 w 176"/>
              <a:gd name="T49" fmla="*/ 16 h 144"/>
              <a:gd name="T50" fmla="*/ 20 w 176"/>
              <a:gd name="T51" fmla="*/ 16 h 144"/>
              <a:gd name="T52" fmla="*/ 16 w 176"/>
              <a:gd name="T53" fmla="*/ 20 h 144"/>
              <a:gd name="T54" fmla="*/ 20 w 176"/>
              <a:gd name="T55" fmla="*/ 2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76" h="144">
                <a:moveTo>
                  <a:pt x="36" y="8"/>
                </a:moveTo>
                <a:cubicBezTo>
                  <a:pt x="140" y="8"/>
                  <a:pt x="140" y="8"/>
                  <a:pt x="140" y="8"/>
                </a:cubicBezTo>
                <a:cubicBezTo>
                  <a:pt x="142" y="8"/>
                  <a:pt x="144" y="6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6"/>
                  <a:pt x="34" y="8"/>
                  <a:pt x="36" y="8"/>
                </a:cubicBezTo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40"/>
                  <a:pt x="8" y="40"/>
                  <a:pt x="8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36"/>
                </a:lnTo>
                <a:close/>
                <a:moveTo>
                  <a:pt x="20" y="24"/>
                </a:move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6" name="Freeform 99"/>
          <p:cNvSpPr>
            <a:spLocks noEditPoints="1"/>
          </p:cNvSpPr>
          <p:nvPr/>
        </p:nvSpPr>
        <p:spPr bwMode="auto">
          <a:xfrm>
            <a:off x="6004026" y="3024610"/>
            <a:ext cx="334275" cy="334275"/>
          </a:xfrm>
          <a:custGeom>
            <a:avLst/>
            <a:gdLst>
              <a:gd name="T0" fmla="*/ 44 w 176"/>
              <a:gd name="T1" fmla="*/ 64 h 176"/>
              <a:gd name="T2" fmla="*/ 64 w 176"/>
              <a:gd name="T3" fmla="*/ 44 h 176"/>
              <a:gd name="T4" fmla="*/ 44 w 176"/>
              <a:gd name="T5" fmla="*/ 24 h 176"/>
              <a:gd name="T6" fmla="*/ 24 w 176"/>
              <a:gd name="T7" fmla="*/ 44 h 176"/>
              <a:gd name="T8" fmla="*/ 44 w 176"/>
              <a:gd name="T9" fmla="*/ 64 h 176"/>
              <a:gd name="T10" fmla="*/ 44 w 176"/>
              <a:gd name="T11" fmla="*/ 32 h 176"/>
              <a:gd name="T12" fmla="*/ 56 w 176"/>
              <a:gd name="T13" fmla="*/ 44 h 176"/>
              <a:gd name="T14" fmla="*/ 44 w 176"/>
              <a:gd name="T15" fmla="*/ 56 h 176"/>
              <a:gd name="T16" fmla="*/ 32 w 176"/>
              <a:gd name="T17" fmla="*/ 44 h 176"/>
              <a:gd name="T18" fmla="*/ 44 w 176"/>
              <a:gd name="T19" fmla="*/ 32 h 176"/>
              <a:gd name="T20" fmla="*/ 152 w 176"/>
              <a:gd name="T21" fmla="*/ 147 h 176"/>
              <a:gd name="T22" fmla="*/ 152 w 176"/>
              <a:gd name="T23" fmla="*/ 146 h 176"/>
              <a:gd name="T24" fmla="*/ 151 w 176"/>
              <a:gd name="T25" fmla="*/ 145 h 176"/>
              <a:gd name="T26" fmla="*/ 116 w 176"/>
              <a:gd name="T27" fmla="*/ 95 h 176"/>
              <a:gd name="T28" fmla="*/ 116 w 176"/>
              <a:gd name="T29" fmla="*/ 95 h 176"/>
              <a:gd name="T30" fmla="*/ 112 w 176"/>
              <a:gd name="T31" fmla="*/ 92 h 176"/>
              <a:gd name="T32" fmla="*/ 109 w 176"/>
              <a:gd name="T33" fmla="*/ 93 h 176"/>
              <a:gd name="T34" fmla="*/ 93 w 176"/>
              <a:gd name="T35" fmla="*/ 110 h 176"/>
              <a:gd name="T36" fmla="*/ 72 w 176"/>
              <a:gd name="T37" fmla="*/ 78 h 176"/>
              <a:gd name="T38" fmla="*/ 68 w 176"/>
              <a:gd name="T39" fmla="*/ 76 h 176"/>
              <a:gd name="T40" fmla="*/ 65 w 176"/>
              <a:gd name="T41" fmla="*/ 78 h 176"/>
              <a:gd name="T42" fmla="*/ 65 w 176"/>
              <a:gd name="T43" fmla="*/ 78 h 176"/>
              <a:gd name="T44" fmla="*/ 25 w 176"/>
              <a:gd name="T45" fmla="*/ 146 h 176"/>
              <a:gd name="T46" fmla="*/ 25 w 176"/>
              <a:gd name="T47" fmla="*/ 146 h 176"/>
              <a:gd name="T48" fmla="*/ 24 w 176"/>
              <a:gd name="T49" fmla="*/ 148 h 176"/>
              <a:gd name="T50" fmla="*/ 28 w 176"/>
              <a:gd name="T51" fmla="*/ 152 h 176"/>
              <a:gd name="T52" fmla="*/ 148 w 176"/>
              <a:gd name="T53" fmla="*/ 152 h 176"/>
              <a:gd name="T54" fmla="*/ 152 w 176"/>
              <a:gd name="T55" fmla="*/ 148 h 176"/>
              <a:gd name="T56" fmla="*/ 152 w 176"/>
              <a:gd name="T57" fmla="*/ 147 h 176"/>
              <a:gd name="T58" fmla="*/ 35 w 176"/>
              <a:gd name="T59" fmla="*/ 144 h 176"/>
              <a:gd name="T60" fmla="*/ 68 w 176"/>
              <a:gd name="T61" fmla="*/ 87 h 176"/>
              <a:gd name="T62" fmla="*/ 88 w 176"/>
              <a:gd name="T63" fmla="*/ 118 h 176"/>
              <a:gd name="T64" fmla="*/ 89 w 176"/>
              <a:gd name="T65" fmla="*/ 119 h 176"/>
              <a:gd name="T66" fmla="*/ 89 w 176"/>
              <a:gd name="T67" fmla="*/ 119 h 176"/>
              <a:gd name="T68" fmla="*/ 92 w 176"/>
              <a:gd name="T69" fmla="*/ 120 h 176"/>
              <a:gd name="T70" fmla="*/ 95 w 176"/>
              <a:gd name="T71" fmla="*/ 119 h 176"/>
              <a:gd name="T72" fmla="*/ 112 w 176"/>
              <a:gd name="T73" fmla="*/ 102 h 176"/>
              <a:gd name="T74" fmla="*/ 140 w 176"/>
              <a:gd name="T75" fmla="*/ 144 h 176"/>
              <a:gd name="T76" fmla="*/ 35 w 176"/>
              <a:gd name="T77" fmla="*/ 144 h 176"/>
              <a:gd name="T78" fmla="*/ 160 w 176"/>
              <a:gd name="T79" fmla="*/ 0 h 176"/>
              <a:gd name="T80" fmla="*/ 16 w 176"/>
              <a:gd name="T81" fmla="*/ 0 h 176"/>
              <a:gd name="T82" fmla="*/ 0 w 176"/>
              <a:gd name="T83" fmla="*/ 16 h 176"/>
              <a:gd name="T84" fmla="*/ 0 w 176"/>
              <a:gd name="T85" fmla="*/ 160 h 176"/>
              <a:gd name="T86" fmla="*/ 16 w 176"/>
              <a:gd name="T87" fmla="*/ 176 h 176"/>
              <a:gd name="T88" fmla="*/ 160 w 176"/>
              <a:gd name="T89" fmla="*/ 176 h 176"/>
              <a:gd name="T90" fmla="*/ 176 w 176"/>
              <a:gd name="T91" fmla="*/ 160 h 176"/>
              <a:gd name="T92" fmla="*/ 176 w 176"/>
              <a:gd name="T93" fmla="*/ 16 h 176"/>
              <a:gd name="T94" fmla="*/ 160 w 176"/>
              <a:gd name="T95" fmla="*/ 0 h 176"/>
              <a:gd name="T96" fmla="*/ 168 w 176"/>
              <a:gd name="T97" fmla="*/ 160 h 176"/>
              <a:gd name="T98" fmla="*/ 160 w 176"/>
              <a:gd name="T99" fmla="*/ 168 h 176"/>
              <a:gd name="T100" fmla="*/ 16 w 176"/>
              <a:gd name="T101" fmla="*/ 168 h 176"/>
              <a:gd name="T102" fmla="*/ 8 w 176"/>
              <a:gd name="T103" fmla="*/ 160 h 176"/>
              <a:gd name="T104" fmla="*/ 8 w 176"/>
              <a:gd name="T105" fmla="*/ 16 h 176"/>
              <a:gd name="T106" fmla="*/ 16 w 176"/>
              <a:gd name="T107" fmla="*/ 8 h 176"/>
              <a:gd name="T108" fmla="*/ 160 w 176"/>
              <a:gd name="T109" fmla="*/ 8 h 176"/>
              <a:gd name="T110" fmla="*/ 168 w 176"/>
              <a:gd name="T111" fmla="*/ 16 h 176"/>
              <a:gd name="T112" fmla="*/ 168 w 176"/>
              <a:gd name="T11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44" y="64"/>
                </a:moveTo>
                <a:cubicBezTo>
                  <a:pt x="55" y="64"/>
                  <a:pt x="64" y="55"/>
                  <a:pt x="64" y="44"/>
                </a:cubicBezTo>
                <a:cubicBezTo>
                  <a:pt x="64" y="33"/>
                  <a:pt x="55" y="24"/>
                  <a:pt x="44" y="24"/>
                </a:cubicBezTo>
                <a:cubicBezTo>
                  <a:pt x="33" y="24"/>
                  <a:pt x="24" y="33"/>
                  <a:pt x="24" y="44"/>
                </a:cubicBezTo>
                <a:cubicBezTo>
                  <a:pt x="24" y="55"/>
                  <a:pt x="33" y="64"/>
                  <a:pt x="44" y="64"/>
                </a:cubicBezTo>
                <a:moveTo>
                  <a:pt x="44" y="32"/>
                </a:moveTo>
                <a:cubicBezTo>
                  <a:pt x="51" y="32"/>
                  <a:pt x="56" y="37"/>
                  <a:pt x="56" y="44"/>
                </a:cubicBezTo>
                <a:cubicBezTo>
                  <a:pt x="56" y="51"/>
                  <a:pt x="51" y="56"/>
                  <a:pt x="44" y="56"/>
                </a:cubicBezTo>
                <a:cubicBezTo>
                  <a:pt x="37" y="56"/>
                  <a:pt x="32" y="51"/>
                  <a:pt x="32" y="44"/>
                </a:cubicBezTo>
                <a:cubicBezTo>
                  <a:pt x="32" y="37"/>
                  <a:pt x="37" y="32"/>
                  <a:pt x="44" y="32"/>
                </a:cubicBezTo>
                <a:moveTo>
                  <a:pt x="152" y="147"/>
                </a:move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1" y="145"/>
                </a:cubicBezTo>
                <a:cubicBezTo>
                  <a:pt x="116" y="95"/>
                  <a:pt x="116" y="95"/>
                  <a:pt x="116" y="95"/>
                </a:cubicBezTo>
                <a:cubicBezTo>
                  <a:pt x="116" y="95"/>
                  <a:pt x="116" y="95"/>
                  <a:pt x="116" y="95"/>
                </a:cubicBezTo>
                <a:cubicBezTo>
                  <a:pt x="115" y="93"/>
                  <a:pt x="114" y="92"/>
                  <a:pt x="112" y="92"/>
                </a:cubicBezTo>
                <a:cubicBezTo>
                  <a:pt x="111" y="92"/>
                  <a:pt x="110" y="92"/>
                  <a:pt x="109" y="93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72" y="78"/>
                  <a:pt x="72" y="78"/>
                  <a:pt x="72" y="78"/>
                </a:cubicBezTo>
                <a:cubicBezTo>
                  <a:pt x="71" y="77"/>
                  <a:pt x="70" y="76"/>
                  <a:pt x="68" y="76"/>
                </a:cubicBezTo>
                <a:cubicBezTo>
                  <a:pt x="67" y="76"/>
                  <a:pt x="65" y="77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4" y="146"/>
                  <a:pt x="24" y="147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148" y="152"/>
                  <a:pt x="148" y="152"/>
                  <a:pt x="148" y="152"/>
                </a:cubicBezTo>
                <a:cubicBezTo>
                  <a:pt x="150" y="152"/>
                  <a:pt x="152" y="150"/>
                  <a:pt x="152" y="148"/>
                </a:cubicBezTo>
                <a:cubicBezTo>
                  <a:pt x="152" y="147"/>
                  <a:pt x="152" y="147"/>
                  <a:pt x="152" y="147"/>
                </a:cubicBezTo>
                <a:close/>
                <a:moveTo>
                  <a:pt x="35" y="144"/>
                </a:moveTo>
                <a:cubicBezTo>
                  <a:pt x="68" y="87"/>
                  <a:pt x="68" y="87"/>
                  <a:pt x="68" y="87"/>
                </a:cubicBezTo>
                <a:cubicBezTo>
                  <a:pt x="88" y="118"/>
                  <a:pt x="88" y="118"/>
                  <a:pt x="88" y="118"/>
                </a:cubicBezTo>
                <a:cubicBezTo>
                  <a:pt x="89" y="118"/>
                  <a:pt x="89" y="118"/>
                  <a:pt x="89" y="119"/>
                </a:cubicBezTo>
                <a:cubicBezTo>
                  <a:pt x="89" y="119"/>
                  <a:pt x="89" y="119"/>
                  <a:pt x="89" y="119"/>
                </a:cubicBezTo>
                <a:cubicBezTo>
                  <a:pt x="90" y="120"/>
                  <a:pt x="91" y="120"/>
                  <a:pt x="92" y="120"/>
                </a:cubicBezTo>
                <a:cubicBezTo>
                  <a:pt x="93" y="120"/>
                  <a:pt x="94" y="120"/>
                  <a:pt x="95" y="119"/>
                </a:cubicBezTo>
                <a:cubicBezTo>
                  <a:pt x="112" y="102"/>
                  <a:pt x="112" y="102"/>
                  <a:pt x="112" y="102"/>
                </a:cubicBezTo>
                <a:cubicBezTo>
                  <a:pt x="140" y="144"/>
                  <a:pt x="140" y="144"/>
                  <a:pt x="140" y="144"/>
                </a:cubicBezTo>
                <a:lnTo>
                  <a:pt x="35" y="14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7" name="Freeform 100"/>
          <p:cNvSpPr>
            <a:spLocks noEditPoints="1"/>
          </p:cNvSpPr>
          <p:nvPr/>
        </p:nvSpPr>
        <p:spPr bwMode="auto">
          <a:xfrm>
            <a:off x="6643368" y="3024610"/>
            <a:ext cx="334275" cy="334275"/>
          </a:xfrm>
          <a:custGeom>
            <a:avLst/>
            <a:gdLst>
              <a:gd name="T0" fmla="*/ 16 w 176"/>
              <a:gd name="T1" fmla="*/ 32 h 176"/>
              <a:gd name="T2" fmla="*/ 0 w 176"/>
              <a:gd name="T3" fmla="*/ 160 h 176"/>
              <a:gd name="T4" fmla="*/ 128 w 176"/>
              <a:gd name="T5" fmla="*/ 176 h 176"/>
              <a:gd name="T6" fmla="*/ 144 w 176"/>
              <a:gd name="T7" fmla="*/ 48 h 176"/>
              <a:gd name="T8" fmla="*/ 136 w 176"/>
              <a:gd name="T9" fmla="*/ 160 h 176"/>
              <a:gd name="T10" fmla="*/ 16 w 176"/>
              <a:gd name="T11" fmla="*/ 168 h 176"/>
              <a:gd name="T12" fmla="*/ 8 w 176"/>
              <a:gd name="T13" fmla="*/ 48 h 176"/>
              <a:gd name="T14" fmla="*/ 128 w 176"/>
              <a:gd name="T15" fmla="*/ 40 h 176"/>
              <a:gd name="T16" fmla="*/ 136 w 176"/>
              <a:gd name="T17" fmla="*/ 160 h 176"/>
              <a:gd name="T18" fmla="*/ 56 w 176"/>
              <a:gd name="T19" fmla="*/ 72 h 176"/>
              <a:gd name="T20" fmla="*/ 24 w 176"/>
              <a:gd name="T21" fmla="*/ 72 h 176"/>
              <a:gd name="T22" fmla="*/ 40 w 176"/>
              <a:gd name="T23" fmla="*/ 64 h 176"/>
              <a:gd name="T24" fmla="*/ 40 w 176"/>
              <a:gd name="T25" fmla="*/ 80 h 176"/>
              <a:gd name="T26" fmla="*/ 40 w 176"/>
              <a:gd name="T27" fmla="*/ 64 h 176"/>
              <a:gd name="T28" fmla="*/ 120 w 176"/>
              <a:gd name="T29" fmla="*/ 146 h 176"/>
              <a:gd name="T30" fmla="*/ 96 w 176"/>
              <a:gd name="T31" fmla="*/ 107 h 176"/>
              <a:gd name="T32" fmla="*/ 92 w 176"/>
              <a:gd name="T33" fmla="*/ 104 h 176"/>
              <a:gd name="T34" fmla="*/ 77 w 176"/>
              <a:gd name="T35" fmla="*/ 118 h 176"/>
              <a:gd name="T36" fmla="*/ 60 w 176"/>
              <a:gd name="T37" fmla="*/ 96 h 176"/>
              <a:gd name="T38" fmla="*/ 57 w 176"/>
              <a:gd name="T39" fmla="*/ 98 h 176"/>
              <a:gd name="T40" fmla="*/ 25 w 176"/>
              <a:gd name="T41" fmla="*/ 146 h 176"/>
              <a:gd name="T42" fmla="*/ 28 w 176"/>
              <a:gd name="T43" fmla="*/ 152 h 176"/>
              <a:gd name="T44" fmla="*/ 120 w 176"/>
              <a:gd name="T45" fmla="*/ 148 h 176"/>
              <a:gd name="T46" fmla="*/ 35 w 176"/>
              <a:gd name="T47" fmla="*/ 144 h 176"/>
              <a:gd name="T48" fmla="*/ 72 w 176"/>
              <a:gd name="T49" fmla="*/ 126 h 176"/>
              <a:gd name="T50" fmla="*/ 79 w 176"/>
              <a:gd name="T51" fmla="*/ 127 h 176"/>
              <a:gd name="T52" fmla="*/ 109 w 176"/>
              <a:gd name="T53" fmla="*/ 144 h 176"/>
              <a:gd name="T54" fmla="*/ 160 w 176"/>
              <a:gd name="T55" fmla="*/ 0 h 176"/>
              <a:gd name="T56" fmla="*/ 32 w 176"/>
              <a:gd name="T57" fmla="*/ 16 h 176"/>
              <a:gd name="T58" fmla="*/ 36 w 176"/>
              <a:gd name="T59" fmla="*/ 24 h 176"/>
              <a:gd name="T60" fmla="*/ 40 w 176"/>
              <a:gd name="T61" fmla="*/ 16 h 176"/>
              <a:gd name="T62" fmla="*/ 160 w 176"/>
              <a:gd name="T63" fmla="*/ 8 h 176"/>
              <a:gd name="T64" fmla="*/ 168 w 176"/>
              <a:gd name="T65" fmla="*/ 128 h 176"/>
              <a:gd name="T66" fmla="*/ 156 w 176"/>
              <a:gd name="T67" fmla="*/ 136 h 176"/>
              <a:gd name="T68" fmla="*/ 156 w 176"/>
              <a:gd name="T69" fmla="*/ 144 h 176"/>
              <a:gd name="T70" fmla="*/ 176 w 176"/>
              <a:gd name="T71" fmla="*/ 128 h 176"/>
              <a:gd name="T72" fmla="*/ 160 w 176"/>
              <a:gd name="T73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28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39"/>
                  <a:pt x="137" y="32"/>
                  <a:pt x="128" y="3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32" y="40"/>
                  <a:pt x="136" y="44"/>
                  <a:pt x="136" y="48"/>
                </a:cubicBezTo>
                <a:lnTo>
                  <a:pt x="136" y="160"/>
                </a:lnTo>
                <a:close/>
                <a:moveTo>
                  <a:pt x="40" y="88"/>
                </a:moveTo>
                <a:cubicBezTo>
                  <a:pt x="49" y="88"/>
                  <a:pt x="56" y="81"/>
                  <a:pt x="56" y="72"/>
                </a:cubicBezTo>
                <a:cubicBezTo>
                  <a:pt x="56" y="63"/>
                  <a:pt x="49" y="56"/>
                  <a:pt x="40" y="56"/>
                </a:cubicBezTo>
                <a:cubicBezTo>
                  <a:pt x="31" y="56"/>
                  <a:pt x="24" y="63"/>
                  <a:pt x="24" y="72"/>
                </a:cubicBezTo>
                <a:cubicBezTo>
                  <a:pt x="24" y="81"/>
                  <a:pt x="31" y="88"/>
                  <a:pt x="40" y="88"/>
                </a:cubicBezTo>
                <a:moveTo>
                  <a:pt x="40" y="64"/>
                </a:moveTo>
                <a:cubicBezTo>
                  <a:pt x="44" y="64"/>
                  <a:pt x="48" y="68"/>
                  <a:pt x="48" y="72"/>
                </a:cubicBezTo>
                <a:cubicBezTo>
                  <a:pt x="48" y="76"/>
                  <a:pt x="44" y="80"/>
                  <a:pt x="40" y="80"/>
                </a:cubicBezTo>
                <a:cubicBezTo>
                  <a:pt x="36" y="80"/>
                  <a:pt x="32" y="76"/>
                  <a:pt x="32" y="72"/>
                </a:cubicBezTo>
                <a:cubicBezTo>
                  <a:pt x="32" y="68"/>
                  <a:pt x="36" y="64"/>
                  <a:pt x="40" y="64"/>
                </a:cubicBezTo>
                <a:moveTo>
                  <a:pt x="120" y="147"/>
                </a:moveTo>
                <a:cubicBezTo>
                  <a:pt x="120" y="146"/>
                  <a:pt x="120" y="146"/>
                  <a:pt x="120" y="146"/>
                </a:cubicBezTo>
                <a:cubicBezTo>
                  <a:pt x="120" y="146"/>
                  <a:pt x="120" y="146"/>
                  <a:pt x="120" y="146"/>
                </a:cubicBezTo>
                <a:cubicBezTo>
                  <a:pt x="96" y="107"/>
                  <a:pt x="96" y="107"/>
                  <a:pt x="96" y="107"/>
                </a:cubicBezTo>
                <a:cubicBezTo>
                  <a:pt x="96" y="107"/>
                  <a:pt x="96" y="107"/>
                  <a:pt x="96" y="107"/>
                </a:cubicBezTo>
                <a:cubicBezTo>
                  <a:pt x="95" y="105"/>
                  <a:pt x="94" y="104"/>
                  <a:pt x="92" y="104"/>
                </a:cubicBezTo>
                <a:cubicBezTo>
                  <a:pt x="91" y="104"/>
                  <a:pt x="90" y="104"/>
                  <a:pt x="89" y="105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64" y="98"/>
                  <a:pt x="64" y="98"/>
                  <a:pt x="64" y="98"/>
                </a:cubicBezTo>
                <a:cubicBezTo>
                  <a:pt x="63" y="97"/>
                  <a:pt x="62" y="96"/>
                  <a:pt x="60" y="96"/>
                </a:cubicBezTo>
                <a:cubicBezTo>
                  <a:pt x="59" y="96"/>
                  <a:pt x="57" y="97"/>
                  <a:pt x="57" y="98"/>
                </a:cubicBezTo>
                <a:cubicBezTo>
                  <a:pt x="57" y="98"/>
                  <a:pt x="57" y="98"/>
                  <a:pt x="57" y="98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4" y="146"/>
                  <a:pt x="24" y="147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18" y="152"/>
                  <a:pt x="120" y="150"/>
                  <a:pt x="120" y="148"/>
                </a:cubicBezTo>
                <a:cubicBezTo>
                  <a:pt x="120" y="147"/>
                  <a:pt x="120" y="147"/>
                  <a:pt x="120" y="147"/>
                </a:cubicBezTo>
                <a:close/>
                <a:moveTo>
                  <a:pt x="35" y="144"/>
                </a:moveTo>
                <a:cubicBezTo>
                  <a:pt x="60" y="107"/>
                  <a:pt x="60" y="107"/>
                  <a:pt x="60" y="107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3" y="127"/>
                  <a:pt x="74" y="128"/>
                  <a:pt x="76" y="128"/>
                </a:cubicBezTo>
                <a:cubicBezTo>
                  <a:pt x="77" y="128"/>
                  <a:pt x="78" y="128"/>
                  <a:pt x="79" y="127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109" y="144"/>
                  <a:pt x="109" y="144"/>
                  <a:pt x="109" y="144"/>
                </a:cubicBezTo>
                <a:lnTo>
                  <a:pt x="35" y="144"/>
                </a:lnTo>
                <a:close/>
                <a:moveTo>
                  <a:pt x="160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8" name="Freeform 101"/>
          <p:cNvSpPr>
            <a:spLocks noEditPoints="1"/>
          </p:cNvSpPr>
          <p:nvPr/>
        </p:nvSpPr>
        <p:spPr bwMode="auto">
          <a:xfrm>
            <a:off x="7282709" y="3024610"/>
            <a:ext cx="334275" cy="334275"/>
          </a:xfrm>
          <a:custGeom>
            <a:avLst/>
            <a:gdLst>
              <a:gd name="T0" fmla="*/ 168 w 176"/>
              <a:gd name="T1" fmla="*/ 4 h 176"/>
              <a:gd name="T2" fmla="*/ 8 w 176"/>
              <a:gd name="T3" fmla="*/ 4 h 176"/>
              <a:gd name="T4" fmla="*/ 0 w 176"/>
              <a:gd name="T5" fmla="*/ 20 h 176"/>
              <a:gd name="T6" fmla="*/ 8 w 176"/>
              <a:gd name="T7" fmla="*/ 172 h 176"/>
              <a:gd name="T8" fmla="*/ 168 w 176"/>
              <a:gd name="T9" fmla="*/ 172 h 176"/>
              <a:gd name="T10" fmla="*/ 176 w 176"/>
              <a:gd name="T11" fmla="*/ 20 h 176"/>
              <a:gd name="T12" fmla="*/ 80 w 176"/>
              <a:gd name="T13" fmla="*/ 168 h 176"/>
              <a:gd name="T14" fmla="*/ 96 w 176"/>
              <a:gd name="T15" fmla="*/ 168 h 176"/>
              <a:gd name="T16" fmla="*/ 104 w 176"/>
              <a:gd name="T17" fmla="*/ 124 h 176"/>
              <a:gd name="T18" fmla="*/ 72 w 176"/>
              <a:gd name="T19" fmla="*/ 124 h 176"/>
              <a:gd name="T20" fmla="*/ 16 w 176"/>
              <a:gd name="T21" fmla="*/ 24 h 176"/>
              <a:gd name="T22" fmla="*/ 160 w 176"/>
              <a:gd name="T23" fmla="*/ 16 h 176"/>
              <a:gd name="T24" fmla="*/ 160 w 176"/>
              <a:gd name="T25" fmla="*/ 8 h 176"/>
              <a:gd name="T26" fmla="*/ 140 w 176"/>
              <a:gd name="T27" fmla="*/ 72 h 176"/>
              <a:gd name="T28" fmla="*/ 140 w 176"/>
              <a:gd name="T29" fmla="*/ 40 h 176"/>
              <a:gd name="T30" fmla="*/ 112 w 176"/>
              <a:gd name="T31" fmla="*/ 68 h 176"/>
              <a:gd name="T32" fmla="*/ 136 w 176"/>
              <a:gd name="T33" fmla="*/ 48 h 176"/>
              <a:gd name="T34" fmla="*/ 120 w 176"/>
              <a:gd name="T35" fmla="*/ 48 h 176"/>
              <a:gd name="T36" fmla="*/ 64 w 176"/>
              <a:gd name="T37" fmla="*/ 68 h 176"/>
              <a:gd name="T38" fmla="*/ 36 w 176"/>
              <a:gd name="T39" fmla="*/ 40 h 176"/>
              <a:gd name="T40" fmla="*/ 36 w 176"/>
              <a:gd name="T41" fmla="*/ 72 h 176"/>
              <a:gd name="T42" fmla="*/ 56 w 176"/>
              <a:gd name="T43" fmla="*/ 64 h 176"/>
              <a:gd name="T44" fmla="*/ 36 w 176"/>
              <a:gd name="T45" fmla="*/ 112 h 176"/>
              <a:gd name="T46" fmla="*/ 64 w 176"/>
              <a:gd name="T47" fmla="*/ 84 h 176"/>
              <a:gd name="T48" fmla="*/ 32 w 176"/>
              <a:gd name="T49" fmla="*/ 84 h 176"/>
              <a:gd name="T50" fmla="*/ 40 w 176"/>
              <a:gd name="T51" fmla="*/ 88 h 176"/>
              <a:gd name="T52" fmla="*/ 40 w 176"/>
              <a:gd name="T53" fmla="*/ 104 h 176"/>
              <a:gd name="T54" fmla="*/ 140 w 176"/>
              <a:gd name="T55" fmla="*/ 112 h 176"/>
              <a:gd name="T56" fmla="*/ 140 w 176"/>
              <a:gd name="T57" fmla="*/ 80 h 176"/>
              <a:gd name="T58" fmla="*/ 112 w 176"/>
              <a:gd name="T59" fmla="*/ 108 h 176"/>
              <a:gd name="T60" fmla="*/ 136 w 176"/>
              <a:gd name="T61" fmla="*/ 88 h 176"/>
              <a:gd name="T62" fmla="*/ 120 w 176"/>
              <a:gd name="T63" fmla="*/ 88 h 176"/>
              <a:gd name="T64" fmla="*/ 64 w 176"/>
              <a:gd name="T65" fmla="*/ 148 h 176"/>
              <a:gd name="T66" fmla="*/ 36 w 176"/>
              <a:gd name="T67" fmla="*/ 120 h 176"/>
              <a:gd name="T68" fmla="*/ 36 w 176"/>
              <a:gd name="T69" fmla="*/ 152 h 176"/>
              <a:gd name="T70" fmla="*/ 56 w 176"/>
              <a:gd name="T71" fmla="*/ 144 h 176"/>
              <a:gd name="T72" fmla="*/ 76 w 176"/>
              <a:gd name="T73" fmla="*/ 72 h 176"/>
              <a:gd name="T74" fmla="*/ 104 w 176"/>
              <a:gd name="T75" fmla="*/ 44 h 176"/>
              <a:gd name="T76" fmla="*/ 72 w 176"/>
              <a:gd name="T77" fmla="*/ 44 h 176"/>
              <a:gd name="T78" fmla="*/ 80 w 176"/>
              <a:gd name="T79" fmla="*/ 48 h 176"/>
              <a:gd name="T80" fmla="*/ 80 w 176"/>
              <a:gd name="T81" fmla="*/ 64 h 176"/>
              <a:gd name="T82" fmla="*/ 140 w 176"/>
              <a:gd name="T83" fmla="*/ 152 h 176"/>
              <a:gd name="T84" fmla="*/ 140 w 176"/>
              <a:gd name="T85" fmla="*/ 120 h 176"/>
              <a:gd name="T86" fmla="*/ 112 w 176"/>
              <a:gd name="T87" fmla="*/ 148 h 176"/>
              <a:gd name="T88" fmla="*/ 136 w 176"/>
              <a:gd name="T89" fmla="*/ 128 h 176"/>
              <a:gd name="T90" fmla="*/ 120 w 176"/>
              <a:gd name="T91" fmla="*/ 128 h 176"/>
              <a:gd name="T92" fmla="*/ 104 w 176"/>
              <a:gd name="T93" fmla="*/ 108 h 176"/>
              <a:gd name="T94" fmla="*/ 76 w 176"/>
              <a:gd name="T95" fmla="*/ 80 h 176"/>
              <a:gd name="T96" fmla="*/ 76 w 176"/>
              <a:gd name="T97" fmla="*/ 112 h 176"/>
              <a:gd name="T98" fmla="*/ 96 w 176"/>
              <a:gd name="T99" fmla="*/ 10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172" y="16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2"/>
                  <a:pt x="166" y="0"/>
                  <a:pt x="164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0" y="0"/>
                  <a:pt x="8" y="2"/>
                  <a:pt x="8" y="4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2" y="16"/>
                  <a:pt x="0" y="18"/>
                  <a:pt x="0" y="20"/>
                </a:cubicBezTo>
                <a:cubicBezTo>
                  <a:pt x="0" y="22"/>
                  <a:pt x="2" y="24"/>
                  <a:pt x="4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172"/>
                  <a:pt x="8" y="172"/>
                  <a:pt x="8" y="172"/>
                </a:cubicBezTo>
                <a:cubicBezTo>
                  <a:pt x="8" y="174"/>
                  <a:pt x="10" y="176"/>
                  <a:pt x="12" y="176"/>
                </a:cubicBezTo>
                <a:cubicBezTo>
                  <a:pt x="164" y="176"/>
                  <a:pt x="164" y="176"/>
                  <a:pt x="164" y="176"/>
                </a:cubicBezTo>
                <a:cubicBezTo>
                  <a:pt x="166" y="176"/>
                  <a:pt x="168" y="174"/>
                  <a:pt x="168" y="172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4" y="24"/>
                  <a:pt x="176" y="22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96" y="128"/>
                  <a:pt x="96" y="128"/>
                  <a:pt x="96" y="128"/>
                </a:cubicBezTo>
                <a:lnTo>
                  <a:pt x="96" y="168"/>
                </a:lnTo>
                <a:close/>
                <a:moveTo>
                  <a:pt x="160" y="168"/>
                </a:moveTo>
                <a:cubicBezTo>
                  <a:pt x="104" y="168"/>
                  <a:pt x="104" y="168"/>
                  <a:pt x="104" y="168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2"/>
                  <a:pt x="102" y="120"/>
                  <a:pt x="100" y="120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4" y="120"/>
                  <a:pt x="72" y="122"/>
                  <a:pt x="72" y="124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6" y="24"/>
                  <a:pt x="16" y="24"/>
                  <a:pt x="16" y="24"/>
                </a:cubicBezTo>
                <a:cubicBezTo>
                  <a:pt x="160" y="24"/>
                  <a:pt x="160" y="24"/>
                  <a:pt x="160" y="24"/>
                </a:cubicBezTo>
                <a:lnTo>
                  <a:pt x="160" y="168"/>
                </a:lnTo>
                <a:close/>
                <a:moveTo>
                  <a:pt x="160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8"/>
                  <a:pt x="16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lnTo>
                  <a:pt x="160" y="16"/>
                </a:lnTo>
                <a:close/>
                <a:moveTo>
                  <a:pt x="116" y="72"/>
                </a:moveTo>
                <a:cubicBezTo>
                  <a:pt x="140" y="72"/>
                  <a:pt x="140" y="72"/>
                  <a:pt x="140" y="72"/>
                </a:cubicBezTo>
                <a:cubicBezTo>
                  <a:pt x="142" y="72"/>
                  <a:pt x="144" y="70"/>
                  <a:pt x="144" y="68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2"/>
                  <a:pt x="142" y="40"/>
                  <a:pt x="140" y="40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4" y="40"/>
                  <a:pt x="112" y="42"/>
                  <a:pt x="112" y="44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2" y="70"/>
                  <a:pt x="114" y="72"/>
                  <a:pt x="116" y="72"/>
                </a:cubicBezTo>
                <a:moveTo>
                  <a:pt x="120" y="48"/>
                </a:moveTo>
                <a:cubicBezTo>
                  <a:pt x="136" y="48"/>
                  <a:pt x="136" y="48"/>
                  <a:pt x="136" y="48"/>
                </a:cubicBezTo>
                <a:cubicBezTo>
                  <a:pt x="136" y="64"/>
                  <a:pt x="136" y="64"/>
                  <a:pt x="136" y="64"/>
                </a:cubicBezTo>
                <a:cubicBezTo>
                  <a:pt x="120" y="64"/>
                  <a:pt x="120" y="64"/>
                  <a:pt x="120" y="64"/>
                </a:cubicBezTo>
                <a:lnTo>
                  <a:pt x="120" y="48"/>
                </a:lnTo>
                <a:close/>
                <a:moveTo>
                  <a:pt x="36" y="72"/>
                </a:moveTo>
                <a:cubicBezTo>
                  <a:pt x="60" y="72"/>
                  <a:pt x="60" y="72"/>
                  <a:pt x="60" y="72"/>
                </a:cubicBezTo>
                <a:cubicBezTo>
                  <a:pt x="62" y="72"/>
                  <a:pt x="64" y="70"/>
                  <a:pt x="64" y="68"/>
                </a:cubicBezTo>
                <a:cubicBezTo>
                  <a:pt x="64" y="44"/>
                  <a:pt x="64" y="44"/>
                  <a:pt x="64" y="44"/>
                </a:cubicBezTo>
                <a:cubicBezTo>
                  <a:pt x="64" y="42"/>
                  <a:pt x="62" y="40"/>
                  <a:pt x="60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4" y="40"/>
                  <a:pt x="32" y="42"/>
                  <a:pt x="32" y="44"/>
                </a:cubicBezTo>
                <a:cubicBezTo>
                  <a:pt x="32" y="68"/>
                  <a:pt x="32" y="68"/>
                  <a:pt x="32" y="68"/>
                </a:cubicBezTo>
                <a:cubicBezTo>
                  <a:pt x="32" y="70"/>
                  <a:pt x="34" y="72"/>
                  <a:pt x="36" y="72"/>
                </a:cubicBezTo>
                <a:moveTo>
                  <a:pt x="40" y="48"/>
                </a:moveTo>
                <a:cubicBezTo>
                  <a:pt x="56" y="48"/>
                  <a:pt x="56" y="48"/>
                  <a:pt x="56" y="48"/>
                </a:cubicBezTo>
                <a:cubicBezTo>
                  <a:pt x="56" y="64"/>
                  <a:pt x="56" y="64"/>
                  <a:pt x="56" y="64"/>
                </a:cubicBezTo>
                <a:cubicBezTo>
                  <a:pt x="40" y="64"/>
                  <a:pt x="40" y="64"/>
                  <a:pt x="40" y="64"/>
                </a:cubicBezTo>
                <a:lnTo>
                  <a:pt x="40" y="48"/>
                </a:lnTo>
                <a:close/>
                <a:moveTo>
                  <a:pt x="36" y="112"/>
                </a:moveTo>
                <a:cubicBezTo>
                  <a:pt x="60" y="112"/>
                  <a:pt x="60" y="112"/>
                  <a:pt x="60" y="112"/>
                </a:cubicBezTo>
                <a:cubicBezTo>
                  <a:pt x="62" y="112"/>
                  <a:pt x="64" y="110"/>
                  <a:pt x="64" y="108"/>
                </a:cubicBezTo>
                <a:cubicBezTo>
                  <a:pt x="64" y="84"/>
                  <a:pt x="64" y="84"/>
                  <a:pt x="64" y="84"/>
                </a:cubicBezTo>
                <a:cubicBezTo>
                  <a:pt x="64" y="82"/>
                  <a:pt x="62" y="80"/>
                  <a:pt x="60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4" y="80"/>
                  <a:pt x="32" y="82"/>
                  <a:pt x="32" y="84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110"/>
                  <a:pt x="34" y="112"/>
                  <a:pt x="36" y="112"/>
                </a:cubicBezTo>
                <a:moveTo>
                  <a:pt x="40" y="88"/>
                </a:moveTo>
                <a:cubicBezTo>
                  <a:pt x="56" y="88"/>
                  <a:pt x="56" y="88"/>
                  <a:pt x="56" y="88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40" y="104"/>
                  <a:pt x="40" y="104"/>
                  <a:pt x="40" y="104"/>
                </a:cubicBezTo>
                <a:lnTo>
                  <a:pt x="40" y="88"/>
                </a:lnTo>
                <a:close/>
                <a:moveTo>
                  <a:pt x="116" y="112"/>
                </a:move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84"/>
                  <a:pt x="144" y="84"/>
                  <a:pt x="144" y="84"/>
                </a:cubicBezTo>
                <a:cubicBezTo>
                  <a:pt x="144" y="82"/>
                  <a:pt x="142" y="80"/>
                  <a:pt x="140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12" y="110"/>
                  <a:pt x="114" y="112"/>
                  <a:pt x="116" y="112"/>
                </a:cubicBezTo>
                <a:moveTo>
                  <a:pt x="120" y="88"/>
                </a:moveTo>
                <a:cubicBezTo>
                  <a:pt x="136" y="88"/>
                  <a:pt x="136" y="88"/>
                  <a:pt x="136" y="88"/>
                </a:cubicBezTo>
                <a:cubicBezTo>
                  <a:pt x="136" y="104"/>
                  <a:pt x="136" y="104"/>
                  <a:pt x="136" y="104"/>
                </a:cubicBezTo>
                <a:cubicBezTo>
                  <a:pt x="120" y="104"/>
                  <a:pt x="120" y="104"/>
                  <a:pt x="120" y="104"/>
                </a:cubicBezTo>
                <a:lnTo>
                  <a:pt x="120" y="88"/>
                </a:lnTo>
                <a:close/>
                <a:moveTo>
                  <a:pt x="36" y="152"/>
                </a:moveTo>
                <a:cubicBezTo>
                  <a:pt x="60" y="152"/>
                  <a:pt x="60" y="152"/>
                  <a:pt x="60" y="152"/>
                </a:cubicBezTo>
                <a:cubicBezTo>
                  <a:pt x="62" y="152"/>
                  <a:pt x="64" y="150"/>
                  <a:pt x="64" y="148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2"/>
                  <a:pt x="62" y="120"/>
                  <a:pt x="60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4" y="120"/>
                  <a:pt x="32" y="122"/>
                  <a:pt x="32" y="124"/>
                </a:cubicBezTo>
                <a:cubicBezTo>
                  <a:pt x="32" y="148"/>
                  <a:pt x="32" y="148"/>
                  <a:pt x="32" y="148"/>
                </a:cubicBezTo>
                <a:cubicBezTo>
                  <a:pt x="32" y="150"/>
                  <a:pt x="34" y="152"/>
                  <a:pt x="36" y="152"/>
                </a:cubicBezTo>
                <a:moveTo>
                  <a:pt x="40" y="128"/>
                </a:moveTo>
                <a:cubicBezTo>
                  <a:pt x="56" y="128"/>
                  <a:pt x="56" y="128"/>
                  <a:pt x="56" y="128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40" y="144"/>
                  <a:pt x="40" y="144"/>
                  <a:pt x="40" y="144"/>
                </a:cubicBezTo>
                <a:lnTo>
                  <a:pt x="40" y="128"/>
                </a:lnTo>
                <a:close/>
                <a:moveTo>
                  <a:pt x="76" y="72"/>
                </a:moveTo>
                <a:cubicBezTo>
                  <a:pt x="100" y="72"/>
                  <a:pt x="100" y="72"/>
                  <a:pt x="100" y="72"/>
                </a:cubicBezTo>
                <a:cubicBezTo>
                  <a:pt x="102" y="72"/>
                  <a:pt x="104" y="70"/>
                  <a:pt x="104" y="68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42"/>
                  <a:pt x="102" y="40"/>
                  <a:pt x="100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4" y="40"/>
                  <a:pt x="72" y="42"/>
                  <a:pt x="72" y="44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70"/>
                  <a:pt x="74" y="72"/>
                  <a:pt x="76" y="72"/>
                </a:cubicBezTo>
                <a:moveTo>
                  <a:pt x="8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64"/>
                  <a:pt x="96" y="64"/>
                  <a:pt x="96" y="64"/>
                </a:cubicBezTo>
                <a:cubicBezTo>
                  <a:pt x="80" y="64"/>
                  <a:pt x="80" y="64"/>
                  <a:pt x="80" y="64"/>
                </a:cubicBezTo>
                <a:lnTo>
                  <a:pt x="80" y="48"/>
                </a:lnTo>
                <a:close/>
                <a:moveTo>
                  <a:pt x="116" y="152"/>
                </a:moveTo>
                <a:cubicBezTo>
                  <a:pt x="140" y="152"/>
                  <a:pt x="140" y="152"/>
                  <a:pt x="140" y="152"/>
                </a:cubicBezTo>
                <a:cubicBezTo>
                  <a:pt x="142" y="152"/>
                  <a:pt x="144" y="150"/>
                  <a:pt x="144" y="148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144" y="122"/>
                  <a:pt x="142" y="120"/>
                  <a:pt x="140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4" y="120"/>
                  <a:pt x="112" y="122"/>
                  <a:pt x="112" y="124"/>
                </a:cubicBezTo>
                <a:cubicBezTo>
                  <a:pt x="112" y="148"/>
                  <a:pt x="112" y="148"/>
                  <a:pt x="112" y="148"/>
                </a:cubicBezTo>
                <a:cubicBezTo>
                  <a:pt x="112" y="150"/>
                  <a:pt x="114" y="152"/>
                  <a:pt x="116" y="152"/>
                </a:cubicBezTo>
                <a:moveTo>
                  <a:pt x="120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20" y="144"/>
                  <a:pt x="120" y="144"/>
                  <a:pt x="120" y="144"/>
                </a:cubicBezTo>
                <a:lnTo>
                  <a:pt x="120" y="128"/>
                </a:lnTo>
                <a:close/>
                <a:moveTo>
                  <a:pt x="76" y="112"/>
                </a:moveTo>
                <a:cubicBezTo>
                  <a:pt x="100" y="112"/>
                  <a:pt x="100" y="112"/>
                  <a:pt x="100" y="112"/>
                </a:cubicBezTo>
                <a:cubicBezTo>
                  <a:pt x="102" y="112"/>
                  <a:pt x="104" y="110"/>
                  <a:pt x="104" y="108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4" y="82"/>
                  <a:pt x="102" y="80"/>
                  <a:pt x="100" y="80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82"/>
                  <a:pt x="72" y="84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2" y="110"/>
                  <a:pt x="74" y="112"/>
                  <a:pt x="76" y="112"/>
                </a:cubicBezTo>
                <a:moveTo>
                  <a:pt x="80" y="88"/>
                </a:moveTo>
                <a:cubicBezTo>
                  <a:pt x="96" y="88"/>
                  <a:pt x="96" y="88"/>
                  <a:pt x="96" y="88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80" y="104"/>
                  <a:pt x="80" y="104"/>
                  <a:pt x="80" y="104"/>
                </a:cubicBezTo>
                <a:lnTo>
                  <a:pt x="80" y="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9" name="Freeform 102"/>
          <p:cNvSpPr>
            <a:spLocks noEditPoints="1"/>
          </p:cNvSpPr>
          <p:nvPr/>
        </p:nvSpPr>
        <p:spPr bwMode="auto">
          <a:xfrm>
            <a:off x="1530260" y="3693160"/>
            <a:ext cx="335898" cy="274235"/>
          </a:xfrm>
          <a:custGeom>
            <a:avLst/>
            <a:gdLst>
              <a:gd name="T0" fmla="*/ 168 w 176"/>
              <a:gd name="T1" fmla="*/ 0 h 144"/>
              <a:gd name="T2" fmla="*/ 8 w 176"/>
              <a:gd name="T3" fmla="*/ 0 h 144"/>
              <a:gd name="T4" fmla="*/ 0 w 176"/>
              <a:gd name="T5" fmla="*/ 8 h 144"/>
              <a:gd name="T6" fmla="*/ 0 w 176"/>
              <a:gd name="T7" fmla="*/ 24 h 144"/>
              <a:gd name="T8" fmla="*/ 8 w 176"/>
              <a:gd name="T9" fmla="*/ 32 h 144"/>
              <a:gd name="T10" fmla="*/ 16 w 176"/>
              <a:gd name="T11" fmla="*/ 32 h 144"/>
              <a:gd name="T12" fmla="*/ 16 w 176"/>
              <a:gd name="T13" fmla="*/ 136 h 144"/>
              <a:gd name="T14" fmla="*/ 24 w 176"/>
              <a:gd name="T15" fmla="*/ 144 h 144"/>
              <a:gd name="T16" fmla="*/ 152 w 176"/>
              <a:gd name="T17" fmla="*/ 144 h 144"/>
              <a:gd name="T18" fmla="*/ 160 w 176"/>
              <a:gd name="T19" fmla="*/ 136 h 144"/>
              <a:gd name="T20" fmla="*/ 160 w 176"/>
              <a:gd name="T21" fmla="*/ 32 h 144"/>
              <a:gd name="T22" fmla="*/ 168 w 176"/>
              <a:gd name="T23" fmla="*/ 32 h 144"/>
              <a:gd name="T24" fmla="*/ 176 w 176"/>
              <a:gd name="T25" fmla="*/ 24 h 144"/>
              <a:gd name="T26" fmla="*/ 176 w 176"/>
              <a:gd name="T27" fmla="*/ 8 h 144"/>
              <a:gd name="T28" fmla="*/ 168 w 176"/>
              <a:gd name="T29" fmla="*/ 0 h 144"/>
              <a:gd name="T30" fmla="*/ 152 w 176"/>
              <a:gd name="T31" fmla="*/ 136 h 144"/>
              <a:gd name="T32" fmla="*/ 24 w 176"/>
              <a:gd name="T33" fmla="*/ 136 h 144"/>
              <a:gd name="T34" fmla="*/ 24 w 176"/>
              <a:gd name="T35" fmla="*/ 32 h 144"/>
              <a:gd name="T36" fmla="*/ 152 w 176"/>
              <a:gd name="T37" fmla="*/ 32 h 144"/>
              <a:gd name="T38" fmla="*/ 152 w 176"/>
              <a:gd name="T39" fmla="*/ 136 h 144"/>
              <a:gd name="T40" fmla="*/ 168 w 176"/>
              <a:gd name="T41" fmla="*/ 24 h 144"/>
              <a:gd name="T42" fmla="*/ 8 w 176"/>
              <a:gd name="T43" fmla="*/ 24 h 144"/>
              <a:gd name="T44" fmla="*/ 8 w 176"/>
              <a:gd name="T45" fmla="*/ 8 h 144"/>
              <a:gd name="T46" fmla="*/ 168 w 176"/>
              <a:gd name="T47" fmla="*/ 8 h 144"/>
              <a:gd name="T48" fmla="*/ 168 w 176"/>
              <a:gd name="T49" fmla="*/ 24 h 144"/>
              <a:gd name="T50" fmla="*/ 64 w 176"/>
              <a:gd name="T51" fmla="*/ 72 h 144"/>
              <a:gd name="T52" fmla="*/ 112 w 176"/>
              <a:gd name="T53" fmla="*/ 72 h 144"/>
              <a:gd name="T54" fmla="*/ 120 w 176"/>
              <a:gd name="T55" fmla="*/ 64 h 144"/>
              <a:gd name="T56" fmla="*/ 120 w 176"/>
              <a:gd name="T57" fmla="*/ 56 h 144"/>
              <a:gd name="T58" fmla="*/ 112 w 176"/>
              <a:gd name="T59" fmla="*/ 48 h 144"/>
              <a:gd name="T60" fmla="*/ 64 w 176"/>
              <a:gd name="T61" fmla="*/ 48 h 144"/>
              <a:gd name="T62" fmla="*/ 56 w 176"/>
              <a:gd name="T63" fmla="*/ 56 h 144"/>
              <a:gd name="T64" fmla="*/ 56 w 176"/>
              <a:gd name="T65" fmla="*/ 64 h 144"/>
              <a:gd name="T66" fmla="*/ 64 w 176"/>
              <a:gd name="T67" fmla="*/ 72 h 144"/>
              <a:gd name="T68" fmla="*/ 64 w 176"/>
              <a:gd name="T69" fmla="*/ 56 h 144"/>
              <a:gd name="T70" fmla="*/ 112 w 176"/>
              <a:gd name="T71" fmla="*/ 56 h 144"/>
              <a:gd name="T72" fmla="*/ 112 w 176"/>
              <a:gd name="T73" fmla="*/ 64 h 144"/>
              <a:gd name="T74" fmla="*/ 64 w 176"/>
              <a:gd name="T75" fmla="*/ 64 h 144"/>
              <a:gd name="T76" fmla="*/ 64 w 176"/>
              <a:gd name="T77" fmla="*/ 5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44"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0"/>
                  <a:pt x="20" y="144"/>
                  <a:pt x="24" y="144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6" y="144"/>
                  <a:pt x="160" y="140"/>
                  <a:pt x="160" y="13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52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24" y="32"/>
                  <a:pt x="24" y="32"/>
                  <a:pt x="24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136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  <a:moveTo>
                  <a:pt x="64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6" y="72"/>
                  <a:pt x="120" y="68"/>
                  <a:pt x="120" y="64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2"/>
                  <a:pt x="116" y="48"/>
                  <a:pt x="11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0" y="48"/>
                  <a:pt x="56" y="52"/>
                  <a:pt x="56" y="56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8"/>
                  <a:pt x="60" y="72"/>
                  <a:pt x="64" y="72"/>
                </a:cubicBezTo>
                <a:moveTo>
                  <a:pt x="64" y="56"/>
                </a:moveTo>
                <a:cubicBezTo>
                  <a:pt x="112" y="56"/>
                  <a:pt x="112" y="56"/>
                  <a:pt x="112" y="56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64" y="64"/>
                  <a:pt x="64" y="64"/>
                  <a:pt x="64" y="64"/>
                </a:cubicBezTo>
                <a:lnTo>
                  <a:pt x="64" y="5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Freeform 103"/>
          <p:cNvSpPr>
            <a:spLocks noEditPoints="1"/>
          </p:cNvSpPr>
          <p:nvPr/>
        </p:nvSpPr>
        <p:spPr bwMode="auto">
          <a:xfrm>
            <a:off x="2169601" y="3693160"/>
            <a:ext cx="334275" cy="274235"/>
          </a:xfrm>
          <a:custGeom>
            <a:avLst/>
            <a:gdLst>
              <a:gd name="T0" fmla="*/ 124 w 176"/>
              <a:gd name="T1" fmla="*/ 96 h 144"/>
              <a:gd name="T2" fmla="*/ 136 w 176"/>
              <a:gd name="T3" fmla="*/ 84 h 144"/>
              <a:gd name="T4" fmla="*/ 124 w 176"/>
              <a:gd name="T5" fmla="*/ 72 h 144"/>
              <a:gd name="T6" fmla="*/ 112 w 176"/>
              <a:gd name="T7" fmla="*/ 84 h 144"/>
              <a:gd name="T8" fmla="*/ 124 w 176"/>
              <a:gd name="T9" fmla="*/ 96 h 144"/>
              <a:gd name="T10" fmla="*/ 124 w 176"/>
              <a:gd name="T11" fmla="*/ 80 h 144"/>
              <a:gd name="T12" fmla="*/ 128 w 176"/>
              <a:gd name="T13" fmla="*/ 84 h 144"/>
              <a:gd name="T14" fmla="*/ 124 w 176"/>
              <a:gd name="T15" fmla="*/ 88 h 144"/>
              <a:gd name="T16" fmla="*/ 120 w 176"/>
              <a:gd name="T17" fmla="*/ 84 h 144"/>
              <a:gd name="T18" fmla="*/ 124 w 176"/>
              <a:gd name="T19" fmla="*/ 80 h 144"/>
              <a:gd name="T20" fmla="*/ 88 w 176"/>
              <a:gd name="T21" fmla="*/ 96 h 144"/>
              <a:gd name="T22" fmla="*/ 100 w 176"/>
              <a:gd name="T23" fmla="*/ 84 h 144"/>
              <a:gd name="T24" fmla="*/ 88 w 176"/>
              <a:gd name="T25" fmla="*/ 72 h 144"/>
              <a:gd name="T26" fmla="*/ 76 w 176"/>
              <a:gd name="T27" fmla="*/ 84 h 144"/>
              <a:gd name="T28" fmla="*/ 88 w 176"/>
              <a:gd name="T29" fmla="*/ 96 h 144"/>
              <a:gd name="T30" fmla="*/ 88 w 176"/>
              <a:gd name="T31" fmla="*/ 80 h 144"/>
              <a:gd name="T32" fmla="*/ 92 w 176"/>
              <a:gd name="T33" fmla="*/ 84 h 144"/>
              <a:gd name="T34" fmla="*/ 88 w 176"/>
              <a:gd name="T35" fmla="*/ 88 h 144"/>
              <a:gd name="T36" fmla="*/ 84 w 176"/>
              <a:gd name="T37" fmla="*/ 84 h 144"/>
              <a:gd name="T38" fmla="*/ 88 w 176"/>
              <a:gd name="T39" fmla="*/ 80 h 144"/>
              <a:gd name="T40" fmla="*/ 168 w 176"/>
              <a:gd name="T41" fmla="*/ 0 h 144"/>
              <a:gd name="T42" fmla="*/ 8 w 176"/>
              <a:gd name="T43" fmla="*/ 0 h 144"/>
              <a:gd name="T44" fmla="*/ 0 w 176"/>
              <a:gd name="T45" fmla="*/ 8 h 144"/>
              <a:gd name="T46" fmla="*/ 0 w 176"/>
              <a:gd name="T47" fmla="*/ 24 h 144"/>
              <a:gd name="T48" fmla="*/ 8 w 176"/>
              <a:gd name="T49" fmla="*/ 32 h 144"/>
              <a:gd name="T50" fmla="*/ 16 w 176"/>
              <a:gd name="T51" fmla="*/ 32 h 144"/>
              <a:gd name="T52" fmla="*/ 16 w 176"/>
              <a:gd name="T53" fmla="*/ 136 h 144"/>
              <a:gd name="T54" fmla="*/ 24 w 176"/>
              <a:gd name="T55" fmla="*/ 144 h 144"/>
              <a:gd name="T56" fmla="*/ 152 w 176"/>
              <a:gd name="T57" fmla="*/ 144 h 144"/>
              <a:gd name="T58" fmla="*/ 160 w 176"/>
              <a:gd name="T59" fmla="*/ 136 h 144"/>
              <a:gd name="T60" fmla="*/ 160 w 176"/>
              <a:gd name="T61" fmla="*/ 32 h 144"/>
              <a:gd name="T62" fmla="*/ 168 w 176"/>
              <a:gd name="T63" fmla="*/ 32 h 144"/>
              <a:gd name="T64" fmla="*/ 176 w 176"/>
              <a:gd name="T65" fmla="*/ 24 h 144"/>
              <a:gd name="T66" fmla="*/ 176 w 176"/>
              <a:gd name="T67" fmla="*/ 8 h 144"/>
              <a:gd name="T68" fmla="*/ 168 w 176"/>
              <a:gd name="T69" fmla="*/ 0 h 144"/>
              <a:gd name="T70" fmla="*/ 152 w 176"/>
              <a:gd name="T71" fmla="*/ 136 h 144"/>
              <a:gd name="T72" fmla="*/ 24 w 176"/>
              <a:gd name="T73" fmla="*/ 136 h 144"/>
              <a:gd name="T74" fmla="*/ 24 w 176"/>
              <a:gd name="T75" fmla="*/ 32 h 144"/>
              <a:gd name="T76" fmla="*/ 152 w 176"/>
              <a:gd name="T77" fmla="*/ 32 h 144"/>
              <a:gd name="T78" fmla="*/ 152 w 176"/>
              <a:gd name="T79" fmla="*/ 136 h 144"/>
              <a:gd name="T80" fmla="*/ 168 w 176"/>
              <a:gd name="T81" fmla="*/ 24 h 144"/>
              <a:gd name="T82" fmla="*/ 8 w 176"/>
              <a:gd name="T83" fmla="*/ 24 h 144"/>
              <a:gd name="T84" fmla="*/ 8 w 176"/>
              <a:gd name="T85" fmla="*/ 8 h 144"/>
              <a:gd name="T86" fmla="*/ 168 w 176"/>
              <a:gd name="T87" fmla="*/ 8 h 144"/>
              <a:gd name="T88" fmla="*/ 168 w 176"/>
              <a:gd name="T89" fmla="*/ 24 h 144"/>
              <a:gd name="T90" fmla="*/ 52 w 176"/>
              <a:gd name="T91" fmla="*/ 96 h 144"/>
              <a:gd name="T92" fmla="*/ 64 w 176"/>
              <a:gd name="T93" fmla="*/ 84 h 144"/>
              <a:gd name="T94" fmla="*/ 52 w 176"/>
              <a:gd name="T95" fmla="*/ 72 h 144"/>
              <a:gd name="T96" fmla="*/ 40 w 176"/>
              <a:gd name="T97" fmla="*/ 84 h 144"/>
              <a:gd name="T98" fmla="*/ 52 w 176"/>
              <a:gd name="T99" fmla="*/ 96 h 144"/>
              <a:gd name="T100" fmla="*/ 52 w 176"/>
              <a:gd name="T101" fmla="*/ 80 h 144"/>
              <a:gd name="T102" fmla="*/ 56 w 176"/>
              <a:gd name="T103" fmla="*/ 84 h 144"/>
              <a:gd name="T104" fmla="*/ 52 w 176"/>
              <a:gd name="T105" fmla="*/ 88 h 144"/>
              <a:gd name="T106" fmla="*/ 48 w 176"/>
              <a:gd name="T107" fmla="*/ 84 h 144"/>
              <a:gd name="T108" fmla="*/ 52 w 176"/>
              <a:gd name="T109" fmla="*/ 8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44">
                <a:moveTo>
                  <a:pt x="124" y="96"/>
                </a:moveTo>
                <a:cubicBezTo>
                  <a:pt x="131" y="96"/>
                  <a:pt x="136" y="91"/>
                  <a:pt x="136" y="84"/>
                </a:cubicBezTo>
                <a:cubicBezTo>
                  <a:pt x="136" y="77"/>
                  <a:pt x="131" y="72"/>
                  <a:pt x="124" y="72"/>
                </a:cubicBezTo>
                <a:cubicBezTo>
                  <a:pt x="117" y="72"/>
                  <a:pt x="112" y="77"/>
                  <a:pt x="112" y="84"/>
                </a:cubicBezTo>
                <a:cubicBezTo>
                  <a:pt x="112" y="91"/>
                  <a:pt x="117" y="96"/>
                  <a:pt x="124" y="96"/>
                </a:cubicBezTo>
                <a:moveTo>
                  <a:pt x="124" y="80"/>
                </a:moveTo>
                <a:cubicBezTo>
                  <a:pt x="126" y="80"/>
                  <a:pt x="128" y="82"/>
                  <a:pt x="128" y="84"/>
                </a:cubicBezTo>
                <a:cubicBezTo>
                  <a:pt x="128" y="86"/>
                  <a:pt x="126" y="88"/>
                  <a:pt x="124" y="88"/>
                </a:cubicBezTo>
                <a:cubicBezTo>
                  <a:pt x="122" y="88"/>
                  <a:pt x="120" y="86"/>
                  <a:pt x="120" y="84"/>
                </a:cubicBezTo>
                <a:cubicBezTo>
                  <a:pt x="120" y="82"/>
                  <a:pt x="122" y="80"/>
                  <a:pt x="124" y="80"/>
                </a:cubicBezTo>
                <a:moveTo>
                  <a:pt x="88" y="96"/>
                </a:moveTo>
                <a:cubicBezTo>
                  <a:pt x="95" y="96"/>
                  <a:pt x="100" y="91"/>
                  <a:pt x="100" y="84"/>
                </a:cubicBezTo>
                <a:cubicBezTo>
                  <a:pt x="100" y="77"/>
                  <a:pt x="95" y="72"/>
                  <a:pt x="88" y="72"/>
                </a:cubicBezTo>
                <a:cubicBezTo>
                  <a:pt x="81" y="72"/>
                  <a:pt x="76" y="77"/>
                  <a:pt x="76" y="84"/>
                </a:cubicBezTo>
                <a:cubicBezTo>
                  <a:pt x="76" y="91"/>
                  <a:pt x="81" y="96"/>
                  <a:pt x="88" y="96"/>
                </a:cubicBezTo>
                <a:moveTo>
                  <a:pt x="88" y="80"/>
                </a:moveTo>
                <a:cubicBezTo>
                  <a:pt x="90" y="80"/>
                  <a:pt x="92" y="82"/>
                  <a:pt x="92" y="84"/>
                </a:cubicBezTo>
                <a:cubicBezTo>
                  <a:pt x="92" y="86"/>
                  <a:pt x="90" y="88"/>
                  <a:pt x="88" y="88"/>
                </a:cubicBezTo>
                <a:cubicBezTo>
                  <a:pt x="86" y="88"/>
                  <a:pt x="84" y="86"/>
                  <a:pt x="84" y="84"/>
                </a:cubicBezTo>
                <a:cubicBezTo>
                  <a:pt x="84" y="82"/>
                  <a:pt x="86" y="80"/>
                  <a:pt x="88" y="80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0"/>
                  <a:pt x="20" y="144"/>
                  <a:pt x="24" y="144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6" y="144"/>
                  <a:pt x="160" y="140"/>
                  <a:pt x="160" y="13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52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24" y="32"/>
                  <a:pt x="24" y="32"/>
                  <a:pt x="24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136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  <a:moveTo>
                  <a:pt x="52" y="96"/>
                </a:moveTo>
                <a:cubicBezTo>
                  <a:pt x="59" y="96"/>
                  <a:pt x="64" y="91"/>
                  <a:pt x="64" y="84"/>
                </a:cubicBezTo>
                <a:cubicBezTo>
                  <a:pt x="64" y="77"/>
                  <a:pt x="59" y="72"/>
                  <a:pt x="52" y="72"/>
                </a:cubicBezTo>
                <a:cubicBezTo>
                  <a:pt x="45" y="72"/>
                  <a:pt x="40" y="77"/>
                  <a:pt x="40" y="84"/>
                </a:cubicBezTo>
                <a:cubicBezTo>
                  <a:pt x="40" y="91"/>
                  <a:pt x="45" y="96"/>
                  <a:pt x="52" y="96"/>
                </a:cubicBezTo>
                <a:moveTo>
                  <a:pt x="52" y="80"/>
                </a:moveTo>
                <a:cubicBezTo>
                  <a:pt x="54" y="80"/>
                  <a:pt x="56" y="82"/>
                  <a:pt x="56" y="84"/>
                </a:cubicBezTo>
                <a:cubicBezTo>
                  <a:pt x="56" y="86"/>
                  <a:pt x="54" y="88"/>
                  <a:pt x="52" y="88"/>
                </a:cubicBezTo>
                <a:cubicBezTo>
                  <a:pt x="50" y="88"/>
                  <a:pt x="48" y="86"/>
                  <a:pt x="48" y="84"/>
                </a:cubicBezTo>
                <a:cubicBezTo>
                  <a:pt x="48" y="82"/>
                  <a:pt x="50" y="80"/>
                  <a:pt x="52" y="8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1" name="Freeform 104"/>
          <p:cNvSpPr>
            <a:spLocks noEditPoints="1"/>
          </p:cNvSpPr>
          <p:nvPr/>
        </p:nvSpPr>
        <p:spPr bwMode="auto">
          <a:xfrm>
            <a:off x="2808942" y="3662329"/>
            <a:ext cx="334275" cy="334275"/>
          </a:xfrm>
          <a:custGeom>
            <a:avLst/>
            <a:gdLst>
              <a:gd name="T0" fmla="*/ 64 w 176"/>
              <a:gd name="T1" fmla="*/ 96 h 176"/>
              <a:gd name="T2" fmla="*/ 60 w 176"/>
              <a:gd name="T3" fmla="*/ 100 h 176"/>
              <a:gd name="T4" fmla="*/ 61 w 176"/>
              <a:gd name="T5" fmla="*/ 103 h 176"/>
              <a:gd name="T6" fmla="*/ 85 w 176"/>
              <a:gd name="T7" fmla="*/ 127 h 176"/>
              <a:gd name="T8" fmla="*/ 88 w 176"/>
              <a:gd name="T9" fmla="*/ 128 h 176"/>
              <a:gd name="T10" fmla="*/ 91 w 176"/>
              <a:gd name="T11" fmla="*/ 127 h 176"/>
              <a:gd name="T12" fmla="*/ 115 w 176"/>
              <a:gd name="T13" fmla="*/ 103 h 176"/>
              <a:gd name="T14" fmla="*/ 116 w 176"/>
              <a:gd name="T15" fmla="*/ 100 h 176"/>
              <a:gd name="T16" fmla="*/ 112 w 176"/>
              <a:gd name="T17" fmla="*/ 96 h 176"/>
              <a:gd name="T18" fmla="*/ 109 w 176"/>
              <a:gd name="T19" fmla="*/ 97 h 176"/>
              <a:gd name="T20" fmla="*/ 92 w 176"/>
              <a:gd name="T21" fmla="*/ 114 h 176"/>
              <a:gd name="T22" fmla="*/ 92 w 176"/>
              <a:gd name="T23" fmla="*/ 4 h 176"/>
              <a:gd name="T24" fmla="*/ 92 w 176"/>
              <a:gd name="T25" fmla="*/ 4 h 176"/>
              <a:gd name="T26" fmla="*/ 88 w 176"/>
              <a:gd name="T27" fmla="*/ 0 h 176"/>
              <a:gd name="T28" fmla="*/ 84 w 176"/>
              <a:gd name="T29" fmla="*/ 4 h 176"/>
              <a:gd name="T30" fmla="*/ 84 w 176"/>
              <a:gd name="T31" fmla="*/ 114 h 176"/>
              <a:gd name="T32" fmla="*/ 67 w 176"/>
              <a:gd name="T33" fmla="*/ 97 h 176"/>
              <a:gd name="T34" fmla="*/ 64 w 176"/>
              <a:gd name="T35" fmla="*/ 96 h 176"/>
              <a:gd name="T36" fmla="*/ 168 w 176"/>
              <a:gd name="T37" fmla="*/ 40 h 176"/>
              <a:gd name="T38" fmla="*/ 104 w 176"/>
              <a:gd name="T39" fmla="*/ 40 h 176"/>
              <a:gd name="T40" fmla="*/ 100 w 176"/>
              <a:gd name="T41" fmla="*/ 44 h 176"/>
              <a:gd name="T42" fmla="*/ 104 w 176"/>
              <a:gd name="T43" fmla="*/ 48 h 176"/>
              <a:gd name="T44" fmla="*/ 168 w 176"/>
              <a:gd name="T45" fmla="*/ 48 h 176"/>
              <a:gd name="T46" fmla="*/ 168 w 176"/>
              <a:gd name="T47" fmla="*/ 64 h 176"/>
              <a:gd name="T48" fmla="*/ 104 w 176"/>
              <a:gd name="T49" fmla="*/ 64 h 176"/>
              <a:gd name="T50" fmla="*/ 100 w 176"/>
              <a:gd name="T51" fmla="*/ 68 h 176"/>
              <a:gd name="T52" fmla="*/ 104 w 176"/>
              <a:gd name="T53" fmla="*/ 72 h 176"/>
              <a:gd name="T54" fmla="*/ 152 w 176"/>
              <a:gd name="T55" fmla="*/ 72 h 176"/>
              <a:gd name="T56" fmla="*/ 152 w 176"/>
              <a:gd name="T57" fmla="*/ 168 h 176"/>
              <a:gd name="T58" fmla="*/ 24 w 176"/>
              <a:gd name="T59" fmla="*/ 168 h 176"/>
              <a:gd name="T60" fmla="*/ 24 w 176"/>
              <a:gd name="T61" fmla="*/ 72 h 176"/>
              <a:gd name="T62" fmla="*/ 72 w 176"/>
              <a:gd name="T63" fmla="*/ 72 h 176"/>
              <a:gd name="T64" fmla="*/ 76 w 176"/>
              <a:gd name="T65" fmla="*/ 68 h 176"/>
              <a:gd name="T66" fmla="*/ 72 w 176"/>
              <a:gd name="T67" fmla="*/ 64 h 176"/>
              <a:gd name="T68" fmla="*/ 8 w 176"/>
              <a:gd name="T69" fmla="*/ 64 h 176"/>
              <a:gd name="T70" fmla="*/ 8 w 176"/>
              <a:gd name="T71" fmla="*/ 48 h 176"/>
              <a:gd name="T72" fmla="*/ 72 w 176"/>
              <a:gd name="T73" fmla="*/ 48 h 176"/>
              <a:gd name="T74" fmla="*/ 76 w 176"/>
              <a:gd name="T75" fmla="*/ 44 h 176"/>
              <a:gd name="T76" fmla="*/ 72 w 176"/>
              <a:gd name="T77" fmla="*/ 40 h 176"/>
              <a:gd name="T78" fmla="*/ 8 w 176"/>
              <a:gd name="T79" fmla="*/ 40 h 176"/>
              <a:gd name="T80" fmla="*/ 0 w 176"/>
              <a:gd name="T81" fmla="*/ 48 h 176"/>
              <a:gd name="T82" fmla="*/ 0 w 176"/>
              <a:gd name="T83" fmla="*/ 64 h 176"/>
              <a:gd name="T84" fmla="*/ 8 w 176"/>
              <a:gd name="T85" fmla="*/ 72 h 176"/>
              <a:gd name="T86" fmla="*/ 16 w 176"/>
              <a:gd name="T87" fmla="*/ 72 h 176"/>
              <a:gd name="T88" fmla="*/ 16 w 176"/>
              <a:gd name="T89" fmla="*/ 168 h 176"/>
              <a:gd name="T90" fmla="*/ 24 w 176"/>
              <a:gd name="T91" fmla="*/ 176 h 176"/>
              <a:gd name="T92" fmla="*/ 152 w 176"/>
              <a:gd name="T93" fmla="*/ 176 h 176"/>
              <a:gd name="T94" fmla="*/ 160 w 176"/>
              <a:gd name="T95" fmla="*/ 168 h 176"/>
              <a:gd name="T96" fmla="*/ 160 w 176"/>
              <a:gd name="T97" fmla="*/ 72 h 176"/>
              <a:gd name="T98" fmla="*/ 168 w 176"/>
              <a:gd name="T99" fmla="*/ 72 h 176"/>
              <a:gd name="T100" fmla="*/ 176 w 176"/>
              <a:gd name="T101" fmla="*/ 64 h 176"/>
              <a:gd name="T102" fmla="*/ 176 w 176"/>
              <a:gd name="T103" fmla="*/ 48 h 176"/>
              <a:gd name="T104" fmla="*/ 168 w 176"/>
              <a:gd name="T105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64" y="96"/>
                </a:moveTo>
                <a:cubicBezTo>
                  <a:pt x="62" y="96"/>
                  <a:pt x="60" y="98"/>
                  <a:pt x="60" y="100"/>
                </a:cubicBezTo>
                <a:cubicBezTo>
                  <a:pt x="60" y="101"/>
                  <a:pt x="60" y="102"/>
                  <a:pt x="61" y="103"/>
                </a:cubicBezTo>
                <a:cubicBezTo>
                  <a:pt x="85" y="127"/>
                  <a:pt x="85" y="127"/>
                  <a:pt x="85" y="127"/>
                </a:cubicBezTo>
                <a:cubicBezTo>
                  <a:pt x="86" y="128"/>
                  <a:pt x="87" y="128"/>
                  <a:pt x="88" y="128"/>
                </a:cubicBezTo>
                <a:cubicBezTo>
                  <a:pt x="89" y="128"/>
                  <a:pt x="90" y="128"/>
                  <a:pt x="91" y="127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6" y="102"/>
                  <a:pt x="116" y="101"/>
                  <a:pt x="116" y="100"/>
                </a:cubicBezTo>
                <a:cubicBezTo>
                  <a:pt x="116" y="98"/>
                  <a:pt x="114" y="96"/>
                  <a:pt x="112" y="96"/>
                </a:cubicBezTo>
                <a:cubicBezTo>
                  <a:pt x="111" y="96"/>
                  <a:pt x="110" y="96"/>
                  <a:pt x="109" y="97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114"/>
                  <a:pt x="84" y="114"/>
                  <a:pt x="84" y="114"/>
                </a:cubicBezTo>
                <a:cubicBezTo>
                  <a:pt x="67" y="97"/>
                  <a:pt x="67" y="97"/>
                  <a:pt x="67" y="97"/>
                </a:cubicBezTo>
                <a:cubicBezTo>
                  <a:pt x="66" y="96"/>
                  <a:pt x="65" y="96"/>
                  <a:pt x="64" y="96"/>
                </a:cubicBezTo>
                <a:moveTo>
                  <a:pt x="168" y="40"/>
                </a:moveTo>
                <a:cubicBezTo>
                  <a:pt x="104" y="40"/>
                  <a:pt x="104" y="40"/>
                  <a:pt x="104" y="40"/>
                </a:cubicBezTo>
                <a:cubicBezTo>
                  <a:pt x="102" y="40"/>
                  <a:pt x="100" y="42"/>
                  <a:pt x="100" y="44"/>
                </a:cubicBezTo>
                <a:cubicBezTo>
                  <a:pt x="100" y="46"/>
                  <a:pt x="102" y="48"/>
                  <a:pt x="104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2" y="64"/>
                  <a:pt x="100" y="66"/>
                  <a:pt x="100" y="68"/>
                </a:cubicBezTo>
                <a:cubicBezTo>
                  <a:pt x="100" y="70"/>
                  <a:pt x="102" y="72"/>
                  <a:pt x="104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72"/>
                  <a:pt x="24" y="72"/>
                  <a:pt x="24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4" y="72"/>
                  <a:pt x="76" y="70"/>
                  <a:pt x="76" y="68"/>
                </a:cubicBezTo>
                <a:cubicBezTo>
                  <a:pt x="76" y="66"/>
                  <a:pt x="74" y="64"/>
                  <a:pt x="7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48"/>
                  <a:pt x="8" y="48"/>
                  <a:pt x="8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4" y="48"/>
                  <a:pt x="76" y="46"/>
                  <a:pt x="76" y="44"/>
                </a:cubicBezTo>
                <a:cubicBezTo>
                  <a:pt x="76" y="42"/>
                  <a:pt x="74" y="40"/>
                  <a:pt x="72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4" y="40"/>
                  <a:pt x="0" y="44"/>
                  <a:pt x="0" y="48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8"/>
                  <a:pt x="4" y="72"/>
                  <a:pt x="8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6" y="172"/>
                  <a:pt x="20" y="176"/>
                  <a:pt x="24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6" y="176"/>
                  <a:pt x="160" y="172"/>
                  <a:pt x="160" y="168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2" y="72"/>
                  <a:pt x="176" y="68"/>
                  <a:pt x="176" y="64"/>
                </a:cubicBezTo>
                <a:cubicBezTo>
                  <a:pt x="176" y="48"/>
                  <a:pt x="176" y="48"/>
                  <a:pt x="176" y="48"/>
                </a:cubicBezTo>
                <a:cubicBezTo>
                  <a:pt x="176" y="44"/>
                  <a:pt x="172" y="40"/>
                  <a:pt x="168" y="4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2" name="Freeform 105"/>
          <p:cNvSpPr>
            <a:spLocks noEditPoints="1"/>
          </p:cNvSpPr>
          <p:nvPr/>
        </p:nvSpPr>
        <p:spPr bwMode="auto">
          <a:xfrm>
            <a:off x="3448283" y="3662329"/>
            <a:ext cx="334275" cy="334275"/>
          </a:xfrm>
          <a:custGeom>
            <a:avLst/>
            <a:gdLst>
              <a:gd name="T0" fmla="*/ 64 w 176"/>
              <a:gd name="T1" fmla="*/ 32 h 176"/>
              <a:gd name="T2" fmla="*/ 67 w 176"/>
              <a:gd name="T3" fmla="*/ 31 h 176"/>
              <a:gd name="T4" fmla="*/ 84 w 176"/>
              <a:gd name="T5" fmla="*/ 14 h 176"/>
              <a:gd name="T6" fmla="*/ 84 w 176"/>
              <a:gd name="T7" fmla="*/ 124 h 176"/>
              <a:gd name="T8" fmla="*/ 84 w 176"/>
              <a:gd name="T9" fmla="*/ 124 h 176"/>
              <a:gd name="T10" fmla="*/ 88 w 176"/>
              <a:gd name="T11" fmla="*/ 128 h 176"/>
              <a:gd name="T12" fmla="*/ 92 w 176"/>
              <a:gd name="T13" fmla="*/ 124 h 176"/>
              <a:gd name="T14" fmla="*/ 92 w 176"/>
              <a:gd name="T15" fmla="*/ 14 h 176"/>
              <a:gd name="T16" fmla="*/ 109 w 176"/>
              <a:gd name="T17" fmla="*/ 31 h 176"/>
              <a:gd name="T18" fmla="*/ 112 w 176"/>
              <a:gd name="T19" fmla="*/ 32 h 176"/>
              <a:gd name="T20" fmla="*/ 116 w 176"/>
              <a:gd name="T21" fmla="*/ 28 h 176"/>
              <a:gd name="T22" fmla="*/ 115 w 176"/>
              <a:gd name="T23" fmla="*/ 25 h 176"/>
              <a:gd name="T24" fmla="*/ 91 w 176"/>
              <a:gd name="T25" fmla="*/ 1 h 176"/>
              <a:gd name="T26" fmla="*/ 88 w 176"/>
              <a:gd name="T27" fmla="*/ 0 h 176"/>
              <a:gd name="T28" fmla="*/ 85 w 176"/>
              <a:gd name="T29" fmla="*/ 1 h 176"/>
              <a:gd name="T30" fmla="*/ 61 w 176"/>
              <a:gd name="T31" fmla="*/ 25 h 176"/>
              <a:gd name="T32" fmla="*/ 60 w 176"/>
              <a:gd name="T33" fmla="*/ 28 h 176"/>
              <a:gd name="T34" fmla="*/ 64 w 176"/>
              <a:gd name="T35" fmla="*/ 32 h 176"/>
              <a:gd name="T36" fmla="*/ 168 w 176"/>
              <a:gd name="T37" fmla="*/ 40 h 176"/>
              <a:gd name="T38" fmla="*/ 104 w 176"/>
              <a:gd name="T39" fmla="*/ 40 h 176"/>
              <a:gd name="T40" fmla="*/ 100 w 176"/>
              <a:gd name="T41" fmla="*/ 44 h 176"/>
              <a:gd name="T42" fmla="*/ 104 w 176"/>
              <a:gd name="T43" fmla="*/ 48 h 176"/>
              <a:gd name="T44" fmla="*/ 168 w 176"/>
              <a:gd name="T45" fmla="*/ 48 h 176"/>
              <a:gd name="T46" fmla="*/ 168 w 176"/>
              <a:gd name="T47" fmla="*/ 64 h 176"/>
              <a:gd name="T48" fmla="*/ 104 w 176"/>
              <a:gd name="T49" fmla="*/ 64 h 176"/>
              <a:gd name="T50" fmla="*/ 100 w 176"/>
              <a:gd name="T51" fmla="*/ 68 h 176"/>
              <a:gd name="T52" fmla="*/ 104 w 176"/>
              <a:gd name="T53" fmla="*/ 72 h 176"/>
              <a:gd name="T54" fmla="*/ 152 w 176"/>
              <a:gd name="T55" fmla="*/ 72 h 176"/>
              <a:gd name="T56" fmla="*/ 152 w 176"/>
              <a:gd name="T57" fmla="*/ 168 h 176"/>
              <a:gd name="T58" fmla="*/ 24 w 176"/>
              <a:gd name="T59" fmla="*/ 168 h 176"/>
              <a:gd name="T60" fmla="*/ 24 w 176"/>
              <a:gd name="T61" fmla="*/ 72 h 176"/>
              <a:gd name="T62" fmla="*/ 72 w 176"/>
              <a:gd name="T63" fmla="*/ 72 h 176"/>
              <a:gd name="T64" fmla="*/ 76 w 176"/>
              <a:gd name="T65" fmla="*/ 68 h 176"/>
              <a:gd name="T66" fmla="*/ 72 w 176"/>
              <a:gd name="T67" fmla="*/ 64 h 176"/>
              <a:gd name="T68" fmla="*/ 8 w 176"/>
              <a:gd name="T69" fmla="*/ 64 h 176"/>
              <a:gd name="T70" fmla="*/ 8 w 176"/>
              <a:gd name="T71" fmla="*/ 48 h 176"/>
              <a:gd name="T72" fmla="*/ 72 w 176"/>
              <a:gd name="T73" fmla="*/ 48 h 176"/>
              <a:gd name="T74" fmla="*/ 76 w 176"/>
              <a:gd name="T75" fmla="*/ 44 h 176"/>
              <a:gd name="T76" fmla="*/ 72 w 176"/>
              <a:gd name="T77" fmla="*/ 40 h 176"/>
              <a:gd name="T78" fmla="*/ 8 w 176"/>
              <a:gd name="T79" fmla="*/ 40 h 176"/>
              <a:gd name="T80" fmla="*/ 0 w 176"/>
              <a:gd name="T81" fmla="*/ 48 h 176"/>
              <a:gd name="T82" fmla="*/ 0 w 176"/>
              <a:gd name="T83" fmla="*/ 64 h 176"/>
              <a:gd name="T84" fmla="*/ 8 w 176"/>
              <a:gd name="T85" fmla="*/ 72 h 176"/>
              <a:gd name="T86" fmla="*/ 16 w 176"/>
              <a:gd name="T87" fmla="*/ 72 h 176"/>
              <a:gd name="T88" fmla="*/ 16 w 176"/>
              <a:gd name="T89" fmla="*/ 168 h 176"/>
              <a:gd name="T90" fmla="*/ 24 w 176"/>
              <a:gd name="T91" fmla="*/ 176 h 176"/>
              <a:gd name="T92" fmla="*/ 152 w 176"/>
              <a:gd name="T93" fmla="*/ 176 h 176"/>
              <a:gd name="T94" fmla="*/ 160 w 176"/>
              <a:gd name="T95" fmla="*/ 168 h 176"/>
              <a:gd name="T96" fmla="*/ 160 w 176"/>
              <a:gd name="T97" fmla="*/ 72 h 176"/>
              <a:gd name="T98" fmla="*/ 168 w 176"/>
              <a:gd name="T99" fmla="*/ 72 h 176"/>
              <a:gd name="T100" fmla="*/ 176 w 176"/>
              <a:gd name="T101" fmla="*/ 64 h 176"/>
              <a:gd name="T102" fmla="*/ 176 w 176"/>
              <a:gd name="T103" fmla="*/ 48 h 176"/>
              <a:gd name="T104" fmla="*/ 168 w 176"/>
              <a:gd name="T105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64" y="32"/>
                </a:moveTo>
                <a:cubicBezTo>
                  <a:pt x="65" y="32"/>
                  <a:pt x="66" y="32"/>
                  <a:pt x="67" y="31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6"/>
                  <a:pt x="86" y="128"/>
                  <a:pt x="88" y="128"/>
                </a:cubicBezTo>
                <a:cubicBezTo>
                  <a:pt x="90" y="128"/>
                  <a:pt x="92" y="126"/>
                  <a:pt x="92" y="124"/>
                </a:cubicBezTo>
                <a:cubicBezTo>
                  <a:pt x="92" y="14"/>
                  <a:pt x="92" y="14"/>
                  <a:pt x="92" y="14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0" y="32"/>
                  <a:pt x="111" y="32"/>
                  <a:pt x="112" y="32"/>
                </a:cubicBezTo>
                <a:cubicBezTo>
                  <a:pt x="114" y="32"/>
                  <a:pt x="116" y="30"/>
                  <a:pt x="116" y="28"/>
                </a:cubicBezTo>
                <a:cubicBezTo>
                  <a:pt x="116" y="27"/>
                  <a:pt x="116" y="26"/>
                  <a:pt x="115" y="25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6"/>
                  <a:pt x="60" y="27"/>
                  <a:pt x="60" y="28"/>
                </a:cubicBezTo>
                <a:cubicBezTo>
                  <a:pt x="60" y="30"/>
                  <a:pt x="62" y="32"/>
                  <a:pt x="64" y="32"/>
                </a:cubicBezTo>
                <a:moveTo>
                  <a:pt x="168" y="40"/>
                </a:moveTo>
                <a:cubicBezTo>
                  <a:pt x="104" y="40"/>
                  <a:pt x="104" y="40"/>
                  <a:pt x="104" y="40"/>
                </a:cubicBezTo>
                <a:cubicBezTo>
                  <a:pt x="102" y="40"/>
                  <a:pt x="100" y="42"/>
                  <a:pt x="100" y="44"/>
                </a:cubicBezTo>
                <a:cubicBezTo>
                  <a:pt x="100" y="46"/>
                  <a:pt x="102" y="48"/>
                  <a:pt x="104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2" y="64"/>
                  <a:pt x="100" y="66"/>
                  <a:pt x="100" y="68"/>
                </a:cubicBezTo>
                <a:cubicBezTo>
                  <a:pt x="100" y="70"/>
                  <a:pt x="102" y="72"/>
                  <a:pt x="104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72"/>
                  <a:pt x="24" y="72"/>
                  <a:pt x="24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4" y="72"/>
                  <a:pt x="76" y="70"/>
                  <a:pt x="76" y="68"/>
                </a:cubicBezTo>
                <a:cubicBezTo>
                  <a:pt x="76" y="66"/>
                  <a:pt x="74" y="64"/>
                  <a:pt x="7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48"/>
                  <a:pt x="8" y="48"/>
                  <a:pt x="8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4" y="48"/>
                  <a:pt x="76" y="46"/>
                  <a:pt x="76" y="44"/>
                </a:cubicBezTo>
                <a:cubicBezTo>
                  <a:pt x="76" y="42"/>
                  <a:pt x="74" y="40"/>
                  <a:pt x="72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4" y="40"/>
                  <a:pt x="0" y="44"/>
                  <a:pt x="0" y="48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8"/>
                  <a:pt x="4" y="72"/>
                  <a:pt x="8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6" y="172"/>
                  <a:pt x="20" y="176"/>
                  <a:pt x="24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6" y="176"/>
                  <a:pt x="160" y="172"/>
                  <a:pt x="160" y="168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2" y="72"/>
                  <a:pt x="176" y="68"/>
                  <a:pt x="176" y="64"/>
                </a:cubicBezTo>
                <a:cubicBezTo>
                  <a:pt x="176" y="48"/>
                  <a:pt x="176" y="48"/>
                  <a:pt x="176" y="48"/>
                </a:cubicBezTo>
                <a:cubicBezTo>
                  <a:pt x="176" y="44"/>
                  <a:pt x="172" y="40"/>
                  <a:pt x="168" y="4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3" name="Freeform 106"/>
          <p:cNvSpPr>
            <a:spLocks noEditPoints="1"/>
          </p:cNvSpPr>
          <p:nvPr/>
        </p:nvSpPr>
        <p:spPr bwMode="auto">
          <a:xfrm>
            <a:off x="4087625" y="3662329"/>
            <a:ext cx="334275" cy="334275"/>
          </a:xfrm>
          <a:custGeom>
            <a:avLst/>
            <a:gdLst>
              <a:gd name="T0" fmla="*/ 112 w 176"/>
              <a:gd name="T1" fmla="*/ 120 h 176"/>
              <a:gd name="T2" fmla="*/ 120 w 176"/>
              <a:gd name="T3" fmla="*/ 104 h 176"/>
              <a:gd name="T4" fmla="*/ 64 w 176"/>
              <a:gd name="T5" fmla="*/ 96 h 176"/>
              <a:gd name="T6" fmla="*/ 56 w 176"/>
              <a:gd name="T7" fmla="*/ 112 h 176"/>
              <a:gd name="T8" fmla="*/ 64 w 176"/>
              <a:gd name="T9" fmla="*/ 104 h 176"/>
              <a:gd name="T10" fmla="*/ 112 w 176"/>
              <a:gd name="T11" fmla="*/ 112 h 176"/>
              <a:gd name="T12" fmla="*/ 64 w 176"/>
              <a:gd name="T13" fmla="*/ 104 h 176"/>
              <a:gd name="T14" fmla="*/ 152 w 176"/>
              <a:gd name="T15" fmla="*/ 48 h 176"/>
              <a:gd name="T16" fmla="*/ 144 w 176"/>
              <a:gd name="T17" fmla="*/ 8 h 176"/>
              <a:gd name="T18" fmla="*/ 104 w 176"/>
              <a:gd name="T19" fmla="*/ 0 h 176"/>
              <a:gd name="T20" fmla="*/ 24 w 176"/>
              <a:gd name="T21" fmla="*/ 8 h 176"/>
              <a:gd name="T22" fmla="*/ 8 w 176"/>
              <a:gd name="T23" fmla="*/ 48 h 176"/>
              <a:gd name="T24" fmla="*/ 0 w 176"/>
              <a:gd name="T25" fmla="*/ 72 h 176"/>
              <a:gd name="T26" fmla="*/ 16 w 176"/>
              <a:gd name="T27" fmla="*/ 80 h 176"/>
              <a:gd name="T28" fmla="*/ 24 w 176"/>
              <a:gd name="T29" fmla="*/ 176 h 176"/>
              <a:gd name="T30" fmla="*/ 160 w 176"/>
              <a:gd name="T31" fmla="*/ 168 h 176"/>
              <a:gd name="T32" fmla="*/ 168 w 176"/>
              <a:gd name="T33" fmla="*/ 80 h 176"/>
              <a:gd name="T34" fmla="*/ 176 w 176"/>
              <a:gd name="T35" fmla="*/ 56 h 176"/>
              <a:gd name="T36" fmla="*/ 144 w 176"/>
              <a:gd name="T37" fmla="*/ 16 h 176"/>
              <a:gd name="T38" fmla="*/ 128 w 176"/>
              <a:gd name="T39" fmla="*/ 48 h 176"/>
              <a:gd name="T40" fmla="*/ 120 w 176"/>
              <a:gd name="T41" fmla="*/ 16 h 176"/>
              <a:gd name="T42" fmla="*/ 104 w 176"/>
              <a:gd name="T43" fmla="*/ 12 h 176"/>
              <a:gd name="T44" fmla="*/ 104 w 176"/>
              <a:gd name="T45" fmla="*/ 24 h 176"/>
              <a:gd name="T46" fmla="*/ 32 w 176"/>
              <a:gd name="T47" fmla="*/ 8 h 176"/>
              <a:gd name="T48" fmla="*/ 96 w 176"/>
              <a:gd name="T49" fmla="*/ 28 h 176"/>
              <a:gd name="T50" fmla="*/ 120 w 176"/>
              <a:gd name="T51" fmla="*/ 32 h 176"/>
              <a:gd name="T52" fmla="*/ 32 w 176"/>
              <a:gd name="T53" fmla="*/ 48 h 176"/>
              <a:gd name="T54" fmla="*/ 152 w 176"/>
              <a:gd name="T55" fmla="*/ 168 h 176"/>
              <a:gd name="T56" fmla="*/ 24 w 176"/>
              <a:gd name="T57" fmla="*/ 80 h 176"/>
              <a:gd name="T58" fmla="*/ 152 w 176"/>
              <a:gd name="T59" fmla="*/ 168 h 176"/>
              <a:gd name="T60" fmla="*/ 8 w 176"/>
              <a:gd name="T61" fmla="*/ 72 h 176"/>
              <a:gd name="T62" fmla="*/ 168 w 176"/>
              <a:gd name="T63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64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6" y="120"/>
                  <a:pt x="120" y="116"/>
                  <a:pt x="120" y="112"/>
                </a:cubicBezTo>
                <a:cubicBezTo>
                  <a:pt x="120" y="104"/>
                  <a:pt x="120" y="104"/>
                  <a:pt x="120" y="104"/>
                </a:cubicBezTo>
                <a:cubicBezTo>
                  <a:pt x="120" y="100"/>
                  <a:pt x="116" y="96"/>
                  <a:pt x="112" y="96"/>
                </a:cubicBezTo>
                <a:cubicBezTo>
                  <a:pt x="64" y="96"/>
                  <a:pt x="64" y="96"/>
                  <a:pt x="64" y="96"/>
                </a:cubicBezTo>
                <a:cubicBezTo>
                  <a:pt x="60" y="96"/>
                  <a:pt x="56" y="100"/>
                  <a:pt x="56" y="104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56" y="116"/>
                  <a:pt x="60" y="120"/>
                  <a:pt x="64" y="120"/>
                </a:cubicBezTo>
                <a:moveTo>
                  <a:pt x="64" y="104"/>
                </a:moveTo>
                <a:cubicBezTo>
                  <a:pt x="112" y="104"/>
                  <a:pt x="112" y="104"/>
                  <a:pt x="112" y="104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64" y="112"/>
                  <a:pt x="64" y="112"/>
                  <a:pt x="64" y="112"/>
                </a:cubicBezTo>
                <a:lnTo>
                  <a:pt x="64" y="104"/>
                </a:lnTo>
                <a:close/>
                <a:moveTo>
                  <a:pt x="16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16"/>
                  <a:pt x="152" y="16"/>
                  <a:pt x="152" y="16"/>
                </a:cubicBezTo>
                <a:cubicBezTo>
                  <a:pt x="152" y="12"/>
                  <a:pt x="148" y="8"/>
                  <a:pt x="144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04" y="0"/>
                  <a:pt x="104" y="0"/>
                  <a:pt x="10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4"/>
                  <a:pt x="24" y="8"/>
                </a:cubicBezTo>
                <a:cubicBezTo>
                  <a:pt x="24" y="48"/>
                  <a:pt x="24" y="48"/>
                  <a:pt x="24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4" y="80"/>
                  <a:pt x="8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6" y="172"/>
                  <a:pt x="20" y="176"/>
                  <a:pt x="24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6" y="176"/>
                  <a:pt x="160" y="172"/>
                  <a:pt x="160" y="168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72" y="80"/>
                  <a:pt x="176" y="76"/>
                  <a:pt x="176" y="72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52"/>
                  <a:pt x="172" y="48"/>
                  <a:pt x="168" y="48"/>
                </a:cubicBezTo>
                <a:moveTo>
                  <a:pt x="144" y="16"/>
                </a:moveTo>
                <a:cubicBezTo>
                  <a:pt x="144" y="48"/>
                  <a:pt x="144" y="48"/>
                  <a:pt x="144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120" y="16"/>
                  <a:pt x="120" y="16"/>
                  <a:pt x="120" y="16"/>
                </a:cubicBezTo>
                <a:lnTo>
                  <a:pt x="144" y="16"/>
                </a:lnTo>
                <a:close/>
                <a:moveTo>
                  <a:pt x="104" y="12"/>
                </a:moveTo>
                <a:cubicBezTo>
                  <a:pt x="116" y="24"/>
                  <a:pt x="116" y="24"/>
                  <a:pt x="116" y="24"/>
                </a:cubicBezTo>
                <a:cubicBezTo>
                  <a:pt x="104" y="24"/>
                  <a:pt x="104" y="24"/>
                  <a:pt x="104" y="24"/>
                </a:cubicBezTo>
                <a:lnTo>
                  <a:pt x="104" y="12"/>
                </a:lnTo>
                <a:close/>
                <a:moveTo>
                  <a:pt x="32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28"/>
                  <a:pt x="96" y="28"/>
                  <a:pt x="96" y="28"/>
                </a:cubicBezTo>
                <a:cubicBezTo>
                  <a:pt x="96" y="30"/>
                  <a:pt x="98" y="32"/>
                  <a:pt x="100" y="32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32" y="48"/>
                  <a:pt x="32" y="48"/>
                  <a:pt x="32" y="48"/>
                </a:cubicBezTo>
                <a:lnTo>
                  <a:pt x="32" y="8"/>
                </a:lnTo>
                <a:close/>
                <a:moveTo>
                  <a:pt x="152" y="168"/>
                </a:moveTo>
                <a:cubicBezTo>
                  <a:pt x="24" y="168"/>
                  <a:pt x="24" y="168"/>
                  <a:pt x="24" y="168"/>
                </a:cubicBezTo>
                <a:cubicBezTo>
                  <a:pt x="24" y="80"/>
                  <a:pt x="24" y="80"/>
                  <a:pt x="24" y="80"/>
                </a:cubicBezTo>
                <a:cubicBezTo>
                  <a:pt x="152" y="80"/>
                  <a:pt x="152" y="80"/>
                  <a:pt x="152" y="80"/>
                </a:cubicBezTo>
                <a:lnTo>
                  <a:pt x="152" y="168"/>
                </a:lnTo>
                <a:close/>
                <a:moveTo>
                  <a:pt x="168" y="72"/>
                </a:moveTo>
                <a:cubicBezTo>
                  <a:pt x="8" y="72"/>
                  <a:pt x="8" y="72"/>
                  <a:pt x="8" y="72"/>
                </a:cubicBezTo>
                <a:cubicBezTo>
                  <a:pt x="8" y="56"/>
                  <a:pt x="8" y="56"/>
                  <a:pt x="8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7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4" name="Freeform 107"/>
          <p:cNvSpPr>
            <a:spLocks noEditPoints="1"/>
          </p:cNvSpPr>
          <p:nvPr/>
        </p:nvSpPr>
        <p:spPr bwMode="auto">
          <a:xfrm>
            <a:off x="4725344" y="3667198"/>
            <a:ext cx="335898" cy="329407"/>
          </a:xfrm>
          <a:custGeom>
            <a:avLst/>
            <a:gdLst>
              <a:gd name="T0" fmla="*/ 112 w 176"/>
              <a:gd name="T1" fmla="*/ 118 h 174"/>
              <a:gd name="T2" fmla="*/ 120 w 176"/>
              <a:gd name="T3" fmla="*/ 102 h 174"/>
              <a:gd name="T4" fmla="*/ 64 w 176"/>
              <a:gd name="T5" fmla="*/ 94 h 174"/>
              <a:gd name="T6" fmla="*/ 56 w 176"/>
              <a:gd name="T7" fmla="*/ 110 h 174"/>
              <a:gd name="T8" fmla="*/ 64 w 176"/>
              <a:gd name="T9" fmla="*/ 102 h 174"/>
              <a:gd name="T10" fmla="*/ 112 w 176"/>
              <a:gd name="T11" fmla="*/ 110 h 174"/>
              <a:gd name="T12" fmla="*/ 64 w 176"/>
              <a:gd name="T13" fmla="*/ 102 h 174"/>
              <a:gd name="T14" fmla="*/ 152 w 176"/>
              <a:gd name="T15" fmla="*/ 46 h 174"/>
              <a:gd name="T16" fmla="*/ 128 w 176"/>
              <a:gd name="T17" fmla="*/ 17 h 174"/>
              <a:gd name="T18" fmla="*/ 70 w 176"/>
              <a:gd name="T19" fmla="*/ 4 h 174"/>
              <a:gd name="T20" fmla="*/ 28 w 176"/>
              <a:gd name="T21" fmla="*/ 46 h 174"/>
              <a:gd name="T22" fmla="*/ 0 w 176"/>
              <a:gd name="T23" fmla="*/ 54 h 174"/>
              <a:gd name="T24" fmla="*/ 8 w 176"/>
              <a:gd name="T25" fmla="*/ 78 h 174"/>
              <a:gd name="T26" fmla="*/ 16 w 176"/>
              <a:gd name="T27" fmla="*/ 166 h 174"/>
              <a:gd name="T28" fmla="*/ 152 w 176"/>
              <a:gd name="T29" fmla="*/ 174 h 174"/>
              <a:gd name="T30" fmla="*/ 160 w 176"/>
              <a:gd name="T31" fmla="*/ 78 h 174"/>
              <a:gd name="T32" fmla="*/ 176 w 176"/>
              <a:gd name="T33" fmla="*/ 70 h 174"/>
              <a:gd name="T34" fmla="*/ 168 w 176"/>
              <a:gd name="T35" fmla="*/ 46 h 174"/>
              <a:gd name="T36" fmla="*/ 140 w 176"/>
              <a:gd name="T37" fmla="*/ 30 h 174"/>
              <a:gd name="T38" fmla="*/ 143 w 176"/>
              <a:gd name="T39" fmla="*/ 46 h 174"/>
              <a:gd name="T40" fmla="*/ 134 w 176"/>
              <a:gd name="T41" fmla="*/ 40 h 174"/>
              <a:gd name="T42" fmla="*/ 124 w 176"/>
              <a:gd name="T43" fmla="*/ 34 h 174"/>
              <a:gd name="T44" fmla="*/ 115 w 176"/>
              <a:gd name="T45" fmla="*/ 30 h 174"/>
              <a:gd name="T46" fmla="*/ 130 w 176"/>
              <a:gd name="T47" fmla="*/ 24 h 174"/>
              <a:gd name="T48" fmla="*/ 74 w 176"/>
              <a:gd name="T49" fmla="*/ 46 h 174"/>
              <a:gd name="T50" fmla="*/ 127 w 176"/>
              <a:gd name="T51" fmla="*/ 46 h 174"/>
              <a:gd name="T52" fmla="*/ 66 w 176"/>
              <a:gd name="T53" fmla="*/ 11 h 174"/>
              <a:gd name="T54" fmla="*/ 65 w 176"/>
              <a:gd name="T55" fmla="*/ 46 h 174"/>
              <a:gd name="T56" fmla="*/ 46 w 176"/>
              <a:gd name="T57" fmla="*/ 46 h 174"/>
              <a:gd name="T58" fmla="*/ 37 w 176"/>
              <a:gd name="T59" fmla="*/ 46 h 174"/>
              <a:gd name="T60" fmla="*/ 152 w 176"/>
              <a:gd name="T61" fmla="*/ 166 h 174"/>
              <a:gd name="T62" fmla="*/ 24 w 176"/>
              <a:gd name="T63" fmla="*/ 78 h 174"/>
              <a:gd name="T64" fmla="*/ 152 w 176"/>
              <a:gd name="T65" fmla="*/ 166 h 174"/>
              <a:gd name="T66" fmla="*/ 8 w 176"/>
              <a:gd name="T67" fmla="*/ 70 h 174"/>
              <a:gd name="T68" fmla="*/ 168 w 176"/>
              <a:gd name="T69" fmla="*/ 54 h 174"/>
              <a:gd name="T70" fmla="*/ 69 w 176"/>
              <a:gd name="T71" fmla="*/ 22 h 174"/>
              <a:gd name="T72" fmla="*/ 58 w 176"/>
              <a:gd name="T73" fmla="*/ 25 h 174"/>
              <a:gd name="T74" fmla="*/ 69 w 176"/>
              <a:gd name="T75" fmla="*/ 22 h 174"/>
              <a:gd name="T76" fmla="*/ 54 w 176"/>
              <a:gd name="T77" fmla="*/ 32 h 174"/>
              <a:gd name="T78" fmla="*/ 57 w 176"/>
              <a:gd name="T79" fmla="*/ 43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4">
                <a:moveTo>
                  <a:pt x="64" y="118"/>
                </a:moveTo>
                <a:cubicBezTo>
                  <a:pt x="112" y="118"/>
                  <a:pt x="112" y="118"/>
                  <a:pt x="112" y="118"/>
                </a:cubicBezTo>
                <a:cubicBezTo>
                  <a:pt x="116" y="118"/>
                  <a:pt x="120" y="114"/>
                  <a:pt x="120" y="110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98"/>
                  <a:pt x="116" y="94"/>
                  <a:pt x="112" y="94"/>
                </a:cubicBezTo>
                <a:cubicBezTo>
                  <a:pt x="64" y="94"/>
                  <a:pt x="64" y="94"/>
                  <a:pt x="64" y="94"/>
                </a:cubicBezTo>
                <a:cubicBezTo>
                  <a:pt x="60" y="94"/>
                  <a:pt x="56" y="98"/>
                  <a:pt x="56" y="102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6" y="114"/>
                  <a:pt x="60" y="118"/>
                  <a:pt x="64" y="118"/>
                </a:cubicBezTo>
                <a:moveTo>
                  <a:pt x="64" y="102"/>
                </a:moveTo>
                <a:cubicBezTo>
                  <a:pt x="112" y="102"/>
                  <a:pt x="112" y="102"/>
                  <a:pt x="112" y="102"/>
                </a:cubicBezTo>
                <a:cubicBezTo>
                  <a:pt x="112" y="110"/>
                  <a:pt x="112" y="110"/>
                  <a:pt x="112" y="110"/>
                </a:cubicBezTo>
                <a:cubicBezTo>
                  <a:pt x="64" y="110"/>
                  <a:pt x="64" y="110"/>
                  <a:pt x="64" y="110"/>
                </a:cubicBezTo>
                <a:lnTo>
                  <a:pt x="64" y="102"/>
                </a:lnTo>
                <a:close/>
                <a:moveTo>
                  <a:pt x="168" y="46"/>
                </a:moveTo>
                <a:cubicBezTo>
                  <a:pt x="152" y="46"/>
                  <a:pt x="152" y="46"/>
                  <a:pt x="152" y="46"/>
                </a:cubicBezTo>
                <a:cubicBezTo>
                  <a:pt x="147" y="28"/>
                  <a:pt x="147" y="28"/>
                  <a:pt x="147" y="28"/>
                </a:cubicBezTo>
                <a:cubicBezTo>
                  <a:pt x="145" y="19"/>
                  <a:pt x="136" y="14"/>
                  <a:pt x="128" y="17"/>
                </a:cubicBezTo>
                <a:cubicBezTo>
                  <a:pt x="103" y="23"/>
                  <a:pt x="103" y="23"/>
                  <a:pt x="103" y="23"/>
                </a:cubicBezTo>
                <a:cubicBezTo>
                  <a:pt x="70" y="4"/>
                  <a:pt x="70" y="4"/>
                  <a:pt x="70" y="4"/>
                </a:cubicBezTo>
                <a:cubicBezTo>
                  <a:pt x="63" y="0"/>
                  <a:pt x="53" y="2"/>
                  <a:pt x="49" y="10"/>
                </a:cubicBezTo>
                <a:cubicBezTo>
                  <a:pt x="28" y="46"/>
                  <a:pt x="28" y="46"/>
                  <a:pt x="28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4" y="46"/>
                  <a:pt x="0" y="50"/>
                  <a:pt x="0" y="5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4"/>
                  <a:pt x="4" y="78"/>
                  <a:pt x="8" y="78"/>
                </a:cubicBezTo>
                <a:cubicBezTo>
                  <a:pt x="16" y="78"/>
                  <a:pt x="16" y="78"/>
                  <a:pt x="16" y="78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6" y="170"/>
                  <a:pt x="20" y="174"/>
                  <a:pt x="24" y="174"/>
                </a:cubicBezTo>
                <a:cubicBezTo>
                  <a:pt x="152" y="174"/>
                  <a:pt x="152" y="174"/>
                  <a:pt x="152" y="174"/>
                </a:cubicBezTo>
                <a:cubicBezTo>
                  <a:pt x="156" y="174"/>
                  <a:pt x="160" y="170"/>
                  <a:pt x="160" y="166"/>
                </a:cubicBezTo>
                <a:cubicBezTo>
                  <a:pt x="160" y="78"/>
                  <a:pt x="160" y="78"/>
                  <a:pt x="160" y="78"/>
                </a:cubicBezTo>
                <a:cubicBezTo>
                  <a:pt x="168" y="78"/>
                  <a:pt x="168" y="78"/>
                  <a:pt x="168" y="78"/>
                </a:cubicBezTo>
                <a:cubicBezTo>
                  <a:pt x="172" y="78"/>
                  <a:pt x="176" y="74"/>
                  <a:pt x="176" y="70"/>
                </a:cubicBezTo>
                <a:cubicBezTo>
                  <a:pt x="176" y="54"/>
                  <a:pt x="176" y="54"/>
                  <a:pt x="176" y="54"/>
                </a:cubicBezTo>
                <a:cubicBezTo>
                  <a:pt x="176" y="50"/>
                  <a:pt x="172" y="46"/>
                  <a:pt x="168" y="46"/>
                </a:cubicBezTo>
                <a:moveTo>
                  <a:pt x="130" y="24"/>
                </a:moveTo>
                <a:cubicBezTo>
                  <a:pt x="134" y="23"/>
                  <a:pt x="138" y="26"/>
                  <a:pt x="140" y="30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3" y="46"/>
                  <a:pt x="143" y="46"/>
                  <a:pt x="143" y="46"/>
                </a:cubicBezTo>
                <a:cubicBezTo>
                  <a:pt x="133" y="40"/>
                  <a:pt x="133" y="40"/>
                  <a:pt x="133" y="40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24" y="34"/>
                  <a:pt x="124" y="34"/>
                  <a:pt x="124" y="34"/>
                </a:cubicBezTo>
                <a:cubicBezTo>
                  <a:pt x="124" y="35"/>
                  <a:pt x="124" y="35"/>
                  <a:pt x="124" y="35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4" y="28"/>
                  <a:pt x="114" y="28"/>
                  <a:pt x="114" y="28"/>
                </a:cubicBezTo>
                <a:lnTo>
                  <a:pt x="130" y="24"/>
                </a:lnTo>
                <a:close/>
                <a:moveTo>
                  <a:pt x="127" y="46"/>
                </a:moveTo>
                <a:cubicBezTo>
                  <a:pt x="74" y="46"/>
                  <a:pt x="74" y="46"/>
                  <a:pt x="74" y="46"/>
                </a:cubicBezTo>
                <a:cubicBezTo>
                  <a:pt x="87" y="23"/>
                  <a:pt x="87" y="23"/>
                  <a:pt x="87" y="23"/>
                </a:cubicBezTo>
                <a:lnTo>
                  <a:pt x="127" y="46"/>
                </a:lnTo>
                <a:close/>
                <a:moveTo>
                  <a:pt x="56" y="14"/>
                </a:moveTo>
                <a:cubicBezTo>
                  <a:pt x="58" y="10"/>
                  <a:pt x="63" y="9"/>
                  <a:pt x="66" y="11"/>
                </a:cubicBezTo>
                <a:cubicBezTo>
                  <a:pt x="80" y="19"/>
                  <a:pt x="80" y="19"/>
                  <a:pt x="80" y="19"/>
                </a:cubicBezTo>
                <a:cubicBezTo>
                  <a:pt x="65" y="46"/>
                  <a:pt x="65" y="46"/>
                  <a:pt x="65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37" y="46"/>
                  <a:pt x="37" y="46"/>
                  <a:pt x="37" y="46"/>
                </a:cubicBezTo>
                <a:lnTo>
                  <a:pt x="56" y="14"/>
                </a:lnTo>
                <a:close/>
                <a:moveTo>
                  <a:pt x="152" y="166"/>
                </a:moveTo>
                <a:cubicBezTo>
                  <a:pt x="24" y="166"/>
                  <a:pt x="24" y="166"/>
                  <a:pt x="24" y="166"/>
                </a:cubicBezTo>
                <a:cubicBezTo>
                  <a:pt x="24" y="78"/>
                  <a:pt x="24" y="78"/>
                  <a:pt x="24" y="78"/>
                </a:cubicBezTo>
                <a:cubicBezTo>
                  <a:pt x="152" y="78"/>
                  <a:pt x="152" y="78"/>
                  <a:pt x="152" y="78"/>
                </a:cubicBezTo>
                <a:lnTo>
                  <a:pt x="152" y="166"/>
                </a:lnTo>
                <a:close/>
                <a:moveTo>
                  <a:pt x="168" y="70"/>
                </a:moveTo>
                <a:cubicBezTo>
                  <a:pt x="8" y="70"/>
                  <a:pt x="8" y="70"/>
                  <a:pt x="8" y="70"/>
                </a:cubicBezTo>
                <a:cubicBezTo>
                  <a:pt x="8" y="54"/>
                  <a:pt x="8" y="54"/>
                  <a:pt x="8" y="54"/>
                </a:cubicBezTo>
                <a:cubicBezTo>
                  <a:pt x="168" y="54"/>
                  <a:pt x="168" y="54"/>
                  <a:pt x="168" y="54"/>
                </a:cubicBezTo>
                <a:lnTo>
                  <a:pt x="168" y="70"/>
                </a:lnTo>
                <a:close/>
                <a:moveTo>
                  <a:pt x="69" y="22"/>
                </a:moveTo>
                <a:cubicBezTo>
                  <a:pt x="62" y="18"/>
                  <a:pt x="62" y="18"/>
                  <a:pt x="62" y="18"/>
                </a:cubicBezTo>
                <a:cubicBezTo>
                  <a:pt x="58" y="25"/>
                  <a:pt x="58" y="25"/>
                  <a:pt x="58" y="25"/>
                </a:cubicBezTo>
                <a:cubicBezTo>
                  <a:pt x="65" y="29"/>
                  <a:pt x="65" y="29"/>
                  <a:pt x="65" y="29"/>
                </a:cubicBezTo>
                <a:lnTo>
                  <a:pt x="69" y="22"/>
                </a:lnTo>
                <a:close/>
                <a:moveTo>
                  <a:pt x="61" y="36"/>
                </a:moveTo>
                <a:cubicBezTo>
                  <a:pt x="54" y="32"/>
                  <a:pt x="54" y="32"/>
                  <a:pt x="54" y="32"/>
                </a:cubicBezTo>
                <a:cubicBezTo>
                  <a:pt x="50" y="39"/>
                  <a:pt x="50" y="39"/>
                  <a:pt x="50" y="39"/>
                </a:cubicBezTo>
                <a:cubicBezTo>
                  <a:pt x="57" y="43"/>
                  <a:pt x="57" y="43"/>
                  <a:pt x="57" y="43"/>
                </a:cubicBezTo>
                <a:lnTo>
                  <a:pt x="61" y="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5" name="Freeform 108"/>
          <p:cNvSpPr>
            <a:spLocks noEditPoints="1"/>
          </p:cNvSpPr>
          <p:nvPr/>
        </p:nvSpPr>
        <p:spPr bwMode="auto">
          <a:xfrm>
            <a:off x="5364684" y="3662329"/>
            <a:ext cx="335898" cy="334275"/>
          </a:xfrm>
          <a:custGeom>
            <a:avLst/>
            <a:gdLst>
              <a:gd name="T0" fmla="*/ 175 w 176"/>
              <a:gd name="T1" fmla="*/ 169 h 176"/>
              <a:gd name="T2" fmla="*/ 132 w 176"/>
              <a:gd name="T3" fmla="*/ 127 h 176"/>
              <a:gd name="T4" fmla="*/ 152 w 176"/>
              <a:gd name="T5" fmla="*/ 76 h 176"/>
              <a:gd name="T6" fmla="*/ 76 w 176"/>
              <a:gd name="T7" fmla="*/ 0 h 176"/>
              <a:gd name="T8" fmla="*/ 0 w 176"/>
              <a:gd name="T9" fmla="*/ 76 h 176"/>
              <a:gd name="T10" fmla="*/ 76 w 176"/>
              <a:gd name="T11" fmla="*/ 152 h 176"/>
              <a:gd name="T12" fmla="*/ 127 w 176"/>
              <a:gd name="T13" fmla="*/ 132 h 176"/>
              <a:gd name="T14" fmla="*/ 169 w 176"/>
              <a:gd name="T15" fmla="*/ 175 h 176"/>
              <a:gd name="T16" fmla="*/ 172 w 176"/>
              <a:gd name="T17" fmla="*/ 176 h 176"/>
              <a:gd name="T18" fmla="*/ 176 w 176"/>
              <a:gd name="T19" fmla="*/ 172 h 176"/>
              <a:gd name="T20" fmla="*/ 175 w 176"/>
              <a:gd name="T21" fmla="*/ 169 h 176"/>
              <a:gd name="T22" fmla="*/ 76 w 176"/>
              <a:gd name="T23" fmla="*/ 144 h 176"/>
              <a:gd name="T24" fmla="*/ 8 w 176"/>
              <a:gd name="T25" fmla="*/ 76 h 176"/>
              <a:gd name="T26" fmla="*/ 76 w 176"/>
              <a:gd name="T27" fmla="*/ 8 h 176"/>
              <a:gd name="T28" fmla="*/ 144 w 176"/>
              <a:gd name="T29" fmla="*/ 76 h 176"/>
              <a:gd name="T30" fmla="*/ 76 w 176"/>
              <a:gd name="T31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76" h="176">
                <a:moveTo>
                  <a:pt x="175" y="169"/>
                </a:moveTo>
                <a:cubicBezTo>
                  <a:pt x="132" y="127"/>
                  <a:pt x="132" y="127"/>
                  <a:pt x="132" y="127"/>
                </a:cubicBezTo>
                <a:cubicBezTo>
                  <a:pt x="145" y="113"/>
                  <a:pt x="152" y="96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96" y="152"/>
                  <a:pt x="113" y="145"/>
                  <a:pt x="127" y="132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moveTo>
                  <a:pt x="76" y="144"/>
                </a:moveTo>
                <a:cubicBezTo>
                  <a:pt x="38" y="144"/>
                  <a:pt x="8" y="114"/>
                  <a:pt x="8" y="76"/>
                </a:cubicBezTo>
                <a:cubicBezTo>
                  <a:pt x="8" y="38"/>
                  <a:pt x="38" y="8"/>
                  <a:pt x="76" y="8"/>
                </a:cubicBezTo>
                <a:cubicBezTo>
                  <a:pt x="114" y="8"/>
                  <a:pt x="144" y="38"/>
                  <a:pt x="144" y="76"/>
                </a:cubicBezTo>
                <a:cubicBezTo>
                  <a:pt x="144" y="114"/>
                  <a:pt x="114" y="144"/>
                  <a:pt x="76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6" name="Freeform 109"/>
          <p:cNvSpPr>
            <a:spLocks noEditPoints="1"/>
          </p:cNvSpPr>
          <p:nvPr/>
        </p:nvSpPr>
        <p:spPr bwMode="auto">
          <a:xfrm>
            <a:off x="6004026" y="3662329"/>
            <a:ext cx="334275" cy="334275"/>
          </a:xfrm>
          <a:custGeom>
            <a:avLst/>
            <a:gdLst>
              <a:gd name="T0" fmla="*/ 112 w 176"/>
              <a:gd name="T1" fmla="*/ 72 h 176"/>
              <a:gd name="T2" fmla="*/ 80 w 176"/>
              <a:gd name="T3" fmla="*/ 72 h 176"/>
              <a:gd name="T4" fmla="*/ 80 w 176"/>
              <a:gd name="T5" fmla="*/ 40 h 176"/>
              <a:gd name="T6" fmla="*/ 76 w 176"/>
              <a:gd name="T7" fmla="*/ 36 h 176"/>
              <a:gd name="T8" fmla="*/ 72 w 176"/>
              <a:gd name="T9" fmla="*/ 40 h 176"/>
              <a:gd name="T10" fmla="*/ 72 w 176"/>
              <a:gd name="T11" fmla="*/ 72 h 176"/>
              <a:gd name="T12" fmla="*/ 40 w 176"/>
              <a:gd name="T13" fmla="*/ 72 h 176"/>
              <a:gd name="T14" fmla="*/ 36 w 176"/>
              <a:gd name="T15" fmla="*/ 76 h 176"/>
              <a:gd name="T16" fmla="*/ 40 w 176"/>
              <a:gd name="T17" fmla="*/ 80 h 176"/>
              <a:gd name="T18" fmla="*/ 72 w 176"/>
              <a:gd name="T19" fmla="*/ 80 h 176"/>
              <a:gd name="T20" fmla="*/ 72 w 176"/>
              <a:gd name="T21" fmla="*/ 112 h 176"/>
              <a:gd name="T22" fmla="*/ 76 w 176"/>
              <a:gd name="T23" fmla="*/ 116 h 176"/>
              <a:gd name="T24" fmla="*/ 80 w 176"/>
              <a:gd name="T25" fmla="*/ 112 h 176"/>
              <a:gd name="T26" fmla="*/ 80 w 176"/>
              <a:gd name="T27" fmla="*/ 80 h 176"/>
              <a:gd name="T28" fmla="*/ 112 w 176"/>
              <a:gd name="T29" fmla="*/ 80 h 176"/>
              <a:gd name="T30" fmla="*/ 116 w 176"/>
              <a:gd name="T31" fmla="*/ 76 h 176"/>
              <a:gd name="T32" fmla="*/ 112 w 176"/>
              <a:gd name="T33" fmla="*/ 72 h 176"/>
              <a:gd name="T34" fmla="*/ 175 w 176"/>
              <a:gd name="T35" fmla="*/ 169 h 176"/>
              <a:gd name="T36" fmla="*/ 132 w 176"/>
              <a:gd name="T37" fmla="*/ 127 h 176"/>
              <a:gd name="T38" fmla="*/ 152 w 176"/>
              <a:gd name="T39" fmla="*/ 76 h 176"/>
              <a:gd name="T40" fmla="*/ 76 w 176"/>
              <a:gd name="T41" fmla="*/ 0 h 176"/>
              <a:gd name="T42" fmla="*/ 0 w 176"/>
              <a:gd name="T43" fmla="*/ 76 h 176"/>
              <a:gd name="T44" fmla="*/ 76 w 176"/>
              <a:gd name="T45" fmla="*/ 152 h 176"/>
              <a:gd name="T46" fmla="*/ 127 w 176"/>
              <a:gd name="T47" fmla="*/ 132 h 176"/>
              <a:gd name="T48" fmla="*/ 169 w 176"/>
              <a:gd name="T49" fmla="*/ 175 h 176"/>
              <a:gd name="T50" fmla="*/ 172 w 176"/>
              <a:gd name="T51" fmla="*/ 176 h 176"/>
              <a:gd name="T52" fmla="*/ 176 w 176"/>
              <a:gd name="T53" fmla="*/ 172 h 176"/>
              <a:gd name="T54" fmla="*/ 175 w 176"/>
              <a:gd name="T55" fmla="*/ 169 h 176"/>
              <a:gd name="T56" fmla="*/ 76 w 176"/>
              <a:gd name="T57" fmla="*/ 144 h 176"/>
              <a:gd name="T58" fmla="*/ 8 w 176"/>
              <a:gd name="T59" fmla="*/ 76 h 176"/>
              <a:gd name="T60" fmla="*/ 76 w 176"/>
              <a:gd name="T61" fmla="*/ 8 h 176"/>
              <a:gd name="T62" fmla="*/ 144 w 176"/>
              <a:gd name="T63" fmla="*/ 76 h 176"/>
              <a:gd name="T64" fmla="*/ 76 w 176"/>
              <a:gd name="T6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112" y="72"/>
                </a:moveTo>
                <a:cubicBezTo>
                  <a:pt x="80" y="72"/>
                  <a:pt x="80" y="72"/>
                  <a:pt x="80" y="72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38"/>
                  <a:pt x="78" y="36"/>
                  <a:pt x="76" y="36"/>
                </a:cubicBezTo>
                <a:cubicBezTo>
                  <a:pt x="74" y="36"/>
                  <a:pt x="72" y="38"/>
                  <a:pt x="72" y="40"/>
                </a:cubicBezTo>
                <a:cubicBezTo>
                  <a:pt x="72" y="72"/>
                  <a:pt x="72" y="72"/>
                  <a:pt x="72" y="72"/>
                </a:cubicBezTo>
                <a:cubicBezTo>
                  <a:pt x="40" y="72"/>
                  <a:pt x="40" y="72"/>
                  <a:pt x="40" y="72"/>
                </a:cubicBezTo>
                <a:cubicBezTo>
                  <a:pt x="38" y="72"/>
                  <a:pt x="36" y="74"/>
                  <a:pt x="36" y="76"/>
                </a:cubicBezTo>
                <a:cubicBezTo>
                  <a:pt x="36" y="78"/>
                  <a:pt x="38" y="80"/>
                  <a:pt x="40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114"/>
                  <a:pt x="74" y="116"/>
                  <a:pt x="76" y="116"/>
                </a:cubicBezTo>
                <a:cubicBezTo>
                  <a:pt x="78" y="116"/>
                  <a:pt x="80" y="114"/>
                  <a:pt x="80" y="112"/>
                </a:cubicBezTo>
                <a:cubicBezTo>
                  <a:pt x="80" y="80"/>
                  <a:pt x="80" y="80"/>
                  <a:pt x="80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4" y="80"/>
                  <a:pt x="116" y="78"/>
                  <a:pt x="116" y="76"/>
                </a:cubicBezTo>
                <a:cubicBezTo>
                  <a:pt x="116" y="74"/>
                  <a:pt x="114" y="72"/>
                  <a:pt x="112" y="72"/>
                </a:cubicBezTo>
                <a:moveTo>
                  <a:pt x="175" y="169"/>
                </a:moveTo>
                <a:cubicBezTo>
                  <a:pt x="132" y="127"/>
                  <a:pt x="132" y="127"/>
                  <a:pt x="132" y="127"/>
                </a:cubicBezTo>
                <a:cubicBezTo>
                  <a:pt x="145" y="113"/>
                  <a:pt x="152" y="96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96" y="152"/>
                  <a:pt x="113" y="145"/>
                  <a:pt x="127" y="132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moveTo>
                  <a:pt x="76" y="144"/>
                </a:moveTo>
                <a:cubicBezTo>
                  <a:pt x="38" y="144"/>
                  <a:pt x="8" y="114"/>
                  <a:pt x="8" y="76"/>
                </a:cubicBezTo>
                <a:cubicBezTo>
                  <a:pt x="8" y="38"/>
                  <a:pt x="38" y="8"/>
                  <a:pt x="76" y="8"/>
                </a:cubicBezTo>
                <a:cubicBezTo>
                  <a:pt x="114" y="8"/>
                  <a:pt x="144" y="38"/>
                  <a:pt x="144" y="76"/>
                </a:cubicBezTo>
                <a:cubicBezTo>
                  <a:pt x="144" y="114"/>
                  <a:pt x="114" y="144"/>
                  <a:pt x="76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7" name="Freeform 110"/>
          <p:cNvSpPr>
            <a:spLocks noEditPoints="1"/>
          </p:cNvSpPr>
          <p:nvPr/>
        </p:nvSpPr>
        <p:spPr bwMode="auto">
          <a:xfrm>
            <a:off x="6643368" y="3662329"/>
            <a:ext cx="334275" cy="334275"/>
          </a:xfrm>
          <a:custGeom>
            <a:avLst/>
            <a:gdLst>
              <a:gd name="T0" fmla="*/ 112 w 176"/>
              <a:gd name="T1" fmla="*/ 72 h 176"/>
              <a:gd name="T2" fmla="*/ 40 w 176"/>
              <a:gd name="T3" fmla="*/ 72 h 176"/>
              <a:gd name="T4" fmla="*/ 36 w 176"/>
              <a:gd name="T5" fmla="*/ 76 h 176"/>
              <a:gd name="T6" fmla="*/ 40 w 176"/>
              <a:gd name="T7" fmla="*/ 80 h 176"/>
              <a:gd name="T8" fmla="*/ 112 w 176"/>
              <a:gd name="T9" fmla="*/ 80 h 176"/>
              <a:gd name="T10" fmla="*/ 116 w 176"/>
              <a:gd name="T11" fmla="*/ 76 h 176"/>
              <a:gd name="T12" fmla="*/ 112 w 176"/>
              <a:gd name="T13" fmla="*/ 72 h 176"/>
              <a:gd name="T14" fmla="*/ 175 w 176"/>
              <a:gd name="T15" fmla="*/ 169 h 176"/>
              <a:gd name="T16" fmla="*/ 132 w 176"/>
              <a:gd name="T17" fmla="*/ 127 h 176"/>
              <a:gd name="T18" fmla="*/ 152 w 176"/>
              <a:gd name="T19" fmla="*/ 76 h 176"/>
              <a:gd name="T20" fmla="*/ 76 w 176"/>
              <a:gd name="T21" fmla="*/ 0 h 176"/>
              <a:gd name="T22" fmla="*/ 0 w 176"/>
              <a:gd name="T23" fmla="*/ 76 h 176"/>
              <a:gd name="T24" fmla="*/ 76 w 176"/>
              <a:gd name="T25" fmla="*/ 152 h 176"/>
              <a:gd name="T26" fmla="*/ 127 w 176"/>
              <a:gd name="T27" fmla="*/ 132 h 176"/>
              <a:gd name="T28" fmla="*/ 169 w 176"/>
              <a:gd name="T29" fmla="*/ 175 h 176"/>
              <a:gd name="T30" fmla="*/ 172 w 176"/>
              <a:gd name="T31" fmla="*/ 176 h 176"/>
              <a:gd name="T32" fmla="*/ 176 w 176"/>
              <a:gd name="T33" fmla="*/ 172 h 176"/>
              <a:gd name="T34" fmla="*/ 175 w 176"/>
              <a:gd name="T35" fmla="*/ 169 h 176"/>
              <a:gd name="T36" fmla="*/ 76 w 176"/>
              <a:gd name="T37" fmla="*/ 144 h 176"/>
              <a:gd name="T38" fmla="*/ 8 w 176"/>
              <a:gd name="T39" fmla="*/ 76 h 176"/>
              <a:gd name="T40" fmla="*/ 76 w 176"/>
              <a:gd name="T41" fmla="*/ 8 h 176"/>
              <a:gd name="T42" fmla="*/ 144 w 176"/>
              <a:gd name="T43" fmla="*/ 76 h 176"/>
              <a:gd name="T44" fmla="*/ 76 w 176"/>
              <a:gd name="T4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112" y="72"/>
                </a:moveTo>
                <a:cubicBezTo>
                  <a:pt x="40" y="72"/>
                  <a:pt x="40" y="72"/>
                  <a:pt x="40" y="72"/>
                </a:cubicBezTo>
                <a:cubicBezTo>
                  <a:pt x="38" y="72"/>
                  <a:pt x="36" y="74"/>
                  <a:pt x="36" y="76"/>
                </a:cubicBezTo>
                <a:cubicBezTo>
                  <a:pt x="36" y="78"/>
                  <a:pt x="38" y="80"/>
                  <a:pt x="40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4" y="80"/>
                  <a:pt x="116" y="78"/>
                  <a:pt x="116" y="76"/>
                </a:cubicBezTo>
                <a:cubicBezTo>
                  <a:pt x="116" y="74"/>
                  <a:pt x="114" y="72"/>
                  <a:pt x="112" y="72"/>
                </a:cubicBezTo>
                <a:moveTo>
                  <a:pt x="175" y="169"/>
                </a:moveTo>
                <a:cubicBezTo>
                  <a:pt x="132" y="127"/>
                  <a:pt x="132" y="127"/>
                  <a:pt x="132" y="127"/>
                </a:cubicBezTo>
                <a:cubicBezTo>
                  <a:pt x="145" y="113"/>
                  <a:pt x="152" y="96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96" y="152"/>
                  <a:pt x="113" y="145"/>
                  <a:pt x="127" y="132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moveTo>
                  <a:pt x="76" y="144"/>
                </a:moveTo>
                <a:cubicBezTo>
                  <a:pt x="38" y="144"/>
                  <a:pt x="8" y="114"/>
                  <a:pt x="8" y="76"/>
                </a:cubicBezTo>
                <a:cubicBezTo>
                  <a:pt x="8" y="38"/>
                  <a:pt x="38" y="8"/>
                  <a:pt x="76" y="8"/>
                </a:cubicBezTo>
                <a:cubicBezTo>
                  <a:pt x="114" y="8"/>
                  <a:pt x="144" y="38"/>
                  <a:pt x="144" y="76"/>
                </a:cubicBezTo>
                <a:cubicBezTo>
                  <a:pt x="144" y="114"/>
                  <a:pt x="114" y="144"/>
                  <a:pt x="76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8" name="Freeform 111"/>
          <p:cNvSpPr>
            <a:spLocks noEditPoints="1"/>
          </p:cNvSpPr>
          <p:nvPr/>
        </p:nvSpPr>
        <p:spPr bwMode="auto">
          <a:xfrm>
            <a:off x="7297313" y="3662329"/>
            <a:ext cx="305067" cy="334275"/>
          </a:xfrm>
          <a:custGeom>
            <a:avLst/>
            <a:gdLst>
              <a:gd name="T0" fmla="*/ 80 w 160"/>
              <a:gd name="T1" fmla="*/ 0 h 176"/>
              <a:gd name="T2" fmla="*/ 0 w 160"/>
              <a:gd name="T3" fmla="*/ 24 h 176"/>
              <a:gd name="T4" fmla="*/ 64 w 160"/>
              <a:gd name="T5" fmla="*/ 120 h 176"/>
              <a:gd name="T6" fmla="*/ 64 w 160"/>
              <a:gd name="T7" fmla="*/ 124 h 176"/>
              <a:gd name="T8" fmla="*/ 64 w 160"/>
              <a:gd name="T9" fmla="*/ 124 h 176"/>
              <a:gd name="T10" fmla="*/ 64 w 160"/>
              <a:gd name="T11" fmla="*/ 124 h 176"/>
              <a:gd name="T12" fmla="*/ 64 w 160"/>
              <a:gd name="T13" fmla="*/ 140 h 176"/>
              <a:gd name="T14" fmla="*/ 64 w 160"/>
              <a:gd name="T15" fmla="*/ 140 h 176"/>
              <a:gd name="T16" fmla="*/ 64 w 160"/>
              <a:gd name="T17" fmla="*/ 140 h 176"/>
              <a:gd name="T18" fmla="*/ 80 w 160"/>
              <a:gd name="T19" fmla="*/ 176 h 176"/>
              <a:gd name="T20" fmla="*/ 96 w 160"/>
              <a:gd name="T21" fmla="*/ 120 h 176"/>
              <a:gd name="T22" fmla="*/ 160 w 160"/>
              <a:gd name="T23" fmla="*/ 24 h 176"/>
              <a:gd name="T24" fmla="*/ 80 w 160"/>
              <a:gd name="T25" fmla="*/ 0 h 176"/>
              <a:gd name="T26" fmla="*/ 121 w 160"/>
              <a:gd name="T27" fmla="*/ 71 h 176"/>
              <a:gd name="T28" fmla="*/ 88 w 160"/>
              <a:gd name="T29" fmla="*/ 120 h 176"/>
              <a:gd name="T30" fmla="*/ 86 w 160"/>
              <a:gd name="T31" fmla="*/ 164 h 176"/>
              <a:gd name="T32" fmla="*/ 80 w 160"/>
              <a:gd name="T33" fmla="*/ 168 h 176"/>
              <a:gd name="T34" fmla="*/ 74 w 160"/>
              <a:gd name="T35" fmla="*/ 164 h 176"/>
              <a:gd name="T36" fmla="*/ 72 w 160"/>
              <a:gd name="T37" fmla="*/ 144 h 176"/>
              <a:gd name="T38" fmla="*/ 76 w 160"/>
              <a:gd name="T39" fmla="*/ 144 h 176"/>
              <a:gd name="T40" fmla="*/ 80 w 160"/>
              <a:gd name="T41" fmla="*/ 140 h 176"/>
              <a:gd name="T42" fmla="*/ 76 w 160"/>
              <a:gd name="T43" fmla="*/ 136 h 176"/>
              <a:gd name="T44" fmla="*/ 72 w 160"/>
              <a:gd name="T45" fmla="*/ 136 h 176"/>
              <a:gd name="T46" fmla="*/ 72 w 160"/>
              <a:gd name="T47" fmla="*/ 128 h 176"/>
              <a:gd name="T48" fmla="*/ 76 w 160"/>
              <a:gd name="T49" fmla="*/ 128 h 176"/>
              <a:gd name="T50" fmla="*/ 80 w 160"/>
              <a:gd name="T51" fmla="*/ 124 h 176"/>
              <a:gd name="T52" fmla="*/ 76 w 160"/>
              <a:gd name="T53" fmla="*/ 120 h 176"/>
              <a:gd name="T54" fmla="*/ 72 w 160"/>
              <a:gd name="T55" fmla="*/ 120 h 176"/>
              <a:gd name="T56" fmla="*/ 39 w 160"/>
              <a:gd name="T57" fmla="*/ 71 h 176"/>
              <a:gd name="T58" fmla="*/ 10 w 160"/>
              <a:gd name="T59" fmla="*/ 35 h 176"/>
              <a:gd name="T60" fmla="*/ 80 w 160"/>
              <a:gd name="T61" fmla="*/ 48 h 176"/>
              <a:gd name="T62" fmla="*/ 150 w 160"/>
              <a:gd name="T63" fmla="*/ 35 h 176"/>
              <a:gd name="T64" fmla="*/ 121 w 160"/>
              <a:gd name="T65" fmla="*/ 71 h 176"/>
              <a:gd name="T66" fmla="*/ 80 w 160"/>
              <a:gd name="T67" fmla="*/ 40 h 176"/>
              <a:gd name="T68" fmla="*/ 8 w 160"/>
              <a:gd name="T69" fmla="*/ 24 h 176"/>
              <a:gd name="T70" fmla="*/ 80 w 160"/>
              <a:gd name="T71" fmla="*/ 8 h 176"/>
              <a:gd name="T72" fmla="*/ 152 w 160"/>
              <a:gd name="T73" fmla="*/ 24 h 176"/>
              <a:gd name="T74" fmla="*/ 80 w 160"/>
              <a:gd name="T75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76">
                <a:moveTo>
                  <a:pt x="80" y="0"/>
                </a:moveTo>
                <a:cubicBezTo>
                  <a:pt x="36" y="0"/>
                  <a:pt x="0" y="11"/>
                  <a:pt x="0" y="24"/>
                </a:cubicBezTo>
                <a:cubicBezTo>
                  <a:pt x="0" y="72"/>
                  <a:pt x="64" y="80"/>
                  <a:pt x="64" y="120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30"/>
                  <a:pt x="64" y="135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70"/>
                  <a:pt x="67" y="176"/>
                  <a:pt x="80" y="176"/>
                </a:cubicBezTo>
                <a:cubicBezTo>
                  <a:pt x="96" y="176"/>
                  <a:pt x="96" y="168"/>
                  <a:pt x="96" y="120"/>
                </a:cubicBezTo>
                <a:cubicBezTo>
                  <a:pt x="96" y="80"/>
                  <a:pt x="160" y="72"/>
                  <a:pt x="160" y="24"/>
                </a:cubicBezTo>
                <a:cubicBezTo>
                  <a:pt x="160" y="11"/>
                  <a:pt x="124" y="0"/>
                  <a:pt x="80" y="0"/>
                </a:cubicBezTo>
                <a:moveTo>
                  <a:pt x="121" y="71"/>
                </a:moveTo>
                <a:cubicBezTo>
                  <a:pt x="105" y="84"/>
                  <a:pt x="88" y="97"/>
                  <a:pt x="88" y="120"/>
                </a:cubicBezTo>
                <a:cubicBezTo>
                  <a:pt x="88" y="143"/>
                  <a:pt x="88" y="157"/>
                  <a:pt x="86" y="164"/>
                </a:cubicBezTo>
                <a:cubicBezTo>
                  <a:pt x="85" y="168"/>
                  <a:pt x="85" y="168"/>
                  <a:pt x="80" y="168"/>
                </a:cubicBezTo>
                <a:cubicBezTo>
                  <a:pt x="75" y="168"/>
                  <a:pt x="75" y="168"/>
                  <a:pt x="74" y="164"/>
                </a:cubicBezTo>
                <a:cubicBezTo>
                  <a:pt x="73" y="160"/>
                  <a:pt x="72" y="153"/>
                  <a:pt x="72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8" y="144"/>
                  <a:pt x="80" y="142"/>
                  <a:pt x="80" y="140"/>
                </a:cubicBezTo>
                <a:cubicBezTo>
                  <a:pt x="80" y="138"/>
                  <a:pt x="78" y="136"/>
                  <a:pt x="76" y="136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2" y="133"/>
                  <a:pt x="72" y="131"/>
                  <a:pt x="72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8" y="128"/>
                  <a:pt x="80" y="126"/>
                  <a:pt x="80" y="124"/>
                </a:cubicBezTo>
                <a:cubicBezTo>
                  <a:pt x="80" y="122"/>
                  <a:pt x="78" y="120"/>
                  <a:pt x="76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2" y="97"/>
                  <a:pt x="55" y="84"/>
                  <a:pt x="39" y="71"/>
                </a:cubicBezTo>
                <a:cubicBezTo>
                  <a:pt x="26" y="60"/>
                  <a:pt x="14" y="50"/>
                  <a:pt x="10" y="35"/>
                </a:cubicBezTo>
                <a:cubicBezTo>
                  <a:pt x="23" y="43"/>
                  <a:pt x="50" y="48"/>
                  <a:pt x="80" y="48"/>
                </a:cubicBezTo>
                <a:cubicBezTo>
                  <a:pt x="110" y="48"/>
                  <a:pt x="137" y="43"/>
                  <a:pt x="150" y="35"/>
                </a:cubicBezTo>
                <a:cubicBezTo>
                  <a:pt x="146" y="50"/>
                  <a:pt x="134" y="60"/>
                  <a:pt x="121" y="71"/>
                </a:cubicBezTo>
                <a:moveTo>
                  <a:pt x="80" y="40"/>
                </a:moveTo>
                <a:cubicBezTo>
                  <a:pt x="40" y="40"/>
                  <a:pt x="8" y="33"/>
                  <a:pt x="8" y="24"/>
                </a:cubicBezTo>
                <a:cubicBezTo>
                  <a:pt x="8" y="15"/>
                  <a:pt x="40" y="8"/>
                  <a:pt x="80" y="8"/>
                </a:cubicBezTo>
                <a:cubicBezTo>
                  <a:pt x="120" y="8"/>
                  <a:pt x="152" y="15"/>
                  <a:pt x="152" y="24"/>
                </a:cubicBezTo>
                <a:cubicBezTo>
                  <a:pt x="152" y="33"/>
                  <a:pt x="120" y="40"/>
                  <a:pt x="80" y="4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9" name="Freeform 112"/>
          <p:cNvSpPr>
            <a:spLocks noEditPoints="1"/>
          </p:cNvSpPr>
          <p:nvPr/>
        </p:nvSpPr>
        <p:spPr bwMode="auto">
          <a:xfrm>
            <a:off x="1530260" y="4301671"/>
            <a:ext cx="335898" cy="334275"/>
          </a:xfrm>
          <a:custGeom>
            <a:avLst/>
            <a:gdLst>
              <a:gd name="T0" fmla="*/ 160 w 176"/>
              <a:gd name="T1" fmla="*/ 24 h 176"/>
              <a:gd name="T2" fmla="*/ 80 w 176"/>
              <a:gd name="T3" fmla="*/ 0 h 176"/>
              <a:gd name="T4" fmla="*/ 0 w 176"/>
              <a:gd name="T5" fmla="*/ 24 h 176"/>
              <a:gd name="T6" fmla="*/ 64 w 176"/>
              <a:gd name="T7" fmla="*/ 120 h 176"/>
              <a:gd name="T8" fmla="*/ 64 w 176"/>
              <a:gd name="T9" fmla="*/ 124 h 176"/>
              <a:gd name="T10" fmla="*/ 64 w 176"/>
              <a:gd name="T11" fmla="*/ 124 h 176"/>
              <a:gd name="T12" fmla="*/ 64 w 176"/>
              <a:gd name="T13" fmla="*/ 124 h 176"/>
              <a:gd name="T14" fmla="*/ 64 w 176"/>
              <a:gd name="T15" fmla="*/ 140 h 176"/>
              <a:gd name="T16" fmla="*/ 64 w 176"/>
              <a:gd name="T17" fmla="*/ 140 h 176"/>
              <a:gd name="T18" fmla="*/ 64 w 176"/>
              <a:gd name="T19" fmla="*/ 140 h 176"/>
              <a:gd name="T20" fmla="*/ 80 w 176"/>
              <a:gd name="T21" fmla="*/ 176 h 176"/>
              <a:gd name="T22" fmla="*/ 96 w 176"/>
              <a:gd name="T23" fmla="*/ 120 h 176"/>
              <a:gd name="T24" fmla="*/ 160 w 176"/>
              <a:gd name="T25" fmla="*/ 24 h 176"/>
              <a:gd name="T26" fmla="*/ 8 w 176"/>
              <a:gd name="T27" fmla="*/ 24 h 176"/>
              <a:gd name="T28" fmla="*/ 80 w 176"/>
              <a:gd name="T29" fmla="*/ 8 h 176"/>
              <a:gd name="T30" fmla="*/ 152 w 176"/>
              <a:gd name="T31" fmla="*/ 24 h 176"/>
              <a:gd name="T32" fmla="*/ 80 w 176"/>
              <a:gd name="T33" fmla="*/ 40 h 176"/>
              <a:gd name="T34" fmla="*/ 8 w 176"/>
              <a:gd name="T35" fmla="*/ 24 h 176"/>
              <a:gd name="T36" fmla="*/ 121 w 176"/>
              <a:gd name="T37" fmla="*/ 71 h 176"/>
              <a:gd name="T38" fmla="*/ 88 w 176"/>
              <a:gd name="T39" fmla="*/ 120 h 176"/>
              <a:gd name="T40" fmla="*/ 86 w 176"/>
              <a:gd name="T41" fmla="*/ 164 h 176"/>
              <a:gd name="T42" fmla="*/ 80 w 176"/>
              <a:gd name="T43" fmla="*/ 168 h 176"/>
              <a:gd name="T44" fmla="*/ 74 w 176"/>
              <a:gd name="T45" fmla="*/ 164 h 176"/>
              <a:gd name="T46" fmla="*/ 72 w 176"/>
              <a:gd name="T47" fmla="*/ 144 h 176"/>
              <a:gd name="T48" fmla="*/ 76 w 176"/>
              <a:gd name="T49" fmla="*/ 144 h 176"/>
              <a:gd name="T50" fmla="*/ 80 w 176"/>
              <a:gd name="T51" fmla="*/ 140 h 176"/>
              <a:gd name="T52" fmla="*/ 76 w 176"/>
              <a:gd name="T53" fmla="*/ 136 h 176"/>
              <a:gd name="T54" fmla="*/ 72 w 176"/>
              <a:gd name="T55" fmla="*/ 136 h 176"/>
              <a:gd name="T56" fmla="*/ 72 w 176"/>
              <a:gd name="T57" fmla="*/ 128 h 176"/>
              <a:gd name="T58" fmla="*/ 76 w 176"/>
              <a:gd name="T59" fmla="*/ 128 h 176"/>
              <a:gd name="T60" fmla="*/ 80 w 176"/>
              <a:gd name="T61" fmla="*/ 124 h 176"/>
              <a:gd name="T62" fmla="*/ 76 w 176"/>
              <a:gd name="T63" fmla="*/ 120 h 176"/>
              <a:gd name="T64" fmla="*/ 72 w 176"/>
              <a:gd name="T65" fmla="*/ 120 h 176"/>
              <a:gd name="T66" fmla="*/ 39 w 176"/>
              <a:gd name="T67" fmla="*/ 71 h 176"/>
              <a:gd name="T68" fmla="*/ 10 w 176"/>
              <a:gd name="T69" fmla="*/ 35 h 176"/>
              <a:gd name="T70" fmla="*/ 80 w 176"/>
              <a:gd name="T71" fmla="*/ 48 h 176"/>
              <a:gd name="T72" fmla="*/ 150 w 176"/>
              <a:gd name="T73" fmla="*/ 35 h 176"/>
              <a:gd name="T74" fmla="*/ 121 w 176"/>
              <a:gd name="T75" fmla="*/ 71 h 176"/>
              <a:gd name="T76" fmla="*/ 172 w 176"/>
              <a:gd name="T77" fmla="*/ 120 h 176"/>
              <a:gd name="T78" fmla="*/ 152 w 176"/>
              <a:gd name="T79" fmla="*/ 120 h 176"/>
              <a:gd name="T80" fmla="*/ 152 w 176"/>
              <a:gd name="T81" fmla="*/ 100 h 176"/>
              <a:gd name="T82" fmla="*/ 148 w 176"/>
              <a:gd name="T83" fmla="*/ 96 h 176"/>
              <a:gd name="T84" fmla="*/ 144 w 176"/>
              <a:gd name="T85" fmla="*/ 100 h 176"/>
              <a:gd name="T86" fmla="*/ 144 w 176"/>
              <a:gd name="T87" fmla="*/ 120 h 176"/>
              <a:gd name="T88" fmla="*/ 124 w 176"/>
              <a:gd name="T89" fmla="*/ 120 h 176"/>
              <a:gd name="T90" fmla="*/ 120 w 176"/>
              <a:gd name="T91" fmla="*/ 124 h 176"/>
              <a:gd name="T92" fmla="*/ 124 w 176"/>
              <a:gd name="T93" fmla="*/ 128 h 176"/>
              <a:gd name="T94" fmla="*/ 144 w 176"/>
              <a:gd name="T95" fmla="*/ 128 h 176"/>
              <a:gd name="T96" fmla="*/ 144 w 176"/>
              <a:gd name="T97" fmla="*/ 148 h 176"/>
              <a:gd name="T98" fmla="*/ 148 w 176"/>
              <a:gd name="T99" fmla="*/ 152 h 176"/>
              <a:gd name="T100" fmla="*/ 152 w 176"/>
              <a:gd name="T101" fmla="*/ 148 h 176"/>
              <a:gd name="T102" fmla="*/ 152 w 176"/>
              <a:gd name="T103" fmla="*/ 128 h 176"/>
              <a:gd name="T104" fmla="*/ 172 w 176"/>
              <a:gd name="T105" fmla="*/ 128 h 176"/>
              <a:gd name="T106" fmla="*/ 176 w 176"/>
              <a:gd name="T107" fmla="*/ 124 h 176"/>
              <a:gd name="T108" fmla="*/ 172 w 176"/>
              <a:gd name="T10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60" y="24"/>
                </a:moveTo>
                <a:cubicBezTo>
                  <a:pt x="160" y="11"/>
                  <a:pt x="124" y="0"/>
                  <a:pt x="80" y="0"/>
                </a:cubicBezTo>
                <a:cubicBezTo>
                  <a:pt x="36" y="0"/>
                  <a:pt x="0" y="11"/>
                  <a:pt x="0" y="24"/>
                </a:cubicBezTo>
                <a:cubicBezTo>
                  <a:pt x="0" y="72"/>
                  <a:pt x="64" y="80"/>
                  <a:pt x="64" y="120"/>
                </a:cubicBezTo>
                <a:cubicBezTo>
                  <a:pt x="64" y="121"/>
                  <a:pt x="64" y="123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30"/>
                  <a:pt x="64" y="135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70"/>
                  <a:pt x="67" y="176"/>
                  <a:pt x="80" y="176"/>
                </a:cubicBezTo>
                <a:cubicBezTo>
                  <a:pt x="96" y="176"/>
                  <a:pt x="96" y="168"/>
                  <a:pt x="96" y="120"/>
                </a:cubicBezTo>
                <a:cubicBezTo>
                  <a:pt x="96" y="80"/>
                  <a:pt x="160" y="72"/>
                  <a:pt x="160" y="24"/>
                </a:cubicBezTo>
                <a:moveTo>
                  <a:pt x="8" y="24"/>
                </a:moveTo>
                <a:cubicBezTo>
                  <a:pt x="8" y="15"/>
                  <a:pt x="40" y="8"/>
                  <a:pt x="80" y="8"/>
                </a:cubicBezTo>
                <a:cubicBezTo>
                  <a:pt x="120" y="8"/>
                  <a:pt x="152" y="15"/>
                  <a:pt x="152" y="24"/>
                </a:cubicBezTo>
                <a:cubicBezTo>
                  <a:pt x="152" y="33"/>
                  <a:pt x="120" y="40"/>
                  <a:pt x="80" y="40"/>
                </a:cubicBezTo>
                <a:cubicBezTo>
                  <a:pt x="40" y="40"/>
                  <a:pt x="8" y="33"/>
                  <a:pt x="8" y="24"/>
                </a:cubicBezTo>
                <a:moveTo>
                  <a:pt x="121" y="71"/>
                </a:moveTo>
                <a:cubicBezTo>
                  <a:pt x="105" y="84"/>
                  <a:pt x="88" y="97"/>
                  <a:pt x="88" y="120"/>
                </a:cubicBezTo>
                <a:cubicBezTo>
                  <a:pt x="88" y="143"/>
                  <a:pt x="88" y="157"/>
                  <a:pt x="86" y="164"/>
                </a:cubicBezTo>
                <a:cubicBezTo>
                  <a:pt x="85" y="168"/>
                  <a:pt x="85" y="168"/>
                  <a:pt x="80" y="168"/>
                </a:cubicBezTo>
                <a:cubicBezTo>
                  <a:pt x="75" y="168"/>
                  <a:pt x="75" y="168"/>
                  <a:pt x="74" y="164"/>
                </a:cubicBezTo>
                <a:cubicBezTo>
                  <a:pt x="73" y="160"/>
                  <a:pt x="72" y="153"/>
                  <a:pt x="72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8" y="144"/>
                  <a:pt x="80" y="142"/>
                  <a:pt x="80" y="140"/>
                </a:cubicBezTo>
                <a:cubicBezTo>
                  <a:pt x="80" y="138"/>
                  <a:pt x="78" y="136"/>
                  <a:pt x="76" y="136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2" y="133"/>
                  <a:pt x="72" y="131"/>
                  <a:pt x="72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8" y="128"/>
                  <a:pt x="80" y="126"/>
                  <a:pt x="80" y="124"/>
                </a:cubicBezTo>
                <a:cubicBezTo>
                  <a:pt x="80" y="122"/>
                  <a:pt x="78" y="120"/>
                  <a:pt x="76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2" y="97"/>
                  <a:pt x="55" y="84"/>
                  <a:pt x="39" y="71"/>
                </a:cubicBezTo>
                <a:cubicBezTo>
                  <a:pt x="26" y="60"/>
                  <a:pt x="14" y="50"/>
                  <a:pt x="10" y="35"/>
                </a:cubicBezTo>
                <a:cubicBezTo>
                  <a:pt x="23" y="43"/>
                  <a:pt x="50" y="48"/>
                  <a:pt x="80" y="48"/>
                </a:cubicBezTo>
                <a:cubicBezTo>
                  <a:pt x="110" y="48"/>
                  <a:pt x="137" y="43"/>
                  <a:pt x="150" y="35"/>
                </a:cubicBezTo>
                <a:cubicBezTo>
                  <a:pt x="146" y="50"/>
                  <a:pt x="134" y="60"/>
                  <a:pt x="121" y="71"/>
                </a:cubicBezTo>
                <a:moveTo>
                  <a:pt x="172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98"/>
                  <a:pt x="150" y="96"/>
                  <a:pt x="148" y="96"/>
                </a:cubicBezTo>
                <a:cubicBezTo>
                  <a:pt x="146" y="96"/>
                  <a:pt x="144" y="98"/>
                  <a:pt x="144" y="100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44" y="148"/>
                  <a:pt x="144" y="148"/>
                  <a:pt x="144" y="148"/>
                </a:cubicBezTo>
                <a:cubicBezTo>
                  <a:pt x="144" y="150"/>
                  <a:pt x="146" y="152"/>
                  <a:pt x="148" y="152"/>
                </a:cubicBezTo>
                <a:cubicBezTo>
                  <a:pt x="150" y="152"/>
                  <a:pt x="152" y="150"/>
                  <a:pt x="152" y="14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2" y="128"/>
                  <a:pt x="172" y="128"/>
                  <a:pt x="172" y="128"/>
                </a:cubicBezTo>
                <a:cubicBezTo>
                  <a:pt x="174" y="128"/>
                  <a:pt x="176" y="126"/>
                  <a:pt x="176" y="124"/>
                </a:cubicBezTo>
                <a:cubicBezTo>
                  <a:pt x="176" y="122"/>
                  <a:pt x="174" y="120"/>
                  <a:pt x="172" y="12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0" name="Freeform 113"/>
          <p:cNvSpPr>
            <a:spLocks noEditPoints="1"/>
          </p:cNvSpPr>
          <p:nvPr/>
        </p:nvSpPr>
        <p:spPr bwMode="auto">
          <a:xfrm>
            <a:off x="2169601" y="4301671"/>
            <a:ext cx="334275" cy="334275"/>
          </a:xfrm>
          <a:custGeom>
            <a:avLst/>
            <a:gdLst>
              <a:gd name="T0" fmla="*/ 160 w 176"/>
              <a:gd name="T1" fmla="*/ 24 h 176"/>
              <a:gd name="T2" fmla="*/ 80 w 176"/>
              <a:gd name="T3" fmla="*/ 0 h 176"/>
              <a:gd name="T4" fmla="*/ 0 w 176"/>
              <a:gd name="T5" fmla="*/ 24 h 176"/>
              <a:gd name="T6" fmla="*/ 64 w 176"/>
              <a:gd name="T7" fmla="*/ 120 h 176"/>
              <a:gd name="T8" fmla="*/ 64 w 176"/>
              <a:gd name="T9" fmla="*/ 124 h 176"/>
              <a:gd name="T10" fmla="*/ 64 w 176"/>
              <a:gd name="T11" fmla="*/ 124 h 176"/>
              <a:gd name="T12" fmla="*/ 64 w 176"/>
              <a:gd name="T13" fmla="*/ 124 h 176"/>
              <a:gd name="T14" fmla="*/ 64 w 176"/>
              <a:gd name="T15" fmla="*/ 140 h 176"/>
              <a:gd name="T16" fmla="*/ 64 w 176"/>
              <a:gd name="T17" fmla="*/ 140 h 176"/>
              <a:gd name="T18" fmla="*/ 64 w 176"/>
              <a:gd name="T19" fmla="*/ 140 h 176"/>
              <a:gd name="T20" fmla="*/ 80 w 176"/>
              <a:gd name="T21" fmla="*/ 176 h 176"/>
              <a:gd name="T22" fmla="*/ 96 w 176"/>
              <a:gd name="T23" fmla="*/ 120 h 176"/>
              <a:gd name="T24" fmla="*/ 160 w 176"/>
              <a:gd name="T25" fmla="*/ 24 h 176"/>
              <a:gd name="T26" fmla="*/ 8 w 176"/>
              <a:gd name="T27" fmla="*/ 24 h 176"/>
              <a:gd name="T28" fmla="*/ 80 w 176"/>
              <a:gd name="T29" fmla="*/ 8 h 176"/>
              <a:gd name="T30" fmla="*/ 152 w 176"/>
              <a:gd name="T31" fmla="*/ 24 h 176"/>
              <a:gd name="T32" fmla="*/ 80 w 176"/>
              <a:gd name="T33" fmla="*/ 40 h 176"/>
              <a:gd name="T34" fmla="*/ 8 w 176"/>
              <a:gd name="T35" fmla="*/ 24 h 176"/>
              <a:gd name="T36" fmla="*/ 121 w 176"/>
              <a:gd name="T37" fmla="*/ 71 h 176"/>
              <a:gd name="T38" fmla="*/ 88 w 176"/>
              <a:gd name="T39" fmla="*/ 120 h 176"/>
              <a:gd name="T40" fmla="*/ 86 w 176"/>
              <a:gd name="T41" fmla="*/ 164 h 176"/>
              <a:gd name="T42" fmla="*/ 80 w 176"/>
              <a:gd name="T43" fmla="*/ 168 h 176"/>
              <a:gd name="T44" fmla="*/ 74 w 176"/>
              <a:gd name="T45" fmla="*/ 164 h 176"/>
              <a:gd name="T46" fmla="*/ 72 w 176"/>
              <a:gd name="T47" fmla="*/ 144 h 176"/>
              <a:gd name="T48" fmla="*/ 76 w 176"/>
              <a:gd name="T49" fmla="*/ 144 h 176"/>
              <a:gd name="T50" fmla="*/ 80 w 176"/>
              <a:gd name="T51" fmla="*/ 140 h 176"/>
              <a:gd name="T52" fmla="*/ 76 w 176"/>
              <a:gd name="T53" fmla="*/ 136 h 176"/>
              <a:gd name="T54" fmla="*/ 72 w 176"/>
              <a:gd name="T55" fmla="*/ 136 h 176"/>
              <a:gd name="T56" fmla="*/ 72 w 176"/>
              <a:gd name="T57" fmla="*/ 128 h 176"/>
              <a:gd name="T58" fmla="*/ 76 w 176"/>
              <a:gd name="T59" fmla="*/ 128 h 176"/>
              <a:gd name="T60" fmla="*/ 80 w 176"/>
              <a:gd name="T61" fmla="*/ 124 h 176"/>
              <a:gd name="T62" fmla="*/ 76 w 176"/>
              <a:gd name="T63" fmla="*/ 120 h 176"/>
              <a:gd name="T64" fmla="*/ 72 w 176"/>
              <a:gd name="T65" fmla="*/ 120 h 176"/>
              <a:gd name="T66" fmla="*/ 39 w 176"/>
              <a:gd name="T67" fmla="*/ 71 h 176"/>
              <a:gd name="T68" fmla="*/ 10 w 176"/>
              <a:gd name="T69" fmla="*/ 35 h 176"/>
              <a:gd name="T70" fmla="*/ 80 w 176"/>
              <a:gd name="T71" fmla="*/ 48 h 176"/>
              <a:gd name="T72" fmla="*/ 150 w 176"/>
              <a:gd name="T73" fmla="*/ 35 h 176"/>
              <a:gd name="T74" fmla="*/ 121 w 176"/>
              <a:gd name="T75" fmla="*/ 71 h 176"/>
              <a:gd name="T76" fmla="*/ 172 w 176"/>
              <a:gd name="T77" fmla="*/ 120 h 176"/>
              <a:gd name="T78" fmla="*/ 124 w 176"/>
              <a:gd name="T79" fmla="*/ 120 h 176"/>
              <a:gd name="T80" fmla="*/ 120 w 176"/>
              <a:gd name="T81" fmla="*/ 124 h 176"/>
              <a:gd name="T82" fmla="*/ 124 w 176"/>
              <a:gd name="T83" fmla="*/ 128 h 176"/>
              <a:gd name="T84" fmla="*/ 172 w 176"/>
              <a:gd name="T85" fmla="*/ 128 h 176"/>
              <a:gd name="T86" fmla="*/ 176 w 176"/>
              <a:gd name="T87" fmla="*/ 124 h 176"/>
              <a:gd name="T88" fmla="*/ 172 w 176"/>
              <a:gd name="T8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160" y="24"/>
                </a:moveTo>
                <a:cubicBezTo>
                  <a:pt x="160" y="11"/>
                  <a:pt x="124" y="0"/>
                  <a:pt x="80" y="0"/>
                </a:cubicBezTo>
                <a:cubicBezTo>
                  <a:pt x="36" y="0"/>
                  <a:pt x="0" y="11"/>
                  <a:pt x="0" y="24"/>
                </a:cubicBezTo>
                <a:cubicBezTo>
                  <a:pt x="0" y="72"/>
                  <a:pt x="64" y="80"/>
                  <a:pt x="64" y="120"/>
                </a:cubicBezTo>
                <a:cubicBezTo>
                  <a:pt x="64" y="121"/>
                  <a:pt x="64" y="123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30"/>
                  <a:pt x="64" y="135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70"/>
                  <a:pt x="67" y="176"/>
                  <a:pt x="80" y="176"/>
                </a:cubicBezTo>
                <a:cubicBezTo>
                  <a:pt x="96" y="176"/>
                  <a:pt x="96" y="168"/>
                  <a:pt x="96" y="120"/>
                </a:cubicBezTo>
                <a:cubicBezTo>
                  <a:pt x="96" y="80"/>
                  <a:pt x="160" y="72"/>
                  <a:pt x="160" y="24"/>
                </a:cubicBezTo>
                <a:moveTo>
                  <a:pt x="8" y="24"/>
                </a:moveTo>
                <a:cubicBezTo>
                  <a:pt x="8" y="15"/>
                  <a:pt x="40" y="8"/>
                  <a:pt x="80" y="8"/>
                </a:cubicBezTo>
                <a:cubicBezTo>
                  <a:pt x="120" y="8"/>
                  <a:pt x="152" y="15"/>
                  <a:pt x="152" y="24"/>
                </a:cubicBezTo>
                <a:cubicBezTo>
                  <a:pt x="152" y="33"/>
                  <a:pt x="120" y="40"/>
                  <a:pt x="80" y="40"/>
                </a:cubicBezTo>
                <a:cubicBezTo>
                  <a:pt x="40" y="40"/>
                  <a:pt x="8" y="33"/>
                  <a:pt x="8" y="24"/>
                </a:cubicBezTo>
                <a:moveTo>
                  <a:pt x="121" y="71"/>
                </a:moveTo>
                <a:cubicBezTo>
                  <a:pt x="105" y="84"/>
                  <a:pt x="88" y="97"/>
                  <a:pt x="88" y="120"/>
                </a:cubicBezTo>
                <a:cubicBezTo>
                  <a:pt x="88" y="143"/>
                  <a:pt x="88" y="157"/>
                  <a:pt x="86" y="164"/>
                </a:cubicBezTo>
                <a:cubicBezTo>
                  <a:pt x="85" y="168"/>
                  <a:pt x="85" y="168"/>
                  <a:pt x="80" y="168"/>
                </a:cubicBezTo>
                <a:cubicBezTo>
                  <a:pt x="75" y="168"/>
                  <a:pt x="75" y="168"/>
                  <a:pt x="74" y="164"/>
                </a:cubicBezTo>
                <a:cubicBezTo>
                  <a:pt x="73" y="160"/>
                  <a:pt x="72" y="153"/>
                  <a:pt x="72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8" y="144"/>
                  <a:pt x="80" y="142"/>
                  <a:pt x="80" y="140"/>
                </a:cubicBezTo>
                <a:cubicBezTo>
                  <a:pt x="80" y="138"/>
                  <a:pt x="78" y="136"/>
                  <a:pt x="76" y="136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2" y="133"/>
                  <a:pt x="72" y="131"/>
                  <a:pt x="72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8" y="128"/>
                  <a:pt x="80" y="126"/>
                  <a:pt x="80" y="124"/>
                </a:cubicBezTo>
                <a:cubicBezTo>
                  <a:pt x="80" y="122"/>
                  <a:pt x="78" y="120"/>
                  <a:pt x="76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2" y="97"/>
                  <a:pt x="55" y="84"/>
                  <a:pt x="39" y="71"/>
                </a:cubicBezTo>
                <a:cubicBezTo>
                  <a:pt x="26" y="60"/>
                  <a:pt x="14" y="50"/>
                  <a:pt x="10" y="35"/>
                </a:cubicBezTo>
                <a:cubicBezTo>
                  <a:pt x="23" y="43"/>
                  <a:pt x="50" y="48"/>
                  <a:pt x="80" y="48"/>
                </a:cubicBezTo>
                <a:cubicBezTo>
                  <a:pt x="110" y="48"/>
                  <a:pt x="137" y="43"/>
                  <a:pt x="150" y="35"/>
                </a:cubicBezTo>
                <a:cubicBezTo>
                  <a:pt x="146" y="50"/>
                  <a:pt x="134" y="60"/>
                  <a:pt x="121" y="71"/>
                </a:cubicBezTo>
                <a:moveTo>
                  <a:pt x="172" y="120"/>
                </a:move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72" y="128"/>
                  <a:pt x="172" y="128"/>
                  <a:pt x="172" y="128"/>
                </a:cubicBezTo>
                <a:cubicBezTo>
                  <a:pt x="174" y="128"/>
                  <a:pt x="176" y="126"/>
                  <a:pt x="176" y="124"/>
                </a:cubicBezTo>
                <a:cubicBezTo>
                  <a:pt x="176" y="122"/>
                  <a:pt x="174" y="120"/>
                  <a:pt x="172" y="12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1" name="Freeform 114"/>
          <p:cNvSpPr>
            <a:spLocks noEditPoints="1"/>
          </p:cNvSpPr>
          <p:nvPr/>
        </p:nvSpPr>
        <p:spPr bwMode="auto">
          <a:xfrm>
            <a:off x="2823546" y="4301671"/>
            <a:ext cx="305067" cy="334275"/>
          </a:xfrm>
          <a:custGeom>
            <a:avLst/>
            <a:gdLst>
              <a:gd name="T0" fmla="*/ 156 w 160"/>
              <a:gd name="T1" fmla="*/ 0 h 176"/>
              <a:gd name="T2" fmla="*/ 155 w 160"/>
              <a:gd name="T3" fmla="*/ 0 h 176"/>
              <a:gd name="T4" fmla="*/ 155 w 160"/>
              <a:gd name="T5" fmla="*/ 0 h 176"/>
              <a:gd name="T6" fmla="*/ 51 w 160"/>
              <a:gd name="T7" fmla="*/ 16 h 176"/>
              <a:gd name="T8" fmla="*/ 51 w 160"/>
              <a:gd name="T9" fmla="*/ 16 h 176"/>
              <a:gd name="T10" fmla="*/ 48 w 160"/>
              <a:gd name="T11" fmla="*/ 20 h 176"/>
              <a:gd name="T12" fmla="*/ 48 w 160"/>
              <a:gd name="T13" fmla="*/ 140 h 176"/>
              <a:gd name="T14" fmla="*/ 36 w 160"/>
              <a:gd name="T15" fmla="*/ 136 h 176"/>
              <a:gd name="T16" fmla="*/ 20 w 160"/>
              <a:gd name="T17" fmla="*/ 136 h 176"/>
              <a:gd name="T18" fmla="*/ 0 w 160"/>
              <a:gd name="T19" fmla="*/ 156 h 176"/>
              <a:gd name="T20" fmla="*/ 20 w 160"/>
              <a:gd name="T21" fmla="*/ 176 h 176"/>
              <a:gd name="T22" fmla="*/ 36 w 160"/>
              <a:gd name="T23" fmla="*/ 176 h 176"/>
              <a:gd name="T24" fmla="*/ 56 w 160"/>
              <a:gd name="T25" fmla="*/ 156 h 176"/>
              <a:gd name="T26" fmla="*/ 56 w 160"/>
              <a:gd name="T27" fmla="*/ 63 h 176"/>
              <a:gd name="T28" fmla="*/ 152 w 160"/>
              <a:gd name="T29" fmla="*/ 49 h 176"/>
              <a:gd name="T30" fmla="*/ 152 w 160"/>
              <a:gd name="T31" fmla="*/ 116 h 176"/>
              <a:gd name="T32" fmla="*/ 140 w 160"/>
              <a:gd name="T33" fmla="*/ 112 h 176"/>
              <a:gd name="T34" fmla="*/ 124 w 160"/>
              <a:gd name="T35" fmla="*/ 112 h 176"/>
              <a:gd name="T36" fmla="*/ 104 w 160"/>
              <a:gd name="T37" fmla="*/ 132 h 176"/>
              <a:gd name="T38" fmla="*/ 124 w 160"/>
              <a:gd name="T39" fmla="*/ 152 h 176"/>
              <a:gd name="T40" fmla="*/ 140 w 160"/>
              <a:gd name="T41" fmla="*/ 152 h 176"/>
              <a:gd name="T42" fmla="*/ 160 w 160"/>
              <a:gd name="T43" fmla="*/ 132 h 176"/>
              <a:gd name="T44" fmla="*/ 160 w 160"/>
              <a:gd name="T45" fmla="*/ 4 h 176"/>
              <a:gd name="T46" fmla="*/ 156 w 160"/>
              <a:gd name="T47" fmla="*/ 0 h 176"/>
              <a:gd name="T48" fmla="*/ 36 w 160"/>
              <a:gd name="T49" fmla="*/ 168 h 176"/>
              <a:gd name="T50" fmla="*/ 20 w 160"/>
              <a:gd name="T51" fmla="*/ 168 h 176"/>
              <a:gd name="T52" fmla="*/ 8 w 160"/>
              <a:gd name="T53" fmla="*/ 156 h 176"/>
              <a:gd name="T54" fmla="*/ 20 w 160"/>
              <a:gd name="T55" fmla="*/ 144 h 176"/>
              <a:gd name="T56" fmla="*/ 36 w 160"/>
              <a:gd name="T57" fmla="*/ 144 h 176"/>
              <a:gd name="T58" fmla="*/ 48 w 160"/>
              <a:gd name="T59" fmla="*/ 156 h 176"/>
              <a:gd name="T60" fmla="*/ 36 w 160"/>
              <a:gd name="T61" fmla="*/ 168 h 176"/>
              <a:gd name="T62" fmla="*/ 140 w 160"/>
              <a:gd name="T63" fmla="*/ 144 h 176"/>
              <a:gd name="T64" fmla="*/ 124 w 160"/>
              <a:gd name="T65" fmla="*/ 144 h 176"/>
              <a:gd name="T66" fmla="*/ 112 w 160"/>
              <a:gd name="T67" fmla="*/ 132 h 176"/>
              <a:gd name="T68" fmla="*/ 124 w 160"/>
              <a:gd name="T69" fmla="*/ 120 h 176"/>
              <a:gd name="T70" fmla="*/ 140 w 160"/>
              <a:gd name="T71" fmla="*/ 120 h 176"/>
              <a:gd name="T72" fmla="*/ 152 w 160"/>
              <a:gd name="T73" fmla="*/ 132 h 176"/>
              <a:gd name="T74" fmla="*/ 140 w 160"/>
              <a:gd name="T75" fmla="*/ 144 h 176"/>
              <a:gd name="T76" fmla="*/ 152 w 160"/>
              <a:gd name="T77" fmla="*/ 41 h 176"/>
              <a:gd name="T78" fmla="*/ 56 w 160"/>
              <a:gd name="T79" fmla="*/ 55 h 176"/>
              <a:gd name="T80" fmla="*/ 56 w 160"/>
              <a:gd name="T81" fmla="*/ 23 h 176"/>
              <a:gd name="T82" fmla="*/ 152 w 160"/>
              <a:gd name="T83" fmla="*/ 9 h 176"/>
              <a:gd name="T84" fmla="*/ 152 w 160"/>
              <a:gd name="T85" fmla="*/ 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76">
                <a:moveTo>
                  <a:pt x="156" y="0"/>
                </a:moveTo>
                <a:cubicBezTo>
                  <a:pt x="156" y="0"/>
                  <a:pt x="156" y="0"/>
                  <a:pt x="155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51" y="16"/>
                  <a:pt x="51" y="16"/>
                  <a:pt x="51" y="16"/>
                </a:cubicBezTo>
                <a:cubicBezTo>
                  <a:pt x="51" y="16"/>
                  <a:pt x="51" y="16"/>
                  <a:pt x="51" y="16"/>
                </a:cubicBezTo>
                <a:cubicBezTo>
                  <a:pt x="49" y="16"/>
                  <a:pt x="48" y="18"/>
                  <a:pt x="48" y="20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5" y="138"/>
                  <a:pt x="41" y="136"/>
                  <a:pt x="36" y="136"/>
                </a:cubicBezTo>
                <a:cubicBezTo>
                  <a:pt x="20" y="136"/>
                  <a:pt x="20" y="136"/>
                  <a:pt x="20" y="136"/>
                </a:cubicBezTo>
                <a:cubicBezTo>
                  <a:pt x="9" y="136"/>
                  <a:pt x="0" y="145"/>
                  <a:pt x="0" y="156"/>
                </a:cubicBezTo>
                <a:cubicBezTo>
                  <a:pt x="0" y="167"/>
                  <a:pt x="9" y="176"/>
                  <a:pt x="20" y="176"/>
                </a:cubicBezTo>
                <a:cubicBezTo>
                  <a:pt x="36" y="176"/>
                  <a:pt x="36" y="176"/>
                  <a:pt x="36" y="176"/>
                </a:cubicBezTo>
                <a:cubicBezTo>
                  <a:pt x="47" y="176"/>
                  <a:pt x="56" y="167"/>
                  <a:pt x="56" y="156"/>
                </a:cubicBezTo>
                <a:cubicBezTo>
                  <a:pt x="56" y="63"/>
                  <a:pt x="56" y="63"/>
                  <a:pt x="56" y="63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49" y="114"/>
                  <a:pt x="145" y="112"/>
                  <a:pt x="140" y="1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13" y="112"/>
                  <a:pt x="104" y="121"/>
                  <a:pt x="104" y="132"/>
                </a:cubicBezTo>
                <a:cubicBezTo>
                  <a:pt x="104" y="143"/>
                  <a:pt x="113" y="152"/>
                  <a:pt x="124" y="152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51" y="152"/>
                  <a:pt x="160" y="143"/>
                  <a:pt x="160" y="132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6" y="0"/>
                </a:cubicBezTo>
                <a:moveTo>
                  <a:pt x="36" y="168"/>
                </a:moveTo>
                <a:cubicBezTo>
                  <a:pt x="20" y="168"/>
                  <a:pt x="20" y="168"/>
                  <a:pt x="20" y="168"/>
                </a:cubicBezTo>
                <a:cubicBezTo>
                  <a:pt x="13" y="168"/>
                  <a:pt x="8" y="163"/>
                  <a:pt x="8" y="156"/>
                </a:cubicBezTo>
                <a:cubicBezTo>
                  <a:pt x="8" y="149"/>
                  <a:pt x="13" y="144"/>
                  <a:pt x="20" y="144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43" y="144"/>
                  <a:pt x="48" y="149"/>
                  <a:pt x="48" y="156"/>
                </a:cubicBezTo>
                <a:cubicBezTo>
                  <a:pt x="48" y="163"/>
                  <a:pt x="43" y="168"/>
                  <a:pt x="36" y="168"/>
                </a:cubicBezTo>
                <a:moveTo>
                  <a:pt x="140" y="144"/>
                </a:moveTo>
                <a:cubicBezTo>
                  <a:pt x="124" y="144"/>
                  <a:pt x="124" y="144"/>
                  <a:pt x="124" y="144"/>
                </a:cubicBezTo>
                <a:cubicBezTo>
                  <a:pt x="117" y="144"/>
                  <a:pt x="112" y="139"/>
                  <a:pt x="112" y="132"/>
                </a:cubicBezTo>
                <a:cubicBezTo>
                  <a:pt x="112" y="125"/>
                  <a:pt x="117" y="120"/>
                  <a:pt x="124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47" y="120"/>
                  <a:pt x="152" y="125"/>
                  <a:pt x="152" y="132"/>
                </a:cubicBezTo>
                <a:cubicBezTo>
                  <a:pt x="152" y="139"/>
                  <a:pt x="147" y="144"/>
                  <a:pt x="140" y="144"/>
                </a:cubicBezTo>
                <a:moveTo>
                  <a:pt x="152" y="41"/>
                </a:moveTo>
                <a:cubicBezTo>
                  <a:pt x="56" y="55"/>
                  <a:pt x="56" y="55"/>
                  <a:pt x="56" y="55"/>
                </a:cubicBezTo>
                <a:cubicBezTo>
                  <a:pt x="56" y="23"/>
                  <a:pt x="56" y="23"/>
                  <a:pt x="56" y="23"/>
                </a:cubicBezTo>
                <a:cubicBezTo>
                  <a:pt x="152" y="9"/>
                  <a:pt x="152" y="9"/>
                  <a:pt x="152" y="9"/>
                </a:cubicBezTo>
                <a:lnTo>
                  <a:pt x="152" y="4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2" name="Freeform 115"/>
          <p:cNvSpPr>
            <a:spLocks noEditPoints="1"/>
          </p:cNvSpPr>
          <p:nvPr/>
        </p:nvSpPr>
        <p:spPr bwMode="auto">
          <a:xfrm>
            <a:off x="3508323" y="4301671"/>
            <a:ext cx="214195" cy="334275"/>
          </a:xfrm>
          <a:custGeom>
            <a:avLst/>
            <a:gdLst>
              <a:gd name="T0" fmla="*/ 108 w 112"/>
              <a:gd name="T1" fmla="*/ 8 h 176"/>
              <a:gd name="T2" fmla="*/ 107 w 112"/>
              <a:gd name="T3" fmla="*/ 8 h 176"/>
              <a:gd name="T4" fmla="*/ 107 w 112"/>
              <a:gd name="T5" fmla="*/ 8 h 176"/>
              <a:gd name="T6" fmla="*/ 54 w 112"/>
              <a:gd name="T7" fmla="*/ 0 h 176"/>
              <a:gd name="T8" fmla="*/ 52 w 112"/>
              <a:gd name="T9" fmla="*/ 0 h 176"/>
              <a:gd name="T10" fmla="*/ 52 w 112"/>
              <a:gd name="T11" fmla="*/ 0 h 176"/>
              <a:gd name="T12" fmla="*/ 51 w 112"/>
              <a:gd name="T13" fmla="*/ 0 h 176"/>
              <a:gd name="T14" fmla="*/ 51 w 112"/>
              <a:gd name="T15" fmla="*/ 0 h 176"/>
              <a:gd name="T16" fmla="*/ 48 w 112"/>
              <a:gd name="T17" fmla="*/ 4 h 176"/>
              <a:gd name="T18" fmla="*/ 48 w 112"/>
              <a:gd name="T19" fmla="*/ 140 h 176"/>
              <a:gd name="T20" fmla="*/ 36 w 112"/>
              <a:gd name="T21" fmla="*/ 136 h 176"/>
              <a:gd name="T22" fmla="*/ 20 w 112"/>
              <a:gd name="T23" fmla="*/ 136 h 176"/>
              <a:gd name="T24" fmla="*/ 0 w 112"/>
              <a:gd name="T25" fmla="*/ 156 h 176"/>
              <a:gd name="T26" fmla="*/ 20 w 112"/>
              <a:gd name="T27" fmla="*/ 176 h 176"/>
              <a:gd name="T28" fmla="*/ 36 w 112"/>
              <a:gd name="T29" fmla="*/ 176 h 176"/>
              <a:gd name="T30" fmla="*/ 56 w 112"/>
              <a:gd name="T31" fmla="*/ 156 h 176"/>
              <a:gd name="T32" fmla="*/ 56 w 112"/>
              <a:gd name="T33" fmla="*/ 48 h 176"/>
              <a:gd name="T34" fmla="*/ 106 w 112"/>
              <a:gd name="T35" fmla="*/ 56 h 176"/>
              <a:gd name="T36" fmla="*/ 108 w 112"/>
              <a:gd name="T37" fmla="*/ 56 h 176"/>
              <a:gd name="T38" fmla="*/ 108 w 112"/>
              <a:gd name="T39" fmla="*/ 56 h 176"/>
              <a:gd name="T40" fmla="*/ 109 w 112"/>
              <a:gd name="T41" fmla="*/ 56 h 176"/>
              <a:gd name="T42" fmla="*/ 109 w 112"/>
              <a:gd name="T43" fmla="*/ 56 h 176"/>
              <a:gd name="T44" fmla="*/ 112 w 112"/>
              <a:gd name="T45" fmla="*/ 52 h 176"/>
              <a:gd name="T46" fmla="*/ 112 w 112"/>
              <a:gd name="T47" fmla="*/ 12 h 176"/>
              <a:gd name="T48" fmla="*/ 108 w 112"/>
              <a:gd name="T49" fmla="*/ 8 h 176"/>
              <a:gd name="T50" fmla="*/ 36 w 112"/>
              <a:gd name="T51" fmla="*/ 168 h 176"/>
              <a:gd name="T52" fmla="*/ 20 w 112"/>
              <a:gd name="T53" fmla="*/ 168 h 176"/>
              <a:gd name="T54" fmla="*/ 8 w 112"/>
              <a:gd name="T55" fmla="*/ 156 h 176"/>
              <a:gd name="T56" fmla="*/ 20 w 112"/>
              <a:gd name="T57" fmla="*/ 144 h 176"/>
              <a:gd name="T58" fmla="*/ 36 w 112"/>
              <a:gd name="T59" fmla="*/ 144 h 176"/>
              <a:gd name="T60" fmla="*/ 48 w 112"/>
              <a:gd name="T61" fmla="*/ 156 h 176"/>
              <a:gd name="T62" fmla="*/ 36 w 112"/>
              <a:gd name="T63" fmla="*/ 168 h 176"/>
              <a:gd name="T64" fmla="*/ 104 w 112"/>
              <a:gd name="T65" fmla="*/ 48 h 176"/>
              <a:gd name="T66" fmla="*/ 56 w 112"/>
              <a:gd name="T67" fmla="*/ 41 h 176"/>
              <a:gd name="T68" fmla="*/ 56 w 112"/>
              <a:gd name="T69" fmla="*/ 8 h 176"/>
              <a:gd name="T70" fmla="*/ 104 w 112"/>
              <a:gd name="T71" fmla="*/ 15 h 176"/>
              <a:gd name="T72" fmla="*/ 104 w 112"/>
              <a:gd name="T73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2" h="176">
                <a:moveTo>
                  <a:pt x="108" y="8"/>
                </a:moveTo>
                <a:cubicBezTo>
                  <a:pt x="108" y="8"/>
                  <a:pt x="108" y="8"/>
                  <a:pt x="107" y="8"/>
                </a:cubicBezTo>
                <a:cubicBezTo>
                  <a:pt x="107" y="8"/>
                  <a:pt x="107" y="8"/>
                  <a:pt x="107" y="8"/>
                </a:cubicBezTo>
                <a:cubicBezTo>
                  <a:pt x="54" y="0"/>
                  <a:pt x="54" y="0"/>
                  <a:pt x="54" y="0"/>
                </a:cubicBezTo>
                <a:cubicBezTo>
                  <a:pt x="53" y="0"/>
                  <a:pt x="53" y="0"/>
                  <a:pt x="5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49" y="0"/>
                  <a:pt x="48" y="2"/>
                  <a:pt x="48" y="4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5" y="138"/>
                  <a:pt x="41" y="136"/>
                  <a:pt x="36" y="136"/>
                </a:cubicBezTo>
                <a:cubicBezTo>
                  <a:pt x="20" y="136"/>
                  <a:pt x="20" y="136"/>
                  <a:pt x="20" y="136"/>
                </a:cubicBezTo>
                <a:cubicBezTo>
                  <a:pt x="9" y="136"/>
                  <a:pt x="0" y="145"/>
                  <a:pt x="0" y="156"/>
                </a:cubicBezTo>
                <a:cubicBezTo>
                  <a:pt x="0" y="167"/>
                  <a:pt x="9" y="176"/>
                  <a:pt x="20" y="176"/>
                </a:cubicBezTo>
                <a:cubicBezTo>
                  <a:pt x="36" y="176"/>
                  <a:pt x="36" y="176"/>
                  <a:pt x="36" y="176"/>
                </a:cubicBezTo>
                <a:cubicBezTo>
                  <a:pt x="47" y="176"/>
                  <a:pt x="56" y="167"/>
                  <a:pt x="56" y="156"/>
                </a:cubicBezTo>
                <a:cubicBezTo>
                  <a:pt x="56" y="48"/>
                  <a:pt x="56" y="48"/>
                  <a:pt x="56" y="48"/>
                </a:cubicBezTo>
                <a:cubicBezTo>
                  <a:pt x="106" y="56"/>
                  <a:pt x="106" y="56"/>
                  <a:pt x="106" y="56"/>
                </a:cubicBezTo>
                <a:cubicBezTo>
                  <a:pt x="107" y="56"/>
                  <a:pt x="107" y="56"/>
                  <a:pt x="108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1" y="56"/>
                  <a:pt x="112" y="54"/>
                  <a:pt x="112" y="5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10"/>
                  <a:pt x="110" y="8"/>
                  <a:pt x="108" y="8"/>
                </a:cubicBezTo>
                <a:moveTo>
                  <a:pt x="36" y="168"/>
                </a:moveTo>
                <a:cubicBezTo>
                  <a:pt x="20" y="168"/>
                  <a:pt x="20" y="168"/>
                  <a:pt x="20" y="168"/>
                </a:cubicBezTo>
                <a:cubicBezTo>
                  <a:pt x="13" y="168"/>
                  <a:pt x="8" y="163"/>
                  <a:pt x="8" y="156"/>
                </a:cubicBezTo>
                <a:cubicBezTo>
                  <a:pt x="8" y="149"/>
                  <a:pt x="13" y="144"/>
                  <a:pt x="20" y="144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43" y="144"/>
                  <a:pt x="48" y="149"/>
                  <a:pt x="48" y="156"/>
                </a:cubicBezTo>
                <a:cubicBezTo>
                  <a:pt x="48" y="163"/>
                  <a:pt x="43" y="168"/>
                  <a:pt x="36" y="168"/>
                </a:cubicBezTo>
                <a:moveTo>
                  <a:pt x="104" y="48"/>
                </a:moveTo>
                <a:cubicBezTo>
                  <a:pt x="56" y="41"/>
                  <a:pt x="56" y="41"/>
                  <a:pt x="56" y="41"/>
                </a:cubicBezTo>
                <a:cubicBezTo>
                  <a:pt x="56" y="8"/>
                  <a:pt x="56" y="8"/>
                  <a:pt x="56" y="8"/>
                </a:cubicBezTo>
                <a:cubicBezTo>
                  <a:pt x="104" y="15"/>
                  <a:pt x="104" y="15"/>
                  <a:pt x="104" y="15"/>
                </a:cubicBezTo>
                <a:lnTo>
                  <a:pt x="104" y="4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3" name="Freeform 116"/>
          <p:cNvSpPr>
            <a:spLocks noEditPoints="1"/>
          </p:cNvSpPr>
          <p:nvPr/>
        </p:nvSpPr>
        <p:spPr bwMode="auto">
          <a:xfrm>
            <a:off x="4087625" y="4301671"/>
            <a:ext cx="334275" cy="334275"/>
          </a:xfrm>
          <a:custGeom>
            <a:avLst/>
            <a:gdLst>
              <a:gd name="T0" fmla="*/ 206 w 206"/>
              <a:gd name="T1" fmla="*/ 75 h 206"/>
              <a:gd name="T2" fmla="*/ 131 w 206"/>
              <a:gd name="T3" fmla="*/ 75 h 206"/>
              <a:gd name="T4" fmla="*/ 103 w 206"/>
              <a:gd name="T5" fmla="*/ 0 h 206"/>
              <a:gd name="T6" fmla="*/ 75 w 206"/>
              <a:gd name="T7" fmla="*/ 75 h 206"/>
              <a:gd name="T8" fmla="*/ 0 w 206"/>
              <a:gd name="T9" fmla="*/ 75 h 206"/>
              <a:gd name="T10" fmla="*/ 61 w 206"/>
              <a:gd name="T11" fmla="*/ 122 h 206"/>
              <a:gd name="T12" fmla="*/ 32 w 206"/>
              <a:gd name="T13" fmla="*/ 206 h 206"/>
              <a:gd name="T14" fmla="*/ 103 w 206"/>
              <a:gd name="T15" fmla="*/ 154 h 206"/>
              <a:gd name="T16" fmla="*/ 173 w 206"/>
              <a:gd name="T17" fmla="*/ 206 h 206"/>
              <a:gd name="T18" fmla="*/ 145 w 206"/>
              <a:gd name="T19" fmla="*/ 122 h 206"/>
              <a:gd name="T20" fmla="*/ 206 w 206"/>
              <a:gd name="T21" fmla="*/ 75 h 206"/>
              <a:gd name="T22" fmla="*/ 154 w 206"/>
              <a:gd name="T23" fmla="*/ 181 h 206"/>
              <a:gd name="T24" fmla="*/ 109 w 206"/>
              <a:gd name="T25" fmla="*/ 147 h 206"/>
              <a:gd name="T26" fmla="*/ 103 w 206"/>
              <a:gd name="T27" fmla="*/ 143 h 206"/>
              <a:gd name="T28" fmla="*/ 97 w 206"/>
              <a:gd name="T29" fmla="*/ 147 h 206"/>
              <a:gd name="T30" fmla="*/ 51 w 206"/>
              <a:gd name="T31" fmla="*/ 181 h 206"/>
              <a:gd name="T32" fmla="*/ 70 w 206"/>
              <a:gd name="T33" fmla="*/ 125 h 206"/>
              <a:gd name="T34" fmla="*/ 71 w 206"/>
              <a:gd name="T35" fmla="*/ 118 h 206"/>
              <a:gd name="T36" fmla="*/ 66 w 206"/>
              <a:gd name="T37" fmla="*/ 115 h 206"/>
              <a:gd name="T38" fmla="*/ 28 w 206"/>
              <a:gd name="T39" fmla="*/ 84 h 206"/>
              <a:gd name="T40" fmla="*/ 82 w 206"/>
              <a:gd name="T41" fmla="*/ 84 h 206"/>
              <a:gd name="T42" fmla="*/ 83 w 206"/>
              <a:gd name="T43" fmla="*/ 78 h 206"/>
              <a:gd name="T44" fmla="*/ 103 w 206"/>
              <a:gd name="T45" fmla="*/ 27 h 206"/>
              <a:gd name="T46" fmla="*/ 123 w 206"/>
              <a:gd name="T47" fmla="*/ 78 h 206"/>
              <a:gd name="T48" fmla="*/ 124 w 206"/>
              <a:gd name="T49" fmla="*/ 84 h 206"/>
              <a:gd name="T50" fmla="*/ 178 w 206"/>
              <a:gd name="T51" fmla="*/ 84 h 206"/>
              <a:gd name="T52" fmla="*/ 139 w 206"/>
              <a:gd name="T53" fmla="*/ 115 h 206"/>
              <a:gd name="T54" fmla="*/ 134 w 206"/>
              <a:gd name="T55" fmla="*/ 118 h 206"/>
              <a:gd name="T56" fmla="*/ 154 w 206"/>
              <a:gd name="T57" fmla="*/ 181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6" h="206">
                <a:moveTo>
                  <a:pt x="206" y="75"/>
                </a:moveTo>
                <a:lnTo>
                  <a:pt x="131" y="75"/>
                </a:lnTo>
                <a:lnTo>
                  <a:pt x="103" y="0"/>
                </a:lnTo>
                <a:lnTo>
                  <a:pt x="75" y="75"/>
                </a:lnTo>
                <a:lnTo>
                  <a:pt x="0" y="75"/>
                </a:lnTo>
                <a:lnTo>
                  <a:pt x="61" y="122"/>
                </a:lnTo>
                <a:lnTo>
                  <a:pt x="32" y="206"/>
                </a:lnTo>
                <a:lnTo>
                  <a:pt x="103" y="154"/>
                </a:lnTo>
                <a:lnTo>
                  <a:pt x="173" y="206"/>
                </a:lnTo>
                <a:lnTo>
                  <a:pt x="145" y="122"/>
                </a:lnTo>
                <a:lnTo>
                  <a:pt x="206" y="75"/>
                </a:lnTo>
                <a:close/>
                <a:moveTo>
                  <a:pt x="154" y="181"/>
                </a:moveTo>
                <a:lnTo>
                  <a:pt x="109" y="147"/>
                </a:lnTo>
                <a:lnTo>
                  <a:pt x="103" y="143"/>
                </a:lnTo>
                <a:lnTo>
                  <a:pt x="97" y="147"/>
                </a:lnTo>
                <a:lnTo>
                  <a:pt x="51" y="181"/>
                </a:lnTo>
                <a:lnTo>
                  <a:pt x="70" y="125"/>
                </a:lnTo>
                <a:lnTo>
                  <a:pt x="71" y="118"/>
                </a:lnTo>
                <a:lnTo>
                  <a:pt x="66" y="115"/>
                </a:lnTo>
                <a:lnTo>
                  <a:pt x="28" y="84"/>
                </a:lnTo>
                <a:lnTo>
                  <a:pt x="82" y="84"/>
                </a:lnTo>
                <a:lnTo>
                  <a:pt x="83" y="78"/>
                </a:lnTo>
                <a:lnTo>
                  <a:pt x="103" y="27"/>
                </a:lnTo>
                <a:lnTo>
                  <a:pt x="123" y="78"/>
                </a:lnTo>
                <a:lnTo>
                  <a:pt x="124" y="84"/>
                </a:lnTo>
                <a:lnTo>
                  <a:pt x="178" y="84"/>
                </a:lnTo>
                <a:lnTo>
                  <a:pt x="139" y="115"/>
                </a:lnTo>
                <a:lnTo>
                  <a:pt x="134" y="118"/>
                </a:lnTo>
                <a:lnTo>
                  <a:pt x="154" y="18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4" name="Freeform 117"/>
          <p:cNvSpPr>
            <a:spLocks noEditPoints="1"/>
          </p:cNvSpPr>
          <p:nvPr/>
        </p:nvSpPr>
        <p:spPr bwMode="auto">
          <a:xfrm>
            <a:off x="4725344" y="4301671"/>
            <a:ext cx="335898" cy="334275"/>
          </a:xfrm>
          <a:custGeom>
            <a:avLst/>
            <a:gdLst>
              <a:gd name="T0" fmla="*/ 207 w 207"/>
              <a:gd name="T1" fmla="*/ 37 h 206"/>
              <a:gd name="T2" fmla="*/ 169 w 207"/>
              <a:gd name="T3" fmla="*/ 37 h 206"/>
              <a:gd name="T4" fmla="*/ 155 w 207"/>
              <a:gd name="T5" fmla="*/ 0 h 206"/>
              <a:gd name="T6" fmla="*/ 141 w 207"/>
              <a:gd name="T7" fmla="*/ 37 h 206"/>
              <a:gd name="T8" fmla="*/ 104 w 207"/>
              <a:gd name="T9" fmla="*/ 37 h 206"/>
              <a:gd name="T10" fmla="*/ 134 w 207"/>
              <a:gd name="T11" fmla="*/ 61 h 206"/>
              <a:gd name="T12" fmla="*/ 120 w 207"/>
              <a:gd name="T13" fmla="*/ 103 h 206"/>
              <a:gd name="T14" fmla="*/ 155 w 207"/>
              <a:gd name="T15" fmla="*/ 77 h 206"/>
              <a:gd name="T16" fmla="*/ 190 w 207"/>
              <a:gd name="T17" fmla="*/ 103 h 206"/>
              <a:gd name="T18" fmla="*/ 176 w 207"/>
              <a:gd name="T19" fmla="*/ 61 h 206"/>
              <a:gd name="T20" fmla="*/ 207 w 207"/>
              <a:gd name="T21" fmla="*/ 37 h 206"/>
              <a:gd name="T22" fmla="*/ 161 w 207"/>
              <a:gd name="T23" fmla="*/ 70 h 206"/>
              <a:gd name="T24" fmla="*/ 155 w 207"/>
              <a:gd name="T25" fmla="*/ 65 h 206"/>
              <a:gd name="T26" fmla="*/ 149 w 207"/>
              <a:gd name="T27" fmla="*/ 70 h 206"/>
              <a:gd name="T28" fmla="*/ 139 w 207"/>
              <a:gd name="T29" fmla="*/ 78 h 206"/>
              <a:gd name="T30" fmla="*/ 143 w 207"/>
              <a:gd name="T31" fmla="*/ 64 h 206"/>
              <a:gd name="T32" fmla="*/ 145 w 207"/>
              <a:gd name="T33" fmla="*/ 57 h 206"/>
              <a:gd name="T34" fmla="*/ 140 w 207"/>
              <a:gd name="T35" fmla="*/ 54 h 206"/>
              <a:gd name="T36" fmla="*/ 131 w 207"/>
              <a:gd name="T37" fmla="*/ 47 h 206"/>
              <a:gd name="T38" fmla="*/ 148 w 207"/>
              <a:gd name="T39" fmla="*/ 47 h 206"/>
              <a:gd name="T40" fmla="*/ 149 w 207"/>
              <a:gd name="T41" fmla="*/ 41 h 206"/>
              <a:gd name="T42" fmla="*/ 155 w 207"/>
              <a:gd name="T43" fmla="*/ 27 h 206"/>
              <a:gd name="T44" fmla="*/ 161 w 207"/>
              <a:gd name="T45" fmla="*/ 41 h 206"/>
              <a:gd name="T46" fmla="*/ 162 w 207"/>
              <a:gd name="T47" fmla="*/ 47 h 206"/>
              <a:gd name="T48" fmla="*/ 180 w 207"/>
              <a:gd name="T49" fmla="*/ 47 h 206"/>
              <a:gd name="T50" fmla="*/ 170 w 207"/>
              <a:gd name="T51" fmla="*/ 54 h 206"/>
              <a:gd name="T52" fmla="*/ 166 w 207"/>
              <a:gd name="T53" fmla="*/ 57 h 206"/>
              <a:gd name="T54" fmla="*/ 167 w 207"/>
              <a:gd name="T55" fmla="*/ 64 h 206"/>
              <a:gd name="T56" fmla="*/ 172 w 207"/>
              <a:gd name="T57" fmla="*/ 78 h 206"/>
              <a:gd name="T58" fmla="*/ 161 w 207"/>
              <a:gd name="T59" fmla="*/ 70 h 206"/>
              <a:gd name="T60" fmla="*/ 90 w 207"/>
              <a:gd name="T61" fmla="*/ 117 h 206"/>
              <a:gd name="T62" fmla="*/ 71 w 207"/>
              <a:gd name="T63" fmla="*/ 65 h 206"/>
              <a:gd name="T64" fmla="*/ 52 w 207"/>
              <a:gd name="T65" fmla="*/ 117 h 206"/>
              <a:gd name="T66" fmla="*/ 0 w 207"/>
              <a:gd name="T67" fmla="*/ 117 h 206"/>
              <a:gd name="T68" fmla="*/ 41 w 207"/>
              <a:gd name="T69" fmla="*/ 149 h 206"/>
              <a:gd name="T70" fmla="*/ 23 w 207"/>
              <a:gd name="T71" fmla="*/ 206 h 206"/>
              <a:gd name="T72" fmla="*/ 71 w 207"/>
              <a:gd name="T73" fmla="*/ 171 h 206"/>
              <a:gd name="T74" fmla="*/ 119 w 207"/>
              <a:gd name="T75" fmla="*/ 206 h 206"/>
              <a:gd name="T76" fmla="*/ 100 w 207"/>
              <a:gd name="T77" fmla="*/ 149 h 206"/>
              <a:gd name="T78" fmla="*/ 141 w 207"/>
              <a:gd name="T79" fmla="*/ 117 h 206"/>
              <a:gd name="T80" fmla="*/ 90 w 207"/>
              <a:gd name="T81" fmla="*/ 117 h 206"/>
              <a:gd name="T82" fmla="*/ 91 w 207"/>
              <a:gd name="T83" fmla="*/ 151 h 206"/>
              <a:gd name="T84" fmla="*/ 100 w 207"/>
              <a:gd name="T85" fmla="*/ 181 h 206"/>
              <a:gd name="T86" fmla="*/ 77 w 207"/>
              <a:gd name="T87" fmla="*/ 164 h 206"/>
              <a:gd name="T88" fmla="*/ 71 w 207"/>
              <a:gd name="T89" fmla="*/ 159 h 206"/>
              <a:gd name="T90" fmla="*/ 65 w 207"/>
              <a:gd name="T91" fmla="*/ 164 h 206"/>
              <a:gd name="T92" fmla="*/ 41 w 207"/>
              <a:gd name="T93" fmla="*/ 181 h 206"/>
              <a:gd name="T94" fmla="*/ 51 w 207"/>
              <a:gd name="T95" fmla="*/ 151 h 206"/>
              <a:gd name="T96" fmla="*/ 53 w 207"/>
              <a:gd name="T97" fmla="*/ 145 h 206"/>
              <a:gd name="T98" fmla="*/ 47 w 207"/>
              <a:gd name="T99" fmla="*/ 142 h 206"/>
              <a:gd name="T100" fmla="*/ 29 w 207"/>
              <a:gd name="T101" fmla="*/ 126 h 206"/>
              <a:gd name="T102" fmla="*/ 58 w 207"/>
              <a:gd name="T103" fmla="*/ 126 h 206"/>
              <a:gd name="T104" fmla="*/ 60 w 207"/>
              <a:gd name="T105" fmla="*/ 121 h 206"/>
              <a:gd name="T106" fmla="*/ 71 w 207"/>
              <a:gd name="T107" fmla="*/ 92 h 206"/>
              <a:gd name="T108" fmla="*/ 81 w 207"/>
              <a:gd name="T109" fmla="*/ 121 h 206"/>
              <a:gd name="T110" fmla="*/ 84 w 207"/>
              <a:gd name="T111" fmla="*/ 126 h 206"/>
              <a:gd name="T112" fmla="*/ 113 w 207"/>
              <a:gd name="T113" fmla="*/ 126 h 206"/>
              <a:gd name="T114" fmla="*/ 94 w 207"/>
              <a:gd name="T115" fmla="*/ 142 h 206"/>
              <a:gd name="T116" fmla="*/ 88 w 207"/>
              <a:gd name="T117" fmla="*/ 145 h 206"/>
              <a:gd name="T118" fmla="*/ 91 w 207"/>
              <a:gd name="T119" fmla="*/ 151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7" h="206">
                <a:moveTo>
                  <a:pt x="207" y="37"/>
                </a:moveTo>
                <a:lnTo>
                  <a:pt x="169" y="37"/>
                </a:lnTo>
                <a:lnTo>
                  <a:pt x="155" y="0"/>
                </a:lnTo>
                <a:lnTo>
                  <a:pt x="141" y="37"/>
                </a:lnTo>
                <a:lnTo>
                  <a:pt x="104" y="37"/>
                </a:lnTo>
                <a:lnTo>
                  <a:pt x="134" y="61"/>
                </a:lnTo>
                <a:lnTo>
                  <a:pt x="120" y="103"/>
                </a:lnTo>
                <a:lnTo>
                  <a:pt x="155" y="77"/>
                </a:lnTo>
                <a:lnTo>
                  <a:pt x="190" y="103"/>
                </a:lnTo>
                <a:lnTo>
                  <a:pt x="176" y="61"/>
                </a:lnTo>
                <a:lnTo>
                  <a:pt x="207" y="37"/>
                </a:lnTo>
                <a:close/>
                <a:moveTo>
                  <a:pt x="161" y="70"/>
                </a:moveTo>
                <a:lnTo>
                  <a:pt x="155" y="65"/>
                </a:lnTo>
                <a:lnTo>
                  <a:pt x="149" y="70"/>
                </a:lnTo>
                <a:lnTo>
                  <a:pt x="139" y="78"/>
                </a:lnTo>
                <a:lnTo>
                  <a:pt x="143" y="64"/>
                </a:lnTo>
                <a:lnTo>
                  <a:pt x="145" y="57"/>
                </a:lnTo>
                <a:lnTo>
                  <a:pt x="140" y="54"/>
                </a:lnTo>
                <a:lnTo>
                  <a:pt x="131" y="47"/>
                </a:lnTo>
                <a:lnTo>
                  <a:pt x="148" y="47"/>
                </a:lnTo>
                <a:lnTo>
                  <a:pt x="149" y="41"/>
                </a:lnTo>
                <a:lnTo>
                  <a:pt x="155" y="27"/>
                </a:lnTo>
                <a:lnTo>
                  <a:pt x="161" y="41"/>
                </a:lnTo>
                <a:lnTo>
                  <a:pt x="162" y="47"/>
                </a:lnTo>
                <a:lnTo>
                  <a:pt x="180" y="47"/>
                </a:lnTo>
                <a:lnTo>
                  <a:pt x="170" y="54"/>
                </a:lnTo>
                <a:lnTo>
                  <a:pt x="166" y="57"/>
                </a:lnTo>
                <a:lnTo>
                  <a:pt x="167" y="64"/>
                </a:lnTo>
                <a:lnTo>
                  <a:pt x="172" y="78"/>
                </a:lnTo>
                <a:lnTo>
                  <a:pt x="161" y="70"/>
                </a:lnTo>
                <a:close/>
                <a:moveTo>
                  <a:pt x="90" y="117"/>
                </a:moveTo>
                <a:lnTo>
                  <a:pt x="71" y="65"/>
                </a:lnTo>
                <a:lnTo>
                  <a:pt x="52" y="117"/>
                </a:lnTo>
                <a:lnTo>
                  <a:pt x="0" y="117"/>
                </a:lnTo>
                <a:lnTo>
                  <a:pt x="41" y="149"/>
                </a:lnTo>
                <a:lnTo>
                  <a:pt x="23" y="206"/>
                </a:lnTo>
                <a:lnTo>
                  <a:pt x="71" y="171"/>
                </a:lnTo>
                <a:lnTo>
                  <a:pt x="119" y="206"/>
                </a:lnTo>
                <a:lnTo>
                  <a:pt x="100" y="149"/>
                </a:lnTo>
                <a:lnTo>
                  <a:pt x="141" y="117"/>
                </a:lnTo>
                <a:lnTo>
                  <a:pt x="90" y="117"/>
                </a:lnTo>
                <a:close/>
                <a:moveTo>
                  <a:pt x="91" y="151"/>
                </a:moveTo>
                <a:lnTo>
                  <a:pt x="100" y="181"/>
                </a:lnTo>
                <a:lnTo>
                  <a:pt x="77" y="164"/>
                </a:lnTo>
                <a:lnTo>
                  <a:pt x="71" y="159"/>
                </a:lnTo>
                <a:lnTo>
                  <a:pt x="65" y="164"/>
                </a:lnTo>
                <a:lnTo>
                  <a:pt x="41" y="181"/>
                </a:lnTo>
                <a:lnTo>
                  <a:pt x="51" y="151"/>
                </a:lnTo>
                <a:lnTo>
                  <a:pt x="53" y="145"/>
                </a:lnTo>
                <a:lnTo>
                  <a:pt x="47" y="142"/>
                </a:lnTo>
                <a:lnTo>
                  <a:pt x="29" y="126"/>
                </a:lnTo>
                <a:lnTo>
                  <a:pt x="58" y="126"/>
                </a:lnTo>
                <a:lnTo>
                  <a:pt x="60" y="121"/>
                </a:lnTo>
                <a:lnTo>
                  <a:pt x="71" y="92"/>
                </a:lnTo>
                <a:lnTo>
                  <a:pt x="81" y="121"/>
                </a:lnTo>
                <a:lnTo>
                  <a:pt x="84" y="126"/>
                </a:lnTo>
                <a:lnTo>
                  <a:pt x="113" y="126"/>
                </a:lnTo>
                <a:lnTo>
                  <a:pt x="94" y="142"/>
                </a:lnTo>
                <a:lnTo>
                  <a:pt x="88" y="145"/>
                </a:lnTo>
                <a:lnTo>
                  <a:pt x="91" y="15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5" name="Freeform 118"/>
          <p:cNvSpPr>
            <a:spLocks noEditPoints="1"/>
          </p:cNvSpPr>
          <p:nvPr/>
        </p:nvSpPr>
        <p:spPr bwMode="auto">
          <a:xfrm>
            <a:off x="5364684" y="4301671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00 w 176"/>
              <a:gd name="T21" fmla="*/ 72 h 176"/>
              <a:gd name="T22" fmla="*/ 86 w 176"/>
              <a:gd name="T23" fmla="*/ 36 h 176"/>
              <a:gd name="T24" fmla="*/ 72 w 176"/>
              <a:gd name="T25" fmla="*/ 72 h 176"/>
              <a:gd name="T26" fmla="*/ 36 w 176"/>
              <a:gd name="T27" fmla="*/ 72 h 176"/>
              <a:gd name="T28" fmla="*/ 66 w 176"/>
              <a:gd name="T29" fmla="*/ 95 h 176"/>
              <a:gd name="T30" fmla="*/ 52 w 176"/>
              <a:gd name="T31" fmla="*/ 136 h 176"/>
              <a:gd name="T32" fmla="*/ 86 w 176"/>
              <a:gd name="T33" fmla="*/ 111 h 176"/>
              <a:gd name="T34" fmla="*/ 120 w 176"/>
              <a:gd name="T35" fmla="*/ 136 h 176"/>
              <a:gd name="T36" fmla="*/ 106 w 176"/>
              <a:gd name="T37" fmla="*/ 95 h 176"/>
              <a:gd name="T38" fmla="*/ 136 w 176"/>
              <a:gd name="T39" fmla="*/ 72 h 176"/>
              <a:gd name="T40" fmla="*/ 100 w 176"/>
              <a:gd name="T41" fmla="*/ 72 h 176"/>
              <a:gd name="T42" fmla="*/ 99 w 176"/>
              <a:gd name="T43" fmla="*/ 97 h 176"/>
              <a:gd name="T44" fmla="*/ 105 w 176"/>
              <a:gd name="T45" fmla="*/ 114 h 176"/>
              <a:gd name="T46" fmla="*/ 91 w 176"/>
              <a:gd name="T47" fmla="*/ 104 h 176"/>
              <a:gd name="T48" fmla="*/ 86 w 176"/>
              <a:gd name="T49" fmla="*/ 101 h 176"/>
              <a:gd name="T50" fmla="*/ 81 w 176"/>
              <a:gd name="T51" fmla="*/ 104 h 176"/>
              <a:gd name="T52" fmla="*/ 67 w 176"/>
              <a:gd name="T53" fmla="*/ 114 h 176"/>
              <a:gd name="T54" fmla="*/ 73 w 176"/>
              <a:gd name="T55" fmla="*/ 97 h 176"/>
              <a:gd name="T56" fmla="*/ 75 w 176"/>
              <a:gd name="T57" fmla="*/ 92 h 176"/>
              <a:gd name="T58" fmla="*/ 70 w 176"/>
              <a:gd name="T59" fmla="*/ 89 h 176"/>
              <a:gd name="T60" fmla="*/ 59 w 176"/>
              <a:gd name="T61" fmla="*/ 80 h 176"/>
              <a:gd name="T62" fmla="*/ 78 w 176"/>
              <a:gd name="T63" fmla="*/ 80 h 176"/>
              <a:gd name="T64" fmla="*/ 80 w 176"/>
              <a:gd name="T65" fmla="*/ 75 h 176"/>
              <a:gd name="T66" fmla="*/ 86 w 176"/>
              <a:gd name="T67" fmla="*/ 58 h 176"/>
              <a:gd name="T68" fmla="*/ 92 w 176"/>
              <a:gd name="T69" fmla="*/ 75 h 176"/>
              <a:gd name="T70" fmla="*/ 94 w 176"/>
              <a:gd name="T71" fmla="*/ 80 h 176"/>
              <a:gd name="T72" fmla="*/ 113 w 176"/>
              <a:gd name="T73" fmla="*/ 80 h 176"/>
              <a:gd name="T74" fmla="*/ 102 w 176"/>
              <a:gd name="T75" fmla="*/ 89 h 176"/>
              <a:gd name="T76" fmla="*/ 97 w 176"/>
              <a:gd name="T77" fmla="*/ 92 h 176"/>
              <a:gd name="T78" fmla="*/ 99 w 176"/>
              <a:gd name="T79" fmla="*/ 9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00" y="72"/>
                </a:moveTo>
                <a:cubicBezTo>
                  <a:pt x="86" y="36"/>
                  <a:pt x="86" y="36"/>
                  <a:pt x="86" y="36"/>
                </a:cubicBezTo>
                <a:cubicBezTo>
                  <a:pt x="72" y="72"/>
                  <a:pt x="72" y="72"/>
                  <a:pt x="72" y="72"/>
                </a:cubicBezTo>
                <a:cubicBezTo>
                  <a:pt x="36" y="72"/>
                  <a:pt x="36" y="72"/>
                  <a:pt x="36" y="72"/>
                </a:cubicBezTo>
                <a:cubicBezTo>
                  <a:pt x="66" y="95"/>
                  <a:pt x="66" y="95"/>
                  <a:pt x="66" y="95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120" y="136"/>
                  <a:pt x="120" y="136"/>
                  <a:pt x="120" y="136"/>
                </a:cubicBezTo>
                <a:cubicBezTo>
                  <a:pt x="106" y="95"/>
                  <a:pt x="106" y="95"/>
                  <a:pt x="106" y="95"/>
                </a:cubicBezTo>
                <a:cubicBezTo>
                  <a:pt x="136" y="72"/>
                  <a:pt x="136" y="72"/>
                  <a:pt x="136" y="72"/>
                </a:cubicBezTo>
                <a:lnTo>
                  <a:pt x="100" y="72"/>
                </a:lnTo>
                <a:close/>
                <a:moveTo>
                  <a:pt x="99" y="97"/>
                </a:moveTo>
                <a:cubicBezTo>
                  <a:pt x="105" y="114"/>
                  <a:pt x="105" y="114"/>
                  <a:pt x="105" y="114"/>
                </a:cubicBezTo>
                <a:cubicBezTo>
                  <a:pt x="91" y="104"/>
                  <a:pt x="91" y="104"/>
                  <a:pt x="91" y="104"/>
                </a:cubicBezTo>
                <a:cubicBezTo>
                  <a:pt x="86" y="101"/>
                  <a:pt x="86" y="101"/>
                  <a:pt x="86" y="101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73" y="97"/>
                  <a:pt x="73" y="97"/>
                  <a:pt x="73" y="97"/>
                </a:cubicBezTo>
                <a:cubicBezTo>
                  <a:pt x="75" y="92"/>
                  <a:pt x="75" y="92"/>
                  <a:pt x="75" y="92"/>
                </a:cubicBezTo>
                <a:cubicBezTo>
                  <a:pt x="70" y="89"/>
                  <a:pt x="70" y="89"/>
                  <a:pt x="70" y="89"/>
                </a:cubicBezTo>
                <a:cubicBezTo>
                  <a:pt x="59" y="80"/>
                  <a:pt x="59" y="80"/>
                  <a:pt x="59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80" y="75"/>
                  <a:pt x="80" y="75"/>
                  <a:pt x="80" y="75"/>
                </a:cubicBezTo>
                <a:cubicBezTo>
                  <a:pt x="86" y="58"/>
                  <a:pt x="86" y="58"/>
                  <a:pt x="86" y="58"/>
                </a:cubicBezTo>
                <a:cubicBezTo>
                  <a:pt x="92" y="75"/>
                  <a:pt x="92" y="75"/>
                  <a:pt x="92" y="75"/>
                </a:cubicBezTo>
                <a:cubicBezTo>
                  <a:pt x="94" y="80"/>
                  <a:pt x="94" y="80"/>
                  <a:pt x="94" y="80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102" y="89"/>
                  <a:pt x="102" y="89"/>
                  <a:pt x="102" y="89"/>
                </a:cubicBezTo>
                <a:cubicBezTo>
                  <a:pt x="97" y="92"/>
                  <a:pt x="97" y="92"/>
                  <a:pt x="97" y="92"/>
                </a:cubicBezTo>
                <a:lnTo>
                  <a:pt x="99" y="9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6" name="Freeform 119"/>
          <p:cNvSpPr>
            <a:spLocks noEditPoints="1"/>
          </p:cNvSpPr>
          <p:nvPr/>
        </p:nvSpPr>
        <p:spPr bwMode="auto">
          <a:xfrm>
            <a:off x="6004026" y="4301671"/>
            <a:ext cx="334275" cy="334275"/>
          </a:xfrm>
          <a:custGeom>
            <a:avLst/>
            <a:gdLst>
              <a:gd name="T0" fmla="*/ 76 w 176"/>
              <a:gd name="T1" fmla="*/ 132 h 176"/>
              <a:gd name="T2" fmla="*/ 76 w 176"/>
              <a:gd name="T3" fmla="*/ 140 h 176"/>
              <a:gd name="T4" fmla="*/ 152 w 176"/>
              <a:gd name="T5" fmla="*/ 136 h 176"/>
              <a:gd name="T6" fmla="*/ 40 w 176"/>
              <a:gd name="T7" fmla="*/ 24 h 176"/>
              <a:gd name="T8" fmla="*/ 24 w 176"/>
              <a:gd name="T9" fmla="*/ 36 h 176"/>
              <a:gd name="T10" fmla="*/ 29 w 176"/>
              <a:gd name="T11" fmla="*/ 56 h 176"/>
              <a:gd name="T12" fmla="*/ 51 w 176"/>
              <a:gd name="T13" fmla="*/ 56 h 176"/>
              <a:gd name="T14" fmla="*/ 56 w 176"/>
              <a:gd name="T15" fmla="*/ 36 h 176"/>
              <a:gd name="T16" fmla="*/ 40 w 176"/>
              <a:gd name="T17" fmla="*/ 24 h 176"/>
              <a:gd name="T18" fmla="*/ 36 w 176"/>
              <a:gd name="T19" fmla="*/ 84 h 176"/>
              <a:gd name="T20" fmla="*/ 33 w 176"/>
              <a:gd name="T21" fmla="*/ 91 h 176"/>
              <a:gd name="T22" fmla="*/ 40 w 176"/>
              <a:gd name="T23" fmla="*/ 96 h 176"/>
              <a:gd name="T24" fmla="*/ 47 w 176"/>
              <a:gd name="T25" fmla="*/ 91 h 176"/>
              <a:gd name="T26" fmla="*/ 44 w 176"/>
              <a:gd name="T27" fmla="*/ 84 h 176"/>
              <a:gd name="T28" fmla="*/ 44 w 176"/>
              <a:gd name="T29" fmla="*/ 132 h 176"/>
              <a:gd name="T30" fmla="*/ 36 w 176"/>
              <a:gd name="T31" fmla="*/ 132 h 176"/>
              <a:gd name="T32" fmla="*/ 33 w 176"/>
              <a:gd name="T33" fmla="*/ 139 h 176"/>
              <a:gd name="T34" fmla="*/ 40 w 176"/>
              <a:gd name="T35" fmla="*/ 144 h 176"/>
              <a:gd name="T36" fmla="*/ 47 w 176"/>
              <a:gd name="T37" fmla="*/ 139 h 176"/>
              <a:gd name="T38" fmla="*/ 44 w 176"/>
              <a:gd name="T39" fmla="*/ 132 h 176"/>
              <a:gd name="T40" fmla="*/ 76 w 176"/>
              <a:gd name="T41" fmla="*/ 84 h 176"/>
              <a:gd name="T42" fmla="*/ 76 w 176"/>
              <a:gd name="T43" fmla="*/ 92 h 176"/>
              <a:gd name="T44" fmla="*/ 152 w 176"/>
              <a:gd name="T45" fmla="*/ 88 h 176"/>
              <a:gd name="T46" fmla="*/ 160 w 176"/>
              <a:gd name="T47" fmla="*/ 0 h 176"/>
              <a:gd name="T48" fmla="*/ 0 w 176"/>
              <a:gd name="T49" fmla="*/ 16 h 176"/>
              <a:gd name="T50" fmla="*/ 16 w 176"/>
              <a:gd name="T51" fmla="*/ 176 h 176"/>
              <a:gd name="T52" fmla="*/ 176 w 176"/>
              <a:gd name="T53" fmla="*/ 160 h 176"/>
              <a:gd name="T54" fmla="*/ 160 w 176"/>
              <a:gd name="T55" fmla="*/ 0 h 176"/>
              <a:gd name="T56" fmla="*/ 160 w 176"/>
              <a:gd name="T57" fmla="*/ 168 h 176"/>
              <a:gd name="T58" fmla="*/ 8 w 176"/>
              <a:gd name="T59" fmla="*/ 160 h 176"/>
              <a:gd name="T60" fmla="*/ 16 w 176"/>
              <a:gd name="T61" fmla="*/ 8 h 176"/>
              <a:gd name="T62" fmla="*/ 168 w 176"/>
              <a:gd name="T63" fmla="*/ 16 h 176"/>
              <a:gd name="T64" fmla="*/ 148 w 176"/>
              <a:gd name="T65" fmla="*/ 36 h 176"/>
              <a:gd name="T66" fmla="*/ 72 w 176"/>
              <a:gd name="T67" fmla="*/ 40 h 176"/>
              <a:gd name="T68" fmla="*/ 148 w 176"/>
              <a:gd name="T69" fmla="*/ 44 h 176"/>
              <a:gd name="T70" fmla="*/ 148 w 176"/>
              <a:gd name="T71" fmla="*/ 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48" y="132"/>
                </a:moveTo>
                <a:cubicBezTo>
                  <a:pt x="76" y="132"/>
                  <a:pt x="76" y="132"/>
                  <a:pt x="76" y="132"/>
                </a:cubicBezTo>
                <a:cubicBezTo>
                  <a:pt x="74" y="132"/>
                  <a:pt x="72" y="134"/>
                  <a:pt x="72" y="136"/>
                </a:cubicBezTo>
                <a:cubicBezTo>
                  <a:pt x="72" y="138"/>
                  <a:pt x="74" y="140"/>
                  <a:pt x="76" y="140"/>
                </a:cubicBezTo>
                <a:cubicBezTo>
                  <a:pt x="148" y="140"/>
                  <a:pt x="148" y="140"/>
                  <a:pt x="148" y="140"/>
                </a:cubicBezTo>
                <a:cubicBezTo>
                  <a:pt x="150" y="140"/>
                  <a:pt x="152" y="138"/>
                  <a:pt x="152" y="136"/>
                </a:cubicBezTo>
                <a:cubicBezTo>
                  <a:pt x="152" y="134"/>
                  <a:pt x="150" y="132"/>
                  <a:pt x="148" y="132"/>
                </a:cubicBezTo>
                <a:moveTo>
                  <a:pt x="40" y="24"/>
                </a:moveTo>
                <a:cubicBezTo>
                  <a:pt x="36" y="36"/>
                  <a:pt x="36" y="36"/>
                  <a:pt x="36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33" y="43"/>
                  <a:pt x="33" y="43"/>
                  <a:pt x="33" y="43"/>
                </a:cubicBezTo>
                <a:cubicBezTo>
                  <a:pt x="29" y="56"/>
                  <a:pt x="29" y="56"/>
                  <a:pt x="29" y="56"/>
                </a:cubicBezTo>
                <a:cubicBezTo>
                  <a:pt x="40" y="48"/>
                  <a:pt x="40" y="48"/>
                  <a:pt x="40" y="48"/>
                </a:cubicBezTo>
                <a:cubicBezTo>
                  <a:pt x="51" y="56"/>
                  <a:pt x="51" y="56"/>
                  <a:pt x="51" y="56"/>
                </a:cubicBezTo>
                <a:cubicBezTo>
                  <a:pt x="47" y="43"/>
                  <a:pt x="47" y="43"/>
                  <a:pt x="47" y="43"/>
                </a:cubicBezTo>
                <a:cubicBezTo>
                  <a:pt x="56" y="36"/>
                  <a:pt x="56" y="36"/>
                  <a:pt x="56" y="36"/>
                </a:cubicBezTo>
                <a:cubicBezTo>
                  <a:pt x="44" y="36"/>
                  <a:pt x="44" y="36"/>
                  <a:pt x="44" y="36"/>
                </a:cubicBezTo>
                <a:lnTo>
                  <a:pt x="40" y="24"/>
                </a:lnTo>
                <a:close/>
                <a:moveTo>
                  <a:pt x="40" y="72"/>
                </a:moveTo>
                <a:cubicBezTo>
                  <a:pt x="36" y="84"/>
                  <a:pt x="36" y="84"/>
                  <a:pt x="36" y="84"/>
                </a:cubicBezTo>
                <a:cubicBezTo>
                  <a:pt x="24" y="84"/>
                  <a:pt x="24" y="84"/>
                  <a:pt x="24" y="84"/>
                </a:cubicBezTo>
                <a:cubicBezTo>
                  <a:pt x="33" y="91"/>
                  <a:pt x="33" y="91"/>
                  <a:pt x="33" y="91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40" y="96"/>
                  <a:pt x="40" y="96"/>
                  <a:pt x="40" y="96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47" y="91"/>
                  <a:pt x="47" y="91"/>
                  <a:pt x="47" y="91"/>
                </a:cubicBezTo>
                <a:cubicBezTo>
                  <a:pt x="56" y="84"/>
                  <a:pt x="56" y="84"/>
                  <a:pt x="56" y="84"/>
                </a:cubicBezTo>
                <a:cubicBezTo>
                  <a:pt x="44" y="84"/>
                  <a:pt x="44" y="84"/>
                  <a:pt x="44" y="84"/>
                </a:cubicBezTo>
                <a:lnTo>
                  <a:pt x="40" y="72"/>
                </a:lnTo>
                <a:close/>
                <a:moveTo>
                  <a:pt x="44" y="132"/>
                </a:moveTo>
                <a:cubicBezTo>
                  <a:pt x="40" y="120"/>
                  <a:pt x="40" y="120"/>
                  <a:pt x="40" y="120"/>
                </a:cubicBezTo>
                <a:cubicBezTo>
                  <a:pt x="36" y="132"/>
                  <a:pt x="36" y="132"/>
                  <a:pt x="36" y="132"/>
                </a:cubicBezTo>
                <a:cubicBezTo>
                  <a:pt x="24" y="132"/>
                  <a:pt x="24" y="132"/>
                  <a:pt x="24" y="132"/>
                </a:cubicBezTo>
                <a:cubicBezTo>
                  <a:pt x="33" y="139"/>
                  <a:pt x="33" y="139"/>
                  <a:pt x="33" y="139"/>
                </a:cubicBezTo>
                <a:cubicBezTo>
                  <a:pt x="29" y="152"/>
                  <a:pt x="29" y="152"/>
                  <a:pt x="29" y="152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51" y="152"/>
                  <a:pt x="51" y="152"/>
                  <a:pt x="51" y="152"/>
                </a:cubicBezTo>
                <a:cubicBezTo>
                  <a:pt x="47" y="139"/>
                  <a:pt x="47" y="139"/>
                  <a:pt x="47" y="139"/>
                </a:cubicBezTo>
                <a:cubicBezTo>
                  <a:pt x="56" y="132"/>
                  <a:pt x="56" y="132"/>
                  <a:pt x="56" y="132"/>
                </a:cubicBezTo>
                <a:lnTo>
                  <a:pt x="44" y="132"/>
                </a:lnTo>
                <a:close/>
                <a:moveTo>
                  <a:pt x="148" y="84"/>
                </a:moveTo>
                <a:cubicBezTo>
                  <a:pt x="76" y="84"/>
                  <a:pt x="76" y="84"/>
                  <a:pt x="76" y="84"/>
                </a:cubicBezTo>
                <a:cubicBezTo>
                  <a:pt x="74" y="84"/>
                  <a:pt x="72" y="86"/>
                  <a:pt x="72" y="88"/>
                </a:cubicBezTo>
                <a:cubicBezTo>
                  <a:pt x="72" y="90"/>
                  <a:pt x="74" y="92"/>
                  <a:pt x="76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50" y="92"/>
                  <a:pt x="152" y="90"/>
                  <a:pt x="152" y="88"/>
                </a:cubicBezTo>
                <a:cubicBezTo>
                  <a:pt x="152" y="86"/>
                  <a:pt x="150" y="84"/>
                  <a:pt x="148" y="84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48" y="36"/>
                </a:moveTo>
                <a:cubicBezTo>
                  <a:pt x="76" y="36"/>
                  <a:pt x="76" y="36"/>
                  <a:pt x="76" y="36"/>
                </a:cubicBezTo>
                <a:cubicBezTo>
                  <a:pt x="74" y="36"/>
                  <a:pt x="72" y="38"/>
                  <a:pt x="72" y="40"/>
                </a:cubicBezTo>
                <a:cubicBezTo>
                  <a:pt x="72" y="42"/>
                  <a:pt x="74" y="44"/>
                  <a:pt x="76" y="44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50" y="44"/>
                  <a:pt x="152" y="42"/>
                  <a:pt x="152" y="40"/>
                </a:cubicBezTo>
                <a:cubicBezTo>
                  <a:pt x="152" y="38"/>
                  <a:pt x="150" y="36"/>
                  <a:pt x="148" y="3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7" name="Freeform 120"/>
          <p:cNvSpPr>
            <a:spLocks noEditPoints="1"/>
          </p:cNvSpPr>
          <p:nvPr/>
        </p:nvSpPr>
        <p:spPr bwMode="auto">
          <a:xfrm>
            <a:off x="6643368" y="4301671"/>
            <a:ext cx="334275" cy="334275"/>
          </a:xfrm>
          <a:custGeom>
            <a:avLst/>
            <a:gdLst>
              <a:gd name="T0" fmla="*/ 36 w 176"/>
              <a:gd name="T1" fmla="*/ 24 h 176"/>
              <a:gd name="T2" fmla="*/ 24 w 176"/>
              <a:gd name="T3" fmla="*/ 36 h 176"/>
              <a:gd name="T4" fmla="*/ 36 w 176"/>
              <a:gd name="T5" fmla="*/ 48 h 176"/>
              <a:gd name="T6" fmla="*/ 48 w 176"/>
              <a:gd name="T7" fmla="*/ 36 h 176"/>
              <a:gd name="T8" fmla="*/ 36 w 176"/>
              <a:gd name="T9" fmla="*/ 24 h 176"/>
              <a:gd name="T10" fmla="*/ 36 w 176"/>
              <a:gd name="T11" fmla="*/ 40 h 176"/>
              <a:gd name="T12" fmla="*/ 32 w 176"/>
              <a:gd name="T13" fmla="*/ 36 h 176"/>
              <a:gd name="T14" fmla="*/ 36 w 176"/>
              <a:gd name="T15" fmla="*/ 32 h 176"/>
              <a:gd name="T16" fmla="*/ 40 w 176"/>
              <a:gd name="T17" fmla="*/ 36 h 176"/>
              <a:gd name="T18" fmla="*/ 36 w 176"/>
              <a:gd name="T19" fmla="*/ 40 h 176"/>
              <a:gd name="T20" fmla="*/ 96 w 176"/>
              <a:gd name="T21" fmla="*/ 108 h 176"/>
              <a:gd name="T22" fmla="*/ 99 w 176"/>
              <a:gd name="T23" fmla="*/ 107 h 176"/>
              <a:gd name="T24" fmla="*/ 115 w 176"/>
              <a:gd name="T25" fmla="*/ 91 h 176"/>
              <a:gd name="T26" fmla="*/ 116 w 176"/>
              <a:gd name="T27" fmla="*/ 88 h 176"/>
              <a:gd name="T28" fmla="*/ 112 w 176"/>
              <a:gd name="T29" fmla="*/ 84 h 176"/>
              <a:gd name="T30" fmla="*/ 109 w 176"/>
              <a:gd name="T31" fmla="*/ 85 h 176"/>
              <a:gd name="T32" fmla="*/ 93 w 176"/>
              <a:gd name="T33" fmla="*/ 101 h 176"/>
              <a:gd name="T34" fmla="*/ 92 w 176"/>
              <a:gd name="T35" fmla="*/ 104 h 176"/>
              <a:gd name="T36" fmla="*/ 96 w 176"/>
              <a:gd name="T37" fmla="*/ 108 h 176"/>
              <a:gd name="T38" fmla="*/ 175 w 176"/>
              <a:gd name="T39" fmla="*/ 89 h 176"/>
              <a:gd name="T40" fmla="*/ 87 w 176"/>
              <a:gd name="T41" fmla="*/ 1 h 176"/>
              <a:gd name="T42" fmla="*/ 84 w 176"/>
              <a:gd name="T43" fmla="*/ 0 h 176"/>
              <a:gd name="T44" fmla="*/ 12 w 176"/>
              <a:gd name="T45" fmla="*/ 0 h 176"/>
              <a:gd name="T46" fmla="*/ 0 w 176"/>
              <a:gd name="T47" fmla="*/ 12 h 176"/>
              <a:gd name="T48" fmla="*/ 0 w 176"/>
              <a:gd name="T49" fmla="*/ 84 h 176"/>
              <a:gd name="T50" fmla="*/ 1 w 176"/>
              <a:gd name="T51" fmla="*/ 87 h 176"/>
              <a:gd name="T52" fmla="*/ 89 w 176"/>
              <a:gd name="T53" fmla="*/ 175 h 176"/>
              <a:gd name="T54" fmla="*/ 92 w 176"/>
              <a:gd name="T55" fmla="*/ 176 h 176"/>
              <a:gd name="T56" fmla="*/ 95 w 176"/>
              <a:gd name="T57" fmla="*/ 175 h 176"/>
              <a:gd name="T58" fmla="*/ 175 w 176"/>
              <a:gd name="T59" fmla="*/ 95 h 176"/>
              <a:gd name="T60" fmla="*/ 176 w 176"/>
              <a:gd name="T61" fmla="*/ 92 h 176"/>
              <a:gd name="T62" fmla="*/ 175 w 176"/>
              <a:gd name="T63" fmla="*/ 89 h 176"/>
              <a:gd name="T64" fmla="*/ 92 w 176"/>
              <a:gd name="T65" fmla="*/ 166 h 176"/>
              <a:gd name="T66" fmla="*/ 8 w 176"/>
              <a:gd name="T67" fmla="*/ 82 h 176"/>
              <a:gd name="T68" fmla="*/ 8 w 176"/>
              <a:gd name="T69" fmla="*/ 12 h 176"/>
              <a:gd name="T70" fmla="*/ 12 w 176"/>
              <a:gd name="T71" fmla="*/ 8 h 176"/>
              <a:gd name="T72" fmla="*/ 82 w 176"/>
              <a:gd name="T73" fmla="*/ 8 h 176"/>
              <a:gd name="T74" fmla="*/ 166 w 176"/>
              <a:gd name="T75" fmla="*/ 92 h 176"/>
              <a:gd name="T76" fmla="*/ 92 w 176"/>
              <a:gd name="T77" fmla="*/ 166 h 176"/>
              <a:gd name="T78" fmla="*/ 73 w 176"/>
              <a:gd name="T79" fmla="*/ 121 h 176"/>
              <a:gd name="T80" fmla="*/ 72 w 176"/>
              <a:gd name="T81" fmla="*/ 124 h 176"/>
              <a:gd name="T82" fmla="*/ 76 w 176"/>
              <a:gd name="T83" fmla="*/ 128 h 176"/>
              <a:gd name="T84" fmla="*/ 79 w 176"/>
              <a:gd name="T85" fmla="*/ 127 h 176"/>
              <a:gd name="T86" fmla="*/ 87 w 176"/>
              <a:gd name="T87" fmla="*/ 119 h 176"/>
              <a:gd name="T88" fmla="*/ 88 w 176"/>
              <a:gd name="T89" fmla="*/ 116 h 176"/>
              <a:gd name="T90" fmla="*/ 84 w 176"/>
              <a:gd name="T91" fmla="*/ 112 h 176"/>
              <a:gd name="T92" fmla="*/ 81 w 176"/>
              <a:gd name="T93" fmla="*/ 113 h 176"/>
              <a:gd name="T94" fmla="*/ 73 w 176"/>
              <a:gd name="T95" fmla="*/ 121 h 176"/>
              <a:gd name="T96" fmla="*/ 92 w 176"/>
              <a:gd name="T97" fmla="*/ 144 h 176"/>
              <a:gd name="T98" fmla="*/ 95 w 176"/>
              <a:gd name="T99" fmla="*/ 143 h 176"/>
              <a:gd name="T100" fmla="*/ 119 w 176"/>
              <a:gd name="T101" fmla="*/ 119 h 176"/>
              <a:gd name="T102" fmla="*/ 120 w 176"/>
              <a:gd name="T103" fmla="*/ 116 h 176"/>
              <a:gd name="T104" fmla="*/ 116 w 176"/>
              <a:gd name="T105" fmla="*/ 112 h 176"/>
              <a:gd name="T106" fmla="*/ 113 w 176"/>
              <a:gd name="T107" fmla="*/ 113 h 176"/>
              <a:gd name="T108" fmla="*/ 89 w 176"/>
              <a:gd name="T109" fmla="*/ 137 h 176"/>
              <a:gd name="T110" fmla="*/ 88 w 176"/>
              <a:gd name="T111" fmla="*/ 140 h 176"/>
              <a:gd name="T112" fmla="*/ 92 w 176"/>
              <a:gd name="T113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36" y="24"/>
                </a:moveTo>
                <a:cubicBezTo>
                  <a:pt x="29" y="24"/>
                  <a:pt x="24" y="29"/>
                  <a:pt x="24" y="36"/>
                </a:cubicBezTo>
                <a:cubicBezTo>
                  <a:pt x="24" y="43"/>
                  <a:pt x="29" y="48"/>
                  <a:pt x="36" y="48"/>
                </a:cubicBezTo>
                <a:cubicBezTo>
                  <a:pt x="43" y="48"/>
                  <a:pt x="48" y="43"/>
                  <a:pt x="48" y="36"/>
                </a:cubicBezTo>
                <a:cubicBezTo>
                  <a:pt x="48" y="29"/>
                  <a:pt x="43" y="24"/>
                  <a:pt x="36" y="24"/>
                </a:cubicBezTo>
                <a:moveTo>
                  <a:pt x="36" y="40"/>
                </a:moveTo>
                <a:cubicBezTo>
                  <a:pt x="34" y="40"/>
                  <a:pt x="32" y="38"/>
                  <a:pt x="32" y="36"/>
                </a:cubicBezTo>
                <a:cubicBezTo>
                  <a:pt x="32" y="34"/>
                  <a:pt x="34" y="32"/>
                  <a:pt x="36" y="32"/>
                </a:cubicBezTo>
                <a:cubicBezTo>
                  <a:pt x="38" y="32"/>
                  <a:pt x="40" y="34"/>
                  <a:pt x="40" y="36"/>
                </a:cubicBezTo>
                <a:cubicBezTo>
                  <a:pt x="40" y="38"/>
                  <a:pt x="38" y="40"/>
                  <a:pt x="36" y="40"/>
                </a:cubicBezTo>
                <a:moveTo>
                  <a:pt x="96" y="108"/>
                </a:moveTo>
                <a:cubicBezTo>
                  <a:pt x="97" y="108"/>
                  <a:pt x="98" y="108"/>
                  <a:pt x="99" y="107"/>
                </a:cubicBezTo>
                <a:cubicBezTo>
                  <a:pt x="115" y="91"/>
                  <a:pt x="115" y="91"/>
                  <a:pt x="115" y="91"/>
                </a:cubicBezTo>
                <a:cubicBezTo>
                  <a:pt x="116" y="90"/>
                  <a:pt x="116" y="89"/>
                  <a:pt x="116" y="88"/>
                </a:cubicBezTo>
                <a:cubicBezTo>
                  <a:pt x="116" y="86"/>
                  <a:pt x="114" y="84"/>
                  <a:pt x="112" y="84"/>
                </a:cubicBezTo>
                <a:cubicBezTo>
                  <a:pt x="111" y="84"/>
                  <a:pt x="110" y="84"/>
                  <a:pt x="109" y="85"/>
                </a:cubicBezTo>
                <a:cubicBezTo>
                  <a:pt x="93" y="101"/>
                  <a:pt x="93" y="101"/>
                  <a:pt x="93" y="101"/>
                </a:cubicBezTo>
                <a:cubicBezTo>
                  <a:pt x="92" y="102"/>
                  <a:pt x="92" y="103"/>
                  <a:pt x="92" y="104"/>
                </a:cubicBezTo>
                <a:cubicBezTo>
                  <a:pt x="92" y="106"/>
                  <a:pt x="94" y="108"/>
                  <a:pt x="96" y="108"/>
                </a:cubicBezTo>
                <a:moveTo>
                  <a:pt x="175" y="89"/>
                </a:moveTo>
                <a:cubicBezTo>
                  <a:pt x="87" y="1"/>
                  <a:pt x="87" y="1"/>
                  <a:pt x="87" y="1"/>
                </a:cubicBezTo>
                <a:cubicBezTo>
                  <a:pt x="86" y="0"/>
                  <a:pt x="85" y="0"/>
                  <a:pt x="84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5"/>
                  <a:pt x="0" y="86"/>
                  <a:pt x="1" y="87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90" y="176"/>
                  <a:pt x="91" y="176"/>
                  <a:pt x="92" y="176"/>
                </a:cubicBezTo>
                <a:cubicBezTo>
                  <a:pt x="93" y="176"/>
                  <a:pt x="94" y="176"/>
                  <a:pt x="95" y="175"/>
                </a:cubicBezTo>
                <a:cubicBezTo>
                  <a:pt x="175" y="95"/>
                  <a:pt x="175" y="95"/>
                  <a:pt x="175" y="95"/>
                </a:cubicBezTo>
                <a:cubicBezTo>
                  <a:pt x="176" y="94"/>
                  <a:pt x="176" y="93"/>
                  <a:pt x="176" y="92"/>
                </a:cubicBezTo>
                <a:cubicBezTo>
                  <a:pt x="176" y="91"/>
                  <a:pt x="176" y="90"/>
                  <a:pt x="175" y="89"/>
                </a:cubicBezTo>
                <a:moveTo>
                  <a:pt x="92" y="166"/>
                </a:moveTo>
                <a:cubicBezTo>
                  <a:pt x="8" y="82"/>
                  <a:pt x="8" y="82"/>
                  <a:pt x="8" y="8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0"/>
                  <a:pt x="10" y="8"/>
                  <a:pt x="12" y="8"/>
                </a:cubicBezTo>
                <a:cubicBezTo>
                  <a:pt x="82" y="8"/>
                  <a:pt x="82" y="8"/>
                  <a:pt x="82" y="8"/>
                </a:cubicBezTo>
                <a:cubicBezTo>
                  <a:pt x="166" y="92"/>
                  <a:pt x="166" y="92"/>
                  <a:pt x="166" y="92"/>
                </a:cubicBezTo>
                <a:lnTo>
                  <a:pt x="92" y="166"/>
                </a:lnTo>
                <a:close/>
                <a:moveTo>
                  <a:pt x="73" y="121"/>
                </a:moveTo>
                <a:cubicBezTo>
                  <a:pt x="72" y="122"/>
                  <a:pt x="72" y="123"/>
                  <a:pt x="72" y="124"/>
                </a:cubicBezTo>
                <a:cubicBezTo>
                  <a:pt x="72" y="126"/>
                  <a:pt x="74" y="128"/>
                  <a:pt x="76" y="128"/>
                </a:cubicBezTo>
                <a:cubicBezTo>
                  <a:pt x="77" y="128"/>
                  <a:pt x="78" y="128"/>
                  <a:pt x="79" y="127"/>
                </a:cubicBezTo>
                <a:cubicBezTo>
                  <a:pt x="87" y="119"/>
                  <a:pt x="87" y="119"/>
                  <a:pt x="87" y="119"/>
                </a:cubicBezTo>
                <a:cubicBezTo>
                  <a:pt x="88" y="118"/>
                  <a:pt x="88" y="117"/>
                  <a:pt x="88" y="116"/>
                </a:cubicBezTo>
                <a:cubicBezTo>
                  <a:pt x="88" y="114"/>
                  <a:pt x="86" y="112"/>
                  <a:pt x="84" y="112"/>
                </a:cubicBezTo>
                <a:cubicBezTo>
                  <a:pt x="83" y="112"/>
                  <a:pt x="82" y="112"/>
                  <a:pt x="81" y="113"/>
                </a:cubicBezTo>
                <a:lnTo>
                  <a:pt x="73" y="121"/>
                </a:lnTo>
                <a:close/>
                <a:moveTo>
                  <a:pt x="92" y="144"/>
                </a:moveTo>
                <a:cubicBezTo>
                  <a:pt x="93" y="144"/>
                  <a:pt x="94" y="144"/>
                  <a:pt x="95" y="143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0" y="118"/>
                  <a:pt x="120" y="117"/>
                  <a:pt x="120" y="116"/>
                </a:cubicBezTo>
                <a:cubicBezTo>
                  <a:pt x="120" y="114"/>
                  <a:pt x="118" y="112"/>
                  <a:pt x="116" y="112"/>
                </a:cubicBezTo>
                <a:cubicBezTo>
                  <a:pt x="115" y="112"/>
                  <a:pt x="114" y="112"/>
                  <a:pt x="113" y="113"/>
                </a:cubicBezTo>
                <a:cubicBezTo>
                  <a:pt x="89" y="137"/>
                  <a:pt x="89" y="137"/>
                  <a:pt x="89" y="137"/>
                </a:cubicBezTo>
                <a:cubicBezTo>
                  <a:pt x="88" y="138"/>
                  <a:pt x="88" y="139"/>
                  <a:pt x="88" y="140"/>
                </a:cubicBezTo>
                <a:cubicBezTo>
                  <a:pt x="88" y="142"/>
                  <a:pt x="90" y="144"/>
                  <a:pt x="92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8" name="Freeform 121"/>
          <p:cNvSpPr>
            <a:spLocks noEditPoints="1"/>
          </p:cNvSpPr>
          <p:nvPr/>
        </p:nvSpPr>
        <p:spPr bwMode="auto">
          <a:xfrm>
            <a:off x="7282709" y="4301671"/>
            <a:ext cx="334275" cy="334275"/>
          </a:xfrm>
          <a:custGeom>
            <a:avLst/>
            <a:gdLst>
              <a:gd name="T0" fmla="*/ 24 w 176"/>
              <a:gd name="T1" fmla="*/ 60 h 176"/>
              <a:gd name="T2" fmla="*/ 48 w 176"/>
              <a:gd name="T3" fmla="*/ 60 h 176"/>
              <a:gd name="T4" fmla="*/ 36 w 176"/>
              <a:gd name="T5" fmla="*/ 64 h 176"/>
              <a:gd name="T6" fmla="*/ 36 w 176"/>
              <a:gd name="T7" fmla="*/ 56 h 176"/>
              <a:gd name="T8" fmla="*/ 36 w 176"/>
              <a:gd name="T9" fmla="*/ 64 h 176"/>
              <a:gd name="T10" fmla="*/ 87 w 176"/>
              <a:gd name="T11" fmla="*/ 111 h 176"/>
              <a:gd name="T12" fmla="*/ 96 w 176"/>
              <a:gd name="T13" fmla="*/ 100 h 176"/>
              <a:gd name="T14" fmla="*/ 89 w 176"/>
              <a:gd name="T15" fmla="*/ 97 h 176"/>
              <a:gd name="T16" fmla="*/ 80 w 176"/>
              <a:gd name="T17" fmla="*/ 108 h 176"/>
              <a:gd name="T18" fmla="*/ 175 w 176"/>
              <a:gd name="T19" fmla="*/ 81 h 176"/>
              <a:gd name="T20" fmla="*/ 92 w 176"/>
              <a:gd name="T21" fmla="*/ 0 h 176"/>
              <a:gd name="T22" fmla="*/ 24 w 176"/>
              <a:gd name="T23" fmla="*/ 12 h 176"/>
              <a:gd name="T24" fmla="*/ 32 w 176"/>
              <a:gd name="T25" fmla="*/ 12 h 176"/>
              <a:gd name="T26" fmla="*/ 90 w 176"/>
              <a:gd name="T27" fmla="*/ 8 h 176"/>
              <a:gd name="T28" fmla="*/ 157 w 176"/>
              <a:gd name="T29" fmla="*/ 93 h 176"/>
              <a:gd name="T30" fmla="*/ 160 w 176"/>
              <a:gd name="T31" fmla="*/ 100 h 176"/>
              <a:gd name="T32" fmla="*/ 175 w 176"/>
              <a:gd name="T33" fmla="*/ 87 h 176"/>
              <a:gd name="T34" fmla="*/ 175 w 176"/>
              <a:gd name="T35" fmla="*/ 81 h 176"/>
              <a:gd name="T36" fmla="*/ 68 w 176"/>
              <a:gd name="T37" fmla="*/ 128 h 176"/>
              <a:gd name="T38" fmla="*/ 75 w 176"/>
              <a:gd name="T39" fmla="*/ 123 h 176"/>
              <a:gd name="T40" fmla="*/ 72 w 176"/>
              <a:gd name="T41" fmla="*/ 116 h 176"/>
              <a:gd name="T42" fmla="*/ 65 w 176"/>
              <a:gd name="T43" fmla="*/ 121 h 176"/>
              <a:gd name="T44" fmla="*/ 71 w 176"/>
              <a:gd name="T45" fmla="*/ 25 h 176"/>
              <a:gd name="T46" fmla="*/ 12 w 176"/>
              <a:gd name="T47" fmla="*/ 24 h 176"/>
              <a:gd name="T48" fmla="*/ 0 w 176"/>
              <a:gd name="T49" fmla="*/ 92 h 176"/>
              <a:gd name="T50" fmla="*/ 81 w 176"/>
              <a:gd name="T51" fmla="*/ 175 h 176"/>
              <a:gd name="T52" fmla="*/ 87 w 176"/>
              <a:gd name="T53" fmla="*/ 175 h 176"/>
              <a:gd name="T54" fmla="*/ 152 w 176"/>
              <a:gd name="T55" fmla="*/ 108 h 176"/>
              <a:gd name="T56" fmla="*/ 71 w 176"/>
              <a:gd name="T57" fmla="*/ 25 h 176"/>
              <a:gd name="T58" fmla="*/ 8 w 176"/>
              <a:gd name="T59" fmla="*/ 90 h 176"/>
              <a:gd name="T60" fmla="*/ 12 w 176"/>
              <a:gd name="T61" fmla="*/ 32 h 176"/>
              <a:gd name="T62" fmla="*/ 142 w 176"/>
              <a:gd name="T63" fmla="*/ 108 h 176"/>
              <a:gd name="T64" fmla="*/ 84 w 176"/>
              <a:gd name="T65" fmla="*/ 144 h 176"/>
              <a:gd name="T66" fmla="*/ 103 w 176"/>
              <a:gd name="T67" fmla="*/ 127 h 176"/>
              <a:gd name="T68" fmla="*/ 100 w 176"/>
              <a:gd name="T69" fmla="*/ 120 h 176"/>
              <a:gd name="T70" fmla="*/ 81 w 176"/>
              <a:gd name="T71" fmla="*/ 137 h 176"/>
              <a:gd name="T72" fmla="*/ 84 w 176"/>
              <a:gd name="T73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36" y="48"/>
                </a:moveTo>
                <a:cubicBezTo>
                  <a:pt x="29" y="48"/>
                  <a:pt x="24" y="53"/>
                  <a:pt x="24" y="60"/>
                </a:cubicBezTo>
                <a:cubicBezTo>
                  <a:pt x="24" y="67"/>
                  <a:pt x="29" y="72"/>
                  <a:pt x="36" y="72"/>
                </a:cubicBezTo>
                <a:cubicBezTo>
                  <a:pt x="43" y="72"/>
                  <a:pt x="48" y="67"/>
                  <a:pt x="48" y="60"/>
                </a:cubicBezTo>
                <a:cubicBezTo>
                  <a:pt x="48" y="53"/>
                  <a:pt x="43" y="48"/>
                  <a:pt x="36" y="48"/>
                </a:cubicBezTo>
                <a:moveTo>
                  <a:pt x="36" y="64"/>
                </a:moveTo>
                <a:cubicBezTo>
                  <a:pt x="34" y="64"/>
                  <a:pt x="32" y="62"/>
                  <a:pt x="32" y="60"/>
                </a:cubicBezTo>
                <a:cubicBezTo>
                  <a:pt x="32" y="58"/>
                  <a:pt x="34" y="56"/>
                  <a:pt x="36" y="56"/>
                </a:cubicBezTo>
                <a:cubicBezTo>
                  <a:pt x="38" y="56"/>
                  <a:pt x="40" y="58"/>
                  <a:pt x="40" y="60"/>
                </a:cubicBezTo>
                <a:cubicBezTo>
                  <a:pt x="40" y="62"/>
                  <a:pt x="38" y="64"/>
                  <a:pt x="36" y="64"/>
                </a:cubicBezTo>
                <a:moveTo>
                  <a:pt x="84" y="112"/>
                </a:moveTo>
                <a:cubicBezTo>
                  <a:pt x="85" y="112"/>
                  <a:pt x="86" y="112"/>
                  <a:pt x="87" y="111"/>
                </a:cubicBezTo>
                <a:cubicBezTo>
                  <a:pt x="95" y="103"/>
                  <a:pt x="95" y="103"/>
                  <a:pt x="95" y="103"/>
                </a:cubicBezTo>
                <a:cubicBezTo>
                  <a:pt x="96" y="102"/>
                  <a:pt x="96" y="101"/>
                  <a:pt x="96" y="100"/>
                </a:cubicBezTo>
                <a:cubicBezTo>
                  <a:pt x="96" y="98"/>
                  <a:pt x="94" y="96"/>
                  <a:pt x="92" y="96"/>
                </a:cubicBezTo>
                <a:cubicBezTo>
                  <a:pt x="91" y="96"/>
                  <a:pt x="90" y="96"/>
                  <a:pt x="89" y="97"/>
                </a:cubicBezTo>
                <a:cubicBezTo>
                  <a:pt x="81" y="105"/>
                  <a:pt x="81" y="105"/>
                  <a:pt x="81" y="105"/>
                </a:cubicBezTo>
                <a:cubicBezTo>
                  <a:pt x="80" y="106"/>
                  <a:pt x="80" y="107"/>
                  <a:pt x="80" y="108"/>
                </a:cubicBezTo>
                <a:cubicBezTo>
                  <a:pt x="80" y="110"/>
                  <a:pt x="82" y="112"/>
                  <a:pt x="84" y="112"/>
                </a:cubicBezTo>
                <a:moveTo>
                  <a:pt x="175" y="81"/>
                </a:moveTo>
                <a:cubicBezTo>
                  <a:pt x="95" y="1"/>
                  <a:pt x="95" y="1"/>
                  <a:pt x="95" y="1"/>
                </a:cubicBezTo>
                <a:cubicBezTo>
                  <a:pt x="94" y="0"/>
                  <a:pt x="93" y="0"/>
                  <a:pt x="9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29" y="0"/>
                  <a:pt x="24" y="5"/>
                  <a:pt x="24" y="12"/>
                </a:cubicBezTo>
                <a:cubicBezTo>
                  <a:pt x="24" y="14"/>
                  <a:pt x="26" y="16"/>
                  <a:pt x="28" y="16"/>
                </a:cubicBezTo>
                <a:cubicBezTo>
                  <a:pt x="30" y="16"/>
                  <a:pt x="32" y="14"/>
                  <a:pt x="32" y="12"/>
                </a:cubicBezTo>
                <a:cubicBezTo>
                  <a:pt x="32" y="10"/>
                  <a:pt x="34" y="8"/>
                  <a:pt x="36" y="8"/>
                </a:cubicBezTo>
                <a:cubicBezTo>
                  <a:pt x="90" y="8"/>
                  <a:pt x="90" y="8"/>
                  <a:pt x="90" y="8"/>
                </a:cubicBezTo>
                <a:cubicBezTo>
                  <a:pt x="166" y="84"/>
                  <a:pt x="166" y="84"/>
                  <a:pt x="166" y="84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6" y="94"/>
                  <a:pt x="156" y="95"/>
                  <a:pt x="156" y="96"/>
                </a:cubicBezTo>
                <a:cubicBezTo>
                  <a:pt x="156" y="98"/>
                  <a:pt x="158" y="100"/>
                  <a:pt x="160" y="100"/>
                </a:cubicBezTo>
                <a:cubicBezTo>
                  <a:pt x="161" y="100"/>
                  <a:pt x="162" y="100"/>
                  <a:pt x="163" y="99"/>
                </a:cubicBezTo>
                <a:cubicBezTo>
                  <a:pt x="175" y="87"/>
                  <a:pt x="175" y="87"/>
                  <a:pt x="175" y="87"/>
                </a:cubicBezTo>
                <a:cubicBezTo>
                  <a:pt x="176" y="86"/>
                  <a:pt x="176" y="85"/>
                  <a:pt x="176" y="84"/>
                </a:cubicBezTo>
                <a:cubicBezTo>
                  <a:pt x="176" y="83"/>
                  <a:pt x="176" y="82"/>
                  <a:pt x="175" y="81"/>
                </a:cubicBezTo>
                <a:moveTo>
                  <a:pt x="64" y="124"/>
                </a:moveTo>
                <a:cubicBezTo>
                  <a:pt x="64" y="126"/>
                  <a:pt x="66" y="128"/>
                  <a:pt x="68" y="128"/>
                </a:cubicBezTo>
                <a:cubicBezTo>
                  <a:pt x="69" y="128"/>
                  <a:pt x="70" y="128"/>
                  <a:pt x="71" y="127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76" y="122"/>
                  <a:pt x="76" y="121"/>
                  <a:pt x="76" y="120"/>
                </a:cubicBezTo>
                <a:cubicBezTo>
                  <a:pt x="76" y="118"/>
                  <a:pt x="74" y="116"/>
                  <a:pt x="72" y="116"/>
                </a:cubicBezTo>
                <a:cubicBezTo>
                  <a:pt x="71" y="116"/>
                  <a:pt x="70" y="116"/>
                  <a:pt x="69" y="117"/>
                </a:cubicBezTo>
                <a:cubicBezTo>
                  <a:pt x="65" y="121"/>
                  <a:pt x="65" y="121"/>
                  <a:pt x="65" y="121"/>
                </a:cubicBezTo>
                <a:cubicBezTo>
                  <a:pt x="64" y="122"/>
                  <a:pt x="64" y="123"/>
                  <a:pt x="64" y="124"/>
                </a:cubicBezTo>
                <a:moveTo>
                  <a:pt x="71" y="25"/>
                </a:moveTo>
                <a:cubicBezTo>
                  <a:pt x="70" y="24"/>
                  <a:pt x="69" y="24"/>
                  <a:pt x="68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29"/>
                  <a:pt x="0" y="36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3"/>
                  <a:pt x="0" y="94"/>
                  <a:pt x="1" y="95"/>
                </a:cubicBezTo>
                <a:cubicBezTo>
                  <a:pt x="81" y="175"/>
                  <a:pt x="81" y="175"/>
                  <a:pt x="81" y="175"/>
                </a:cubicBezTo>
                <a:cubicBezTo>
                  <a:pt x="82" y="176"/>
                  <a:pt x="83" y="176"/>
                  <a:pt x="84" y="176"/>
                </a:cubicBezTo>
                <a:cubicBezTo>
                  <a:pt x="85" y="176"/>
                  <a:pt x="86" y="176"/>
                  <a:pt x="87" y="175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10"/>
                  <a:pt x="152" y="109"/>
                  <a:pt x="152" y="108"/>
                </a:cubicBezTo>
                <a:cubicBezTo>
                  <a:pt x="152" y="107"/>
                  <a:pt x="152" y="106"/>
                  <a:pt x="151" y="105"/>
                </a:cubicBezTo>
                <a:lnTo>
                  <a:pt x="71" y="25"/>
                </a:lnTo>
                <a:close/>
                <a:moveTo>
                  <a:pt x="84" y="166"/>
                </a:moveTo>
                <a:cubicBezTo>
                  <a:pt x="8" y="90"/>
                  <a:pt x="8" y="90"/>
                  <a:pt x="8" y="90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4"/>
                  <a:pt x="10" y="32"/>
                  <a:pt x="12" y="32"/>
                </a:cubicBezTo>
                <a:cubicBezTo>
                  <a:pt x="66" y="32"/>
                  <a:pt x="66" y="32"/>
                  <a:pt x="66" y="32"/>
                </a:cubicBezTo>
                <a:cubicBezTo>
                  <a:pt x="142" y="108"/>
                  <a:pt x="142" y="108"/>
                  <a:pt x="142" y="108"/>
                </a:cubicBezTo>
                <a:lnTo>
                  <a:pt x="84" y="166"/>
                </a:lnTo>
                <a:close/>
                <a:moveTo>
                  <a:pt x="84" y="144"/>
                </a:moveTo>
                <a:cubicBezTo>
                  <a:pt x="85" y="144"/>
                  <a:pt x="86" y="144"/>
                  <a:pt x="87" y="143"/>
                </a:cubicBezTo>
                <a:cubicBezTo>
                  <a:pt x="103" y="127"/>
                  <a:pt x="103" y="127"/>
                  <a:pt x="103" y="127"/>
                </a:cubicBezTo>
                <a:cubicBezTo>
                  <a:pt x="104" y="126"/>
                  <a:pt x="104" y="125"/>
                  <a:pt x="104" y="124"/>
                </a:cubicBezTo>
                <a:cubicBezTo>
                  <a:pt x="104" y="122"/>
                  <a:pt x="102" y="120"/>
                  <a:pt x="100" y="120"/>
                </a:cubicBezTo>
                <a:cubicBezTo>
                  <a:pt x="99" y="120"/>
                  <a:pt x="98" y="120"/>
                  <a:pt x="97" y="121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80" y="138"/>
                  <a:pt x="80" y="139"/>
                  <a:pt x="80" y="140"/>
                </a:cubicBezTo>
                <a:cubicBezTo>
                  <a:pt x="80" y="142"/>
                  <a:pt x="82" y="144"/>
                  <a:pt x="84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432552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988283" y="411510"/>
            <a:ext cx="116743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General</a:t>
            </a:r>
            <a:endParaRPr lang="uk-UA" sz="2400" dirty="0"/>
          </a:p>
        </p:txBody>
      </p:sp>
      <p:sp>
        <p:nvSpPr>
          <p:cNvPr id="63" name="Freeform 122"/>
          <p:cNvSpPr>
            <a:spLocks noEditPoints="1"/>
          </p:cNvSpPr>
          <p:nvPr/>
        </p:nvSpPr>
        <p:spPr bwMode="auto">
          <a:xfrm>
            <a:off x="1561090" y="1103370"/>
            <a:ext cx="274235" cy="335898"/>
          </a:xfrm>
          <a:custGeom>
            <a:avLst/>
            <a:gdLst>
              <a:gd name="T0" fmla="*/ 52 w 144"/>
              <a:gd name="T1" fmla="*/ 136 h 176"/>
              <a:gd name="T2" fmla="*/ 36 w 144"/>
              <a:gd name="T3" fmla="*/ 136 h 176"/>
              <a:gd name="T4" fmla="*/ 32 w 144"/>
              <a:gd name="T5" fmla="*/ 140 h 176"/>
              <a:gd name="T6" fmla="*/ 36 w 144"/>
              <a:gd name="T7" fmla="*/ 144 h 176"/>
              <a:gd name="T8" fmla="*/ 52 w 144"/>
              <a:gd name="T9" fmla="*/ 144 h 176"/>
              <a:gd name="T10" fmla="*/ 56 w 144"/>
              <a:gd name="T11" fmla="*/ 140 h 176"/>
              <a:gd name="T12" fmla="*/ 52 w 144"/>
              <a:gd name="T13" fmla="*/ 136 h 176"/>
              <a:gd name="T14" fmla="*/ 128 w 144"/>
              <a:gd name="T15" fmla="*/ 0 h 176"/>
              <a:gd name="T16" fmla="*/ 16 w 144"/>
              <a:gd name="T17" fmla="*/ 0 h 176"/>
              <a:gd name="T18" fmla="*/ 0 w 144"/>
              <a:gd name="T19" fmla="*/ 16 h 176"/>
              <a:gd name="T20" fmla="*/ 0 w 144"/>
              <a:gd name="T21" fmla="*/ 160 h 176"/>
              <a:gd name="T22" fmla="*/ 16 w 144"/>
              <a:gd name="T23" fmla="*/ 176 h 176"/>
              <a:gd name="T24" fmla="*/ 128 w 144"/>
              <a:gd name="T25" fmla="*/ 176 h 176"/>
              <a:gd name="T26" fmla="*/ 144 w 144"/>
              <a:gd name="T27" fmla="*/ 160 h 176"/>
              <a:gd name="T28" fmla="*/ 144 w 144"/>
              <a:gd name="T29" fmla="*/ 16 h 176"/>
              <a:gd name="T30" fmla="*/ 128 w 144"/>
              <a:gd name="T31" fmla="*/ 0 h 176"/>
              <a:gd name="T32" fmla="*/ 136 w 144"/>
              <a:gd name="T33" fmla="*/ 160 h 176"/>
              <a:gd name="T34" fmla="*/ 128 w 144"/>
              <a:gd name="T35" fmla="*/ 168 h 176"/>
              <a:gd name="T36" fmla="*/ 16 w 144"/>
              <a:gd name="T37" fmla="*/ 168 h 176"/>
              <a:gd name="T38" fmla="*/ 8 w 144"/>
              <a:gd name="T39" fmla="*/ 160 h 176"/>
              <a:gd name="T40" fmla="*/ 8 w 144"/>
              <a:gd name="T41" fmla="*/ 31 h 176"/>
              <a:gd name="T42" fmla="*/ 61 w 144"/>
              <a:gd name="T43" fmla="*/ 47 h 176"/>
              <a:gd name="T44" fmla="*/ 72 w 144"/>
              <a:gd name="T45" fmla="*/ 56 h 176"/>
              <a:gd name="T46" fmla="*/ 83 w 144"/>
              <a:gd name="T47" fmla="*/ 47 h 176"/>
              <a:gd name="T48" fmla="*/ 136 w 144"/>
              <a:gd name="T49" fmla="*/ 31 h 176"/>
              <a:gd name="T50" fmla="*/ 136 w 144"/>
              <a:gd name="T51" fmla="*/ 160 h 176"/>
              <a:gd name="T52" fmla="*/ 68 w 144"/>
              <a:gd name="T53" fmla="*/ 44 h 176"/>
              <a:gd name="T54" fmla="*/ 72 w 144"/>
              <a:gd name="T55" fmla="*/ 40 h 176"/>
              <a:gd name="T56" fmla="*/ 76 w 144"/>
              <a:gd name="T57" fmla="*/ 44 h 176"/>
              <a:gd name="T58" fmla="*/ 72 w 144"/>
              <a:gd name="T59" fmla="*/ 48 h 176"/>
              <a:gd name="T60" fmla="*/ 68 w 144"/>
              <a:gd name="T61" fmla="*/ 44 h 176"/>
              <a:gd name="T62" fmla="*/ 136 w 144"/>
              <a:gd name="T63" fmla="*/ 21 h 176"/>
              <a:gd name="T64" fmla="*/ 83 w 144"/>
              <a:gd name="T65" fmla="*/ 39 h 176"/>
              <a:gd name="T66" fmla="*/ 72 w 144"/>
              <a:gd name="T67" fmla="*/ 32 h 176"/>
              <a:gd name="T68" fmla="*/ 61 w 144"/>
              <a:gd name="T69" fmla="*/ 39 h 176"/>
              <a:gd name="T70" fmla="*/ 8 w 144"/>
              <a:gd name="T71" fmla="*/ 21 h 176"/>
              <a:gd name="T72" fmla="*/ 8 w 144"/>
              <a:gd name="T73" fmla="*/ 16 h 176"/>
              <a:gd name="T74" fmla="*/ 16 w 144"/>
              <a:gd name="T75" fmla="*/ 8 h 176"/>
              <a:gd name="T76" fmla="*/ 128 w 144"/>
              <a:gd name="T77" fmla="*/ 8 h 176"/>
              <a:gd name="T78" fmla="*/ 136 w 144"/>
              <a:gd name="T79" fmla="*/ 16 h 176"/>
              <a:gd name="T80" fmla="*/ 136 w 144"/>
              <a:gd name="T81" fmla="*/ 21 h 176"/>
              <a:gd name="T82" fmla="*/ 60 w 144"/>
              <a:gd name="T83" fmla="*/ 120 h 176"/>
              <a:gd name="T84" fmla="*/ 36 w 144"/>
              <a:gd name="T85" fmla="*/ 120 h 176"/>
              <a:gd name="T86" fmla="*/ 32 w 144"/>
              <a:gd name="T87" fmla="*/ 124 h 176"/>
              <a:gd name="T88" fmla="*/ 36 w 144"/>
              <a:gd name="T89" fmla="*/ 128 h 176"/>
              <a:gd name="T90" fmla="*/ 60 w 144"/>
              <a:gd name="T91" fmla="*/ 128 h 176"/>
              <a:gd name="T92" fmla="*/ 64 w 144"/>
              <a:gd name="T93" fmla="*/ 124 h 176"/>
              <a:gd name="T94" fmla="*/ 60 w 144"/>
              <a:gd name="T95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4" h="176">
                <a:moveTo>
                  <a:pt x="52" y="136"/>
                </a:moveTo>
                <a:cubicBezTo>
                  <a:pt x="36" y="136"/>
                  <a:pt x="36" y="136"/>
                  <a:pt x="36" y="136"/>
                </a:cubicBezTo>
                <a:cubicBezTo>
                  <a:pt x="34" y="136"/>
                  <a:pt x="32" y="138"/>
                  <a:pt x="32" y="140"/>
                </a:cubicBezTo>
                <a:cubicBezTo>
                  <a:pt x="32" y="142"/>
                  <a:pt x="34" y="144"/>
                  <a:pt x="36" y="144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54" y="144"/>
                  <a:pt x="56" y="142"/>
                  <a:pt x="56" y="140"/>
                </a:cubicBezTo>
                <a:cubicBezTo>
                  <a:pt x="56" y="138"/>
                  <a:pt x="54" y="136"/>
                  <a:pt x="52" y="136"/>
                </a:cubicBezTo>
                <a:moveTo>
                  <a:pt x="12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31"/>
                  <a:pt x="8" y="31"/>
                  <a:pt x="8" y="31"/>
                </a:cubicBezTo>
                <a:cubicBezTo>
                  <a:pt x="20" y="40"/>
                  <a:pt x="41" y="46"/>
                  <a:pt x="61" y="47"/>
                </a:cubicBezTo>
                <a:cubicBezTo>
                  <a:pt x="62" y="52"/>
                  <a:pt x="67" y="56"/>
                  <a:pt x="72" y="56"/>
                </a:cubicBezTo>
                <a:cubicBezTo>
                  <a:pt x="77" y="56"/>
                  <a:pt x="82" y="52"/>
                  <a:pt x="83" y="47"/>
                </a:cubicBezTo>
                <a:cubicBezTo>
                  <a:pt x="103" y="46"/>
                  <a:pt x="124" y="40"/>
                  <a:pt x="136" y="31"/>
                </a:cubicBezTo>
                <a:lnTo>
                  <a:pt x="136" y="160"/>
                </a:lnTo>
                <a:close/>
                <a:moveTo>
                  <a:pt x="68" y="44"/>
                </a:moveTo>
                <a:cubicBezTo>
                  <a:pt x="68" y="42"/>
                  <a:pt x="70" y="40"/>
                  <a:pt x="72" y="40"/>
                </a:cubicBezTo>
                <a:cubicBezTo>
                  <a:pt x="74" y="40"/>
                  <a:pt x="76" y="42"/>
                  <a:pt x="76" y="44"/>
                </a:cubicBezTo>
                <a:cubicBezTo>
                  <a:pt x="76" y="46"/>
                  <a:pt x="74" y="48"/>
                  <a:pt x="72" y="48"/>
                </a:cubicBezTo>
                <a:cubicBezTo>
                  <a:pt x="70" y="48"/>
                  <a:pt x="68" y="46"/>
                  <a:pt x="68" y="44"/>
                </a:cubicBezTo>
                <a:moveTo>
                  <a:pt x="136" y="21"/>
                </a:moveTo>
                <a:cubicBezTo>
                  <a:pt x="126" y="31"/>
                  <a:pt x="104" y="38"/>
                  <a:pt x="83" y="39"/>
                </a:cubicBezTo>
                <a:cubicBezTo>
                  <a:pt x="81" y="35"/>
                  <a:pt x="77" y="32"/>
                  <a:pt x="72" y="32"/>
                </a:cubicBezTo>
                <a:cubicBezTo>
                  <a:pt x="67" y="32"/>
                  <a:pt x="63" y="35"/>
                  <a:pt x="61" y="39"/>
                </a:cubicBezTo>
                <a:cubicBezTo>
                  <a:pt x="40" y="38"/>
                  <a:pt x="18" y="31"/>
                  <a:pt x="8" y="21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21"/>
                </a:lnTo>
                <a:close/>
                <a:moveTo>
                  <a:pt x="60" y="120"/>
                </a:moveTo>
                <a:cubicBezTo>
                  <a:pt x="36" y="120"/>
                  <a:pt x="36" y="120"/>
                  <a:pt x="36" y="120"/>
                </a:cubicBezTo>
                <a:cubicBezTo>
                  <a:pt x="34" y="120"/>
                  <a:pt x="32" y="122"/>
                  <a:pt x="32" y="124"/>
                </a:cubicBezTo>
                <a:cubicBezTo>
                  <a:pt x="32" y="126"/>
                  <a:pt x="34" y="128"/>
                  <a:pt x="36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2" y="128"/>
                  <a:pt x="64" y="126"/>
                  <a:pt x="64" y="124"/>
                </a:cubicBezTo>
                <a:cubicBezTo>
                  <a:pt x="64" y="122"/>
                  <a:pt x="62" y="120"/>
                  <a:pt x="60" y="12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123"/>
          <p:cNvSpPr>
            <a:spLocks noEditPoints="1"/>
          </p:cNvSpPr>
          <p:nvPr/>
        </p:nvSpPr>
        <p:spPr bwMode="auto">
          <a:xfrm>
            <a:off x="2200432" y="1103370"/>
            <a:ext cx="274235" cy="335898"/>
          </a:xfrm>
          <a:custGeom>
            <a:avLst/>
            <a:gdLst>
              <a:gd name="T0" fmla="*/ 48 w 144"/>
              <a:gd name="T1" fmla="*/ 0 h 176"/>
              <a:gd name="T2" fmla="*/ 32 w 144"/>
              <a:gd name="T3" fmla="*/ 20 h 176"/>
              <a:gd name="T4" fmla="*/ 40 w 144"/>
              <a:gd name="T5" fmla="*/ 20 h 176"/>
              <a:gd name="T6" fmla="*/ 48 w 144"/>
              <a:gd name="T7" fmla="*/ 8 h 176"/>
              <a:gd name="T8" fmla="*/ 136 w 144"/>
              <a:gd name="T9" fmla="*/ 16 h 176"/>
              <a:gd name="T10" fmla="*/ 128 w 144"/>
              <a:gd name="T11" fmla="*/ 136 h 176"/>
              <a:gd name="T12" fmla="*/ 120 w 144"/>
              <a:gd name="T13" fmla="*/ 140 h 176"/>
              <a:gd name="T14" fmla="*/ 128 w 144"/>
              <a:gd name="T15" fmla="*/ 144 h 176"/>
              <a:gd name="T16" fmla="*/ 144 w 144"/>
              <a:gd name="T17" fmla="*/ 16 h 176"/>
              <a:gd name="T18" fmla="*/ 44 w 144"/>
              <a:gd name="T19" fmla="*/ 128 h 176"/>
              <a:gd name="T20" fmla="*/ 24 w 144"/>
              <a:gd name="T21" fmla="*/ 132 h 176"/>
              <a:gd name="T22" fmla="*/ 44 w 144"/>
              <a:gd name="T23" fmla="*/ 136 h 176"/>
              <a:gd name="T24" fmla="*/ 44 w 144"/>
              <a:gd name="T25" fmla="*/ 128 h 176"/>
              <a:gd name="T26" fmla="*/ 28 w 144"/>
              <a:gd name="T27" fmla="*/ 144 h 176"/>
              <a:gd name="T28" fmla="*/ 28 w 144"/>
              <a:gd name="T29" fmla="*/ 152 h 176"/>
              <a:gd name="T30" fmla="*/ 40 w 144"/>
              <a:gd name="T31" fmla="*/ 148 h 176"/>
              <a:gd name="T32" fmla="*/ 96 w 144"/>
              <a:gd name="T33" fmla="*/ 32 h 176"/>
              <a:gd name="T34" fmla="*/ 0 w 144"/>
              <a:gd name="T35" fmla="*/ 48 h 176"/>
              <a:gd name="T36" fmla="*/ 16 w 144"/>
              <a:gd name="T37" fmla="*/ 176 h 176"/>
              <a:gd name="T38" fmla="*/ 112 w 144"/>
              <a:gd name="T39" fmla="*/ 160 h 176"/>
              <a:gd name="T40" fmla="*/ 96 w 144"/>
              <a:gd name="T41" fmla="*/ 32 h 176"/>
              <a:gd name="T42" fmla="*/ 96 w 144"/>
              <a:gd name="T43" fmla="*/ 168 h 176"/>
              <a:gd name="T44" fmla="*/ 8 w 144"/>
              <a:gd name="T45" fmla="*/ 160 h 176"/>
              <a:gd name="T46" fmla="*/ 45 w 144"/>
              <a:gd name="T47" fmla="*/ 72 h 176"/>
              <a:gd name="T48" fmla="*/ 67 w 144"/>
              <a:gd name="T49" fmla="*/ 72 h 176"/>
              <a:gd name="T50" fmla="*/ 104 w 144"/>
              <a:gd name="T51" fmla="*/ 160 h 176"/>
              <a:gd name="T52" fmla="*/ 56 w 144"/>
              <a:gd name="T53" fmla="*/ 64 h 176"/>
              <a:gd name="T54" fmla="*/ 56 w 144"/>
              <a:gd name="T55" fmla="*/ 72 h 176"/>
              <a:gd name="T56" fmla="*/ 104 w 144"/>
              <a:gd name="T57" fmla="*/ 50 h 176"/>
              <a:gd name="T58" fmla="*/ 56 w 144"/>
              <a:gd name="T59" fmla="*/ 56 h 176"/>
              <a:gd name="T60" fmla="*/ 8 w 144"/>
              <a:gd name="T61" fmla="*/ 50 h 176"/>
              <a:gd name="T62" fmla="*/ 16 w 144"/>
              <a:gd name="T63" fmla="*/ 40 h 176"/>
              <a:gd name="T64" fmla="*/ 104 w 144"/>
              <a:gd name="T65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128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36" y="132"/>
                  <a:pt x="132" y="136"/>
                  <a:pt x="128" y="136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122" y="136"/>
                  <a:pt x="120" y="138"/>
                  <a:pt x="120" y="140"/>
                </a:cubicBezTo>
                <a:cubicBezTo>
                  <a:pt x="120" y="142"/>
                  <a:pt x="122" y="144"/>
                  <a:pt x="124" y="144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44" y="128"/>
                </a:moveTo>
                <a:cubicBezTo>
                  <a:pt x="28" y="128"/>
                  <a:pt x="28" y="128"/>
                  <a:pt x="28" y="128"/>
                </a:cubicBezTo>
                <a:cubicBezTo>
                  <a:pt x="26" y="128"/>
                  <a:pt x="24" y="130"/>
                  <a:pt x="24" y="132"/>
                </a:cubicBezTo>
                <a:cubicBezTo>
                  <a:pt x="24" y="134"/>
                  <a:pt x="26" y="136"/>
                  <a:pt x="28" y="136"/>
                </a:cubicBezTo>
                <a:cubicBezTo>
                  <a:pt x="44" y="136"/>
                  <a:pt x="44" y="136"/>
                  <a:pt x="44" y="136"/>
                </a:cubicBezTo>
                <a:cubicBezTo>
                  <a:pt x="46" y="136"/>
                  <a:pt x="48" y="134"/>
                  <a:pt x="48" y="132"/>
                </a:cubicBezTo>
                <a:cubicBezTo>
                  <a:pt x="48" y="130"/>
                  <a:pt x="46" y="128"/>
                  <a:pt x="44" y="128"/>
                </a:cubicBezTo>
                <a:moveTo>
                  <a:pt x="36" y="144"/>
                </a:moveTo>
                <a:cubicBezTo>
                  <a:pt x="28" y="144"/>
                  <a:pt x="28" y="144"/>
                  <a:pt x="28" y="144"/>
                </a:cubicBezTo>
                <a:cubicBezTo>
                  <a:pt x="26" y="144"/>
                  <a:pt x="24" y="146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8" y="152"/>
                  <a:pt x="40" y="150"/>
                  <a:pt x="40" y="148"/>
                </a:cubicBezTo>
                <a:cubicBezTo>
                  <a:pt x="40" y="146"/>
                  <a:pt x="38" y="144"/>
                  <a:pt x="36" y="144"/>
                </a:cubicBezTo>
                <a:moveTo>
                  <a:pt x="96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105" y="176"/>
                  <a:pt x="112" y="169"/>
                  <a:pt x="112" y="160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39"/>
                  <a:pt x="105" y="32"/>
                  <a:pt x="96" y="32"/>
                </a:cubicBezTo>
                <a:moveTo>
                  <a:pt x="104" y="160"/>
                </a:moveTo>
                <a:cubicBezTo>
                  <a:pt x="104" y="164"/>
                  <a:pt x="100" y="168"/>
                  <a:pt x="96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60"/>
                  <a:pt x="8" y="60"/>
                  <a:pt x="8" y="60"/>
                </a:cubicBezTo>
                <a:cubicBezTo>
                  <a:pt x="18" y="67"/>
                  <a:pt x="29" y="71"/>
                  <a:pt x="45" y="72"/>
                </a:cubicBezTo>
                <a:cubicBezTo>
                  <a:pt x="46" y="76"/>
                  <a:pt x="51" y="80"/>
                  <a:pt x="56" y="80"/>
                </a:cubicBezTo>
                <a:cubicBezTo>
                  <a:pt x="61" y="80"/>
                  <a:pt x="66" y="76"/>
                  <a:pt x="67" y="72"/>
                </a:cubicBezTo>
                <a:cubicBezTo>
                  <a:pt x="83" y="71"/>
                  <a:pt x="94" y="67"/>
                  <a:pt x="104" y="60"/>
                </a:cubicBezTo>
                <a:lnTo>
                  <a:pt x="104" y="160"/>
                </a:lnTo>
                <a:close/>
                <a:moveTo>
                  <a:pt x="52" y="68"/>
                </a:moveTo>
                <a:cubicBezTo>
                  <a:pt x="52" y="66"/>
                  <a:pt x="54" y="64"/>
                  <a:pt x="56" y="64"/>
                </a:cubicBezTo>
                <a:cubicBezTo>
                  <a:pt x="58" y="64"/>
                  <a:pt x="60" y="66"/>
                  <a:pt x="60" y="68"/>
                </a:cubicBezTo>
                <a:cubicBezTo>
                  <a:pt x="60" y="70"/>
                  <a:pt x="58" y="72"/>
                  <a:pt x="56" y="72"/>
                </a:cubicBezTo>
                <a:cubicBezTo>
                  <a:pt x="54" y="72"/>
                  <a:pt x="52" y="70"/>
                  <a:pt x="52" y="68"/>
                </a:cubicBezTo>
                <a:moveTo>
                  <a:pt x="104" y="50"/>
                </a:moveTo>
                <a:cubicBezTo>
                  <a:pt x="96" y="58"/>
                  <a:pt x="85" y="62"/>
                  <a:pt x="67" y="64"/>
                </a:cubicBezTo>
                <a:cubicBezTo>
                  <a:pt x="65" y="59"/>
                  <a:pt x="61" y="56"/>
                  <a:pt x="56" y="56"/>
                </a:cubicBezTo>
                <a:cubicBezTo>
                  <a:pt x="51" y="56"/>
                  <a:pt x="47" y="59"/>
                  <a:pt x="45" y="64"/>
                </a:cubicBezTo>
                <a:cubicBezTo>
                  <a:pt x="27" y="62"/>
                  <a:pt x="16" y="58"/>
                  <a:pt x="8" y="50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96" y="40"/>
                  <a:pt x="96" y="40"/>
                  <a:pt x="96" y="40"/>
                </a:cubicBezTo>
                <a:cubicBezTo>
                  <a:pt x="100" y="40"/>
                  <a:pt x="104" y="44"/>
                  <a:pt x="104" y="48"/>
                </a:cubicBezTo>
                <a:lnTo>
                  <a:pt x="104" y="5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124"/>
          <p:cNvSpPr>
            <a:spLocks noEditPoints="1"/>
          </p:cNvSpPr>
          <p:nvPr/>
        </p:nvSpPr>
        <p:spPr bwMode="auto">
          <a:xfrm>
            <a:off x="2808942" y="1103370"/>
            <a:ext cx="334275" cy="335898"/>
          </a:xfrm>
          <a:custGeom>
            <a:avLst/>
            <a:gdLst>
              <a:gd name="T0" fmla="*/ 39 w 176"/>
              <a:gd name="T1" fmla="*/ 119 h 176"/>
              <a:gd name="T2" fmla="*/ 43 w 176"/>
              <a:gd name="T3" fmla="*/ 115 h 176"/>
              <a:gd name="T4" fmla="*/ 44 w 176"/>
              <a:gd name="T5" fmla="*/ 112 h 176"/>
              <a:gd name="T6" fmla="*/ 40 w 176"/>
              <a:gd name="T7" fmla="*/ 108 h 176"/>
              <a:gd name="T8" fmla="*/ 37 w 176"/>
              <a:gd name="T9" fmla="*/ 109 h 176"/>
              <a:gd name="T10" fmla="*/ 33 w 176"/>
              <a:gd name="T11" fmla="*/ 113 h 176"/>
              <a:gd name="T12" fmla="*/ 32 w 176"/>
              <a:gd name="T13" fmla="*/ 116 h 176"/>
              <a:gd name="T14" fmla="*/ 36 w 176"/>
              <a:gd name="T15" fmla="*/ 120 h 176"/>
              <a:gd name="T16" fmla="*/ 39 w 176"/>
              <a:gd name="T17" fmla="*/ 119 h 176"/>
              <a:gd name="T18" fmla="*/ 64 w 176"/>
              <a:gd name="T19" fmla="*/ 116 h 176"/>
              <a:gd name="T20" fmla="*/ 60 w 176"/>
              <a:gd name="T21" fmla="*/ 112 h 176"/>
              <a:gd name="T22" fmla="*/ 57 w 176"/>
              <a:gd name="T23" fmla="*/ 113 h 176"/>
              <a:gd name="T24" fmla="*/ 17 w 176"/>
              <a:gd name="T25" fmla="*/ 153 h 176"/>
              <a:gd name="T26" fmla="*/ 16 w 176"/>
              <a:gd name="T27" fmla="*/ 156 h 176"/>
              <a:gd name="T28" fmla="*/ 20 w 176"/>
              <a:gd name="T29" fmla="*/ 160 h 176"/>
              <a:gd name="T30" fmla="*/ 23 w 176"/>
              <a:gd name="T31" fmla="*/ 159 h 176"/>
              <a:gd name="T32" fmla="*/ 63 w 176"/>
              <a:gd name="T33" fmla="*/ 119 h 176"/>
              <a:gd name="T34" fmla="*/ 64 w 176"/>
              <a:gd name="T35" fmla="*/ 116 h 176"/>
              <a:gd name="T36" fmla="*/ 64 w 176"/>
              <a:gd name="T37" fmla="*/ 132 h 176"/>
              <a:gd name="T38" fmla="*/ 61 w 176"/>
              <a:gd name="T39" fmla="*/ 133 h 176"/>
              <a:gd name="T40" fmla="*/ 49 w 176"/>
              <a:gd name="T41" fmla="*/ 145 h 176"/>
              <a:gd name="T42" fmla="*/ 48 w 176"/>
              <a:gd name="T43" fmla="*/ 148 h 176"/>
              <a:gd name="T44" fmla="*/ 52 w 176"/>
              <a:gd name="T45" fmla="*/ 152 h 176"/>
              <a:gd name="T46" fmla="*/ 55 w 176"/>
              <a:gd name="T47" fmla="*/ 151 h 176"/>
              <a:gd name="T48" fmla="*/ 67 w 176"/>
              <a:gd name="T49" fmla="*/ 139 h 176"/>
              <a:gd name="T50" fmla="*/ 68 w 176"/>
              <a:gd name="T51" fmla="*/ 136 h 176"/>
              <a:gd name="T52" fmla="*/ 64 w 176"/>
              <a:gd name="T53" fmla="*/ 132 h 176"/>
              <a:gd name="T54" fmla="*/ 176 w 176"/>
              <a:gd name="T55" fmla="*/ 4 h 176"/>
              <a:gd name="T56" fmla="*/ 172 w 176"/>
              <a:gd name="T57" fmla="*/ 0 h 176"/>
              <a:gd name="T58" fmla="*/ 170 w 176"/>
              <a:gd name="T59" fmla="*/ 0 h 176"/>
              <a:gd name="T60" fmla="*/ 170 w 176"/>
              <a:gd name="T61" fmla="*/ 0 h 176"/>
              <a:gd name="T62" fmla="*/ 2 w 176"/>
              <a:gd name="T63" fmla="*/ 72 h 176"/>
              <a:gd name="T64" fmla="*/ 2 w 176"/>
              <a:gd name="T65" fmla="*/ 72 h 176"/>
              <a:gd name="T66" fmla="*/ 2 w 176"/>
              <a:gd name="T67" fmla="*/ 72 h 176"/>
              <a:gd name="T68" fmla="*/ 2 w 176"/>
              <a:gd name="T69" fmla="*/ 72 h 176"/>
              <a:gd name="T70" fmla="*/ 0 w 176"/>
              <a:gd name="T71" fmla="*/ 76 h 176"/>
              <a:gd name="T72" fmla="*/ 3 w 176"/>
              <a:gd name="T73" fmla="*/ 80 h 176"/>
              <a:gd name="T74" fmla="*/ 3 w 176"/>
              <a:gd name="T75" fmla="*/ 80 h 176"/>
              <a:gd name="T76" fmla="*/ 69 w 176"/>
              <a:gd name="T77" fmla="*/ 107 h 176"/>
              <a:gd name="T78" fmla="*/ 96 w 176"/>
              <a:gd name="T79" fmla="*/ 173 h 176"/>
              <a:gd name="T80" fmla="*/ 96 w 176"/>
              <a:gd name="T81" fmla="*/ 173 h 176"/>
              <a:gd name="T82" fmla="*/ 100 w 176"/>
              <a:gd name="T83" fmla="*/ 176 h 176"/>
              <a:gd name="T84" fmla="*/ 104 w 176"/>
              <a:gd name="T85" fmla="*/ 174 h 176"/>
              <a:gd name="T86" fmla="*/ 104 w 176"/>
              <a:gd name="T87" fmla="*/ 174 h 176"/>
              <a:gd name="T88" fmla="*/ 104 w 176"/>
              <a:gd name="T89" fmla="*/ 174 h 176"/>
              <a:gd name="T90" fmla="*/ 104 w 176"/>
              <a:gd name="T91" fmla="*/ 174 h 176"/>
              <a:gd name="T92" fmla="*/ 176 w 176"/>
              <a:gd name="T93" fmla="*/ 6 h 176"/>
              <a:gd name="T94" fmla="*/ 176 w 176"/>
              <a:gd name="T95" fmla="*/ 6 h 176"/>
              <a:gd name="T96" fmla="*/ 176 w 176"/>
              <a:gd name="T97" fmla="*/ 4 h 176"/>
              <a:gd name="T98" fmla="*/ 14 w 176"/>
              <a:gd name="T99" fmla="*/ 76 h 176"/>
              <a:gd name="T100" fmla="*/ 154 w 176"/>
              <a:gd name="T101" fmla="*/ 16 h 176"/>
              <a:gd name="T102" fmla="*/ 71 w 176"/>
              <a:gd name="T103" fmla="*/ 99 h 176"/>
              <a:gd name="T104" fmla="*/ 14 w 176"/>
              <a:gd name="T105" fmla="*/ 76 h 176"/>
              <a:gd name="T106" fmla="*/ 100 w 176"/>
              <a:gd name="T107" fmla="*/ 162 h 176"/>
              <a:gd name="T108" fmla="*/ 77 w 176"/>
              <a:gd name="T109" fmla="*/ 105 h 176"/>
              <a:gd name="T110" fmla="*/ 160 w 176"/>
              <a:gd name="T111" fmla="*/ 22 h 176"/>
              <a:gd name="T112" fmla="*/ 100 w 176"/>
              <a:gd name="T113" fmla="*/ 16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39" y="119"/>
                </a:moveTo>
                <a:cubicBezTo>
                  <a:pt x="43" y="115"/>
                  <a:pt x="43" y="115"/>
                  <a:pt x="43" y="115"/>
                </a:cubicBezTo>
                <a:cubicBezTo>
                  <a:pt x="44" y="114"/>
                  <a:pt x="44" y="113"/>
                  <a:pt x="44" y="112"/>
                </a:cubicBezTo>
                <a:cubicBezTo>
                  <a:pt x="44" y="110"/>
                  <a:pt x="42" y="108"/>
                  <a:pt x="40" y="108"/>
                </a:cubicBezTo>
                <a:cubicBezTo>
                  <a:pt x="39" y="108"/>
                  <a:pt x="38" y="108"/>
                  <a:pt x="37" y="109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2" y="114"/>
                  <a:pt x="32" y="115"/>
                  <a:pt x="32" y="116"/>
                </a:cubicBezTo>
                <a:cubicBezTo>
                  <a:pt x="32" y="118"/>
                  <a:pt x="34" y="120"/>
                  <a:pt x="36" y="120"/>
                </a:cubicBezTo>
                <a:cubicBezTo>
                  <a:pt x="37" y="120"/>
                  <a:pt x="38" y="120"/>
                  <a:pt x="39" y="119"/>
                </a:cubicBezTo>
                <a:moveTo>
                  <a:pt x="64" y="116"/>
                </a:moveTo>
                <a:cubicBezTo>
                  <a:pt x="64" y="114"/>
                  <a:pt x="62" y="112"/>
                  <a:pt x="60" y="112"/>
                </a:cubicBezTo>
                <a:cubicBezTo>
                  <a:pt x="59" y="112"/>
                  <a:pt x="58" y="112"/>
                  <a:pt x="57" y="11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6" y="154"/>
                  <a:pt x="16" y="155"/>
                  <a:pt x="16" y="156"/>
                </a:cubicBezTo>
                <a:cubicBezTo>
                  <a:pt x="16" y="158"/>
                  <a:pt x="18" y="160"/>
                  <a:pt x="20" y="160"/>
                </a:cubicBezTo>
                <a:cubicBezTo>
                  <a:pt x="21" y="160"/>
                  <a:pt x="22" y="160"/>
                  <a:pt x="23" y="159"/>
                </a:cubicBezTo>
                <a:cubicBezTo>
                  <a:pt x="63" y="119"/>
                  <a:pt x="63" y="119"/>
                  <a:pt x="63" y="119"/>
                </a:cubicBezTo>
                <a:cubicBezTo>
                  <a:pt x="64" y="118"/>
                  <a:pt x="64" y="117"/>
                  <a:pt x="64" y="116"/>
                </a:cubicBezTo>
                <a:moveTo>
                  <a:pt x="64" y="132"/>
                </a:moveTo>
                <a:cubicBezTo>
                  <a:pt x="63" y="132"/>
                  <a:pt x="62" y="132"/>
                  <a:pt x="61" y="133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8" y="146"/>
                  <a:pt x="48" y="147"/>
                  <a:pt x="48" y="148"/>
                </a:cubicBezTo>
                <a:cubicBezTo>
                  <a:pt x="48" y="150"/>
                  <a:pt x="50" y="152"/>
                  <a:pt x="52" y="152"/>
                </a:cubicBezTo>
                <a:cubicBezTo>
                  <a:pt x="53" y="152"/>
                  <a:pt x="54" y="152"/>
                  <a:pt x="55" y="151"/>
                </a:cubicBezTo>
                <a:cubicBezTo>
                  <a:pt x="67" y="139"/>
                  <a:pt x="67" y="139"/>
                  <a:pt x="67" y="139"/>
                </a:cubicBezTo>
                <a:cubicBezTo>
                  <a:pt x="68" y="138"/>
                  <a:pt x="68" y="137"/>
                  <a:pt x="68" y="136"/>
                </a:cubicBezTo>
                <a:cubicBezTo>
                  <a:pt x="68" y="134"/>
                  <a:pt x="66" y="132"/>
                  <a:pt x="64" y="132"/>
                </a:cubicBezTo>
                <a:moveTo>
                  <a:pt x="176" y="4"/>
                </a:moveTo>
                <a:cubicBezTo>
                  <a:pt x="176" y="2"/>
                  <a:pt x="174" y="0"/>
                  <a:pt x="172" y="0"/>
                </a:cubicBezTo>
                <a:cubicBezTo>
                  <a:pt x="171" y="0"/>
                  <a:pt x="171" y="0"/>
                  <a:pt x="170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2" y="72"/>
                  <a:pt x="2" y="72"/>
                  <a:pt x="2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6"/>
                </a:cubicBezTo>
                <a:cubicBezTo>
                  <a:pt x="0" y="78"/>
                  <a:pt x="1" y="79"/>
                  <a:pt x="3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69" y="107"/>
                  <a:pt x="69" y="107"/>
                  <a:pt x="69" y="107"/>
                </a:cubicBezTo>
                <a:cubicBezTo>
                  <a:pt x="96" y="173"/>
                  <a:pt x="96" y="173"/>
                  <a:pt x="96" y="173"/>
                </a:cubicBezTo>
                <a:cubicBezTo>
                  <a:pt x="96" y="173"/>
                  <a:pt x="96" y="173"/>
                  <a:pt x="96" y="173"/>
                </a:cubicBezTo>
                <a:cubicBezTo>
                  <a:pt x="97" y="175"/>
                  <a:pt x="98" y="176"/>
                  <a:pt x="100" y="176"/>
                </a:cubicBezTo>
                <a:cubicBezTo>
                  <a:pt x="102" y="176"/>
                  <a:pt x="103" y="175"/>
                  <a:pt x="104" y="174"/>
                </a:cubicBezTo>
                <a:cubicBezTo>
                  <a:pt x="104" y="174"/>
                  <a:pt x="104" y="174"/>
                  <a:pt x="104" y="174"/>
                </a:cubicBezTo>
                <a:cubicBezTo>
                  <a:pt x="104" y="174"/>
                  <a:pt x="104" y="174"/>
                  <a:pt x="104" y="174"/>
                </a:cubicBezTo>
                <a:cubicBezTo>
                  <a:pt x="104" y="174"/>
                  <a:pt x="104" y="174"/>
                  <a:pt x="104" y="174"/>
                </a:cubicBezTo>
                <a:cubicBezTo>
                  <a:pt x="176" y="6"/>
                  <a:pt x="176" y="6"/>
                  <a:pt x="176" y="6"/>
                </a:cubicBezTo>
                <a:cubicBezTo>
                  <a:pt x="176" y="6"/>
                  <a:pt x="176" y="6"/>
                  <a:pt x="176" y="6"/>
                </a:cubicBezTo>
                <a:cubicBezTo>
                  <a:pt x="176" y="5"/>
                  <a:pt x="176" y="5"/>
                  <a:pt x="176" y="4"/>
                </a:cubicBezTo>
                <a:moveTo>
                  <a:pt x="14" y="76"/>
                </a:moveTo>
                <a:cubicBezTo>
                  <a:pt x="154" y="16"/>
                  <a:pt x="154" y="16"/>
                  <a:pt x="154" y="16"/>
                </a:cubicBezTo>
                <a:cubicBezTo>
                  <a:pt x="71" y="99"/>
                  <a:pt x="71" y="99"/>
                  <a:pt x="71" y="99"/>
                </a:cubicBezTo>
                <a:lnTo>
                  <a:pt x="14" y="76"/>
                </a:lnTo>
                <a:close/>
                <a:moveTo>
                  <a:pt x="100" y="162"/>
                </a:moveTo>
                <a:cubicBezTo>
                  <a:pt x="77" y="105"/>
                  <a:pt x="77" y="105"/>
                  <a:pt x="77" y="105"/>
                </a:cubicBezTo>
                <a:cubicBezTo>
                  <a:pt x="160" y="22"/>
                  <a:pt x="160" y="22"/>
                  <a:pt x="160" y="22"/>
                </a:cubicBezTo>
                <a:lnTo>
                  <a:pt x="100" y="16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125"/>
          <p:cNvSpPr>
            <a:spLocks noEditPoints="1"/>
          </p:cNvSpPr>
          <p:nvPr/>
        </p:nvSpPr>
        <p:spPr bwMode="auto">
          <a:xfrm>
            <a:off x="3448283" y="1119597"/>
            <a:ext cx="334275" cy="303444"/>
          </a:xfrm>
          <a:custGeom>
            <a:avLst/>
            <a:gdLst>
              <a:gd name="T0" fmla="*/ 172 w 176"/>
              <a:gd name="T1" fmla="*/ 136 h 160"/>
              <a:gd name="T2" fmla="*/ 96 w 176"/>
              <a:gd name="T3" fmla="*/ 136 h 160"/>
              <a:gd name="T4" fmla="*/ 76 w 176"/>
              <a:gd name="T5" fmla="*/ 120 h 160"/>
              <a:gd name="T6" fmla="*/ 56 w 176"/>
              <a:gd name="T7" fmla="*/ 136 h 160"/>
              <a:gd name="T8" fmla="*/ 4 w 176"/>
              <a:gd name="T9" fmla="*/ 136 h 160"/>
              <a:gd name="T10" fmla="*/ 0 w 176"/>
              <a:gd name="T11" fmla="*/ 140 h 160"/>
              <a:gd name="T12" fmla="*/ 4 w 176"/>
              <a:gd name="T13" fmla="*/ 144 h 160"/>
              <a:gd name="T14" fmla="*/ 56 w 176"/>
              <a:gd name="T15" fmla="*/ 144 h 160"/>
              <a:gd name="T16" fmla="*/ 76 w 176"/>
              <a:gd name="T17" fmla="*/ 160 h 160"/>
              <a:gd name="T18" fmla="*/ 96 w 176"/>
              <a:gd name="T19" fmla="*/ 144 h 160"/>
              <a:gd name="T20" fmla="*/ 172 w 176"/>
              <a:gd name="T21" fmla="*/ 144 h 160"/>
              <a:gd name="T22" fmla="*/ 176 w 176"/>
              <a:gd name="T23" fmla="*/ 140 h 160"/>
              <a:gd name="T24" fmla="*/ 172 w 176"/>
              <a:gd name="T25" fmla="*/ 136 h 160"/>
              <a:gd name="T26" fmla="*/ 76 w 176"/>
              <a:gd name="T27" fmla="*/ 152 h 160"/>
              <a:gd name="T28" fmla="*/ 64 w 176"/>
              <a:gd name="T29" fmla="*/ 140 h 160"/>
              <a:gd name="T30" fmla="*/ 76 w 176"/>
              <a:gd name="T31" fmla="*/ 128 h 160"/>
              <a:gd name="T32" fmla="*/ 88 w 176"/>
              <a:gd name="T33" fmla="*/ 140 h 160"/>
              <a:gd name="T34" fmla="*/ 76 w 176"/>
              <a:gd name="T35" fmla="*/ 152 h 160"/>
              <a:gd name="T36" fmla="*/ 4 w 176"/>
              <a:gd name="T37" fmla="*/ 24 h 160"/>
              <a:gd name="T38" fmla="*/ 24 w 176"/>
              <a:gd name="T39" fmla="*/ 24 h 160"/>
              <a:gd name="T40" fmla="*/ 44 w 176"/>
              <a:gd name="T41" fmla="*/ 40 h 160"/>
              <a:gd name="T42" fmla="*/ 64 w 176"/>
              <a:gd name="T43" fmla="*/ 24 h 160"/>
              <a:gd name="T44" fmla="*/ 172 w 176"/>
              <a:gd name="T45" fmla="*/ 24 h 160"/>
              <a:gd name="T46" fmla="*/ 176 w 176"/>
              <a:gd name="T47" fmla="*/ 20 h 160"/>
              <a:gd name="T48" fmla="*/ 172 w 176"/>
              <a:gd name="T49" fmla="*/ 16 h 160"/>
              <a:gd name="T50" fmla="*/ 64 w 176"/>
              <a:gd name="T51" fmla="*/ 16 h 160"/>
              <a:gd name="T52" fmla="*/ 44 w 176"/>
              <a:gd name="T53" fmla="*/ 0 h 160"/>
              <a:gd name="T54" fmla="*/ 24 w 176"/>
              <a:gd name="T55" fmla="*/ 16 h 160"/>
              <a:gd name="T56" fmla="*/ 4 w 176"/>
              <a:gd name="T57" fmla="*/ 16 h 160"/>
              <a:gd name="T58" fmla="*/ 0 w 176"/>
              <a:gd name="T59" fmla="*/ 20 h 160"/>
              <a:gd name="T60" fmla="*/ 4 w 176"/>
              <a:gd name="T61" fmla="*/ 24 h 160"/>
              <a:gd name="T62" fmla="*/ 44 w 176"/>
              <a:gd name="T63" fmla="*/ 8 h 160"/>
              <a:gd name="T64" fmla="*/ 56 w 176"/>
              <a:gd name="T65" fmla="*/ 20 h 160"/>
              <a:gd name="T66" fmla="*/ 44 w 176"/>
              <a:gd name="T67" fmla="*/ 32 h 160"/>
              <a:gd name="T68" fmla="*/ 32 w 176"/>
              <a:gd name="T69" fmla="*/ 20 h 160"/>
              <a:gd name="T70" fmla="*/ 44 w 176"/>
              <a:gd name="T71" fmla="*/ 8 h 160"/>
              <a:gd name="T72" fmla="*/ 172 w 176"/>
              <a:gd name="T73" fmla="*/ 76 h 160"/>
              <a:gd name="T74" fmla="*/ 160 w 176"/>
              <a:gd name="T75" fmla="*/ 76 h 160"/>
              <a:gd name="T76" fmla="*/ 140 w 176"/>
              <a:gd name="T77" fmla="*/ 60 h 160"/>
              <a:gd name="T78" fmla="*/ 120 w 176"/>
              <a:gd name="T79" fmla="*/ 76 h 160"/>
              <a:gd name="T80" fmla="*/ 4 w 176"/>
              <a:gd name="T81" fmla="*/ 76 h 160"/>
              <a:gd name="T82" fmla="*/ 0 w 176"/>
              <a:gd name="T83" fmla="*/ 80 h 160"/>
              <a:gd name="T84" fmla="*/ 4 w 176"/>
              <a:gd name="T85" fmla="*/ 84 h 160"/>
              <a:gd name="T86" fmla="*/ 120 w 176"/>
              <a:gd name="T87" fmla="*/ 84 h 160"/>
              <a:gd name="T88" fmla="*/ 140 w 176"/>
              <a:gd name="T89" fmla="*/ 100 h 160"/>
              <a:gd name="T90" fmla="*/ 160 w 176"/>
              <a:gd name="T91" fmla="*/ 84 h 160"/>
              <a:gd name="T92" fmla="*/ 172 w 176"/>
              <a:gd name="T93" fmla="*/ 84 h 160"/>
              <a:gd name="T94" fmla="*/ 176 w 176"/>
              <a:gd name="T95" fmla="*/ 80 h 160"/>
              <a:gd name="T96" fmla="*/ 172 w 176"/>
              <a:gd name="T97" fmla="*/ 76 h 160"/>
              <a:gd name="T98" fmla="*/ 140 w 176"/>
              <a:gd name="T99" fmla="*/ 92 h 160"/>
              <a:gd name="T100" fmla="*/ 128 w 176"/>
              <a:gd name="T101" fmla="*/ 80 h 160"/>
              <a:gd name="T102" fmla="*/ 140 w 176"/>
              <a:gd name="T103" fmla="*/ 68 h 160"/>
              <a:gd name="T104" fmla="*/ 152 w 176"/>
              <a:gd name="T105" fmla="*/ 80 h 160"/>
              <a:gd name="T106" fmla="*/ 140 w 176"/>
              <a:gd name="T107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60">
                <a:moveTo>
                  <a:pt x="172" y="136"/>
                </a:moveTo>
                <a:cubicBezTo>
                  <a:pt x="96" y="136"/>
                  <a:pt x="96" y="136"/>
                  <a:pt x="96" y="136"/>
                </a:cubicBezTo>
                <a:cubicBezTo>
                  <a:pt x="94" y="127"/>
                  <a:pt x="86" y="120"/>
                  <a:pt x="76" y="120"/>
                </a:cubicBezTo>
                <a:cubicBezTo>
                  <a:pt x="66" y="120"/>
                  <a:pt x="58" y="127"/>
                  <a:pt x="56" y="136"/>
                </a:cubicBezTo>
                <a:cubicBezTo>
                  <a:pt x="4" y="136"/>
                  <a:pt x="4" y="136"/>
                  <a:pt x="4" y="136"/>
                </a:cubicBezTo>
                <a:cubicBezTo>
                  <a:pt x="2" y="136"/>
                  <a:pt x="0" y="138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8" y="153"/>
                  <a:pt x="66" y="160"/>
                  <a:pt x="76" y="160"/>
                </a:cubicBezTo>
                <a:cubicBezTo>
                  <a:pt x="86" y="160"/>
                  <a:pt x="94" y="153"/>
                  <a:pt x="96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138"/>
                  <a:pt x="174" y="136"/>
                  <a:pt x="172" y="136"/>
                </a:cubicBezTo>
                <a:moveTo>
                  <a:pt x="76" y="152"/>
                </a:moveTo>
                <a:cubicBezTo>
                  <a:pt x="69" y="152"/>
                  <a:pt x="64" y="147"/>
                  <a:pt x="64" y="140"/>
                </a:cubicBezTo>
                <a:cubicBezTo>
                  <a:pt x="64" y="133"/>
                  <a:pt x="69" y="128"/>
                  <a:pt x="76" y="128"/>
                </a:cubicBezTo>
                <a:cubicBezTo>
                  <a:pt x="83" y="128"/>
                  <a:pt x="88" y="133"/>
                  <a:pt x="88" y="140"/>
                </a:cubicBezTo>
                <a:cubicBezTo>
                  <a:pt x="88" y="147"/>
                  <a:pt x="83" y="152"/>
                  <a:pt x="76" y="152"/>
                </a:cubicBezTo>
                <a:moveTo>
                  <a:pt x="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6" y="33"/>
                  <a:pt x="34" y="40"/>
                  <a:pt x="44" y="40"/>
                </a:cubicBezTo>
                <a:cubicBezTo>
                  <a:pt x="54" y="40"/>
                  <a:pt x="62" y="33"/>
                  <a:pt x="6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4" y="24"/>
                  <a:pt x="176" y="22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2" y="7"/>
                  <a:pt x="54" y="0"/>
                  <a:pt x="44" y="0"/>
                </a:cubicBezTo>
                <a:cubicBezTo>
                  <a:pt x="34" y="0"/>
                  <a:pt x="26" y="7"/>
                  <a:pt x="2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2" y="16"/>
                  <a:pt x="0" y="18"/>
                  <a:pt x="0" y="20"/>
                </a:cubicBezTo>
                <a:cubicBezTo>
                  <a:pt x="0" y="22"/>
                  <a:pt x="2" y="24"/>
                  <a:pt x="4" y="24"/>
                </a:cubicBezTo>
                <a:moveTo>
                  <a:pt x="44" y="8"/>
                </a:moveTo>
                <a:cubicBezTo>
                  <a:pt x="51" y="8"/>
                  <a:pt x="56" y="13"/>
                  <a:pt x="56" y="20"/>
                </a:cubicBezTo>
                <a:cubicBezTo>
                  <a:pt x="56" y="27"/>
                  <a:pt x="51" y="32"/>
                  <a:pt x="44" y="32"/>
                </a:cubicBezTo>
                <a:cubicBezTo>
                  <a:pt x="37" y="32"/>
                  <a:pt x="32" y="27"/>
                  <a:pt x="32" y="20"/>
                </a:cubicBezTo>
                <a:cubicBezTo>
                  <a:pt x="32" y="13"/>
                  <a:pt x="37" y="8"/>
                  <a:pt x="44" y="8"/>
                </a:cubicBezTo>
                <a:moveTo>
                  <a:pt x="172" y="76"/>
                </a:moveTo>
                <a:cubicBezTo>
                  <a:pt x="160" y="76"/>
                  <a:pt x="160" y="76"/>
                  <a:pt x="160" y="76"/>
                </a:cubicBezTo>
                <a:cubicBezTo>
                  <a:pt x="158" y="67"/>
                  <a:pt x="150" y="60"/>
                  <a:pt x="140" y="60"/>
                </a:cubicBezTo>
                <a:cubicBezTo>
                  <a:pt x="130" y="60"/>
                  <a:pt x="122" y="67"/>
                  <a:pt x="120" y="76"/>
                </a:cubicBezTo>
                <a:cubicBezTo>
                  <a:pt x="4" y="76"/>
                  <a:pt x="4" y="76"/>
                  <a:pt x="4" y="76"/>
                </a:cubicBezTo>
                <a:cubicBezTo>
                  <a:pt x="2" y="76"/>
                  <a:pt x="0" y="78"/>
                  <a:pt x="0" y="80"/>
                </a:cubicBezTo>
                <a:cubicBezTo>
                  <a:pt x="0" y="82"/>
                  <a:pt x="2" y="84"/>
                  <a:pt x="4" y="84"/>
                </a:cubicBezTo>
                <a:cubicBezTo>
                  <a:pt x="120" y="84"/>
                  <a:pt x="120" y="84"/>
                  <a:pt x="120" y="84"/>
                </a:cubicBezTo>
                <a:cubicBezTo>
                  <a:pt x="122" y="93"/>
                  <a:pt x="130" y="100"/>
                  <a:pt x="140" y="100"/>
                </a:cubicBezTo>
                <a:cubicBezTo>
                  <a:pt x="150" y="100"/>
                  <a:pt x="158" y="93"/>
                  <a:pt x="160" y="84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4" y="84"/>
                  <a:pt x="176" y="82"/>
                  <a:pt x="176" y="80"/>
                </a:cubicBezTo>
                <a:cubicBezTo>
                  <a:pt x="176" y="78"/>
                  <a:pt x="174" y="76"/>
                  <a:pt x="172" y="76"/>
                </a:cubicBezTo>
                <a:moveTo>
                  <a:pt x="140" y="92"/>
                </a:moveTo>
                <a:cubicBezTo>
                  <a:pt x="133" y="92"/>
                  <a:pt x="128" y="87"/>
                  <a:pt x="128" y="80"/>
                </a:cubicBezTo>
                <a:cubicBezTo>
                  <a:pt x="128" y="73"/>
                  <a:pt x="133" y="68"/>
                  <a:pt x="140" y="68"/>
                </a:cubicBezTo>
                <a:cubicBezTo>
                  <a:pt x="147" y="68"/>
                  <a:pt x="152" y="73"/>
                  <a:pt x="152" y="80"/>
                </a:cubicBezTo>
                <a:cubicBezTo>
                  <a:pt x="152" y="87"/>
                  <a:pt x="147" y="92"/>
                  <a:pt x="140" y="9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126"/>
          <p:cNvSpPr>
            <a:spLocks noEditPoints="1"/>
          </p:cNvSpPr>
          <p:nvPr/>
        </p:nvSpPr>
        <p:spPr bwMode="auto">
          <a:xfrm>
            <a:off x="4087625" y="1119597"/>
            <a:ext cx="334275" cy="303444"/>
          </a:xfrm>
          <a:custGeom>
            <a:avLst/>
            <a:gdLst>
              <a:gd name="T0" fmla="*/ 152 w 176"/>
              <a:gd name="T1" fmla="*/ 140 h 160"/>
              <a:gd name="T2" fmla="*/ 160 w 176"/>
              <a:gd name="T3" fmla="*/ 140 h 160"/>
              <a:gd name="T4" fmla="*/ 124 w 176"/>
              <a:gd name="T5" fmla="*/ 72 h 160"/>
              <a:gd name="T6" fmla="*/ 124 w 176"/>
              <a:gd name="T7" fmla="*/ 48 h 160"/>
              <a:gd name="T8" fmla="*/ 124 w 176"/>
              <a:gd name="T9" fmla="*/ 72 h 160"/>
              <a:gd name="T10" fmla="*/ 152 w 176"/>
              <a:gd name="T11" fmla="*/ 100 h 160"/>
              <a:gd name="T12" fmla="*/ 124 w 176"/>
              <a:gd name="T13" fmla="*/ 32 h 160"/>
              <a:gd name="T14" fmla="*/ 96 w 176"/>
              <a:gd name="T15" fmla="*/ 100 h 160"/>
              <a:gd name="T16" fmla="*/ 104 w 176"/>
              <a:gd name="T17" fmla="*/ 60 h 160"/>
              <a:gd name="T18" fmla="*/ 144 w 176"/>
              <a:gd name="T19" fmla="*/ 60 h 160"/>
              <a:gd name="T20" fmla="*/ 124 w 176"/>
              <a:gd name="T21" fmla="*/ 120 h 160"/>
              <a:gd name="T22" fmla="*/ 104 w 176"/>
              <a:gd name="T23" fmla="*/ 60 h 160"/>
              <a:gd name="T24" fmla="*/ 160 w 176"/>
              <a:gd name="T25" fmla="*/ 20 h 160"/>
              <a:gd name="T26" fmla="*/ 152 w 176"/>
              <a:gd name="T27" fmla="*/ 20 h 160"/>
              <a:gd name="T28" fmla="*/ 168 w 176"/>
              <a:gd name="T29" fmla="*/ 0 h 160"/>
              <a:gd name="T30" fmla="*/ 0 w 176"/>
              <a:gd name="T31" fmla="*/ 8 h 160"/>
              <a:gd name="T32" fmla="*/ 8 w 176"/>
              <a:gd name="T33" fmla="*/ 160 h 160"/>
              <a:gd name="T34" fmla="*/ 176 w 176"/>
              <a:gd name="T35" fmla="*/ 152 h 160"/>
              <a:gd name="T36" fmla="*/ 168 w 176"/>
              <a:gd name="T37" fmla="*/ 0 h 160"/>
              <a:gd name="T38" fmla="*/ 8 w 176"/>
              <a:gd name="T39" fmla="*/ 152 h 160"/>
              <a:gd name="T40" fmla="*/ 168 w 176"/>
              <a:gd name="T41" fmla="*/ 8 h 160"/>
              <a:gd name="T42" fmla="*/ 20 w 176"/>
              <a:gd name="T43" fmla="*/ 144 h 160"/>
              <a:gd name="T44" fmla="*/ 20 w 176"/>
              <a:gd name="T45" fmla="*/ 136 h 160"/>
              <a:gd name="T46" fmla="*/ 20 w 176"/>
              <a:gd name="T47" fmla="*/ 144 h 160"/>
              <a:gd name="T48" fmla="*/ 52 w 176"/>
              <a:gd name="T49" fmla="*/ 128 h 160"/>
              <a:gd name="T50" fmla="*/ 80 w 176"/>
              <a:gd name="T51" fmla="*/ 60 h 160"/>
              <a:gd name="T52" fmla="*/ 24 w 176"/>
              <a:gd name="T53" fmla="*/ 60 h 160"/>
              <a:gd name="T54" fmla="*/ 32 w 176"/>
              <a:gd name="T55" fmla="*/ 60 h 160"/>
              <a:gd name="T56" fmla="*/ 72 w 176"/>
              <a:gd name="T57" fmla="*/ 60 h 160"/>
              <a:gd name="T58" fmla="*/ 52 w 176"/>
              <a:gd name="T59" fmla="*/ 120 h 160"/>
              <a:gd name="T60" fmla="*/ 32 w 176"/>
              <a:gd name="T61" fmla="*/ 60 h 160"/>
              <a:gd name="T62" fmla="*/ 24 w 176"/>
              <a:gd name="T63" fmla="*/ 20 h 160"/>
              <a:gd name="T64" fmla="*/ 16 w 176"/>
              <a:gd name="T65" fmla="*/ 20 h 160"/>
              <a:gd name="T66" fmla="*/ 52 w 176"/>
              <a:gd name="T67" fmla="*/ 112 h 160"/>
              <a:gd name="T68" fmla="*/ 52 w 176"/>
              <a:gd name="T69" fmla="*/ 88 h 160"/>
              <a:gd name="T70" fmla="*/ 52 w 176"/>
              <a:gd name="T71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60">
                <a:moveTo>
                  <a:pt x="156" y="136"/>
                </a:move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58" y="144"/>
                  <a:pt x="160" y="142"/>
                  <a:pt x="160" y="140"/>
                </a:cubicBezTo>
                <a:cubicBezTo>
                  <a:pt x="160" y="138"/>
                  <a:pt x="158" y="136"/>
                  <a:pt x="156" y="136"/>
                </a:cubicBezTo>
                <a:moveTo>
                  <a:pt x="124" y="72"/>
                </a:moveTo>
                <a:cubicBezTo>
                  <a:pt x="131" y="72"/>
                  <a:pt x="136" y="67"/>
                  <a:pt x="136" y="60"/>
                </a:cubicBezTo>
                <a:cubicBezTo>
                  <a:pt x="136" y="53"/>
                  <a:pt x="131" y="48"/>
                  <a:pt x="124" y="48"/>
                </a:cubicBezTo>
                <a:cubicBezTo>
                  <a:pt x="117" y="48"/>
                  <a:pt x="112" y="53"/>
                  <a:pt x="112" y="60"/>
                </a:cubicBezTo>
                <a:cubicBezTo>
                  <a:pt x="112" y="67"/>
                  <a:pt x="117" y="72"/>
                  <a:pt x="124" y="72"/>
                </a:cubicBezTo>
                <a:moveTo>
                  <a:pt x="124" y="128"/>
                </a:moveTo>
                <a:cubicBezTo>
                  <a:pt x="139" y="128"/>
                  <a:pt x="152" y="115"/>
                  <a:pt x="152" y="10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5"/>
                  <a:pt x="139" y="32"/>
                  <a:pt x="124" y="32"/>
                </a:cubicBezTo>
                <a:cubicBezTo>
                  <a:pt x="109" y="32"/>
                  <a:pt x="96" y="45"/>
                  <a:pt x="96" y="60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115"/>
                  <a:pt x="109" y="128"/>
                  <a:pt x="124" y="128"/>
                </a:cubicBezTo>
                <a:moveTo>
                  <a:pt x="104" y="60"/>
                </a:moveTo>
                <a:cubicBezTo>
                  <a:pt x="104" y="49"/>
                  <a:pt x="113" y="40"/>
                  <a:pt x="124" y="40"/>
                </a:cubicBezTo>
                <a:cubicBezTo>
                  <a:pt x="135" y="40"/>
                  <a:pt x="144" y="49"/>
                  <a:pt x="144" y="6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11"/>
                  <a:pt x="135" y="120"/>
                  <a:pt x="124" y="120"/>
                </a:cubicBezTo>
                <a:cubicBezTo>
                  <a:pt x="113" y="120"/>
                  <a:pt x="104" y="111"/>
                  <a:pt x="104" y="100"/>
                </a:cubicBezTo>
                <a:lnTo>
                  <a:pt x="104" y="60"/>
                </a:lnTo>
                <a:close/>
                <a:moveTo>
                  <a:pt x="156" y="24"/>
                </a:move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154" y="16"/>
                  <a:pt x="152" y="18"/>
                  <a:pt x="152" y="20"/>
                </a:cubicBezTo>
                <a:cubicBezTo>
                  <a:pt x="152" y="22"/>
                  <a:pt x="154" y="24"/>
                  <a:pt x="156" y="24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8" y="16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172" y="160"/>
                  <a:pt x="176" y="156"/>
                  <a:pt x="176" y="152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52"/>
                </a:moveTo>
                <a:cubicBezTo>
                  <a:pt x="8" y="152"/>
                  <a:pt x="8" y="152"/>
                  <a:pt x="8" y="152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52"/>
                </a:lnTo>
                <a:close/>
                <a:moveTo>
                  <a:pt x="20" y="144"/>
                </a:moveTo>
                <a:cubicBezTo>
                  <a:pt x="22" y="144"/>
                  <a:pt x="24" y="142"/>
                  <a:pt x="24" y="140"/>
                </a:cubicBezTo>
                <a:cubicBezTo>
                  <a:pt x="24" y="138"/>
                  <a:pt x="22" y="136"/>
                  <a:pt x="20" y="136"/>
                </a:cubicBezTo>
                <a:cubicBezTo>
                  <a:pt x="18" y="136"/>
                  <a:pt x="16" y="138"/>
                  <a:pt x="16" y="140"/>
                </a:cubicBezTo>
                <a:cubicBezTo>
                  <a:pt x="16" y="142"/>
                  <a:pt x="18" y="144"/>
                  <a:pt x="20" y="144"/>
                </a:cubicBezTo>
                <a:moveTo>
                  <a:pt x="24" y="100"/>
                </a:moveTo>
                <a:cubicBezTo>
                  <a:pt x="24" y="115"/>
                  <a:pt x="37" y="128"/>
                  <a:pt x="52" y="128"/>
                </a:cubicBezTo>
                <a:cubicBezTo>
                  <a:pt x="67" y="128"/>
                  <a:pt x="80" y="115"/>
                  <a:pt x="80" y="100"/>
                </a:cubicBezTo>
                <a:cubicBezTo>
                  <a:pt x="80" y="60"/>
                  <a:pt x="80" y="60"/>
                  <a:pt x="80" y="60"/>
                </a:cubicBezTo>
                <a:cubicBezTo>
                  <a:pt x="80" y="45"/>
                  <a:pt x="67" y="32"/>
                  <a:pt x="52" y="32"/>
                </a:cubicBezTo>
                <a:cubicBezTo>
                  <a:pt x="37" y="32"/>
                  <a:pt x="24" y="45"/>
                  <a:pt x="24" y="60"/>
                </a:cubicBezTo>
                <a:lnTo>
                  <a:pt x="24" y="100"/>
                </a:lnTo>
                <a:close/>
                <a:moveTo>
                  <a:pt x="32" y="60"/>
                </a:moveTo>
                <a:cubicBezTo>
                  <a:pt x="32" y="49"/>
                  <a:pt x="41" y="40"/>
                  <a:pt x="52" y="40"/>
                </a:cubicBezTo>
                <a:cubicBezTo>
                  <a:pt x="63" y="40"/>
                  <a:pt x="72" y="49"/>
                  <a:pt x="72" y="60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111"/>
                  <a:pt x="63" y="120"/>
                  <a:pt x="52" y="120"/>
                </a:cubicBezTo>
                <a:cubicBezTo>
                  <a:pt x="41" y="120"/>
                  <a:pt x="32" y="111"/>
                  <a:pt x="32" y="100"/>
                </a:cubicBezTo>
                <a:lnTo>
                  <a:pt x="32" y="60"/>
                </a:lnTo>
                <a:close/>
                <a:moveTo>
                  <a:pt x="20" y="24"/>
                </a:moveTo>
                <a:cubicBezTo>
                  <a:pt x="22" y="24"/>
                  <a:pt x="24" y="22"/>
                  <a:pt x="24" y="20"/>
                </a:cubicBezTo>
                <a:cubicBezTo>
                  <a:pt x="24" y="18"/>
                  <a:pt x="22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moveTo>
                  <a:pt x="52" y="112"/>
                </a:moveTo>
                <a:cubicBezTo>
                  <a:pt x="59" y="112"/>
                  <a:pt x="64" y="107"/>
                  <a:pt x="64" y="100"/>
                </a:cubicBezTo>
                <a:cubicBezTo>
                  <a:pt x="64" y="93"/>
                  <a:pt x="59" y="88"/>
                  <a:pt x="52" y="88"/>
                </a:cubicBezTo>
                <a:cubicBezTo>
                  <a:pt x="45" y="88"/>
                  <a:pt x="40" y="93"/>
                  <a:pt x="40" y="100"/>
                </a:cubicBezTo>
                <a:cubicBezTo>
                  <a:pt x="40" y="107"/>
                  <a:pt x="45" y="112"/>
                  <a:pt x="52" y="11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127"/>
          <p:cNvSpPr>
            <a:spLocks noEditPoints="1"/>
          </p:cNvSpPr>
          <p:nvPr/>
        </p:nvSpPr>
        <p:spPr bwMode="auto">
          <a:xfrm>
            <a:off x="4725344" y="1103370"/>
            <a:ext cx="335898" cy="335898"/>
          </a:xfrm>
          <a:custGeom>
            <a:avLst/>
            <a:gdLst>
              <a:gd name="T0" fmla="*/ 95 w 176"/>
              <a:gd name="T1" fmla="*/ 128 h 176"/>
              <a:gd name="T2" fmla="*/ 65 w 176"/>
              <a:gd name="T3" fmla="*/ 128 h 176"/>
              <a:gd name="T4" fmla="*/ 24 w 176"/>
              <a:gd name="T5" fmla="*/ 132 h 176"/>
              <a:gd name="T6" fmla="*/ 65 w 176"/>
              <a:gd name="T7" fmla="*/ 136 h 176"/>
              <a:gd name="T8" fmla="*/ 95 w 176"/>
              <a:gd name="T9" fmla="*/ 136 h 176"/>
              <a:gd name="T10" fmla="*/ 152 w 176"/>
              <a:gd name="T11" fmla="*/ 132 h 176"/>
              <a:gd name="T12" fmla="*/ 80 w 176"/>
              <a:gd name="T13" fmla="*/ 140 h 176"/>
              <a:gd name="T14" fmla="*/ 80 w 176"/>
              <a:gd name="T15" fmla="*/ 124 h 176"/>
              <a:gd name="T16" fmla="*/ 80 w 176"/>
              <a:gd name="T17" fmla="*/ 140 h 176"/>
              <a:gd name="T18" fmla="*/ 135 w 176"/>
              <a:gd name="T19" fmla="*/ 84 h 176"/>
              <a:gd name="T20" fmla="*/ 105 w 176"/>
              <a:gd name="T21" fmla="*/ 84 h 176"/>
              <a:gd name="T22" fmla="*/ 24 w 176"/>
              <a:gd name="T23" fmla="*/ 88 h 176"/>
              <a:gd name="T24" fmla="*/ 105 w 176"/>
              <a:gd name="T25" fmla="*/ 92 h 176"/>
              <a:gd name="T26" fmla="*/ 135 w 176"/>
              <a:gd name="T27" fmla="*/ 92 h 176"/>
              <a:gd name="T28" fmla="*/ 152 w 176"/>
              <a:gd name="T29" fmla="*/ 88 h 176"/>
              <a:gd name="T30" fmla="*/ 120 w 176"/>
              <a:gd name="T31" fmla="*/ 96 h 176"/>
              <a:gd name="T32" fmla="*/ 120 w 176"/>
              <a:gd name="T33" fmla="*/ 80 h 176"/>
              <a:gd name="T34" fmla="*/ 120 w 176"/>
              <a:gd name="T35" fmla="*/ 96 h 176"/>
              <a:gd name="T36" fmla="*/ 79 w 176"/>
              <a:gd name="T37" fmla="*/ 40 h 176"/>
              <a:gd name="T38" fmla="*/ 49 w 176"/>
              <a:gd name="T39" fmla="*/ 40 h 176"/>
              <a:gd name="T40" fmla="*/ 24 w 176"/>
              <a:gd name="T41" fmla="*/ 44 h 176"/>
              <a:gd name="T42" fmla="*/ 49 w 176"/>
              <a:gd name="T43" fmla="*/ 48 h 176"/>
              <a:gd name="T44" fmla="*/ 79 w 176"/>
              <a:gd name="T45" fmla="*/ 48 h 176"/>
              <a:gd name="T46" fmla="*/ 152 w 176"/>
              <a:gd name="T47" fmla="*/ 44 h 176"/>
              <a:gd name="T48" fmla="*/ 64 w 176"/>
              <a:gd name="T49" fmla="*/ 52 h 176"/>
              <a:gd name="T50" fmla="*/ 64 w 176"/>
              <a:gd name="T51" fmla="*/ 36 h 176"/>
              <a:gd name="T52" fmla="*/ 64 w 176"/>
              <a:gd name="T53" fmla="*/ 52 h 176"/>
              <a:gd name="T54" fmla="*/ 16 w 176"/>
              <a:gd name="T55" fmla="*/ 0 h 176"/>
              <a:gd name="T56" fmla="*/ 0 w 176"/>
              <a:gd name="T57" fmla="*/ 160 h 176"/>
              <a:gd name="T58" fmla="*/ 160 w 176"/>
              <a:gd name="T59" fmla="*/ 176 h 176"/>
              <a:gd name="T60" fmla="*/ 176 w 176"/>
              <a:gd name="T61" fmla="*/ 16 h 176"/>
              <a:gd name="T62" fmla="*/ 168 w 176"/>
              <a:gd name="T63" fmla="*/ 160 h 176"/>
              <a:gd name="T64" fmla="*/ 16 w 176"/>
              <a:gd name="T65" fmla="*/ 168 h 176"/>
              <a:gd name="T66" fmla="*/ 8 w 176"/>
              <a:gd name="T67" fmla="*/ 16 h 176"/>
              <a:gd name="T68" fmla="*/ 160 w 176"/>
              <a:gd name="T69" fmla="*/ 8 h 176"/>
              <a:gd name="T70" fmla="*/ 168 w 176"/>
              <a:gd name="T7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48" y="128"/>
                </a:moveTo>
                <a:cubicBezTo>
                  <a:pt x="95" y="128"/>
                  <a:pt x="95" y="128"/>
                  <a:pt x="95" y="128"/>
                </a:cubicBezTo>
                <a:cubicBezTo>
                  <a:pt x="94" y="121"/>
                  <a:pt x="87" y="116"/>
                  <a:pt x="80" y="116"/>
                </a:cubicBezTo>
                <a:cubicBezTo>
                  <a:pt x="73" y="116"/>
                  <a:pt x="66" y="121"/>
                  <a:pt x="65" y="128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26" y="128"/>
                  <a:pt x="24" y="130"/>
                  <a:pt x="24" y="132"/>
                </a:cubicBezTo>
                <a:cubicBezTo>
                  <a:pt x="24" y="134"/>
                  <a:pt x="26" y="136"/>
                  <a:pt x="28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6" y="143"/>
                  <a:pt x="73" y="148"/>
                  <a:pt x="80" y="148"/>
                </a:cubicBezTo>
                <a:cubicBezTo>
                  <a:pt x="87" y="148"/>
                  <a:pt x="94" y="143"/>
                  <a:pt x="95" y="136"/>
                </a:cubicBezTo>
                <a:cubicBezTo>
                  <a:pt x="148" y="136"/>
                  <a:pt x="148" y="136"/>
                  <a:pt x="148" y="136"/>
                </a:cubicBezTo>
                <a:cubicBezTo>
                  <a:pt x="150" y="136"/>
                  <a:pt x="152" y="134"/>
                  <a:pt x="152" y="132"/>
                </a:cubicBezTo>
                <a:cubicBezTo>
                  <a:pt x="152" y="130"/>
                  <a:pt x="150" y="128"/>
                  <a:pt x="148" y="128"/>
                </a:cubicBezTo>
                <a:moveTo>
                  <a:pt x="80" y="140"/>
                </a:moveTo>
                <a:cubicBezTo>
                  <a:pt x="76" y="140"/>
                  <a:pt x="72" y="136"/>
                  <a:pt x="72" y="132"/>
                </a:cubicBezTo>
                <a:cubicBezTo>
                  <a:pt x="72" y="128"/>
                  <a:pt x="76" y="124"/>
                  <a:pt x="80" y="124"/>
                </a:cubicBezTo>
                <a:cubicBezTo>
                  <a:pt x="84" y="124"/>
                  <a:pt x="88" y="128"/>
                  <a:pt x="88" y="132"/>
                </a:cubicBezTo>
                <a:cubicBezTo>
                  <a:pt x="88" y="136"/>
                  <a:pt x="84" y="140"/>
                  <a:pt x="80" y="140"/>
                </a:cubicBezTo>
                <a:moveTo>
                  <a:pt x="148" y="84"/>
                </a:moveTo>
                <a:cubicBezTo>
                  <a:pt x="135" y="84"/>
                  <a:pt x="135" y="84"/>
                  <a:pt x="135" y="84"/>
                </a:cubicBezTo>
                <a:cubicBezTo>
                  <a:pt x="134" y="77"/>
                  <a:pt x="127" y="72"/>
                  <a:pt x="120" y="72"/>
                </a:cubicBezTo>
                <a:cubicBezTo>
                  <a:pt x="113" y="72"/>
                  <a:pt x="106" y="77"/>
                  <a:pt x="105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6" y="84"/>
                  <a:pt x="24" y="86"/>
                  <a:pt x="24" y="88"/>
                </a:cubicBezTo>
                <a:cubicBezTo>
                  <a:pt x="24" y="90"/>
                  <a:pt x="26" y="92"/>
                  <a:pt x="28" y="92"/>
                </a:cubicBezTo>
                <a:cubicBezTo>
                  <a:pt x="105" y="92"/>
                  <a:pt x="105" y="92"/>
                  <a:pt x="105" y="92"/>
                </a:cubicBezTo>
                <a:cubicBezTo>
                  <a:pt x="106" y="99"/>
                  <a:pt x="113" y="104"/>
                  <a:pt x="120" y="104"/>
                </a:cubicBezTo>
                <a:cubicBezTo>
                  <a:pt x="127" y="104"/>
                  <a:pt x="134" y="99"/>
                  <a:pt x="135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50" y="92"/>
                  <a:pt x="152" y="90"/>
                  <a:pt x="152" y="88"/>
                </a:cubicBezTo>
                <a:cubicBezTo>
                  <a:pt x="152" y="86"/>
                  <a:pt x="150" y="84"/>
                  <a:pt x="148" y="84"/>
                </a:cubicBezTo>
                <a:moveTo>
                  <a:pt x="120" y="96"/>
                </a:moveTo>
                <a:cubicBezTo>
                  <a:pt x="116" y="96"/>
                  <a:pt x="112" y="92"/>
                  <a:pt x="112" y="88"/>
                </a:cubicBezTo>
                <a:cubicBezTo>
                  <a:pt x="112" y="84"/>
                  <a:pt x="116" y="80"/>
                  <a:pt x="120" y="80"/>
                </a:cubicBezTo>
                <a:cubicBezTo>
                  <a:pt x="124" y="80"/>
                  <a:pt x="128" y="84"/>
                  <a:pt x="128" y="88"/>
                </a:cubicBezTo>
                <a:cubicBezTo>
                  <a:pt x="128" y="92"/>
                  <a:pt x="124" y="96"/>
                  <a:pt x="120" y="96"/>
                </a:cubicBezTo>
                <a:moveTo>
                  <a:pt x="148" y="40"/>
                </a:moveTo>
                <a:cubicBezTo>
                  <a:pt x="79" y="40"/>
                  <a:pt x="79" y="40"/>
                  <a:pt x="79" y="40"/>
                </a:cubicBezTo>
                <a:cubicBezTo>
                  <a:pt x="78" y="33"/>
                  <a:pt x="71" y="28"/>
                  <a:pt x="64" y="28"/>
                </a:cubicBezTo>
                <a:cubicBezTo>
                  <a:pt x="57" y="28"/>
                  <a:pt x="50" y="33"/>
                  <a:pt x="49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4" y="42"/>
                  <a:pt x="24" y="44"/>
                </a:cubicBezTo>
                <a:cubicBezTo>
                  <a:pt x="24" y="46"/>
                  <a:pt x="26" y="48"/>
                  <a:pt x="28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0" y="55"/>
                  <a:pt x="57" y="60"/>
                  <a:pt x="64" y="60"/>
                </a:cubicBezTo>
                <a:cubicBezTo>
                  <a:pt x="71" y="60"/>
                  <a:pt x="78" y="55"/>
                  <a:pt x="79" y="48"/>
                </a:cubicBezTo>
                <a:cubicBezTo>
                  <a:pt x="148" y="48"/>
                  <a:pt x="148" y="48"/>
                  <a:pt x="148" y="48"/>
                </a:cubicBezTo>
                <a:cubicBezTo>
                  <a:pt x="150" y="48"/>
                  <a:pt x="152" y="46"/>
                  <a:pt x="152" y="44"/>
                </a:cubicBezTo>
                <a:cubicBezTo>
                  <a:pt x="152" y="42"/>
                  <a:pt x="150" y="40"/>
                  <a:pt x="148" y="40"/>
                </a:cubicBezTo>
                <a:moveTo>
                  <a:pt x="64" y="52"/>
                </a:moveTo>
                <a:cubicBezTo>
                  <a:pt x="60" y="52"/>
                  <a:pt x="56" y="48"/>
                  <a:pt x="56" y="44"/>
                </a:cubicBezTo>
                <a:cubicBezTo>
                  <a:pt x="56" y="40"/>
                  <a:pt x="60" y="36"/>
                  <a:pt x="64" y="36"/>
                </a:cubicBezTo>
                <a:cubicBezTo>
                  <a:pt x="68" y="36"/>
                  <a:pt x="72" y="40"/>
                  <a:pt x="72" y="44"/>
                </a:cubicBezTo>
                <a:cubicBezTo>
                  <a:pt x="72" y="48"/>
                  <a:pt x="68" y="52"/>
                  <a:pt x="64" y="5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128"/>
          <p:cNvSpPr>
            <a:spLocks noEditPoints="1"/>
          </p:cNvSpPr>
          <p:nvPr/>
        </p:nvSpPr>
        <p:spPr bwMode="auto">
          <a:xfrm>
            <a:off x="5364684" y="1103370"/>
            <a:ext cx="335898" cy="335898"/>
          </a:xfrm>
          <a:custGeom>
            <a:avLst/>
            <a:gdLst>
              <a:gd name="T0" fmla="*/ 162 w 176"/>
              <a:gd name="T1" fmla="*/ 68 h 176"/>
              <a:gd name="T2" fmla="*/ 159 w 176"/>
              <a:gd name="T3" fmla="*/ 42 h 176"/>
              <a:gd name="T4" fmla="*/ 142 w 176"/>
              <a:gd name="T5" fmla="*/ 17 h 176"/>
              <a:gd name="T6" fmla="*/ 134 w 176"/>
              <a:gd name="T7" fmla="*/ 17 h 176"/>
              <a:gd name="T8" fmla="*/ 108 w 176"/>
              <a:gd name="T9" fmla="*/ 14 h 176"/>
              <a:gd name="T10" fmla="*/ 100 w 176"/>
              <a:gd name="T11" fmla="*/ 0 h 176"/>
              <a:gd name="T12" fmla="*/ 70 w 176"/>
              <a:gd name="T13" fmla="*/ 6 h 176"/>
              <a:gd name="T14" fmla="*/ 50 w 176"/>
              <a:gd name="T15" fmla="*/ 22 h 176"/>
              <a:gd name="T16" fmla="*/ 38 w 176"/>
              <a:gd name="T17" fmla="*/ 16 h 176"/>
              <a:gd name="T18" fmla="*/ 17 w 176"/>
              <a:gd name="T19" fmla="*/ 34 h 176"/>
              <a:gd name="T20" fmla="*/ 22 w 176"/>
              <a:gd name="T21" fmla="*/ 50 h 176"/>
              <a:gd name="T22" fmla="*/ 6 w 176"/>
              <a:gd name="T23" fmla="*/ 70 h 176"/>
              <a:gd name="T24" fmla="*/ 0 w 176"/>
              <a:gd name="T25" fmla="*/ 100 h 176"/>
              <a:gd name="T26" fmla="*/ 14 w 176"/>
              <a:gd name="T27" fmla="*/ 108 h 176"/>
              <a:gd name="T28" fmla="*/ 17 w 176"/>
              <a:gd name="T29" fmla="*/ 134 h 176"/>
              <a:gd name="T30" fmla="*/ 34 w 176"/>
              <a:gd name="T31" fmla="*/ 159 h 176"/>
              <a:gd name="T32" fmla="*/ 42 w 176"/>
              <a:gd name="T33" fmla="*/ 159 h 176"/>
              <a:gd name="T34" fmla="*/ 68 w 176"/>
              <a:gd name="T35" fmla="*/ 162 h 176"/>
              <a:gd name="T36" fmla="*/ 76 w 176"/>
              <a:gd name="T37" fmla="*/ 176 h 176"/>
              <a:gd name="T38" fmla="*/ 106 w 176"/>
              <a:gd name="T39" fmla="*/ 170 h 176"/>
              <a:gd name="T40" fmla="*/ 126 w 176"/>
              <a:gd name="T41" fmla="*/ 154 h 176"/>
              <a:gd name="T42" fmla="*/ 138 w 176"/>
              <a:gd name="T43" fmla="*/ 160 h 176"/>
              <a:gd name="T44" fmla="*/ 159 w 176"/>
              <a:gd name="T45" fmla="*/ 142 h 176"/>
              <a:gd name="T46" fmla="*/ 154 w 176"/>
              <a:gd name="T47" fmla="*/ 126 h 176"/>
              <a:gd name="T48" fmla="*/ 170 w 176"/>
              <a:gd name="T49" fmla="*/ 106 h 176"/>
              <a:gd name="T50" fmla="*/ 176 w 176"/>
              <a:gd name="T51" fmla="*/ 76 h 176"/>
              <a:gd name="T52" fmla="*/ 168 w 176"/>
              <a:gd name="T53" fmla="*/ 98 h 176"/>
              <a:gd name="T54" fmla="*/ 160 w 176"/>
              <a:gd name="T55" fmla="*/ 100 h 176"/>
              <a:gd name="T56" fmla="*/ 147 w 176"/>
              <a:gd name="T57" fmla="*/ 122 h 176"/>
              <a:gd name="T58" fmla="*/ 152 w 176"/>
              <a:gd name="T59" fmla="*/ 138 h 176"/>
              <a:gd name="T60" fmla="*/ 138 w 176"/>
              <a:gd name="T61" fmla="*/ 152 h 176"/>
              <a:gd name="T62" fmla="*/ 126 w 176"/>
              <a:gd name="T63" fmla="*/ 146 h 176"/>
              <a:gd name="T64" fmla="*/ 106 w 176"/>
              <a:gd name="T65" fmla="*/ 154 h 176"/>
              <a:gd name="T66" fmla="*/ 98 w 176"/>
              <a:gd name="T67" fmla="*/ 168 h 176"/>
              <a:gd name="T68" fmla="*/ 78 w 176"/>
              <a:gd name="T69" fmla="*/ 168 h 176"/>
              <a:gd name="T70" fmla="*/ 70 w 176"/>
              <a:gd name="T71" fmla="*/ 154 h 176"/>
              <a:gd name="T72" fmla="*/ 50 w 176"/>
              <a:gd name="T73" fmla="*/ 146 h 176"/>
              <a:gd name="T74" fmla="*/ 39 w 176"/>
              <a:gd name="T75" fmla="*/ 152 h 176"/>
              <a:gd name="T76" fmla="*/ 24 w 176"/>
              <a:gd name="T77" fmla="*/ 138 h 176"/>
              <a:gd name="T78" fmla="*/ 29 w 176"/>
              <a:gd name="T79" fmla="*/ 122 h 176"/>
              <a:gd name="T80" fmla="*/ 16 w 176"/>
              <a:gd name="T81" fmla="*/ 100 h 176"/>
              <a:gd name="T82" fmla="*/ 8 w 176"/>
              <a:gd name="T83" fmla="*/ 98 h 176"/>
              <a:gd name="T84" fmla="*/ 16 w 176"/>
              <a:gd name="T85" fmla="*/ 76 h 176"/>
              <a:gd name="T86" fmla="*/ 29 w 176"/>
              <a:gd name="T87" fmla="*/ 54 h 176"/>
              <a:gd name="T88" fmla="*/ 24 w 176"/>
              <a:gd name="T89" fmla="*/ 38 h 176"/>
              <a:gd name="T90" fmla="*/ 38 w 176"/>
              <a:gd name="T91" fmla="*/ 24 h 176"/>
              <a:gd name="T92" fmla="*/ 50 w 176"/>
              <a:gd name="T93" fmla="*/ 30 h 176"/>
              <a:gd name="T94" fmla="*/ 70 w 176"/>
              <a:gd name="T95" fmla="*/ 22 h 176"/>
              <a:gd name="T96" fmla="*/ 78 w 176"/>
              <a:gd name="T97" fmla="*/ 8 h 176"/>
              <a:gd name="T98" fmla="*/ 98 w 176"/>
              <a:gd name="T99" fmla="*/ 8 h 176"/>
              <a:gd name="T100" fmla="*/ 106 w 176"/>
              <a:gd name="T101" fmla="*/ 22 h 176"/>
              <a:gd name="T102" fmla="*/ 126 w 176"/>
              <a:gd name="T103" fmla="*/ 30 h 176"/>
              <a:gd name="T104" fmla="*/ 138 w 176"/>
              <a:gd name="T105" fmla="*/ 24 h 176"/>
              <a:gd name="T106" fmla="*/ 152 w 176"/>
              <a:gd name="T107" fmla="*/ 39 h 176"/>
              <a:gd name="T108" fmla="*/ 147 w 176"/>
              <a:gd name="T109" fmla="*/ 54 h 176"/>
              <a:gd name="T110" fmla="*/ 160 w 176"/>
              <a:gd name="T111" fmla="*/ 76 h 176"/>
              <a:gd name="T112" fmla="*/ 168 w 176"/>
              <a:gd name="T113" fmla="*/ 98 h 176"/>
              <a:gd name="T114" fmla="*/ 48 w 176"/>
              <a:gd name="T115" fmla="*/ 88 h 176"/>
              <a:gd name="T116" fmla="*/ 128 w 176"/>
              <a:gd name="T117" fmla="*/ 88 h 176"/>
              <a:gd name="T118" fmla="*/ 88 w 176"/>
              <a:gd name="T119" fmla="*/ 120 h 176"/>
              <a:gd name="T120" fmla="*/ 88 w 176"/>
              <a:gd name="T121" fmla="*/ 56 h 176"/>
              <a:gd name="T122" fmla="*/ 88 w 176"/>
              <a:gd name="T123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6">
                <a:moveTo>
                  <a:pt x="170" y="70"/>
                </a:moveTo>
                <a:cubicBezTo>
                  <a:pt x="162" y="68"/>
                  <a:pt x="162" y="68"/>
                  <a:pt x="162" y="68"/>
                </a:cubicBezTo>
                <a:cubicBezTo>
                  <a:pt x="160" y="62"/>
                  <a:pt x="157" y="56"/>
                  <a:pt x="154" y="50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60" y="40"/>
                  <a:pt x="161" y="36"/>
                  <a:pt x="159" y="34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41" y="16"/>
                  <a:pt x="140" y="16"/>
                  <a:pt x="138" y="16"/>
                </a:cubicBezTo>
                <a:cubicBezTo>
                  <a:pt x="137" y="16"/>
                  <a:pt x="135" y="17"/>
                  <a:pt x="134" y="17"/>
                </a:cubicBezTo>
                <a:cubicBezTo>
                  <a:pt x="126" y="22"/>
                  <a:pt x="126" y="22"/>
                  <a:pt x="126" y="22"/>
                </a:cubicBezTo>
                <a:cubicBezTo>
                  <a:pt x="120" y="19"/>
                  <a:pt x="114" y="16"/>
                  <a:pt x="108" y="14"/>
                </a:cubicBezTo>
                <a:cubicBezTo>
                  <a:pt x="106" y="6"/>
                  <a:pt x="106" y="6"/>
                  <a:pt x="106" y="6"/>
                </a:cubicBezTo>
                <a:cubicBezTo>
                  <a:pt x="105" y="3"/>
                  <a:pt x="103" y="0"/>
                  <a:pt x="10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3" y="0"/>
                  <a:pt x="71" y="3"/>
                  <a:pt x="70" y="6"/>
                </a:cubicBezTo>
                <a:cubicBezTo>
                  <a:pt x="68" y="14"/>
                  <a:pt x="68" y="14"/>
                  <a:pt x="68" y="14"/>
                </a:cubicBezTo>
                <a:cubicBezTo>
                  <a:pt x="62" y="16"/>
                  <a:pt x="56" y="19"/>
                  <a:pt x="50" y="22"/>
                </a:cubicBezTo>
                <a:cubicBezTo>
                  <a:pt x="42" y="17"/>
                  <a:pt x="42" y="17"/>
                  <a:pt x="42" y="17"/>
                </a:cubicBezTo>
                <a:cubicBezTo>
                  <a:pt x="41" y="17"/>
                  <a:pt x="39" y="16"/>
                  <a:pt x="38" y="16"/>
                </a:cubicBezTo>
                <a:cubicBezTo>
                  <a:pt x="36" y="16"/>
                  <a:pt x="35" y="16"/>
                  <a:pt x="34" y="17"/>
                </a:cubicBezTo>
                <a:cubicBezTo>
                  <a:pt x="17" y="34"/>
                  <a:pt x="17" y="34"/>
                  <a:pt x="17" y="34"/>
                </a:cubicBezTo>
                <a:cubicBezTo>
                  <a:pt x="15" y="36"/>
                  <a:pt x="16" y="40"/>
                  <a:pt x="17" y="42"/>
                </a:cubicBezTo>
                <a:cubicBezTo>
                  <a:pt x="22" y="50"/>
                  <a:pt x="22" y="50"/>
                  <a:pt x="22" y="50"/>
                </a:cubicBezTo>
                <a:cubicBezTo>
                  <a:pt x="19" y="56"/>
                  <a:pt x="16" y="62"/>
                  <a:pt x="14" y="68"/>
                </a:cubicBezTo>
                <a:cubicBezTo>
                  <a:pt x="6" y="70"/>
                  <a:pt x="6" y="70"/>
                  <a:pt x="6" y="70"/>
                </a:cubicBezTo>
                <a:cubicBezTo>
                  <a:pt x="3" y="71"/>
                  <a:pt x="0" y="73"/>
                  <a:pt x="0" y="7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3"/>
                  <a:pt x="3" y="105"/>
                  <a:pt x="6" y="106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6" y="114"/>
                  <a:pt x="19" y="120"/>
                  <a:pt x="22" y="126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6" y="136"/>
                  <a:pt x="15" y="140"/>
                  <a:pt x="17" y="142"/>
                </a:cubicBezTo>
                <a:cubicBezTo>
                  <a:pt x="34" y="159"/>
                  <a:pt x="34" y="159"/>
                  <a:pt x="34" y="159"/>
                </a:cubicBezTo>
                <a:cubicBezTo>
                  <a:pt x="35" y="160"/>
                  <a:pt x="36" y="160"/>
                  <a:pt x="38" y="160"/>
                </a:cubicBezTo>
                <a:cubicBezTo>
                  <a:pt x="39" y="160"/>
                  <a:pt x="41" y="159"/>
                  <a:pt x="42" y="159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56" y="157"/>
                  <a:pt x="62" y="160"/>
                  <a:pt x="68" y="162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71" y="173"/>
                  <a:pt x="73" y="176"/>
                  <a:pt x="7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103" y="176"/>
                  <a:pt x="105" y="173"/>
                  <a:pt x="106" y="170"/>
                </a:cubicBezTo>
                <a:cubicBezTo>
                  <a:pt x="108" y="162"/>
                  <a:pt x="108" y="162"/>
                  <a:pt x="108" y="162"/>
                </a:cubicBezTo>
                <a:cubicBezTo>
                  <a:pt x="114" y="160"/>
                  <a:pt x="120" y="157"/>
                  <a:pt x="126" y="154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5" y="159"/>
                  <a:pt x="137" y="160"/>
                  <a:pt x="138" y="160"/>
                </a:cubicBezTo>
                <a:cubicBezTo>
                  <a:pt x="140" y="160"/>
                  <a:pt x="141" y="160"/>
                  <a:pt x="142" y="159"/>
                </a:cubicBezTo>
                <a:cubicBezTo>
                  <a:pt x="159" y="142"/>
                  <a:pt x="159" y="142"/>
                  <a:pt x="159" y="142"/>
                </a:cubicBezTo>
                <a:cubicBezTo>
                  <a:pt x="161" y="140"/>
                  <a:pt x="160" y="136"/>
                  <a:pt x="159" y="134"/>
                </a:cubicBezTo>
                <a:cubicBezTo>
                  <a:pt x="154" y="126"/>
                  <a:pt x="154" y="126"/>
                  <a:pt x="154" y="126"/>
                </a:cubicBezTo>
                <a:cubicBezTo>
                  <a:pt x="157" y="120"/>
                  <a:pt x="160" y="114"/>
                  <a:pt x="162" y="108"/>
                </a:cubicBezTo>
                <a:cubicBezTo>
                  <a:pt x="170" y="106"/>
                  <a:pt x="170" y="106"/>
                  <a:pt x="170" y="106"/>
                </a:cubicBezTo>
                <a:cubicBezTo>
                  <a:pt x="173" y="105"/>
                  <a:pt x="176" y="103"/>
                  <a:pt x="176" y="100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6" y="73"/>
                  <a:pt x="173" y="71"/>
                  <a:pt x="170" y="70"/>
                </a:cubicBezTo>
                <a:moveTo>
                  <a:pt x="168" y="98"/>
                </a:moveTo>
                <a:cubicBezTo>
                  <a:pt x="168" y="98"/>
                  <a:pt x="168" y="98"/>
                  <a:pt x="168" y="98"/>
                </a:cubicBezTo>
                <a:cubicBezTo>
                  <a:pt x="160" y="100"/>
                  <a:pt x="160" y="100"/>
                  <a:pt x="160" y="100"/>
                </a:cubicBezTo>
                <a:cubicBezTo>
                  <a:pt x="157" y="101"/>
                  <a:pt x="155" y="103"/>
                  <a:pt x="154" y="106"/>
                </a:cubicBezTo>
                <a:cubicBezTo>
                  <a:pt x="152" y="111"/>
                  <a:pt x="150" y="117"/>
                  <a:pt x="147" y="122"/>
                </a:cubicBezTo>
                <a:cubicBezTo>
                  <a:pt x="146" y="125"/>
                  <a:pt x="146" y="128"/>
                  <a:pt x="147" y="130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130" y="147"/>
                  <a:pt x="130" y="147"/>
                  <a:pt x="130" y="147"/>
                </a:cubicBezTo>
                <a:cubicBezTo>
                  <a:pt x="129" y="146"/>
                  <a:pt x="128" y="146"/>
                  <a:pt x="126" y="146"/>
                </a:cubicBezTo>
                <a:cubicBezTo>
                  <a:pt x="125" y="146"/>
                  <a:pt x="123" y="146"/>
                  <a:pt x="122" y="147"/>
                </a:cubicBezTo>
                <a:cubicBezTo>
                  <a:pt x="117" y="150"/>
                  <a:pt x="111" y="152"/>
                  <a:pt x="106" y="154"/>
                </a:cubicBezTo>
                <a:cubicBezTo>
                  <a:pt x="103" y="155"/>
                  <a:pt x="101" y="157"/>
                  <a:pt x="100" y="160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78" y="168"/>
                  <a:pt x="78" y="168"/>
                  <a:pt x="78" y="168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5" y="157"/>
                  <a:pt x="73" y="155"/>
                  <a:pt x="70" y="154"/>
                </a:cubicBezTo>
                <a:cubicBezTo>
                  <a:pt x="65" y="152"/>
                  <a:pt x="59" y="150"/>
                  <a:pt x="54" y="147"/>
                </a:cubicBezTo>
                <a:cubicBezTo>
                  <a:pt x="53" y="146"/>
                  <a:pt x="51" y="146"/>
                  <a:pt x="50" y="146"/>
                </a:cubicBezTo>
                <a:cubicBezTo>
                  <a:pt x="48" y="146"/>
                  <a:pt x="47" y="146"/>
                  <a:pt x="46" y="147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8" y="152"/>
                  <a:pt x="38" y="152"/>
                  <a:pt x="38" y="152"/>
                </a:cubicBezTo>
                <a:cubicBezTo>
                  <a:pt x="24" y="138"/>
                  <a:pt x="24" y="138"/>
                  <a:pt x="24" y="138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30" y="128"/>
                  <a:pt x="30" y="125"/>
                  <a:pt x="29" y="122"/>
                </a:cubicBezTo>
                <a:cubicBezTo>
                  <a:pt x="26" y="117"/>
                  <a:pt x="24" y="111"/>
                  <a:pt x="22" y="106"/>
                </a:cubicBezTo>
                <a:cubicBezTo>
                  <a:pt x="21" y="103"/>
                  <a:pt x="19" y="101"/>
                  <a:pt x="16" y="100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78"/>
                  <a:pt x="8" y="78"/>
                  <a:pt x="8" y="78"/>
                </a:cubicBezTo>
                <a:cubicBezTo>
                  <a:pt x="16" y="76"/>
                  <a:pt x="16" y="76"/>
                  <a:pt x="16" y="76"/>
                </a:cubicBezTo>
                <a:cubicBezTo>
                  <a:pt x="19" y="75"/>
                  <a:pt x="21" y="73"/>
                  <a:pt x="22" y="70"/>
                </a:cubicBezTo>
                <a:cubicBezTo>
                  <a:pt x="24" y="65"/>
                  <a:pt x="26" y="59"/>
                  <a:pt x="29" y="54"/>
                </a:cubicBezTo>
                <a:cubicBezTo>
                  <a:pt x="30" y="51"/>
                  <a:pt x="30" y="48"/>
                  <a:pt x="29" y="46"/>
                </a:cubicBezTo>
                <a:cubicBezTo>
                  <a:pt x="24" y="38"/>
                  <a:pt x="24" y="38"/>
                  <a:pt x="24" y="38"/>
                </a:cubicBezTo>
                <a:cubicBezTo>
                  <a:pt x="24" y="38"/>
                  <a:pt x="24" y="38"/>
                  <a:pt x="24" y="38"/>
                </a:cubicBezTo>
                <a:cubicBezTo>
                  <a:pt x="38" y="24"/>
                  <a:pt x="38" y="24"/>
                  <a:pt x="38" y="24"/>
                </a:cubicBezTo>
                <a:cubicBezTo>
                  <a:pt x="46" y="29"/>
                  <a:pt x="46" y="29"/>
                  <a:pt x="46" y="29"/>
                </a:cubicBezTo>
                <a:cubicBezTo>
                  <a:pt x="47" y="30"/>
                  <a:pt x="48" y="30"/>
                  <a:pt x="50" y="30"/>
                </a:cubicBezTo>
                <a:cubicBezTo>
                  <a:pt x="51" y="30"/>
                  <a:pt x="53" y="30"/>
                  <a:pt x="54" y="29"/>
                </a:cubicBezTo>
                <a:cubicBezTo>
                  <a:pt x="59" y="26"/>
                  <a:pt x="65" y="24"/>
                  <a:pt x="70" y="22"/>
                </a:cubicBezTo>
                <a:cubicBezTo>
                  <a:pt x="73" y="21"/>
                  <a:pt x="75" y="19"/>
                  <a:pt x="76" y="16"/>
                </a:cubicBezTo>
                <a:cubicBezTo>
                  <a:pt x="78" y="8"/>
                  <a:pt x="78" y="8"/>
                  <a:pt x="78" y="8"/>
                </a:cubicBezTo>
                <a:cubicBezTo>
                  <a:pt x="98" y="8"/>
                  <a:pt x="98" y="8"/>
                  <a:pt x="98" y="8"/>
                </a:cubicBezTo>
                <a:cubicBezTo>
                  <a:pt x="98" y="8"/>
                  <a:pt x="98" y="8"/>
                  <a:pt x="98" y="8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9"/>
                  <a:pt x="103" y="21"/>
                  <a:pt x="106" y="22"/>
                </a:cubicBezTo>
                <a:cubicBezTo>
                  <a:pt x="111" y="24"/>
                  <a:pt x="117" y="26"/>
                  <a:pt x="122" y="29"/>
                </a:cubicBezTo>
                <a:cubicBezTo>
                  <a:pt x="123" y="30"/>
                  <a:pt x="125" y="30"/>
                  <a:pt x="126" y="30"/>
                </a:cubicBezTo>
                <a:cubicBezTo>
                  <a:pt x="128" y="30"/>
                  <a:pt x="129" y="30"/>
                  <a:pt x="130" y="29"/>
                </a:cubicBezTo>
                <a:cubicBezTo>
                  <a:pt x="138" y="24"/>
                  <a:pt x="138" y="24"/>
                  <a:pt x="138" y="24"/>
                </a:cubicBezTo>
                <a:cubicBezTo>
                  <a:pt x="152" y="38"/>
                  <a:pt x="152" y="38"/>
                  <a:pt x="152" y="38"/>
                </a:cubicBezTo>
                <a:cubicBezTo>
                  <a:pt x="152" y="38"/>
                  <a:pt x="152" y="38"/>
                  <a:pt x="152" y="39"/>
                </a:cubicBezTo>
                <a:cubicBezTo>
                  <a:pt x="147" y="46"/>
                  <a:pt x="147" y="46"/>
                  <a:pt x="147" y="46"/>
                </a:cubicBezTo>
                <a:cubicBezTo>
                  <a:pt x="146" y="48"/>
                  <a:pt x="146" y="51"/>
                  <a:pt x="147" y="54"/>
                </a:cubicBezTo>
                <a:cubicBezTo>
                  <a:pt x="150" y="59"/>
                  <a:pt x="152" y="65"/>
                  <a:pt x="154" y="70"/>
                </a:cubicBezTo>
                <a:cubicBezTo>
                  <a:pt x="155" y="73"/>
                  <a:pt x="157" y="75"/>
                  <a:pt x="160" y="76"/>
                </a:cubicBezTo>
                <a:cubicBezTo>
                  <a:pt x="168" y="78"/>
                  <a:pt x="168" y="78"/>
                  <a:pt x="168" y="78"/>
                </a:cubicBezTo>
                <a:lnTo>
                  <a:pt x="168" y="98"/>
                </a:lnTo>
                <a:close/>
                <a:moveTo>
                  <a:pt x="88" y="48"/>
                </a:moveTo>
                <a:cubicBezTo>
                  <a:pt x="66" y="48"/>
                  <a:pt x="48" y="66"/>
                  <a:pt x="48" y="88"/>
                </a:cubicBezTo>
                <a:cubicBezTo>
                  <a:pt x="48" y="110"/>
                  <a:pt x="66" y="128"/>
                  <a:pt x="88" y="128"/>
                </a:cubicBezTo>
                <a:cubicBezTo>
                  <a:pt x="110" y="128"/>
                  <a:pt x="128" y="110"/>
                  <a:pt x="128" y="88"/>
                </a:cubicBezTo>
                <a:cubicBezTo>
                  <a:pt x="128" y="66"/>
                  <a:pt x="110" y="48"/>
                  <a:pt x="88" y="48"/>
                </a:cubicBezTo>
                <a:moveTo>
                  <a:pt x="88" y="120"/>
                </a:moveTo>
                <a:cubicBezTo>
                  <a:pt x="70" y="120"/>
                  <a:pt x="56" y="106"/>
                  <a:pt x="56" y="88"/>
                </a:cubicBezTo>
                <a:cubicBezTo>
                  <a:pt x="56" y="70"/>
                  <a:pt x="70" y="56"/>
                  <a:pt x="88" y="56"/>
                </a:cubicBezTo>
                <a:cubicBezTo>
                  <a:pt x="106" y="56"/>
                  <a:pt x="120" y="70"/>
                  <a:pt x="120" y="88"/>
                </a:cubicBezTo>
                <a:cubicBezTo>
                  <a:pt x="120" y="106"/>
                  <a:pt x="106" y="120"/>
                  <a:pt x="88" y="12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129"/>
          <p:cNvSpPr>
            <a:spLocks noEditPoints="1"/>
          </p:cNvSpPr>
          <p:nvPr/>
        </p:nvSpPr>
        <p:spPr bwMode="auto">
          <a:xfrm>
            <a:off x="6004026" y="1103370"/>
            <a:ext cx="334275" cy="335898"/>
          </a:xfrm>
          <a:custGeom>
            <a:avLst/>
            <a:gdLst>
              <a:gd name="T0" fmla="*/ 88 w 176"/>
              <a:gd name="T1" fmla="*/ 136 h 176"/>
              <a:gd name="T2" fmla="*/ 88 w 176"/>
              <a:gd name="T3" fmla="*/ 48 h 176"/>
              <a:gd name="T4" fmla="*/ 88 w 176"/>
              <a:gd name="T5" fmla="*/ 72 h 176"/>
              <a:gd name="T6" fmla="*/ 88 w 176"/>
              <a:gd name="T7" fmla="*/ 48 h 176"/>
              <a:gd name="T8" fmla="*/ 51 w 176"/>
              <a:gd name="T9" fmla="*/ 72 h 176"/>
              <a:gd name="T10" fmla="*/ 84 w 176"/>
              <a:gd name="T11" fmla="*/ 103 h 176"/>
              <a:gd name="T12" fmla="*/ 88 w 176"/>
              <a:gd name="T13" fmla="*/ 80 h 176"/>
              <a:gd name="T14" fmla="*/ 80 w 176"/>
              <a:gd name="T15" fmla="*/ 88 h 176"/>
              <a:gd name="T16" fmla="*/ 92 w 176"/>
              <a:gd name="T17" fmla="*/ 103 h 176"/>
              <a:gd name="T18" fmla="*/ 125 w 176"/>
              <a:gd name="T19" fmla="*/ 72 h 176"/>
              <a:gd name="T20" fmla="*/ 162 w 176"/>
              <a:gd name="T21" fmla="*/ 68 h 176"/>
              <a:gd name="T22" fmla="*/ 159 w 176"/>
              <a:gd name="T23" fmla="*/ 34 h 176"/>
              <a:gd name="T24" fmla="*/ 134 w 176"/>
              <a:gd name="T25" fmla="*/ 17 h 176"/>
              <a:gd name="T26" fmla="*/ 106 w 176"/>
              <a:gd name="T27" fmla="*/ 6 h 176"/>
              <a:gd name="T28" fmla="*/ 70 w 176"/>
              <a:gd name="T29" fmla="*/ 6 h 176"/>
              <a:gd name="T30" fmla="*/ 42 w 176"/>
              <a:gd name="T31" fmla="*/ 17 h 176"/>
              <a:gd name="T32" fmla="*/ 17 w 176"/>
              <a:gd name="T33" fmla="*/ 34 h 176"/>
              <a:gd name="T34" fmla="*/ 14 w 176"/>
              <a:gd name="T35" fmla="*/ 68 h 176"/>
              <a:gd name="T36" fmla="*/ 0 w 176"/>
              <a:gd name="T37" fmla="*/ 100 h 176"/>
              <a:gd name="T38" fmla="*/ 22 w 176"/>
              <a:gd name="T39" fmla="*/ 126 h 176"/>
              <a:gd name="T40" fmla="*/ 34 w 176"/>
              <a:gd name="T41" fmla="*/ 159 h 176"/>
              <a:gd name="T42" fmla="*/ 50 w 176"/>
              <a:gd name="T43" fmla="*/ 154 h 176"/>
              <a:gd name="T44" fmla="*/ 76 w 176"/>
              <a:gd name="T45" fmla="*/ 176 h 176"/>
              <a:gd name="T46" fmla="*/ 108 w 176"/>
              <a:gd name="T47" fmla="*/ 162 h 176"/>
              <a:gd name="T48" fmla="*/ 138 w 176"/>
              <a:gd name="T49" fmla="*/ 160 h 176"/>
              <a:gd name="T50" fmla="*/ 159 w 176"/>
              <a:gd name="T51" fmla="*/ 134 h 176"/>
              <a:gd name="T52" fmla="*/ 170 w 176"/>
              <a:gd name="T53" fmla="*/ 106 h 176"/>
              <a:gd name="T54" fmla="*/ 170 w 176"/>
              <a:gd name="T55" fmla="*/ 70 h 176"/>
              <a:gd name="T56" fmla="*/ 160 w 176"/>
              <a:gd name="T57" fmla="*/ 100 h 176"/>
              <a:gd name="T58" fmla="*/ 147 w 176"/>
              <a:gd name="T59" fmla="*/ 130 h 176"/>
              <a:gd name="T60" fmla="*/ 138 w 176"/>
              <a:gd name="T61" fmla="*/ 152 h 176"/>
              <a:gd name="T62" fmla="*/ 122 w 176"/>
              <a:gd name="T63" fmla="*/ 147 h 176"/>
              <a:gd name="T64" fmla="*/ 98 w 176"/>
              <a:gd name="T65" fmla="*/ 168 h 176"/>
              <a:gd name="T66" fmla="*/ 76 w 176"/>
              <a:gd name="T67" fmla="*/ 160 h 176"/>
              <a:gd name="T68" fmla="*/ 50 w 176"/>
              <a:gd name="T69" fmla="*/ 146 h 176"/>
              <a:gd name="T70" fmla="*/ 38 w 176"/>
              <a:gd name="T71" fmla="*/ 152 h 176"/>
              <a:gd name="T72" fmla="*/ 29 w 176"/>
              <a:gd name="T73" fmla="*/ 122 h 176"/>
              <a:gd name="T74" fmla="*/ 8 w 176"/>
              <a:gd name="T75" fmla="*/ 98 h 176"/>
              <a:gd name="T76" fmla="*/ 16 w 176"/>
              <a:gd name="T77" fmla="*/ 76 h 176"/>
              <a:gd name="T78" fmla="*/ 29 w 176"/>
              <a:gd name="T79" fmla="*/ 46 h 176"/>
              <a:gd name="T80" fmla="*/ 38 w 176"/>
              <a:gd name="T81" fmla="*/ 24 h 176"/>
              <a:gd name="T82" fmla="*/ 54 w 176"/>
              <a:gd name="T83" fmla="*/ 29 h 176"/>
              <a:gd name="T84" fmla="*/ 78 w 176"/>
              <a:gd name="T85" fmla="*/ 8 h 176"/>
              <a:gd name="T86" fmla="*/ 100 w 176"/>
              <a:gd name="T87" fmla="*/ 16 h 176"/>
              <a:gd name="T88" fmla="*/ 126 w 176"/>
              <a:gd name="T89" fmla="*/ 30 h 176"/>
              <a:gd name="T90" fmla="*/ 152 w 176"/>
              <a:gd name="T91" fmla="*/ 38 h 176"/>
              <a:gd name="T92" fmla="*/ 147 w 176"/>
              <a:gd name="T93" fmla="*/ 54 h 176"/>
              <a:gd name="T94" fmla="*/ 168 w 176"/>
              <a:gd name="T95" fmla="*/ 7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88" y="48"/>
                </a:moveTo>
                <a:cubicBezTo>
                  <a:pt x="102" y="48"/>
                  <a:pt x="114" y="55"/>
                  <a:pt x="121" y="65"/>
                </a:cubicBezTo>
                <a:cubicBezTo>
                  <a:pt x="100" y="77"/>
                  <a:pt x="100" y="77"/>
                  <a:pt x="100" y="77"/>
                </a:cubicBezTo>
                <a:cubicBezTo>
                  <a:pt x="97" y="74"/>
                  <a:pt x="93" y="72"/>
                  <a:pt x="88" y="72"/>
                </a:cubicBezTo>
                <a:cubicBezTo>
                  <a:pt x="83" y="72"/>
                  <a:pt x="79" y="74"/>
                  <a:pt x="76" y="77"/>
                </a:cubicBezTo>
                <a:cubicBezTo>
                  <a:pt x="55" y="65"/>
                  <a:pt x="55" y="65"/>
                  <a:pt x="55" y="65"/>
                </a:cubicBezTo>
                <a:cubicBezTo>
                  <a:pt x="62" y="55"/>
                  <a:pt x="74" y="48"/>
                  <a:pt x="88" y="48"/>
                </a:cubicBezTo>
                <a:moveTo>
                  <a:pt x="84" y="128"/>
                </a:moveTo>
                <a:cubicBezTo>
                  <a:pt x="64" y="126"/>
                  <a:pt x="48" y="109"/>
                  <a:pt x="48" y="88"/>
                </a:cubicBezTo>
                <a:cubicBezTo>
                  <a:pt x="48" y="82"/>
                  <a:pt x="49" y="77"/>
                  <a:pt x="51" y="72"/>
                </a:cubicBezTo>
                <a:cubicBezTo>
                  <a:pt x="73" y="84"/>
                  <a:pt x="73" y="84"/>
                  <a:pt x="73" y="84"/>
                </a:cubicBezTo>
                <a:cubicBezTo>
                  <a:pt x="72" y="85"/>
                  <a:pt x="72" y="87"/>
                  <a:pt x="72" y="88"/>
                </a:cubicBezTo>
                <a:cubicBezTo>
                  <a:pt x="72" y="95"/>
                  <a:pt x="77" y="102"/>
                  <a:pt x="84" y="103"/>
                </a:cubicBezTo>
                <a:lnTo>
                  <a:pt x="84" y="128"/>
                </a:lnTo>
                <a:close/>
                <a:moveTo>
                  <a:pt x="80" y="88"/>
                </a:moveTo>
                <a:cubicBezTo>
                  <a:pt x="80" y="84"/>
                  <a:pt x="84" y="80"/>
                  <a:pt x="88" y="80"/>
                </a:cubicBezTo>
                <a:cubicBezTo>
                  <a:pt x="92" y="80"/>
                  <a:pt x="96" y="84"/>
                  <a:pt x="96" y="88"/>
                </a:cubicBezTo>
                <a:cubicBezTo>
                  <a:pt x="96" y="92"/>
                  <a:pt x="92" y="96"/>
                  <a:pt x="88" y="96"/>
                </a:cubicBezTo>
                <a:cubicBezTo>
                  <a:pt x="84" y="96"/>
                  <a:pt x="80" y="92"/>
                  <a:pt x="80" y="88"/>
                </a:cubicBezTo>
                <a:moveTo>
                  <a:pt x="128" y="88"/>
                </a:moveTo>
                <a:cubicBezTo>
                  <a:pt x="128" y="109"/>
                  <a:pt x="112" y="126"/>
                  <a:pt x="92" y="128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9" y="102"/>
                  <a:pt x="104" y="95"/>
                  <a:pt x="104" y="88"/>
                </a:cubicBezTo>
                <a:cubicBezTo>
                  <a:pt x="104" y="87"/>
                  <a:pt x="104" y="85"/>
                  <a:pt x="103" y="84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7" y="77"/>
                  <a:pt x="128" y="82"/>
                  <a:pt x="128" y="88"/>
                </a:cubicBezTo>
                <a:moveTo>
                  <a:pt x="170" y="70"/>
                </a:moveTo>
                <a:cubicBezTo>
                  <a:pt x="162" y="68"/>
                  <a:pt x="162" y="68"/>
                  <a:pt x="162" y="68"/>
                </a:cubicBezTo>
                <a:cubicBezTo>
                  <a:pt x="160" y="62"/>
                  <a:pt x="157" y="56"/>
                  <a:pt x="154" y="50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60" y="40"/>
                  <a:pt x="161" y="36"/>
                  <a:pt x="159" y="34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41" y="16"/>
                  <a:pt x="140" y="16"/>
                  <a:pt x="138" y="16"/>
                </a:cubicBezTo>
                <a:cubicBezTo>
                  <a:pt x="137" y="16"/>
                  <a:pt x="135" y="17"/>
                  <a:pt x="134" y="17"/>
                </a:cubicBezTo>
                <a:cubicBezTo>
                  <a:pt x="126" y="22"/>
                  <a:pt x="126" y="22"/>
                  <a:pt x="126" y="22"/>
                </a:cubicBezTo>
                <a:cubicBezTo>
                  <a:pt x="120" y="19"/>
                  <a:pt x="114" y="16"/>
                  <a:pt x="108" y="14"/>
                </a:cubicBezTo>
                <a:cubicBezTo>
                  <a:pt x="106" y="6"/>
                  <a:pt x="106" y="6"/>
                  <a:pt x="106" y="6"/>
                </a:cubicBezTo>
                <a:cubicBezTo>
                  <a:pt x="105" y="3"/>
                  <a:pt x="103" y="0"/>
                  <a:pt x="10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3" y="0"/>
                  <a:pt x="71" y="3"/>
                  <a:pt x="70" y="6"/>
                </a:cubicBezTo>
                <a:cubicBezTo>
                  <a:pt x="68" y="14"/>
                  <a:pt x="68" y="14"/>
                  <a:pt x="68" y="14"/>
                </a:cubicBezTo>
                <a:cubicBezTo>
                  <a:pt x="62" y="16"/>
                  <a:pt x="56" y="19"/>
                  <a:pt x="50" y="22"/>
                </a:cubicBezTo>
                <a:cubicBezTo>
                  <a:pt x="42" y="17"/>
                  <a:pt x="42" y="17"/>
                  <a:pt x="42" y="17"/>
                </a:cubicBezTo>
                <a:cubicBezTo>
                  <a:pt x="41" y="17"/>
                  <a:pt x="39" y="16"/>
                  <a:pt x="38" y="16"/>
                </a:cubicBezTo>
                <a:cubicBezTo>
                  <a:pt x="36" y="16"/>
                  <a:pt x="35" y="16"/>
                  <a:pt x="34" y="17"/>
                </a:cubicBezTo>
                <a:cubicBezTo>
                  <a:pt x="17" y="34"/>
                  <a:pt x="17" y="34"/>
                  <a:pt x="17" y="34"/>
                </a:cubicBezTo>
                <a:cubicBezTo>
                  <a:pt x="15" y="36"/>
                  <a:pt x="16" y="40"/>
                  <a:pt x="17" y="42"/>
                </a:cubicBezTo>
                <a:cubicBezTo>
                  <a:pt x="22" y="50"/>
                  <a:pt x="22" y="50"/>
                  <a:pt x="22" y="50"/>
                </a:cubicBezTo>
                <a:cubicBezTo>
                  <a:pt x="19" y="56"/>
                  <a:pt x="16" y="62"/>
                  <a:pt x="14" y="68"/>
                </a:cubicBezTo>
                <a:cubicBezTo>
                  <a:pt x="6" y="70"/>
                  <a:pt x="6" y="70"/>
                  <a:pt x="6" y="70"/>
                </a:cubicBezTo>
                <a:cubicBezTo>
                  <a:pt x="3" y="71"/>
                  <a:pt x="0" y="73"/>
                  <a:pt x="0" y="7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3"/>
                  <a:pt x="3" y="105"/>
                  <a:pt x="6" y="106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6" y="114"/>
                  <a:pt x="19" y="120"/>
                  <a:pt x="22" y="126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6" y="136"/>
                  <a:pt x="15" y="140"/>
                  <a:pt x="17" y="142"/>
                </a:cubicBezTo>
                <a:cubicBezTo>
                  <a:pt x="34" y="159"/>
                  <a:pt x="34" y="159"/>
                  <a:pt x="34" y="159"/>
                </a:cubicBezTo>
                <a:cubicBezTo>
                  <a:pt x="35" y="160"/>
                  <a:pt x="36" y="160"/>
                  <a:pt x="38" y="160"/>
                </a:cubicBezTo>
                <a:cubicBezTo>
                  <a:pt x="39" y="160"/>
                  <a:pt x="41" y="159"/>
                  <a:pt x="42" y="159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56" y="157"/>
                  <a:pt x="62" y="160"/>
                  <a:pt x="68" y="162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71" y="173"/>
                  <a:pt x="73" y="176"/>
                  <a:pt x="7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103" y="176"/>
                  <a:pt x="105" y="173"/>
                  <a:pt x="106" y="170"/>
                </a:cubicBezTo>
                <a:cubicBezTo>
                  <a:pt x="108" y="162"/>
                  <a:pt x="108" y="162"/>
                  <a:pt x="108" y="162"/>
                </a:cubicBezTo>
                <a:cubicBezTo>
                  <a:pt x="114" y="160"/>
                  <a:pt x="120" y="157"/>
                  <a:pt x="126" y="154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5" y="159"/>
                  <a:pt x="137" y="160"/>
                  <a:pt x="138" y="160"/>
                </a:cubicBezTo>
                <a:cubicBezTo>
                  <a:pt x="140" y="160"/>
                  <a:pt x="141" y="160"/>
                  <a:pt x="142" y="159"/>
                </a:cubicBezTo>
                <a:cubicBezTo>
                  <a:pt x="159" y="142"/>
                  <a:pt x="159" y="142"/>
                  <a:pt x="159" y="142"/>
                </a:cubicBezTo>
                <a:cubicBezTo>
                  <a:pt x="161" y="140"/>
                  <a:pt x="160" y="136"/>
                  <a:pt x="159" y="134"/>
                </a:cubicBezTo>
                <a:cubicBezTo>
                  <a:pt x="154" y="126"/>
                  <a:pt x="154" y="126"/>
                  <a:pt x="154" y="126"/>
                </a:cubicBezTo>
                <a:cubicBezTo>
                  <a:pt x="157" y="120"/>
                  <a:pt x="160" y="114"/>
                  <a:pt x="162" y="108"/>
                </a:cubicBezTo>
                <a:cubicBezTo>
                  <a:pt x="170" y="106"/>
                  <a:pt x="170" y="106"/>
                  <a:pt x="170" y="106"/>
                </a:cubicBezTo>
                <a:cubicBezTo>
                  <a:pt x="173" y="105"/>
                  <a:pt x="176" y="103"/>
                  <a:pt x="176" y="100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6" y="73"/>
                  <a:pt x="173" y="71"/>
                  <a:pt x="170" y="70"/>
                </a:cubicBezTo>
                <a:moveTo>
                  <a:pt x="168" y="98"/>
                </a:moveTo>
                <a:cubicBezTo>
                  <a:pt x="168" y="98"/>
                  <a:pt x="168" y="98"/>
                  <a:pt x="168" y="98"/>
                </a:cubicBezTo>
                <a:cubicBezTo>
                  <a:pt x="160" y="100"/>
                  <a:pt x="160" y="100"/>
                  <a:pt x="160" y="100"/>
                </a:cubicBezTo>
                <a:cubicBezTo>
                  <a:pt x="157" y="101"/>
                  <a:pt x="155" y="103"/>
                  <a:pt x="154" y="106"/>
                </a:cubicBezTo>
                <a:cubicBezTo>
                  <a:pt x="152" y="111"/>
                  <a:pt x="150" y="117"/>
                  <a:pt x="147" y="122"/>
                </a:cubicBezTo>
                <a:cubicBezTo>
                  <a:pt x="146" y="125"/>
                  <a:pt x="146" y="128"/>
                  <a:pt x="147" y="130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130" y="147"/>
                  <a:pt x="130" y="147"/>
                  <a:pt x="130" y="147"/>
                </a:cubicBezTo>
                <a:cubicBezTo>
                  <a:pt x="129" y="146"/>
                  <a:pt x="128" y="146"/>
                  <a:pt x="126" y="146"/>
                </a:cubicBezTo>
                <a:cubicBezTo>
                  <a:pt x="125" y="146"/>
                  <a:pt x="123" y="146"/>
                  <a:pt x="122" y="147"/>
                </a:cubicBezTo>
                <a:cubicBezTo>
                  <a:pt x="117" y="150"/>
                  <a:pt x="111" y="152"/>
                  <a:pt x="106" y="154"/>
                </a:cubicBezTo>
                <a:cubicBezTo>
                  <a:pt x="103" y="155"/>
                  <a:pt x="101" y="157"/>
                  <a:pt x="100" y="160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78" y="168"/>
                  <a:pt x="78" y="168"/>
                  <a:pt x="78" y="168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5" y="157"/>
                  <a:pt x="73" y="155"/>
                  <a:pt x="70" y="154"/>
                </a:cubicBezTo>
                <a:cubicBezTo>
                  <a:pt x="65" y="152"/>
                  <a:pt x="59" y="150"/>
                  <a:pt x="54" y="147"/>
                </a:cubicBezTo>
                <a:cubicBezTo>
                  <a:pt x="53" y="146"/>
                  <a:pt x="51" y="146"/>
                  <a:pt x="50" y="146"/>
                </a:cubicBezTo>
                <a:cubicBezTo>
                  <a:pt x="48" y="146"/>
                  <a:pt x="47" y="146"/>
                  <a:pt x="46" y="147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8" y="152"/>
                  <a:pt x="38" y="152"/>
                  <a:pt x="38" y="152"/>
                </a:cubicBezTo>
                <a:cubicBezTo>
                  <a:pt x="24" y="138"/>
                  <a:pt x="24" y="138"/>
                  <a:pt x="24" y="138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30" y="128"/>
                  <a:pt x="30" y="125"/>
                  <a:pt x="29" y="122"/>
                </a:cubicBezTo>
                <a:cubicBezTo>
                  <a:pt x="26" y="117"/>
                  <a:pt x="24" y="111"/>
                  <a:pt x="22" y="106"/>
                </a:cubicBezTo>
                <a:cubicBezTo>
                  <a:pt x="21" y="103"/>
                  <a:pt x="19" y="101"/>
                  <a:pt x="16" y="100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78"/>
                  <a:pt x="8" y="78"/>
                  <a:pt x="8" y="78"/>
                </a:cubicBezTo>
                <a:cubicBezTo>
                  <a:pt x="16" y="76"/>
                  <a:pt x="16" y="76"/>
                  <a:pt x="16" y="76"/>
                </a:cubicBezTo>
                <a:cubicBezTo>
                  <a:pt x="19" y="75"/>
                  <a:pt x="21" y="73"/>
                  <a:pt x="22" y="70"/>
                </a:cubicBezTo>
                <a:cubicBezTo>
                  <a:pt x="24" y="65"/>
                  <a:pt x="26" y="59"/>
                  <a:pt x="29" y="54"/>
                </a:cubicBezTo>
                <a:cubicBezTo>
                  <a:pt x="30" y="51"/>
                  <a:pt x="30" y="48"/>
                  <a:pt x="29" y="46"/>
                </a:cubicBezTo>
                <a:cubicBezTo>
                  <a:pt x="24" y="38"/>
                  <a:pt x="24" y="38"/>
                  <a:pt x="24" y="38"/>
                </a:cubicBezTo>
                <a:cubicBezTo>
                  <a:pt x="24" y="38"/>
                  <a:pt x="24" y="38"/>
                  <a:pt x="24" y="38"/>
                </a:cubicBezTo>
                <a:cubicBezTo>
                  <a:pt x="38" y="24"/>
                  <a:pt x="38" y="24"/>
                  <a:pt x="38" y="24"/>
                </a:cubicBezTo>
                <a:cubicBezTo>
                  <a:pt x="46" y="29"/>
                  <a:pt x="46" y="29"/>
                  <a:pt x="46" y="29"/>
                </a:cubicBezTo>
                <a:cubicBezTo>
                  <a:pt x="47" y="30"/>
                  <a:pt x="48" y="30"/>
                  <a:pt x="50" y="30"/>
                </a:cubicBezTo>
                <a:cubicBezTo>
                  <a:pt x="51" y="30"/>
                  <a:pt x="53" y="30"/>
                  <a:pt x="54" y="29"/>
                </a:cubicBezTo>
                <a:cubicBezTo>
                  <a:pt x="59" y="26"/>
                  <a:pt x="65" y="24"/>
                  <a:pt x="70" y="22"/>
                </a:cubicBezTo>
                <a:cubicBezTo>
                  <a:pt x="73" y="21"/>
                  <a:pt x="75" y="19"/>
                  <a:pt x="76" y="16"/>
                </a:cubicBezTo>
                <a:cubicBezTo>
                  <a:pt x="78" y="8"/>
                  <a:pt x="78" y="8"/>
                  <a:pt x="78" y="8"/>
                </a:cubicBezTo>
                <a:cubicBezTo>
                  <a:pt x="98" y="8"/>
                  <a:pt x="98" y="8"/>
                  <a:pt x="98" y="8"/>
                </a:cubicBezTo>
                <a:cubicBezTo>
                  <a:pt x="98" y="8"/>
                  <a:pt x="98" y="8"/>
                  <a:pt x="98" y="8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9"/>
                  <a:pt x="103" y="21"/>
                  <a:pt x="106" y="22"/>
                </a:cubicBezTo>
                <a:cubicBezTo>
                  <a:pt x="111" y="24"/>
                  <a:pt x="117" y="26"/>
                  <a:pt x="122" y="29"/>
                </a:cubicBezTo>
                <a:cubicBezTo>
                  <a:pt x="123" y="30"/>
                  <a:pt x="125" y="30"/>
                  <a:pt x="126" y="30"/>
                </a:cubicBezTo>
                <a:cubicBezTo>
                  <a:pt x="128" y="30"/>
                  <a:pt x="129" y="30"/>
                  <a:pt x="130" y="29"/>
                </a:cubicBezTo>
                <a:cubicBezTo>
                  <a:pt x="138" y="24"/>
                  <a:pt x="138" y="24"/>
                  <a:pt x="138" y="24"/>
                </a:cubicBezTo>
                <a:cubicBezTo>
                  <a:pt x="152" y="38"/>
                  <a:pt x="152" y="38"/>
                  <a:pt x="152" y="38"/>
                </a:cubicBezTo>
                <a:cubicBezTo>
                  <a:pt x="152" y="38"/>
                  <a:pt x="152" y="38"/>
                  <a:pt x="152" y="39"/>
                </a:cubicBezTo>
                <a:cubicBezTo>
                  <a:pt x="147" y="46"/>
                  <a:pt x="147" y="46"/>
                  <a:pt x="147" y="46"/>
                </a:cubicBezTo>
                <a:cubicBezTo>
                  <a:pt x="146" y="48"/>
                  <a:pt x="146" y="51"/>
                  <a:pt x="147" y="54"/>
                </a:cubicBezTo>
                <a:cubicBezTo>
                  <a:pt x="150" y="59"/>
                  <a:pt x="152" y="65"/>
                  <a:pt x="154" y="70"/>
                </a:cubicBezTo>
                <a:cubicBezTo>
                  <a:pt x="155" y="73"/>
                  <a:pt x="157" y="75"/>
                  <a:pt x="160" y="76"/>
                </a:cubicBezTo>
                <a:cubicBezTo>
                  <a:pt x="168" y="78"/>
                  <a:pt x="168" y="78"/>
                  <a:pt x="168" y="78"/>
                </a:cubicBezTo>
                <a:lnTo>
                  <a:pt x="168" y="9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130"/>
          <p:cNvSpPr>
            <a:spLocks noEditPoints="1"/>
          </p:cNvSpPr>
          <p:nvPr/>
        </p:nvSpPr>
        <p:spPr bwMode="auto">
          <a:xfrm>
            <a:off x="6643368" y="1103370"/>
            <a:ext cx="334275" cy="335898"/>
          </a:xfrm>
          <a:custGeom>
            <a:avLst/>
            <a:gdLst>
              <a:gd name="T0" fmla="*/ 0 w 176"/>
              <a:gd name="T1" fmla="*/ 16 h 176"/>
              <a:gd name="T2" fmla="*/ 160 w 176"/>
              <a:gd name="T3" fmla="*/ 176 h 176"/>
              <a:gd name="T4" fmla="*/ 160 w 176"/>
              <a:gd name="T5" fmla="*/ 0 h 176"/>
              <a:gd name="T6" fmla="*/ 36 w 176"/>
              <a:gd name="T7" fmla="*/ 8 h 176"/>
              <a:gd name="T8" fmla="*/ 8 w 176"/>
              <a:gd name="T9" fmla="*/ 44 h 176"/>
              <a:gd name="T10" fmla="*/ 84 w 176"/>
              <a:gd name="T11" fmla="*/ 14 h 176"/>
              <a:gd name="T12" fmla="*/ 70 w 176"/>
              <a:gd name="T13" fmla="*/ 22 h 176"/>
              <a:gd name="T14" fmla="*/ 68 w 176"/>
              <a:gd name="T15" fmla="*/ 54 h 176"/>
              <a:gd name="T16" fmla="*/ 46 w 176"/>
              <a:gd name="T17" fmla="*/ 63 h 176"/>
              <a:gd name="T18" fmla="*/ 22 w 176"/>
              <a:gd name="T19" fmla="*/ 70 h 176"/>
              <a:gd name="T20" fmla="*/ 14 w 176"/>
              <a:gd name="T21" fmla="*/ 84 h 176"/>
              <a:gd name="T22" fmla="*/ 140 w 176"/>
              <a:gd name="T23" fmla="*/ 168 h 176"/>
              <a:gd name="T24" fmla="*/ 107 w 176"/>
              <a:gd name="T25" fmla="*/ 128 h 176"/>
              <a:gd name="T26" fmla="*/ 140 w 176"/>
              <a:gd name="T27" fmla="*/ 159 h 176"/>
              <a:gd name="T28" fmla="*/ 144 w 176"/>
              <a:gd name="T29" fmla="*/ 136 h 176"/>
              <a:gd name="T30" fmla="*/ 136 w 176"/>
              <a:gd name="T31" fmla="*/ 144 h 176"/>
              <a:gd name="T32" fmla="*/ 148 w 176"/>
              <a:gd name="T33" fmla="*/ 168 h 176"/>
              <a:gd name="T34" fmla="*/ 159 w 176"/>
              <a:gd name="T35" fmla="*/ 140 h 176"/>
              <a:gd name="T36" fmla="*/ 168 w 176"/>
              <a:gd name="T37" fmla="*/ 126 h 176"/>
              <a:gd name="T38" fmla="*/ 132 w 176"/>
              <a:gd name="T39" fmla="*/ 133 h 176"/>
              <a:gd name="T40" fmla="*/ 168 w 176"/>
              <a:gd name="T41" fmla="*/ 112 h 176"/>
              <a:gd name="T42" fmla="*/ 144 w 176"/>
              <a:gd name="T43" fmla="*/ 96 h 176"/>
              <a:gd name="T44" fmla="*/ 68 w 176"/>
              <a:gd name="T45" fmla="*/ 168 h 176"/>
              <a:gd name="T46" fmla="*/ 76 w 176"/>
              <a:gd name="T47" fmla="*/ 144 h 176"/>
              <a:gd name="T48" fmla="*/ 70 w 176"/>
              <a:gd name="T49" fmla="*/ 113 h 176"/>
              <a:gd name="T50" fmla="*/ 88 w 176"/>
              <a:gd name="T51" fmla="*/ 98 h 176"/>
              <a:gd name="T52" fmla="*/ 114 w 176"/>
              <a:gd name="T53" fmla="*/ 78 h 176"/>
              <a:gd name="T54" fmla="*/ 133 w 176"/>
              <a:gd name="T55" fmla="*/ 64 h 176"/>
              <a:gd name="T56" fmla="*/ 144 w 176"/>
              <a:gd name="T57" fmla="*/ 76 h 176"/>
              <a:gd name="T58" fmla="*/ 168 w 176"/>
              <a:gd name="T59" fmla="*/ 103 h 176"/>
              <a:gd name="T60" fmla="*/ 144 w 176"/>
              <a:gd name="T61" fmla="*/ 68 h 176"/>
              <a:gd name="T62" fmla="*/ 133 w 176"/>
              <a:gd name="T63" fmla="*/ 56 h 176"/>
              <a:gd name="T64" fmla="*/ 106 w 176"/>
              <a:gd name="T65" fmla="*/ 78 h 176"/>
              <a:gd name="T66" fmla="*/ 74 w 176"/>
              <a:gd name="T67" fmla="*/ 90 h 176"/>
              <a:gd name="T68" fmla="*/ 70 w 176"/>
              <a:gd name="T69" fmla="*/ 124 h 176"/>
              <a:gd name="T70" fmla="*/ 56 w 176"/>
              <a:gd name="T71" fmla="*/ 155 h 176"/>
              <a:gd name="T72" fmla="*/ 8 w 176"/>
              <a:gd name="T73" fmla="*/ 160 h 176"/>
              <a:gd name="T74" fmla="*/ 22 w 176"/>
              <a:gd name="T75" fmla="*/ 86 h 176"/>
              <a:gd name="T76" fmla="*/ 50 w 176"/>
              <a:gd name="T77" fmla="*/ 75 h 176"/>
              <a:gd name="T78" fmla="*/ 75 w 176"/>
              <a:gd name="T79" fmla="*/ 58 h 176"/>
              <a:gd name="T80" fmla="*/ 78 w 176"/>
              <a:gd name="T81" fmla="*/ 24 h 176"/>
              <a:gd name="T82" fmla="*/ 92 w 176"/>
              <a:gd name="T83" fmla="*/ 8 h 176"/>
              <a:gd name="T84" fmla="*/ 168 w 176"/>
              <a:gd name="T85" fmla="*/ 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8" y="16"/>
                </a:moveTo>
                <a:cubicBezTo>
                  <a:pt x="8" y="12"/>
                  <a:pt x="12" y="8"/>
                  <a:pt x="16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4" y="22"/>
                  <a:pt x="22" y="34"/>
                  <a:pt x="8" y="36"/>
                </a:cubicBezTo>
                <a:lnTo>
                  <a:pt x="8" y="16"/>
                </a:lnTo>
                <a:close/>
                <a:moveTo>
                  <a:pt x="8" y="44"/>
                </a:moveTo>
                <a:cubicBezTo>
                  <a:pt x="27" y="42"/>
                  <a:pt x="42" y="27"/>
                  <a:pt x="44" y="8"/>
                </a:cubicBezTo>
                <a:cubicBezTo>
                  <a:pt x="84" y="8"/>
                  <a:pt x="84" y="8"/>
                  <a:pt x="84" y="8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14"/>
                  <a:pt x="84" y="14"/>
                  <a:pt x="84" y="14"/>
                </a:cubicBezTo>
                <a:cubicBezTo>
                  <a:pt x="76" y="16"/>
                  <a:pt x="76" y="16"/>
                  <a:pt x="76" y="16"/>
                </a:cubicBezTo>
                <a:cubicBezTo>
                  <a:pt x="73" y="17"/>
                  <a:pt x="71" y="19"/>
                  <a:pt x="70" y="22"/>
                </a:cubicBezTo>
                <a:cubicBezTo>
                  <a:pt x="68" y="27"/>
                  <a:pt x="66" y="33"/>
                  <a:pt x="63" y="38"/>
                </a:cubicBezTo>
                <a:cubicBezTo>
                  <a:pt x="62" y="41"/>
                  <a:pt x="62" y="44"/>
                  <a:pt x="63" y="46"/>
                </a:cubicBezTo>
                <a:cubicBezTo>
                  <a:pt x="68" y="54"/>
                  <a:pt x="68" y="54"/>
                  <a:pt x="68" y="54"/>
                </a:cubicBezTo>
                <a:cubicBezTo>
                  <a:pt x="54" y="68"/>
                  <a:pt x="54" y="68"/>
                  <a:pt x="54" y="68"/>
                </a:cubicBezTo>
                <a:cubicBezTo>
                  <a:pt x="54" y="68"/>
                  <a:pt x="54" y="68"/>
                  <a:pt x="54" y="68"/>
                </a:cubicBezTo>
                <a:cubicBezTo>
                  <a:pt x="46" y="63"/>
                  <a:pt x="46" y="63"/>
                  <a:pt x="46" y="63"/>
                </a:cubicBezTo>
                <a:cubicBezTo>
                  <a:pt x="45" y="62"/>
                  <a:pt x="44" y="62"/>
                  <a:pt x="42" y="62"/>
                </a:cubicBezTo>
                <a:cubicBezTo>
                  <a:pt x="41" y="62"/>
                  <a:pt x="39" y="62"/>
                  <a:pt x="38" y="63"/>
                </a:cubicBezTo>
                <a:cubicBezTo>
                  <a:pt x="33" y="66"/>
                  <a:pt x="27" y="68"/>
                  <a:pt x="22" y="70"/>
                </a:cubicBezTo>
                <a:cubicBezTo>
                  <a:pt x="19" y="71"/>
                  <a:pt x="17" y="73"/>
                  <a:pt x="16" y="76"/>
                </a:cubicBezTo>
                <a:cubicBezTo>
                  <a:pt x="14" y="84"/>
                  <a:pt x="14" y="84"/>
                  <a:pt x="14" y="84"/>
                </a:cubicBezTo>
                <a:cubicBezTo>
                  <a:pt x="14" y="84"/>
                  <a:pt x="14" y="84"/>
                  <a:pt x="14" y="84"/>
                </a:cubicBezTo>
                <a:cubicBezTo>
                  <a:pt x="8" y="84"/>
                  <a:pt x="8" y="84"/>
                  <a:pt x="8" y="84"/>
                </a:cubicBezTo>
                <a:lnTo>
                  <a:pt x="8" y="44"/>
                </a:lnTo>
                <a:close/>
                <a:moveTo>
                  <a:pt x="140" y="168"/>
                </a:moveTo>
                <a:cubicBezTo>
                  <a:pt x="112" y="168"/>
                  <a:pt x="112" y="168"/>
                  <a:pt x="112" y="168"/>
                </a:cubicBezTo>
                <a:cubicBezTo>
                  <a:pt x="107" y="161"/>
                  <a:pt x="104" y="153"/>
                  <a:pt x="104" y="144"/>
                </a:cubicBezTo>
                <a:cubicBezTo>
                  <a:pt x="104" y="138"/>
                  <a:pt x="105" y="133"/>
                  <a:pt x="107" y="128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8" y="141"/>
                  <a:pt x="128" y="143"/>
                  <a:pt x="128" y="144"/>
                </a:cubicBezTo>
                <a:cubicBezTo>
                  <a:pt x="128" y="151"/>
                  <a:pt x="133" y="158"/>
                  <a:pt x="140" y="159"/>
                </a:cubicBezTo>
                <a:lnTo>
                  <a:pt x="140" y="168"/>
                </a:lnTo>
                <a:close/>
                <a:moveTo>
                  <a:pt x="136" y="144"/>
                </a:moveTo>
                <a:cubicBezTo>
                  <a:pt x="136" y="140"/>
                  <a:pt x="140" y="136"/>
                  <a:pt x="144" y="136"/>
                </a:cubicBezTo>
                <a:cubicBezTo>
                  <a:pt x="148" y="136"/>
                  <a:pt x="152" y="140"/>
                  <a:pt x="152" y="144"/>
                </a:cubicBezTo>
                <a:cubicBezTo>
                  <a:pt x="152" y="148"/>
                  <a:pt x="148" y="152"/>
                  <a:pt x="144" y="152"/>
                </a:cubicBezTo>
                <a:cubicBezTo>
                  <a:pt x="140" y="152"/>
                  <a:pt x="136" y="148"/>
                  <a:pt x="136" y="144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48" y="159"/>
                  <a:pt x="148" y="159"/>
                  <a:pt x="148" y="159"/>
                </a:cubicBezTo>
                <a:cubicBezTo>
                  <a:pt x="155" y="158"/>
                  <a:pt x="160" y="151"/>
                  <a:pt x="160" y="144"/>
                </a:cubicBezTo>
                <a:cubicBezTo>
                  <a:pt x="160" y="143"/>
                  <a:pt x="160" y="141"/>
                  <a:pt x="159" y="140"/>
                </a:cubicBezTo>
                <a:cubicBezTo>
                  <a:pt x="168" y="135"/>
                  <a:pt x="168" y="135"/>
                  <a:pt x="168" y="135"/>
                </a:cubicBezTo>
                <a:lnTo>
                  <a:pt x="168" y="160"/>
                </a:lnTo>
                <a:close/>
                <a:moveTo>
                  <a:pt x="168" y="126"/>
                </a:moveTo>
                <a:cubicBezTo>
                  <a:pt x="156" y="133"/>
                  <a:pt x="156" y="133"/>
                  <a:pt x="156" y="133"/>
                </a:cubicBezTo>
                <a:cubicBezTo>
                  <a:pt x="153" y="130"/>
                  <a:pt x="149" y="128"/>
                  <a:pt x="144" y="128"/>
                </a:cubicBezTo>
                <a:cubicBezTo>
                  <a:pt x="139" y="128"/>
                  <a:pt x="135" y="130"/>
                  <a:pt x="132" y="133"/>
                </a:cubicBezTo>
                <a:cubicBezTo>
                  <a:pt x="111" y="121"/>
                  <a:pt x="111" y="121"/>
                  <a:pt x="111" y="121"/>
                </a:cubicBezTo>
                <a:cubicBezTo>
                  <a:pt x="118" y="111"/>
                  <a:pt x="130" y="104"/>
                  <a:pt x="144" y="104"/>
                </a:cubicBezTo>
                <a:cubicBezTo>
                  <a:pt x="153" y="104"/>
                  <a:pt x="161" y="107"/>
                  <a:pt x="168" y="112"/>
                </a:cubicBezTo>
                <a:lnTo>
                  <a:pt x="168" y="126"/>
                </a:lnTo>
                <a:close/>
                <a:moveTo>
                  <a:pt x="168" y="103"/>
                </a:moveTo>
                <a:cubicBezTo>
                  <a:pt x="161" y="98"/>
                  <a:pt x="153" y="96"/>
                  <a:pt x="144" y="96"/>
                </a:cubicBezTo>
                <a:cubicBezTo>
                  <a:pt x="117" y="96"/>
                  <a:pt x="96" y="117"/>
                  <a:pt x="96" y="144"/>
                </a:cubicBezTo>
                <a:cubicBezTo>
                  <a:pt x="96" y="153"/>
                  <a:pt x="98" y="161"/>
                  <a:pt x="103" y="168"/>
                </a:cubicBezTo>
                <a:cubicBezTo>
                  <a:pt x="68" y="168"/>
                  <a:pt x="68" y="168"/>
                  <a:pt x="68" y="168"/>
                </a:cubicBezTo>
                <a:cubicBezTo>
                  <a:pt x="64" y="155"/>
                  <a:pt x="64" y="155"/>
                  <a:pt x="64" y="155"/>
                </a:cubicBezTo>
                <a:cubicBezTo>
                  <a:pt x="72" y="151"/>
                  <a:pt x="72" y="151"/>
                  <a:pt x="72" y="151"/>
                </a:cubicBezTo>
                <a:cubicBezTo>
                  <a:pt x="74" y="150"/>
                  <a:pt x="76" y="147"/>
                  <a:pt x="76" y="144"/>
                </a:cubicBezTo>
                <a:cubicBezTo>
                  <a:pt x="76" y="138"/>
                  <a:pt x="77" y="132"/>
                  <a:pt x="78" y="126"/>
                </a:cubicBezTo>
                <a:cubicBezTo>
                  <a:pt x="79" y="124"/>
                  <a:pt x="78" y="121"/>
                  <a:pt x="76" y="118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80" y="95"/>
                  <a:pt x="80" y="95"/>
                  <a:pt x="80" y="95"/>
                </a:cubicBezTo>
                <a:cubicBezTo>
                  <a:pt x="88" y="98"/>
                  <a:pt x="88" y="98"/>
                  <a:pt x="88" y="98"/>
                </a:cubicBezTo>
                <a:cubicBezTo>
                  <a:pt x="91" y="99"/>
                  <a:pt x="94" y="98"/>
                  <a:pt x="96" y="96"/>
                </a:cubicBezTo>
                <a:cubicBezTo>
                  <a:pt x="100" y="92"/>
                  <a:pt x="105" y="88"/>
                  <a:pt x="110" y="85"/>
                </a:cubicBezTo>
                <a:cubicBezTo>
                  <a:pt x="112" y="83"/>
                  <a:pt x="114" y="81"/>
                  <a:pt x="114" y="78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37" y="72"/>
                  <a:pt x="137" y="72"/>
                  <a:pt x="137" y="72"/>
                </a:cubicBezTo>
                <a:cubicBezTo>
                  <a:pt x="138" y="73"/>
                  <a:pt x="139" y="74"/>
                  <a:pt x="140" y="75"/>
                </a:cubicBezTo>
                <a:cubicBezTo>
                  <a:pt x="141" y="75"/>
                  <a:pt x="143" y="76"/>
                  <a:pt x="144" y="76"/>
                </a:cubicBezTo>
                <a:cubicBezTo>
                  <a:pt x="150" y="76"/>
                  <a:pt x="156" y="77"/>
                  <a:pt x="162" y="78"/>
                </a:cubicBezTo>
                <a:cubicBezTo>
                  <a:pt x="164" y="79"/>
                  <a:pt x="166" y="78"/>
                  <a:pt x="168" y="77"/>
                </a:cubicBezTo>
                <a:lnTo>
                  <a:pt x="168" y="103"/>
                </a:lnTo>
                <a:close/>
                <a:moveTo>
                  <a:pt x="168" y="66"/>
                </a:moveTo>
                <a:cubicBezTo>
                  <a:pt x="164" y="70"/>
                  <a:pt x="164" y="70"/>
                  <a:pt x="164" y="70"/>
                </a:cubicBezTo>
                <a:cubicBezTo>
                  <a:pt x="157" y="69"/>
                  <a:pt x="151" y="68"/>
                  <a:pt x="144" y="68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39" y="59"/>
                  <a:pt x="138" y="57"/>
                  <a:pt x="136" y="57"/>
                </a:cubicBezTo>
                <a:cubicBezTo>
                  <a:pt x="135" y="56"/>
                  <a:pt x="134" y="56"/>
                  <a:pt x="133" y="56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07" y="63"/>
                  <a:pt x="106" y="66"/>
                  <a:pt x="106" y="69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0" y="81"/>
                  <a:pt x="95" y="85"/>
                  <a:pt x="90" y="90"/>
                </a:cubicBezTo>
                <a:cubicBezTo>
                  <a:pt x="82" y="88"/>
                  <a:pt x="82" y="88"/>
                  <a:pt x="82" y="88"/>
                </a:cubicBezTo>
                <a:cubicBezTo>
                  <a:pt x="79" y="87"/>
                  <a:pt x="75" y="87"/>
                  <a:pt x="74" y="90"/>
                </a:cubicBezTo>
                <a:cubicBezTo>
                  <a:pt x="62" y="110"/>
                  <a:pt x="62" y="110"/>
                  <a:pt x="62" y="110"/>
                </a:cubicBezTo>
                <a:cubicBezTo>
                  <a:pt x="60" y="113"/>
                  <a:pt x="62" y="116"/>
                  <a:pt x="64" y="118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69" y="131"/>
                  <a:pt x="68" y="137"/>
                  <a:pt x="68" y="144"/>
                </a:cubicBezTo>
                <a:cubicBezTo>
                  <a:pt x="60" y="148"/>
                  <a:pt x="60" y="148"/>
                  <a:pt x="60" y="148"/>
                </a:cubicBezTo>
                <a:cubicBezTo>
                  <a:pt x="58" y="150"/>
                  <a:pt x="55" y="152"/>
                  <a:pt x="56" y="155"/>
                </a:cubicBezTo>
                <a:cubicBezTo>
                  <a:pt x="59" y="168"/>
                  <a:pt x="59" y="168"/>
                  <a:pt x="59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92"/>
                  <a:pt x="8" y="92"/>
                  <a:pt x="8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19" y="92"/>
                  <a:pt x="21" y="89"/>
                  <a:pt x="22" y="86"/>
                </a:cubicBezTo>
                <a:cubicBezTo>
                  <a:pt x="24" y="78"/>
                  <a:pt x="24" y="78"/>
                  <a:pt x="24" y="78"/>
                </a:cubicBezTo>
                <a:cubicBezTo>
                  <a:pt x="30" y="76"/>
                  <a:pt x="36" y="73"/>
                  <a:pt x="42" y="70"/>
                </a:cubicBezTo>
                <a:cubicBezTo>
                  <a:pt x="50" y="75"/>
                  <a:pt x="50" y="75"/>
                  <a:pt x="50" y="75"/>
                </a:cubicBezTo>
                <a:cubicBezTo>
                  <a:pt x="51" y="75"/>
                  <a:pt x="53" y="76"/>
                  <a:pt x="54" y="76"/>
                </a:cubicBezTo>
                <a:cubicBezTo>
                  <a:pt x="56" y="76"/>
                  <a:pt x="57" y="76"/>
                  <a:pt x="58" y="75"/>
                </a:cubicBezTo>
                <a:cubicBezTo>
                  <a:pt x="75" y="58"/>
                  <a:pt x="75" y="58"/>
                  <a:pt x="75" y="58"/>
                </a:cubicBezTo>
                <a:cubicBezTo>
                  <a:pt x="77" y="56"/>
                  <a:pt x="76" y="52"/>
                  <a:pt x="75" y="50"/>
                </a:cubicBezTo>
                <a:cubicBezTo>
                  <a:pt x="70" y="42"/>
                  <a:pt x="70" y="42"/>
                  <a:pt x="70" y="42"/>
                </a:cubicBezTo>
                <a:cubicBezTo>
                  <a:pt x="73" y="36"/>
                  <a:pt x="76" y="30"/>
                  <a:pt x="78" y="24"/>
                </a:cubicBezTo>
                <a:cubicBezTo>
                  <a:pt x="86" y="22"/>
                  <a:pt x="86" y="22"/>
                  <a:pt x="86" y="22"/>
                </a:cubicBezTo>
                <a:cubicBezTo>
                  <a:pt x="89" y="21"/>
                  <a:pt x="92" y="19"/>
                  <a:pt x="92" y="16"/>
                </a:cubicBezTo>
                <a:cubicBezTo>
                  <a:pt x="92" y="8"/>
                  <a:pt x="92" y="8"/>
                  <a:pt x="92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6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131"/>
          <p:cNvSpPr>
            <a:spLocks noEditPoints="1"/>
          </p:cNvSpPr>
          <p:nvPr/>
        </p:nvSpPr>
        <p:spPr bwMode="auto">
          <a:xfrm>
            <a:off x="7282709" y="1134201"/>
            <a:ext cx="334275" cy="274235"/>
          </a:xfrm>
          <a:custGeom>
            <a:avLst/>
            <a:gdLst>
              <a:gd name="T0" fmla="*/ 124 w 176"/>
              <a:gd name="T1" fmla="*/ 132 h 144"/>
              <a:gd name="T2" fmla="*/ 128 w 176"/>
              <a:gd name="T3" fmla="*/ 144 h 144"/>
              <a:gd name="T4" fmla="*/ 132 w 176"/>
              <a:gd name="T5" fmla="*/ 132 h 144"/>
              <a:gd name="T6" fmla="*/ 28 w 176"/>
              <a:gd name="T7" fmla="*/ 40 h 144"/>
              <a:gd name="T8" fmla="*/ 152 w 176"/>
              <a:gd name="T9" fmla="*/ 36 h 144"/>
              <a:gd name="T10" fmla="*/ 28 w 176"/>
              <a:gd name="T11" fmla="*/ 32 h 144"/>
              <a:gd name="T12" fmla="*/ 28 w 176"/>
              <a:gd name="T13" fmla="*/ 40 h 144"/>
              <a:gd name="T14" fmla="*/ 44 w 176"/>
              <a:gd name="T15" fmla="*/ 132 h 144"/>
              <a:gd name="T16" fmla="*/ 48 w 176"/>
              <a:gd name="T17" fmla="*/ 144 h 144"/>
              <a:gd name="T18" fmla="*/ 52 w 176"/>
              <a:gd name="T19" fmla="*/ 132 h 144"/>
              <a:gd name="T20" fmla="*/ 168 w 176"/>
              <a:gd name="T21" fmla="*/ 0 h 144"/>
              <a:gd name="T22" fmla="*/ 0 w 176"/>
              <a:gd name="T23" fmla="*/ 8 h 144"/>
              <a:gd name="T24" fmla="*/ 8 w 176"/>
              <a:gd name="T25" fmla="*/ 136 h 144"/>
              <a:gd name="T26" fmla="*/ 36 w 176"/>
              <a:gd name="T27" fmla="*/ 132 h 144"/>
              <a:gd name="T28" fmla="*/ 60 w 176"/>
              <a:gd name="T29" fmla="*/ 132 h 144"/>
              <a:gd name="T30" fmla="*/ 112 w 176"/>
              <a:gd name="T31" fmla="*/ 136 h 144"/>
              <a:gd name="T32" fmla="*/ 128 w 176"/>
              <a:gd name="T33" fmla="*/ 120 h 144"/>
              <a:gd name="T34" fmla="*/ 144 w 176"/>
              <a:gd name="T35" fmla="*/ 136 h 144"/>
              <a:gd name="T36" fmla="*/ 176 w 176"/>
              <a:gd name="T37" fmla="*/ 128 h 144"/>
              <a:gd name="T38" fmla="*/ 168 w 176"/>
              <a:gd name="T39" fmla="*/ 0 h 144"/>
              <a:gd name="T40" fmla="*/ 148 w 176"/>
              <a:gd name="T41" fmla="*/ 128 h 144"/>
              <a:gd name="T42" fmla="*/ 108 w 176"/>
              <a:gd name="T43" fmla="*/ 128 h 144"/>
              <a:gd name="T44" fmla="*/ 48 w 176"/>
              <a:gd name="T45" fmla="*/ 112 h 144"/>
              <a:gd name="T46" fmla="*/ 8 w 176"/>
              <a:gd name="T47" fmla="*/ 128 h 144"/>
              <a:gd name="T48" fmla="*/ 168 w 176"/>
              <a:gd name="T49" fmla="*/ 8 h 144"/>
              <a:gd name="T50" fmla="*/ 28 w 176"/>
              <a:gd name="T51" fmla="*/ 88 h 144"/>
              <a:gd name="T52" fmla="*/ 112 w 176"/>
              <a:gd name="T53" fmla="*/ 84 h 144"/>
              <a:gd name="T54" fmla="*/ 28 w 176"/>
              <a:gd name="T55" fmla="*/ 80 h 144"/>
              <a:gd name="T56" fmla="*/ 28 w 176"/>
              <a:gd name="T57" fmla="*/ 88 h 144"/>
              <a:gd name="T58" fmla="*/ 148 w 176"/>
              <a:gd name="T59" fmla="*/ 72 h 144"/>
              <a:gd name="T60" fmla="*/ 148 w 176"/>
              <a:gd name="T61" fmla="*/ 64 h 144"/>
              <a:gd name="T62" fmla="*/ 24 w 176"/>
              <a:gd name="T63" fmla="*/ 68 h 144"/>
              <a:gd name="T64" fmla="*/ 28 w 176"/>
              <a:gd name="T65" fmla="*/ 56 h 144"/>
              <a:gd name="T66" fmla="*/ 152 w 176"/>
              <a:gd name="T67" fmla="*/ 52 h 144"/>
              <a:gd name="T68" fmla="*/ 28 w 176"/>
              <a:gd name="T69" fmla="*/ 48 h 144"/>
              <a:gd name="T70" fmla="*/ 28 w 176"/>
              <a:gd name="T71" fmla="*/ 5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44">
                <a:moveTo>
                  <a:pt x="128" y="128"/>
                </a:moveTo>
                <a:cubicBezTo>
                  <a:pt x="126" y="128"/>
                  <a:pt x="124" y="130"/>
                  <a:pt x="124" y="132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124" y="142"/>
                  <a:pt x="126" y="144"/>
                  <a:pt x="128" y="144"/>
                </a:cubicBezTo>
                <a:cubicBezTo>
                  <a:pt x="130" y="144"/>
                  <a:pt x="132" y="142"/>
                  <a:pt x="132" y="140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32" y="130"/>
                  <a:pt x="130" y="128"/>
                  <a:pt x="128" y="128"/>
                </a:cubicBezTo>
                <a:moveTo>
                  <a:pt x="28" y="40"/>
                </a:moveTo>
                <a:cubicBezTo>
                  <a:pt x="148" y="40"/>
                  <a:pt x="148" y="40"/>
                  <a:pt x="148" y="40"/>
                </a:cubicBezTo>
                <a:cubicBezTo>
                  <a:pt x="150" y="40"/>
                  <a:pt x="152" y="38"/>
                  <a:pt x="152" y="36"/>
                </a:cubicBezTo>
                <a:cubicBezTo>
                  <a:pt x="152" y="34"/>
                  <a:pt x="150" y="32"/>
                  <a:pt x="148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6" y="32"/>
                  <a:pt x="24" y="34"/>
                  <a:pt x="24" y="36"/>
                </a:cubicBezTo>
                <a:cubicBezTo>
                  <a:pt x="24" y="38"/>
                  <a:pt x="26" y="40"/>
                  <a:pt x="28" y="40"/>
                </a:cubicBezTo>
                <a:moveTo>
                  <a:pt x="48" y="128"/>
                </a:moveTo>
                <a:cubicBezTo>
                  <a:pt x="46" y="128"/>
                  <a:pt x="44" y="130"/>
                  <a:pt x="44" y="132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2"/>
                  <a:pt x="46" y="144"/>
                  <a:pt x="48" y="144"/>
                </a:cubicBezTo>
                <a:cubicBezTo>
                  <a:pt x="50" y="144"/>
                  <a:pt x="52" y="142"/>
                  <a:pt x="52" y="140"/>
                </a:cubicBezTo>
                <a:cubicBezTo>
                  <a:pt x="52" y="132"/>
                  <a:pt x="52" y="132"/>
                  <a:pt x="52" y="132"/>
                </a:cubicBezTo>
                <a:cubicBezTo>
                  <a:pt x="52" y="130"/>
                  <a:pt x="50" y="128"/>
                  <a:pt x="48" y="128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2"/>
                  <a:pt x="4" y="136"/>
                  <a:pt x="8" y="136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4" y="136"/>
                  <a:pt x="36" y="134"/>
                  <a:pt x="36" y="132"/>
                </a:cubicBezTo>
                <a:cubicBezTo>
                  <a:pt x="36" y="125"/>
                  <a:pt x="41" y="120"/>
                  <a:pt x="48" y="120"/>
                </a:cubicBezTo>
                <a:cubicBezTo>
                  <a:pt x="55" y="120"/>
                  <a:pt x="60" y="125"/>
                  <a:pt x="60" y="132"/>
                </a:cubicBezTo>
                <a:cubicBezTo>
                  <a:pt x="60" y="134"/>
                  <a:pt x="62" y="136"/>
                  <a:pt x="64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4" y="136"/>
                  <a:pt x="116" y="134"/>
                  <a:pt x="116" y="132"/>
                </a:cubicBezTo>
                <a:cubicBezTo>
                  <a:pt x="116" y="125"/>
                  <a:pt x="121" y="120"/>
                  <a:pt x="128" y="120"/>
                </a:cubicBezTo>
                <a:cubicBezTo>
                  <a:pt x="135" y="120"/>
                  <a:pt x="140" y="125"/>
                  <a:pt x="140" y="132"/>
                </a:cubicBezTo>
                <a:cubicBezTo>
                  <a:pt x="140" y="134"/>
                  <a:pt x="142" y="136"/>
                  <a:pt x="144" y="136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72" y="136"/>
                  <a:pt x="176" y="132"/>
                  <a:pt x="176" y="12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28"/>
                </a:moveTo>
                <a:cubicBezTo>
                  <a:pt x="148" y="128"/>
                  <a:pt x="148" y="128"/>
                  <a:pt x="148" y="128"/>
                </a:cubicBezTo>
                <a:cubicBezTo>
                  <a:pt x="146" y="119"/>
                  <a:pt x="138" y="112"/>
                  <a:pt x="128" y="112"/>
                </a:cubicBezTo>
                <a:cubicBezTo>
                  <a:pt x="118" y="112"/>
                  <a:pt x="110" y="119"/>
                  <a:pt x="108" y="128"/>
                </a:cubicBezTo>
                <a:cubicBezTo>
                  <a:pt x="68" y="128"/>
                  <a:pt x="68" y="128"/>
                  <a:pt x="68" y="128"/>
                </a:cubicBezTo>
                <a:cubicBezTo>
                  <a:pt x="66" y="119"/>
                  <a:pt x="58" y="112"/>
                  <a:pt x="48" y="112"/>
                </a:cubicBezTo>
                <a:cubicBezTo>
                  <a:pt x="38" y="112"/>
                  <a:pt x="30" y="119"/>
                  <a:pt x="28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28"/>
                </a:lnTo>
                <a:close/>
                <a:moveTo>
                  <a:pt x="28" y="88"/>
                </a:moveTo>
                <a:cubicBezTo>
                  <a:pt x="108" y="88"/>
                  <a:pt x="108" y="88"/>
                  <a:pt x="108" y="88"/>
                </a:cubicBezTo>
                <a:cubicBezTo>
                  <a:pt x="110" y="88"/>
                  <a:pt x="112" y="86"/>
                  <a:pt x="112" y="84"/>
                </a:cubicBezTo>
                <a:cubicBezTo>
                  <a:pt x="112" y="82"/>
                  <a:pt x="110" y="80"/>
                  <a:pt x="108" y="80"/>
                </a:cubicBezTo>
                <a:cubicBezTo>
                  <a:pt x="28" y="80"/>
                  <a:pt x="28" y="80"/>
                  <a:pt x="28" y="80"/>
                </a:cubicBezTo>
                <a:cubicBezTo>
                  <a:pt x="26" y="80"/>
                  <a:pt x="24" y="82"/>
                  <a:pt x="24" y="84"/>
                </a:cubicBezTo>
                <a:cubicBezTo>
                  <a:pt x="24" y="86"/>
                  <a:pt x="26" y="88"/>
                  <a:pt x="28" y="88"/>
                </a:cubicBezTo>
                <a:moveTo>
                  <a:pt x="28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0" y="72"/>
                  <a:pt x="152" y="70"/>
                  <a:pt x="152" y="68"/>
                </a:cubicBezTo>
                <a:cubicBezTo>
                  <a:pt x="152" y="66"/>
                  <a:pt x="150" y="64"/>
                  <a:pt x="148" y="64"/>
                </a:cubicBezTo>
                <a:cubicBezTo>
                  <a:pt x="28" y="64"/>
                  <a:pt x="28" y="64"/>
                  <a:pt x="28" y="64"/>
                </a:cubicBezTo>
                <a:cubicBezTo>
                  <a:pt x="26" y="64"/>
                  <a:pt x="24" y="66"/>
                  <a:pt x="24" y="68"/>
                </a:cubicBezTo>
                <a:cubicBezTo>
                  <a:pt x="24" y="70"/>
                  <a:pt x="26" y="72"/>
                  <a:pt x="28" y="72"/>
                </a:cubicBezTo>
                <a:moveTo>
                  <a:pt x="28" y="56"/>
                </a:moveTo>
                <a:cubicBezTo>
                  <a:pt x="148" y="56"/>
                  <a:pt x="148" y="56"/>
                  <a:pt x="148" y="56"/>
                </a:cubicBezTo>
                <a:cubicBezTo>
                  <a:pt x="150" y="56"/>
                  <a:pt x="152" y="54"/>
                  <a:pt x="152" y="52"/>
                </a:cubicBezTo>
                <a:cubicBezTo>
                  <a:pt x="152" y="50"/>
                  <a:pt x="150" y="48"/>
                  <a:pt x="148" y="48"/>
                </a:cubicBezTo>
                <a:cubicBezTo>
                  <a:pt x="28" y="48"/>
                  <a:pt x="28" y="48"/>
                  <a:pt x="28" y="48"/>
                </a:cubicBezTo>
                <a:cubicBezTo>
                  <a:pt x="26" y="48"/>
                  <a:pt x="24" y="50"/>
                  <a:pt x="24" y="52"/>
                </a:cubicBezTo>
                <a:cubicBezTo>
                  <a:pt x="24" y="54"/>
                  <a:pt x="26" y="56"/>
                  <a:pt x="28" y="5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132"/>
          <p:cNvSpPr>
            <a:spLocks noEditPoints="1"/>
          </p:cNvSpPr>
          <p:nvPr/>
        </p:nvSpPr>
        <p:spPr bwMode="auto">
          <a:xfrm>
            <a:off x="1530260" y="1757316"/>
            <a:ext cx="335898" cy="305067"/>
          </a:xfrm>
          <a:custGeom>
            <a:avLst/>
            <a:gdLst>
              <a:gd name="T0" fmla="*/ 128 w 176"/>
              <a:gd name="T1" fmla="*/ 148 h 160"/>
              <a:gd name="T2" fmla="*/ 132 w 176"/>
              <a:gd name="T3" fmla="*/ 160 h 160"/>
              <a:gd name="T4" fmla="*/ 136 w 176"/>
              <a:gd name="T5" fmla="*/ 148 h 160"/>
              <a:gd name="T6" fmla="*/ 20 w 176"/>
              <a:gd name="T7" fmla="*/ 112 h 160"/>
              <a:gd name="T8" fmla="*/ 8 w 176"/>
              <a:gd name="T9" fmla="*/ 8 h 160"/>
              <a:gd name="T10" fmla="*/ 136 w 176"/>
              <a:gd name="T11" fmla="*/ 20 h 160"/>
              <a:gd name="T12" fmla="*/ 144 w 176"/>
              <a:gd name="T13" fmla="*/ 20 h 160"/>
              <a:gd name="T14" fmla="*/ 136 w 176"/>
              <a:gd name="T15" fmla="*/ 0 h 160"/>
              <a:gd name="T16" fmla="*/ 0 w 176"/>
              <a:gd name="T17" fmla="*/ 8 h 160"/>
              <a:gd name="T18" fmla="*/ 8 w 176"/>
              <a:gd name="T19" fmla="*/ 120 h 160"/>
              <a:gd name="T20" fmla="*/ 24 w 176"/>
              <a:gd name="T21" fmla="*/ 116 h 160"/>
              <a:gd name="T22" fmla="*/ 76 w 176"/>
              <a:gd name="T23" fmla="*/ 144 h 160"/>
              <a:gd name="T24" fmla="*/ 72 w 176"/>
              <a:gd name="T25" fmla="*/ 156 h 160"/>
              <a:gd name="T26" fmla="*/ 80 w 176"/>
              <a:gd name="T27" fmla="*/ 156 h 160"/>
              <a:gd name="T28" fmla="*/ 76 w 176"/>
              <a:gd name="T29" fmla="*/ 144 h 160"/>
              <a:gd name="T30" fmla="*/ 148 w 176"/>
              <a:gd name="T31" fmla="*/ 72 h 160"/>
              <a:gd name="T32" fmla="*/ 148 w 176"/>
              <a:gd name="T33" fmla="*/ 64 h 160"/>
              <a:gd name="T34" fmla="*/ 56 w 176"/>
              <a:gd name="T35" fmla="*/ 68 h 160"/>
              <a:gd name="T36" fmla="*/ 168 w 176"/>
              <a:gd name="T37" fmla="*/ 32 h 160"/>
              <a:gd name="T38" fmla="*/ 32 w 176"/>
              <a:gd name="T39" fmla="*/ 40 h 160"/>
              <a:gd name="T40" fmla="*/ 40 w 176"/>
              <a:gd name="T41" fmla="*/ 152 h 160"/>
              <a:gd name="T42" fmla="*/ 64 w 176"/>
              <a:gd name="T43" fmla="*/ 148 h 160"/>
              <a:gd name="T44" fmla="*/ 88 w 176"/>
              <a:gd name="T45" fmla="*/ 148 h 160"/>
              <a:gd name="T46" fmla="*/ 116 w 176"/>
              <a:gd name="T47" fmla="*/ 152 h 160"/>
              <a:gd name="T48" fmla="*/ 132 w 176"/>
              <a:gd name="T49" fmla="*/ 136 h 160"/>
              <a:gd name="T50" fmla="*/ 148 w 176"/>
              <a:gd name="T51" fmla="*/ 152 h 160"/>
              <a:gd name="T52" fmla="*/ 176 w 176"/>
              <a:gd name="T53" fmla="*/ 144 h 160"/>
              <a:gd name="T54" fmla="*/ 168 w 176"/>
              <a:gd name="T55" fmla="*/ 32 h 160"/>
              <a:gd name="T56" fmla="*/ 152 w 176"/>
              <a:gd name="T57" fmla="*/ 144 h 160"/>
              <a:gd name="T58" fmla="*/ 112 w 176"/>
              <a:gd name="T59" fmla="*/ 144 h 160"/>
              <a:gd name="T60" fmla="*/ 76 w 176"/>
              <a:gd name="T61" fmla="*/ 128 h 160"/>
              <a:gd name="T62" fmla="*/ 40 w 176"/>
              <a:gd name="T63" fmla="*/ 144 h 160"/>
              <a:gd name="T64" fmla="*/ 168 w 176"/>
              <a:gd name="T65" fmla="*/ 40 h 160"/>
              <a:gd name="T66" fmla="*/ 60 w 176"/>
              <a:gd name="T67" fmla="*/ 88 h 160"/>
              <a:gd name="T68" fmla="*/ 152 w 176"/>
              <a:gd name="T69" fmla="*/ 84 h 160"/>
              <a:gd name="T70" fmla="*/ 60 w 176"/>
              <a:gd name="T71" fmla="*/ 80 h 160"/>
              <a:gd name="T72" fmla="*/ 60 w 176"/>
              <a:gd name="T73" fmla="*/ 88 h 160"/>
              <a:gd name="T74" fmla="*/ 116 w 176"/>
              <a:gd name="T75" fmla="*/ 104 h 160"/>
              <a:gd name="T76" fmla="*/ 116 w 176"/>
              <a:gd name="T77" fmla="*/ 96 h 160"/>
              <a:gd name="T78" fmla="*/ 56 w 176"/>
              <a:gd name="T79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60">
                <a:moveTo>
                  <a:pt x="132" y="144"/>
                </a:moveTo>
                <a:cubicBezTo>
                  <a:pt x="130" y="144"/>
                  <a:pt x="128" y="146"/>
                  <a:pt x="128" y="148"/>
                </a:cubicBezTo>
                <a:cubicBezTo>
                  <a:pt x="128" y="156"/>
                  <a:pt x="128" y="156"/>
                  <a:pt x="128" y="156"/>
                </a:cubicBezTo>
                <a:cubicBezTo>
                  <a:pt x="128" y="158"/>
                  <a:pt x="130" y="160"/>
                  <a:pt x="132" y="160"/>
                </a:cubicBezTo>
                <a:cubicBezTo>
                  <a:pt x="134" y="160"/>
                  <a:pt x="136" y="158"/>
                  <a:pt x="136" y="156"/>
                </a:cubicBezTo>
                <a:cubicBezTo>
                  <a:pt x="136" y="148"/>
                  <a:pt x="136" y="148"/>
                  <a:pt x="136" y="148"/>
                </a:cubicBezTo>
                <a:cubicBezTo>
                  <a:pt x="136" y="146"/>
                  <a:pt x="134" y="144"/>
                  <a:pt x="132" y="144"/>
                </a:cubicBezTo>
                <a:moveTo>
                  <a:pt x="20" y="112"/>
                </a:moveTo>
                <a:cubicBezTo>
                  <a:pt x="8" y="112"/>
                  <a:pt x="8" y="112"/>
                  <a:pt x="8" y="112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2"/>
                  <a:pt x="138" y="24"/>
                  <a:pt x="140" y="24"/>
                </a:cubicBezTo>
                <a:cubicBezTo>
                  <a:pt x="142" y="24"/>
                  <a:pt x="144" y="22"/>
                  <a:pt x="144" y="20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6"/>
                  <a:pt x="4" y="120"/>
                  <a:pt x="8" y="120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22" y="120"/>
                  <a:pt x="24" y="118"/>
                  <a:pt x="24" y="116"/>
                </a:cubicBezTo>
                <a:cubicBezTo>
                  <a:pt x="24" y="114"/>
                  <a:pt x="22" y="112"/>
                  <a:pt x="20" y="112"/>
                </a:cubicBezTo>
                <a:moveTo>
                  <a:pt x="76" y="144"/>
                </a:moveTo>
                <a:cubicBezTo>
                  <a:pt x="74" y="144"/>
                  <a:pt x="72" y="146"/>
                  <a:pt x="72" y="148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8"/>
                  <a:pt x="74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48"/>
                  <a:pt x="80" y="148"/>
                  <a:pt x="80" y="148"/>
                </a:cubicBezTo>
                <a:cubicBezTo>
                  <a:pt x="80" y="146"/>
                  <a:pt x="78" y="144"/>
                  <a:pt x="76" y="144"/>
                </a:cubicBezTo>
                <a:moveTo>
                  <a:pt x="6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0" y="72"/>
                  <a:pt x="152" y="70"/>
                  <a:pt x="152" y="68"/>
                </a:cubicBezTo>
                <a:cubicBezTo>
                  <a:pt x="152" y="66"/>
                  <a:pt x="150" y="64"/>
                  <a:pt x="148" y="64"/>
                </a:cubicBezTo>
                <a:cubicBezTo>
                  <a:pt x="60" y="64"/>
                  <a:pt x="60" y="64"/>
                  <a:pt x="60" y="64"/>
                </a:cubicBezTo>
                <a:cubicBezTo>
                  <a:pt x="58" y="64"/>
                  <a:pt x="56" y="66"/>
                  <a:pt x="56" y="68"/>
                </a:cubicBezTo>
                <a:cubicBezTo>
                  <a:pt x="56" y="70"/>
                  <a:pt x="58" y="72"/>
                  <a:pt x="60" y="72"/>
                </a:cubicBezTo>
                <a:moveTo>
                  <a:pt x="168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8"/>
                  <a:pt x="36" y="152"/>
                  <a:pt x="40" y="152"/>
                </a:cubicBezTo>
                <a:cubicBezTo>
                  <a:pt x="60" y="152"/>
                  <a:pt x="60" y="152"/>
                  <a:pt x="60" y="152"/>
                </a:cubicBezTo>
                <a:cubicBezTo>
                  <a:pt x="62" y="152"/>
                  <a:pt x="64" y="150"/>
                  <a:pt x="64" y="148"/>
                </a:cubicBezTo>
                <a:cubicBezTo>
                  <a:pt x="64" y="141"/>
                  <a:pt x="69" y="136"/>
                  <a:pt x="76" y="136"/>
                </a:cubicBezTo>
                <a:cubicBezTo>
                  <a:pt x="83" y="136"/>
                  <a:pt x="88" y="141"/>
                  <a:pt x="88" y="148"/>
                </a:cubicBezTo>
                <a:cubicBezTo>
                  <a:pt x="88" y="150"/>
                  <a:pt x="90" y="152"/>
                  <a:pt x="92" y="152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18" y="152"/>
                  <a:pt x="120" y="150"/>
                  <a:pt x="120" y="148"/>
                </a:cubicBezTo>
                <a:cubicBezTo>
                  <a:pt x="120" y="141"/>
                  <a:pt x="125" y="136"/>
                  <a:pt x="132" y="136"/>
                </a:cubicBezTo>
                <a:cubicBezTo>
                  <a:pt x="139" y="136"/>
                  <a:pt x="144" y="141"/>
                  <a:pt x="144" y="148"/>
                </a:cubicBezTo>
                <a:cubicBezTo>
                  <a:pt x="144" y="150"/>
                  <a:pt x="146" y="152"/>
                  <a:pt x="148" y="152"/>
                </a:cubicBezTo>
                <a:cubicBezTo>
                  <a:pt x="168" y="152"/>
                  <a:pt x="168" y="152"/>
                  <a:pt x="168" y="152"/>
                </a:cubicBezTo>
                <a:cubicBezTo>
                  <a:pt x="172" y="152"/>
                  <a:pt x="176" y="148"/>
                  <a:pt x="176" y="144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44"/>
                </a:moveTo>
                <a:cubicBezTo>
                  <a:pt x="152" y="144"/>
                  <a:pt x="152" y="144"/>
                  <a:pt x="152" y="144"/>
                </a:cubicBezTo>
                <a:cubicBezTo>
                  <a:pt x="150" y="135"/>
                  <a:pt x="142" y="128"/>
                  <a:pt x="132" y="128"/>
                </a:cubicBezTo>
                <a:cubicBezTo>
                  <a:pt x="122" y="128"/>
                  <a:pt x="114" y="135"/>
                  <a:pt x="112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4" y="135"/>
                  <a:pt x="86" y="128"/>
                  <a:pt x="76" y="128"/>
                </a:cubicBezTo>
                <a:cubicBezTo>
                  <a:pt x="66" y="128"/>
                  <a:pt x="58" y="135"/>
                  <a:pt x="56" y="14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0" y="40"/>
                  <a:pt x="40" y="40"/>
                  <a:pt x="40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44"/>
                </a:lnTo>
                <a:close/>
                <a:moveTo>
                  <a:pt x="60" y="88"/>
                </a:moveTo>
                <a:cubicBezTo>
                  <a:pt x="148" y="88"/>
                  <a:pt x="148" y="88"/>
                  <a:pt x="148" y="88"/>
                </a:cubicBezTo>
                <a:cubicBezTo>
                  <a:pt x="150" y="88"/>
                  <a:pt x="152" y="86"/>
                  <a:pt x="152" y="84"/>
                </a:cubicBezTo>
                <a:cubicBezTo>
                  <a:pt x="152" y="82"/>
                  <a:pt x="150" y="80"/>
                  <a:pt x="148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58" y="80"/>
                  <a:pt x="56" y="82"/>
                  <a:pt x="56" y="84"/>
                </a:cubicBezTo>
                <a:cubicBezTo>
                  <a:pt x="56" y="86"/>
                  <a:pt x="58" y="88"/>
                  <a:pt x="60" y="88"/>
                </a:cubicBezTo>
                <a:moveTo>
                  <a:pt x="60" y="104"/>
                </a:moveTo>
                <a:cubicBezTo>
                  <a:pt x="116" y="104"/>
                  <a:pt x="116" y="104"/>
                  <a:pt x="116" y="104"/>
                </a:cubicBezTo>
                <a:cubicBezTo>
                  <a:pt x="118" y="104"/>
                  <a:pt x="120" y="102"/>
                  <a:pt x="120" y="100"/>
                </a:cubicBezTo>
                <a:cubicBezTo>
                  <a:pt x="120" y="98"/>
                  <a:pt x="118" y="96"/>
                  <a:pt x="116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58" y="96"/>
                  <a:pt x="56" y="98"/>
                  <a:pt x="56" y="100"/>
                </a:cubicBezTo>
                <a:cubicBezTo>
                  <a:pt x="56" y="102"/>
                  <a:pt x="58" y="104"/>
                  <a:pt x="60" y="10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133"/>
          <p:cNvSpPr>
            <a:spLocks noEditPoints="1"/>
          </p:cNvSpPr>
          <p:nvPr/>
        </p:nvSpPr>
        <p:spPr bwMode="auto">
          <a:xfrm>
            <a:off x="2169601" y="1788147"/>
            <a:ext cx="334275" cy="243404"/>
          </a:xfrm>
          <a:custGeom>
            <a:avLst/>
            <a:gdLst>
              <a:gd name="T0" fmla="*/ 148 w 176"/>
              <a:gd name="T1" fmla="*/ 48 h 128"/>
              <a:gd name="T2" fmla="*/ 148 w 176"/>
              <a:gd name="T3" fmla="*/ 40 h 128"/>
              <a:gd name="T4" fmla="*/ 96 w 176"/>
              <a:gd name="T5" fmla="*/ 44 h 128"/>
              <a:gd name="T6" fmla="*/ 100 w 176"/>
              <a:gd name="T7" fmla="*/ 80 h 128"/>
              <a:gd name="T8" fmla="*/ 152 w 176"/>
              <a:gd name="T9" fmla="*/ 76 h 128"/>
              <a:gd name="T10" fmla="*/ 100 w 176"/>
              <a:gd name="T11" fmla="*/ 72 h 128"/>
              <a:gd name="T12" fmla="*/ 100 w 176"/>
              <a:gd name="T13" fmla="*/ 80 h 128"/>
              <a:gd name="T14" fmla="*/ 132 w 176"/>
              <a:gd name="T15" fmla="*/ 64 h 128"/>
              <a:gd name="T16" fmla="*/ 132 w 176"/>
              <a:gd name="T17" fmla="*/ 56 h 128"/>
              <a:gd name="T18" fmla="*/ 96 w 176"/>
              <a:gd name="T19" fmla="*/ 60 h 128"/>
              <a:gd name="T20" fmla="*/ 100 w 176"/>
              <a:gd name="T21" fmla="*/ 32 h 128"/>
              <a:gd name="T22" fmla="*/ 136 w 176"/>
              <a:gd name="T23" fmla="*/ 28 h 128"/>
              <a:gd name="T24" fmla="*/ 100 w 176"/>
              <a:gd name="T25" fmla="*/ 24 h 128"/>
              <a:gd name="T26" fmla="*/ 100 w 176"/>
              <a:gd name="T27" fmla="*/ 32 h 128"/>
              <a:gd name="T28" fmla="*/ 60 w 176"/>
              <a:gd name="T29" fmla="*/ 80 h 128"/>
              <a:gd name="T30" fmla="*/ 60 w 176"/>
              <a:gd name="T31" fmla="*/ 72 h 128"/>
              <a:gd name="T32" fmla="*/ 24 w 176"/>
              <a:gd name="T33" fmla="*/ 76 h 128"/>
              <a:gd name="T34" fmla="*/ 168 w 176"/>
              <a:gd name="T35" fmla="*/ 0 h 128"/>
              <a:gd name="T36" fmla="*/ 0 w 176"/>
              <a:gd name="T37" fmla="*/ 8 h 128"/>
              <a:gd name="T38" fmla="*/ 8 w 176"/>
              <a:gd name="T39" fmla="*/ 128 h 128"/>
              <a:gd name="T40" fmla="*/ 176 w 176"/>
              <a:gd name="T41" fmla="*/ 120 h 128"/>
              <a:gd name="T42" fmla="*/ 168 w 176"/>
              <a:gd name="T43" fmla="*/ 0 h 128"/>
              <a:gd name="T44" fmla="*/ 128 w 176"/>
              <a:gd name="T45" fmla="*/ 120 h 128"/>
              <a:gd name="T46" fmla="*/ 136 w 176"/>
              <a:gd name="T47" fmla="*/ 104 h 128"/>
              <a:gd name="T48" fmla="*/ 136 w 176"/>
              <a:gd name="T49" fmla="*/ 96 h 128"/>
              <a:gd name="T50" fmla="*/ 108 w 176"/>
              <a:gd name="T51" fmla="*/ 100 h 128"/>
              <a:gd name="T52" fmla="*/ 120 w 176"/>
              <a:gd name="T53" fmla="*/ 104 h 128"/>
              <a:gd name="T54" fmla="*/ 56 w 176"/>
              <a:gd name="T55" fmla="*/ 120 h 128"/>
              <a:gd name="T56" fmla="*/ 64 w 176"/>
              <a:gd name="T57" fmla="*/ 104 h 128"/>
              <a:gd name="T58" fmla="*/ 64 w 176"/>
              <a:gd name="T59" fmla="*/ 96 h 128"/>
              <a:gd name="T60" fmla="*/ 36 w 176"/>
              <a:gd name="T61" fmla="*/ 100 h 128"/>
              <a:gd name="T62" fmla="*/ 48 w 176"/>
              <a:gd name="T63" fmla="*/ 104 h 128"/>
              <a:gd name="T64" fmla="*/ 8 w 176"/>
              <a:gd name="T65" fmla="*/ 120 h 128"/>
              <a:gd name="T66" fmla="*/ 168 w 176"/>
              <a:gd name="T67" fmla="*/ 8 h 128"/>
              <a:gd name="T68" fmla="*/ 28 w 176"/>
              <a:gd name="T69" fmla="*/ 64 h 128"/>
              <a:gd name="T70" fmla="*/ 80 w 176"/>
              <a:gd name="T71" fmla="*/ 60 h 128"/>
              <a:gd name="T72" fmla="*/ 28 w 176"/>
              <a:gd name="T73" fmla="*/ 56 h 128"/>
              <a:gd name="T74" fmla="*/ 28 w 176"/>
              <a:gd name="T75" fmla="*/ 64 h 128"/>
              <a:gd name="T76" fmla="*/ 60 w 176"/>
              <a:gd name="T77" fmla="*/ 48 h 128"/>
              <a:gd name="T78" fmla="*/ 60 w 176"/>
              <a:gd name="T79" fmla="*/ 40 h 128"/>
              <a:gd name="T80" fmla="*/ 24 w 176"/>
              <a:gd name="T81" fmla="*/ 44 h 128"/>
              <a:gd name="T82" fmla="*/ 28 w 176"/>
              <a:gd name="T83" fmla="*/ 32 h 128"/>
              <a:gd name="T84" fmla="*/ 80 w 176"/>
              <a:gd name="T85" fmla="*/ 28 h 128"/>
              <a:gd name="T86" fmla="*/ 28 w 176"/>
              <a:gd name="T87" fmla="*/ 24 h 128"/>
              <a:gd name="T88" fmla="*/ 28 w 176"/>
              <a:gd name="T89" fmla="*/ 3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28">
                <a:moveTo>
                  <a:pt x="100" y="48"/>
                </a:moveTo>
                <a:cubicBezTo>
                  <a:pt x="148" y="48"/>
                  <a:pt x="148" y="48"/>
                  <a:pt x="148" y="48"/>
                </a:cubicBezTo>
                <a:cubicBezTo>
                  <a:pt x="150" y="48"/>
                  <a:pt x="152" y="46"/>
                  <a:pt x="152" y="44"/>
                </a:cubicBezTo>
                <a:cubicBezTo>
                  <a:pt x="152" y="42"/>
                  <a:pt x="150" y="40"/>
                  <a:pt x="148" y="40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98" y="40"/>
                  <a:pt x="96" y="42"/>
                  <a:pt x="96" y="44"/>
                </a:cubicBezTo>
                <a:cubicBezTo>
                  <a:pt x="96" y="46"/>
                  <a:pt x="98" y="48"/>
                  <a:pt x="100" y="48"/>
                </a:cubicBezTo>
                <a:moveTo>
                  <a:pt x="100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50" y="80"/>
                  <a:pt x="152" y="78"/>
                  <a:pt x="152" y="76"/>
                </a:cubicBezTo>
                <a:cubicBezTo>
                  <a:pt x="152" y="74"/>
                  <a:pt x="150" y="72"/>
                  <a:pt x="148" y="72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98" y="72"/>
                  <a:pt x="96" y="74"/>
                  <a:pt x="96" y="76"/>
                </a:cubicBezTo>
                <a:cubicBezTo>
                  <a:pt x="96" y="78"/>
                  <a:pt x="98" y="80"/>
                  <a:pt x="100" y="80"/>
                </a:cubicBezTo>
                <a:moveTo>
                  <a:pt x="100" y="64"/>
                </a:moveTo>
                <a:cubicBezTo>
                  <a:pt x="132" y="64"/>
                  <a:pt x="132" y="64"/>
                  <a:pt x="132" y="64"/>
                </a:cubicBezTo>
                <a:cubicBezTo>
                  <a:pt x="134" y="64"/>
                  <a:pt x="136" y="62"/>
                  <a:pt x="136" y="60"/>
                </a:cubicBezTo>
                <a:cubicBezTo>
                  <a:pt x="136" y="58"/>
                  <a:pt x="134" y="56"/>
                  <a:pt x="132" y="56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98" y="56"/>
                  <a:pt x="96" y="58"/>
                  <a:pt x="96" y="60"/>
                </a:cubicBezTo>
                <a:cubicBezTo>
                  <a:pt x="96" y="62"/>
                  <a:pt x="98" y="64"/>
                  <a:pt x="100" y="64"/>
                </a:cubicBezTo>
                <a:moveTo>
                  <a:pt x="100" y="32"/>
                </a:moveTo>
                <a:cubicBezTo>
                  <a:pt x="132" y="32"/>
                  <a:pt x="132" y="32"/>
                  <a:pt x="132" y="32"/>
                </a:cubicBezTo>
                <a:cubicBezTo>
                  <a:pt x="134" y="32"/>
                  <a:pt x="136" y="30"/>
                  <a:pt x="136" y="28"/>
                </a:cubicBezTo>
                <a:cubicBezTo>
                  <a:pt x="136" y="26"/>
                  <a:pt x="134" y="24"/>
                  <a:pt x="132" y="24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98" y="24"/>
                  <a:pt x="96" y="26"/>
                  <a:pt x="96" y="28"/>
                </a:cubicBezTo>
                <a:cubicBezTo>
                  <a:pt x="96" y="30"/>
                  <a:pt x="98" y="32"/>
                  <a:pt x="100" y="32"/>
                </a:cubicBezTo>
                <a:moveTo>
                  <a:pt x="28" y="80"/>
                </a:moveTo>
                <a:cubicBezTo>
                  <a:pt x="60" y="80"/>
                  <a:pt x="60" y="80"/>
                  <a:pt x="60" y="80"/>
                </a:cubicBezTo>
                <a:cubicBezTo>
                  <a:pt x="62" y="80"/>
                  <a:pt x="64" y="78"/>
                  <a:pt x="64" y="76"/>
                </a:cubicBezTo>
                <a:cubicBezTo>
                  <a:pt x="64" y="74"/>
                  <a:pt x="62" y="72"/>
                  <a:pt x="60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6" y="72"/>
                  <a:pt x="24" y="74"/>
                  <a:pt x="24" y="76"/>
                </a:cubicBezTo>
                <a:cubicBezTo>
                  <a:pt x="24" y="78"/>
                  <a:pt x="26" y="80"/>
                  <a:pt x="28" y="80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20"/>
                </a:moveTo>
                <a:cubicBezTo>
                  <a:pt x="128" y="120"/>
                  <a:pt x="128" y="120"/>
                  <a:pt x="128" y="120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36" y="104"/>
                  <a:pt x="136" y="104"/>
                  <a:pt x="136" y="104"/>
                </a:cubicBezTo>
                <a:cubicBezTo>
                  <a:pt x="138" y="104"/>
                  <a:pt x="140" y="102"/>
                  <a:pt x="140" y="100"/>
                </a:cubicBezTo>
                <a:cubicBezTo>
                  <a:pt x="140" y="98"/>
                  <a:pt x="138" y="96"/>
                  <a:pt x="136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0" y="96"/>
                  <a:pt x="108" y="98"/>
                  <a:pt x="108" y="100"/>
                </a:cubicBezTo>
                <a:cubicBezTo>
                  <a:pt x="108" y="102"/>
                  <a:pt x="110" y="104"/>
                  <a:pt x="112" y="104"/>
                </a:cubicBezTo>
                <a:cubicBezTo>
                  <a:pt x="120" y="104"/>
                  <a:pt x="120" y="104"/>
                  <a:pt x="120" y="104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6" y="104"/>
                  <a:pt x="68" y="102"/>
                  <a:pt x="68" y="100"/>
                </a:cubicBezTo>
                <a:cubicBezTo>
                  <a:pt x="68" y="98"/>
                  <a:pt x="66" y="96"/>
                  <a:pt x="64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38" y="96"/>
                  <a:pt x="36" y="98"/>
                  <a:pt x="36" y="100"/>
                </a:cubicBezTo>
                <a:cubicBezTo>
                  <a:pt x="36" y="102"/>
                  <a:pt x="38" y="104"/>
                  <a:pt x="40" y="104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20"/>
                </a:lnTo>
                <a:close/>
                <a:moveTo>
                  <a:pt x="28" y="64"/>
                </a:moveTo>
                <a:cubicBezTo>
                  <a:pt x="76" y="64"/>
                  <a:pt x="76" y="64"/>
                  <a:pt x="76" y="64"/>
                </a:cubicBezTo>
                <a:cubicBezTo>
                  <a:pt x="78" y="64"/>
                  <a:pt x="80" y="62"/>
                  <a:pt x="80" y="60"/>
                </a:cubicBezTo>
                <a:cubicBezTo>
                  <a:pt x="80" y="58"/>
                  <a:pt x="78" y="56"/>
                  <a:pt x="76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6" y="56"/>
                  <a:pt x="24" y="58"/>
                  <a:pt x="24" y="60"/>
                </a:cubicBezTo>
                <a:cubicBezTo>
                  <a:pt x="24" y="62"/>
                  <a:pt x="26" y="64"/>
                  <a:pt x="28" y="64"/>
                </a:cubicBezTo>
                <a:moveTo>
                  <a:pt x="28" y="48"/>
                </a:moveTo>
                <a:cubicBezTo>
                  <a:pt x="60" y="48"/>
                  <a:pt x="60" y="48"/>
                  <a:pt x="60" y="48"/>
                </a:cubicBezTo>
                <a:cubicBezTo>
                  <a:pt x="62" y="48"/>
                  <a:pt x="64" y="46"/>
                  <a:pt x="64" y="44"/>
                </a:cubicBezTo>
                <a:cubicBezTo>
                  <a:pt x="64" y="42"/>
                  <a:pt x="62" y="40"/>
                  <a:pt x="60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4" y="42"/>
                  <a:pt x="24" y="44"/>
                </a:cubicBezTo>
                <a:cubicBezTo>
                  <a:pt x="24" y="46"/>
                  <a:pt x="26" y="48"/>
                  <a:pt x="28" y="48"/>
                </a:cubicBezTo>
                <a:moveTo>
                  <a:pt x="28" y="32"/>
                </a:moveTo>
                <a:cubicBezTo>
                  <a:pt x="76" y="32"/>
                  <a:pt x="76" y="32"/>
                  <a:pt x="76" y="32"/>
                </a:cubicBezTo>
                <a:cubicBezTo>
                  <a:pt x="78" y="32"/>
                  <a:pt x="80" y="30"/>
                  <a:pt x="80" y="28"/>
                </a:cubicBezTo>
                <a:cubicBezTo>
                  <a:pt x="80" y="26"/>
                  <a:pt x="78" y="24"/>
                  <a:pt x="76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6" y="24"/>
                  <a:pt x="24" y="26"/>
                  <a:pt x="24" y="28"/>
                </a:cubicBezTo>
                <a:cubicBezTo>
                  <a:pt x="24" y="30"/>
                  <a:pt x="26" y="32"/>
                  <a:pt x="28" y="3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134"/>
          <p:cNvSpPr>
            <a:spLocks noEditPoints="1"/>
          </p:cNvSpPr>
          <p:nvPr/>
        </p:nvSpPr>
        <p:spPr bwMode="auto">
          <a:xfrm>
            <a:off x="2808942" y="1773543"/>
            <a:ext cx="334275" cy="272612"/>
          </a:xfrm>
          <a:custGeom>
            <a:avLst/>
            <a:gdLst>
              <a:gd name="T0" fmla="*/ 148 w 176"/>
              <a:gd name="T1" fmla="*/ 80 h 144"/>
              <a:gd name="T2" fmla="*/ 148 w 176"/>
              <a:gd name="T3" fmla="*/ 72 h 144"/>
              <a:gd name="T4" fmla="*/ 112 w 176"/>
              <a:gd name="T5" fmla="*/ 76 h 144"/>
              <a:gd name="T6" fmla="*/ 116 w 176"/>
              <a:gd name="T7" fmla="*/ 64 h 144"/>
              <a:gd name="T8" fmla="*/ 136 w 176"/>
              <a:gd name="T9" fmla="*/ 60 h 144"/>
              <a:gd name="T10" fmla="*/ 116 w 176"/>
              <a:gd name="T11" fmla="*/ 56 h 144"/>
              <a:gd name="T12" fmla="*/ 116 w 176"/>
              <a:gd name="T13" fmla="*/ 64 h 144"/>
              <a:gd name="T14" fmla="*/ 132 w 176"/>
              <a:gd name="T15" fmla="*/ 96 h 144"/>
              <a:gd name="T16" fmla="*/ 132 w 176"/>
              <a:gd name="T17" fmla="*/ 88 h 144"/>
              <a:gd name="T18" fmla="*/ 112 w 176"/>
              <a:gd name="T19" fmla="*/ 92 h 144"/>
              <a:gd name="T20" fmla="*/ 20 w 176"/>
              <a:gd name="T21" fmla="*/ 104 h 144"/>
              <a:gd name="T22" fmla="*/ 8 w 176"/>
              <a:gd name="T23" fmla="*/ 8 h 144"/>
              <a:gd name="T24" fmla="*/ 136 w 176"/>
              <a:gd name="T25" fmla="*/ 20 h 144"/>
              <a:gd name="T26" fmla="*/ 144 w 176"/>
              <a:gd name="T27" fmla="*/ 20 h 144"/>
              <a:gd name="T28" fmla="*/ 136 w 176"/>
              <a:gd name="T29" fmla="*/ 0 h 144"/>
              <a:gd name="T30" fmla="*/ 0 w 176"/>
              <a:gd name="T31" fmla="*/ 8 h 144"/>
              <a:gd name="T32" fmla="*/ 8 w 176"/>
              <a:gd name="T33" fmla="*/ 112 h 144"/>
              <a:gd name="T34" fmla="*/ 24 w 176"/>
              <a:gd name="T35" fmla="*/ 108 h 144"/>
              <a:gd name="T36" fmla="*/ 60 w 176"/>
              <a:gd name="T37" fmla="*/ 96 h 144"/>
              <a:gd name="T38" fmla="*/ 96 w 176"/>
              <a:gd name="T39" fmla="*/ 92 h 144"/>
              <a:gd name="T40" fmla="*/ 60 w 176"/>
              <a:gd name="T41" fmla="*/ 88 h 144"/>
              <a:gd name="T42" fmla="*/ 60 w 176"/>
              <a:gd name="T43" fmla="*/ 96 h 144"/>
              <a:gd name="T44" fmla="*/ 40 w 176"/>
              <a:gd name="T45" fmla="*/ 32 h 144"/>
              <a:gd name="T46" fmla="*/ 32 w 176"/>
              <a:gd name="T47" fmla="*/ 136 h 144"/>
              <a:gd name="T48" fmla="*/ 168 w 176"/>
              <a:gd name="T49" fmla="*/ 144 h 144"/>
              <a:gd name="T50" fmla="*/ 176 w 176"/>
              <a:gd name="T51" fmla="*/ 40 h 144"/>
              <a:gd name="T52" fmla="*/ 168 w 176"/>
              <a:gd name="T53" fmla="*/ 136 h 144"/>
              <a:gd name="T54" fmla="*/ 136 w 176"/>
              <a:gd name="T55" fmla="*/ 128 h 144"/>
              <a:gd name="T56" fmla="*/ 144 w 176"/>
              <a:gd name="T57" fmla="*/ 124 h 144"/>
              <a:gd name="T58" fmla="*/ 124 w 176"/>
              <a:gd name="T59" fmla="*/ 120 h 144"/>
              <a:gd name="T60" fmla="*/ 124 w 176"/>
              <a:gd name="T61" fmla="*/ 128 h 144"/>
              <a:gd name="T62" fmla="*/ 128 w 176"/>
              <a:gd name="T63" fmla="*/ 136 h 144"/>
              <a:gd name="T64" fmla="*/ 80 w 176"/>
              <a:gd name="T65" fmla="*/ 128 h 144"/>
              <a:gd name="T66" fmla="*/ 88 w 176"/>
              <a:gd name="T67" fmla="*/ 124 h 144"/>
              <a:gd name="T68" fmla="*/ 68 w 176"/>
              <a:gd name="T69" fmla="*/ 120 h 144"/>
              <a:gd name="T70" fmla="*/ 68 w 176"/>
              <a:gd name="T71" fmla="*/ 128 h 144"/>
              <a:gd name="T72" fmla="*/ 72 w 176"/>
              <a:gd name="T73" fmla="*/ 136 h 144"/>
              <a:gd name="T74" fmla="*/ 40 w 176"/>
              <a:gd name="T75" fmla="*/ 40 h 144"/>
              <a:gd name="T76" fmla="*/ 168 w 176"/>
              <a:gd name="T77" fmla="*/ 136 h 144"/>
              <a:gd name="T78" fmla="*/ 76 w 176"/>
              <a:gd name="T79" fmla="*/ 80 h 144"/>
              <a:gd name="T80" fmla="*/ 76 w 176"/>
              <a:gd name="T81" fmla="*/ 72 h 144"/>
              <a:gd name="T82" fmla="*/ 56 w 176"/>
              <a:gd name="T83" fmla="*/ 76 h 144"/>
              <a:gd name="T84" fmla="*/ 60 w 176"/>
              <a:gd name="T85" fmla="*/ 64 h 144"/>
              <a:gd name="T86" fmla="*/ 96 w 176"/>
              <a:gd name="T87" fmla="*/ 60 h 144"/>
              <a:gd name="T88" fmla="*/ 60 w 176"/>
              <a:gd name="T89" fmla="*/ 56 h 144"/>
              <a:gd name="T90" fmla="*/ 60 w 176"/>
              <a:gd name="T91" fmla="*/ 6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44">
                <a:moveTo>
                  <a:pt x="11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50" y="80"/>
                  <a:pt x="152" y="78"/>
                  <a:pt x="152" y="76"/>
                </a:cubicBezTo>
                <a:cubicBezTo>
                  <a:pt x="152" y="74"/>
                  <a:pt x="150" y="72"/>
                  <a:pt x="148" y="72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14" y="72"/>
                  <a:pt x="112" y="74"/>
                  <a:pt x="112" y="76"/>
                </a:cubicBezTo>
                <a:cubicBezTo>
                  <a:pt x="112" y="78"/>
                  <a:pt x="114" y="80"/>
                  <a:pt x="116" y="80"/>
                </a:cubicBezTo>
                <a:moveTo>
                  <a:pt x="116" y="64"/>
                </a:moveTo>
                <a:cubicBezTo>
                  <a:pt x="132" y="64"/>
                  <a:pt x="132" y="64"/>
                  <a:pt x="132" y="64"/>
                </a:cubicBezTo>
                <a:cubicBezTo>
                  <a:pt x="134" y="64"/>
                  <a:pt x="136" y="62"/>
                  <a:pt x="136" y="60"/>
                </a:cubicBezTo>
                <a:cubicBezTo>
                  <a:pt x="136" y="58"/>
                  <a:pt x="134" y="56"/>
                  <a:pt x="132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4" y="56"/>
                  <a:pt x="112" y="58"/>
                  <a:pt x="112" y="60"/>
                </a:cubicBezTo>
                <a:cubicBezTo>
                  <a:pt x="112" y="62"/>
                  <a:pt x="114" y="64"/>
                  <a:pt x="116" y="64"/>
                </a:cubicBezTo>
                <a:moveTo>
                  <a:pt x="116" y="96"/>
                </a:moveTo>
                <a:cubicBezTo>
                  <a:pt x="132" y="96"/>
                  <a:pt x="132" y="96"/>
                  <a:pt x="132" y="96"/>
                </a:cubicBezTo>
                <a:cubicBezTo>
                  <a:pt x="134" y="96"/>
                  <a:pt x="136" y="94"/>
                  <a:pt x="136" y="92"/>
                </a:cubicBezTo>
                <a:cubicBezTo>
                  <a:pt x="136" y="90"/>
                  <a:pt x="134" y="88"/>
                  <a:pt x="132" y="88"/>
                </a:cubicBezTo>
                <a:cubicBezTo>
                  <a:pt x="116" y="88"/>
                  <a:pt x="116" y="88"/>
                  <a:pt x="116" y="88"/>
                </a:cubicBezTo>
                <a:cubicBezTo>
                  <a:pt x="114" y="88"/>
                  <a:pt x="112" y="90"/>
                  <a:pt x="112" y="92"/>
                </a:cubicBezTo>
                <a:cubicBezTo>
                  <a:pt x="112" y="94"/>
                  <a:pt x="114" y="96"/>
                  <a:pt x="116" y="96"/>
                </a:cubicBezTo>
                <a:moveTo>
                  <a:pt x="20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2"/>
                  <a:pt x="138" y="24"/>
                  <a:pt x="140" y="24"/>
                </a:cubicBezTo>
                <a:cubicBezTo>
                  <a:pt x="142" y="24"/>
                  <a:pt x="144" y="22"/>
                  <a:pt x="144" y="20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22" y="112"/>
                  <a:pt x="24" y="110"/>
                  <a:pt x="24" y="108"/>
                </a:cubicBezTo>
                <a:cubicBezTo>
                  <a:pt x="24" y="106"/>
                  <a:pt x="22" y="104"/>
                  <a:pt x="20" y="104"/>
                </a:cubicBezTo>
                <a:moveTo>
                  <a:pt x="60" y="96"/>
                </a:moveTo>
                <a:cubicBezTo>
                  <a:pt x="92" y="96"/>
                  <a:pt x="92" y="96"/>
                  <a:pt x="92" y="96"/>
                </a:cubicBezTo>
                <a:cubicBezTo>
                  <a:pt x="94" y="96"/>
                  <a:pt x="96" y="94"/>
                  <a:pt x="96" y="92"/>
                </a:cubicBezTo>
                <a:cubicBezTo>
                  <a:pt x="96" y="90"/>
                  <a:pt x="94" y="88"/>
                  <a:pt x="92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8" y="88"/>
                  <a:pt x="56" y="90"/>
                  <a:pt x="56" y="92"/>
                </a:cubicBezTo>
                <a:cubicBezTo>
                  <a:pt x="56" y="94"/>
                  <a:pt x="58" y="96"/>
                  <a:pt x="60" y="96"/>
                </a:cubicBezTo>
                <a:moveTo>
                  <a:pt x="168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140"/>
                  <a:pt x="36" y="144"/>
                  <a:pt x="40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36"/>
                </a:moveTo>
                <a:cubicBezTo>
                  <a:pt x="136" y="136"/>
                  <a:pt x="136" y="136"/>
                  <a:pt x="136" y="136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40" y="128"/>
                  <a:pt x="140" y="128"/>
                  <a:pt x="140" y="128"/>
                </a:cubicBezTo>
                <a:cubicBezTo>
                  <a:pt x="142" y="128"/>
                  <a:pt x="144" y="126"/>
                  <a:pt x="144" y="124"/>
                </a:cubicBezTo>
                <a:cubicBezTo>
                  <a:pt x="144" y="122"/>
                  <a:pt x="142" y="120"/>
                  <a:pt x="140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6" y="128"/>
                  <a:pt x="88" y="126"/>
                  <a:pt x="88" y="124"/>
                </a:cubicBezTo>
                <a:cubicBezTo>
                  <a:pt x="88" y="122"/>
                  <a:pt x="86" y="120"/>
                  <a:pt x="84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66" y="120"/>
                  <a:pt x="64" y="122"/>
                  <a:pt x="64" y="124"/>
                </a:cubicBezTo>
                <a:cubicBezTo>
                  <a:pt x="64" y="126"/>
                  <a:pt x="66" y="128"/>
                  <a:pt x="68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40" y="40"/>
                  <a:pt x="40" y="40"/>
                  <a:pt x="40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36"/>
                </a:lnTo>
                <a:close/>
                <a:moveTo>
                  <a:pt x="60" y="80"/>
                </a:moveTo>
                <a:cubicBezTo>
                  <a:pt x="76" y="80"/>
                  <a:pt x="76" y="80"/>
                  <a:pt x="76" y="80"/>
                </a:cubicBezTo>
                <a:cubicBezTo>
                  <a:pt x="78" y="80"/>
                  <a:pt x="80" y="78"/>
                  <a:pt x="80" y="76"/>
                </a:cubicBezTo>
                <a:cubicBezTo>
                  <a:pt x="80" y="74"/>
                  <a:pt x="78" y="72"/>
                  <a:pt x="76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58" y="72"/>
                  <a:pt x="56" y="74"/>
                  <a:pt x="56" y="76"/>
                </a:cubicBezTo>
                <a:cubicBezTo>
                  <a:pt x="56" y="78"/>
                  <a:pt x="58" y="80"/>
                  <a:pt x="60" y="80"/>
                </a:cubicBezTo>
                <a:moveTo>
                  <a:pt x="60" y="64"/>
                </a:moveTo>
                <a:cubicBezTo>
                  <a:pt x="92" y="64"/>
                  <a:pt x="92" y="64"/>
                  <a:pt x="92" y="64"/>
                </a:cubicBezTo>
                <a:cubicBezTo>
                  <a:pt x="94" y="64"/>
                  <a:pt x="96" y="62"/>
                  <a:pt x="96" y="60"/>
                </a:cubicBezTo>
                <a:cubicBezTo>
                  <a:pt x="96" y="58"/>
                  <a:pt x="94" y="56"/>
                  <a:pt x="92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58" y="56"/>
                  <a:pt x="56" y="58"/>
                  <a:pt x="56" y="60"/>
                </a:cubicBezTo>
                <a:cubicBezTo>
                  <a:pt x="56" y="62"/>
                  <a:pt x="58" y="64"/>
                  <a:pt x="60" y="6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135"/>
          <p:cNvSpPr>
            <a:spLocks noEditPoints="1"/>
          </p:cNvSpPr>
          <p:nvPr/>
        </p:nvSpPr>
        <p:spPr bwMode="auto">
          <a:xfrm>
            <a:off x="3448283" y="1773543"/>
            <a:ext cx="334275" cy="272612"/>
          </a:xfrm>
          <a:custGeom>
            <a:avLst/>
            <a:gdLst>
              <a:gd name="T0" fmla="*/ 116 w 176"/>
              <a:gd name="T1" fmla="*/ 32 h 144"/>
              <a:gd name="T2" fmla="*/ 116 w 176"/>
              <a:gd name="T3" fmla="*/ 24 h 144"/>
              <a:gd name="T4" fmla="*/ 80 w 176"/>
              <a:gd name="T5" fmla="*/ 28 h 144"/>
              <a:gd name="T6" fmla="*/ 132 w 176"/>
              <a:gd name="T7" fmla="*/ 32 h 144"/>
              <a:gd name="T8" fmla="*/ 132 w 176"/>
              <a:gd name="T9" fmla="*/ 24 h 144"/>
              <a:gd name="T10" fmla="*/ 132 w 176"/>
              <a:gd name="T11" fmla="*/ 32 h 144"/>
              <a:gd name="T12" fmla="*/ 152 w 176"/>
              <a:gd name="T13" fmla="*/ 28 h 144"/>
              <a:gd name="T14" fmla="*/ 144 w 176"/>
              <a:gd name="T15" fmla="*/ 28 h 144"/>
              <a:gd name="T16" fmla="*/ 148 w 176"/>
              <a:gd name="T17" fmla="*/ 64 h 144"/>
              <a:gd name="T18" fmla="*/ 112 w 176"/>
              <a:gd name="T19" fmla="*/ 68 h 144"/>
              <a:gd name="T20" fmla="*/ 148 w 176"/>
              <a:gd name="T21" fmla="*/ 72 h 144"/>
              <a:gd name="T22" fmla="*/ 148 w 176"/>
              <a:gd name="T23" fmla="*/ 64 h 144"/>
              <a:gd name="T24" fmla="*/ 116 w 176"/>
              <a:gd name="T25" fmla="*/ 80 h 144"/>
              <a:gd name="T26" fmla="*/ 116 w 176"/>
              <a:gd name="T27" fmla="*/ 88 h 144"/>
              <a:gd name="T28" fmla="*/ 152 w 176"/>
              <a:gd name="T29" fmla="*/ 84 h 144"/>
              <a:gd name="T30" fmla="*/ 148 w 176"/>
              <a:gd name="T31" fmla="*/ 48 h 144"/>
              <a:gd name="T32" fmla="*/ 112 w 176"/>
              <a:gd name="T33" fmla="*/ 52 h 144"/>
              <a:gd name="T34" fmla="*/ 148 w 176"/>
              <a:gd name="T35" fmla="*/ 56 h 144"/>
              <a:gd name="T36" fmla="*/ 148 w 176"/>
              <a:gd name="T37" fmla="*/ 48 h 144"/>
              <a:gd name="T38" fmla="*/ 72 w 176"/>
              <a:gd name="T39" fmla="*/ 28 h 144"/>
              <a:gd name="T40" fmla="*/ 64 w 176"/>
              <a:gd name="T41" fmla="*/ 28 h 144"/>
              <a:gd name="T42" fmla="*/ 52 w 176"/>
              <a:gd name="T43" fmla="*/ 104 h 144"/>
              <a:gd name="T44" fmla="*/ 152 w 176"/>
              <a:gd name="T45" fmla="*/ 100 h 144"/>
              <a:gd name="T46" fmla="*/ 52 w 176"/>
              <a:gd name="T47" fmla="*/ 96 h 144"/>
              <a:gd name="T48" fmla="*/ 52 w 176"/>
              <a:gd name="T49" fmla="*/ 104 h 144"/>
              <a:gd name="T50" fmla="*/ 148 w 176"/>
              <a:gd name="T51" fmla="*/ 120 h 144"/>
              <a:gd name="T52" fmla="*/ 148 w 176"/>
              <a:gd name="T53" fmla="*/ 112 h 144"/>
              <a:gd name="T54" fmla="*/ 48 w 176"/>
              <a:gd name="T55" fmla="*/ 116 h 144"/>
              <a:gd name="T56" fmla="*/ 168 w 176"/>
              <a:gd name="T57" fmla="*/ 0 h 144"/>
              <a:gd name="T58" fmla="*/ 24 w 176"/>
              <a:gd name="T59" fmla="*/ 8 h 144"/>
              <a:gd name="T60" fmla="*/ 8 w 176"/>
              <a:gd name="T61" fmla="*/ 24 h 144"/>
              <a:gd name="T62" fmla="*/ 0 w 176"/>
              <a:gd name="T63" fmla="*/ 120 h 144"/>
              <a:gd name="T64" fmla="*/ 168 w 176"/>
              <a:gd name="T65" fmla="*/ 144 h 144"/>
              <a:gd name="T66" fmla="*/ 176 w 176"/>
              <a:gd name="T67" fmla="*/ 8 h 144"/>
              <a:gd name="T68" fmla="*/ 168 w 176"/>
              <a:gd name="T69" fmla="*/ 136 h 144"/>
              <a:gd name="T70" fmla="*/ 8 w 176"/>
              <a:gd name="T71" fmla="*/ 120 h 144"/>
              <a:gd name="T72" fmla="*/ 24 w 176"/>
              <a:gd name="T73" fmla="*/ 32 h 144"/>
              <a:gd name="T74" fmla="*/ 28 w 176"/>
              <a:gd name="T75" fmla="*/ 120 h 144"/>
              <a:gd name="T76" fmla="*/ 32 w 176"/>
              <a:gd name="T77" fmla="*/ 8 h 144"/>
              <a:gd name="T78" fmla="*/ 168 w 176"/>
              <a:gd name="T79" fmla="*/ 136 h 144"/>
              <a:gd name="T80" fmla="*/ 56 w 176"/>
              <a:gd name="T81" fmla="*/ 28 h 144"/>
              <a:gd name="T82" fmla="*/ 48 w 176"/>
              <a:gd name="T83" fmla="*/ 28 h 144"/>
              <a:gd name="T84" fmla="*/ 52 w 176"/>
              <a:gd name="T85" fmla="*/ 88 h 144"/>
              <a:gd name="T86" fmla="*/ 96 w 176"/>
              <a:gd name="T87" fmla="*/ 84 h 144"/>
              <a:gd name="T88" fmla="*/ 92 w 176"/>
              <a:gd name="T89" fmla="*/ 48 h 144"/>
              <a:gd name="T90" fmla="*/ 48 w 176"/>
              <a:gd name="T91" fmla="*/ 52 h 144"/>
              <a:gd name="T92" fmla="*/ 52 w 176"/>
              <a:gd name="T93" fmla="*/ 88 h 144"/>
              <a:gd name="T94" fmla="*/ 88 w 176"/>
              <a:gd name="T95" fmla="*/ 56 h 144"/>
              <a:gd name="T96" fmla="*/ 56 w 176"/>
              <a:gd name="T97" fmla="*/ 8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44">
                <a:moveTo>
                  <a:pt x="84" y="32"/>
                </a:moveTo>
                <a:cubicBezTo>
                  <a:pt x="116" y="32"/>
                  <a:pt x="116" y="32"/>
                  <a:pt x="116" y="32"/>
                </a:cubicBezTo>
                <a:cubicBezTo>
                  <a:pt x="118" y="32"/>
                  <a:pt x="120" y="30"/>
                  <a:pt x="120" y="28"/>
                </a:cubicBezTo>
                <a:cubicBezTo>
                  <a:pt x="120" y="26"/>
                  <a:pt x="118" y="24"/>
                  <a:pt x="116" y="24"/>
                </a:cubicBezTo>
                <a:cubicBezTo>
                  <a:pt x="84" y="24"/>
                  <a:pt x="84" y="24"/>
                  <a:pt x="84" y="24"/>
                </a:cubicBezTo>
                <a:cubicBezTo>
                  <a:pt x="82" y="24"/>
                  <a:pt x="80" y="26"/>
                  <a:pt x="80" y="28"/>
                </a:cubicBezTo>
                <a:cubicBezTo>
                  <a:pt x="80" y="30"/>
                  <a:pt x="82" y="32"/>
                  <a:pt x="84" y="32"/>
                </a:cubicBezTo>
                <a:moveTo>
                  <a:pt x="132" y="32"/>
                </a:moveTo>
                <a:cubicBezTo>
                  <a:pt x="134" y="32"/>
                  <a:pt x="136" y="30"/>
                  <a:pt x="136" y="28"/>
                </a:cubicBezTo>
                <a:cubicBezTo>
                  <a:pt x="136" y="26"/>
                  <a:pt x="134" y="24"/>
                  <a:pt x="132" y="24"/>
                </a:cubicBezTo>
                <a:cubicBezTo>
                  <a:pt x="130" y="24"/>
                  <a:pt x="128" y="26"/>
                  <a:pt x="128" y="28"/>
                </a:cubicBezTo>
                <a:cubicBezTo>
                  <a:pt x="128" y="30"/>
                  <a:pt x="130" y="32"/>
                  <a:pt x="132" y="32"/>
                </a:cubicBezTo>
                <a:moveTo>
                  <a:pt x="148" y="32"/>
                </a:moveTo>
                <a:cubicBezTo>
                  <a:pt x="150" y="32"/>
                  <a:pt x="152" y="30"/>
                  <a:pt x="152" y="28"/>
                </a:cubicBezTo>
                <a:cubicBezTo>
                  <a:pt x="152" y="26"/>
                  <a:pt x="150" y="24"/>
                  <a:pt x="148" y="24"/>
                </a:cubicBezTo>
                <a:cubicBezTo>
                  <a:pt x="146" y="24"/>
                  <a:pt x="144" y="26"/>
                  <a:pt x="144" y="28"/>
                </a:cubicBezTo>
                <a:cubicBezTo>
                  <a:pt x="144" y="30"/>
                  <a:pt x="146" y="32"/>
                  <a:pt x="148" y="32"/>
                </a:cubicBezTo>
                <a:moveTo>
                  <a:pt x="148" y="64"/>
                </a:moveTo>
                <a:cubicBezTo>
                  <a:pt x="116" y="64"/>
                  <a:pt x="116" y="64"/>
                  <a:pt x="116" y="64"/>
                </a:cubicBezTo>
                <a:cubicBezTo>
                  <a:pt x="114" y="64"/>
                  <a:pt x="112" y="66"/>
                  <a:pt x="112" y="68"/>
                </a:cubicBezTo>
                <a:cubicBezTo>
                  <a:pt x="112" y="70"/>
                  <a:pt x="114" y="72"/>
                  <a:pt x="11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0" y="72"/>
                  <a:pt x="152" y="70"/>
                  <a:pt x="152" y="68"/>
                </a:cubicBezTo>
                <a:cubicBezTo>
                  <a:pt x="152" y="66"/>
                  <a:pt x="150" y="64"/>
                  <a:pt x="148" y="64"/>
                </a:cubicBezTo>
                <a:moveTo>
                  <a:pt x="148" y="80"/>
                </a:move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86"/>
                  <a:pt x="114" y="88"/>
                  <a:pt x="116" y="88"/>
                </a:cubicBezTo>
                <a:cubicBezTo>
                  <a:pt x="148" y="88"/>
                  <a:pt x="148" y="88"/>
                  <a:pt x="148" y="88"/>
                </a:cubicBezTo>
                <a:cubicBezTo>
                  <a:pt x="150" y="88"/>
                  <a:pt x="152" y="86"/>
                  <a:pt x="152" y="84"/>
                </a:cubicBezTo>
                <a:cubicBezTo>
                  <a:pt x="152" y="82"/>
                  <a:pt x="150" y="80"/>
                  <a:pt x="148" y="80"/>
                </a:cubicBezTo>
                <a:moveTo>
                  <a:pt x="148" y="48"/>
                </a:moveTo>
                <a:cubicBezTo>
                  <a:pt x="116" y="48"/>
                  <a:pt x="116" y="48"/>
                  <a:pt x="116" y="48"/>
                </a:cubicBezTo>
                <a:cubicBezTo>
                  <a:pt x="114" y="48"/>
                  <a:pt x="112" y="50"/>
                  <a:pt x="112" y="52"/>
                </a:cubicBezTo>
                <a:cubicBezTo>
                  <a:pt x="112" y="54"/>
                  <a:pt x="114" y="56"/>
                  <a:pt x="116" y="5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50" y="56"/>
                  <a:pt x="152" y="54"/>
                  <a:pt x="152" y="52"/>
                </a:cubicBezTo>
                <a:cubicBezTo>
                  <a:pt x="152" y="50"/>
                  <a:pt x="150" y="48"/>
                  <a:pt x="148" y="48"/>
                </a:cubicBezTo>
                <a:moveTo>
                  <a:pt x="68" y="32"/>
                </a:moveTo>
                <a:cubicBezTo>
                  <a:pt x="70" y="32"/>
                  <a:pt x="72" y="30"/>
                  <a:pt x="72" y="28"/>
                </a:cubicBezTo>
                <a:cubicBezTo>
                  <a:pt x="72" y="26"/>
                  <a:pt x="70" y="24"/>
                  <a:pt x="68" y="24"/>
                </a:cubicBezTo>
                <a:cubicBezTo>
                  <a:pt x="66" y="24"/>
                  <a:pt x="64" y="26"/>
                  <a:pt x="64" y="28"/>
                </a:cubicBezTo>
                <a:cubicBezTo>
                  <a:pt x="64" y="30"/>
                  <a:pt x="66" y="32"/>
                  <a:pt x="68" y="32"/>
                </a:cubicBezTo>
                <a:moveTo>
                  <a:pt x="52" y="104"/>
                </a:moveTo>
                <a:cubicBezTo>
                  <a:pt x="148" y="104"/>
                  <a:pt x="148" y="104"/>
                  <a:pt x="148" y="104"/>
                </a:cubicBezTo>
                <a:cubicBezTo>
                  <a:pt x="150" y="104"/>
                  <a:pt x="152" y="102"/>
                  <a:pt x="152" y="100"/>
                </a:cubicBezTo>
                <a:cubicBezTo>
                  <a:pt x="152" y="98"/>
                  <a:pt x="150" y="96"/>
                  <a:pt x="148" y="96"/>
                </a:cubicBezTo>
                <a:cubicBezTo>
                  <a:pt x="52" y="96"/>
                  <a:pt x="52" y="96"/>
                  <a:pt x="52" y="96"/>
                </a:cubicBezTo>
                <a:cubicBezTo>
                  <a:pt x="50" y="96"/>
                  <a:pt x="48" y="98"/>
                  <a:pt x="48" y="100"/>
                </a:cubicBezTo>
                <a:cubicBezTo>
                  <a:pt x="48" y="102"/>
                  <a:pt x="50" y="104"/>
                  <a:pt x="52" y="104"/>
                </a:cubicBezTo>
                <a:moveTo>
                  <a:pt x="52" y="120"/>
                </a:moveTo>
                <a:cubicBezTo>
                  <a:pt x="148" y="120"/>
                  <a:pt x="148" y="120"/>
                  <a:pt x="148" y="120"/>
                </a:cubicBezTo>
                <a:cubicBezTo>
                  <a:pt x="150" y="120"/>
                  <a:pt x="152" y="118"/>
                  <a:pt x="152" y="116"/>
                </a:cubicBezTo>
                <a:cubicBezTo>
                  <a:pt x="152" y="114"/>
                  <a:pt x="150" y="112"/>
                  <a:pt x="148" y="112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0" y="112"/>
                  <a:pt x="48" y="114"/>
                  <a:pt x="48" y="116"/>
                </a:cubicBezTo>
                <a:cubicBezTo>
                  <a:pt x="48" y="118"/>
                  <a:pt x="50" y="120"/>
                  <a:pt x="52" y="120"/>
                </a:cubicBezTo>
                <a:moveTo>
                  <a:pt x="168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4"/>
                  <a:pt x="24" y="8"/>
                </a:cubicBezTo>
                <a:cubicBezTo>
                  <a:pt x="24" y="24"/>
                  <a:pt x="24" y="24"/>
                  <a:pt x="24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33"/>
                  <a:pt x="11" y="144"/>
                  <a:pt x="24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15" y="136"/>
                  <a:pt x="8" y="129"/>
                  <a:pt x="8" y="120"/>
                </a:cubicBezTo>
                <a:cubicBezTo>
                  <a:pt x="8" y="32"/>
                  <a:pt x="8" y="32"/>
                  <a:pt x="8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8"/>
                  <a:pt x="26" y="120"/>
                  <a:pt x="28" y="120"/>
                </a:cubicBezTo>
                <a:cubicBezTo>
                  <a:pt x="30" y="120"/>
                  <a:pt x="32" y="118"/>
                  <a:pt x="32" y="116"/>
                </a:cubicBezTo>
                <a:cubicBezTo>
                  <a:pt x="32" y="8"/>
                  <a:pt x="32" y="8"/>
                  <a:pt x="32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36"/>
                </a:lnTo>
                <a:close/>
                <a:moveTo>
                  <a:pt x="52" y="32"/>
                </a:moveTo>
                <a:cubicBezTo>
                  <a:pt x="54" y="32"/>
                  <a:pt x="56" y="30"/>
                  <a:pt x="56" y="28"/>
                </a:cubicBezTo>
                <a:cubicBezTo>
                  <a:pt x="56" y="26"/>
                  <a:pt x="54" y="24"/>
                  <a:pt x="52" y="24"/>
                </a:cubicBezTo>
                <a:cubicBezTo>
                  <a:pt x="50" y="24"/>
                  <a:pt x="48" y="26"/>
                  <a:pt x="48" y="28"/>
                </a:cubicBezTo>
                <a:cubicBezTo>
                  <a:pt x="48" y="30"/>
                  <a:pt x="50" y="32"/>
                  <a:pt x="52" y="32"/>
                </a:cubicBezTo>
                <a:moveTo>
                  <a:pt x="52" y="88"/>
                </a:moveTo>
                <a:cubicBezTo>
                  <a:pt x="92" y="88"/>
                  <a:pt x="92" y="88"/>
                  <a:pt x="92" y="88"/>
                </a:cubicBezTo>
                <a:cubicBezTo>
                  <a:pt x="94" y="88"/>
                  <a:pt x="96" y="86"/>
                  <a:pt x="96" y="84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0"/>
                  <a:pt x="94" y="48"/>
                  <a:pt x="92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50" y="48"/>
                  <a:pt x="48" y="50"/>
                  <a:pt x="48" y="52"/>
                </a:cubicBezTo>
                <a:cubicBezTo>
                  <a:pt x="48" y="84"/>
                  <a:pt x="48" y="84"/>
                  <a:pt x="48" y="84"/>
                </a:cubicBezTo>
                <a:cubicBezTo>
                  <a:pt x="48" y="86"/>
                  <a:pt x="50" y="88"/>
                  <a:pt x="52" y="88"/>
                </a:cubicBezTo>
                <a:moveTo>
                  <a:pt x="56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88" y="80"/>
                  <a:pt x="88" y="80"/>
                  <a:pt x="88" y="80"/>
                </a:cubicBezTo>
                <a:cubicBezTo>
                  <a:pt x="56" y="80"/>
                  <a:pt x="56" y="80"/>
                  <a:pt x="56" y="80"/>
                </a:cubicBezTo>
                <a:lnTo>
                  <a:pt x="56" y="5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136"/>
          <p:cNvSpPr>
            <a:spLocks noEditPoints="1"/>
          </p:cNvSpPr>
          <p:nvPr/>
        </p:nvSpPr>
        <p:spPr bwMode="auto">
          <a:xfrm>
            <a:off x="4087625" y="1742711"/>
            <a:ext cx="334275" cy="334275"/>
          </a:xfrm>
          <a:custGeom>
            <a:avLst/>
            <a:gdLst>
              <a:gd name="T0" fmla="*/ 116 w 176"/>
              <a:gd name="T1" fmla="*/ 80 h 176"/>
              <a:gd name="T2" fmla="*/ 116 w 176"/>
              <a:gd name="T3" fmla="*/ 88 h 176"/>
              <a:gd name="T4" fmla="*/ 152 w 176"/>
              <a:gd name="T5" fmla="*/ 84 h 176"/>
              <a:gd name="T6" fmla="*/ 148 w 176"/>
              <a:gd name="T7" fmla="*/ 64 h 176"/>
              <a:gd name="T8" fmla="*/ 148 w 176"/>
              <a:gd name="T9" fmla="*/ 56 h 176"/>
              <a:gd name="T10" fmla="*/ 148 w 176"/>
              <a:gd name="T11" fmla="*/ 64 h 176"/>
              <a:gd name="T12" fmla="*/ 136 w 176"/>
              <a:gd name="T13" fmla="*/ 60 h 176"/>
              <a:gd name="T14" fmla="*/ 128 w 176"/>
              <a:gd name="T15" fmla="*/ 60 h 176"/>
              <a:gd name="T16" fmla="*/ 148 w 176"/>
              <a:gd name="T17" fmla="*/ 112 h 176"/>
              <a:gd name="T18" fmla="*/ 112 w 176"/>
              <a:gd name="T19" fmla="*/ 116 h 176"/>
              <a:gd name="T20" fmla="*/ 148 w 176"/>
              <a:gd name="T21" fmla="*/ 120 h 176"/>
              <a:gd name="T22" fmla="*/ 148 w 176"/>
              <a:gd name="T23" fmla="*/ 112 h 176"/>
              <a:gd name="T24" fmla="*/ 156 w 176"/>
              <a:gd name="T25" fmla="*/ 8 h 176"/>
              <a:gd name="T26" fmla="*/ 156 w 176"/>
              <a:gd name="T27" fmla="*/ 0 h 176"/>
              <a:gd name="T28" fmla="*/ 48 w 176"/>
              <a:gd name="T29" fmla="*/ 4 h 176"/>
              <a:gd name="T30" fmla="*/ 148 w 176"/>
              <a:gd name="T31" fmla="*/ 96 h 176"/>
              <a:gd name="T32" fmla="*/ 112 w 176"/>
              <a:gd name="T33" fmla="*/ 100 h 176"/>
              <a:gd name="T34" fmla="*/ 148 w 176"/>
              <a:gd name="T35" fmla="*/ 104 h 176"/>
              <a:gd name="T36" fmla="*/ 148 w 176"/>
              <a:gd name="T37" fmla="*/ 96 h 176"/>
              <a:gd name="T38" fmla="*/ 164 w 176"/>
              <a:gd name="T39" fmla="*/ 24 h 176"/>
              <a:gd name="T40" fmla="*/ 164 w 176"/>
              <a:gd name="T41" fmla="*/ 16 h 176"/>
              <a:gd name="T42" fmla="*/ 36 w 176"/>
              <a:gd name="T43" fmla="*/ 20 h 176"/>
              <a:gd name="T44" fmla="*/ 52 w 176"/>
              <a:gd name="T45" fmla="*/ 152 h 176"/>
              <a:gd name="T46" fmla="*/ 152 w 176"/>
              <a:gd name="T47" fmla="*/ 148 h 176"/>
              <a:gd name="T48" fmla="*/ 52 w 176"/>
              <a:gd name="T49" fmla="*/ 144 h 176"/>
              <a:gd name="T50" fmla="*/ 52 w 176"/>
              <a:gd name="T51" fmla="*/ 152 h 176"/>
              <a:gd name="T52" fmla="*/ 116 w 176"/>
              <a:gd name="T53" fmla="*/ 64 h 176"/>
              <a:gd name="T54" fmla="*/ 116 w 176"/>
              <a:gd name="T55" fmla="*/ 56 h 176"/>
              <a:gd name="T56" fmla="*/ 80 w 176"/>
              <a:gd name="T57" fmla="*/ 60 h 176"/>
              <a:gd name="T58" fmla="*/ 52 w 176"/>
              <a:gd name="T59" fmla="*/ 136 h 176"/>
              <a:gd name="T60" fmla="*/ 152 w 176"/>
              <a:gd name="T61" fmla="*/ 132 h 176"/>
              <a:gd name="T62" fmla="*/ 52 w 176"/>
              <a:gd name="T63" fmla="*/ 128 h 176"/>
              <a:gd name="T64" fmla="*/ 52 w 176"/>
              <a:gd name="T65" fmla="*/ 136 h 176"/>
              <a:gd name="T66" fmla="*/ 32 w 176"/>
              <a:gd name="T67" fmla="*/ 32 h 176"/>
              <a:gd name="T68" fmla="*/ 24 w 176"/>
              <a:gd name="T69" fmla="*/ 56 h 176"/>
              <a:gd name="T70" fmla="*/ 0 w 176"/>
              <a:gd name="T71" fmla="*/ 64 h 176"/>
              <a:gd name="T72" fmla="*/ 24 w 176"/>
              <a:gd name="T73" fmla="*/ 176 h 176"/>
              <a:gd name="T74" fmla="*/ 176 w 176"/>
              <a:gd name="T75" fmla="*/ 168 h 176"/>
              <a:gd name="T76" fmla="*/ 168 w 176"/>
              <a:gd name="T77" fmla="*/ 32 h 176"/>
              <a:gd name="T78" fmla="*/ 24 w 176"/>
              <a:gd name="T79" fmla="*/ 168 h 176"/>
              <a:gd name="T80" fmla="*/ 8 w 176"/>
              <a:gd name="T81" fmla="*/ 64 h 176"/>
              <a:gd name="T82" fmla="*/ 24 w 176"/>
              <a:gd name="T83" fmla="*/ 148 h 176"/>
              <a:gd name="T84" fmla="*/ 32 w 176"/>
              <a:gd name="T85" fmla="*/ 148 h 176"/>
              <a:gd name="T86" fmla="*/ 168 w 176"/>
              <a:gd name="T87" fmla="*/ 40 h 176"/>
              <a:gd name="T88" fmla="*/ 68 w 176"/>
              <a:gd name="T89" fmla="*/ 64 h 176"/>
              <a:gd name="T90" fmla="*/ 68 w 176"/>
              <a:gd name="T91" fmla="*/ 56 h 176"/>
              <a:gd name="T92" fmla="*/ 68 w 176"/>
              <a:gd name="T93" fmla="*/ 64 h 176"/>
              <a:gd name="T94" fmla="*/ 92 w 176"/>
              <a:gd name="T95" fmla="*/ 120 h 176"/>
              <a:gd name="T96" fmla="*/ 96 w 176"/>
              <a:gd name="T97" fmla="*/ 84 h 176"/>
              <a:gd name="T98" fmla="*/ 52 w 176"/>
              <a:gd name="T99" fmla="*/ 80 h 176"/>
              <a:gd name="T100" fmla="*/ 48 w 176"/>
              <a:gd name="T101" fmla="*/ 116 h 176"/>
              <a:gd name="T102" fmla="*/ 56 w 176"/>
              <a:gd name="T103" fmla="*/ 88 h 176"/>
              <a:gd name="T104" fmla="*/ 88 w 176"/>
              <a:gd name="T105" fmla="*/ 112 h 176"/>
              <a:gd name="T106" fmla="*/ 56 w 176"/>
              <a:gd name="T107" fmla="*/ 88 h 176"/>
              <a:gd name="T108" fmla="*/ 56 w 176"/>
              <a:gd name="T109" fmla="*/ 60 h 176"/>
              <a:gd name="T110" fmla="*/ 48 w 176"/>
              <a:gd name="T111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48" y="80"/>
                </a:move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86"/>
                  <a:pt x="114" y="88"/>
                  <a:pt x="116" y="88"/>
                </a:cubicBezTo>
                <a:cubicBezTo>
                  <a:pt x="148" y="88"/>
                  <a:pt x="148" y="88"/>
                  <a:pt x="148" y="88"/>
                </a:cubicBezTo>
                <a:cubicBezTo>
                  <a:pt x="150" y="88"/>
                  <a:pt x="152" y="86"/>
                  <a:pt x="152" y="84"/>
                </a:cubicBezTo>
                <a:cubicBezTo>
                  <a:pt x="152" y="82"/>
                  <a:pt x="150" y="80"/>
                  <a:pt x="148" y="80"/>
                </a:cubicBezTo>
                <a:moveTo>
                  <a:pt x="148" y="64"/>
                </a:moveTo>
                <a:cubicBezTo>
                  <a:pt x="150" y="64"/>
                  <a:pt x="152" y="62"/>
                  <a:pt x="152" y="60"/>
                </a:cubicBezTo>
                <a:cubicBezTo>
                  <a:pt x="152" y="58"/>
                  <a:pt x="150" y="56"/>
                  <a:pt x="148" y="56"/>
                </a:cubicBezTo>
                <a:cubicBezTo>
                  <a:pt x="146" y="56"/>
                  <a:pt x="144" y="58"/>
                  <a:pt x="144" y="60"/>
                </a:cubicBezTo>
                <a:cubicBezTo>
                  <a:pt x="144" y="62"/>
                  <a:pt x="146" y="64"/>
                  <a:pt x="148" y="64"/>
                </a:cubicBezTo>
                <a:moveTo>
                  <a:pt x="132" y="64"/>
                </a:moveTo>
                <a:cubicBezTo>
                  <a:pt x="134" y="64"/>
                  <a:pt x="136" y="62"/>
                  <a:pt x="136" y="60"/>
                </a:cubicBezTo>
                <a:cubicBezTo>
                  <a:pt x="136" y="58"/>
                  <a:pt x="134" y="56"/>
                  <a:pt x="132" y="56"/>
                </a:cubicBezTo>
                <a:cubicBezTo>
                  <a:pt x="130" y="56"/>
                  <a:pt x="128" y="58"/>
                  <a:pt x="128" y="60"/>
                </a:cubicBezTo>
                <a:cubicBezTo>
                  <a:pt x="128" y="62"/>
                  <a:pt x="130" y="64"/>
                  <a:pt x="132" y="64"/>
                </a:cubicBezTo>
                <a:moveTo>
                  <a:pt x="148" y="112"/>
                </a:moveTo>
                <a:cubicBezTo>
                  <a:pt x="116" y="112"/>
                  <a:pt x="116" y="112"/>
                  <a:pt x="116" y="112"/>
                </a:cubicBezTo>
                <a:cubicBezTo>
                  <a:pt x="114" y="112"/>
                  <a:pt x="112" y="114"/>
                  <a:pt x="112" y="116"/>
                </a:cubicBezTo>
                <a:cubicBezTo>
                  <a:pt x="112" y="118"/>
                  <a:pt x="114" y="120"/>
                  <a:pt x="116" y="120"/>
                </a:cubicBezTo>
                <a:cubicBezTo>
                  <a:pt x="148" y="120"/>
                  <a:pt x="148" y="120"/>
                  <a:pt x="148" y="120"/>
                </a:cubicBezTo>
                <a:cubicBezTo>
                  <a:pt x="150" y="120"/>
                  <a:pt x="152" y="118"/>
                  <a:pt x="152" y="116"/>
                </a:cubicBezTo>
                <a:cubicBezTo>
                  <a:pt x="152" y="114"/>
                  <a:pt x="150" y="112"/>
                  <a:pt x="148" y="112"/>
                </a:cubicBezTo>
                <a:moveTo>
                  <a:pt x="52" y="8"/>
                </a:moveTo>
                <a:cubicBezTo>
                  <a:pt x="156" y="8"/>
                  <a:pt x="156" y="8"/>
                  <a:pt x="156" y="8"/>
                </a:cubicBezTo>
                <a:cubicBezTo>
                  <a:pt x="158" y="8"/>
                  <a:pt x="160" y="6"/>
                  <a:pt x="160" y="4"/>
                </a:cubicBezTo>
                <a:cubicBezTo>
                  <a:pt x="160" y="2"/>
                  <a:pt x="158" y="0"/>
                  <a:pt x="15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0" y="0"/>
                  <a:pt x="48" y="2"/>
                  <a:pt x="48" y="4"/>
                </a:cubicBezTo>
                <a:cubicBezTo>
                  <a:pt x="48" y="6"/>
                  <a:pt x="50" y="8"/>
                  <a:pt x="52" y="8"/>
                </a:cubicBezTo>
                <a:moveTo>
                  <a:pt x="148" y="96"/>
                </a:moveTo>
                <a:cubicBezTo>
                  <a:pt x="116" y="96"/>
                  <a:pt x="116" y="96"/>
                  <a:pt x="116" y="96"/>
                </a:cubicBezTo>
                <a:cubicBezTo>
                  <a:pt x="114" y="96"/>
                  <a:pt x="112" y="98"/>
                  <a:pt x="112" y="100"/>
                </a:cubicBezTo>
                <a:cubicBezTo>
                  <a:pt x="112" y="102"/>
                  <a:pt x="114" y="104"/>
                  <a:pt x="116" y="104"/>
                </a:cubicBezTo>
                <a:cubicBezTo>
                  <a:pt x="148" y="104"/>
                  <a:pt x="148" y="104"/>
                  <a:pt x="148" y="104"/>
                </a:cubicBezTo>
                <a:cubicBezTo>
                  <a:pt x="150" y="104"/>
                  <a:pt x="152" y="102"/>
                  <a:pt x="152" y="100"/>
                </a:cubicBezTo>
                <a:cubicBezTo>
                  <a:pt x="152" y="98"/>
                  <a:pt x="150" y="96"/>
                  <a:pt x="148" y="96"/>
                </a:cubicBezTo>
                <a:moveTo>
                  <a:pt x="40" y="24"/>
                </a:moveTo>
                <a:cubicBezTo>
                  <a:pt x="164" y="24"/>
                  <a:pt x="164" y="24"/>
                  <a:pt x="164" y="24"/>
                </a:cubicBezTo>
                <a:cubicBezTo>
                  <a:pt x="166" y="24"/>
                  <a:pt x="168" y="22"/>
                  <a:pt x="168" y="20"/>
                </a:cubicBezTo>
                <a:cubicBezTo>
                  <a:pt x="168" y="18"/>
                  <a:pt x="166" y="16"/>
                  <a:pt x="164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8" y="16"/>
                  <a:pt x="36" y="18"/>
                  <a:pt x="36" y="20"/>
                </a:cubicBezTo>
                <a:cubicBezTo>
                  <a:pt x="36" y="22"/>
                  <a:pt x="38" y="24"/>
                  <a:pt x="40" y="24"/>
                </a:cubicBezTo>
                <a:moveTo>
                  <a:pt x="52" y="152"/>
                </a:moveTo>
                <a:cubicBezTo>
                  <a:pt x="148" y="152"/>
                  <a:pt x="148" y="152"/>
                  <a:pt x="148" y="152"/>
                </a:cubicBezTo>
                <a:cubicBezTo>
                  <a:pt x="150" y="152"/>
                  <a:pt x="152" y="150"/>
                  <a:pt x="152" y="148"/>
                </a:cubicBezTo>
                <a:cubicBezTo>
                  <a:pt x="152" y="146"/>
                  <a:pt x="150" y="144"/>
                  <a:pt x="148" y="144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50" y="144"/>
                  <a:pt x="48" y="146"/>
                  <a:pt x="48" y="148"/>
                </a:cubicBezTo>
                <a:cubicBezTo>
                  <a:pt x="48" y="150"/>
                  <a:pt x="50" y="152"/>
                  <a:pt x="52" y="152"/>
                </a:cubicBezTo>
                <a:moveTo>
                  <a:pt x="84" y="64"/>
                </a:moveTo>
                <a:cubicBezTo>
                  <a:pt x="116" y="64"/>
                  <a:pt x="116" y="64"/>
                  <a:pt x="116" y="64"/>
                </a:cubicBezTo>
                <a:cubicBezTo>
                  <a:pt x="118" y="64"/>
                  <a:pt x="120" y="62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2" y="56"/>
                  <a:pt x="80" y="58"/>
                  <a:pt x="80" y="60"/>
                </a:cubicBezTo>
                <a:cubicBezTo>
                  <a:pt x="80" y="62"/>
                  <a:pt x="82" y="64"/>
                  <a:pt x="84" y="64"/>
                </a:cubicBezTo>
                <a:moveTo>
                  <a:pt x="52" y="136"/>
                </a:moveTo>
                <a:cubicBezTo>
                  <a:pt x="148" y="136"/>
                  <a:pt x="148" y="136"/>
                  <a:pt x="148" y="136"/>
                </a:cubicBezTo>
                <a:cubicBezTo>
                  <a:pt x="150" y="136"/>
                  <a:pt x="152" y="134"/>
                  <a:pt x="152" y="132"/>
                </a:cubicBezTo>
                <a:cubicBezTo>
                  <a:pt x="152" y="130"/>
                  <a:pt x="150" y="128"/>
                  <a:pt x="148" y="128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50" y="128"/>
                  <a:pt x="48" y="130"/>
                  <a:pt x="48" y="132"/>
                </a:cubicBezTo>
                <a:cubicBezTo>
                  <a:pt x="48" y="134"/>
                  <a:pt x="50" y="136"/>
                  <a:pt x="52" y="136"/>
                </a:cubicBezTo>
                <a:moveTo>
                  <a:pt x="16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28" y="32"/>
                  <a:pt x="24" y="36"/>
                  <a:pt x="24" y="40"/>
                </a:cubicBezTo>
                <a:cubicBezTo>
                  <a:pt x="24" y="56"/>
                  <a:pt x="24" y="56"/>
                  <a:pt x="24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4" y="56"/>
                  <a:pt x="0" y="60"/>
                  <a:pt x="0" y="64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68"/>
                </a:moveTo>
                <a:cubicBezTo>
                  <a:pt x="24" y="168"/>
                  <a:pt x="24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8" y="64"/>
                  <a:pt x="8" y="64"/>
                  <a:pt x="8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30" y="152"/>
                  <a:pt x="32" y="150"/>
                  <a:pt x="32" y="148"/>
                </a:cubicBezTo>
                <a:cubicBezTo>
                  <a:pt x="32" y="40"/>
                  <a:pt x="32" y="40"/>
                  <a:pt x="32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68"/>
                </a:lnTo>
                <a:close/>
                <a:moveTo>
                  <a:pt x="68" y="64"/>
                </a:moveTo>
                <a:cubicBezTo>
                  <a:pt x="70" y="64"/>
                  <a:pt x="72" y="62"/>
                  <a:pt x="72" y="60"/>
                </a:cubicBezTo>
                <a:cubicBezTo>
                  <a:pt x="72" y="58"/>
                  <a:pt x="70" y="56"/>
                  <a:pt x="68" y="56"/>
                </a:cubicBezTo>
                <a:cubicBezTo>
                  <a:pt x="66" y="56"/>
                  <a:pt x="64" y="58"/>
                  <a:pt x="64" y="60"/>
                </a:cubicBezTo>
                <a:cubicBezTo>
                  <a:pt x="64" y="62"/>
                  <a:pt x="66" y="64"/>
                  <a:pt x="68" y="64"/>
                </a:cubicBezTo>
                <a:moveTo>
                  <a:pt x="52" y="120"/>
                </a:moveTo>
                <a:cubicBezTo>
                  <a:pt x="92" y="120"/>
                  <a:pt x="92" y="120"/>
                  <a:pt x="92" y="120"/>
                </a:cubicBezTo>
                <a:cubicBezTo>
                  <a:pt x="94" y="120"/>
                  <a:pt x="96" y="118"/>
                  <a:pt x="96" y="116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2"/>
                  <a:pt x="94" y="80"/>
                  <a:pt x="92" y="80"/>
                </a:cubicBezTo>
                <a:cubicBezTo>
                  <a:pt x="52" y="80"/>
                  <a:pt x="52" y="80"/>
                  <a:pt x="52" y="80"/>
                </a:cubicBezTo>
                <a:cubicBezTo>
                  <a:pt x="50" y="80"/>
                  <a:pt x="48" y="82"/>
                  <a:pt x="48" y="84"/>
                </a:cubicBezTo>
                <a:cubicBezTo>
                  <a:pt x="48" y="116"/>
                  <a:pt x="48" y="116"/>
                  <a:pt x="48" y="116"/>
                </a:cubicBezTo>
                <a:cubicBezTo>
                  <a:pt x="48" y="118"/>
                  <a:pt x="50" y="120"/>
                  <a:pt x="52" y="120"/>
                </a:cubicBezTo>
                <a:moveTo>
                  <a:pt x="56" y="88"/>
                </a:moveTo>
                <a:cubicBezTo>
                  <a:pt x="88" y="88"/>
                  <a:pt x="88" y="88"/>
                  <a:pt x="88" y="88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56" y="112"/>
                  <a:pt x="56" y="112"/>
                  <a:pt x="56" y="112"/>
                </a:cubicBezTo>
                <a:lnTo>
                  <a:pt x="56" y="88"/>
                </a:lnTo>
                <a:close/>
                <a:moveTo>
                  <a:pt x="52" y="64"/>
                </a:moveTo>
                <a:cubicBezTo>
                  <a:pt x="54" y="64"/>
                  <a:pt x="56" y="62"/>
                  <a:pt x="56" y="60"/>
                </a:cubicBezTo>
                <a:cubicBezTo>
                  <a:pt x="56" y="58"/>
                  <a:pt x="54" y="56"/>
                  <a:pt x="52" y="56"/>
                </a:cubicBezTo>
                <a:cubicBezTo>
                  <a:pt x="50" y="56"/>
                  <a:pt x="48" y="58"/>
                  <a:pt x="48" y="60"/>
                </a:cubicBezTo>
                <a:cubicBezTo>
                  <a:pt x="48" y="62"/>
                  <a:pt x="50" y="64"/>
                  <a:pt x="52" y="6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137"/>
          <p:cNvSpPr>
            <a:spLocks noEditPoints="1"/>
          </p:cNvSpPr>
          <p:nvPr/>
        </p:nvSpPr>
        <p:spPr bwMode="auto">
          <a:xfrm>
            <a:off x="4725344" y="1742711"/>
            <a:ext cx="335898" cy="334275"/>
          </a:xfrm>
          <a:custGeom>
            <a:avLst/>
            <a:gdLst>
              <a:gd name="T0" fmla="*/ 132 w 176"/>
              <a:gd name="T1" fmla="*/ 84 h 176"/>
              <a:gd name="T2" fmla="*/ 92 w 176"/>
              <a:gd name="T3" fmla="*/ 84 h 176"/>
              <a:gd name="T4" fmla="*/ 92 w 176"/>
              <a:gd name="T5" fmla="*/ 44 h 176"/>
              <a:gd name="T6" fmla="*/ 88 w 176"/>
              <a:gd name="T7" fmla="*/ 40 h 176"/>
              <a:gd name="T8" fmla="*/ 84 w 176"/>
              <a:gd name="T9" fmla="*/ 44 h 176"/>
              <a:gd name="T10" fmla="*/ 84 w 176"/>
              <a:gd name="T11" fmla="*/ 84 h 176"/>
              <a:gd name="T12" fmla="*/ 44 w 176"/>
              <a:gd name="T13" fmla="*/ 84 h 176"/>
              <a:gd name="T14" fmla="*/ 40 w 176"/>
              <a:gd name="T15" fmla="*/ 88 h 176"/>
              <a:gd name="T16" fmla="*/ 44 w 176"/>
              <a:gd name="T17" fmla="*/ 92 h 176"/>
              <a:gd name="T18" fmla="*/ 84 w 176"/>
              <a:gd name="T19" fmla="*/ 92 h 176"/>
              <a:gd name="T20" fmla="*/ 84 w 176"/>
              <a:gd name="T21" fmla="*/ 132 h 176"/>
              <a:gd name="T22" fmla="*/ 88 w 176"/>
              <a:gd name="T23" fmla="*/ 136 h 176"/>
              <a:gd name="T24" fmla="*/ 92 w 176"/>
              <a:gd name="T25" fmla="*/ 132 h 176"/>
              <a:gd name="T26" fmla="*/ 92 w 176"/>
              <a:gd name="T27" fmla="*/ 92 h 176"/>
              <a:gd name="T28" fmla="*/ 132 w 176"/>
              <a:gd name="T29" fmla="*/ 92 h 176"/>
              <a:gd name="T30" fmla="*/ 136 w 176"/>
              <a:gd name="T31" fmla="*/ 88 h 176"/>
              <a:gd name="T32" fmla="*/ 132 w 176"/>
              <a:gd name="T33" fmla="*/ 84 h 176"/>
              <a:gd name="T34" fmla="*/ 88 w 176"/>
              <a:gd name="T35" fmla="*/ 0 h 176"/>
              <a:gd name="T36" fmla="*/ 0 w 176"/>
              <a:gd name="T37" fmla="*/ 88 h 176"/>
              <a:gd name="T38" fmla="*/ 88 w 176"/>
              <a:gd name="T39" fmla="*/ 176 h 176"/>
              <a:gd name="T40" fmla="*/ 176 w 176"/>
              <a:gd name="T41" fmla="*/ 88 h 176"/>
              <a:gd name="T42" fmla="*/ 88 w 176"/>
              <a:gd name="T43" fmla="*/ 0 h 176"/>
              <a:gd name="T44" fmla="*/ 88 w 176"/>
              <a:gd name="T45" fmla="*/ 168 h 176"/>
              <a:gd name="T46" fmla="*/ 8 w 176"/>
              <a:gd name="T47" fmla="*/ 88 h 176"/>
              <a:gd name="T48" fmla="*/ 88 w 176"/>
              <a:gd name="T49" fmla="*/ 8 h 176"/>
              <a:gd name="T50" fmla="*/ 168 w 176"/>
              <a:gd name="T51" fmla="*/ 88 h 176"/>
              <a:gd name="T52" fmla="*/ 88 w 176"/>
              <a:gd name="T5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32" y="84"/>
                </a:moveTo>
                <a:cubicBezTo>
                  <a:pt x="92" y="84"/>
                  <a:pt x="92" y="84"/>
                  <a:pt x="92" y="84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2"/>
                  <a:pt x="90" y="40"/>
                  <a:pt x="88" y="40"/>
                </a:cubicBezTo>
                <a:cubicBezTo>
                  <a:pt x="86" y="40"/>
                  <a:pt x="84" y="42"/>
                  <a:pt x="84" y="44"/>
                </a:cubicBezTo>
                <a:cubicBezTo>
                  <a:pt x="84" y="84"/>
                  <a:pt x="84" y="84"/>
                  <a:pt x="84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2" y="84"/>
                  <a:pt x="40" y="86"/>
                  <a:pt x="40" y="88"/>
                </a:cubicBezTo>
                <a:cubicBezTo>
                  <a:pt x="40" y="90"/>
                  <a:pt x="42" y="92"/>
                  <a:pt x="4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34"/>
                  <a:pt x="86" y="136"/>
                  <a:pt x="88" y="136"/>
                </a:cubicBezTo>
                <a:cubicBezTo>
                  <a:pt x="90" y="136"/>
                  <a:pt x="92" y="134"/>
                  <a:pt x="92" y="132"/>
                </a:cubicBezTo>
                <a:cubicBezTo>
                  <a:pt x="92" y="92"/>
                  <a:pt x="92" y="92"/>
                  <a:pt x="92" y="92"/>
                </a:cubicBezTo>
                <a:cubicBezTo>
                  <a:pt x="132" y="92"/>
                  <a:pt x="132" y="92"/>
                  <a:pt x="132" y="92"/>
                </a:cubicBezTo>
                <a:cubicBezTo>
                  <a:pt x="134" y="92"/>
                  <a:pt x="136" y="90"/>
                  <a:pt x="136" y="88"/>
                </a:cubicBezTo>
                <a:cubicBezTo>
                  <a:pt x="136" y="86"/>
                  <a:pt x="134" y="84"/>
                  <a:pt x="132" y="8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138"/>
          <p:cNvSpPr>
            <a:spLocks noEditPoints="1"/>
          </p:cNvSpPr>
          <p:nvPr/>
        </p:nvSpPr>
        <p:spPr bwMode="auto">
          <a:xfrm>
            <a:off x="5364684" y="1742711"/>
            <a:ext cx="335898" cy="334275"/>
          </a:xfrm>
          <a:custGeom>
            <a:avLst/>
            <a:gdLst>
              <a:gd name="T0" fmla="*/ 132 w 176"/>
              <a:gd name="T1" fmla="*/ 84 h 176"/>
              <a:gd name="T2" fmla="*/ 44 w 176"/>
              <a:gd name="T3" fmla="*/ 84 h 176"/>
              <a:gd name="T4" fmla="*/ 40 w 176"/>
              <a:gd name="T5" fmla="*/ 88 h 176"/>
              <a:gd name="T6" fmla="*/ 44 w 176"/>
              <a:gd name="T7" fmla="*/ 92 h 176"/>
              <a:gd name="T8" fmla="*/ 132 w 176"/>
              <a:gd name="T9" fmla="*/ 92 h 176"/>
              <a:gd name="T10" fmla="*/ 136 w 176"/>
              <a:gd name="T11" fmla="*/ 88 h 176"/>
              <a:gd name="T12" fmla="*/ 132 w 176"/>
              <a:gd name="T13" fmla="*/ 84 h 176"/>
              <a:gd name="T14" fmla="*/ 88 w 176"/>
              <a:gd name="T15" fmla="*/ 0 h 176"/>
              <a:gd name="T16" fmla="*/ 0 w 176"/>
              <a:gd name="T17" fmla="*/ 88 h 176"/>
              <a:gd name="T18" fmla="*/ 88 w 176"/>
              <a:gd name="T19" fmla="*/ 176 h 176"/>
              <a:gd name="T20" fmla="*/ 176 w 176"/>
              <a:gd name="T21" fmla="*/ 88 h 176"/>
              <a:gd name="T22" fmla="*/ 88 w 176"/>
              <a:gd name="T23" fmla="*/ 0 h 176"/>
              <a:gd name="T24" fmla="*/ 88 w 176"/>
              <a:gd name="T25" fmla="*/ 168 h 176"/>
              <a:gd name="T26" fmla="*/ 8 w 176"/>
              <a:gd name="T27" fmla="*/ 88 h 176"/>
              <a:gd name="T28" fmla="*/ 88 w 176"/>
              <a:gd name="T29" fmla="*/ 8 h 176"/>
              <a:gd name="T30" fmla="*/ 168 w 176"/>
              <a:gd name="T31" fmla="*/ 88 h 176"/>
              <a:gd name="T32" fmla="*/ 88 w 176"/>
              <a:gd name="T3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176">
                <a:moveTo>
                  <a:pt x="132" y="84"/>
                </a:moveTo>
                <a:cubicBezTo>
                  <a:pt x="44" y="84"/>
                  <a:pt x="44" y="84"/>
                  <a:pt x="44" y="84"/>
                </a:cubicBezTo>
                <a:cubicBezTo>
                  <a:pt x="42" y="84"/>
                  <a:pt x="40" y="86"/>
                  <a:pt x="40" y="88"/>
                </a:cubicBezTo>
                <a:cubicBezTo>
                  <a:pt x="40" y="90"/>
                  <a:pt x="42" y="92"/>
                  <a:pt x="44" y="92"/>
                </a:cubicBezTo>
                <a:cubicBezTo>
                  <a:pt x="132" y="92"/>
                  <a:pt x="132" y="92"/>
                  <a:pt x="132" y="92"/>
                </a:cubicBezTo>
                <a:cubicBezTo>
                  <a:pt x="134" y="92"/>
                  <a:pt x="136" y="90"/>
                  <a:pt x="136" y="88"/>
                </a:cubicBezTo>
                <a:cubicBezTo>
                  <a:pt x="136" y="86"/>
                  <a:pt x="134" y="84"/>
                  <a:pt x="132" y="8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139"/>
          <p:cNvSpPr>
            <a:spLocks noEditPoints="1"/>
          </p:cNvSpPr>
          <p:nvPr/>
        </p:nvSpPr>
        <p:spPr bwMode="auto">
          <a:xfrm>
            <a:off x="6004026" y="1773543"/>
            <a:ext cx="334275" cy="272612"/>
          </a:xfrm>
          <a:custGeom>
            <a:avLst/>
            <a:gdLst>
              <a:gd name="T0" fmla="*/ 44 w 176"/>
              <a:gd name="T1" fmla="*/ 56 h 144"/>
              <a:gd name="T2" fmla="*/ 52 w 176"/>
              <a:gd name="T3" fmla="*/ 56 h 144"/>
              <a:gd name="T4" fmla="*/ 56 w 176"/>
              <a:gd name="T5" fmla="*/ 52 h 144"/>
              <a:gd name="T6" fmla="*/ 52 w 176"/>
              <a:gd name="T7" fmla="*/ 48 h 144"/>
              <a:gd name="T8" fmla="*/ 44 w 176"/>
              <a:gd name="T9" fmla="*/ 48 h 144"/>
              <a:gd name="T10" fmla="*/ 40 w 176"/>
              <a:gd name="T11" fmla="*/ 52 h 144"/>
              <a:gd name="T12" fmla="*/ 44 w 176"/>
              <a:gd name="T13" fmla="*/ 56 h 144"/>
              <a:gd name="T14" fmla="*/ 168 w 176"/>
              <a:gd name="T15" fmla="*/ 16 h 144"/>
              <a:gd name="T16" fmla="*/ 120 w 176"/>
              <a:gd name="T17" fmla="*/ 16 h 144"/>
              <a:gd name="T18" fmla="*/ 104 w 176"/>
              <a:gd name="T19" fmla="*/ 0 h 144"/>
              <a:gd name="T20" fmla="*/ 72 w 176"/>
              <a:gd name="T21" fmla="*/ 0 h 144"/>
              <a:gd name="T22" fmla="*/ 56 w 176"/>
              <a:gd name="T23" fmla="*/ 16 h 144"/>
              <a:gd name="T24" fmla="*/ 8 w 176"/>
              <a:gd name="T25" fmla="*/ 16 h 144"/>
              <a:gd name="T26" fmla="*/ 0 w 176"/>
              <a:gd name="T27" fmla="*/ 24 h 144"/>
              <a:gd name="T28" fmla="*/ 0 w 176"/>
              <a:gd name="T29" fmla="*/ 136 h 144"/>
              <a:gd name="T30" fmla="*/ 8 w 176"/>
              <a:gd name="T31" fmla="*/ 144 h 144"/>
              <a:gd name="T32" fmla="*/ 168 w 176"/>
              <a:gd name="T33" fmla="*/ 144 h 144"/>
              <a:gd name="T34" fmla="*/ 176 w 176"/>
              <a:gd name="T35" fmla="*/ 136 h 144"/>
              <a:gd name="T36" fmla="*/ 176 w 176"/>
              <a:gd name="T37" fmla="*/ 24 h 144"/>
              <a:gd name="T38" fmla="*/ 168 w 176"/>
              <a:gd name="T39" fmla="*/ 16 h 144"/>
              <a:gd name="T40" fmla="*/ 72 w 176"/>
              <a:gd name="T41" fmla="*/ 8 h 144"/>
              <a:gd name="T42" fmla="*/ 104 w 176"/>
              <a:gd name="T43" fmla="*/ 8 h 144"/>
              <a:gd name="T44" fmla="*/ 112 w 176"/>
              <a:gd name="T45" fmla="*/ 16 h 144"/>
              <a:gd name="T46" fmla="*/ 64 w 176"/>
              <a:gd name="T47" fmla="*/ 16 h 144"/>
              <a:gd name="T48" fmla="*/ 72 w 176"/>
              <a:gd name="T49" fmla="*/ 8 h 144"/>
              <a:gd name="T50" fmla="*/ 24 w 176"/>
              <a:gd name="T51" fmla="*/ 112 h 144"/>
              <a:gd name="T52" fmla="*/ 20 w 176"/>
              <a:gd name="T53" fmla="*/ 116 h 144"/>
              <a:gd name="T54" fmla="*/ 24 w 176"/>
              <a:gd name="T55" fmla="*/ 120 h 144"/>
              <a:gd name="T56" fmla="*/ 24 w 176"/>
              <a:gd name="T57" fmla="*/ 136 h 144"/>
              <a:gd name="T58" fmla="*/ 8 w 176"/>
              <a:gd name="T59" fmla="*/ 136 h 144"/>
              <a:gd name="T60" fmla="*/ 8 w 176"/>
              <a:gd name="T61" fmla="*/ 24 h 144"/>
              <a:gd name="T62" fmla="*/ 24 w 176"/>
              <a:gd name="T63" fmla="*/ 24 h 144"/>
              <a:gd name="T64" fmla="*/ 24 w 176"/>
              <a:gd name="T65" fmla="*/ 112 h 144"/>
              <a:gd name="T66" fmla="*/ 144 w 176"/>
              <a:gd name="T67" fmla="*/ 112 h 144"/>
              <a:gd name="T68" fmla="*/ 140 w 176"/>
              <a:gd name="T69" fmla="*/ 116 h 144"/>
              <a:gd name="T70" fmla="*/ 144 w 176"/>
              <a:gd name="T71" fmla="*/ 120 h 144"/>
              <a:gd name="T72" fmla="*/ 144 w 176"/>
              <a:gd name="T73" fmla="*/ 136 h 144"/>
              <a:gd name="T74" fmla="*/ 32 w 176"/>
              <a:gd name="T75" fmla="*/ 136 h 144"/>
              <a:gd name="T76" fmla="*/ 32 w 176"/>
              <a:gd name="T77" fmla="*/ 120 h 144"/>
              <a:gd name="T78" fmla="*/ 36 w 176"/>
              <a:gd name="T79" fmla="*/ 116 h 144"/>
              <a:gd name="T80" fmla="*/ 32 w 176"/>
              <a:gd name="T81" fmla="*/ 112 h 144"/>
              <a:gd name="T82" fmla="*/ 32 w 176"/>
              <a:gd name="T83" fmla="*/ 24 h 144"/>
              <a:gd name="T84" fmla="*/ 144 w 176"/>
              <a:gd name="T85" fmla="*/ 24 h 144"/>
              <a:gd name="T86" fmla="*/ 144 w 176"/>
              <a:gd name="T87" fmla="*/ 112 h 144"/>
              <a:gd name="T88" fmla="*/ 168 w 176"/>
              <a:gd name="T89" fmla="*/ 136 h 144"/>
              <a:gd name="T90" fmla="*/ 152 w 176"/>
              <a:gd name="T91" fmla="*/ 136 h 144"/>
              <a:gd name="T92" fmla="*/ 152 w 176"/>
              <a:gd name="T93" fmla="*/ 120 h 144"/>
              <a:gd name="T94" fmla="*/ 156 w 176"/>
              <a:gd name="T95" fmla="*/ 116 h 144"/>
              <a:gd name="T96" fmla="*/ 152 w 176"/>
              <a:gd name="T97" fmla="*/ 112 h 144"/>
              <a:gd name="T98" fmla="*/ 152 w 176"/>
              <a:gd name="T99" fmla="*/ 24 h 144"/>
              <a:gd name="T100" fmla="*/ 168 w 176"/>
              <a:gd name="T101" fmla="*/ 24 h 144"/>
              <a:gd name="T102" fmla="*/ 168 w 176"/>
              <a:gd name="T103" fmla="*/ 136 h 144"/>
              <a:gd name="T104" fmla="*/ 44 w 176"/>
              <a:gd name="T105" fmla="*/ 40 h 144"/>
              <a:gd name="T106" fmla="*/ 68 w 176"/>
              <a:gd name="T107" fmla="*/ 40 h 144"/>
              <a:gd name="T108" fmla="*/ 72 w 176"/>
              <a:gd name="T109" fmla="*/ 36 h 144"/>
              <a:gd name="T110" fmla="*/ 68 w 176"/>
              <a:gd name="T111" fmla="*/ 32 h 144"/>
              <a:gd name="T112" fmla="*/ 44 w 176"/>
              <a:gd name="T113" fmla="*/ 32 h 144"/>
              <a:gd name="T114" fmla="*/ 40 w 176"/>
              <a:gd name="T115" fmla="*/ 36 h 144"/>
              <a:gd name="T116" fmla="*/ 44 w 176"/>
              <a:gd name="T117" fmla="*/ 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44">
                <a:moveTo>
                  <a:pt x="44" y="56"/>
                </a:moveTo>
                <a:cubicBezTo>
                  <a:pt x="52" y="56"/>
                  <a:pt x="52" y="56"/>
                  <a:pt x="52" y="56"/>
                </a:cubicBezTo>
                <a:cubicBezTo>
                  <a:pt x="54" y="56"/>
                  <a:pt x="56" y="54"/>
                  <a:pt x="56" y="52"/>
                </a:cubicBezTo>
                <a:cubicBezTo>
                  <a:pt x="56" y="50"/>
                  <a:pt x="54" y="48"/>
                  <a:pt x="52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2" y="48"/>
                  <a:pt x="40" y="50"/>
                  <a:pt x="40" y="52"/>
                </a:cubicBezTo>
                <a:cubicBezTo>
                  <a:pt x="40" y="54"/>
                  <a:pt x="42" y="56"/>
                  <a:pt x="44" y="56"/>
                </a:cubicBezTo>
                <a:moveTo>
                  <a:pt x="168" y="16"/>
                </a:moveTo>
                <a:cubicBezTo>
                  <a:pt x="120" y="16"/>
                  <a:pt x="120" y="16"/>
                  <a:pt x="120" y="16"/>
                </a:cubicBezTo>
                <a:cubicBezTo>
                  <a:pt x="120" y="7"/>
                  <a:pt x="113" y="0"/>
                  <a:pt x="104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3" y="0"/>
                  <a:pt x="56" y="7"/>
                  <a:pt x="56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20"/>
                  <a:pt x="0" y="2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24"/>
                  <a:pt x="176" y="24"/>
                  <a:pt x="176" y="24"/>
                </a:cubicBezTo>
                <a:cubicBezTo>
                  <a:pt x="176" y="20"/>
                  <a:pt x="172" y="16"/>
                  <a:pt x="168" y="16"/>
                </a:cubicBezTo>
                <a:moveTo>
                  <a:pt x="72" y="8"/>
                </a:moveTo>
                <a:cubicBezTo>
                  <a:pt x="104" y="8"/>
                  <a:pt x="104" y="8"/>
                  <a:pt x="104" y="8"/>
                </a:cubicBezTo>
                <a:cubicBezTo>
                  <a:pt x="108" y="8"/>
                  <a:pt x="112" y="12"/>
                  <a:pt x="112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4" y="12"/>
                  <a:pt x="68" y="8"/>
                  <a:pt x="72" y="8"/>
                </a:cubicBezTo>
                <a:moveTo>
                  <a:pt x="24" y="112"/>
                </a:moveTo>
                <a:cubicBezTo>
                  <a:pt x="22" y="112"/>
                  <a:pt x="20" y="114"/>
                  <a:pt x="20" y="116"/>
                </a:cubicBezTo>
                <a:cubicBezTo>
                  <a:pt x="20" y="118"/>
                  <a:pt x="22" y="120"/>
                  <a:pt x="24" y="120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24"/>
                  <a:pt x="8" y="24"/>
                  <a:pt x="8" y="24"/>
                </a:cubicBezTo>
                <a:cubicBezTo>
                  <a:pt x="24" y="24"/>
                  <a:pt x="24" y="24"/>
                  <a:pt x="24" y="24"/>
                </a:cubicBezTo>
                <a:lnTo>
                  <a:pt x="24" y="112"/>
                </a:lnTo>
                <a:close/>
                <a:moveTo>
                  <a:pt x="144" y="112"/>
                </a:moveTo>
                <a:cubicBezTo>
                  <a:pt x="142" y="112"/>
                  <a:pt x="140" y="114"/>
                  <a:pt x="140" y="116"/>
                </a:cubicBezTo>
                <a:cubicBezTo>
                  <a:pt x="140" y="118"/>
                  <a:pt x="142" y="120"/>
                  <a:pt x="144" y="120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34" y="120"/>
                  <a:pt x="36" y="118"/>
                  <a:pt x="36" y="116"/>
                </a:cubicBezTo>
                <a:cubicBezTo>
                  <a:pt x="36" y="114"/>
                  <a:pt x="34" y="112"/>
                  <a:pt x="32" y="112"/>
                </a:cubicBezTo>
                <a:cubicBezTo>
                  <a:pt x="32" y="24"/>
                  <a:pt x="32" y="24"/>
                  <a:pt x="32" y="24"/>
                </a:cubicBezTo>
                <a:cubicBezTo>
                  <a:pt x="144" y="24"/>
                  <a:pt x="144" y="24"/>
                  <a:pt x="144" y="24"/>
                </a:cubicBezTo>
                <a:lnTo>
                  <a:pt x="144" y="112"/>
                </a:lnTo>
                <a:close/>
                <a:moveTo>
                  <a:pt x="168" y="136"/>
                </a:moveTo>
                <a:cubicBezTo>
                  <a:pt x="152" y="136"/>
                  <a:pt x="152" y="136"/>
                  <a:pt x="152" y="136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4" y="120"/>
                  <a:pt x="156" y="118"/>
                  <a:pt x="156" y="116"/>
                </a:cubicBezTo>
                <a:cubicBezTo>
                  <a:pt x="156" y="114"/>
                  <a:pt x="154" y="112"/>
                  <a:pt x="152" y="112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68" y="24"/>
                  <a:pt x="168" y="24"/>
                  <a:pt x="168" y="24"/>
                </a:cubicBezTo>
                <a:lnTo>
                  <a:pt x="168" y="136"/>
                </a:lnTo>
                <a:close/>
                <a:moveTo>
                  <a:pt x="44" y="40"/>
                </a:moveTo>
                <a:cubicBezTo>
                  <a:pt x="68" y="40"/>
                  <a:pt x="68" y="40"/>
                  <a:pt x="68" y="40"/>
                </a:cubicBezTo>
                <a:cubicBezTo>
                  <a:pt x="70" y="40"/>
                  <a:pt x="72" y="38"/>
                  <a:pt x="72" y="36"/>
                </a:cubicBezTo>
                <a:cubicBezTo>
                  <a:pt x="72" y="34"/>
                  <a:pt x="70" y="32"/>
                  <a:pt x="68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2" y="32"/>
                  <a:pt x="40" y="34"/>
                  <a:pt x="40" y="36"/>
                </a:cubicBezTo>
                <a:cubicBezTo>
                  <a:pt x="40" y="38"/>
                  <a:pt x="42" y="40"/>
                  <a:pt x="44" y="4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140"/>
          <p:cNvSpPr>
            <a:spLocks noEditPoints="1"/>
          </p:cNvSpPr>
          <p:nvPr/>
        </p:nvSpPr>
        <p:spPr bwMode="auto">
          <a:xfrm>
            <a:off x="6643368" y="1757316"/>
            <a:ext cx="334275" cy="305067"/>
          </a:xfrm>
          <a:custGeom>
            <a:avLst/>
            <a:gdLst>
              <a:gd name="T0" fmla="*/ 68 w 176"/>
              <a:gd name="T1" fmla="*/ 72 h 160"/>
              <a:gd name="T2" fmla="*/ 68 w 176"/>
              <a:gd name="T3" fmla="*/ 64 h 160"/>
              <a:gd name="T4" fmla="*/ 40 w 176"/>
              <a:gd name="T5" fmla="*/ 68 h 160"/>
              <a:gd name="T6" fmla="*/ 44 w 176"/>
              <a:gd name="T7" fmla="*/ 88 h 160"/>
              <a:gd name="T8" fmla="*/ 56 w 176"/>
              <a:gd name="T9" fmla="*/ 84 h 160"/>
              <a:gd name="T10" fmla="*/ 44 w 176"/>
              <a:gd name="T11" fmla="*/ 80 h 160"/>
              <a:gd name="T12" fmla="*/ 44 w 176"/>
              <a:gd name="T13" fmla="*/ 88 h 160"/>
              <a:gd name="T14" fmla="*/ 128 w 176"/>
              <a:gd name="T15" fmla="*/ 16 h 160"/>
              <a:gd name="T16" fmla="*/ 96 w 176"/>
              <a:gd name="T17" fmla="*/ 0 h 160"/>
              <a:gd name="T18" fmla="*/ 40 w 176"/>
              <a:gd name="T19" fmla="*/ 16 h 160"/>
              <a:gd name="T20" fmla="*/ 32 w 176"/>
              <a:gd name="T21" fmla="*/ 36 h 160"/>
              <a:gd name="T22" fmla="*/ 40 w 176"/>
              <a:gd name="T23" fmla="*/ 36 h 160"/>
              <a:gd name="T24" fmla="*/ 168 w 176"/>
              <a:gd name="T25" fmla="*/ 24 h 160"/>
              <a:gd name="T26" fmla="*/ 156 w 176"/>
              <a:gd name="T27" fmla="*/ 120 h 160"/>
              <a:gd name="T28" fmla="*/ 156 w 176"/>
              <a:gd name="T29" fmla="*/ 128 h 160"/>
              <a:gd name="T30" fmla="*/ 176 w 176"/>
              <a:gd name="T31" fmla="*/ 120 h 160"/>
              <a:gd name="T32" fmla="*/ 168 w 176"/>
              <a:gd name="T33" fmla="*/ 16 h 160"/>
              <a:gd name="T34" fmla="*/ 96 w 176"/>
              <a:gd name="T35" fmla="*/ 8 h 160"/>
              <a:gd name="T36" fmla="*/ 120 w 176"/>
              <a:gd name="T37" fmla="*/ 16 h 160"/>
              <a:gd name="T38" fmla="*/ 136 w 176"/>
              <a:gd name="T39" fmla="*/ 48 h 160"/>
              <a:gd name="T40" fmla="*/ 80 w 176"/>
              <a:gd name="T41" fmla="*/ 32 h 160"/>
              <a:gd name="T42" fmla="*/ 48 w 176"/>
              <a:gd name="T43" fmla="*/ 48 h 160"/>
              <a:gd name="T44" fmla="*/ 0 w 176"/>
              <a:gd name="T45" fmla="*/ 56 h 160"/>
              <a:gd name="T46" fmla="*/ 8 w 176"/>
              <a:gd name="T47" fmla="*/ 160 h 160"/>
              <a:gd name="T48" fmla="*/ 144 w 176"/>
              <a:gd name="T49" fmla="*/ 152 h 160"/>
              <a:gd name="T50" fmla="*/ 136 w 176"/>
              <a:gd name="T51" fmla="*/ 48 h 160"/>
              <a:gd name="T52" fmla="*/ 80 w 176"/>
              <a:gd name="T53" fmla="*/ 40 h 160"/>
              <a:gd name="T54" fmla="*/ 56 w 176"/>
              <a:gd name="T55" fmla="*/ 48 h 160"/>
              <a:gd name="T56" fmla="*/ 24 w 176"/>
              <a:gd name="T57" fmla="*/ 128 h 160"/>
              <a:gd name="T58" fmla="*/ 24 w 176"/>
              <a:gd name="T59" fmla="*/ 136 h 160"/>
              <a:gd name="T60" fmla="*/ 8 w 176"/>
              <a:gd name="T61" fmla="*/ 152 h 160"/>
              <a:gd name="T62" fmla="*/ 24 w 176"/>
              <a:gd name="T63" fmla="*/ 56 h 160"/>
              <a:gd name="T64" fmla="*/ 112 w 176"/>
              <a:gd name="T65" fmla="*/ 128 h 160"/>
              <a:gd name="T66" fmla="*/ 112 w 176"/>
              <a:gd name="T67" fmla="*/ 136 h 160"/>
              <a:gd name="T68" fmla="*/ 32 w 176"/>
              <a:gd name="T69" fmla="*/ 152 h 160"/>
              <a:gd name="T70" fmla="*/ 36 w 176"/>
              <a:gd name="T71" fmla="*/ 132 h 160"/>
              <a:gd name="T72" fmla="*/ 32 w 176"/>
              <a:gd name="T73" fmla="*/ 56 h 160"/>
              <a:gd name="T74" fmla="*/ 112 w 176"/>
              <a:gd name="T75" fmla="*/ 128 h 160"/>
              <a:gd name="T76" fmla="*/ 120 w 176"/>
              <a:gd name="T77" fmla="*/ 152 h 160"/>
              <a:gd name="T78" fmla="*/ 124 w 176"/>
              <a:gd name="T79" fmla="*/ 132 h 160"/>
              <a:gd name="T80" fmla="*/ 120 w 176"/>
              <a:gd name="T81" fmla="*/ 56 h 160"/>
              <a:gd name="T82" fmla="*/ 136 w 176"/>
              <a:gd name="T8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60">
                <a:moveTo>
                  <a:pt x="44" y="72"/>
                </a:moveTo>
                <a:cubicBezTo>
                  <a:pt x="68" y="72"/>
                  <a:pt x="68" y="72"/>
                  <a:pt x="68" y="72"/>
                </a:cubicBezTo>
                <a:cubicBezTo>
                  <a:pt x="70" y="72"/>
                  <a:pt x="72" y="70"/>
                  <a:pt x="72" y="68"/>
                </a:cubicBezTo>
                <a:cubicBezTo>
                  <a:pt x="72" y="66"/>
                  <a:pt x="70" y="64"/>
                  <a:pt x="68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42" y="64"/>
                  <a:pt x="40" y="66"/>
                  <a:pt x="40" y="68"/>
                </a:cubicBezTo>
                <a:cubicBezTo>
                  <a:pt x="40" y="70"/>
                  <a:pt x="42" y="72"/>
                  <a:pt x="44" y="72"/>
                </a:cubicBezTo>
                <a:moveTo>
                  <a:pt x="44" y="88"/>
                </a:moveTo>
                <a:cubicBezTo>
                  <a:pt x="52" y="88"/>
                  <a:pt x="52" y="88"/>
                  <a:pt x="52" y="88"/>
                </a:cubicBezTo>
                <a:cubicBezTo>
                  <a:pt x="54" y="88"/>
                  <a:pt x="56" y="86"/>
                  <a:pt x="56" y="84"/>
                </a:cubicBezTo>
                <a:cubicBezTo>
                  <a:pt x="56" y="82"/>
                  <a:pt x="54" y="80"/>
                  <a:pt x="52" y="80"/>
                </a:cubicBezTo>
                <a:cubicBezTo>
                  <a:pt x="44" y="80"/>
                  <a:pt x="44" y="80"/>
                  <a:pt x="44" y="80"/>
                </a:cubicBezTo>
                <a:cubicBezTo>
                  <a:pt x="42" y="80"/>
                  <a:pt x="40" y="82"/>
                  <a:pt x="40" y="84"/>
                </a:cubicBezTo>
                <a:cubicBezTo>
                  <a:pt x="40" y="86"/>
                  <a:pt x="42" y="88"/>
                  <a:pt x="44" y="88"/>
                </a:cubicBezTo>
                <a:moveTo>
                  <a:pt x="168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87" y="0"/>
                  <a:pt x="80" y="7"/>
                  <a:pt x="80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6" y="16"/>
                  <a:pt x="32" y="20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8"/>
                  <a:pt x="34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24"/>
                  <a:pt x="40" y="24"/>
                  <a:pt x="40" y="2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4" y="120"/>
                  <a:pt x="152" y="122"/>
                  <a:pt x="152" y="124"/>
                </a:cubicBezTo>
                <a:cubicBezTo>
                  <a:pt x="152" y="126"/>
                  <a:pt x="154" y="128"/>
                  <a:pt x="156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24"/>
                  <a:pt x="176" y="24"/>
                  <a:pt x="176" y="24"/>
                </a:cubicBezTo>
                <a:cubicBezTo>
                  <a:pt x="176" y="20"/>
                  <a:pt x="172" y="16"/>
                  <a:pt x="168" y="16"/>
                </a:cubicBezTo>
                <a:moveTo>
                  <a:pt x="88" y="16"/>
                </a:moveTo>
                <a:cubicBezTo>
                  <a:pt x="88" y="12"/>
                  <a:pt x="92" y="8"/>
                  <a:pt x="96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6" y="8"/>
                  <a:pt x="120" y="12"/>
                  <a:pt x="120" y="16"/>
                </a:cubicBezTo>
                <a:lnTo>
                  <a:pt x="88" y="16"/>
                </a:lnTo>
                <a:close/>
                <a:moveTo>
                  <a:pt x="136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39"/>
                  <a:pt x="89" y="32"/>
                  <a:pt x="80" y="32"/>
                </a:cubicBezTo>
                <a:cubicBezTo>
                  <a:pt x="64" y="32"/>
                  <a:pt x="64" y="32"/>
                  <a:pt x="64" y="32"/>
                </a:cubicBezTo>
                <a:cubicBezTo>
                  <a:pt x="55" y="32"/>
                  <a:pt x="48" y="39"/>
                  <a:pt x="48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8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0" y="160"/>
                  <a:pt x="144" y="156"/>
                  <a:pt x="144" y="152"/>
                </a:cubicBezTo>
                <a:cubicBezTo>
                  <a:pt x="144" y="56"/>
                  <a:pt x="144" y="56"/>
                  <a:pt x="144" y="56"/>
                </a:cubicBezTo>
                <a:cubicBezTo>
                  <a:pt x="144" y="52"/>
                  <a:pt x="140" y="48"/>
                  <a:pt x="136" y="48"/>
                </a:cubicBezTo>
                <a:moveTo>
                  <a:pt x="64" y="40"/>
                </a:moveTo>
                <a:cubicBezTo>
                  <a:pt x="80" y="40"/>
                  <a:pt x="80" y="40"/>
                  <a:pt x="80" y="40"/>
                </a:cubicBezTo>
                <a:cubicBezTo>
                  <a:pt x="84" y="40"/>
                  <a:pt x="88" y="44"/>
                  <a:pt x="88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6" y="44"/>
                  <a:pt x="60" y="40"/>
                  <a:pt x="64" y="40"/>
                </a:cubicBezTo>
                <a:moveTo>
                  <a:pt x="24" y="128"/>
                </a:moveTo>
                <a:cubicBezTo>
                  <a:pt x="22" y="128"/>
                  <a:pt x="20" y="130"/>
                  <a:pt x="20" y="132"/>
                </a:cubicBezTo>
                <a:cubicBezTo>
                  <a:pt x="20" y="134"/>
                  <a:pt x="22" y="136"/>
                  <a:pt x="24" y="136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8" y="56"/>
                  <a:pt x="8" y="56"/>
                  <a:pt x="8" y="56"/>
                </a:cubicBezTo>
                <a:cubicBezTo>
                  <a:pt x="24" y="56"/>
                  <a:pt x="24" y="56"/>
                  <a:pt x="24" y="56"/>
                </a:cubicBezTo>
                <a:lnTo>
                  <a:pt x="24" y="128"/>
                </a:lnTo>
                <a:close/>
                <a:moveTo>
                  <a:pt x="112" y="128"/>
                </a:moveTo>
                <a:cubicBezTo>
                  <a:pt x="110" y="128"/>
                  <a:pt x="108" y="130"/>
                  <a:pt x="108" y="132"/>
                </a:cubicBezTo>
                <a:cubicBezTo>
                  <a:pt x="108" y="134"/>
                  <a:pt x="110" y="136"/>
                  <a:pt x="112" y="136"/>
                </a:cubicBezTo>
                <a:cubicBezTo>
                  <a:pt x="112" y="152"/>
                  <a:pt x="112" y="152"/>
                  <a:pt x="112" y="152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4" y="136"/>
                  <a:pt x="36" y="134"/>
                  <a:pt x="36" y="132"/>
                </a:cubicBezTo>
                <a:cubicBezTo>
                  <a:pt x="36" y="130"/>
                  <a:pt x="34" y="128"/>
                  <a:pt x="32" y="128"/>
                </a:cubicBezTo>
                <a:cubicBezTo>
                  <a:pt x="32" y="56"/>
                  <a:pt x="32" y="56"/>
                  <a:pt x="32" y="56"/>
                </a:cubicBezTo>
                <a:cubicBezTo>
                  <a:pt x="112" y="56"/>
                  <a:pt x="112" y="56"/>
                  <a:pt x="112" y="56"/>
                </a:cubicBezTo>
                <a:lnTo>
                  <a:pt x="112" y="128"/>
                </a:lnTo>
                <a:close/>
                <a:moveTo>
                  <a:pt x="136" y="152"/>
                </a:moveTo>
                <a:cubicBezTo>
                  <a:pt x="120" y="152"/>
                  <a:pt x="120" y="152"/>
                  <a:pt x="120" y="152"/>
                </a:cubicBezTo>
                <a:cubicBezTo>
                  <a:pt x="120" y="136"/>
                  <a:pt x="120" y="136"/>
                  <a:pt x="120" y="136"/>
                </a:cubicBezTo>
                <a:cubicBezTo>
                  <a:pt x="122" y="136"/>
                  <a:pt x="124" y="134"/>
                  <a:pt x="124" y="132"/>
                </a:cubicBezTo>
                <a:cubicBezTo>
                  <a:pt x="124" y="130"/>
                  <a:pt x="122" y="128"/>
                  <a:pt x="120" y="128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5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141"/>
          <p:cNvSpPr>
            <a:spLocks noEditPoints="1"/>
          </p:cNvSpPr>
          <p:nvPr/>
        </p:nvSpPr>
        <p:spPr bwMode="auto">
          <a:xfrm>
            <a:off x="7282709" y="1773543"/>
            <a:ext cx="334275" cy="272612"/>
          </a:xfrm>
          <a:custGeom>
            <a:avLst/>
            <a:gdLst>
              <a:gd name="T0" fmla="*/ 120 w 176"/>
              <a:gd name="T1" fmla="*/ 16 h 144"/>
              <a:gd name="T2" fmla="*/ 72 w 176"/>
              <a:gd name="T3" fmla="*/ 0 h 144"/>
              <a:gd name="T4" fmla="*/ 8 w 176"/>
              <a:gd name="T5" fmla="*/ 16 h 144"/>
              <a:gd name="T6" fmla="*/ 0 w 176"/>
              <a:gd name="T7" fmla="*/ 64 h 144"/>
              <a:gd name="T8" fmla="*/ 8 w 176"/>
              <a:gd name="T9" fmla="*/ 136 h 144"/>
              <a:gd name="T10" fmla="*/ 160 w 176"/>
              <a:gd name="T11" fmla="*/ 144 h 144"/>
              <a:gd name="T12" fmla="*/ 168 w 176"/>
              <a:gd name="T13" fmla="*/ 72 h 144"/>
              <a:gd name="T14" fmla="*/ 176 w 176"/>
              <a:gd name="T15" fmla="*/ 24 h 144"/>
              <a:gd name="T16" fmla="*/ 72 w 176"/>
              <a:gd name="T17" fmla="*/ 8 h 144"/>
              <a:gd name="T18" fmla="*/ 112 w 176"/>
              <a:gd name="T19" fmla="*/ 16 h 144"/>
              <a:gd name="T20" fmla="*/ 72 w 176"/>
              <a:gd name="T21" fmla="*/ 8 h 144"/>
              <a:gd name="T22" fmla="*/ 16 w 176"/>
              <a:gd name="T23" fmla="*/ 136 h 144"/>
              <a:gd name="T24" fmla="*/ 32 w 176"/>
              <a:gd name="T25" fmla="*/ 72 h 144"/>
              <a:gd name="T26" fmla="*/ 40 w 176"/>
              <a:gd name="T27" fmla="*/ 88 h 144"/>
              <a:gd name="T28" fmla="*/ 64 w 176"/>
              <a:gd name="T29" fmla="*/ 80 h 144"/>
              <a:gd name="T30" fmla="*/ 112 w 176"/>
              <a:gd name="T31" fmla="*/ 72 h 144"/>
              <a:gd name="T32" fmla="*/ 120 w 176"/>
              <a:gd name="T33" fmla="*/ 88 h 144"/>
              <a:gd name="T34" fmla="*/ 144 w 176"/>
              <a:gd name="T35" fmla="*/ 80 h 144"/>
              <a:gd name="T36" fmla="*/ 160 w 176"/>
              <a:gd name="T37" fmla="*/ 72 h 144"/>
              <a:gd name="T38" fmla="*/ 40 w 176"/>
              <a:gd name="T39" fmla="*/ 56 h 144"/>
              <a:gd name="T40" fmla="*/ 56 w 176"/>
              <a:gd name="T41" fmla="*/ 80 h 144"/>
              <a:gd name="T42" fmla="*/ 40 w 176"/>
              <a:gd name="T43" fmla="*/ 56 h 144"/>
              <a:gd name="T44" fmla="*/ 136 w 176"/>
              <a:gd name="T45" fmla="*/ 56 h 144"/>
              <a:gd name="T46" fmla="*/ 120 w 176"/>
              <a:gd name="T47" fmla="*/ 80 h 144"/>
              <a:gd name="T48" fmla="*/ 168 w 176"/>
              <a:gd name="T49" fmla="*/ 64 h 144"/>
              <a:gd name="T50" fmla="*/ 144 w 176"/>
              <a:gd name="T51" fmla="*/ 56 h 144"/>
              <a:gd name="T52" fmla="*/ 120 w 176"/>
              <a:gd name="T53" fmla="*/ 48 h 144"/>
              <a:gd name="T54" fmla="*/ 112 w 176"/>
              <a:gd name="T55" fmla="*/ 64 h 144"/>
              <a:gd name="T56" fmla="*/ 64 w 176"/>
              <a:gd name="T57" fmla="*/ 56 h 144"/>
              <a:gd name="T58" fmla="*/ 40 w 176"/>
              <a:gd name="T59" fmla="*/ 48 h 144"/>
              <a:gd name="T60" fmla="*/ 32 w 176"/>
              <a:gd name="T61" fmla="*/ 64 h 144"/>
              <a:gd name="T62" fmla="*/ 8 w 176"/>
              <a:gd name="T63" fmla="*/ 24 h 144"/>
              <a:gd name="T64" fmla="*/ 168 w 176"/>
              <a:gd name="T65" fmla="*/ 6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44">
                <a:moveTo>
                  <a:pt x="168" y="16"/>
                </a:moveTo>
                <a:cubicBezTo>
                  <a:pt x="120" y="16"/>
                  <a:pt x="120" y="16"/>
                  <a:pt x="120" y="16"/>
                </a:cubicBezTo>
                <a:cubicBezTo>
                  <a:pt x="120" y="7"/>
                  <a:pt x="113" y="0"/>
                  <a:pt x="104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3" y="0"/>
                  <a:pt x="56" y="7"/>
                  <a:pt x="56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20"/>
                  <a:pt x="0" y="2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8"/>
                  <a:pt x="4" y="72"/>
                  <a:pt x="8" y="72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40"/>
                  <a:pt x="12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4" y="144"/>
                  <a:pt x="168" y="140"/>
                  <a:pt x="168" y="136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2" y="72"/>
                  <a:pt x="176" y="68"/>
                  <a:pt x="176" y="64"/>
                </a:cubicBezTo>
                <a:cubicBezTo>
                  <a:pt x="176" y="24"/>
                  <a:pt x="176" y="24"/>
                  <a:pt x="176" y="24"/>
                </a:cubicBezTo>
                <a:cubicBezTo>
                  <a:pt x="176" y="20"/>
                  <a:pt x="172" y="16"/>
                  <a:pt x="168" y="16"/>
                </a:cubicBezTo>
                <a:moveTo>
                  <a:pt x="72" y="8"/>
                </a:moveTo>
                <a:cubicBezTo>
                  <a:pt x="104" y="8"/>
                  <a:pt x="104" y="8"/>
                  <a:pt x="104" y="8"/>
                </a:cubicBezTo>
                <a:cubicBezTo>
                  <a:pt x="108" y="8"/>
                  <a:pt x="112" y="12"/>
                  <a:pt x="112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4" y="12"/>
                  <a:pt x="68" y="8"/>
                  <a:pt x="72" y="8"/>
                </a:cubicBezTo>
                <a:moveTo>
                  <a:pt x="160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6" y="72"/>
                  <a:pt x="16" y="72"/>
                  <a:pt x="16" y="72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4"/>
                  <a:pt x="36" y="88"/>
                  <a:pt x="40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60" y="88"/>
                  <a:pt x="64" y="84"/>
                  <a:pt x="64" y="80"/>
                </a:cubicBezTo>
                <a:cubicBezTo>
                  <a:pt x="64" y="72"/>
                  <a:pt x="64" y="72"/>
                  <a:pt x="64" y="72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84"/>
                  <a:pt x="116" y="88"/>
                  <a:pt x="120" y="8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40" y="88"/>
                  <a:pt x="144" y="84"/>
                  <a:pt x="144" y="80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60" y="72"/>
                  <a:pt x="160" y="72"/>
                  <a:pt x="160" y="72"/>
                </a:cubicBezTo>
                <a:lnTo>
                  <a:pt x="160" y="136"/>
                </a:lnTo>
                <a:close/>
                <a:moveTo>
                  <a:pt x="40" y="56"/>
                </a:moveTo>
                <a:cubicBezTo>
                  <a:pt x="56" y="56"/>
                  <a:pt x="56" y="56"/>
                  <a:pt x="56" y="56"/>
                </a:cubicBezTo>
                <a:cubicBezTo>
                  <a:pt x="56" y="80"/>
                  <a:pt x="56" y="80"/>
                  <a:pt x="56" y="80"/>
                </a:cubicBezTo>
                <a:cubicBezTo>
                  <a:pt x="40" y="80"/>
                  <a:pt x="40" y="80"/>
                  <a:pt x="40" y="80"/>
                </a:cubicBezTo>
                <a:lnTo>
                  <a:pt x="40" y="56"/>
                </a:lnTo>
                <a:close/>
                <a:moveTo>
                  <a:pt x="120" y="56"/>
                </a:moveTo>
                <a:cubicBezTo>
                  <a:pt x="136" y="56"/>
                  <a:pt x="136" y="56"/>
                  <a:pt x="136" y="56"/>
                </a:cubicBezTo>
                <a:cubicBezTo>
                  <a:pt x="136" y="80"/>
                  <a:pt x="136" y="80"/>
                  <a:pt x="136" y="80"/>
                </a:cubicBezTo>
                <a:cubicBezTo>
                  <a:pt x="120" y="80"/>
                  <a:pt x="120" y="80"/>
                  <a:pt x="120" y="80"/>
                </a:cubicBezTo>
                <a:lnTo>
                  <a:pt x="120" y="56"/>
                </a:lnTo>
                <a:close/>
                <a:moveTo>
                  <a:pt x="168" y="64"/>
                </a:moveTo>
                <a:cubicBezTo>
                  <a:pt x="144" y="64"/>
                  <a:pt x="144" y="64"/>
                  <a:pt x="144" y="64"/>
                </a:cubicBezTo>
                <a:cubicBezTo>
                  <a:pt x="144" y="56"/>
                  <a:pt x="144" y="56"/>
                  <a:pt x="144" y="56"/>
                </a:cubicBezTo>
                <a:cubicBezTo>
                  <a:pt x="144" y="52"/>
                  <a:pt x="140" y="48"/>
                  <a:pt x="136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16" y="48"/>
                  <a:pt x="112" y="52"/>
                  <a:pt x="112" y="56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56"/>
                  <a:pt x="64" y="56"/>
                  <a:pt x="64" y="56"/>
                </a:cubicBezTo>
                <a:cubicBezTo>
                  <a:pt x="64" y="52"/>
                  <a:pt x="60" y="48"/>
                  <a:pt x="56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36" y="48"/>
                  <a:pt x="32" y="52"/>
                  <a:pt x="32" y="56"/>
                </a:cubicBezTo>
                <a:cubicBezTo>
                  <a:pt x="32" y="64"/>
                  <a:pt x="32" y="64"/>
                  <a:pt x="3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24"/>
                  <a:pt x="8" y="24"/>
                  <a:pt x="8" y="24"/>
                </a:cubicBezTo>
                <a:cubicBezTo>
                  <a:pt x="168" y="24"/>
                  <a:pt x="168" y="24"/>
                  <a:pt x="168" y="24"/>
                </a:cubicBezTo>
                <a:lnTo>
                  <a:pt x="168" y="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142"/>
          <p:cNvSpPr>
            <a:spLocks noEditPoints="1"/>
          </p:cNvSpPr>
          <p:nvPr/>
        </p:nvSpPr>
        <p:spPr bwMode="auto">
          <a:xfrm>
            <a:off x="1527014" y="2377185"/>
            <a:ext cx="339143" cy="339143"/>
          </a:xfrm>
          <a:custGeom>
            <a:avLst/>
            <a:gdLst>
              <a:gd name="T0" fmla="*/ 58 w 178"/>
              <a:gd name="T1" fmla="*/ 42 h 178"/>
              <a:gd name="T2" fmla="*/ 42 w 178"/>
              <a:gd name="T3" fmla="*/ 58 h 178"/>
              <a:gd name="T4" fmla="*/ 58 w 178"/>
              <a:gd name="T5" fmla="*/ 74 h 178"/>
              <a:gd name="T6" fmla="*/ 74 w 178"/>
              <a:gd name="T7" fmla="*/ 58 h 178"/>
              <a:gd name="T8" fmla="*/ 58 w 178"/>
              <a:gd name="T9" fmla="*/ 42 h 178"/>
              <a:gd name="T10" fmla="*/ 58 w 178"/>
              <a:gd name="T11" fmla="*/ 66 h 178"/>
              <a:gd name="T12" fmla="*/ 50 w 178"/>
              <a:gd name="T13" fmla="*/ 58 h 178"/>
              <a:gd name="T14" fmla="*/ 58 w 178"/>
              <a:gd name="T15" fmla="*/ 50 h 178"/>
              <a:gd name="T16" fmla="*/ 66 w 178"/>
              <a:gd name="T17" fmla="*/ 58 h 178"/>
              <a:gd name="T18" fmla="*/ 58 w 178"/>
              <a:gd name="T19" fmla="*/ 66 h 178"/>
              <a:gd name="T20" fmla="*/ 177 w 178"/>
              <a:gd name="T21" fmla="*/ 139 h 178"/>
              <a:gd name="T22" fmla="*/ 122 w 178"/>
              <a:gd name="T23" fmla="*/ 84 h 178"/>
              <a:gd name="T24" fmla="*/ 125 w 178"/>
              <a:gd name="T25" fmla="*/ 80 h 178"/>
              <a:gd name="T26" fmla="*/ 125 w 178"/>
              <a:gd name="T27" fmla="*/ 57 h 178"/>
              <a:gd name="T28" fmla="*/ 74 w 178"/>
              <a:gd name="T29" fmla="*/ 7 h 178"/>
              <a:gd name="T30" fmla="*/ 52 w 178"/>
              <a:gd name="T31" fmla="*/ 7 h 178"/>
              <a:gd name="T32" fmla="*/ 7 w 178"/>
              <a:gd name="T33" fmla="*/ 52 h 178"/>
              <a:gd name="T34" fmla="*/ 7 w 178"/>
              <a:gd name="T35" fmla="*/ 74 h 178"/>
              <a:gd name="T36" fmla="*/ 57 w 178"/>
              <a:gd name="T37" fmla="*/ 125 h 178"/>
              <a:gd name="T38" fmla="*/ 80 w 178"/>
              <a:gd name="T39" fmla="*/ 125 h 178"/>
              <a:gd name="T40" fmla="*/ 84 w 178"/>
              <a:gd name="T41" fmla="*/ 121 h 178"/>
              <a:gd name="T42" fmla="*/ 107 w 178"/>
              <a:gd name="T43" fmla="*/ 145 h 178"/>
              <a:gd name="T44" fmla="*/ 110 w 178"/>
              <a:gd name="T45" fmla="*/ 146 h 178"/>
              <a:gd name="T46" fmla="*/ 122 w 178"/>
              <a:gd name="T47" fmla="*/ 146 h 178"/>
              <a:gd name="T48" fmla="*/ 122 w 178"/>
              <a:gd name="T49" fmla="*/ 158 h 178"/>
              <a:gd name="T50" fmla="*/ 126 w 178"/>
              <a:gd name="T51" fmla="*/ 162 h 178"/>
              <a:gd name="T52" fmla="*/ 138 w 178"/>
              <a:gd name="T53" fmla="*/ 162 h 178"/>
              <a:gd name="T54" fmla="*/ 138 w 178"/>
              <a:gd name="T55" fmla="*/ 174 h 178"/>
              <a:gd name="T56" fmla="*/ 142 w 178"/>
              <a:gd name="T57" fmla="*/ 178 h 178"/>
              <a:gd name="T58" fmla="*/ 174 w 178"/>
              <a:gd name="T59" fmla="*/ 178 h 178"/>
              <a:gd name="T60" fmla="*/ 178 w 178"/>
              <a:gd name="T61" fmla="*/ 174 h 178"/>
              <a:gd name="T62" fmla="*/ 178 w 178"/>
              <a:gd name="T63" fmla="*/ 142 h 178"/>
              <a:gd name="T64" fmla="*/ 177 w 178"/>
              <a:gd name="T65" fmla="*/ 139 h 178"/>
              <a:gd name="T66" fmla="*/ 170 w 178"/>
              <a:gd name="T67" fmla="*/ 170 h 178"/>
              <a:gd name="T68" fmla="*/ 146 w 178"/>
              <a:gd name="T69" fmla="*/ 170 h 178"/>
              <a:gd name="T70" fmla="*/ 146 w 178"/>
              <a:gd name="T71" fmla="*/ 158 h 178"/>
              <a:gd name="T72" fmla="*/ 142 w 178"/>
              <a:gd name="T73" fmla="*/ 154 h 178"/>
              <a:gd name="T74" fmla="*/ 130 w 178"/>
              <a:gd name="T75" fmla="*/ 154 h 178"/>
              <a:gd name="T76" fmla="*/ 130 w 178"/>
              <a:gd name="T77" fmla="*/ 142 h 178"/>
              <a:gd name="T78" fmla="*/ 126 w 178"/>
              <a:gd name="T79" fmla="*/ 138 h 178"/>
              <a:gd name="T80" fmla="*/ 112 w 178"/>
              <a:gd name="T81" fmla="*/ 138 h 178"/>
              <a:gd name="T82" fmla="*/ 87 w 178"/>
              <a:gd name="T83" fmla="*/ 113 h 178"/>
              <a:gd name="T84" fmla="*/ 84 w 178"/>
              <a:gd name="T85" fmla="*/ 112 h 178"/>
              <a:gd name="T86" fmla="*/ 81 w 178"/>
              <a:gd name="T87" fmla="*/ 113 h 178"/>
              <a:gd name="T88" fmla="*/ 74 w 178"/>
              <a:gd name="T89" fmla="*/ 120 h 178"/>
              <a:gd name="T90" fmla="*/ 63 w 178"/>
              <a:gd name="T91" fmla="*/ 120 h 178"/>
              <a:gd name="T92" fmla="*/ 12 w 178"/>
              <a:gd name="T93" fmla="*/ 69 h 178"/>
              <a:gd name="T94" fmla="*/ 12 w 178"/>
              <a:gd name="T95" fmla="*/ 57 h 178"/>
              <a:gd name="T96" fmla="*/ 57 w 178"/>
              <a:gd name="T97" fmla="*/ 12 h 178"/>
              <a:gd name="T98" fmla="*/ 69 w 178"/>
              <a:gd name="T99" fmla="*/ 12 h 178"/>
              <a:gd name="T100" fmla="*/ 120 w 178"/>
              <a:gd name="T101" fmla="*/ 63 h 178"/>
              <a:gd name="T102" fmla="*/ 120 w 178"/>
              <a:gd name="T103" fmla="*/ 74 h 178"/>
              <a:gd name="T104" fmla="*/ 113 w 178"/>
              <a:gd name="T105" fmla="*/ 81 h 178"/>
              <a:gd name="T106" fmla="*/ 112 w 178"/>
              <a:gd name="T107" fmla="*/ 84 h 178"/>
              <a:gd name="T108" fmla="*/ 113 w 178"/>
              <a:gd name="T109" fmla="*/ 87 h 178"/>
              <a:gd name="T110" fmla="*/ 170 w 178"/>
              <a:gd name="T111" fmla="*/ 144 h 178"/>
              <a:gd name="T112" fmla="*/ 170 w 178"/>
              <a:gd name="T113" fmla="*/ 17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8" h="178">
                <a:moveTo>
                  <a:pt x="58" y="42"/>
                </a:moveTo>
                <a:cubicBezTo>
                  <a:pt x="49" y="42"/>
                  <a:pt x="42" y="49"/>
                  <a:pt x="42" y="58"/>
                </a:cubicBezTo>
                <a:cubicBezTo>
                  <a:pt x="42" y="67"/>
                  <a:pt x="49" y="74"/>
                  <a:pt x="58" y="74"/>
                </a:cubicBezTo>
                <a:cubicBezTo>
                  <a:pt x="67" y="74"/>
                  <a:pt x="74" y="67"/>
                  <a:pt x="74" y="58"/>
                </a:cubicBezTo>
                <a:cubicBezTo>
                  <a:pt x="74" y="49"/>
                  <a:pt x="67" y="42"/>
                  <a:pt x="58" y="42"/>
                </a:cubicBezTo>
                <a:moveTo>
                  <a:pt x="58" y="66"/>
                </a:moveTo>
                <a:cubicBezTo>
                  <a:pt x="54" y="66"/>
                  <a:pt x="50" y="62"/>
                  <a:pt x="50" y="58"/>
                </a:cubicBezTo>
                <a:cubicBezTo>
                  <a:pt x="50" y="54"/>
                  <a:pt x="54" y="50"/>
                  <a:pt x="58" y="50"/>
                </a:cubicBezTo>
                <a:cubicBezTo>
                  <a:pt x="62" y="50"/>
                  <a:pt x="66" y="54"/>
                  <a:pt x="66" y="58"/>
                </a:cubicBezTo>
                <a:cubicBezTo>
                  <a:pt x="66" y="62"/>
                  <a:pt x="62" y="66"/>
                  <a:pt x="58" y="66"/>
                </a:cubicBezTo>
                <a:moveTo>
                  <a:pt x="177" y="139"/>
                </a:moveTo>
                <a:cubicBezTo>
                  <a:pt x="122" y="84"/>
                  <a:pt x="122" y="84"/>
                  <a:pt x="122" y="84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32" y="74"/>
                  <a:pt x="132" y="64"/>
                  <a:pt x="125" y="57"/>
                </a:cubicBezTo>
                <a:cubicBezTo>
                  <a:pt x="74" y="7"/>
                  <a:pt x="74" y="7"/>
                  <a:pt x="74" y="7"/>
                </a:cubicBezTo>
                <a:cubicBezTo>
                  <a:pt x="68" y="0"/>
                  <a:pt x="58" y="0"/>
                  <a:pt x="52" y="7"/>
                </a:cubicBezTo>
                <a:cubicBezTo>
                  <a:pt x="7" y="52"/>
                  <a:pt x="7" y="52"/>
                  <a:pt x="7" y="52"/>
                </a:cubicBezTo>
                <a:cubicBezTo>
                  <a:pt x="0" y="58"/>
                  <a:pt x="0" y="68"/>
                  <a:pt x="7" y="74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64" y="132"/>
                  <a:pt x="74" y="132"/>
                  <a:pt x="80" y="125"/>
                </a:cubicBezTo>
                <a:cubicBezTo>
                  <a:pt x="84" y="121"/>
                  <a:pt x="84" y="121"/>
                  <a:pt x="84" y="121"/>
                </a:cubicBezTo>
                <a:cubicBezTo>
                  <a:pt x="107" y="145"/>
                  <a:pt x="107" y="145"/>
                  <a:pt x="107" y="145"/>
                </a:cubicBezTo>
                <a:cubicBezTo>
                  <a:pt x="108" y="146"/>
                  <a:pt x="109" y="146"/>
                  <a:pt x="110" y="146"/>
                </a:cubicBezTo>
                <a:cubicBezTo>
                  <a:pt x="122" y="146"/>
                  <a:pt x="122" y="146"/>
                  <a:pt x="122" y="146"/>
                </a:cubicBezTo>
                <a:cubicBezTo>
                  <a:pt x="122" y="158"/>
                  <a:pt x="122" y="158"/>
                  <a:pt x="122" y="158"/>
                </a:cubicBezTo>
                <a:cubicBezTo>
                  <a:pt x="122" y="160"/>
                  <a:pt x="124" y="162"/>
                  <a:pt x="126" y="162"/>
                </a:cubicBezTo>
                <a:cubicBezTo>
                  <a:pt x="138" y="162"/>
                  <a:pt x="138" y="162"/>
                  <a:pt x="138" y="162"/>
                </a:cubicBezTo>
                <a:cubicBezTo>
                  <a:pt x="138" y="174"/>
                  <a:pt x="138" y="174"/>
                  <a:pt x="138" y="174"/>
                </a:cubicBezTo>
                <a:cubicBezTo>
                  <a:pt x="138" y="176"/>
                  <a:pt x="140" y="178"/>
                  <a:pt x="142" y="178"/>
                </a:cubicBezTo>
                <a:cubicBezTo>
                  <a:pt x="174" y="178"/>
                  <a:pt x="174" y="178"/>
                  <a:pt x="174" y="178"/>
                </a:cubicBezTo>
                <a:cubicBezTo>
                  <a:pt x="176" y="178"/>
                  <a:pt x="178" y="176"/>
                  <a:pt x="178" y="174"/>
                </a:cubicBezTo>
                <a:cubicBezTo>
                  <a:pt x="178" y="142"/>
                  <a:pt x="178" y="142"/>
                  <a:pt x="178" y="142"/>
                </a:cubicBezTo>
                <a:cubicBezTo>
                  <a:pt x="178" y="141"/>
                  <a:pt x="178" y="140"/>
                  <a:pt x="177" y="139"/>
                </a:cubicBezTo>
                <a:moveTo>
                  <a:pt x="170" y="170"/>
                </a:moveTo>
                <a:cubicBezTo>
                  <a:pt x="146" y="170"/>
                  <a:pt x="146" y="170"/>
                  <a:pt x="146" y="170"/>
                </a:cubicBezTo>
                <a:cubicBezTo>
                  <a:pt x="146" y="158"/>
                  <a:pt x="146" y="158"/>
                  <a:pt x="146" y="158"/>
                </a:cubicBezTo>
                <a:cubicBezTo>
                  <a:pt x="146" y="156"/>
                  <a:pt x="144" y="154"/>
                  <a:pt x="142" y="154"/>
                </a:cubicBezTo>
                <a:cubicBezTo>
                  <a:pt x="130" y="154"/>
                  <a:pt x="130" y="154"/>
                  <a:pt x="130" y="154"/>
                </a:cubicBezTo>
                <a:cubicBezTo>
                  <a:pt x="130" y="142"/>
                  <a:pt x="130" y="142"/>
                  <a:pt x="130" y="142"/>
                </a:cubicBezTo>
                <a:cubicBezTo>
                  <a:pt x="130" y="140"/>
                  <a:pt x="128" y="138"/>
                  <a:pt x="126" y="138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87" y="113"/>
                  <a:pt x="87" y="113"/>
                  <a:pt x="87" y="113"/>
                </a:cubicBezTo>
                <a:cubicBezTo>
                  <a:pt x="86" y="112"/>
                  <a:pt x="85" y="112"/>
                  <a:pt x="84" y="112"/>
                </a:cubicBezTo>
                <a:cubicBezTo>
                  <a:pt x="83" y="112"/>
                  <a:pt x="82" y="112"/>
                  <a:pt x="81" y="113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71" y="123"/>
                  <a:pt x="66" y="123"/>
                  <a:pt x="63" y="120"/>
                </a:cubicBezTo>
                <a:cubicBezTo>
                  <a:pt x="12" y="69"/>
                  <a:pt x="12" y="69"/>
                  <a:pt x="12" y="69"/>
                </a:cubicBezTo>
                <a:cubicBezTo>
                  <a:pt x="9" y="66"/>
                  <a:pt x="9" y="61"/>
                  <a:pt x="12" y="57"/>
                </a:cubicBezTo>
                <a:cubicBezTo>
                  <a:pt x="57" y="12"/>
                  <a:pt x="57" y="12"/>
                  <a:pt x="57" y="12"/>
                </a:cubicBezTo>
                <a:cubicBezTo>
                  <a:pt x="61" y="9"/>
                  <a:pt x="66" y="9"/>
                  <a:pt x="69" y="12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23" y="66"/>
                  <a:pt x="123" y="71"/>
                  <a:pt x="120" y="74"/>
                </a:cubicBezTo>
                <a:cubicBezTo>
                  <a:pt x="113" y="81"/>
                  <a:pt x="113" y="81"/>
                  <a:pt x="113" y="81"/>
                </a:cubicBezTo>
                <a:cubicBezTo>
                  <a:pt x="112" y="82"/>
                  <a:pt x="112" y="83"/>
                  <a:pt x="112" y="84"/>
                </a:cubicBezTo>
                <a:cubicBezTo>
                  <a:pt x="112" y="85"/>
                  <a:pt x="112" y="86"/>
                  <a:pt x="113" y="87"/>
                </a:cubicBezTo>
                <a:cubicBezTo>
                  <a:pt x="170" y="144"/>
                  <a:pt x="170" y="144"/>
                  <a:pt x="170" y="144"/>
                </a:cubicBezTo>
                <a:lnTo>
                  <a:pt x="170" y="17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143"/>
          <p:cNvSpPr>
            <a:spLocks noEditPoints="1"/>
          </p:cNvSpPr>
          <p:nvPr/>
        </p:nvSpPr>
        <p:spPr bwMode="auto">
          <a:xfrm>
            <a:off x="2169601" y="2382053"/>
            <a:ext cx="334275" cy="334275"/>
          </a:xfrm>
          <a:custGeom>
            <a:avLst/>
            <a:gdLst>
              <a:gd name="T0" fmla="*/ 132 w 176"/>
              <a:gd name="T1" fmla="*/ 102 h 176"/>
              <a:gd name="T2" fmla="*/ 104 w 176"/>
              <a:gd name="T3" fmla="*/ 52 h 176"/>
              <a:gd name="T4" fmla="*/ 52 w 176"/>
              <a:gd name="T5" fmla="*/ 0 h 176"/>
              <a:gd name="T6" fmla="*/ 52 w 176"/>
              <a:gd name="T7" fmla="*/ 104 h 176"/>
              <a:gd name="T8" fmla="*/ 79 w 176"/>
              <a:gd name="T9" fmla="*/ 131 h 176"/>
              <a:gd name="T10" fmla="*/ 113 w 176"/>
              <a:gd name="T11" fmla="*/ 143 h 176"/>
              <a:gd name="T12" fmla="*/ 128 w 176"/>
              <a:gd name="T13" fmla="*/ 144 h 176"/>
              <a:gd name="T14" fmla="*/ 132 w 176"/>
              <a:gd name="T15" fmla="*/ 160 h 176"/>
              <a:gd name="T16" fmla="*/ 144 w 176"/>
              <a:gd name="T17" fmla="*/ 172 h 176"/>
              <a:gd name="T18" fmla="*/ 172 w 176"/>
              <a:gd name="T19" fmla="*/ 176 h 176"/>
              <a:gd name="T20" fmla="*/ 176 w 176"/>
              <a:gd name="T21" fmla="*/ 148 h 176"/>
              <a:gd name="T22" fmla="*/ 44 w 176"/>
              <a:gd name="T23" fmla="*/ 95 h 176"/>
              <a:gd name="T24" fmla="*/ 52 w 176"/>
              <a:gd name="T25" fmla="*/ 8 h 176"/>
              <a:gd name="T26" fmla="*/ 74 w 176"/>
              <a:gd name="T27" fmla="*/ 45 h 176"/>
              <a:gd name="T28" fmla="*/ 44 w 176"/>
              <a:gd name="T29" fmla="*/ 95 h 176"/>
              <a:gd name="T30" fmla="*/ 152 w 176"/>
              <a:gd name="T31" fmla="*/ 168 h 176"/>
              <a:gd name="T32" fmla="*/ 148 w 176"/>
              <a:gd name="T33" fmla="*/ 152 h 176"/>
              <a:gd name="T34" fmla="*/ 136 w 176"/>
              <a:gd name="T35" fmla="*/ 140 h 176"/>
              <a:gd name="T36" fmla="*/ 118 w 176"/>
              <a:gd name="T37" fmla="*/ 136 h 176"/>
              <a:gd name="T38" fmla="*/ 102 w 176"/>
              <a:gd name="T39" fmla="*/ 122 h 176"/>
              <a:gd name="T40" fmla="*/ 96 w 176"/>
              <a:gd name="T41" fmla="*/ 126 h 176"/>
              <a:gd name="T42" fmla="*/ 50 w 176"/>
              <a:gd name="T43" fmla="*/ 91 h 176"/>
              <a:gd name="T44" fmla="*/ 79 w 176"/>
              <a:gd name="T45" fmla="*/ 50 h 176"/>
              <a:gd name="T46" fmla="*/ 96 w 176"/>
              <a:gd name="T47" fmla="*/ 55 h 176"/>
              <a:gd name="T48" fmla="*/ 84 w 176"/>
              <a:gd name="T49" fmla="*/ 72 h 176"/>
              <a:gd name="T50" fmla="*/ 84 w 176"/>
              <a:gd name="T51" fmla="*/ 96 h 176"/>
              <a:gd name="T52" fmla="*/ 95 w 176"/>
              <a:gd name="T53" fmla="*/ 80 h 176"/>
              <a:gd name="T54" fmla="*/ 126 w 176"/>
              <a:gd name="T55" fmla="*/ 85 h 176"/>
              <a:gd name="T56" fmla="*/ 123 w 176"/>
              <a:gd name="T57" fmla="*/ 99 h 176"/>
              <a:gd name="T58" fmla="*/ 123 w 176"/>
              <a:gd name="T59" fmla="*/ 105 h 176"/>
              <a:gd name="T60" fmla="*/ 168 w 176"/>
              <a:gd name="T61" fmla="*/ 168 h 176"/>
              <a:gd name="T62" fmla="*/ 84 w 176"/>
              <a:gd name="T63" fmla="*/ 88 h 176"/>
              <a:gd name="T64" fmla="*/ 84 w 176"/>
              <a:gd name="T65" fmla="*/ 8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175" y="145"/>
                </a:moveTo>
                <a:cubicBezTo>
                  <a:pt x="132" y="102"/>
                  <a:pt x="132" y="102"/>
                  <a:pt x="132" y="102"/>
                </a:cubicBezTo>
                <a:cubicBezTo>
                  <a:pt x="137" y="95"/>
                  <a:pt x="137" y="86"/>
                  <a:pt x="131" y="79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23"/>
                  <a:pt x="81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81"/>
                  <a:pt x="23" y="104"/>
                  <a:pt x="52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86" y="137"/>
                  <a:pt x="96" y="137"/>
                  <a:pt x="102" y="131"/>
                </a:cubicBezTo>
                <a:cubicBezTo>
                  <a:pt x="113" y="143"/>
                  <a:pt x="113" y="143"/>
                  <a:pt x="113" y="143"/>
                </a:cubicBezTo>
                <a:cubicBezTo>
                  <a:pt x="114" y="144"/>
                  <a:pt x="115" y="144"/>
                  <a:pt x="116" y="144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28" y="156"/>
                  <a:pt x="128" y="156"/>
                  <a:pt x="128" y="156"/>
                </a:cubicBezTo>
                <a:cubicBezTo>
                  <a:pt x="128" y="158"/>
                  <a:pt x="130" y="160"/>
                  <a:pt x="132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4"/>
                  <a:pt x="146" y="176"/>
                  <a:pt x="148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48"/>
                  <a:pt x="176" y="148"/>
                  <a:pt x="176" y="148"/>
                </a:cubicBezTo>
                <a:cubicBezTo>
                  <a:pt x="176" y="147"/>
                  <a:pt x="176" y="146"/>
                  <a:pt x="175" y="145"/>
                </a:cubicBezTo>
                <a:moveTo>
                  <a:pt x="44" y="95"/>
                </a:moveTo>
                <a:cubicBezTo>
                  <a:pt x="23" y="91"/>
                  <a:pt x="8" y="73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73" y="8"/>
                  <a:pt x="91" y="23"/>
                  <a:pt x="95" y="44"/>
                </a:cubicBezTo>
                <a:cubicBezTo>
                  <a:pt x="89" y="38"/>
                  <a:pt x="80" y="39"/>
                  <a:pt x="74" y="45"/>
                </a:cubicBezTo>
                <a:cubicBezTo>
                  <a:pt x="45" y="74"/>
                  <a:pt x="45" y="74"/>
                  <a:pt x="45" y="74"/>
                </a:cubicBezTo>
                <a:cubicBezTo>
                  <a:pt x="39" y="80"/>
                  <a:pt x="38" y="89"/>
                  <a:pt x="44" y="95"/>
                </a:cubicBezTo>
                <a:moveTo>
                  <a:pt x="168" y="168"/>
                </a:moveTo>
                <a:cubicBezTo>
                  <a:pt x="152" y="168"/>
                  <a:pt x="152" y="168"/>
                  <a:pt x="152" y="168"/>
                </a:cubicBezTo>
                <a:cubicBezTo>
                  <a:pt x="152" y="156"/>
                  <a:pt x="152" y="156"/>
                  <a:pt x="152" y="156"/>
                </a:cubicBezTo>
                <a:cubicBezTo>
                  <a:pt x="152" y="154"/>
                  <a:pt x="150" y="152"/>
                  <a:pt x="148" y="152"/>
                </a:cubicBezTo>
                <a:cubicBezTo>
                  <a:pt x="136" y="152"/>
                  <a:pt x="136" y="152"/>
                  <a:pt x="136" y="152"/>
                </a:cubicBezTo>
                <a:cubicBezTo>
                  <a:pt x="136" y="140"/>
                  <a:pt x="136" y="140"/>
                  <a:pt x="136" y="140"/>
                </a:cubicBezTo>
                <a:cubicBezTo>
                  <a:pt x="136" y="138"/>
                  <a:pt x="134" y="136"/>
                  <a:pt x="132" y="136"/>
                </a:cubicBezTo>
                <a:cubicBezTo>
                  <a:pt x="118" y="136"/>
                  <a:pt x="118" y="136"/>
                  <a:pt x="118" y="136"/>
                </a:cubicBezTo>
                <a:cubicBezTo>
                  <a:pt x="105" y="123"/>
                  <a:pt x="105" y="123"/>
                  <a:pt x="105" y="123"/>
                </a:cubicBezTo>
                <a:cubicBezTo>
                  <a:pt x="104" y="122"/>
                  <a:pt x="103" y="122"/>
                  <a:pt x="102" y="122"/>
                </a:cubicBezTo>
                <a:cubicBezTo>
                  <a:pt x="101" y="122"/>
                  <a:pt x="100" y="122"/>
                  <a:pt x="99" y="123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93" y="129"/>
                  <a:pt x="88" y="129"/>
                  <a:pt x="85" y="126"/>
                </a:cubicBezTo>
                <a:cubicBezTo>
                  <a:pt x="50" y="91"/>
                  <a:pt x="50" y="91"/>
                  <a:pt x="50" y="91"/>
                </a:cubicBezTo>
                <a:cubicBezTo>
                  <a:pt x="47" y="88"/>
                  <a:pt x="47" y="83"/>
                  <a:pt x="50" y="79"/>
                </a:cubicBezTo>
                <a:cubicBezTo>
                  <a:pt x="79" y="50"/>
                  <a:pt x="79" y="50"/>
                  <a:pt x="79" y="50"/>
                </a:cubicBezTo>
                <a:cubicBezTo>
                  <a:pt x="83" y="47"/>
                  <a:pt x="88" y="47"/>
                  <a:pt x="91" y="50"/>
                </a:cubicBezTo>
                <a:cubicBezTo>
                  <a:pt x="96" y="55"/>
                  <a:pt x="96" y="55"/>
                  <a:pt x="96" y="55"/>
                </a:cubicBezTo>
                <a:cubicBezTo>
                  <a:pt x="95" y="62"/>
                  <a:pt x="93" y="68"/>
                  <a:pt x="90" y="74"/>
                </a:cubicBezTo>
                <a:cubicBezTo>
                  <a:pt x="88" y="73"/>
                  <a:pt x="86" y="72"/>
                  <a:pt x="84" y="72"/>
                </a:cubicBezTo>
                <a:cubicBezTo>
                  <a:pt x="77" y="72"/>
                  <a:pt x="72" y="77"/>
                  <a:pt x="72" y="84"/>
                </a:cubicBezTo>
                <a:cubicBezTo>
                  <a:pt x="72" y="91"/>
                  <a:pt x="77" y="96"/>
                  <a:pt x="84" y="96"/>
                </a:cubicBezTo>
                <a:cubicBezTo>
                  <a:pt x="91" y="96"/>
                  <a:pt x="96" y="91"/>
                  <a:pt x="96" y="84"/>
                </a:cubicBezTo>
                <a:cubicBezTo>
                  <a:pt x="96" y="83"/>
                  <a:pt x="96" y="82"/>
                  <a:pt x="95" y="80"/>
                </a:cubicBezTo>
                <a:cubicBezTo>
                  <a:pt x="99" y="75"/>
                  <a:pt x="102" y="69"/>
                  <a:pt x="103" y="62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9" y="88"/>
                  <a:pt x="129" y="93"/>
                  <a:pt x="126" y="96"/>
                </a:cubicBezTo>
                <a:cubicBezTo>
                  <a:pt x="123" y="99"/>
                  <a:pt x="123" y="99"/>
                  <a:pt x="123" y="99"/>
                </a:cubicBezTo>
                <a:cubicBezTo>
                  <a:pt x="122" y="100"/>
                  <a:pt x="122" y="101"/>
                  <a:pt x="122" y="102"/>
                </a:cubicBezTo>
                <a:cubicBezTo>
                  <a:pt x="122" y="103"/>
                  <a:pt x="122" y="104"/>
                  <a:pt x="123" y="105"/>
                </a:cubicBezTo>
                <a:cubicBezTo>
                  <a:pt x="168" y="150"/>
                  <a:pt x="168" y="150"/>
                  <a:pt x="168" y="150"/>
                </a:cubicBezTo>
                <a:lnTo>
                  <a:pt x="168" y="168"/>
                </a:lnTo>
                <a:close/>
                <a:moveTo>
                  <a:pt x="88" y="84"/>
                </a:moveTo>
                <a:cubicBezTo>
                  <a:pt x="88" y="86"/>
                  <a:pt x="86" y="88"/>
                  <a:pt x="84" y="88"/>
                </a:cubicBezTo>
                <a:cubicBezTo>
                  <a:pt x="82" y="88"/>
                  <a:pt x="80" y="86"/>
                  <a:pt x="80" y="84"/>
                </a:cubicBezTo>
                <a:cubicBezTo>
                  <a:pt x="80" y="82"/>
                  <a:pt x="82" y="80"/>
                  <a:pt x="84" y="80"/>
                </a:cubicBezTo>
                <a:cubicBezTo>
                  <a:pt x="86" y="80"/>
                  <a:pt x="88" y="82"/>
                  <a:pt x="88" y="8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144"/>
          <p:cNvSpPr>
            <a:spLocks noEditPoints="1"/>
          </p:cNvSpPr>
          <p:nvPr/>
        </p:nvSpPr>
        <p:spPr bwMode="auto">
          <a:xfrm>
            <a:off x="2808942" y="2411262"/>
            <a:ext cx="334275" cy="274235"/>
          </a:xfrm>
          <a:custGeom>
            <a:avLst/>
            <a:gdLst>
              <a:gd name="T0" fmla="*/ 160 w 176"/>
              <a:gd name="T1" fmla="*/ 56 h 144"/>
              <a:gd name="T2" fmla="*/ 16 w 176"/>
              <a:gd name="T3" fmla="*/ 56 h 144"/>
              <a:gd name="T4" fmla="*/ 0 w 176"/>
              <a:gd name="T5" fmla="*/ 72 h 144"/>
              <a:gd name="T6" fmla="*/ 16 w 176"/>
              <a:gd name="T7" fmla="*/ 88 h 144"/>
              <a:gd name="T8" fmla="*/ 160 w 176"/>
              <a:gd name="T9" fmla="*/ 88 h 144"/>
              <a:gd name="T10" fmla="*/ 176 w 176"/>
              <a:gd name="T11" fmla="*/ 72 h 144"/>
              <a:gd name="T12" fmla="*/ 160 w 176"/>
              <a:gd name="T13" fmla="*/ 56 h 144"/>
              <a:gd name="T14" fmla="*/ 160 w 176"/>
              <a:gd name="T15" fmla="*/ 80 h 144"/>
              <a:gd name="T16" fmla="*/ 16 w 176"/>
              <a:gd name="T17" fmla="*/ 80 h 144"/>
              <a:gd name="T18" fmla="*/ 8 w 176"/>
              <a:gd name="T19" fmla="*/ 72 h 144"/>
              <a:gd name="T20" fmla="*/ 16 w 176"/>
              <a:gd name="T21" fmla="*/ 64 h 144"/>
              <a:gd name="T22" fmla="*/ 160 w 176"/>
              <a:gd name="T23" fmla="*/ 64 h 144"/>
              <a:gd name="T24" fmla="*/ 168 w 176"/>
              <a:gd name="T25" fmla="*/ 72 h 144"/>
              <a:gd name="T26" fmla="*/ 160 w 176"/>
              <a:gd name="T27" fmla="*/ 80 h 144"/>
              <a:gd name="T28" fmla="*/ 16 w 176"/>
              <a:gd name="T29" fmla="*/ 32 h 144"/>
              <a:gd name="T30" fmla="*/ 160 w 176"/>
              <a:gd name="T31" fmla="*/ 32 h 144"/>
              <a:gd name="T32" fmla="*/ 176 w 176"/>
              <a:gd name="T33" fmla="*/ 16 h 144"/>
              <a:gd name="T34" fmla="*/ 160 w 176"/>
              <a:gd name="T35" fmla="*/ 0 h 144"/>
              <a:gd name="T36" fmla="*/ 16 w 176"/>
              <a:gd name="T37" fmla="*/ 0 h 144"/>
              <a:gd name="T38" fmla="*/ 0 w 176"/>
              <a:gd name="T39" fmla="*/ 16 h 144"/>
              <a:gd name="T40" fmla="*/ 16 w 176"/>
              <a:gd name="T41" fmla="*/ 32 h 144"/>
              <a:gd name="T42" fmla="*/ 16 w 176"/>
              <a:gd name="T43" fmla="*/ 8 h 144"/>
              <a:gd name="T44" fmla="*/ 160 w 176"/>
              <a:gd name="T45" fmla="*/ 8 h 144"/>
              <a:gd name="T46" fmla="*/ 168 w 176"/>
              <a:gd name="T47" fmla="*/ 16 h 144"/>
              <a:gd name="T48" fmla="*/ 160 w 176"/>
              <a:gd name="T49" fmla="*/ 24 h 144"/>
              <a:gd name="T50" fmla="*/ 16 w 176"/>
              <a:gd name="T51" fmla="*/ 24 h 144"/>
              <a:gd name="T52" fmla="*/ 8 w 176"/>
              <a:gd name="T53" fmla="*/ 16 h 144"/>
              <a:gd name="T54" fmla="*/ 16 w 176"/>
              <a:gd name="T55" fmla="*/ 8 h 144"/>
              <a:gd name="T56" fmla="*/ 160 w 176"/>
              <a:gd name="T57" fmla="*/ 112 h 144"/>
              <a:gd name="T58" fmla="*/ 16 w 176"/>
              <a:gd name="T59" fmla="*/ 112 h 144"/>
              <a:gd name="T60" fmla="*/ 0 w 176"/>
              <a:gd name="T61" fmla="*/ 128 h 144"/>
              <a:gd name="T62" fmla="*/ 16 w 176"/>
              <a:gd name="T63" fmla="*/ 144 h 144"/>
              <a:gd name="T64" fmla="*/ 160 w 176"/>
              <a:gd name="T65" fmla="*/ 144 h 144"/>
              <a:gd name="T66" fmla="*/ 176 w 176"/>
              <a:gd name="T67" fmla="*/ 128 h 144"/>
              <a:gd name="T68" fmla="*/ 160 w 176"/>
              <a:gd name="T69" fmla="*/ 112 h 144"/>
              <a:gd name="T70" fmla="*/ 160 w 176"/>
              <a:gd name="T71" fmla="*/ 136 h 144"/>
              <a:gd name="T72" fmla="*/ 16 w 176"/>
              <a:gd name="T73" fmla="*/ 136 h 144"/>
              <a:gd name="T74" fmla="*/ 8 w 176"/>
              <a:gd name="T75" fmla="*/ 128 h 144"/>
              <a:gd name="T76" fmla="*/ 16 w 176"/>
              <a:gd name="T77" fmla="*/ 120 h 144"/>
              <a:gd name="T78" fmla="*/ 160 w 176"/>
              <a:gd name="T79" fmla="*/ 120 h 144"/>
              <a:gd name="T80" fmla="*/ 168 w 176"/>
              <a:gd name="T81" fmla="*/ 128 h 144"/>
              <a:gd name="T82" fmla="*/ 160 w 176"/>
              <a:gd name="T83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44">
                <a:moveTo>
                  <a:pt x="160" y="56"/>
                </a:moveTo>
                <a:cubicBezTo>
                  <a:pt x="16" y="56"/>
                  <a:pt x="16" y="56"/>
                  <a:pt x="16" y="56"/>
                </a:cubicBezTo>
                <a:cubicBezTo>
                  <a:pt x="7" y="56"/>
                  <a:pt x="0" y="63"/>
                  <a:pt x="0" y="72"/>
                </a:cubicBezTo>
                <a:cubicBezTo>
                  <a:pt x="0" y="81"/>
                  <a:pt x="7" y="88"/>
                  <a:pt x="16" y="88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9" y="88"/>
                  <a:pt x="176" y="81"/>
                  <a:pt x="176" y="72"/>
                </a:cubicBezTo>
                <a:cubicBezTo>
                  <a:pt x="176" y="63"/>
                  <a:pt x="169" y="56"/>
                  <a:pt x="160" y="56"/>
                </a:cubicBezTo>
                <a:moveTo>
                  <a:pt x="160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2" y="80"/>
                  <a:pt x="8" y="76"/>
                  <a:pt x="8" y="72"/>
                </a:cubicBezTo>
                <a:cubicBezTo>
                  <a:pt x="8" y="68"/>
                  <a:pt x="12" y="64"/>
                  <a:pt x="16" y="64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4" y="64"/>
                  <a:pt x="168" y="68"/>
                  <a:pt x="168" y="72"/>
                </a:cubicBezTo>
                <a:cubicBezTo>
                  <a:pt x="168" y="76"/>
                  <a:pt x="164" y="80"/>
                  <a:pt x="160" y="80"/>
                </a:cubicBezTo>
                <a:moveTo>
                  <a:pt x="16" y="32"/>
                </a:moveTo>
                <a:cubicBezTo>
                  <a:pt x="160" y="32"/>
                  <a:pt x="160" y="32"/>
                  <a:pt x="160" y="32"/>
                </a:cubicBezTo>
                <a:cubicBezTo>
                  <a:pt x="169" y="32"/>
                  <a:pt x="176" y="25"/>
                  <a:pt x="176" y="16"/>
                </a:cubicBezTo>
                <a:cubicBezTo>
                  <a:pt x="176" y="7"/>
                  <a:pt x="169" y="0"/>
                  <a:pt x="16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"/>
                  <a:pt x="7" y="32"/>
                  <a:pt x="16" y="32"/>
                </a:cubicBezTo>
                <a:moveTo>
                  <a:pt x="16" y="8"/>
                </a:move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20"/>
                  <a:pt x="164" y="24"/>
                  <a:pt x="16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8" y="20"/>
                  <a:pt x="8" y="16"/>
                </a:cubicBezTo>
                <a:cubicBezTo>
                  <a:pt x="8" y="12"/>
                  <a:pt x="12" y="8"/>
                  <a:pt x="16" y="8"/>
                </a:cubicBezTo>
                <a:moveTo>
                  <a:pt x="160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19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19"/>
                  <a:pt x="169" y="112"/>
                  <a:pt x="160" y="112"/>
                </a:cubicBezTo>
                <a:moveTo>
                  <a:pt x="160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124"/>
                  <a:pt x="12" y="120"/>
                  <a:pt x="16" y="120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64" y="120"/>
                  <a:pt x="168" y="124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145"/>
          <p:cNvSpPr>
            <a:spLocks noEditPoints="1"/>
          </p:cNvSpPr>
          <p:nvPr/>
        </p:nvSpPr>
        <p:spPr bwMode="auto">
          <a:xfrm>
            <a:off x="3448283" y="2411262"/>
            <a:ext cx="334275" cy="274235"/>
          </a:xfrm>
          <a:custGeom>
            <a:avLst/>
            <a:gdLst>
              <a:gd name="T0" fmla="*/ 0 w 176"/>
              <a:gd name="T1" fmla="*/ 128 h 144"/>
              <a:gd name="T2" fmla="*/ 32 w 176"/>
              <a:gd name="T3" fmla="*/ 128 h 144"/>
              <a:gd name="T4" fmla="*/ 16 w 176"/>
              <a:gd name="T5" fmla="*/ 136 h 144"/>
              <a:gd name="T6" fmla="*/ 16 w 176"/>
              <a:gd name="T7" fmla="*/ 120 h 144"/>
              <a:gd name="T8" fmla="*/ 16 w 176"/>
              <a:gd name="T9" fmla="*/ 136 h 144"/>
              <a:gd name="T10" fmla="*/ 160 w 176"/>
              <a:gd name="T11" fmla="*/ 32 h 144"/>
              <a:gd name="T12" fmla="*/ 160 w 176"/>
              <a:gd name="T13" fmla="*/ 0 h 144"/>
              <a:gd name="T14" fmla="*/ 48 w 176"/>
              <a:gd name="T15" fmla="*/ 16 h 144"/>
              <a:gd name="T16" fmla="*/ 64 w 176"/>
              <a:gd name="T17" fmla="*/ 8 h 144"/>
              <a:gd name="T18" fmla="*/ 168 w 176"/>
              <a:gd name="T19" fmla="*/ 16 h 144"/>
              <a:gd name="T20" fmla="*/ 64 w 176"/>
              <a:gd name="T21" fmla="*/ 24 h 144"/>
              <a:gd name="T22" fmla="*/ 64 w 176"/>
              <a:gd name="T23" fmla="*/ 8 h 144"/>
              <a:gd name="T24" fmla="*/ 64 w 176"/>
              <a:gd name="T25" fmla="*/ 112 h 144"/>
              <a:gd name="T26" fmla="*/ 64 w 176"/>
              <a:gd name="T27" fmla="*/ 144 h 144"/>
              <a:gd name="T28" fmla="*/ 176 w 176"/>
              <a:gd name="T29" fmla="*/ 128 h 144"/>
              <a:gd name="T30" fmla="*/ 160 w 176"/>
              <a:gd name="T31" fmla="*/ 136 h 144"/>
              <a:gd name="T32" fmla="*/ 56 w 176"/>
              <a:gd name="T33" fmla="*/ 128 h 144"/>
              <a:gd name="T34" fmla="*/ 160 w 176"/>
              <a:gd name="T35" fmla="*/ 120 h 144"/>
              <a:gd name="T36" fmla="*/ 160 w 176"/>
              <a:gd name="T37" fmla="*/ 136 h 144"/>
              <a:gd name="T38" fmla="*/ 64 w 176"/>
              <a:gd name="T39" fmla="*/ 56 h 144"/>
              <a:gd name="T40" fmla="*/ 64 w 176"/>
              <a:gd name="T41" fmla="*/ 88 h 144"/>
              <a:gd name="T42" fmla="*/ 176 w 176"/>
              <a:gd name="T43" fmla="*/ 72 h 144"/>
              <a:gd name="T44" fmla="*/ 160 w 176"/>
              <a:gd name="T45" fmla="*/ 80 h 144"/>
              <a:gd name="T46" fmla="*/ 56 w 176"/>
              <a:gd name="T47" fmla="*/ 72 h 144"/>
              <a:gd name="T48" fmla="*/ 160 w 176"/>
              <a:gd name="T49" fmla="*/ 64 h 144"/>
              <a:gd name="T50" fmla="*/ 160 w 176"/>
              <a:gd name="T51" fmla="*/ 80 h 144"/>
              <a:gd name="T52" fmla="*/ 0 w 176"/>
              <a:gd name="T53" fmla="*/ 72 h 144"/>
              <a:gd name="T54" fmla="*/ 32 w 176"/>
              <a:gd name="T55" fmla="*/ 72 h 144"/>
              <a:gd name="T56" fmla="*/ 16 w 176"/>
              <a:gd name="T57" fmla="*/ 80 h 144"/>
              <a:gd name="T58" fmla="*/ 16 w 176"/>
              <a:gd name="T59" fmla="*/ 64 h 144"/>
              <a:gd name="T60" fmla="*/ 16 w 176"/>
              <a:gd name="T61" fmla="*/ 80 h 144"/>
              <a:gd name="T62" fmla="*/ 0 w 176"/>
              <a:gd name="T63" fmla="*/ 16 h 144"/>
              <a:gd name="T64" fmla="*/ 32 w 176"/>
              <a:gd name="T65" fmla="*/ 16 h 144"/>
              <a:gd name="T66" fmla="*/ 16 w 176"/>
              <a:gd name="T67" fmla="*/ 24 h 144"/>
              <a:gd name="T68" fmla="*/ 16 w 176"/>
              <a:gd name="T69" fmla="*/ 8 h 144"/>
              <a:gd name="T70" fmla="*/ 16 w 176"/>
              <a:gd name="T71" fmla="*/ 2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44">
                <a:moveTo>
                  <a:pt x="16" y="112"/>
                </a:moveTo>
                <a:cubicBezTo>
                  <a:pt x="7" y="112"/>
                  <a:pt x="0" y="119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25" y="144"/>
                  <a:pt x="32" y="137"/>
                  <a:pt x="32" y="128"/>
                </a:cubicBezTo>
                <a:cubicBezTo>
                  <a:pt x="32" y="119"/>
                  <a:pt x="25" y="112"/>
                  <a:pt x="16" y="112"/>
                </a:cubicBezTo>
                <a:moveTo>
                  <a:pt x="16" y="136"/>
                </a:moveTo>
                <a:cubicBezTo>
                  <a:pt x="12" y="136"/>
                  <a:pt x="8" y="132"/>
                  <a:pt x="8" y="128"/>
                </a:cubicBezTo>
                <a:cubicBezTo>
                  <a:pt x="8" y="124"/>
                  <a:pt x="12" y="120"/>
                  <a:pt x="16" y="120"/>
                </a:cubicBezTo>
                <a:cubicBezTo>
                  <a:pt x="20" y="120"/>
                  <a:pt x="24" y="124"/>
                  <a:pt x="24" y="128"/>
                </a:cubicBezTo>
                <a:cubicBezTo>
                  <a:pt x="24" y="132"/>
                  <a:pt x="20" y="136"/>
                  <a:pt x="16" y="136"/>
                </a:cubicBezTo>
                <a:moveTo>
                  <a:pt x="64" y="32"/>
                </a:moveTo>
                <a:cubicBezTo>
                  <a:pt x="160" y="32"/>
                  <a:pt x="160" y="32"/>
                  <a:pt x="160" y="32"/>
                </a:cubicBezTo>
                <a:cubicBezTo>
                  <a:pt x="169" y="32"/>
                  <a:pt x="176" y="25"/>
                  <a:pt x="176" y="16"/>
                </a:cubicBezTo>
                <a:cubicBezTo>
                  <a:pt x="176" y="7"/>
                  <a:pt x="169" y="0"/>
                  <a:pt x="160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25"/>
                  <a:pt x="55" y="32"/>
                  <a:pt x="64" y="32"/>
                </a:cubicBezTo>
                <a:moveTo>
                  <a:pt x="64" y="8"/>
                </a:move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20"/>
                  <a:pt x="164" y="24"/>
                  <a:pt x="160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60" y="24"/>
                  <a:pt x="56" y="20"/>
                  <a:pt x="56" y="16"/>
                </a:cubicBezTo>
                <a:cubicBezTo>
                  <a:pt x="56" y="12"/>
                  <a:pt x="60" y="8"/>
                  <a:pt x="64" y="8"/>
                </a:cubicBezTo>
                <a:moveTo>
                  <a:pt x="160" y="112"/>
                </a:moveTo>
                <a:cubicBezTo>
                  <a:pt x="64" y="112"/>
                  <a:pt x="64" y="112"/>
                  <a:pt x="64" y="112"/>
                </a:cubicBezTo>
                <a:cubicBezTo>
                  <a:pt x="55" y="112"/>
                  <a:pt x="48" y="119"/>
                  <a:pt x="48" y="128"/>
                </a:cubicBezTo>
                <a:cubicBezTo>
                  <a:pt x="48" y="137"/>
                  <a:pt x="55" y="144"/>
                  <a:pt x="64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19"/>
                  <a:pt x="169" y="112"/>
                  <a:pt x="160" y="112"/>
                </a:cubicBezTo>
                <a:moveTo>
                  <a:pt x="160" y="136"/>
                </a:moveTo>
                <a:cubicBezTo>
                  <a:pt x="64" y="136"/>
                  <a:pt x="64" y="136"/>
                  <a:pt x="64" y="136"/>
                </a:cubicBezTo>
                <a:cubicBezTo>
                  <a:pt x="60" y="136"/>
                  <a:pt x="56" y="132"/>
                  <a:pt x="56" y="128"/>
                </a:cubicBezTo>
                <a:cubicBezTo>
                  <a:pt x="56" y="124"/>
                  <a:pt x="60" y="120"/>
                  <a:pt x="64" y="120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64" y="120"/>
                  <a:pt x="168" y="124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moveTo>
                  <a:pt x="160" y="56"/>
                </a:moveTo>
                <a:cubicBezTo>
                  <a:pt x="64" y="56"/>
                  <a:pt x="64" y="56"/>
                  <a:pt x="64" y="56"/>
                </a:cubicBezTo>
                <a:cubicBezTo>
                  <a:pt x="55" y="56"/>
                  <a:pt x="48" y="63"/>
                  <a:pt x="48" y="72"/>
                </a:cubicBezTo>
                <a:cubicBezTo>
                  <a:pt x="48" y="81"/>
                  <a:pt x="55" y="88"/>
                  <a:pt x="64" y="88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9" y="88"/>
                  <a:pt x="176" y="81"/>
                  <a:pt x="176" y="72"/>
                </a:cubicBezTo>
                <a:cubicBezTo>
                  <a:pt x="176" y="63"/>
                  <a:pt x="169" y="56"/>
                  <a:pt x="160" y="56"/>
                </a:cubicBezTo>
                <a:moveTo>
                  <a:pt x="160" y="80"/>
                </a:moveTo>
                <a:cubicBezTo>
                  <a:pt x="64" y="80"/>
                  <a:pt x="64" y="80"/>
                  <a:pt x="64" y="80"/>
                </a:cubicBezTo>
                <a:cubicBezTo>
                  <a:pt x="60" y="80"/>
                  <a:pt x="56" y="76"/>
                  <a:pt x="56" y="72"/>
                </a:cubicBezTo>
                <a:cubicBezTo>
                  <a:pt x="56" y="68"/>
                  <a:pt x="60" y="64"/>
                  <a:pt x="64" y="64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4" y="64"/>
                  <a:pt x="168" y="68"/>
                  <a:pt x="168" y="72"/>
                </a:cubicBezTo>
                <a:cubicBezTo>
                  <a:pt x="168" y="76"/>
                  <a:pt x="164" y="80"/>
                  <a:pt x="160" y="80"/>
                </a:cubicBezTo>
                <a:moveTo>
                  <a:pt x="16" y="56"/>
                </a:moveTo>
                <a:cubicBezTo>
                  <a:pt x="7" y="56"/>
                  <a:pt x="0" y="63"/>
                  <a:pt x="0" y="72"/>
                </a:cubicBezTo>
                <a:cubicBezTo>
                  <a:pt x="0" y="81"/>
                  <a:pt x="7" y="88"/>
                  <a:pt x="16" y="88"/>
                </a:cubicBezTo>
                <a:cubicBezTo>
                  <a:pt x="25" y="88"/>
                  <a:pt x="32" y="81"/>
                  <a:pt x="32" y="72"/>
                </a:cubicBezTo>
                <a:cubicBezTo>
                  <a:pt x="32" y="63"/>
                  <a:pt x="25" y="56"/>
                  <a:pt x="16" y="56"/>
                </a:cubicBezTo>
                <a:moveTo>
                  <a:pt x="16" y="80"/>
                </a:moveTo>
                <a:cubicBezTo>
                  <a:pt x="12" y="80"/>
                  <a:pt x="8" y="76"/>
                  <a:pt x="8" y="72"/>
                </a:cubicBezTo>
                <a:cubicBezTo>
                  <a:pt x="8" y="68"/>
                  <a:pt x="12" y="64"/>
                  <a:pt x="16" y="64"/>
                </a:cubicBezTo>
                <a:cubicBezTo>
                  <a:pt x="20" y="64"/>
                  <a:pt x="24" y="68"/>
                  <a:pt x="24" y="72"/>
                </a:cubicBezTo>
                <a:cubicBezTo>
                  <a:pt x="24" y="76"/>
                  <a:pt x="20" y="80"/>
                  <a:pt x="16" y="80"/>
                </a:cubicBezTo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25"/>
                  <a:pt x="7" y="32"/>
                  <a:pt x="16" y="32"/>
                </a:cubicBezTo>
                <a:cubicBezTo>
                  <a:pt x="25" y="32"/>
                  <a:pt x="32" y="25"/>
                  <a:pt x="32" y="16"/>
                </a:cubicBezTo>
                <a:cubicBezTo>
                  <a:pt x="32" y="7"/>
                  <a:pt x="25" y="0"/>
                  <a:pt x="16" y="0"/>
                </a:cubicBezTo>
                <a:moveTo>
                  <a:pt x="16" y="24"/>
                </a:moveTo>
                <a:cubicBezTo>
                  <a:pt x="12" y="24"/>
                  <a:pt x="8" y="20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20" y="8"/>
                  <a:pt x="24" y="12"/>
                  <a:pt x="24" y="16"/>
                </a:cubicBezTo>
                <a:cubicBezTo>
                  <a:pt x="24" y="20"/>
                  <a:pt x="20" y="24"/>
                  <a:pt x="16" y="2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146"/>
          <p:cNvSpPr>
            <a:spLocks noEditPoints="1"/>
          </p:cNvSpPr>
          <p:nvPr/>
        </p:nvSpPr>
        <p:spPr bwMode="auto">
          <a:xfrm>
            <a:off x="4087625" y="2411262"/>
            <a:ext cx="334275" cy="274235"/>
          </a:xfrm>
          <a:custGeom>
            <a:avLst/>
            <a:gdLst>
              <a:gd name="T0" fmla="*/ 12 w 176"/>
              <a:gd name="T1" fmla="*/ 80 h 144"/>
              <a:gd name="T2" fmla="*/ 0 w 176"/>
              <a:gd name="T3" fmla="*/ 92 h 144"/>
              <a:gd name="T4" fmla="*/ 12 w 176"/>
              <a:gd name="T5" fmla="*/ 104 h 144"/>
              <a:gd name="T6" fmla="*/ 24 w 176"/>
              <a:gd name="T7" fmla="*/ 92 h 144"/>
              <a:gd name="T8" fmla="*/ 12 w 176"/>
              <a:gd name="T9" fmla="*/ 80 h 144"/>
              <a:gd name="T10" fmla="*/ 12 w 176"/>
              <a:gd name="T11" fmla="*/ 40 h 144"/>
              <a:gd name="T12" fmla="*/ 0 w 176"/>
              <a:gd name="T13" fmla="*/ 52 h 144"/>
              <a:gd name="T14" fmla="*/ 12 w 176"/>
              <a:gd name="T15" fmla="*/ 64 h 144"/>
              <a:gd name="T16" fmla="*/ 24 w 176"/>
              <a:gd name="T17" fmla="*/ 52 h 144"/>
              <a:gd name="T18" fmla="*/ 12 w 176"/>
              <a:gd name="T19" fmla="*/ 40 h 144"/>
              <a:gd name="T20" fmla="*/ 12 w 176"/>
              <a:gd name="T21" fmla="*/ 120 h 144"/>
              <a:gd name="T22" fmla="*/ 0 w 176"/>
              <a:gd name="T23" fmla="*/ 132 h 144"/>
              <a:gd name="T24" fmla="*/ 12 w 176"/>
              <a:gd name="T25" fmla="*/ 144 h 144"/>
              <a:gd name="T26" fmla="*/ 24 w 176"/>
              <a:gd name="T27" fmla="*/ 132 h 144"/>
              <a:gd name="T28" fmla="*/ 12 w 176"/>
              <a:gd name="T29" fmla="*/ 120 h 144"/>
              <a:gd name="T30" fmla="*/ 44 w 176"/>
              <a:gd name="T31" fmla="*/ 16 h 144"/>
              <a:gd name="T32" fmla="*/ 172 w 176"/>
              <a:gd name="T33" fmla="*/ 16 h 144"/>
              <a:gd name="T34" fmla="*/ 176 w 176"/>
              <a:gd name="T35" fmla="*/ 12 h 144"/>
              <a:gd name="T36" fmla="*/ 172 w 176"/>
              <a:gd name="T37" fmla="*/ 8 h 144"/>
              <a:gd name="T38" fmla="*/ 44 w 176"/>
              <a:gd name="T39" fmla="*/ 8 h 144"/>
              <a:gd name="T40" fmla="*/ 40 w 176"/>
              <a:gd name="T41" fmla="*/ 12 h 144"/>
              <a:gd name="T42" fmla="*/ 44 w 176"/>
              <a:gd name="T43" fmla="*/ 16 h 144"/>
              <a:gd name="T44" fmla="*/ 172 w 176"/>
              <a:gd name="T45" fmla="*/ 128 h 144"/>
              <a:gd name="T46" fmla="*/ 44 w 176"/>
              <a:gd name="T47" fmla="*/ 128 h 144"/>
              <a:gd name="T48" fmla="*/ 40 w 176"/>
              <a:gd name="T49" fmla="*/ 132 h 144"/>
              <a:gd name="T50" fmla="*/ 44 w 176"/>
              <a:gd name="T51" fmla="*/ 136 h 144"/>
              <a:gd name="T52" fmla="*/ 172 w 176"/>
              <a:gd name="T53" fmla="*/ 136 h 144"/>
              <a:gd name="T54" fmla="*/ 176 w 176"/>
              <a:gd name="T55" fmla="*/ 132 h 144"/>
              <a:gd name="T56" fmla="*/ 172 w 176"/>
              <a:gd name="T57" fmla="*/ 128 h 144"/>
              <a:gd name="T58" fmla="*/ 12 w 176"/>
              <a:gd name="T59" fmla="*/ 0 h 144"/>
              <a:gd name="T60" fmla="*/ 0 w 176"/>
              <a:gd name="T61" fmla="*/ 12 h 144"/>
              <a:gd name="T62" fmla="*/ 12 w 176"/>
              <a:gd name="T63" fmla="*/ 24 h 144"/>
              <a:gd name="T64" fmla="*/ 24 w 176"/>
              <a:gd name="T65" fmla="*/ 12 h 144"/>
              <a:gd name="T66" fmla="*/ 12 w 176"/>
              <a:gd name="T67" fmla="*/ 0 h 144"/>
              <a:gd name="T68" fmla="*/ 172 w 176"/>
              <a:gd name="T69" fmla="*/ 48 h 144"/>
              <a:gd name="T70" fmla="*/ 44 w 176"/>
              <a:gd name="T71" fmla="*/ 48 h 144"/>
              <a:gd name="T72" fmla="*/ 40 w 176"/>
              <a:gd name="T73" fmla="*/ 52 h 144"/>
              <a:gd name="T74" fmla="*/ 44 w 176"/>
              <a:gd name="T75" fmla="*/ 56 h 144"/>
              <a:gd name="T76" fmla="*/ 172 w 176"/>
              <a:gd name="T77" fmla="*/ 56 h 144"/>
              <a:gd name="T78" fmla="*/ 176 w 176"/>
              <a:gd name="T79" fmla="*/ 52 h 144"/>
              <a:gd name="T80" fmla="*/ 172 w 176"/>
              <a:gd name="T81" fmla="*/ 48 h 144"/>
              <a:gd name="T82" fmla="*/ 172 w 176"/>
              <a:gd name="T83" fmla="*/ 88 h 144"/>
              <a:gd name="T84" fmla="*/ 44 w 176"/>
              <a:gd name="T85" fmla="*/ 88 h 144"/>
              <a:gd name="T86" fmla="*/ 40 w 176"/>
              <a:gd name="T87" fmla="*/ 92 h 144"/>
              <a:gd name="T88" fmla="*/ 44 w 176"/>
              <a:gd name="T89" fmla="*/ 96 h 144"/>
              <a:gd name="T90" fmla="*/ 172 w 176"/>
              <a:gd name="T91" fmla="*/ 96 h 144"/>
              <a:gd name="T92" fmla="*/ 176 w 176"/>
              <a:gd name="T93" fmla="*/ 92 h 144"/>
              <a:gd name="T94" fmla="*/ 172 w 176"/>
              <a:gd name="T95" fmla="*/ 8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44">
                <a:moveTo>
                  <a:pt x="12" y="80"/>
                </a:moveTo>
                <a:cubicBezTo>
                  <a:pt x="5" y="80"/>
                  <a:pt x="0" y="85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9" y="104"/>
                  <a:pt x="24" y="99"/>
                  <a:pt x="24" y="92"/>
                </a:cubicBezTo>
                <a:cubicBezTo>
                  <a:pt x="24" y="85"/>
                  <a:pt x="19" y="80"/>
                  <a:pt x="12" y="80"/>
                </a:cubicBezTo>
                <a:moveTo>
                  <a:pt x="12" y="40"/>
                </a:moveTo>
                <a:cubicBezTo>
                  <a:pt x="5" y="40"/>
                  <a:pt x="0" y="45"/>
                  <a:pt x="0" y="52"/>
                </a:cubicBezTo>
                <a:cubicBezTo>
                  <a:pt x="0" y="59"/>
                  <a:pt x="5" y="64"/>
                  <a:pt x="12" y="64"/>
                </a:cubicBezTo>
                <a:cubicBezTo>
                  <a:pt x="19" y="64"/>
                  <a:pt x="24" y="59"/>
                  <a:pt x="24" y="52"/>
                </a:cubicBezTo>
                <a:cubicBezTo>
                  <a:pt x="24" y="45"/>
                  <a:pt x="19" y="40"/>
                  <a:pt x="12" y="40"/>
                </a:cubicBezTo>
                <a:moveTo>
                  <a:pt x="12" y="120"/>
                </a:moveTo>
                <a:cubicBezTo>
                  <a:pt x="5" y="120"/>
                  <a:pt x="0" y="125"/>
                  <a:pt x="0" y="132"/>
                </a:cubicBezTo>
                <a:cubicBezTo>
                  <a:pt x="0" y="139"/>
                  <a:pt x="5" y="144"/>
                  <a:pt x="12" y="144"/>
                </a:cubicBezTo>
                <a:cubicBezTo>
                  <a:pt x="19" y="144"/>
                  <a:pt x="24" y="139"/>
                  <a:pt x="24" y="132"/>
                </a:cubicBezTo>
                <a:cubicBezTo>
                  <a:pt x="24" y="125"/>
                  <a:pt x="19" y="120"/>
                  <a:pt x="12" y="120"/>
                </a:cubicBezTo>
                <a:moveTo>
                  <a:pt x="44" y="16"/>
                </a:moveTo>
                <a:cubicBezTo>
                  <a:pt x="172" y="16"/>
                  <a:pt x="172" y="16"/>
                  <a:pt x="172" y="16"/>
                </a:cubicBezTo>
                <a:cubicBezTo>
                  <a:pt x="174" y="16"/>
                  <a:pt x="176" y="14"/>
                  <a:pt x="176" y="12"/>
                </a:cubicBezTo>
                <a:cubicBezTo>
                  <a:pt x="176" y="10"/>
                  <a:pt x="174" y="8"/>
                  <a:pt x="172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2" y="8"/>
                  <a:pt x="40" y="10"/>
                  <a:pt x="40" y="12"/>
                </a:cubicBezTo>
                <a:cubicBezTo>
                  <a:pt x="40" y="14"/>
                  <a:pt x="42" y="16"/>
                  <a:pt x="44" y="16"/>
                </a:cubicBezTo>
                <a:moveTo>
                  <a:pt x="172" y="128"/>
                </a:moveTo>
                <a:cubicBezTo>
                  <a:pt x="44" y="128"/>
                  <a:pt x="44" y="128"/>
                  <a:pt x="44" y="128"/>
                </a:cubicBezTo>
                <a:cubicBezTo>
                  <a:pt x="42" y="128"/>
                  <a:pt x="40" y="130"/>
                  <a:pt x="40" y="132"/>
                </a:cubicBezTo>
                <a:cubicBezTo>
                  <a:pt x="40" y="134"/>
                  <a:pt x="42" y="136"/>
                  <a:pt x="44" y="136"/>
                </a:cubicBezTo>
                <a:cubicBezTo>
                  <a:pt x="172" y="136"/>
                  <a:pt x="172" y="136"/>
                  <a:pt x="172" y="136"/>
                </a:cubicBezTo>
                <a:cubicBezTo>
                  <a:pt x="174" y="136"/>
                  <a:pt x="176" y="134"/>
                  <a:pt x="176" y="132"/>
                </a:cubicBezTo>
                <a:cubicBezTo>
                  <a:pt x="176" y="130"/>
                  <a:pt x="174" y="128"/>
                  <a:pt x="172" y="128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19" y="24"/>
                  <a:pt x="24" y="19"/>
                  <a:pt x="24" y="12"/>
                </a:cubicBezTo>
                <a:cubicBezTo>
                  <a:pt x="24" y="5"/>
                  <a:pt x="19" y="0"/>
                  <a:pt x="12" y="0"/>
                </a:cubicBezTo>
                <a:moveTo>
                  <a:pt x="172" y="48"/>
                </a:moveTo>
                <a:cubicBezTo>
                  <a:pt x="44" y="48"/>
                  <a:pt x="44" y="48"/>
                  <a:pt x="44" y="48"/>
                </a:cubicBezTo>
                <a:cubicBezTo>
                  <a:pt x="42" y="48"/>
                  <a:pt x="40" y="50"/>
                  <a:pt x="40" y="52"/>
                </a:cubicBezTo>
                <a:cubicBezTo>
                  <a:pt x="40" y="54"/>
                  <a:pt x="42" y="56"/>
                  <a:pt x="44" y="56"/>
                </a:cubicBezTo>
                <a:cubicBezTo>
                  <a:pt x="172" y="56"/>
                  <a:pt x="172" y="56"/>
                  <a:pt x="172" y="56"/>
                </a:cubicBezTo>
                <a:cubicBezTo>
                  <a:pt x="174" y="56"/>
                  <a:pt x="176" y="54"/>
                  <a:pt x="176" y="52"/>
                </a:cubicBezTo>
                <a:cubicBezTo>
                  <a:pt x="176" y="50"/>
                  <a:pt x="174" y="48"/>
                  <a:pt x="172" y="48"/>
                </a:cubicBezTo>
                <a:moveTo>
                  <a:pt x="172" y="88"/>
                </a:moveTo>
                <a:cubicBezTo>
                  <a:pt x="44" y="88"/>
                  <a:pt x="44" y="88"/>
                  <a:pt x="44" y="88"/>
                </a:cubicBezTo>
                <a:cubicBezTo>
                  <a:pt x="42" y="88"/>
                  <a:pt x="40" y="90"/>
                  <a:pt x="40" y="92"/>
                </a:cubicBezTo>
                <a:cubicBezTo>
                  <a:pt x="40" y="94"/>
                  <a:pt x="42" y="96"/>
                  <a:pt x="44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90"/>
                  <a:pt x="174" y="88"/>
                  <a:pt x="172" y="8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147"/>
          <p:cNvSpPr>
            <a:spLocks noEditPoints="1"/>
          </p:cNvSpPr>
          <p:nvPr/>
        </p:nvSpPr>
        <p:spPr bwMode="auto">
          <a:xfrm>
            <a:off x="4725344" y="2411262"/>
            <a:ext cx="335898" cy="274235"/>
          </a:xfrm>
          <a:custGeom>
            <a:avLst/>
            <a:gdLst>
              <a:gd name="T0" fmla="*/ 160 w 176"/>
              <a:gd name="T1" fmla="*/ 16 h 144"/>
              <a:gd name="T2" fmla="*/ 88 w 176"/>
              <a:gd name="T3" fmla="*/ 16 h 144"/>
              <a:gd name="T4" fmla="*/ 56 w 176"/>
              <a:gd name="T5" fmla="*/ 0 h 144"/>
              <a:gd name="T6" fmla="*/ 16 w 176"/>
              <a:gd name="T7" fmla="*/ 0 h 144"/>
              <a:gd name="T8" fmla="*/ 0 w 176"/>
              <a:gd name="T9" fmla="*/ 16 h 144"/>
              <a:gd name="T10" fmla="*/ 0 w 176"/>
              <a:gd name="T11" fmla="*/ 128 h 144"/>
              <a:gd name="T12" fmla="*/ 16 w 176"/>
              <a:gd name="T13" fmla="*/ 144 h 144"/>
              <a:gd name="T14" fmla="*/ 160 w 176"/>
              <a:gd name="T15" fmla="*/ 144 h 144"/>
              <a:gd name="T16" fmla="*/ 176 w 176"/>
              <a:gd name="T17" fmla="*/ 128 h 144"/>
              <a:gd name="T18" fmla="*/ 176 w 176"/>
              <a:gd name="T19" fmla="*/ 32 h 144"/>
              <a:gd name="T20" fmla="*/ 160 w 176"/>
              <a:gd name="T21" fmla="*/ 16 h 144"/>
              <a:gd name="T22" fmla="*/ 168 w 176"/>
              <a:gd name="T23" fmla="*/ 128 h 144"/>
              <a:gd name="T24" fmla="*/ 160 w 176"/>
              <a:gd name="T25" fmla="*/ 136 h 144"/>
              <a:gd name="T26" fmla="*/ 16 w 176"/>
              <a:gd name="T27" fmla="*/ 136 h 144"/>
              <a:gd name="T28" fmla="*/ 8 w 176"/>
              <a:gd name="T29" fmla="*/ 128 h 144"/>
              <a:gd name="T30" fmla="*/ 8 w 176"/>
              <a:gd name="T31" fmla="*/ 48 h 144"/>
              <a:gd name="T32" fmla="*/ 168 w 176"/>
              <a:gd name="T33" fmla="*/ 48 h 144"/>
              <a:gd name="T34" fmla="*/ 168 w 176"/>
              <a:gd name="T35" fmla="*/ 128 h 144"/>
              <a:gd name="T36" fmla="*/ 168 w 176"/>
              <a:gd name="T37" fmla="*/ 40 h 144"/>
              <a:gd name="T38" fmla="*/ 8 w 176"/>
              <a:gd name="T39" fmla="*/ 40 h 144"/>
              <a:gd name="T40" fmla="*/ 8 w 176"/>
              <a:gd name="T41" fmla="*/ 16 h 144"/>
              <a:gd name="T42" fmla="*/ 16 w 176"/>
              <a:gd name="T43" fmla="*/ 8 h 144"/>
              <a:gd name="T44" fmla="*/ 56 w 176"/>
              <a:gd name="T45" fmla="*/ 8 h 144"/>
              <a:gd name="T46" fmla="*/ 88 w 176"/>
              <a:gd name="T47" fmla="*/ 24 h 144"/>
              <a:gd name="T48" fmla="*/ 160 w 176"/>
              <a:gd name="T49" fmla="*/ 24 h 144"/>
              <a:gd name="T50" fmla="*/ 168 w 176"/>
              <a:gd name="T51" fmla="*/ 32 h 144"/>
              <a:gd name="T52" fmla="*/ 168 w 176"/>
              <a:gd name="T53" fmla="*/ 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44">
                <a:moveTo>
                  <a:pt x="160" y="16"/>
                </a:moveTo>
                <a:cubicBezTo>
                  <a:pt x="88" y="16"/>
                  <a:pt x="88" y="16"/>
                  <a:pt x="88" y="16"/>
                </a:cubicBezTo>
                <a:cubicBezTo>
                  <a:pt x="72" y="16"/>
                  <a:pt x="72" y="0"/>
                  <a:pt x="5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128"/>
                </a:moveTo>
                <a:cubicBezTo>
                  <a:pt x="168" y="132"/>
                  <a:pt x="164" y="136"/>
                  <a:pt x="16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48"/>
                  <a:pt x="8" y="48"/>
                  <a:pt x="8" y="48"/>
                </a:cubicBezTo>
                <a:cubicBezTo>
                  <a:pt x="168" y="48"/>
                  <a:pt x="168" y="48"/>
                  <a:pt x="168" y="48"/>
                </a:cubicBezTo>
                <a:lnTo>
                  <a:pt x="168" y="128"/>
                </a:lnTo>
                <a:close/>
                <a:moveTo>
                  <a:pt x="168" y="40"/>
                </a:moveTo>
                <a:cubicBezTo>
                  <a:pt x="8" y="40"/>
                  <a:pt x="8" y="40"/>
                  <a:pt x="8" y="4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56" y="8"/>
                  <a:pt x="56" y="8"/>
                  <a:pt x="56" y="8"/>
                </a:cubicBezTo>
                <a:cubicBezTo>
                  <a:pt x="68" y="8"/>
                  <a:pt x="68" y="24"/>
                  <a:pt x="88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4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148"/>
          <p:cNvSpPr>
            <a:spLocks noEditPoints="1"/>
          </p:cNvSpPr>
          <p:nvPr/>
        </p:nvSpPr>
        <p:spPr bwMode="auto">
          <a:xfrm>
            <a:off x="5364684" y="2396657"/>
            <a:ext cx="335898" cy="303444"/>
          </a:xfrm>
          <a:custGeom>
            <a:avLst/>
            <a:gdLst>
              <a:gd name="T0" fmla="*/ 128 w 176"/>
              <a:gd name="T1" fmla="*/ 48 h 160"/>
              <a:gd name="T2" fmla="*/ 80 w 176"/>
              <a:gd name="T3" fmla="*/ 48 h 160"/>
              <a:gd name="T4" fmla="*/ 48 w 176"/>
              <a:gd name="T5" fmla="*/ 32 h 160"/>
              <a:gd name="T6" fmla="*/ 16 w 176"/>
              <a:gd name="T7" fmla="*/ 32 h 160"/>
              <a:gd name="T8" fmla="*/ 0 w 176"/>
              <a:gd name="T9" fmla="*/ 48 h 160"/>
              <a:gd name="T10" fmla="*/ 0 w 176"/>
              <a:gd name="T11" fmla="*/ 144 h 160"/>
              <a:gd name="T12" fmla="*/ 16 w 176"/>
              <a:gd name="T13" fmla="*/ 160 h 160"/>
              <a:gd name="T14" fmla="*/ 128 w 176"/>
              <a:gd name="T15" fmla="*/ 160 h 160"/>
              <a:gd name="T16" fmla="*/ 144 w 176"/>
              <a:gd name="T17" fmla="*/ 144 h 160"/>
              <a:gd name="T18" fmla="*/ 144 w 176"/>
              <a:gd name="T19" fmla="*/ 64 h 160"/>
              <a:gd name="T20" fmla="*/ 128 w 176"/>
              <a:gd name="T21" fmla="*/ 48 h 160"/>
              <a:gd name="T22" fmla="*/ 136 w 176"/>
              <a:gd name="T23" fmla="*/ 144 h 160"/>
              <a:gd name="T24" fmla="*/ 128 w 176"/>
              <a:gd name="T25" fmla="*/ 152 h 160"/>
              <a:gd name="T26" fmla="*/ 16 w 176"/>
              <a:gd name="T27" fmla="*/ 152 h 160"/>
              <a:gd name="T28" fmla="*/ 8 w 176"/>
              <a:gd name="T29" fmla="*/ 144 h 160"/>
              <a:gd name="T30" fmla="*/ 8 w 176"/>
              <a:gd name="T31" fmla="*/ 80 h 160"/>
              <a:gd name="T32" fmla="*/ 136 w 176"/>
              <a:gd name="T33" fmla="*/ 80 h 160"/>
              <a:gd name="T34" fmla="*/ 136 w 176"/>
              <a:gd name="T35" fmla="*/ 144 h 160"/>
              <a:gd name="T36" fmla="*/ 136 w 176"/>
              <a:gd name="T37" fmla="*/ 72 h 160"/>
              <a:gd name="T38" fmla="*/ 8 w 176"/>
              <a:gd name="T39" fmla="*/ 72 h 160"/>
              <a:gd name="T40" fmla="*/ 8 w 176"/>
              <a:gd name="T41" fmla="*/ 48 h 160"/>
              <a:gd name="T42" fmla="*/ 16 w 176"/>
              <a:gd name="T43" fmla="*/ 40 h 160"/>
              <a:gd name="T44" fmla="*/ 48 w 176"/>
              <a:gd name="T45" fmla="*/ 40 h 160"/>
              <a:gd name="T46" fmla="*/ 80 w 176"/>
              <a:gd name="T47" fmla="*/ 56 h 160"/>
              <a:gd name="T48" fmla="*/ 128 w 176"/>
              <a:gd name="T49" fmla="*/ 56 h 160"/>
              <a:gd name="T50" fmla="*/ 136 w 176"/>
              <a:gd name="T51" fmla="*/ 64 h 160"/>
              <a:gd name="T52" fmla="*/ 136 w 176"/>
              <a:gd name="T53" fmla="*/ 72 h 160"/>
              <a:gd name="T54" fmla="*/ 160 w 176"/>
              <a:gd name="T55" fmla="*/ 16 h 160"/>
              <a:gd name="T56" fmla="*/ 112 w 176"/>
              <a:gd name="T57" fmla="*/ 16 h 160"/>
              <a:gd name="T58" fmla="*/ 80 w 176"/>
              <a:gd name="T59" fmla="*/ 0 h 160"/>
              <a:gd name="T60" fmla="*/ 48 w 176"/>
              <a:gd name="T61" fmla="*/ 0 h 160"/>
              <a:gd name="T62" fmla="*/ 32 w 176"/>
              <a:gd name="T63" fmla="*/ 16 h 160"/>
              <a:gd name="T64" fmla="*/ 32 w 176"/>
              <a:gd name="T65" fmla="*/ 20 h 160"/>
              <a:gd name="T66" fmla="*/ 36 w 176"/>
              <a:gd name="T67" fmla="*/ 24 h 160"/>
              <a:gd name="T68" fmla="*/ 40 w 176"/>
              <a:gd name="T69" fmla="*/ 20 h 160"/>
              <a:gd name="T70" fmla="*/ 40 w 176"/>
              <a:gd name="T71" fmla="*/ 16 h 160"/>
              <a:gd name="T72" fmla="*/ 48 w 176"/>
              <a:gd name="T73" fmla="*/ 8 h 160"/>
              <a:gd name="T74" fmla="*/ 80 w 176"/>
              <a:gd name="T75" fmla="*/ 8 h 160"/>
              <a:gd name="T76" fmla="*/ 112 w 176"/>
              <a:gd name="T77" fmla="*/ 24 h 160"/>
              <a:gd name="T78" fmla="*/ 160 w 176"/>
              <a:gd name="T79" fmla="*/ 24 h 160"/>
              <a:gd name="T80" fmla="*/ 168 w 176"/>
              <a:gd name="T81" fmla="*/ 32 h 160"/>
              <a:gd name="T82" fmla="*/ 168 w 176"/>
              <a:gd name="T83" fmla="*/ 112 h 160"/>
              <a:gd name="T84" fmla="*/ 160 w 176"/>
              <a:gd name="T85" fmla="*/ 120 h 160"/>
              <a:gd name="T86" fmla="*/ 156 w 176"/>
              <a:gd name="T87" fmla="*/ 120 h 160"/>
              <a:gd name="T88" fmla="*/ 152 w 176"/>
              <a:gd name="T89" fmla="*/ 124 h 160"/>
              <a:gd name="T90" fmla="*/ 156 w 176"/>
              <a:gd name="T91" fmla="*/ 128 h 160"/>
              <a:gd name="T92" fmla="*/ 160 w 176"/>
              <a:gd name="T93" fmla="*/ 128 h 160"/>
              <a:gd name="T94" fmla="*/ 176 w 176"/>
              <a:gd name="T95" fmla="*/ 112 h 160"/>
              <a:gd name="T96" fmla="*/ 176 w 176"/>
              <a:gd name="T97" fmla="*/ 32 h 160"/>
              <a:gd name="T98" fmla="*/ 160 w 176"/>
              <a:gd name="T99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60">
                <a:moveTo>
                  <a:pt x="128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64" y="48"/>
                  <a:pt x="64" y="32"/>
                  <a:pt x="48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37" y="160"/>
                  <a:pt x="144" y="153"/>
                  <a:pt x="144" y="14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44" y="55"/>
                  <a:pt x="137" y="48"/>
                  <a:pt x="128" y="48"/>
                </a:cubicBezTo>
                <a:moveTo>
                  <a:pt x="136" y="144"/>
                </a:moveTo>
                <a:cubicBezTo>
                  <a:pt x="136" y="148"/>
                  <a:pt x="132" y="152"/>
                  <a:pt x="128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8" y="148"/>
                  <a:pt x="8" y="144"/>
                </a:cubicBezTo>
                <a:cubicBezTo>
                  <a:pt x="8" y="80"/>
                  <a:pt x="8" y="80"/>
                  <a:pt x="8" y="80"/>
                </a:cubicBezTo>
                <a:cubicBezTo>
                  <a:pt x="136" y="80"/>
                  <a:pt x="136" y="80"/>
                  <a:pt x="136" y="80"/>
                </a:cubicBezTo>
                <a:lnTo>
                  <a:pt x="136" y="144"/>
                </a:lnTo>
                <a:close/>
                <a:moveTo>
                  <a:pt x="136" y="72"/>
                </a:moveTo>
                <a:cubicBezTo>
                  <a:pt x="8" y="72"/>
                  <a:pt x="8" y="72"/>
                  <a:pt x="8" y="72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60" y="40"/>
                  <a:pt x="60" y="56"/>
                  <a:pt x="80" y="56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32" y="56"/>
                  <a:pt x="136" y="60"/>
                  <a:pt x="136" y="64"/>
                </a:cubicBezTo>
                <a:lnTo>
                  <a:pt x="136" y="72"/>
                </a:lnTo>
                <a:close/>
                <a:moveTo>
                  <a:pt x="160" y="16"/>
                </a:moveTo>
                <a:cubicBezTo>
                  <a:pt x="112" y="16"/>
                  <a:pt x="112" y="16"/>
                  <a:pt x="112" y="16"/>
                </a:cubicBezTo>
                <a:cubicBezTo>
                  <a:pt x="96" y="16"/>
                  <a:pt x="96" y="0"/>
                  <a:pt x="80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80" y="8"/>
                  <a:pt x="80" y="8"/>
                  <a:pt x="80" y="8"/>
                </a:cubicBezTo>
                <a:cubicBezTo>
                  <a:pt x="92" y="8"/>
                  <a:pt x="92" y="24"/>
                  <a:pt x="112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8" y="116"/>
                  <a:pt x="164" y="120"/>
                  <a:pt x="160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4" y="120"/>
                  <a:pt x="152" y="122"/>
                  <a:pt x="152" y="124"/>
                </a:cubicBezTo>
                <a:cubicBezTo>
                  <a:pt x="152" y="126"/>
                  <a:pt x="154" y="128"/>
                  <a:pt x="156" y="128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9" y="128"/>
                  <a:pt x="176" y="121"/>
                  <a:pt x="176" y="112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149"/>
          <p:cNvSpPr>
            <a:spLocks noEditPoints="1"/>
          </p:cNvSpPr>
          <p:nvPr/>
        </p:nvSpPr>
        <p:spPr bwMode="auto">
          <a:xfrm>
            <a:off x="6004026" y="2411262"/>
            <a:ext cx="334275" cy="274235"/>
          </a:xfrm>
          <a:custGeom>
            <a:avLst/>
            <a:gdLst>
              <a:gd name="T0" fmla="*/ 132 w 176"/>
              <a:gd name="T1" fmla="*/ 104 h 144"/>
              <a:gd name="T2" fmla="*/ 144 w 176"/>
              <a:gd name="T3" fmla="*/ 92 h 144"/>
              <a:gd name="T4" fmla="*/ 132 w 176"/>
              <a:gd name="T5" fmla="*/ 80 h 144"/>
              <a:gd name="T6" fmla="*/ 120 w 176"/>
              <a:gd name="T7" fmla="*/ 92 h 144"/>
              <a:gd name="T8" fmla="*/ 132 w 176"/>
              <a:gd name="T9" fmla="*/ 104 h 144"/>
              <a:gd name="T10" fmla="*/ 132 w 176"/>
              <a:gd name="T11" fmla="*/ 88 h 144"/>
              <a:gd name="T12" fmla="*/ 136 w 176"/>
              <a:gd name="T13" fmla="*/ 92 h 144"/>
              <a:gd name="T14" fmla="*/ 132 w 176"/>
              <a:gd name="T15" fmla="*/ 96 h 144"/>
              <a:gd name="T16" fmla="*/ 128 w 176"/>
              <a:gd name="T17" fmla="*/ 92 h 144"/>
              <a:gd name="T18" fmla="*/ 132 w 176"/>
              <a:gd name="T19" fmla="*/ 88 h 144"/>
              <a:gd name="T20" fmla="*/ 160 w 176"/>
              <a:gd name="T21" fmla="*/ 16 h 144"/>
              <a:gd name="T22" fmla="*/ 88 w 176"/>
              <a:gd name="T23" fmla="*/ 16 h 144"/>
              <a:gd name="T24" fmla="*/ 56 w 176"/>
              <a:gd name="T25" fmla="*/ 0 h 144"/>
              <a:gd name="T26" fmla="*/ 16 w 176"/>
              <a:gd name="T27" fmla="*/ 0 h 144"/>
              <a:gd name="T28" fmla="*/ 0 w 176"/>
              <a:gd name="T29" fmla="*/ 16 h 144"/>
              <a:gd name="T30" fmla="*/ 0 w 176"/>
              <a:gd name="T31" fmla="*/ 128 h 144"/>
              <a:gd name="T32" fmla="*/ 16 w 176"/>
              <a:gd name="T33" fmla="*/ 144 h 144"/>
              <a:gd name="T34" fmla="*/ 160 w 176"/>
              <a:gd name="T35" fmla="*/ 144 h 144"/>
              <a:gd name="T36" fmla="*/ 176 w 176"/>
              <a:gd name="T37" fmla="*/ 128 h 144"/>
              <a:gd name="T38" fmla="*/ 176 w 176"/>
              <a:gd name="T39" fmla="*/ 32 h 144"/>
              <a:gd name="T40" fmla="*/ 160 w 176"/>
              <a:gd name="T41" fmla="*/ 16 h 144"/>
              <a:gd name="T42" fmla="*/ 168 w 176"/>
              <a:gd name="T43" fmla="*/ 128 h 144"/>
              <a:gd name="T44" fmla="*/ 160 w 176"/>
              <a:gd name="T45" fmla="*/ 136 h 144"/>
              <a:gd name="T46" fmla="*/ 16 w 176"/>
              <a:gd name="T47" fmla="*/ 136 h 144"/>
              <a:gd name="T48" fmla="*/ 8 w 176"/>
              <a:gd name="T49" fmla="*/ 128 h 144"/>
              <a:gd name="T50" fmla="*/ 8 w 176"/>
              <a:gd name="T51" fmla="*/ 48 h 144"/>
              <a:gd name="T52" fmla="*/ 168 w 176"/>
              <a:gd name="T53" fmla="*/ 48 h 144"/>
              <a:gd name="T54" fmla="*/ 168 w 176"/>
              <a:gd name="T55" fmla="*/ 128 h 144"/>
              <a:gd name="T56" fmla="*/ 168 w 176"/>
              <a:gd name="T57" fmla="*/ 40 h 144"/>
              <a:gd name="T58" fmla="*/ 8 w 176"/>
              <a:gd name="T59" fmla="*/ 40 h 144"/>
              <a:gd name="T60" fmla="*/ 8 w 176"/>
              <a:gd name="T61" fmla="*/ 16 h 144"/>
              <a:gd name="T62" fmla="*/ 16 w 176"/>
              <a:gd name="T63" fmla="*/ 8 h 144"/>
              <a:gd name="T64" fmla="*/ 56 w 176"/>
              <a:gd name="T65" fmla="*/ 8 h 144"/>
              <a:gd name="T66" fmla="*/ 88 w 176"/>
              <a:gd name="T67" fmla="*/ 24 h 144"/>
              <a:gd name="T68" fmla="*/ 160 w 176"/>
              <a:gd name="T69" fmla="*/ 24 h 144"/>
              <a:gd name="T70" fmla="*/ 168 w 176"/>
              <a:gd name="T71" fmla="*/ 32 h 144"/>
              <a:gd name="T72" fmla="*/ 168 w 176"/>
              <a:gd name="T73" fmla="*/ 40 h 144"/>
              <a:gd name="T74" fmla="*/ 44 w 176"/>
              <a:gd name="T75" fmla="*/ 104 h 144"/>
              <a:gd name="T76" fmla="*/ 56 w 176"/>
              <a:gd name="T77" fmla="*/ 92 h 144"/>
              <a:gd name="T78" fmla="*/ 44 w 176"/>
              <a:gd name="T79" fmla="*/ 80 h 144"/>
              <a:gd name="T80" fmla="*/ 32 w 176"/>
              <a:gd name="T81" fmla="*/ 92 h 144"/>
              <a:gd name="T82" fmla="*/ 44 w 176"/>
              <a:gd name="T83" fmla="*/ 104 h 144"/>
              <a:gd name="T84" fmla="*/ 44 w 176"/>
              <a:gd name="T85" fmla="*/ 88 h 144"/>
              <a:gd name="T86" fmla="*/ 48 w 176"/>
              <a:gd name="T87" fmla="*/ 92 h 144"/>
              <a:gd name="T88" fmla="*/ 44 w 176"/>
              <a:gd name="T89" fmla="*/ 96 h 144"/>
              <a:gd name="T90" fmla="*/ 40 w 176"/>
              <a:gd name="T91" fmla="*/ 92 h 144"/>
              <a:gd name="T92" fmla="*/ 44 w 176"/>
              <a:gd name="T93" fmla="*/ 88 h 144"/>
              <a:gd name="T94" fmla="*/ 88 w 176"/>
              <a:gd name="T95" fmla="*/ 104 h 144"/>
              <a:gd name="T96" fmla="*/ 100 w 176"/>
              <a:gd name="T97" fmla="*/ 92 h 144"/>
              <a:gd name="T98" fmla="*/ 88 w 176"/>
              <a:gd name="T99" fmla="*/ 80 h 144"/>
              <a:gd name="T100" fmla="*/ 76 w 176"/>
              <a:gd name="T101" fmla="*/ 92 h 144"/>
              <a:gd name="T102" fmla="*/ 88 w 176"/>
              <a:gd name="T103" fmla="*/ 104 h 144"/>
              <a:gd name="T104" fmla="*/ 88 w 176"/>
              <a:gd name="T105" fmla="*/ 88 h 144"/>
              <a:gd name="T106" fmla="*/ 92 w 176"/>
              <a:gd name="T107" fmla="*/ 92 h 144"/>
              <a:gd name="T108" fmla="*/ 88 w 176"/>
              <a:gd name="T109" fmla="*/ 96 h 144"/>
              <a:gd name="T110" fmla="*/ 84 w 176"/>
              <a:gd name="T111" fmla="*/ 92 h 144"/>
              <a:gd name="T112" fmla="*/ 88 w 176"/>
              <a:gd name="T113" fmla="*/ 8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44">
                <a:moveTo>
                  <a:pt x="132" y="104"/>
                </a:moveTo>
                <a:cubicBezTo>
                  <a:pt x="139" y="104"/>
                  <a:pt x="144" y="99"/>
                  <a:pt x="144" y="92"/>
                </a:cubicBezTo>
                <a:cubicBezTo>
                  <a:pt x="144" y="85"/>
                  <a:pt x="139" y="80"/>
                  <a:pt x="132" y="80"/>
                </a:cubicBezTo>
                <a:cubicBezTo>
                  <a:pt x="125" y="80"/>
                  <a:pt x="120" y="85"/>
                  <a:pt x="120" y="92"/>
                </a:cubicBezTo>
                <a:cubicBezTo>
                  <a:pt x="120" y="99"/>
                  <a:pt x="125" y="104"/>
                  <a:pt x="132" y="104"/>
                </a:cubicBezTo>
                <a:moveTo>
                  <a:pt x="132" y="88"/>
                </a:moveTo>
                <a:cubicBezTo>
                  <a:pt x="134" y="88"/>
                  <a:pt x="136" y="90"/>
                  <a:pt x="136" y="92"/>
                </a:cubicBezTo>
                <a:cubicBezTo>
                  <a:pt x="136" y="94"/>
                  <a:pt x="134" y="96"/>
                  <a:pt x="132" y="96"/>
                </a:cubicBezTo>
                <a:cubicBezTo>
                  <a:pt x="130" y="96"/>
                  <a:pt x="128" y="94"/>
                  <a:pt x="128" y="92"/>
                </a:cubicBezTo>
                <a:cubicBezTo>
                  <a:pt x="128" y="90"/>
                  <a:pt x="130" y="88"/>
                  <a:pt x="132" y="88"/>
                </a:cubicBezTo>
                <a:moveTo>
                  <a:pt x="160" y="16"/>
                </a:moveTo>
                <a:cubicBezTo>
                  <a:pt x="88" y="16"/>
                  <a:pt x="88" y="16"/>
                  <a:pt x="88" y="16"/>
                </a:cubicBezTo>
                <a:cubicBezTo>
                  <a:pt x="72" y="16"/>
                  <a:pt x="72" y="0"/>
                  <a:pt x="5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128"/>
                </a:moveTo>
                <a:cubicBezTo>
                  <a:pt x="168" y="132"/>
                  <a:pt x="164" y="136"/>
                  <a:pt x="16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48"/>
                  <a:pt x="8" y="48"/>
                  <a:pt x="8" y="48"/>
                </a:cubicBezTo>
                <a:cubicBezTo>
                  <a:pt x="168" y="48"/>
                  <a:pt x="168" y="48"/>
                  <a:pt x="168" y="48"/>
                </a:cubicBezTo>
                <a:lnTo>
                  <a:pt x="168" y="128"/>
                </a:lnTo>
                <a:close/>
                <a:moveTo>
                  <a:pt x="168" y="40"/>
                </a:moveTo>
                <a:cubicBezTo>
                  <a:pt x="8" y="40"/>
                  <a:pt x="8" y="40"/>
                  <a:pt x="8" y="4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56" y="8"/>
                  <a:pt x="56" y="8"/>
                  <a:pt x="56" y="8"/>
                </a:cubicBezTo>
                <a:cubicBezTo>
                  <a:pt x="68" y="8"/>
                  <a:pt x="68" y="24"/>
                  <a:pt x="88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40"/>
                </a:lnTo>
                <a:close/>
                <a:moveTo>
                  <a:pt x="44" y="104"/>
                </a:moveTo>
                <a:cubicBezTo>
                  <a:pt x="51" y="104"/>
                  <a:pt x="56" y="99"/>
                  <a:pt x="56" y="92"/>
                </a:cubicBezTo>
                <a:cubicBezTo>
                  <a:pt x="56" y="85"/>
                  <a:pt x="51" y="80"/>
                  <a:pt x="44" y="80"/>
                </a:cubicBezTo>
                <a:cubicBezTo>
                  <a:pt x="37" y="80"/>
                  <a:pt x="32" y="85"/>
                  <a:pt x="32" y="92"/>
                </a:cubicBezTo>
                <a:cubicBezTo>
                  <a:pt x="32" y="99"/>
                  <a:pt x="37" y="104"/>
                  <a:pt x="44" y="104"/>
                </a:cubicBezTo>
                <a:moveTo>
                  <a:pt x="44" y="88"/>
                </a:moveTo>
                <a:cubicBezTo>
                  <a:pt x="46" y="88"/>
                  <a:pt x="48" y="90"/>
                  <a:pt x="48" y="92"/>
                </a:cubicBezTo>
                <a:cubicBezTo>
                  <a:pt x="48" y="94"/>
                  <a:pt x="46" y="96"/>
                  <a:pt x="44" y="96"/>
                </a:cubicBezTo>
                <a:cubicBezTo>
                  <a:pt x="42" y="96"/>
                  <a:pt x="40" y="94"/>
                  <a:pt x="40" y="92"/>
                </a:cubicBezTo>
                <a:cubicBezTo>
                  <a:pt x="40" y="90"/>
                  <a:pt x="42" y="88"/>
                  <a:pt x="44" y="88"/>
                </a:cubicBezTo>
                <a:moveTo>
                  <a:pt x="88" y="104"/>
                </a:moveTo>
                <a:cubicBezTo>
                  <a:pt x="95" y="104"/>
                  <a:pt x="100" y="99"/>
                  <a:pt x="100" y="92"/>
                </a:cubicBezTo>
                <a:cubicBezTo>
                  <a:pt x="100" y="85"/>
                  <a:pt x="95" y="80"/>
                  <a:pt x="88" y="80"/>
                </a:cubicBezTo>
                <a:cubicBezTo>
                  <a:pt x="81" y="80"/>
                  <a:pt x="76" y="85"/>
                  <a:pt x="76" y="92"/>
                </a:cubicBezTo>
                <a:cubicBezTo>
                  <a:pt x="76" y="99"/>
                  <a:pt x="81" y="104"/>
                  <a:pt x="88" y="104"/>
                </a:cubicBezTo>
                <a:moveTo>
                  <a:pt x="88" y="88"/>
                </a:moveTo>
                <a:cubicBezTo>
                  <a:pt x="90" y="88"/>
                  <a:pt x="92" y="90"/>
                  <a:pt x="92" y="92"/>
                </a:cubicBezTo>
                <a:cubicBezTo>
                  <a:pt x="92" y="94"/>
                  <a:pt x="90" y="96"/>
                  <a:pt x="88" y="96"/>
                </a:cubicBezTo>
                <a:cubicBezTo>
                  <a:pt x="86" y="96"/>
                  <a:pt x="84" y="94"/>
                  <a:pt x="84" y="92"/>
                </a:cubicBezTo>
                <a:cubicBezTo>
                  <a:pt x="84" y="90"/>
                  <a:pt x="86" y="88"/>
                  <a:pt x="88" y="8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150"/>
          <p:cNvSpPr>
            <a:spLocks noEditPoints="1"/>
          </p:cNvSpPr>
          <p:nvPr/>
        </p:nvSpPr>
        <p:spPr bwMode="auto">
          <a:xfrm>
            <a:off x="6643368" y="2382053"/>
            <a:ext cx="334275" cy="334275"/>
          </a:xfrm>
          <a:custGeom>
            <a:avLst/>
            <a:gdLst>
              <a:gd name="T0" fmla="*/ 138 w 176"/>
              <a:gd name="T1" fmla="*/ 133 h 176"/>
              <a:gd name="T2" fmla="*/ 152 w 176"/>
              <a:gd name="T3" fmla="*/ 96 h 176"/>
              <a:gd name="T4" fmla="*/ 96 w 176"/>
              <a:gd name="T5" fmla="*/ 40 h 176"/>
              <a:gd name="T6" fmla="*/ 40 w 176"/>
              <a:gd name="T7" fmla="*/ 96 h 176"/>
              <a:gd name="T8" fmla="*/ 96 w 176"/>
              <a:gd name="T9" fmla="*/ 152 h 176"/>
              <a:gd name="T10" fmla="*/ 133 w 176"/>
              <a:gd name="T11" fmla="*/ 138 h 176"/>
              <a:gd name="T12" fmla="*/ 138 w 176"/>
              <a:gd name="T13" fmla="*/ 144 h 176"/>
              <a:gd name="T14" fmla="*/ 138 w 176"/>
              <a:gd name="T15" fmla="*/ 144 h 176"/>
              <a:gd name="T16" fmla="*/ 138 w 176"/>
              <a:gd name="T17" fmla="*/ 144 h 176"/>
              <a:gd name="T18" fmla="*/ 169 w 176"/>
              <a:gd name="T19" fmla="*/ 175 h 176"/>
              <a:gd name="T20" fmla="*/ 172 w 176"/>
              <a:gd name="T21" fmla="*/ 176 h 176"/>
              <a:gd name="T22" fmla="*/ 176 w 176"/>
              <a:gd name="T23" fmla="*/ 172 h 176"/>
              <a:gd name="T24" fmla="*/ 175 w 176"/>
              <a:gd name="T25" fmla="*/ 169 h 176"/>
              <a:gd name="T26" fmla="*/ 138 w 176"/>
              <a:gd name="T27" fmla="*/ 133 h 176"/>
              <a:gd name="T28" fmla="*/ 96 w 176"/>
              <a:gd name="T29" fmla="*/ 144 h 176"/>
              <a:gd name="T30" fmla="*/ 48 w 176"/>
              <a:gd name="T31" fmla="*/ 96 h 176"/>
              <a:gd name="T32" fmla="*/ 96 w 176"/>
              <a:gd name="T33" fmla="*/ 48 h 176"/>
              <a:gd name="T34" fmla="*/ 144 w 176"/>
              <a:gd name="T35" fmla="*/ 96 h 176"/>
              <a:gd name="T36" fmla="*/ 96 w 176"/>
              <a:gd name="T37" fmla="*/ 144 h 176"/>
              <a:gd name="T38" fmla="*/ 160 w 176"/>
              <a:gd name="T39" fmla="*/ 16 h 176"/>
              <a:gd name="T40" fmla="*/ 88 w 176"/>
              <a:gd name="T41" fmla="*/ 16 h 176"/>
              <a:gd name="T42" fmla="*/ 56 w 176"/>
              <a:gd name="T43" fmla="*/ 0 h 176"/>
              <a:gd name="T44" fmla="*/ 16 w 176"/>
              <a:gd name="T45" fmla="*/ 0 h 176"/>
              <a:gd name="T46" fmla="*/ 0 w 176"/>
              <a:gd name="T47" fmla="*/ 16 h 176"/>
              <a:gd name="T48" fmla="*/ 0 w 176"/>
              <a:gd name="T49" fmla="*/ 128 h 176"/>
              <a:gd name="T50" fmla="*/ 16 w 176"/>
              <a:gd name="T51" fmla="*/ 144 h 176"/>
              <a:gd name="T52" fmla="*/ 54 w 176"/>
              <a:gd name="T53" fmla="*/ 144 h 176"/>
              <a:gd name="T54" fmla="*/ 46 w 176"/>
              <a:gd name="T55" fmla="*/ 136 h 176"/>
              <a:gd name="T56" fmla="*/ 16 w 176"/>
              <a:gd name="T57" fmla="*/ 136 h 176"/>
              <a:gd name="T58" fmla="*/ 8 w 176"/>
              <a:gd name="T59" fmla="*/ 128 h 176"/>
              <a:gd name="T60" fmla="*/ 8 w 176"/>
              <a:gd name="T61" fmla="*/ 48 h 176"/>
              <a:gd name="T62" fmla="*/ 54 w 176"/>
              <a:gd name="T63" fmla="*/ 48 h 176"/>
              <a:gd name="T64" fmla="*/ 65 w 176"/>
              <a:gd name="T65" fmla="*/ 40 h 176"/>
              <a:gd name="T66" fmla="*/ 8 w 176"/>
              <a:gd name="T67" fmla="*/ 40 h 176"/>
              <a:gd name="T68" fmla="*/ 8 w 176"/>
              <a:gd name="T69" fmla="*/ 16 h 176"/>
              <a:gd name="T70" fmla="*/ 16 w 176"/>
              <a:gd name="T71" fmla="*/ 8 h 176"/>
              <a:gd name="T72" fmla="*/ 56 w 176"/>
              <a:gd name="T73" fmla="*/ 8 h 176"/>
              <a:gd name="T74" fmla="*/ 88 w 176"/>
              <a:gd name="T75" fmla="*/ 24 h 176"/>
              <a:gd name="T76" fmla="*/ 160 w 176"/>
              <a:gd name="T77" fmla="*/ 24 h 176"/>
              <a:gd name="T78" fmla="*/ 168 w 176"/>
              <a:gd name="T79" fmla="*/ 32 h 176"/>
              <a:gd name="T80" fmla="*/ 168 w 176"/>
              <a:gd name="T81" fmla="*/ 40 h 176"/>
              <a:gd name="T82" fmla="*/ 127 w 176"/>
              <a:gd name="T83" fmla="*/ 40 h 176"/>
              <a:gd name="T84" fmla="*/ 138 w 176"/>
              <a:gd name="T85" fmla="*/ 48 h 176"/>
              <a:gd name="T86" fmla="*/ 168 w 176"/>
              <a:gd name="T87" fmla="*/ 48 h 176"/>
              <a:gd name="T88" fmla="*/ 168 w 176"/>
              <a:gd name="T89" fmla="*/ 128 h 176"/>
              <a:gd name="T90" fmla="*/ 160 w 176"/>
              <a:gd name="T91" fmla="*/ 136 h 176"/>
              <a:gd name="T92" fmla="*/ 153 w 176"/>
              <a:gd name="T93" fmla="*/ 136 h 176"/>
              <a:gd name="T94" fmla="*/ 161 w 176"/>
              <a:gd name="T95" fmla="*/ 144 h 176"/>
              <a:gd name="T96" fmla="*/ 176 w 176"/>
              <a:gd name="T97" fmla="*/ 128 h 176"/>
              <a:gd name="T98" fmla="*/ 176 w 176"/>
              <a:gd name="T99" fmla="*/ 32 h 176"/>
              <a:gd name="T100" fmla="*/ 160 w 176"/>
              <a:gd name="T101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76">
                <a:moveTo>
                  <a:pt x="138" y="133"/>
                </a:moveTo>
                <a:cubicBezTo>
                  <a:pt x="147" y="123"/>
                  <a:pt x="152" y="110"/>
                  <a:pt x="152" y="96"/>
                </a:cubicBezTo>
                <a:cubicBezTo>
                  <a:pt x="152" y="65"/>
                  <a:pt x="127" y="40"/>
                  <a:pt x="96" y="40"/>
                </a:cubicBezTo>
                <a:cubicBezTo>
                  <a:pt x="65" y="40"/>
                  <a:pt x="40" y="65"/>
                  <a:pt x="40" y="96"/>
                </a:cubicBezTo>
                <a:cubicBezTo>
                  <a:pt x="40" y="127"/>
                  <a:pt x="65" y="152"/>
                  <a:pt x="96" y="152"/>
                </a:cubicBezTo>
                <a:cubicBezTo>
                  <a:pt x="110" y="152"/>
                  <a:pt x="123" y="147"/>
                  <a:pt x="133" y="138"/>
                </a:cubicBezTo>
                <a:cubicBezTo>
                  <a:pt x="138" y="144"/>
                  <a:pt x="138" y="144"/>
                  <a:pt x="138" y="144"/>
                </a:cubicBezTo>
                <a:cubicBezTo>
                  <a:pt x="138" y="144"/>
                  <a:pt x="138" y="144"/>
                  <a:pt x="138" y="144"/>
                </a:cubicBezTo>
                <a:cubicBezTo>
                  <a:pt x="138" y="144"/>
                  <a:pt x="138" y="144"/>
                  <a:pt x="138" y="144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lnTo>
                  <a:pt x="138" y="133"/>
                </a:lnTo>
                <a:close/>
                <a:moveTo>
                  <a:pt x="96" y="144"/>
                </a:moveTo>
                <a:cubicBezTo>
                  <a:pt x="69" y="144"/>
                  <a:pt x="48" y="123"/>
                  <a:pt x="48" y="96"/>
                </a:cubicBezTo>
                <a:cubicBezTo>
                  <a:pt x="48" y="69"/>
                  <a:pt x="69" y="48"/>
                  <a:pt x="96" y="48"/>
                </a:cubicBezTo>
                <a:cubicBezTo>
                  <a:pt x="123" y="48"/>
                  <a:pt x="144" y="69"/>
                  <a:pt x="144" y="96"/>
                </a:cubicBezTo>
                <a:cubicBezTo>
                  <a:pt x="144" y="123"/>
                  <a:pt x="123" y="144"/>
                  <a:pt x="96" y="144"/>
                </a:cubicBezTo>
                <a:moveTo>
                  <a:pt x="160" y="16"/>
                </a:moveTo>
                <a:cubicBezTo>
                  <a:pt x="88" y="16"/>
                  <a:pt x="88" y="16"/>
                  <a:pt x="88" y="16"/>
                </a:cubicBezTo>
                <a:cubicBezTo>
                  <a:pt x="72" y="16"/>
                  <a:pt x="72" y="0"/>
                  <a:pt x="5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51" y="142"/>
                  <a:pt x="48" y="139"/>
                  <a:pt x="46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48"/>
                  <a:pt x="8" y="48"/>
                  <a:pt x="8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7" y="45"/>
                  <a:pt x="61" y="42"/>
                  <a:pt x="65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56" y="8"/>
                  <a:pt x="56" y="8"/>
                  <a:pt x="56" y="8"/>
                </a:cubicBezTo>
                <a:cubicBezTo>
                  <a:pt x="68" y="8"/>
                  <a:pt x="68" y="24"/>
                  <a:pt x="88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27" y="40"/>
                  <a:pt x="127" y="40"/>
                  <a:pt x="127" y="40"/>
                </a:cubicBezTo>
                <a:cubicBezTo>
                  <a:pt x="131" y="42"/>
                  <a:pt x="135" y="45"/>
                  <a:pt x="138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3" y="136"/>
                  <a:pt x="153" y="136"/>
                  <a:pt x="153" y="136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69" y="143"/>
                  <a:pt x="176" y="137"/>
                  <a:pt x="176" y="12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151"/>
          <p:cNvSpPr>
            <a:spLocks noEditPoints="1"/>
          </p:cNvSpPr>
          <p:nvPr/>
        </p:nvSpPr>
        <p:spPr bwMode="auto">
          <a:xfrm>
            <a:off x="7282709" y="2382053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36 w 176"/>
              <a:gd name="T13" fmla="*/ 149 h 176"/>
              <a:gd name="T14" fmla="*/ 64 w 176"/>
              <a:gd name="T15" fmla="*/ 131 h 176"/>
              <a:gd name="T16" fmla="*/ 77 w 176"/>
              <a:gd name="T17" fmla="*/ 102 h 176"/>
              <a:gd name="T18" fmla="*/ 73 w 176"/>
              <a:gd name="T19" fmla="*/ 95 h 176"/>
              <a:gd name="T20" fmla="*/ 64 w 176"/>
              <a:gd name="T21" fmla="*/ 59 h 176"/>
              <a:gd name="T22" fmla="*/ 84 w 176"/>
              <a:gd name="T23" fmla="*/ 35 h 176"/>
              <a:gd name="T24" fmla="*/ 96 w 176"/>
              <a:gd name="T25" fmla="*/ 33 h 176"/>
              <a:gd name="T26" fmla="*/ 100 w 176"/>
              <a:gd name="T27" fmla="*/ 32 h 176"/>
              <a:gd name="T28" fmla="*/ 116 w 176"/>
              <a:gd name="T29" fmla="*/ 60 h 176"/>
              <a:gd name="T30" fmla="*/ 108 w 176"/>
              <a:gd name="T31" fmla="*/ 94 h 176"/>
              <a:gd name="T32" fmla="*/ 104 w 176"/>
              <a:gd name="T33" fmla="*/ 102 h 176"/>
              <a:gd name="T34" fmla="*/ 102 w 176"/>
              <a:gd name="T35" fmla="*/ 117 h 176"/>
              <a:gd name="T36" fmla="*/ 120 w 176"/>
              <a:gd name="T37" fmla="*/ 133 h 176"/>
              <a:gd name="T38" fmla="*/ 141 w 176"/>
              <a:gd name="T39" fmla="*/ 148 h 176"/>
              <a:gd name="T40" fmla="*/ 88 w 176"/>
              <a:gd name="T41" fmla="*/ 168 h 176"/>
              <a:gd name="T42" fmla="*/ 146 w 176"/>
              <a:gd name="T43" fmla="*/ 143 h 176"/>
              <a:gd name="T44" fmla="*/ 123 w 176"/>
              <a:gd name="T45" fmla="*/ 126 h 176"/>
              <a:gd name="T46" fmla="*/ 110 w 176"/>
              <a:gd name="T47" fmla="*/ 115 h 176"/>
              <a:gd name="T48" fmla="*/ 111 w 176"/>
              <a:gd name="T49" fmla="*/ 105 h 176"/>
              <a:gd name="T50" fmla="*/ 115 w 176"/>
              <a:gd name="T51" fmla="*/ 98 h 176"/>
              <a:gd name="T52" fmla="*/ 124 w 176"/>
              <a:gd name="T53" fmla="*/ 60 h 176"/>
              <a:gd name="T54" fmla="*/ 100 w 176"/>
              <a:gd name="T55" fmla="*/ 24 h 176"/>
              <a:gd name="T56" fmla="*/ 93 w 176"/>
              <a:gd name="T57" fmla="*/ 25 h 176"/>
              <a:gd name="T58" fmla="*/ 84 w 176"/>
              <a:gd name="T59" fmla="*/ 27 h 176"/>
              <a:gd name="T60" fmla="*/ 56 w 176"/>
              <a:gd name="T61" fmla="*/ 59 h 176"/>
              <a:gd name="T62" fmla="*/ 66 w 176"/>
              <a:gd name="T63" fmla="*/ 99 h 176"/>
              <a:gd name="T64" fmla="*/ 69 w 176"/>
              <a:gd name="T65" fmla="*/ 105 h 176"/>
              <a:gd name="T66" fmla="*/ 61 w 176"/>
              <a:gd name="T67" fmla="*/ 124 h 176"/>
              <a:gd name="T68" fmla="*/ 30 w 176"/>
              <a:gd name="T69" fmla="*/ 143 h 176"/>
              <a:gd name="T70" fmla="*/ 8 w 176"/>
              <a:gd name="T71" fmla="*/ 88 h 176"/>
              <a:gd name="T72" fmla="*/ 88 w 176"/>
              <a:gd name="T73" fmla="*/ 8 h 176"/>
              <a:gd name="T74" fmla="*/ 168 w 176"/>
              <a:gd name="T75" fmla="*/ 88 h 176"/>
              <a:gd name="T76" fmla="*/ 146 w 176"/>
              <a:gd name="T77" fmla="*/ 14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68" y="168"/>
                  <a:pt x="50" y="161"/>
                  <a:pt x="36" y="149"/>
                </a:cubicBezTo>
                <a:cubicBezTo>
                  <a:pt x="47" y="139"/>
                  <a:pt x="52" y="137"/>
                  <a:pt x="64" y="131"/>
                </a:cubicBezTo>
                <a:cubicBezTo>
                  <a:pt x="78" y="125"/>
                  <a:pt x="82" y="114"/>
                  <a:pt x="77" y="102"/>
                </a:cubicBezTo>
                <a:cubicBezTo>
                  <a:pt x="76" y="99"/>
                  <a:pt x="74" y="97"/>
                  <a:pt x="73" y="95"/>
                </a:cubicBezTo>
                <a:cubicBezTo>
                  <a:pt x="69" y="87"/>
                  <a:pt x="64" y="79"/>
                  <a:pt x="64" y="59"/>
                </a:cubicBezTo>
                <a:cubicBezTo>
                  <a:pt x="64" y="35"/>
                  <a:pt x="75" y="35"/>
                  <a:pt x="84" y="35"/>
                </a:cubicBezTo>
                <a:cubicBezTo>
                  <a:pt x="90" y="35"/>
                  <a:pt x="93" y="34"/>
                  <a:pt x="96" y="33"/>
                </a:cubicBezTo>
                <a:cubicBezTo>
                  <a:pt x="97" y="32"/>
                  <a:pt x="98" y="32"/>
                  <a:pt x="100" y="32"/>
                </a:cubicBezTo>
                <a:cubicBezTo>
                  <a:pt x="108" y="32"/>
                  <a:pt x="116" y="39"/>
                  <a:pt x="116" y="60"/>
                </a:cubicBezTo>
                <a:cubicBezTo>
                  <a:pt x="116" y="81"/>
                  <a:pt x="113" y="86"/>
                  <a:pt x="108" y="94"/>
                </a:cubicBezTo>
                <a:cubicBezTo>
                  <a:pt x="107" y="96"/>
                  <a:pt x="105" y="99"/>
                  <a:pt x="104" y="102"/>
                </a:cubicBezTo>
                <a:cubicBezTo>
                  <a:pt x="101" y="107"/>
                  <a:pt x="101" y="112"/>
                  <a:pt x="102" y="117"/>
                </a:cubicBezTo>
                <a:cubicBezTo>
                  <a:pt x="105" y="123"/>
                  <a:pt x="110" y="128"/>
                  <a:pt x="120" y="133"/>
                </a:cubicBezTo>
                <a:cubicBezTo>
                  <a:pt x="128" y="137"/>
                  <a:pt x="136" y="144"/>
                  <a:pt x="141" y="148"/>
                </a:cubicBezTo>
                <a:cubicBezTo>
                  <a:pt x="127" y="160"/>
                  <a:pt x="108" y="168"/>
                  <a:pt x="88" y="168"/>
                </a:cubicBezTo>
                <a:moveTo>
                  <a:pt x="146" y="143"/>
                </a:moveTo>
                <a:cubicBezTo>
                  <a:pt x="142" y="138"/>
                  <a:pt x="132" y="130"/>
                  <a:pt x="123" y="126"/>
                </a:cubicBezTo>
                <a:cubicBezTo>
                  <a:pt x="116" y="122"/>
                  <a:pt x="111" y="118"/>
                  <a:pt x="110" y="115"/>
                </a:cubicBezTo>
                <a:cubicBezTo>
                  <a:pt x="109" y="112"/>
                  <a:pt x="109" y="109"/>
                  <a:pt x="111" y="105"/>
                </a:cubicBezTo>
                <a:cubicBezTo>
                  <a:pt x="113" y="102"/>
                  <a:pt x="114" y="100"/>
                  <a:pt x="115" y="98"/>
                </a:cubicBezTo>
                <a:cubicBezTo>
                  <a:pt x="120" y="89"/>
                  <a:pt x="124" y="83"/>
                  <a:pt x="124" y="60"/>
                </a:cubicBezTo>
                <a:cubicBezTo>
                  <a:pt x="124" y="26"/>
                  <a:pt x="104" y="24"/>
                  <a:pt x="100" y="24"/>
                </a:cubicBezTo>
                <a:cubicBezTo>
                  <a:pt x="97" y="24"/>
                  <a:pt x="95" y="25"/>
                  <a:pt x="93" y="25"/>
                </a:cubicBezTo>
                <a:cubicBezTo>
                  <a:pt x="91" y="26"/>
                  <a:pt x="89" y="27"/>
                  <a:pt x="84" y="27"/>
                </a:cubicBezTo>
                <a:cubicBezTo>
                  <a:pt x="75" y="27"/>
                  <a:pt x="56" y="28"/>
                  <a:pt x="56" y="59"/>
                </a:cubicBezTo>
                <a:cubicBezTo>
                  <a:pt x="56" y="81"/>
                  <a:pt x="62" y="91"/>
                  <a:pt x="66" y="99"/>
                </a:cubicBezTo>
                <a:cubicBezTo>
                  <a:pt x="67" y="101"/>
                  <a:pt x="68" y="103"/>
                  <a:pt x="69" y="105"/>
                </a:cubicBezTo>
                <a:cubicBezTo>
                  <a:pt x="73" y="114"/>
                  <a:pt x="70" y="120"/>
                  <a:pt x="61" y="124"/>
                </a:cubicBezTo>
                <a:cubicBezTo>
                  <a:pt x="48" y="130"/>
                  <a:pt x="42" y="132"/>
                  <a:pt x="30" y="143"/>
                </a:cubicBezTo>
                <a:cubicBezTo>
                  <a:pt x="16" y="129"/>
                  <a:pt x="8" y="109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09"/>
                  <a:pt x="160" y="128"/>
                  <a:pt x="146" y="143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152"/>
          <p:cNvSpPr>
            <a:spLocks noEditPoints="1"/>
          </p:cNvSpPr>
          <p:nvPr/>
        </p:nvSpPr>
        <p:spPr bwMode="auto">
          <a:xfrm>
            <a:off x="1530260" y="3019772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38 w 176"/>
              <a:gd name="T13" fmla="*/ 151 h 176"/>
              <a:gd name="T14" fmla="*/ 64 w 176"/>
              <a:gd name="T15" fmla="*/ 133 h 176"/>
              <a:gd name="T16" fmla="*/ 74 w 176"/>
              <a:gd name="T17" fmla="*/ 124 h 176"/>
              <a:gd name="T18" fmla="*/ 71 w 176"/>
              <a:gd name="T19" fmla="*/ 116 h 176"/>
              <a:gd name="T20" fmla="*/ 67 w 176"/>
              <a:gd name="T21" fmla="*/ 115 h 176"/>
              <a:gd name="T22" fmla="*/ 50 w 176"/>
              <a:gd name="T23" fmla="*/ 112 h 176"/>
              <a:gd name="T24" fmla="*/ 56 w 176"/>
              <a:gd name="T25" fmla="*/ 72 h 176"/>
              <a:gd name="T26" fmla="*/ 90 w 176"/>
              <a:gd name="T27" fmla="*/ 32 h 176"/>
              <a:gd name="T28" fmla="*/ 120 w 176"/>
              <a:gd name="T29" fmla="*/ 74 h 176"/>
              <a:gd name="T30" fmla="*/ 126 w 176"/>
              <a:gd name="T31" fmla="*/ 111 h 176"/>
              <a:gd name="T32" fmla="*/ 107 w 176"/>
              <a:gd name="T33" fmla="*/ 114 h 176"/>
              <a:gd name="T34" fmla="*/ 103 w 176"/>
              <a:gd name="T35" fmla="*/ 116 h 176"/>
              <a:gd name="T36" fmla="*/ 111 w 176"/>
              <a:gd name="T37" fmla="*/ 132 h 176"/>
              <a:gd name="T38" fmla="*/ 137 w 176"/>
              <a:gd name="T39" fmla="*/ 151 h 176"/>
              <a:gd name="T40" fmla="*/ 88 w 176"/>
              <a:gd name="T41" fmla="*/ 168 h 176"/>
              <a:gd name="T42" fmla="*/ 143 w 176"/>
              <a:gd name="T43" fmla="*/ 146 h 176"/>
              <a:gd name="T44" fmla="*/ 115 w 176"/>
              <a:gd name="T45" fmla="*/ 125 h 176"/>
              <a:gd name="T46" fmla="*/ 111 w 176"/>
              <a:gd name="T47" fmla="*/ 122 h 176"/>
              <a:gd name="T48" fmla="*/ 135 w 176"/>
              <a:gd name="T49" fmla="*/ 116 h 176"/>
              <a:gd name="T50" fmla="*/ 137 w 176"/>
              <a:gd name="T51" fmla="*/ 112 h 176"/>
              <a:gd name="T52" fmla="*/ 135 w 176"/>
              <a:gd name="T53" fmla="*/ 109 h 176"/>
              <a:gd name="T54" fmla="*/ 128 w 176"/>
              <a:gd name="T55" fmla="*/ 74 h 176"/>
              <a:gd name="T56" fmla="*/ 90 w 176"/>
              <a:gd name="T57" fmla="*/ 24 h 176"/>
              <a:gd name="T58" fmla="*/ 48 w 176"/>
              <a:gd name="T59" fmla="*/ 72 h 176"/>
              <a:gd name="T60" fmla="*/ 42 w 176"/>
              <a:gd name="T61" fmla="*/ 109 h 176"/>
              <a:gd name="T62" fmla="*/ 39 w 176"/>
              <a:gd name="T63" fmla="*/ 112 h 176"/>
              <a:gd name="T64" fmla="*/ 41 w 176"/>
              <a:gd name="T65" fmla="*/ 116 h 176"/>
              <a:gd name="T66" fmla="*/ 66 w 176"/>
              <a:gd name="T67" fmla="*/ 123 h 176"/>
              <a:gd name="T68" fmla="*/ 62 w 176"/>
              <a:gd name="T69" fmla="*/ 125 h 176"/>
              <a:gd name="T70" fmla="*/ 32 w 176"/>
              <a:gd name="T71" fmla="*/ 145 h 176"/>
              <a:gd name="T72" fmla="*/ 8 w 176"/>
              <a:gd name="T73" fmla="*/ 88 h 176"/>
              <a:gd name="T74" fmla="*/ 88 w 176"/>
              <a:gd name="T75" fmla="*/ 8 h 176"/>
              <a:gd name="T76" fmla="*/ 168 w 176"/>
              <a:gd name="T77" fmla="*/ 88 h 176"/>
              <a:gd name="T78" fmla="*/ 143 w 176"/>
              <a:gd name="T79" fmla="*/ 14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69" y="168"/>
                  <a:pt x="52" y="161"/>
                  <a:pt x="38" y="151"/>
                </a:cubicBezTo>
                <a:cubicBezTo>
                  <a:pt x="44" y="143"/>
                  <a:pt x="55" y="136"/>
                  <a:pt x="64" y="133"/>
                </a:cubicBezTo>
                <a:cubicBezTo>
                  <a:pt x="70" y="131"/>
                  <a:pt x="73" y="128"/>
                  <a:pt x="74" y="124"/>
                </a:cubicBezTo>
                <a:cubicBezTo>
                  <a:pt x="75" y="119"/>
                  <a:pt x="72" y="116"/>
                  <a:pt x="71" y="116"/>
                </a:cubicBezTo>
                <a:cubicBezTo>
                  <a:pt x="70" y="115"/>
                  <a:pt x="69" y="114"/>
                  <a:pt x="67" y="115"/>
                </a:cubicBezTo>
                <a:cubicBezTo>
                  <a:pt x="67" y="115"/>
                  <a:pt x="60" y="117"/>
                  <a:pt x="50" y="112"/>
                </a:cubicBezTo>
                <a:cubicBezTo>
                  <a:pt x="53" y="106"/>
                  <a:pt x="56" y="95"/>
                  <a:pt x="56" y="72"/>
                </a:cubicBezTo>
                <a:cubicBezTo>
                  <a:pt x="56" y="35"/>
                  <a:pt x="72" y="32"/>
                  <a:pt x="90" y="32"/>
                </a:cubicBezTo>
                <a:cubicBezTo>
                  <a:pt x="103" y="32"/>
                  <a:pt x="120" y="36"/>
                  <a:pt x="120" y="74"/>
                </a:cubicBezTo>
                <a:cubicBezTo>
                  <a:pt x="120" y="95"/>
                  <a:pt x="123" y="106"/>
                  <a:pt x="126" y="111"/>
                </a:cubicBezTo>
                <a:cubicBezTo>
                  <a:pt x="122" y="113"/>
                  <a:pt x="115" y="115"/>
                  <a:pt x="107" y="114"/>
                </a:cubicBezTo>
                <a:cubicBezTo>
                  <a:pt x="105" y="114"/>
                  <a:pt x="103" y="115"/>
                  <a:pt x="103" y="116"/>
                </a:cubicBezTo>
                <a:cubicBezTo>
                  <a:pt x="101" y="120"/>
                  <a:pt x="101" y="128"/>
                  <a:pt x="111" y="132"/>
                </a:cubicBezTo>
                <a:cubicBezTo>
                  <a:pt x="120" y="136"/>
                  <a:pt x="129" y="141"/>
                  <a:pt x="137" y="151"/>
                </a:cubicBezTo>
                <a:cubicBezTo>
                  <a:pt x="124" y="162"/>
                  <a:pt x="107" y="168"/>
                  <a:pt x="88" y="168"/>
                </a:cubicBezTo>
                <a:moveTo>
                  <a:pt x="143" y="146"/>
                </a:moveTo>
                <a:cubicBezTo>
                  <a:pt x="135" y="135"/>
                  <a:pt x="124" y="129"/>
                  <a:pt x="115" y="125"/>
                </a:cubicBezTo>
                <a:cubicBezTo>
                  <a:pt x="113" y="124"/>
                  <a:pt x="112" y="123"/>
                  <a:pt x="111" y="122"/>
                </a:cubicBezTo>
                <a:cubicBezTo>
                  <a:pt x="124" y="122"/>
                  <a:pt x="135" y="116"/>
                  <a:pt x="135" y="116"/>
                </a:cubicBezTo>
                <a:cubicBezTo>
                  <a:pt x="136" y="115"/>
                  <a:pt x="137" y="113"/>
                  <a:pt x="137" y="112"/>
                </a:cubicBezTo>
                <a:cubicBezTo>
                  <a:pt x="137" y="110"/>
                  <a:pt x="136" y="109"/>
                  <a:pt x="135" y="109"/>
                </a:cubicBezTo>
                <a:cubicBezTo>
                  <a:pt x="134" y="108"/>
                  <a:pt x="128" y="103"/>
                  <a:pt x="128" y="74"/>
                </a:cubicBezTo>
                <a:cubicBezTo>
                  <a:pt x="128" y="41"/>
                  <a:pt x="115" y="24"/>
                  <a:pt x="90" y="24"/>
                </a:cubicBezTo>
                <a:cubicBezTo>
                  <a:pt x="69" y="24"/>
                  <a:pt x="48" y="30"/>
                  <a:pt x="48" y="72"/>
                </a:cubicBezTo>
                <a:cubicBezTo>
                  <a:pt x="48" y="102"/>
                  <a:pt x="43" y="108"/>
                  <a:pt x="42" y="109"/>
                </a:cubicBezTo>
                <a:cubicBezTo>
                  <a:pt x="40" y="109"/>
                  <a:pt x="39" y="110"/>
                  <a:pt x="39" y="112"/>
                </a:cubicBezTo>
                <a:cubicBezTo>
                  <a:pt x="39" y="114"/>
                  <a:pt x="39" y="115"/>
                  <a:pt x="41" y="116"/>
                </a:cubicBezTo>
                <a:cubicBezTo>
                  <a:pt x="52" y="123"/>
                  <a:pt x="61" y="123"/>
                  <a:pt x="66" y="123"/>
                </a:cubicBezTo>
                <a:cubicBezTo>
                  <a:pt x="65" y="123"/>
                  <a:pt x="64" y="124"/>
                  <a:pt x="62" y="125"/>
                </a:cubicBezTo>
                <a:cubicBezTo>
                  <a:pt x="51" y="129"/>
                  <a:pt x="39" y="137"/>
                  <a:pt x="32" y="145"/>
                </a:cubicBezTo>
                <a:cubicBezTo>
                  <a:pt x="17" y="131"/>
                  <a:pt x="8" y="110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11"/>
                  <a:pt x="159" y="131"/>
                  <a:pt x="143" y="14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153"/>
          <p:cNvSpPr>
            <a:spLocks noEditPoints="1"/>
          </p:cNvSpPr>
          <p:nvPr/>
        </p:nvSpPr>
        <p:spPr bwMode="auto">
          <a:xfrm>
            <a:off x="2169601" y="3035999"/>
            <a:ext cx="334275" cy="303444"/>
          </a:xfrm>
          <a:custGeom>
            <a:avLst/>
            <a:gdLst>
              <a:gd name="T0" fmla="*/ 132 w 176"/>
              <a:gd name="T1" fmla="*/ 98 h 160"/>
              <a:gd name="T2" fmla="*/ 143 w 176"/>
              <a:gd name="T3" fmla="*/ 60 h 160"/>
              <a:gd name="T4" fmla="*/ 131 w 176"/>
              <a:gd name="T5" fmla="*/ 11 h 160"/>
              <a:gd name="T6" fmla="*/ 104 w 176"/>
              <a:gd name="T7" fmla="*/ 11 h 160"/>
              <a:gd name="T8" fmla="*/ 107 w 176"/>
              <a:gd name="T9" fmla="*/ 18 h 160"/>
              <a:gd name="T10" fmla="*/ 127 w 176"/>
              <a:gd name="T11" fmla="*/ 18 h 160"/>
              <a:gd name="T12" fmla="*/ 137 w 176"/>
              <a:gd name="T13" fmla="*/ 55 h 160"/>
              <a:gd name="T14" fmla="*/ 136 w 176"/>
              <a:gd name="T15" fmla="*/ 72 h 160"/>
              <a:gd name="T16" fmla="*/ 134 w 176"/>
              <a:gd name="T17" fmla="*/ 74 h 160"/>
              <a:gd name="T18" fmla="*/ 145 w 176"/>
              <a:gd name="T19" fmla="*/ 125 h 160"/>
              <a:gd name="T20" fmla="*/ 142 w 176"/>
              <a:gd name="T21" fmla="*/ 144 h 160"/>
              <a:gd name="T22" fmla="*/ 172 w 176"/>
              <a:gd name="T23" fmla="*/ 152 h 160"/>
              <a:gd name="T24" fmla="*/ 147 w 176"/>
              <a:gd name="T25" fmla="*/ 117 h 160"/>
              <a:gd name="T26" fmla="*/ 88 w 176"/>
              <a:gd name="T27" fmla="*/ 101 h 160"/>
              <a:gd name="T28" fmla="*/ 99 w 176"/>
              <a:gd name="T29" fmla="*/ 58 h 160"/>
              <a:gd name="T30" fmla="*/ 86 w 176"/>
              <a:gd name="T31" fmla="*/ 3 h 160"/>
              <a:gd name="T32" fmla="*/ 55 w 176"/>
              <a:gd name="T33" fmla="*/ 5 h 160"/>
              <a:gd name="T34" fmla="*/ 37 w 176"/>
              <a:gd name="T35" fmla="*/ 57 h 160"/>
              <a:gd name="T36" fmla="*/ 48 w 176"/>
              <a:gd name="T37" fmla="*/ 101 h 160"/>
              <a:gd name="T38" fmla="*/ 0 w 176"/>
              <a:gd name="T39" fmla="*/ 156 h 160"/>
              <a:gd name="T40" fmla="*/ 132 w 176"/>
              <a:gd name="T41" fmla="*/ 160 h 160"/>
              <a:gd name="T42" fmla="*/ 104 w 176"/>
              <a:gd name="T43" fmla="*/ 121 h 160"/>
              <a:gd name="T44" fmla="*/ 34 w 176"/>
              <a:gd name="T45" fmla="*/ 129 h 160"/>
              <a:gd name="T46" fmla="*/ 46 w 176"/>
              <a:gd name="T47" fmla="*/ 74 h 160"/>
              <a:gd name="T48" fmla="*/ 45 w 176"/>
              <a:gd name="T49" fmla="*/ 72 h 160"/>
              <a:gd name="T50" fmla="*/ 45 w 176"/>
              <a:gd name="T51" fmla="*/ 54 h 160"/>
              <a:gd name="T52" fmla="*/ 58 w 176"/>
              <a:gd name="T53" fmla="*/ 12 h 160"/>
              <a:gd name="T54" fmla="*/ 74 w 176"/>
              <a:gd name="T55" fmla="*/ 8 h 160"/>
              <a:gd name="T56" fmla="*/ 92 w 176"/>
              <a:gd name="T57" fmla="*/ 24 h 160"/>
              <a:gd name="T58" fmla="*/ 91 w 176"/>
              <a:gd name="T59" fmla="*/ 60 h 160"/>
              <a:gd name="T60" fmla="*/ 91 w 176"/>
              <a:gd name="T61" fmla="*/ 72 h 160"/>
              <a:gd name="T62" fmla="*/ 80 w 176"/>
              <a:gd name="T63" fmla="*/ 101 h 160"/>
              <a:gd name="T64" fmla="*/ 128 w 176"/>
              <a:gd name="T65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60">
                <a:moveTo>
                  <a:pt x="147" y="117"/>
                </a:moveTo>
                <a:cubicBezTo>
                  <a:pt x="147" y="117"/>
                  <a:pt x="132" y="113"/>
                  <a:pt x="132" y="98"/>
                </a:cubicBezTo>
                <a:cubicBezTo>
                  <a:pt x="132" y="85"/>
                  <a:pt x="139" y="81"/>
                  <a:pt x="142" y="77"/>
                </a:cubicBezTo>
                <a:cubicBezTo>
                  <a:pt x="142" y="77"/>
                  <a:pt x="146" y="73"/>
                  <a:pt x="143" y="60"/>
                </a:cubicBezTo>
                <a:cubicBezTo>
                  <a:pt x="149" y="53"/>
                  <a:pt x="150" y="40"/>
                  <a:pt x="144" y="27"/>
                </a:cubicBezTo>
                <a:cubicBezTo>
                  <a:pt x="140" y="18"/>
                  <a:pt x="136" y="13"/>
                  <a:pt x="131" y="11"/>
                </a:cubicBezTo>
                <a:cubicBezTo>
                  <a:pt x="127" y="9"/>
                  <a:pt x="123" y="8"/>
                  <a:pt x="119" y="8"/>
                </a:cubicBezTo>
                <a:cubicBezTo>
                  <a:pt x="113" y="8"/>
                  <a:pt x="107" y="10"/>
                  <a:pt x="104" y="11"/>
                </a:cubicBezTo>
                <a:cubicBezTo>
                  <a:pt x="105" y="13"/>
                  <a:pt x="106" y="15"/>
                  <a:pt x="107" y="18"/>
                </a:cubicBezTo>
                <a:cubicBezTo>
                  <a:pt x="107" y="18"/>
                  <a:pt x="107" y="18"/>
                  <a:pt x="107" y="18"/>
                </a:cubicBezTo>
                <a:cubicBezTo>
                  <a:pt x="109" y="17"/>
                  <a:pt x="114" y="16"/>
                  <a:pt x="119" y="16"/>
                </a:cubicBezTo>
                <a:cubicBezTo>
                  <a:pt x="122" y="16"/>
                  <a:pt x="125" y="17"/>
                  <a:pt x="127" y="18"/>
                </a:cubicBezTo>
                <a:cubicBezTo>
                  <a:pt x="129" y="19"/>
                  <a:pt x="133" y="22"/>
                  <a:pt x="137" y="30"/>
                </a:cubicBezTo>
                <a:cubicBezTo>
                  <a:pt x="142" y="41"/>
                  <a:pt x="140" y="51"/>
                  <a:pt x="137" y="55"/>
                </a:cubicBezTo>
                <a:cubicBezTo>
                  <a:pt x="135" y="57"/>
                  <a:pt x="135" y="60"/>
                  <a:pt x="135" y="62"/>
                </a:cubicBezTo>
                <a:cubicBezTo>
                  <a:pt x="137" y="69"/>
                  <a:pt x="136" y="71"/>
                  <a:pt x="136" y="72"/>
                </a:cubicBezTo>
                <a:cubicBezTo>
                  <a:pt x="136" y="72"/>
                  <a:pt x="135" y="72"/>
                  <a:pt x="135" y="73"/>
                </a:cubicBezTo>
                <a:cubicBezTo>
                  <a:pt x="135" y="73"/>
                  <a:pt x="134" y="74"/>
                  <a:pt x="134" y="74"/>
                </a:cubicBezTo>
                <a:cubicBezTo>
                  <a:pt x="131" y="78"/>
                  <a:pt x="124" y="85"/>
                  <a:pt x="124" y="98"/>
                </a:cubicBezTo>
                <a:cubicBezTo>
                  <a:pt x="124" y="115"/>
                  <a:pt x="137" y="123"/>
                  <a:pt x="145" y="125"/>
                </a:cubicBezTo>
                <a:cubicBezTo>
                  <a:pt x="155" y="128"/>
                  <a:pt x="166" y="133"/>
                  <a:pt x="168" y="144"/>
                </a:cubicBezTo>
                <a:cubicBezTo>
                  <a:pt x="142" y="144"/>
                  <a:pt x="142" y="144"/>
                  <a:pt x="142" y="144"/>
                </a:cubicBezTo>
                <a:cubicBezTo>
                  <a:pt x="143" y="146"/>
                  <a:pt x="144" y="149"/>
                  <a:pt x="144" y="152"/>
                </a:cubicBezTo>
                <a:cubicBezTo>
                  <a:pt x="172" y="152"/>
                  <a:pt x="172" y="152"/>
                  <a:pt x="172" y="152"/>
                </a:cubicBezTo>
                <a:cubicBezTo>
                  <a:pt x="176" y="152"/>
                  <a:pt x="176" y="148"/>
                  <a:pt x="176" y="148"/>
                </a:cubicBezTo>
                <a:cubicBezTo>
                  <a:pt x="176" y="127"/>
                  <a:pt x="156" y="120"/>
                  <a:pt x="147" y="117"/>
                </a:cubicBezTo>
                <a:moveTo>
                  <a:pt x="104" y="121"/>
                </a:moveTo>
                <a:cubicBezTo>
                  <a:pt x="104" y="121"/>
                  <a:pt x="88" y="117"/>
                  <a:pt x="88" y="101"/>
                </a:cubicBezTo>
                <a:cubicBezTo>
                  <a:pt x="88" y="86"/>
                  <a:pt x="95" y="81"/>
                  <a:pt x="97" y="77"/>
                </a:cubicBezTo>
                <a:cubicBezTo>
                  <a:pt x="97" y="77"/>
                  <a:pt x="102" y="73"/>
                  <a:pt x="99" y="58"/>
                </a:cubicBezTo>
                <a:cubicBezTo>
                  <a:pt x="105" y="50"/>
                  <a:pt x="106" y="36"/>
                  <a:pt x="100" y="21"/>
                </a:cubicBezTo>
                <a:cubicBezTo>
                  <a:pt x="95" y="11"/>
                  <a:pt x="92" y="6"/>
                  <a:pt x="86" y="3"/>
                </a:cubicBezTo>
                <a:cubicBezTo>
                  <a:pt x="82" y="1"/>
                  <a:pt x="78" y="0"/>
                  <a:pt x="74" y="0"/>
                </a:cubicBezTo>
                <a:cubicBezTo>
                  <a:pt x="65" y="0"/>
                  <a:pt x="58" y="3"/>
                  <a:pt x="55" y="5"/>
                </a:cubicBezTo>
                <a:cubicBezTo>
                  <a:pt x="45" y="9"/>
                  <a:pt x="39" y="12"/>
                  <a:pt x="34" y="26"/>
                </a:cubicBezTo>
                <a:cubicBezTo>
                  <a:pt x="29" y="38"/>
                  <a:pt x="35" y="51"/>
                  <a:pt x="37" y="57"/>
                </a:cubicBezTo>
                <a:cubicBezTo>
                  <a:pt x="34" y="72"/>
                  <a:pt x="39" y="77"/>
                  <a:pt x="39" y="77"/>
                </a:cubicBezTo>
                <a:cubicBezTo>
                  <a:pt x="41" y="81"/>
                  <a:pt x="48" y="86"/>
                  <a:pt x="48" y="101"/>
                </a:cubicBezTo>
                <a:cubicBezTo>
                  <a:pt x="48" y="117"/>
                  <a:pt x="32" y="121"/>
                  <a:pt x="32" y="121"/>
                </a:cubicBezTo>
                <a:cubicBezTo>
                  <a:pt x="22" y="125"/>
                  <a:pt x="0" y="132"/>
                  <a:pt x="0" y="156"/>
                </a:cubicBezTo>
                <a:cubicBezTo>
                  <a:pt x="0" y="156"/>
                  <a:pt x="0" y="160"/>
                  <a:pt x="4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6" y="160"/>
                  <a:pt x="136" y="156"/>
                  <a:pt x="136" y="156"/>
                </a:cubicBezTo>
                <a:cubicBezTo>
                  <a:pt x="136" y="132"/>
                  <a:pt x="114" y="125"/>
                  <a:pt x="104" y="121"/>
                </a:cubicBezTo>
                <a:moveTo>
                  <a:pt x="8" y="152"/>
                </a:moveTo>
                <a:cubicBezTo>
                  <a:pt x="10" y="138"/>
                  <a:pt x="22" y="133"/>
                  <a:pt x="34" y="129"/>
                </a:cubicBezTo>
                <a:cubicBezTo>
                  <a:pt x="42" y="127"/>
                  <a:pt x="56" y="118"/>
                  <a:pt x="56" y="101"/>
                </a:cubicBezTo>
                <a:cubicBezTo>
                  <a:pt x="56" y="85"/>
                  <a:pt x="50" y="78"/>
                  <a:pt x="46" y="74"/>
                </a:cubicBezTo>
                <a:cubicBezTo>
                  <a:pt x="46" y="73"/>
                  <a:pt x="46" y="73"/>
                  <a:pt x="45" y="72"/>
                </a:cubicBezTo>
                <a:cubicBezTo>
                  <a:pt x="45" y="72"/>
                  <a:pt x="45" y="72"/>
                  <a:pt x="45" y="72"/>
                </a:cubicBezTo>
                <a:cubicBezTo>
                  <a:pt x="45" y="72"/>
                  <a:pt x="43" y="68"/>
                  <a:pt x="45" y="59"/>
                </a:cubicBezTo>
                <a:cubicBezTo>
                  <a:pt x="46" y="58"/>
                  <a:pt x="45" y="56"/>
                  <a:pt x="45" y="54"/>
                </a:cubicBezTo>
                <a:cubicBezTo>
                  <a:pt x="43" y="50"/>
                  <a:pt x="38" y="38"/>
                  <a:pt x="41" y="30"/>
                </a:cubicBezTo>
                <a:cubicBezTo>
                  <a:pt x="46" y="18"/>
                  <a:pt x="50" y="16"/>
                  <a:pt x="58" y="12"/>
                </a:cubicBezTo>
                <a:cubicBezTo>
                  <a:pt x="58" y="12"/>
                  <a:pt x="58" y="12"/>
                  <a:pt x="59" y="12"/>
                </a:cubicBezTo>
                <a:cubicBezTo>
                  <a:pt x="61" y="10"/>
                  <a:pt x="67" y="8"/>
                  <a:pt x="74" y="8"/>
                </a:cubicBezTo>
                <a:cubicBezTo>
                  <a:pt x="77" y="8"/>
                  <a:pt x="80" y="9"/>
                  <a:pt x="83" y="10"/>
                </a:cubicBezTo>
                <a:cubicBezTo>
                  <a:pt x="85" y="12"/>
                  <a:pt x="88" y="15"/>
                  <a:pt x="92" y="24"/>
                </a:cubicBezTo>
                <a:cubicBezTo>
                  <a:pt x="98" y="37"/>
                  <a:pt x="96" y="48"/>
                  <a:pt x="92" y="53"/>
                </a:cubicBezTo>
                <a:cubicBezTo>
                  <a:pt x="91" y="55"/>
                  <a:pt x="91" y="58"/>
                  <a:pt x="91" y="60"/>
                </a:cubicBezTo>
                <a:cubicBezTo>
                  <a:pt x="93" y="68"/>
                  <a:pt x="92" y="71"/>
                  <a:pt x="91" y="72"/>
                </a:cubicBezTo>
                <a:cubicBezTo>
                  <a:pt x="91" y="72"/>
                  <a:pt x="91" y="72"/>
                  <a:pt x="91" y="72"/>
                </a:cubicBezTo>
                <a:cubicBezTo>
                  <a:pt x="90" y="73"/>
                  <a:pt x="90" y="73"/>
                  <a:pt x="90" y="74"/>
                </a:cubicBezTo>
                <a:cubicBezTo>
                  <a:pt x="86" y="78"/>
                  <a:pt x="80" y="85"/>
                  <a:pt x="80" y="101"/>
                </a:cubicBezTo>
                <a:cubicBezTo>
                  <a:pt x="80" y="118"/>
                  <a:pt x="94" y="127"/>
                  <a:pt x="102" y="129"/>
                </a:cubicBezTo>
                <a:cubicBezTo>
                  <a:pt x="113" y="133"/>
                  <a:pt x="126" y="138"/>
                  <a:pt x="128" y="152"/>
                </a:cubicBezTo>
                <a:lnTo>
                  <a:pt x="8" y="15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154"/>
          <p:cNvSpPr>
            <a:spLocks noEditPoints="1"/>
          </p:cNvSpPr>
          <p:nvPr/>
        </p:nvSpPr>
        <p:spPr bwMode="auto">
          <a:xfrm>
            <a:off x="2808942" y="3050602"/>
            <a:ext cx="334275" cy="274235"/>
          </a:xfrm>
          <a:custGeom>
            <a:avLst/>
            <a:gdLst>
              <a:gd name="T0" fmla="*/ 34 w 176"/>
              <a:gd name="T1" fmla="*/ 86 h 144"/>
              <a:gd name="T2" fmla="*/ 28 w 176"/>
              <a:gd name="T3" fmla="*/ 65 h 144"/>
              <a:gd name="T4" fmla="*/ 28 w 176"/>
              <a:gd name="T5" fmla="*/ 58 h 144"/>
              <a:gd name="T6" fmla="*/ 25 w 176"/>
              <a:gd name="T7" fmla="*/ 38 h 144"/>
              <a:gd name="T8" fmla="*/ 35 w 176"/>
              <a:gd name="T9" fmla="*/ 26 h 144"/>
              <a:gd name="T10" fmla="*/ 49 w 176"/>
              <a:gd name="T11" fmla="*/ 25 h 144"/>
              <a:gd name="T12" fmla="*/ 52 w 176"/>
              <a:gd name="T13" fmla="*/ 18 h 144"/>
              <a:gd name="T14" fmla="*/ 30 w 176"/>
              <a:gd name="T15" fmla="*/ 19 h 144"/>
              <a:gd name="T16" fmla="*/ 20 w 176"/>
              <a:gd name="T17" fmla="*/ 56 h 144"/>
              <a:gd name="T18" fmla="*/ 26 w 176"/>
              <a:gd name="T19" fmla="*/ 86 h 144"/>
              <a:gd name="T20" fmla="*/ 0 w 176"/>
              <a:gd name="T21" fmla="*/ 124 h 144"/>
              <a:gd name="T22" fmla="*/ 22 w 176"/>
              <a:gd name="T23" fmla="*/ 128 h 144"/>
              <a:gd name="T24" fmla="*/ 8 w 176"/>
              <a:gd name="T25" fmla="*/ 120 h 144"/>
              <a:gd name="T26" fmla="*/ 159 w 176"/>
              <a:gd name="T27" fmla="*/ 100 h 144"/>
              <a:gd name="T28" fmla="*/ 155 w 176"/>
              <a:gd name="T29" fmla="*/ 70 h 144"/>
              <a:gd name="T30" fmla="*/ 159 w 176"/>
              <a:gd name="T31" fmla="*/ 35 h 144"/>
              <a:gd name="T32" fmla="*/ 132 w 176"/>
              <a:gd name="T33" fmla="*/ 16 h 144"/>
              <a:gd name="T34" fmla="*/ 126 w 176"/>
              <a:gd name="T35" fmla="*/ 25 h 144"/>
              <a:gd name="T36" fmla="*/ 132 w 176"/>
              <a:gd name="T37" fmla="*/ 24 h 144"/>
              <a:gd name="T38" fmla="*/ 142 w 176"/>
              <a:gd name="T39" fmla="*/ 27 h 144"/>
              <a:gd name="T40" fmla="*/ 149 w 176"/>
              <a:gd name="T41" fmla="*/ 53 h 144"/>
              <a:gd name="T42" fmla="*/ 149 w 176"/>
              <a:gd name="T43" fmla="*/ 65 h 144"/>
              <a:gd name="T44" fmla="*/ 148 w 176"/>
              <a:gd name="T45" fmla="*/ 66 h 144"/>
              <a:gd name="T46" fmla="*/ 157 w 176"/>
              <a:gd name="T47" fmla="*/ 108 h 144"/>
              <a:gd name="T48" fmla="*/ 150 w 176"/>
              <a:gd name="T49" fmla="*/ 120 h 144"/>
              <a:gd name="T50" fmla="*/ 172 w 176"/>
              <a:gd name="T51" fmla="*/ 128 h 144"/>
              <a:gd name="T52" fmla="*/ 159 w 176"/>
              <a:gd name="T53" fmla="*/ 100 h 144"/>
              <a:gd name="T54" fmla="*/ 106 w 176"/>
              <a:gd name="T55" fmla="*/ 90 h 144"/>
              <a:gd name="T56" fmla="*/ 115 w 176"/>
              <a:gd name="T57" fmla="*/ 52 h 144"/>
              <a:gd name="T58" fmla="*/ 104 w 176"/>
              <a:gd name="T59" fmla="*/ 3 h 144"/>
              <a:gd name="T60" fmla="*/ 76 w 176"/>
              <a:gd name="T61" fmla="*/ 4 h 144"/>
              <a:gd name="T62" fmla="*/ 61 w 176"/>
              <a:gd name="T63" fmla="*/ 52 h 144"/>
              <a:gd name="T64" fmla="*/ 70 w 176"/>
              <a:gd name="T65" fmla="*/ 90 h 144"/>
              <a:gd name="T66" fmla="*/ 28 w 176"/>
              <a:gd name="T67" fmla="*/ 140 h 144"/>
              <a:gd name="T68" fmla="*/ 144 w 176"/>
              <a:gd name="T69" fmla="*/ 144 h 144"/>
              <a:gd name="T70" fmla="*/ 120 w 176"/>
              <a:gd name="T71" fmla="*/ 109 h 144"/>
              <a:gd name="T72" fmla="*/ 58 w 176"/>
              <a:gd name="T73" fmla="*/ 117 h 144"/>
              <a:gd name="T74" fmla="*/ 78 w 176"/>
              <a:gd name="T75" fmla="*/ 90 h 144"/>
              <a:gd name="T76" fmla="*/ 69 w 176"/>
              <a:gd name="T77" fmla="*/ 65 h 144"/>
              <a:gd name="T78" fmla="*/ 68 w 176"/>
              <a:gd name="T79" fmla="*/ 48 h 144"/>
              <a:gd name="T80" fmla="*/ 79 w 176"/>
              <a:gd name="T81" fmla="*/ 12 h 144"/>
              <a:gd name="T82" fmla="*/ 93 w 176"/>
              <a:gd name="T83" fmla="*/ 8 h 144"/>
              <a:gd name="T84" fmla="*/ 108 w 176"/>
              <a:gd name="T85" fmla="*/ 22 h 144"/>
              <a:gd name="T86" fmla="*/ 107 w 176"/>
              <a:gd name="T87" fmla="*/ 54 h 144"/>
              <a:gd name="T88" fmla="*/ 106 w 176"/>
              <a:gd name="T89" fmla="*/ 66 h 144"/>
              <a:gd name="T90" fmla="*/ 118 w 176"/>
              <a:gd name="T91" fmla="*/ 117 h 144"/>
              <a:gd name="T92" fmla="*/ 140 w 176"/>
              <a:gd name="T93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44">
                <a:moveTo>
                  <a:pt x="19" y="108"/>
                </a:moveTo>
                <a:cubicBezTo>
                  <a:pt x="25" y="106"/>
                  <a:pt x="34" y="100"/>
                  <a:pt x="34" y="86"/>
                </a:cubicBezTo>
                <a:cubicBezTo>
                  <a:pt x="34" y="74"/>
                  <a:pt x="30" y="69"/>
                  <a:pt x="28" y="66"/>
                </a:cubicBezTo>
                <a:cubicBezTo>
                  <a:pt x="28" y="65"/>
                  <a:pt x="28" y="65"/>
                  <a:pt x="28" y="65"/>
                </a:cubicBezTo>
                <a:cubicBezTo>
                  <a:pt x="27" y="65"/>
                  <a:pt x="27" y="65"/>
                  <a:pt x="27" y="65"/>
                </a:cubicBezTo>
                <a:cubicBezTo>
                  <a:pt x="27" y="65"/>
                  <a:pt x="27" y="63"/>
                  <a:pt x="28" y="58"/>
                </a:cubicBezTo>
                <a:cubicBezTo>
                  <a:pt x="28" y="56"/>
                  <a:pt x="28" y="54"/>
                  <a:pt x="27" y="53"/>
                </a:cubicBezTo>
                <a:cubicBezTo>
                  <a:pt x="26" y="49"/>
                  <a:pt x="23" y="43"/>
                  <a:pt x="25" y="38"/>
                </a:cubicBezTo>
                <a:cubicBezTo>
                  <a:pt x="28" y="29"/>
                  <a:pt x="30" y="28"/>
                  <a:pt x="34" y="27"/>
                </a:cubicBezTo>
                <a:cubicBezTo>
                  <a:pt x="34" y="27"/>
                  <a:pt x="34" y="26"/>
                  <a:pt x="35" y="26"/>
                </a:cubicBezTo>
                <a:cubicBezTo>
                  <a:pt x="36" y="25"/>
                  <a:pt x="40" y="24"/>
                  <a:pt x="44" y="24"/>
                </a:cubicBezTo>
                <a:cubicBezTo>
                  <a:pt x="46" y="24"/>
                  <a:pt x="48" y="24"/>
                  <a:pt x="49" y="25"/>
                </a:cubicBezTo>
                <a:cubicBezTo>
                  <a:pt x="49" y="24"/>
                  <a:pt x="50" y="22"/>
                  <a:pt x="50" y="21"/>
                </a:cubicBezTo>
                <a:cubicBezTo>
                  <a:pt x="51" y="20"/>
                  <a:pt x="51" y="19"/>
                  <a:pt x="52" y="18"/>
                </a:cubicBezTo>
                <a:cubicBezTo>
                  <a:pt x="49" y="16"/>
                  <a:pt x="47" y="16"/>
                  <a:pt x="44" y="16"/>
                </a:cubicBezTo>
                <a:cubicBezTo>
                  <a:pt x="38" y="16"/>
                  <a:pt x="33" y="18"/>
                  <a:pt x="30" y="19"/>
                </a:cubicBezTo>
                <a:cubicBezTo>
                  <a:pt x="24" y="22"/>
                  <a:pt x="21" y="25"/>
                  <a:pt x="17" y="35"/>
                </a:cubicBezTo>
                <a:cubicBezTo>
                  <a:pt x="14" y="43"/>
                  <a:pt x="18" y="52"/>
                  <a:pt x="20" y="56"/>
                </a:cubicBezTo>
                <a:cubicBezTo>
                  <a:pt x="18" y="66"/>
                  <a:pt x="21" y="70"/>
                  <a:pt x="21" y="70"/>
                </a:cubicBezTo>
                <a:cubicBezTo>
                  <a:pt x="23" y="73"/>
                  <a:pt x="26" y="76"/>
                  <a:pt x="26" y="86"/>
                </a:cubicBezTo>
                <a:cubicBezTo>
                  <a:pt x="26" y="98"/>
                  <a:pt x="17" y="100"/>
                  <a:pt x="17" y="100"/>
                </a:cubicBezTo>
                <a:cubicBezTo>
                  <a:pt x="10" y="103"/>
                  <a:pt x="0" y="108"/>
                  <a:pt x="0" y="124"/>
                </a:cubicBezTo>
                <a:cubicBezTo>
                  <a:pt x="0" y="124"/>
                  <a:pt x="0" y="128"/>
                  <a:pt x="4" y="128"/>
                </a:cubicBezTo>
                <a:cubicBezTo>
                  <a:pt x="22" y="128"/>
                  <a:pt x="22" y="128"/>
                  <a:pt x="22" y="128"/>
                </a:cubicBezTo>
                <a:cubicBezTo>
                  <a:pt x="23" y="125"/>
                  <a:pt x="24" y="122"/>
                  <a:pt x="26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9" y="112"/>
                  <a:pt x="14" y="110"/>
                  <a:pt x="19" y="108"/>
                </a:cubicBezTo>
                <a:moveTo>
                  <a:pt x="159" y="100"/>
                </a:moveTo>
                <a:cubicBezTo>
                  <a:pt x="159" y="100"/>
                  <a:pt x="150" y="98"/>
                  <a:pt x="150" y="86"/>
                </a:cubicBezTo>
                <a:cubicBezTo>
                  <a:pt x="150" y="76"/>
                  <a:pt x="153" y="73"/>
                  <a:pt x="155" y="70"/>
                </a:cubicBezTo>
                <a:cubicBezTo>
                  <a:pt x="155" y="70"/>
                  <a:pt x="158" y="66"/>
                  <a:pt x="156" y="56"/>
                </a:cubicBezTo>
                <a:cubicBezTo>
                  <a:pt x="158" y="52"/>
                  <a:pt x="162" y="43"/>
                  <a:pt x="159" y="35"/>
                </a:cubicBezTo>
                <a:cubicBezTo>
                  <a:pt x="155" y="25"/>
                  <a:pt x="152" y="22"/>
                  <a:pt x="146" y="19"/>
                </a:cubicBezTo>
                <a:cubicBezTo>
                  <a:pt x="143" y="18"/>
                  <a:pt x="138" y="16"/>
                  <a:pt x="132" y="16"/>
                </a:cubicBezTo>
                <a:cubicBezTo>
                  <a:pt x="129" y="16"/>
                  <a:pt x="127" y="16"/>
                  <a:pt x="124" y="18"/>
                </a:cubicBezTo>
                <a:cubicBezTo>
                  <a:pt x="125" y="20"/>
                  <a:pt x="126" y="23"/>
                  <a:pt x="126" y="25"/>
                </a:cubicBezTo>
                <a:cubicBezTo>
                  <a:pt x="127" y="25"/>
                  <a:pt x="127" y="25"/>
                  <a:pt x="127" y="25"/>
                </a:cubicBezTo>
                <a:cubicBezTo>
                  <a:pt x="128" y="24"/>
                  <a:pt x="130" y="24"/>
                  <a:pt x="132" y="24"/>
                </a:cubicBezTo>
                <a:cubicBezTo>
                  <a:pt x="136" y="24"/>
                  <a:pt x="140" y="25"/>
                  <a:pt x="141" y="26"/>
                </a:cubicBezTo>
                <a:cubicBezTo>
                  <a:pt x="142" y="26"/>
                  <a:pt x="142" y="27"/>
                  <a:pt x="142" y="27"/>
                </a:cubicBezTo>
                <a:cubicBezTo>
                  <a:pt x="146" y="28"/>
                  <a:pt x="148" y="29"/>
                  <a:pt x="151" y="38"/>
                </a:cubicBezTo>
                <a:cubicBezTo>
                  <a:pt x="153" y="43"/>
                  <a:pt x="150" y="49"/>
                  <a:pt x="149" y="53"/>
                </a:cubicBezTo>
                <a:cubicBezTo>
                  <a:pt x="148" y="54"/>
                  <a:pt x="148" y="56"/>
                  <a:pt x="148" y="58"/>
                </a:cubicBezTo>
                <a:cubicBezTo>
                  <a:pt x="149" y="63"/>
                  <a:pt x="149" y="65"/>
                  <a:pt x="149" y="65"/>
                </a:cubicBezTo>
                <a:cubicBezTo>
                  <a:pt x="149" y="65"/>
                  <a:pt x="149" y="65"/>
                  <a:pt x="148" y="65"/>
                </a:cubicBezTo>
                <a:cubicBezTo>
                  <a:pt x="148" y="66"/>
                  <a:pt x="148" y="66"/>
                  <a:pt x="148" y="66"/>
                </a:cubicBezTo>
                <a:cubicBezTo>
                  <a:pt x="146" y="69"/>
                  <a:pt x="142" y="74"/>
                  <a:pt x="142" y="86"/>
                </a:cubicBezTo>
                <a:cubicBezTo>
                  <a:pt x="142" y="100"/>
                  <a:pt x="151" y="106"/>
                  <a:pt x="157" y="108"/>
                </a:cubicBezTo>
                <a:cubicBezTo>
                  <a:pt x="162" y="110"/>
                  <a:pt x="167" y="112"/>
                  <a:pt x="168" y="120"/>
                </a:cubicBezTo>
                <a:cubicBezTo>
                  <a:pt x="150" y="120"/>
                  <a:pt x="150" y="120"/>
                  <a:pt x="150" y="120"/>
                </a:cubicBezTo>
                <a:cubicBezTo>
                  <a:pt x="152" y="122"/>
                  <a:pt x="153" y="125"/>
                  <a:pt x="154" y="128"/>
                </a:cubicBezTo>
                <a:cubicBezTo>
                  <a:pt x="172" y="128"/>
                  <a:pt x="172" y="128"/>
                  <a:pt x="172" y="128"/>
                </a:cubicBezTo>
                <a:cubicBezTo>
                  <a:pt x="176" y="128"/>
                  <a:pt x="176" y="124"/>
                  <a:pt x="176" y="124"/>
                </a:cubicBezTo>
                <a:cubicBezTo>
                  <a:pt x="176" y="108"/>
                  <a:pt x="166" y="103"/>
                  <a:pt x="159" y="100"/>
                </a:cubicBezTo>
                <a:moveTo>
                  <a:pt x="120" y="109"/>
                </a:moveTo>
                <a:cubicBezTo>
                  <a:pt x="120" y="109"/>
                  <a:pt x="106" y="105"/>
                  <a:pt x="106" y="90"/>
                </a:cubicBezTo>
                <a:cubicBezTo>
                  <a:pt x="106" y="77"/>
                  <a:pt x="111" y="73"/>
                  <a:pt x="114" y="69"/>
                </a:cubicBezTo>
                <a:cubicBezTo>
                  <a:pt x="114" y="69"/>
                  <a:pt x="118" y="65"/>
                  <a:pt x="115" y="52"/>
                </a:cubicBezTo>
                <a:cubicBezTo>
                  <a:pt x="120" y="45"/>
                  <a:pt x="122" y="33"/>
                  <a:pt x="116" y="19"/>
                </a:cubicBezTo>
                <a:cubicBezTo>
                  <a:pt x="112" y="10"/>
                  <a:pt x="109" y="5"/>
                  <a:pt x="104" y="3"/>
                </a:cubicBezTo>
                <a:cubicBezTo>
                  <a:pt x="101" y="1"/>
                  <a:pt x="97" y="0"/>
                  <a:pt x="93" y="0"/>
                </a:cubicBezTo>
                <a:cubicBezTo>
                  <a:pt x="86" y="0"/>
                  <a:pt x="79" y="3"/>
                  <a:pt x="76" y="4"/>
                </a:cubicBezTo>
                <a:cubicBezTo>
                  <a:pt x="68" y="8"/>
                  <a:pt x="63" y="11"/>
                  <a:pt x="58" y="24"/>
                </a:cubicBezTo>
                <a:cubicBezTo>
                  <a:pt x="53" y="34"/>
                  <a:pt x="58" y="46"/>
                  <a:pt x="61" y="52"/>
                </a:cubicBezTo>
                <a:cubicBezTo>
                  <a:pt x="58" y="65"/>
                  <a:pt x="62" y="69"/>
                  <a:pt x="62" y="69"/>
                </a:cubicBezTo>
                <a:cubicBezTo>
                  <a:pt x="65" y="73"/>
                  <a:pt x="70" y="77"/>
                  <a:pt x="70" y="90"/>
                </a:cubicBezTo>
                <a:cubicBezTo>
                  <a:pt x="70" y="105"/>
                  <a:pt x="56" y="109"/>
                  <a:pt x="56" y="109"/>
                </a:cubicBezTo>
                <a:cubicBezTo>
                  <a:pt x="47" y="112"/>
                  <a:pt x="28" y="118"/>
                  <a:pt x="28" y="140"/>
                </a:cubicBezTo>
                <a:cubicBezTo>
                  <a:pt x="28" y="140"/>
                  <a:pt x="28" y="144"/>
                  <a:pt x="32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8" y="144"/>
                  <a:pt x="148" y="140"/>
                  <a:pt x="148" y="140"/>
                </a:cubicBezTo>
                <a:cubicBezTo>
                  <a:pt x="148" y="118"/>
                  <a:pt x="129" y="112"/>
                  <a:pt x="120" y="109"/>
                </a:cubicBezTo>
                <a:moveTo>
                  <a:pt x="36" y="136"/>
                </a:moveTo>
                <a:cubicBezTo>
                  <a:pt x="38" y="125"/>
                  <a:pt x="48" y="120"/>
                  <a:pt x="58" y="117"/>
                </a:cubicBezTo>
                <a:cubicBezTo>
                  <a:pt x="58" y="117"/>
                  <a:pt x="58" y="117"/>
                  <a:pt x="58" y="117"/>
                </a:cubicBezTo>
                <a:cubicBezTo>
                  <a:pt x="66" y="115"/>
                  <a:pt x="78" y="107"/>
                  <a:pt x="78" y="90"/>
                </a:cubicBezTo>
                <a:cubicBezTo>
                  <a:pt x="78" y="76"/>
                  <a:pt x="73" y="70"/>
                  <a:pt x="70" y="66"/>
                </a:cubicBezTo>
                <a:cubicBezTo>
                  <a:pt x="69" y="65"/>
                  <a:pt x="68" y="64"/>
                  <a:pt x="69" y="65"/>
                </a:cubicBezTo>
                <a:cubicBezTo>
                  <a:pt x="68" y="64"/>
                  <a:pt x="67" y="61"/>
                  <a:pt x="69" y="54"/>
                </a:cubicBezTo>
                <a:cubicBezTo>
                  <a:pt x="70" y="50"/>
                  <a:pt x="68" y="48"/>
                  <a:pt x="68" y="48"/>
                </a:cubicBezTo>
                <a:cubicBezTo>
                  <a:pt x="66" y="43"/>
                  <a:pt x="62" y="34"/>
                  <a:pt x="65" y="27"/>
                </a:cubicBezTo>
                <a:cubicBezTo>
                  <a:pt x="69" y="17"/>
                  <a:pt x="73" y="15"/>
                  <a:pt x="79" y="12"/>
                </a:cubicBezTo>
                <a:cubicBezTo>
                  <a:pt x="80" y="11"/>
                  <a:pt x="80" y="11"/>
                  <a:pt x="80" y="11"/>
                </a:cubicBezTo>
                <a:cubicBezTo>
                  <a:pt x="82" y="10"/>
                  <a:pt x="87" y="8"/>
                  <a:pt x="93" y="8"/>
                </a:cubicBezTo>
                <a:cubicBezTo>
                  <a:pt x="96" y="8"/>
                  <a:pt x="98" y="9"/>
                  <a:pt x="100" y="10"/>
                </a:cubicBezTo>
                <a:cubicBezTo>
                  <a:pt x="103" y="11"/>
                  <a:pt x="105" y="14"/>
                  <a:pt x="108" y="22"/>
                </a:cubicBezTo>
                <a:cubicBezTo>
                  <a:pt x="115" y="36"/>
                  <a:pt x="111" y="45"/>
                  <a:pt x="109" y="47"/>
                </a:cubicBezTo>
                <a:cubicBezTo>
                  <a:pt x="107" y="49"/>
                  <a:pt x="107" y="52"/>
                  <a:pt x="107" y="54"/>
                </a:cubicBezTo>
                <a:cubicBezTo>
                  <a:pt x="109" y="61"/>
                  <a:pt x="108" y="64"/>
                  <a:pt x="108" y="64"/>
                </a:cubicBezTo>
                <a:cubicBezTo>
                  <a:pt x="108" y="64"/>
                  <a:pt x="107" y="65"/>
                  <a:pt x="106" y="66"/>
                </a:cubicBezTo>
                <a:cubicBezTo>
                  <a:pt x="103" y="70"/>
                  <a:pt x="98" y="76"/>
                  <a:pt x="98" y="90"/>
                </a:cubicBezTo>
                <a:cubicBezTo>
                  <a:pt x="98" y="107"/>
                  <a:pt x="110" y="115"/>
                  <a:pt x="118" y="117"/>
                </a:cubicBezTo>
                <a:cubicBezTo>
                  <a:pt x="118" y="117"/>
                  <a:pt x="118" y="117"/>
                  <a:pt x="118" y="117"/>
                </a:cubicBezTo>
                <a:cubicBezTo>
                  <a:pt x="128" y="120"/>
                  <a:pt x="138" y="125"/>
                  <a:pt x="140" y="136"/>
                </a:cubicBezTo>
                <a:lnTo>
                  <a:pt x="36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155"/>
          <p:cNvSpPr>
            <a:spLocks noEditPoints="1"/>
          </p:cNvSpPr>
          <p:nvPr/>
        </p:nvSpPr>
        <p:spPr bwMode="auto">
          <a:xfrm>
            <a:off x="3448283" y="3019772"/>
            <a:ext cx="340766" cy="334275"/>
          </a:xfrm>
          <a:custGeom>
            <a:avLst/>
            <a:gdLst>
              <a:gd name="T0" fmla="*/ 170 w 179"/>
              <a:gd name="T1" fmla="*/ 35 h 176"/>
              <a:gd name="T2" fmla="*/ 166 w 179"/>
              <a:gd name="T3" fmla="*/ 38 h 176"/>
              <a:gd name="T4" fmla="*/ 166 w 179"/>
              <a:gd name="T5" fmla="*/ 38 h 176"/>
              <a:gd name="T6" fmla="*/ 146 w 179"/>
              <a:gd name="T7" fmla="*/ 58 h 176"/>
              <a:gd name="T8" fmla="*/ 146 w 179"/>
              <a:gd name="T9" fmla="*/ 58 h 176"/>
              <a:gd name="T10" fmla="*/ 132 w 179"/>
              <a:gd name="T11" fmla="*/ 64 h 176"/>
              <a:gd name="T12" fmla="*/ 112 w 179"/>
              <a:gd name="T13" fmla="*/ 44 h 176"/>
              <a:gd name="T14" fmla="*/ 118 w 179"/>
              <a:gd name="T15" fmla="*/ 30 h 176"/>
              <a:gd name="T16" fmla="*/ 112 w 179"/>
              <a:gd name="T17" fmla="*/ 24 h 176"/>
              <a:gd name="T18" fmla="*/ 104 w 179"/>
              <a:gd name="T19" fmla="*/ 44 h 176"/>
              <a:gd name="T20" fmla="*/ 132 w 179"/>
              <a:gd name="T21" fmla="*/ 72 h 176"/>
              <a:gd name="T22" fmla="*/ 152 w 179"/>
              <a:gd name="T23" fmla="*/ 64 h 176"/>
              <a:gd name="T24" fmla="*/ 152 w 179"/>
              <a:gd name="T25" fmla="*/ 64 h 176"/>
              <a:gd name="T26" fmla="*/ 167 w 179"/>
              <a:gd name="T27" fmla="*/ 49 h 176"/>
              <a:gd name="T28" fmla="*/ 162 w 179"/>
              <a:gd name="T29" fmla="*/ 77 h 176"/>
              <a:gd name="T30" fmla="*/ 140 w 179"/>
              <a:gd name="T31" fmla="*/ 99 h 176"/>
              <a:gd name="T32" fmla="*/ 129 w 179"/>
              <a:gd name="T33" fmla="*/ 104 h 176"/>
              <a:gd name="T34" fmla="*/ 102 w 179"/>
              <a:gd name="T35" fmla="*/ 95 h 176"/>
              <a:gd name="T36" fmla="*/ 102 w 179"/>
              <a:gd name="T37" fmla="*/ 95 h 176"/>
              <a:gd name="T38" fmla="*/ 100 w 179"/>
              <a:gd name="T39" fmla="*/ 94 h 176"/>
              <a:gd name="T40" fmla="*/ 97 w 179"/>
              <a:gd name="T41" fmla="*/ 96 h 176"/>
              <a:gd name="T42" fmla="*/ 96 w 179"/>
              <a:gd name="T43" fmla="*/ 96 h 176"/>
              <a:gd name="T44" fmla="*/ 35 w 179"/>
              <a:gd name="T45" fmla="*/ 163 h 176"/>
              <a:gd name="T46" fmla="*/ 24 w 179"/>
              <a:gd name="T47" fmla="*/ 168 h 176"/>
              <a:gd name="T48" fmla="*/ 8 w 179"/>
              <a:gd name="T49" fmla="*/ 152 h 176"/>
              <a:gd name="T50" fmla="*/ 13 w 179"/>
              <a:gd name="T51" fmla="*/ 141 h 176"/>
              <a:gd name="T52" fmla="*/ 80 w 179"/>
              <a:gd name="T53" fmla="*/ 80 h 176"/>
              <a:gd name="T54" fmla="*/ 80 w 179"/>
              <a:gd name="T55" fmla="*/ 80 h 176"/>
              <a:gd name="T56" fmla="*/ 82 w 179"/>
              <a:gd name="T57" fmla="*/ 76 h 176"/>
              <a:gd name="T58" fmla="*/ 81 w 179"/>
              <a:gd name="T59" fmla="*/ 74 h 176"/>
              <a:gd name="T60" fmla="*/ 81 w 179"/>
              <a:gd name="T61" fmla="*/ 74 h 176"/>
              <a:gd name="T62" fmla="*/ 79 w 179"/>
              <a:gd name="T63" fmla="*/ 37 h 176"/>
              <a:gd name="T64" fmla="*/ 100 w 179"/>
              <a:gd name="T65" fmla="*/ 15 h 176"/>
              <a:gd name="T66" fmla="*/ 118 w 179"/>
              <a:gd name="T67" fmla="*/ 8 h 176"/>
              <a:gd name="T68" fmla="*/ 118 w 179"/>
              <a:gd name="T69" fmla="*/ 8 h 176"/>
              <a:gd name="T70" fmla="*/ 127 w 179"/>
              <a:gd name="T71" fmla="*/ 9 h 176"/>
              <a:gd name="T72" fmla="*/ 112 w 179"/>
              <a:gd name="T73" fmla="*/ 24 h 176"/>
              <a:gd name="T74" fmla="*/ 118 w 179"/>
              <a:gd name="T75" fmla="*/ 30 h 176"/>
              <a:gd name="T76" fmla="*/ 138 w 179"/>
              <a:gd name="T77" fmla="*/ 10 h 176"/>
              <a:gd name="T78" fmla="*/ 138 w 179"/>
              <a:gd name="T79" fmla="*/ 10 h 176"/>
              <a:gd name="T80" fmla="*/ 141 w 179"/>
              <a:gd name="T81" fmla="*/ 6 h 176"/>
              <a:gd name="T82" fmla="*/ 118 w 179"/>
              <a:gd name="T83" fmla="*/ 0 h 176"/>
              <a:gd name="T84" fmla="*/ 118 w 179"/>
              <a:gd name="T85" fmla="*/ 0 h 176"/>
              <a:gd name="T86" fmla="*/ 95 w 179"/>
              <a:gd name="T87" fmla="*/ 9 h 176"/>
              <a:gd name="T88" fmla="*/ 73 w 179"/>
              <a:gd name="T89" fmla="*/ 31 h 176"/>
              <a:gd name="T90" fmla="*/ 73 w 179"/>
              <a:gd name="T91" fmla="*/ 76 h 176"/>
              <a:gd name="T92" fmla="*/ 7 w 179"/>
              <a:gd name="T93" fmla="*/ 135 h 176"/>
              <a:gd name="T94" fmla="*/ 0 w 179"/>
              <a:gd name="T95" fmla="*/ 152 h 176"/>
              <a:gd name="T96" fmla="*/ 24 w 179"/>
              <a:gd name="T97" fmla="*/ 176 h 176"/>
              <a:gd name="T98" fmla="*/ 41 w 179"/>
              <a:gd name="T99" fmla="*/ 169 h 176"/>
              <a:gd name="T100" fmla="*/ 101 w 179"/>
              <a:gd name="T101" fmla="*/ 103 h 176"/>
              <a:gd name="T102" fmla="*/ 129 w 179"/>
              <a:gd name="T103" fmla="*/ 112 h 176"/>
              <a:gd name="T104" fmla="*/ 146 w 179"/>
              <a:gd name="T105" fmla="*/ 105 h 176"/>
              <a:gd name="T106" fmla="*/ 167 w 179"/>
              <a:gd name="T107" fmla="*/ 83 h 176"/>
              <a:gd name="T108" fmla="*/ 170 w 179"/>
              <a:gd name="T109" fmla="*/ 35 h 176"/>
              <a:gd name="T110" fmla="*/ 21 w 179"/>
              <a:gd name="T111" fmla="*/ 149 h 176"/>
              <a:gd name="T112" fmla="*/ 20 w 179"/>
              <a:gd name="T113" fmla="*/ 152 h 176"/>
              <a:gd name="T114" fmla="*/ 24 w 179"/>
              <a:gd name="T115" fmla="*/ 156 h 176"/>
              <a:gd name="T116" fmla="*/ 28 w 179"/>
              <a:gd name="T117" fmla="*/ 152 h 176"/>
              <a:gd name="T118" fmla="*/ 24 w 179"/>
              <a:gd name="T119" fmla="*/ 148 h 176"/>
              <a:gd name="T120" fmla="*/ 21 w 179"/>
              <a:gd name="T121" fmla="*/ 14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9" h="176">
                <a:moveTo>
                  <a:pt x="170" y="35"/>
                </a:moveTo>
                <a:cubicBezTo>
                  <a:pt x="166" y="38"/>
                  <a:pt x="166" y="38"/>
                  <a:pt x="166" y="38"/>
                </a:cubicBezTo>
                <a:cubicBezTo>
                  <a:pt x="166" y="38"/>
                  <a:pt x="166" y="38"/>
                  <a:pt x="166" y="38"/>
                </a:cubicBezTo>
                <a:cubicBezTo>
                  <a:pt x="146" y="58"/>
                  <a:pt x="146" y="58"/>
                  <a:pt x="146" y="58"/>
                </a:cubicBezTo>
                <a:cubicBezTo>
                  <a:pt x="146" y="58"/>
                  <a:pt x="146" y="58"/>
                  <a:pt x="146" y="58"/>
                </a:cubicBezTo>
                <a:cubicBezTo>
                  <a:pt x="142" y="62"/>
                  <a:pt x="137" y="64"/>
                  <a:pt x="132" y="64"/>
                </a:cubicBezTo>
                <a:cubicBezTo>
                  <a:pt x="121" y="64"/>
                  <a:pt x="112" y="55"/>
                  <a:pt x="112" y="44"/>
                </a:cubicBezTo>
                <a:cubicBezTo>
                  <a:pt x="112" y="38"/>
                  <a:pt x="114" y="34"/>
                  <a:pt x="118" y="30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07" y="29"/>
                  <a:pt x="104" y="36"/>
                  <a:pt x="104" y="44"/>
                </a:cubicBezTo>
                <a:cubicBezTo>
                  <a:pt x="104" y="59"/>
                  <a:pt x="117" y="72"/>
                  <a:pt x="132" y="72"/>
                </a:cubicBezTo>
                <a:cubicBezTo>
                  <a:pt x="140" y="72"/>
                  <a:pt x="147" y="69"/>
                  <a:pt x="152" y="64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67" y="49"/>
                  <a:pt x="167" y="49"/>
                  <a:pt x="167" y="49"/>
                </a:cubicBezTo>
                <a:cubicBezTo>
                  <a:pt x="170" y="60"/>
                  <a:pt x="168" y="71"/>
                  <a:pt x="162" y="77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37" y="102"/>
                  <a:pt x="133" y="104"/>
                  <a:pt x="129" y="104"/>
                </a:cubicBezTo>
                <a:cubicBezTo>
                  <a:pt x="129" y="104"/>
                  <a:pt x="115" y="103"/>
                  <a:pt x="102" y="95"/>
                </a:cubicBezTo>
                <a:cubicBezTo>
                  <a:pt x="102" y="95"/>
                  <a:pt x="102" y="95"/>
                  <a:pt x="102" y="95"/>
                </a:cubicBezTo>
                <a:cubicBezTo>
                  <a:pt x="101" y="94"/>
                  <a:pt x="101" y="94"/>
                  <a:pt x="100" y="94"/>
                </a:cubicBezTo>
                <a:cubicBezTo>
                  <a:pt x="98" y="94"/>
                  <a:pt x="97" y="95"/>
                  <a:pt x="97" y="96"/>
                </a:cubicBezTo>
                <a:cubicBezTo>
                  <a:pt x="96" y="96"/>
                  <a:pt x="96" y="96"/>
                  <a:pt x="96" y="96"/>
                </a:cubicBezTo>
                <a:cubicBezTo>
                  <a:pt x="35" y="163"/>
                  <a:pt x="35" y="163"/>
                  <a:pt x="35" y="163"/>
                </a:cubicBezTo>
                <a:cubicBezTo>
                  <a:pt x="32" y="166"/>
                  <a:pt x="28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8" y="148"/>
                  <a:pt x="10" y="144"/>
                  <a:pt x="13" y="141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1" y="79"/>
                  <a:pt x="82" y="78"/>
                  <a:pt x="82" y="76"/>
                </a:cubicBezTo>
                <a:cubicBezTo>
                  <a:pt x="82" y="76"/>
                  <a:pt x="81" y="75"/>
                  <a:pt x="81" y="74"/>
                </a:cubicBezTo>
                <a:cubicBezTo>
                  <a:pt x="81" y="74"/>
                  <a:pt x="81" y="74"/>
                  <a:pt x="81" y="74"/>
                </a:cubicBezTo>
                <a:cubicBezTo>
                  <a:pt x="69" y="59"/>
                  <a:pt x="69" y="47"/>
                  <a:pt x="79" y="37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6" y="9"/>
                  <a:pt x="113" y="8"/>
                  <a:pt x="118" y="8"/>
                </a:cubicBezTo>
                <a:cubicBezTo>
                  <a:pt x="118" y="8"/>
                  <a:pt x="118" y="8"/>
                  <a:pt x="118" y="8"/>
                </a:cubicBezTo>
                <a:cubicBezTo>
                  <a:pt x="121" y="8"/>
                  <a:pt x="124" y="8"/>
                  <a:pt x="127" y="9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38" y="10"/>
                  <a:pt x="138" y="10"/>
                  <a:pt x="138" y="10"/>
                </a:cubicBezTo>
                <a:cubicBezTo>
                  <a:pt x="138" y="10"/>
                  <a:pt x="138" y="10"/>
                  <a:pt x="138" y="10"/>
                </a:cubicBezTo>
                <a:cubicBezTo>
                  <a:pt x="141" y="6"/>
                  <a:pt x="141" y="6"/>
                  <a:pt x="141" y="6"/>
                </a:cubicBezTo>
                <a:cubicBezTo>
                  <a:pt x="133" y="2"/>
                  <a:pt x="125" y="0"/>
                  <a:pt x="11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09" y="0"/>
                  <a:pt x="101" y="3"/>
                  <a:pt x="95" y="9"/>
                </a:cubicBezTo>
                <a:cubicBezTo>
                  <a:pt x="73" y="31"/>
                  <a:pt x="73" y="31"/>
                  <a:pt x="73" y="31"/>
                </a:cubicBezTo>
                <a:cubicBezTo>
                  <a:pt x="59" y="46"/>
                  <a:pt x="63" y="62"/>
                  <a:pt x="73" y="76"/>
                </a:cubicBezTo>
                <a:cubicBezTo>
                  <a:pt x="7" y="135"/>
                  <a:pt x="7" y="135"/>
                  <a:pt x="7" y="135"/>
                </a:cubicBezTo>
                <a:cubicBezTo>
                  <a:pt x="3" y="139"/>
                  <a:pt x="0" y="145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31" y="176"/>
                  <a:pt x="37" y="173"/>
                  <a:pt x="41" y="169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14" y="111"/>
                  <a:pt x="127" y="112"/>
                  <a:pt x="129" y="112"/>
                </a:cubicBezTo>
                <a:cubicBezTo>
                  <a:pt x="135" y="112"/>
                  <a:pt x="141" y="110"/>
                  <a:pt x="146" y="105"/>
                </a:cubicBezTo>
                <a:cubicBezTo>
                  <a:pt x="167" y="83"/>
                  <a:pt x="167" y="83"/>
                  <a:pt x="167" y="83"/>
                </a:cubicBezTo>
                <a:cubicBezTo>
                  <a:pt x="178" y="72"/>
                  <a:pt x="179" y="52"/>
                  <a:pt x="170" y="35"/>
                </a:cubicBezTo>
                <a:moveTo>
                  <a:pt x="21" y="149"/>
                </a:moveTo>
                <a:cubicBezTo>
                  <a:pt x="20" y="150"/>
                  <a:pt x="20" y="151"/>
                  <a:pt x="20" y="152"/>
                </a:cubicBezTo>
                <a:cubicBezTo>
                  <a:pt x="20" y="154"/>
                  <a:pt x="22" y="156"/>
                  <a:pt x="24" y="156"/>
                </a:cubicBezTo>
                <a:cubicBezTo>
                  <a:pt x="26" y="156"/>
                  <a:pt x="28" y="154"/>
                  <a:pt x="28" y="152"/>
                </a:cubicBezTo>
                <a:cubicBezTo>
                  <a:pt x="28" y="150"/>
                  <a:pt x="26" y="148"/>
                  <a:pt x="24" y="148"/>
                </a:cubicBezTo>
                <a:cubicBezTo>
                  <a:pt x="23" y="148"/>
                  <a:pt x="22" y="148"/>
                  <a:pt x="21" y="149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56"/>
          <p:cNvSpPr>
            <a:spLocks noEditPoints="1"/>
          </p:cNvSpPr>
          <p:nvPr/>
        </p:nvSpPr>
        <p:spPr bwMode="auto">
          <a:xfrm>
            <a:off x="4087625" y="3019772"/>
            <a:ext cx="334275" cy="334275"/>
          </a:xfrm>
          <a:custGeom>
            <a:avLst/>
            <a:gdLst>
              <a:gd name="T0" fmla="*/ 160 w 176"/>
              <a:gd name="T1" fmla="*/ 3 h 176"/>
              <a:gd name="T2" fmla="*/ 158 w 176"/>
              <a:gd name="T3" fmla="*/ 0 h 176"/>
              <a:gd name="T4" fmla="*/ 154 w 176"/>
              <a:gd name="T5" fmla="*/ 0 h 176"/>
              <a:gd name="T6" fmla="*/ 88 w 176"/>
              <a:gd name="T7" fmla="*/ 16 h 176"/>
              <a:gd name="T8" fmla="*/ 22 w 176"/>
              <a:gd name="T9" fmla="*/ 0 h 176"/>
              <a:gd name="T10" fmla="*/ 18 w 176"/>
              <a:gd name="T11" fmla="*/ 0 h 176"/>
              <a:gd name="T12" fmla="*/ 16 w 176"/>
              <a:gd name="T13" fmla="*/ 3 h 176"/>
              <a:gd name="T14" fmla="*/ 0 w 176"/>
              <a:gd name="T15" fmla="*/ 100 h 176"/>
              <a:gd name="T16" fmla="*/ 87 w 176"/>
              <a:gd name="T17" fmla="*/ 176 h 176"/>
              <a:gd name="T18" fmla="*/ 88 w 176"/>
              <a:gd name="T19" fmla="*/ 176 h 176"/>
              <a:gd name="T20" fmla="*/ 89 w 176"/>
              <a:gd name="T21" fmla="*/ 176 h 176"/>
              <a:gd name="T22" fmla="*/ 176 w 176"/>
              <a:gd name="T23" fmla="*/ 100 h 176"/>
              <a:gd name="T24" fmla="*/ 160 w 176"/>
              <a:gd name="T25" fmla="*/ 3 h 176"/>
              <a:gd name="T26" fmla="*/ 88 w 176"/>
              <a:gd name="T27" fmla="*/ 168 h 176"/>
              <a:gd name="T28" fmla="*/ 8 w 176"/>
              <a:gd name="T29" fmla="*/ 100 h 176"/>
              <a:gd name="T30" fmla="*/ 23 w 176"/>
              <a:gd name="T31" fmla="*/ 10 h 176"/>
              <a:gd name="T32" fmla="*/ 88 w 176"/>
              <a:gd name="T33" fmla="*/ 24 h 176"/>
              <a:gd name="T34" fmla="*/ 153 w 176"/>
              <a:gd name="T35" fmla="*/ 10 h 176"/>
              <a:gd name="T36" fmla="*/ 168 w 176"/>
              <a:gd name="T37" fmla="*/ 100 h 176"/>
              <a:gd name="T38" fmla="*/ 88 w 176"/>
              <a:gd name="T39" fmla="*/ 168 h 176"/>
              <a:gd name="T40" fmla="*/ 102 w 176"/>
              <a:gd name="T41" fmla="*/ 72 h 176"/>
              <a:gd name="T42" fmla="*/ 88 w 176"/>
              <a:gd name="T43" fmla="*/ 36 h 176"/>
              <a:gd name="T44" fmla="*/ 74 w 176"/>
              <a:gd name="T45" fmla="*/ 72 h 176"/>
              <a:gd name="T46" fmla="*/ 38 w 176"/>
              <a:gd name="T47" fmla="*/ 72 h 176"/>
              <a:gd name="T48" fmla="*/ 67 w 176"/>
              <a:gd name="T49" fmla="*/ 95 h 176"/>
              <a:gd name="T50" fmla="*/ 54 w 176"/>
              <a:gd name="T51" fmla="*/ 136 h 176"/>
              <a:gd name="T52" fmla="*/ 88 w 176"/>
              <a:gd name="T53" fmla="*/ 111 h 176"/>
              <a:gd name="T54" fmla="*/ 122 w 176"/>
              <a:gd name="T55" fmla="*/ 136 h 176"/>
              <a:gd name="T56" fmla="*/ 108 w 176"/>
              <a:gd name="T57" fmla="*/ 95 h 176"/>
              <a:gd name="T58" fmla="*/ 138 w 176"/>
              <a:gd name="T59" fmla="*/ 72 h 176"/>
              <a:gd name="T60" fmla="*/ 102 w 176"/>
              <a:gd name="T61" fmla="*/ 72 h 176"/>
              <a:gd name="T62" fmla="*/ 101 w 176"/>
              <a:gd name="T63" fmla="*/ 97 h 176"/>
              <a:gd name="T64" fmla="*/ 106 w 176"/>
              <a:gd name="T65" fmla="*/ 114 h 176"/>
              <a:gd name="T66" fmla="*/ 93 w 176"/>
              <a:gd name="T67" fmla="*/ 104 h 176"/>
              <a:gd name="T68" fmla="*/ 88 w 176"/>
              <a:gd name="T69" fmla="*/ 101 h 176"/>
              <a:gd name="T70" fmla="*/ 83 w 176"/>
              <a:gd name="T71" fmla="*/ 104 h 176"/>
              <a:gd name="T72" fmla="*/ 69 w 176"/>
              <a:gd name="T73" fmla="*/ 114 h 176"/>
              <a:gd name="T74" fmla="*/ 75 w 176"/>
              <a:gd name="T75" fmla="*/ 97 h 176"/>
              <a:gd name="T76" fmla="*/ 77 w 176"/>
              <a:gd name="T77" fmla="*/ 92 h 176"/>
              <a:gd name="T78" fmla="*/ 72 w 176"/>
              <a:gd name="T79" fmla="*/ 89 h 176"/>
              <a:gd name="T80" fmla="*/ 61 w 176"/>
              <a:gd name="T81" fmla="*/ 80 h 176"/>
              <a:gd name="T82" fmla="*/ 80 w 176"/>
              <a:gd name="T83" fmla="*/ 80 h 176"/>
              <a:gd name="T84" fmla="*/ 82 w 176"/>
              <a:gd name="T85" fmla="*/ 75 h 176"/>
              <a:gd name="T86" fmla="*/ 88 w 176"/>
              <a:gd name="T87" fmla="*/ 58 h 176"/>
              <a:gd name="T88" fmla="*/ 94 w 176"/>
              <a:gd name="T89" fmla="*/ 75 h 176"/>
              <a:gd name="T90" fmla="*/ 96 w 176"/>
              <a:gd name="T91" fmla="*/ 80 h 176"/>
              <a:gd name="T92" fmla="*/ 115 w 176"/>
              <a:gd name="T93" fmla="*/ 80 h 176"/>
              <a:gd name="T94" fmla="*/ 103 w 176"/>
              <a:gd name="T95" fmla="*/ 89 h 176"/>
              <a:gd name="T96" fmla="*/ 99 w 176"/>
              <a:gd name="T97" fmla="*/ 92 h 176"/>
              <a:gd name="T98" fmla="*/ 101 w 176"/>
              <a:gd name="T99" fmla="*/ 9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160" y="3"/>
                </a:moveTo>
                <a:cubicBezTo>
                  <a:pt x="160" y="2"/>
                  <a:pt x="159" y="1"/>
                  <a:pt x="158" y="0"/>
                </a:cubicBezTo>
                <a:cubicBezTo>
                  <a:pt x="157" y="0"/>
                  <a:pt x="155" y="0"/>
                  <a:pt x="154" y="0"/>
                </a:cubicBezTo>
                <a:cubicBezTo>
                  <a:pt x="154" y="1"/>
                  <a:pt x="123" y="16"/>
                  <a:pt x="88" y="16"/>
                </a:cubicBezTo>
                <a:cubicBezTo>
                  <a:pt x="53" y="16"/>
                  <a:pt x="22" y="1"/>
                  <a:pt x="22" y="0"/>
                </a:cubicBezTo>
                <a:cubicBezTo>
                  <a:pt x="21" y="0"/>
                  <a:pt x="19" y="0"/>
                  <a:pt x="18" y="0"/>
                </a:cubicBezTo>
                <a:cubicBezTo>
                  <a:pt x="17" y="1"/>
                  <a:pt x="16" y="2"/>
                  <a:pt x="16" y="3"/>
                </a:cubicBezTo>
                <a:cubicBezTo>
                  <a:pt x="16" y="3"/>
                  <a:pt x="0" y="52"/>
                  <a:pt x="0" y="100"/>
                </a:cubicBezTo>
                <a:cubicBezTo>
                  <a:pt x="0" y="151"/>
                  <a:pt x="84" y="175"/>
                  <a:pt x="87" y="176"/>
                </a:cubicBezTo>
                <a:cubicBezTo>
                  <a:pt x="87" y="176"/>
                  <a:pt x="88" y="176"/>
                  <a:pt x="88" y="176"/>
                </a:cubicBezTo>
                <a:cubicBezTo>
                  <a:pt x="88" y="176"/>
                  <a:pt x="89" y="176"/>
                  <a:pt x="89" y="176"/>
                </a:cubicBezTo>
                <a:cubicBezTo>
                  <a:pt x="92" y="175"/>
                  <a:pt x="176" y="151"/>
                  <a:pt x="176" y="100"/>
                </a:cubicBezTo>
                <a:cubicBezTo>
                  <a:pt x="176" y="52"/>
                  <a:pt x="160" y="3"/>
                  <a:pt x="160" y="3"/>
                </a:cubicBezTo>
                <a:moveTo>
                  <a:pt x="88" y="168"/>
                </a:moveTo>
                <a:cubicBezTo>
                  <a:pt x="80" y="166"/>
                  <a:pt x="8" y="142"/>
                  <a:pt x="8" y="100"/>
                </a:cubicBezTo>
                <a:cubicBezTo>
                  <a:pt x="8" y="61"/>
                  <a:pt x="19" y="24"/>
                  <a:pt x="23" y="10"/>
                </a:cubicBezTo>
                <a:cubicBezTo>
                  <a:pt x="33" y="14"/>
                  <a:pt x="59" y="24"/>
                  <a:pt x="88" y="24"/>
                </a:cubicBezTo>
                <a:cubicBezTo>
                  <a:pt x="117" y="24"/>
                  <a:pt x="143" y="14"/>
                  <a:pt x="153" y="10"/>
                </a:cubicBezTo>
                <a:cubicBezTo>
                  <a:pt x="157" y="24"/>
                  <a:pt x="168" y="61"/>
                  <a:pt x="168" y="100"/>
                </a:cubicBezTo>
                <a:cubicBezTo>
                  <a:pt x="168" y="142"/>
                  <a:pt x="96" y="166"/>
                  <a:pt x="88" y="168"/>
                </a:cubicBezTo>
                <a:moveTo>
                  <a:pt x="102" y="72"/>
                </a:moveTo>
                <a:cubicBezTo>
                  <a:pt x="88" y="36"/>
                  <a:pt x="88" y="36"/>
                  <a:pt x="88" y="36"/>
                </a:cubicBezTo>
                <a:cubicBezTo>
                  <a:pt x="74" y="72"/>
                  <a:pt x="74" y="72"/>
                  <a:pt x="74" y="72"/>
                </a:cubicBezTo>
                <a:cubicBezTo>
                  <a:pt x="38" y="72"/>
                  <a:pt x="38" y="72"/>
                  <a:pt x="38" y="72"/>
                </a:cubicBezTo>
                <a:cubicBezTo>
                  <a:pt x="67" y="95"/>
                  <a:pt x="67" y="95"/>
                  <a:pt x="67" y="95"/>
                </a:cubicBezTo>
                <a:cubicBezTo>
                  <a:pt x="54" y="136"/>
                  <a:pt x="54" y="136"/>
                  <a:pt x="54" y="136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138" y="72"/>
                  <a:pt x="138" y="72"/>
                  <a:pt x="138" y="72"/>
                </a:cubicBezTo>
                <a:lnTo>
                  <a:pt x="102" y="72"/>
                </a:lnTo>
                <a:close/>
                <a:moveTo>
                  <a:pt x="101" y="97"/>
                </a:moveTo>
                <a:cubicBezTo>
                  <a:pt x="106" y="114"/>
                  <a:pt x="106" y="114"/>
                  <a:pt x="106" y="114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88" y="101"/>
                  <a:pt x="88" y="101"/>
                  <a:pt x="88" y="101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69" y="114"/>
                  <a:pt x="69" y="114"/>
                  <a:pt x="69" y="114"/>
                </a:cubicBezTo>
                <a:cubicBezTo>
                  <a:pt x="75" y="97"/>
                  <a:pt x="75" y="97"/>
                  <a:pt x="75" y="97"/>
                </a:cubicBezTo>
                <a:cubicBezTo>
                  <a:pt x="77" y="92"/>
                  <a:pt x="77" y="92"/>
                  <a:pt x="77" y="92"/>
                </a:cubicBezTo>
                <a:cubicBezTo>
                  <a:pt x="72" y="89"/>
                  <a:pt x="72" y="89"/>
                  <a:pt x="72" y="89"/>
                </a:cubicBezTo>
                <a:cubicBezTo>
                  <a:pt x="61" y="80"/>
                  <a:pt x="61" y="80"/>
                  <a:pt x="61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2" y="75"/>
                  <a:pt x="82" y="75"/>
                  <a:pt x="82" y="75"/>
                </a:cubicBezTo>
                <a:cubicBezTo>
                  <a:pt x="88" y="58"/>
                  <a:pt x="88" y="58"/>
                  <a:pt x="88" y="58"/>
                </a:cubicBezTo>
                <a:cubicBezTo>
                  <a:pt x="94" y="75"/>
                  <a:pt x="94" y="75"/>
                  <a:pt x="94" y="75"/>
                </a:cubicBezTo>
                <a:cubicBezTo>
                  <a:pt x="96" y="80"/>
                  <a:pt x="96" y="80"/>
                  <a:pt x="96" y="80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99" y="92"/>
                  <a:pt x="99" y="92"/>
                  <a:pt x="99" y="92"/>
                </a:cubicBezTo>
                <a:lnTo>
                  <a:pt x="101" y="9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57"/>
          <p:cNvSpPr>
            <a:spLocks noEditPoints="1"/>
          </p:cNvSpPr>
          <p:nvPr/>
        </p:nvSpPr>
        <p:spPr bwMode="auto">
          <a:xfrm>
            <a:off x="4725344" y="3027885"/>
            <a:ext cx="335898" cy="311557"/>
          </a:xfrm>
          <a:custGeom>
            <a:avLst/>
            <a:gdLst>
              <a:gd name="T0" fmla="*/ 137 w 176"/>
              <a:gd name="T1" fmla="*/ 36 h 164"/>
              <a:gd name="T2" fmla="*/ 101 w 176"/>
              <a:gd name="T3" fmla="*/ 8 h 164"/>
              <a:gd name="T4" fmla="*/ 89 w 176"/>
              <a:gd name="T5" fmla="*/ 20 h 164"/>
              <a:gd name="T6" fmla="*/ 88 w 176"/>
              <a:gd name="T7" fmla="*/ 20 h 164"/>
              <a:gd name="T8" fmla="*/ 87 w 176"/>
              <a:gd name="T9" fmla="*/ 20 h 164"/>
              <a:gd name="T10" fmla="*/ 75 w 176"/>
              <a:gd name="T11" fmla="*/ 8 h 164"/>
              <a:gd name="T12" fmla="*/ 38 w 176"/>
              <a:gd name="T13" fmla="*/ 36 h 164"/>
              <a:gd name="T14" fmla="*/ 0 w 176"/>
              <a:gd name="T15" fmla="*/ 44 h 164"/>
              <a:gd name="T16" fmla="*/ 8 w 176"/>
              <a:gd name="T17" fmla="*/ 68 h 164"/>
              <a:gd name="T18" fmla="*/ 16 w 176"/>
              <a:gd name="T19" fmla="*/ 164 h 164"/>
              <a:gd name="T20" fmla="*/ 168 w 176"/>
              <a:gd name="T21" fmla="*/ 156 h 164"/>
              <a:gd name="T22" fmla="*/ 176 w 176"/>
              <a:gd name="T23" fmla="*/ 60 h 164"/>
              <a:gd name="T24" fmla="*/ 168 w 176"/>
              <a:gd name="T25" fmla="*/ 36 h 164"/>
              <a:gd name="T26" fmla="*/ 71 w 176"/>
              <a:gd name="T27" fmla="*/ 15 h 164"/>
              <a:gd name="T28" fmla="*/ 79 w 176"/>
              <a:gd name="T29" fmla="*/ 36 h 164"/>
              <a:gd name="T30" fmla="*/ 46 w 176"/>
              <a:gd name="T31" fmla="*/ 19 h 164"/>
              <a:gd name="T32" fmla="*/ 8 w 176"/>
              <a:gd name="T33" fmla="*/ 44 h 164"/>
              <a:gd name="T34" fmla="*/ 65 w 176"/>
              <a:gd name="T35" fmla="*/ 60 h 164"/>
              <a:gd name="T36" fmla="*/ 84 w 176"/>
              <a:gd name="T37" fmla="*/ 156 h 164"/>
              <a:gd name="T38" fmla="*/ 16 w 176"/>
              <a:gd name="T39" fmla="*/ 116 h 164"/>
              <a:gd name="T40" fmla="*/ 84 w 176"/>
              <a:gd name="T41" fmla="*/ 156 h 164"/>
              <a:gd name="T42" fmla="*/ 16 w 176"/>
              <a:gd name="T43" fmla="*/ 108 h 164"/>
              <a:gd name="T44" fmla="*/ 59 w 176"/>
              <a:gd name="T45" fmla="*/ 68 h 164"/>
              <a:gd name="T46" fmla="*/ 49 w 176"/>
              <a:gd name="T47" fmla="*/ 83 h 164"/>
              <a:gd name="T48" fmla="*/ 55 w 176"/>
              <a:gd name="T49" fmla="*/ 83 h 164"/>
              <a:gd name="T50" fmla="*/ 84 w 176"/>
              <a:gd name="T51" fmla="*/ 68 h 164"/>
              <a:gd name="T52" fmla="*/ 84 w 176"/>
              <a:gd name="T53" fmla="*/ 60 h 164"/>
              <a:gd name="T54" fmla="*/ 84 w 176"/>
              <a:gd name="T55" fmla="*/ 45 h 164"/>
              <a:gd name="T56" fmla="*/ 105 w 176"/>
              <a:gd name="T57" fmla="*/ 15 h 164"/>
              <a:gd name="T58" fmla="*/ 128 w 176"/>
              <a:gd name="T59" fmla="*/ 36 h 164"/>
              <a:gd name="T60" fmla="*/ 94 w 176"/>
              <a:gd name="T61" fmla="*/ 30 h 164"/>
              <a:gd name="T62" fmla="*/ 92 w 176"/>
              <a:gd name="T63" fmla="*/ 45 h 164"/>
              <a:gd name="T64" fmla="*/ 92 w 176"/>
              <a:gd name="T65" fmla="*/ 60 h 164"/>
              <a:gd name="T66" fmla="*/ 160 w 176"/>
              <a:gd name="T67" fmla="*/ 156 h 164"/>
              <a:gd name="T68" fmla="*/ 92 w 176"/>
              <a:gd name="T69" fmla="*/ 116 h 164"/>
              <a:gd name="T70" fmla="*/ 160 w 176"/>
              <a:gd name="T71" fmla="*/ 156 h 164"/>
              <a:gd name="T72" fmla="*/ 92 w 176"/>
              <a:gd name="T73" fmla="*/ 108 h 164"/>
              <a:gd name="T74" fmla="*/ 107 w 176"/>
              <a:gd name="T75" fmla="*/ 68 h 164"/>
              <a:gd name="T76" fmla="*/ 125 w 176"/>
              <a:gd name="T77" fmla="*/ 84 h 164"/>
              <a:gd name="T78" fmla="*/ 126 w 176"/>
              <a:gd name="T79" fmla="*/ 77 h 164"/>
              <a:gd name="T80" fmla="*/ 160 w 176"/>
              <a:gd name="T81" fmla="*/ 68 h 164"/>
              <a:gd name="T82" fmla="*/ 168 w 176"/>
              <a:gd name="T83" fmla="*/ 60 h 164"/>
              <a:gd name="T84" fmla="*/ 100 w 176"/>
              <a:gd name="T85" fmla="*/ 44 h 164"/>
              <a:gd name="T86" fmla="*/ 168 w 176"/>
              <a:gd name="T87" fmla="*/ 6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64">
                <a:moveTo>
                  <a:pt x="168" y="36"/>
                </a:moveTo>
                <a:cubicBezTo>
                  <a:pt x="137" y="36"/>
                  <a:pt x="137" y="36"/>
                  <a:pt x="137" y="36"/>
                </a:cubicBezTo>
                <a:cubicBezTo>
                  <a:pt x="141" y="29"/>
                  <a:pt x="141" y="21"/>
                  <a:pt x="137" y="15"/>
                </a:cubicBezTo>
                <a:cubicBezTo>
                  <a:pt x="130" y="4"/>
                  <a:pt x="114" y="0"/>
                  <a:pt x="101" y="8"/>
                </a:cubicBezTo>
                <a:cubicBezTo>
                  <a:pt x="96" y="11"/>
                  <a:pt x="92" y="15"/>
                  <a:pt x="89" y="20"/>
                </a:cubicBezTo>
                <a:cubicBezTo>
                  <a:pt x="89" y="20"/>
                  <a:pt x="89" y="20"/>
                  <a:pt x="89" y="20"/>
                </a:cubicBezTo>
                <a:cubicBezTo>
                  <a:pt x="89" y="20"/>
                  <a:pt x="89" y="20"/>
                  <a:pt x="89" y="20"/>
                </a:cubicBezTo>
                <a:cubicBezTo>
                  <a:pt x="88" y="20"/>
                  <a:pt x="88" y="20"/>
                  <a:pt x="88" y="20"/>
                </a:cubicBezTo>
                <a:cubicBezTo>
                  <a:pt x="88" y="20"/>
                  <a:pt x="88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4" y="15"/>
                  <a:pt x="80" y="11"/>
                  <a:pt x="75" y="8"/>
                </a:cubicBezTo>
                <a:cubicBezTo>
                  <a:pt x="62" y="0"/>
                  <a:pt x="45" y="4"/>
                  <a:pt x="39" y="15"/>
                </a:cubicBezTo>
                <a:cubicBezTo>
                  <a:pt x="35" y="21"/>
                  <a:pt x="35" y="29"/>
                  <a:pt x="3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4" y="36"/>
                  <a:pt x="0" y="40"/>
                  <a:pt x="0" y="4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4"/>
                  <a:pt x="4" y="68"/>
                  <a:pt x="8" y="68"/>
                </a:cubicBezTo>
                <a:cubicBezTo>
                  <a:pt x="8" y="156"/>
                  <a:pt x="8" y="156"/>
                  <a:pt x="8" y="156"/>
                </a:cubicBezTo>
                <a:cubicBezTo>
                  <a:pt x="8" y="160"/>
                  <a:pt x="12" y="164"/>
                  <a:pt x="16" y="164"/>
                </a:cubicBezTo>
                <a:cubicBezTo>
                  <a:pt x="160" y="164"/>
                  <a:pt x="160" y="164"/>
                  <a:pt x="160" y="164"/>
                </a:cubicBezTo>
                <a:cubicBezTo>
                  <a:pt x="164" y="164"/>
                  <a:pt x="168" y="160"/>
                  <a:pt x="168" y="156"/>
                </a:cubicBezTo>
                <a:cubicBezTo>
                  <a:pt x="168" y="68"/>
                  <a:pt x="168" y="68"/>
                  <a:pt x="168" y="68"/>
                </a:cubicBezTo>
                <a:cubicBezTo>
                  <a:pt x="172" y="68"/>
                  <a:pt x="176" y="64"/>
                  <a:pt x="176" y="60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76" y="40"/>
                  <a:pt x="172" y="36"/>
                  <a:pt x="168" y="36"/>
                </a:cubicBezTo>
                <a:moveTo>
                  <a:pt x="46" y="19"/>
                </a:moveTo>
                <a:cubicBezTo>
                  <a:pt x="50" y="11"/>
                  <a:pt x="61" y="10"/>
                  <a:pt x="71" y="15"/>
                </a:cubicBezTo>
                <a:cubicBezTo>
                  <a:pt x="77" y="19"/>
                  <a:pt x="81" y="24"/>
                  <a:pt x="82" y="30"/>
                </a:cubicBezTo>
                <a:cubicBezTo>
                  <a:pt x="81" y="32"/>
                  <a:pt x="80" y="34"/>
                  <a:pt x="79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44" y="31"/>
                  <a:pt x="43" y="24"/>
                  <a:pt x="46" y="19"/>
                </a:cubicBezTo>
                <a:moveTo>
                  <a:pt x="8" y="60"/>
                </a:moveTo>
                <a:cubicBezTo>
                  <a:pt x="8" y="44"/>
                  <a:pt x="8" y="44"/>
                  <a:pt x="8" y="44"/>
                </a:cubicBezTo>
                <a:cubicBezTo>
                  <a:pt x="76" y="44"/>
                  <a:pt x="76" y="44"/>
                  <a:pt x="76" y="44"/>
                </a:cubicBezTo>
                <a:cubicBezTo>
                  <a:pt x="72" y="50"/>
                  <a:pt x="69" y="55"/>
                  <a:pt x="65" y="60"/>
                </a:cubicBezTo>
                <a:lnTo>
                  <a:pt x="8" y="60"/>
                </a:lnTo>
                <a:close/>
                <a:moveTo>
                  <a:pt x="84" y="156"/>
                </a:moveTo>
                <a:cubicBezTo>
                  <a:pt x="16" y="156"/>
                  <a:pt x="16" y="156"/>
                  <a:pt x="16" y="156"/>
                </a:cubicBezTo>
                <a:cubicBezTo>
                  <a:pt x="16" y="116"/>
                  <a:pt x="16" y="116"/>
                  <a:pt x="16" y="116"/>
                </a:cubicBezTo>
                <a:cubicBezTo>
                  <a:pt x="84" y="116"/>
                  <a:pt x="84" y="116"/>
                  <a:pt x="84" y="116"/>
                </a:cubicBezTo>
                <a:lnTo>
                  <a:pt x="84" y="156"/>
                </a:lnTo>
                <a:close/>
                <a:moveTo>
                  <a:pt x="84" y="108"/>
                </a:moveTo>
                <a:cubicBezTo>
                  <a:pt x="16" y="108"/>
                  <a:pt x="16" y="108"/>
                  <a:pt x="16" y="108"/>
                </a:cubicBezTo>
                <a:cubicBezTo>
                  <a:pt x="16" y="68"/>
                  <a:pt x="16" y="68"/>
                  <a:pt x="16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3" y="74"/>
                  <a:pt x="50" y="77"/>
                  <a:pt x="49" y="77"/>
                </a:cubicBezTo>
                <a:cubicBezTo>
                  <a:pt x="48" y="79"/>
                  <a:pt x="48" y="81"/>
                  <a:pt x="49" y="83"/>
                </a:cubicBezTo>
                <a:cubicBezTo>
                  <a:pt x="50" y="84"/>
                  <a:pt x="50" y="84"/>
                  <a:pt x="51" y="84"/>
                </a:cubicBezTo>
                <a:cubicBezTo>
                  <a:pt x="52" y="85"/>
                  <a:pt x="54" y="84"/>
                  <a:pt x="55" y="83"/>
                </a:cubicBezTo>
                <a:cubicBezTo>
                  <a:pt x="55" y="83"/>
                  <a:pt x="62" y="77"/>
                  <a:pt x="69" y="68"/>
                </a:cubicBezTo>
                <a:cubicBezTo>
                  <a:pt x="84" y="68"/>
                  <a:pt x="84" y="68"/>
                  <a:pt x="84" y="68"/>
                </a:cubicBezTo>
                <a:lnTo>
                  <a:pt x="84" y="108"/>
                </a:lnTo>
                <a:close/>
                <a:moveTo>
                  <a:pt x="84" y="60"/>
                </a:moveTo>
                <a:cubicBezTo>
                  <a:pt x="75" y="60"/>
                  <a:pt x="75" y="60"/>
                  <a:pt x="75" y="60"/>
                </a:cubicBezTo>
                <a:cubicBezTo>
                  <a:pt x="78" y="56"/>
                  <a:pt x="81" y="51"/>
                  <a:pt x="84" y="45"/>
                </a:cubicBezTo>
                <a:lnTo>
                  <a:pt x="84" y="60"/>
                </a:lnTo>
                <a:close/>
                <a:moveTo>
                  <a:pt x="105" y="15"/>
                </a:moveTo>
                <a:cubicBezTo>
                  <a:pt x="114" y="10"/>
                  <a:pt x="126" y="11"/>
                  <a:pt x="130" y="19"/>
                </a:cubicBezTo>
                <a:cubicBezTo>
                  <a:pt x="133" y="24"/>
                  <a:pt x="132" y="31"/>
                  <a:pt x="128" y="36"/>
                </a:cubicBezTo>
                <a:cubicBezTo>
                  <a:pt x="97" y="36"/>
                  <a:pt x="97" y="36"/>
                  <a:pt x="97" y="36"/>
                </a:cubicBezTo>
                <a:cubicBezTo>
                  <a:pt x="96" y="34"/>
                  <a:pt x="95" y="32"/>
                  <a:pt x="94" y="30"/>
                </a:cubicBezTo>
                <a:cubicBezTo>
                  <a:pt x="95" y="24"/>
                  <a:pt x="99" y="19"/>
                  <a:pt x="105" y="15"/>
                </a:cubicBezTo>
                <a:moveTo>
                  <a:pt x="92" y="45"/>
                </a:moveTo>
                <a:cubicBezTo>
                  <a:pt x="95" y="51"/>
                  <a:pt x="98" y="56"/>
                  <a:pt x="101" y="60"/>
                </a:cubicBezTo>
                <a:cubicBezTo>
                  <a:pt x="92" y="60"/>
                  <a:pt x="92" y="60"/>
                  <a:pt x="92" y="60"/>
                </a:cubicBezTo>
                <a:lnTo>
                  <a:pt x="92" y="45"/>
                </a:lnTo>
                <a:close/>
                <a:moveTo>
                  <a:pt x="160" y="156"/>
                </a:moveTo>
                <a:cubicBezTo>
                  <a:pt x="92" y="156"/>
                  <a:pt x="92" y="156"/>
                  <a:pt x="92" y="156"/>
                </a:cubicBezTo>
                <a:cubicBezTo>
                  <a:pt x="92" y="116"/>
                  <a:pt x="92" y="116"/>
                  <a:pt x="92" y="116"/>
                </a:cubicBezTo>
                <a:cubicBezTo>
                  <a:pt x="160" y="116"/>
                  <a:pt x="160" y="116"/>
                  <a:pt x="160" y="116"/>
                </a:cubicBezTo>
                <a:lnTo>
                  <a:pt x="160" y="156"/>
                </a:lnTo>
                <a:close/>
                <a:moveTo>
                  <a:pt x="160" y="108"/>
                </a:moveTo>
                <a:cubicBezTo>
                  <a:pt x="92" y="108"/>
                  <a:pt x="92" y="108"/>
                  <a:pt x="92" y="108"/>
                </a:cubicBezTo>
                <a:cubicBezTo>
                  <a:pt x="92" y="68"/>
                  <a:pt x="92" y="68"/>
                  <a:pt x="92" y="68"/>
                </a:cubicBezTo>
                <a:cubicBezTo>
                  <a:pt x="107" y="68"/>
                  <a:pt x="107" y="68"/>
                  <a:pt x="107" y="68"/>
                </a:cubicBezTo>
                <a:cubicBezTo>
                  <a:pt x="114" y="77"/>
                  <a:pt x="121" y="83"/>
                  <a:pt x="121" y="83"/>
                </a:cubicBezTo>
                <a:cubicBezTo>
                  <a:pt x="122" y="84"/>
                  <a:pt x="124" y="85"/>
                  <a:pt x="125" y="84"/>
                </a:cubicBezTo>
                <a:cubicBezTo>
                  <a:pt x="126" y="84"/>
                  <a:pt x="126" y="84"/>
                  <a:pt x="127" y="83"/>
                </a:cubicBezTo>
                <a:cubicBezTo>
                  <a:pt x="128" y="81"/>
                  <a:pt x="128" y="79"/>
                  <a:pt x="126" y="77"/>
                </a:cubicBezTo>
                <a:cubicBezTo>
                  <a:pt x="126" y="77"/>
                  <a:pt x="122" y="74"/>
                  <a:pt x="117" y="68"/>
                </a:cubicBezTo>
                <a:cubicBezTo>
                  <a:pt x="160" y="68"/>
                  <a:pt x="160" y="68"/>
                  <a:pt x="160" y="68"/>
                </a:cubicBezTo>
                <a:lnTo>
                  <a:pt x="160" y="108"/>
                </a:lnTo>
                <a:close/>
                <a:moveTo>
                  <a:pt x="168" y="60"/>
                </a:moveTo>
                <a:cubicBezTo>
                  <a:pt x="111" y="60"/>
                  <a:pt x="111" y="60"/>
                  <a:pt x="111" y="60"/>
                </a:cubicBezTo>
                <a:cubicBezTo>
                  <a:pt x="107" y="55"/>
                  <a:pt x="104" y="50"/>
                  <a:pt x="100" y="44"/>
                </a:cubicBezTo>
                <a:cubicBezTo>
                  <a:pt x="168" y="44"/>
                  <a:pt x="168" y="44"/>
                  <a:pt x="168" y="44"/>
                </a:cubicBezTo>
                <a:lnTo>
                  <a:pt x="168" y="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58"/>
          <p:cNvSpPr>
            <a:spLocks noEditPoints="1"/>
          </p:cNvSpPr>
          <p:nvPr/>
        </p:nvSpPr>
        <p:spPr bwMode="auto">
          <a:xfrm>
            <a:off x="5364684" y="3081434"/>
            <a:ext cx="335898" cy="212573"/>
          </a:xfrm>
          <a:custGeom>
            <a:avLst/>
            <a:gdLst>
              <a:gd name="T0" fmla="*/ 88 w 176"/>
              <a:gd name="T1" fmla="*/ 44 h 112"/>
              <a:gd name="T2" fmla="*/ 76 w 176"/>
              <a:gd name="T3" fmla="*/ 56 h 112"/>
              <a:gd name="T4" fmla="*/ 88 w 176"/>
              <a:gd name="T5" fmla="*/ 68 h 112"/>
              <a:gd name="T6" fmla="*/ 100 w 176"/>
              <a:gd name="T7" fmla="*/ 56 h 112"/>
              <a:gd name="T8" fmla="*/ 88 w 176"/>
              <a:gd name="T9" fmla="*/ 44 h 112"/>
              <a:gd name="T10" fmla="*/ 88 w 176"/>
              <a:gd name="T11" fmla="*/ 16 h 112"/>
              <a:gd name="T12" fmla="*/ 48 w 176"/>
              <a:gd name="T13" fmla="*/ 56 h 112"/>
              <a:gd name="T14" fmla="*/ 88 w 176"/>
              <a:gd name="T15" fmla="*/ 96 h 112"/>
              <a:gd name="T16" fmla="*/ 128 w 176"/>
              <a:gd name="T17" fmla="*/ 56 h 112"/>
              <a:gd name="T18" fmla="*/ 88 w 176"/>
              <a:gd name="T19" fmla="*/ 16 h 112"/>
              <a:gd name="T20" fmla="*/ 88 w 176"/>
              <a:gd name="T21" fmla="*/ 88 h 112"/>
              <a:gd name="T22" fmla="*/ 56 w 176"/>
              <a:gd name="T23" fmla="*/ 56 h 112"/>
              <a:gd name="T24" fmla="*/ 88 w 176"/>
              <a:gd name="T25" fmla="*/ 24 h 112"/>
              <a:gd name="T26" fmla="*/ 120 w 176"/>
              <a:gd name="T27" fmla="*/ 56 h 112"/>
              <a:gd name="T28" fmla="*/ 88 w 176"/>
              <a:gd name="T29" fmla="*/ 88 h 112"/>
              <a:gd name="T30" fmla="*/ 88 w 176"/>
              <a:gd name="T31" fmla="*/ 0 h 112"/>
              <a:gd name="T32" fmla="*/ 0 w 176"/>
              <a:gd name="T33" fmla="*/ 56 h 112"/>
              <a:gd name="T34" fmla="*/ 88 w 176"/>
              <a:gd name="T35" fmla="*/ 112 h 112"/>
              <a:gd name="T36" fmla="*/ 176 w 176"/>
              <a:gd name="T37" fmla="*/ 56 h 112"/>
              <a:gd name="T38" fmla="*/ 88 w 176"/>
              <a:gd name="T39" fmla="*/ 0 h 112"/>
              <a:gd name="T40" fmla="*/ 88 w 176"/>
              <a:gd name="T41" fmla="*/ 104 h 112"/>
              <a:gd name="T42" fmla="*/ 8 w 176"/>
              <a:gd name="T43" fmla="*/ 56 h 112"/>
              <a:gd name="T44" fmla="*/ 88 w 176"/>
              <a:gd name="T45" fmla="*/ 8 h 112"/>
              <a:gd name="T46" fmla="*/ 168 w 176"/>
              <a:gd name="T47" fmla="*/ 56 h 112"/>
              <a:gd name="T48" fmla="*/ 88 w 176"/>
              <a:gd name="T49" fmla="*/ 10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76" h="112">
                <a:moveTo>
                  <a:pt x="88" y="44"/>
                </a:moveTo>
                <a:cubicBezTo>
                  <a:pt x="81" y="44"/>
                  <a:pt x="76" y="49"/>
                  <a:pt x="76" y="56"/>
                </a:cubicBezTo>
                <a:cubicBezTo>
                  <a:pt x="76" y="63"/>
                  <a:pt x="81" y="68"/>
                  <a:pt x="88" y="68"/>
                </a:cubicBezTo>
                <a:cubicBezTo>
                  <a:pt x="95" y="68"/>
                  <a:pt x="100" y="63"/>
                  <a:pt x="100" y="56"/>
                </a:cubicBezTo>
                <a:cubicBezTo>
                  <a:pt x="100" y="49"/>
                  <a:pt x="95" y="44"/>
                  <a:pt x="88" y="44"/>
                </a:cubicBezTo>
                <a:moveTo>
                  <a:pt x="88" y="16"/>
                </a:moveTo>
                <a:cubicBezTo>
                  <a:pt x="66" y="16"/>
                  <a:pt x="48" y="34"/>
                  <a:pt x="48" y="56"/>
                </a:cubicBezTo>
                <a:cubicBezTo>
                  <a:pt x="48" y="78"/>
                  <a:pt x="66" y="96"/>
                  <a:pt x="88" y="96"/>
                </a:cubicBezTo>
                <a:cubicBezTo>
                  <a:pt x="110" y="96"/>
                  <a:pt x="128" y="78"/>
                  <a:pt x="128" y="56"/>
                </a:cubicBezTo>
                <a:cubicBezTo>
                  <a:pt x="128" y="34"/>
                  <a:pt x="110" y="16"/>
                  <a:pt x="88" y="16"/>
                </a:cubicBezTo>
                <a:moveTo>
                  <a:pt x="88" y="88"/>
                </a:moveTo>
                <a:cubicBezTo>
                  <a:pt x="70" y="88"/>
                  <a:pt x="56" y="74"/>
                  <a:pt x="56" y="56"/>
                </a:cubicBezTo>
                <a:cubicBezTo>
                  <a:pt x="56" y="38"/>
                  <a:pt x="70" y="24"/>
                  <a:pt x="88" y="24"/>
                </a:cubicBezTo>
                <a:cubicBezTo>
                  <a:pt x="106" y="24"/>
                  <a:pt x="120" y="38"/>
                  <a:pt x="120" y="56"/>
                </a:cubicBezTo>
                <a:cubicBezTo>
                  <a:pt x="120" y="74"/>
                  <a:pt x="106" y="88"/>
                  <a:pt x="88" y="88"/>
                </a:cubicBezTo>
                <a:moveTo>
                  <a:pt x="88" y="0"/>
                </a:moveTo>
                <a:cubicBezTo>
                  <a:pt x="39" y="0"/>
                  <a:pt x="0" y="40"/>
                  <a:pt x="0" y="56"/>
                </a:cubicBezTo>
                <a:cubicBezTo>
                  <a:pt x="0" y="72"/>
                  <a:pt x="39" y="112"/>
                  <a:pt x="88" y="112"/>
                </a:cubicBezTo>
                <a:cubicBezTo>
                  <a:pt x="137" y="112"/>
                  <a:pt x="176" y="72"/>
                  <a:pt x="176" y="56"/>
                </a:cubicBezTo>
                <a:cubicBezTo>
                  <a:pt x="176" y="40"/>
                  <a:pt x="137" y="0"/>
                  <a:pt x="88" y="0"/>
                </a:cubicBezTo>
                <a:moveTo>
                  <a:pt x="88" y="104"/>
                </a:moveTo>
                <a:cubicBezTo>
                  <a:pt x="44" y="104"/>
                  <a:pt x="8" y="70"/>
                  <a:pt x="8" y="56"/>
                </a:cubicBezTo>
                <a:cubicBezTo>
                  <a:pt x="8" y="42"/>
                  <a:pt x="44" y="8"/>
                  <a:pt x="88" y="8"/>
                </a:cubicBezTo>
                <a:cubicBezTo>
                  <a:pt x="132" y="8"/>
                  <a:pt x="168" y="42"/>
                  <a:pt x="168" y="56"/>
                </a:cubicBezTo>
                <a:cubicBezTo>
                  <a:pt x="168" y="70"/>
                  <a:pt x="132" y="104"/>
                  <a:pt x="88" y="10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59"/>
          <p:cNvSpPr>
            <a:spLocks noEditPoints="1"/>
          </p:cNvSpPr>
          <p:nvPr/>
        </p:nvSpPr>
        <p:spPr bwMode="auto">
          <a:xfrm>
            <a:off x="6004026" y="3019772"/>
            <a:ext cx="334275" cy="334275"/>
          </a:xfrm>
          <a:custGeom>
            <a:avLst/>
            <a:gdLst>
              <a:gd name="T0" fmla="*/ 144 w 176"/>
              <a:gd name="T1" fmla="*/ 16 h 176"/>
              <a:gd name="T2" fmla="*/ 140 w 176"/>
              <a:gd name="T3" fmla="*/ 0 h 176"/>
              <a:gd name="T4" fmla="*/ 136 w 176"/>
              <a:gd name="T5" fmla="*/ 16 h 176"/>
              <a:gd name="T6" fmla="*/ 40 w 176"/>
              <a:gd name="T7" fmla="*/ 4 h 176"/>
              <a:gd name="T8" fmla="*/ 32 w 176"/>
              <a:gd name="T9" fmla="*/ 4 h 176"/>
              <a:gd name="T10" fmla="*/ 16 w 176"/>
              <a:gd name="T11" fmla="*/ 16 h 176"/>
              <a:gd name="T12" fmla="*/ 0 w 176"/>
              <a:gd name="T13" fmla="*/ 160 h 176"/>
              <a:gd name="T14" fmla="*/ 160 w 176"/>
              <a:gd name="T15" fmla="*/ 176 h 176"/>
              <a:gd name="T16" fmla="*/ 176 w 176"/>
              <a:gd name="T17" fmla="*/ 32 h 176"/>
              <a:gd name="T18" fmla="*/ 168 w 176"/>
              <a:gd name="T19" fmla="*/ 160 h 176"/>
              <a:gd name="T20" fmla="*/ 16 w 176"/>
              <a:gd name="T21" fmla="*/ 168 h 176"/>
              <a:gd name="T22" fmla="*/ 8 w 176"/>
              <a:gd name="T23" fmla="*/ 64 h 176"/>
              <a:gd name="T24" fmla="*/ 168 w 176"/>
              <a:gd name="T25" fmla="*/ 160 h 176"/>
              <a:gd name="T26" fmla="*/ 8 w 176"/>
              <a:gd name="T27" fmla="*/ 56 h 176"/>
              <a:gd name="T28" fmla="*/ 16 w 176"/>
              <a:gd name="T29" fmla="*/ 24 h 176"/>
              <a:gd name="T30" fmla="*/ 32 w 176"/>
              <a:gd name="T31" fmla="*/ 36 h 176"/>
              <a:gd name="T32" fmla="*/ 40 w 176"/>
              <a:gd name="T33" fmla="*/ 36 h 176"/>
              <a:gd name="T34" fmla="*/ 136 w 176"/>
              <a:gd name="T35" fmla="*/ 24 h 176"/>
              <a:gd name="T36" fmla="*/ 140 w 176"/>
              <a:gd name="T37" fmla="*/ 40 h 176"/>
              <a:gd name="T38" fmla="*/ 144 w 176"/>
              <a:gd name="T39" fmla="*/ 24 h 176"/>
              <a:gd name="T40" fmla="*/ 168 w 176"/>
              <a:gd name="T41" fmla="*/ 32 h 176"/>
              <a:gd name="T42" fmla="*/ 116 w 176"/>
              <a:gd name="T43" fmla="*/ 148 h 176"/>
              <a:gd name="T44" fmla="*/ 124 w 176"/>
              <a:gd name="T45" fmla="*/ 84 h 176"/>
              <a:gd name="T46" fmla="*/ 116 w 176"/>
              <a:gd name="T47" fmla="*/ 90 h 176"/>
              <a:gd name="T48" fmla="*/ 106 w 176"/>
              <a:gd name="T49" fmla="*/ 95 h 176"/>
              <a:gd name="T50" fmla="*/ 100 w 176"/>
              <a:gd name="T51" fmla="*/ 102 h 176"/>
              <a:gd name="T52" fmla="*/ 116 w 176"/>
              <a:gd name="T53" fmla="*/ 148 h 176"/>
              <a:gd name="T54" fmla="*/ 74 w 176"/>
              <a:gd name="T55" fmla="*/ 141 h 176"/>
              <a:gd name="T56" fmla="*/ 59 w 176"/>
              <a:gd name="T57" fmla="*/ 138 h 176"/>
              <a:gd name="T58" fmla="*/ 48 w 176"/>
              <a:gd name="T59" fmla="*/ 128 h 176"/>
              <a:gd name="T60" fmla="*/ 53 w 176"/>
              <a:gd name="T61" fmla="*/ 143 h 176"/>
              <a:gd name="T62" fmla="*/ 69 w 176"/>
              <a:gd name="T63" fmla="*/ 149 h 176"/>
              <a:gd name="T64" fmla="*/ 84 w 176"/>
              <a:gd name="T65" fmla="*/ 144 h 176"/>
              <a:gd name="T66" fmla="*/ 90 w 176"/>
              <a:gd name="T67" fmla="*/ 129 h 176"/>
              <a:gd name="T68" fmla="*/ 79 w 176"/>
              <a:gd name="T69" fmla="*/ 114 h 176"/>
              <a:gd name="T70" fmla="*/ 85 w 176"/>
              <a:gd name="T71" fmla="*/ 109 h 176"/>
              <a:gd name="T72" fmla="*/ 86 w 176"/>
              <a:gd name="T73" fmla="*/ 93 h 176"/>
              <a:gd name="T74" fmla="*/ 76 w 176"/>
              <a:gd name="T75" fmla="*/ 85 h 176"/>
              <a:gd name="T76" fmla="*/ 60 w 176"/>
              <a:gd name="T77" fmla="*/ 85 h 176"/>
              <a:gd name="T78" fmla="*/ 51 w 176"/>
              <a:gd name="T79" fmla="*/ 96 h 176"/>
              <a:gd name="T80" fmla="*/ 57 w 176"/>
              <a:gd name="T81" fmla="*/ 104 h 176"/>
              <a:gd name="T82" fmla="*/ 59 w 176"/>
              <a:gd name="T83" fmla="*/ 95 h 176"/>
              <a:gd name="T84" fmla="*/ 68 w 176"/>
              <a:gd name="T85" fmla="*/ 90 h 176"/>
              <a:gd name="T86" fmla="*/ 79 w 176"/>
              <a:gd name="T87" fmla="*/ 101 h 176"/>
              <a:gd name="T88" fmla="*/ 76 w 176"/>
              <a:gd name="T89" fmla="*/ 109 h 176"/>
              <a:gd name="T90" fmla="*/ 68 w 176"/>
              <a:gd name="T91" fmla="*/ 111 h 176"/>
              <a:gd name="T92" fmla="*/ 64 w 176"/>
              <a:gd name="T93" fmla="*/ 111 h 176"/>
              <a:gd name="T94" fmla="*/ 69 w 176"/>
              <a:gd name="T95" fmla="*/ 117 h 176"/>
              <a:gd name="T96" fmla="*/ 78 w 176"/>
              <a:gd name="T97" fmla="*/ 121 h 176"/>
              <a:gd name="T98" fmla="*/ 82 w 176"/>
              <a:gd name="T99" fmla="*/ 130 h 176"/>
              <a:gd name="T100" fmla="*/ 78 w 176"/>
              <a:gd name="T101" fmla="*/ 13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76">
                <a:moveTo>
                  <a:pt x="160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8" y="0"/>
                  <a:pt x="136" y="2"/>
                  <a:pt x="136" y="4"/>
                </a:cubicBezTo>
                <a:cubicBezTo>
                  <a:pt x="136" y="16"/>
                  <a:pt x="136" y="16"/>
                  <a:pt x="136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2"/>
                  <a:pt x="38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16"/>
                  <a:pt x="32" y="16"/>
                  <a:pt x="32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64"/>
                  <a:pt x="8" y="64"/>
                  <a:pt x="8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160"/>
                </a:lnTo>
                <a:close/>
                <a:moveTo>
                  <a:pt x="168" y="56"/>
                </a:moveTo>
                <a:cubicBezTo>
                  <a:pt x="8" y="56"/>
                  <a:pt x="8" y="56"/>
                  <a:pt x="8" y="56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28"/>
                  <a:pt x="12" y="24"/>
                  <a:pt x="16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8"/>
                  <a:pt x="34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24"/>
                  <a:pt x="40" y="24"/>
                  <a:pt x="40" y="24"/>
                </a:cubicBezTo>
                <a:cubicBezTo>
                  <a:pt x="136" y="24"/>
                  <a:pt x="136" y="24"/>
                  <a:pt x="136" y="24"/>
                </a:cubicBezTo>
                <a:cubicBezTo>
                  <a:pt x="136" y="36"/>
                  <a:pt x="136" y="36"/>
                  <a:pt x="136" y="36"/>
                </a:cubicBezTo>
                <a:cubicBezTo>
                  <a:pt x="136" y="38"/>
                  <a:pt x="138" y="40"/>
                  <a:pt x="140" y="40"/>
                </a:cubicBezTo>
                <a:cubicBezTo>
                  <a:pt x="142" y="40"/>
                  <a:pt x="144" y="38"/>
                  <a:pt x="144" y="36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56"/>
                </a:lnTo>
                <a:close/>
                <a:moveTo>
                  <a:pt x="116" y="148"/>
                </a:moveTo>
                <a:cubicBezTo>
                  <a:pt x="124" y="148"/>
                  <a:pt x="124" y="148"/>
                  <a:pt x="124" y="148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18" y="86"/>
                  <a:pt x="117" y="88"/>
                  <a:pt x="116" y="90"/>
                </a:cubicBezTo>
                <a:cubicBezTo>
                  <a:pt x="115" y="91"/>
                  <a:pt x="113" y="92"/>
                  <a:pt x="112" y="93"/>
                </a:cubicBezTo>
                <a:cubicBezTo>
                  <a:pt x="110" y="94"/>
                  <a:pt x="108" y="95"/>
                  <a:pt x="106" y="95"/>
                </a:cubicBezTo>
                <a:cubicBezTo>
                  <a:pt x="104" y="96"/>
                  <a:pt x="102" y="96"/>
                  <a:pt x="100" y="96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16" y="102"/>
                  <a:pt x="116" y="102"/>
                  <a:pt x="116" y="102"/>
                </a:cubicBezTo>
                <a:lnTo>
                  <a:pt x="116" y="148"/>
                </a:lnTo>
                <a:close/>
                <a:moveTo>
                  <a:pt x="78" y="139"/>
                </a:moveTo>
                <a:cubicBezTo>
                  <a:pt x="77" y="140"/>
                  <a:pt x="75" y="141"/>
                  <a:pt x="74" y="141"/>
                </a:cubicBezTo>
                <a:cubicBezTo>
                  <a:pt x="72" y="142"/>
                  <a:pt x="70" y="142"/>
                  <a:pt x="69" y="142"/>
                </a:cubicBezTo>
                <a:cubicBezTo>
                  <a:pt x="64" y="142"/>
                  <a:pt x="61" y="141"/>
                  <a:pt x="59" y="138"/>
                </a:cubicBezTo>
                <a:cubicBezTo>
                  <a:pt x="57" y="136"/>
                  <a:pt x="55" y="132"/>
                  <a:pt x="55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31"/>
                  <a:pt x="48" y="134"/>
                  <a:pt x="49" y="137"/>
                </a:cubicBezTo>
                <a:cubicBezTo>
                  <a:pt x="50" y="140"/>
                  <a:pt x="52" y="142"/>
                  <a:pt x="53" y="143"/>
                </a:cubicBezTo>
                <a:cubicBezTo>
                  <a:pt x="55" y="145"/>
                  <a:pt x="57" y="147"/>
                  <a:pt x="60" y="148"/>
                </a:cubicBezTo>
                <a:cubicBezTo>
                  <a:pt x="63" y="148"/>
                  <a:pt x="65" y="149"/>
                  <a:pt x="69" y="149"/>
                </a:cubicBezTo>
                <a:cubicBezTo>
                  <a:pt x="71" y="149"/>
                  <a:pt x="74" y="148"/>
                  <a:pt x="77" y="148"/>
                </a:cubicBezTo>
                <a:cubicBezTo>
                  <a:pt x="79" y="147"/>
                  <a:pt x="82" y="146"/>
                  <a:pt x="84" y="144"/>
                </a:cubicBezTo>
                <a:cubicBezTo>
                  <a:pt x="86" y="142"/>
                  <a:pt x="87" y="140"/>
                  <a:pt x="88" y="138"/>
                </a:cubicBezTo>
                <a:cubicBezTo>
                  <a:pt x="89" y="135"/>
                  <a:pt x="90" y="133"/>
                  <a:pt x="90" y="129"/>
                </a:cubicBezTo>
                <a:cubicBezTo>
                  <a:pt x="90" y="126"/>
                  <a:pt x="89" y="122"/>
                  <a:pt x="87" y="119"/>
                </a:cubicBezTo>
                <a:cubicBezTo>
                  <a:pt x="85" y="117"/>
                  <a:pt x="83" y="115"/>
                  <a:pt x="79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81" y="112"/>
                  <a:pt x="83" y="111"/>
                  <a:pt x="85" y="109"/>
                </a:cubicBezTo>
                <a:cubicBezTo>
                  <a:pt x="87" y="106"/>
                  <a:pt x="87" y="104"/>
                  <a:pt x="87" y="101"/>
                </a:cubicBezTo>
                <a:cubicBezTo>
                  <a:pt x="87" y="98"/>
                  <a:pt x="87" y="95"/>
                  <a:pt x="86" y="93"/>
                </a:cubicBezTo>
                <a:cubicBezTo>
                  <a:pt x="85" y="91"/>
                  <a:pt x="84" y="89"/>
                  <a:pt x="82" y="88"/>
                </a:cubicBezTo>
                <a:cubicBezTo>
                  <a:pt x="80" y="86"/>
                  <a:pt x="78" y="85"/>
                  <a:pt x="76" y="85"/>
                </a:cubicBezTo>
                <a:cubicBezTo>
                  <a:pt x="74" y="84"/>
                  <a:pt x="71" y="84"/>
                  <a:pt x="68" y="84"/>
                </a:cubicBezTo>
                <a:cubicBezTo>
                  <a:pt x="65" y="84"/>
                  <a:pt x="63" y="84"/>
                  <a:pt x="60" y="85"/>
                </a:cubicBezTo>
                <a:cubicBezTo>
                  <a:pt x="58" y="86"/>
                  <a:pt x="56" y="88"/>
                  <a:pt x="54" y="89"/>
                </a:cubicBezTo>
                <a:cubicBezTo>
                  <a:pt x="53" y="91"/>
                  <a:pt x="51" y="93"/>
                  <a:pt x="51" y="96"/>
                </a:cubicBezTo>
                <a:cubicBezTo>
                  <a:pt x="50" y="98"/>
                  <a:pt x="49" y="101"/>
                  <a:pt x="49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03"/>
                  <a:pt x="57" y="101"/>
                  <a:pt x="57" y="99"/>
                </a:cubicBezTo>
                <a:cubicBezTo>
                  <a:pt x="58" y="97"/>
                  <a:pt x="58" y="96"/>
                  <a:pt x="59" y="95"/>
                </a:cubicBezTo>
                <a:cubicBezTo>
                  <a:pt x="60" y="93"/>
                  <a:pt x="62" y="92"/>
                  <a:pt x="63" y="92"/>
                </a:cubicBezTo>
                <a:cubicBezTo>
                  <a:pt x="65" y="91"/>
                  <a:pt x="66" y="90"/>
                  <a:pt x="68" y="90"/>
                </a:cubicBezTo>
                <a:cubicBezTo>
                  <a:pt x="72" y="90"/>
                  <a:pt x="74" y="91"/>
                  <a:pt x="76" y="93"/>
                </a:cubicBezTo>
                <a:cubicBezTo>
                  <a:pt x="78" y="95"/>
                  <a:pt x="79" y="97"/>
                  <a:pt x="79" y="101"/>
                </a:cubicBezTo>
                <a:cubicBezTo>
                  <a:pt x="79" y="102"/>
                  <a:pt x="79" y="104"/>
                  <a:pt x="78" y="105"/>
                </a:cubicBezTo>
                <a:cubicBezTo>
                  <a:pt x="78" y="107"/>
                  <a:pt x="77" y="108"/>
                  <a:pt x="76" y="109"/>
                </a:cubicBezTo>
                <a:cubicBezTo>
                  <a:pt x="75" y="109"/>
                  <a:pt x="74" y="110"/>
                  <a:pt x="72" y="111"/>
                </a:cubicBezTo>
                <a:cubicBezTo>
                  <a:pt x="71" y="111"/>
                  <a:pt x="69" y="111"/>
                  <a:pt x="68" y="111"/>
                </a:cubicBezTo>
                <a:cubicBezTo>
                  <a:pt x="65" y="111"/>
                  <a:pt x="65" y="111"/>
                  <a:pt x="65" y="111"/>
                </a:cubicBezTo>
                <a:cubicBezTo>
                  <a:pt x="65" y="111"/>
                  <a:pt x="65" y="111"/>
                  <a:pt x="64" y="111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66" y="118"/>
                  <a:pt x="67" y="117"/>
                  <a:pt x="69" y="117"/>
                </a:cubicBezTo>
                <a:cubicBezTo>
                  <a:pt x="71" y="117"/>
                  <a:pt x="72" y="118"/>
                  <a:pt x="74" y="118"/>
                </a:cubicBezTo>
                <a:cubicBezTo>
                  <a:pt x="76" y="119"/>
                  <a:pt x="77" y="120"/>
                  <a:pt x="78" y="121"/>
                </a:cubicBezTo>
                <a:cubicBezTo>
                  <a:pt x="79" y="122"/>
                  <a:pt x="80" y="123"/>
                  <a:pt x="81" y="124"/>
                </a:cubicBezTo>
                <a:cubicBezTo>
                  <a:pt x="82" y="126"/>
                  <a:pt x="82" y="128"/>
                  <a:pt x="82" y="130"/>
                </a:cubicBezTo>
                <a:cubicBezTo>
                  <a:pt x="82" y="132"/>
                  <a:pt x="82" y="133"/>
                  <a:pt x="81" y="135"/>
                </a:cubicBezTo>
                <a:cubicBezTo>
                  <a:pt x="80" y="137"/>
                  <a:pt x="79" y="138"/>
                  <a:pt x="78" y="139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60"/>
          <p:cNvSpPr>
            <a:spLocks noEditPoints="1"/>
          </p:cNvSpPr>
          <p:nvPr/>
        </p:nvSpPr>
        <p:spPr bwMode="auto">
          <a:xfrm>
            <a:off x="6643368" y="3019772"/>
            <a:ext cx="334275" cy="334275"/>
          </a:xfrm>
          <a:custGeom>
            <a:avLst/>
            <a:gdLst>
              <a:gd name="T0" fmla="*/ 92 w 176"/>
              <a:gd name="T1" fmla="*/ 108 h 176"/>
              <a:gd name="T2" fmla="*/ 108 w 176"/>
              <a:gd name="T3" fmla="*/ 124 h 176"/>
              <a:gd name="T4" fmla="*/ 108 w 176"/>
              <a:gd name="T5" fmla="*/ 80 h 176"/>
              <a:gd name="T6" fmla="*/ 92 w 176"/>
              <a:gd name="T7" fmla="*/ 96 h 176"/>
              <a:gd name="T8" fmla="*/ 108 w 176"/>
              <a:gd name="T9" fmla="*/ 80 h 176"/>
              <a:gd name="T10" fmla="*/ 92 w 176"/>
              <a:gd name="T11" fmla="*/ 136 h 176"/>
              <a:gd name="T12" fmla="*/ 108 w 176"/>
              <a:gd name="T13" fmla="*/ 152 h 176"/>
              <a:gd name="T14" fmla="*/ 132 w 176"/>
              <a:gd name="T15" fmla="*/ 80 h 176"/>
              <a:gd name="T16" fmla="*/ 116 w 176"/>
              <a:gd name="T17" fmla="*/ 96 h 176"/>
              <a:gd name="T18" fmla="*/ 132 w 176"/>
              <a:gd name="T19" fmla="*/ 80 h 176"/>
              <a:gd name="T20" fmla="*/ 140 w 176"/>
              <a:gd name="T21" fmla="*/ 80 h 176"/>
              <a:gd name="T22" fmla="*/ 156 w 176"/>
              <a:gd name="T23" fmla="*/ 96 h 176"/>
              <a:gd name="T24" fmla="*/ 132 w 176"/>
              <a:gd name="T25" fmla="*/ 108 h 176"/>
              <a:gd name="T26" fmla="*/ 116 w 176"/>
              <a:gd name="T27" fmla="*/ 124 h 176"/>
              <a:gd name="T28" fmla="*/ 132 w 176"/>
              <a:gd name="T29" fmla="*/ 108 h 176"/>
              <a:gd name="T30" fmla="*/ 140 w 176"/>
              <a:gd name="T31" fmla="*/ 108 h 176"/>
              <a:gd name="T32" fmla="*/ 156 w 176"/>
              <a:gd name="T33" fmla="*/ 124 h 176"/>
              <a:gd name="T34" fmla="*/ 84 w 176"/>
              <a:gd name="T35" fmla="*/ 108 h 176"/>
              <a:gd name="T36" fmla="*/ 68 w 176"/>
              <a:gd name="T37" fmla="*/ 124 h 176"/>
              <a:gd name="T38" fmla="*/ 84 w 176"/>
              <a:gd name="T39" fmla="*/ 108 h 176"/>
              <a:gd name="T40" fmla="*/ 68 w 176"/>
              <a:gd name="T41" fmla="*/ 80 h 176"/>
              <a:gd name="T42" fmla="*/ 84 w 176"/>
              <a:gd name="T43" fmla="*/ 96 h 176"/>
              <a:gd name="T44" fmla="*/ 84 w 176"/>
              <a:gd name="T45" fmla="*/ 136 h 176"/>
              <a:gd name="T46" fmla="*/ 68 w 176"/>
              <a:gd name="T47" fmla="*/ 152 h 176"/>
              <a:gd name="T48" fmla="*/ 84 w 176"/>
              <a:gd name="T49" fmla="*/ 136 h 176"/>
              <a:gd name="T50" fmla="*/ 20 w 176"/>
              <a:gd name="T51" fmla="*/ 108 h 176"/>
              <a:gd name="T52" fmla="*/ 36 w 176"/>
              <a:gd name="T53" fmla="*/ 124 h 176"/>
              <a:gd name="T54" fmla="*/ 36 w 176"/>
              <a:gd name="T55" fmla="*/ 80 h 176"/>
              <a:gd name="T56" fmla="*/ 20 w 176"/>
              <a:gd name="T57" fmla="*/ 96 h 176"/>
              <a:gd name="T58" fmla="*/ 36 w 176"/>
              <a:gd name="T59" fmla="*/ 80 h 176"/>
              <a:gd name="T60" fmla="*/ 144 w 176"/>
              <a:gd name="T61" fmla="*/ 16 h 176"/>
              <a:gd name="T62" fmla="*/ 140 w 176"/>
              <a:gd name="T63" fmla="*/ 0 h 176"/>
              <a:gd name="T64" fmla="*/ 136 w 176"/>
              <a:gd name="T65" fmla="*/ 16 h 176"/>
              <a:gd name="T66" fmla="*/ 40 w 176"/>
              <a:gd name="T67" fmla="*/ 4 h 176"/>
              <a:gd name="T68" fmla="*/ 32 w 176"/>
              <a:gd name="T69" fmla="*/ 4 h 176"/>
              <a:gd name="T70" fmla="*/ 16 w 176"/>
              <a:gd name="T71" fmla="*/ 16 h 176"/>
              <a:gd name="T72" fmla="*/ 0 w 176"/>
              <a:gd name="T73" fmla="*/ 160 h 176"/>
              <a:gd name="T74" fmla="*/ 160 w 176"/>
              <a:gd name="T75" fmla="*/ 176 h 176"/>
              <a:gd name="T76" fmla="*/ 176 w 176"/>
              <a:gd name="T77" fmla="*/ 32 h 176"/>
              <a:gd name="T78" fmla="*/ 168 w 176"/>
              <a:gd name="T79" fmla="*/ 160 h 176"/>
              <a:gd name="T80" fmla="*/ 16 w 176"/>
              <a:gd name="T81" fmla="*/ 168 h 176"/>
              <a:gd name="T82" fmla="*/ 8 w 176"/>
              <a:gd name="T83" fmla="*/ 64 h 176"/>
              <a:gd name="T84" fmla="*/ 168 w 176"/>
              <a:gd name="T85" fmla="*/ 160 h 176"/>
              <a:gd name="T86" fmla="*/ 8 w 176"/>
              <a:gd name="T87" fmla="*/ 56 h 176"/>
              <a:gd name="T88" fmla="*/ 16 w 176"/>
              <a:gd name="T89" fmla="*/ 24 h 176"/>
              <a:gd name="T90" fmla="*/ 32 w 176"/>
              <a:gd name="T91" fmla="*/ 36 h 176"/>
              <a:gd name="T92" fmla="*/ 40 w 176"/>
              <a:gd name="T93" fmla="*/ 36 h 176"/>
              <a:gd name="T94" fmla="*/ 136 w 176"/>
              <a:gd name="T95" fmla="*/ 24 h 176"/>
              <a:gd name="T96" fmla="*/ 140 w 176"/>
              <a:gd name="T97" fmla="*/ 40 h 176"/>
              <a:gd name="T98" fmla="*/ 144 w 176"/>
              <a:gd name="T99" fmla="*/ 24 h 176"/>
              <a:gd name="T100" fmla="*/ 168 w 176"/>
              <a:gd name="T101" fmla="*/ 32 h 176"/>
              <a:gd name="T102" fmla="*/ 36 w 176"/>
              <a:gd name="T103" fmla="*/ 136 h 176"/>
              <a:gd name="T104" fmla="*/ 20 w 176"/>
              <a:gd name="T105" fmla="*/ 152 h 176"/>
              <a:gd name="T106" fmla="*/ 36 w 176"/>
              <a:gd name="T107" fmla="*/ 136 h 176"/>
              <a:gd name="T108" fmla="*/ 44 w 176"/>
              <a:gd name="T109" fmla="*/ 80 h 176"/>
              <a:gd name="T110" fmla="*/ 60 w 176"/>
              <a:gd name="T111" fmla="*/ 96 h 176"/>
              <a:gd name="T112" fmla="*/ 60 w 176"/>
              <a:gd name="T113" fmla="*/ 136 h 176"/>
              <a:gd name="T114" fmla="*/ 44 w 176"/>
              <a:gd name="T115" fmla="*/ 152 h 176"/>
              <a:gd name="T116" fmla="*/ 60 w 176"/>
              <a:gd name="T117" fmla="*/ 136 h 176"/>
              <a:gd name="T118" fmla="*/ 44 w 176"/>
              <a:gd name="T119" fmla="*/ 108 h 176"/>
              <a:gd name="T120" fmla="*/ 60 w 176"/>
              <a:gd name="T121" fmla="*/ 1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08" y="108"/>
                </a:moveTo>
                <a:cubicBezTo>
                  <a:pt x="92" y="108"/>
                  <a:pt x="92" y="108"/>
                  <a:pt x="92" y="108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108" y="124"/>
                  <a:pt x="108" y="124"/>
                  <a:pt x="108" y="124"/>
                </a:cubicBezTo>
                <a:lnTo>
                  <a:pt x="108" y="108"/>
                </a:lnTo>
                <a:close/>
                <a:moveTo>
                  <a:pt x="108" y="80"/>
                </a:moveTo>
                <a:cubicBezTo>
                  <a:pt x="92" y="80"/>
                  <a:pt x="92" y="80"/>
                  <a:pt x="92" y="80"/>
                </a:cubicBezTo>
                <a:cubicBezTo>
                  <a:pt x="92" y="96"/>
                  <a:pt x="92" y="96"/>
                  <a:pt x="92" y="96"/>
                </a:cubicBezTo>
                <a:cubicBezTo>
                  <a:pt x="108" y="96"/>
                  <a:pt x="108" y="96"/>
                  <a:pt x="108" y="96"/>
                </a:cubicBezTo>
                <a:lnTo>
                  <a:pt x="108" y="80"/>
                </a:lnTo>
                <a:close/>
                <a:moveTo>
                  <a:pt x="108" y="136"/>
                </a:moveTo>
                <a:cubicBezTo>
                  <a:pt x="92" y="136"/>
                  <a:pt x="92" y="136"/>
                  <a:pt x="92" y="136"/>
                </a:cubicBezTo>
                <a:cubicBezTo>
                  <a:pt x="92" y="152"/>
                  <a:pt x="92" y="152"/>
                  <a:pt x="92" y="152"/>
                </a:cubicBezTo>
                <a:cubicBezTo>
                  <a:pt x="108" y="152"/>
                  <a:pt x="108" y="152"/>
                  <a:pt x="108" y="152"/>
                </a:cubicBezTo>
                <a:lnTo>
                  <a:pt x="108" y="136"/>
                </a:lnTo>
                <a:close/>
                <a:moveTo>
                  <a:pt x="132" y="80"/>
                </a:moveTo>
                <a:cubicBezTo>
                  <a:pt x="116" y="80"/>
                  <a:pt x="116" y="80"/>
                  <a:pt x="116" y="80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32" y="96"/>
                  <a:pt x="132" y="96"/>
                  <a:pt x="132" y="96"/>
                </a:cubicBezTo>
                <a:lnTo>
                  <a:pt x="132" y="80"/>
                </a:lnTo>
                <a:close/>
                <a:moveTo>
                  <a:pt x="156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56" y="96"/>
                  <a:pt x="156" y="96"/>
                  <a:pt x="156" y="96"/>
                </a:cubicBezTo>
                <a:lnTo>
                  <a:pt x="156" y="80"/>
                </a:lnTo>
                <a:close/>
                <a:moveTo>
                  <a:pt x="132" y="108"/>
                </a:moveTo>
                <a:cubicBezTo>
                  <a:pt x="116" y="108"/>
                  <a:pt x="116" y="108"/>
                  <a:pt x="116" y="108"/>
                </a:cubicBezTo>
                <a:cubicBezTo>
                  <a:pt x="116" y="124"/>
                  <a:pt x="116" y="124"/>
                  <a:pt x="116" y="124"/>
                </a:cubicBezTo>
                <a:cubicBezTo>
                  <a:pt x="132" y="124"/>
                  <a:pt x="132" y="124"/>
                  <a:pt x="132" y="124"/>
                </a:cubicBezTo>
                <a:lnTo>
                  <a:pt x="132" y="108"/>
                </a:lnTo>
                <a:close/>
                <a:moveTo>
                  <a:pt x="156" y="108"/>
                </a:moveTo>
                <a:cubicBezTo>
                  <a:pt x="140" y="108"/>
                  <a:pt x="140" y="108"/>
                  <a:pt x="140" y="108"/>
                </a:cubicBezTo>
                <a:cubicBezTo>
                  <a:pt x="140" y="124"/>
                  <a:pt x="140" y="124"/>
                  <a:pt x="140" y="124"/>
                </a:cubicBezTo>
                <a:cubicBezTo>
                  <a:pt x="156" y="124"/>
                  <a:pt x="156" y="124"/>
                  <a:pt x="156" y="124"/>
                </a:cubicBezTo>
                <a:lnTo>
                  <a:pt x="156" y="108"/>
                </a:lnTo>
                <a:close/>
                <a:moveTo>
                  <a:pt x="84" y="108"/>
                </a:moveTo>
                <a:cubicBezTo>
                  <a:pt x="68" y="108"/>
                  <a:pt x="68" y="108"/>
                  <a:pt x="68" y="108"/>
                </a:cubicBezTo>
                <a:cubicBezTo>
                  <a:pt x="68" y="124"/>
                  <a:pt x="68" y="124"/>
                  <a:pt x="68" y="124"/>
                </a:cubicBezTo>
                <a:cubicBezTo>
                  <a:pt x="84" y="124"/>
                  <a:pt x="84" y="124"/>
                  <a:pt x="84" y="124"/>
                </a:cubicBezTo>
                <a:lnTo>
                  <a:pt x="84" y="108"/>
                </a:lnTo>
                <a:close/>
                <a:moveTo>
                  <a:pt x="84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96"/>
                  <a:pt x="68" y="96"/>
                  <a:pt x="68" y="96"/>
                </a:cubicBezTo>
                <a:cubicBezTo>
                  <a:pt x="84" y="96"/>
                  <a:pt x="84" y="96"/>
                  <a:pt x="84" y="96"/>
                </a:cubicBezTo>
                <a:lnTo>
                  <a:pt x="84" y="80"/>
                </a:lnTo>
                <a:close/>
                <a:moveTo>
                  <a:pt x="84" y="136"/>
                </a:moveTo>
                <a:cubicBezTo>
                  <a:pt x="68" y="136"/>
                  <a:pt x="68" y="136"/>
                  <a:pt x="68" y="136"/>
                </a:cubicBezTo>
                <a:cubicBezTo>
                  <a:pt x="68" y="152"/>
                  <a:pt x="68" y="152"/>
                  <a:pt x="68" y="152"/>
                </a:cubicBezTo>
                <a:cubicBezTo>
                  <a:pt x="84" y="152"/>
                  <a:pt x="84" y="152"/>
                  <a:pt x="84" y="152"/>
                </a:cubicBezTo>
                <a:lnTo>
                  <a:pt x="84" y="136"/>
                </a:lnTo>
                <a:close/>
                <a:moveTo>
                  <a:pt x="36" y="108"/>
                </a:moveTo>
                <a:cubicBezTo>
                  <a:pt x="20" y="108"/>
                  <a:pt x="20" y="108"/>
                  <a:pt x="20" y="108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36" y="124"/>
                  <a:pt x="36" y="124"/>
                  <a:pt x="36" y="124"/>
                </a:cubicBezTo>
                <a:lnTo>
                  <a:pt x="36" y="108"/>
                </a:lnTo>
                <a:close/>
                <a:moveTo>
                  <a:pt x="36" y="80"/>
                </a:moveTo>
                <a:cubicBezTo>
                  <a:pt x="20" y="80"/>
                  <a:pt x="20" y="80"/>
                  <a:pt x="20" y="80"/>
                </a:cubicBezTo>
                <a:cubicBezTo>
                  <a:pt x="20" y="96"/>
                  <a:pt x="20" y="96"/>
                  <a:pt x="20" y="96"/>
                </a:cubicBezTo>
                <a:cubicBezTo>
                  <a:pt x="36" y="96"/>
                  <a:pt x="36" y="96"/>
                  <a:pt x="36" y="96"/>
                </a:cubicBezTo>
                <a:lnTo>
                  <a:pt x="36" y="80"/>
                </a:lnTo>
                <a:close/>
                <a:moveTo>
                  <a:pt x="160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8" y="0"/>
                  <a:pt x="136" y="2"/>
                  <a:pt x="136" y="4"/>
                </a:cubicBezTo>
                <a:cubicBezTo>
                  <a:pt x="136" y="16"/>
                  <a:pt x="136" y="16"/>
                  <a:pt x="136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2"/>
                  <a:pt x="38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16"/>
                  <a:pt x="32" y="16"/>
                  <a:pt x="32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64"/>
                  <a:pt x="8" y="64"/>
                  <a:pt x="8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160"/>
                </a:lnTo>
                <a:close/>
                <a:moveTo>
                  <a:pt x="168" y="56"/>
                </a:moveTo>
                <a:cubicBezTo>
                  <a:pt x="8" y="56"/>
                  <a:pt x="8" y="56"/>
                  <a:pt x="8" y="56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28"/>
                  <a:pt x="12" y="24"/>
                  <a:pt x="16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8"/>
                  <a:pt x="34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24"/>
                  <a:pt x="40" y="24"/>
                  <a:pt x="40" y="24"/>
                </a:cubicBezTo>
                <a:cubicBezTo>
                  <a:pt x="136" y="24"/>
                  <a:pt x="136" y="24"/>
                  <a:pt x="136" y="24"/>
                </a:cubicBezTo>
                <a:cubicBezTo>
                  <a:pt x="136" y="36"/>
                  <a:pt x="136" y="36"/>
                  <a:pt x="136" y="36"/>
                </a:cubicBezTo>
                <a:cubicBezTo>
                  <a:pt x="136" y="38"/>
                  <a:pt x="138" y="40"/>
                  <a:pt x="140" y="40"/>
                </a:cubicBezTo>
                <a:cubicBezTo>
                  <a:pt x="142" y="40"/>
                  <a:pt x="144" y="38"/>
                  <a:pt x="144" y="36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56"/>
                </a:lnTo>
                <a:close/>
                <a:moveTo>
                  <a:pt x="36" y="136"/>
                </a:moveTo>
                <a:cubicBezTo>
                  <a:pt x="20" y="136"/>
                  <a:pt x="20" y="136"/>
                  <a:pt x="20" y="136"/>
                </a:cubicBezTo>
                <a:cubicBezTo>
                  <a:pt x="20" y="152"/>
                  <a:pt x="20" y="152"/>
                  <a:pt x="20" y="152"/>
                </a:cubicBezTo>
                <a:cubicBezTo>
                  <a:pt x="36" y="152"/>
                  <a:pt x="36" y="152"/>
                  <a:pt x="36" y="152"/>
                </a:cubicBezTo>
                <a:lnTo>
                  <a:pt x="36" y="136"/>
                </a:lnTo>
                <a:close/>
                <a:moveTo>
                  <a:pt x="60" y="80"/>
                </a:moveTo>
                <a:cubicBezTo>
                  <a:pt x="44" y="80"/>
                  <a:pt x="44" y="80"/>
                  <a:pt x="44" y="80"/>
                </a:cubicBezTo>
                <a:cubicBezTo>
                  <a:pt x="44" y="96"/>
                  <a:pt x="44" y="96"/>
                  <a:pt x="44" y="96"/>
                </a:cubicBezTo>
                <a:cubicBezTo>
                  <a:pt x="60" y="96"/>
                  <a:pt x="60" y="96"/>
                  <a:pt x="60" y="96"/>
                </a:cubicBezTo>
                <a:lnTo>
                  <a:pt x="60" y="80"/>
                </a:lnTo>
                <a:close/>
                <a:moveTo>
                  <a:pt x="60" y="136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60" y="152"/>
                  <a:pt x="60" y="152"/>
                  <a:pt x="60" y="152"/>
                </a:cubicBezTo>
                <a:lnTo>
                  <a:pt x="60" y="136"/>
                </a:lnTo>
                <a:close/>
                <a:moveTo>
                  <a:pt x="60" y="108"/>
                </a:moveTo>
                <a:cubicBezTo>
                  <a:pt x="44" y="108"/>
                  <a:pt x="44" y="108"/>
                  <a:pt x="44" y="108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60" y="124"/>
                  <a:pt x="60" y="124"/>
                  <a:pt x="60" y="124"/>
                </a:cubicBezTo>
                <a:lnTo>
                  <a:pt x="60" y="10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61"/>
          <p:cNvSpPr>
            <a:spLocks noEditPoints="1"/>
          </p:cNvSpPr>
          <p:nvPr/>
        </p:nvSpPr>
        <p:spPr bwMode="auto">
          <a:xfrm>
            <a:off x="7282709" y="3019772"/>
            <a:ext cx="334275" cy="334275"/>
          </a:xfrm>
          <a:custGeom>
            <a:avLst/>
            <a:gdLst>
              <a:gd name="T0" fmla="*/ 176 w 176"/>
              <a:gd name="T1" fmla="*/ 68 h 176"/>
              <a:gd name="T2" fmla="*/ 174 w 176"/>
              <a:gd name="T3" fmla="*/ 49 h 176"/>
              <a:gd name="T4" fmla="*/ 90 w 176"/>
              <a:gd name="T5" fmla="*/ 1 h 176"/>
              <a:gd name="T6" fmla="*/ 88 w 176"/>
              <a:gd name="T7" fmla="*/ 0 h 176"/>
              <a:gd name="T8" fmla="*/ 86 w 176"/>
              <a:gd name="T9" fmla="*/ 1 h 176"/>
              <a:gd name="T10" fmla="*/ 2 w 176"/>
              <a:gd name="T11" fmla="*/ 49 h 176"/>
              <a:gd name="T12" fmla="*/ 0 w 176"/>
              <a:gd name="T13" fmla="*/ 68 h 176"/>
              <a:gd name="T14" fmla="*/ 16 w 176"/>
              <a:gd name="T15" fmla="*/ 72 h 176"/>
              <a:gd name="T16" fmla="*/ 12 w 176"/>
              <a:gd name="T17" fmla="*/ 144 h 176"/>
              <a:gd name="T18" fmla="*/ 8 w 176"/>
              <a:gd name="T19" fmla="*/ 147 h 176"/>
              <a:gd name="T20" fmla="*/ 0 w 176"/>
              <a:gd name="T21" fmla="*/ 171 h 176"/>
              <a:gd name="T22" fmla="*/ 4 w 176"/>
              <a:gd name="T23" fmla="*/ 176 h 176"/>
              <a:gd name="T24" fmla="*/ 176 w 176"/>
              <a:gd name="T25" fmla="*/ 172 h 176"/>
              <a:gd name="T26" fmla="*/ 176 w 176"/>
              <a:gd name="T27" fmla="*/ 171 h 176"/>
              <a:gd name="T28" fmla="*/ 168 w 176"/>
              <a:gd name="T29" fmla="*/ 147 h 176"/>
              <a:gd name="T30" fmla="*/ 160 w 176"/>
              <a:gd name="T31" fmla="*/ 144 h 176"/>
              <a:gd name="T32" fmla="*/ 172 w 176"/>
              <a:gd name="T33" fmla="*/ 72 h 176"/>
              <a:gd name="T34" fmla="*/ 157 w 176"/>
              <a:gd name="T35" fmla="*/ 48 h 176"/>
              <a:gd name="T36" fmla="*/ 88 w 176"/>
              <a:gd name="T37" fmla="*/ 9 h 176"/>
              <a:gd name="T38" fmla="*/ 166 w 176"/>
              <a:gd name="T39" fmla="*/ 168 h 176"/>
              <a:gd name="T40" fmla="*/ 15 w 176"/>
              <a:gd name="T41" fmla="*/ 152 h 176"/>
              <a:gd name="T42" fmla="*/ 24 w 176"/>
              <a:gd name="T43" fmla="*/ 72 h 176"/>
              <a:gd name="T44" fmla="*/ 40 w 176"/>
              <a:gd name="T45" fmla="*/ 144 h 176"/>
              <a:gd name="T46" fmla="*/ 24 w 176"/>
              <a:gd name="T47" fmla="*/ 72 h 176"/>
              <a:gd name="T48" fmla="*/ 64 w 176"/>
              <a:gd name="T49" fmla="*/ 72 h 176"/>
              <a:gd name="T50" fmla="*/ 48 w 176"/>
              <a:gd name="T51" fmla="*/ 144 h 176"/>
              <a:gd name="T52" fmla="*/ 72 w 176"/>
              <a:gd name="T53" fmla="*/ 72 h 176"/>
              <a:gd name="T54" fmla="*/ 104 w 176"/>
              <a:gd name="T55" fmla="*/ 144 h 176"/>
              <a:gd name="T56" fmla="*/ 72 w 176"/>
              <a:gd name="T57" fmla="*/ 72 h 176"/>
              <a:gd name="T58" fmla="*/ 128 w 176"/>
              <a:gd name="T59" fmla="*/ 72 h 176"/>
              <a:gd name="T60" fmla="*/ 112 w 176"/>
              <a:gd name="T61" fmla="*/ 144 h 176"/>
              <a:gd name="T62" fmla="*/ 136 w 176"/>
              <a:gd name="T63" fmla="*/ 72 h 176"/>
              <a:gd name="T64" fmla="*/ 152 w 176"/>
              <a:gd name="T65" fmla="*/ 144 h 176"/>
              <a:gd name="T66" fmla="*/ 136 w 176"/>
              <a:gd name="T67" fmla="*/ 72 h 176"/>
              <a:gd name="T68" fmla="*/ 168 w 176"/>
              <a:gd name="T69" fmla="*/ 56 h 176"/>
              <a:gd name="T70" fmla="*/ 8 w 176"/>
              <a:gd name="T71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72" y="72"/>
                </a:moveTo>
                <a:cubicBezTo>
                  <a:pt x="174" y="72"/>
                  <a:pt x="176" y="70"/>
                  <a:pt x="176" y="68"/>
                </a:cubicBezTo>
                <a:cubicBezTo>
                  <a:pt x="176" y="52"/>
                  <a:pt x="176" y="52"/>
                  <a:pt x="176" y="52"/>
                </a:cubicBezTo>
                <a:cubicBezTo>
                  <a:pt x="176" y="51"/>
                  <a:pt x="175" y="49"/>
                  <a:pt x="174" y="49"/>
                </a:cubicBezTo>
                <a:cubicBezTo>
                  <a:pt x="174" y="49"/>
                  <a:pt x="174" y="49"/>
                  <a:pt x="174" y="49"/>
                </a:cubicBezTo>
                <a:cubicBezTo>
                  <a:pt x="90" y="1"/>
                  <a:pt x="90" y="1"/>
                  <a:pt x="90" y="1"/>
                </a:cubicBezTo>
                <a:cubicBezTo>
                  <a:pt x="90" y="1"/>
                  <a:pt x="90" y="1"/>
                  <a:pt x="90" y="1"/>
                </a:cubicBezTo>
                <a:cubicBezTo>
                  <a:pt x="89" y="0"/>
                  <a:pt x="89" y="0"/>
                  <a:pt x="88" y="0"/>
                </a:cubicBezTo>
                <a:cubicBezTo>
                  <a:pt x="87" y="0"/>
                  <a:pt x="87" y="0"/>
                  <a:pt x="86" y="1"/>
                </a:cubicBezTo>
                <a:cubicBezTo>
                  <a:pt x="86" y="1"/>
                  <a:pt x="86" y="1"/>
                  <a:pt x="86" y="1"/>
                </a:cubicBezTo>
                <a:cubicBezTo>
                  <a:pt x="2" y="49"/>
                  <a:pt x="2" y="49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9"/>
                  <a:pt x="0" y="51"/>
                  <a:pt x="0" y="5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0"/>
                  <a:pt x="2" y="72"/>
                  <a:pt x="4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0" y="144"/>
                  <a:pt x="9" y="145"/>
                  <a:pt x="8" y="147"/>
                </a:cubicBezTo>
                <a:cubicBezTo>
                  <a:pt x="8" y="147"/>
                  <a:pt x="8" y="147"/>
                  <a:pt x="8" y="147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2"/>
                  <a:pt x="176" y="171"/>
                  <a:pt x="176" y="171"/>
                </a:cubicBezTo>
                <a:cubicBezTo>
                  <a:pt x="176" y="171"/>
                  <a:pt x="176" y="171"/>
                  <a:pt x="176" y="171"/>
                </a:cubicBezTo>
                <a:cubicBezTo>
                  <a:pt x="168" y="147"/>
                  <a:pt x="168" y="147"/>
                  <a:pt x="168" y="147"/>
                </a:cubicBezTo>
                <a:cubicBezTo>
                  <a:pt x="168" y="147"/>
                  <a:pt x="168" y="147"/>
                  <a:pt x="168" y="147"/>
                </a:cubicBezTo>
                <a:cubicBezTo>
                  <a:pt x="167" y="145"/>
                  <a:pt x="166" y="144"/>
                  <a:pt x="164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0" y="72"/>
                  <a:pt x="160" y="72"/>
                  <a:pt x="160" y="72"/>
                </a:cubicBezTo>
                <a:lnTo>
                  <a:pt x="172" y="72"/>
                </a:lnTo>
                <a:close/>
                <a:moveTo>
                  <a:pt x="88" y="9"/>
                </a:moveTo>
                <a:cubicBezTo>
                  <a:pt x="157" y="48"/>
                  <a:pt x="157" y="48"/>
                  <a:pt x="157" y="48"/>
                </a:cubicBezTo>
                <a:cubicBezTo>
                  <a:pt x="19" y="48"/>
                  <a:pt x="19" y="48"/>
                  <a:pt x="19" y="48"/>
                </a:cubicBezTo>
                <a:lnTo>
                  <a:pt x="88" y="9"/>
                </a:lnTo>
                <a:close/>
                <a:moveTo>
                  <a:pt x="161" y="152"/>
                </a:moveTo>
                <a:cubicBezTo>
                  <a:pt x="166" y="168"/>
                  <a:pt x="166" y="168"/>
                  <a:pt x="166" y="168"/>
                </a:cubicBezTo>
                <a:cubicBezTo>
                  <a:pt x="10" y="168"/>
                  <a:pt x="10" y="168"/>
                  <a:pt x="10" y="168"/>
                </a:cubicBezTo>
                <a:cubicBezTo>
                  <a:pt x="15" y="152"/>
                  <a:pt x="15" y="152"/>
                  <a:pt x="15" y="152"/>
                </a:cubicBezTo>
                <a:lnTo>
                  <a:pt x="161" y="152"/>
                </a:lnTo>
                <a:close/>
                <a:moveTo>
                  <a:pt x="24" y="72"/>
                </a:moveTo>
                <a:cubicBezTo>
                  <a:pt x="40" y="72"/>
                  <a:pt x="40" y="72"/>
                  <a:pt x="40" y="72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72"/>
                </a:lnTo>
                <a:close/>
                <a:moveTo>
                  <a:pt x="48" y="72"/>
                </a:moveTo>
                <a:cubicBezTo>
                  <a:pt x="64" y="72"/>
                  <a:pt x="64" y="72"/>
                  <a:pt x="64" y="72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48" y="72"/>
                </a:lnTo>
                <a:close/>
                <a:moveTo>
                  <a:pt x="72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72" y="144"/>
                  <a:pt x="72" y="144"/>
                  <a:pt x="72" y="144"/>
                </a:cubicBezTo>
                <a:lnTo>
                  <a:pt x="72" y="72"/>
                </a:lnTo>
                <a:close/>
                <a:moveTo>
                  <a:pt x="112" y="72"/>
                </a:moveTo>
                <a:cubicBezTo>
                  <a:pt x="128" y="72"/>
                  <a:pt x="128" y="72"/>
                  <a:pt x="128" y="72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12" y="144"/>
                  <a:pt x="112" y="144"/>
                  <a:pt x="112" y="144"/>
                </a:cubicBezTo>
                <a:lnTo>
                  <a:pt x="112" y="72"/>
                </a:lnTo>
                <a:close/>
                <a:moveTo>
                  <a:pt x="136" y="72"/>
                </a:moveTo>
                <a:cubicBezTo>
                  <a:pt x="152" y="72"/>
                  <a:pt x="152" y="72"/>
                  <a:pt x="152" y="72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36" y="144"/>
                  <a:pt x="136" y="144"/>
                  <a:pt x="136" y="144"/>
                </a:cubicBezTo>
                <a:lnTo>
                  <a:pt x="136" y="72"/>
                </a:lnTo>
                <a:close/>
                <a:moveTo>
                  <a:pt x="8" y="56"/>
                </a:moveTo>
                <a:cubicBezTo>
                  <a:pt x="168" y="56"/>
                  <a:pt x="168" y="56"/>
                  <a:pt x="168" y="56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8" y="64"/>
                  <a:pt x="8" y="64"/>
                  <a:pt x="8" y="64"/>
                </a:cubicBezTo>
                <a:lnTo>
                  <a:pt x="8" y="5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62"/>
          <p:cNvSpPr>
            <a:spLocks noEditPoints="1"/>
          </p:cNvSpPr>
          <p:nvPr/>
        </p:nvSpPr>
        <p:spPr bwMode="auto">
          <a:xfrm>
            <a:off x="1530260" y="3689944"/>
            <a:ext cx="335898" cy="272612"/>
          </a:xfrm>
          <a:custGeom>
            <a:avLst/>
            <a:gdLst>
              <a:gd name="T0" fmla="*/ 88 w 176"/>
              <a:gd name="T1" fmla="*/ 40 h 144"/>
              <a:gd name="T2" fmla="*/ 80 w 176"/>
              <a:gd name="T3" fmla="*/ 48 h 144"/>
              <a:gd name="T4" fmla="*/ 84 w 176"/>
              <a:gd name="T5" fmla="*/ 92 h 144"/>
              <a:gd name="T6" fmla="*/ 88 w 176"/>
              <a:gd name="T7" fmla="*/ 96 h 144"/>
              <a:gd name="T8" fmla="*/ 92 w 176"/>
              <a:gd name="T9" fmla="*/ 92 h 144"/>
              <a:gd name="T10" fmla="*/ 96 w 176"/>
              <a:gd name="T11" fmla="*/ 48 h 144"/>
              <a:gd name="T12" fmla="*/ 88 w 176"/>
              <a:gd name="T13" fmla="*/ 40 h 144"/>
              <a:gd name="T14" fmla="*/ 88 w 176"/>
              <a:gd name="T15" fmla="*/ 104 h 144"/>
              <a:gd name="T16" fmla="*/ 80 w 176"/>
              <a:gd name="T17" fmla="*/ 112 h 144"/>
              <a:gd name="T18" fmla="*/ 88 w 176"/>
              <a:gd name="T19" fmla="*/ 120 h 144"/>
              <a:gd name="T20" fmla="*/ 96 w 176"/>
              <a:gd name="T21" fmla="*/ 112 h 144"/>
              <a:gd name="T22" fmla="*/ 88 w 176"/>
              <a:gd name="T23" fmla="*/ 104 h 144"/>
              <a:gd name="T24" fmla="*/ 174 w 176"/>
              <a:gd name="T25" fmla="*/ 120 h 144"/>
              <a:gd name="T26" fmla="*/ 102 w 176"/>
              <a:gd name="T27" fmla="*/ 8 h 144"/>
              <a:gd name="T28" fmla="*/ 88 w 176"/>
              <a:gd name="T29" fmla="*/ 0 h 144"/>
              <a:gd name="T30" fmla="*/ 74 w 176"/>
              <a:gd name="T31" fmla="*/ 8 h 144"/>
              <a:gd name="T32" fmla="*/ 2 w 176"/>
              <a:gd name="T33" fmla="*/ 120 h 144"/>
              <a:gd name="T34" fmla="*/ 0 w 176"/>
              <a:gd name="T35" fmla="*/ 128 h 144"/>
              <a:gd name="T36" fmla="*/ 16 w 176"/>
              <a:gd name="T37" fmla="*/ 144 h 144"/>
              <a:gd name="T38" fmla="*/ 160 w 176"/>
              <a:gd name="T39" fmla="*/ 144 h 144"/>
              <a:gd name="T40" fmla="*/ 176 w 176"/>
              <a:gd name="T41" fmla="*/ 128 h 144"/>
              <a:gd name="T42" fmla="*/ 174 w 176"/>
              <a:gd name="T43" fmla="*/ 120 h 144"/>
              <a:gd name="T44" fmla="*/ 160 w 176"/>
              <a:gd name="T45" fmla="*/ 136 h 144"/>
              <a:gd name="T46" fmla="*/ 16 w 176"/>
              <a:gd name="T47" fmla="*/ 136 h 144"/>
              <a:gd name="T48" fmla="*/ 8 w 176"/>
              <a:gd name="T49" fmla="*/ 128 h 144"/>
              <a:gd name="T50" fmla="*/ 9 w 176"/>
              <a:gd name="T51" fmla="*/ 125 h 144"/>
              <a:gd name="T52" fmla="*/ 9 w 176"/>
              <a:gd name="T53" fmla="*/ 124 h 144"/>
              <a:gd name="T54" fmla="*/ 81 w 176"/>
              <a:gd name="T55" fmla="*/ 12 h 144"/>
              <a:gd name="T56" fmla="*/ 81 w 176"/>
              <a:gd name="T57" fmla="*/ 12 h 144"/>
              <a:gd name="T58" fmla="*/ 88 w 176"/>
              <a:gd name="T59" fmla="*/ 8 h 144"/>
              <a:gd name="T60" fmla="*/ 95 w 176"/>
              <a:gd name="T61" fmla="*/ 11 h 144"/>
              <a:gd name="T62" fmla="*/ 95 w 176"/>
              <a:gd name="T63" fmla="*/ 12 h 144"/>
              <a:gd name="T64" fmla="*/ 167 w 176"/>
              <a:gd name="T65" fmla="*/ 124 h 144"/>
              <a:gd name="T66" fmla="*/ 168 w 176"/>
              <a:gd name="T67" fmla="*/ 125 h 144"/>
              <a:gd name="T68" fmla="*/ 168 w 176"/>
              <a:gd name="T69" fmla="*/ 128 h 144"/>
              <a:gd name="T70" fmla="*/ 160 w 176"/>
              <a:gd name="T7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44">
                <a:moveTo>
                  <a:pt x="88" y="40"/>
                </a:moveTo>
                <a:cubicBezTo>
                  <a:pt x="84" y="40"/>
                  <a:pt x="80" y="44"/>
                  <a:pt x="80" y="48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4"/>
                  <a:pt x="86" y="96"/>
                  <a:pt x="88" y="96"/>
                </a:cubicBezTo>
                <a:cubicBezTo>
                  <a:pt x="90" y="96"/>
                  <a:pt x="92" y="94"/>
                  <a:pt x="92" y="92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44"/>
                  <a:pt x="92" y="40"/>
                  <a:pt x="88" y="40"/>
                </a:cubicBezTo>
                <a:moveTo>
                  <a:pt x="88" y="104"/>
                </a:moveTo>
                <a:cubicBezTo>
                  <a:pt x="84" y="104"/>
                  <a:pt x="80" y="108"/>
                  <a:pt x="80" y="112"/>
                </a:cubicBezTo>
                <a:cubicBezTo>
                  <a:pt x="80" y="116"/>
                  <a:pt x="84" y="120"/>
                  <a:pt x="88" y="120"/>
                </a:cubicBezTo>
                <a:cubicBezTo>
                  <a:pt x="92" y="120"/>
                  <a:pt x="96" y="116"/>
                  <a:pt x="96" y="112"/>
                </a:cubicBezTo>
                <a:cubicBezTo>
                  <a:pt x="96" y="108"/>
                  <a:pt x="92" y="104"/>
                  <a:pt x="88" y="104"/>
                </a:cubicBezTo>
                <a:moveTo>
                  <a:pt x="174" y="120"/>
                </a:moveTo>
                <a:cubicBezTo>
                  <a:pt x="102" y="8"/>
                  <a:pt x="102" y="8"/>
                  <a:pt x="102" y="8"/>
                </a:cubicBezTo>
                <a:cubicBezTo>
                  <a:pt x="102" y="8"/>
                  <a:pt x="98" y="0"/>
                  <a:pt x="88" y="0"/>
                </a:cubicBezTo>
                <a:cubicBezTo>
                  <a:pt x="78" y="0"/>
                  <a:pt x="74" y="8"/>
                  <a:pt x="74" y="8"/>
                </a:cubicBezTo>
                <a:cubicBezTo>
                  <a:pt x="2" y="120"/>
                  <a:pt x="2" y="120"/>
                  <a:pt x="2" y="120"/>
                </a:cubicBezTo>
                <a:cubicBezTo>
                  <a:pt x="2" y="120"/>
                  <a:pt x="0" y="123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22"/>
                  <a:pt x="174" y="120"/>
                  <a:pt x="174" y="120"/>
                </a:cubicBezTo>
                <a:moveTo>
                  <a:pt x="160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126"/>
                  <a:pt x="8" y="125"/>
                  <a:pt x="9" y="125"/>
                </a:cubicBezTo>
                <a:cubicBezTo>
                  <a:pt x="9" y="125"/>
                  <a:pt x="9" y="125"/>
                  <a:pt x="9" y="124"/>
                </a:cubicBezTo>
                <a:cubicBezTo>
                  <a:pt x="81" y="12"/>
                  <a:pt x="81" y="12"/>
                  <a:pt x="81" y="12"/>
                </a:cubicBezTo>
                <a:cubicBezTo>
                  <a:pt x="81" y="12"/>
                  <a:pt x="81" y="12"/>
                  <a:pt x="81" y="12"/>
                </a:cubicBezTo>
                <a:cubicBezTo>
                  <a:pt x="81" y="12"/>
                  <a:pt x="83" y="8"/>
                  <a:pt x="88" y="8"/>
                </a:cubicBezTo>
                <a:cubicBezTo>
                  <a:pt x="93" y="8"/>
                  <a:pt x="94" y="11"/>
                  <a:pt x="95" y="11"/>
                </a:cubicBezTo>
                <a:cubicBezTo>
                  <a:pt x="95" y="12"/>
                  <a:pt x="95" y="12"/>
                  <a:pt x="95" y="12"/>
                </a:cubicBezTo>
                <a:cubicBezTo>
                  <a:pt x="167" y="124"/>
                  <a:pt x="167" y="124"/>
                  <a:pt x="167" y="124"/>
                </a:cubicBezTo>
                <a:cubicBezTo>
                  <a:pt x="167" y="125"/>
                  <a:pt x="167" y="125"/>
                  <a:pt x="168" y="125"/>
                </a:cubicBezTo>
                <a:cubicBezTo>
                  <a:pt x="168" y="125"/>
                  <a:pt x="168" y="126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63"/>
          <p:cNvSpPr>
            <a:spLocks noEditPoints="1"/>
          </p:cNvSpPr>
          <p:nvPr/>
        </p:nvSpPr>
        <p:spPr bwMode="auto">
          <a:xfrm>
            <a:off x="2200432" y="3659113"/>
            <a:ext cx="274235" cy="334275"/>
          </a:xfrm>
          <a:custGeom>
            <a:avLst/>
            <a:gdLst>
              <a:gd name="T0" fmla="*/ 72 w 144"/>
              <a:gd name="T1" fmla="*/ 152 h 176"/>
              <a:gd name="T2" fmla="*/ 76 w 144"/>
              <a:gd name="T3" fmla="*/ 148 h 176"/>
              <a:gd name="T4" fmla="*/ 76 w 144"/>
              <a:gd name="T5" fmla="*/ 52 h 176"/>
              <a:gd name="T6" fmla="*/ 72 w 144"/>
              <a:gd name="T7" fmla="*/ 48 h 176"/>
              <a:gd name="T8" fmla="*/ 68 w 144"/>
              <a:gd name="T9" fmla="*/ 52 h 176"/>
              <a:gd name="T10" fmla="*/ 68 w 144"/>
              <a:gd name="T11" fmla="*/ 148 h 176"/>
              <a:gd name="T12" fmla="*/ 72 w 144"/>
              <a:gd name="T13" fmla="*/ 152 h 176"/>
              <a:gd name="T14" fmla="*/ 96 w 144"/>
              <a:gd name="T15" fmla="*/ 152 h 176"/>
              <a:gd name="T16" fmla="*/ 100 w 144"/>
              <a:gd name="T17" fmla="*/ 148 h 176"/>
              <a:gd name="T18" fmla="*/ 106 w 144"/>
              <a:gd name="T19" fmla="*/ 52 h 176"/>
              <a:gd name="T20" fmla="*/ 102 w 144"/>
              <a:gd name="T21" fmla="*/ 48 h 176"/>
              <a:gd name="T22" fmla="*/ 98 w 144"/>
              <a:gd name="T23" fmla="*/ 52 h 176"/>
              <a:gd name="T24" fmla="*/ 92 w 144"/>
              <a:gd name="T25" fmla="*/ 148 h 176"/>
              <a:gd name="T26" fmla="*/ 96 w 144"/>
              <a:gd name="T27" fmla="*/ 152 h 176"/>
              <a:gd name="T28" fmla="*/ 140 w 144"/>
              <a:gd name="T29" fmla="*/ 24 h 176"/>
              <a:gd name="T30" fmla="*/ 100 w 144"/>
              <a:gd name="T31" fmla="*/ 24 h 176"/>
              <a:gd name="T32" fmla="*/ 100 w 144"/>
              <a:gd name="T33" fmla="*/ 8 h 176"/>
              <a:gd name="T34" fmla="*/ 92 w 144"/>
              <a:gd name="T35" fmla="*/ 0 h 176"/>
              <a:gd name="T36" fmla="*/ 52 w 144"/>
              <a:gd name="T37" fmla="*/ 0 h 176"/>
              <a:gd name="T38" fmla="*/ 44 w 144"/>
              <a:gd name="T39" fmla="*/ 8 h 176"/>
              <a:gd name="T40" fmla="*/ 44 w 144"/>
              <a:gd name="T41" fmla="*/ 24 h 176"/>
              <a:gd name="T42" fmla="*/ 4 w 144"/>
              <a:gd name="T43" fmla="*/ 24 h 176"/>
              <a:gd name="T44" fmla="*/ 0 w 144"/>
              <a:gd name="T45" fmla="*/ 28 h 176"/>
              <a:gd name="T46" fmla="*/ 4 w 144"/>
              <a:gd name="T47" fmla="*/ 32 h 176"/>
              <a:gd name="T48" fmla="*/ 12 w 144"/>
              <a:gd name="T49" fmla="*/ 32 h 176"/>
              <a:gd name="T50" fmla="*/ 20 w 144"/>
              <a:gd name="T51" fmla="*/ 160 h 176"/>
              <a:gd name="T52" fmla="*/ 36 w 144"/>
              <a:gd name="T53" fmla="*/ 176 h 176"/>
              <a:gd name="T54" fmla="*/ 108 w 144"/>
              <a:gd name="T55" fmla="*/ 176 h 176"/>
              <a:gd name="T56" fmla="*/ 124 w 144"/>
              <a:gd name="T57" fmla="*/ 160 h 176"/>
              <a:gd name="T58" fmla="*/ 132 w 144"/>
              <a:gd name="T59" fmla="*/ 32 h 176"/>
              <a:gd name="T60" fmla="*/ 140 w 144"/>
              <a:gd name="T61" fmla="*/ 32 h 176"/>
              <a:gd name="T62" fmla="*/ 144 w 144"/>
              <a:gd name="T63" fmla="*/ 28 h 176"/>
              <a:gd name="T64" fmla="*/ 140 w 144"/>
              <a:gd name="T65" fmla="*/ 24 h 176"/>
              <a:gd name="T66" fmla="*/ 52 w 144"/>
              <a:gd name="T67" fmla="*/ 8 h 176"/>
              <a:gd name="T68" fmla="*/ 92 w 144"/>
              <a:gd name="T69" fmla="*/ 8 h 176"/>
              <a:gd name="T70" fmla="*/ 92 w 144"/>
              <a:gd name="T71" fmla="*/ 24 h 176"/>
              <a:gd name="T72" fmla="*/ 52 w 144"/>
              <a:gd name="T73" fmla="*/ 24 h 176"/>
              <a:gd name="T74" fmla="*/ 52 w 144"/>
              <a:gd name="T75" fmla="*/ 8 h 176"/>
              <a:gd name="T76" fmla="*/ 116 w 144"/>
              <a:gd name="T77" fmla="*/ 160 h 176"/>
              <a:gd name="T78" fmla="*/ 108 w 144"/>
              <a:gd name="T79" fmla="*/ 168 h 176"/>
              <a:gd name="T80" fmla="*/ 36 w 144"/>
              <a:gd name="T81" fmla="*/ 168 h 176"/>
              <a:gd name="T82" fmla="*/ 28 w 144"/>
              <a:gd name="T83" fmla="*/ 160 h 176"/>
              <a:gd name="T84" fmla="*/ 20 w 144"/>
              <a:gd name="T85" fmla="*/ 32 h 176"/>
              <a:gd name="T86" fmla="*/ 124 w 144"/>
              <a:gd name="T87" fmla="*/ 32 h 176"/>
              <a:gd name="T88" fmla="*/ 116 w 144"/>
              <a:gd name="T89" fmla="*/ 160 h 176"/>
              <a:gd name="T90" fmla="*/ 48 w 144"/>
              <a:gd name="T91" fmla="*/ 152 h 176"/>
              <a:gd name="T92" fmla="*/ 52 w 144"/>
              <a:gd name="T93" fmla="*/ 148 h 176"/>
              <a:gd name="T94" fmla="*/ 46 w 144"/>
              <a:gd name="T95" fmla="*/ 52 h 176"/>
              <a:gd name="T96" fmla="*/ 42 w 144"/>
              <a:gd name="T97" fmla="*/ 48 h 176"/>
              <a:gd name="T98" fmla="*/ 38 w 144"/>
              <a:gd name="T99" fmla="*/ 52 h 176"/>
              <a:gd name="T100" fmla="*/ 44 w 144"/>
              <a:gd name="T101" fmla="*/ 148 h 176"/>
              <a:gd name="T102" fmla="*/ 48 w 144"/>
              <a:gd name="T103" fmla="*/ 1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4" h="176">
                <a:moveTo>
                  <a:pt x="72" y="152"/>
                </a:moveTo>
                <a:cubicBezTo>
                  <a:pt x="74" y="152"/>
                  <a:pt x="76" y="150"/>
                  <a:pt x="76" y="148"/>
                </a:cubicBezTo>
                <a:cubicBezTo>
                  <a:pt x="76" y="52"/>
                  <a:pt x="76" y="52"/>
                  <a:pt x="76" y="52"/>
                </a:cubicBezTo>
                <a:cubicBezTo>
                  <a:pt x="76" y="50"/>
                  <a:pt x="74" y="48"/>
                  <a:pt x="72" y="48"/>
                </a:cubicBezTo>
                <a:cubicBezTo>
                  <a:pt x="70" y="48"/>
                  <a:pt x="68" y="50"/>
                  <a:pt x="68" y="52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68" y="150"/>
                  <a:pt x="70" y="152"/>
                  <a:pt x="72" y="152"/>
                </a:cubicBezTo>
                <a:moveTo>
                  <a:pt x="96" y="152"/>
                </a:moveTo>
                <a:cubicBezTo>
                  <a:pt x="98" y="152"/>
                  <a:pt x="100" y="150"/>
                  <a:pt x="100" y="148"/>
                </a:cubicBezTo>
                <a:cubicBezTo>
                  <a:pt x="106" y="52"/>
                  <a:pt x="106" y="52"/>
                  <a:pt x="106" y="52"/>
                </a:cubicBezTo>
                <a:cubicBezTo>
                  <a:pt x="106" y="50"/>
                  <a:pt x="104" y="48"/>
                  <a:pt x="102" y="48"/>
                </a:cubicBezTo>
                <a:cubicBezTo>
                  <a:pt x="100" y="48"/>
                  <a:pt x="98" y="50"/>
                  <a:pt x="98" y="52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50"/>
                  <a:pt x="94" y="152"/>
                  <a:pt x="96" y="152"/>
                </a:cubicBezTo>
                <a:moveTo>
                  <a:pt x="14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100" y="8"/>
                  <a:pt x="100" y="8"/>
                  <a:pt x="100" y="8"/>
                </a:cubicBezTo>
                <a:cubicBezTo>
                  <a:pt x="100" y="4"/>
                  <a:pt x="96" y="0"/>
                  <a:pt x="9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8" y="0"/>
                  <a:pt x="44" y="4"/>
                  <a:pt x="44" y="8"/>
                </a:cubicBezTo>
                <a:cubicBezTo>
                  <a:pt x="44" y="24"/>
                  <a:pt x="44" y="24"/>
                  <a:pt x="4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30"/>
                  <a:pt x="2" y="32"/>
                  <a:pt x="4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21" y="169"/>
                  <a:pt x="27" y="176"/>
                  <a:pt x="36" y="176"/>
                </a:cubicBezTo>
                <a:cubicBezTo>
                  <a:pt x="108" y="176"/>
                  <a:pt x="108" y="176"/>
                  <a:pt x="108" y="176"/>
                </a:cubicBezTo>
                <a:cubicBezTo>
                  <a:pt x="117" y="176"/>
                  <a:pt x="122" y="169"/>
                  <a:pt x="124" y="160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40" y="32"/>
                  <a:pt x="140" y="32"/>
                  <a:pt x="140" y="32"/>
                </a:cubicBezTo>
                <a:cubicBezTo>
                  <a:pt x="142" y="32"/>
                  <a:pt x="144" y="30"/>
                  <a:pt x="144" y="28"/>
                </a:cubicBezTo>
                <a:cubicBezTo>
                  <a:pt x="144" y="26"/>
                  <a:pt x="142" y="24"/>
                  <a:pt x="140" y="24"/>
                </a:cubicBezTo>
                <a:moveTo>
                  <a:pt x="52" y="8"/>
                </a:moveTo>
                <a:cubicBezTo>
                  <a:pt x="92" y="8"/>
                  <a:pt x="92" y="8"/>
                  <a:pt x="92" y="8"/>
                </a:cubicBezTo>
                <a:cubicBezTo>
                  <a:pt x="92" y="24"/>
                  <a:pt x="92" y="24"/>
                  <a:pt x="92" y="24"/>
                </a:cubicBezTo>
                <a:cubicBezTo>
                  <a:pt x="52" y="24"/>
                  <a:pt x="52" y="24"/>
                  <a:pt x="52" y="24"/>
                </a:cubicBezTo>
                <a:lnTo>
                  <a:pt x="52" y="8"/>
                </a:lnTo>
                <a:close/>
                <a:moveTo>
                  <a:pt x="116" y="160"/>
                </a:moveTo>
                <a:cubicBezTo>
                  <a:pt x="115" y="164"/>
                  <a:pt x="112" y="168"/>
                  <a:pt x="108" y="168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2" y="168"/>
                  <a:pt x="29" y="164"/>
                  <a:pt x="28" y="160"/>
                </a:cubicBezTo>
                <a:cubicBezTo>
                  <a:pt x="20" y="32"/>
                  <a:pt x="20" y="32"/>
                  <a:pt x="20" y="32"/>
                </a:cubicBezTo>
                <a:cubicBezTo>
                  <a:pt x="124" y="32"/>
                  <a:pt x="124" y="32"/>
                  <a:pt x="124" y="32"/>
                </a:cubicBezTo>
                <a:lnTo>
                  <a:pt x="116" y="160"/>
                </a:lnTo>
                <a:close/>
                <a:moveTo>
                  <a:pt x="48" y="152"/>
                </a:moveTo>
                <a:cubicBezTo>
                  <a:pt x="50" y="152"/>
                  <a:pt x="52" y="150"/>
                  <a:pt x="52" y="148"/>
                </a:cubicBezTo>
                <a:cubicBezTo>
                  <a:pt x="46" y="52"/>
                  <a:pt x="46" y="52"/>
                  <a:pt x="46" y="52"/>
                </a:cubicBezTo>
                <a:cubicBezTo>
                  <a:pt x="46" y="50"/>
                  <a:pt x="44" y="48"/>
                  <a:pt x="42" y="48"/>
                </a:cubicBezTo>
                <a:cubicBezTo>
                  <a:pt x="40" y="48"/>
                  <a:pt x="38" y="50"/>
                  <a:pt x="38" y="52"/>
                </a:cubicBezTo>
                <a:cubicBezTo>
                  <a:pt x="44" y="148"/>
                  <a:pt x="44" y="148"/>
                  <a:pt x="44" y="148"/>
                </a:cubicBezTo>
                <a:cubicBezTo>
                  <a:pt x="44" y="150"/>
                  <a:pt x="46" y="152"/>
                  <a:pt x="48" y="15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64"/>
          <p:cNvSpPr>
            <a:spLocks noEditPoints="1"/>
          </p:cNvSpPr>
          <p:nvPr/>
        </p:nvSpPr>
        <p:spPr bwMode="auto">
          <a:xfrm>
            <a:off x="2862491" y="3659113"/>
            <a:ext cx="227177" cy="334275"/>
          </a:xfrm>
          <a:custGeom>
            <a:avLst/>
            <a:gdLst>
              <a:gd name="T0" fmla="*/ 84 w 120"/>
              <a:gd name="T1" fmla="*/ 152 h 176"/>
              <a:gd name="T2" fmla="*/ 88 w 120"/>
              <a:gd name="T3" fmla="*/ 148 h 176"/>
              <a:gd name="T4" fmla="*/ 94 w 120"/>
              <a:gd name="T5" fmla="*/ 52 h 176"/>
              <a:gd name="T6" fmla="*/ 90 w 120"/>
              <a:gd name="T7" fmla="*/ 48 h 176"/>
              <a:gd name="T8" fmla="*/ 86 w 120"/>
              <a:gd name="T9" fmla="*/ 52 h 176"/>
              <a:gd name="T10" fmla="*/ 80 w 120"/>
              <a:gd name="T11" fmla="*/ 148 h 176"/>
              <a:gd name="T12" fmla="*/ 84 w 120"/>
              <a:gd name="T13" fmla="*/ 152 h 176"/>
              <a:gd name="T14" fmla="*/ 60 w 120"/>
              <a:gd name="T15" fmla="*/ 152 h 176"/>
              <a:gd name="T16" fmla="*/ 64 w 120"/>
              <a:gd name="T17" fmla="*/ 148 h 176"/>
              <a:gd name="T18" fmla="*/ 64 w 120"/>
              <a:gd name="T19" fmla="*/ 52 h 176"/>
              <a:gd name="T20" fmla="*/ 60 w 120"/>
              <a:gd name="T21" fmla="*/ 48 h 176"/>
              <a:gd name="T22" fmla="*/ 56 w 120"/>
              <a:gd name="T23" fmla="*/ 52 h 176"/>
              <a:gd name="T24" fmla="*/ 56 w 120"/>
              <a:gd name="T25" fmla="*/ 148 h 176"/>
              <a:gd name="T26" fmla="*/ 60 w 120"/>
              <a:gd name="T27" fmla="*/ 152 h 176"/>
              <a:gd name="T28" fmla="*/ 36 w 120"/>
              <a:gd name="T29" fmla="*/ 152 h 176"/>
              <a:gd name="T30" fmla="*/ 40 w 120"/>
              <a:gd name="T31" fmla="*/ 148 h 176"/>
              <a:gd name="T32" fmla="*/ 34 w 120"/>
              <a:gd name="T33" fmla="*/ 52 h 176"/>
              <a:gd name="T34" fmla="*/ 30 w 120"/>
              <a:gd name="T35" fmla="*/ 48 h 176"/>
              <a:gd name="T36" fmla="*/ 26 w 120"/>
              <a:gd name="T37" fmla="*/ 52 h 176"/>
              <a:gd name="T38" fmla="*/ 32 w 120"/>
              <a:gd name="T39" fmla="*/ 148 h 176"/>
              <a:gd name="T40" fmla="*/ 36 w 120"/>
              <a:gd name="T41" fmla="*/ 152 h 176"/>
              <a:gd name="T42" fmla="*/ 116 w 120"/>
              <a:gd name="T43" fmla="*/ 24 h 176"/>
              <a:gd name="T44" fmla="*/ 109 w 120"/>
              <a:gd name="T45" fmla="*/ 24 h 176"/>
              <a:gd name="T46" fmla="*/ 102 w 120"/>
              <a:gd name="T47" fmla="*/ 16 h 176"/>
              <a:gd name="T48" fmla="*/ 82 w 120"/>
              <a:gd name="T49" fmla="*/ 4 h 176"/>
              <a:gd name="T50" fmla="*/ 62 w 120"/>
              <a:gd name="T51" fmla="*/ 10 h 176"/>
              <a:gd name="T52" fmla="*/ 59 w 120"/>
              <a:gd name="T53" fmla="*/ 12 h 176"/>
              <a:gd name="T54" fmla="*/ 53 w 120"/>
              <a:gd name="T55" fmla="*/ 9 h 176"/>
              <a:gd name="T56" fmla="*/ 38 w 120"/>
              <a:gd name="T57" fmla="*/ 0 h 176"/>
              <a:gd name="T58" fmla="*/ 23 w 120"/>
              <a:gd name="T59" fmla="*/ 11 h 176"/>
              <a:gd name="T60" fmla="*/ 7 w 120"/>
              <a:gd name="T61" fmla="*/ 24 h 176"/>
              <a:gd name="T62" fmla="*/ 4 w 120"/>
              <a:gd name="T63" fmla="*/ 24 h 176"/>
              <a:gd name="T64" fmla="*/ 0 w 120"/>
              <a:gd name="T65" fmla="*/ 28 h 176"/>
              <a:gd name="T66" fmla="*/ 0 w 120"/>
              <a:gd name="T67" fmla="*/ 28 h 176"/>
              <a:gd name="T68" fmla="*/ 8 w 120"/>
              <a:gd name="T69" fmla="*/ 160 h 176"/>
              <a:gd name="T70" fmla="*/ 24 w 120"/>
              <a:gd name="T71" fmla="*/ 176 h 176"/>
              <a:gd name="T72" fmla="*/ 96 w 120"/>
              <a:gd name="T73" fmla="*/ 176 h 176"/>
              <a:gd name="T74" fmla="*/ 112 w 120"/>
              <a:gd name="T75" fmla="*/ 160 h 176"/>
              <a:gd name="T76" fmla="*/ 120 w 120"/>
              <a:gd name="T77" fmla="*/ 28 h 176"/>
              <a:gd name="T78" fmla="*/ 120 w 120"/>
              <a:gd name="T79" fmla="*/ 28 h 176"/>
              <a:gd name="T80" fmla="*/ 116 w 120"/>
              <a:gd name="T81" fmla="*/ 24 h 176"/>
              <a:gd name="T82" fmla="*/ 25 w 120"/>
              <a:gd name="T83" fmla="*/ 18 h 176"/>
              <a:gd name="T84" fmla="*/ 30 w 120"/>
              <a:gd name="T85" fmla="*/ 13 h 176"/>
              <a:gd name="T86" fmla="*/ 38 w 120"/>
              <a:gd name="T87" fmla="*/ 8 h 176"/>
              <a:gd name="T88" fmla="*/ 46 w 120"/>
              <a:gd name="T89" fmla="*/ 11 h 176"/>
              <a:gd name="T90" fmla="*/ 47 w 120"/>
              <a:gd name="T91" fmla="*/ 14 h 176"/>
              <a:gd name="T92" fmla="*/ 59 w 120"/>
              <a:gd name="T93" fmla="*/ 20 h 176"/>
              <a:gd name="T94" fmla="*/ 68 w 120"/>
              <a:gd name="T95" fmla="*/ 16 h 176"/>
              <a:gd name="T96" fmla="*/ 82 w 120"/>
              <a:gd name="T97" fmla="*/ 12 h 176"/>
              <a:gd name="T98" fmla="*/ 94 w 120"/>
              <a:gd name="T99" fmla="*/ 18 h 176"/>
              <a:gd name="T100" fmla="*/ 98 w 120"/>
              <a:gd name="T101" fmla="*/ 24 h 176"/>
              <a:gd name="T102" fmla="*/ 16 w 120"/>
              <a:gd name="T103" fmla="*/ 24 h 176"/>
              <a:gd name="T104" fmla="*/ 25 w 120"/>
              <a:gd name="T105" fmla="*/ 18 h 176"/>
              <a:gd name="T106" fmla="*/ 104 w 120"/>
              <a:gd name="T107" fmla="*/ 160 h 176"/>
              <a:gd name="T108" fmla="*/ 96 w 120"/>
              <a:gd name="T109" fmla="*/ 168 h 176"/>
              <a:gd name="T110" fmla="*/ 24 w 120"/>
              <a:gd name="T111" fmla="*/ 168 h 176"/>
              <a:gd name="T112" fmla="*/ 16 w 120"/>
              <a:gd name="T113" fmla="*/ 160 h 176"/>
              <a:gd name="T114" fmla="*/ 8 w 120"/>
              <a:gd name="T115" fmla="*/ 32 h 176"/>
              <a:gd name="T116" fmla="*/ 112 w 120"/>
              <a:gd name="T117" fmla="*/ 32 h 176"/>
              <a:gd name="T118" fmla="*/ 104 w 120"/>
              <a:gd name="T11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0" h="176">
                <a:moveTo>
                  <a:pt x="84" y="152"/>
                </a:moveTo>
                <a:cubicBezTo>
                  <a:pt x="86" y="152"/>
                  <a:pt x="88" y="150"/>
                  <a:pt x="88" y="148"/>
                </a:cubicBezTo>
                <a:cubicBezTo>
                  <a:pt x="94" y="52"/>
                  <a:pt x="94" y="52"/>
                  <a:pt x="94" y="52"/>
                </a:cubicBezTo>
                <a:cubicBezTo>
                  <a:pt x="94" y="50"/>
                  <a:pt x="92" y="48"/>
                  <a:pt x="90" y="48"/>
                </a:cubicBezTo>
                <a:cubicBezTo>
                  <a:pt x="88" y="48"/>
                  <a:pt x="86" y="50"/>
                  <a:pt x="86" y="52"/>
                </a:cubicBezTo>
                <a:cubicBezTo>
                  <a:pt x="80" y="148"/>
                  <a:pt x="80" y="148"/>
                  <a:pt x="80" y="148"/>
                </a:cubicBezTo>
                <a:cubicBezTo>
                  <a:pt x="80" y="150"/>
                  <a:pt x="82" y="152"/>
                  <a:pt x="84" y="152"/>
                </a:cubicBezTo>
                <a:moveTo>
                  <a:pt x="60" y="152"/>
                </a:moveTo>
                <a:cubicBezTo>
                  <a:pt x="62" y="152"/>
                  <a:pt x="64" y="150"/>
                  <a:pt x="64" y="148"/>
                </a:cubicBezTo>
                <a:cubicBezTo>
                  <a:pt x="64" y="52"/>
                  <a:pt x="64" y="52"/>
                  <a:pt x="64" y="52"/>
                </a:cubicBezTo>
                <a:cubicBezTo>
                  <a:pt x="64" y="50"/>
                  <a:pt x="62" y="48"/>
                  <a:pt x="60" y="48"/>
                </a:cubicBezTo>
                <a:cubicBezTo>
                  <a:pt x="58" y="48"/>
                  <a:pt x="56" y="50"/>
                  <a:pt x="56" y="52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6" y="150"/>
                  <a:pt x="58" y="152"/>
                  <a:pt x="60" y="152"/>
                </a:cubicBezTo>
                <a:moveTo>
                  <a:pt x="36" y="152"/>
                </a:moveTo>
                <a:cubicBezTo>
                  <a:pt x="38" y="152"/>
                  <a:pt x="40" y="150"/>
                  <a:pt x="40" y="148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0"/>
                  <a:pt x="32" y="48"/>
                  <a:pt x="30" y="48"/>
                </a:cubicBezTo>
                <a:cubicBezTo>
                  <a:pt x="28" y="48"/>
                  <a:pt x="26" y="50"/>
                  <a:pt x="26" y="52"/>
                </a:cubicBezTo>
                <a:cubicBezTo>
                  <a:pt x="32" y="148"/>
                  <a:pt x="32" y="148"/>
                  <a:pt x="32" y="148"/>
                </a:cubicBezTo>
                <a:cubicBezTo>
                  <a:pt x="32" y="150"/>
                  <a:pt x="34" y="152"/>
                  <a:pt x="36" y="152"/>
                </a:cubicBezTo>
                <a:moveTo>
                  <a:pt x="116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7" y="22"/>
                  <a:pt x="104" y="20"/>
                  <a:pt x="102" y="16"/>
                </a:cubicBezTo>
                <a:cubicBezTo>
                  <a:pt x="99" y="10"/>
                  <a:pt x="93" y="4"/>
                  <a:pt x="82" y="4"/>
                </a:cubicBezTo>
                <a:cubicBezTo>
                  <a:pt x="72" y="4"/>
                  <a:pt x="66" y="6"/>
                  <a:pt x="62" y="10"/>
                </a:cubicBezTo>
                <a:cubicBezTo>
                  <a:pt x="62" y="11"/>
                  <a:pt x="60" y="12"/>
                  <a:pt x="59" y="12"/>
                </a:cubicBezTo>
                <a:cubicBezTo>
                  <a:pt x="57" y="12"/>
                  <a:pt x="55" y="11"/>
                  <a:pt x="53" y="9"/>
                </a:cubicBezTo>
                <a:cubicBezTo>
                  <a:pt x="52" y="3"/>
                  <a:pt x="45" y="0"/>
                  <a:pt x="38" y="0"/>
                </a:cubicBezTo>
                <a:cubicBezTo>
                  <a:pt x="31" y="0"/>
                  <a:pt x="24" y="5"/>
                  <a:pt x="23" y="11"/>
                </a:cubicBezTo>
                <a:cubicBezTo>
                  <a:pt x="15" y="13"/>
                  <a:pt x="9" y="18"/>
                  <a:pt x="7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8" y="160"/>
                  <a:pt x="8" y="160"/>
                  <a:pt x="8" y="160"/>
                </a:cubicBezTo>
                <a:cubicBezTo>
                  <a:pt x="9" y="169"/>
                  <a:pt x="15" y="176"/>
                  <a:pt x="24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105" y="176"/>
                  <a:pt x="111" y="169"/>
                  <a:pt x="112" y="160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26"/>
                  <a:pt x="118" y="24"/>
                  <a:pt x="116" y="24"/>
                </a:cubicBezTo>
                <a:moveTo>
                  <a:pt x="25" y="18"/>
                </a:moveTo>
                <a:cubicBezTo>
                  <a:pt x="28" y="17"/>
                  <a:pt x="30" y="15"/>
                  <a:pt x="30" y="13"/>
                </a:cubicBezTo>
                <a:cubicBezTo>
                  <a:pt x="31" y="10"/>
                  <a:pt x="34" y="8"/>
                  <a:pt x="38" y="8"/>
                </a:cubicBezTo>
                <a:cubicBezTo>
                  <a:pt x="42" y="8"/>
                  <a:pt x="45" y="9"/>
                  <a:pt x="46" y="11"/>
                </a:cubicBezTo>
                <a:cubicBezTo>
                  <a:pt x="46" y="12"/>
                  <a:pt x="46" y="13"/>
                  <a:pt x="47" y="14"/>
                </a:cubicBezTo>
                <a:cubicBezTo>
                  <a:pt x="50" y="18"/>
                  <a:pt x="54" y="20"/>
                  <a:pt x="59" y="20"/>
                </a:cubicBezTo>
                <a:cubicBezTo>
                  <a:pt x="62" y="20"/>
                  <a:pt x="66" y="18"/>
                  <a:pt x="68" y="16"/>
                </a:cubicBezTo>
                <a:cubicBezTo>
                  <a:pt x="71" y="13"/>
                  <a:pt x="75" y="12"/>
                  <a:pt x="82" y="12"/>
                </a:cubicBezTo>
                <a:cubicBezTo>
                  <a:pt x="89" y="12"/>
                  <a:pt x="93" y="16"/>
                  <a:pt x="94" y="18"/>
                </a:cubicBezTo>
                <a:cubicBezTo>
                  <a:pt x="95" y="20"/>
                  <a:pt x="97" y="22"/>
                  <a:pt x="98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8" y="22"/>
                  <a:pt x="21" y="20"/>
                  <a:pt x="25" y="18"/>
                </a:cubicBezTo>
                <a:moveTo>
                  <a:pt x="104" y="160"/>
                </a:moveTo>
                <a:cubicBezTo>
                  <a:pt x="103" y="164"/>
                  <a:pt x="100" y="168"/>
                  <a:pt x="96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0" y="168"/>
                  <a:pt x="17" y="164"/>
                  <a:pt x="16" y="160"/>
                </a:cubicBezTo>
                <a:cubicBezTo>
                  <a:pt x="8" y="32"/>
                  <a:pt x="8" y="32"/>
                  <a:pt x="8" y="32"/>
                </a:cubicBezTo>
                <a:cubicBezTo>
                  <a:pt x="112" y="32"/>
                  <a:pt x="112" y="32"/>
                  <a:pt x="112" y="32"/>
                </a:cubicBezTo>
                <a:lnTo>
                  <a:pt x="104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65"/>
          <p:cNvSpPr>
            <a:spLocks noEditPoints="1"/>
          </p:cNvSpPr>
          <p:nvPr/>
        </p:nvSpPr>
        <p:spPr bwMode="auto">
          <a:xfrm>
            <a:off x="3448283" y="3659113"/>
            <a:ext cx="334275" cy="334275"/>
          </a:xfrm>
          <a:custGeom>
            <a:avLst/>
            <a:gdLst>
              <a:gd name="T0" fmla="*/ 176 w 176"/>
              <a:gd name="T1" fmla="*/ 140 h 176"/>
              <a:gd name="T2" fmla="*/ 170 w 176"/>
              <a:gd name="T3" fmla="*/ 130 h 176"/>
              <a:gd name="T4" fmla="*/ 128 w 176"/>
              <a:gd name="T5" fmla="*/ 100 h 176"/>
              <a:gd name="T6" fmla="*/ 111 w 176"/>
              <a:gd name="T7" fmla="*/ 112 h 176"/>
              <a:gd name="T8" fmla="*/ 105 w 176"/>
              <a:gd name="T9" fmla="*/ 115 h 176"/>
              <a:gd name="T10" fmla="*/ 99 w 176"/>
              <a:gd name="T11" fmla="*/ 111 h 176"/>
              <a:gd name="T12" fmla="*/ 65 w 176"/>
              <a:gd name="T13" fmla="*/ 77 h 176"/>
              <a:gd name="T14" fmla="*/ 64 w 176"/>
              <a:gd name="T15" fmla="*/ 65 h 176"/>
              <a:gd name="T16" fmla="*/ 73 w 176"/>
              <a:gd name="T17" fmla="*/ 55 h 176"/>
              <a:gd name="T18" fmla="*/ 72 w 176"/>
              <a:gd name="T19" fmla="*/ 40 h 176"/>
              <a:gd name="T20" fmla="*/ 44 w 176"/>
              <a:gd name="T21" fmla="*/ 4 h 176"/>
              <a:gd name="T22" fmla="*/ 0 w 176"/>
              <a:gd name="T23" fmla="*/ 42 h 176"/>
              <a:gd name="T24" fmla="*/ 4 w 176"/>
              <a:gd name="T25" fmla="*/ 60 h 176"/>
              <a:gd name="T26" fmla="*/ 116 w 176"/>
              <a:gd name="T27" fmla="*/ 172 h 176"/>
              <a:gd name="T28" fmla="*/ 176 w 176"/>
              <a:gd name="T29" fmla="*/ 140 h 176"/>
              <a:gd name="T30" fmla="*/ 134 w 176"/>
              <a:gd name="T31" fmla="*/ 168 h 176"/>
              <a:gd name="T32" fmla="*/ 118 w 176"/>
              <a:gd name="T33" fmla="*/ 164 h 176"/>
              <a:gd name="T34" fmla="*/ 11 w 176"/>
              <a:gd name="T35" fmla="*/ 57 h 176"/>
              <a:gd name="T36" fmla="*/ 36 w 176"/>
              <a:gd name="T37" fmla="*/ 8 h 176"/>
              <a:gd name="T38" fmla="*/ 39 w 176"/>
              <a:gd name="T39" fmla="*/ 10 h 176"/>
              <a:gd name="T40" fmla="*/ 66 w 176"/>
              <a:gd name="T41" fmla="*/ 44 h 176"/>
              <a:gd name="T42" fmla="*/ 68 w 176"/>
              <a:gd name="T43" fmla="*/ 48 h 176"/>
              <a:gd name="T44" fmla="*/ 58 w 176"/>
              <a:gd name="T45" fmla="*/ 59 h 176"/>
              <a:gd name="T46" fmla="*/ 53 w 176"/>
              <a:gd name="T47" fmla="*/ 71 h 176"/>
              <a:gd name="T48" fmla="*/ 58 w 176"/>
              <a:gd name="T49" fmla="*/ 82 h 176"/>
              <a:gd name="T50" fmla="*/ 94 w 176"/>
              <a:gd name="T51" fmla="*/ 118 h 176"/>
              <a:gd name="T52" fmla="*/ 116 w 176"/>
              <a:gd name="T53" fmla="*/ 118 h 176"/>
              <a:gd name="T54" fmla="*/ 126 w 176"/>
              <a:gd name="T55" fmla="*/ 109 h 176"/>
              <a:gd name="T56" fmla="*/ 131 w 176"/>
              <a:gd name="T57" fmla="*/ 109 h 176"/>
              <a:gd name="T58" fmla="*/ 165 w 176"/>
              <a:gd name="T59" fmla="*/ 136 h 176"/>
              <a:gd name="T60" fmla="*/ 167 w 176"/>
              <a:gd name="T61" fmla="*/ 137 h 176"/>
              <a:gd name="T62" fmla="*/ 168 w 176"/>
              <a:gd name="T63" fmla="*/ 1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76" y="140"/>
                </a:moveTo>
                <a:cubicBezTo>
                  <a:pt x="176" y="140"/>
                  <a:pt x="176" y="140"/>
                  <a:pt x="176" y="140"/>
                </a:cubicBezTo>
                <a:cubicBezTo>
                  <a:pt x="176" y="137"/>
                  <a:pt x="175" y="134"/>
                  <a:pt x="172" y="131"/>
                </a:cubicBezTo>
                <a:cubicBezTo>
                  <a:pt x="172" y="131"/>
                  <a:pt x="171" y="130"/>
                  <a:pt x="170" y="130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4" y="101"/>
                  <a:pt x="131" y="100"/>
                  <a:pt x="128" y="100"/>
                </a:cubicBezTo>
                <a:cubicBezTo>
                  <a:pt x="125" y="100"/>
                  <a:pt x="123" y="101"/>
                  <a:pt x="121" y="102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0" y="114"/>
                  <a:pt x="108" y="115"/>
                  <a:pt x="105" y="115"/>
                </a:cubicBezTo>
                <a:cubicBezTo>
                  <a:pt x="103" y="115"/>
                  <a:pt x="100" y="113"/>
                  <a:pt x="99" y="111"/>
                </a:cubicBezTo>
                <a:cubicBezTo>
                  <a:pt x="99" y="111"/>
                  <a:pt x="99" y="111"/>
                  <a:pt x="99" y="111"/>
                </a:cubicBezTo>
                <a:cubicBezTo>
                  <a:pt x="86" y="102"/>
                  <a:pt x="74" y="91"/>
                  <a:pt x="64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3" y="76"/>
                  <a:pt x="61" y="73"/>
                  <a:pt x="61" y="71"/>
                </a:cubicBezTo>
                <a:cubicBezTo>
                  <a:pt x="61" y="68"/>
                  <a:pt x="62" y="66"/>
                  <a:pt x="64" y="65"/>
                </a:cubicBezTo>
                <a:cubicBezTo>
                  <a:pt x="64" y="65"/>
                  <a:pt x="64" y="65"/>
                  <a:pt x="64" y="65"/>
                </a:cubicBezTo>
                <a:cubicBezTo>
                  <a:pt x="73" y="55"/>
                  <a:pt x="73" y="55"/>
                  <a:pt x="73" y="55"/>
                </a:cubicBezTo>
                <a:cubicBezTo>
                  <a:pt x="75" y="53"/>
                  <a:pt x="76" y="51"/>
                  <a:pt x="76" y="48"/>
                </a:cubicBezTo>
                <a:cubicBezTo>
                  <a:pt x="76" y="45"/>
                  <a:pt x="75" y="42"/>
                  <a:pt x="72" y="40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5"/>
                  <a:pt x="45" y="4"/>
                  <a:pt x="44" y="4"/>
                </a:cubicBezTo>
                <a:cubicBezTo>
                  <a:pt x="42" y="1"/>
                  <a:pt x="39" y="0"/>
                  <a:pt x="36" y="0"/>
                </a:cubicBezTo>
                <a:cubicBezTo>
                  <a:pt x="20" y="0"/>
                  <a:pt x="0" y="19"/>
                  <a:pt x="0" y="42"/>
                </a:cubicBezTo>
                <a:cubicBezTo>
                  <a:pt x="0" y="48"/>
                  <a:pt x="1" y="54"/>
                  <a:pt x="4" y="60"/>
                </a:cubicBezTo>
                <a:cubicBezTo>
                  <a:pt x="4" y="60"/>
                  <a:pt x="4" y="60"/>
                  <a:pt x="4" y="60"/>
                </a:cubicBezTo>
                <a:cubicBezTo>
                  <a:pt x="28" y="108"/>
                  <a:pt x="68" y="148"/>
                  <a:pt x="116" y="172"/>
                </a:cubicBezTo>
                <a:cubicBezTo>
                  <a:pt x="116" y="172"/>
                  <a:pt x="116" y="172"/>
                  <a:pt x="116" y="172"/>
                </a:cubicBezTo>
                <a:cubicBezTo>
                  <a:pt x="121" y="175"/>
                  <a:pt x="128" y="176"/>
                  <a:pt x="134" y="176"/>
                </a:cubicBezTo>
                <a:cubicBezTo>
                  <a:pt x="157" y="176"/>
                  <a:pt x="176" y="156"/>
                  <a:pt x="176" y="140"/>
                </a:cubicBezTo>
                <a:cubicBezTo>
                  <a:pt x="176" y="140"/>
                  <a:pt x="176" y="140"/>
                  <a:pt x="176" y="140"/>
                </a:cubicBezTo>
                <a:moveTo>
                  <a:pt x="134" y="168"/>
                </a:moveTo>
                <a:cubicBezTo>
                  <a:pt x="129" y="168"/>
                  <a:pt x="124" y="167"/>
                  <a:pt x="119" y="165"/>
                </a:cubicBezTo>
                <a:cubicBezTo>
                  <a:pt x="119" y="165"/>
                  <a:pt x="119" y="164"/>
                  <a:pt x="118" y="164"/>
                </a:cubicBezTo>
                <a:cubicBezTo>
                  <a:pt x="73" y="141"/>
                  <a:pt x="35" y="103"/>
                  <a:pt x="12" y="58"/>
                </a:cubicBezTo>
                <a:cubicBezTo>
                  <a:pt x="12" y="57"/>
                  <a:pt x="11" y="57"/>
                  <a:pt x="11" y="57"/>
                </a:cubicBezTo>
                <a:cubicBezTo>
                  <a:pt x="9" y="52"/>
                  <a:pt x="8" y="47"/>
                  <a:pt x="8" y="42"/>
                </a:cubicBezTo>
                <a:cubicBezTo>
                  <a:pt x="8" y="23"/>
                  <a:pt x="25" y="8"/>
                  <a:pt x="36" y="8"/>
                </a:cubicBezTo>
                <a:cubicBezTo>
                  <a:pt x="37" y="8"/>
                  <a:pt x="38" y="9"/>
                  <a:pt x="39" y="9"/>
                </a:cubicBezTo>
                <a:cubicBezTo>
                  <a:pt x="39" y="9"/>
                  <a:pt x="39" y="9"/>
                  <a:pt x="39" y="10"/>
                </a:cubicBezTo>
                <a:cubicBezTo>
                  <a:pt x="39" y="10"/>
                  <a:pt x="40" y="10"/>
                  <a:pt x="40" y="11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5"/>
                  <a:pt x="67" y="45"/>
                  <a:pt x="67" y="45"/>
                </a:cubicBezTo>
                <a:cubicBezTo>
                  <a:pt x="67" y="46"/>
                  <a:pt x="68" y="47"/>
                  <a:pt x="68" y="48"/>
                </a:cubicBezTo>
                <a:cubicBezTo>
                  <a:pt x="68" y="49"/>
                  <a:pt x="68" y="49"/>
                  <a:pt x="67" y="50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5" y="62"/>
                  <a:pt x="53" y="66"/>
                  <a:pt x="53" y="71"/>
                </a:cubicBezTo>
                <a:cubicBezTo>
                  <a:pt x="53" y="75"/>
                  <a:pt x="55" y="79"/>
                  <a:pt x="58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68" y="96"/>
                  <a:pt x="80" y="108"/>
                  <a:pt x="94" y="118"/>
                </a:cubicBezTo>
                <a:cubicBezTo>
                  <a:pt x="94" y="118"/>
                  <a:pt x="94" y="118"/>
                  <a:pt x="94" y="118"/>
                </a:cubicBezTo>
                <a:cubicBezTo>
                  <a:pt x="97" y="121"/>
                  <a:pt x="101" y="123"/>
                  <a:pt x="105" y="123"/>
                </a:cubicBezTo>
                <a:cubicBezTo>
                  <a:pt x="109" y="123"/>
                  <a:pt x="113" y="121"/>
                  <a:pt x="116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7" y="108"/>
                  <a:pt x="127" y="108"/>
                  <a:pt x="128" y="108"/>
                </a:cubicBezTo>
                <a:cubicBezTo>
                  <a:pt x="129" y="108"/>
                  <a:pt x="130" y="109"/>
                  <a:pt x="131" y="109"/>
                </a:cubicBezTo>
                <a:cubicBezTo>
                  <a:pt x="131" y="109"/>
                  <a:pt x="131" y="110"/>
                  <a:pt x="131" y="110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66" y="136"/>
                  <a:pt x="166" y="136"/>
                  <a:pt x="166" y="137"/>
                </a:cubicBezTo>
                <a:cubicBezTo>
                  <a:pt x="166" y="137"/>
                  <a:pt x="167" y="137"/>
                  <a:pt x="167" y="137"/>
                </a:cubicBezTo>
                <a:cubicBezTo>
                  <a:pt x="167" y="138"/>
                  <a:pt x="168" y="138"/>
                  <a:pt x="168" y="140"/>
                </a:cubicBezTo>
                <a:cubicBezTo>
                  <a:pt x="168" y="140"/>
                  <a:pt x="168" y="140"/>
                  <a:pt x="168" y="141"/>
                </a:cubicBezTo>
                <a:cubicBezTo>
                  <a:pt x="167" y="152"/>
                  <a:pt x="153" y="168"/>
                  <a:pt x="134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66"/>
          <p:cNvSpPr>
            <a:spLocks noEditPoints="1"/>
          </p:cNvSpPr>
          <p:nvPr/>
        </p:nvSpPr>
        <p:spPr bwMode="auto">
          <a:xfrm>
            <a:off x="4087625" y="3659113"/>
            <a:ext cx="334275" cy="334275"/>
          </a:xfrm>
          <a:custGeom>
            <a:avLst/>
            <a:gdLst>
              <a:gd name="T0" fmla="*/ 168 w 176"/>
              <a:gd name="T1" fmla="*/ 80 h 176"/>
              <a:gd name="T2" fmla="*/ 176 w 176"/>
              <a:gd name="T3" fmla="*/ 80 h 176"/>
              <a:gd name="T4" fmla="*/ 92 w 176"/>
              <a:gd name="T5" fmla="*/ 4 h 176"/>
              <a:gd name="T6" fmla="*/ 96 w 176"/>
              <a:gd name="T7" fmla="*/ 48 h 176"/>
              <a:gd name="T8" fmla="*/ 132 w 176"/>
              <a:gd name="T9" fmla="*/ 84 h 176"/>
              <a:gd name="T10" fmla="*/ 96 w 176"/>
              <a:gd name="T11" fmla="*/ 40 h 176"/>
              <a:gd name="T12" fmla="*/ 96 w 176"/>
              <a:gd name="T13" fmla="*/ 48 h 176"/>
              <a:gd name="T14" fmla="*/ 104 w 176"/>
              <a:gd name="T15" fmla="*/ 80 h 176"/>
              <a:gd name="T16" fmla="*/ 88 w 176"/>
              <a:gd name="T17" fmla="*/ 80 h 176"/>
              <a:gd name="T18" fmla="*/ 176 w 176"/>
              <a:gd name="T19" fmla="*/ 140 h 176"/>
              <a:gd name="T20" fmla="*/ 170 w 176"/>
              <a:gd name="T21" fmla="*/ 130 h 176"/>
              <a:gd name="T22" fmla="*/ 128 w 176"/>
              <a:gd name="T23" fmla="*/ 100 h 176"/>
              <a:gd name="T24" fmla="*/ 111 w 176"/>
              <a:gd name="T25" fmla="*/ 112 h 176"/>
              <a:gd name="T26" fmla="*/ 105 w 176"/>
              <a:gd name="T27" fmla="*/ 115 h 176"/>
              <a:gd name="T28" fmla="*/ 99 w 176"/>
              <a:gd name="T29" fmla="*/ 111 h 176"/>
              <a:gd name="T30" fmla="*/ 65 w 176"/>
              <a:gd name="T31" fmla="*/ 77 h 176"/>
              <a:gd name="T32" fmla="*/ 64 w 176"/>
              <a:gd name="T33" fmla="*/ 65 h 176"/>
              <a:gd name="T34" fmla="*/ 73 w 176"/>
              <a:gd name="T35" fmla="*/ 55 h 176"/>
              <a:gd name="T36" fmla="*/ 72 w 176"/>
              <a:gd name="T37" fmla="*/ 40 h 176"/>
              <a:gd name="T38" fmla="*/ 44 w 176"/>
              <a:gd name="T39" fmla="*/ 4 h 176"/>
              <a:gd name="T40" fmla="*/ 0 w 176"/>
              <a:gd name="T41" fmla="*/ 42 h 176"/>
              <a:gd name="T42" fmla="*/ 4 w 176"/>
              <a:gd name="T43" fmla="*/ 60 h 176"/>
              <a:gd name="T44" fmla="*/ 116 w 176"/>
              <a:gd name="T45" fmla="*/ 172 h 176"/>
              <a:gd name="T46" fmla="*/ 176 w 176"/>
              <a:gd name="T47" fmla="*/ 140 h 176"/>
              <a:gd name="T48" fmla="*/ 134 w 176"/>
              <a:gd name="T49" fmla="*/ 168 h 176"/>
              <a:gd name="T50" fmla="*/ 118 w 176"/>
              <a:gd name="T51" fmla="*/ 164 h 176"/>
              <a:gd name="T52" fmla="*/ 11 w 176"/>
              <a:gd name="T53" fmla="*/ 57 h 176"/>
              <a:gd name="T54" fmla="*/ 36 w 176"/>
              <a:gd name="T55" fmla="*/ 8 h 176"/>
              <a:gd name="T56" fmla="*/ 39 w 176"/>
              <a:gd name="T57" fmla="*/ 10 h 176"/>
              <a:gd name="T58" fmla="*/ 66 w 176"/>
              <a:gd name="T59" fmla="*/ 44 h 176"/>
              <a:gd name="T60" fmla="*/ 68 w 176"/>
              <a:gd name="T61" fmla="*/ 48 h 176"/>
              <a:gd name="T62" fmla="*/ 58 w 176"/>
              <a:gd name="T63" fmla="*/ 59 h 176"/>
              <a:gd name="T64" fmla="*/ 53 w 176"/>
              <a:gd name="T65" fmla="*/ 71 h 176"/>
              <a:gd name="T66" fmla="*/ 58 w 176"/>
              <a:gd name="T67" fmla="*/ 82 h 176"/>
              <a:gd name="T68" fmla="*/ 94 w 176"/>
              <a:gd name="T69" fmla="*/ 118 h 176"/>
              <a:gd name="T70" fmla="*/ 116 w 176"/>
              <a:gd name="T71" fmla="*/ 118 h 176"/>
              <a:gd name="T72" fmla="*/ 126 w 176"/>
              <a:gd name="T73" fmla="*/ 109 h 176"/>
              <a:gd name="T74" fmla="*/ 131 w 176"/>
              <a:gd name="T75" fmla="*/ 109 h 176"/>
              <a:gd name="T76" fmla="*/ 165 w 176"/>
              <a:gd name="T77" fmla="*/ 136 h 176"/>
              <a:gd name="T78" fmla="*/ 167 w 176"/>
              <a:gd name="T79" fmla="*/ 137 h 176"/>
              <a:gd name="T80" fmla="*/ 168 w 176"/>
              <a:gd name="T81" fmla="*/ 1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96" y="8"/>
                </a:moveTo>
                <a:cubicBezTo>
                  <a:pt x="136" y="8"/>
                  <a:pt x="168" y="40"/>
                  <a:pt x="168" y="80"/>
                </a:cubicBezTo>
                <a:cubicBezTo>
                  <a:pt x="168" y="82"/>
                  <a:pt x="170" y="84"/>
                  <a:pt x="172" y="84"/>
                </a:cubicBezTo>
                <a:cubicBezTo>
                  <a:pt x="174" y="84"/>
                  <a:pt x="176" y="82"/>
                  <a:pt x="176" y="80"/>
                </a:cubicBezTo>
                <a:cubicBezTo>
                  <a:pt x="176" y="36"/>
                  <a:pt x="140" y="0"/>
                  <a:pt x="96" y="0"/>
                </a:cubicBezTo>
                <a:cubicBezTo>
                  <a:pt x="94" y="0"/>
                  <a:pt x="92" y="2"/>
                  <a:pt x="92" y="4"/>
                </a:cubicBezTo>
                <a:cubicBezTo>
                  <a:pt x="92" y="6"/>
                  <a:pt x="94" y="8"/>
                  <a:pt x="96" y="8"/>
                </a:cubicBezTo>
                <a:moveTo>
                  <a:pt x="96" y="48"/>
                </a:moveTo>
                <a:cubicBezTo>
                  <a:pt x="114" y="48"/>
                  <a:pt x="128" y="62"/>
                  <a:pt x="128" y="80"/>
                </a:cubicBezTo>
                <a:cubicBezTo>
                  <a:pt x="128" y="82"/>
                  <a:pt x="130" y="84"/>
                  <a:pt x="132" y="84"/>
                </a:cubicBezTo>
                <a:cubicBezTo>
                  <a:pt x="134" y="84"/>
                  <a:pt x="136" y="82"/>
                  <a:pt x="136" y="80"/>
                </a:cubicBezTo>
                <a:cubicBezTo>
                  <a:pt x="136" y="58"/>
                  <a:pt x="118" y="40"/>
                  <a:pt x="96" y="40"/>
                </a:cubicBezTo>
                <a:cubicBezTo>
                  <a:pt x="94" y="40"/>
                  <a:pt x="92" y="42"/>
                  <a:pt x="92" y="44"/>
                </a:cubicBezTo>
                <a:cubicBezTo>
                  <a:pt x="92" y="46"/>
                  <a:pt x="94" y="48"/>
                  <a:pt x="96" y="48"/>
                </a:cubicBezTo>
                <a:moveTo>
                  <a:pt x="96" y="88"/>
                </a:moveTo>
                <a:cubicBezTo>
                  <a:pt x="100" y="88"/>
                  <a:pt x="104" y="84"/>
                  <a:pt x="104" y="80"/>
                </a:cubicBezTo>
                <a:cubicBezTo>
                  <a:pt x="104" y="76"/>
                  <a:pt x="100" y="72"/>
                  <a:pt x="96" y="72"/>
                </a:cubicBezTo>
                <a:cubicBezTo>
                  <a:pt x="92" y="72"/>
                  <a:pt x="88" y="76"/>
                  <a:pt x="88" y="80"/>
                </a:cubicBezTo>
                <a:cubicBezTo>
                  <a:pt x="88" y="84"/>
                  <a:pt x="92" y="88"/>
                  <a:pt x="96" y="88"/>
                </a:cubicBezTo>
                <a:moveTo>
                  <a:pt x="176" y="140"/>
                </a:moveTo>
                <a:cubicBezTo>
                  <a:pt x="176" y="137"/>
                  <a:pt x="175" y="134"/>
                  <a:pt x="172" y="131"/>
                </a:cubicBezTo>
                <a:cubicBezTo>
                  <a:pt x="172" y="131"/>
                  <a:pt x="171" y="130"/>
                  <a:pt x="170" y="130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4" y="101"/>
                  <a:pt x="131" y="100"/>
                  <a:pt x="128" y="100"/>
                </a:cubicBezTo>
                <a:cubicBezTo>
                  <a:pt x="125" y="100"/>
                  <a:pt x="123" y="101"/>
                  <a:pt x="121" y="102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0" y="114"/>
                  <a:pt x="108" y="115"/>
                  <a:pt x="105" y="115"/>
                </a:cubicBezTo>
                <a:cubicBezTo>
                  <a:pt x="103" y="115"/>
                  <a:pt x="100" y="113"/>
                  <a:pt x="99" y="111"/>
                </a:cubicBezTo>
                <a:cubicBezTo>
                  <a:pt x="99" y="111"/>
                  <a:pt x="99" y="111"/>
                  <a:pt x="99" y="111"/>
                </a:cubicBezTo>
                <a:cubicBezTo>
                  <a:pt x="86" y="102"/>
                  <a:pt x="74" y="91"/>
                  <a:pt x="64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3" y="76"/>
                  <a:pt x="61" y="73"/>
                  <a:pt x="61" y="71"/>
                </a:cubicBezTo>
                <a:cubicBezTo>
                  <a:pt x="61" y="68"/>
                  <a:pt x="62" y="66"/>
                  <a:pt x="64" y="65"/>
                </a:cubicBezTo>
                <a:cubicBezTo>
                  <a:pt x="64" y="65"/>
                  <a:pt x="64" y="65"/>
                  <a:pt x="64" y="65"/>
                </a:cubicBezTo>
                <a:cubicBezTo>
                  <a:pt x="73" y="55"/>
                  <a:pt x="73" y="55"/>
                  <a:pt x="73" y="55"/>
                </a:cubicBezTo>
                <a:cubicBezTo>
                  <a:pt x="75" y="53"/>
                  <a:pt x="76" y="51"/>
                  <a:pt x="76" y="48"/>
                </a:cubicBezTo>
                <a:cubicBezTo>
                  <a:pt x="76" y="45"/>
                  <a:pt x="75" y="42"/>
                  <a:pt x="72" y="40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5"/>
                  <a:pt x="45" y="4"/>
                  <a:pt x="44" y="4"/>
                </a:cubicBezTo>
                <a:cubicBezTo>
                  <a:pt x="42" y="1"/>
                  <a:pt x="39" y="0"/>
                  <a:pt x="36" y="0"/>
                </a:cubicBezTo>
                <a:cubicBezTo>
                  <a:pt x="20" y="0"/>
                  <a:pt x="0" y="19"/>
                  <a:pt x="0" y="42"/>
                </a:cubicBezTo>
                <a:cubicBezTo>
                  <a:pt x="0" y="48"/>
                  <a:pt x="1" y="54"/>
                  <a:pt x="4" y="60"/>
                </a:cubicBezTo>
                <a:cubicBezTo>
                  <a:pt x="4" y="60"/>
                  <a:pt x="4" y="60"/>
                  <a:pt x="4" y="60"/>
                </a:cubicBezTo>
                <a:cubicBezTo>
                  <a:pt x="28" y="108"/>
                  <a:pt x="68" y="148"/>
                  <a:pt x="116" y="172"/>
                </a:cubicBezTo>
                <a:cubicBezTo>
                  <a:pt x="116" y="172"/>
                  <a:pt x="116" y="172"/>
                  <a:pt x="116" y="172"/>
                </a:cubicBezTo>
                <a:cubicBezTo>
                  <a:pt x="121" y="175"/>
                  <a:pt x="128" y="176"/>
                  <a:pt x="134" y="176"/>
                </a:cubicBezTo>
                <a:cubicBezTo>
                  <a:pt x="157" y="176"/>
                  <a:pt x="176" y="156"/>
                  <a:pt x="176" y="140"/>
                </a:cubicBezTo>
                <a:cubicBezTo>
                  <a:pt x="176" y="140"/>
                  <a:pt x="176" y="140"/>
                  <a:pt x="176" y="140"/>
                </a:cubicBezTo>
                <a:close/>
                <a:moveTo>
                  <a:pt x="134" y="168"/>
                </a:moveTo>
                <a:cubicBezTo>
                  <a:pt x="129" y="168"/>
                  <a:pt x="124" y="167"/>
                  <a:pt x="119" y="165"/>
                </a:cubicBezTo>
                <a:cubicBezTo>
                  <a:pt x="119" y="165"/>
                  <a:pt x="119" y="164"/>
                  <a:pt x="118" y="164"/>
                </a:cubicBezTo>
                <a:cubicBezTo>
                  <a:pt x="73" y="141"/>
                  <a:pt x="35" y="103"/>
                  <a:pt x="12" y="58"/>
                </a:cubicBezTo>
                <a:cubicBezTo>
                  <a:pt x="12" y="57"/>
                  <a:pt x="11" y="57"/>
                  <a:pt x="11" y="57"/>
                </a:cubicBezTo>
                <a:cubicBezTo>
                  <a:pt x="9" y="52"/>
                  <a:pt x="8" y="47"/>
                  <a:pt x="8" y="42"/>
                </a:cubicBezTo>
                <a:cubicBezTo>
                  <a:pt x="8" y="23"/>
                  <a:pt x="25" y="8"/>
                  <a:pt x="36" y="8"/>
                </a:cubicBezTo>
                <a:cubicBezTo>
                  <a:pt x="37" y="8"/>
                  <a:pt x="38" y="9"/>
                  <a:pt x="39" y="9"/>
                </a:cubicBezTo>
                <a:cubicBezTo>
                  <a:pt x="39" y="9"/>
                  <a:pt x="39" y="9"/>
                  <a:pt x="39" y="10"/>
                </a:cubicBezTo>
                <a:cubicBezTo>
                  <a:pt x="39" y="10"/>
                  <a:pt x="40" y="10"/>
                  <a:pt x="40" y="11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5"/>
                  <a:pt x="67" y="45"/>
                  <a:pt x="67" y="45"/>
                </a:cubicBezTo>
                <a:cubicBezTo>
                  <a:pt x="67" y="46"/>
                  <a:pt x="68" y="47"/>
                  <a:pt x="68" y="48"/>
                </a:cubicBezTo>
                <a:cubicBezTo>
                  <a:pt x="68" y="49"/>
                  <a:pt x="68" y="49"/>
                  <a:pt x="67" y="50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5" y="62"/>
                  <a:pt x="53" y="66"/>
                  <a:pt x="53" y="71"/>
                </a:cubicBezTo>
                <a:cubicBezTo>
                  <a:pt x="53" y="75"/>
                  <a:pt x="55" y="79"/>
                  <a:pt x="58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68" y="96"/>
                  <a:pt x="80" y="108"/>
                  <a:pt x="94" y="118"/>
                </a:cubicBezTo>
                <a:cubicBezTo>
                  <a:pt x="94" y="118"/>
                  <a:pt x="94" y="118"/>
                  <a:pt x="94" y="118"/>
                </a:cubicBezTo>
                <a:cubicBezTo>
                  <a:pt x="97" y="121"/>
                  <a:pt x="101" y="123"/>
                  <a:pt x="105" y="123"/>
                </a:cubicBezTo>
                <a:cubicBezTo>
                  <a:pt x="109" y="123"/>
                  <a:pt x="113" y="121"/>
                  <a:pt x="116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7" y="108"/>
                  <a:pt x="127" y="108"/>
                  <a:pt x="128" y="108"/>
                </a:cubicBezTo>
                <a:cubicBezTo>
                  <a:pt x="129" y="108"/>
                  <a:pt x="130" y="109"/>
                  <a:pt x="131" y="109"/>
                </a:cubicBezTo>
                <a:cubicBezTo>
                  <a:pt x="131" y="109"/>
                  <a:pt x="131" y="110"/>
                  <a:pt x="131" y="110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66" y="136"/>
                  <a:pt x="166" y="136"/>
                  <a:pt x="166" y="137"/>
                </a:cubicBezTo>
                <a:cubicBezTo>
                  <a:pt x="166" y="137"/>
                  <a:pt x="167" y="137"/>
                  <a:pt x="167" y="137"/>
                </a:cubicBezTo>
                <a:cubicBezTo>
                  <a:pt x="167" y="138"/>
                  <a:pt x="168" y="138"/>
                  <a:pt x="168" y="140"/>
                </a:cubicBezTo>
                <a:cubicBezTo>
                  <a:pt x="168" y="140"/>
                  <a:pt x="168" y="140"/>
                  <a:pt x="168" y="141"/>
                </a:cubicBezTo>
                <a:cubicBezTo>
                  <a:pt x="167" y="152"/>
                  <a:pt x="153" y="168"/>
                  <a:pt x="134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67"/>
          <p:cNvSpPr>
            <a:spLocks noEditPoints="1"/>
          </p:cNvSpPr>
          <p:nvPr/>
        </p:nvSpPr>
        <p:spPr bwMode="auto">
          <a:xfrm>
            <a:off x="4801610" y="3659113"/>
            <a:ext cx="183365" cy="334275"/>
          </a:xfrm>
          <a:custGeom>
            <a:avLst/>
            <a:gdLst>
              <a:gd name="T0" fmla="*/ 96 w 96"/>
              <a:gd name="T1" fmla="*/ 68 h 176"/>
              <a:gd name="T2" fmla="*/ 92 w 96"/>
              <a:gd name="T3" fmla="*/ 64 h 176"/>
              <a:gd name="T4" fmla="*/ 60 w 96"/>
              <a:gd name="T5" fmla="*/ 64 h 176"/>
              <a:gd name="T6" fmla="*/ 80 w 96"/>
              <a:gd name="T7" fmla="*/ 5 h 176"/>
              <a:gd name="T8" fmla="*/ 80 w 96"/>
              <a:gd name="T9" fmla="*/ 5 h 176"/>
              <a:gd name="T10" fmla="*/ 80 w 96"/>
              <a:gd name="T11" fmla="*/ 4 h 176"/>
              <a:gd name="T12" fmla="*/ 76 w 96"/>
              <a:gd name="T13" fmla="*/ 0 h 176"/>
              <a:gd name="T14" fmla="*/ 36 w 96"/>
              <a:gd name="T15" fmla="*/ 0 h 176"/>
              <a:gd name="T16" fmla="*/ 32 w 96"/>
              <a:gd name="T17" fmla="*/ 3 h 176"/>
              <a:gd name="T18" fmla="*/ 32 w 96"/>
              <a:gd name="T19" fmla="*/ 3 h 176"/>
              <a:gd name="T20" fmla="*/ 0 w 96"/>
              <a:gd name="T21" fmla="*/ 99 h 176"/>
              <a:gd name="T22" fmla="*/ 0 w 96"/>
              <a:gd name="T23" fmla="*/ 99 h 176"/>
              <a:gd name="T24" fmla="*/ 0 w 96"/>
              <a:gd name="T25" fmla="*/ 100 h 176"/>
              <a:gd name="T26" fmla="*/ 4 w 96"/>
              <a:gd name="T27" fmla="*/ 104 h 176"/>
              <a:gd name="T28" fmla="*/ 40 w 96"/>
              <a:gd name="T29" fmla="*/ 104 h 176"/>
              <a:gd name="T30" fmla="*/ 32 w 96"/>
              <a:gd name="T31" fmla="*/ 172 h 176"/>
              <a:gd name="T32" fmla="*/ 32 w 96"/>
              <a:gd name="T33" fmla="*/ 172 h 176"/>
              <a:gd name="T34" fmla="*/ 32 w 96"/>
              <a:gd name="T35" fmla="*/ 172 h 176"/>
              <a:gd name="T36" fmla="*/ 36 w 96"/>
              <a:gd name="T37" fmla="*/ 176 h 176"/>
              <a:gd name="T38" fmla="*/ 40 w 96"/>
              <a:gd name="T39" fmla="*/ 174 h 176"/>
              <a:gd name="T40" fmla="*/ 40 w 96"/>
              <a:gd name="T41" fmla="*/ 174 h 176"/>
              <a:gd name="T42" fmla="*/ 96 w 96"/>
              <a:gd name="T43" fmla="*/ 70 h 176"/>
              <a:gd name="T44" fmla="*/ 96 w 96"/>
              <a:gd name="T45" fmla="*/ 70 h 176"/>
              <a:gd name="T46" fmla="*/ 96 w 96"/>
              <a:gd name="T47" fmla="*/ 68 h 176"/>
              <a:gd name="T48" fmla="*/ 42 w 96"/>
              <a:gd name="T49" fmla="*/ 152 h 176"/>
              <a:gd name="T50" fmla="*/ 48 w 96"/>
              <a:gd name="T51" fmla="*/ 100 h 176"/>
              <a:gd name="T52" fmla="*/ 48 w 96"/>
              <a:gd name="T53" fmla="*/ 100 h 176"/>
              <a:gd name="T54" fmla="*/ 48 w 96"/>
              <a:gd name="T55" fmla="*/ 100 h 176"/>
              <a:gd name="T56" fmla="*/ 44 w 96"/>
              <a:gd name="T57" fmla="*/ 96 h 176"/>
              <a:gd name="T58" fmla="*/ 10 w 96"/>
              <a:gd name="T59" fmla="*/ 96 h 176"/>
              <a:gd name="T60" fmla="*/ 39 w 96"/>
              <a:gd name="T61" fmla="*/ 8 h 176"/>
              <a:gd name="T62" fmla="*/ 70 w 96"/>
              <a:gd name="T63" fmla="*/ 8 h 176"/>
              <a:gd name="T64" fmla="*/ 51 w 96"/>
              <a:gd name="T65" fmla="*/ 67 h 176"/>
              <a:gd name="T66" fmla="*/ 51 w 96"/>
              <a:gd name="T67" fmla="*/ 67 h 176"/>
              <a:gd name="T68" fmla="*/ 51 w 96"/>
              <a:gd name="T69" fmla="*/ 68 h 176"/>
              <a:gd name="T70" fmla="*/ 55 w 96"/>
              <a:gd name="T71" fmla="*/ 72 h 176"/>
              <a:gd name="T72" fmla="*/ 85 w 96"/>
              <a:gd name="T73" fmla="*/ 72 h 176"/>
              <a:gd name="T74" fmla="*/ 42 w 96"/>
              <a:gd name="T75" fmla="*/ 1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6" h="176">
                <a:moveTo>
                  <a:pt x="96" y="68"/>
                </a:moveTo>
                <a:cubicBezTo>
                  <a:pt x="96" y="66"/>
                  <a:pt x="94" y="64"/>
                  <a:pt x="92" y="64"/>
                </a:cubicBezTo>
                <a:cubicBezTo>
                  <a:pt x="60" y="64"/>
                  <a:pt x="60" y="64"/>
                  <a:pt x="60" y="64"/>
                </a:cubicBezTo>
                <a:cubicBezTo>
                  <a:pt x="80" y="5"/>
                  <a:pt x="80" y="5"/>
                  <a:pt x="80" y="5"/>
                </a:cubicBezTo>
                <a:cubicBezTo>
                  <a:pt x="80" y="5"/>
                  <a:pt x="80" y="5"/>
                  <a:pt x="80" y="5"/>
                </a:cubicBezTo>
                <a:cubicBezTo>
                  <a:pt x="80" y="5"/>
                  <a:pt x="80" y="4"/>
                  <a:pt x="80" y="4"/>
                </a:cubicBezTo>
                <a:cubicBezTo>
                  <a:pt x="80" y="2"/>
                  <a:pt x="78" y="0"/>
                  <a:pt x="7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3" y="1"/>
                  <a:pt x="32" y="3"/>
                </a:cubicBezTo>
                <a:cubicBezTo>
                  <a:pt x="32" y="3"/>
                  <a:pt x="32" y="3"/>
                  <a:pt x="32" y="3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9"/>
                  <a:pt x="0" y="100"/>
                  <a:pt x="0" y="100"/>
                </a:cubicBezTo>
                <a:cubicBezTo>
                  <a:pt x="0" y="102"/>
                  <a:pt x="2" y="104"/>
                  <a:pt x="4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4"/>
                  <a:pt x="34" y="176"/>
                  <a:pt x="36" y="176"/>
                </a:cubicBezTo>
                <a:cubicBezTo>
                  <a:pt x="38" y="176"/>
                  <a:pt x="39" y="175"/>
                  <a:pt x="40" y="174"/>
                </a:cubicBezTo>
                <a:cubicBezTo>
                  <a:pt x="40" y="174"/>
                  <a:pt x="40" y="174"/>
                  <a:pt x="40" y="174"/>
                </a:cubicBezTo>
                <a:cubicBezTo>
                  <a:pt x="96" y="70"/>
                  <a:pt x="96" y="70"/>
                  <a:pt x="96" y="70"/>
                </a:cubicBezTo>
                <a:cubicBezTo>
                  <a:pt x="96" y="70"/>
                  <a:pt x="96" y="70"/>
                  <a:pt x="96" y="70"/>
                </a:cubicBezTo>
                <a:cubicBezTo>
                  <a:pt x="96" y="69"/>
                  <a:pt x="96" y="69"/>
                  <a:pt x="96" y="68"/>
                </a:cubicBezTo>
                <a:moveTo>
                  <a:pt x="42" y="152"/>
                </a:move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8"/>
                  <a:pt x="46" y="96"/>
                  <a:pt x="44" y="96"/>
                </a:cubicBezTo>
                <a:cubicBezTo>
                  <a:pt x="10" y="96"/>
                  <a:pt x="10" y="96"/>
                  <a:pt x="10" y="96"/>
                </a:cubicBezTo>
                <a:cubicBezTo>
                  <a:pt x="39" y="8"/>
                  <a:pt x="39" y="8"/>
                  <a:pt x="39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51" y="67"/>
                  <a:pt x="51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1" y="67"/>
                  <a:pt x="51" y="68"/>
                  <a:pt x="51" y="68"/>
                </a:cubicBezTo>
                <a:cubicBezTo>
                  <a:pt x="51" y="70"/>
                  <a:pt x="52" y="72"/>
                  <a:pt x="55" y="72"/>
                </a:cubicBezTo>
                <a:cubicBezTo>
                  <a:pt x="85" y="72"/>
                  <a:pt x="85" y="72"/>
                  <a:pt x="85" y="72"/>
                </a:cubicBezTo>
                <a:lnTo>
                  <a:pt x="42" y="15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68"/>
          <p:cNvSpPr>
            <a:spLocks noEditPoints="1"/>
          </p:cNvSpPr>
          <p:nvPr/>
        </p:nvSpPr>
        <p:spPr bwMode="auto">
          <a:xfrm>
            <a:off x="5364684" y="3689944"/>
            <a:ext cx="335898" cy="272612"/>
          </a:xfrm>
          <a:custGeom>
            <a:avLst/>
            <a:gdLst>
              <a:gd name="T0" fmla="*/ 36 w 176"/>
              <a:gd name="T1" fmla="*/ 88 h 144"/>
              <a:gd name="T2" fmla="*/ 32 w 176"/>
              <a:gd name="T3" fmla="*/ 116 h 144"/>
              <a:gd name="T4" fmla="*/ 60 w 176"/>
              <a:gd name="T5" fmla="*/ 120 h 144"/>
              <a:gd name="T6" fmla="*/ 64 w 176"/>
              <a:gd name="T7" fmla="*/ 92 h 144"/>
              <a:gd name="T8" fmla="*/ 56 w 176"/>
              <a:gd name="T9" fmla="*/ 112 h 144"/>
              <a:gd name="T10" fmla="*/ 40 w 176"/>
              <a:gd name="T11" fmla="*/ 96 h 144"/>
              <a:gd name="T12" fmla="*/ 56 w 176"/>
              <a:gd name="T13" fmla="*/ 112 h 144"/>
              <a:gd name="T14" fmla="*/ 116 w 176"/>
              <a:gd name="T15" fmla="*/ 88 h 144"/>
              <a:gd name="T16" fmla="*/ 112 w 176"/>
              <a:gd name="T17" fmla="*/ 116 h 144"/>
              <a:gd name="T18" fmla="*/ 140 w 176"/>
              <a:gd name="T19" fmla="*/ 120 h 144"/>
              <a:gd name="T20" fmla="*/ 144 w 176"/>
              <a:gd name="T21" fmla="*/ 92 h 144"/>
              <a:gd name="T22" fmla="*/ 136 w 176"/>
              <a:gd name="T23" fmla="*/ 112 h 144"/>
              <a:gd name="T24" fmla="*/ 120 w 176"/>
              <a:gd name="T25" fmla="*/ 96 h 144"/>
              <a:gd name="T26" fmla="*/ 136 w 176"/>
              <a:gd name="T27" fmla="*/ 112 h 144"/>
              <a:gd name="T28" fmla="*/ 168 w 176"/>
              <a:gd name="T29" fmla="*/ 136 h 144"/>
              <a:gd name="T30" fmla="*/ 172 w 176"/>
              <a:gd name="T31" fmla="*/ 32 h 144"/>
              <a:gd name="T32" fmla="*/ 172 w 176"/>
              <a:gd name="T33" fmla="*/ 24 h 144"/>
              <a:gd name="T34" fmla="*/ 168 w 176"/>
              <a:gd name="T35" fmla="*/ 8 h 144"/>
              <a:gd name="T36" fmla="*/ 16 w 176"/>
              <a:gd name="T37" fmla="*/ 0 h 144"/>
              <a:gd name="T38" fmla="*/ 8 w 176"/>
              <a:gd name="T39" fmla="*/ 24 h 144"/>
              <a:gd name="T40" fmla="*/ 0 w 176"/>
              <a:gd name="T41" fmla="*/ 28 h 144"/>
              <a:gd name="T42" fmla="*/ 8 w 176"/>
              <a:gd name="T43" fmla="*/ 32 h 144"/>
              <a:gd name="T44" fmla="*/ 4 w 176"/>
              <a:gd name="T45" fmla="*/ 136 h 144"/>
              <a:gd name="T46" fmla="*/ 4 w 176"/>
              <a:gd name="T47" fmla="*/ 144 h 144"/>
              <a:gd name="T48" fmla="*/ 176 w 176"/>
              <a:gd name="T49" fmla="*/ 140 h 144"/>
              <a:gd name="T50" fmla="*/ 96 w 176"/>
              <a:gd name="T51" fmla="*/ 136 h 144"/>
              <a:gd name="T52" fmla="*/ 80 w 176"/>
              <a:gd name="T53" fmla="*/ 96 h 144"/>
              <a:gd name="T54" fmla="*/ 96 w 176"/>
              <a:gd name="T55" fmla="*/ 136 h 144"/>
              <a:gd name="T56" fmla="*/ 104 w 176"/>
              <a:gd name="T57" fmla="*/ 136 h 144"/>
              <a:gd name="T58" fmla="*/ 100 w 176"/>
              <a:gd name="T59" fmla="*/ 88 h 144"/>
              <a:gd name="T60" fmla="*/ 72 w 176"/>
              <a:gd name="T61" fmla="*/ 92 h 144"/>
              <a:gd name="T62" fmla="*/ 16 w 176"/>
              <a:gd name="T63" fmla="*/ 136 h 144"/>
              <a:gd name="T64" fmla="*/ 28 w 176"/>
              <a:gd name="T65" fmla="*/ 56 h 144"/>
              <a:gd name="T66" fmla="*/ 52 w 176"/>
              <a:gd name="T67" fmla="*/ 56 h 144"/>
              <a:gd name="T68" fmla="*/ 76 w 176"/>
              <a:gd name="T69" fmla="*/ 56 h 144"/>
              <a:gd name="T70" fmla="*/ 100 w 176"/>
              <a:gd name="T71" fmla="*/ 56 h 144"/>
              <a:gd name="T72" fmla="*/ 124 w 176"/>
              <a:gd name="T73" fmla="*/ 56 h 144"/>
              <a:gd name="T74" fmla="*/ 148 w 176"/>
              <a:gd name="T75" fmla="*/ 56 h 144"/>
              <a:gd name="T76" fmla="*/ 160 w 176"/>
              <a:gd name="T77" fmla="*/ 136 h 144"/>
              <a:gd name="T78" fmla="*/ 20 w 176"/>
              <a:gd name="T79" fmla="*/ 32 h 144"/>
              <a:gd name="T80" fmla="*/ 36 w 176"/>
              <a:gd name="T81" fmla="*/ 40 h 144"/>
              <a:gd name="T82" fmla="*/ 20 w 176"/>
              <a:gd name="T83" fmla="*/ 40 h 144"/>
              <a:gd name="T84" fmla="*/ 44 w 176"/>
              <a:gd name="T85" fmla="*/ 32 h 144"/>
              <a:gd name="T86" fmla="*/ 60 w 176"/>
              <a:gd name="T87" fmla="*/ 40 h 144"/>
              <a:gd name="T88" fmla="*/ 44 w 176"/>
              <a:gd name="T89" fmla="*/ 40 h 144"/>
              <a:gd name="T90" fmla="*/ 68 w 176"/>
              <a:gd name="T91" fmla="*/ 32 h 144"/>
              <a:gd name="T92" fmla="*/ 84 w 176"/>
              <a:gd name="T93" fmla="*/ 40 h 144"/>
              <a:gd name="T94" fmla="*/ 68 w 176"/>
              <a:gd name="T95" fmla="*/ 40 h 144"/>
              <a:gd name="T96" fmla="*/ 92 w 176"/>
              <a:gd name="T97" fmla="*/ 32 h 144"/>
              <a:gd name="T98" fmla="*/ 108 w 176"/>
              <a:gd name="T99" fmla="*/ 40 h 144"/>
              <a:gd name="T100" fmla="*/ 92 w 176"/>
              <a:gd name="T101" fmla="*/ 40 h 144"/>
              <a:gd name="T102" fmla="*/ 116 w 176"/>
              <a:gd name="T103" fmla="*/ 32 h 144"/>
              <a:gd name="T104" fmla="*/ 132 w 176"/>
              <a:gd name="T105" fmla="*/ 40 h 144"/>
              <a:gd name="T106" fmla="*/ 116 w 176"/>
              <a:gd name="T107" fmla="*/ 40 h 144"/>
              <a:gd name="T108" fmla="*/ 140 w 176"/>
              <a:gd name="T109" fmla="*/ 32 h 144"/>
              <a:gd name="T110" fmla="*/ 156 w 176"/>
              <a:gd name="T111" fmla="*/ 40 h 144"/>
              <a:gd name="T112" fmla="*/ 140 w 176"/>
              <a:gd name="T113" fmla="*/ 40 h 144"/>
              <a:gd name="T114" fmla="*/ 16 w 176"/>
              <a:gd name="T115" fmla="*/ 24 h 144"/>
              <a:gd name="T116" fmla="*/ 160 w 176"/>
              <a:gd name="T117" fmla="*/ 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44">
                <a:moveTo>
                  <a:pt x="60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34" y="88"/>
                  <a:pt x="32" y="90"/>
                  <a:pt x="32" y="92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8"/>
                  <a:pt x="34" y="120"/>
                  <a:pt x="36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2" y="120"/>
                  <a:pt x="64" y="118"/>
                  <a:pt x="64" y="116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0"/>
                  <a:pt x="62" y="88"/>
                  <a:pt x="60" y="88"/>
                </a:cubicBezTo>
                <a:moveTo>
                  <a:pt x="56" y="112"/>
                </a:moveTo>
                <a:cubicBezTo>
                  <a:pt x="40" y="112"/>
                  <a:pt x="40" y="112"/>
                  <a:pt x="40" y="112"/>
                </a:cubicBezTo>
                <a:cubicBezTo>
                  <a:pt x="40" y="96"/>
                  <a:pt x="40" y="96"/>
                  <a:pt x="40" y="96"/>
                </a:cubicBezTo>
                <a:cubicBezTo>
                  <a:pt x="56" y="96"/>
                  <a:pt x="56" y="96"/>
                  <a:pt x="56" y="96"/>
                </a:cubicBezTo>
                <a:lnTo>
                  <a:pt x="56" y="112"/>
                </a:lnTo>
                <a:close/>
                <a:moveTo>
                  <a:pt x="140" y="88"/>
                </a:moveTo>
                <a:cubicBezTo>
                  <a:pt x="116" y="88"/>
                  <a:pt x="116" y="88"/>
                  <a:pt x="116" y="88"/>
                </a:cubicBezTo>
                <a:cubicBezTo>
                  <a:pt x="114" y="88"/>
                  <a:pt x="112" y="90"/>
                  <a:pt x="112" y="92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18"/>
                  <a:pt x="114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42" y="120"/>
                  <a:pt x="144" y="118"/>
                  <a:pt x="144" y="116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44" y="90"/>
                  <a:pt x="142" y="88"/>
                  <a:pt x="140" y="88"/>
                </a:cubicBezTo>
                <a:moveTo>
                  <a:pt x="136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36" y="96"/>
                  <a:pt x="136" y="96"/>
                  <a:pt x="136" y="96"/>
                </a:cubicBezTo>
                <a:lnTo>
                  <a:pt x="136" y="112"/>
                </a:lnTo>
                <a:close/>
                <a:moveTo>
                  <a:pt x="172" y="136"/>
                </a:moveTo>
                <a:cubicBezTo>
                  <a:pt x="168" y="136"/>
                  <a:pt x="168" y="136"/>
                  <a:pt x="168" y="136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32"/>
                  <a:pt x="176" y="30"/>
                  <a:pt x="176" y="28"/>
                </a:cubicBezTo>
                <a:cubicBezTo>
                  <a:pt x="176" y="26"/>
                  <a:pt x="174" y="24"/>
                  <a:pt x="172" y="2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4" y="0"/>
                  <a:pt x="16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2" y="0"/>
                  <a:pt x="8" y="4"/>
                  <a:pt x="8" y="8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30"/>
                  <a:pt x="2" y="32"/>
                  <a:pt x="4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136"/>
                  <a:pt x="8" y="136"/>
                  <a:pt x="8" y="136"/>
                </a:cubicBezTo>
                <a:cubicBezTo>
                  <a:pt x="4" y="136"/>
                  <a:pt x="4" y="136"/>
                  <a:pt x="4" y="136"/>
                </a:cubicBezTo>
                <a:cubicBezTo>
                  <a:pt x="2" y="136"/>
                  <a:pt x="0" y="138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138"/>
                  <a:pt x="174" y="136"/>
                  <a:pt x="172" y="136"/>
                </a:cubicBezTo>
                <a:moveTo>
                  <a:pt x="96" y="136"/>
                </a:moveTo>
                <a:cubicBezTo>
                  <a:pt x="80" y="136"/>
                  <a:pt x="80" y="136"/>
                  <a:pt x="80" y="136"/>
                </a:cubicBezTo>
                <a:cubicBezTo>
                  <a:pt x="80" y="96"/>
                  <a:pt x="80" y="96"/>
                  <a:pt x="80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136"/>
                </a:lnTo>
                <a:close/>
                <a:moveTo>
                  <a:pt x="160" y="136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0"/>
                  <a:pt x="102" y="88"/>
                  <a:pt x="100" y="88"/>
                </a:cubicBezTo>
                <a:cubicBezTo>
                  <a:pt x="76" y="88"/>
                  <a:pt x="76" y="88"/>
                  <a:pt x="76" y="88"/>
                </a:cubicBezTo>
                <a:cubicBezTo>
                  <a:pt x="74" y="88"/>
                  <a:pt x="72" y="90"/>
                  <a:pt x="72" y="92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50"/>
                  <a:pt x="16" y="50"/>
                  <a:pt x="16" y="50"/>
                </a:cubicBezTo>
                <a:cubicBezTo>
                  <a:pt x="19" y="54"/>
                  <a:pt x="23" y="56"/>
                  <a:pt x="28" y="56"/>
                </a:cubicBezTo>
                <a:cubicBezTo>
                  <a:pt x="33" y="56"/>
                  <a:pt x="37" y="54"/>
                  <a:pt x="40" y="50"/>
                </a:cubicBezTo>
                <a:cubicBezTo>
                  <a:pt x="43" y="54"/>
                  <a:pt x="47" y="56"/>
                  <a:pt x="52" y="56"/>
                </a:cubicBezTo>
                <a:cubicBezTo>
                  <a:pt x="57" y="56"/>
                  <a:pt x="61" y="54"/>
                  <a:pt x="64" y="50"/>
                </a:cubicBezTo>
                <a:cubicBezTo>
                  <a:pt x="67" y="54"/>
                  <a:pt x="71" y="56"/>
                  <a:pt x="76" y="56"/>
                </a:cubicBezTo>
                <a:cubicBezTo>
                  <a:pt x="81" y="56"/>
                  <a:pt x="85" y="54"/>
                  <a:pt x="88" y="50"/>
                </a:cubicBezTo>
                <a:cubicBezTo>
                  <a:pt x="91" y="54"/>
                  <a:pt x="95" y="56"/>
                  <a:pt x="100" y="56"/>
                </a:cubicBezTo>
                <a:cubicBezTo>
                  <a:pt x="105" y="56"/>
                  <a:pt x="109" y="54"/>
                  <a:pt x="112" y="50"/>
                </a:cubicBezTo>
                <a:cubicBezTo>
                  <a:pt x="115" y="54"/>
                  <a:pt x="119" y="56"/>
                  <a:pt x="124" y="56"/>
                </a:cubicBezTo>
                <a:cubicBezTo>
                  <a:pt x="129" y="56"/>
                  <a:pt x="133" y="54"/>
                  <a:pt x="136" y="50"/>
                </a:cubicBezTo>
                <a:cubicBezTo>
                  <a:pt x="139" y="54"/>
                  <a:pt x="143" y="56"/>
                  <a:pt x="148" y="56"/>
                </a:cubicBezTo>
                <a:cubicBezTo>
                  <a:pt x="153" y="56"/>
                  <a:pt x="157" y="54"/>
                  <a:pt x="160" y="50"/>
                </a:cubicBezTo>
                <a:lnTo>
                  <a:pt x="160" y="136"/>
                </a:lnTo>
                <a:close/>
                <a:moveTo>
                  <a:pt x="20" y="40"/>
                </a:moveTo>
                <a:cubicBezTo>
                  <a:pt x="20" y="32"/>
                  <a:pt x="20" y="32"/>
                  <a:pt x="20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44"/>
                  <a:pt x="32" y="48"/>
                  <a:pt x="28" y="48"/>
                </a:cubicBezTo>
                <a:cubicBezTo>
                  <a:pt x="24" y="48"/>
                  <a:pt x="20" y="44"/>
                  <a:pt x="20" y="40"/>
                </a:cubicBezTo>
                <a:moveTo>
                  <a:pt x="44" y="40"/>
                </a:moveTo>
                <a:cubicBezTo>
                  <a:pt x="44" y="32"/>
                  <a:pt x="44" y="32"/>
                  <a:pt x="44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44"/>
                  <a:pt x="56" y="48"/>
                  <a:pt x="52" y="48"/>
                </a:cubicBezTo>
                <a:cubicBezTo>
                  <a:pt x="48" y="48"/>
                  <a:pt x="44" y="44"/>
                  <a:pt x="44" y="40"/>
                </a:cubicBezTo>
                <a:moveTo>
                  <a:pt x="68" y="40"/>
                </a:moveTo>
                <a:cubicBezTo>
                  <a:pt x="68" y="32"/>
                  <a:pt x="68" y="32"/>
                  <a:pt x="68" y="32"/>
                </a:cubicBezTo>
                <a:cubicBezTo>
                  <a:pt x="84" y="32"/>
                  <a:pt x="84" y="32"/>
                  <a:pt x="84" y="32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4"/>
                  <a:pt x="80" y="48"/>
                  <a:pt x="76" y="48"/>
                </a:cubicBezTo>
                <a:cubicBezTo>
                  <a:pt x="72" y="48"/>
                  <a:pt x="68" y="44"/>
                  <a:pt x="68" y="40"/>
                </a:cubicBezTo>
                <a:moveTo>
                  <a:pt x="92" y="40"/>
                </a:moveTo>
                <a:cubicBezTo>
                  <a:pt x="92" y="32"/>
                  <a:pt x="92" y="32"/>
                  <a:pt x="92" y="32"/>
                </a:cubicBezTo>
                <a:cubicBezTo>
                  <a:pt x="108" y="32"/>
                  <a:pt x="108" y="32"/>
                  <a:pt x="108" y="32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08" y="44"/>
                  <a:pt x="104" y="48"/>
                  <a:pt x="100" y="48"/>
                </a:cubicBezTo>
                <a:cubicBezTo>
                  <a:pt x="96" y="48"/>
                  <a:pt x="92" y="44"/>
                  <a:pt x="92" y="40"/>
                </a:cubicBezTo>
                <a:moveTo>
                  <a:pt x="116" y="40"/>
                </a:moveTo>
                <a:cubicBezTo>
                  <a:pt x="116" y="32"/>
                  <a:pt x="116" y="32"/>
                  <a:pt x="116" y="32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32" y="40"/>
                  <a:pt x="132" y="40"/>
                  <a:pt x="132" y="40"/>
                </a:cubicBezTo>
                <a:cubicBezTo>
                  <a:pt x="132" y="44"/>
                  <a:pt x="128" y="48"/>
                  <a:pt x="124" y="48"/>
                </a:cubicBezTo>
                <a:cubicBezTo>
                  <a:pt x="120" y="48"/>
                  <a:pt x="116" y="44"/>
                  <a:pt x="116" y="40"/>
                </a:cubicBezTo>
                <a:moveTo>
                  <a:pt x="140" y="40"/>
                </a:moveTo>
                <a:cubicBezTo>
                  <a:pt x="140" y="32"/>
                  <a:pt x="140" y="32"/>
                  <a:pt x="140" y="32"/>
                </a:cubicBezTo>
                <a:cubicBezTo>
                  <a:pt x="156" y="32"/>
                  <a:pt x="156" y="32"/>
                  <a:pt x="156" y="32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4"/>
                  <a:pt x="152" y="48"/>
                  <a:pt x="148" y="48"/>
                </a:cubicBezTo>
                <a:cubicBezTo>
                  <a:pt x="144" y="48"/>
                  <a:pt x="140" y="44"/>
                  <a:pt x="140" y="40"/>
                </a:cubicBezTo>
                <a:moveTo>
                  <a:pt x="160" y="24"/>
                </a:moveTo>
                <a:cubicBezTo>
                  <a:pt x="16" y="24"/>
                  <a:pt x="16" y="24"/>
                  <a:pt x="16" y="24"/>
                </a:cubicBezTo>
                <a:cubicBezTo>
                  <a:pt x="16" y="8"/>
                  <a:pt x="16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lnTo>
                  <a:pt x="160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69"/>
          <p:cNvSpPr>
            <a:spLocks noEditPoints="1"/>
          </p:cNvSpPr>
          <p:nvPr/>
        </p:nvSpPr>
        <p:spPr bwMode="auto">
          <a:xfrm>
            <a:off x="6034857" y="3659113"/>
            <a:ext cx="274235" cy="334275"/>
          </a:xfrm>
          <a:custGeom>
            <a:avLst/>
            <a:gdLst>
              <a:gd name="T0" fmla="*/ 144 w 144"/>
              <a:gd name="T1" fmla="*/ 124 h 176"/>
              <a:gd name="T2" fmla="*/ 112 w 144"/>
              <a:gd name="T3" fmla="*/ 56 h 176"/>
              <a:gd name="T4" fmla="*/ 88 w 144"/>
              <a:gd name="T5" fmla="*/ 19 h 176"/>
              <a:gd name="T6" fmla="*/ 88 w 144"/>
              <a:gd name="T7" fmla="*/ 16 h 176"/>
              <a:gd name="T8" fmla="*/ 72 w 144"/>
              <a:gd name="T9" fmla="*/ 0 h 176"/>
              <a:gd name="T10" fmla="*/ 56 w 144"/>
              <a:gd name="T11" fmla="*/ 16 h 176"/>
              <a:gd name="T12" fmla="*/ 56 w 144"/>
              <a:gd name="T13" fmla="*/ 19 h 176"/>
              <a:gd name="T14" fmla="*/ 32 w 144"/>
              <a:gd name="T15" fmla="*/ 56 h 176"/>
              <a:gd name="T16" fmla="*/ 0 w 144"/>
              <a:gd name="T17" fmla="*/ 124 h 176"/>
              <a:gd name="T18" fmla="*/ 48 w 144"/>
              <a:gd name="T19" fmla="*/ 150 h 176"/>
              <a:gd name="T20" fmla="*/ 48 w 144"/>
              <a:gd name="T21" fmla="*/ 152 h 176"/>
              <a:gd name="T22" fmla="*/ 72 w 144"/>
              <a:gd name="T23" fmla="*/ 176 h 176"/>
              <a:gd name="T24" fmla="*/ 96 w 144"/>
              <a:gd name="T25" fmla="*/ 152 h 176"/>
              <a:gd name="T26" fmla="*/ 96 w 144"/>
              <a:gd name="T27" fmla="*/ 150 h 176"/>
              <a:gd name="T28" fmla="*/ 144 w 144"/>
              <a:gd name="T29" fmla="*/ 124 h 176"/>
              <a:gd name="T30" fmla="*/ 72 w 144"/>
              <a:gd name="T31" fmla="*/ 8 h 176"/>
              <a:gd name="T32" fmla="*/ 80 w 144"/>
              <a:gd name="T33" fmla="*/ 16 h 176"/>
              <a:gd name="T34" fmla="*/ 72 w 144"/>
              <a:gd name="T35" fmla="*/ 24 h 176"/>
              <a:gd name="T36" fmla="*/ 64 w 144"/>
              <a:gd name="T37" fmla="*/ 16 h 176"/>
              <a:gd name="T38" fmla="*/ 72 w 144"/>
              <a:gd name="T39" fmla="*/ 8 h 176"/>
              <a:gd name="T40" fmla="*/ 20 w 144"/>
              <a:gd name="T41" fmla="*/ 102 h 176"/>
              <a:gd name="T42" fmla="*/ 40 w 144"/>
              <a:gd name="T43" fmla="*/ 56 h 176"/>
              <a:gd name="T44" fmla="*/ 60 w 144"/>
              <a:gd name="T45" fmla="*/ 26 h 176"/>
              <a:gd name="T46" fmla="*/ 72 w 144"/>
              <a:gd name="T47" fmla="*/ 32 h 176"/>
              <a:gd name="T48" fmla="*/ 84 w 144"/>
              <a:gd name="T49" fmla="*/ 26 h 176"/>
              <a:gd name="T50" fmla="*/ 104 w 144"/>
              <a:gd name="T51" fmla="*/ 56 h 176"/>
              <a:gd name="T52" fmla="*/ 124 w 144"/>
              <a:gd name="T53" fmla="*/ 102 h 176"/>
              <a:gd name="T54" fmla="*/ 129 w 144"/>
              <a:gd name="T55" fmla="*/ 107 h 176"/>
              <a:gd name="T56" fmla="*/ 72 w 144"/>
              <a:gd name="T57" fmla="*/ 120 h 176"/>
              <a:gd name="T58" fmla="*/ 15 w 144"/>
              <a:gd name="T59" fmla="*/ 107 h 176"/>
              <a:gd name="T60" fmla="*/ 20 w 144"/>
              <a:gd name="T61" fmla="*/ 102 h 176"/>
              <a:gd name="T62" fmla="*/ 72 w 144"/>
              <a:gd name="T63" fmla="*/ 168 h 176"/>
              <a:gd name="T64" fmla="*/ 56 w 144"/>
              <a:gd name="T65" fmla="*/ 152 h 176"/>
              <a:gd name="T66" fmla="*/ 56 w 144"/>
              <a:gd name="T67" fmla="*/ 151 h 176"/>
              <a:gd name="T68" fmla="*/ 72 w 144"/>
              <a:gd name="T69" fmla="*/ 152 h 176"/>
              <a:gd name="T70" fmla="*/ 88 w 144"/>
              <a:gd name="T71" fmla="*/ 151 h 176"/>
              <a:gd name="T72" fmla="*/ 88 w 144"/>
              <a:gd name="T73" fmla="*/ 152 h 176"/>
              <a:gd name="T74" fmla="*/ 72 w 144"/>
              <a:gd name="T75" fmla="*/ 168 h 176"/>
              <a:gd name="T76" fmla="*/ 72 w 144"/>
              <a:gd name="T77" fmla="*/ 144 h 176"/>
              <a:gd name="T78" fmla="*/ 8 w 144"/>
              <a:gd name="T79" fmla="*/ 124 h 176"/>
              <a:gd name="T80" fmla="*/ 11 w 144"/>
              <a:gd name="T81" fmla="*/ 113 h 176"/>
              <a:gd name="T82" fmla="*/ 72 w 144"/>
              <a:gd name="T83" fmla="*/ 128 h 176"/>
              <a:gd name="T84" fmla="*/ 133 w 144"/>
              <a:gd name="T85" fmla="*/ 113 h 176"/>
              <a:gd name="T86" fmla="*/ 136 w 144"/>
              <a:gd name="T87" fmla="*/ 124 h 176"/>
              <a:gd name="T88" fmla="*/ 72 w 144"/>
              <a:gd name="T89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4" h="176">
                <a:moveTo>
                  <a:pt x="144" y="124"/>
                </a:moveTo>
                <a:cubicBezTo>
                  <a:pt x="144" y="96"/>
                  <a:pt x="112" y="96"/>
                  <a:pt x="112" y="56"/>
                </a:cubicBezTo>
                <a:cubicBezTo>
                  <a:pt x="112" y="39"/>
                  <a:pt x="102" y="25"/>
                  <a:pt x="88" y="19"/>
                </a:cubicBezTo>
                <a:cubicBezTo>
                  <a:pt x="88" y="18"/>
                  <a:pt x="88" y="17"/>
                  <a:pt x="88" y="16"/>
                </a:cubicBezTo>
                <a:cubicBezTo>
                  <a:pt x="88" y="7"/>
                  <a:pt x="81" y="0"/>
                  <a:pt x="72" y="0"/>
                </a:cubicBezTo>
                <a:cubicBezTo>
                  <a:pt x="63" y="0"/>
                  <a:pt x="56" y="7"/>
                  <a:pt x="56" y="16"/>
                </a:cubicBezTo>
                <a:cubicBezTo>
                  <a:pt x="56" y="17"/>
                  <a:pt x="56" y="18"/>
                  <a:pt x="56" y="19"/>
                </a:cubicBezTo>
                <a:cubicBezTo>
                  <a:pt x="42" y="25"/>
                  <a:pt x="32" y="39"/>
                  <a:pt x="32" y="56"/>
                </a:cubicBezTo>
                <a:cubicBezTo>
                  <a:pt x="32" y="96"/>
                  <a:pt x="0" y="96"/>
                  <a:pt x="0" y="124"/>
                </a:cubicBezTo>
                <a:cubicBezTo>
                  <a:pt x="0" y="136"/>
                  <a:pt x="20" y="147"/>
                  <a:pt x="48" y="150"/>
                </a:cubicBezTo>
                <a:cubicBezTo>
                  <a:pt x="48" y="151"/>
                  <a:pt x="48" y="151"/>
                  <a:pt x="48" y="152"/>
                </a:cubicBezTo>
                <a:cubicBezTo>
                  <a:pt x="48" y="165"/>
                  <a:pt x="59" y="176"/>
                  <a:pt x="72" y="176"/>
                </a:cubicBezTo>
                <a:cubicBezTo>
                  <a:pt x="85" y="176"/>
                  <a:pt x="96" y="165"/>
                  <a:pt x="96" y="152"/>
                </a:cubicBezTo>
                <a:cubicBezTo>
                  <a:pt x="96" y="151"/>
                  <a:pt x="96" y="151"/>
                  <a:pt x="96" y="150"/>
                </a:cubicBezTo>
                <a:cubicBezTo>
                  <a:pt x="124" y="147"/>
                  <a:pt x="144" y="136"/>
                  <a:pt x="144" y="124"/>
                </a:cubicBezTo>
                <a:moveTo>
                  <a:pt x="72" y="8"/>
                </a:moveTo>
                <a:cubicBezTo>
                  <a:pt x="76" y="8"/>
                  <a:pt x="80" y="12"/>
                  <a:pt x="80" y="16"/>
                </a:cubicBezTo>
                <a:cubicBezTo>
                  <a:pt x="80" y="20"/>
                  <a:pt x="76" y="24"/>
                  <a:pt x="72" y="24"/>
                </a:cubicBezTo>
                <a:cubicBezTo>
                  <a:pt x="68" y="24"/>
                  <a:pt x="64" y="20"/>
                  <a:pt x="64" y="16"/>
                </a:cubicBezTo>
                <a:cubicBezTo>
                  <a:pt x="64" y="12"/>
                  <a:pt x="68" y="8"/>
                  <a:pt x="72" y="8"/>
                </a:cubicBezTo>
                <a:moveTo>
                  <a:pt x="20" y="102"/>
                </a:moveTo>
                <a:cubicBezTo>
                  <a:pt x="29" y="93"/>
                  <a:pt x="40" y="81"/>
                  <a:pt x="40" y="56"/>
                </a:cubicBezTo>
                <a:cubicBezTo>
                  <a:pt x="40" y="43"/>
                  <a:pt x="48" y="31"/>
                  <a:pt x="60" y="26"/>
                </a:cubicBezTo>
                <a:cubicBezTo>
                  <a:pt x="63" y="30"/>
                  <a:pt x="67" y="32"/>
                  <a:pt x="72" y="32"/>
                </a:cubicBezTo>
                <a:cubicBezTo>
                  <a:pt x="77" y="32"/>
                  <a:pt x="81" y="30"/>
                  <a:pt x="84" y="26"/>
                </a:cubicBezTo>
                <a:cubicBezTo>
                  <a:pt x="96" y="31"/>
                  <a:pt x="104" y="43"/>
                  <a:pt x="104" y="56"/>
                </a:cubicBezTo>
                <a:cubicBezTo>
                  <a:pt x="104" y="81"/>
                  <a:pt x="115" y="93"/>
                  <a:pt x="124" y="102"/>
                </a:cubicBezTo>
                <a:cubicBezTo>
                  <a:pt x="126" y="104"/>
                  <a:pt x="128" y="106"/>
                  <a:pt x="129" y="107"/>
                </a:cubicBezTo>
                <a:cubicBezTo>
                  <a:pt x="121" y="115"/>
                  <a:pt x="99" y="120"/>
                  <a:pt x="72" y="120"/>
                </a:cubicBezTo>
                <a:cubicBezTo>
                  <a:pt x="45" y="120"/>
                  <a:pt x="23" y="115"/>
                  <a:pt x="15" y="107"/>
                </a:cubicBezTo>
                <a:cubicBezTo>
                  <a:pt x="16" y="106"/>
                  <a:pt x="18" y="104"/>
                  <a:pt x="20" y="102"/>
                </a:cubicBezTo>
                <a:moveTo>
                  <a:pt x="72" y="168"/>
                </a:moveTo>
                <a:cubicBezTo>
                  <a:pt x="63" y="168"/>
                  <a:pt x="56" y="161"/>
                  <a:pt x="56" y="152"/>
                </a:cubicBezTo>
                <a:cubicBezTo>
                  <a:pt x="56" y="152"/>
                  <a:pt x="56" y="152"/>
                  <a:pt x="56" y="151"/>
                </a:cubicBezTo>
                <a:cubicBezTo>
                  <a:pt x="61" y="152"/>
                  <a:pt x="67" y="152"/>
                  <a:pt x="72" y="152"/>
                </a:cubicBezTo>
                <a:cubicBezTo>
                  <a:pt x="77" y="152"/>
                  <a:pt x="83" y="152"/>
                  <a:pt x="88" y="151"/>
                </a:cubicBezTo>
                <a:cubicBezTo>
                  <a:pt x="88" y="152"/>
                  <a:pt x="88" y="152"/>
                  <a:pt x="88" y="152"/>
                </a:cubicBezTo>
                <a:cubicBezTo>
                  <a:pt x="88" y="161"/>
                  <a:pt x="81" y="168"/>
                  <a:pt x="72" y="168"/>
                </a:cubicBezTo>
                <a:moveTo>
                  <a:pt x="72" y="144"/>
                </a:moveTo>
                <a:cubicBezTo>
                  <a:pt x="31" y="144"/>
                  <a:pt x="8" y="131"/>
                  <a:pt x="8" y="124"/>
                </a:cubicBezTo>
                <a:cubicBezTo>
                  <a:pt x="8" y="120"/>
                  <a:pt x="9" y="116"/>
                  <a:pt x="11" y="113"/>
                </a:cubicBezTo>
                <a:cubicBezTo>
                  <a:pt x="22" y="122"/>
                  <a:pt x="45" y="128"/>
                  <a:pt x="72" y="128"/>
                </a:cubicBezTo>
                <a:cubicBezTo>
                  <a:pt x="99" y="128"/>
                  <a:pt x="122" y="122"/>
                  <a:pt x="133" y="113"/>
                </a:cubicBezTo>
                <a:cubicBezTo>
                  <a:pt x="135" y="116"/>
                  <a:pt x="136" y="120"/>
                  <a:pt x="136" y="124"/>
                </a:cubicBezTo>
                <a:cubicBezTo>
                  <a:pt x="136" y="131"/>
                  <a:pt x="113" y="144"/>
                  <a:pt x="72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70"/>
          <p:cNvSpPr>
            <a:spLocks noEditPoints="1"/>
          </p:cNvSpPr>
          <p:nvPr/>
        </p:nvSpPr>
        <p:spPr bwMode="auto">
          <a:xfrm>
            <a:off x="6643368" y="3659113"/>
            <a:ext cx="334275" cy="334275"/>
          </a:xfrm>
          <a:custGeom>
            <a:avLst/>
            <a:gdLst>
              <a:gd name="T0" fmla="*/ 176 w 176"/>
              <a:gd name="T1" fmla="*/ 52 h 176"/>
              <a:gd name="T2" fmla="*/ 175 w 176"/>
              <a:gd name="T3" fmla="*/ 50 h 176"/>
              <a:gd name="T4" fmla="*/ 175 w 176"/>
              <a:gd name="T5" fmla="*/ 50 h 176"/>
              <a:gd name="T6" fmla="*/ 175 w 176"/>
              <a:gd name="T7" fmla="*/ 49 h 176"/>
              <a:gd name="T8" fmla="*/ 175 w 176"/>
              <a:gd name="T9" fmla="*/ 49 h 176"/>
              <a:gd name="T10" fmla="*/ 127 w 176"/>
              <a:gd name="T11" fmla="*/ 2 h 176"/>
              <a:gd name="T12" fmla="*/ 127 w 176"/>
              <a:gd name="T13" fmla="*/ 2 h 176"/>
              <a:gd name="T14" fmla="*/ 124 w 176"/>
              <a:gd name="T15" fmla="*/ 0 h 176"/>
              <a:gd name="T16" fmla="*/ 52 w 176"/>
              <a:gd name="T17" fmla="*/ 0 h 176"/>
              <a:gd name="T18" fmla="*/ 49 w 176"/>
              <a:gd name="T19" fmla="*/ 2 h 176"/>
              <a:gd name="T20" fmla="*/ 49 w 176"/>
              <a:gd name="T21" fmla="*/ 2 h 176"/>
              <a:gd name="T22" fmla="*/ 1 w 176"/>
              <a:gd name="T23" fmla="*/ 49 h 176"/>
              <a:gd name="T24" fmla="*/ 1 w 176"/>
              <a:gd name="T25" fmla="*/ 49 h 176"/>
              <a:gd name="T26" fmla="*/ 1 w 176"/>
              <a:gd name="T27" fmla="*/ 50 h 176"/>
              <a:gd name="T28" fmla="*/ 1 w 176"/>
              <a:gd name="T29" fmla="*/ 50 h 176"/>
              <a:gd name="T30" fmla="*/ 0 w 176"/>
              <a:gd name="T31" fmla="*/ 52 h 176"/>
              <a:gd name="T32" fmla="*/ 1 w 176"/>
              <a:gd name="T33" fmla="*/ 54 h 176"/>
              <a:gd name="T34" fmla="*/ 1 w 176"/>
              <a:gd name="T35" fmla="*/ 55 h 176"/>
              <a:gd name="T36" fmla="*/ 85 w 176"/>
              <a:gd name="T37" fmla="*/ 175 h 176"/>
              <a:gd name="T38" fmla="*/ 85 w 176"/>
              <a:gd name="T39" fmla="*/ 174 h 176"/>
              <a:gd name="T40" fmla="*/ 88 w 176"/>
              <a:gd name="T41" fmla="*/ 176 h 176"/>
              <a:gd name="T42" fmla="*/ 91 w 176"/>
              <a:gd name="T43" fmla="*/ 174 h 176"/>
              <a:gd name="T44" fmla="*/ 91 w 176"/>
              <a:gd name="T45" fmla="*/ 175 h 176"/>
              <a:gd name="T46" fmla="*/ 175 w 176"/>
              <a:gd name="T47" fmla="*/ 55 h 176"/>
              <a:gd name="T48" fmla="*/ 175 w 176"/>
              <a:gd name="T49" fmla="*/ 54 h 176"/>
              <a:gd name="T50" fmla="*/ 176 w 176"/>
              <a:gd name="T51" fmla="*/ 52 h 176"/>
              <a:gd name="T52" fmla="*/ 122 w 176"/>
              <a:gd name="T53" fmla="*/ 8 h 176"/>
              <a:gd name="T54" fmla="*/ 162 w 176"/>
              <a:gd name="T55" fmla="*/ 48 h 176"/>
              <a:gd name="T56" fmla="*/ 126 w 176"/>
              <a:gd name="T57" fmla="*/ 48 h 176"/>
              <a:gd name="T58" fmla="*/ 106 w 176"/>
              <a:gd name="T59" fmla="*/ 8 h 176"/>
              <a:gd name="T60" fmla="*/ 122 w 176"/>
              <a:gd name="T61" fmla="*/ 8 h 176"/>
              <a:gd name="T62" fmla="*/ 98 w 176"/>
              <a:gd name="T63" fmla="*/ 8 h 176"/>
              <a:gd name="T64" fmla="*/ 118 w 176"/>
              <a:gd name="T65" fmla="*/ 48 h 176"/>
              <a:gd name="T66" fmla="*/ 58 w 176"/>
              <a:gd name="T67" fmla="*/ 48 h 176"/>
              <a:gd name="T68" fmla="*/ 78 w 176"/>
              <a:gd name="T69" fmla="*/ 8 h 176"/>
              <a:gd name="T70" fmla="*/ 98 w 176"/>
              <a:gd name="T71" fmla="*/ 8 h 176"/>
              <a:gd name="T72" fmla="*/ 54 w 176"/>
              <a:gd name="T73" fmla="*/ 8 h 176"/>
              <a:gd name="T74" fmla="*/ 70 w 176"/>
              <a:gd name="T75" fmla="*/ 8 h 176"/>
              <a:gd name="T76" fmla="*/ 50 w 176"/>
              <a:gd name="T77" fmla="*/ 48 h 176"/>
              <a:gd name="T78" fmla="*/ 14 w 176"/>
              <a:gd name="T79" fmla="*/ 48 h 176"/>
              <a:gd name="T80" fmla="*/ 54 w 176"/>
              <a:gd name="T81" fmla="*/ 8 h 176"/>
              <a:gd name="T82" fmla="*/ 12 w 176"/>
              <a:gd name="T83" fmla="*/ 56 h 176"/>
              <a:gd name="T84" fmla="*/ 49 w 176"/>
              <a:gd name="T85" fmla="*/ 56 h 176"/>
              <a:gd name="T86" fmla="*/ 77 w 176"/>
              <a:gd name="T87" fmla="*/ 149 h 176"/>
              <a:gd name="T88" fmla="*/ 12 w 176"/>
              <a:gd name="T89" fmla="*/ 56 h 176"/>
              <a:gd name="T90" fmla="*/ 88 w 176"/>
              <a:gd name="T91" fmla="*/ 158 h 176"/>
              <a:gd name="T92" fmla="*/ 57 w 176"/>
              <a:gd name="T93" fmla="*/ 56 h 176"/>
              <a:gd name="T94" fmla="*/ 119 w 176"/>
              <a:gd name="T95" fmla="*/ 56 h 176"/>
              <a:gd name="T96" fmla="*/ 88 w 176"/>
              <a:gd name="T97" fmla="*/ 158 h 176"/>
              <a:gd name="T98" fmla="*/ 99 w 176"/>
              <a:gd name="T99" fmla="*/ 149 h 176"/>
              <a:gd name="T100" fmla="*/ 127 w 176"/>
              <a:gd name="T101" fmla="*/ 56 h 176"/>
              <a:gd name="T102" fmla="*/ 164 w 176"/>
              <a:gd name="T103" fmla="*/ 56 h 176"/>
              <a:gd name="T104" fmla="*/ 99 w 176"/>
              <a:gd name="T105" fmla="*/ 14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76" y="52"/>
                </a:moveTo>
                <a:cubicBezTo>
                  <a:pt x="176" y="51"/>
                  <a:pt x="176" y="50"/>
                  <a:pt x="175" y="50"/>
                </a:cubicBezTo>
                <a:cubicBezTo>
                  <a:pt x="175" y="50"/>
                  <a:pt x="175" y="50"/>
                  <a:pt x="175" y="50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27" y="2"/>
                  <a:pt x="127" y="2"/>
                  <a:pt x="127" y="2"/>
                </a:cubicBezTo>
                <a:cubicBezTo>
                  <a:pt x="127" y="2"/>
                  <a:pt x="127" y="2"/>
                  <a:pt x="127" y="2"/>
                </a:cubicBezTo>
                <a:cubicBezTo>
                  <a:pt x="126" y="1"/>
                  <a:pt x="125" y="0"/>
                  <a:pt x="124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1" y="0"/>
                  <a:pt x="50" y="1"/>
                  <a:pt x="49" y="2"/>
                </a:cubicBezTo>
                <a:cubicBezTo>
                  <a:pt x="49" y="2"/>
                  <a:pt x="49" y="2"/>
                  <a:pt x="49" y="2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50"/>
                  <a:pt x="1" y="50"/>
                  <a:pt x="1" y="50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51"/>
                  <a:pt x="0" y="52"/>
                </a:cubicBezTo>
                <a:cubicBezTo>
                  <a:pt x="0" y="53"/>
                  <a:pt x="0" y="54"/>
                  <a:pt x="1" y="54"/>
                </a:cubicBezTo>
                <a:cubicBezTo>
                  <a:pt x="1" y="55"/>
                  <a:pt x="1" y="55"/>
                  <a:pt x="1" y="55"/>
                </a:cubicBezTo>
                <a:cubicBezTo>
                  <a:pt x="85" y="175"/>
                  <a:pt x="85" y="175"/>
                  <a:pt x="85" y="175"/>
                </a:cubicBezTo>
                <a:cubicBezTo>
                  <a:pt x="85" y="174"/>
                  <a:pt x="85" y="174"/>
                  <a:pt x="85" y="174"/>
                </a:cubicBezTo>
                <a:cubicBezTo>
                  <a:pt x="86" y="175"/>
                  <a:pt x="87" y="176"/>
                  <a:pt x="88" y="176"/>
                </a:cubicBezTo>
                <a:cubicBezTo>
                  <a:pt x="89" y="176"/>
                  <a:pt x="90" y="175"/>
                  <a:pt x="91" y="174"/>
                </a:cubicBezTo>
                <a:cubicBezTo>
                  <a:pt x="91" y="175"/>
                  <a:pt x="91" y="175"/>
                  <a:pt x="91" y="175"/>
                </a:cubicBezTo>
                <a:cubicBezTo>
                  <a:pt x="175" y="55"/>
                  <a:pt x="175" y="55"/>
                  <a:pt x="175" y="55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6" y="54"/>
                  <a:pt x="176" y="53"/>
                  <a:pt x="176" y="52"/>
                </a:cubicBezTo>
                <a:moveTo>
                  <a:pt x="122" y="8"/>
                </a:moveTo>
                <a:cubicBezTo>
                  <a:pt x="162" y="48"/>
                  <a:pt x="162" y="48"/>
                  <a:pt x="162" y="48"/>
                </a:cubicBezTo>
                <a:cubicBezTo>
                  <a:pt x="126" y="48"/>
                  <a:pt x="126" y="48"/>
                  <a:pt x="126" y="48"/>
                </a:cubicBezTo>
                <a:cubicBezTo>
                  <a:pt x="106" y="8"/>
                  <a:pt x="106" y="8"/>
                  <a:pt x="106" y="8"/>
                </a:cubicBezTo>
                <a:lnTo>
                  <a:pt x="122" y="8"/>
                </a:lnTo>
                <a:close/>
                <a:moveTo>
                  <a:pt x="98" y="8"/>
                </a:moveTo>
                <a:cubicBezTo>
                  <a:pt x="118" y="48"/>
                  <a:pt x="118" y="48"/>
                  <a:pt x="118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78" y="8"/>
                  <a:pt x="78" y="8"/>
                  <a:pt x="78" y="8"/>
                </a:cubicBezTo>
                <a:lnTo>
                  <a:pt x="98" y="8"/>
                </a:lnTo>
                <a:close/>
                <a:moveTo>
                  <a:pt x="54" y="8"/>
                </a:moveTo>
                <a:cubicBezTo>
                  <a:pt x="70" y="8"/>
                  <a:pt x="70" y="8"/>
                  <a:pt x="70" y="8"/>
                </a:cubicBezTo>
                <a:cubicBezTo>
                  <a:pt x="50" y="48"/>
                  <a:pt x="50" y="48"/>
                  <a:pt x="50" y="48"/>
                </a:cubicBezTo>
                <a:cubicBezTo>
                  <a:pt x="14" y="48"/>
                  <a:pt x="14" y="48"/>
                  <a:pt x="14" y="48"/>
                </a:cubicBezTo>
                <a:lnTo>
                  <a:pt x="54" y="8"/>
                </a:lnTo>
                <a:close/>
                <a:moveTo>
                  <a:pt x="12" y="56"/>
                </a:moveTo>
                <a:cubicBezTo>
                  <a:pt x="49" y="56"/>
                  <a:pt x="49" y="56"/>
                  <a:pt x="49" y="56"/>
                </a:cubicBezTo>
                <a:cubicBezTo>
                  <a:pt x="77" y="149"/>
                  <a:pt x="77" y="149"/>
                  <a:pt x="77" y="149"/>
                </a:cubicBezTo>
                <a:lnTo>
                  <a:pt x="12" y="56"/>
                </a:lnTo>
                <a:close/>
                <a:moveTo>
                  <a:pt x="88" y="158"/>
                </a:moveTo>
                <a:cubicBezTo>
                  <a:pt x="57" y="56"/>
                  <a:pt x="57" y="56"/>
                  <a:pt x="57" y="56"/>
                </a:cubicBezTo>
                <a:cubicBezTo>
                  <a:pt x="119" y="56"/>
                  <a:pt x="119" y="56"/>
                  <a:pt x="119" y="56"/>
                </a:cubicBezTo>
                <a:lnTo>
                  <a:pt x="88" y="158"/>
                </a:lnTo>
                <a:close/>
                <a:moveTo>
                  <a:pt x="99" y="149"/>
                </a:moveTo>
                <a:cubicBezTo>
                  <a:pt x="127" y="56"/>
                  <a:pt x="127" y="56"/>
                  <a:pt x="127" y="56"/>
                </a:cubicBezTo>
                <a:cubicBezTo>
                  <a:pt x="164" y="56"/>
                  <a:pt x="164" y="56"/>
                  <a:pt x="164" y="56"/>
                </a:cubicBezTo>
                <a:lnTo>
                  <a:pt x="99" y="14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71"/>
          <p:cNvSpPr>
            <a:spLocks noEditPoints="1"/>
          </p:cNvSpPr>
          <p:nvPr/>
        </p:nvSpPr>
        <p:spPr bwMode="auto">
          <a:xfrm>
            <a:off x="7282709" y="3659113"/>
            <a:ext cx="334275" cy="334275"/>
          </a:xfrm>
          <a:custGeom>
            <a:avLst/>
            <a:gdLst>
              <a:gd name="T0" fmla="*/ 176 w 176"/>
              <a:gd name="T1" fmla="*/ 52 h 176"/>
              <a:gd name="T2" fmla="*/ 124 w 176"/>
              <a:gd name="T3" fmla="*/ 0 h 176"/>
              <a:gd name="T4" fmla="*/ 88 w 176"/>
              <a:gd name="T5" fmla="*/ 15 h 176"/>
              <a:gd name="T6" fmla="*/ 52 w 176"/>
              <a:gd name="T7" fmla="*/ 0 h 176"/>
              <a:gd name="T8" fmla="*/ 0 w 176"/>
              <a:gd name="T9" fmla="*/ 52 h 176"/>
              <a:gd name="T10" fmla="*/ 0 w 176"/>
              <a:gd name="T11" fmla="*/ 58 h 176"/>
              <a:gd name="T12" fmla="*/ 88 w 176"/>
              <a:gd name="T13" fmla="*/ 176 h 176"/>
              <a:gd name="T14" fmla="*/ 176 w 176"/>
              <a:gd name="T15" fmla="*/ 58 h 176"/>
              <a:gd name="T16" fmla="*/ 176 w 176"/>
              <a:gd name="T17" fmla="*/ 52 h 176"/>
              <a:gd name="T18" fmla="*/ 168 w 176"/>
              <a:gd name="T19" fmla="*/ 57 h 176"/>
              <a:gd name="T20" fmla="*/ 88 w 176"/>
              <a:gd name="T21" fmla="*/ 167 h 176"/>
              <a:gd name="T22" fmla="*/ 8 w 176"/>
              <a:gd name="T23" fmla="*/ 57 h 176"/>
              <a:gd name="T24" fmla="*/ 8 w 176"/>
              <a:gd name="T25" fmla="*/ 52 h 176"/>
              <a:gd name="T26" fmla="*/ 52 w 176"/>
              <a:gd name="T27" fmla="*/ 8 h 176"/>
              <a:gd name="T28" fmla="*/ 82 w 176"/>
              <a:gd name="T29" fmla="*/ 20 h 176"/>
              <a:gd name="T30" fmla="*/ 88 w 176"/>
              <a:gd name="T31" fmla="*/ 26 h 176"/>
              <a:gd name="T32" fmla="*/ 94 w 176"/>
              <a:gd name="T33" fmla="*/ 20 h 176"/>
              <a:gd name="T34" fmla="*/ 124 w 176"/>
              <a:gd name="T35" fmla="*/ 8 h 176"/>
              <a:gd name="T36" fmla="*/ 168 w 176"/>
              <a:gd name="T37" fmla="*/ 52 h 176"/>
              <a:gd name="T38" fmla="*/ 168 w 176"/>
              <a:gd name="T39" fmla="*/ 5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76" h="176">
                <a:moveTo>
                  <a:pt x="176" y="52"/>
                </a:moveTo>
                <a:cubicBezTo>
                  <a:pt x="176" y="23"/>
                  <a:pt x="153" y="0"/>
                  <a:pt x="124" y="0"/>
                </a:cubicBezTo>
                <a:cubicBezTo>
                  <a:pt x="110" y="0"/>
                  <a:pt x="97" y="6"/>
                  <a:pt x="88" y="15"/>
                </a:cubicBezTo>
                <a:cubicBezTo>
                  <a:pt x="79" y="6"/>
                  <a:pt x="66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55"/>
                  <a:pt x="1" y="59"/>
                  <a:pt x="0" y="58"/>
                </a:cubicBezTo>
                <a:cubicBezTo>
                  <a:pt x="6" y="109"/>
                  <a:pt x="80" y="176"/>
                  <a:pt x="88" y="176"/>
                </a:cubicBezTo>
                <a:cubicBezTo>
                  <a:pt x="96" y="176"/>
                  <a:pt x="170" y="109"/>
                  <a:pt x="176" y="58"/>
                </a:cubicBezTo>
                <a:cubicBezTo>
                  <a:pt x="175" y="59"/>
                  <a:pt x="176" y="55"/>
                  <a:pt x="176" y="52"/>
                </a:cubicBezTo>
                <a:moveTo>
                  <a:pt x="168" y="57"/>
                </a:moveTo>
                <a:cubicBezTo>
                  <a:pt x="163" y="100"/>
                  <a:pt x="103" y="158"/>
                  <a:pt x="88" y="167"/>
                </a:cubicBezTo>
                <a:cubicBezTo>
                  <a:pt x="73" y="158"/>
                  <a:pt x="13" y="100"/>
                  <a:pt x="8" y="57"/>
                </a:cubicBezTo>
                <a:cubicBezTo>
                  <a:pt x="8" y="57"/>
                  <a:pt x="8" y="55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63" y="8"/>
                  <a:pt x="74" y="12"/>
                  <a:pt x="82" y="20"/>
                </a:cubicBezTo>
                <a:cubicBezTo>
                  <a:pt x="88" y="26"/>
                  <a:pt x="88" y="26"/>
                  <a:pt x="88" y="26"/>
                </a:cubicBezTo>
                <a:cubicBezTo>
                  <a:pt x="94" y="20"/>
                  <a:pt x="94" y="20"/>
                  <a:pt x="94" y="20"/>
                </a:cubicBezTo>
                <a:cubicBezTo>
                  <a:pt x="102" y="12"/>
                  <a:pt x="113" y="8"/>
                  <a:pt x="124" y="8"/>
                </a:cubicBezTo>
                <a:cubicBezTo>
                  <a:pt x="148" y="8"/>
                  <a:pt x="168" y="28"/>
                  <a:pt x="168" y="52"/>
                </a:cubicBezTo>
                <a:cubicBezTo>
                  <a:pt x="168" y="55"/>
                  <a:pt x="168" y="57"/>
                  <a:pt x="168" y="5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671573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802465" y="411510"/>
            <a:ext cx="15390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Electronics</a:t>
            </a:r>
            <a:endParaRPr lang="uk-UA" sz="2400" dirty="0"/>
          </a:p>
        </p:txBody>
      </p:sp>
      <p:sp>
        <p:nvSpPr>
          <p:cNvPr id="113" name="Freeform 172"/>
          <p:cNvSpPr>
            <a:spLocks noEditPoints="1"/>
          </p:cNvSpPr>
          <p:nvPr/>
        </p:nvSpPr>
        <p:spPr bwMode="auto">
          <a:xfrm>
            <a:off x="1758391" y="1091921"/>
            <a:ext cx="183365" cy="334275"/>
          </a:xfrm>
          <a:custGeom>
            <a:avLst/>
            <a:gdLst>
              <a:gd name="T0" fmla="*/ 96 w 96"/>
              <a:gd name="T1" fmla="*/ 96 h 176"/>
              <a:gd name="T2" fmla="*/ 96 w 96"/>
              <a:gd name="T3" fmla="*/ 84 h 176"/>
              <a:gd name="T4" fmla="*/ 92 w 96"/>
              <a:gd name="T5" fmla="*/ 80 h 176"/>
              <a:gd name="T6" fmla="*/ 88 w 96"/>
              <a:gd name="T7" fmla="*/ 84 h 176"/>
              <a:gd name="T8" fmla="*/ 88 w 96"/>
              <a:gd name="T9" fmla="*/ 96 h 176"/>
              <a:gd name="T10" fmla="*/ 48 w 96"/>
              <a:gd name="T11" fmla="*/ 136 h 176"/>
              <a:gd name="T12" fmla="*/ 8 w 96"/>
              <a:gd name="T13" fmla="*/ 96 h 176"/>
              <a:gd name="T14" fmla="*/ 8 w 96"/>
              <a:gd name="T15" fmla="*/ 84 h 176"/>
              <a:gd name="T16" fmla="*/ 4 w 96"/>
              <a:gd name="T17" fmla="*/ 80 h 176"/>
              <a:gd name="T18" fmla="*/ 0 w 96"/>
              <a:gd name="T19" fmla="*/ 84 h 176"/>
              <a:gd name="T20" fmla="*/ 0 w 96"/>
              <a:gd name="T21" fmla="*/ 96 h 176"/>
              <a:gd name="T22" fmla="*/ 44 w 96"/>
              <a:gd name="T23" fmla="*/ 144 h 176"/>
              <a:gd name="T24" fmla="*/ 44 w 96"/>
              <a:gd name="T25" fmla="*/ 168 h 176"/>
              <a:gd name="T26" fmla="*/ 16 w 96"/>
              <a:gd name="T27" fmla="*/ 168 h 176"/>
              <a:gd name="T28" fmla="*/ 12 w 96"/>
              <a:gd name="T29" fmla="*/ 172 h 176"/>
              <a:gd name="T30" fmla="*/ 16 w 96"/>
              <a:gd name="T31" fmla="*/ 176 h 176"/>
              <a:gd name="T32" fmla="*/ 80 w 96"/>
              <a:gd name="T33" fmla="*/ 176 h 176"/>
              <a:gd name="T34" fmla="*/ 84 w 96"/>
              <a:gd name="T35" fmla="*/ 172 h 176"/>
              <a:gd name="T36" fmla="*/ 80 w 96"/>
              <a:gd name="T37" fmla="*/ 168 h 176"/>
              <a:gd name="T38" fmla="*/ 52 w 96"/>
              <a:gd name="T39" fmla="*/ 168 h 176"/>
              <a:gd name="T40" fmla="*/ 52 w 96"/>
              <a:gd name="T41" fmla="*/ 144 h 176"/>
              <a:gd name="T42" fmla="*/ 96 w 96"/>
              <a:gd name="T43" fmla="*/ 96 h 176"/>
              <a:gd name="T44" fmla="*/ 48 w 96"/>
              <a:gd name="T45" fmla="*/ 128 h 176"/>
              <a:gd name="T46" fmla="*/ 80 w 96"/>
              <a:gd name="T47" fmla="*/ 96 h 176"/>
              <a:gd name="T48" fmla="*/ 80 w 96"/>
              <a:gd name="T49" fmla="*/ 32 h 176"/>
              <a:gd name="T50" fmla="*/ 48 w 96"/>
              <a:gd name="T51" fmla="*/ 0 h 176"/>
              <a:gd name="T52" fmla="*/ 16 w 96"/>
              <a:gd name="T53" fmla="*/ 32 h 176"/>
              <a:gd name="T54" fmla="*/ 16 w 96"/>
              <a:gd name="T55" fmla="*/ 96 h 176"/>
              <a:gd name="T56" fmla="*/ 48 w 96"/>
              <a:gd name="T57" fmla="*/ 128 h 176"/>
              <a:gd name="T58" fmla="*/ 24 w 96"/>
              <a:gd name="T59" fmla="*/ 32 h 176"/>
              <a:gd name="T60" fmla="*/ 48 w 96"/>
              <a:gd name="T61" fmla="*/ 8 h 176"/>
              <a:gd name="T62" fmla="*/ 72 w 96"/>
              <a:gd name="T63" fmla="*/ 32 h 176"/>
              <a:gd name="T64" fmla="*/ 72 w 96"/>
              <a:gd name="T65" fmla="*/ 64 h 176"/>
              <a:gd name="T66" fmla="*/ 24 w 96"/>
              <a:gd name="T67" fmla="*/ 64 h 176"/>
              <a:gd name="T68" fmla="*/ 24 w 96"/>
              <a:gd name="T69" fmla="*/ 32 h 176"/>
              <a:gd name="T70" fmla="*/ 24 w 96"/>
              <a:gd name="T71" fmla="*/ 72 h 176"/>
              <a:gd name="T72" fmla="*/ 72 w 96"/>
              <a:gd name="T73" fmla="*/ 72 h 176"/>
              <a:gd name="T74" fmla="*/ 72 w 96"/>
              <a:gd name="T75" fmla="*/ 96 h 176"/>
              <a:gd name="T76" fmla="*/ 48 w 96"/>
              <a:gd name="T77" fmla="*/ 120 h 176"/>
              <a:gd name="T78" fmla="*/ 24 w 96"/>
              <a:gd name="T79" fmla="*/ 96 h 176"/>
              <a:gd name="T80" fmla="*/ 24 w 96"/>
              <a:gd name="T81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6" h="176">
                <a:moveTo>
                  <a:pt x="96" y="96"/>
                </a:moveTo>
                <a:cubicBezTo>
                  <a:pt x="96" y="84"/>
                  <a:pt x="96" y="84"/>
                  <a:pt x="96" y="84"/>
                </a:cubicBezTo>
                <a:cubicBezTo>
                  <a:pt x="96" y="82"/>
                  <a:pt x="94" y="80"/>
                  <a:pt x="92" y="80"/>
                </a:cubicBezTo>
                <a:cubicBezTo>
                  <a:pt x="90" y="80"/>
                  <a:pt x="88" y="82"/>
                  <a:pt x="88" y="84"/>
                </a:cubicBezTo>
                <a:cubicBezTo>
                  <a:pt x="88" y="96"/>
                  <a:pt x="88" y="96"/>
                  <a:pt x="88" y="96"/>
                </a:cubicBezTo>
                <a:cubicBezTo>
                  <a:pt x="88" y="118"/>
                  <a:pt x="70" y="136"/>
                  <a:pt x="48" y="136"/>
                </a:cubicBezTo>
                <a:cubicBezTo>
                  <a:pt x="26" y="136"/>
                  <a:pt x="8" y="118"/>
                  <a:pt x="8" y="96"/>
                </a:cubicBezTo>
                <a:cubicBezTo>
                  <a:pt x="8" y="84"/>
                  <a:pt x="8" y="84"/>
                  <a:pt x="8" y="84"/>
                </a:cubicBezTo>
                <a:cubicBezTo>
                  <a:pt x="8" y="82"/>
                  <a:pt x="6" y="80"/>
                  <a:pt x="4" y="80"/>
                </a:cubicBezTo>
                <a:cubicBezTo>
                  <a:pt x="2" y="80"/>
                  <a:pt x="0" y="82"/>
                  <a:pt x="0" y="8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21"/>
                  <a:pt x="19" y="142"/>
                  <a:pt x="44" y="144"/>
                </a:cubicBezTo>
                <a:cubicBezTo>
                  <a:pt x="44" y="168"/>
                  <a:pt x="44" y="168"/>
                  <a:pt x="4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4" y="168"/>
                  <a:pt x="12" y="170"/>
                  <a:pt x="12" y="172"/>
                </a:cubicBezTo>
                <a:cubicBezTo>
                  <a:pt x="12" y="174"/>
                  <a:pt x="14" y="176"/>
                  <a:pt x="16" y="176"/>
                </a:cubicBezTo>
                <a:cubicBezTo>
                  <a:pt x="80" y="176"/>
                  <a:pt x="80" y="176"/>
                  <a:pt x="80" y="176"/>
                </a:cubicBezTo>
                <a:cubicBezTo>
                  <a:pt x="82" y="176"/>
                  <a:pt x="84" y="174"/>
                  <a:pt x="84" y="172"/>
                </a:cubicBezTo>
                <a:cubicBezTo>
                  <a:pt x="84" y="170"/>
                  <a:pt x="82" y="168"/>
                  <a:pt x="80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77" y="142"/>
                  <a:pt x="96" y="121"/>
                  <a:pt x="96" y="96"/>
                </a:cubicBezTo>
                <a:moveTo>
                  <a:pt x="48" y="128"/>
                </a:moveTo>
                <a:cubicBezTo>
                  <a:pt x="66" y="128"/>
                  <a:pt x="80" y="114"/>
                  <a:pt x="80" y="96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14"/>
                  <a:pt x="66" y="0"/>
                  <a:pt x="48" y="0"/>
                </a:cubicBezTo>
                <a:cubicBezTo>
                  <a:pt x="30" y="0"/>
                  <a:pt x="16" y="14"/>
                  <a:pt x="16" y="32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114"/>
                  <a:pt x="30" y="128"/>
                  <a:pt x="48" y="128"/>
                </a:cubicBezTo>
                <a:moveTo>
                  <a:pt x="24" y="32"/>
                </a:moveTo>
                <a:cubicBezTo>
                  <a:pt x="24" y="19"/>
                  <a:pt x="35" y="8"/>
                  <a:pt x="48" y="8"/>
                </a:cubicBezTo>
                <a:cubicBezTo>
                  <a:pt x="61" y="8"/>
                  <a:pt x="72" y="19"/>
                  <a:pt x="72" y="32"/>
                </a:cubicBezTo>
                <a:cubicBezTo>
                  <a:pt x="72" y="64"/>
                  <a:pt x="72" y="64"/>
                  <a:pt x="72" y="64"/>
                </a:cubicBezTo>
                <a:cubicBezTo>
                  <a:pt x="24" y="64"/>
                  <a:pt x="24" y="64"/>
                  <a:pt x="24" y="64"/>
                </a:cubicBezTo>
                <a:lnTo>
                  <a:pt x="24" y="32"/>
                </a:lnTo>
                <a:close/>
                <a:moveTo>
                  <a:pt x="24" y="72"/>
                </a:moveTo>
                <a:cubicBezTo>
                  <a:pt x="72" y="72"/>
                  <a:pt x="72" y="72"/>
                  <a:pt x="72" y="72"/>
                </a:cubicBezTo>
                <a:cubicBezTo>
                  <a:pt x="72" y="96"/>
                  <a:pt x="72" y="96"/>
                  <a:pt x="72" y="96"/>
                </a:cubicBezTo>
                <a:cubicBezTo>
                  <a:pt x="72" y="109"/>
                  <a:pt x="61" y="120"/>
                  <a:pt x="48" y="120"/>
                </a:cubicBezTo>
                <a:cubicBezTo>
                  <a:pt x="35" y="120"/>
                  <a:pt x="24" y="109"/>
                  <a:pt x="24" y="96"/>
                </a:cubicBezTo>
                <a:lnTo>
                  <a:pt x="24" y="7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73"/>
          <p:cNvSpPr>
            <a:spLocks noEditPoints="1"/>
          </p:cNvSpPr>
          <p:nvPr/>
        </p:nvSpPr>
        <p:spPr bwMode="auto">
          <a:xfrm>
            <a:off x="2321466" y="1083808"/>
            <a:ext cx="342388" cy="342388"/>
          </a:xfrm>
          <a:custGeom>
            <a:avLst/>
            <a:gdLst>
              <a:gd name="T0" fmla="*/ 75 w 180"/>
              <a:gd name="T1" fmla="*/ 100 h 180"/>
              <a:gd name="T2" fmla="*/ 80 w 180"/>
              <a:gd name="T3" fmla="*/ 105 h 180"/>
              <a:gd name="T4" fmla="*/ 106 w 180"/>
              <a:gd name="T5" fmla="*/ 86 h 180"/>
              <a:gd name="T6" fmla="*/ 94 w 180"/>
              <a:gd name="T7" fmla="*/ 74 h 180"/>
              <a:gd name="T8" fmla="*/ 75 w 180"/>
              <a:gd name="T9" fmla="*/ 100 h 180"/>
              <a:gd name="T10" fmla="*/ 164 w 180"/>
              <a:gd name="T11" fmla="*/ 16 h 180"/>
              <a:gd name="T12" fmla="*/ 108 w 180"/>
              <a:gd name="T13" fmla="*/ 16 h 180"/>
              <a:gd name="T14" fmla="*/ 96 w 180"/>
              <a:gd name="T15" fmla="*/ 43 h 180"/>
              <a:gd name="T16" fmla="*/ 35 w 180"/>
              <a:gd name="T17" fmla="*/ 111 h 180"/>
              <a:gd name="T18" fmla="*/ 28 w 180"/>
              <a:gd name="T19" fmla="*/ 128 h 180"/>
              <a:gd name="T20" fmla="*/ 31 w 180"/>
              <a:gd name="T21" fmla="*/ 140 h 180"/>
              <a:gd name="T22" fmla="*/ 20 w 180"/>
              <a:gd name="T23" fmla="*/ 165 h 180"/>
              <a:gd name="T24" fmla="*/ 20 w 180"/>
              <a:gd name="T25" fmla="*/ 168 h 180"/>
              <a:gd name="T26" fmla="*/ 4 w 180"/>
              <a:gd name="T27" fmla="*/ 172 h 180"/>
              <a:gd name="T28" fmla="*/ 4 w 180"/>
              <a:gd name="T29" fmla="*/ 172 h 180"/>
              <a:gd name="T30" fmla="*/ 0 w 180"/>
              <a:gd name="T31" fmla="*/ 176 h 180"/>
              <a:gd name="T32" fmla="*/ 4 w 180"/>
              <a:gd name="T33" fmla="*/ 180 h 180"/>
              <a:gd name="T34" fmla="*/ 4 w 180"/>
              <a:gd name="T35" fmla="*/ 180 h 180"/>
              <a:gd name="T36" fmla="*/ 27 w 180"/>
              <a:gd name="T37" fmla="*/ 172 h 180"/>
              <a:gd name="T38" fmla="*/ 28 w 180"/>
              <a:gd name="T39" fmla="*/ 163 h 180"/>
              <a:gd name="T40" fmla="*/ 37 w 180"/>
              <a:gd name="T41" fmla="*/ 146 h 180"/>
              <a:gd name="T42" fmla="*/ 52 w 180"/>
              <a:gd name="T43" fmla="*/ 152 h 180"/>
              <a:gd name="T44" fmla="*/ 69 w 180"/>
              <a:gd name="T45" fmla="*/ 145 h 180"/>
              <a:gd name="T46" fmla="*/ 137 w 180"/>
              <a:gd name="T47" fmla="*/ 84 h 180"/>
              <a:gd name="T48" fmla="*/ 164 w 180"/>
              <a:gd name="T49" fmla="*/ 72 h 180"/>
              <a:gd name="T50" fmla="*/ 164 w 180"/>
              <a:gd name="T51" fmla="*/ 16 h 180"/>
              <a:gd name="T52" fmla="*/ 63 w 180"/>
              <a:gd name="T53" fmla="*/ 139 h 180"/>
              <a:gd name="T54" fmla="*/ 52 w 180"/>
              <a:gd name="T55" fmla="*/ 144 h 180"/>
              <a:gd name="T56" fmla="*/ 36 w 180"/>
              <a:gd name="T57" fmla="*/ 128 h 180"/>
              <a:gd name="T58" fmla="*/ 41 w 180"/>
              <a:gd name="T59" fmla="*/ 117 h 180"/>
              <a:gd name="T60" fmla="*/ 97 w 180"/>
              <a:gd name="T61" fmla="*/ 54 h 180"/>
              <a:gd name="T62" fmla="*/ 108 w 180"/>
              <a:gd name="T63" fmla="*/ 72 h 180"/>
              <a:gd name="T64" fmla="*/ 126 w 180"/>
              <a:gd name="T65" fmla="*/ 83 h 180"/>
              <a:gd name="T66" fmla="*/ 63 w 180"/>
              <a:gd name="T67" fmla="*/ 139 h 180"/>
              <a:gd name="T68" fmla="*/ 159 w 180"/>
              <a:gd name="T69" fmla="*/ 67 h 180"/>
              <a:gd name="T70" fmla="*/ 113 w 180"/>
              <a:gd name="T71" fmla="*/ 67 h 180"/>
              <a:gd name="T72" fmla="*/ 113 w 180"/>
              <a:gd name="T73" fmla="*/ 21 h 180"/>
              <a:gd name="T74" fmla="*/ 159 w 180"/>
              <a:gd name="T75" fmla="*/ 21 h 180"/>
              <a:gd name="T76" fmla="*/ 159 w 180"/>
              <a:gd name="T77" fmla="*/ 67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0" h="180">
                <a:moveTo>
                  <a:pt x="75" y="100"/>
                </a:moveTo>
                <a:cubicBezTo>
                  <a:pt x="80" y="105"/>
                  <a:pt x="80" y="105"/>
                  <a:pt x="80" y="105"/>
                </a:cubicBezTo>
                <a:cubicBezTo>
                  <a:pt x="106" y="86"/>
                  <a:pt x="106" y="86"/>
                  <a:pt x="106" y="86"/>
                </a:cubicBezTo>
                <a:cubicBezTo>
                  <a:pt x="94" y="74"/>
                  <a:pt x="94" y="74"/>
                  <a:pt x="94" y="74"/>
                </a:cubicBezTo>
                <a:lnTo>
                  <a:pt x="75" y="100"/>
                </a:lnTo>
                <a:close/>
                <a:moveTo>
                  <a:pt x="164" y="16"/>
                </a:moveTo>
                <a:cubicBezTo>
                  <a:pt x="149" y="0"/>
                  <a:pt x="123" y="0"/>
                  <a:pt x="108" y="16"/>
                </a:cubicBezTo>
                <a:cubicBezTo>
                  <a:pt x="100" y="23"/>
                  <a:pt x="96" y="33"/>
                  <a:pt x="96" y="43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1" y="115"/>
                  <a:pt x="28" y="121"/>
                  <a:pt x="28" y="128"/>
                </a:cubicBezTo>
                <a:cubicBezTo>
                  <a:pt x="28" y="132"/>
                  <a:pt x="29" y="137"/>
                  <a:pt x="31" y="140"/>
                </a:cubicBezTo>
                <a:cubicBezTo>
                  <a:pt x="20" y="146"/>
                  <a:pt x="16" y="152"/>
                  <a:pt x="20" y="165"/>
                </a:cubicBezTo>
                <a:cubicBezTo>
                  <a:pt x="21" y="167"/>
                  <a:pt x="20" y="167"/>
                  <a:pt x="20" y="168"/>
                </a:cubicBezTo>
                <a:cubicBezTo>
                  <a:pt x="18" y="171"/>
                  <a:pt x="9" y="172"/>
                  <a:pt x="4" y="172"/>
                </a:cubicBezTo>
                <a:cubicBezTo>
                  <a:pt x="4" y="172"/>
                  <a:pt x="4" y="172"/>
                  <a:pt x="4" y="172"/>
                </a:cubicBezTo>
                <a:cubicBezTo>
                  <a:pt x="2" y="172"/>
                  <a:pt x="0" y="174"/>
                  <a:pt x="0" y="176"/>
                </a:cubicBezTo>
                <a:cubicBezTo>
                  <a:pt x="0" y="178"/>
                  <a:pt x="2" y="180"/>
                  <a:pt x="4" y="180"/>
                </a:cubicBezTo>
                <a:cubicBezTo>
                  <a:pt x="4" y="180"/>
                  <a:pt x="4" y="180"/>
                  <a:pt x="4" y="180"/>
                </a:cubicBezTo>
                <a:cubicBezTo>
                  <a:pt x="7" y="180"/>
                  <a:pt x="21" y="180"/>
                  <a:pt x="27" y="172"/>
                </a:cubicBezTo>
                <a:cubicBezTo>
                  <a:pt x="28" y="171"/>
                  <a:pt x="29" y="167"/>
                  <a:pt x="28" y="163"/>
                </a:cubicBezTo>
                <a:cubicBezTo>
                  <a:pt x="25" y="155"/>
                  <a:pt x="26" y="152"/>
                  <a:pt x="37" y="146"/>
                </a:cubicBezTo>
                <a:cubicBezTo>
                  <a:pt x="41" y="150"/>
                  <a:pt x="46" y="152"/>
                  <a:pt x="52" y="152"/>
                </a:cubicBezTo>
                <a:cubicBezTo>
                  <a:pt x="59" y="152"/>
                  <a:pt x="65" y="149"/>
                  <a:pt x="69" y="145"/>
                </a:cubicBezTo>
                <a:cubicBezTo>
                  <a:pt x="137" y="84"/>
                  <a:pt x="137" y="84"/>
                  <a:pt x="137" y="84"/>
                </a:cubicBezTo>
                <a:cubicBezTo>
                  <a:pt x="147" y="84"/>
                  <a:pt x="157" y="80"/>
                  <a:pt x="164" y="72"/>
                </a:cubicBezTo>
                <a:cubicBezTo>
                  <a:pt x="180" y="57"/>
                  <a:pt x="180" y="31"/>
                  <a:pt x="164" y="16"/>
                </a:cubicBezTo>
                <a:moveTo>
                  <a:pt x="63" y="139"/>
                </a:moveTo>
                <a:cubicBezTo>
                  <a:pt x="60" y="142"/>
                  <a:pt x="56" y="144"/>
                  <a:pt x="52" y="144"/>
                </a:cubicBezTo>
                <a:cubicBezTo>
                  <a:pt x="43" y="144"/>
                  <a:pt x="36" y="137"/>
                  <a:pt x="36" y="128"/>
                </a:cubicBezTo>
                <a:cubicBezTo>
                  <a:pt x="36" y="124"/>
                  <a:pt x="38" y="120"/>
                  <a:pt x="41" y="117"/>
                </a:cubicBezTo>
                <a:cubicBezTo>
                  <a:pt x="97" y="54"/>
                  <a:pt x="97" y="54"/>
                  <a:pt x="97" y="54"/>
                </a:cubicBezTo>
                <a:cubicBezTo>
                  <a:pt x="99" y="61"/>
                  <a:pt x="102" y="67"/>
                  <a:pt x="108" y="72"/>
                </a:cubicBezTo>
                <a:cubicBezTo>
                  <a:pt x="113" y="78"/>
                  <a:pt x="119" y="81"/>
                  <a:pt x="126" y="83"/>
                </a:cubicBezTo>
                <a:lnTo>
                  <a:pt x="63" y="139"/>
                </a:lnTo>
                <a:close/>
                <a:moveTo>
                  <a:pt x="159" y="67"/>
                </a:moveTo>
                <a:cubicBezTo>
                  <a:pt x="146" y="79"/>
                  <a:pt x="126" y="79"/>
                  <a:pt x="113" y="67"/>
                </a:cubicBezTo>
                <a:cubicBezTo>
                  <a:pt x="101" y="54"/>
                  <a:pt x="101" y="34"/>
                  <a:pt x="113" y="21"/>
                </a:cubicBezTo>
                <a:cubicBezTo>
                  <a:pt x="126" y="9"/>
                  <a:pt x="146" y="9"/>
                  <a:pt x="159" y="21"/>
                </a:cubicBezTo>
                <a:cubicBezTo>
                  <a:pt x="171" y="34"/>
                  <a:pt x="171" y="54"/>
                  <a:pt x="159" y="6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74"/>
          <p:cNvSpPr>
            <a:spLocks noEditPoints="1"/>
          </p:cNvSpPr>
          <p:nvPr/>
        </p:nvSpPr>
        <p:spPr bwMode="auto">
          <a:xfrm>
            <a:off x="2960807" y="1151961"/>
            <a:ext cx="334275" cy="212573"/>
          </a:xfrm>
          <a:custGeom>
            <a:avLst/>
            <a:gdLst>
              <a:gd name="T0" fmla="*/ 84 w 176"/>
              <a:gd name="T1" fmla="*/ 16 h 112"/>
              <a:gd name="T2" fmla="*/ 72 w 176"/>
              <a:gd name="T3" fmla="*/ 28 h 112"/>
              <a:gd name="T4" fmla="*/ 84 w 176"/>
              <a:gd name="T5" fmla="*/ 40 h 112"/>
              <a:gd name="T6" fmla="*/ 96 w 176"/>
              <a:gd name="T7" fmla="*/ 28 h 112"/>
              <a:gd name="T8" fmla="*/ 84 w 176"/>
              <a:gd name="T9" fmla="*/ 16 h 112"/>
              <a:gd name="T10" fmla="*/ 84 w 176"/>
              <a:gd name="T11" fmla="*/ 32 h 112"/>
              <a:gd name="T12" fmla="*/ 80 w 176"/>
              <a:gd name="T13" fmla="*/ 28 h 112"/>
              <a:gd name="T14" fmla="*/ 84 w 176"/>
              <a:gd name="T15" fmla="*/ 24 h 112"/>
              <a:gd name="T16" fmla="*/ 88 w 176"/>
              <a:gd name="T17" fmla="*/ 28 h 112"/>
              <a:gd name="T18" fmla="*/ 84 w 176"/>
              <a:gd name="T19" fmla="*/ 32 h 112"/>
              <a:gd name="T20" fmla="*/ 172 w 176"/>
              <a:gd name="T21" fmla="*/ 16 h 112"/>
              <a:gd name="T22" fmla="*/ 170 w 176"/>
              <a:gd name="T23" fmla="*/ 16 h 112"/>
              <a:gd name="T24" fmla="*/ 170 w 176"/>
              <a:gd name="T25" fmla="*/ 16 h 112"/>
              <a:gd name="T26" fmla="*/ 128 w 176"/>
              <a:gd name="T27" fmla="*/ 38 h 112"/>
              <a:gd name="T28" fmla="*/ 128 w 176"/>
              <a:gd name="T29" fmla="*/ 16 h 112"/>
              <a:gd name="T30" fmla="*/ 112 w 176"/>
              <a:gd name="T31" fmla="*/ 0 h 112"/>
              <a:gd name="T32" fmla="*/ 16 w 176"/>
              <a:gd name="T33" fmla="*/ 0 h 112"/>
              <a:gd name="T34" fmla="*/ 0 w 176"/>
              <a:gd name="T35" fmla="*/ 16 h 112"/>
              <a:gd name="T36" fmla="*/ 0 w 176"/>
              <a:gd name="T37" fmla="*/ 96 h 112"/>
              <a:gd name="T38" fmla="*/ 16 w 176"/>
              <a:gd name="T39" fmla="*/ 112 h 112"/>
              <a:gd name="T40" fmla="*/ 112 w 176"/>
              <a:gd name="T41" fmla="*/ 112 h 112"/>
              <a:gd name="T42" fmla="*/ 128 w 176"/>
              <a:gd name="T43" fmla="*/ 96 h 112"/>
              <a:gd name="T44" fmla="*/ 128 w 176"/>
              <a:gd name="T45" fmla="*/ 74 h 112"/>
              <a:gd name="T46" fmla="*/ 170 w 176"/>
              <a:gd name="T47" fmla="*/ 96 h 112"/>
              <a:gd name="T48" fmla="*/ 170 w 176"/>
              <a:gd name="T49" fmla="*/ 96 h 112"/>
              <a:gd name="T50" fmla="*/ 172 w 176"/>
              <a:gd name="T51" fmla="*/ 96 h 112"/>
              <a:gd name="T52" fmla="*/ 176 w 176"/>
              <a:gd name="T53" fmla="*/ 92 h 112"/>
              <a:gd name="T54" fmla="*/ 176 w 176"/>
              <a:gd name="T55" fmla="*/ 20 h 112"/>
              <a:gd name="T56" fmla="*/ 172 w 176"/>
              <a:gd name="T57" fmla="*/ 16 h 112"/>
              <a:gd name="T58" fmla="*/ 112 w 176"/>
              <a:gd name="T59" fmla="*/ 104 h 112"/>
              <a:gd name="T60" fmla="*/ 16 w 176"/>
              <a:gd name="T61" fmla="*/ 104 h 112"/>
              <a:gd name="T62" fmla="*/ 8 w 176"/>
              <a:gd name="T63" fmla="*/ 96 h 112"/>
              <a:gd name="T64" fmla="*/ 120 w 176"/>
              <a:gd name="T65" fmla="*/ 96 h 112"/>
              <a:gd name="T66" fmla="*/ 112 w 176"/>
              <a:gd name="T67" fmla="*/ 104 h 112"/>
              <a:gd name="T68" fmla="*/ 120 w 176"/>
              <a:gd name="T69" fmla="*/ 88 h 112"/>
              <a:gd name="T70" fmla="*/ 8 w 176"/>
              <a:gd name="T71" fmla="*/ 88 h 112"/>
              <a:gd name="T72" fmla="*/ 8 w 176"/>
              <a:gd name="T73" fmla="*/ 16 h 112"/>
              <a:gd name="T74" fmla="*/ 16 w 176"/>
              <a:gd name="T75" fmla="*/ 8 h 112"/>
              <a:gd name="T76" fmla="*/ 112 w 176"/>
              <a:gd name="T77" fmla="*/ 8 h 112"/>
              <a:gd name="T78" fmla="*/ 120 w 176"/>
              <a:gd name="T79" fmla="*/ 16 h 112"/>
              <a:gd name="T80" fmla="*/ 120 w 176"/>
              <a:gd name="T81" fmla="*/ 88 h 112"/>
              <a:gd name="T82" fmla="*/ 168 w 176"/>
              <a:gd name="T83" fmla="*/ 86 h 112"/>
              <a:gd name="T84" fmla="*/ 128 w 176"/>
              <a:gd name="T85" fmla="*/ 66 h 112"/>
              <a:gd name="T86" fmla="*/ 128 w 176"/>
              <a:gd name="T87" fmla="*/ 46 h 112"/>
              <a:gd name="T88" fmla="*/ 168 w 176"/>
              <a:gd name="T89" fmla="*/ 26 h 112"/>
              <a:gd name="T90" fmla="*/ 168 w 176"/>
              <a:gd name="T91" fmla="*/ 86 h 112"/>
              <a:gd name="T92" fmla="*/ 108 w 176"/>
              <a:gd name="T93" fmla="*/ 16 h 112"/>
              <a:gd name="T94" fmla="*/ 104 w 176"/>
              <a:gd name="T95" fmla="*/ 20 h 112"/>
              <a:gd name="T96" fmla="*/ 108 w 176"/>
              <a:gd name="T97" fmla="*/ 24 h 112"/>
              <a:gd name="T98" fmla="*/ 112 w 176"/>
              <a:gd name="T99" fmla="*/ 20 h 112"/>
              <a:gd name="T100" fmla="*/ 108 w 176"/>
              <a:gd name="T101" fmla="*/ 1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12">
                <a:moveTo>
                  <a:pt x="84" y="16"/>
                </a:moveTo>
                <a:cubicBezTo>
                  <a:pt x="77" y="16"/>
                  <a:pt x="72" y="21"/>
                  <a:pt x="72" y="28"/>
                </a:cubicBezTo>
                <a:cubicBezTo>
                  <a:pt x="72" y="35"/>
                  <a:pt x="77" y="40"/>
                  <a:pt x="84" y="40"/>
                </a:cubicBezTo>
                <a:cubicBezTo>
                  <a:pt x="91" y="40"/>
                  <a:pt x="96" y="35"/>
                  <a:pt x="96" y="28"/>
                </a:cubicBezTo>
                <a:cubicBezTo>
                  <a:pt x="96" y="21"/>
                  <a:pt x="91" y="16"/>
                  <a:pt x="84" y="16"/>
                </a:cubicBezTo>
                <a:moveTo>
                  <a:pt x="84" y="32"/>
                </a:moveTo>
                <a:cubicBezTo>
                  <a:pt x="82" y="32"/>
                  <a:pt x="80" y="30"/>
                  <a:pt x="80" y="28"/>
                </a:cubicBezTo>
                <a:cubicBezTo>
                  <a:pt x="80" y="26"/>
                  <a:pt x="82" y="24"/>
                  <a:pt x="84" y="24"/>
                </a:cubicBezTo>
                <a:cubicBezTo>
                  <a:pt x="86" y="24"/>
                  <a:pt x="88" y="26"/>
                  <a:pt x="88" y="28"/>
                </a:cubicBezTo>
                <a:cubicBezTo>
                  <a:pt x="88" y="30"/>
                  <a:pt x="86" y="32"/>
                  <a:pt x="84" y="32"/>
                </a:cubicBezTo>
                <a:moveTo>
                  <a:pt x="172" y="16"/>
                </a:moveTo>
                <a:cubicBezTo>
                  <a:pt x="171" y="16"/>
                  <a:pt x="171" y="16"/>
                  <a:pt x="170" y="16"/>
                </a:cubicBezTo>
                <a:cubicBezTo>
                  <a:pt x="170" y="16"/>
                  <a:pt x="170" y="16"/>
                  <a:pt x="170" y="16"/>
                </a:cubicBezTo>
                <a:cubicBezTo>
                  <a:pt x="128" y="38"/>
                  <a:pt x="128" y="38"/>
                  <a:pt x="128" y="38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5"/>
                  <a:pt x="7" y="112"/>
                  <a:pt x="16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21" y="112"/>
                  <a:pt x="128" y="105"/>
                  <a:pt x="128" y="96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1" y="96"/>
                  <a:pt x="171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moveTo>
                  <a:pt x="112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2" y="104"/>
                  <a:pt x="8" y="100"/>
                  <a:pt x="8" y="96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0" y="100"/>
                  <a:pt x="116" y="104"/>
                  <a:pt x="112" y="104"/>
                </a:cubicBezTo>
                <a:moveTo>
                  <a:pt x="120" y="88"/>
                </a:moveTo>
                <a:cubicBezTo>
                  <a:pt x="8" y="88"/>
                  <a:pt x="8" y="88"/>
                  <a:pt x="8" y="88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6" y="8"/>
                  <a:pt x="120" y="12"/>
                  <a:pt x="120" y="16"/>
                </a:cubicBezTo>
                <a:lnTo>
                  <a:pt x="120" y="88"/>
                </a:lnTo>
                <a:close/>
                <a:moveTo>
                  <a:pt x="168" y="86"/>
                </a:moveTo>
                <a:cubicBezTo>
                  <a:pt x="128" y="66"/>
                  <a:pt x="128" y="66"/>
                  <a:pt x="128" y="66"/>
                </a:cubicBezTo>
                <a:cubicBezTo>
                  <a:pt x="128" y="46"/>
                  <a:pt x="128" y="46"/>
                  <a:pt x="128" y="46"/>
                </a:cubicBezTo>
                <a:cubicBezTo>
                  <a:pt x="168" y="26"/>
                  <a:pt x="168" y="26"/>
                  <a:pt x="168" y="26"/>
                </a:cubicBezTo>
                <a:lnTo>
                  <a:pt x="168" y="86"/>
                </a:lnTo>
                <a:close/>
                <a:moveTo>
                  <a:pt x="108" y="16"/>
                </a:moveTo>
                <a:cubicBezTo>
                  <a:pt x="106" y="16"/>
                  <a:pt x="104" y="18"/>
                  <a:pt x="104" y="20"/>
                </a:cubicBezTo>
                <a:cubicBezTo>
                  <a:pt x="104" y="22"/>
                  <a:pt x="106" y="24"/>
                  <a:pt x="108" y="24"/>
                </a:cubicBezTo>
                <a:cubicBezTo>
                  <a:pt x="110" y="24"/>
                  <a:pt x="112" y="22"/>
                  <a:pt x="112" y="20"/>
                </a:cubicBezTo>
                <a:cubicBezTo>
                  <a:pt x="112" y="18"/>
                  <a:pt x="110" y="16"/>
                  <a:pt x="108" y="1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75"/>
          <p:cNvSpPr>
            <a:spLocks noEditPoints="1"/>
          </p:cNvSpPr>
          <p:nvPr/>
        </p:nvSpPr>
        <p:spPr bwMode="auto">
          <a:xfrm>
            <a:off x="3600148" y="1151961"/>
            <a:ext cx="334275" cy="212573"/>
          </a:xfrm>
          <a:custGeom>
            <a:avLst/>
            <a:gdLst>
              <a:gd name="T0" fmla="*/ 92 w 176"/>
              <a:gd name="T1" fmla="*/ 88 h 112"/>
              <a:gd name="T2" fmla="*/ 92 w 176"/>
              <a:gd name="T3" fmla="*/ 48 h 112"/>
              <a:gd name="T4" fmla="*/ 76 w 176"/>
              <a:gd name="T5" fmla="*/ 80 h 112"/>
              <a:gd name="T6" fmla="*/ 64 w 176"/>
              <a:gd name="T7" fmla="*/ 68 h 112"/>
              <a:gd name="T8" fmla="*/ 24 w 176"/>
              <a:gd name="T9" fmla="*/ 68 h 112"/>
              <a:gd name="T10" fmla="*/ 92 w 176"/>
              <a:gd name="T11" fmla="*/ 56 h 112"/>
              <a:gd name="T12" fmla="*/ 92 w 176"/>
              <a:gd name="T13" fmla="*/ 80 h 112"/>
              <a:gd name="T14" fmla="*/ 92 w 176"/>
              <a:gd name="T15" fmla="*/ 56 h 112"/>
              <a:gd name="T16" fmla="*/ 56 w 176"/>
              <a:gd name="T17" fmla="*/ 68 h 112"/>
              <a:gd name="T18" fmla="*/ 32 w 176"/>
              <a:gd name="T19" fmla="*/ 68 h 112"/>
              <a:gd name="T20" fmla="*/ 116 w 176"/>
              <a:gd name="T21" fmla="*/ 16 h 112"/>
              <a:gd name="T22" fmla="*/ 116 w 176"/>
              <a:gd name="T23" fmla="*/ 24 h 112"/>
              <a:gd name="T24" fmla="*/ 116 w 176"/>
              <a:gd name="T25" fmla="*/ 16 h 112"/>
              <a:gd name="T26" fmla="*/ 96 w 176"/>
              <a:gd name="T27" fmla="*/ 20 h 112"/>
              <a:gd name="T28" fmla="*/ 104 w 176"/>
              <a:gd name="T29" fmla="*/ 20 h 112"/>
              <a:gd name="T30" fmla="*/ 172 w 176"/>
              <a:gd name="T31" fmla="*/ 16 h 112"/>
              <a:gd name="T32" fmla="*/ 170 w 176"/>
              <a:gd name="T33" fmla="*/ 16 h 112"/>
              <a:gd name="T34" fmla="*/ 136 w 176"/>
              <a:gd name="T35" fmla="*/ 16 h 112"/>
              <a:gd name="T36" fmla="*/ 16 w 176"/>
              <a:gd name="T37" fmla="*/ 0 h 112"/>
              <a:gd name="T38" fmla="*/ 0 w 176"/>
              <a:gd name="T39" fmla="*/ 96 h 112"/>
              <a:gd name="T40" fmla="*/ 120 w 176"/>
              <a:gd name="T41" fmla="*/ 112 h 112"/>
              <a:gd name="T42" fmla="*/ 136 w 176"/>
              <a:gd name="T43" fmla="*/ 78 h 112"/>
              <a:gd name="T44" fmla="*/ 170 w 176"/>
              <a:gd name="T45" fmla="*/ 96 h 112"/>
              <a:gd name="T46" fmla="*/ 176 w 176"/>
              <a:gd name="T47" fmla="*/ 92 h 112"/>
              <a:gd name="T48" fmla="*/ 172 w 176"/>
              <a:gd name="T49" fmla="*/ 16 h 112"/>
              <a:gd name="T50" fmla="*/ 120 w 176"/>
              <a:gd name="T51" fmla="*/ 104 h 112"/>
              <a:gd name="T52" fmla="*/ 8 w 176"/>
              <a:gd name="T53" fmla="*/ 96 h 112"/>
              <a:gd name="T54" fmla="*/ 128 w 176"/>
              <a:gd name="T55" fmla="*/ 40 h 112"/>
              <a:gd name="T56" fmla="*/ 128 w 176"/>
              <a:gd name="T57" fmla="*/ 32 h 112"/>
              <a:gd name="T58" fmla="*/ 8 w 176"/>
              <a:gd name="T59" fmla="*/ 16 h 112"/>
              <a:gd name="T60" fmla="*/ 120 w 176"/>
              <a:gd name="T61" fmla="*/ 8 h 112"/>
              <a:gd name="T62" fmla="*/ 128 w 176"/>
              <a:gd name="T63" fmla="*/ 32 h 112"/>
              <a:gd name="T64" fmla="*/ 136 w 176"/>
              <a:gd name="T65" fmla="*/ 70 h 112"/>
              <a:gd name="T66" fmla="*/ 152 w 176"/>
              <a:gd name="T67" fmla="*/ 34 h 112"/>
              <a:gd name="T68" fmla="*/ 168 w 176"/>
              <a:gd name="T69" fmla="*/ 86 h 112"/>
              <a:gd name="T70" fmla="*/ 160 w 176"/>
              <a:gd name="T71" fmla="*/ 30 h 112"/>
              <a:gd name="T72" fmla="*/ 168 w 176"/>
              <a:gd name="T73" fmla="*/ 8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12">
                <a:moveTo>
                  <a:pt x="44" y="88"/>
                </a:moveTo>
                <a:cubicBezTo>
                  <a:pt x="92" y="88"/>
                  <a:pt x="92" y="88"/>
                  <a:pt x="92" y="88"/>
                </a:cubicBezTo>
                <a:cubicBezTo>
                  <a:pt x="103" y="88"/>
                  <a:pt x="112" y="79"/>
                  <a:pt x="112" y="68"/>
                </a:cubicBezTo>
                <a:cubicBezTo>
                  <a:pt x="112" y="57"/>
                  <a:pt x="103" y="48"/>
                  <a:pt x="92" y="48"/>
                </a:cubicBezTo>
                <a:cubicBezTo>
                  <a:pt x="81" y="48"/>
                  <a:pt x="72" y="57"/>
                  <a:pt x="72" y="68"/>
                </a:cubicBezTo>
                <a:cubicBezTo>
                  <a:pt x="72" y="73"/>
                  <a:pt x="74" y="77"/>
                  <a:pt x="76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2" y="77"/>
                  <a:pt x="64" y="73"/>
                  <a:pt x="64" y="68"/>
                </a:cubicBezTo>
                <a:cubicBezTo>
                  <a:pt x="64" y="57"/>
                  <a:pt x="55" y="48"/>
                  <a:pt x="44" y="48"/>
                </a:cubicBezTo>
                <a:cubicBezTo>
                  <a:pt x="33" y="48"/>
                  <a:pt x="24" y="57"/>
                  <a:pt x="24" y="68"/>
                </a:cubicBezTo>
                <a:cubicBezTo>
                  <a:pt x="24" y="79"/>
                  <a:pt x="33" y="88"/>
                  <a:pt x="44" y="88"/>
                </a:cubicBezTo>
                <a:moveTo>
                  <a:pt x="92" y="56"/>
                </a:moveTo>
                <a:cubicBezTo>
                  <a:pt x="99" y="56"/>
                  <a:pt x="104" y="61"/>
                  <a:pt x="104" y="68"/>
                </a:cubicBezTo>
                <a:cubicBezTo>
                  <a:pt x="104" y="75"/>
                  <a:pt x="99" y="80"/>
                  <a:pt x="92" y="80"/>
                </a:cubicBezTo>
                <a:cubicBezTo>
                  <a:pt x="85" y="80"/>
                  <a:pt x="80" y="75"/>
                  <a:pt x="80" y="68"/>
                </a:cubicBezTo>
                <a:cubicBezTo>
                  <a:pt x="80" y="61"/>
                  <a:pt x="85" y="56"/>
                  <a:pt x="92" y="56"/>
                </a:cubicBezTo>
                <a:moveTo>
                  <a:pt x="44" y="56"/>
                </a:moveTo>
                <a:cubicBezTo>
                  <a:pt x="51" y="56"/>
                  <a:pt x="56" y="61"/>
                  <a:pt x="56" y="68"/>
                </a:cubicBezTo>
                <a:cubicBezTo>
                  <a:pt x="56" y="75"/>
                  <a:pt x="51" y="80"/>
                  <a:pt x="44" y="80"/>
                </a:cubicBezTo>
                <a:cubicBezTo>
                  <a:pt x="37" y="80"/>
                  <a:pt x="32" y="75"/>
                  <a:pt x="32" y="68"/>
                </a:cubicBezTo>
                <a:cubicBezTo>
                  <a:pt x="32" y="61"/>
                  <a:pt x="37" y="56"/>
                  <a:pt x="44" y="56"/>
                </a:cubicBezTo>
                <a:moveTo>
                  <a:pt x="116" y="16"/>
                </a:moveTo>
                <a:cubicBezTo>
                  <a:pt x="114" y="16"/>
                  <a:pt x="112" y="18"/>
                  <a:pt x="112" y="20"/>
                </a:cubicBezTo>
                <a:cubicBezTo>
                  <a:pt x="112" y="22"/>
                  <a:pt x="114" y="24"/>
                  <a:pt x="116" y="24"/>
                </a:cubicBezTo>
                <a:cubicBezTo>
                  <a:pt x="118" y="24"/>
                  <a:pt x="120" y="22"/>
                  <a:pt x="120" y="20"/>
                </a:cubicBezTo>
                <a:cubicBezTo>
                  <a:pt x="120" y="18"/>
                  <a:pt x="118" y="16"/>
                  <a:pt x="116" y="16"/>
                </a:cubicBezTo>
                <a:moveTo>
                  <a:pt x="100" y="16"/>
                </a:moveTo>
                <a:cubicBezTo>
                  <a:pt x="98" y="16"/>
                  <a:pt x="96" y="18"/>
                  <a:pt x="96" y="20"/>
                </a:cubicBezTo>
                <a:cubicBezTo>
                  <a:pt x="96" y="22"/>
                  <a:pt x="98" y="24"/>
                  <a:pt x="100" y="24"/>
                </a:cubicBezTo>
                <a:cubicBezTo>
                  <a:pt x="102" y="24"/>
                  <a:pt x="104" y="22"/>
                  <a:pt x="104" y="20"/>
                </a:cubicBezTo>
                <a:cubicBezTo>
                  <a:pt x="104" y="18"/>
                  <a:pt x="102" y="16"/>
                  <a:pt x="100" y="16"/>
                </a:cubicBezTo>
                <a:moveTo>
                  <a:pt x="172" y="16"/>
                </a:moveTo>
                <a:cubicBezTo>
                  <a:pt x="171" y="16"/>
                  <a:pt x="171" y="16"/>
                  <a:pt x="170" y="16"/>
                </a:cubicBezTo>
                <a:cubicBezTo>
                  <a:pt x="170" y="16"/>
                  <a:pt x="170" y="16"/>
                  <a:pt x="170" y="16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16"/>
                  <a:pt x="136" y="16"/>
                  <a:pt x="136" y="16"/>
                </a:cubicBezTo>
                <a:cubicBezTo>
                  <a:pt x="136" y="7"/>
                  <a:pt x="129" y="0"/>
                  <a:pt x="12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5"/>
                  <a:pt x="7" y="112"/>
                  <a:pt x="16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129" y="112"/>
                  <a:pt x="136" y="105"/>
                  <a:pt x="136" y="96"/>
                </a:cubicBezTo>
                <a:cubicBezTo>
                  <a:pt x="136" y="78"/>
                  <a:pt x="136" y="78"/>
                  <a:pt x="136" y="78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1" y="96"/>
                  <a:pt x="171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moveTo>
                  <a:pt x="128" y="96"/>
                </a:moveTo>
                <a:cubicBezTo>
                  <a:pt x="128" y="100"/>
                  <a:pt x="124" y="104"/>
                  <a:pt x="120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2" y="104"/>
                  <a:pt x="8" y="100"/>
                  <a:pt x="8" y="96"/>
                </a:cubicBezTo>
                <a:cubicBezTo>
                  <a:pt x="8" y="40"/>
                  <a:pt x="8" y="40"/>
                  <a:pt x="8" y="40"/>
                </a:cubicBezTo>
                <a:cubicBezTo>
                  <a:pt x="128" y="40"/>
                  <a:pt x="128" y="40"/>
                  <a:pt x="128" y="40"/>
                </a:cubicBezTo>
                <a:lnTo>
                  <a:pt x="128" y="96"/>
                </a:lnTo>
                <a:close/>
                <a:moveTo>
                  <a:pt x="128" y="32"/>
                </a:moveTo>
                <a:cubicBezTo>
                  <a:pt x="8" y="32"/>
                  <a:pt x="8" y="32"/>
                  <a:pt x="8" y="32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20" y="8"/>
                  <a:pt x="120" y="8"/>
                  <a:pt x="120" y="8"/>
                </a:cubicBezTo>
                <a:cubicBezTo>
                  <a:pt x="124" y="8"/>
                  <a:pt x="128" y="12"/>
                  <a:pt x="128" y="16"/>
                </a:cubicBezTo>
                <a:lnTo>
                  <a:pt x="128" y="32"/>
                </a:lnTo>
                <a:close/>
                <a:moveTo>
                  <a:pt x="152" y="78"/>
                </a:moveTo>
                <a:cubicBezTo>
                  <a:pt x="136" y="70"/>
                  <a:pt x="136" y="70"/>
                  <a:pt x="136" y="70"/>
                </a:cubicBezTo>
                <a:cubicBezTo>
                  <a:pt x="136" y="42"/>
                  <a:pt x="136" y="42"/>
                  <a:pt x="136" y="42"/>
                </a:cubicBezTo>
                <a:cubicBezTo>
                  <a:pt x="152" y="34"/>
                  <a:pt x="152" y="34"/>
                  <a:pt x="152" y="34"/>
                </a:cubicBezTo>
                <a:lnTo>
                  <a:pt x="152" y="78"/>
                </a:lnTo>
                <a:close/>
                <a:moveTo>
                  <a:pt x="168" y="86"/>
                </a:moveTo>
                <a:cubicBezTo>
                  <a:pt x="160" y="82"/>
                  <a:pt x="160" y="82"/>
                  <a:pt x="160" y="82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8" y="26"/>
                  <a:pt x="168" y="26"/>
                  <a:pt x="168" y="26"/>
                </a:cubicBezTo>
                <a:lnTo>
                  <a:pt x="168" y="8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76"/>
          <p:cNvSpPr>
            <a:spLocks noEditPoints="1"/>
          </p:cNvSpPr>
          <p:nvPr/>
        </p:nvSpPr>
        <p:spPr bwMode="auto">
          <a:xfrm>
            <a:off x="4239490" y="1151961"/>
            <a:ext cx="334275" cy="212573"/>
          </a:xfrm>
          <a:custGeom>
            <a:avLst/>
            <a:gdLst>
              <a:gd name="T0" fmla="*/ 104 w 176"/>
              <a:gd name="T1" fmla="*/ 0 h 112"/>
              <a:gd name="T2" fmla="*/ 16 w 176"/>
              <a:gd name="T3" fmla="*/ 0 h 112"/>
              <a:gd name="T4" fmla="*/ 0 w 176"/>
              <a:gd name="T5" fmla="*/ 16 h 112"/>
              <a:gd name="T6" fmla="*/ 0 w 176"/>
              <a:gd name="T7" fmla="*/ 96 h 112"/>
              <a:gd name="T8" fmla="*/ 16 w 176"/>
              <a:gd name="T9" fmla="*/ 112 h 112"/>
              <a:gd name="T10" fmla="*/ 104 w 176"/>
              <a:gd name="T11" fmla="*/ 112 h 112"/>
              <a:gd name="T12" fmla="*/ 120 w 176"/>
              <a:gd name="T13" fmla="*/ 96 h 112"/>
              <a:gd name="T14" fmla="*/ 120 w 176"/>
              <a:gd name="T15" fmla="*/ 16 h 112"/>
              <a:gd name="T16" fmla="*/ 104 w 176"/>
              <a:gd name="T17" fmla="*/ 0 h 112"/>
              <a:gd name="T18" fmla="*/ 112 w 176"/>
              <a:gd name="T19" fmla="*/ 96 h 112"/>
              <a:gd name="T20" fmla="*/ 104 w 176"/>
              <a:gd name="T21" fmla="*/ 104 h 112"/>
              <a:gd name="T22" fmla="*/ 16 w 176"/>
              <a:gd name="T23" fmla="*/ 104 h 112"/>
              <a:gd name="T24" fmla="*/ 8 w 176"/>
              <a:gd name="T25" fmla="*/ 96 h 112"/>
              <a:gd name="T26" fmla="*/ 8 w 176"/>
              <a:gd name="T27" fmla="*/ 16 h 112"/>
              <a:gd name="T28" fmla="*/ 16 w 176"/>
              <a:gd name="T29" fmla="*/ 8 h 112"/>
              <a:gd name="T30" fmla="*/ 104 w 176"/>
              <a:gd name="T31" fmla="*/ 8 h 112"/>
              <a:gd name="T32" fmla="*/ 112 w 176"/>
              <a:gd name="T33" fmla="*/ 16 h 112"/>
              <a:gd name="T34" fmla="*/ 112 w 176"/>
              <a:gd name="T35" fmla="*/ 96 h 112"/>
              <a:gd name="T36" fmla="*/ 172 w 176"/>
              <a:gd name="T37" fmla="*/ 16 h 112"/>
              <a:gd name="T38" fmla="*/ 170 w 176"/>
              <a:gd name="T39" fmla="*/ 16 h 112"/>
              <a:gd name="T40" fmla="*/ 170 w 176"/>
              <a:gd name="T41" fmla="*/ 16 h 112"/>
              <a:gd name="T42" fmla="*/ 131 w 176"/>
              <a:gd name="T43" fmla="*/ 32 h 112"/>
              <a:gd name="T44" fmla="*/ 130 w 176"/>
              <a:gd name="T45" fmla="*/ 32 h 112"/>
              <a:gd name="T46" fmla="*/ 130 w 176"/>
              <a:gd name="T47" fmla="*/ 32 h 112"/>
              <a:gd name="T48" fmla="*/ 130 w 176"/>
              <a:gd name="T49" fmla="*/ 32 h 112"/>
              <a:gd name="T50" fmla="*/ 128 w 176"/>
              <a:gd name="T51" fmla="*/ 36 h 112"/>
              <a:gd name="T52" fmla="*/ 128 w 176"/>
              <a:gd name="T53" fmla="*/ 76 h 112"/>
              <a:gd name="T54" fmla="*/ 130 w 176"/>
              <a:gd name="T55" fmla="*/ 80 h 112"/>
              <a:gd name="T56" fmla="*/ 130 w 176"/>
              <a:gd name="T57" fmla="*/ 80 h 112"/>
              <a:gd name="T58" fmla="*/ 130 w 176"/>
              <a:gd name="T59" fmla="*/ 80 h 112"/>
              <a:gd name="T60" fmla="*/ 131 w 176"/>
              <a:gd name="T61" fmla="*/ 80 h 112"/>
              <a:gd name="T62" fmla="*/ 170 w 176"/>
              <a:gd name="T63" fmla="*/ 96 h 112"/>
              <a:gd name="T64" fmla="*/ 170 w 176"/>
              <a:gd name="T65" fmla="*/ 96 h 112"/>
              <a:gd name="T66" fmla="*/ 172 w 176"/>
              <a:gd name="T67" fmla="*/ 96 h 112"/>
              <a:gd name="T68" fmla="*/ 176 w 176"/>
              <a:gd name="T69" fmla="*/ 92 h 112"/>
              <a:gd name="T70" fmla="*/ 176 w 176"/>
              <a:gd name="T71" fmla="*/ 20 h 112"/>
              <a:gd name="T72" fmla="*/ 172 w 176"/>
              <a:gd name="T73" fmla="*/ 16 h 112"/>
              <a:gd name="T74" fmla="*/ 168 w 176"/>
              <a:gd name="T75" fmla="*/ 86 h 112"/>
              <a:gd name="T76" fmla="*/ 136 w 176"/>
              <a:gd name="T77" fmla="*/ 73 h 112"/>
              <a:gd name="T78" fmla="*/ 136 w 176"/>
              <a:gd name="T79" fmla="*/ 39 h 112"/>
              <a:gd name="T80" fmla="*/ 168 w 176"/>
              <a:gd name="T81" fmla="*/ 26 h 112"/>
              <a:gd name="T82" fmla="*/ 168 w 176"/>
              <a:gd name="T83" fmla="*/ 8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12"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5"/>
                  <a:pt x="7" y="112"/>
                  <a:pt x="16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13" y="112"/>
                  <a:pt x="120" y="105"/>
                  <a:pt x="120" y="96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20" y="7"/>
                  <a:pt x="113" y="0"/>
                  <a:pt x="104" y="0"/>
                </a:cubicBezTo>
                <a:moveTo>
                  <a:pt x="112" y="96"/>
                </a:moveTo>
                <a:cubicBezTo>
                  <a:pt x="112" y="100"/>
                  <a:pt x="108" y="104"/>
                  <a:pt x="104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2" y="104"/>
                  <a:pt x="8" y="100"/>
                  <a:pt x="8" y="9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04" y="8"/>
                  <a:pt x="104" y="8"/>
                  <a:pt x="104" y="8"/>
                </a:cubicBezTo>
                <a:cubicBezTo>
                  <a:pt x="108" y="8"/>
                  <a:pt x="112" y="12"/>
                  <a:pt x="112" y="16"/>
                </a:cubicBezTo>
                <a:lnTo>
                  <a:pt x="112" y="96"/>
                </a:lnTo>
                <a:close/>
                <a:moveTo>
                  <a:pt x="172" y="16"/>
                </a:moveTo>
                <a:cubicBezTo>
                  <a:pt x="171" y="16"/>
                  <a:pt x="171" y="16"/>
                  <a:pt x="170" y="16"/>
                </a:cubicBezTo>
                <a:cubicBezTo>
                  <a:pt x="170" y="16"/>
                  <a:pt x="170" y="16"/>
                  <a:pt x="170" y="16"/>
                </a:cubicBezTo>
                <a:cubicBezTo>
                  <a:pt x="131" y="32"/>
                  <a:pt x="131" y="32"/>
                  <a:pt x="131" y="32"/>
                </a:cubicBezTo>
                <a:cubicBezTo>
                  <a:pt x="130" y="32"/>
                  <a:pt x="130" y="32"/>
                  <a:pt x="130" y="32"/>
                </a:cubicBezTo>
                <a:cubicBezTo>
                  <a:pt x="130" y="32"/>
                  <a:pt x="130" y="32"/>
                  <a:pt x="130" y="32"/>
                </a:cubicBezTo>
                <a:cubicBezTo>
                  <a:pt x="130" y="32"/>
                  <a:pt x="130" y="32"/>
                  <a:pt x="130" y="32"/>
                </a:cubicBezTo>
                <a:cubicBezTo>
                  <a:pt x="129" y="33"/>
                  <a:pt x="128" y="34"/>
                  <a:pt x="128" y="36"/>
                </a:cubicBezTo>
                <a:cubicBezTo>
                  <a:pt x="128" y="76"/>
                  <a:pt x="128" y="76"/>
                  <a:pt x="128" y="76"/>
                </a:cubicBezTo>
                <a:cubicBezTo>
                  <a:pt x="128" y="78"/>
                  <a:pt x="129" y="79"/>
                  <a:pt x="130" y="80"/>
                </a:cubicBezTo>
                <a:cubicBezTo>
                  <a:pt x="130" y="80"/>
                  <a:pt x="130" y="80"/>
                  <a:pt x="130" y="80"/>
                </a:cubicBezTo>
                <a:cubicBezTo>
                  <a:pt x="130" y="80"/>
                  <a:pt x="130" y="80"/>
                  <a:pt x="130" y="80"/>
                </a:cubicBezTo>
                <a:cubicBezTo>
                  <a:pt x="130" y="80"/>
                  <a:pt x="130" y="80"/>
                  <a:pt x="131" y="80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1" y="96"/>
                  <a:pt x="171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moveTo>
                  <a:pt x="168" y="86"/>
                </a:moveTo>
                <a:cubicBezTo>
                  <a:pt x="136" y="73"/>
                  <a:pt x="136" y="73"/>
                  <a:pt x="136" y="73"/>
                </a:cubicBezTo>
                <a:cubicBezTo>
                  <a:pt x="136" y="39"/>
                  <a:pt x="136" y="39"/>
                  <a:pt x="136" y="39"/>
                </a:cubicBezTo>
                <a:cubicBezTo>
                  <a:pt x="168" y="26"/>
                  <a:pt x="168" y="26"/>
                  <a:pt x="168" y="26"/>
                </a:cubicBezTo>
                <a:lnTo>
                  <a:pt x="168" y="8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77"/>
          <p:cNvSpPr>
            <a:spLocks noEditPoints="1"/>
          </p:cNvSpPr>
          <p:nvPr/>
        </p:nvSpPr>
        <p:spPr bwMode="auto">
          <a:xfrm>
            <a:off x="4877209" y="1106526"/>
            <a:ext cx="335898" cy="303444"/>
          </a:xfrm>
          <a:custGeom>
            <a:avLst/>
            <a:gdLst>
              <a:gd name="T0" fmla="*/ 48 w 176"/>
              <a:gd name="T1" fmla="*/ 32 h 160"/>
              <a:gd name="T2" fmla="*/ 32 w 176"/>
              <a:gd name="T3" fmla="*/ 32 h 160"/>
              <a:gd name="T4" fmla="*/ 96 w 176"/>
              <a:gd name="T5" fmla="*/ 40 h 160"/>
              <a:gd name="T6" fmla="*/ 96 w 176"/>
              <a:gd name="T7" fmla="*/ 24 h 160"/>
              <a:gd name="T8" fmla="*/ 96 w 176"/>
              <a:gd name="T9" fmla="*/ 40 h 160"/>
              <a:gd name="T10" fmla="*/ 170 w 176"/>
              <a:gd name="T11" fmla="*/ 72 h 160"/>
              <a:gd name="T12" fmla="*/ 136 w 176"/>
              <a:gd name="T13" fmla="*/ 86 h 160"/>
              <a:gd name="T14" fmla="*/ 120 w 176"/>
              <a:gd name="T15" fmla="*/ 56 h 160"/>
              <a:gd name="T16" fmla="*/ 128 w 176"/>
              <a:gd name="T17" fmla="*/ 32 h 160"/>
              <a:gd name="T18" fmla="*/ 68 w 176"/>
              <a:gd name="T19" fmla="*/ 17 h 160"/>
              <a:gd name="T20" fmla="*/ 8 w 176"/>
              <a:gd name="T21" fmla="*/ 32 h 160"/>
              <a:gd name="T22" fmla="*/ 16 w 176"/>
              <a:gd name="T23" fmla="*/ 56 h 160"/>
              <a:gd name="T24" fmla="*/ 0 w 176"/>
              <a:gd name="T25" fmla="*/ 144 h 160"/>
              <a:gd name="T26" fmla="*/ 120 w 176"/>
              <a:gd name="T27" fmla="*/ 160 h 160"/>
              <a:gd name="T28" fmla="*/ 136 w 176"/>
              <a:gd name="T29" fmla="*/ 130 h 160"/>
              <a:gd name="T30" fmla="*/ 170 w 176"/>
              <a:gd name="T31" fmla="*/ 144 h 160"/>
              <a:gd name="T32" fmla="*/ 176 w 176"/>
              <a:gd name="T33" fmla="*/ 140 h 160"/>
              <a:gd name="T34" fmla="*/ 172 w 176"/>
              <a:gd name="T35" fmla="*/ 72 h 160"/>
              <a:gd name="T36" fmla="*/ 120 w 176"/>
              <a:gd name="T37" fmla="*/ 32 h 160"/>
              <a:gd name="T38" fmla="*/ 72 w 176"/>
              <a:gd name="T39" fmla="*/ 32 h 160"/>
              <a:gd name="T40" fmla="*/ 75 w 176"/>
              <a:gd name="T41" fmla="*/ 56 h 160"/>
              <a:gd name="T42" fmla="*/ 68 w 176"/>
              <a:gd name="T43" fmla="*/ 47 h 160"/>
              <a:gd name="T44" fmla="*/ 16 w 176"/>
              <a:gd name="T45" fmla="*/ 32 h 160"/>
              <a:gd name="T46" fmla="*/ 64 w 176"/>
              <a:gd name="T47" fmla="*/ 32 h 160"/>
              <a:gd name="T48" fmla="*/ 16 w 176"/>
              <a:gd name="T49" fmla="*/ 32 h 160"/>
              <a:gd name="T50" fmla="*/ 120 w 176"/>
              <a:gd name="T51" fmla="*/ 152 h 160"/>
              <a:gd name="T52" fmla="*/ 8 w 176"/>
              <a:gd name="T53" fmla="*/ 144 h 160"/>
              <a:gd name="T54" fmla="*/ 16 w 176"/>
              <a:gd name="T55" fmla="*/ 64 h 160"/>
              <a:gd name="T56" fmla="*/ 128 w 176"/>
              <a:gd name="T57" fmla="*/ 72 h 160"/>
              <a:gd name="T58" fmla="*/ 168 w 176"/>
              <a:gd name="T59" fmla="*/ 134 h 160"/>
              <a:gd name="T60" fmla="*/ 136 w 176"/>
              <a:gd name="T61" fmla="*/ 95 h 160"/>
              <a:gd name="T62" fmla="*/ 168 w 176"/>
              <a:gd name="T63" fmla="*/ 134 h 160"/>
              <a:gd name="T64" fmla="*/ 20 w 176"/>
              <a:gd name="T65" fmla="*/ 136 h 160"/>
              <a:gd name="T66" fmla="*/ 20 w 176"/>
              <a:gd name="T67" fmla="*/ 144 h 160"/>
              <a:gd name="T68" fmla="*/ 120 w 176"/>
              <a:gd name="T69" fmla="*/ 140 h 160"/>
              <a:gd name="T70" fmla="*/ 28 w 176"/>
              <a:gd name="T71" fmla="*/ 96 h 160"/>
              <a:gd name="T72" fmla="*/ 28 w 176"/>
              <a:gd name="T73" fmla="*/ 72 h 160"/>
              <a:gd name="T74" fmla="*/ 28 w 176"/>
              <a:gd name="T75" fmla="*/ 96 h 160"/>
              <a:gd name="T76" fmla="*/ 32 w 176"/>
              <a:gd name="T77" fmla="*/ 84 h 160"/>
              <a:gd name="T78" fmla="*/ 24 w 176"/>
              <a:gd name="T79" fmla="*/ 84 h 160"/>
              <a:gd name="T80" fmla="*/ 52 w 176"/>
              <a:gd name="T81" fmla="*/ 80 h 160"/>
              <a:gd name="T82" fmla="*/ 52 w 176"/>
              <a:gd name="T83" fmla="*/ 72 h 160"/>
              <a:gd name="T84" fmla="*/ 52 w 176"/>
              <a:gd name="T8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60">
                <a:moveTo>
                  <a:pt x="40" y="40"/>
                </a:moveTo>
                <a:cubicBezTo>
                  <a:pt x="44" y="40"/>
                  <a:pt x="48" y="36"/>
                  <a:pt x="48" y="32"/>
                </a:cubicBezTo>
                <a:cubicBezTo>
                  <a:pt x="48" y="28"/>
                  <a:pt x="44" y="24"/>
                  <a:pt x="40" y="24"/>
                </a:cubicBezTo>
                <a:cubicBezTo>
                  <a:pt x="36" y="24"/>
                  <a:pt x="32" y="28"/>
                  <a:pt x="32" y="32"/>
                </a:cubicBezTo>
                <a:cubicBezTo>
                  <a:pt x="32" y="36"/>
                  <a:pt x="36" y="40"/>
                  <a:pt x="40" y="40"/>
                </a:cubicBezTo>
                <a:moveTo>
                  <a:pt x="96" y="40"/>
                </a:moveTo>
                <a:cubicBezTo>
                  <a:pt x="100" y="40"/>
                  <a:pt x="104" y="36"/>
                  <a:pt x="104" y="32"/>
                </a:cubicBezTo>
                <a:cubicBezTo>
                  <a:pt x="104" y="28"/>
                  <a:pt x="100" y="24"/>
                  <a:pt x="96" y="24"/>
                </a:cubicBezTo>
                <a:cubicBezTo>
                  <a:pt x="92" y="24"/>
                  <a:pt x="88" y="28"/>
                  <a:pt x="88" y="32"/>
                </a:cubicBezTo>
                <a:cubicBezTo>
                  <a:pt x="88" y="36"/>
                  <a:pt x="92" y="40"/>
                  <a:pt x="96" y="40"/>
                </a:cubicBezTo>
                <a:moveTo>
                  <a:pt x="172" y="72"/>
                </a:moveTo>
                <a:cubicBezTo>
                  <a:pt x="171" y="72"/>
                  <a:pt x="171" y="72"/>
                  <a:pt x="170" y="72"/>
                </a:cubicBezTo>
                <a:cubicBezTo>
                  <a:pt x="170" y="72"/>
                  <a:pt x="170" y="72"/>
                  <a:pt x="170" y="72"/>
                </a:cubicBezTo>
                <a:cubicBezTo>
                  <a:pt x="136" y="86"/>
                  <a:pt x="136" y="86"/>
                  <a:pt x="136" y="86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36" y="63"/>
                  <a:pt x="129" y="56"/>
                  <a:pt x="120" y="56"/>
                </a:cubicBezTo>
                <a:cubicBezTo>
                  <a:pt x="117" y="56"/>
                  <a:pt x="117" y="56"/>
                  <a:pt x="117" y="56"/>
                </a:cubicBezTo>
                <a:cubicBezTo>
                  <a:pt x="124" y="50"/>
                  <a:pt x="128" y="42"/>
                  <a:pt x="128" y="32"/>
                </a:cubicBezTo>
                <a:cubicBezTo>
                  <a:pt x="128" y="14"/>
                  <a:pt x="114" y="0"/>
                  <a:pt x="96" y="0"/>
                </a:cubicBezTo>
                <a:cubicBezTo>
                  <a:pt x="84" y="0"/>
                  <a:pt x="73" y="7"/>
                  <a:pt x="68" y="17"/>
                </a:cubicBezTo>
                <a:cubicBezTo>
                  <a:pt x="63" y="7"/>
                  <a:pt x="52" y="0"/>
                  <a:pt x="40" y="0"/>
                </a:cubicBezTo>
                <a:cubicBezTo>
                  <a:pt x="22" y="0"/>
                  <a:pt x="8" y="14"/>
                  <a:pt x="8" y="32"/>
                </a:cubicBezTo>
                <a:cubicBezTo>
                  <a:pt x="8" y="42"/>
                  <a:pt x="12" y="50"/>
                  <a:pt x="19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7" y="56"/>
                  <a:pt x="0" y="63"/>
                  <a:pt x="0" y="72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9" y="160"/>
                  <a:pt x="136" y="153"/>
                  <a:pt x="136" y="144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70" y="144"/>
                  <a:pt x="170" y="144"/>
                  <a:pt x="170" y="144"/>
                </a:cubicBezTo>
                <a:cubicBezTo>
                  <a:pt x="170" y="144"/>
                  <a:pt x="170" y="144"/>
                  <a:pt x="170" y="144"/>
                </a:cubicBezTo>
                <a:cubicBezTo>
                  <a:pt x="171" y="144"/>
                  <a:pt x="171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6" y="74"/>
                  <a:pt x="174" y="72"/>
                  <a:pt x="172" y="72"/>
                </a:cubicBezTo>
                <a:moveTo>
                  <a:pt x="96" y="8"/>
                </a:moveTo>
                <a:cubicBezTo>
                  <a:pt x="109" y="8"/>
                  <a:pt x="120" y="19"/>
                  <a:pt x="120" y="32"/>
                </a:cubicBezTo>
                <a:cubicBezTo>
                  <a:pt x="120" y="45"/>
                  <a:pt x="109" y="56"/>
                  <a:pt x="96" y="56"/>
                </a:cubicBezTo>
                <a:cubicBezTo>
                  <a:pt x="83" y="56"/>
                  <a:pt x="72" y="45"/>
                  <a:pt x="72" y="32"/>
                </a:cubicBezTo>
                <a:cubicBezTo>
                  <a:pt x="72" y="19"/>
                  <a:pt x="83" y="8"/>
                  <a:pt x="96" y="8"/>
                </a:cubicBezTo>
                <a:moveTo>
                  <a:pt x="75" y="56"/>
                </a:moveTo>
                <a:cubicBezTo>
                  <a:pt x="61" y="56"/>
                  <a:pt x="61" y="56"/>
                  <a:pt x="61" y="56"/>
                </a:cubicBezTo>
                <a:cubicBezTo>
                  <a:pt x="64" y="54"/>
                  <a:pt x="66" y="51"/>
                  <a:pt x="68" y="47"/>
                </a:cubicBezTo>
                <a:cubicBezTo>
                  <a:pt x="70" y="51"/>
                  <a:pt x="72" y="54"/>
                  <a:pt x="75" y="56"/>
                </a:cubicBezTo>
                <a:moveTo>
                  <a:pt x="16" y="32"/>
                </a:moveTo>
                <a:cubicBezTo>
                  <a:pt x="16" y="19"/>
                  <a:pt x="27" y="8"/>
                  <a:pt x="40" y="8"/>
                </a:cubicBezTo>
                <a:cubicBezTo>
                  <a:pt x="53" y="8"/>
                  <a:pt x="64" y="19"/>
                  <a:pt x="64" y="32"/>
                </a:cubicBezTo>
                <a:cubicBezTo>
                  <a:pt x="64" y="45"/>
                  <a:pt x="53" y="56"/>
                  <a:pt x="40" y="56"/>
                </a:cubicBezTo>
                <a:cubicBezTo>
                  <a:pt x="27" y="56"/>
                  <a:pt x="16" y="45"/>
                  <a:pt x="16" y="32"/>
                </a:cubicBezTo>
                <a:moveTo>
                  <a:pt x="128" y="144"/>
                </a:moveTo>
                <a:cubicBezTo>
                  <a:pt x="128" y="148"/>
                  <a:pt x="124" y="152"/>
                  <a:pt x="120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8" y="148"/>
                  <a:pt x="8" y="144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8"/>
                  <a:pt x="12" y="64"/>
                  <a:pt x="16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4" y="64"/>
                  <a:pt x="128" y="68"/>
                  <a:pt x="128" y="72"/>
                </a:cubicBezTo>
                <a:lnTo>
                  <a:pt x="128" y="144"/>
                </a:lnTo>
                <a:close/>
                <a:moveTo>
                  <a:pt x="168" y="134"/>
                </a:moveTo>
                <a:cubicBezTo>
                  <a:pt x="136" y="121"/>
                  <a:pt x="136" y="121"/>
                  <a:pt x="136" y="121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68" y="82"/>
                  <a:pt x="168" y="82"/>
                  <a:pt x="168" y="82"/>
                </a:cubicBezTo>
                <a:lnTo>
                  <a:pt x="168" y="134"/>
                </a:lnTo>
                <a:close/>
                <a:moveTo>
                  <a:pt x="116" y="136"/>
                </a:moveTo>
                <a:cubicBezTo>
                  <a:pt x="20" y="136"/>
                  <a:pt x="20" y="136"/>
                  <a:pt x="20" y="136"/>
                </a:cubicBezTo>
                <a:cubicBezTo>
                  <a:pt x="18" y="136"/>
                  <a:pt x="16" y="138"/>
                  <a:pt x="16" y="140"/>
                </a:cubicBezTo>
                <a:cubicBezTo>
                  <a:pt x="16" y="142"/>
                  <a:pt x="18" y="144"/>
                  <a:pt x="2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118" y="144"/>
                  <a:pt x="120" y="142"/>
                  <a:pt x="120" y="140"/>
                </a:cubicBezTo>
                <a:cubicBezTo>
                  <a:pt x="120" y="138"/>
                  <a:pt x="118" y="136"/>
                  <a:pt x="116" y="136"/>
                </a:cubicBezTo>
                <a:moveTo>
                  <a:pt x="28" y="96"/>
                </a:moveTo>
                <a:cubicBezTo>
                  <a:pt x="35" y="96"/>
                  <a:pt x="40" y="91"/>
                  <a:pt x="40" y="84"/>
                </a:cubicBezTo>
                <a:cubicBezTo>
                  <a:pt x="40" y="77"/>
                  <a:pt x="35" y="72"/>
                  <a:pt x="28" y="72"/>
                </a:cubicBezTo>
                <a:cubicBezTo>
                  <a:pt x="21" y="72"/>
                  <a:pt x="16" y="77"/>
                  <a:pt x="16" y="84"/>
                </a:cubicBezTo>
                <a:cubicBezTo>
                  <a:pt x="16" y="91"/>
                  <a:pt x="21" y="96"/>
                  <a:pt x="28" y="96"/>
                </a:cubicBezTo>
                <a:moveTo>
                  <a:pt x="28" y="80"/>
                </a:moveTo>
                <a:cubicBezTo>
                  <a:pt x="30" y="80"/>
                  <a:pt x="32" y="82"/>
                  <a:pt x="32" y="84"/>
                </a:cubicBezTo>
                <a:cubicBezTo>
                  <a:pt x="32" y="86"/>
                  <a:pt x="30" y="88"/>
                  <a:pt x="28" y="88"/>
                </a:cubicBezTo>
                <a:cubicBezTo>
                  <a:pt x="26" y="88"/>
                  <a:pt x="24" y="86"/>
                  <a:pt x="24" y="84"/>
                </a:cubicBezTo>
                <a:cubicBezTo>
                  <a:pt x="24" y="82"/>
                  <a:pt x="26" y="80"/>
                  <a:pt x="28" y="80"/>
                </a:cubicBezTo>
                <a:moveTo>
                  <a:pt x="52" y="80"/>
                </a:moveTo>
                <a:cubicBezTo>
                  <a:pt x="54" y="80"/>
                  <a:pt x="56" y="78"/>
                  <a:pt x="56" y="76"/>
                </a:cubicBezTo>
                <a:cubicBezTo>
                  <a:pt x="56" y="74"/>
                  <a:pt x="54" y="72"/>
                  <a:pt x="52" y="72"/>
                </a:cubicBezTo>
                <a:cubicBezTo>
                  <a:pt x="50" y="72"/>
                  <a:pt x="48" y="74"/>
                  <a:pt x="48" y="76"/>
                </a:cubicBezTo>
                <a:cubicBezTo>
                  <a:pt x="48" y="78"/>
                  <a:pt x="50" y="80"/>
                  <a:pt x="52" y="8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78"/>
          <p:cNvSpPr>
            <a:spLocks noEditPoints="1"/>
          </p:cNvSpPr>
          <p:nvPr/>
        </p:nvSpPr>
        <p:spPr bwMode="auto">
          <a:xfrm>
            <a:off x="5592816" y="1091921"/>
            <a:ext cx="183365" cy="334275"/>
          </a:xfrm>
          <a:custGeom>
            <a:avLst/>
            <a:gdLst>
              <a:gd name="T0" fmla="*/ 48 w 96"/>
              <a:gd name="T1" fmla="*/ 164 h 176"/>
              <a:gd name="T2" fmla="*/ 52 w 96"/>
              <a:gd name="T3" fmla="*/ 160 h 176"/>
              <a:gd name="T4" fmla="*/ 48 w 96"/>
              <a:gd name="T5" fmla="*/ 156 h 176"/>
              <a:gd name="T6" fmla="*/ 44 w 96"/>
              <a:gd name="T7" fmla="*/ 160 h 176"/>
              <a:gd name="T8" fmla="*/ 48 w 96"/>
              <a:gd name="T9" fmla="*/ 164 h 176"/>
              <a:gd name="T10" fmla="*/ 80 w 96"/>
              <a:gd name="T11" fmla="*/ 0 h 176"/>
              <a:gd name="T12" fmla="*/ 16 w 96"/>
              <a:gd name="T13" fmla="*/ 0 h 176"/>
              <a:gd name="T14" fmla="*/ 0 w 96"/>
              <a:gd name="T15" fmla="*/ 16 h 176"/>
              <a:gd name="T16" fmla="*/ 0 w 96"/>
              <a:gd name="T17" fmla="*/ 160 h 176"/>
              <a:gd name="T18" fmla="*/ 16 w 96"/>
              <a:gd name="T19" fmla="*/ 176 h 176"/>
              <a:gd name="T20" fmla="*/ 80 w 96"/>
              <a:gd name="T21" fmla="*/ 176 h 176"/>
              <a:gd name="T22" fmla="*/ 96 w 96"/>
              <a:gd name="T23" fmla="*/ 160 h 176"/>
              <a:gd name="T24" fmla="*/ 96 w 96"/>
              <a:gd name="T25" fmla="*/ 16 h 176"/>
              <a:gd name="T26" fmla="*/ 80 w 96"/>
              <a:gd name="T27" fmla="*/ 0 h 176"/>
              <a:gd name="T28" fmla="*/ 88 w 96"/>
              <a:gd name="T29" fmla="*/ 160 h 176"/>
              <a:gd name="T30" fmla="*/ 80 w 96"/>
              <a:gd name="T31" fmla="*/ 168 h 176"/>
              <a:gd name="T32" fmla="*/ 16 w 96"/>
              <a:gd name="T33" fmla="*/ 168 h 176"/>
              <a:gd name="T34" fmla="*/ 8 w 96"/>
              <a:gd name="T35" fmla="*/ 160 h 176"/>
              <a:gd name="T36" fmla="*/ 8 w 96"/>
              <a:gd name="T37" fmla="*/ 152 h 176"/>
              <a:gd name="T38" fmla="*/ 88 w 96"/>
              <a:gd name="T39" fmla="*/ 152 h 176"/>
              <a:gd name="T40" fmla="*/ 88 w 96"/>
              <a:gd name="T41" fmla="*/ 160 h 176"/>
              <a:gd name="T42" fmla="*/ 88 w 96"/>
              <a:gd name="T43" fmla="*/ 144 h 176"/>
              <a:gd name="T44" fmla="*/ 8 w 96"/>
              <a:gd name="T45" fmla="*/ 144 h 176"/>
              <a:gd name="T46" fmla="*/ 8 w 96"/>
              <a:gd name="T47" fmla="*/ 32 h 176"/>
              <a:gd name="T48" fmla="*/ 88 w 96"/>
              <a:gd name="T49" fmla="*/ 32 h 176"/>
              <a:gd name="T50" fmla="*/ 88 w 96"/>
              <a:gd name="T51" fmla="*/ 144 h 176"/>
              <a:gd name="T52" fmla="*/ 88 w 96"/>
              <a:gd name="T53" fmla="*/ 24 h 176"/>
              <a:gd name="T54" fmla="*/ 8 w 96"/>
              <a:gd name="T55" fmla="*/ 24 h 176"/>
              <a:gd name="T56" fmla="*/ 8 w 96"/>
              <a:gd name="T57" fmla="*/ 16 h 176"/>
              <a:gd name="T58" fmla="*/ 16 w 96"/>
              <a:gd name="T59" fmla="*/ 8 h 176"/>
              <a:gd name="T60" fmla="*/ 80 w 96"/>
              <a:gd name="T61" fmla="*/ 8 h 176"/>
              <a:gd name="T62" fmla="*/ 88 w 96"/>
              <a:gd name="T63" fmla="*/ 16 h 176"/>
              <a:gd name="T64" fmla="*/ 88 w 96"/>
              <a:gd name="T65" fmla="*/ 24 h 176"/>
              <a:gd name="T66" fmla="*/ 52 w 96"/>
              <a:gd name="T67" fmla="*/ 12 h 176"/>
              <a:gd name="T68" fmla="*/ 44 w 96"/>
              <a:gd name="T69" fmla="*/ 12 h 176"/>
              <a:gd name="T70" fmla="*/ 40 w 96"/>
              <a:gd name="T71" fmla="*/ 16 h 176"/>
              <a:gd name="T72" fmla="*/ 44 w 96"/>
              <a:gd name="T73" fmla="*/ 20 h 176"/>
              <a:gd name="T74" fmla="*/ 52 w 96"/>
              <a:gd name="T75" fmla="*/ 20 h 176"/>
              <a:gd name="T76" fmla="*/ 56 w 96"/>
              <a:gd name="T77" fmla="*/ 16 h 176"/>
              <a:gd name="T78" fmla="*/ 52 w 96"/>
              <a:gd name="T79" fmla="*/ 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6" h="176">
                <a:moveTo>
                  <a:pt x="48" y="164"/>
                </a:moveTo>
                <a:cubicBezTo>
                  <a:pt x="50" y="164"/>
                  <a:pt x="52" y="162"/>
                  <a:pt x="52" y="160"/>
                </a:cubicBezTo>
                <a:cubicBezTo>
                  <a:pt x="52" y="158"/>
                  <a:pt x="50" y="156"/>
                  <a:pt x="48" y="156"/>
                </a:cubicBezTo>
                <a:cubicBezTo>
                  <a:pt x="46" y="156"/>
                  <a:pt x="44" y="158"/>
                  <a:pt x="44" y="160"/>
                </a:cubicBezTo>
                <a:cubicBezTo>
                  <a:pt x="44" y="162"/>
                  <a:pt x="46" y="164"/>
                  <a:pt x="48" y="164"/>
                </a:cubicBezTo>
                <a:moveTo>
                  <a:pt x="8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80" y="176"/>
                  <a:pt x="80" y="176"/>
                  <a:pt x="80" y="176"/>
                </a:cubicBezTo>
                <a:cubicBezTo>
                  <a:pt x="89" y="176"/>
                  <a:pt x="96" y="169"/>
                  <a:pt x="96" y="160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7"/>
                  <a:pt x="89" y="0"/>
                  <a:pt x="80" y="0"/>
                </a:cubicBezTo>
                <a:moveTo>
                  <a:pt x="88" y="160"/>
                </a:moveTo>
                <a:cubicBezTo>
                  <a:pt x="88" y="164"/>
                  <a:pt x="84" y="168"/>
                  <a:pt x="8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52"/>
                  <a:pt x="8" y="152"/>
                  <a:pt x="8" y="152"/>
                </a:cubicBezTo>
                <a:cubicBezTo>
                  <a:pt x="88" y="152"/>
                  <a:pt x="88" y="152"/>
                  <a:pt x="88" y="152"/>
                </a:cubicBezTo>
                <a:lnTo>
                  <a:pt x="88" y="160"/>
                </a:lnTo>
                <a:close/>
                <a:moveTo>
                  <a:pt x="88" y="144"/>
                </a:moveTo>
                <a:cubicBezTo>
                  <a:pt x="8" y="144"/>
                  <a:pt x="8" y="144"/>
                  <a:pt x="8" y="144"/>
                </a:cubicBezTo>
                <a:cubicBezTo>
                  <a:pt x="8" y="32"/>
                  <a:pt x="8" y="32"/>
                  <a:pt x="8" y="32"/>
                </a:cubicBezTo>
                <a:cubicBezTo>
                  <a:pt x="88" y="32"/>
                  <a:pt x="88" y="32"/>
                  <a:pt x="88" y="32"/>
                </a:cubicBezTo>
                <a:lnTo>
                  <a:pt x="88" y="144"/>
                </a:lnTo>
                <a:close/>
                <a:moveTo>
                  <a:pt x="8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0" y="8"/>
                  <a:pt x="80" y="8"/>
                  <a:pt x="80" y="8"/>
                </a:cubicBezTo>
                <a:cubicBezTo>
                  <a:pt x="84" y="8"/>
                  <a:pt x="88" y="12"/>
                  <a:pt x="88" y="16"/>
                </a:cubicBezTo>
                <a:lnTo>
                  <a:pt x="88" y="24"/>
                </a:lnTo>
                <a:close/>
                <a:moveTo>
                  <a:pt x="52" y="12"/>
                </a:moveTo>
                <a:cubicBezTo>
                  <a:pt x="44" y="12"/>
                  <a:pt x="44" y="12"/>
                  <a:pt x="44" y="12"/>
                </a:cubicBezTo>
                <a:cubicBezTo>
                  <a:pt x="42" y="12"/>
                  <a:pt x="40" y="14"/>
                  <a:pt x="40" y="16"/>
                </a:cubicBezTo>
                <a:cubicBezTo>
                  <a:pt x="40" y="18"/>
                  <a:pt x="42" y="20"/>
                  <a:pt x="44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4" y="20"/>
                  <a:pt x="56" y="18"/>
                  <a:pt x="56" y="16"/>
                </a:cubicBezTo>
                <a:cubicBezTo>
                  <a:pt x="56" y="14"/>
                  <a:pt x="54" y="12"/>
                  <a:pt x="52" y="1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79"/>
          <p:cNvSpPr>
            <a:spLocks noEditPoints="1"/>
          </p:cNvSpPr>
          <p:nvPr/>
        </p:nvSpPr>
        <p:spPr bwMode="auto">
          <a:xfrm>
            <a:off x="6201326" y="1091921"/>
            <a:ext cx="243404" cy="334275"/>
          </a:xfrm>
          <a:custGeom>
            <a:avLst/>
            <a:gdLst>
              <a:gd name="T0" fmla="*/ 64 w 128"/>
              <a:gd name="T1" fmla="*/ 156 h 176"/>
              <a:gd name="T2" fmla="*/ 60 w 128"/>
              <a:gd name="T3" fmla="*/ 160 h 176"/>
              <a:gd name="T4" fmla="*/ 64 w 128"/>
              <a:gd name="T5" fmla="*/ 164 h 176"/>
              <a:gd name="T6" fmla="*/ 68 w 128"/>
              <a:gd name="T7" fmla="*/ 160 h 176"/>
              <a:gd name="T8" fmla="*/ 64 w 128"/>
              <a:gd name="T9" fmla="*/ 156 h 176"/>
              <a:gd name="T10" fmla="*/ 60 w 128"/>
              <a:gd name="T11" fmla="*/ 20 h 176"/>
              <a:gd name="T12" fmla="*/ 68 w 128"/>
              <a:gd name="T13" fmla="*/ 20 h 176"/>
              <a:gd name="T14" fmla="*/ 72 w 128"/>
              <a:gd name="T15" fmla="*/ 16 h 176"/>
              <a:gd name="T16" fmla="*/ 68 w 128"/>
              <a:gd name="T17" fmla="*/ 12 h 176"/>
              <a:gd name="T18" fmla="*/ 60 w 128"/>
              <a:gd name="T19" fmla="*/ 12 h 176"/>
              <a:gd name="T20" fmla="*/ 56 w 128"/>
              <a:gd name="T21" fmla="*/ 16 h 176"/>
              <a:gd name="T22" fmla="*/ 60 w 128"/>
              <a:gd name="T23" fmla="*/ 20 h 176"/>
              <a:gd name="T24" fmla="*/ 16 w 128"/>
              <a:gd name="T25" fmla="*/ 152 h 176"/>
              <a:gd name="T26" fmla="*/ 112 w 128"/>
              <a:gd name="T27" fmla="*/ 152 h 176"/>
              <a:gd name="T28" fmla="*/ 112 w 128"/>
              <a:gd name="T29" fmla="*/ 24 h 176"/>
              <a:gd name="T30" fmla="*/ 16 w 128"/>
              <a:gd name="T31" fmla="*/ 24 h 176"/>
              <a:gd name="T32" fmla="*/ 16 w 128"/>
              <a:gd name="T33" fmla="*/ 152 h 176"/>
              <a:gd name="T34" fmla="*/ 24 w 128"/>
              <a:gd name="T35" fmla="*/ 32 h 176"/>
              <a:gd name="T36" fmla="*/ 104 w 128"/>
              <a:gd name="T37" fmla="*/ 32 h 176"/>
              <a:gd name="T38" fmla="*/ 104 w 128"/>
              <a:gd name="T39" fmla="*/ 144 h 176"/>
              <a:gd name="T40" fmla="*/ 24 w 128"/>
              <a:gd name="T41" fmla="*/ 144 h 176"/>
              <a:gd name="T42" fmla="*/ 24 w 128"/>
              <a:gd name="T43" fmla="*/ 32 h 176"/>
              <a:gd name="T44" fmla="*/ 112 w 128"/>
              <a:gd name="T45" fmla="*/ 0 h 176"/>
              <a:gd name="T46" fmla="*/ 16 w 128"/>
              <a:gd name="T47" fmla="*/ 0 h 176"/>
              <a:gd name="T48" fmla="*/ 0 w 128"/>
              <a:gd name="T49" fmla="*/ 16 h 176"/>
              <a:gd name="T50" fmla="*/ 0 w 128"/>
              <a:gd name="T51" fmla="*/ 160 h 176"/>
              <a:gd name="T52" fmla="*/ 16 w 128"/>
              <a:gd name="T53" fmla="*/ 176 h 176"/>
              <a:gd name="T54" fmla="*/ 112 w 128"/>
              <a:gd name="T55" fmla="*/ 176 h 176"/>
              <a:gd name="T56" fmla="*/ 128 w 128"/>
              <a:gd name="T57" fmla="*/ 160 h 176"/>
              <a:gd name="T58" fmla="*/ 128 w 128"/>
              <a:gd name="T59" fmla="*/ 16 h 176"/>
              <a:gd name="T60" fmla="*/ 112 w 128"/>
              <a:gd name="T61" fmla="*/ 0 h 176"/>
              <a:gd name="T62" fmla="*/ 120 w 128"/>
              <a:gd name="T63" fmla="*/ 160 h 176"/>
              <a:gd name="T64" fmla="*/ 112 w 128"/>
              <a:gd name="T65" fmla="*/ 168 h 176"/>
              <a:gd name="T66" fmla="*/ 16 w 128"/>
              <a:gd name="T67" fmla="*/ 168 h 176"/>
              <a:gd name="T68" fmla="*/ 8 w 128"/>
              <a:gd name="T69" fmla="*/ 160 h 176"/>
              <a:gd name="T70" fmla="*/ 8 w 128"/>
              <a:gd name="T71" fmla="*/ 16 h 176"/>
              <a:gd name="T72" fmla="*/ 16 w 128"/>
              <a:gd name="T73" fmla="*/ 8 h 176"/>
              <a:gd name="T74" fmla="*/ 112 w 128"/>
              <a:gd name="T75" fmla="*/ 8 h 176"/>
              <a:gd name="T76" fmla="*/ 120 w 128"/>
              <a:gd name="T77" fmla="*/ 16 h 176"/>
              <a:gd name="T78" fmla="*/ 120 w 128"/>
              <a:gd name="T7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8" h="176">
                <a:moveTo>
                  <a:pt x="64" y="156"/>
                </a:moveTo>
                <a:cubicBezTo>
                  <a:pt x="62" y="156"/>
                  <a:pt x="60" y="158"/>
                  <a:pt x="60" y="160"/>
                </a:cubicBezTo>
                <a:cubicBezTo>
                  <a:pt x="60" y="162"/>
                  <a:pt x="62" y="164"/>
                  <a:pt x="64" y="164"/>
                </a:cubicBezTo>
                <a:cubicBezTo>
                  <a:pt x="66" y="164"/>
                  <a:pt x="68" y="162"/>
                  <a:pt x="68" y="160"/>
                </a:cubicBezTo>
                <a:cubicBezTo>
                  <a:pt x="68" y="158"/>
                  <a:pt x="66" y="156"/>
                  <a:pt x="64" y="156"/>
                </a:cubicBezTo>
                <a:moveTo>
                  <a:pt x="60" y="20"/>
                </a:moveTo>
                <a:cubicBezTo>
                  <a:pt x="68" y="20"/>
                  <a:pt x="68" y="20"/>
                  <a:pt x="68" y="20"/>
                </a:cubicBezTo>
                <a:cubicBezTo>
                  <a:pt x="70" y="20"/>
                  <a:pt x="72" y="18"/>
                  <a:pt x="72" y="16"/>
                </a:cubicBezTo>
                <a:cubicBezTo>
                  <a:pt x="72" y="14"/>
                  <a:pt x="70" y="12"/>
                  <a:pt x="68" y="12"/>
                </a:cubicBezTo>
                <a:cubicBezTo>
                  <a:pt x="60" y="12"/>
                  <a:pt x="60" y="12"/>
                  <a:pt x="60" y="12"/>
                </a:cubicBezTo>
                <a:cubicBezTo>
                  <a:pt x="58" y="12"/>
                  <a:pt x="56" y="14"/>
                  <a:pt x="56" y="16"/>
                </a:cubicBezTo>
                <a:cubicBezTo>
                  <a:pt x="56" y="18"/>
                  <a:pt x="58" y="20"/>
                  <a:pt x="60" y="20"/>
                </a:cubicBezTo>
                <a:moveTo>
                  <a:pt x="16" y="152"/>
                </a:moveTo>
                <a:cubicBezTo>
                  <a:pt x="112" y="152"/>
                  <a:pt x="112" y="152"/>
                  <a:pt x="112" y="152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6" y="24"/>
                  <a:pt x="16" y="24"/>
                  <a:pt x="16" y="24"/>
                </a:cubicBezTo>
                <a:lnTo>
                  <a:pt x="16" y="152"/>
                </a:lnTo>
                <a:close/>
                <a:moveTo>
                  <a:pt x="24" y="32"/>
                </a:moveTo>
                <a:cubicBezTo>
                  <a:pt x="104" y="32"/>
                  <a:pt x="104" y="32"/>
                  <a:pt x="104" y="32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32"/>
                </a:lnTo>
                <a:close/>
                <a:moveTo>
                  <a:pt x="112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21" y="176"/>
                  <a:pt x="128" y="169"/>
                  <a:pt x="128" y="16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7"/>
                  <a:pt x="121" y="0"/>
                  <a:pt x="112" y="0"/>
                </a:cubicBezTo>
                <a:moveTo>
                  <a:pt x="120" y="160"/>
                </a:moveTo>
                <a:cubicBezTo>
                  <a:pt x="120" y="164"/>
                  <a:pt x="116" y="168"/>
                  <a:pt x="11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6" y="8"/>
                  <a:pt x="120" y="12"/>
                  <a:pt x="120" y="16"/>
                </a:cubicBezTo>
                <a:lnTo>
                  <a:pt x="120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80"/>
          <p:cNvSpPr>
            <a:spLocks noEditPoints="1"/>
          </p:cNvSpPr>
          <p:nvPr/>
        </p:nvSpPr>
        <p:spPr bwMode="auto">
          <a:xfrm>
            <a:off x="6795233" y="1137356"/>
            <a:ext cx="334275" cy="243404"/>
          </a:xfrm>
          <a:custGeom>
            <a:avLst/>
            <a:gdLst>
              <a:gd name="T0" fmla="*/ 175 w 176"/>
              <a:gd name="T1" fmla="*/ 122 h 128"/>
              <a:gd name="T2" fmla="*/ 175 w 176"/>
              <a:gd name="T3" fmla="*/ 122 h 128"/>
              <a:gd name="T4" fmla="*/ 160 w 176"/>
              <a:gd name="T5" fmla="*/ 98 h 128"/>
              <a:gd name="T6" fmla="*/ 160 w 176"/>
              <a:gd name="T7" fmla="*/ 96 h 128"/>
              <a:gd name="T8" fmla="*/ 160 w 176"/>
              <a:gd name="T9" fmla="*/ 8 h 128"/>
              <a:gd name="T10" fmla="*/ 152 w 176"/>
              <a:gd name="T11" fmla="*/ 0 h 128"/>
              <a:gd name="T12" fmla="*/ 24 w 176"/>
              <a:gd name="T13" fmla="*/ 0 h 128"/>
              <a:gd name="T14" fmla="*/ 16 w 176"/>
              <a:gd name="T15" fmla="*/ 8 h 128"/>
              <a:gd name="T16" fmla="*/ 16 w 176"/>
              <a:gd name="T17" fmla="*/ 96 h 128"/>
              <a:gd name="T18" fmla="*/ 16 w 176"/>
              <a:gd name="T19" fmla="*/ 98 h 128"/>
              <a:gd name="T20" fmla="*/ 1 w 176"/>
              <a:gd name="T21" fmla="*/ 122 h 128"/>
              <a:gd name="T22" fmla="*/ 1 w 176"/>
              <a:gd name="T23" fmla="*/ 122 h 128"/>
              <a:gd name="T24" fmla="*/ 0 w 176"/>
              <a:gd name="T25" fmla="*/ 124 h 128"/>
              <a:gd name="T26" fmla="*/ 4 w 176"/>
              <a:gd name="T27" fmla="*/ 128 h 128"/>
              <a:gd name="T28" fmla="*/ 172 w 176"/>
              <a:gd name="T29" fmla="*/ 128 h 128"/>
              <a:gd name="T30" fmla="*/ 176 w 176"/>
              <a:gd name="T31" fmla="*/ 124 h 128"/>
              <a:gd name="T32" fmla="*/ 175 w 176"/>
              <a:gd name="T33" fmla="*/ 122 h 128"/>
              <a:gd name="T34" fmla="*/ 24 w 176"/>
              <a:gd name="T35" fmla="*/ 8 h 128"/>
              <a:gd name="T36" fmla="*/ 152 w 176"/>
              <a:gd name="T37" fmla="*/ 8 h 128"/>
              <a:gd name="T38" fmla="*/ 152 w 176"/>
              <a:gd name="T39" fmla="*/ 96 h 128"/>
              <a:gd name="T40" fmla="*/ 24 w 176"/>
              <a:gd name="T41" fmla="*/ 96 h 128"/>
              <a:gd name="T42" fmla="*/ 24 w 176"/>
              <a:gd name="T43" fmla="*/ 8 h 128"/>
              <a:gd name="T44" fmla="*/ 11 w 176"/>
              <a:gd name="T45" fmla="*/ 120 h 128"/>
              <a:gd name="T46" fmla="*/ 22 w 176"/>
              <a:gd name="T47" fmla="*/ 104 h 128"/>
              <a:gd name="T48" fmla="*/ 24 w 176"/>
              <a:gd name="T49" fmla="*/ 104 h 128"/>
              <a:gd name="T50" fmla="*/ 152 w 176"/>
              <a:gd name="T51" fmla="*/ 104 h 128"/>
              <a:gd name="T52" fmla="*/ 154 w 176"/>
              <a:gd name="T53" fmla="*/ 104 h 128"/>
              <a:gd name="T54" fmla="*/ 165 w 176"/>
              <a:gd name="T55" fmla="*/ 120 h 128"/>
              <a:gd name="T56" fmla="*/ 11 w 176"/>
              <a:gd name="T57" fmla="*/ 1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128">
                <a:moveTo>
                  <a:pt x="175" y="122"/>
                </a:moveTo>
                <a:cubicBezTo>
                  <a:pt x="175" y="122"/>
                  <a:pt x="175" y="122"/>
                  <a:pt x="175" y="122"/>
                </a:cubicBezTo>
                <a:cubicBezTo>
                  <a:pt x="160" y="98"/>
                  <a:pt x="160" y="98"/>
                  <a:pt x="160" y="98"/>
                </a:cubicBezTo>
                <a:cubicBezTo>
                  <a:pt x="160" y="98"/>
                  <a:pt x="160" y="97"/>
                  <a:pt x="160" y="96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6" y="0"/>
                  <a:pt x="15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4"/>
                  <a:pt x="16" y="8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97"/>
                  <a:pt x="16" y="98"/>
                  <a:pt x="16" y="98"/>
                </a:cubicBezTo>
                <a:cubicBezTo>
                  <a:pt x="1" y="122"/>
                  <a:pt x="1" y="122"/>
                  <a:pt x="1" y="122"/>
                </a:cubicBezTo>
                <a:cubicBezTo>
                  <a:pt x="1" y="122"/>
                  <a:pt x="1" y="122"/>
                  <a:pt x="1" y="122"/>
                </a:cubicBezTo>
                <a:cubicBezTo>
                  <a:pt x="0" y="122"/>
                  <a:pt x="0" y="123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172" y="128"/>
                  <a:pt x="172" y="128"/>
                  <a:pt x="172" y="128"/>
                </a:cubicBezTo>
                <a:cubicBezTo>
                  <a:pt x="174" y="128"/>
                  <a:pt x="176" y="126"/>
                  <a:pt x="176" y="124"/>
                </a:cubicBezTo>
                <a:cubicBezTo>
                  <a:pt x="176" y="123"/>
                  <a:pt x="176" y="122"/>
                  <a:pt x="175" y="122"/>
                </a:cubicBezTo>
                <a:moveTo>
                  <a:pt x="24" y="8"/>
                </a:moveTo>
                <a:cubicBezTo>
                  <a:pt x="152" y="8"/>
                  <a:pt x="152" y="8"/>
                  <a:pt x="152" y="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24" y="96"/>
                  <a:pt x="24" y="96"/>
                  <a:pt x="24" y="96"/>
                </a:cubicBezTo>
                <a:lnTo>
                  <a:pt x="24" y="8"/>
                </a:lnTo>
                <a:close/>
                <a:moveTo>
                  <a:pt x="11" y="120"/>
                </a:moveTo>
                <a:cubicBezTo>
                  <a:pt x="22" y="104"/>
                  <a:pt x="22" y="104"/>
                  <a:pt x="22" y="104"/>
                </a:cubicBezTo>
                <a:cubicBezTo>
                  <a:pt x="23" y="104"/>
                  <a:pt x="23" y="104"/>
                  <a:pt x="24" y="104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53" y="104"/>
                  <a:pt x="153" y="104"/>
                  <a:pt x="154" y="104"/>
                </a:cubicBezTo>
                <a:cubicBezTo>
                  <a:pt x="165" y="120"/>
                  <a:pt x="165" y="120"/>
                  <a:pt x="165" y="120"/>
                </a:cubicBezTo>
                <a:lnTo>
                  <a:pt x="11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81"/>
          <p:cNvSpPr>
            <a:spLocks noEditPoints="1"/>
          </p:cNvSpPr>
          <p:nvPr/>
        </p:nvSpPr>
        <p:spPr bwMode="auto">
          <a:xfrm>
            <a:off x="7434574" y="1091921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36 h 176"/>
              <a:gd name="T8" fmla="*/ 16 w 176"/>
              <a:gd name="T9" fmla="*/ 152 h 176"/>
              <a:gd name="T10" fmla="*/ 72 w 176"/>
              <a:gd name="T11" fmla="*/ 152 h 176"/>
              <a:gd name="T12" fmla="*/ 72 w 176"/>
              <a:gd name="T13" fmla="*/ 168 h 176"/>
              <a:gd name="T14" fmla="*/ 60 w 176"/>
              <a:gd name="T15" fmla="*/ 168 h 176"/>
              <a:gd name="T16" fmla="*/ 56 w 176"/>
              <a:gd name="T17" fmla="*/ 172 h 176"/>
              <a:gd name="T18" fmla="*/ 60 w 176"/>
              <a:gd name="T19" fmla="*/ 176 h 176"/>
              <a:gd name="T20" fmla="*/ 116 w 176"/>
              <a:gd name="T21" fmla="*/ 176 h 176"/>
              <a:gd name="T22" fmla="*/ 120 w 176"/>
              <a:gd name="T23" fmla="*/ 172 h 176"/>
              <a:gd name="T24" fmla="*/ 116 w 176"/>
              <a:gd name="T25" fmla="*/ 168 h 176"/>
              <a:gd name="T26" fmla="*/ 104 w 176"/>
              <a:gd name="T27" fmla="*/ 168 h 176"/>
              <a:gd name="T28" fmla="*/ 104 w 176"/>
              <a:gd name="T29" fmla="*/ 152 h 176"/>
              <a:gd name="T30" fmla="*/ 160 w 176"/>
              <a:gd name="T31" fmla="*/ 152 h 176"/>
              <a:gd name="T32" fmla="*/ 176 w 176"/>
              <a:gd name="T33" fmla="*/ 136 h 176"/>
              <a:gd name="T34" fmla="*/ 176 w 176"/>
              <a:gd name="T35" fmla="*/ 16 h 176"/>
              <a:gd name="T36" fmla="*/ 160 w 176"/>
              <a:gd name="T37" fmla="*/ 0 h 176"/>
              <a:gd name="T38" fmla="*/ 96 w 176"/>
              <a:gd name="T39" fmla="*/ 168 h 176"/>
              <a:gd name="T40" fmla="*/ 80 w 176"/>
              <a:gd name="T41" fmla="*/ 168 h 176"/>
              <a:gd name="T42" fmla="*/ 80 w 176"/>
              <a:gd name="T43" fmla="*/ 152 h 176"/>
              <a:gd name="T44" fmla="*/ 96 w 176"/>
              <a:gd name="T45" fmla="*/ 152 h 176"/>
              <a:gd name="T46" fmla="*/ 96 w 176"/>
              <a:gd name="T47" fmla="*/ 168 h 176"/>
              <a:gd name="T48" fmla="*/ 168 w 176"/>
              <a:gd name="T49" fmla="*/ 136 h 176"/>
              <a:gd name="T50" fmla="*/ 160 w 176"/>
              <a:gd name="T51" fmla="*/ 144 h 176"/>
              <a:gd name="T52" fmla="*/ 16 w 176"/>
              <a:gd name="T53" fmla="*/ 144 h 176"/>
              <a:gd name="T54" fmla="*/ 8 w 176"/>
              <a:gd name="T55" fmla="*/ 136 h 176"/>
              <a:gd name="T56" fmla="*/ 8 w 176"/>
              <a:gd name="T57" fmla="*/ 128 h 176"/>
              <a:gd name="T58" fmla="*/ 168 w 176"/>
              <a:gd name="T59" fmla="*/ 128 h 176"/>
              <a:gd name="T60" fmla="*/ 168 w 176"/>
              <a:gd name="T61" fmla="*/ 136 h 176"/>
              <a:gd name="T62" fmla="*/ 168 w 176"/>
              <a:gd name="T63" fmla="*/ 120 h 176"/>
              <a:gd name="T64" fmla="*/ 8 w 176"/>
              <a:gd name="T65" fmla="*/ 12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82"/>
          <p:cNvSpPr>
            <a:spLocks noEditPoints="1"/>
          </p:cNvSpPr>
          <p:nvPr/>
        </p:nvSpPr>
        <p:spPr bwMode="auto">
          <a:xfrm>
            <a:off x="1682125" y="1729640"/>
            <a:ext cx="335898" cy="334275"/>
          </a:xfrm>
          <a:custGeom>
            <a:avLst/>
            <a:gdLst>
              <a:gd name="T0" fmla="*/ 103 w 176"/>
              <a:gd name="T1" fmla="*/ 83 h 176"/>
              <a:gd name="T2" fmla="*/ 98 w 176"/>
              <a:gd name="T3" fmla="*/ 42 h 176"/>
              <a:gd name="T4" fmla="*/ 104 w 176"/>
              <a:gd name="T5" fmla="*/ 64 h 176"/>
              <a:gd name="T6" fmla="*/ 100 w 176"/>
              <a:gd name="T7" fmla="*/ 68 h 176"/>
              <a:gd name="T8" fmla="*/ 94 w 176"/>
              <a:gd name="T9" fmla="*/ 64 h 176"/>
              <a:gd name="T10" fmla="*/ 88 w 176"/>
              <a:gd name="T11" fmla="*/ 83 h 176"/>
              <a:gd name="T12" fmla="*/ 88 w 176"/>
              <a:gd name="T13" fmla="*/ 86 h 176"/>
              <a:gd name="T14" fmla="*/ 91 w 176"/>
              <a:gd name="T15" fmla="*/ 88 h 176"/>
              <a:gd name="T16" fmla="*/ 107 w 176"/>
              <a:gd name="T17" fmla="*/ 92 h 176"/>
              <a:gd name="T18" fmla="*/ 112 w 176"/>
              <a:gd name="T19" fmla="*/ 86 h 176"/>
              <a:gd name="T20" fmla="*/ 88 w 176"/>
              <a:gd name="T21" fmla="*/ 42 h 176"/>
              <a:gd name="T22" fmla="*/ 86 w 176"/>
              <a:gd name="T23" fmla="*/ 40 h 176"/>
              <a:gd name="T24" fmla="*/ 69 w 176"/>
              <a:gd name="T25" fmla="*/ 36 h 176"/>
              <a:gd name="T26" fmla="*/ 64 w 176"/>
              <a:gd name="T27" fmla="*/ 42 h 176"/>
              <a:gd name="T28" fmla="*/ 73 w 176"/>
              <a:gd name="T29" fmla="*/ 45 h 176"/>
              <a:gd name="T30" fmla="*/ 79 w 176"/>
              <a:gd name="T31" fmla="*/ 86 h 176"/>
              <a:gd name="T32" fmla="*/ 72 w 176"/>
              <a:gd name="T33" fmla="*/ 64 h 176"/>
              <a:gd name="T34" fmla="*/ 76 w 176"/>
              <a:gd name="T35" fmla="*/ 60 h 176"/>
              <a:gd name="T36" fmla="*/ 82 w 176"/>
              <a:gd name="T37" fmla="*/ 64 h 176"/>
              <a:gd name="T38" fmla="*/ 88 w 176"/>
              <a:gd name="T39" fmla="*/ 45 h 176"/>
              <a:gd name="T40" fmla="*/ 160 w 176"/>
              <a:gd name="T41" fmla="*/ 0 h 176"/>
              <a:gd name="T42" fmla="*/ 0 w 176"/>
              <a:gd name="T43" fmla="*/ 16 h 176"/>
              <a:gd name="T44" fmla="*/ 16 w 176"/>
              <a:gd name="T45" fmla="*/ 152 h 176"/>
              <a:gd name="T46" fmla="*/ 72 w 176"/>
              <a:gd name="T47" fmla="*/ 168 h 176"/>
              <a:gd name="T48" fmla="*/ 56 w 176"/>
              <a:gd name="T49" fmla="*/ 172 h 176"/>
              <a:gd name="T50" fmla="*/ 116 w 176"/>
              <a:gd name="T51" fmla="*/ 176 h 176"/>
              <a:gd name="T52" fmla="*/ 116 w 176"/>
              <a:gd name="T53" fmla="*/ 168 h 176"/>
              <a:gd name="T54" fmla="*/ 104 w 176"/>
              <a:gd name="T55" fmla="*/ 152 h 176"/>
              <a:gd name="T56" fmla="*/ 176 w 176"/>
              <a:gd name="T57" fmla="*/ 136 h 176"/>
              <a:gd name="T58" fmla="*/ 160 w 176"/>
              <a:gd name="T59" fmla="*/ 0 h 176"/>
              <a:gd name="T60" fmla="*/ 80 w 176"/>
              <a:gd name="T61" fmla="*/ 168 h 176"/>
              <a:gd name="T62" fmla="*/ 96 w 176"/>
              <a:gd name="T63" fmla="*/ 152 h 176"/>
              <a:gd name="T64" fmla="*/ 168 w 176"/>
              <a:gd name="T65" fmla="*/ 136 h 176"/>
              <a:gd name="T66" fmla="*/ 16 w 176"/>
              <a:gd name="T67" fmla="*/ 144 h 176"/>
              <a:gd name="T68" fmla="*/ 8 w 176"/>
              <a:gd name="T69" fmla="*/ 128 h 176"/>
              <a:gd name="T70" fmla="*/ 168 w 176"/>
              <a:gd name="T71" fmla="*/ 136 h 176"/>
              <a:gd name="T72" fmla="*/ 8 w 176"/>
              <a:gd name="T73" fmla="*/ 120 h 176"/>
              <a:gd name="T74" fmla="*/ 16 w 176"/>
              <a:gd name="T75" fmla="*/ 8 h 176"/>
              <a:gd name="T76" fmla="*/ 168 w 176"/>
              <a:gd name="T77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109" y="84"/>
                </a:moveTo>
                <a:cubicBezTo>
                  <a:pt x="103" y="83"/>
                  <a:pt x="103" y="83"/>
                  <a:pt x="103" y="83"/>
                </a:cubicBezTo>
                <a:cubicBezTo>
                  <a:pt x="108" y="78"/>
                  <a:pt x="112" y="72"/>
                  <a:pt x="112" y="64"/>
                </a:cubicBezTo>
                <a:cubicBezTo>
                  <a:pt x="112" y="54"/>
                  <a:pt x="106" y="46"/>
                  <a:pt x="98" y="42"/>
                </a:cubicBezTo>
                <a:cubicBezTo>
                  <a:pt x="95" y="50"/>
                  <a:pt x="95" y="50"/>
                  <a:pt x="95" y="50"/>
                </a:cubicBezTo>
                <a:cubicBezTo>
                  <a:pt x="100" y="53"/>
                  <a:pt x="104" y="58"/>
                  <a:pt x="104" y="64"/>
                </a:cubicBezTo>
                <a:cubicBezTo>
                  <a:pt x="104" y="69"/>
                  <a:pt x="102" y="73"/>
                  <a:pt x="98" y="76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67"/>
                  <a:pt x="100" y="66"/>
                  <a:pt x="100" y="65"/>
                </a:cubicBezTo>
                <a:cubicBezTo>
                  <a:pt x="99" y="63"/>
                  <a:pt x="96" y="63"/>
                  <a:pt x="94" y="64"/>
                </a:cubicBezTo>
                <a:cubicBezTo>
                  <a:pt x="93" y="64"/>
                  <a:pt x="93" y="65"/>
                  <a:pt x="92" y="66"/>
                </a:cubicBezTo>
                <a:cubicBezTo>
                  <a:pt x="88" y="83"/>
                  <a:pt x="88" y="83"/>
                  <a:pt x="88" y="83"/>
                </a:cubicBezTo>
                <a:cubicBezTo>
                  <a:pt x="88" y="83"/>
                  <a:pt x="88" y="83"/>
                  <a:pt x="88" y="83"/>
                </a:cubicBezTo>
                <a:cubicBezTo>
                  <a:pt x="88" y="84"/>
                  <a:pt x="88" y="85"/>
                  <a:pt x="88" y="86"/>
                </a:cubicBezTo>
                <a:cubicBezTo>
                  <a:pt x="89" y="87"/>
                  <a:pt x="90" y="87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107" y="92"/>
                  <a:pt x="107" y="92"/>
                  <a:pt x="107" y="92"/>
                </a:cubicBezTo>
                <a:cubicBezTo>
                  <a:pt x="108" y="92"/>
                  <a:pt x="109" y="92"/>
                  <a:pt x="110" y="92"/>
                </a:cubicBezTo>
                <a:cubicBezTo>
                  <a:pt x="112" y="90"/>
                  <a:pt x="113" y="88"/>
                  <a:pt x="112" y="86"/>
                </a:cubicBezTo>
                <a:cubicBezTo>
                  <a:pt x="111" y="85"/>
                  <a:pt x="110" y="85"/>
                  <a:pt x="109" y="84"/>
                </a:cubicBezTo>
                <a:moveTo>
                  <a:pt x="88" y="42"/>
                </a:moveTo>
                <a:cubicBezTo>
                  <a:pt x="87" y="41"/>
                  <a:pt x="86" y="41"/>
                  <a:pt x="86" y="41"/>
                </a:cubicBezTo>
                <a:cubicBezTo>
                  <a:pt x="86" y="40"/>
                  <a:pt x="86" y="40"/>
                  <a:pt x="86" y="40"/>
                </a:cubicBezTo>
                <a:cubicBezTo>
                  <a:pt x="85" y="40"/>
                  <a:pt x="85" y="40"/>
                  <a:pt x="85" y="40"/>
                </a:cubicBezTo>
                <a:cubicBezTo>
                  <a:pt x="69" y="36"/>
                  <a:pt x="69" y="36"/>
                  <a:pt x="69" y="36"/>
                </a:cubicBezTo>
                <a:cubicBezTo>
                  <a:pt x="68" y="36"/>
                  <a:pt x="67" y="36"/>
                  <a:pt x="66" y="37"/>
                </a:cubicBezTo>
                <a:cubicBezTo>
                  <a:pt x="64" y="38"/>
                  <a:pt x="63" y="40"/>
                  <a:pt x="64" y="42"/>
                </a:cubicBezTo>
                <a:cubicBezTo>
                  <a:pt x="65" y="43"/>
                  <a:pt x="66" y="44"/>
                  <a:pt x="67" y="44"/>
                </a:cubicBezTo>
                <a:cubicBezTo>
                  <a:pt x="73" y="45"/>
                  <a:pt x="73" y="45"/>
                  <a:pt x="73" y="45"/>
                </a:cubicBezTo>
                <a:cubicBezTo>
                  <a:pt x="68" y="50"/>
                  <a:pt x="64" y="56"/>
                  <a:pt x="64" y="64"/>
                </a:cubicBezTo>
                <a:cubicBezTo>
                  <a:pt x="64" y="74"/>
                  <a:pt x="70" y="83"/>
                  <a:pt x="79" y="86"/>
                </a:cubicBezTo>
                <a:cubicBezTo>
                  <a:pt x="81" y="78"/>
                  <a:pt x="81" y="78"/>
                  <a:pt x="81" y="78"/>
                </a:cubicBezTo>
                <a:cubicBezTo>
                  <a:pt x="76" y="76"/>
                  <a:pt x="72" y="70"/>
                  <a:pt x="72" y="64"/>
                </a:cubicBezTo>
                <a:cubicBezTo>
                  <a:pt x="72" y="59"/>
                  <a:pt x="74" y="54"/>
                  <a:pt x="78" y="51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61"/>
                  <a:pt x="76" y="62"/>
                  <a:pt x="76" y="63"/>
                </a:cubicBezTo>
                <a:cubicBezTo>
                  <a:pt x="78" y="65"/>
                  <a:pt x="80" y="65"/>
                  <a:pt x="82" y="64"/>
                </a:cubicBezTo>
                <a:cubicBezTo>
                  <a:pt x="83" y="64"/>
                  <a:pt x="84" y="63"/>
                  <a:pt x="84" y="62"/>
                </a:cubicBezTo>
                <a:cubicBezTo>
                  <a:pt x="88" y="45"/>
                  <a:pt x="88" y="45"/>
                  <a:pt x="88" y="45"/>
                </a:cubicBezTo>
                <a:cubicBezTo>
                  <a:pt x="88" y="44"/>
                  <a:pt x="88" y="43"/>
                  <a:pt x="88" y="4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83"/>
          <p:cNvSpPr>
            <a:spLocks noEditPoints="1"/>
          </p:cNvSpPr>
          <p:nvPr/>
        </p:nvSpPr>
        <p:spPr bwMode="auto">
          <a:xfrm>
            <a:off x="2321466" y="1729640"/>
            <a:ext cx="334275" cy="334275"/>
          </a:xfrm>
          <a:custGeom>
            <a:avLst/>
            <a:gdLst>
              <a:gd name="T0" fmla="*/ 104 w 176"/>
              <a:gd name="T1" fmla="*/ 72 h 176"/>
              <a:gd name="T2" fmla="*/ 101 w 176"/>
              <a:gd name="T3" fmla="*/ 73 h 176"/>
              <a:gd name="T4" fmla="*/ 92 w 176"/>
              <a:gd name="T5" fmla="*/ 82 h 176"/>
              <a:gd name="T6" fmla="*/ 92 w 176"/>
              <a:gd name="T7" fmla="*/ 36 h 176"/>
              <a:gd name="T8" fmla="*/ 92 w 176"/>
              <a:gd name="T9" fmla="*/ 36 h 176"/>
              <a:gd name="T10" fmla="*/ 88 w 176"/>
              <a:gd name="T11" fmla="*/ 32 h 176"/>
              <a:gd name="T12" fmla="*/ 84 w 176"/>
              <a:gd name="T13" fmla="*/ 36 h 176"/>
              <a:gd name="T14" fmla="*/ 84 w 176"/>
              <a:gd name="T15" fmla="*/ 82 h 176"/>
              <a:gd name="T16" fmla="*/ 75 w 176"/>
              <a:gd name="T17" fmla="*/ 73 h 176"/>
              <a:gd name="T18" fmla="*/ 72 w 176"/>
              <a:gd name="T19" fmla="*/ 72 h 176"/>
              <a:gd name="T20" fmla="*/ 68 w 176"/>
              <a:gd name="T21" fmla="*/ 76 h 176"/>
              <a:gd name="T22" fmla="*/ 69 w 176"/>
              <a:gd name="T23" fmla="*/ 79 h 176"/>
              <a:gd name="T24" fmla="*/ 85 w 176"/>
              <a:gd name="T25" fmla="*/ 95 h 176"/>
              <a:gd name="T26" fmla="*/ 88 w 176"/>
              <a:gd name="T27" fmla="*/ 96 h 176"/>
              <a:gd name="T28" fmla="*/ 91 w 176"/>
              <a:gd name="T29" fmla="*/ 95 h 176"/>
              <a:gd name="T30" fmla="*/ 107 w 176"/>
              <a:gd name="T31" fmla="*/ 79 h 176"/>
              <a:gd name="T32" fmla="*/ 108 w 176"/>
              <a:gd name="T33" fmla="*/ 76 h 176"/>
              <a:gd name="T34" fmla="*/ 104 w 176"/>
              <a:gd name="T35" fmla="*/ 72 h 176"/>
              <a:gd name="T36" fmla="*/ 160 w 176"/>
              <a:gd name="T37" fmla="*/ 0 h 176"/>
              <a:gd name="T38" fmla="*/ 16 w 176"/>
              <a:gd name="T39" fmla="*/ 0 h 176"/>
              <a:gd name="T40" fmla="*/ 0 w 176"/>
              <a:gd name="T41" fmla="*/ 16 h 176"/>
              <a:gd name="T42" fmla="*/ 0 w 176"/>
              <a:gd name="T43" fmla="*/ 136 h 176"/>
              <a:gd name="T44" fmla="*/ 16 w 176"/>
              <a:gd name="T45" fmla="*/ 152 h 176"/>
              <a:gd name="T46" fmla="*/ 72 w 176"/>
              <a:gd name="T47" fmla="*/ 152 h 176"/>
              <a:gd name="T48" fmla="*/ 72 w 176"/>
              <a:gd name="T49" fmla="*/ 168 h 176"/>
              <a:gd name="T50" fmla="*/ 60 w 176"/>
              <a:gd name="T51" fmla="*/ 168 h 176"/>
              <a:gd name="T52" fmla="*/ 56 w 176"/>
              <a:gd name="T53" fmla="*/ 172 h 176"/>
              <a:gd name="T54" fmla="*/ 60 w 176"/>
              <a:gd name="T55" fmla="*/ 176 h 176"/>
              <a:gd name="T56" fmla="*/ 116 w 176"/>
              <a:gd name="T57" fmla="*/ 176 h 176"/>
              <a:gd name="T58" fmla="*/ 120 w 176"/>
              <a:gd name="T59" fmla="*/ 172 h 176"/>
              <a:gd name="T60" fmla="*/ 116 w 176"/>
              <a:gd name="T61" fmla="*/ 168 h 176"/>
              <a:gd name="T62" fmla="*/ 104 w 176"/>
              <a:gd name="T63" fmla="*/ 168 h 176"/>
              <a:gd name="T64" fmla="*/ 104 w 176"/>
              <a:gd name="T65" fmla="*/ 152 h 176"/>
              <a:gd name="T66" fmla="*/ 160 w 176"/>
              <a:gd name="T67" fmla="*/ 152 h 176"/>
              <a:gd name="T68" fmla="*/ 176 w 176"/>
              <a:gd name="T69" fmla="*/ 136 h 176"/>
              <a:gd name="T70" fmla="*/ 176 w 176"/>
              <a:gd name="T71" fmla="*/ 16 h 176"/>
              <a:gd name="T72" fmla="*/ 160 w 176"/>
              <a:gd name="T73" fmla="*/ 0 h 176"/>
              <a:gd name="T74" fmla="*/ 96 w 176"/>
              <a:gd name="T75" fmla="*/ 168 h 176"/>
              <a:gd name="T76" fmla="*/ 80 w 176"/>
              <a:gd name="T77" fmla="*/ 168 h 176"/>
              <a:gd name="T78" fmla="*/ 80 w 176"/>
              <a:gd name="T79" fmla="*/ 152 h 176"/>
              <a:gd name="T80" fmla="*/ 96 w 176"/>
              <a:gd name="T81" fmla="*/ 152 h 176"/>
              <a:gd name="T82" fmla="*/ 96 w 176"/>
              <a:gd name="T83" fmla="*/ 168 h 176"/>
              <a:gd name="T84" fmla="*/ 168 w 176"/>
              <a:gd name="T85" fmla="*/ 136 h 176"/>
              <a:gd name="T86" fmla="*/ 160 w 176"/>
              <a:gd name="T87" fmla="*/ 144 h 176"/>
              <a:gd name="T88" fmla="*/ 16 w 176"/>
              <a:gd name="T89" fmla="*/ 144 h 176"/>
              <a:gd name="T90" fmla="*/ 8 w 176"/>
              <a:gd name="T91" fmla="*/ 136 h 176"/>
              <a:gd name="T92" fmla="*/ 8 w 176"/>
              <a:gd name="T93" fmla="*/ 128 h 176"/>
              <a:gd name="T94" fmla="*/ 168 w 176"/>
              <a:gd name="T95" fmla="*/ 128 h 176"/>
              <a:gd name="T96" fmla="*/ 168 w 176"/>
              <a:gd name="T97" fmla="*/ 136 h 176"/>
              <a:gd name="T98" fmla="*/ 168 w 176"/>
              <a:gd name="T99" fmla="*/ 120 h 176"/>
              <a:gd name="T100" fmla="*/ 8 w 176"/>
              <a:gd name="T101" fmla="*/ 120 h 176"/>
              <a:gd name="T102" fmla="*/ 8 w 176"/>
              <a:gd name="T103" fmla="*/ 16 h 176"/>
              <a:gd name="T104" fmla="*/ 16 w 176"/>
              <a:gd name="T105" fmla="*/ 8 h 176"/>
              <a:gd name="T106" fmla="*/ 160 w 176"/>
              <a:gd name="T107" fmla="*/ 8 h 176"/>
              <a:gd name="T108" fmla="*/ 168 w 176"/>
              <a:gd name="T109" fmla="*/ 16 h 176"/>
              <a:gd name="T110" fmla="*/ 168 w 176"/>
              <a:gd name="T111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04" y="72"/>
                </a:moveTo>
                <a:cubicBezTo>
                  <a:pt x="103" y="72"/>
                  <a:pt x="102" y="72"/>
                  <a:pt x="101" y="73"/>
                </a:cubicBezTo>
                <a:cubicBezTo>
                  <a:pt x="92" y="82"/>
                  <a:pt x="92" y="82"/>
                  <a:pt x="92" y="82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4"/>
                  <a:pt x="90" y="32"/>
                  <a:pt x="88" y="32"/>
                </a:cubicBezTo>
                <a:cubicBezTo>
                  <a:pt x="86" y="32"/>
                  <a:pt x="84" y="34"/>
                  <a:pt x="84" y="36"/>
                </a:cubicBezTo>
                <a:cubicBezTo>
                  <a:pt x="84" y="82"/>
                  <a:pt x="84" y="82"/>
                  <a:pt x="84" y="82"/>
                </a:cubicBezTo>
                <a:cubicBezTo>
                  <a:pt x="75" y="73"/>
                  <a:pt x="75" y="73"/>
                  <a:pt x="75" y="73"/>
                </a:cubicBezTo>
                <a:cubicBezTo>
                  <a:pt x="74" y="72"/>
                  <a:pt x="73" y="72"/>
                  <a:pt x="72" y="72"/>
                </a:cubicBezTo>
                <a:cubicBezTo>
                  <a:pt x="70" y="72"/>
                  <a:pt x="68" y="74"/>
                  <a:pt x="68" y="76"/>
                </a:cubicBezTo>
                <a:cubicBezTo>
                  <a:pt x="68" y="77"/>
                  <a:pt x="68" y="78"/>
                  <a:pt x="69" y="79"/>
                </a:cubicBezTo>
                <a:cubicBezTo>
                  <a:pt x="85" y="95"/>
                  <a:pt x="85" y="95"/>
                  <a:pt x="85" y="95"/>
                </a:cubicBezTo>
                <a:cubicBezTo>
                  <a:pt x="86" y="96"/>
                  <a:pt x="87" y="96"/>
                  <a:pt x="88" y="96"/>
                </a:cubicBezTo>
                <a:cubicBezTo>
                  <a:pt x="89" y="96"/>
                  <a:pt x="90" y="96"/>
                  <a:pt x="91" y="95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8" y="78"/>
                  <a:pt x="108" y="77"/>
                  <a:pt x="108" y="76"/>
                </a:cubicBezTo>
                <a:cubicBezTo>
                  <a:pt x="108" y="74"/>
                  <a:pt x="106" y="72"/>
                  <a:pt x="104" y="7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84"/>
          <p:cNvSpPr>
            <a:spLocks noEditPoints="1"/>
          </p:cNvSpPr>
          <p:nvPr/>
        </p:nvSpPr>
        <p:spPr bwMode="auto">
          <a:xfrm>
            <a:off x="2960807" y="1729640"/>
            <a:ext cx="334275" cy="334275"/>
          </a:xfrm>
          <a:custGeom>
            <a:avLst/>
            <a:gdLst>
              <a:gd name="T0" fmla="*/ 91 w 176"/>
              <a:gd name="T1" fmla="*/ 33 h 176"/>
              <a:gd name="T2" fmla="*/ 88 w 176"/>
              <a:gd name="T3" fmla="*/ 32 h 176"/>
              <a:gd name="T4" fmla="*/ 85 w 176"/>
              <a:gd name="T5" fmla="*/ 33 h 176"/>
              <a:gd name="T6" fmla="*/ 69 w 176"/>
              <a:gd name="T7" fmla="*/ 49 h 176"/>
              <a:gd name="T8" fmla="*/ 68 w 176"/>
              <a:gd name="T9" fmla="*/ 52 h 176"/>
              <a:gd name="T10" fmla="*/ 72 w 176"/>
              <a:gd name="T11" fmla="*/ 56 h 176"/>
              <a:gd name="T12" fmla="*/ 75 w 176"/>
              <a:gd name="T13" fmla="*/ 55 h 176"/>
              <a:gd name="T14" fmla="*/ 84 w 176"/>
              <a:gd name="T15" fmla="*/ 46 h 176"/>
              <a:gd name="T16" fmla="*/ 84 w 176"/>
              <a:gd name="T17" fmla="*/ 92 h 176"/>
              <a:gd name="T18" fmla="*/ 88 w 176"/>
              <a:gd name="T19" fmla="*/ 96 h 176"/>
              <a:gd name="T20" fmla="*/ 92 w 176"/>
              <a:gd name="T21" fmla="*/ 92 h 176"/>
              <a:gd name="T22" fmla="*/ 92 w 176"/>
              <a:gd name="T23" fmla="*/ 46 h 176"/>
              <a:gd name="T24" fmla="*/ 101 w 176"/>
              <a:gd name="T25" fmla="*/ 55 h 176"/>
              <a:gd name="T26" fmla="*/ 104 w 176"/>
              <a:gd name="T27" fmla="*/ 56 h 176"/>
              <a:gd name="T28" fmla="*/ 108 w 176"/>
              <a:gd name="T29" fmla="*/ 52 h 176"/>
              <a:gd name="T30" fmla="*/ 107 w 176"/>
              <a:gd name="T31" fmla="*/ 49 h 176"/>
              <a:gd name="T32" fmla="*/ 91 w 176"/>
              <a:gd name="T33" fmla="*/ 33 h 176"/>
              <a:gd name="T34" fmla="*/ 160 w 176"/>
              <a:gd name="T35" fmla="*/ 0 h 176"/>
              <a:gd name="T36" fmla="*/ 16 w 176"/>
              <a:gd name="T37" fmla="*/ 0 h 176"/>
              <a:gd name="T38" fmla="*/ 0 w 176"/>
              <a:gd name="T39" fmla="*/ 16 h 176"/>
              <a:gd name="T40" fmla="*/ 0 w 176"/>
              <a:gd name="T41" fmla="*/ 136 h 176"/>
              <a:gd name="T42" fmla="*/ 16 w 176"/>
              <a:gd name="T43" fmla="*/ 152 h 176"/>
              <a:gd name="T44" fmla="*/ 72 w 176"/>
              <a:gd name="T45" fmla="*/ 152 h 176"/>
              <a:gd name="T46" fmla="*/ 72 w 176"/>
              <a:gd name="T47" fmla="*/ 168 h 176"/>
              <a:gd name="T48" fmla="*/ 60 w 176"/>
              <a:gd name="T49" fmla="*/ 168 h 176"/>
              <a:gd name="T50" fmla="*/ 56 w 176"/>
              <a:gd name="T51" fmla="*/ 172 h 176"/>
              <a:gd name="T52" fmla="*/ 60 w 176"/>
              <a:gd name="T53" fmla="*/ 176 h 176"/>
              <a:gd name="T54" fmla="*/ 116 w 176"/>
              <a:gd name="T55" fmla="*/ 176 h 176"/>
              <a:gd name="T56" fmla="*/ 120 w 176"/>
              <a:gd name="T57" fmla="*/ 172 h 176"/>
              <a:gd name="T58" fmla="*/ 116 w 176"/>
              <a:gd name="T59" fmla="*/ 168 h 176"/>
              <a:gd name="T60" fmla="*/ 104 w 176"/>
              <a:gd name="T61" fmla="*/ 168 h 176"/>
              <a:gd name="T62" fmla="*/ 104 w 176"/>
              <a:gd name="T63" fmla="*/ 152 h 176"/>
              <a:gd name="T64" fmla="*/ 160 w 176"/>
              <a:gd name="T65" fmla="*/ 152 h 176"/>
              <a:gd name="T66" fmla="*/ 176 w 176"/>
              <a:gd name="T67" fmla="*/ 136 h 176"/>
              <a:gd name="T68" fmla="*/ 176 w 176"/>
              <a:gd name="T69" fmla="*/ 16 h 176"/>
              <a:gd name="T70" fmla="*/ 160 w 176"/>
              <a:gd name="T71" fmla="*/ 0 h 176"/>
              <a:gd name="T72" fmla="*/ 96 w 176"/>
              <a:gd name="T73" fmla="*/ 168 h 176"/>
              <a:gd name="T74" fmla="*/ 80 w 176"/>
              <a:gd name="T75" fmla="*/ 168 h 176"/>
              <a:gd name="T76" fmla="*/ 80 w 176"/>
              <a:gd name="T77" fmla="*/ 152 h 176"/>
              <a:gd name="T78" fmla="*/ 96 w 176"/>
              <a:gd name="T79" fmla="*/ 152 h 176"/>
              <a:gd name="T80" fmla="*/ 96 w 176"/>
              <a:gd name="T81" fmla="*/ 168 h 176"/>
              <a:gd name="T82" fmla="*/ 168 w 176"/>
              <a:gd name="T83" fmla="*/ 136 h 176"/>
              <a:gd name="T84" fmla="*/ 160 w 176"/>
              <a:gd name="T85" fmla="*/ 144 h 176"/>
              <a:gd name="T86" fmla="*/ 16 w 176"/>
              <a:gd name="T87" fmla="*/ 144 h 176"/>
              <a:gd name="T88" fmla="*/ 8 w 176"/>
              <a:gd name="T89" fmla="*/ 136 h 176"/>
              <a:gd name="T90" fmla="*/ 8 w 176"/>
              <a:gd name="T91" fmla="*/ 128 h 176"/>
              <a:gd name="T92" fmla="*/ 168 w 176"/>
              <a:gd name="T93" fmla="*/ 128 h 176"/>
              <a:gd name="T94" fmla="*/ 168 w 176"/>
              <a:gd name="T95" fmla="*/ 136 h 176"/>
              <a:gd name="T96" fmla="*/ 168 w 176"/>
              <a:gd name="T97" fmla="*/ 120 h 176"/>
              <a:gd name="T98" fmla="*/ 8 w 176"/>
              <a:gd name="T99" fmla="*/ 120 h 176"/>
              <a:gd name="T100" fmla="*/ 8 w 176"/>
              <a:gd name="T101" fmla="*/ 16 h 176"/>
              <a:gd name="T102" fmla="*/ 16 w 176"/>
              <a:gd name="T103" fmla="*/ 8 h 176"/>
              <a:gd name="T104" fmla="*/ 160 w 176"/>
              <a:gd name="T105" fmla="*/ 8 h 176"/>
              <a:gd name="T106" fmla="*/ 168 w 176"/>
              <a:gd name="T107" fmla="*/ 16 h 176"/>
              <a:gd name="T108" fmla="*/ 168 w 176"/>
              <a:gd name="T10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91" y="33"/>
                </a:moveTo>
                <a:cubicBezTo>
                  <a:pt x="90" y="32"/>
                  <a:pt x="89" y="32"/>
                  <a:pt x="88" y="32"/>
                </a:cubicBezTo>
                <a:cubicBezTo>
                  <a:pt x="87" y="32"/>
                  <a:pt x="86" y="32"/>
                  <a:pt x="85" y="33"/>
                </a:cubicBezTo>
                <a:cubicBezTo>
                  <a:pt x="69" y="49"/>
                  <a:pt x="69" y="49"/>
                  <a:pt x="69" y="49"/>
                </a:cubicBezTo>
                <a:cubicBezTo>
                  <a:pt x="68" y="50"/>
                  <a:pt x="68" y="51"/>
                  <a:pt x="68" y="52"/>
                </a:cubicBezTo>
                <a:cubicBezTo>
                  <a:pt x="68" y="54"/>
                  <a:pt x="70" y="56"/>
                  <a:pt x="72" y="56"/>
                </a:cubicBezTo>
                <a:cubicBezTo>
                  <a:pt x="73" y="56"/>
                  <a:pt x="74" y="56"/>
                  <a:pt x="75" y="55"/>
                </a:cubicBezTo>
                <a:cubicBezTo>
                  <a:pt x="84" y="46"/>
                  <a:pt x="84" y="46"/>
                  <a:pt x="84" y="46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4"/>
                  <a:pt x="86" y="96"/>
                  <a:pt x="88" y="96"/>
                </a:cubicBezTo>
                <a:cubicBezTo>
                  <a:pt x="90" y="96"/>
                  <a:pt x="92" y="94"/>
                  <a:pt x="92" y="92"/>
                </a:cubicBezTo>
                <a:cubicBezTo>
                  <a:pt x="92" y="46"/>
                  <a:pt x="92" y="46"/>
                  <a:pt x="92" y="46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2" y="56"/>
                  <a:pt x="103" y="56"/>
                  <a:pt x="104" y="56"/>
                </a:cubicBezTo>
                <a:cubicBezTo>
                  <a:pt x="106" y="56"/>
                  <a:pt x="108" y="54"/>
                  <a:pt x="108" y="52"/>
                </a:cubicBezTo>
                <a:cubicBezTo>
                  <a:pt x="108" y="51"/>
                  <a:pt x="108" y="50"/>
                  <a:pt x="107" y="49"/>
                </a:cubicBezTo>
                <a:lnTo>
                  <a:pt x="91" y="33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85"/>
          <p:cNvSpPr>
            <a:spLocks noEditPoints="1"/>
          </p:cNvSpPr>
          <p:nvPr/>
        </p:nvSpPr>
        <p:spPr bwMode="auto">
          <a:xfrm>
            <a:off x="3600148" y="1729640"/>
            <a:ext cx="334275" cy="334275"/>
          </a:xfrm>
          <a:custGeom>
            <a:avLst/>
            <a:gdLst>
              <a:gd name="T0" fmla="*/ 116 w 176"/>
              <a:gd name="T1" fmla="*/ 60 h 176"/>
              <a:gd name="T2" fmla="*/ 70 w 176"/>
              <a:gd name="T3" fmla="*/ 60 h 176"/>
              <a:gd name="T4" fmla="*/ 79 w 176"/>
              <a:gd name="T5" fmla="*/ 51 h 176"/>
              <a:gd name="T6" fmla="*/ 80 w 176"/>
              <a:gd name="T7" fmla="*/ 48 h 176"/>
              <a:gd name="T8" fmla="*/ 76 w 176"/>
              <a:gd name="T9" fmla="*/ 44 h 176"/>
              <a:gd name="T10" fmla="*/ 73 w 176"/>
              <a:gd name="T11" fmla="*/ 45 h 176"/>
              <a:gd name="T12" fmla="*/ 57 w 176"/>
              <a:gd name="T13" fmla="*/ 61 h 176"/>
              <a:gd name="T14" fmla="*/ 56 w 176"/>
              <a:gd name="T15" fmla="*/ 64 h 176"/>
              <a:gd name="T16" fmla="*/ 57 w 176"/>
              <a:gd name="T17" fmla="*/ 67 h 176"/>
              <a:gd name="T18" fmla="*/ 73 w 176"/>
              <a:gd name="T19" fmla="*/ 83 h 176"/>
              <a:gd name="T20" fmla="*/ 76 w 176"/>
              <a:gd name="T21" fmla="*/ 84 h 176"/>
              <a:gd name="T22" fmla="*/ 80 w 176"/>
              <a:gd name="T23" fmla="*/ 80 h 176"/>
              <a:gd name="T24" fmla="*/ 79 w 176"/>
              <a:gd name="T25" fmla="*/ 77 h 176"/>
              <a:gd name="T26" fmla="*/ 70 w 176"/>
              <a:gd name="T27" fmla="*/ 68 h 176"/>
              <a:gd name="T28" fmla="*/ 116 w 176"/>
              <a:gd name="T29" fmla="*/ 68 h 176"/>
              <a:gd name="T30" fmla="*/ 120 w 176"/>
              <a:gd name="T31" fmla="*/ 64 h 176"/>
              <a:gd name="T32" fmla="*/ 116 w 176"/>
              <a:gd name="T33" fmla="*/ 60 h 176"/>
              <a:gd name="T34" fmla="*/ 160 w 176"/>
              <a:gd name="T35" fmla="*/ 0 h 176"/>
              <a:gd name="T36" fmla="*/ 16 w 176"/>
              <a:gd name="T37" fmla="*/ 0 h 176"/>
              <a:gd name="T38" fmla="*/ 0 w 176"/>
              <a:gd name="T39" fmla="*/ 16 h 176"/>
              <a:gd name="T40" fmla="*/ 0 w 176"/>
              <a:gd name="T41" fmla="*/ 136 h 176"/>
              <a:gd name="T42" fmla="*/ 16 w 176"/>
              <a:gd name="T43" fmla="*/ 152 h 176"/>
              <a:gd name="T44" fmla="*/ 72 w 176"/>
              <a:gd name="T45" fmla="*/ 152 h 176"/>
              <a:gd name="T46" fmla="*/ 72 w 176"/>
              <a:gd name="T47" fmla="*/ 168 h 176"/>
              <a:gd name="T48" fmla="*/ 60 w 176"/>
              <a:gd name="T49" fmla="*/ 168 h 176"/>
              <a:gd name="T50" fmla="*/ 56 w 176"/>
              <a:gd name="T51" fmla="*/ 172 h 176"/>
              <a:gd name="T52" fmla="*/ 60 w 176"/>
              <a:gd name="T53" fmla="*/ 176 h 176"/>
              <a:gd name="T54" fmla="*/ 116 w 176"/>
              <a:gd name="T55" fmla="*/ 176 h 176"/>
              <a:gd name="T56" fmla="*/ 120 w 176"/>
              <a:gd name="T57" fmla="*/ 172 h 176"/>
              <a:gd name="T58" fmla="*/ 116 w 176"/>
              <a:gd name="T59" fmla="*/ 168 h 176"/>
              <a:gd name="T60" fmla="*/ 104 w 176"/>
              <a:gd name="T61" fmla="*/ 168 h 176"/>
              <a:gd name="T62" fmla="*/ 104 w 176"/>
              <a:gd name="T63" fmla="*/ 152 h 176"/>
              <a:gd name="T64" fmla="*/ 160 w 176"/>
              <a:gd name="T65" fmla="*/ 152 h 176"/>
              <a:gd name="T66" fmla="*/ 176 w 176"/>
              <a:gd name="T67" fmla="*/ 136 h 176"/>
              <a:gd name="T68" fmla="*/ 176 w 176"/>
              <a:gd name="T69" fmla="*/ 16 h 176"/>
              <a:gd name="T70" fmla="*/ 160 w 176"/>
              <a:gd name="T71" fmla="*/ 0 h 176"/>
              <a:gd name="T72" fmla="*/ 96 w 176"/>
              <a:gd name="T73" fmla="*/ 168 h 176"/>
              <a:gd name="T74" fmla="*/ 80 w 176"/>
              <a:gd name="T75" fmla="*/ 168 h 176"/>
              <a:gd name="T76" fmla="*/ 80 w 176"/>
              <a:gd name="T77" fmla="*/ 152 h 176"/>
              <a:gd name="T78" fmla="*/ 96 w 176"/>
              <a:gd name="T79" fmla="*/ 152 h 176"/>
              <a:gd name="T80" fmla="*/ 96 w 176"/>
              <a:gd name="T81" fmla="*/ 168 h 176"/>
              <a:gd name="T82" fmla="*/ 168 w 176"/>
              <a:gd name="T83" fmla="*/ 136 h 176"/>
              <a:gd name="T84" fmla="*/ 160 w 176"/>
              <a:gd name="T85" fmla="*/ 144 h 176"/>
              <a:gd name="T86" fmla="*/ 16 w 176"/>
              <a:gd name="T87" fmla="*/ 144 h 176"/>
              <a:gd name="T88" fmla="*/ 8 w 176"/>
              <a:gd name="T89" fmla="*/ 136 h 176"/>
              <a:gd name="T90" fmla="*/ 8 w 176"/>
              <a:gd name="T91" fmla="*/ 128 h 176"/>
              <a:gd name="T92" fmla="*/ 168 w 176"/>
              <a:gd name="T93" fmla="*/ 128 h 176"/>
              <a:gd name="T94" fmla="*/ 168 w 176"/>
              <a:gd name="T95" fmla="*/ 136 h 176"/>
              <a:gd name="T96" fmla="*/ 168 w 176"/>
              <a:gd name="T97" fmla="*/ 120 h 176"/>
              <a:gd name="T98" fmla="*/ 8 w 176"/>
              <a:gd name="T99" fmla="*/ 120 h 176"/>
              <a:gd name="T100" fmla="*/ 8 w 176"/>
              <a:gd name="T101" fmla="*/ 16 h 176"/>
              <a:gd name="T102" fmla="*/ 16 w 176"/>
              <a:gd name="T103" fmla="*/ 8 h 176"/>
              <a:gd name="T104" fmla="*/ 160 w 176"/>
              <a:gd name="T105" fmla="*/ 8 h 176"/>
              <a:gd name="T106" fmla="*/ 168 w 176"/>
              <a:gd name="T107" fmla="*/ 16 h 176"/>
              <a:gd name="T108" fmla="*/ 168 w 176"/>
              <a:gd name="T10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16" y="60"/>
                </a:moveTo>
                <a:cubicBezTo>
                  <a:pt x="70" y="60"/>
                  <a:pt x="70" y="60"/>
                  <a:pt x="70" y="60"/>
                </a:cubicBezTo>
                <a:cubicBezTo>
                  <a:pt x="79" y="51"/>
                  <a:pt x="79" y="51"/>
                  <a:pt x="79" y="51"/>
                </a:cubicBezTo>
                <a:cubicBezTo>
                  <a:pt x="80" y="50"/>
                  <a:pt x="80" y="49"/>
                  <a:pt x="80" y="48"/>
                </a:cubicBezTo>
                <a:cubicBezTo>
                  <a:pt x="80" y="46"/>
                  <a:pt x="78" y="44"/>
                  <a:pt x="76" y="44"/>
                </a:cubicBezTo>
                <a:cubicBezTo>
                  <a:pt x="75" y="44"/>
                  <a:pt x="74" y="44"/>
                  <a:pt x="73" y="45"/>
                </a:cubicBezTo>
                <a:cubicBezTo>
                  <a:pt x="57" y="61"/>
                  <a:pt x="57" y="61"/>
                  <a:pt x="57" y="61"/>
                </a:cubicBezTo>
                <a:cubicBezTo>
                  <a:pt x="56" y="62"/>
                  <a:pt x="56" y="63"/>
                  <a:pt x="56" y="64"/>
                </a:cubicBezTo>
                <a:cubicBezTo>
                  <a:pt x="56" y="65"/>
                  <a:pt x="56" y="66"/>
                  <a:pt x="57" y="67"/>
                </a:cubicBezTo>
                <a:cubicBezTo>
                  <a:pt x="73" y="83"/>
                  <a:pt x="73" y="83"/>
                  <a:pt x="73" y="83"/>
                </a:cubicBezTo>
                <a:cubicBezTo>
                  <a:pt x="74" y="84"/>
                  <a:pt x="75" y="84"/>
                  <a:pt x="76" y="84"/>
                </a:cubicBezTo>
                <a:cubicBezTo>
                  <a:pt x="78" y="84"/>
                  <a:pt x="80" y="82"/>
                  <a:pt x="80" y="80"/>
                </a:cubicBezTo>
                <a:cubicBezTo>
                  <a:pt x="80" y="79"/>
                  <a:pt x="80" y="78"/>
                  <a:pt x="79" y="77"/>
                </a:cubicBezTo>
                <a:cubicBezTo>
                  <a:pt x="70" y="68"/>
                  <a:pt x="70" y="68"/>
                  <a:pt x="70" y="68"/>
                </a:cubicBezTo>
                <a:cubicBezTo>
                  <a:pt x="116" y="68"/>
                  <a:pt x="116" y="68"/>
                  <a:pt x="116" y="68"/>
                </a:cubicBezTo>
                <a:cubicBezTo>
                  <a:pt x="118" y="68"/>
                  <a:pt x="120" y="66"/>
                  <a:pt x="120" y="64"/>
                </a:cubicBezTo>
                <a:cubicBezTo>
                  <a:pt x="120" y="62"/>
                  <a:pt x="118" y="60"/>
                  <a:pt x="116" y="60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86"/>
          <p:cNvSpPr>
            <a:spLocks noEditPoints="1"/>
          </p:cNvSpPr>
          <p:nvPr/>
        </p:nvSpPr>
        <p:spPr bwMode="auto">
          <a:xfrm>
            <a:off x="4239490" y="1729640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36 h 176"/>
              <a:gd name="T8" fmla="*/ 16 w 176"/>
              <a:gd name="T9" fmla="*/ 152 h 176"/>
              <a:gd name="T10" fmla="*/ 72 w 176"/>
              <a:gd name="T11" fmla="*/ 152 h 176"/>
              <a:gd name="T12" fmla="*/ 72 w 176"/>
              <a:gd name="T13" fmla="*/ 168 h 176"/>
              <a:gd name="T14" fmla="*/ 60 w 176"/>
              <a:gd name="T15" fmla="*/ 168 h 176"/>
              <a:gd name="T16" fmla="*/ 56 w 176"/>
              <a:gd name="T17" fmla="*/ 172 h 176"/>
              <a:gd name="T18" fmla="*/ 60 w 176"/>
              <a:gd name="T19" fmla="*/ 176 h 176"/>
              <a:gd name="T20" fmla="*/ 116 w 176"/>
              <a:gd name="T21" fmla="*/ 176 h 176"/>
              <a:gd name="T22" fmla="*/ 120 w 176"/>
              <a:gd name="T23" fmla="*/ 172 h 176"/>
              <a:gd name="T24" fmla="*/ 116 w 176"/>
              <a:gd name="T25" fmla="*/ 168 h 176"/>
              <a:gd name="T26" fmla="*/ 104 w 176"/>
              <a:gd name="T27" fmla="*/ 168 h 176"/>
              <a:gd name="T28" fmla="*/ 104 w 176"/>
              <a:gd name="T29" fmla="*/ 152 h 176"/>
              <a:gd name="T30" fmla="*/ 160 w 176"/>
              <a:gd name="T31" fmla="*/ 152 h 176"/>
              <a:gd name="T32" fmla="*/ 176 w 176"/>
              <a:gd name="T33" fmla="*/ 136 h 176"/>
              <a:gd name="T34" fmla="*/ 176 w 176"/>
              <a:gd name="T35" fmla="*/ 16 h 176"/>
              <a:gd name="T36" fmla="*/ 160 w 176"/>
              <a:gd name="T37" fmla="*/ 0 h 176"/>
              <a:gd name="T38" fmla="*/ 96 w 176"/>
              <a:gd name="T39" fmla="*/ 168 h 176"/>
              <a:gd name="T40" fmla="*/ 80 w 176"/>
              <a:gd name="T41" fmla="*/ 168 h 176"/>
              <a:gd name="T42" fmla="*/ 80 w 176"/>
              <a:gd name="T43" fmla="*/ 152 h 176"/>
              <a:gd name="T44" fmla="*/ 96 w 176"/>
              <a:gd name="T45" fmla="*/ 152 h 176"/>
              <a:gd name="T46" fmla="*/ 96 w 176"/>
              <a:gd name="T47" fmla="*/ 168 h 176"/>
              <a:gd name="T48" fmla="*/ 168 w 176"/>
              <a:gd name="T49" fmla="*/ 136 h 176"/>
              <a:gd name="T50" fmla="*/ 160 w 176"/>
              <a:gd name="T51" fmla="*/ 144 h 176"/>
              <a:gd name="T52" fmla="*/ 16 w 176"/>
              <a:gd name="T53" fmla="*/ 144 h 176"/>
              <a:gd name="T54" fmla="*/ 8 w 176"/>
              <a:gd name="T55" fmla="*/ 136 h 176"/>
              <a:gd name="T56" fmla="*/ 8 w 176"/>
              <a:gd name="T57" fmla="*/ 128 h 176"/>
              <a:gd name="T58" fmla="*/ 168 w 176"/>
              <a:gd name="T59" fmla="*/ 128 h 176"/>
              <a:gd name="T60" fmla="*/ 168 w 176"/>
              <a:gd name="T61" fmla="*/ 136 h 176"/>
              <a:gd name="T62" fmla="*/ 168 w 176"/>
              <a:gd name="T63" fmla="*/ 120 h 176"/>
              <a:gd name="T64" fmla="*/ 8 w 176"/>
              <a:gd name="T65" fmla="*/ 12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20 h 176"/>
              <a:gd name="T76" fmla="*/ 119 w 176"/>
              <a:gd name="T77" fmla="*/ 61 h 176"/>
              <a:gd name="T78" fmla="*/ 103 w 176"/>
              <a:gd name="T79" fmla="*/ 45 h 176"/>
              <a:gd name="T80" fmla="*/ 100 w 176"/>
              <a:gd name="T81" fmla="*/ 44 h 176"/>
              <a:gd name="T82" fmla="*/ 96 w 176"/>
              <a:gd name="T83" fmla="*/ 48 h 176"/>
              <a:gd name="T84" fmla="*/ 97 w 176"/>
              <a:gd name="T85" fmla="*/ 51 h 176"/>
              <a:gd name="T86" fmla="*/ 106 w 176"/>
              <a:gd name="T87" fmla="*/ 60 h 176"/>
              <a:gd name="T88" fmla="*/ 60 w 176"/>
              <a:gd name="T89" fmla="*/ 60 h 176"/>
              <a:gd name="T90" fmla="*/ 56 w 176"/>
              <a:gd name="T91" fmla="*/ 64 h 176"/>
              <a:gd name="T92" fmla="*/ 60 w 176"/>
              <a:gd name="T93" fmla="*/ 68 h 176"/>
              <a:gd name="T94" fmla="*/ 106 w 176"/>
              <a:gd name="T95" fmla="*/ 68 h 176"/>
              <a:gd name="T96" fmla="*/ 97 w 176"/>
              <a:gd name="T97" fmla="*/ 77 h 176"/>
              <a:gd name="T98" fmla="*/ 96 w 176"/>
              <a:gd name="T99" fmla="*/ 80 h 176"/>
              <a:gd name="T100" fmla="*/ 100 w 176"/>
              <a:gd name="T101" fmla="*/ 84 h 176"/>
              <a:gd name="T102" fmla="*/ 103 w 176"/>
              <a:gd name="T103" fmla="*/ 83 h 176"/>
              <a:gd name="T104" fmla="*/ 119 w 176"/>
              <a:gd name="T105" fmla="*/ 67 h 176"/>
              <a:gd name="T106" fmla="*/ 120 w 176"/>
              <a:gd name="T107" fmla="*/ 64 h 176"/>
              <a:gd name="T108" fmla="*/ 119 w 176"/>
              <a:gd name="T109" fmla="*/ 6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  <a:moveTo>
                  <a:pt x="119" y="61"/>
                </a:moveTo>
                <a:cubicBezTo>
                  <a:pt x="103" y="45"/>
                  <a:pt x="103" y="45"/>
                  <a:pt x="103" y="45"/>
                </a:cubicBezTo>
                <a:cubicBezTo>
                  <a:pt x="102" y="44"/>
                  <a:pt x="101" y="44"/>
                  <a:pt x="100" y="44"/>
                </a:cubicBezTo>
                <a:cubicBezTo>
                  <a:pt x="98" y="44"/>
                  <a:pt x="96" y="46"/>
                  <a:pt x="96" y="48"/>
                </a:cubicBezTo>
                <a:cubicBezTo>
                  <a:pt x="96" y="49"/>
                  <a:pt x="96" y="50"/>
                  <a:pt x="97" y="51"/>
                </a:cubicBezTo>
                <a:cubicBezTo>
                  <a:pt x="106" y="60"/>
                  <a:pt x="106" y="60"/>
                  <a:pt x="10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58" y="60"/>
                  <a:pt x="56" y="62"/>
                  <a:pt x="56" y="64"/>
                </a:cubicBezTo>
                <a:cubicBezTo>
                  <a:pt x="56" y="66"/>
                  <a:pt x="58" y="68"/>
                  <a:pt x="60" y="68"/>
                </a:cubicBezTo>
                <a:cubicBezTo>
                  <a:pt x="106" y="68"/>
                  <a:pt x="106" y="68"/>
                  <a:pt x="106" y="68"/>
                </a:cubicBezTo>
                <a:cubicBezTo>
                  <a:pt x="97" y="77"/>
                  <a:pt x="97" y="77"/>
                  <a:pt x="97" y="77"/>
                </a:cubicBezTo>
                <a:cubicBezTo>
                  <a:pt x="96" y="78"/>
                  <a:pt x="96" y="79"/>
                  <a:pt x="96" y="80"/>
                </a:cubicBezTo>
                <a:cubicBezTo>
                  <a:pt x="96" y="82"/>
                  <a:pt x="98" y="84"/>
                  <a:pt x="100" y="84"/>
                </a:cubicBezTo>
                <a:cubicBezTo>
                  <a:pt x="101" y="84"/>
                  <a:pt x="102" y="84"/>
                  <a:pt x="103" y="83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20" y="66"/>
                  <a:pt x="120" y="65"/>
                  <a:pt x="120" y="64"/>
                </a:cubicBezTo>
                <a:cubicBezTo>
                  <a:pt x="120" y="63"/>
                  <a:pt x="120" y="62"/>
                  <a:pt x="119" y="6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87"/>
          <p:cNvSpPr>
            <a:spLocks noEditPoints="1"/>
          </p:cNvSpPr>
          <p:nvPr/>
        </p:nvSpPr>
        <p:spPr bwMode="auto">
          <a:xfrm>
            <a:off x="4877209" y="1729640"/>
            <a:ext cx="335898" cy="334275"/>
          </a:xfrm>
          <a:custGeom>
            <a:avLst/>
            <a:gdLst>
              <a:gd name="T0" fmla="*/ 16 w 176"/>
              <a:gd name="T1" fmla="*/ 20 h 176"/>
              <a:gd name="T2" fmla="*/ 24 w 176"/>
              <a:gd name="T3" fmla="*/ 20 h 176"/>
              <a:gd name="T4" fmla="*/ 46 w 176"/>
              <a:gd name="T5" fmla="*/ 36 h 176"/>
              <a:gd name="T6" fmla="*/ 104 w 176"/>
              <a:gd name="T7" fmla="*/ 30 h 176"/>
              <a:gd name="T8" fmla="*/ 46 w 176"/>
              <a:gd name="T9" fmla="*/ 24 h 176"/>
              <a:gd name="T10" fmla="*/ 46 w 176"/>
              <a:gd name="T11" fmla="*/ 36 h 176"/>
              <a:gd name="T12" fmla="*/ 16 w 176"/>
              <a:gd name="T13" fmla="*/ 132 h 176"/>
              <a:gd name="T14" fmla="*/ 24 w 176"/>
              <a:gd name="T15" fmla="*/ 132 h 176"/>
              <a:gd name="T16" fmla="*/ 156 w 176"/>
              <a:gd name="T17" fmla="*/ 128 h 176"/>
              <a:gd name="T18" fmla="*/ 156 w 176"/>
              <a:gd name="T19" fmla="*/ 136 h 176"/>
              <a:gd name="T20" fmla="*/ 156 w 176"/>
              <a:gd name="T21" fmla="*/ 128 h 176"/>
              <a:gd name="T22" fmla="*/ 72 w 176"/>
              <a:gd name="T23" fmla="*/ 88 h 176"/>
              <a:gd name="T24" fmla="*/ 104 w 176"/>
              <a:gd name="T25" fmla="*/ 88 h 176"/>
              <a:gd name="T26" fmla="*/ 88 w 176"/>
              <a:gd name="T27" fmla="*/ 92 h 176"/>
              <a:gd name="T28" fmla="*/ 88 w 176"/>
              <a:gd name="T29" fmla="*/ 84 h 176"/>
              <a:gd name="T30" fmla="*/ 88 w 176"/>
              <a:gd name="T31" fmla="*/ 92 h 176"/>
              <a:gd name="T32" fmla="*/ 16 w 176"/>
              <a:gd name="T33" fmla="*/ 0 h 176"/>
              <a:gd name="T34" fmla="*/ 0 w 176"/>
              <a:gd name="T35" fmla="*/ 160 h 176"/>
              <a:gd name="T36" fmla="*/ 160 w 176"/>
              <a:gd name="T37" fmla="*/ 176 h 176"/>
              <a:gd name="T38" fmla="*/ 176 w 176"/>
              <a:gd name="T39" fmla="*/ 16 h 176"/>
              <a:gd name="T40" fmla="*/ 168 w 176"/>
              <a:gd name="T41" fmla="*/ 160 h 176"/>
              <a:gd name="T42" fmla="*/ 16 w 176"/>
              <a:gd name="T43" fmla="*/ 168 h 176"/>
              <a:gd name="T44" fmla="*/ 8 w 176"/>
              <a:gd name="T45" fmla="*/ 150 h 176"/>
              <a:gd name="T46" fmla="*/ 160 w 176"/>
              <a:gd name="T47" fmla="*/ 152 h 176"/>
              <a:gd name="T48" fmla="*/ 168 w 176"/>
              <a:gd name="T49" fmla="*/ 160 h 176"/>
              <a:gd name="T50" fmla="*/ 160 w 176"/>
              <a:gd name="T51" fmla="*/ 144 h 176"/>
              <a:gd name="T52" fmla="*/ 8 w 176"/>
              <a:gd name="T53" fmla="*/ 136 h 176"/>
              <a:gd name="T54" fmla="*/ 16 w 176"/>
              <a:gd name="T55" fmla="*/ 8 h 176"/>
              <a:gd name="T56" fmla="*/ 168 w 176"/>
              <a:gd name="T57" fmla="*/ 16 h 176"/>
              <a:gd name="T58" fmla="*/ 156 w 176"/>
              <a:gd name="T59" fmla="*/ 16 h 176"/>
              <a:gd name="T60" fmla="*/ 156 w 176"/>
              <a:gd name="T61" fmla="*/ 24 h 176"/>
              <a:gd name="T62" fmla="*/ 156 w 176"/>
              <a:gd name="T63" fmla="*/ 16 h 176"/>
              <a:gd name="T64" fmla="*/ 109 w 176"/>
              <a:gd name="T65" fmla="*/ 51 h 176"/>
              <a:gd name="T66" fmla="*/ 32 w 176"/>
              <a:gd name="T67" fmla="*/ 88 h 176"/>
              <a:gd name="T68" fmla="*/ 144 w 176"/>
              <a:gd name="T69" fmla="*/ 88 h 176"/>
              <a:gd name="T70" fmla="*/ 136 w 176"/>
              <a:gd name="T71" fmla="*/ 16 h 176"/>
              <a:gd name="T72" fmla="*/ 40 w 176"/>
              <a:gd name="T73" fmla="*/ 88 h 176"/>
              <a:gd name="T74" fmla="*/ 112 w 176"/>
              <a:gd name="T75" fmla="*/ 60 h 176"/>
              <a:gd name="T76" fmla="*/ 128 w 176"/>
              <a:gd name="T77" fmla="*/ 70 h 176"/>
              <a:gd name="T78" fmla="*/ 88 w 176"/>
              <a:gd name="T7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20" y="16"/>
                </a:move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cubicBezTo>
                  <a:pt x="22" y="24"/>
                  <a:pt x="24" y="22"/>
                  <a:pt x="24" y="20"/>
                </a:cubicBezTo>
                <a:cubicBezTo>
                  <a:pt x="24" y="18"/>
                  <a:pt x="22" y="16"/>
                  <a:pt x="20" y="16"/>
                </a:cubicBezTo>
                <a:moveTo>
                  <a:pt x="46" y="36"/>
                </a:moveTo>
                <a:cubicBezTo>
                  <a:pt x="98" y="36"/>
                  <a:pt x="98" y="36"/>
                  <a:pt x="98" y="36"/>
                </a:cubicBezTo>
                <a:cubicBezTo>
                  <a:pt x="101" y="36"/>
                  <a:pt x="104" y="33"/>
                  <a:pt x="104" y="30"/>
                </a:cubicBezTo>
                <a:cubicBezTo>
                  <a:pt x="104" y="27"/>
                  <a:pt x="101" y="24"/>
                  <a:pt x="98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3" y="24"/>
                  <a:pt x="40" y="27"/>
                  <a:pt x="40" y="30"/>
                </a:cubicBezTo>
                <a:cubicBezTo>
                  <a:pt x="40" y="33"/>
                  <a:pt x="43" y="36"/>
                  <a:pt x="46" y="36"/>
                </a:cubicBezTo>
                <a:moveTo>
                  <a:pt x="20" y="128"/>
                </a:moveTo>
                <a:cubicBezTo>
                  <a:pt x="18" y="128"/>
                  <a:pt x="16" y="130"/>
                  <a:pt x="16" y="132"/>
                </a:cubicBezTo>
                <a:cubicBezTo>
                  <a:pt x="16" y="134"/>
                  <a:pt x="18" y="136"/>
                  <a:pt x="20" y="136"/>
                </a:cubicBezTo>
                <a:cubicBezTo>
                  <a:pt x="22" y="136"/>
                  <a:pt x="24" y="134"/>
                  <a:pt x="24" y="132"/>
                </a:cubicBezTo>
                <a:cubicBezTo>
                  <a:pt x="24" y="130"/>
                  <a:pt x="22" y="128"/>
                  <a:pt x="20" y="128"/>
                </a:cubicBezTo>
                <a:moveTo>
                  <a:pt x="156" y="128"/>
                </a:moveTo>
                <a:cubicBezTo>
                  <a:pt x="154" y="128"/>
                  <a:pt x="152" y="130"/>
                  <a:pt x="152" y="132"/>
                </a:cubicBezTo>
                <a:cubicBezTo>
                  <a:pt x="152" y="134"/>
                  <a:pt x="154" y="136"/>
                  <a:pt x="156" y="136"/>
                </a:cubicBezTo>
                <a:cubicBezTo>
                  <a:pt x="158" y="136"/>
                  <a:pt x="160" y="134"/>
                  <a:pt x="160" y="132"/>
                </a:cubicBezTo>
                <a:cubicBezTo>
                  <a:pt x="160" y="130"/>
                  <a:pt x="158" y="128"/>
                  <a:pt x="156" y="128"/>
                </a:cubicBezTo>
                <a:moveTo>
                  <a:pt x="88" y="76"/>
                </a:moveTo>
                <a:cubicBezTo>
                  <a:pt x="79" y="76"/>
                  <a:pt x="72" y="81"/>
                  <a:pt x="72" y="88"/>
                </a:cubicBezTo>
                <a:cubicBezTo>
                  <a:pt x="72" y="95"/>
                  <a:pt x="79" y="100"/>
                  <a:pt x="88" y="100"/>
                </a:cubicBezTo>
                <a:cubicBezTo>
                  <a:pt x="97" y="100"/>
                  <a:pt x="104" y="95"/>
                  <a:pt x="104" y="88"/>
                </a:cubicBezTo>
                <a:cubicBezTo>
                  <a:pt x="104" y="81"/>
                  <a:pt x="97" y="76"/>
                  <a:pt x="88" y="76"/>
                </a:cubicBezTo>
                <a:moveTo>
                  <a:pt x="88" y="92"/>
                </a:moveTo>
                <a:cubicBezTo>
                  <a:pt x="84" y="92"/>
                  <a:pt x="80" y="90"/>
                  <a:pt x="80" y="88"/>
                </a:cubicBezTo>
                <a:cubicBezTo>
                  <a:pt x="80" y="86"/>
                  <a:pt x="84" y="84"/>
                  <a:pt x="88" y="84"/>
                </a:cubicBezTo>
                <a:cubicBezTo>
                  <a:pt x="92" y="84"/>
                  <a:pt x="96" y="86"/>
                  <a:pt x="96" y="88"/>
                </a:cubicBezTo>
                <a:cubicBezTo>
                  <a:pt x="96" y="90"/>
                  <a:pt x="92" y="92"/>
                  <a:pt x="88" y="9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50"/>
                  <a:pt x="8" y="150"/>
                  <a:pt x="8" y="150"/>
                </a:cubicBezTo>
                <a:cubicBezTo>
                  <a:pt x="10" y="151"/>
                  <a:pt x="13" y="152"/>
                  <a:pt x="16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3" y="152"/>
                  <a:pt x="166" y="151"/>
                  <a:pt x="168" y="150"/>
                </a:cubicBezTo>
                <a:lnTo>
                  <a:pt x="168" y="160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36"/>
                </a:lnTo>
                <a:close/>
                <a:moveTo>
                  <a:pt x="156" y="16"/>
                </a:moveTo>
                <a:cubicBezTo>
                  <a:pt x="154" y="16"/>
                  <a:pt x="152" y="18"/>
                  <a:pt x="152" y="20"/>
                </a:cubicBezTo>
                <a:cubicBezTo>
                  <a:pt x="152" y="22"/>
                  <a:pt x="154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moveTo>
                  <a:pt x="136" y="16"/>
                </a:moveTo>
                <a:cubicBezTo>
                  <a:pt x="109" y="51"/>
                  <a:pt x="109" y="51"/>
                  <a:pt x="109" y="51"/>
                </a:cubicBezTo>
                <a:cubicBezTo>
                  <a:pt x="102" y="49"/>
                  <a:pt x="95" y="48"/>
                  <a:pt x="88" y="48"/>
                </a:cubicBezTo>
                <a:cubicBezTo>
                  <a:pt x="57" y="48"/>
                  <a:pt x="32" y="66"/>
                  <a:pt x="32" y="88"/>
                </a:cubicBezTo>
                <a:cubicBezTo>
                  <a:pt x="32" y="110"/>
                  <a:pt x="57" y="128"/>
                  <a:pt x="88" y="128"/>
                </a:cubicBezTo>
                <a:cubicBezTo>
                  <a:pt x="119" y="128"/>
                  <a:pt x="144" y="110"/>
                  <a:pt x="144" y="88"/>
                </a:cubicBezTo>
                <a:cubicBezTo>
                  <a:pt x="144" y="80"/>
                  <a:pt x="141" y="73"/>
                  <a:pt x="136" y="67"/>
                </a:cubicBezTo>
                <a:lnTo>
                  <a:pt x="136" y="16"/>
                </a:lnTo>
                <a:close/>
                <a:moveTo>
                  <a:pt x="88" y="120"/>
                </a:moveTo>
                <a:cubicBezTo>
                  <a:pt x="61" y="120"/>
                  <a:pt x="40" y="106"/>
                  <a:pt x="40" y="88"/>
                </a:cubicBezTo>
                <a:cubicBezTo>
                  <a:pt x="40" y="70"/>
                  <a:pt x="61" y="56"/>
                  <a:pt x="88" y="56"/>
                </a:cubicBezTo>
                <a:cubicBezTo>
                  <a:pt x="97" y="56"/>
                  <a:pt x="105" y="58"/>
                  <a:pt x="112" y="60"/>
                </a:cubicBezTo>
                <a:cubicBezTo>
                  <a:pt x="128" y="41"/>
                  <a:pt x="128" y="41"/>
                  <a:pt x="128" y="41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33" y="75"/>
                  <a:pt x="136" y="81"/>
                  <a:pt x="136" y="88"/>
                </a:cubicBezTo>
                <a:cubicBezTo>
                  <a:pt x="136" y="106"/>
                  <a:pt x="115" y="120"/>
                  <a:pt x="88" y="12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88"/>
          <p:cNvSpPr>
            <a:spLocks noEditPoints="1"/>
          </p:cNvSpPr>
          <p:nvPr/>
        </p:nvSpPr>
        <p:spPr bwMode="auto">
          <a:xfrm>
            <a:off x="5516549" y="1729640"/>
            <a:ext cx="335898" cy="334275"/>
          </a:xfrm>
          <a:custGeom>
            <a:avLst/>
            <a:gdLst>
              <a:gd name="T0" fmla="*/ 56 w 176"/>
              <a:gd name="T1" fmla="*/ 40 h 176"/>
              <a:gd name="T2" fmla="*/ 80 w 176"/>
              <a:gd name="T3" fmla="*/ 40 h 176"/>
              <a:gd name="T4" fmla="*/ 80 w 176"/>
              <a:gd name="T5" fmla="*/ 32 h 176"/>
              <a:gd name="T6" fmla="*/ 56 w 176"/>
              <a:gd name="T7" fmla="*/ 32 h 176"/>
              <a:gd name="T8" fmla="*/ 56 w 176"/>
              <a:gd name="T9" fmla="*/ 40 h 176"/>
              <a:gd name="T10" fmla="*/ 144 w 176"/>
              <a:gd name="T11" fmla="*/ 0 h 176"/>
              <a:gd name="T12" fmla="*/ 16 w 176"/>
              <a:gd name="T13" fmla="*/ 0 h 176"/>
              <a:gd name="T14" fmla="*/ 0 w 176"/>
              <a:gd name="T15" fmla="*/ 16 h 176"/>
              <a:gd name="T16" fmla="*/ 0 w 176"/>
              <a:gd name="T17" fmla="*/ 160 h 176"/>
              <a:gd name="T18" fmla="*/ 16 w 176"/>
              <a:gd name="T19" fmla="*/ 176 h 176"/>
              <a:gd name="T20" fmla="*/ 160 w 176"/>
              <a:gd name="T21" fmla="*/ 176 h 176"/>
              <a:gd name="T22" fmla="*/ 176 w 176"/>
              <a:gd name="T23" fmla="*/ 160 h 176"/>
              <a:gd name="T24" fmla="*/ 176 w 176"/>
              <a:gd name="T25" fmla="*/ 32 h 176"/>
              <a:gd name="T26" fmla="*/ 144 w 176"/>
              <a:gd name="T27" fmla="*/ 0 h 176"/>
              <a:gd name="T28" fmla="*/ 48 w 176"/>
              <a:gd name="T29" fmla="*/ 8 h 176"/>
              <a:gd name="T30" fmla="*/ 128 w 176"/>
              <a:gd name="T31" fmla="*/ 8 h 176"/>
              <a:gd name="T32" fmla="*/ 128 w 176"/>
              <a:gd name="T33" fmla="*/ 56 h 176"/>
              <a:gd name="T34" fmla="*/ 48 w 176"/>
              <a:gd name="T35" fmla="*/ 56 h 176"/>
              <a:gd name="T36" fmla="*/ 48 w 176"/>
              <a:gd name="T37" fmla="*/ 8 h 176"/>
              <a:gd name="T38" fmla="*/ 144 w 176"/>
              <a:gd name="T39" fmla="*/ 168 h 176"/>
              <a:gd name="T40" fmla="*/ 32 w 176"/>
              <a:gd name="T41" fmla="*/ 168 h 176"/>
              <a:gd name="T42" fmla="*/ 32 w 176"/>
              <a:gd name="T43" fmla="*/ 96 h 176"/>
              <a:gd name="T44" fmla="*/ 144 w 176"/>
              <a:gd name="T45" fmla="*/ 96 h 176"/>
              <a:gd name="T46" fmla="*/ 144 w 176"/>
              <a:gd name="T47" fmla="*/ 168 h 176"/>
              <a:gd name="T48" fmla="*/ 168 w 176"/>
              <a:gd name="T49" fmla="*/ 160 h 176"/>
              <a:gd name="T50" fmla="*/ 160 w 176"/>
              <a:gd name="T51" fmla="*/ 168 h 176"/>
              <a:gd name="T52" fmla="*/ 152 w 176"/>
              <a:gd name="T53" fmla="*/ 168 h 176"/>
              <a:gd name="T54" fmla="*/ 152 w 176"/>
              <a:gd name="T55" fmla="*/ 96 h 176"/>
              <a:gd name="T56" fmla="*/ 144 w 176"/>
              <a:gd name="T57" fmla="*/ 88 h 176"/>
              <a:gd name="T58" fmla="*/ 32 w 176"/>
              <a:gd name="T59" fmla="*/ 88 h 176"/>
              <a:gd name="T60" fmla="*/ 24 w 176"/>
              <a:gd name="T61" fmla="*/ 96 h 176"/>
              <a:gd name="T62" fmla="*/ 24 w 176"/>
              <a:gd name="T63" fmla="*/ 168 h 176"/>
              <a:gd name="T64" fmla="*/ 16 w 176"/>
              <a:gd name="T65" fmla="*/ 168 h 176"/>
              <a:gd name="T66" fmla="*/ 8 w 176"/>
              <a:gd name="T67" fmla="*/ 160 h 176"/>
              <a:gd name="T68" fmla="*/ 8 w 176"/>
              <a:gd name="T69" fmla="*/ 16 h 176"/>
              <a:gd name="T70" fmla="*/ 16 w 176"/>
              <a:gd name="T71" fmla="*/ 8 h 176"/>
              <a:gd name="T72" fmla="*/ 40 w 176"/>
              <a:gd name="T73" fmla="*/ 8 h 176"/>
              <a:gd name="T74" fmla="*/ 40 w 176"/>
              <a:gd name="T75" fmla="*/ 56 h 176"/>
              <a:gd name="T76" fmla="*/ 48 w 176"/>
              <a:gd name="T77" fmla="*/ 64 h 176"/>
              <a:gd name="T78" fmla="*/ 128 w 176"/>
              <a:gd name="T79" fmla="*/ 64 h 176"/>
              <a:gd name="T80" fmla="*/ 136 w 176"/>
              <a:gd name="T81" fmla="*/ 56 h 176"/>
              <a:gd name="T82" fmla="*/ 136 w 176"/>
              <a:gd name="T83" fmla="*/ 8 h 176"/>
              <a:gd name="T84" fmla="*/ 140 w 176"/>
              <a:gd name="T85" fmla="*/ 8 h 176"/>
              <a:gd name="T86" fmla="*/ 168 w 176"/>
              <a:gd name="T87" fmla="*/ 36 h 176"/>
              <a:gd name="T88" fmla="*/ 168 w 176"/>
              <a:gd name="T89" fmla="*/ 160 h 176"/>
              <a:gd name="T90" fmla="*/ 56 w 176"/>
              <a:gd name="T91" fmla="*/ 24 h 176"/>
              <a:gd name="T92" fmla="*/ 88 w 176"/>
              <a:gd name="T93" fmla="*/ 24 h 176"/>
              <a:gd name="T94" fmla="*/ 88 w 176"/>
              <a:gd name="T95" fmla="*/ 16 h 176"/>
              <a:gd name="T96" fmla="*/ 56 w 176"/>
              <a:gd name="T97" fmla="*/ 16 h 176"/>
              <a:gd name="T98" fmla="*/ 56 w 176"/>
              <a:gd name="T99" fmla="*/ 24 h 176"/>
              <a:gd name="T100" fmla="*/ 104 w 176"/>
              <a:gd name="T101" fmla="*/ 48 h 176"/>
              <a:gd name="T102" fmla="*/ 120 w 176"/>
              <a:gd name="T103" fmla="*/ 48 h 176"/>
              <a:gd name="T104" fmla="*/ 120 w 176"/>
              <a:gd name="T105" fmla="*/ 16 h 176"/>
              <a:gd name="T106" fmla="*/ 104 w 176"/>
              <a:gd name="T107" fmla="*/ 16 h 176"/>
              <a:gd name="T108" fmla="*/ 104 w 176"/>
              <a:gd name="T109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56" y="40"/>
                </a:moveTo>
                <a:cubicBezTo>
                  <a:pt x="80" y="40"/>
                  <a:pt x="80" y="40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56" y="32"/>
                  <a:pt x="56" y="32"/>
                  <a:pt x="56" y="32"/>
                </a:cubicBezTo>
                <a:lnTo>
                  <a:pt x="56" y="40"/>
                </a:ln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32"/>
                  <a:pt x="176" y="32"/>
                  <a:pt x="176" y="32"/>
                </a:cubicBezTo>
                <a:lnTo>
                  <a:pt x="144" y="0"/>
                </a:lnTo>
                <a:close/>
                <a:moveTo>
                  <a:pt x="48" y="8"/>
                </a:moveTo>
                <a:cubicBezTo>
                  <a:pt x="128" y="8"/>
                  <a:pt x="128" y="8"/>
                  <a:pt x="128" y="8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48" y="56"/>
                  <a:pt x="48" y="56"/>
                  <a:pt x="48" y="56"/>
                </a:cubicBezTo>
                <a:lnTo>
                  <a:pt x="48" y="8"/>
                </a:lnTo>
                <a:close/>
                <a:moveTo>
                  <a:pt x="144" y="168"/>
                </a:moveTo>
                <a:cubicBezTo>
                  <a:pt x="32" y="168"/>
                  <a:pt x="32" y="168"/>
                  <a:pt x="32" y="168"/>
                </a:cubicBezTo>
                <a:cubicBezTo>
                  <a:pt x="32" y="96"/>
                  <a:pt x="32" y="96"/>
                  <a:pt x="32" y="96"/>
                </a:cubicBezTo>
                <a:cubicBezTo>
                  <a:pt x="144" y="96"/>
                  <a:pt x="144" y="96"/>
                  <a:pt x="144" y="96"/>
                </a:cubicBezTo>
                <a:lnTo>
                  <a:pt x="144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2"/>
                  <a:pt x="148" y="88"/>
                  <a:pt x="144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28" y="88"/>
                  <a:pt x="24" y="92"/>
                  <a:pt x="24" y="96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56"/>
                  <a:pt x="40" y="56"/>
                  <a:pt x="40" y="56"/>
                </a:cubicBezTo>
                <a:cubicBezTo>
                  <a:pt x="40" y="60"/>
                  <a:pt x="44" y="64"/>
                  <a:pt x="48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32" y="64"/>
                  <a:pt x="136" y="60"/>
                  <a:pt x="136" y="56"/>
                </a:cubicBezTo>
                <a:cubicBezTo>
                  <a:pt x="136" y="8"/>
                  <a:pt x="136" y="8"/>
                  <a:pt x="136" y="8"/>
                </a:cubicBezTo>
                <a:cubicBezTo>
                  <a:pt x="140" y="8"/>
                  <a:pt x="140" y="8"/>
                  <a:pt x="140" y="8"/>
                </a:cubicBezTo>
                <a:cubicBezTo>
                  <a:pt x="168" y="36"/>
                  <a:pt x="168" y="36"/>
                  <a:pt x="168" y="36"/>
                </a:cubicBezTo>
                <a:lnTo>
                  <a:pt x="168" y="160"/>
                </a:lnTo>
                <a:close/>
                <a:moveTo>
                  <a:pt x="56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16"/>
                  <a:pt x="88" y="16"/>
                  <a:pt x="88" y="16"/>
                </a:cubicBezTo>
                <a:cubicBezTo>
                  <a:pt x="56" y="16"/>
                  <a:pt x="56" y="16"/>
                  <a:pt x="56" y="16"/>
                </a:cubicBezTo>
                <a:lnTo>
                  <a:pt x="56" y="24"/>
                </a:lnTo>
                <a:close/>
                <a:moveTo>
                  <a:pt x="104" y="48"/>
                </a:moveTo>
                <a:cubicBezTo>
                  <a:pt x="120" y="48"/>
                  <a:pt x="120" y="48"/>
                  <a:pt x="120" y="4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04" y="16"/>
                  <a:pt x="104" y="16"/>
                  <a:pt x="104" y="16"/>
                </a:cubicBezTo>
                <a:lnTo>
                  <a:pt x="104" y="4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89"/>
          <p:cNvSpPr>
            <a:spLocks noEditPoints="1"/>
          </p:cNvSpPr>
          <p:nvPr/>
        </p:nvSpPr>
        <p:spPr bwMode="auto">
          <a:xfrm>
            <a:off x="6155891" y="1729640"/>
            <a:ext cx="334275" cy="334275"/>
          </a:xfrm>
          <a:custGeom>
            <a:avLst/>
            <a:gdLst>
              <a:gd name="T0" fmla="*/ 104 w 176"/>
              <a:gd name="T1" fmla="*/ 48 h 176"/>
              <a:gd name="T2" fmla="*/ 120 w 176"/>
              <a:gd name="T3" fmla="*/ 48 h 176"/>
              <a:gd name="T4" fmla="*/ 120 w 176"/>
              <a:gd name="T5" fmla="*/ 16 h 176"/>
              <a:gd name="T6" fmla="*/ 104 w 176"/>
              <a:gd name="T7" fmla="*/ 16 h 176"/>
              <a:gd name="T8" fmla="*/ 104 w 176"/>
              <a:gd name="T9" fmla="*/ 48 h 176"/>
              <a:gd name="T10" fmla="*/ 144 w 176"/>
              <a:gd name="T11" fmla="*/ 0 h 176"/>
              <a:gd name="T12" fmla="*/ 16 w 176"/>
              <a:gd name="T13" fmla="*/ 0 h 176"/>
              <a:gd name="T14" fmla="*/ 0 w 176"/>
              <a:gd name="T15" fmla="*/ 16 h 176"/>
              <a:gd name="T16" fmla="*/ 0 w 176"/>
              <a:gd name="T17" fmla="*/ 160 h 176"/>
              <a:gd name="T18" fmla="*/ 16 w 176"/>
              <a:gd name="T19" fmla="*/ 176 h 176"/>
              <a:gd name="T20" fmla="*/ 160 w 176"/>
              <a:gd name="T21" fmla="*/ 176 h 176"/>
              <a:gd name="T22" fmla="*/ 176 w 176"/>
              <a:gd name="T23" fmla="*/ 160 h 176"/>
              <a:gd name="T24" fmla="*/ 176 w 176"/>
              <a:gd name="T25" fmla="*/ 32 h 176"/>
              <a:gd name="T26" fmla="*/ 144 w 176"/>
              <a:gd name="T27" fmla="*/ 0 h 176"/>
              <a:gd name="T28" fmla="*/ 48 w 176"/>
              <a:gd name="T29" fmla="*/ 8 h 176"/>
              <a:gd name="T30" fmla="*/ 128 w 176"/>
              <a:gd name="T31" fmla="*/ 8 h 176"/>
              <a:gd name="T32" fmla="*/ 128 w 176"/>
              <a:gd name="T33" fmla="*/ 56 h 176"/>
              <a:gd name="T34" fmla="*/ 48 w 176"/>
              <a:gd name="T35" fmla="*/ 56 h 176"/>
              <a:gd name="T36" fmla="*/ 48 w 176"/>
              <a:gd name="T37" fmla="*/ 8 h 176"/>
              <a:gd name="T38" fmla="*/ 144 w 176"/>
              <a:gd name="T39" fmla="*/ 168 h 176"/>
              <a:gd name="T40" fmla="*/ 32 w 176"/>
              <a:gd name="T41" fmla="*/ 168 h 176"/>
              <a:gd name="T42" fmla="*/ 32 w 176"/>
              <a:gd name="T43" fmla="*/ 96 h 176"/>
              <a:gd name="T44" fmla="*/ 144 w 176"/>
              <a:gd name="T45" fmla="*/ 96 h 176"/>
              <a:gd name="T46" fmla="*/ 144 w 176"/>
              <a:gd name="T47" fmla="*/ 168 h 176"/>
              <a:gd name="T48" fmla="*/ 168 w 176"/>
              <a:gd name="T49" fmla="*/ 160 h 176"/>
              <a:gd name="T50" fmla="*/ 160 w 176"/>
              <a:gd name="T51" fmla="*/ 168 h 176"/>
              <a:gd name="T52" fmla="*/ 152 w 176"/>
              <a:gd name="T53" fmla="*/ 168 h 176"/>
              <a:gd name="T54" fmla="*/ 152 w 176"/>
              <a:gd name="T55" fmla="*/ 96 h 176"/>
              <a:gd name="T56" fmla="*/ 144 w 176"/>
              <a:gd name="T57" fmla="*/ 88 h 176"/>
              <a:gd name="T58" fmla="*/ 32 w 176"/>
              <a:gd name="T59" fmla="*/ 88 h 176"/>
              <a:gd name="T60" fmla="*/ 24 w 176"/>
              <a:gd name="T61" fmla="*/ 96 h 176"/>
              <a:gd name="T62" fmla="*/ 24 w 176"/>
              <a:gd name="T63" fmla="*/ 168 h 176"/>
              <a:gd name="T64" fmla="*/ 16 w 176"/>
              <a:gd name="T65" fmla="*/ 168 h 176"/>
              <a:gd name="T66" fmla="*/ 8 w 176"/>
              <a:gd name="T67" fmla="*/ 160 h 176"/>
              <a:gd name="T68" fmla="*/ 8 w 176"/>
              <a:gd name="T69" fmla="*/ 16 h 176"/>
              <a:gd name="T70" fmla="*/ 16 w 176"/>
              <a:gd name="T71" fmla="*/ 8 h 176"/>
              <a:gd name="T72" fmla="*/ 40 w 176"/>
              <a:gd name="T73" fmla="*/ 8 h 176"/>
              <a:gd name="T74" fmla="*/ 40 w 176"/>
              <a:gd name="T75" fmla="*/ 56 h 176"/>
              <a:gd name="T76" fmla="*/ 48 w 176"/>
              <a:gd name="T77" fmla="*/ 64 h 176"/>
              <a:gd name="T78" fmla="*/ 128 w 176"/>
              <a:gd name="T79" fmla="*/ 64 h 176"/>
              <a:gd name="T80" fmla="*/ 136 w 176"/>
              <a:gd name="T81" fmla="*/ 56 h 176"/>
              <a:gd name="T82" fmla="*/ 136 w 176"/>
              <a:gd name="T83" fmla="*/ 8 h 176"/>
              <a:gd name="T84" fmla="*/ 140 w 176"/>
              <a:gd name="T85" fmla="*/ 8 h 176"/>
              <a:gd name="T86" fmla="*/ 168 w 176"/>
              <a:gd name="T87" fmla="*/ 36 h 176"/>
              <a:gd name="T88" fmla="*/ 168 w 176"/>
              <a:gd name="T89" fmla="*/ 160 h 176"/>
              <a:gd name="T90" fmla="*/ 96 w 176"/>
              <a:gd name="T91" fmla="*/ 112 h 176"/>
              <a:gd name="T92" fmla="*/ 48 w 176"/>
              <a:gd name="T93" fmla="*/ 112 h 176"/>
              <a:gd name="T94" fmla="*/ 48 w 176"/>
              <a:gd name="T95" fmla="*/ 120 h 176"/>
              <a:gd name="T96" fmla="*/ 96 w 176"/>
              <a:gd name="T97" fmla="*/ 120 h 176"/>
              <a:gd name="T98" fmla="*/ 96 w 176"/>
              <a:gd name="T99" fmla="*/ 112 h 176"/>
              <a:gd name="T100" fmla="*/ 128 w 176"/>
              <a:gd name="T101" fmla="*/ 144 h 176"/>
              <a:gd name="T102" fmla="*/ 48 w 176"/>
              <a:gd name="T103" fmla="*/ 144 h 176"/>
              <a:gd name="T104" fmla="*/ 48 w 176"/>
              <a:gd name="T105" fmla="*/ 152 h 176"/>
              <a:gd name="T106" fmla="*/ 128 w 176"/>
              <a:gd name="T107" fmla="*/ 152 h 176"/>
              <a:gd name="T108" fmla="*/ 128 w 176"/>
              <a:gd name="T109" fmla="*/ 144 h 176"/>
              <a:gd name="T110" fmla="*/ 128 w 176"/>
              <a:gd name="T111" fmla="*/ 128 h 176"/>
              <a:gd name="T112" fmla="*/ 48 w 176"/>
              <a:gd name="T113" fmla="*/ 128 h 176"/>
              <a:gd name="T114" fmla="*/ 48 w 176"/>
              <a:gd name="T115" fmla="*/ 136 h 176"/>
              <a:gd name="T116" fmla="*/ 128 w 176"/>
              <a:gd name="T117" fmla="*/ 136 h 176"/>
              <a:gd name="T118" fmla="*/ 128 w 176"/>
              <a:gd name="T119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76">
                <a:moveTo>
                  <a:pt x="104" y="48"/>
                </a:moveTo>
                <a:cubicBezTo>
                  <a:pt x="120" y="48"/>
                  <a:pt x="120" y="48"/>
                  <a:pt x="120" y="4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04" y="16"/>
                  <a:pt x="104" y="16"/>
                  <a:pt x="104" y="16"/>
                </a:cubicBezTo>
                <a:lnTo>
                  <a:pt x="104" y="48"/>
                </a:ln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32"/>
                  <a:pt x="176" y="32"/>
                  <a:pt x="176" y="32"/>
                </a:cubicBezTo>
                <a:lnTo>
                  <a:pt x="144" y="0"/>
                </a:lnTo>
                <a:close/>
                <a:moveTo>
                  <a:pt x="48" y="8"/>
                </a:moveTo>
                <a:cubicBezTo>
                  <a:pt x="128" y="8"/>
                  <a:pt x="128" y="8"/>
                  <a:pt x="128" y="8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48" y="56"/>
                  <a:pt x="48" y="56"/>
                  <a:pt x="48" y="56"/>
                </a:cubicBezTo>
                <a:lnTo>
                  <a:pt x="48" y="8"/>
                </a:lnTo>
                <a:close/>
                <a:moveTo>
                  <a:pt x="144" y="168"/>
                </a:moveTo>
                <a:cubicBezTo>
                  <a:pt x="32" y="168"/>
                  <a:pt x="32" y="168"/>
                  <a:pt x="32" y="168"/>
                </a:cubicBezTo>
                <a:cubicBezTo>
                  <a:pt x="32" y="96"/>
                  <a:pt x="32" y="96"/>
                  <a:pt x="32" y="96"/>
                </a:cubicBezTo>
                <a:cubicBezTo>
                  <a:pt x="144" y="96"/>
                  <a:pt x="144" y="96"/>
                  <a:pt x="144" y="96"/>
                </a:cubicBezTo>
                <a:lnTo>
                  <a:pt x="144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2"/>
                  <a:pt x="148" y="88"/>
                  <a:pt x="144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28" y="88"/>
                  <a:pt x="24" y="92"/>
                  <a:pt x="24" y="96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56"/>
                  <a:pt x="40" y="56"/>
                  <a:pt x="40" y="56"/>
                </a:cubicBezTo>
                <a:cubicBezTo>
                  <a:pt x="40" y="60"/>
                  <a:pt x="44" y="64"/>
                  <a:pt x="48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32" y="64"/>
                  <a:pt x="136" y="60"/>
                  <a:pt x="136" y="56"/>
                </a:cubicBezTo>
                <a:cubicBezTo>
                  <a:pt x="136" y="8"/>
                  <a:pt x="136" y="8"/>
                  <a:pt x="136" y="8"/>
                </a:cubicBezTo>
                <a:cubicBezTo>
                  <a:pt x="140" y="8"/>
                  <a:pt x="140" y="8"/>
                  <a:pt x="140" y="8"/>
                </a:cubicBezTo>
                <a:cubicBezTo>
                  <a:pt x="168" y="36"/>
                  <a:pt x="168" y="36"/>
                  <a:pt x="168" y="36"/>
                </a:cubicBezTo>
                <a:lnTo>
                  <a:pt x="168" y="160"/>
                </a:lnTo>
                <a:close/>
                <a:moveTo>
                  <a:pt x="96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96" y="120"/>
                  <a:pt x="96" y="120"/>
                  <a:pt x="96" y="120"/>
                </a:cubicBezTo>
                <a:lnTo>
                  <a:pt x="96" y="112"/>
                </a:lnTo>
                <a:close/>
                <a:moveTo>
                  <a:pt x="128" y="144"/>
                </a:moveTo>
                <a:cubicBezTo>
                  <a:pt x="48" y="144"/>
                  <a:pt x="48" y="144"/>
                  <a:pt x="48" y="14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128" y="152"/>
                  <a:pt x="128" y="152"/>
                  <a:pt x="128" y="152"/>
                </a:cubicBezTo>
                <a:lnTo>
                  <a:pt x="128" y="144"/>
                </a:lnTo>
                <a:close/>
                <a:moveTo>
                  <a:pt x="128" y="128"/>
                </a:moveTo>
                <a:cubicBezTo>
                  <a:pt x="48" y="128"/>
                  <a:pt x="48" y="128"/>
                  <a:pt x="48" y="12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128" y="136"/>
                  <a:pt x="128" y="136"/>
                  <a:pt x="128" y="136"/>
                </a:cubicBezTo>
                <a:lnTo>
                  <a:pt x="128" y="1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90"/>
          <p:cNvSpPr>
            <a:spLocks noEditPoints="1"/>
          </p:cNvSpPr>
          <p:nvPr/>
        </p:nvSpPr>
        <p:spPr bwMode="auto">
          <a:xfrm>
            <a:off x="6795233" y="1760471"/>
            <a:ext cx="334275" cy="274235"/>
          </a:xfrm>
          <a:custGeom>
            <a:avLst/>
            <a:gdLst>
              <a:gd name="T0" fmla="*/ 108 w 176"/>
              <a:gd name="T1" fmla="*/ 24 h 144"/>
              <a:gd name="T2" fmla="*/ 108 w 176"/>
              <a:gd name="T3" fmla="*/ 16 h 144"/>
              <a:gd name="T4" fmla="*/ 64 w 176"/>
              <a:gd name="T5" fmla="*/ 20 h 144"/>
              <a:gd name="T6" fmla="*/ 88 w 176"/>
              <a:gd name="T7" fmla="*/ 56 h 144"/>
              <a:gd name="T8" fmla="*/ 88 w 176"/>
              <a:gd name="T9" fmla="*/ 104 h 144"/>
              <a:gd name="T10" fmla="*/ 88 w 176"/>
              <a:gd name="T11" fmla="*/ 56 h 144"/>
              <a:gd name="T12" fmla="*/ 72 w 176"/>
              <a:gd name="T13" fmla="*/ 80 h 144"/>
              <a:gd name="T14" fmla="*/ 104 w 176"/>
              <a:gd name="T15" fmla="*/ 80 h 144"/>
              <a:gd name="T16" fmla="*/ 88 w 176"/>
              <a:gd name="T17" fmla="*/ 40 h 144"/>
              <a:gd name="T18" fmla="*/ 88 w 176"/>
              <a:gd name="T19" fmla="*/ 120 h 144"/>
              <a:gd name="T20" fmla="*/ 88 w 176"/>
              <a:gd name="T21" fmla="*/ 40 h 144"/>
              <a:gd name="T22" fmla="*/ 56 w 176"/>
              <a:gd name="T23" fmla="*/ 80 h 144"/>
              <a:gd name="T24" fmla="*/ 120 w 176"/>
              <a:gd name="T25" fmla="*/ 80 h 144"/>
              <a:gd name="T26" fmla="*/ 148 w 176"/>
              <a:gd name="T27" fmla="*/ 64 h 144"/>
              <a:gd name="T28" fmla="*/ 148 w 176"/>
              <a:gd name="T29" fmla="*/ 72 h 144"/>
              <a:gd name="T30" fmla="*/ 148 w 176"/>
              <a:gd name="T31" fmla="*/ 64 h 144"/>
              <a:gd name="T32" fmla="*/ 136 w 176"/>
              <a:gd name="T33" fmla="*/ 44 h 144"/>
              <a:gd name="T34" fmla="*/ 160 w 176"/>
              <a:gd name="T35" fmla="*/ 44 h 144"/>
              <a:gd name="T36" fmla="*/ 148 w 176"/>
              <a:gd name="T37" fmla="*/ 48 h 144"/>
              <a:gd name="T38" fmla="*/ 148 w 176"/>
              <a:gd name="T39" fmla="*/ 40 h 144"/>
              <a:gd name="T40" fmla="*/ 148 w 176"/>
              <a:gd name="T41" fmla="*/ 48 h 144"/>
              <a:gd name="T42" fmla="*/ 144 w 176"/>
              <a:gd name="T43" fmla="*/ 16 h 144"/>
              <a:gd name="T44" fmla="*/ 88 w 176"/>
              <a:gd name="T45" fmla="*/ 0 h 144"/>
              <a:gd name="T46" fmla="*/ 32 w 176"/>
              <a:gd name="T47" fmla="*/ 16 h 144"/>
              <a:gd name="T48" fmla="*/ 0 w 176"/>
              <a:gd name="T49" fmla="*/ 32 h 144"/>
              <a:gd name="T50" fmla="*/ 16 w 176"/>
              <a:gd name="T51" fmla="*/ 144 h 144"/>
              <a:gd name="T52" fmla="*/ 176 w 176"/>
              <a:gd name="T53" fmla="*/ 128 h 144"/>
              <a:gd name="T54" fmla="*/ 160 w 176"/>
              <a:gd name="T55" fmla="*/ 16 h 144"/>
              <a:gd name="T56" fmla="*/ 133 w 176"/>
              <a:gd name="T57" fmla="*/ 96 h 144"/>
              <a:gd name="T58" fmla="*/ 168 w 176"/>
              <a:gd name="T59" fmla="*/ 104 h 144"/>
              <a:gd name="T60" fmla="*/ 160 w 176"/>
              <a:gd name="T61" fmla="*/ 136 h 144"/>
              <a:gd name="T62" fmla="*/ 8 w 176"/>
              <a:gd name="T63" fmla="*/ 128 h 144"/>
              <a:gd name="T64" fmla="*/ 46 w 176"/>
              <a:gd name="T65" fmla="*/ 104 h 144"/>
              <a:gd name="T66" fmla="*/ 8 w 176"/>
              <a:gd name="T67" fmla="*/ 96 h 144"/>
              <a:gd name="T68" fmla="*/ 16 w 176"/>
              <a:gd name="T69" fmla="*/ 24 h 144"/>
              <a:gd name="T70" fmla="*/ 60 w 176"/>
              <a:gd name="T71" fmla="*/ 8 h 144"/>
              <a:gd name="T72" fmla="*/ 116 w 176"/>
              <a:gd name="T73" fmla="*/ 8 h 144"/>
              <a:gd name="T74" fmla="*/ 160 w 176"/>
              <a:gd name="T75" fmla="*/ 24 h 144"/>
              <a:gd name="T76" fmla="*/ 168 w 176"/>
              <a:gd name="T77" fmla="*/ 9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44">
                <a:moveTo>
                  <a:pt x="6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10" y="24"/>
                  <a:pt x="112" y="22"/>
                  <a:pt x="112" y="20"/>
                </a:cubicBezTo>
                <a:cubicBezTo>
                  <a:pt x="112" y="18"/>
                  <a:pt x="110" y="16"/>
                  <a:pt x="108" y="16"/>
                </a:cubicBezTo>
                <a:cubicBezTo>
                  <a:pt x="68" y="16"/>
                  <a:pt x="68" y="16"/>
                  <a:pt x="68" y="16"/>
                </a:cubicBezTo>
                <a:cubicBezTo>
                  <a:pt x="66" y="16"/>
                  <a:pt x="64" y="18"/>
                  <a:pt x="64" y="20"/>
                </a:cubicBezTo>
                <a:cubicBezTo>
                  <a:pt x="64" y="22"/>
                  <a:pt x="66" y="24"/>
                  <a:pt x="68" y="24"/>
                </a:cubicBezTo>
                <a:moveTo>
                  <a:pt x="88" y="56"/>
                </a:moveTo>
                <a:cubicBezTo>
                  <a:pt x="75" y="56"/>
                  <a:pt x="64" y="67"/>
                  <a:pt x="64" y="80"/>
                </a:cubicBezTo>
                <a:cubicBezTo>
                  <a:pt x="64" y="93"/>
                  <a:pt x="75" y="104"/>
                  <a:pt x="88" y="104"/>
                </a:cubicBezTo>
                <a:cubicBezTo>
                  <a:pt x="101" y="104"/>
                  <a:pt x="112" y="93"/>
                  <a:pt x="112" y="80"/>
                </a:cubicBezTo>
                <a:cubicBezTo>
                  <a:pt x="112" y="67"/>
                  <a:pt x="101" y="56"/>
                  <a:pt x="88" y="56"/>
                </a:cubicBezTo>
                <a:moveTo>
                  <a:pt x="88" y="96"/>
                </a:moveTo>
                <a:cubicBezTo>
                  <a:pt x="79" y="96"/>
                  <a:pt x="72" y="89"/>
                  <a:pt x="72" y="80"/>
                </a:cubicBezTo>
                <a:cubicBezTo>
                  <a:pt x="72" y="71"/>
                  <a:pt x="79" y="64"/>
                  <a:pt x="88" y="64"/>
                </a:cubicBezTo>
                <a:cubicBezTo>
                  <a:pt x="97" y="64"/>
                  <a:pt x="104" y="71"/>
                  <a:pt x="104" y="80"/>
                </a:cubicBezTo>
                <a:cubicBezTo>
                  <a:pt x="104" y="89"/>
                  <a:pt x="97" y="96"/>
                  <a:pt x="88" y="96"/>
                </a:cubicBezTo>
                <a:moveTo>
                  <a:pt x="88" y="40"/>
                </a:moveTo>
                <a:cubicBezTo>
                  <a:pt x="66" y="40"/>
                  <a:pt x="48" y="58"/>
                  <a:pt x="48" y="80"/>
                </a:cubicBezTo>
                <a:cubicBezTo>
                  <a:pt x="48" y="102"/>
                  <a:pt x="66" y="120"/>
                  <a:pt x="88" y="120"/>
                </a:cubicBezTo>
                <a:cubicBezTo>
                  <a:pt x="110" y="120"/>
                  <a:pt x="128" y="102"/>
                  <a:pt x="128" y="80"/>
                </a:cubicBezTo>
                <a:cubicBezTo>
                  <a:pt x="128" y="58"/>
                  <a:pt x="110" y="40"/>
                  <a:pt x="88" y="40"/>
                </a:cubicBezTo>
                <a:moveTo>
                  <a:pt x="88" y="112"/>
                </a:moveTo>
                <a:cubicBezTo>
                  <a:pt x="70" y="112"/>
                  <a:pt x="56" y="98"/>
                  <a:pt x="56" y="80"/>
                </a:cubicBezTo>
                <a:cubicBezTo>
                  <a:pt x="56" y="62"/>
                  <a:pt x="70" y="48"/>
                  <a:pt x="88" y="48"/>
                </a:cubicBezTo>
                <a:cubicBezTo>
                  <a:pt x="106" y="48"/>
                  <a:pt x="120" y="62"/>
                  <a:pt x="120" y="80"/>
                </a:cubicBezTo>
                <a:cubicBezTo>
                  <a:pt x="120" y="98"/>
                  <a:pt x="106" y="112"/>
                  <a:pt x="88" y="112"/>
                </a:cubicBezTo>
                <a:moveTo>
                  <a:pt x="148" y="64"/>
                </a:moveTo>
                <a:cubicBezTo>
                  <a:pt x="146" y="64"/>
                  <a:pt x="144" y="66"/>
                  <a:pt x="144" y="68"/>
                </a:cubicBezTo>
                <a:cubicBezTo>
                  <a:pt x="144" y="70"/>
                  <a:pt x="146" y="72"/>
                  <a:pt x="148" y="72"/>
                </a:cubicBezTo>
                <a:cubicBezTo>
                  <a:pt x="150" y="72"/>
                  <a:pt x="152" y="70"/>
                  <a:pt x="152" y="68"/>
                </a:cubicBezTo>
                <a:cubicBezTo>
                  <a:pt x="152" y="66"/>
                  <a:pt x="150" y="64"/>
                  <a:pt x="148" y="64"/>
                </a:cubicBezTo>
                <a:moveTo>
                  <a:pt x="148" y="32"/>
                </a:moveTo>
                <a:cubicBezTo>
                  <a:pt x="141" y="32"/>
                  <a:pt x="136" y="37"/>
                  <a:pt x="136" y="44"/>
                </a:cubicBezTo>
                <a:cubicBezTo>
                  <a:pt x="136" y="51"/>
                  <a:pt x="141" y="56"/>
                  <a:pt x="148" y="56"/>
                </a:cubicBezTo>
                <a:cubicBezTo>
                  <a:pt x="155" y="56"/>
                  <a:pt x="160" y="51"/>
                  <a:pt x="160" y="44"/>
                </a:cubicBezTo>
                <a:cubicBezTo>
                  <a:pt x="160" y="37"/>
                  <a:pt x="155" y="32"/>
                  <a:pt x="148" y="32"/>
                </a:cubicBezTo>
                <a:moveTo>
                  <a:pt x="148" y="48"/>
                </a:moveTo>
                <a:cubicBezTo>
                  <a:pt x="146" y="48"/>
                  <a:pt x="144" y="46"/>
                  <a:pt x="144" y="44"/>
                </a:cubicBezTo>
                <a:cubicBezTo>
                  <a:pt x="144" y="42"/>
                  <a:pt x="146" y="40"/>
                  <a:pt x="148" y="40"/>
                </a:cubicBezTo>
                <a:cubicBezTo>
                  <a:pt x="150" y="40"/>
                  <a:pt x="152" y="42"/>
                  <a:pt x="152" y="44"/>
                </a:cubicBezTo>
                <a:cubicBezTo>
                  <a:pt x="152" y="46"/>
                  <a:pt x="150" y="48"/>
                  <a:pt x="148" y="48"/>
                </a:cubicBezTo>
                <a:moveTo>
                  <a:pt x="160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32" y="16"/>
                  <a:pt x="132" y="0"/>
                  <a:pt x="116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44" y="0"/>
                  <a:pt x="44" y="16"/>
                  <a:pt x="32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96"/>
                </a:moveTo>
                <a:cubicBezTo>
                  <a:pt x="133" y="96"/>
                  <a:pt x="133" y="96"/>
                  <a:pt x="133" y="96"/>
                </a:cubicBezTo>
                <a:cubicBezTo>
                  <a:pt x="132" y="99"/>
                  <a:pt x="131" y="101"/>
                  <a:pt x="130" y="104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104"/>
                  <a:pt x="8" y="104"/>
                  <a:pt x="8" y="104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5" y="101"/>
                  <a:pt x="44" y="99"/>
                  <a:pt x="43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28"/>
                  <a:pt x="12" y="24"/>
                  <a:pt x="16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48" y="24"/>
                  <a:pt x="48" y="8"/>
                  <a:pt x="60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28" y="8"/>
                  <a:pt x="128" y="24"/>
                  <a:pt x="144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9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91"/>
          <p:cNvSpPr>
            <a:spLocks noEditPoints="1"/>
          </p:cNvSpPr>
          <p:nvPr/>
        </p:nvSpPr>
        <p:spPr bwMode="auto">
          <a:xfrm>
            <a:off x="7434574" y="1729640"/>
            <a:ext cx="334275" cy="334275"/>
          </a:xfrm>
          <a:custGeom>
            <a:avLst/>
            <a:gdLst>
              <a:gd name="T0" fmla="*/ 56 w 176"/>
              <a:gd name="T1" fmla="*/ 120 h 176"/>
              <a:gd name="T2" fmla="*/ 88 w 176"/>
              <a:gd name="T3" fmla="*/ 120 h 176"/>
              <a:gd name="T4" fmla="*/ 72 w 176"/>
              <a:gd name="T5" fmla="*/ 128 h 176"/>
              <a:gd name="T6" fmla="*/ 72 w 176"/>
              <a:gd name="T7" fmla="*/ 112 h 176"/>
              <a:gd name="T8" fmla="*/ 72 w 176"/>
              <a:gd name="T9" fmla="*/ 128 h 176"/>
              <a:gd name="T10" fmla="*/ 40 w 176"/>
              <a:gd name="T11" fmla="*/ 120 h 176"/>
              <a:gd name="T12" fmla="*/ 104 w 176"/>
              <a:gd name="T13" fmla="*/ 120 h 176"/>
              <a:gd name="T14" fmla="*/ 72 w 176"/>
              <a:gd name="T15" fmla="*/ 144 h 176"/>
              <a:gd name="T16" fmla="*/ 72 w 176"/>
              <a:gd name="T17" fmla="*/ 96 h 176"/>
              <a:gd name="T18" fmla="*/ 72 w 176"/>
              <a:gd name="T19" fmla="*/ 144 h 176"/>
              <a:gd name="T20" fmla="*/ 112 w 176"/>
              <a:gd name="T21" fmla="*/ 72 h 176"/>
              <a:gd name="T22" fmla="*/ 60 w 176"/>
              <a:gd name="T23" fmla="*/ 56 h 176"/>
              <a:gd name="T24" fmla="*/ 16 w 176"/>
              <a:gd name="T25" fmla="*/ 72 h 176"/>
              <a:gd name="T26" fmla="*/ 0 w 176"/>
              <a:gd name="T27" fmla="*/ 160 h 176"/>
              <a:gd name="T28" fmla="*/ 128 w 176"/>
              <a:gd name="T29" fmla="*/ 176 h 176"/>
              <a:gd name="T30" fmla="*/ 144 w 176"/>
              <a:gd name="T31" fmla="*/ 88 h 176"/>
              <a:gd name="T32" fmla="*/ 136 w 176"/>
              <a:gd name="T33" fmla="*/ 160 h 176"/>
              <a:gd name="T34" fmla="*/ 16 w 176"/>
              <a:gd name="T35" fmla="*/ 168 h 176"/>
              <a:gd name="T36" fmla="*/ 8 w 176"/>
              <a:gd name="T37" fmla="*/ 88 h 176"/>
              <a:gd name="T38" fmla="*/ 32 w 176"/>
              <a:gd name="T39" fmla="*/ 80 h 176"/>
              <a:gd name="T40" fmla="*/ 72 w 176"/>
              <a:gd name="T41" fmla="*/ 64 h 176"/>
              <a:gd name="T42" fmla="*/ 112 w 176"/>
              <a:gd name="T43" fmla="*/ 80 h 176"/>
              <a:gd name="T44" fmla="*/ 136 w 176"/>
              <a:gd name="T45" fmla="*/ 88 h 176"/>
              <a:gd name="T46" fmla="*/ 120 w 176"/>
              <a:gd name="T47" fmla="*/ 112 h 176"/>
              <a:gd name="T48" fmla="*/ 120 w 176"/>
              <a:gd name="T49" fmla="*/ 120 h 176"/>
              <a:gd name="T50" fmla="*/ 120 w 176"/>
              <a:gd name="T51" fmla="*/ 112 h 176"/>
              <a:gd name="T52" fmla="*/ 40 w 176"/>
              <a:gd name="T53" fmla="*/ 0 h 176"/>
              <a:gd name="T54" fmla="*/ 32 w 176"/>
              <a:gd name="T55" fmla="*/ 48 h 176"/>
              <a:gd name="T56" fmla="*/ 40 w 176"/>
              <a:gd name="T57" fmla="*/ 48 h 176"/>
              <a:gd name="T58" fmla="*/ 168 w 176"/>
              <a:gd name="T59" fmla="*/ 8 h 176"/>
              <a:gd name="T60" fmla="*/ 156 w 176"/>
              <a:gd name="T61" fmla="*/ 104 h 176"/>
              <a:gd name="T62" fmla="*/ 156 w 176"/>
              <a:gd name="T63" fmla="*/ 112 h 176"/>
              <a:gd name="T64" fmla="*/ 168 w 176"/>
              <a:gd name="T65" fmla="*/ 136 h 176"/>
              <a:gd name="T66" fmla="*/ 152 w 176"/>
              <a:gd name="T67" fmla="*/ 140 h 176"/>
              <a:gd name="T68" fmla="*/ 168 w 176"/>
              <a:gd name="T69" fmla="*/ 144 h 176"/>
              <a:gd name="T70" fmla="*/ 176 w 176"/>
              <a:gd name="T71" fmla="*/ 8 h 176"/>
              <a:gd name="T72" fmla="*/ 120 w 176"/>
              <a:gd name="T73" fmla="*/ 88 h 176"/>
              <a:gd name="T74" fmla="*/ 120 w 176"/>
              <a:gd name="T75" fmla="*/ 104 h 176"/>
              <a:gd name="T76" fmla="*/ 120 w 176"/>
              <a:gd name="T77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72" y="104"/>
                </a:moveTo>
                <a:cubicBezTo>
                  <a:pt x="63" y="104"/>
                  <a:pt x="56" y="111"/>
                  <a:pt x="56" y="120"/>
                </a:cubicBezTo>
                <a:cubicBezTo>
                  <a:pt x="56" y="129"/>
                  <a:pt x="63" y="136"/>
                  <a:pt x="72" y="136"/>
                </a:cubicBezTo>
                <a:cubicBezTo>
                  <a:pt x="81" y="136"/>
                  <a:pt x="88" y="129"/>
                  <a:pt x="88" y="120"/>
                </a:cubicBezTo>
                <a:cubicBezTo>
                  <a:pt x="88" y="111"/>
                  <a:pt x="81" y="104"/>
                  <a:pt x="72" y="104"/>
                </a:cubicBezTo>
                <a:moveTo>
                  <a:pt x="72" y="128"/>
                </a:moveTo>
                <a:cubicBezTo>
                  <a:pt x="68" y="128"/>
                  <a:pt x="64" y="124"/>
                  <a:pt x="64" y="120"/>
                </a:cubicBezTo>
                <a:cubicBezTo>
                  <a:pt x="64" y="116"/>
                  <a:pt x="68" y="112"/>
                  <a:pt x="72" y="112"/>
                </a:cubicBezTo>
                <a:cubicBezTo>
                  <a:pt x="76" y="112"/>
                  <a:pt x="80" y="116"/>
                  <a:pt x="80" y="120"/>
                </a:cubicBezTo>
                <a:cubicBezTo>
                  <a:pt x="80" y="124"/>
                  <a:pt x="76" y="128"/>
                  <a:pt x="72" y="128"/>
                </a:cubicBezTo>
                <a:moveTo>
                  <a:pt x="72" y="88"/>
                </a:moveTo>
                <a:cubicBezTo>
                  <a:pt x="54" y="88"/>
                  <a:pt x="40" y="102"/>
                  <a:pt x="40" y="120"/>
                </a:cubicBezTo>
                <a:cubicBezTo>
                  <a:pt x="40" y="138"/>
                  <a:pt x="54" y="152"/>
                  <a:pt x="72" y="152"/>
                </a:cubicBezTo>
                <a:cubicBezTo>
                  <a:pt x="90" y="152"/>
                  <a:pt x="104" y="138"/>
                  <a:pt x="104" y="120"/>
                </a:cubicBezTo>
                <a:cubicBezTo>
                  <a:pt x="104" y="102"/>
                  <a:pt x="90" y="88"/>
                  <a:pt x="72" y="88"/>
                </a:cubicBezTo>
                <a:moveTo>
                  <a:pt x="72" y="144"/>
                </a:moveTo>
                <a:cubicBezTo>
                  <a:pt x="59" y="144"/>
                  <a:pt x="48" y="133"/>
                  <a:pt x="48" y="120"/>
                </a:cubicBezTo>
                <a:cubicBezTo>
                  <a:pt x="48" y="107"/>
                  <a:pt x="59" y="96"/>
                  <a:pt x="72" y="96"/>
                </a:cubicBezTo>
                <a:cubicBezTo>
                  <a:pt x="85" y="96"/>
                  <a:pt x="96" y="107"/>
                  <a:pt x="96" y="120"/>
                </a:cubicBezTo>
                <a:cubicBezTo>
                  <a:pt x="96" y="133"/>
                  <a:pt x="85" y="144"/>
                  <a:pt x="72" y="144"/>
                </a:cubicBezTo>
                <a:moveTo>
                  <a:pt x="128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56"/>
                  <a:pt x="84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44" y="56"/>
                  <a:pt x="44" y="72"/>
                  <a:pt x="32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79"/>
                  <a:pt x="137" y="72"/>
                  <a:pt x="128" y="7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64"/>
                  <a:pt x="6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96" y="64"/>
                  <a:pt x="96" y="80"/>
                  <a:pt x="112" y="80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32" y="80"/>
                  <a:pt x="136" y="84"/>
                  <a:pt x="136" y="88"/>
                </a:cubicBezTo>
                <a:lnTo>
                  <a:pt x="136" y="160"/>
                </a:lnTo>
                <a:close/>
                <a:moveTo>
                  <a:pt x="120" y="112"/>
                </a:moveTo>
                <a:cubicBezTo>
                  <a:pt x="118" y="112"/>
                  <a:pt x="116" y="114"/>
                  <a:pt x="116" y="116"/>
                </a:cubicBezTo>
                <a:cubicBezTo>
                  <a:pt x="116" y="118"/>
                  <a:pt x="118" y="120"/>
                  <a:pt x="120" y="120"/>
                </a:cubicBezTo>
                <a:cubicBezTo>
                  <a:pt x="122" y="120"/>
                  <a:pt x="124" y="118"/>
                  <a:pt x="124" y="116"/>
                </a:cubicBezTo>
                <a:cubicBezTo>
                  <a:pt x="124" y="114"/>
                  <a:pt x="122" y="112"/>
                  <a:pt x="120" y="112"/>
                </a:cubicBezTo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50"/>
                  <a:pt x="34" y="52"/>
                  <a:pt x="36" y="52"/>
                </a:cubicBezTo>
                <a:cubicBezTo>
                  <a:pt x="38" y="52"/>
                  <a:pt x="40" y="50"/>
                  <a:pt x="40" y="48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4" y="104"/>
                  <a:pt x="152" y="106"/>
                  <a:pt x="152" y="108"/>
                </a:cubicBezTo>
                <a:cubicBezTo>
                  <a:pt x="152" y="110"/>
                  <a:pt x="154" y="112"/>
                  <a:pt x="156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20" y="88"/>
                </a:moveTo>
                <a:cubicBezTo>
                  <a:pt x="116" y="88"/>
                  <a:pt x="112" y="92"/>
                  <a:pt x="112" y="96"/>
                </a:cubicBezTo>
                <a:cubicBezTo>
                  <a:pt x="112" y="100"/>
                  <a:pt x="116" y="104"/>
                  <a:pt x="120" y="104"/>
                </a:cubicBezTo>
                <a:cubicBezTo>
                  <a:pt x="124" y="104"/>
                  <a:pt x="128" y="100"/>
                  <a:pt x="128" y="96"/>
                </a:cubicBezTo>
                <a:cubicBezTo>
                  <a:pt x="128" y="92"/>
                  <a:pt x="124" y="88"/>
                  <a:pt x="120" y="8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92"/>
          <p:cNvSpPr>
            <a:spLocks noEditPoints="1"/>
          </p:cNvSpPr>
          <p:nvPr/>
        </p:nvSpPr>
        <p:spPr bwMode="auto">
          <a:xfrm>
            <a:off x="1682125" y="2368981"/>
            <a:ext cx="335898" cy="334275"/>
          </a:xfrm>
          <a:custGeom>
            <a:avLst/>
            <a:gdLst>
              <a:gd name="T0" fmla="*/ 120 w 176"/>
              <a:gd name="T1" fmla="*/ 120 h 176"/>
              <a:gd name="T2" fmla="*/ 120 w 176"/>
              <a:gd name="T3" fmla="*/ 88 h 176"/>
              <a:gd name="T4" fmla="*/ 128 w 176"/>
              <a:gd name="T5" fmla="*/ 96 h 176"/>
              <a:gd name="T6" fmla="*/ 112 w 176"/>
              <a:gd name="T7" fmla="*/ 72 h 176"/>
              <a:gd name="T8" fmla="*/ 32 w 176"/>
              <a:gd name="T9" fmla="*/ 72 h 176"/>
              <a:gd name="T10" fmla="*/ 0 w 176"/>
              <a:gd name="T11" fmla="*/ 160 h 176"/>
              <a:gd name="T12" fmla="*/ 144 w 176"/>
              <a:gd name="T13" fmla="*/ 160 h 176"/>
              <a:gd name="T14" fmla="*/ 136 w 176"/>
              <a:gd name="T15" fmla="*/ 160 h 176"/>
              <a:gd name="T16" fmla="*/ 8 w 176"/>
              <a:gd name="T17" fmla="*/ 160 h 176"/>
              <a:gd name="T18" fmla="*/ 32 w 176"/>
              <a:gd name="T19" fmla="*/ 80 h 176"/>
              <a:gd name="T20" fmla="*/ 84 w 176"/>
              <a:gd name="T21" fmla="*/ 64 h 176"/>
              <a:gd name="T22" fmla="*/ 136 w 176"/>
              <a:gd name="T23" fmla="*/ 88 h 176"/>
              <a:gd name="T24" fmla="*/ 56 w 176"/>
              <a:gd name="T25" fmla="*/ 120 h 176"/>
              <a:gd name="T26" fmla="*/ 72 w 176"/>
              <a:gd name="T27" fmla="*/ 104 h 176"/>
              <a:gd name="T28" fmla="*/ 72 w 176"/>
              <a:gd name="T29" fmla="*/ 112 h 176"/>
              <a:gd name="T30" fmla="*/ 72 w 176"/>
              <a:gd name="T31" fmla="*/ 88 h 176"/>
              <a:gd name="T32" fmla="*/ 104 w 176"/>
              <a:gd name="T33" fmla="*/ 120 h 176"/>
              <a:gd name="T34" fmla="*/ 48 w 176"/>
              <a:gd name="T35" fmla="*/ 120 h 176"/>
              <a:gd name="T36" fmla="*/ 72 w 176"/>
              <a:gd name="T37" fmla="*/ 144 h 176"/>
              <a:gd name="T38" fmla="*/ 160 w 176"/>
              <a:gd name="T39" fmla="*/ 32 h 176"/>
              <a:gd name="T40" fmla="*/ 160 w 176"/>
              <a:gd name="T41" fmla="*/ 16 h 176"/>
              <a:gd name="T42" fmla="*/ 160 w 176"/>
              <a:gd name="T43" fmla="*/ 24 h 176"/>
              <a:gd name="T44" fmla="*/ 160 w 176"/>
              <a:gd name="T45" fmla="*/ 128 h 176"/>
              <a:gd name="T46" fmla="*/ 152 w 176"/>
              <a:gd name="T47" fmla="*/ 128 h 176"/>
              <a:gd name="T48" fmla="*/ 160 w 176"/>
              <a:gd name="T49" fmla="*/ 48 h 176"/>
              <a:gd name="T50" fmla="*/ 160 w 176"/>
              <a:gd name="T51" fmla="*/ 88 h 176"/>
              <a:gd name="T52" fmla="*/ 160 w 176"/>
              <a:gd name="T53" fmla="*/ 96 h 176"/>
              <a:gd name="T54" fmla="*/ 40 w 176"/>
              <a:gd name="T55" fmla="*/ 0 h 176"/>
              <a:gd name="T56" fmla="*/ 36 w 176"/>
              <a:gd name="T57" fmla="*/ 52 h 176"/>
              <a:gd name="T58" fmla="*/ 48 w 176"/>
              <a:gd name="T59" fmla="*/ 8 h 176"/>
              <a:gd name="T60" fmla="*/ 68 w 176"/>
              <a:gd name="T61" fmla="*/ 48 h 176"/>
              <a:gd name="T62" fmla="*/ 136 w 176"/>
              <a:gd name="T63" fmla="*/ 8 h 176"/>
              <a:gd name="T64" fmla="*/ 144 w 176"/>
              <a:gd name="T65" fmla="*/ 60 h 176"/>
              <a:gd name="T66" fmla="*/ 168 w 176"/>
              <a:gd name="T67" fmla="*/ 16 h 176"/>
              <a:gd name="T68" fmla="*/ 152 w 176"/>
              <a:gd name="T69" fmla="*/ 72 h 176"/>
              <a:gd name="T70" fmla="*/ 168 w 176"/>
              <a:gd name="T71" fmla="*/ 128 h 176"/>
              <a:gd name="T72" fmla="*/ 152 w 176"/>
              <a:gd name="T73" fmla="*/ 140 h 176"/>
              <a:gd name="T74" fmla="*/ 160 w 176"/>
              <a:gd name="T75" fmla="*/ 144 h 176"/>
              <a:gd name="T76" fmla="*/ 176 w 176"/>
              <a:gd name="T77" fmla="*/ 136 h 176"/>
              <a:gd name="T78" fmla="*/ 56 w 176"/>
              <a:gd name="T79" fmla="*/ 16 h 176"/>
              <a:gd name="T80" fmla="*/ 56 w 176"/>
              <a:gd name="T81" fmla="*/ 24 h 176"/>
              <a:gd name="T82" fmla="*/ 160 w 176"/>
              <a:gd name="T83" fmla="*/ 112 h 176"/>
              <a:gd name="T84" fmla="*/ 152 w 176"/>
              <a:gd name="T85" fmla="*/ 112 h 176"/>
              <a:gd name="T86" fmla="*/ 56 w 176"/>
              <a:gd name="T87" fmla="*/ 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120" y="112"/>
                </a:moveTo>
                <a:cubicBezTo>
                  <a:pt x="118" y="112"/>
                  <a:pt x="116" y="114"/>
                  <a:pt x="116" y="116"/>
                </a:cubicBezTo>
                <a:cubicBezTo>
                  <a:pt x="116" y="118"/>
                  <a:pt x="118" y="120"/>
                  <a:pt x="120" y="120"/>
                </a:cubicBezTo>
                <a:cubicBezTo>
                  <a:pt x="122" y="120"/>
                  <a:pt x="124" y="118"/>
                  <a:pt x="124" y="116"/>
                </a:cubicBezTo>
                <a:cubicBezTo>
                  <a:pt x="124" y="114"/>
                  <a:pt x="122" y="112"/>
                  <a:pt x="120" y="112"/>
                </a:cubicBezTo>
                <a:moveTo>
                  <a:pt x="120" y="88"/>
                </a:moveTo>
                <a:cubicBezTo>
                  <a:pt x="116" y="88"/>
                  <a:pt x="112" y="92"/>
                  <a:pt x="112" y="96"/>
                </a:cubicBezTo>
                <a:cubicBezTo>
                  <a:pt x="112" y="100"/>
                  <a:pt x="116" y="104"/>
                  <a:pt x="120" y="104"/>
                </a:cubicBezTo>
                <a:cubicBezTo>
                  <a:pt x="124" y="104"/>
                  <a:pt x="128" y="100"/>
                  <a:pt x="128" y="96"/>
                </a:cubicBezTo>
                <a:cubicBezTo>
                  <a:pt x="128" y="92"/>
                  <a:pt x="124" y="88"/>
                  <a:pt x="120" y="88"/>
                </a:cubicBezTo>
                <a:moveTo>
                  <a:pt x="128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56"/>
                  <a:pt x="84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44" y="56"/>
                  <a:pt x="44" y="72"/>
                  <a:pt x="32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79"/>
                  <a:pt x="137" y="72"/>
                  <a:pt x="128" y="7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64"/>
                  <a:pt x="6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96" y="64"/>
                  <a:pt x="96" y="80"/>
                  <a:pt x="112" y="80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32" y="80"/>
                  <a:pt x="136" y="84"/>
                  <a:pt x="136" y="88"/>
                </a:cubicBezTo>
                <a:lnTo>
                  <a:pt x="136" y="160"/>
                </a:lnTo>
                <a:close/>
                <a:moveTo>
                  <a:pt x="72" y="104"/>
                </a:moveTo>
                <a:cubicBezTo>
                  <a:pt x="63" y="104"/>
                  <a:pt x="56" y="111"/>
                  <a:pt x="56" y="120"/>
                </a:cubicBezTo>
                <a:cubicBezTo>
                  <a:pt x="56" y="129"/>
                  <a:pt x="63" y="136"/>
                  <a:pt x="72" y="136"/>
                </a:cubicBezTo>
                <a:cubicBezTo>
                  <a:pt x="81" y="136"/>
                  <a:pt x="88" y="129"/>
                  <a:pt x="88" y="120"/>
                </a:cubicBezTo>
                <a:cubicBezTo>
                  <a:pt x="88" y="111"/>
                  <a:pt x="81" y="104"/>
                  <a:pt x="72" y="104"/>
                </a:cubicBezTo>
                <a:moveTo>
                  <a:pt x="72" y="128"/>
                </a:moveTo>
                <a:cubicBezTo>
                  <a:pt x="68" y="128"/>
                  <a:pt x="64" y="124"/>
                  <a:pt x="64" y="120"/>
                </a:cubicBezTo>
                <a:cubicBezTo>
                  <a:pt x="64" y="116"/>
                  <a:pt x="68" y="112"/>
                  <a:pt x="72" y="112"/>
                </a:cubicBezTo>
                <a:cubicBezTo>
                  <a:pt x="76" y="112"/>
                  <a:pt x="80" y="116"/>
                  <a:pt x="80" y="120"/>
                </a:cubicBezTo>
                <a:cubicBezTo>
                  <a:pt x="80" y="124"/>
                  <a:pt x="76" y="128"/>
                  <a:pt x="72" y="128"/>
                </a:cubicBezTo>
                <a:moveTo>
                  <a:pt x="72" y="88"/>
                </a:moveTo>
                <a:cubicBezTo>
                  <a:pt x="54" y="88"/>
                  <a:pt x="40" y="102"/>
                  <a:pt x="40" y="120"/>
                </a:cubicBezTo>
                <a:cubicBezTo>
                  <a:pt x="40" y="138"/>
                  <a:pt x="54" y="152"/>
                  <a:pt x="72" y="152"/>
                </a:cubicBezTo>
                <a:cubicBezTo>
                  <a:pt x="90" y="152"/>
                  <a:pt x="104" y="138"/>
                  <a:pt x="104" y="120"/>
                </a:cubicBezTo>
                <a:cubicBezTo>
                  <a:pt x="104" y="102"/>
                  <a:pt x="90" y="88"/>
                  <a:pt x="72" y="88"/>
                </a:cubicBezTo>
                <a:moveTo>
                  <a:pt x="72" y="144"/>
                </a:moveTo>
                <a:cubicBezTo>
                  <a:pt x="59" y="144"/>
                  <a:pt x="48" y="133"/>
                  <a:pt x="48" y="120"/>
                </a:cubicBezTo>
                <a:cubicBezTo>
                  <a:pt x="48" y="107"/>
                  <a:pt x="59" y="96"/>
                  <a:pt x="72" y="96"/>
                </a:cubicBezTo>
                <a:cubicBezTo>
                  <a:pt x="85" y="96"/>
                  <a:pt x="96" y="107"/>
                  <a:pt x="96" y="120"/>
                </a:cubicBezTo>
                <a:cubicBezTo>
                  <a:pt x="96" y="133"/>
                  <a:pt x="85" y="144"/>
                  <a:pt x="72" y="144"/>
                </a:cubicBezTo>
                <a:moveTo>
                  <a:pt x="152" y="40"/>
                </a:moveTo>
                <a:cubicBezTo>
                  <a:pt x="160" y="40"/>
                  <a:pt x="160" y="40"/>
                  <a:pt x="160" y="40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40"/>
                </a:lnTo>
                <a:close/>
                <a:moveTo>
                  <a:pt x="160" y="16"/>
                </a:moveTo>
                <a:cubicBezTo>
                  <a:pt x="152" y="16"/>
                  <a:pt x="152" y="16"/>
                  <a:pt x="152" y="16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60" y="24"/>
                  <a:pt x="160" y="24"/>
                  <a:pt x="160" y="24"/>
                </a:cubicBezTo>
                <a:lnTo>
                  <a:pt x="160" y="16"/>
                </a:lnTo>
                <a:close/>
                <a:moveTo>
                  <a:pt x="152" y="128"/>
                </a:moveTo>
                <a:cubicBezTo>
                  <a:pt x="160" y="128"/>
                  <a:pt x="160" y="128"/>
                  <a:pt x="160" y="128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52" y="120"/>
                  <a:pt x="152" y="120"/>
                  <a:pt x="152" y="120"/>
                </a:cubicBezTo>
                <a:lnTo>
                  <a:pt x="152" y="128"/>
                </a:lnTo>
                <a:close/>
                <a:moveTo>
                  <a:pt x="152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56"/>
                </a:lnTo>
                <a:close/>
                <a:moveTo>
                  <a:pt x="160" y="88"/>
                </a:moveTo>
                <a:cubicBezTo>
                  <a:pt x="152" y="88"/>
                  <a:pt x="152" y="88"/>
                  <a:pt x="152" y="8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0" y="96"/>
                  <a:pt x="160" y="96"/>
                  <a:pt x="160" y="96"/>
                </a:cubicBezTo>
                <a:lnTo>
                  <a:pt x="160" y="88"/>
                </a:lnTo>
                <a:close/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50"/>
                  <a:pt x="34" y="52"/>
                  <a:pt x="36" y="52"/>
                </a:cubicBezTo>
                <a:cubicBezTo>
                  <a:pt x="38" y="52"/>
                  <a:pt x="40" y="50"/>
                  <a:pt x="40" y="48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44"/>
                  <a:pt x="64" y="44"/>
                  <a:pt x="64" y="44"/>
                </a:cubicBezTo>
                <a:cubicBezTo>
                  <a:pt x="64" y="46"/>
                  <a:pt x="66" y="48"/>
                  <a:pt x="68" y="48"/>
                </a:cubicBezTo>
                <a:cubicBezTo>
                  <a:pt x="70" y="48"/>
                  <a:pt x="72" y="46"/>
                  <a:pt x="72" y="44"/>
                </a:cubicBezTo>
                <a:cubicBezTo>
                  <a:pt x="72" y="8"/>
                  <a:pt x="72" y="8"/>
                  <a:pt x="72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60"/>
                  <a:pt x="136" y="60"/>
                  <a:pt x="136" y="60"/>
                </a:cubicBezTo>
                <a:cubicBezTo>
                  <a:pt x="136" y="62"/>
                  <a:pt x="138" y="64"/>
                  <a:pt x="140" y="64"/>
                </a:cubicBezTo>
                <a:cubicBezTo>
                  <a:pt x="142" y="64"/>
                  <a:pt x="144" y="62"/>
                  <a:pt x="144" y="60"/>
                </a:cubicBezTo>
                <a:cubicBezTo>
                  <a:pt x="144" y="8"/>
                  <a:pt x="144" y="8"/>
                  <a:pt x="144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68"/>
                  <a:pt x="168" y="68"/>
                  <a:pt x="168" y="68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154" y="68"/>
                  <a:pt x="152" y="70"/>
                  <a:pt x="152" y="72"/>
                </a:cubicBezTo>
                <a:cubicBezTo>
                  <a:pt x="152" y="74"/>
                  <a:pt x="154" y="76"/>
                  <a:pt x="156" y="76"/>
                </a:cubicBezTo>
                <a:cubicBezTo>
                  <a:pt x="168" y="76"/>
                  <a:pt x="168" y="76"/>
                  <a:pt x="168" y="76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56" y="16"/>
                </a:moveTo>
                <a:cubicBezTo>
                  <a:pt x="48" y="16"/>
                  <a:pt x="48" y="16"/>
                  <a:pt x="48" y="16"/>
                </a:cubicBezTo>
                <a:cubicBezTo>
                  <a:pt x="48" y="24"/>
                  <a:pt x="48" y="24"/>
                  <a:pt x="48" y="24"/>
                </a:cubicBezTo>
                <a:cubicBezTo>
                  <a:pt x="56" y="24"/>
                  <a:pt x="56" y="24"/>
                  <a:pt x="56" y="24"/>
                </a:cubicBezTo>
                <a:lnTo>
                  <a:pt x="56" y="16"/>
                </a:lnTo>
                <a:close/>
                <a:moveTo>
                  <a:pt x="152" y="112"/>
                </a:moveTo>
                <a:cubicBezTo>
                  <a:pt x="160" y="112"/>
                  <a:pt x="160" y="112"/>
                  <a:pt x="160" y="112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52" y="104"/>
                  <a:pt x="152" y="104"/>
                  <a:pt x="152" y="104"/>
                </a:cubicBezTo>
                <a:lnTo>
                  <a:pt x="152" y="112"/>
                </a:lnTo>
                <a:close/>
                <a:moveTo>
                  <a:pt x="48" y="40"/>
                </a:moveTo>
                <a:cubicBezTo>
                  <a:pt x="56" y="40"/>
                  <a:pt x="56" y="40"/>
                  <a:pt x="56" y="40"/>
                </a:cubicBezTo>
                <a:cubicBezTo>
                  <a:pt x="56" y="32"/>
                  <a:pt x="56" y="32"/>
                  <a:pt x="56" y="32"/>
                </a:cubicBezTo>
                <a:cubicBezTo>
                  <a:pt x="48" y="32"/>
                  <a:pt x="48" y="32"/>
                  <a:pt x="48" y="32"/>
                </a:cubicBezTo>
                <a:lnTo>
                  <a:pt x="48" y="4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93"/>
          <p:cNvSpPr>
            <a:spLocks noEditPoints="1"/>
          </p:cNvSpPr>
          <p:nvPr/>
        </p:nvSpPr>
        <p:spPr bwMode="auto">
          <a:xfrm>
            <a:off x="2321466" y="2368981"/>
            <a:ext cx="334275" cy="334275"/>
          </a:xfrm>
          <a:custGeom>
            <a:avLst/>
            <a:gdLst>
              <a:gd name="T0" fmla="*/ 56 w 176"/>
              <a:gd name="T1" fmla="*/ 120 h 176"/>
              <a:gd name="T2" fmla="*/ 120 w 176"/>
              <a:gd name="T3" fmla="*/ 120 h 176"/>
              <a:gd name="T4" fmla="*/ 88 w 176"/>
              <a:gd name="T5" fmla="*/ 144 h 176"/>
              <a:gd name="T6" fmla="*/ 88 w 176"/>
              <a:gd name="T7" fmla="*/ 96 h 176"/>
              <a:gd name="T8" fmla="*/ 88 w 176"/>
              <a:gd name="T9" fmla="*/ 144 h 176"/>
              <a:gd name="T10" fmla="*/ 8 w 176"/>
              <a:gd name="T11" fmla="*/ 0 h 176"/>
              <a:gd name="T12" fmla="*/ 0 w 176"/>
              <a:gd name="T13" fmla="*/ 128 h 176"/>
              <a:gd name="T14" fmla="*/ 16 w 176"/>
              <a:gd name="T15" fmla="*/ 136 h 176"/>
              <a:gd name="T16" fmla="*/ 32 w 176"/>
              <a:gd name="T17" fmla="*/ 176 h 176"/>
              <a:gd name="T18" fmla="*/ 160 w 176"/>
              <a:gd name="T19" fmla="*/ 160 h 176"/>
              <a:gd name="T20" fmla="*/ 168 w 176"/>
              <a:gd name="T21" fmla="*/ 136 h 176"/>
              <a:gd name="T22" fmla="*/ 176 w 176"/>
              <a:gd name="T23" fmla="*/ 8 h 176"/>
              <a:gd name="T24" fmla="*/ 152 w 176"/>
              <a:gd name="T25" fmla="*/ 160 h 176"/>
              <a:gd name="T26" fmla="*/ 32 w 176"/>
              <a:gd name="T27" fmla="*/ 168 h 176"/>
              <a:gd name="T28" fmla="*/ 24 w 176"/>
              <a:gd name="T29" fmla="*/ 88 h 176"/>
              <a:gd name="T30" fmla="*/ 48 w 176"/>
              <a:gd name="T31" fmla="*/ 80 h 176"/>
              <a:gd name="T32" fmla="*/ 88 w 176"/>
              <a:gd name="T33" fmla="*/ 64 h 176"/>
              <a:gd name="T34" fmla="*/ 128 w 176"/>
              <a:gd name="T35" fmla="*/ 80 h 176"/>
              <a:gd name="T36" fmla="*/ 152 w 176"/>
              <a:gd name="T37" fmla="*/ 88 h 176"/>
              <a:gd name="T38" fmla="*/ 168 w 176"/>
              <a:gd name="T39" fmla="*/ 128 h 176"/>
              <a:gd name="T40" fmla="*/ 160 w 176"/>
              <a:gd name="T41" fmla="*/ 88 h 176"/>
              <a:gd name="T42" fmla="*/ 128 w 176"/>
              <a:gd name="T43" fmla="*/ 72 h 176"/>
              <a:gd name="T44" fmla="*/ 76 w 176"/>
              <a:gd name="T45" fmla="*/ 56 h 176"/>
              <a:gd name="T46" fmla="*/ 32 w 176"/>
              <a:gd name="T47" fmla="*/ 72 h 176"/>
              <a:gd name="T48" fmla="*/ 16 w 176"/>
              <a:gd name="T49" fmla="*/ 128 h 176"/>
              <a:gd name="T50" fmla="*/ 8 w 176"/>
              <a:gd name="T51" fmla="*/ 8 h 176"/>
              <a:gd name="T52" fmla="*/ 168 w 176"/>
              <a:gd name="T53" fmla="*/ 128 h 176"/>
              <a:gd name="T54" fmla="*/ 36 w 176"/>
              <a:gd name="T55" fmla="*/ 64 h 176"/>
              <a:gd name="T56" fmla="*/ 39 w 176"/>
              <a:gd name="T57" fmla="*/ 57 h 176"/>
              <a:gd name="T58" fmla="*/ 60 w 176"/>
              <a:gd name="T59" fmla="*/ 48 h 176"/>
              <a:gd name="T60" fmla="*/ 60 w 176"/>
              <a:gd name="T61" fmla="*/ 40 h 176"/>
              <a:gd name="T62" fmla="*/ 39 w 176"/>
              <a:gd name="T63" fmla="*/ 31 h 176"/>
              <a:gd name="T64" fmla="*/ 36 w 176"/>
              <a:gd name="T65" fmla="*/ 24 h 176"/>
              <a:gd name="T66" fmla="*/ 17 w 176"/>
              <a:gd name="T67" fmla="*/ 41 h 176"/>
              <a:gd name="T68" fmla="*/ 17 w 176"/>
              <a:gd name="T69" fmla="*/ 47 h 176"/>
              <a:gd name="T70" fmla="*/ 88 w 176"/>
              <a:gd name="T71" fmla="*/ 104 h 176"/>
              <a:gd name="T72" fmla="*/ 88 w 176"/>
              <a:gd name="T73" fmla="*/ 136 h 176"/>
              <a:gd name="T74" fmla="*/ 88 w 176"/>
              <a:gd name="T75" fmla="*/ 104 h 176"/>
              <a:gd name="T76" fmla="*/ 80 w 176"/>
              <a:gd name="T77" fmla="*/ 120 h 176"/>
              <a:gd name="T78" fmla="*/ 96 w 176"/>
              <a:gd name="T79" fmla="*/ 120 h 176"/>
              <a:gd name="T80" fmla="*/ 116 w 176"/>
              <a:gd name="T81" fmla="*/ 48 h 176"/>
              <a:gd name="T82" fmla="*/ 137 w 176"/>
              <a:gd name="T83" fmla="*/ 57 h 176"/>
              <a:gd name="T84" fmla="*/ 140 w 176"/>
              <a:gd name="T85" fmla="*/ 64 h 176"/>
              <a:gd name="T86" fmla="*/ 159 w 176"/>
              <a:gd name="T87" fmla="*/ 47 h 176"/>
              <a:gd name="T88" fmla="*/ 159 w 176"/>
              <a:gd name="T89" fmla="*/ 41 h 176"/>
              <a:gd name="T90" fmla="*/ 140 w 176"/>
              <a:gd name="T91" fmla="*/ 24 h 176"/>
              <a:gd name="T92" fmla="*/ 137 w 176"/>
              <a:gd name="T93" fmla="*/ 31 h 176"/>
              <a:gd name="T94" fmla="*/ 116 w 176"/>
              <a:gd name="T95" fmla="*/ 40 h 176"/>
              <a:gd name="T96" fmla="*/ 116 w 176"/>
              <a:gd name="T97" fmla="*/ 48 h 176"/>
              <a:gd name="T98" fmla="*/ 128 w 176"/>
              <a:gd name="T99" fmla="*/ 96 h 176"/>
              <a:gd name="T100" fmla="*/ 144 w 176"/>
              <a:gd name="T101" fmla="*/ 96 h 176"/>
              <a:gd name="T102" fmla="*/ 136 w 176"/>
              <a:gd name="T103" fmla="*/ 112 h 176"/>
              <a:gd name="T104" fmla="*/ 136 w 176"/>
              <a:gd name="T105" fmla="*/ 120 h 176"/>
              <a:gd name="T106" fmla="*/ 136 w 176"/>
              <a:gd name="T107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76">
                <a:moveTo>
                  <a:pt x="88" y="88"/>
                </a:moveTo>
                <a:cubicBezTo>
                  <a:pt x="70" y="88"/>
                  <a:pt x="56" y="102"/>
                  <a:pt x="56" y="120"/>
                </a:cubicBezTo>
                <a:cubicBezTo>
                  <a:pt x="56" y="138"/>
                  <a:pt x="70" y="152"/>
                  <a:pt x="88" y="152"/>
                </a:cubicBezTo>
                <a:cubicBezTo>
                  <a:pt x="106" y="152"/>
                  <a:pt x="120" y="138"/>
                  <a:pt x="120" y="120"/>
                </a:cubicBezTo>
                <a:cubicBezTo>
                  <a:pt x="120" y="102"/>
                  <a:pt x="106" y="88"/>
                  <a:pt x="88" y="88"/>
                </a:cubicBezTo>
                <a:moveTo>
                  <a:pt x="88" y="144"/>
                </a:moveTo>
                <a:cubicBezTo>
                  <a:pt x="75" y="144"/>
                  <a:pt x="64" y="133"/>
                  <a:pt x="64" y="120"/>
                </a:cubicBezTo>
                <a:cubicBezTo>
                  <a:pt x="64" y="107"/>
                  <a:pt x="75" y="96"/>
                  <a:pt x="88" y="96"/>
                </a:cubicBezTo>
                <a:cubicBezTo>
                  <a:pt x="101" y="96"/>
                  <a:pt x="112" y="107"/>
                  <a:pt x="112" y="120"/>
                </a:cubicBezTo>
                <a:cubicBezTo>
                  <a:pt x="112" y="133"/>
                  <a:pt x="101" y="144"/>
                  <a:pt x="88" y="144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2"/>
                  <a:pt x="4" y="136"/>
                  <a:pt x="8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69"/>
                  <a:pt x="23" y="176"/>
                  <a:pt x="32" y="176"/>
                </a:cubicBezTo>
                <a:cubicBezTo>
                  <a:pt x="144" y="176"/>
                  <a:pt x="144" y="176"/>
                  <a:pt x="144" y="176"/>
                </a:cubicBezTo>
                <a:cubicBezTo>
                  <a:pt x="153" y="176"/>
                  <a:pt x="160" y="169"/>
                  <a:pt x="160" y="160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72" y="136"/>
                  <a:pt x="176" y="132"/>
                  <a:pt x="176" y="12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52" y="160"/>
                </a:moveTo>
                <a:cubicBezTo>
                  <a:pt x="152" y="164"/>
                  <a:pt x="148" y="168"/>
                  <a:pt x="144" y="168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28" y="168"/>
                  <a:pt x="24" y="164"/>
                  <a:pt x="24" y="160"/>
                </a:cubicBezTo>
                <a:cubicBezTo>
                  <a:pt x="24" y="88"/>
                  <a:pt x="24" y="88"/>
                  <a:pt x="24" y="88"/>
                </a:cubicBezTo>
                <a:cubicBezTo>
                  <a:pt x="24" y="84"/>
                  <a:pt x="28" y="80"/>
                  <a:pt x="32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64" y="80"/>
                  <a:pt x="64" y="64"/>
                  <a:pt x="76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112" y="64"/>
                  <a:pt x="112" y="80"/>
                  <a:pt x="128" y="80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148" y="80"/>
                  <a:pt x="152" y="84"/>
                  <a:pt x="152" y="88"/>
                </a:cubicBezTo>
                <a:lnTo>
                  <a:pt x="152" y="160"/>
                </a:lnTo>
                <a:close/>
                <a:moveTo>
                  <a:pt x="168" y="128"/>
                </a:moveTo>
                <a:cubicBezTo>
                  <a:pt x="160" y="128"/>
                  <a:pt x="160" y="128"/>
                  <a:pt x="160" y="128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0" y="79"/>
                  <a:pt x="153" y="72"/>
                  <a:pt x="144" y="72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16" y="72"/>
                  <a:pt x="116" y="56"/>
                  <a:pt x="100" y="56"/>
                </a:cubicBezTo>
                <a:cubicBezTo>
                  <a:pt x="76" y="56"/>
                  <a:pt x="76" y="56"/>
                  <a:pt x="76" y="56"/>
                </a:cubicBezTo>
                <a:cubicBezTo>
                  <a:pt x="60" y="56"/>
                  <a:pt x="60" y="72"/>
                  <a:pt x="48" y="72"/>
                </a:cubicBezTo>
                <a:cubicBezTo>
                  <a:pt x="32" y="72"/>
                  <a:pt x="32" y="72"/>
                  <a:pt x="32" y="72"/>
                </a:cubicBezTo>
                <a:cubicBezTo>
                  <a:pt x="23" y="72"/>
                  <a:pt x="16" y="79"/>
                  <a:pt x="16" y="8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28"/>
                </a:lnTo>
                <a:close/>
                <a:moveTo>
                  <a:pt x="33" y="63"/>
                </a:moveTo>
                <a:cubicBezTo>
                  <a:pt x="34" y="64"/>
                  <a:pt x="35" y="64"/>
                  <a:pt x="36" y="64"/>
                </a:cubicBezTo>
                <a:cubicBezTo>
                  <a:pt x="38" y="64"/>
                  <a:pt x="40" y="62"/>
                  <a:pt x="40" y="60"/>
                </a:cubicBezTo>
                <a:cubicBezTo>
                  <a:pt x="40" y="59"/>
                  <a:pt x="40" y="58"/>
                  <a:pt x="39" y="57"/>
                </a:cubicBezTo>
                <a:cubicBezTo>
                  <a:pt x="30" y="48"/>
                  <a:pt x="30" y="48"/>
                  <a:pt x="30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62" y="48"/>
                  <a:pt x="64" y="46"/>
                  <a:pt x="64" y="44"/>
                </a:cubicBezTo>
                <a:cubicBezTo>
                  <a:pt x="64" y="42"/>
                  <a:pt x="62" y="40"/>
                  <a:pt x="6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9" y="31"/>
                  <a:pt x="39" y="31"/>
                  <a:pt x="39" y="31"/>
                </a:cubicBezTo>
                <a:cubicBezTo>
                  <a:pt x="40" y="30"/>
                  <a:pt x="40" y="29"/>
                  <a:pt x="40" y="28"/>
                </a:cubicBezTo>
                <a:cubicBezTo>
                  <a:pt x="40" y="26"/>
                  <a:pt x="38" y="24"/>
                  <a:pt x="36" y="24"/>
                </a:cubicBezTo>
                <a:cubicBezTo>
                  <a:pt x="35" y="24"/>
                  <a:pt x="34" y="24"/>
                  <a:pt x="33" y="25"/>
                </a:cubicBezTo>
                <a:cubicBezTo>
                  <a:pt x="17" y="41"/>
                  <a:pt x="17" y="41"/>
                  <a:pt x="17" y="41"/>
                </a:cubicBezTo>
                <a:cubicBezTo>
                  <a:pt x="16" y="42"/>
                  <a:pt x="16" y="43"/>
                  <a:pt x="16" y="44"/>
                </a:cubicBezTo>
                <a:cubicBezTo>
                  <a:pt x="16" y="45"/>
                  <a:pt x="16" y="46"/>
                  <a:pt x="17" y="47"/>
                </a:cubicBezTo>
                <a:lnTo>
                  <a:pt x="33" y="63"/>
                </a:lnTo>
                <a:close/>
                <a:moveTo>
                  <a:pt x="88" y="104"/>
                </a:moveTo>
                <a:cubicBezTo>
                  <a:pt x="79" y="104"/>
                  <a:pt x="72" y="111"/>
                  <a:pt x="72" y="120"/>
                </a:cubicBezTo>
                <a:cubicBezTo>
                  <a:pt x="72" y="129"/>
                  <a:pt x="79" y="136"/>
                  <a:pt x="88" y="136"/>
                </a:cubicBezTo>
                <a:cubicBezTo>
                  <a:pt x="97" y="136"/>
                  <a:pt x="104" y="129"/>
                  <a:pt x="104" y="120"/>
                </a:cubicBezTo>
                <a:cubicBezTo>
                  <a:pt x="104" y="111"/>
                  <a:pt x="97" y="104"/>
                  <a:pt x="88" y="104"/>
                </a:cubicBezTo>
                <a:moveTo>
                  <a:pt x="88" y="128"/>
                </a:moveTo>
                <a:cubicBezTo>
                  <a:pt x="84" y="128"/>
                  <a:pt x="80" y="124"/>
                  <a:pt x="80" y="120"/>
                </a:cubicBezTo>
                <a:cubicBezTo>
                  <a:pt x="80" y="116"/>
                  <a:pt x="84" y="112"/>
                  <a:pt x="88" y="112"/>
                </a:cubicBezTo>
                <a:cubicBezTo>
                  <a:pt x="92" y="112"/>
                  <a:pt x="96" y="116"/>
                  <a:pt x="96" y="120"/>
                </a:cubicBezTo>
                <a:cubicBezTo>
                  <a:pt x="96" y="124"/>
                  <a:pt x="92" y="128"/>
                  <a:pt x="88" y="128"/>
                </a:cubicBezTo>
                <a:moveTo>
                  <a:pt x="116" y="48"/>
                </a:moveTo>
                <a:cubicBezTo>
                  <a:pt x="146" y="48"/>
                  <a:pt x="146" y="48"/>
                  <a:pt x="146" y="48"/>
                </a:cubicBezTo>
                <a:cubicBezTo>
                  <a:pt x="137" y="57"/>
                  <a:pt x="137" y="57"/>
                  <a:pt x="137" y="57"/>
                </a:cubicBezTo>
                <a:cubicBezTo>
                  <a:pt x="136" y="58"/>
                  <a:pt x="136" y="59"/>
                  <a:pt x="136" y="60"/>
                </a:cubicBezTo>
                <a:cubicBezTo>
                  <a:pt x="136" y="62"/>
                  <a:pt x="138" y="64"/>
                  <a:pt x="140" y="64"/>
                </a:cubicBezTo>
                <a:cubicBezTo>
                  <a:pt x="141" y="64"/>
                  <a:pt x="142" y="64"/>
                  <a:pt x="143" y="63"/>
                </a:cubicBezTo>
                <a:cubicBezTo>
                  <a:pt x="159" y="47"/>
                  <a:pt x="159" y="47"/>
                  <a:pt x="159" y="47"/>
                </a:cubicBezTo>
                <a:cubicBezTo>
                  <a:pt x="160" y="46"/>
                  <a:pt x="160" y="45"/>
                  <a:pt x="160" y="44"/>
                </a:cubicBezTo>
                <a:cubicBezTo>
                  <a:pt x="160" y="43"/>
                  <a:pt x="160" y="42"/>
                  <a:pt x="159" y="41"/>
                </a:cubicBezTo>
                <a:cubicBezTo>
                  <a:pt x="143" y="25"/>
                  <a:pt x="143" y="25"/>
                  <a:pt x="143" y="25"/>
                </a:cubicBezTo>
                <a:cubicBezTo>
                  <a:pt x="142" y="24"/>
                  <a:pt x="141" y="24"/>
                  <a:pt x="140" y="24"/>
                </a:cubicBezTo>
                <a:cubicBezTo>
                  <a:pt x="138" y="24"/>
                  <a:pt x="136" y="26"/>
                  <a:pt x="136" y="28"/>
                </a:cubicBezTo>
                <a:cubicBezTo>
                  <a:pt x="136" y="29"/>
                  <a:pt x="136" y="30"/>
                  <a:pt x="137" y="31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4" y="40"/>
                  <a:pt x="112" y="42"/>
                  <a:pt x="112" y="44"/>
                </a:cubicBezTo>
                <a:cubicBezTo>
                  <a:pt x="112" y="46"/>
                  <a:pt x="114" y="48"/>
                  <a:pt x="116" y="48"/>
                </a:cubicBezTo>
                <a:moveTo>
                  <a:pt x="136" y="88"/>
                </a:moveTo>
                <a:cubicBezTo>
                  <a:pt x="132" y="88"/>
                  <a:pt x="128" y="92"/>
                  <a:pt x="128" y="96"/>
                </a:cubicBezTo>
                <a:cubicBezTo>
                  <a:pt x="128" y="100"/>
                  <a:pt x="132" y="104"/>
                  <a:pt x="136" y="104"/>
                </a:cubicBezTo>
                <a:cubicBezTo>
                  <a:pt x="140" y="104"/>
                  <a:pt x="144" y="100"/>
                  <a:pt x="144" y="96"/>
                </a:cubicBezTo>
                <a:cubicBezTo>
                  <a:pt x="144" y="92"/>
                  <a:pt x="140" y="88"/>
                  <a:pt x="136" y="88"/>
                </a:cubicBezTo>
                <a:moveTo>
                  <a:pt x="136" y="112"/>
                </a:moveTo>
                <a:cubicBezTo>
                  <a:pt x="134" y="112"/>
                  <a:pt x="132" y="114"/>
                  <a:pt x="132" y="116"/>
                </a:cubicBezTo>
                <a:cubicBezTo>
                  <a:pt x="132" y="118"/>
                  <a:pt x="134" y="120"/>
                  <a:pt x="136" y="120"/>
                </a:cubicBezTo>
                <a:cubicBezTo>
                  <a:pt x="138" y="120"/>
                  <a:pt x="140" y="118"/>
                  <a:pt x="140" y="116"/>
                </a:cubicBezTo>
                <a:cubicBezTo>
                  <a:pt x="140" y="114"/>
                  <a:pt x="138" y="112"/>
                  <a:pt x="136" y="11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94"/>
          <p:cNvSpPr>
            <a:spLocks noEditPoints="1"/>
          </p:cNvSpPr>
          <p:nvPr/>
        </p:nvSpPr>
        <p:spPr bwMode="auto">
          <a:xfrm>
            <a:off x="2960807" y="2368981"/>
            <a:ext cx="334275" cy="334275"/>
          </a:xfrm>
          <a:custGeom>
            <a:avLst/>
            <a:gdLst>
              <a:gd name="T0" fmla="*/ 40 w 176"/>
              <a:gd name="T1" fmla="*/ 120 h 176"/>
              <a:gd name="T2" fmla="*/ 104 w 176"/>
              <a:gd name="T3" fmla="*/ 120 h 176"/>
              <a:gd name="T4" fmla="*/ 72 w 176"/>
              <a:gd name="T5" fmla="*/ 144 h 176"/>
              <a:gd name="T6" fmla="*/ 72 w 176"/>
              <a:gd name="T7" fmla="*/ 96 h 176"/>
              <a:gd name="T8" fmla="*/ 72 w 176"/>
              <a:gd name="T9" fmla="*/ 144 h 176"/>
              <a:gd name="T10" fmla="*/ 116 w 176"/>
              <a:gd name="T11" fmla="*/ 116 h 176"/>
              <a:gd name="T12" fmla="*/ 124 w 176"/>
              <a:gd name="T13" fmla="*/ 116 h 176"/>
              <a:gd name="T14" fmla="*/ 120 w 176"/>
              <a:gd name="T15" fmla="*/ 88 h 176"/>
              <a:gd name="T16" fmla="*/ 120 w 176"/>
              <a:gd name="T17" fmla="*/ 104 h 176"/>
              <a:gd name="T18" fmla="*/ 120 w 176"/>
              <a:gd name="T19" fmla="*/ 88 h 176"/>
              <a:gd name="T20" fmla="*/ 56 w 176"/>
              <a:gd name="T21" fmla="*/ 120 h 176"/>
              <a:gd name="T22" fmla="*/ 88 w 176"/>
              <a:gd name="T23" fmla="*/ 120 h 176"/>
              <a:gd name="T24" fmla="*/ 72 w 176"/>
              <a:gd name="T25" fmla="*/ 128 h 176"/>
              <a:gd name="T26" fmla="*/ 72 w 176"/>
              <a:gd name="T27" fmla="*/ 112 h 176"/>
              <a:gd name="T28" fmla="*/ 72 w 176"/>
              <a:gd name="T29" fmla="*/ 128 h 176"/>
              <a:gd name="T30" fmla="*/ 152 w 176"/>
              <a:gd name="T31" fmla="*/ 56 h 176"/>
              <a:gd name="T32" fmla="*/ 152 w 176"/>
              <a:gd name="T33" fmla="*/ 64 h 176"/>
              <a:gd name="T34" fmla="*/ 160 w 176"/>
              <a:gd name="T35" fmla="*/ 40 h 176"/>
              <a:gd name="T36" fmla="*/ 144 w 176"/>
              <a:gd name="T37" fmla="*/ 40 h 176"/>
              <a:gd name="T38" fmla="*/ 160 w 176"/>
              <a:gd name="T39" fmla="*/ 40 h 176"/>
              <a:gd name="T40" fmla="*/ 112 w 176"/>
              <a:gd name="T41" fmla="*/ 72 h 176"/>
              <a:gd name="T42" fmla="*/ 60 w 176"/>
              <a:gd name="T43" fmla="*/ 56 h 176"/>
              <a:gd name="T44" fmla="*/ 16 w 176"/>
              <a:gd name="T45" fmla="*/ 72 h 176"/>
              <a:gd name="T46" fmla="*/ 0 w 176"/>
              <a:gd name="T47" fmla="*/ 160 h 176"/>
              <a:gd name="T48" fmla="*/ 128 w 176"/>
              <a:gd name="T49" fmla="*/ 176 h 176"/>
              <a:gd name="T50" fmla="*/ 144 w 176"/>
              <a:gd name="T51" fmla="*/ 88 h 176"/>
              <a:gd name="T52" fmla="*/ 136 w 176"/>
              <a:gd name="T53" fmla="*/ 160 h 176"/>
              <a:gd name="T54" fmla="*/ 16 w 176"/>
              <a:gd name="T55" fmla="*/ 168 h 176"/>
              <a:gd name="T56" fmla="*/ 8 w 176"/>
              <a:gd name="T57" fmla="*/ 88 h 176"/>
              <a:gd name="T58" fmla="*/ 32 w 176"/>
              <a:gd name="T59" fmla="*/ 80 h 176"/>
              <a:gd name="T60" fmla="*/ 72 w 176"/>
              <a:gd name="T61" fmla="*/ 64 h 176"/>
              <a:gd name="T62" fmla="*/ 112 w 176"/>
              <a:gd name="T63" fmla="*/ 80 h 176"/>
              <a:gd name="T64" fmla="*/ 136 w 176"/>
              <a:gd name="T65" fmla="*/ 88 h 176"/>
              <a:gd name="T66" fmla="*/ 160 w 176"/>
              <a:gd name="T67" fmla="*/ 16 h 176"/>
              <a:gd name="T68" fmla="*/ 116 w 176"/>
              <a:gd name="T69" fmla="*/ 0 h 176"/>
              <a:gd name="T70" fmla="*/ 64 w 176"/>
              <a:gd name="T71" fmla="*/ 16 h 176"/>
              <a:gd name="T72" fmla="*/ 32 w 176"/>
              <a:gd name="T73" fmla="*/ 32 h 176"/>
              <a:gd name="T74" fmla="*/ 38 w 176"/>
              <a:gd name="T75" fmla="*/ 60 h 176"/>
              <a:gd name="T76" fmla="*/ 40 w 176"/>
              <a:gd name="T77" fmla="*/ 32 h 176"/>
              <a:gd name="T78" fmla="*/ 64 w 176"/>
              <a:gd name="T79" fmla="*/ 24 h 176"/>
              <a:gd name="T80" fmla="*/ 104 w 176"/>
              <a:gd name="T81" fmla="*/ 8 h 176"/>
              <a:gd name="T82" fmla="*/ 144 w 176"/>
              <a:gd name="T83" fmla="*/ 24 h 176"/>
              <a:gd name="T84" fmla="*/ 168 w 176"/>
              <a:gd name="T85" fmla="*/ 32 h 176"/>
              <a:gd name="T86" fmla="*/ 160 w 176"/>
              <a:gd name="T87" fmla="*/ 112 h 176"/>
              <a:gd name="T88" fmla="*/ 152 w 176"/>
              <a:gd name="T89" fmla="*/ 120 h 176"/>
              <a:gd name="T90" fmla="*/ 176 w 176"/>
              <a:gd name="T91" fmla="*/ 104 h 176"/>
              <a:gd name="T92" fmla="*/ 160 w 176"/>
              <a:gd name="T93" fmla="*/ 16 h 176"/>
              <a:gd name="T94" fmla="*/ 103 w 176"/>
              <a:gd name="T95" fmla="*/ 56 h 176"/>
              <a:gd name="T96" fmla="*/ 112 w 176"/>
              <a:gd name="T97" fmla="*/ 64 h 176"/>
              <a:gd name="T98" fmla="*/ 104 w 176"/>
              <a:gd name="T99" fmla="*/ 48 h 176"/>
              <a:gd name="T100" fmla="*/ 128 w 176"/>
              <a:gd name="T101" fmla="*/ 64 h 176"/>
              <a:gd name="T102" fmla="*/ 136 w 176"/>
              <a:gd name="T103" fmla="*/ 64 h 176"/>
              <a:gd name="T104" fmla="*/ 76 w 176"/>
              <a:gd name="T105" fmla="*/ 48 h 176"/>
              <a:gd name="T106" fmla="*/ 86 w 176"/>
              <a:gd name="T107" fmla="*/ 48 h 176"/>
              <a:gd name="T108" fmla="*/ 128 w 176"/>
              <a:gd name="T109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72" y="88"/>
                </a:moveTo>
                <a:cubicBezTo>
                  <a:pt x="54" y="88"/>
                  <a:pt x="40" y="102"/>
                  <a:pt x="40" y="120"/>
                </a:cubicBezTo>
                <a:cubicBezTo>
                  <a:pt x="40" y="138"/>
                  <a:pt x="54" y="152"/>
                  <a:pt x="72" y="152"/>
                </a:cubicBezTo>
                <a:cubicBezTo>
                  <a:pt x="90" y="152"/>
                  <a:pt x="104" y="138"/>
                  <a:pt x="104" y="120"/>
                </a:cubicBezTo>
                <a:cubicBezTo>
                  <a:pt x="104" y="102"/>
                  <a:pt x="90" y="88"/>
                  <a:pt x="72" y="88"/>
                </a:cubicBezTo>
                <a:moveTo>
                  <a:pt x="72" y="144"/>
                </a:moveTo>
                <a:cubicBezTo>
                  <a:pt x="59" y="144"/>
                  <a:pt x="48" y="133"/>
                  <a:pt x="48" y="120"/>
                </a:cubicBezTo>
                <a:cubicBezTo>
                  <a:pt x="48" y="107"/>
                  <a:pt x="59" y="96"/>
                  <a:pt x="72" y="96"/>
                </a:cubicBezTo>
                <a:cubicBezTo>
                  <a:pt x="85" y="96"/>
                  <a:pt x="96" y="107"/>
                  <a:pt x="96" y="120"/>
                </a:cubicBezTo>
                <a:cubicBezTo>
                  <a:pt x="96" y="133"/>
                  <a:pt x="85" y="144"/>
                  <a:pt x="72" y="144"/>
                </a:cubicBezTo>
                <a:moveTo>
                  <a:pt x="120" y="112"/>
                </a:moveTo>
                <a:cubicBezTo>
                  <a:pt x="118" y="112"/>
                  <a:pt x="116" y="114"/>
                  <a:pt x="116" y="116"/>
                </a:cubicBezTo>
                <a:cubicBezTo>
                  <a:pt x="116" y="118"/>
                  <a:pt x="118" y="120"/>
                  <a:pt x="120" y="120"/>
                </a:cubicBezTo>
                <a:cubicBezTo>
                  <a:pt x="122" y="120"/>
                  <a:pt x="124" y="118"/>
                  <a:pt x="124" y="116"/>
                </a:cubicBezTo>
                <a:cubicBezTo>
                  <a:pt x="124" y="114"/>
                  <a:pt x="122" y="112"/>
                  <a:pt x="120" y="112"/>
                </a:cubicBezTo>
                <a:moveTo>
                  <a:pt x="120" y="88"/>
                </a:moveTo>
                <a:cubicBezTo>
                  <a:pt x="116" y="88"/>
                  <a:pt x="112" y="92"/>
                  <a:pt x="112" y="96"/>
                </a:cubicBezTo>
                <a:cubicBezTo>
                  <a:pt x="112" y="100"/>
                  <a:pt x="116" y="104"/>
                  <a:pt x="120" y="104"/>
                </a:cubicBezTo>
                <a:cubicBezTo>
                  <a:pt x="124" y="104"/>
                  <a:pt x="128" y="100"/>
                  <a:pt x="128" y="96"/>
                </a:cubicBezTo>
                <a:cubicBezTo>
                  <a:pt x="128" y="92"/>
                  <a:pt x="124" y="88"/>
                  <a:pt x="120" y="88"/>
                </a:cubicBezTo>
                <a:moveTo>
                  <a:pt x="72" y="104"/>
                </a:moveTo>
                <a:cubicBezTo>
                  <a:pt x="63" y="104"/>
                  <a:pt x="56" y="111"/>
                  <a:pt x="56" y="120"/>
                </a:cubicBezTo>
                <a:cubicBezTo>
                  <a:pt x="56" y="129"/>
                  <a:pt x="63" y="136"/>
                  <a:pt x="72" y="136"/>
                </a:cubicBezTo>
                <a:cubicBezTo>
                  <a:pt x="81" y="136"/>
                  <a:pt x="88" y="129"/>
                  <a:pt x="88" y="120"/>
                </a:cubicBezTo>
                <a:cubicBezTo>
                  <a:pt x="88" y="111"/>
                  <a:pt x="81" y="104"/>
                  <a:pt x="72" y="104"/>
                </a:cubicBezTo>
                <a:moveTo>
                  <a:pt x="72" y="128"/>
                </a:moveTo>
                <a:cubicBezTo>
                  <a:pt x="68" y="128"/>
                  <a:pt x="64" y="124"/>
                  <a:pt x="64" y="120"/>
                </a:cubicBezTo>
                <a:cubicBezTo>
                  <a:pt x="64" y="116"/>
                  <a:pt x="68" y="112"/>
                  <a:pt x="72" y="112"/>
                </a:cubicBezTo>
                <a:cubicBezTo>
                  <a:pt x="76" y="112"/>
                  <a:pt x="80" y="116"/>
                  <a:pt x="80" y="120"/>
                </a:cubicBezTo>
                <a:cubicBezTo>
                  <a:pt x="80" y="124"/>
                  <a:pt x="76" y="128"/>
                  <a:pt x="72" y="128"/>
                </a:cubicBezTo>
                <a:moveTo>
                  <a:pt x="156" y="60"/>
                </a:moveTo>
                <a:cubicBezTo>
                  <a:pt x="156" y="58"/>
                  <a:pt x="154" y="56"/>
                  <a:pt x="152" y="56"/>
                </a:cubicBezTo>
                <a:cubicBezTo>
                  <a:pt x="150" y="56"/>
                  <a:pt x="148" y="58"/>
                  <a:pt x="148" y="60"/>
                </a:cubicBezTo>
                <a:cubicBezTo>
                  <a:pt x="148" y="62"/>
                  <a:pt x="150" y="64"/>
                  <a:pt x="152" y="64"/>
                </a:cubicBezTo>
                <a:cubicBezTo>
                  <a:pt x="154" y="64"/>
                  <a:pt x="156" y="62"/>
                  <a:pt x="156" y="60"/>
                </a:cubicBezTo>
                <a:moveTo>
                  <a:pt x="160" y="40"/>
                </a:moveTo>
                <a:cubicBezTo>
                  <a:pt x="160" y="36"/>
                  <a:pt x="156" y="32"/>
                  <a:pt x="152" y="32"/>
                </a:cubicBezTo>
                <a:cubicBezTo>
                  <a:pt x="148" y="32"/>
                  <a:pt x="144" y="36"/>
                  <a:pt x="144" y="40"/>
                </a:cubicBezTo>
                <a:cubicBezTo>
                  <a:pt x="144" y="44"/>
                  <a:pt x="148" y="48"/>
                  <a:pt x="152" y="48"/>
                </a:cubicBezTo>
                <a:cubicBezTo>
                  <a:pt x="156" y="48"/>
                  <a:pt x="160" y="44"/>
                  <a:pt x="160" y="40"/>
                </a:cubicBezTo>
                <a:moveTo>
                  <a:pt x="128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56"/>
                  <a:pt x="84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44" y="56"/>
                  <a:pt x="44" y="72"/>
                  <a:pt x="32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79"/>
                  <a:pt x="137" y="72"/>
                  <a:pt x="128" y="7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64"/>
                  <a:pt x="6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96" y="64"/>
                  <a:pt x="96" y="80"/>
                  <a:pt x="112" y="80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32" y="80"/>
                  <a:pt x="136" y="84"/>
                  <a:pt x="136" y="88"/>
                </a:cubicBezTo>
                <a:lnTo>
                  <a:pt x="136" y="160"/>
                </a:lnTo>
                <a:close/>
                <a:moveTo>
                  <a:pt x="160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32" y="16"/>
                  <a:pt x="132" y="0"/>
                  <a:pt x="116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76" y="0"/>
                  <a:pt x="76" y="16"/>
                  <a:pt x="64" y="16"/>
                </a:cubicBezTo>
                <a:cubicBezTo>
                  <a:pt x="48" y="16"/>
                  <a:pt x="48" y="16"/>
                  <a:pt x="48" y="16"/>
                </a:cubicBezTo>
                <a:cubicBezTo>
                  <a:pt x="39" y="16"/>
                  <a:pt x="32" y="23"/>
                  <a:pt x="32" y="32"/>
                </a:cubicBezTo>
                <a:cubicBezTo>
                  <a:pt x="32" y="64"/>
                  <a:pt x="32" y="64"/>
                  <a:pt x="32" y="64"/>
                </a:cubicBezTo>
                <a:cubicBezTo>
                  <a:pt x="34" y="64"/>
                  <a:pt x="35" y="63"/>
                  <a:pt x="38" y="60"/>
                </a:cubicBezTo>
                <a:cubicBezTo>
                  <a:pt x="38" y="59"/>
                  <a:pt x="39" y="58"/>
                  <a:pt x="40" y="57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28"/>
                  <a:pt x="44" y="24"/>
                  <a:pt x="48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80" y="24"/>
                  <a:pt x="80" y="8"/>
                  <a:pt x="92" y="8"/>
                </a:cubicBezTo>
                <a:cubicBezTo>
                  <a:pt x="104" y="8"/>
                  <a:pt x="104" y="8"/>
                  <a:pt x="104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28" y="8"/>
                  <a:pt x="128" y="24"/>
                  <a:pt x="144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8" y="108"/>
                  <a:pt x="164" y="112"/>
                  <a:pt x="160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69" y="120"/>
                  <a:pt x="176" y="113"/>
                  <a:pt x="176" y="104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95" y="51"/>
                </a:moveTo>
                <a:cubicBezTo>
                  <a:pt x="99" y="52"/>
                  <a:pt x="101" y="54"/>
                  <a:pt x="103" y="56"/>
                </a:cubicBezTo>
                <a:cubicBezTo>
                  <a:pt x="103" y="56"/>
                  <a:pt x="104" y="56"/>
                  <a:pt x="104" y="56"/>
                </a:cubicBezTo>
                <a:cubicBezTo>
                  <a:pt x="108" y="56"/>
                  <a:pt x="112" y="60"/>
                  <a:pt x="112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55"/>
                  <a:pt x="113" y="48"/>
                  <a:pt x="104" y="48"/>
                </a:cubicBezTo>
                <a:cubicBezTo>
                  <a:pt x="101" y="48"/>
                  <a:pt x="98" y="49"/>
                  <a:pt x="95" y="51"/>
                </a:cubicBezTo>
                <a:moveTo>
                  <a:pt x="128" y="64"/>
                </a:moveTo>
                <a:cubicBezTo>
                  <a:pt x="131" y="64"/>
                  <a:pt x="133" y="65"/>
                  <a:pt x="136" y="65"/>
                </a:cubicBezTo>
                <a:cubicBezTo>
                  <a:pt x="136" y="65"/>
                  <a:pt x="136" y="64"/>
                  <a:pt x="136" y="64"/>
                </a:cubicBezTo>
                <a:cubicBezTo>
                  <a:pt x="136" y="46"/>
                  <a:pt x="122" y="32"/>
                  <a:pt x="104" y="32"/>
                </a:cubicBezTo>
                <a:cubicBezTo>
                  <a:pt x="92" y="32"/>
                  <a:pt x="82" y="38"/>
                  <a:pt x="76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5" y="48"/>
                  <a:pt x="85" y="48"/>
                  <a:pt x="86" y="48"/>
                </a:cubicBezTo>
                <a:cubicBezTo>
                  <a:pt x="91" y="43"/>
                  <a:pt x="97" y="40"/>
                  <a:pt x="104" y="40"/>
                </a:cubicBezTo>
                <a:cubicBezTo>
                  <a:pt x="117" y="40"/>
                  <a:pt x="128" y="51"/>
                  <a:pt x="128" y="6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95"/>
          <p:cNvSpPr>
            <a:spLocks noEditPoints="1"/>
          </p:cNvSpPr>
          <p:nvPr/>
        </p:nvSpPr>
        <p:spPr bwMode="auto">
          <a:xfrm>
            <a:off x="3600148" y="2368981"/>
            <a:ext cx="334275" cy="334275"/>
          </a:xfrm>
          <a:custGeom>
            <a:avLst/>
            <a:gdLst>
              <a:gd name="T0" fmla="*/ 160 w 176"/>
              <a:gd name="T1" fmla="*/ 32 h 176"/>
              <a:gd name="T2" fmla="*/ 102 w 176"/>
              <a:gd name="T3" fmla="*/ 32 h 176"/>
              <a:gd name="T4" fmla="*/ 118 w 176"/>
              <a:gd name="T5" fmla="*/ 16 h 176"/>
              <a:gd name="T6" fmla="*/ 120 w 176"/>
              <a:gd name="T7" fmla="*/ 16 h 176"/>
              <a:gd name="T8" fmla="*/ 128 w 176"/>
              <a:gd name="T9" fmla="*/ 8 h 176"/>
              <a:gd name="T10" fmla="*/ 120 w 176"/>
              <a:gd name="T11" fmla="*/ 0 h 176"/>
              <a:gd name="T12" fmla="*/ 112 w 176"/>
              <a:gd name="T13" fmla="*/ 8 h 176"/>
              <a:gd name="T14" fmla="*/ 112 w 176"/>
              <a:gd name="T15" fmla="*/ 10 h 176"/>
              <a:gd name="T16" fmla="*/ 90 w 176"/>
              <a:gd name="T17" fmla="*/ 32 h 176"/>
              <a:gd name="T18" fmla="*/ 86 w 176"/>
              <a:gd name="T19" fmla="*/ 32 h 176"/>
              <a:gd name="T20" fmla="*/ 64 w 176"/>
              <a:gd name="T21" fmla="*/ 10 h 176"/>
              <a:gd name="T22" fmla="*/ 64 w 176"/>
              <a:gd name="T23" fmla="*/ 8 h 176"/>
              <a:gd name="T24" fmla="*/ 56 w 176"/>
              <a:gd name="T25" fmla="*/ 0 h 176"/>
              <a:gd name="T26" fmla="*/ 48 w 176"/>
              <a:gd name="T27" fmla="*/ 8 h 176"/>
              <a:gd name="T28" fmla="*/ 56 w 176"/>
              <a:gd name="T29" fmla="*/ 16 h 176"/>
              <a:gd name="T30" fmla="*/ 58 w 176"/>
              <a:gd name="T31" fmla="*/ 16 h 176"/>
              <a:gd name="T32" fmla="*/ 74 w 176"/>
              <a:gd name="T33" fmla="*/ 32 h 176"/>
              <a:gd name="T34" fmla="*/ 16 w 176"/>
              <a:gd name="T35" fmla="*/ 32 h 176"/>
              <a:gd name="T36" fmla="*/ 0 w 176"/>
              <a:gd name="T37" fmla="*/ 48 h 176"/>
              <a:gd name="T38" fmla="*/ 0 w 176"/>
              <a:gd name="T39" fmla="*/ 144 h 176"/>
              <a:gd name="T40" fmla="*/ 16 w 176"/>
              <a:gd name="T41" fmla="*/ 160 h 176"/>
              <a:gd name="T42" fmla="*/ 32 w 176"/>
              <a:gd name="T43" fmla="*/ 160 h 176"/>
              <a:gd name="T44" fmla="*/ 32 w 176"/>
              <a:gd name="T45" fmla="*/ 172 h 176"/>
              <a:gd name="T46" fmla="*/ 36 w 176"/>
              <a:gd name="T47" fmla="*/ 176 h 176"/>
              <a:gd name="T48" fmla="*/ 40 w 176"/>
              <a:gd name="T49" fmla="*/ 172 h 176"/>
              <a:gd name="T50" fmla="*/ 40 w 176"/>
              <a:gd name="T51" fmla="*/ 168 h 176"/>
              <a:gd name="T52" fmla="*/ 136 w 176"/>
              <a:gd name="T53" fmla="*/ 168 h 176"/>
              <a:gd name="T54" fmla="*/ 136 w 176"/>
              <a:gd name="T55" fmla="*/ 172 h 176"/>
              <a:gd name="T56" fmla="*/ 140 w 176"/>
              <a:gd name="T57" fmla="*/ 176 h 176"/>
              <a:gd name="T58" fmla="*/ 144 w 176"/>
              <a:gd name="T59" fmla="*/ 172 h 176"/>
              <a:gd name="T60" fmla="*/ 144 w 176"/>
              <a:gd name="T61" fmla="*/ 160 h 176"/>
              <a:gd name="T62" fmla="*/ 160 w 176"/>
              <a:gd name="T63" fmla="*/ 160 h 176"/>
              <a:gd name="T64" fmla="*/ 176 w 176"/>
              <a:gd name="T65" fmla="*/ 144 h 176"/>
              <a:gd name="T66" fmla="*/ 176 w 176"/>
              <a:gd name="T67" fmla="*/ 48 h 176"/>
              <a:gd name="T68" fmla="*/ 160 w 176"/>
              <a:gd name="T69" fmla="*/ 32 h 176"/>
              <a:gd name="T70" fmla="*/ 168 w 176"/>
              <a:gd name="T71" fmla="*/ 144 h 176"/>
              <a:gd name="T72" fmla="*/ 160 w 176"/>
              <a:gd name="T73" fmla="*/ 152 h 176"/>
              <a:gd name="T74" fmla="*/ 16 w 176"/>
              <a:gd name="T75" fmla="*/ 152 h 176"/>
              <a:gd name="T76" fmla="*/ 8 w 176"/>
              <a:gd name="T77" fmla="*/ 144 h 176"/>
              <a:gd name="T78" fmla="*/ 8 w 176"/>
              <a:gd name="T79" fmla="*/ 48 h 176"/>
              <a:gd name="T80" fmla="*/ 16 w 176"/>
              <a:gd name="T81" fmla="*/ 40 h 176"/>
              <a:gd name="T82" fmla="*/ 160 w 176"/>
              <a:gd name="T83" fmla="*/ 40 h 176"/>
              <a:gd name="T84" fmla="*/ 168 w 176"/>
              <a:gd name="T85" fmla="*/ 48 h 176"/>
              <a:gd name="T86" fmla="*/ 168 w 176"/>
              <a:gd name="T87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160" y="32"/>
                </a:moveTo>
                <a:cubicBezTo>
                  <a:pt x="102" y="32"/>
                  <a:pt x="102" y="32"/>
                  <a:pt x="102" y="32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9" y="16"/>
                  <a:pt x="119" y="16"/>
                  <a:pt x="120" y="16"/>
                </a:cubicBezTo>
                <a:cubicBezTo>
                  <a:pt x="124" y="16"/>
                  <a:pt x="128" y="12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116" y="0"/>
                  <a:pt x="112" y="4"/>
                  <a:pt x="112" y="8"/>
                </a:cubicBezTo>
                <a:cubicBezTo>
                  <a:pt x="112" y="9"/>
                  <a:pt x="112" y="9"/>
                  <a:pt x="112" y="10"/>
                </a:cubicBezTo>
                <a:cubicBezTo>
                  <a:pt x="90" y="32"/>
                  <a:pt x="90" y="32"/>
                  <a:pt x="90" y="32"/>
                </a:cubicBezTo>
                <a:cubicBezTo>
                  <a:pt x="86" y="32"/>
                  <a:pt x="86" y="32"/>
                  <a:pt x="86" y="32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9"/>
                  <a:pt x="64" y="9"/>
                  <a:pt x="64" y="8"/>
                </a:cubicBezTo>
                <a:cubicBezTo>
                  <a:pt x="64" y="4"/>
                  <a:pt x="60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"/>
                  <a:pt x="52" y="16"/>
                  <a:pt x="56" y="16"/>
                </a:cubicBezTo>
                <a:cubicBezTo>
                  <a:pt x="57" y="16"/>
                  <a:pt x="57" y="16"/>
                  <a:pt x="58" y="16"/>
                </a:cubicBezTo>
                <a:cubicBezTo>
                  <a:pt x="74" y="32"/>
                  <a:pt x="74" y="32"/>
                  <a:pt x="74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4"/>
                  <a:pt x="34" y="176"/>
                  <a:pt x="36" y="176"/>
                </a:cubicBezTo>
                <a:cubicBezTo>
                  <a:pt x="38" y="176"/>
                  <a:pt x="40" y="174"/>
                  <a:pt x="40" y="172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6" y="172"/>
                  <a:pt x="136" y="172"/>
                  <a:pt x="136" y="172"/>
                </a:cubicBezTo>
                <a:cubicBezTo>
                  <a:pt x="136" y="174"/>
                  <a:pt x="138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9" y="160"/>
                  <a:pt x="176" y="153"/>
                  <a:pt x="176" y="144"/>
                </a:cubicBezTo>
                <a:cubicBezTo>
                  <a:pt x="176" y="48"/>
                  <a:pt x="176" y="48"/>
                  <a:pt x="176" y="48"/>
                </a:cubicBezTo>
                <a:cubicBezTo>
                  <a:pt x="176" y="39"/>
                  <a:pt x="169" y="32"/>
                  <a:pt x="160" y="32"/>
                </a:cubicBezTo>
                <a:moveTo>
                  <a:pt x="168" y="144"/>
                </a:moveTo>
                <a:cubicBezTo>
                  <a:pt x="168" y="148"/>
                  <a:pt x="164" y="152"/>
                  <a:pt x="160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8" y="148"/>
                  <a:pt x="8" y="144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4" y="40"/>
                  <a:pt x="168" y="44"/>
                  <a:pt x="168" y="48"/>
                </a:cubicBezTo>
                <a:lnTo>
                  <a:pt x="168" y="1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96"/>
          <p:cNvSpPr>
            <a:spLocks noEditPoints="1"/>
          </p:cNvSpPr>
          <p:nvPr/>
        </p:nvSpPr>
        <p:spPr bwMode="auto">
          <a:xfrm>
            <a:off x="4239490" y="2368981"/>
            <a:ext cx="334275" cy="334275"/>
          </a:xfrm>
          <a:custGeom>
            <a:avLst/>
            <a:gdLst>
              <a:gd name="T0" fmla="*/ 112 w 176"/>
              <a:gd name="T1" fmla="*/ 64 h 176"/>
              <a:gd name="T2" fmla="*/ 160 w 176"/>
              <a:gd name="T3" fmla="*/ 112 h 176"/>
              <a:gd name="T4" fmla="*/ 160 w 176"/>
              <a:gd name="T5" fmla="*/ 128 h 176"/>
              <a:gd name="T6" fmla="*/ 144 w 176"/>
              <a:gd name="T7" fmla="*/ 80 h 176"/>
              <a:gd name="T8" fmla="*/ 160 w 176"/>
              <a:gd name="T9" fmla="*/ 80 h 176"/>
              <a:gd name="T10" fmla="*/ 80 w 176"/>
              <a:gd name="T11" fmla="*/ 96 h 176"/>
              <a:gd name="T12" fmla="*/ 128 w 176"/>
              <a:gd name="T13" fmla="*/ 144 h 176"/>
              <a:gd name="T14" fmla="*/ 128 w 176"/>
              <a:gd name="T15" fmla="*/ 128 h 176"/>
              <a:gd name="T16" fmla="*/ 112 w 176"/>
              <a:gd name="T17" fmla="*/ 144 h 176"/>
              <a:gd name="T18" fmla="*/ 96 w 176"/>
              <a:gd name="T19" fmla="*/ 144 h 176"/>
              <a:gd name="T20" fmla="*/ 80 w 176"/>
              <a:gd name="T21" fmla="*/ 128 h 176"/>
              <a:gd name="T22" fmla="*/ 16 w 176"/>
              <a:gd name="T23" fmla="*/ 96 h 176"/>
              <a:gd name="T24" fmla="*/ 16 w 176"/>
              <a:gd name="T25" fmla="*/ 80 h 176"/>
              <a:gd name="T26" fmla="*/ 32 w 176"/>
              <a:gd name="T27" fmla="*/ 128 h 176"/>
              <a:gd name="T28" fmla="*/ 16 w 176"/>
              <a:gd name="T29" fmla="*/ 128 h 176"/>
              <a:gd name="T30" fmla="*/ 48 w 176"/>
              <a:gd name="T31" fmla="*/ 64 h 176"/>
              <a:gd name="T32" fmla="*/ 96 w 176"/>
              <a:gd name="T33" fmla="*/ 48 h 176"/>
              <a:gd name="T34" fmla="*/ 96 w 176"/>
              <a:gd name="T35" fmla="*/ 64 h 176"/>
              <a:gd name="T36" fmla="*/ 48 w 176"/>
              <a:gd name="T37" fmla="*/ 144 h 176"/>
              <a:gd name="T38" fmla="*/ 32 w 176"/>
              <a:gd name="T39" fmla="*/ 144 h 176"/>
              <a:gd name="T40" fmla="*/ 32 w 176"/>
              <a:gd name="T41" fmla="*/ 48 h 176"/>
              <a:gd name="T42" fmla="*/ 128 w 176"/>
              <a:gd name="T43" fmla="*/ 112 h 176"/>
              <a:gd name="T44" fmla="*/ 128 w 176"/>
              <a:gd name="T45" fmla="*/ 96 h 176"/>
              <a:gd name="T46" fmla="*/ 48 w 176"/>
              <a:gd name="T47" fmla="*/ 80 h 176"/>
              <a:gd name="T48" fmla="*/ 64 w 176"/>
              <a:gd name="T49" fmla="*/ 80 h 176"/>
              <a:gd name="T50" fmla="*/ 96 w 176"/>
              <a:gd name="T51" fmla="*/ 112 h 176"/>
              <a:gd name="T52" fmla="*/ 48 w 176"/>
              <a:gd name="T53" fmla="*/ 128 h 176"/>
              <a:gd name="T54" fmla="*/ 48 w 176"/>
              <a:gd name="T55" fmla="*/ 112 h 176"/>
              <a:gd name="T56" fmla="*/ 102 w 176"/>
              <a:gd name="T57" fmla="*/ 32 h 176"/>
              <a:gd name="T58" fmla="*/ 128 w 176"/>
              <a:gd name="T59" fmla="*/ 8 h 176"/>
              <a:gd name="T60" fmla="*/ 112 w 176"/>
              <a:gd name="T61" fmla="*/ 10 h 176"/>
              <a:gd name="T62" fmla="*/ 64 w 176"/>
              <a:gd name="T63" fmla="*/ 10 h 176"/>
              <a:gd name="T64" fmla="*/ 48 w 176"/>
              <a:gd name="T65" fmla="*/ 8 h 176"/>
              <a:gd name="T66" fmla="*/ 74 w 176"/>
              <a:gd name="T67" fmla="*/ 32 h 176"/>
              <a:gd name="T68" fmla="*/ 0 w 176"/>
              <a:gd name="T69" fmla="*/ 144 h 176"/>
              <a:gd name="T70" fmla="*/ 32 w 176"/>
              <a:gd name="T71" fmla="*/ 172 h 176"/>
              <a:gd name="T72" fmla="*/ 40 w 176"/>
              <a:gd name="T73" fmla="*/ 168 h 176"/>
              <a:gd name="T74" fmla="*/ 140 w 176"/>
              <a:gd name="T75" fmla="*/ 176 h 176"/>
              <a:gd name="T76" fmla="*/ 160 w 176"/>
              <a:gd name="T77" fmla="*/ 160 h 176"/>
              <a:gd name="T78" fmla="*/ 160 w 176"/>
              <a:gd name="T79" fmla="*/ 32 h 176"/>
              <a:gd name="T80" fmla="*/ 16 w 176"/>
              <a:gd name="T81" fmla="*/ 152 h 176"/>
              <a:gd name="T82" fmla="*/ 16 w 176"/>
              <a:gd name="T83" fmla="*/ 40 h 176"/>
              <a:gd name="T84" fmla="*/ 168 w 176"/>
              <a:gd name="T85" fmla="*/ 144 h 176"/>
              <a:gd name="T86" fmla="*/ 144 w 176"/>
              <a:gd name="T87" fmla="*/ 64 h 176"/>
              <a:gd name="T88" fmla="*/ 144 w 176"/>
              <a:gd name="T89" fmla="*/ 64 h 176"/>
              <a:gd name="T90" fmla="*/ 144 w 176"/>
              <a:gd name="T91" fmla="*/ 48 h 176"/>
              <a:gd name="T92" fmla="*/ 128 w 176"/>
              <a:gd name="T93" fmla="*/ 128 h 176"/>
              <a:gd name="T94" fmla="*/ 112 w 176"/>
              <a:gd name="T95" fmla="*/ 128 h 176"/>
              <a:gd name="T96" fmla="*/ 112 w 176"/>
              <a:gd name="T97" fmla="*/ 96 h 176"/>
              <a:gd name="T98" fmla="*/ 48 w 176"/>
              <a:gd name="T99" fmla="*/ 96 h 176"/>
              <a:gd name="T100" fmla="*/ 48 w 176"/>
              <a:gd name="T101" fmla="*/ 112 h 176"/>
              <a:gd name="T102" fmla="*/ 128 w 176"/>
              <a:gd name="T103" fmla="*/ 96 h 176"/>
              <a:gd name="T104" fmla="*/ 112 w 176"/>
              <a:gd name="T105" fmla="*/ 96 h 176"/>
              <a:gd name="T106" fmla="*/ 80 w 176"/>
              <a:gd name="T107" fmla="*/ 96 h 176"/>
              <a:gd name="T108" fmla="*/ 112 w 176"/>
              <a:gd name="T109" fmla="*/ 64 h 176"/>
              <a:gd name="T110" fmla="*/ 112 w 176"/>
              <a:gd name="T111" fmla="*/ 80 h 176"/>
              <a:gd name="T112" fmla="*/ 32 w 176"/>
              <a:gd name="T113" fmla="*/ 64 h 176"/>
              <a:gd name="T114" fmla="*/ 48 w 176"/>
              <a:gd name="T115" fmla="*/ 64 h 176"/>
              <a:gd name="T116" fmla="*/ 64 w 176"/>
              <a:gd name="T117" fmla="*/ 8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76">
                <a:moveTo>
                  <a:pt x="128" y="48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8" y="64"/>
                  <a:pt x="128" y="64"/>
                  <a:pt x="128" y="64"/>
                </a:cubicBezTo>
                <a:lnTo>
                  <a:pt x="128" y="48"/>
                </a:lnTo>
                <a:close/>
                <a:moveTo>
                  <a:pt x="160" y="112"/>
                </a:moveTo>
                <a:cubicBezTo>
                  <a:pt x="144" y="112"/>
                  <a:pt x="144" y="112"/>
                  <a:pt x="144" y="112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112"/>
                </a:lnTo>
                <a:close/>
                <a:moveTo>
                  <a:pt x="160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60" y="96"/>
                  <a:pt x="160" y="96"/>
                  <a:pt x="160" y="96"/>
                </a:cubicBezTo>
                <a:lnTo>
                  <a:pt x="160" y="80"/>
                </a:lnTo>
                <a:close/>
                <a:moveTo>
                  <a:pt x="96" y="80"/>
                </a:moveTo>
                <a:cubicBezTo>
                  <a:pt x="80" y="80"/>
                  <a:pt x="80" y="80"/>
                  <a:pt x="80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80"/>
                </a:lnTo>
                <a:close/>
                <a:moveTo>
                  <a:pt x="128" y="144"/>
                </a:moveTo>
                <a:cubicBezTo>
                  <a:pt x="144" y="144"/>
                  <a:pt x="144" y="144"/>
                  <a:pt x="144" y="144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28" y="128"/>
                  <a:pt x="128" y="128"/>
                  <a:pt x="128" y="128"/>
                </a:cubicBezTo>
                <a:lnTo>
                  <a:pt x="128" y="144"/>
                </a:lnTo>
                <a:close/>
                <a:moveTo>
                  <a:pt x="96" y="144"/>
                </a:moveTo>
                <a:cubicBezTo>
                  <a:pt x="112" y="144"/>
                  <a:pt x="112" y="144"/>
                  <a:pt x="112" y="14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96" y="128"/>
                  <a:pt x="96" y="128"/>
                  <a:pt x="96" y="128"/>
                </a:cubicBezTo>
                <a:lnTo>
                  <a:pt x="96" y="144"/>
                </a:lnTo>
                <a:close/>
                <a:moveTo>
                  <a:pt x="64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4" y="128"/>
                  <a:pt x="64" y="128"/>
                  <a:pt x="64" y="128"/>
                </a:cubicBezTo>
                <a:lnTo>
                  <a:pt x="64" y="144"/>
                </a:lnTo>
                <a:close/>
                <a:moveTo>
                  <a:pt x="16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32" y="80"/>
                  <a:pt x="32" y="80"/>
                  <a:pt x="32" y="80"/>
                </a:cubicBezTo>
                <a:cubicBezTo>
                  <a:pt x="16" y="80"/>
                  <a:pt x="16" y="80"/>
                  <a:pt x="16" y="80"/>
                </a:cubicBezTo>
                <a:lnTo>
                  <a:pt x="16" y="96"/>
                </a:lnTo>
                <a:close/>
                <a:moveTo>
                  <a:pt x="16" y="128"/>
                </a:moveTo>
                <a:cubicBezTo>
                  <a:pt x="32" y="128"/>
                  <a:pt x="32" y="128"/>
                  <a:pt x="32" y="128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16" y="112"/>
                  <a:pt x="16" y="112"/>
                  <a:pt x="16" y="112"/>
                </a:cubicBezTo>
                <a:lnTo>
                  <a:pt x="16" y="128"/>
                </a:lnTo>
                <a:close/>
                <a:moveTo>
                  <a:pt x="64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64"/>
                  <a:pt x="48" y="64"/>
                  <a:pt x="48" y="64"/>
                </a:cubicBezTo>
                <a:cubicBezTo>
                  <a:pt x="64" y="64"/>
                  <a:pt x="64" y="64"/>
                  <a:pt x="64" y="64"/>
                </a:cubicBezTo>
                <a:lnTo>
                  <a:pt x="64" y="48"/>
                </a:lnTo>
                <a:close/>
                <a:moveTo>
                  <a:pt x="96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64"/>
                  <a:pt x="80" y="64"/>
                  <a:pt x="80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48"/>
                </a:lnTo>
                <a:close/>
                <a:moveTo>
                  <a:pt x="32" y="144"/>
                </a:moveTo>
                <a:cubicBezTo>
                  <a:pt x="48" y="144"/>
                  <a:pt x="48" y="144"/>
                  <a:pt x="48" y="144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32" y="128"/>
                  <a:pt x="32" y="128"/>
                  <a:pt x="32" y="128"/>
                </a:cubicBezTo>
                <a:lnTo>
                  <a:pt x="32" y="144"/>
                </a:lnTo>
                <a:close/>
                <a:moveTo>
                  <a:pt x="1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32" y="48"/>
                  <a:pt x="32" y="48"/>
                  <a:pt x="32" y="48"/>
                </a:cubicBezTo>
                <a:cubicBezTo>
                  <a:pt x="16" y="48"/>
                  <a:pt x="16" y="48"/>
                  <a:pt x="16" y="48"/>
                </a:cubicBezTo>
                <a:lnTo>
                  <a:pt x="16" y="64"/>
                </a:lnTo>
                <a:close/>
                <a:moveTo>
                  <a:pt x="128" y="112"/>
                </a:moveTo>
                <a:cubicBezTo>
                  <a:pt x="144" y="112"/>
                  <a:pt x="144" y="112"/>
                  <a:pt x="144" y="112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28" y="96"/>
                  <a:pt x="128" y="96"/>
                  <a:pt x="128" y="96"/>
                </a:cubicBezTo>
                <a:lnTo>
                  <a:pt x="128" y="112"/>
                </a:lnTo>
                <a:close/>
                <a:moveTo>
                  <a:pt x="64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96"/>
                  <a:pt x="48" y="96"/>
                  <a:pt x="48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80"/>
                </a:lnTo>
                <a:close/>
                <a:moveTo>
                  <a:pt x="80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80" y="112"/>
                  <a:pt x="80" y="112"/>
                  <a:pt x="80" y="112"/>
                </a:cubicBezTo>
                <a:lnTo>
                  <a:pt x="80" y="128"/>
                </a:lnTo>
                <a:close/>
                <a:moveTo>
                  <a:pt x="48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128"/>
                </a:lnTo>
                <a:close/>
                <a:moveTo>
                  <a:pt x="160" y="32"/>
                </a:moveTo>
                <a:cubicBezTo>
                  <a:pt x="102" y="32"/>
                  <a:pt x="102" y="32"/>
                  <a:pt x="102" y="32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9" y="16"/>
                  <a:pt x="119" y="16"/>
                  <a:pt x="120" y="16"/>
                </a:cubicBezTo>
                <a:cubicBezTo>
                  <a:pt x="124" y="16"/>
                  <a:pt x="128" y="12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116" y="0"/>
                  <a:pt x="112" y="4"/>
                  <a:pt x="112" y="8"/>
                </a:cubicBezTo>
                <a:cubicBezTo>
                  <a:pt x="112" y="9"/>
                  <a:pt x="112" y="9"/>
                  <a:pt x="112" y="10"/>
                </a:cubicBezTo>
                <a:cubicBezTo>
                  <a:pt x="90" y="32"/>
                  <a:pt x="90" y="32"/>
                  <a:pt x="90" y="32"/>
                </a:cubicBezTo>
                <a:cubicBezTo>
                  <a:pt x="86" y="32"/>
                  <a:pt x="86" y="32"/>
                  <a:pt x="86" y="32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9"/>
                  <a:pt x="64" y="9"/>
                  <a:pt x="64" y="8"/>
                </a:cubicBezTo>
                <a:cubicBezTo>
                  <a:pt x="64" y="4"/>
                  <a:pt x="60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"/>
                  <a:pt x="52" y="16"/>
                  <a:pt x="56" y="16"/>
                </a:cubicBezTo>
                <a:cubicBezTo>
                  <a:pt x="57" y="16"/>
                  <a:pt x="57" y="16"/>
                  <a:pt x="58" y="16"/>
                </a:cubicBezTo>
                <a:cubicBezTo>
                  <a:pt x="74" y="32"/>
                  <a:pt x="74" y="32"/>
                  <a:pt x="74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4"/>
                  <a:pt x="34" y="176"/>
                  <a:pt x="36" y="176"/>
                </a:cubicBezTo>
                <a:cubicBezTo>
                  <a:pt x="38" y="176"/>
                  <a:pt x="40" y="174"/>
                  <a:pt x="40" y="172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6" y="172"/>
                  <a:pt x="136" y="172"/>
                  <a:pt x="136" y="172"/>
                </a:cubicBezTo>
                <a:cubicBezTo>
                  <a:pt x="136" y="174"/>
                  <a:pt x="138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9" y="160"/>
                  <a:pt x="176" y="153"/>
                  <a:pt x="176" y="144"/>
                </a:cubicBezTo>
                <a:cubicBezTo>
                  <a:pt x="176" y="48"/>
                  <a:pt x="176" y="48"/>
                  <a:pt x="176" y="48"/>
                </a:cubicBezTo>
                <a:cubicBezTo>
                  <a:pt x="176" y="39"/>
                  <a:pt x="169" y="32"/>
                  <a:pt x="160" y="32"/>
                </a:cubicBezTo>
                <a:moveTo>
                  <a:pt x="168" y="144"/>
                </a:moveTo>
                <a:cubicBezTo>
                  <a:pt x="168" y="148"/>
                  <a:pt x="164" y="152"/>
                  <a:pt x="160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8" y="148"/>
                  <a:pt x="8" y="144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4" y="40"/>
                  <a:pt x="168" y="44"/>
                  <a:pt x="168" y="48"/>
                </a:cubicBezTo>
                <a:lnTo>
                  <a:pt x="168" y="144"/>
                </a:lnTo>
                <a:close/>
                <a:moveTo>
                  <a:pt x="128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28" y="64"/>
                  <a:pt x="128" y="64"/>
                  <a:pt x="128" y="64"/>
                </a:cubicBezTo>
                <a:lnTo>
                  <a:pt x="128" y="80"/>
                </a:lnTo>
                <a:close/>
                <a:moveTo>
                  <a:pt x="144" y="64"/>
                </a:moveTo>
                <a:cubicBezTo>
                  <a:pt x="160" y="64"/>
                  <a:pt x="160" y="64"/>
                  <a:pt x="160" y="64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44" y="48"/>
                  <a:pt x="144" y="48"/>
                  <a:pt x="144" y="48"/>
                </a:cubicBezTo>
                <a:lnTo>
                  <a:pt x="144" y="64"/>
                </a:lnTo>
                <a:close/>
                <a:moveTo>
                  <a:pt x="112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112"/>
                  <a:pt x="128" y="112"/>
                  <a:pt x="128" y="112"/>
                </a:cubicBezTo>
                <a:cubicBezTo>
                  <a:pt x="112" y="112"/>
                  <a:pt x="112" y="112"/>
                  <a:pt x="112" y="112"/>
                </a:cubicBezTo>
                <a:lnTo>
                  <a:pt x="112" y="128"/>
                </a:lnTo>
                <a:close/>
                <a:moveTo>
                  <a:pt x="96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112"/>
                </a:lnTo>
                <a:close/>
                <a:moveTo>
                  <a:pt x="48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96"/>
                </a:lnTo>
                <a:close/>
                <a:moveTo>
                  <a:pt x="112" y="96"/>
                </a:moveTo>
                <a:cubicBezTo>
                  <a:pt x="128" y="96"/>
                  <a:pt x="128" y="96"/>
                  <a:pt x="128" y="96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12" y="80"/>
                  <a:pt x="112" y="80"/>
                  <a:pt x="112" y="80"/>
                </a:cubicBezTo>
                <a:lnTo>
                  <a:pt x="112" y="96"/>
                </a:lnTo>
                <a:close/>
                <a:moveTo>
                  <a:pt x="64" y="112"/>
                </a:moveTo>
                <a:cubicBezTo>
                  <a:pt x="80" y="112"/>
                  <a:pt x="80" y="112"/>
                  <a:pt x="80" y="112"/>
                </a:cubicBezTo>
                <a:cubicBezTo>
                  <a:pt x="80" y="96"/>
                  <a:pt x="80" y="96"/>
                  <a:pt x="80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12"/>
                </a:lnTo>
                <a:close/>
                <a:moveTo>
                  <a:pt x="112" y="64"/>
                </a:moveTo>
                <a:cubicBezTo>
                  <a:pt x="96" y="64"/>
                  <a:pt x="96" y="64"/>
                  <a:pt x="96" y="64"/>
                </a:cubicBezTo>
                <a:cubicBezTo>
                  <a:pt x="96" y="80"/>
                  <a:pt x="96" y="80"/>
                  <a:pt x="96" y="80"/>
                </a:cubicBezTo>
                <a:cubicBezTo>
                  <a:pt x="112" y="80"/>
                  <a:pt x="112" y="80"/>
                  <a:pt x="112" y="80"/>
                </a:cubicBezTo>
                <a:lnTo>
                  <a:pt x="112" y="64"/>
                </a:lnTo>
                <a:close/>
                <a:moveTo>
                  <a:pt x="48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80"/>
                  <a:pt x="48" y="80"/>
                </a:cubicBezTo>
                <a:lnTo>
                  <a:pt x="48" y="64"/>
                </a:lnTo>
                <a:close/>
                <a:moveTo>
                  <a:pt x="80" y="64"/>
                </a:moveTo>
                <a:cubicBezTo>
                  <a:pt x="64" y="64"/>
                  <a:pt x="64" y="64"/>
                  <a:pt x="64" y="64"/>
                </a:cubicBezTo>
                <a:cubicBezTo>
                  <a:pt x="64" y="80"/>
                  <a:pt x="64" y="80"/>
                  <a:pt x="6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97"/>
          <p:cNvSpPr>
            <a:spLocks noEditPoints="1"/>
          </p:cNvSpPr>
          <p:nvPr/>
        </p:nvSpPr>
        <p:spPr bwMode="auto">
          <a:xfrm>
            <a:off x="4877209" y="2368981"/>
            <a:ext cx="335898" cy="334275"/>
          </a:xfrm>
          <a:custGeom>
            <a:avLst/>
            <a:gdLst>
              <a:gd name="T0" fmla="*/ 144 w 176"/>
              <a:gd name="T1" fmla="*/ 80 h 176"/>
              <a:gd name="T2" fmla="*/ 160 w 176"/>
              <a:gd name="T3" fmla="*/ 80 h 176"/>
              <a:gd name="T4" fmla="*/ 112 w 176"/>
              <a:gd name="T5" fmla="*/ 72 h 176"/>
              <a:gd name="T6" fmla="*/ 24 w 176"/>
              <a:gd name="T7" fmla="*/ 152 h 176"/>
              <a:gd name="T8" fmla="*/ 112 w 176"/>
              <a:gd name="T9" fmla="*/ 72 h 176"/>
              <a:gd name="T10" fmla="*/ 32 w 176"/>
              <a:gd name="T11" fmla="*/ 144 h 176"/>
              <a:gd name="T12" fmla="*/ 104 w 176"/>
              <a:gd name="T13" fmla="*/ 80 h 176"/>
              <a:gd name="T14" fmla="*/ 160 w 176"/>
              <a:gd name="T15" fmla="*/ 48 h 176"/>
              <a:gd name="T16" fmla="*/ 99 w 176"/>
              <a:gd name="T17" fmla="*/ 35 h 176"/>
              <a:gd name="T18" fmla="*/ 120 w 176"/>
              <a:gd name="T19" fmla="*/ 16 h 176"/>
              <a:gd name="T20" fmla="*/ 120 w 176"/>
              <a:gd name="T21" fmla="*/ 0 h 176"/>
              <a:gd name="T22" fmla="*/ 112 w 176"/>
              <a:gd name="T23" fmla="*/ 10 h 176"/>
              <a:gd name="T24" fmla="*/ 88 w 176"/>
              <a:gd name="T25" fmla="*/ 32 h 176"/>
              <a:gd name="T26" fmla="*/ 64 w 176"/>
              <a:gd name="T27" fmla="*/ 10 h 176"/>
              <a:gd name="T28" fmla="*/ 56 w 176"/>
              <a:gd name="T29" fmla="*/ 0 h 176"/>
              <a:gd name="T30" fmla="*/ 56 w 176"/>
              <a:gd name="T31" fmla="*/ 16 h 176"/>
              <a:gd name="T32" fmla="*/ 77 w 176"/>
              <a:gd name="T33" fmla="*/ 35 h 176"/>
              <a:gd name="T34" fmla="*/ 16 w 176"/>
              <a:gd name="T35" fmla="*/ 48 h 176"/>
              <a:gd name="T36" fmla="*/ 0 w 176"/>
              <a:gd name="T37" fmla="*/ 160 h 176"/>
              <a:gd name="T38" fmla="*/ 160 w 176"/>
              <a:gd name="T39" fmla="*/ 176 h 176"/>
              <a:gd name="T40" fmla="*/ 176 w 176"/>
              <a:gd name="T41" fmla="*/ 64 h 176"/>
              <a:gd name="T42" fmla="*/ 128 w 176"/>
              <a:gd name="T43" fmla="*/ 168 h 176"/>
              <a:gd name="T44" fmla="*/ 8 w 176"/>
              <a:gd name="T45" fmla="*/ 160 h 176"/>
              <a:gd name="T46" fmla="*/ 16 w 176"/>
              <a:gd name="T47" fmla="*/ 56 h 176"/>
              <a:gd name="T48" fmla="*/ 128 w 176"/>
              <a:gd name="T49" fmla="*/ 168 h 176"/>
              <a:gd name="T50" fmla="*/ 160 w 176"/>
              <a:gd name="T51" fmla="*/ 168 h 176"/>
              <a:gd name="T52" fmla="*/ 136 w 176"/>
              <a:gd name="T53" fmla="*/ 56 h 176"/>
              <a:gd name="T54" fmla="*/ 168 w 176"/>
              <a:gd name="T55" fmla="*/ 64 h 176"/>
              <a:gd name="T56" fmla="*/ 152 w 176"/>
              <a:gd name="T57" fmla="*/ 112 h 176"/>
              <a:gd name="T58" fmla="*/ 152 w 176"/>
              <a:gd name="T59" fmla="*/ 120 h 176"/>
              <a:gd name="T60" fmla="*/ 152 w 176"/>
              <a:gd name="T61" fmla="*/ 112 h 176"/>
              <a:gd name="T62" fmla="*/ 148 w 176"/>
              <a:gd name="T63" fmla="*/ 100 h 176"/>
              <a:gd name="T64" fmla="*/ 156 w 176"/>
              <a:gd name="T6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152" y="72"/>
                </a:moveTo>
                <a:cubicBezTo>
                  <a:pt x="148" y="72"/>
                  <a:pt x="144" y="76"/>
                  <a:pt x="144" y="80"/>
                </a:cubicBezTo>
                <a:cubicBezTo>
                  <a:pt x="144" y="84"/>
                  <a:pt x="148" y="88"/>
                  <a:pt x="152" y="88"/>
                </a:cubicBezTo>
                <a:cubicBezTo>
                  <a:pt x="156" y="88"/>
                  <a:pt x="160" y="84"/>
                  <a:pt x="160" y="80"/>
                </a:cubicBezTo>
                <a:cubicBezTo>
                  <a:pt x="160" y="76"/>
                  <a:pt x="156" y="72"/>
                  <a:pt x="152" y="72"/>
                </a:cubicBezTo>
                <a:moveTo>
                  <a:pt x="112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112" y="152"/>
                  <a:pt x="112" y="152"/>
                  <a:pt x="112" y="152"/>
                </a:cubicBezTo>
                <a:lnTo>
                  <a:pt x="112" y="72"/>
                </a:lnTo>
                <a:close/>
                <a:moveTo>
                  <a:pt x="104" y="144"/>
                </a:moveTo>
                <a:cubicBezTo>
                  <a:pt x="32" y="144"/>
                  <a:pt x="32" y="144"/>
                  <a:pt x="32" y="144"/>
                </a:cubicBezTo>
                <a:cubicBezTo>
                  <a:pt x="32" y="80"/>
                  <a:pt x="32" y="80"/>
                  <a:pt x="32" y="80"/>
                </a:cubicBezTo>
                <a:cubicBezTo>
                  <a:pt x="104" y="80"/>
                  <a:pt x="104" y="80"/>
                  <a:pt x="104" y="80"/>
                </a:cubicBezTo>
                <a:lnTo>
                  <a:pt x="104" y="144"/>
                </a:lnTo>
                <a:close/>
                <a:moveTo>
                  <a:pt x="160" y="48"/>
                </a:moveTo>
                <a:cubicBezTo>
                  <a:pt x="108" y="48"/>
                  <a:pt x="108" y="48"/>
                  <a:pt x="108" y="48"/>
                </a:cubicBezTo>
                <a:cubicBezTo>
                  <a:pt x="106" y="43"/>
                  <a:pt x="103" y="38"/>
                  <a:pt x="99" y="35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9" y="16"/>
                  <a:pt x="119" y="16"/>
                  <a:pt x="120" y="16"/>
                </a:cubicBezTo>
                <a:cubicBezTo>
                  <a:pt x="124" y="16"/>
                  <a:pt x="128" y="12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116" y="0"/>
                  <a:pt x="112" y="4"/>
                  <a:pt x="112" y="8"/>
                </a:cubicBezTo>
                <a:cubicBezTo>
                  <a:pt x="112" y="9"/>
                  <a:pt x="112" y="9"/>
                  <a:pt x="112" y="10"/>
                </a:cubicBezTo>
                <a:cubicBezTo>
                  <a:pt x="90" y="32"/>
                  <a:pt x="90" y="32"/>
                  <a:pt x="90" y="32"/>
                </a:cubicBezTo>
                <a:cubicBezTo>
                  <a:pt x="89" y="32"/>
                  <a:pt x="89" y="32"/>
                  <a:pt x="88" y="32"/>
                </a:cubicBezTo>
                <a:cubicBezTo>
                  <a:pt x="87" y="32"/>
                  <a:pt x="87" y="32"/>
                  <a:pt x="86" y="32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9"/>
                  <a:pt x="64" y="9"/>
                  <a:pt x="64" y="8"/>
                </a:cubicBezTo>
                <a:cubicBezTo>
                  <a:pt x="64" y="4"/>
                  <a:pt x="60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"/>
                  <a:pt x="52" y="16"/>
                  <a:pt x="56" y="16"/>
                </a:cubicBezTo>
                <a:cubicBezTo>
                  <a:pt x="57" y="16"/>
                  <a:pt x="57" y="16"/>
                  <a:pt x="58" y="16"/>
                </a:cubicBezTo>
                <a:cubicBezTo>
                  <a:pt x="77" y="35"/>
                  <a:pt x="77" y="35"/>
                  <a:pt x="77" y="35"/>
                </a:cubicBezTo>
                <a:cubicBezTo>
                  <a:pt x="73" y="38"/>
                  <a:pt x="70" y="43"/>
                  <a:pt x="6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55"/>
                  <a:pt x="169" y="48"/>
                  <a:pt x="160" y="48"/>
                </a:cubicBezTo>
                <a:moveTo>
                  <a:pt x="128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60"/>
                  <a:pt x="12" y="56"/>
                  <a:pt x="16" y="56"/>
                </a:cubicBezTo>
                <a:cubicBezTo>
                  <a:pt x="128" y="56"/>
                  <a:pt x="128" y="56"/>
                  <a:pt x="128" y="56"/>
                </a:cubicBezTo>
                <a:lnTo>
                  <a:pt x="128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6" y="56"/>
                  <a:pt x="136" y="56"/>
                  <a:pt x="136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4" y="56"/>
                  <a:pt x="168" y="60"/>
                  <a:pt x="168" y="64"/>
                </a:cubicBezTo>
                <a:lnTo>
                  <a:pt x="168" y="160"/>
                </a:lnTo>
                <a:close/>
                <a:moveTo>
                  <a:pt x="152" y="112"/>
                </a:moveTo>
                <a:cubicBezTo>
                  <a:pt x="150" y="112"/>
                  <a:pt x="148" y="114"/>
                  <a:pt x="148" y="116"/>
                </a:cubicBezTo>
                <a:cubicBezTo>
                  <a:pt x="148" y="118"/>
                  <a:pt x="150" y="120"/>
                  <a:pt x="152" y="120"/>
                </a:cubicBezTo>
                <a:cubicBezTo>
                  <a:pt x="154" y="120"/>
                  <a:pt x="156" y="118"/>
                  <a:pt x="156" y="116"/>
                </a:cubicBezTo>
                <a:cubicBezTo>
                  <a:pt x="156" y="114"/>
                  <a:pt x="154" y="112"/>
                  <a:pt x="152" y="112"/>
                </a:cubicBezTo>
                <a:moveTo>
                  <a:pt x="152" y="96"/>
                </a:moveTo>
                <a:cubicBezTo>
                  <a:pt x="150" y="96"/>
                  <a:pt x="148" y="98"/>
                  <a:pt x="148" y="100"/>
                </a:cubicBezTo>
                <a:cubicBezTo>
                  <a:pt x="148" y="102"/>
                  <a:pt x="150" y="104"/>
                  <a:pt x="152" y="104"/>
                </a:cubicBezTo>
                <a:cubicBezTo>
                  <a:pt x="154" y="104"/>
                  <a:pt x="156" y="102"/>
                  <a:pt x="156" y="100"/>
                </a:cubicBezTo>
                <a:cubicBezTo>
                  <a:pt x="156" y="98"/>
                  <a:pt x="154" y="96"/>
                  <a:pt x="152" y="9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98"/>
          <p:cNvSpPr>
            <a:spLocks noEditPoints="1"/>
          </p:cNvSpPr>
          <p:nvPr/>
        </p:nvSpPr>
        <p:spPr bwMode="auto">
          <a:xfrm>
            <a:off x="5516549" y="2445248"/>
            <a:ext cx="335898" cy="181742"/>
          </a:xfrm>
          <a:custGeom>
            <a:avLst/>
            <a:gdLst>
              <a:gd name="T0" fmla="*/ 88 w 176"/>
              <a:gd name="T1" fmla="*/ 24 h 96"/>
              <a:gd name="T2" fmla="*/ 32 w 176"/>
              <a:gd name="T3" fmla="*/ 48 h 96"/>
              <a:gd name="T4" fmla="*/ 72 w 176"/>
              <a:gd name="T5" fmla="*/ 48 h 96"/>
              <a:gd name="T6" fmla="*/ 80 w 176"/>
              <a:gd name="T7" fmla="*/ 72 h 96"/>
              <a:gd name="T8" fmla="*/ 136 w 176"/>
              <a:gd name="T9" fmla="*/ 48 h 96"/>
              <a:gd name="T10" fmla="*/ 96 w 176"/>
              <a:gd name="T11" fmla="*/ 48 h 96"/>
              <a:gd name="T12" fmla="*/ 88 w 176"/>
              <a:gd name="T13" fmla="*/ 24 h 96"/>
              <a:gd name="T14" fmla="*/ 168 w 176"/>
              <a:gd name="T15" fmla="*/ 32 h 96"/>
              <a:gd name="T16" fmla="*/ 168 w 176"/>
              <a:gd name="T17" fmla="*/ 16 h 96"/>
              <a:gd name="T18" fmla="*/ 152 w 176"/>
              <a:gd name="T19" fmla="*/ 0 h 96"/>
              <a:gd name="T20" fmla="*/ 16 w 176"/>
              <a:gd name="T21" fmla="*/ 0 h 96"/>
              <a:gd name="T22" fmla="*/ 0 w 176"/>
              <a:gd name="T23" fmla="*/ 16 h 96"/>
              <a:gd name="T24" fmla="*/ 0 w 176"/>
              <a:gd name="T25" fmla="*/ 80 h 96"/>
              <a:gd name="T26" fmla="*/ 16 w 176"/>
              <a:gd name="T27" fmla="*/ 96 h 96"/>
              <a:gd name="T28" fmla="*/ 152 w 176"/>
              <a:gd name="T29" fmla="*/ 96 h 96"/>
              <a:gd name="T30" fmla="*/ 168 w 176"/>
              <a:gd name="T31" fmla="*/ 80 h 96"/>
              <a:gd name="T32" fmla="*/ 168 w 176"/>
              <a:gd name="T33" fmla="*/ 64 h 96"/>
              <a:gd name="T34" fmla="*/ 176 w 176"/>
              <a:gd name="T35" fmla="*/ 56 h 96"/>
              <a:gd name="T36" fmla="*/ 176 w 176"/>
              <a:gd name="T37" fmla="*/ 40 h 96"/>
              <a:gd name="T38" fmla="*/ 168 w 176"/>
              <a:gd name="T39" fmla="*/ 32 h 96"/>
              <a:gd name="T40" fmla="*/ 160 w 176"/>
              <a:gd name="T41" fmla="*/ 80 h 96"/>
              <a:gd name="T42" fmla="*/ 152 w 176"/>
              <a:gd name="T43" fmla="*/ 88 h 96"/>
              <a:gd name="T44" fmla="*/ 16 w 176"/>
              <a:gd name="T45" fmla="*/ 88 h 96"/>
              <a:gd name="T46" fmla="*/ 8 w 176"/>
              <a:gd name="T47" fmla="*/ 80 h 96"/>
              <a:gd name="T48" fmla="*/ 8 w 176"/>
              <a:gd name="T49" fmla="*/ 16 h 96"/>
              <a:gd name="T50" fmla="*/ 16 w 176"/>
              <a:gd name="T51" fmla="*/ 8 h 96"/>
              <a:gd name="T52" fmla="*/ 152 w 176"/>
              <a:gd name="T53" fmla="*/ 8 h 96"/>
              <a:gd name="T54" fmla="*/ 160 w 176"/>
              <a:gd name="T55" fmla="*/ 16 h 96"/>
              <a:gd name="T56" fmla="*/ 160 w 176"/>
              <a:gd name="T57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96">
                <a:moveTo>
                  <a:pt x="88" y="24"/>
                </a:moveTo>
                <a:cubicBezTo>
                  <a:pt x="32" y="48"/>
                  <a:pt x="32" y="48"/>
                  <a:pt x="3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80" y="72"/>
                  <a:pt x="80" y="72"/>
                  <a:pt x="80" y="72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96" y="48"/>
                  <a:pt x="96" y="48"/>
                  <a:pt x="96" y="48"/>
                </a:cubicBezTo>
                <a:lnTo>
                  <a:pt x="88" y="24"/>
                </a:lnTo>
                <a:close/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99"/>
          <p:cNvSpPr>
            <a:spLocks noEditPoints="1"/>
          </p:cNvSpPr>
          <p:nvPr/>
        </p:nvSpPr>
        <p:spPr bwMode="auto">
          <a:xfrm>
            <a:off x="6155891" y="2445248"/>
            <a:ext cx="334275" cy="181742"/>
          </a:xfrm>
          <a:custGeom>
            <a:avLst/>
            <a:gdLst>
              <a:gd name="T0" fmla="*/ 168 w 176"/>
              <a:gd name="T1" fmla="*/ 32 h 96"/>
              <a:gd name="T2" fmla="*/ 168 w 176"/>
              <a:gd name="T3" fmla="*/ 16 h 96"/>
              <a:gd name="T4" fmla="*/ 152 w 176"/>
              <a:gd name="T5" fmla="*/ 0 h 96"/>
              <a:gd name="T6" fmla="*/ 16 w 176"/>
              <a:gd name="T7" fmla="*/ 0 h 96"/>
              <a:gd name="T8" fmla="*/ 0 w 176"/>
              <a:gd name="T9" fmla="*/ 16 h 96"/>
              <a:gd name="T10" fmla="*/ 0 w 176"/>
              <a:gd name="T11" fmla="*/ 80 h 96"/>
              <a:gd name="T12" fmla="*/ 16 w 176"/>
              <a:gd name="T13" fmla="*/ 96 h 96"/>
              <a:gd name="T14" fmla="*/ 152 w 176"/>
              <a:gd name="T15" fmla="*/ 96 h 96"/>
              <a:gd name="T16" fmla="*/ 168 w 176"/>
              <a:gd name="T17" fmla="*/ 80 h 96"/>
              <a:gd name="T18" fmla="*/ 168 w 176"/>
              <a:gd name="T19" fmla="*/ 64 h 96"/>
              <a:gd name="T20" fmla="*/ 176 w 176"/>
              <a:gd name="T21" fmla="*/ 56 h 96"/>
              <a:gd name="T22" fmla="*/ 176 w 176"/>
              <a:gd name="T23" fmla="*/ 40 h 96"/>
              <a:gd name="T24" fmla="*/ 168 w 176"/>
              <a:gd name="T25" fmla="*/ 32 h 96"/>
              <a:gd name="T26" fmla="*/ 160 w 176"/>
              <a:gd name="T27" fmla="*/ 80 h 96"/>
              <a:gd name="T28" fmla="*/ 152 w 176"/>
              <a:gd name="T29" fmla="*/ 88 h 96"/>
              <a:gd name="T30" fmla="*/ 16 w 176"/>
              <a:gd name="T31" fmla="*/ 88 h 96"/>
              <a:gd name="T32" fmla="*/ 8 w 176"/>
              <a:gd name="T33" fmla="*/ 80 h 96"/>
              <a:gd name="T34" fmla="*/ 8 w 176"/>
              <a:gd name="T35" fmla="*/ 16 h 96"/>
              <a:gd name="T36" fmla="*/ 16 w 176"/>
              <a:gd name="T37" fmla="*/ 8 h 96"/>
              <a:gd name="T38" fmla="*/ 152 w 176"/>
              <a:gd name="T39" fmla="*/ 8 h 96"/>
              <a:gd name="T40" fmla="*/ 160 w 176"/>
              <a:gd name="T41" fmla="*/ 16 h 96"/>
              <a:gd name="T42" fmla="*/ 160 w 176"/>
              <a:gd name="T4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6" h="96"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200"/>
          <p:cNvSpPr>
            <a:spLocks noEditPoints="1"/>
          </p:cNvSpPr>
          <p:nvPr/>
        </p:nvSpPr>
        <p:spPr bwMode="auto">
          <a:xfrm>
            <a:off x="6795233" y="2445248"/>
            <a:ext cx="334275" cy="181742"/>
          </a:xfrm>
          <a:custGeom>
            <a:avLst/>
            <a:gdLst>
              <a:gd name="T0" fmla="*/ 16 w 176"/>
              <a:gd name="T1" fmla="*/ 80 h 96"/>
              <a:gd name="T2" fmla="*/ 56 w 176"/>
              <a:gd name="T3" fmla="*/ 80 h 96"/>
              <a:gd name="T4" fmla="*/ 56 w 176"/>
              <a:gd name="T5" fmla="*/ 16 h 96"/>
              <a:gd name="T6" fmla="*/ 16 w 176"/>
              <a:gd name="T7" fmla="*/ 16 h 96"/>
              <a:gd name="T8" fmla="*/ 16 w 176"/>
              <a:gd name="T9" fmla="*/ 80 h 96"/>
              <a:gd name="T10" fmla="*/ 168 w 176"/>
              <a:gd name="T11" fmla="*/ 32 h 96"/>
              <a:gd name="T12" fmla="*/ 168 w 176"/>
              <a:gd name="T13" fmla="*/ 16 h 96"/>
              <a:gd name="T14" fmla="*/ 152 w 176"/>
              <a:gd name="T15" fmla="*/ 0 h 96"/>
              <a:gd name="T16" fmla="*/ 16 w 176"/>
              <a:gd name="T17" fmla="*/ 0 h 96"/>
              <a:gd name="T18" fmla="*/ 0 w 176"/>
              <a:gd name="T19" fmla="*/ 16 h 96"/>
              <a:gd name="T20" fmla="*/ 0 w 176"/>
              <a:gd name="T21" fmla="*/ 80 h 96"/>
              <a:gd name="T22" fmla="*/ 16 w 176"/>
              <a:gd name="T23" fmla="*/ 96 h 96"/>
              <a:gd name="T24" fmla="*/ 152 w 176"/>
              <a:gd name="T25" fmla="*/ 96 h 96"/>
              <a:gd name="T26" fmla="*/ 168 w 176"/>
              <a:gd name="T27" fmla="*/ 80 h 96"/>
              <a:gd name="T28" fmla="*/ 168 w 176"/>
              <a:gd name="T29" fmla="*/ 64 h 96"/>
              <a:gd name="T30" fmla="*/ 176 w 176"/>
              <a:gd name="T31" fmla="*/ 56 h 96"/>
              <a:gd name="T32" fmla="*/ 176 w 176"/>
              <a:gd name="T33" fmla="*/ 40 h 96"/>
              <a:gd name="T34" fmla="*/ 168 w 176"/>
              <a:gd name="T35" fmla="*/ 32 h 96"/>
              <a:gd name="T36" fmla="*/ 160 w 176"/>
              <a:gd name="T37" fmla="*/ 80 h 96"/>
              <a:gd name="T38" fmla="*/ 152 w 176"/>
              <a:gd name="T39" fmla="*/ 88 h 96"/>
              <a:gd name="T40" fmla="*/ 16 w 176"/>
              <a:gd name="T41" fmla="*/ 88 h 96"/>
              <a:gd name="T42" fmla="*/ 8 w 176"/>
              <a:gd name="T43" fmla="*/ 80 h 96"/>
              <a:gd name="T44" fmla="*/ 8 w 176"/>
              <a:gd name="T45" fmla="*/ 16 h 96"/>
              <a:gd name="T46" fmla="*/ 16 w 176"/>
              <a:gd name="T47" fmla="*/ 8 h 96"/>
              <a:gd name="T48" fmla="*/ 152 w 176"/>
              <a:gd name="T49" fmla="*/ 8 h 96"/>
              <a:gd name="T50" fmla="*/ 160 w 176"/>
              <a:gd name="T51" fmla="*/ 16 h 96"/>
              <a:gd name="T52" fmla="*/ 160 w 176"/>
              <a:gd name="T5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96">
                <a:moveTo>
                  <a:pt x="16" y="80"/>
                </a:moveTo>
                <a:cubicBezTo>
                  <a:pt x="56" y="80"/>
                  <a:pt x="56" y="80"/>
                  <a:pt x="56" y="80"/>
                </a:cubicBezTo>
                <a:cubicBezTo>
                  <a:pt x="56" y="16"/>
                  <a:pt x="56" y="16"/>
                  <a:pt x="56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0"/>
                </a:lnTo>
                <a:close/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201"/>
          <p:cNvSpPr>
            <a:spLocks noEditPoints="1"/>
          </p:cNvSpPr>
          <p:nvPr/>
        </p:nvSpPr>
        <p:spPr bwMode="auto">
          <a:xfrm>
            <a:off x="7434574" y="2445248"/>
            <a:ext cx="334275" cy="181742"/>
          </a:xfrm>
          <a:custGeom>
            <a:avLst/>
            <a:gdLst>
              <a:gd name="T0" fmla="*/ 16 w 176"/>
              <a:gd name="T1" fmla="*/ 80 h 96"/>
              <a:gd name="T2" fmla="*/ 88 w 176"/>
              <a:gd name="T3" fmla="*/ 80 h 96"/>
              <a:gd name="T4" fmla="*/ 88 w 176"/>
              <a:gd name="T5" fmla="*/ 16 h 96"/>
              <a:gd name="T6" fmla="*/ 16 w 176"/>
              <a:gd name="T7" fmla="*/ 16 h 96"/>
              <a:gd name="T8" fmla="*/ 16 w 176"/>
              <a:gd name="T9" fmla="*/ 80 h 96"/>
              <a:gd name="T10" fmla="*/ 168 w 176"/>
              <a:gd name="T11" fmla="*/ 32 h 96"/>
              <a:gd name="T12" fmla="*/ 168 w 176"/>
              <a:gd name="T13" fmla="*/ 16 h 96"/>
              <a:gd name="T14" fmla="*/ 152 w 176"/>
              <a:gd name="T15" fmla="*/ 0 h 96"/>
              <a:gd name="T16" fmla="*/ 16 w 176"/>
              <a:gd name="T17" fmla="*/ 0 h 96"/>
              <a:gd name="T18" fmla="*/ 0 w 176"/>
              <a:gd name="T19" fmla="*/ 16 h 96"/>
              <a:gd name="T20" fmla="*/ 0 w 176"/>
              <a:gd name="T21" fmla="*/ 80 h 96"/>
              <a:gd name="T22" fmla="*/ 16 w 176"/>
              <a:gd name="T23" fmla="*/ 96 h 96"/>
              <a:gd name="T24" fmla="*/ 152 w 176"/>
              <a:gd name="T25" fmla="*/ 96 h 96"/>
              <a:gd name="T26" fmla="*/ 168 w 176"/>
              <a:gd name="T27" fmla="*/ 80 h 96"/>
              <a:gd name="T28" fmla="*/ 168 w 176"/>
              <a:gd name="T29" fmla="*/ 64 h 96"/>
              <a:gd name="T30" fmla="*/ 176 w 176"/>
              <a:gd name="T31" fmla="*/ 56 h 96"/>
              <a:gd name="T32" fmla="*/ 176 w 176"/>
              <a:gd name="T33" fmla="*/ 40 h 96"/>
              <a:gd name="T34" fmla="*/ 168 w 176"/>
              <a:gd name="T35" fmla="*/ 32 h 96"/>
              <a:gd name="T36" fmla="*/ 160 w 176"/>
              <a:gd name="T37" fmla="*/ 80 h 96"/>
              <a:gd name="T38" fmla="*/ 152 w 176"/>
              <a:gd name="T39" fmla="*/ 88 h 96"/>
              <a:gd name="T40" fmla="*/ 16 w 176"/>
              <a:gd name="T41" fmla="*/ 88 h 96"/>
              <a:gd name="T42" fmla="*/ 8 w 176"/>
              <a:gd name="T43" fmla="*/ 80 h 96"/>
              <a:gd name="T44" fmla="*/ 8 w 176"/>
              <a:gd name="T45" fmla="*/ 16 h 96"/>
              <a:gd name="T46" fmla="*/ 16 w 176"/>
              <a:gd name="T47" fmla="*/ 8 h 96"/>
              <a:gd name="T48" fmla="*/ 152 w 176"/>
              <a:gd name="T49" fmla="*/ 8 h 96"/>
              <a:gd name="T50" fmla="*/ 160 w 176"/>
              <a:gd name="T51" fmla="*/ 16 h 96"/>
              <a:gd name="T52" fmla="*/ 160 w 176"/>
              <a:gd name="T5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96">
                <a:moveTo>
                  <a:pt x="16" y="80"/>
                </a:moveTo>
                <a:cubicBezTo>
                  <a:pt x="88" y="80"/>
                  <a:pt x="88" y="80"/>
                  <a:pt x="88" y="80"/>
                </a:cubicBezTo>
                <a:cubicBezTo>
                  <a:pt x="88" y="16"/>
                  <a:pt x="88" y="16"/>
                  <a:pt x="88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0"/>
                </a:lnTo>
                <a:close/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202"/>
          <p:cNvSpPr>
            <a:spLocks noEditPoints="1"/>
          </p:cNvSpPr>
          <p:nvPr/>
        </p:nvSpPr>
        <p:spPr bwMode="auto">
          <a:xfrm>
            <a:off x="1682125" y="3082966"/>
            <a:ext cx="335898" cy="183365"/>
          </a:xfrm>
          <a:custGeom>
            <a:avLst/>
            <a:gdLst>
              <a:gd name="T0" fmla="*/ 168 w 176"/>
              <a:gd name="T1" fmla="*/ 32 h 96"/>
              <a:gd name="T2" fmla="*/ 168 w 176"/>
              <a:gd name="T3" fmla="*/ 16 h 96"/>
              <a:gd name="T4" fmla="*/ 152 w 176"/>
              <a:gd name="T5" fmla="*/ 0 h 96"/>
              <a:gd name="T6" fmla="*/ 16 w 176"/>
              <a:gd name="T7" fmla="*/ 0 h 96"/>
              <a:gd name="T8" fmla="*/ 0 w 176"/>
              <a:gd name="T9" fmla="*/ 16 h 96"/>
              <a:gd name="T10" fmla="*/ 0 w 176"/>
              <a:gd name="T11" fmla="*/ 80 h 96"/>
              <a:gd name="T12" fmla="*/ 16 w 176"/>
              <a:gd name="T13" fmla="*/ 96 h 96"/>
              <a:gd name="T14" fmla="*/ 152 w 176"/>
              <a:gd name="T15" fmla="*/ 96 h 96"/>
              <a:gd name="T16" fmla="*/ 168 w 176"/>
              <a:gd name="T17" fmla="*/ 80 h 96"/>
              <a:gd name="T18" fmla="*/ 168 w 176"/>
              <a:gd name="T19" fmla="*/ 64 h 96"/>
              <a:gd name="T20" fmla="*/ 176 w 176"/>
              <a:gd name="T21" fmla="*/ 56 h 96"/>
              <a:gd name="T22" fmla="*/ 176 w 176"/>
              <a:gd name="T23" fmla="*/ 40 h 96"/>
              <a:gd name="T24" fmla="*/ 168 w 176"/>
              <a:gd name="T25" fmla="*/ 32 h 96"/>
              <a:gd name="T26" fmla="*/ 160 w 176"/>
              <a:gd name="T27" fmla="*/ 80 h 96"/>
              <a:gd name="T28" fmla="*/ 152 w 176"/>
              <a:gd name="T29" fmla="*/ 88 h 96"/>
              <a:gd name="T30" fmla="*/ 16 w 176"/>
              <a:gd name="T31" fmla="*/ 88 h 96"/>
              <a:gd name="T32" fmla="*/ 8 w 176"/>
              <a:gd name="T33" fmla="*/ 80 h 96"/>
              <a:gd name="T34" fmla="*/ 8 w 176"/>
              <a:gd name="T35" fmla="*/ 16 h 96"/>
              <a:gd name="T36" fmla="*/ 16 w 176"/>
              <a:gd name="T37" fmla="*/ 8 h 96"/>
              <a:gd name="T38" fmla="*/ 152 w 176"/>
              <a:gd name="T39" fmla="*/ 8 h 96"/>
              <a:gd name="T40" fmla="*/ 160 w 176"/>
              <a:gd name="T41" fmla="*/ 16 h 96"/>
              <a:gd name="T42" fmla="*/ 160 w 176"/>
              <a:gd name="T43" fmla="*/ 80 h 96"/>
              <a:gd name="T44" fmla="*/ 16 w 176"/>
              <a:gd name="T45" fmla="*/ 80 h 96"/>
              <a:gd name="T46" fmla="*/ 120 w 176"/>
              <a:gd name="T47" fmla="*/ 80 h 96"/>
              <a:gd name="T48" fmla="*/ 120 w 176"/>
              <a:gd name="T49" fmla="*/ 16 h 96"/>
              <a:gd name="T50" fmla="*/ 16 w 176"/>
              <a:gd name="T51" fmla="*/ 16 h 96"/>
              <a:gd name="T52" fmla="*/ 16 w 176"/>
              <a:gd name="T5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96"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  <a:moveTo>
                  <a:pt x="16" y="80"/>
                </a:moveTo>
                <a:cubicBezTo>
                  <a:pt x="120" y="80"/>
                  <a:pt x="120" y="80"/>
                  <a:pt x="120" y="80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203"/>
          <p:cNvSpPr>
            <a:spLocks noEditPoints="1"/>
          </p:cNvSpPr>
          <p:nvPr/>
        </p:nvSpPr>
        <p:spPr bwMode="auto">
          <a:xfrm>
            <a:off x="2321466" y="3082966"/>
            <a:ext cx="334275" cy="183365"/>
          </a:xfrm>
          <a:custGeom>
            <a:avLst/>
            <a:gdLst>
              <a:gd name="T0" fmla="*/ 168 w 176"/>
              <a:gd name="T1" fmla="*/ 32 h 96"/>
              <a:gd name="T2" fmla="*/ 168 w 176"/>
              <a:gd name="T3" fmla="*/ 16 h 96"/>
              <a:gd name="T4" fmla="*/ 152 w 176"/>
              <a:gd name="T5" fmla="*/ 0 h 96"/>
              <a:gd name="T6" fmla="*/ 16 w 176"/>
              <a:gd name="T7" fmla="*/ 0 h 96"/>
              <a:gd name="T8" fmla="*/ 0 w 176"/>
              <a:gd name="T9" fmla="*/ 16 h 96"/>
              <a:gd name="T10" fmla="*/ 0 w 176"/>
              <a:gd name="T11" fmla="*/ 80 h 96"/>
              <a:gd name="T12" fmla="*/ 16 w 176"/>
              <a:gd name="T13" fmla="*/ 96 h 96"/>
              <a:gd name="T14" fmla="*/ 152 w 176"/>
              <a:gd name="T15" fmla="*/ 96 h 96"/>
              <a:gd name="T16" fmla="*/ 168 w 176"/>
              <a:gd name="T17" fmla="*/ 80 h 96"/>
              <a:gd name="T18" fmla="*/ 168 w 176"/>
              <a:gd name="T19" fmla="*/ 64 h 96"/>
              <a:gd name="T20" fmla="*/ 176 w 176"/>
              <a:gd name="T21" fmla="*/ 56 h 96"/>
              <a:gd name="T22" fmla="*/ 176 w 176"/>
              <a:gd name="T23" fmla="*/ 40 h 96"/>
              <a:gd name="T24" fmla="*/ 168 w 176"/>
              <a:gd name="T25" fmla="*/ 32 h 96"/>
              <a:gd name="T26" fmla="*/ 160 w 176"/>
              <a:gd name="T27" fmla="*/ 80 h 96"/>
              <a:gd name="T28" fmla="*/ 152 w 176"/>
              <a:gd name="T29" fmla="*/ 88 h 96"/>
              <a:gd name="T30" fmla="*/ 16 w 176"/>
              <a:gd name="T31" fmla="*/ 88 h 96"/>
              <a:gd name="T32" fmla="*/ 8 w 176"/>
              <a:gd name="T33" fmla="*/ 80 h 96"/>
              <a:gd name="T34" fmla="*/ 8 w 176"/>
              <a:gd name="T35" fmla="*/ 16 h 96"/>
              <a:gd name="T36" fmla="*/ 16 w 176"/>
              <a:gd name="T37" fmla="*/ 8 h 96"/>
              <a:gd name="T38" fmla="*/ 152 w 176"/>
              <a:gd name="T39" fmla="*/ 8 h 96"/>
              <a:gd name="T40" fmla="*/ 160 w 176"/>
              <a:gd name="T41" fmla="*/ 16 h 96"/>
              <a:gd name="T42" fmla="*/ 160 w 176"/>
              <a:gd name="T43" fmla="*/ 80 h 96"/>
              <a:gd name="T44" fmla="*/ 16 w 176"/>
              <a:gd name="T45" fmla="*/ 80 h 96"/>
              <a:gd name="T46" fmla="*/ 152 w 176"/>
              <a:gd name="T47" fmla="*/ 80 h 96"/>
              <a:gd name="T48" fmla="*/ 152 w 176"/>
              <a:gd name="T49" fmla="*/ 16 h 96"/>
              <a:gd name="T50" fmla="*/ 16 w 176"/>
              <a:gd name="T51" fmla="*/ 16 h 96"/>
              <a:gd name="T52" fmla="*/ 16 w 176"/>
              <a:gd name="T5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96"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  <a:moveTo>
                  <a:pt x="16" y="80"/>
                </a:moveTo>
                <a:cubicBezTo>
                  <a:pt x="152" y="80"/>
                  <a:pt x="152" y="80"/>
                  <a:pt x="152" y="80"/>
                </a:cubicBezTo>
                <a:cubicBezTo>
                  <a:pt x="152" y="16"/>
                  <a:pt x="152" y="16"/>
                  <a:pt x="152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204"/>
          <p:cNvSpPr>
            <a:spLocks noEditPoints="1"/>
          </p:cNvSpPr>
          <p:nvPr/>
        </p:nvSpPr>
        <p:spPr bwMode="auto">
          <a:xfrm>
            <a:off x="2975411" y="3006699"/>
            <a:ext cx="305067" cy="334275"/>
          </a:xfrm>
          <a:custGeom>
            <a:avLst/>
            <a:gdLst>
              <a:gd name="T0" fmla="*/ 80 w 160"/>
              <a:gd name="T1" fmla="*/ 104 h 176"/>
              <a:gd name="T2" fmla="*/ 84 w 160"/>
              <a:gd name="T3" fmla="*/ 100 h 176"/>
              <a:gd name="T4" fmla="*/ 84 w 160"/>
              <a:gd name="T5" fmla="*/ 4 h 176"/>
              <a:gd name="T6" fmla="*/ 80 w 160"/>
              <a:gd name="T7" fmla="*/ 0 h 176"/>
              <a:gd name="T8" fmla="*/ 76 w 160"/>
              <a:gd name="T9" fmla="*/ 4 h 176"/>
              <a:gd name="T10" fmla="*/ 76 w 160"/>
              <a:gd name="T11" fmla="*/ 100 h 176"/>
              <a:gd name="T12" fmla="*/ 80 w 160"/>
              <a:gd name="T13" fmla="*/ 104 h 176"/>
              <a:gd name="T14" fmla="*/ 96 w 160"/>
              <a:gd name="T15" fmla="*/ 18 h 176"/>
              <a:gd name="T16" fmla="*/ 96 w 160"/>
              <a:gd name="T17" fmla="*/ 18 h 176"/>
              <a:gd name="T18" fmla="*/ 92 w 160"/>
              <a:gd name="T19" fmla="*/ 22 h 176"/>
              <a:gd name="T20" fmla="*/ 96 w 160"/>
              <a:gd name="T21" fmla="*/ 26 h 176"/>
              <a:gd name="T22" fmla="*/ 96 w 160"/>
              <a:gd name="T23" fmla="*/ 26 h 176"/>
              <a:gd name="T24" fmla="*/ 152 w 160"/>
              <a:gd name="T25" fmla="*/ 96 h 176"/>
              <a:gd name="T26" fmla="*/ 80 w 160"/>
              <a:gd name="T27" fmla="*/ 168 h 176"/>
              <a:gd name="T28" fmla="*/ 8 w 160"/>
              <a:gd name="T29" fmla="*/ 96 h 176"/>
              <a:gd name="T30" fmla="*/ 64 w 160"/>
              <a:gd name="T31" fmla="*/ 26 h 176"/>
              <a:gd name="T32" fmla="*/ 64 w 160"/>
              <a:gd name="T33" fmla="*/ 26 h 176"/>
              <a:gd name="T34" fmla="*/ 68 w 160"/>
              <a:gd name="T35" fmla="*/ 22 h 176"/>
              <a:gd name="T36" fmla="*/ 64 w 160"/>
              <a:gd name="T37" fmla="*/ 18 h 176"/>
              <a:gd name="T38" fmla="*/ 64 w 160"/>
              <a:gd name="T39" fmla="*/ 18 h 176"/>
              <a:gd name="T40" fmla="*/ 0 w 160"/>
              <a:gd name="T41" fmla="*/ 96 h 176"/>
              <a:gd name="T42" fmla="*/ 80 w 160"/>
              <a:gd name="T43" fmla="*/ 176 h 176"/>
              <a:gd name="T44" fmla="*/ 160 w 160"/>
              <a:gd name="T45" fmla="*/ 96 h 176"/>
              <a:gd name="T46" fmla="*/ 96 w 160"/>
              <a:gd name="T47" fmla="*/ 1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76">
                <a:moveTo>
                  <a:pt x="80" y="104"/>
                </a:moveTo>
                <a:cubicBezTo>
                  <a:pt x="82" y="104"/>
                  <a:pt x="84" y="102"/>
                  <a:pt x="84" y="100"/>
                </a:cubicBezTo>
                <a:cubicBezTo>
                  <a:pt x="84" y="4"/>
                  <a:pt x="84" y="4"/>
                  <a:pt x="84" y="4"/>
                </a:cubicBezTo>
                <a:cubicBezTo>
                  <a:pt x="84" y="2"/>
                  <a:pt x="82" y="0"/>
                  <a:pt x="80" y="0"/>
                </a:cubicBezTo>
                <a:cubicBezTo>
                  <a:pt x="78" y="0"/>
                  <a:pt x="76" y="2"/>
                  <a:pt x="76" y="4"/>
                </a:cubicBezTo>
                <a:cubicBezTo>
                  <a:pt x="76" y="100"/>
                  <a:pt x="76" y="100"/>
                  <a:pt x="76" y="100"/>
                </a:cubicBezTo>
                <a:cubicBezTo>
                  <a:pt x="76" y="102"/>
                  <a:pt x="78" y="104"/>
                  <a:pt x="80" y="104"/>
                </a:cubicBezTo>
                <a:moveTo>
                  <a:pt x="96" y="18"/>
                </a:moveTo>
                <a:cubicBezTo>
                  <a:pt x="96" y="18"/>
                  <a:pt x="96" y="18"/>
                  <a:pt x="96" y="18"/>
                </a:cubicBezTo>
                <a:cubicBezTo>
                  <a:pt x="94" y="18"/>
                  <a:pt x="92" y="20"/>
                  <a:pt x="92" y="22"/>
                </a:cubicBezTo>
                <a:cubicBezTo>
                  <a:pt x="92" y="24"/>
                  <a:pt x="94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128" y="33"/>
                  <a:pt x="152" y="62"/>
                  <a:pt x="152" y="96"/>
                </a:cubicBezTo>
                <a:cubicBezTo>
                  <a:pt x="152" y="136"/>
                  <a:pt x="120" y="168"/>
                  <a:pt x="80" y="168"/>
                </a:cubicBezTo>
                <a:cubicBezTo>
                  <a:pt x="40" y="168"/>
                  <a:pt x="8" y="136"/>
                  <a:pt x="8" y="96"/>
                </a:cubicBezTo>
                <a:cubicBezTo>
                  <a:pt x="8" y="62"/>
                  <a:pt x="32" y="33"/>
                  <a:pt x="6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6" y="26"/>
                  <a:pt x="68" y="24"/>
                  <a:pt x="68" y="22"/>
                </a:cubicBezTo>
                <a:cubicBezTo>
                  <a:pt x="68" y="20"/>
                  <a:pt x="66" y="18"/>
                  <a:pt x="64" y="18"/>
                </a:cubicBezTo>
                <a:cubicBezTo>
                  <a:pt x="64" y="18"/>
                  <a:pt x="64" y="18"/>
                  <a:pt x="64" y="18"/>
                </a:cubicBezTo>
                <a:cubicBezTo>
                  <a:pt x="27" y="25"/>
                  <a:pt x="0" y="57"/>
                  <a:pt x="0" y="96"/>
                </a:cubicBezTo>
                <a:cubicBezTo>
                  <a:pt x="0" y="140"/>
                  <a:pt x="36" y="176"/>
                  <a:pt x="80" y="176"/>
                </a:cubicBezTo>
                <a:cubicBezTo>
                  <a:pt x="124" y="176"/>
                  <a:pt x="160" y="140"/>
                  <a:pt x="160" y="96"/>
                </a:cubicBezTo>
                <a:cubicBezTo>
                  <a:pt x="160" y="57"/>
                  <a:pt x="133" y="25"/>
                  <a:pt x="96" y="1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206"/>
          <p:cNvSpPr>
            <a:spLocks noEditPoints="1"/>
          </p:cNvSpPr>
          <p:nvPr/>
        </p:nvSpPr>
        <p:spPr bwMode="auto">
          <a:xfrm>
            <a:off x="3600149" y="3052134"/>
            <a:ext cx="334275" cy="243404"/>
          </a:xfrm>
          <a:custGeom>
            <a:avLst/>
            <a:gdLst>
              <a:gd name="T0" fmla="*/ 84 w 176"/>
              <a:gd name="T1" fmla="*/ 128 h 128"/>
              <a:gd name="T2" fmla="*/ 92 w 176"/>
              <a:gd name="T3" fmla="*/ 128 h 128"/>
              <a:gd name="T4" fmla="*/ 92 w 176"/>
              <a:gd name="T5" fmla="*/ 0 h 128"/>
              <a:gd name="T6" fmla="*/ 84 w 176"/>
              <a:gd name="T7" fmla="*/ 0 h 128"/>
              <a:gd name="T8" fmla="*/ 84 w 176"/>
              <a:gd name="T9" fmla="*/ 128 h 128"/>
              <a:gd name="T10" fmla="*/ 56 w 176"/>
              <a:gd name="T11" fmla="*/ 128 h 128"/>
              <a:gd name="T12" fmla="*/ 76 w 176"/>
              <a:gd name="T13" fmla="*/ 128 h 128"/>
              <a:gd name="T14" fmla="*/ 76 w 176"/>
              <a:gd name="T15" fmla="*/ 0 h 128"/>
              <a:gd name="T16" fmla="*/ 56 w 176"/>
              <a:gd name="T17" fmla="*/ 0 h 128"/>
              <a:gd name="T18" fmla="*/ 56 w 176"/>
              <a:gd name="T19" fmla="*/ 128 h 128"/>
              <a:gd name="T20" fmla="*/ 16 w 176"/>
              <a:gd name="T21" fmla="*/ 128 h 128"/>
              <a:gd name="T22" fmla="*/ 32 w 176"/>
              <a:gd name="T23" fmla="*/ 128 h 128"/>
              <a:gd name="T24" fmla="*/ 32 w 176"/>
              <a:gd name="T25" fmla="*/ 0 h 128"/>
              <a:gd name="T26" fmla="*/ 16 w 176"/>
              <a:gd name="T27" fmla="*/ 0 h 128"/>
              <a:gd name="T28" fmla="*/ 16 w 176"/>
              <a:gd name="T29" fmla="*/ 128 h 128"/>
              <a:gd name="T30" fmla="*/ 0 w 176"/>
              <a:gd name="T31" fmla="*/ 8 h 128"/>
              <a:gd name="T32" fmla="*/ 0 w 176"/>
              <a:gd name="T33" fmla="*/ 120 h 128"/>
              <a:gd name="T34" fmla="*/ 8 w 176"/>
              <a:gd name="T35" fmla="*/ 128 h 128"/>
              <a:gd name="T36" fmla="*/ 8 w 176"/>
              <a:gd name="T37" fmla="*/ 0 h 128"/>
              <a:gd name="T38" fmla="*/ 0 w 176"/>
              <a:gd name="T39" fmla="*/ 8 h 128"/>
              <a:gd name="T40" fmla="*/ 40 w 176"/>
              <a:gd name="T41" fmla="*/ 128 h 128"/>
              <a:gd name="T42" fmla="*/ 48 w 176"/>
              <a:gd name="T43" fmla="*/ 128 h 128"/>
              <a:gd name="T44" fmla="*/ 48 w 176"/>
              <a:gd name="T45" fmla="*/ 0 h 128"/>
              <a:gd name="T46" fmla="*/ 40 w 176"/>
              <a:gd name="T47" fmla="*/ 0 h 128"/>
              <a:gd name="T48" fmla="*/ 40 w 176"/>
              <a:gd name="T49" fmla="*/ 128 h 128"/>
              <a:gd name="T50" fmla="*/ 168 w 176"/>
              <a:gd name="T51" fmla="*/ 0 h 128"/>
              <a:gd name="T52" fmla="*/ 160 w 176"/>
              <a:gd name="T53" fmla="*/ 0 h 128"/>
              <a:gd name="T54" fmla="*/ 160 w 176"/>
              <a:gd name="T55" fmla="*/ 128 h 128"/>
              <a:gd name="T56" fmla="*/ 168 w 176"/>
              <a:gd name="T57" fmla="*/ 128 h 128"/>
              <a:gd name="T58" fmla="*/ 176 w 176"/>
              <a:gd name="T59" fmla="*/ 120 h 128"/>
              <a:gd name="T60" fmla="*/ 176 w 176"/>
              <a:gd name="T61" fmla="*/ 8 h 128"/>
              <a:gd name="T62" fmla="*/ 168 w 176"/>
              <a:gd name="T63" fmla="*/ 0 h 128"/>
              <a:gd name="T64" fmla="*/ 144 w 176"/>
              <a:gd name="T65" fmla="*/ 128 h 128"/>
              <a:gd name="T66" fmla="*/ 152 w 176"/>
              <a:gd name="T67" fmla="*/ 128 h 128"/>
              <a:gd name="T68" fmla="*/ 152 w 176"/>
              <a:gd name="T69" fmla="*/ 0 h 128"/>
              <a:gd name="T70" fmla="*/ 144 w 176"/>
              <a:gd name="T71" fmla="*/ 0 h 128"/>
              <a:gd name="T72" fmla="*/ 144 w 176"/>
              <a:gd name="T73" fmla="*/ 128 h 128"/>
              <a:gd name="T74" fmla="*/ 116 w 176"/>
              <a:gd name="T75" fmla="*/ 128 h 128"/>
              <a:gd name="T76" fmla="*/ 136 w 176"/>
              <a:gd name="T77" fmla="*/ 128 h 128"/>
              <a:gd name="T78" fmla="*/ 136 w 176"/>
              <a:gd name="T79" fmla="*/ 0 h 128"/>
              <a:gd name="T80" fmla="*/ 116 w 176"/>
              <a:gd name="T81" fmla="*/ 0 h 128"/>
              <a:gd name="T82" fmla="*/ 116 w 176"/>
              <a:gd name="T83" fmla="*/ 128 h 128"/>
              <a:gd name="T84" fmla="*/ 100 w 176"/>
              <a:gd name="T85" fmla="*/ 128 h 128"/>
              <a:gd name="T86" fmla="*/ 108 w 176"/>
              <a:gd name="T87" fmla="*/ 128 h 128"/>
              <a:gd name="T88" fmla="*/ 108 w 176"/>
              <a:gd name="T89" fmla="*/ 0 h 128"/>
              <a:gd name="T90" fmla="*/ 100 w 176"/>
              <a:gd name="T91" fmla="*/ 0 h 128"/>
              <a:gd name="T92" fmla="*/ 100 w 176"/>
              <a:gd name="T93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28">
                <a:moveTo>
                  <a:pt x="84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0"/>
                  <a:pt x="92" y="0"/>
                  <a:pt x="92" y="0"/>
                </a:cubicBezTo>
                <a:cubicBezTo>
                  <a:pt x="84" y="0"/>
                  <a:pt x="84" y="0"/>
                  <a:pt x="84" y="0"/>
                </a:cubicBezTo>
                <a:lnTo>
                  <a:pt x="84" y="128"/>
                </a:lnTo>
                <a:close/>
                <a:moveTo>
                  <a:pt x="56" y="128"/>
                </a:moveTo>
                <a:cubicBezTo>
                  <a:pt x="76" y="128"/>
                  <a:pt x="76" y="128"/>
                  <a:pt x="76" y="128"/>
                </a:cubicBezTo>
                <a:cubicBezTo>
                  <a:pt x="76" y="0"/>
                  <a:pt x="76" y="0"/>
                  <a:pt x="76" y="0"/>
                </a:cubicBezTo>
                <a:cubicBezTo>
                  <a:pt x="56" y="0"/>
                  <a:pt x="56" y="0"/>
                  <a:pt x="56" y="0"/>
                </a:cubicBezTo>
                <a:lnTo>
                  <a:pt x="56" y="128"/>
                </a:lnTo>
                <a:close/>
                <a:moveTo>
                  <a:pt x="16" y="128"/>
                </a:moveTo>
                <a:cubicBezTo>
                  <a:pt x="32" y="128"/>
                  <a:pt x="32" y="128"/>
                  <a:pt x="32" y="128"/>
                </a:cubicBezTo>
                <a:cubicBezTo>
                  <a:pt x="32" y="0"/>
                  <a:pt x="32" y="0"/>
                  <a:pt x="32" y="0"/>
                </a:cubicBezTo>
                <a:cubicBezTo>
                  <a:pt x="16" y="0"/>
                  <a:pt x="16" y="0"/>
                  <a:pt x="16" y="0"/>
                </a:cubicBezTo>
                <a:lnTo>
                  <a:pt x="16" y="128"/>
                </a:lnTo>
                <a:close/>
                <a:moveTo>
                  <a:pt x="0" y="8"/>
                </a:move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moveTo>
                  <a:pt x="40" y="128"/>
                </a:moveTo>
                <a:cubicBezTo>
                  <a:pt x="48" y="128"/>
                  <a:pt x="48" y="128"/>
                  <a:pt x="48" y="128"/>
                </a:cubicBezTo>
                <a:cubicBezTo>
                  <a:pt x="48" y="0"/>
                  <a:pt x="48" y="0"/>
                  <a:pt x="48" y="0"/>
                </a:cubicBezTo>
                <a:cubicBezTo>
                  <a:pt x="40" y="0"/>
                  <a:pt x="40" y="0"/>
                  <a:pt x="40" y="0"/>
                </a:cubicBezTo>
                <a:lnTo>
                  <a:pt x="40" y="128"/>
                </a:lnTo>
                <a:close/>
                <a:moveTo>
                  <a:pt x="168" y="0"/>
                </a:moveTo>
                <a:cubicBezTo>
                  <a:pt x="160" y="0"/>
                  <a:pt x="160" y="0"/>
                  <a:pt x="160" y="0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44" y="128"/>
                </a:moveTo>
                <a:cubicBezTo>
                  <a:pt x="152" y="128"/>
                  <a:pt x="152" y="128"/>
                  <a:pt x="152" y="128"/>
                </a:cubicBezTo>
                <a:cubicBezTo>
                  <a:pt x="152" y="0"/>
                  <a:pt x="152" y="0"/>
                  <a:pt x="152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128"/>
                </a:lnTo>
                <a:close/>
                <a:moveTo>
                  <a:pt x="116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6" y="0"/>
                  <a:pt x="136" y="0"/>
                  <a:pt x="136" y="0"/>
                </a:cubicBezTo>
                <a:cubicBezTo>
                  <a:pt x="116" y="0"/>
                  <a:pt x="116" y="0"/>
                  <a:pt x="116" y="0"/>
                </a:cubicBezTo>
                <a:lnTo>
                  <a:pt x="116" y="128"/>
                </a:lnTo>
                <a:close/>
                <a:moveTo>
                  <a:pt x="100" y="128"/>
                </a:moveTo>
                <a:cubicBezTo>
                  <a:pt x="108" y="128"/>
                  <a:pt x="108" y="128"/>
                  <a:pt x="108" y="128"/>
                </a:cubicBezTo>
                <a:cubicBezTo>
                  <a:pt x="108" y="0"/>
                  <a:pt x="108" y="0"/>
                  <a:pt x="108" y="0"/>
                </a:cubicBezTo>
                <a:cubicBezTo>
                  <a:pt x="100" y="0"/>
                  <a:pt x="100" y="0"/>
                  <a:pt x="100" y="0"/>
                </a:cubicBezTo>
                <a:lnTo>
                  <a:pt x="100" y="1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207"/>
          <p:cNvSpPr>
            <a:spLocks noEditPoints="1"/>
          </p:cNvSpPr>
          <p:nvPr/>
        </p:nvSpPr>
        <p:spPr bwMode="auto">
          <a:xfrm>
            <a:off x="4239490" y="3006699"/>
            <a:ext cx="334275" cy="334275"/>
          </a:xfrm>
          <a:custGeom>
            <a:avLst/>
            <a:gdLst>
              <a:gd name="T0" fmla="*/ 32 w 176"/>
              <a:gd name="T1" fmla="*/ 0 h 176"/>
              <a:gd name="T2" fmla="*/ 16 w 176"/>
              <a:gd name="T3" fmla="*/ 65 h 176"/>
              <a:gd name="T4" fmla="*/ 0 w 176"/>
              <a:gd name="T5" fmla="*/ 8 h 176"/>
              <a:gd name="T6" fmla="*/ 8 w 176"/>
              <a:gd name="T7" fmla="*/ 128 h 176"/>
              <a:gd name="T8" fmla="*/ 0 w 176"/>
              <a:gd name="T9" fmla="*/ 8 h 176"/>
              <a:gd name="T10" fmla="*/ 40 w 176"/>
              <a:gd name="T11" fmla="*/ 0 h 176"/>
              <a:gd name="T12" fmla="*/ 48 w 176"/>
              <a:gd name="T13" fmla="*/ 37 h 176"/>
              <a:gd name="T14" fmla="*/ 76 w 176"/>
              <a:gd name="T15" fmla="*/ 32 h 176"/>
              <a:gd name="T16" fmla="*/ 56 w 176"/>
              <a:gd name="T17" fmla="*/ 0 h 176"/>
              <a:gd name="T18" fmla="*/ 72 w 176"/>
              <a:gd name="T19" fmla="*/ 32 h 176"/>
              <a:gd name="T20" fmla="*/ 108 w 176"/>
              <a:gd name="T21" fmla="*/ 0 h 176"/>
              <a:gd name="T22" fmla="*/ 100 w 176"/>
              <a:gd name="T23" fmla="*/ 39 h 176"/>
              <a:gd name="T24" fmla="*/ 108 w 176"/>
              <a:gd name="T25" fmla="*/ 0 h 176"/>
              <a:gd name="T26" fmla="*/ 17 w 176"/>
              <a:gd name="T27" fmla="*/ 128 h 176"/>
              <a:gd name="T28" fmla="*/ 16 w 176"/>
              <a:gd name="T29" fmla="*/ 128 h 176"/>
              <a:gd name="T30" fmla="*/ 84 w 176"/>
              <a:gd name="T31" fmla="*/ 0 h 176"/>
              <a:gd name="T32" fmla="*/ 92 w 176"/>
              <a:gd name="T33" fmla="*/ 35 h 176"/>
              <a:gd name="T34" fmla="*/ 136 w 176"/>
              <a:gd name="T35" fmla="*/ 0 h 176"/>
              <a:gd name="T36" fmla="*/ 116 w 176"/>
              <a:gd name="T37" fmla="*/ 50 h 176"/>
              <a:gd name="T38" fmla="*/ 136 w 176"/>
              <a:gd name="T39" fmla="*/ 0 h 176"/>
              <a:gd name="T40" fmla="*/ 136 w 176"/>
              <a:gd name="T41" fmla="*/ 96 h 176"/>
              <a:gd name="T42" fmla="*/ 136 w 176"/>
              <a:gd name="T43" fmla="*/ 128 h 176"/>
              <a:gd name="T44" fmla="*/ 152 w 176"/>
              <a:gd name="T45" fmla="*/ 128 h 176"/>
              <a:gd name="T46" fmla="*/ 144 w 176"/>
              <a:gd name="T47" fmla="*/ 0 h 176"/>
              <a:gd name="T48" fmla="*/ 114 w 176"/>
              <a:gd name="T49" fmla="*/ 133 h 176"/>
              <a:gd name="T50" fmla="*/ 72 w 176"/>
              <a:gd name="T51" fmla="*/ 40 h 176"/>
              <a:gd name="T52" fmla="*/ 72 w 176"/>
              <a:gd name="T53" fmla="*/ 152 h 176"/>
              <a:gd name="T54" fmla="*/ 145 w 176"/>
              <a:gd name="T55" fmla="*/ 175 h 176"/>
              <a:gd name="T56" fmla="*/ 152 w 176"/>
              <a:gd name="T57" fmla="*/ 172 h 176"/>
              <a:gd name="T58" fmla="*/ 114 w 176"/>
              <a:gd name="T59" fmla="*/ 133 h 176"/>
              <a:gd name="T60" fmla="*/ 24 w 176"/>
              <a:gd name="T61" fmla="*/ 96 h 176"/>
              <a:gd name="T62" fmla="*/ 120 w 176"/>
              <a:gd name="T63" fmla="*/ 96 h 176"/>
              <a:gd name="T64" fmla="*/ 168 w 176"/>
              <a:gd name="T65" fmla="*/ 0 h 176"/>
              <a:gd name="T66" fmla="*/ 160 w 176"/>
              <a:gd name="T67" fmla="*/ 128 h 176"/>
              <a:gd name="T68" fmla="*/ 176 w 176"/>
              <a:gd name="T69" fmla="*/ 120 h 176"/>
              <a:gd name="T70" fmla="*/ 168 w 176"/>
              <a:gd name="T71" fmla="*/ 0 h 176"/>
              <a:gd name="T72" fmla="*/ 56 w 176"/>
              <a:gd name="T73" fmla="*/ 124 h 176"/>
              <a:gd name="T74" fmla="*/ 76 w 176"/>
              <a:gd name="T75" fmla="*/ 128 h 176"/>
              <a:gd name="T76" fmla="*/ 72 w 176"/>
              <a:gd name="T77" fmla="*/ 64 h 176"/>
              <a:gd name="T78" fmla="*/ 48 w 176"/>
              <a:gd name="T79" fmla="*/ 117 h 176"/>
              <a:gd name="T80" fmla="*/ 40 w 176"/>
              <a:gd name="T81" fmla="*/ 96 h 176"/>
              <a:gd name="T82" fmla="*/ 100 w 176"/>
              <a:gd name="T83" fmla="*/ 111 h 176"/>
              <a:gd name="T84" fmla="*/ 100 w 176"/>
              <a:gd name="T85" fmla="*/ 81 h 176"/>
              <a:gd name="T86" fmla="*/ 84 w 176"/>
              <a:gd name="T87" fmla="*/ 126 h 176"/>
              <a:gd name="T88" fmla="*/ 92 w 176"/>
              <a:gd name="T89" fmla="*/ 71 h 176"/>
              <a:gd name="T90" fmla="*/ 84 w 176"/>
              <a:gd name="T91" fmla="*/ 12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76">
                <a:moveTo>
                  <a:pt x="32" y="46"/>
                </a:moveTo>
                <a:cubicBezTo>
                  <a:pt x="32" y="0"/>
                  <a:pt x="32" y="0"/>
                  <a:pt x="3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65"/>
                  <a:pt x="16" y="65"/>
                  <a:pt x="16" y="65"/>
                </a:cubicBezTo>
                <a:cubicBezTo>
                  <a:pt x="20" y="58"/>
                  <a:pt x="26" y="51"/>
                  <a:pt x="32" y="46"/>
                </a:cubicBezTo>
                <a:moveTo>
                  <a:pt x="0" y="8"/>
                </a:move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moveTo>
                  <a:pt x="48" y="0"/>
                </a:moveTo>
                <a:cubicBezTo>
                  <a:pt x="40" y="0"/>
                  <a:pt x="40" y="0"/>
                  <a:pt x="40" y="0"/>
                </a:cubicBezTo>
                <a:cubicBezTo>
                  <a:pt x="40" y="41"/>
                  <a:pt x="40" y="41"/>
                  <a:pt x="40" y="41"/>
                </a:cubicBezTo>
                <a:cubicBezTo>
                  <a:pt x="43" y="39"/>
                  <a:pt x="45" y="38"/>
                  <a:pt x="48" y="37"/>
                </a:cubicBezTo>
                <a:lnTo>
                  <a:pt x="48" y="0"/>
                </a:lnTo>
                <a:close/>
                <a:moveTo>
                  <a:pt x="76" y="32"/>
                </a:moveTo>
                <a:cubicBezTo>
                  <a:pt x="76" y="0"/>
                  <a:pt x="76" y="0"/>
                  <a:pt x="7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34"/>
                  <a:pt x="56" y="34"/>
                  <a:pt x="56" y="34"/>
                </a:cubicBezTo>
                <a:cubicBezTo>
                  <a:pt x="61" y="33"/>
                  <a:pt x="66" y="32"/>
                  <a:pt x="72" y="32"/>
                </a:cubicBezTo>
                <a:cubicBezTo>
                  <a:pt x="73" y="32"/>
                  <a:pt x="75" y="32"/>
                  <a:pt x="76" y="32"/>
                </a:cubicBezTo>
                <a:moveTo>
                  <a:pt x="108" y="0"/>
                </a:moveTo>
                <a:cubicBezTo>
                  <a:pt x="100" y="0"/>
                  <a:pt x="100" y="0"/>
                  <a:pt x="100" y="0"/>
                </a:cubicBezTo>
                <a:cubicBezTo>
                  <a:pt x="100" y="39"/>
                  <a:pt x="100" y="39"/>
                  <a:pt x="100" y="39"/>
                </a:cubicBezTo>
                <a:cubicBezTo>
                  <a:pt x="103" y="40"/>
                  <a:pt x="105" y="41"/>
                  <a:pt x="108" y="43"/>
                </a:cubicBezTo>
                <a:lnTo>
                  <a:pt x="108" y="0"/>
                </a:lnTo>
                <a:close/>
                <a:moveTo>
                  <a:pt x="16" y="128"/>
                </a:moveTo>
                <a:cubicBezTo>
                  <a:pt x="17" y="128"/>
                  <a:pt x="17" y="128"/>
                  <a:pt x="17" y="128"/>
                </a:cubicBezTo>
                <a:cubicBezTo>
                  <a:pt x="16" y="128"/>
                  <a:pt x="16" y="127"/>
                  <a:pt x="16" y="127"/>
                </a:cubicBezTo>
                <a:lnTo>
                  <a:pt x="16" y="128"/>
                </a:lnTo>
                <a:close/>
                <a:moveTo>
                  <a:pt x="92" y="0"/>
                </a:moveTo>
                <a:cubicBezTo>
                  <a:pt x="84" y="0"/>
                  <a:pt x="84" y="0"/>
                  <a:pt x="84" y="0"/>
                </a:cubicBezTo>
                <a:cubicBezTo>
                  <a:pt x="84" y="33"/>
                  <a:pt x="84" y="33"/>
                  <a:pt x="84" y="33"/>
                </a:cubicBezTo>
                <a:cubicBezTo>
                  <a:pt x="87" y="34"/>
                  <a:pt x="89" y="34"/>
                  <a:pt x="92" y="35"/>
                </a:cubicBezTo>
                <a:lnTo>
                  <a:pt x="92" y="0"/>
                </a:lnTo>
                <a:close/>
                <a:moveTo>
                  <a:pt x="136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16" y="50"/>
                  <a:pt x="116" y="50"/>
                  <a:pt x="116" y="50"/>
                </a:cubicBezTo>
                <a:cubicBezTo>
                  <a:pt x="128" y="61"/>
                  <a:pt x="136" y="78"/>
                  <a:pt x="136" y="96"/>
                </a:cubicBezTo>
                <a:lnTo>
                  <a:pt x="136" y="0"/>
                </a:lnTo>
                <a:close/>
                <a:moveTo>
                  <a:pt x="136" y="128"/>
                </a:move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3" y="119"/>
                  <a:pt x="127" y="128"/>
                </a:cubicBezTo>
                <a:lnTo>
                  <a:pt x="136" y="128"/>
                </a:lnTo>
                <a:close/>
                <a:moveTo>
                  <a:pt x="144" y="128"/>
                </a:moveTo>
                <a:cubicBezTo>
                  <a:pt x="152" y="128"/>
                  <a:pt x="152" y="128"/>
                  <a:pt x="152" y="128"/>
                </a:cubicBezTo>
                <a:cubicBezTo>
                  <a:pt x="152" y="0"/>
                  <a:pt x="152" y="0"/>
                  <a:pt x="152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128"/>
                </a:lnTo>
                <a:close/>
                <a:moveTo>
                  <a:pt x="114" y="133"/>
                </a:moveTo>
                <a:cubicBezTo>
                  <a:pt x="123" y="123"/>
                  <a:pt x="128" y="110"/>
                  <a:pt x="128" y="96"/>
                </a:cubicBezTo>
                <a:cubicBezTo>
                  <a:pt x="128" y="65"/>
                  <a:pt x="103" y="40"/>
                  <a:pt x="72" y="40"/>
                </a:cubicBezTo>
                <a:cubicBezTo>
                  <a:pt x="41" y="40"/>
                  <a:pt x="16" y="65"/>
                  <a:pt x="16" y="96"/>
                </a:cubicBezTo>
                <a:cubicBezTo>
                  <a:pt x="16" y="127"/>
                  <a:pt x="41" y="152"/>
                  <a:pt x="72" y="152"/>
                </a:cubicBezTo>
                <a:cubicBezTo>
                  <a:pt x="86" y="152"/>
                  <a:pt x="99" y="147"/>
                  <a:pt x="109" y="138"/>
                </a:cubicBezTo>
                <a:cubicBezTo>
                  <a:pt x="145" y="175"/>
                  <a:pt x="145" y="175"/>
                  <a:pt x="145" y="175"/>
                </a:cubicBezTo>
                <a:cubicBezTo>
                  <a:pt x="146" y="176"/>
                  <a:pt x="147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71"/>
                  <a:pt x="152" y="170"/>
                  <a:pt x="151" y="169"/>
                </a:cubicBezTo>
                <a:lnTo>
                  <a:pt x="114" y="133"/>
                </a:lnTo>
                <a:close/>
                <a:moveTo>
                  <a:pt x="72" y="144"/>
                </a:moveTo>
                <a:cubicBezTo>
                  <a:pt x="45" y="144"/>
                  <a:pt x="24" y="123"/>
                  <a:pt x="24" y="96"/>
                </a:cubicBezTo>
                <a:cubicBezTo>
                  <a:pt x="24" y="69"/>
                  <a:pt x="45" y="48"/>
                  <a:pt x="72" y="48"/>
                </a:cubicBezTo>
                <a:cubicBezTo>
                  <a:pt x="99" y="48"/>
                  <a:pt x="120" y="69"/>
                  <a:pt x="120" y="96"/>
                </a:cubicBezTo>
                <a:cubicBezTo>
                  <a:pt x="120" y="123"/>
                  <a:pt x="99" y="144"/>
                  <a:pt x="72" y="144"/>
                </a:cubicBezTo>
                <a:moveTo>
                  <a:pt x="168" y="0"/>
                </a:moveTo>
                <a:cubicBezTo>
                  <a:pt x="160" y="0"/>
                  <a:pt x="160" y="0"/>
                  <a:pt x="160" y="0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56" y="68"/>
                </a:moveTo>
                <a:cubicBezTo>
                  <a:pt x="56" y="124"/>
                  <a:pt x="56" y="124"/>
                  <a:pt x="56" y="124"/>
                </a:cubicBezTo>
                <a:cubicBezTo>
                  <a:pt x="61" y="126"/>
                  <a:pt x="66" y="128"/>
                  <a:pt x="72" y="128"/>
                </a:cubicBezTo>
                <a:cubicBezTo>
                  <a:pt x="73" y="128"/>
                  <a:pt x="75" y="128"/>
                  <a:pt x="76" y="128"/>
                </a:cubicBezTo>
                <a:cubicBezTo>
                  <a:pt x="76" y="64"/>
                  <a:pt x="76" y="64"/>
                  <a:pt x="76" y="64"/>
                </a:cubicBezTo>
                <a:cubicBezTo>
                  <a:pt x="75" y="64"/>
                  <a:pt x="73" y="64"/>
                  <a:pt x="72" y="64"/>
                </a:cubicBezTo>
                <a:cubicBezTo>
                  <a:pt x="66" y="64"/>
                  <a:pt x="61" y="66"/>
                  <a:pt x="56" y="68"/>
                </a:cubicBezTo>
                <a:moveTo>
                  <a:pt x="48" y="117"/>
                </a:moveTo>
                <a:cubicBezTo>
                  <a:pt x="48" y="75"/>
                  <a:pt x="48" y="75"/>
                  <a:pt x="48" y="75"/>
                </a:cubicBezTo>
                <a:cubicBezTo>
                  <a:pt x="43" y="81"/>
                  <a:pt x="40" y="88"/>
                  <a:pt x="40" y="96"/>
                </a:cubicBezTo>
                <a:cubicBezTo>
                  <a:pt x="40" y="104"/>
                  <a:pt x="43" y="111"/>
                  <a:pt x="48" y="117"/>
                </a:cubicBezTo>
                <a:moveTo>
                  <a:pt x="100" y="111"/>
                </a:moveTo>
                <a:cubicBezTo>
                  <a:pt x="103" y="107"/>
                  <a:pt x="104" y="102"/>
                  <a:pt x="104" y="96"/>
                </a:cubicBezTo>
                <a:cubicBezTo>
                  <a:pt x="104" y="90"/>
                  <a:pt x="103" y="85"/>
                  <a:pt x="100" y="81"/>
                </a:cubicBezTo>
                <a:lnTo>
                  <a:pt x="100" y="111"/>
                </a:lnTo>
                <a:close/>
                <a:moveTo>
                  <a:pt x="84" y="126"/>
                </a:moveTo>
                <a:cubicBezTo>
                  <a:pt x="87" y="124"/>
                  <a:pt x="90" y="123"/>
                  <a:pt x="92" y="121"/>
                </a:cubicBezTo>
                <a:cubicBezTo>
                  <a:pt x="92" y="71"/>
                  <a:pt x="92" y="71"/>
                  <a:pt x="92" y="71"/>
                </a:cubicBezTo>
                <a:cubicBezTo>
                  <a:pt x="90" y="69"/>
                  <a:pt x="87" y="68"/>
                  <a:pt x="84" y="66"/>
                </a:cubicBezTo>
                <a:lnTo>
                  <a:pt x="84" y="12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208"/>
          <p:cNvSpPr>
            <a:spLocks noEditPoints="1"/>
          </p:cNvSpPr>
          <p:nvPr/>
        </p:nvSpPr>
        <p:spPr bwMode="auto">
          <a:xfrm>
            <a:off x="4877209" y="3052134"/>
            <a:ext cx="335898" cy="243404"/>
          </a:xfrm>
          <a:custGeom>
            <a:avLst/>
            <a:gdLst>
              <a:gd name="T0" fmla="*/ 80 w 176"/>
              <a:gd name="T1" fmla="*/ 0 h 128"/>
              <a:gd name="T2" fmla="*/ 96 w 176"/>
              <a:gd name="T3" fmla="*/ 64 h 128"/>
              <a:gd name="T4" fmla="*/ 72 w 176"/>
              <a:gd name="T5" fmla="*/ 0 h 128"/>
              <a:gd name="T6" fmla="*/ 64 w 176"/>
              <a:gd name="T7" fmla="*/ 64 h 128"/>
              <a:gd name="T8" fmla="*/ 72 w 176"/>
              <a:gd name="T9" fmla="*/ 0 h 128"/>
              <a:gd name="T10" fmla="*/ 40 w 176"/>
              <a:gd name="T11" fmla="*/ 0 h 128"/>
              <a:gd name="T12" fmla="*/ 56 w 176"/>
              <a:gd name="T13" fmla="*/ 64 h 128"/>
              <a:gd name="T14" fmla="*/ 32 w 176"/>
              <a:gd name="T15" fmla="*/ 0 h 128"/>
              <a:gd name="T16" fmla="*/ 24 w 176"/>
              <a:gd name="T17" fmla="*/ 64 h 128"/>
              <a:gd name="T18" fmla="*/ 32 w 176"/>
              <a:gd name="T19" fmla="*/ 0 h 128"/>
              <a:gd name="T20" fmla="*/ 8 w 176"/>
              <a:gd name="T21" fmla="*/ 8 h 128"/>
              <a:gd name="T22" fmla="*/ 16 w 176"/>
              <a:gd name="T23" fmla="*/ 64 h 128"/>
              <a:gd name="T24" fmla="*/ 144 w 176"/>
              <a:gd name="T25" fmla="*/ 0 h 128"/>
              <a:gd name="T26" fmla="*/ 136 w 176"/>
              <a:gd name="T27" fmla="*/ 64 h 128"/>
              <a:gd name="T28" fmla="*/ 144 w 176"/>
              <a:gd name="T29" fmla="*/ 0 h 128"/>
              <a:gd name="T30" fmla="*/ 104 w 176"/>
              <a:gd name="T31" fmla="*/ 0 h 128"/>
              <a:gd name="T32" fmla="*/ 112 w 176"/>
              <a:gd name="T33" fmla="*/ 64 h 128"/>
              <a:gd name="T34" fmla="*/ 168 w 176"/>
              <a:gd name="T35" fmla="*/ 8 h 128"/>
              <a:gd name="T36" fmla="*/ 152 w 176"/>
              <a:gd name="T37" fmla="*/ 0 h 128"/>
              <a:gd name="T38" fmla="*/ 168 w 176"/>
              <a:gd name="T39" fmla="*/ 64 h 128"/>
              <a:gd name="T40" fmla="*/ 128 w 176"/>
              <a:gd name="T41" fmla="*/ 0 h 128"/>
              <a:gd name="T42" fmla="*/ 120 w 176"/>
              <a:gd name="T43" fmla="*/ 64 h 128"/>
              <a:gd name="T44" fmla="*/ 128 w 176"/>
              <a:gd name="T45" fmla="*/ 0 h 128"/>
              <a:gd name="T46" fmla="*/ 160 w 176"/>
              <a:gd name="T47" fmla="*/ 128 h 128"/>
              <a:gd name="T48" fmla="*/ 168 w 176"/>
              <a:gd name="T49" fmla="*/ 104 h 128"/>
              <a:gd name="T50" fmla="*/ 152 w 176"/>
              <a:gd name="T51" fmla="*/ 128 h 128"/>
              <a:gd name="T52" fmla="*/ 128 w 176"/>
              <a:gd name="T53" fmla="*/ 128 h 128"/>
              <a:gd name="T54" fmla="*/ 120 w 176"/>
              <a:gd name="T55" fmla="*/ 104 h 128"/>
              <a:gd name="T56" fmla="*/ 136 w 176"/>
              <a:gd name="T57" fmla="*/ 128 h 128"/>
              <a:gd name="T58" fmla="*/ 144 w 176"/>
              <a:gd name="T59" fmla="*/ 104 h 128"/>
              <a:gd name="T60" fmla="*/ 136 w 176"/>
              <a:gd name="T61" fmla="*/ 128 h 128"/>
              <a:gd name="T62" fmla="*/ 16 w 176"/>
              <a:gd name="T63" fmla="*/ 128 h 128"/>
              <a:gd name="T64" fmla="*/ 8 w 176"/>
              <a:gd name="T65" fmla="*/ 104 h 128"/>
              <a:gd name="T66" fmla="*/ 168 w 176"/>
              <a:gd name="T67" fmla="*/ 72 h 128"/>
              <a:gd name="T68" fmla="*/ 0 w 176"/>
              <a:gd name="T69" fmla="*/ 80 h 128"/>
              <a:gd name="T70" fmla="*/ 8 w 176"/>
              <a:gd name="T71" fmla="*/ 96 h 128"/>
              <a:gd name="T72" fmla="*/ 176 w 176"/>
              <a:gd name="T73" fmla="*/ 88 h 128"/>
              <a:gd name="T74" fmla="*/ 168 w 176"/>
              <a:gd name="T75" fmla="*/ 72 h 128"/>
              <a:gd name="T76" fmla="*/ 8 w 176"/>
              <a:gd name="T77" fmla="*/ 88 h 128"/>
              <a:gd name="T78" fmla="*/ 168 w 176"/>
              <a:gd name="T79" fmla="*/ 80 h 128"/>
              <a:gd name="T80" fmla="*/ 104 w 176"/>
              <a:gd name="T81" fmla="*/ 128 h 128"/>
              <a:gd name="T82" fmla="*/ 112 w 176"/>
              <a:gd name="T83" fmla="*/ 104 h 128"/>
              <a:gd name="T84" fmla="*/ 104 w 176"/>
              <a:gd name="T85" fmla="*/ 128 h 128"/>
              <a:gd name="T86" fmla="*/ 56 w 176"/>
              <a:gd name="T87" fmla="*/ 128 h 128"/>
              <a:gd name="T88" fmla="*/ 40 w 176"/>
              <a:gd name="T89" fmla="*/ 104 h 128"/>
              <a:gd name="T90" fmla="*/ 24 w 176"/>
              <a:gd name="T91" fmla="*/ 128 h 128"/>
              <a:gd name="T92" fmla="*/ 32 w 176"/>
              <a:gd name="T93" fmla="*/ 104 h 128"/>
              <a:gd name="T94" fmla="*/ 24 w 176"/>
              <a:gd name="T95" fmla="*/ 128 h 128"/>
              <a:gd name="T96" fmla="*/ 72 w 176"/>
              <a:gd name="T97" fmla="*/ 128 h 128"/>
              <a:gd name="T98" fmla="*/ 64 w 176"/>
              <a:gd name="T99" fmla="*/ 104 h 128"/>
              <a:gd name="T100" fmla="*/ 80 w 176"/>
              <a:gd name="T101" fmla="*/ 128 h 128"/>
              <a:gd name="T102" fmla="*/ 96 w 176"/>
              <a:gd name="T103" fmla="*/ 104 h 128"/>
              <a:gd name="T104" fmla="*/ 80 w 176"/>
              <a:gd name="T105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28">
                <a:moveTo>
                  <a:pt x="96" y="0"/>
                </a:moveTo>
                <a:cubicBezTo>
                  <a:pt x="80" y="0"/>
                  <a:pt x="80" y="0"/>
                  <a:pt x="80" y="0"/>
                </a:cubicBezTo>
                <a:cubicBezTo>
                  <a:pt x="80" y="64"/>
                  <a:pt x="80" y="64"/>
                  <a:pt x="80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0"/>
                </a:lnTo>
                <a:close/>
                <a:moveTo>
                  <a:pt x="72" y="0"/>
                </a:moveTo>
                <a:cubicBezTo>
                  <a:pt x="64" y="0"/>
                  <a:pt x="64" y="0"/>
                  <a:pt x="64" y="0"/>
                </a:cubicBezTo>
                <a:cubicBezTo>
                  <a:pt x="64" y="64"/>
                  <a:pt x="64" y="64"/>
                  <a:pt x="64" y="64"/>
                </a:cubicBezTo>
                <a:cubicBezTo>
                  <a:pt x="72" y="64"/>
                  <a:pt x="72" y="64"/>
                  <a:pt x="72" y="64"/>
                </a:cubicBezTo>
                <a:lnTo>
                  <a:pt x="72" y="0"/>
                </a:lnTo>
                <a:close/>
                <a:moveTo>
                  <a:pt x="56" y="0"/>
                </a:moveTo>
                <a:cubicBezTo>
                  <a:pt x="40" y="0"/>
                  <a:pt x="40" y="0"/>
                  <a:pt x="40" y="0"/>
                </a:cubicBezTo>
                <a:cubicBezTo>
                  <a:pt x="40" y="64"/>
                  <a:pt x="40" y="64"/>
                  <a:pt x="40" y="64"/>
                </a:cubicBezTo>
                <a:cubicBezTo>
                  <a:pt x="56" y="64"/>
                  <a:pt x="56" y="64"/>
                  <a:pt x="56" y="64"/>
                </a:cubicBezTo>
                <a:lnTo>
                  <a:pt x="56" y="0"/>
                </a:lnTo>
                <a:close/>
                <a:moveTo>
                  <a:pt x="32" y="0"/>
                </a:moveTo>
                <a:cubicBezTo>
                  <a:pt x="24" y="0"/>
                  <a:pt x="24" y="0"/>
                  <a:pt x="24" y="0"/>
                </a:cubicBezTo>
                <a:cubicBezTo>
                  <a:pt x="24" y="64"/>
                  <a:pt x="24" y="64"/>
                  <a:pt x="24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0"/>
                </a:lnTo>
                <a:close/>
                <a:moveTo>
                  <a:pt x="16" y="0"/>
                </a:moveTo>
                <a:cubicBezTo>
                  <a:pt x="12" y="0"/>
                  <a:pt x="8" y="4"/>
                  <a:pt x="8" y="8"/>
                </a:cubicBezTo>
                <a:cubicBezTo>
                  <a:pt x="8" y="64"/>
                  <a:pt x="8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lnTo>
                  <a:pt x="16" y="0"/>
                </a:lnTo>
                <a:close/>
                <a:moveTo>
                  <a:pt x="144" y="0"/>
                </a:moveTo>
                <a:cubicBezTo>
                  <a:pt x="136" y="0"/>
                  <a:pt x="136" y="0"/>
                  <a:pt x="136" y="0"/>
                </a:cubicBezTo>
                <a:cubicBezTo>
                  <a:pt x="136" y="64"/>
                  <a:pt x="136" y="64"/>
                  <a:pt x="136" y="64"/>
                </a:cubicBezTo>
                <a:cubicBezTo>
                  <a:pt x="144" y="64"/>
                  <a:pt x="144" y="64"/>
                  <a:pt x="144" y="64"/>
                </a:cubicBezTo>
                <a:lnTo>
                  <a:pt x="144" y="0"/>
                </a:lnTo>
                <a:close/>
                <a:moveTo>
                  <a:pt x="112" y="0"/>
                </a:moveTo>
                <a:cubicBezTo>
                  <a:pt x="104" y="0"/>
                  <a:pt x="104" y="0"/>
                  <a:pt x="104" y="0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0"/>
                </a:lnTo>
                <a:close/>
                <a:moveTo>
                  <a:pt x="168" y="8"/>
                </a:moveTo>
                <a:cubicBezTo>
                  <a:pt x="168" y="4"/>
                  <a:pt x="164" y="0"/>
                  <a:pt x="160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"/>
                </a:lnTo>
                <a:close/>
                <a:moveTo>
                  <a:pt x="128" y="0"/>
                </a:moveTo>
                <a:cubicBezTo>
                  <a:pt x="120" y="0"/>
                  <a:pt x="120" y="0"/>
                  <a:pt x="120" y="0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8" y="64"/>
                  <a:pt x="128" y="64"/>
                  <a:pt x="128" y="64"/>
                </a:cubicBezTo>
                <a:lnTo>
                  <a:pt x="128" y="0"/>
                </a:lnTo>
                <a:close/>
                <a:moveTo>
                  <a:pt x="152" y="128"/>
                </a:moveTo>
                <a:cubicBezTo>
                  <a:pt x="160" y="128"/>
                  <a:pt x="160" y="128"/>
                  <a:pt x="160" y="128"/>
                </a:cubicBezTo>
                <a:cubicBezTo>
                  <a:pt x="164" y="128"/>
                  <a:pt x="168" y="124"/>
                  <a:pt x="168" y="120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52" y="104"/>
                  <a:pt x="152" y="104"/>
                  <a:pt x="152" y="104"/>
                </a:cubicBezTo>
                <a:lnTo>
                  <a:pt x="152" y="128"/>
                </a:lnTo>
                <a:close/>
                <a:moveTo>
                  <a:pt x="120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0" y="104"/>
                  <a:pt x="120" y="104"/>
                  <a:pt x="120" y="104"/>
                </a:cubicBezTo>
                <a:lnTo>
                  <a:pt x="120" y="128"/>
                </a:lnTo>
                <a:close/>
                <a:moveTo>
                  <a:pt x="136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36" y="104"/>
                  <a:pt x="136" y="104"/>
                  <a:pt x="136" y="104"/>
                </a:cubicBezTo>
                <a:lnTo>
                  <a:pt x="136" y="128"/>
                </a:lnTo>
                <a:close/>
                <a:moveTo>
                  <a:pt x="8" y="120"/>
                </a:moveTo>
                <a:cubicBezTo>
                  <a:pt x="8" y="124"/>
                  <a:pt x="12" y="128"/>
                  <a:pt x="16" y="128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8" y="104"/>
                  <a:pt x="8" y="104"/>
                  <a:pt x="8" y="104"/>
                </a:cubicBezTo>
                <a:lnTo>
                  <a:pt x="8" y="120"/>
                </a:lnTo>
                <a:close/>
                <a:moveTo>
                  <a:pt x="168" y="72"/>
                </a:moveTo>
                <a:cubicBezTo>
                  <a:pt x="8" y="72"/>
                  <a:pt x="8" y="72"/>
                  <a:pt x="8" y="72"/>
                </a:cubicBezTo>
                <a:cubicBezTo>
                  <a:pt x="4" y="72"/>
                  <a:pt x="0" y="76"/>
                  <a:pt x="0" y="80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2" y="96"/>
                  <a:pt x="176" y="92"/>
                  <a:pt x="176" y="88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76" y="76"/>
                  <a:pt x="172" y="72"/>
                  <a:pt x="168" y="72"/>
                </a:cubicBezTo>
                <a:moveTo>
                  <a:pt x="168" y="88"/>
                </a:moveTo>
                <a:cubicBezTo>
                  <a:pt x="8" y="88"/>
                  <a:pt x="8" y="88"/>
                  <a:pt x="8" y="88"/>
                </a:cubicBezTo>
                <a:cubicBezTo>
                  <a:pt x="8" y="80"/>
                  <a:pt x="8" y="80"/>
                  <a:pt x="8" y="80"/>
                </a:cubicBezTo>
                <a:cubicBezTo>
                  <a:pt x="168" y="80"/>
                  <a:pt x="168" y="80"/>
                  <a:pt x="168" y="80"/>
                </a:cubicBezTo>
                <a:lnTo>
                  <a:pt x="168" y="88"/>
                </a:lnTo>
                <a:close/>
                <a:moveTo>
                  <a:pt x="104" y="128"/>
                </a:moveTo>
                <a:cubicBezTo>
                  <a:pt x="112" y="128"/>
                  <a:pt x="112" y="128"/>
                  <a:pt x="112" y="128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28"/>
                </a:lnTo>
                <a:close/>
                <a:moveTo>
                  <a:pt x="40" y="128"/>
                </a:moveTo>
                <a:cubicBezTo>
                  <a:pt x="56" y="128"/>
                  <a:pt x="56" y="128"/>
                  <a:pt x="56" y="128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40" y="104"/>
                  <a:pt x="40" y="104"/>
                  <a:pt x="40" y="104"/>
                </a:cubicBezTo>
                <a:lnTo>
                  <a:pt x="40" y="128"/>
                </a:lnTo>
                <a:close/>
                <a:moveTo>
                  <a:pt x="24" y="128"/>
                </a:moveTo>
                <a:cubicBezTo>
                  <a:pt x="32" y="128"/>
                  <a:pt x="32" y="128"/>
                  <a:pt x="32" y="128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24" y="104"/>
                  <a:pt x="24" y="104"/>
                  <a:pt x="24" y="104"/>
                </a:cubicBezTo>
                <a:lnTo>
                  <a:pt x="24" y="128"/>
                </a:lnTo>
                <a:close/>
                <a:moveTo>
                  <a:pt x="64" y="128"/>
                </a:moveTo>
                <a:cubicBezTo>
                  <a:pt x="72" y="128"/>
                  <a:pt x="72" y="128"/>
                  <a:pt x="72" y="128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64" y="104"/>
                  <a:pt x="64" y="104"/>
                  <a:pt x="64" y="104"/>
                </a:cubicBezTo>
                <a:lnTo>
                  <a:pt x="64" y="128"/>
                </a:lnTo>
                <a:close/>
                <a:moveTo>
                  <a:pt x="80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80" y="104"/>
                  <a:pt x="80" y="104"/>
                  <a:pt x="80" y="104"/>
                </a:cubicBezTo>
                <a:lnTo>
                  <a:pt x="80" y="1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209"/>
          <p:cNvSpPr>
            <a:spLocks noEditPoints="1"/>
          </p:cNvSpPr>
          <p:nvPr/>
        </p:nvSpPr>
        <p:spPr bwMode="auto">
          <a:xfrm>
            <a:off x="5516550" y="3006699"/>
            <a:ext cx="335898" cy="334275"/>
          </a:xfrm>
          <a:custGeom>
            <a:avLst/>
            <a:gdLst>
              <a:gd name="T0" fmla="*/ 44 w 176"/>
              <a:gd name="T1" fmla="*/ 32 h 176"/>
              <a:gd name="T2" fmla="*/ 44 w 176"/>
              <a:gd name="T3" fmla="*/ 40 h 176"/>
              <a:gd name="T4" fmla="*/ 104 w 176"/>
              <a:gd name="T5" fmla="*/ 36 h 176"/>
              <a:gd name="T6" fmla="*/ 36 w 176"/>
              <a:gd name="T7" fmla="*/ 84 h 176"/>
              <a:gd name="T8" fmla="*/ 36 w 176"/>
              <a:gd name="T9" fmla="*/ 76 h 176"/>
              <a:gd name="T10" fmla="*/ 36 w 176"/>
              <a:gd name="T11" fmla="*/ 84 h 176"/>
              <a:gd name="T12" fmla="*/ 160 w 176"/>
              <a:gd name="T13" fmla="*/ 56 h 176"/>
              <a:gd name="T14" fmla="*/ 128 w 176"/>
              <a:gd name="T15" fmla="*/ 0 h 176"/>
              <a:gd name="T16" fmla="*/ 16 w 176"/>
              <a:gd name="T17" fmla="*/ 8 h 176"/>
              <a:gd name="T18" fmla="*/ 8 w 176"/>
              <a:gd name="T19" fmla="*/ 56 h 176"/>
              <a:gd name="T20" fmla="*/ 0 w 176"/>
              <a:gd name="T21" fmla="*/ 96 h 176"/>
              <a:gd name="T22" fmla="*/ 16 w 176"/>
              <a:gd name="T23" fmla="*/ 104 h 176"/>
              <a:gd name="T24" fmla="*/ 20 w 176"/>
              <a:gd name="T25" fmla="*/ 176 h 176"/>
              <a:gd name="T26" fmla="*/ 24 w 176"/>
              <a:gd name="T27" fmla="*/ 104 h 176"/>
              <a:gd name="T28" fmla="*/ 32 w 176"/>
              <a:gd name="T29" fmla="*/ 148 h 176"/>
              <a:gd name="T30" fmla="*/ 40 w 176"/>
              <a:gd name="T31" fmla="*/ 148 h 176"/>
              <a:gd name="T32" fmla="*/ 48 w 176"/>
              <a:gd name="T33" fmla="*/ 104 h 176"/>
              <a:gd name="T34" fmla="*/ 52 w 176"/>
              <a:gd name="T35" fmla="*/ 128 h 176"/>
              <a:gd name="T36" fmla="*/ 56 w 176"/>
              <a:gd name="T37" fmla="*/ 104 h 176"/>
              <a:gd name="T38" fmla="*/ 64 w 176"/>
              <a:gd name="T39" fmla="*/ 164 h 176"/>
              <a:gd name="T40" fmla="*/ 72 w 176"/>
              <a:gd name="T41" fmla="*/ 164 h 176"/>
              <a:gd name="T42" fmla="*/ 84 w 176"/>
              <a:gd name="T43" fmla="*/ 104 h 176"/>
              <a:gd name="T44" fmla="*/ 88 w 176"/>
              <a:gd name="T45" fmla="*/ 160 h 176"/>
              <a:gd name="T46" fmla="*/ 92 w 176"/>
              <a:gd name="T47" fmla="*/ 104 h 176"/>
              <a:gd name="T48" fmla="*/ 104 w 176"/>
              <a:gd name="T49" fmla="*/ 132 h 176"/>
              <a:gd name="T50" fmla="*/ 112 w 176"/>
              <a:gd name="T51" fmla="*/ 132 h 176"/>
              <a:gd name="T52" fmla="*/ 120 w 176"/>
              <a:gd name="T53" fmla="*/ 104 h 176"/>
              <a:gd name="T54" fmla="*/ 124 w 176"/>
              <a:gd name="T55" fmla="*/ 144 h 176"/>
              <a:gd name="T56" fmla="*/ 128 w 176"/>
              <a:gd name="T57" fmla="*/ 104 h 176"/>
              <a:gd name="T58" fmla="*/ 136 w 176"/>
              <a:gd name="T59" fmla="*/ 164 h 176"/>
              <a:gd name="T60" fmla="*/ 144 w 176"/>
              <a:gd name="T61" fmla="*/ 164 h 176"/>
              <a:gd name="T62" fmla="*/ 152 w 176"/>
              <a:gd name="T63" fmla="*/ 104 h 176"/>
              <a:gd name="T64" fmla="*/ 156 w 176"/>
              <a:gd name="T65" fmla="*/ 160 h 176"/>
              <a:gd name="T66" fmla="*/ 160 w 176"/>
              <a:gd name="T67" fmla="*/ 104 h 176"/>
              <a:gd name="T68" fmla="*/ 176 w 176"/>
              <a:gd name="T69" fmla="*/ 96 h 176"/>
              <a:gd name="T70" fmla="*/ 168 w 176"/>
              <a:gd name="T71" fmla="*/ 56 h 176"/>
              <a:gd name="T72" fmla="*/ 148 w 176"/>
              <a:gd name="T73" fmla="*/ 32 h 176"/>
              <a:gd name="T74" fmla="*/ 128 w 176"/>
              <a:gd name="T75" fmla="*/ 12 h 176"/>
              <a:gd name="T76" fmla="*/ 120 w 176"/>
              <a:gd name="T77" fmla="*/ 8 h 176"/>
              <a:gd name="T78" fmla="*/ 124 w 176"/>
              <a:gd name="T79" fmla="*/ 40 h 176"/>
              <a:gd name="T80" fmla="*/ 152 w 176"/>
              <a:gd name="T81" fmla="*/ 56 h 176"/>
              <a:gd name="T82" fmla="*/ 24 w 176"/>
              <a:gd name="T83" fmla="*/ 8 h 176"/>
              <a:gd name="T84" fmla="*/ 8 w 176"/>
              <a:gd name="T85" fmla="*/ 96 h 176"/>
              <a:gd name="T86" fmla="*/ 168 w 176"/>
              <a:gd name="T87" fmla="*/ 64 h 176"/>
              <a:gd name="T88" fmla="*/ 20 w 176"/>
              <a:gd name="T89" fmla="*/ 84 h 176"/>
              <a:gd name="T90" fmla="*/ 20 w 176"/>
              <a:gd name="T91" fmla="*/ 76 h 176"/>
              <a:gd name="T92" fmla="*/ 20 w 176"/>
              <a:gd name="T93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100" y="32"/>
                </a:moveTo>
                <a:cubicBezTo>
                  <a:pt x="44" y="32"/>
                  <a:pt x="44" y="32"/>
                  <a:pt x="44" y="32"/>
                </a:cubicBezTo>
                <a:cubicBezTo>
                  <a:pt x="42" y="32"/>
                  <a:pt x="40" y="34"/>
                  <a:pt x="40" y="36"/>
                </a:cubicBezTo>
                <a:cubicBezTo>
                  <a:pt x="40" y="38"/>
                  <a:pt x="42" y="40"/>
                  <a:pt x="44" y="40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2" y="40"/>
                  <a:pt x="104" y="38"/>
                  <a:pt x="104" y="36"/>
                </a:cubicBezTo>
                <a:cubicBezTo>
                  <a:pt x="104" y="34"/>
                  <a:pt x="102" y="32"/>
                  <a:pt x="100" y="32"/>
                </a:cubicBezTo>
                <a:moveTo>
                  <a:pt x="36" y="84"/>
                </a:moveTo>
                <a:cubicBezTo>
                  <a:pt x="38" y="84"/>
                  <a:pt x="40" y="82"/>
                  <a:pt x="40" y="80"/>
                </a:cubicBezTo>
                <a:cubicBezTo>
                  <a:pt x="40" y="78"/>
                  <a:pt x="38" y="76"/>
                  <a:pt x="36" y="76"/>
                </a:cubicBezTo>
                <a:cubicBezTo>
                  <a:pt x="34" y="76"/>
                  <a:pt x="32" y="78"/>
                  <a:pt x="32" y="80"/>
                </a:cubicBezTo>
                <a:cubicBezTo>
                  <a:pt x="32" y="82"/>
                  <a:pt x="34" y="84"/>
                  <a:pt x="36" y="84"/>
                </a:cubicBezTo>
                <a:moveTo>
                  <a:pt x="168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28" y="0"/>
                  <a:pt x="128" y="0"/>
                  <a:pt x="12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4"/>
                  <a:pt x="16" y="8"/>
                </a:cubicBezTo>
                <a:cubicBezTo>
                  <a:pt x="16" y="56"/>
                  <a:pt x="16" y="56"/>
                  <a:pt x="16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4" y="56"/>
                  <a:pt x="0" y="60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0"/>
                  <a:pt x="4" y="104"/>
                  <a:pt x="8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6" y="172"/>
                  <a:pt x="16" y="172"/>
                  <a:pt x="16" y="172"/>
                </a:cubicBezTo>
                <a:cubicBezTo>
                  <a:pt x="16" y="174"/>
                  <a:pt x="18" y="176"/>
                  <a:pt x="20" y="176"/>
                </a:cubicBezTo>
                <a:cubicBezTo>
                  <a:pt x="22" y="176"/>
                  <a:pt x="24" y="174"/>
                  <a:pt x="24" y="172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48"/>
                  <a:pt x="32" y="148"/>
                  <a:pt x="32" y="148"/>
                </a:cubicBezTo>
                <a:cubicBezTo>
                  <a:pt x="32" y="150"/>
                  <a:pt x="34" y="152"/>
                  <a:pt x="36" y="152"/>
                </a:cubicBezTo>
                <a:cubicBezTo>
                  <a:pt x="38" y="152"/>
                  <a:pt x="40" y="150"/>
                  <a:pt x="40" y="148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6"/>
                  <a:pt x="50" y="128"/>
                  <a:pt x="52" y="128"/>
                </a:cubicBezTo>
                <a:cubicBezTo>
                  <a:pt x="54" y="128"/>
                  <a:pt x="56" y="126"/>
                  <a:pt x="56" y="12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4" y="164"/>
                  <a:pt x="64" y="164"/>
                  <a:pt x="64" y="164"/>
                </a:cubicBezTo>
                <a:cubicBezTo>
                  <a:pt x="64" y="166"/>
                  <a:pt x="66" y="168"/>
                  <a:pt x="68" y="168"/>
                </a:cubicBezTo>
                <a:cubicBezTo>
                  <a:pt x="70" y="168"/>
                  <a:pt x="72" y="166"/>
                  <a:pt x="72" y="16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4" y="156"/>
                  <a:pt x="84" y="156"/>
                  <a:pt x="84" y="156"/>
                </a:cubicBezTo>
                <a:cubicBezTo>
                  <a:pt x="84" y="158"/>
                  <a:pt x="86" y="160"/>
                  <a:pt x="88" y="160"/>
                </a:cubicBezTo>
                <a:cubicBezTo>
                  <a:pt x="90" y="160"/>
                  <a:pt x="92" y="158"/>
                  <a:pt x="92" y="156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4" y="132"/>
                  <a:pt x="104" y="132"/>
                  <a:pt x="104" y="132"/>
                </a:cubicBezTo>
                <a:cubicBezTo>
                  <a:pt x="104" y="134"/>
                  <a:pt x="106" y="136"/>
                  <a:pt x="108" y="136"/>
                </a:cubicBezTo>
                <a:cubicBezTo>
                  <a:pt x="110" y="136"/>
                  <a:pt x="112" y="134"/>
                  <a:pt x="112" y="132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20" y="104"/>
                  <a:pt x="120" y="104"/>
                  <a:pt x="120" y="10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2"/>
                  <a:pt x="122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36" y="104"/>
                  <a:pt x="136" y="104"/>
                  <a:pt x="136" y="104"/>
                </a:cubicBezTo>
                <a:cubicBezTo>
                  <a:pt x="136" y="164"/>
                  <a:pt x="136" y="164"/>
                  <a:pt x="136" y="164"/>
                </a:cubicBezTo>
                <a:cubicBezTo>
                  <a:pt x="136" y="166"/>
                  <a:pt x="138" y="168"/>
                  <a:pt x="140" y="168"/>
                </a:cubicBezTo>
                <a:cubicBezTo>
                  <a:pt x="142" y="168"/>
                  <a:pt x="144" y="166"/>
                  <a:pt x="144" y="16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52" y="156"/>
                  <a:pt x="152" y="156"/>
                  <a:pt x="152" y="156"/>
                </a:cubicBezTo>
                <a:cubicBezTo>
                  <a:pt x="152" y="158"/>
                  <a:pt x="154" y="160"/>
                  <a:pt x="156" y="160"/>
                </a:cubicBezTo>
                <a:cubicBezTo>
                  <a:pt x="158" y="160"/>
                  <a:pt x="160" y="158"/>
                  <a:pt x="160" y="156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72" y="104"/>
                  <a:pt x="176" y="100"/>
                  <a:pt x="176" y="96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60"/>
                  <a:pt x="172" y="56"/>
                  <a:pt x="168" y="56"/>
                </a:cubicBezTo>
                <a:moveTo>
                  <a:pt x="128" y="12"/>
                </a:moveTo>
                <a:cubicBezTo>
                  <a:pt x="148" y="32"/>
                  <a:pt x="148" y="32"/>
                  <a:pt x="148" y="32"/>
                </a:cubicBezTo>
                <a:cubicBezTo>
                  <a:pt x="128" y="32"/>
                  <a:pt x="128" y="32"/>
                  <a:pt x="128" y="32"/>
                </a:cubicBezTo>
                <a:lnTo>
                  <a:pt x="128" y="12"/>
                </a:lnTo>
                <a:close/>
                <a:moveTo>
                  <a:pt x="24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36"/>
                  <a:pt x="120" y="36"/>
                  <a:pt x="120" y="36"/>
                </a:cubicBezTo>
                <a:cubicBezTo>
                  <a:pt x="120" y="38"/>
                  <a:pt x="122" y="40"/>
                  <a:pt x="124" y="40"/>
                </a:cubicBezTo>
                <a:cubicBezTo>
                  <a:pt x="152" y="40"/>
                  <a:pt x="152" y="40"/>
                  <a:pt x="152" y="40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24" y="56"/>
                  <a:pt x="24" y="56"/>
                  <a:pt x="24" y="56"/>
                </a:cubicBezTo>
                <a:lnTo>
                  <a:pt x="24" y="8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8" y="64"/>
                  <a:pt x="8" y="64"/>
                  <a:pt x="8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96"/>
                </a:lnTo>
                <a:close/>
                <a:moveTo>
                  <a:pt x="20" y="84"/>
                </a:moveTo>
                <a:cubicBezTo>
                  <a:pt x="22" y="84"/>
                  <a:pt x="24" y="82"/>
                  <a:pt x="24" y="80"/>
                </a:cubicBezTo>
                <a:cubicBezTo>
                  <a:pt x="24" y="78"/>
                  <a:pt x="22" y="76"/>
                  <a:pt x="20" y="76"/>
                </a:cubicBezTo>
                <a:cubicBezTo>
                  <a:pt x="18" y="76"/>
                  <a:pt x="16" y="78"/>
                  <a:pt x="16" y="80"/>
                </a:cubicBezTo>
                <a:cubicBezTo>
                  <a:pt x="16" y="82"/>
                  <a:pt x="18" y="84"/>
                  <a:pt x="20" y="8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210"/>
          <p:cNvSpPr>
            <a:spLocks noEditPoints="1"/>
          </p:cNvSpPr>
          <p:nvPr/>
        </p:nvSpPr>
        <p:spPr bwMode="auto">
          <a:xfrm>
            <a:off x="6170496" y="3006699"/>
            <a:ext cx="305066" cy="334275"/>
          </a:xfrm>
          <a:custGeom>
            <a:avLst/>
            <a:gdLst>
              <a:gd name="T0" fmla="*/ 142 w 160"/>
              <a:gd name="T1" fmla="*/ 88 h 176"/>
              <a:gd name="T2" fmla="*/ 159 w 160"/>
              <a:gd name="T3" fmla="*/ 71 h 176"/>
              <a:gd name="T4" fmla="*/ 160 w 160"/>
              <a:gd name="T5" fmla="*/ 68 h 176"/>
              <a:gd name="T6" fmla="*/ 156 w 160"/>
              <a:gd name="T7" fmla="*/ 64 h 176"/>
              <a:gd name="T8" fmla="*/ 153 w 160"/>
              <a:gd name="T9" fmla="*/ 65 h 176"/>
              <a:gd name="T10" fmla="*/ 136 w 160"/>
              <a:gd name="T11" fmla="*/ 82 h 176"/>
              <a:gd name="T12" fmla="*/ 119 w 160"/>
              <a:gd name="T13" fmla="*/ 65 h 176"/>
              <a:gd name="T14" fmla="*/ 116 w 160"/>
              <a:gd name="T15" fmla="*/ 64 h 176"/>
              <a:gd name="T16" fmla="*/ 112 w 160"/>
              <a:gd name="T17" fmla="*/ 68 h 176"/>
              <a:gd name="T18" fmla="*/ 113 w 160"/>
              <a:gd name="T19" fmla="*/ 71 h 176"/>
              <a:gd name="T20" fmla="*/ 130 w 160"/>
              <a:gd name="T21" fmla="*/ 88 h 176"/>
              <a:gd name="T22" fmla="*/ 113 w 160"/>
              <a:gd name="T23" fmla="*/ 105 h 176"/>
              <a:gd name="T24" fmla="*/ 112 w 160"/>
              <a:gd name="T25" fmla="*/ 108 h 176"/>
              <a:gd name="T26" fmla="*/ 116 w 160"/>
              <a:gd name="T27" fmla="*/ 112 h 176"/>
              <a:gd name="T28" fmla="*/ 119 w 160"/>
              <a:gd name="T29" fmla="*/ 111 h 176"/>
              <a:gd name="T30" fmla="*/ 136 w 160"/>
              <a:gd name="T31" fmla="*/ 94 h 176"/>
              <a:gd name="T32" fmla="*/ 153 w 160"/>
              <a:gd name="T33" fmla="*/ 111 h 176"/>
              <a:gd name="T34" fmla="*/ 156 w 160"/>
              <a:gd name="T35" fmla="*/ 112 h 176"/>
              <a:gd name="T36" fmla="*/ 160 w 160"/>
              <a:gd name="T37" fmla="*/ 108 h 176"/>
              <a:gd name="T38" fmla="*/ 159 w 160"/>
              <a:gd name="T39" fmla="*/ 105 h 176"/>
              <a:gd name="T40" fmla="*/ 142 w 160"/>
              <a:gd name="T41" fmla="*/ 88 h 176"/>
              <a:gd name="T42" fmla="*/ 96 w 160"/>
              <a:gd name="T43" fmla="*/ 12 h 176"/>
              <a:gd name="T44" fmla="*/ 84 w 160"/>
              <a:gd name="T45" fmla="*/ 0 h 176"/>
              <a:gd name="T46" fmla="*/ 75 w 160"/>
              <a:gd name="T47" fmla="*/ 4 h 176"/>
              <a:gd name="T48" fmla="*/ 26 w 160"/>
              <a:gd name="T49" fmla="*/ 48 h 176"/>
              <a:gd name="T50" fmla="*/ 0 w 160"/>
              <a:gd name="T51" fmla="*/ 88 h 176"/>
              <a:gd name="T52" fmla="*/ 27 w 160"/>
              <a:gd name="T53" fmla="*/ 128 h 176"/>
              <a:gd name="T54" fmla="*/ 75 w 160"/>
              <a:gd name="T55" fmla="*/ 172 h 176"/>
              <a:gd name="T56" fmla="*/ 84 w 160"/>
              <a:gd name="T57" fmla="*/ 176 h 176"/>
              <a:gd name="T58" fmla="*/ 96 w 160"/>
              <a:gd name="T59" fmla="*/ 164 h 176"/>
              <a:gd name="T60" fmla="*/ 96 w 160"/>
              <a:gd name="T61" fmla="*/ 164 h 176"/>
              <a:gd name="T62" fmla="*/ 96 w 160"/>
              <a:gd name="T63" fmla="*/ 12 h 176"/>
              <a:gd name="T64" fmla="*/ 96 w 160"/>
              <a:gd name="T65" fmla="*/ 12 h 176"/>
              <a:gd name="T66" fmla="*/ 24 w 160"/>
              <a:gd name="T67" fmla="*/ 119 h 176"/>
              <a:gd name="T68" fmla="*/ 8 w 160"/>
              <a:gd name="T69" fmla="*/ 88 h 176"/>
              <a:gd name="T70" fmla="*/ 24 w 160"/>
              <a:gd name="T71" fmla="*/ 57 h 176"/>
              <a:gd name="T72" fmla="*/ 24 w 160"/>
              <a:gd name="T73" fmla="*/ 119 h 176"/>
              <a:gd name="T74" fmla="*/ 72 w 160"/>
              <a:gd name="T75" fmla="*/ 158 h 176"/>
              <a:gd name="T76" fmla="*/ 32 w 160"/>
              <a:gd name="T77" fmla="*/ 122 h 176"/>
              <a:gd name="T78" fmla="*/ 32 w 160"/>
              <a:gd name="T79" fmla="*/ 54 h 176"/>
              <a:gd name="T80" fmla="*/ 34 w 160"/>
              <a:gd name="T81" fmla="*/ 52 h 176"/>
              <a:gd name="T82" fmla="*/ 34 w 160"/>
              <a:gd name="T83" fmla="*/ 52 h 176"/>
              <a:gd name="T84" fmla="*/ 72 w 160"/>
              <a:gd name="T85" fmla="*/ 17 h 176"/>
              <a:gd name="T86" fmla="*/ 72 w 160"/>
              <a:gd name="T87" fmla="*/ 158 h 176"/>
              <a:gd name="T88" fmla="*/ 88 w 160"/>
              <a:gd name="T89" fmla="*/ 164 h 176"/>
              <a:gd name="T90" fmla="*/ 84 w 160"/>
              <a:gd name="T91" fmla="*/ 168 h 176"/>
              <a:gd name="T92" fmla="*/ 81 w 160"/>
              <a:gd name="T93" fmla="*/ 167 h 176"/>
              <a:gd name="T94" fmla="*/ 81 w 160"/>
              <a:gd name="T95" fmla="*/ 167 h 176"/>
              <a:gd name="T96" fmla="*/ 80 w 160"/>
              <a:gd name="T97" fmla="*/ 166 h 176"/>
              <a:gd name="T98" fmla="*/ 80 w 160"/>
              <a:gd name="T99" fmla="*/ 10 h 176"/>
              <a:gd name="T100" fmla="*/ 81 w 160"/>
              <a:gd name="T101" fmla="*/ 9 h 176"/>
              <a:gd name="T102" fmla="*/ 81 w 160"/>
              <a:gd name="T103" fmla="*/ 9 h 176"/>
              <a:gd name="T104" fmla="*/ 84 w 160"/>
              <a:gd name="T105" fmla="*/ 8 h 176"/>
              <a:gd name="T106" fmla="*/ 88 w 160"/>
              <a:gd name="T107" fmla="*/ 12 h 176"/>
              <a:gd name="T108" fmla="*/ 88 w 160"/>
              <a:gd name="T109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76">
                <a:moveTo>
                  <a:pt x="142" y="88"/>
                </a:moveTo>
                <a:cubicBezTo>
                  <a:pt x="159" y="71"/>
                  <a:pt x="159" y="71"/>
                  <a:pt x="159" y="71"/>
                </a:cubicBezTo>
                <a:cubicBezTo>
                  <a:pt x="160" y="70"/>
                  <a:pt x="160" y="69"/>
                  <a:pt x="160" y="68"/>
                </a:cubicBezTo>
                <a:cubicBezTo>
                  <a:pt x="160" y="66"/>
                  <a:pt x="158" y="64"/>
                  <a:pt x="156" y="64"/>
                </a:cubicBezTo>
                <a:cubicBezTo>
                  <a:pt x="155" y="64"/>
                  <a:pt x="154" y="64"/>
                  <a:pt x="153" y="65"/>
                </a:cubicBezTo>
                <a:cubicBezTo>
                  <a:pt x="136" y="82"/>
                  <a:pt x="136" y="82"/>
                  <a:pt x="136" y="82"/>
                </a:cubicBezTo>
                <a:cubicBezTo>
                  <a:pt x="119" y="65"/>
                  <a:pt x="119" y="65"/>
                  <a:pt x="119" y="65"/>
                </a:cubicBezTo>
                <a:cubicBezTo>
                  <a:pt x="118" y="64"/>
                  <a:pt x="117" y="64"/>
                  <a:pt x="116" y="64"/>
                </a:cubicBezTo>
                <a:cubicBezTo>
                  <a:pt x="114" y="64"/>
                  <a:pt x="112" y="66"/>
                  <a:pt x="112" y="68"/>
                </a:cubicBezTo>
                <a:cubicBezTo>
                  <a:pt x="112" y="69"/>
                  <a:pt x="112" y="70"/>
                  <a:pt x="113" y="71"/>
                </a:cubicBezTo>
                <a:cubicBezTo>
                  <a:pt x="130" y="88"/>
                  <a:pt x="130" y="88"/>
                  <a:pt x="130" y="88"/>
                </a:cubicBezTo>
                <a:cubicBezTo>
                  <a:pt x="113" y="105"/>
                  <a:pt x="113" y="105"/>
                  <a:pt x="113" y="105"/>
                </a:cubicBezTo>
                <a:cubicBezTo>
                  <a:pt x="112" y="106"/>
                  <a:pt x="112" y="107"/>
                  <a:pt x="112" y="108"/>
                </a:cubicBezTo>
                <a:cubicBezTo>
                  <a:pt x="112" y="110"/>
                  <a:pt x="114" y="112"/>
                  <a:pt x="116" y="112"/>
                </a:cubicBezTo>
                <a:cubicBezTo>
                  <a:pt x="117" y="112"/>
                  <a:pt x="118" y="112"/>
                  <a:pt x="119" y="111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4" y="112"/>
                  <a:pt x="155" y="112"/>
                  <a:pt x="156" y="112"/>
                </a:cubicBezTo>
                <a:cubicBezTo>
                  <a:pt x="158" y="112"/>
                  <a:pt x="160" y="110"/>
                  <a:pt x="160" y="108"/>
                </a:cubicBezTo>
                <a:cubicBezTo>
                  <a:pt x="160" y="107"/>
                  <a:pt x="160" y="106"/>
                  <a:pt x="159" y="105"/>
                </a:cubicBezTo>
                <a:lnTo>
                  <a:pt x="142" y="88"/>
                </a:lnTo>
                <a:close/>
                <a:moveTo>
                  <a:pt x="96" y="12"/>
                </a:move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211"/>
          <p:cNvSpPr>
            <a:spLocks noEditPoints="1"/>
          </p:cNvSpPr>
          <p:nvPr/>
        </p:nvSpPr>
        <p:spPr bwMode="auto">
          <a:xfrm>
            <a:off x="6871499" y="3006699"/>
            <a:ext cx="181742" cy="334275"/>
          </a:xfrm>
          <a:custGeom>
            <a:avLst/>
            <a:gdLst>
              <a:gd name="T0" fmla="*/ 96 w 96"/>
              <a:gd name="T1" fmla="*/ 12 h 176"/>
              <a:gd name="T2" fmla="*/ 96 w 96"/>
              <a:gd name="T3" fmla="*/ 12 h 176"/>
              <a:gd name="T4" fmla="*/ 84 w 96"/>
              <a:gd name="T5" fmla="*/ 0 h 176"/>
              <a:gd name="T6" fmla="*/ 75 w 96"/>
              <a:gd name="T7" fmla="*/ 4 h 176"/>
              <a:gd name="T8" fmla="*/ 26 w 96"/>
              <a:gd name="T9" fmla="*/ 48 h 176"/>
              <a:gd name="T10" fmla="*/ 0 w 96"/>
              <a:gd name="T11" fmla="*/ 88 h 176"/>
              <a:gd name="T12" fmla="*/ 27 w 96"/>
              <a:gd name="T13" fmla="*/ 128 h 176"/>
              <a:gd name="T14" fmla="*/ 75 w 96"/>
              <a:gd name="T15" fmla="*/ 172 h 176"/>
              <a:gd name="T16" fmla="*/ 84 w 96"/>
              <a:gd name="T17" fmla="*/ 176 h 176"/>
              <a:gd name="T18" fmla="*/ 96 w 96"/>
              <a:gd name="T19" fmla="*/ 164 h 176"/>
              <a:gd name="T20" fmla="*/ 96 w 96"/>
              <a:gd name="T21" fmla="*/ 164 h 176"/>
              <a:gd name="T22" fmla="*/ 96 w 96"/>
              <a:gd name="T23" fmla="*/ 12 h 176"/>
              <a:gd name="T24" fmla="*/ 24 w 96"/>
              <a:gd name="T25" fmla="*/ 119 h 176"/>
              <a:gd name="T26" fmla="*/ 8 w 96"/>
              <a:gd name="T27" fmla="*/ 88 h 176"/>
              <a:gd name="T28" fmla="*/ 24 w 96"/>
              <a:gd name="T29" fmla="*/ 57 h 176"/>
              <a:gd name="T30" fmla="*/ 24 w 96"/>
              <a:gd name="T31" fmla="*/ 119 h 176"/>
              <a:gd name="T32" fmla="*/ 72 w 96"/>
              <a:gd name="T33" fmla="*/ 158 h 176"/>
              <a:gd name="T34" fmla="*/ 32 w 96"/>
              <a:gd name="T35" fmla="*/ 122 h 176"/>
              <a:gd name="T36" fmla="*/ 32 w 96"/>
              <a:gd name="T37" fmla="*/ 54 h 176"/>
              <a:gd name="T38" fmla="*/ 34 w 96"/>
              <a:gd name="T39" fmla="*/ 52 h 176"/>
              <a:gd name="T40" fmla="*/ 34 w 96"/>
              <a:gd name="T41" fmla="*/ 52 h 176"/>
              <a:gd name="T42" fmla="*/ 72 w 96"/>
              <a:gd name="T43" fmla="*/ 17 h 176"/>
              <a:gd name="T44" fmla="*/ 72 w 96"/>
              <a:gd name="T45" fmla="*/ 158 h 176"/>
              <a:gd name="T46" fmla="*/ 88 w 96"/>
              <a:gd name="T47" fmla="*/ 164 h 176"/>
              <a:gd name="T48" fmla="*/ 84 w 96"/>
              <a:gd name="T49" fmla="*/ 168 h 176"/>
              <a:gd name="T50" fmla="*/ 81 w 96"/>
              <a:gd name="T51" fmla="*/ 167 h 176"/>
              <a:gd name="T52" fmla="*/ 81 w 96"/>
              <a:gd name="T53" fmla="*/ 167 h 176"/>
              <a:gd name="T54" fmla="*/ 80 w 96"/>
              <a:gd name="T55" fmla="*/ 166 h 176"/>
              <a:gd name="T56" fmla="*/ 80 w 96"/>
              <a:gd name="T57" fmla="*/ 10 h 176"/>
              <a:gd name="T58" fmla="*/ 81 w 96"/>
              <a:gd name="T59" fmla="*/ 9 h 176"/>
              <a:gd name="T60" fmla="*/ 81 w 96"/>
              <a:gd name="T61" fmla="*/ 9 h 176"/>
              <a:gd name="T62" fmla="*/ 84 w 96"/>
              <a:gd name="T63" fmla="*/ 8 h 176"/>
              <a:gd name="T64" fmla="*/ 88 w 96"/>
              <a:gd name="T65" fmla="*/ 12 h 176"/>
              <a:gd name="T66" fmla="*/ 88 w 96"/>
              <a:gd name="T67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176">
                <a:moveTo>
                  <a:pt x="96" y="12"/>
                </a:move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lnTo>
                  <a:pt x="96" y="12"/>
                </a:lnTo>
                <a:close/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212"/>
          <p:cNvSpPr>
            <a:spLocks noEditPoints="1"/>
          </p:cNvSpPr>
          <p:nvPr/>
        </p:nvSpPr>
        <p:spPr bwMode="auto">
          <a:xfrm>
            <a:off x="7480010" y="3006699"/>
            <a:ext cx="243404" cy="334275"/>
          </a:xfrm>
          <a:custGeom>
            <a:avLst/>
            <a:gdLst>
              <a:gd name="T0" fmla="*/ 108 w 128"/>
              <a:gd name="T1" fmla="*/ 64 h 176"/>
              <a:gd name="T2" fmla="*/ 104 w 128"/>
              <a:gd name="T3" fmla="*/ 68 h 176"/>
              <a:gd name="T4" fmla="*/ 108 w 128"/>
              <a:gd name="T5" fmla="*/ 72 h 176"/>
              <a:gd name="T6" fmla="*/ 120 w 128"/>
              <a:gd name="T7" fmla="*/ 88 h 176"/>
              <a:gd name="T8" fmla="*/ 108 w 128"/>
              <a:gd name="T9" fmla="*/ 104 h 176"/>
              <a:gd name="T10" fmla="*/ 104 w 128"/>
              <a:gd name="T11" fmla="*/ 108 h 176"/>
              <a:gd name="T12" fmla="*/ 108 w 128"/>
              <a:gd name="T13" fmla="*/ 112 h 176"/>
              <a:gd name="T14" fmla="*/ 128 w 128"/>
              <a:gd name="T15" fmla="*/ 88 h 176"/>
              <a:gd name="T16" fmla="*/ 108 w 128"/>
              <a:gd name="T17" fmla="*/ 64 h 176"/>
              <a:gd name="T18" fmla="*/ 96 w 128"/>
              <a:gd name="T19" fmla="*/ 12 h 176"/>
              <a:gd name="T20" fmla="*/ 84 w 128"/>
              <a:gd name="T21" fmla="*/ 0 h 176"/>
              <a:gd name="T22" fmla="*/ 75 w 128"/>
              <a:gd name="T23" fmla="*/ 4 h 176"/>
              <a:gd name="T24" fmla="*/ 26 w 128"/>
              <a:gd name="T25" fmla="*/ 48 h 176"/>
              <a:gd name="T26" fmla="*/ 0 w 128"/>
              <a:gd name="T27" fmla="*/ 88 h 176"/>
              <a:gd name="T28" fmla="*/ 27 w 128"/>
              <a:gd name="T29" fmla="*/ 128 h 176"/>
              <a:gd name="T30" fmla="*/ 75 w 128"/>
              <a:gd name="T31" fmla="*/ 172 h 176"/>
              <a:gd name="T32" fmla="*/ 84 w 128"/>
              <a:gd name="T33" fmla="*/ 176 h 176"/>
              <a:gd name="T34" fmla="*/ 96 w 128"/>
              <a:gd name="T35" fmla="*/ 164 h 176"/>
              <a:gd name="T36" fmla="*/ 96 w 128"/>
              <a:gd name="T37" fmla="*/ 164 h 176"/>
              <a:gd name="T38" fmla="*/ 96 w 128"/>
              <a:gd name="T39" fmla="*/ 12 h 176"/>
              <a:gd name="T40" fmla="*/ 96 w 128"/>
              <a:gd name="T41" fmla="*/ 12 h 176"/>
              <a:gd name="T42" fmla="*/ 24 w 128"/>
              <a:gd name="T43" fmla="*/ 119 h 176"/>
              <a:gd name="T44" fmla="*/ 8 w 128"/>
              <a:gd name="T45" fmla="*/ 88 h 176"/>
              <a:gd name="T46" fmla="*/ 24 w 128"/>
              <a:gd name="T47" fmla="*/ 57 h 176"/>
              <a:gd name="T48" fmla="*/ 24 w 128"/>
              <a:gd name="T49" fmla="*/ 119 h 176"/>
              <a:gd name="T50" fmla="*/ 72 w 128"/>
              <a:gd name="T51" fmla="*/ 158 h 176"/>
              <a:gd name="T52" fmla="*/ 32 w 128"/>
              <a:gd name="T53" fmla="*/ 122 h 176"/>
              <a:gd name="T54" fmla="*/ 32 w 128"/>
              <a:gd name="T55" fmla="*/ 54 h 176"/>
              <a:gd name="T56" fmla="*/ 34 w 128"/>
              <a:gd name="T57" fmla="*/ 52 h 176"/>
              <a:gd name="T58" fmla="*/ 34 w 128"/>
              <a:gd name="T59" fmla="*/ 52 h 176"/>
              <a:gd name="T60" fmla="*/ 72 w 128"/>
              <a:gd name="T61" fmla="*/ 17 h 176"/>
              <a:gd name="T62" fmla="*/ 72 w 128"/>
              <a:gd name="T63" fmla="*/ 158 h 176"/>
              <a:gd name="T64" fmla="*/ 88 w 128"/>
              <a:gd name="T65" fmla="*/ 164 h 176"/>
              <a:gd name="T66" fmla="*/ 84 w 128"/>
              <a:gd name="T67" fmla="*/ 168 h 176"/>
              <a:gd name="T68" fmla="*/ 81 w 128"/>
              <a:gd name="T69" fmla="*/ 167 h 176"/>
              <a:gd name="T70" fmla="*/ 81 w 128"/>
              <a:gd name="T71" fmla="*/ 167 h 176"/>
              <a:gd name="T72" fmla="*/ 80 w 128"/>
              <a:gd name="T73" fmla="*/ 166 h 176"/>
              <a:gd name="T74" fmla="*/ 80 w 128"/>
              <a:gd name="T75" fmla="*/ 10 h 176"/>
              <a:gd name="T76" fmla="*/ 81 w 128"/>
              <a:gd name="T77" fmla="*/ 9 h 176"/>
              <a:gd name="T78" fmla="*/ 81 w 128"/>
              <a:gd name="T79" fmla="*/ 9 h 176"/>
              <a:gd name="T80" fmla="*/ 84 w 128"/>
              <a:gd name="T81" fmla="*/ 8 h 176"/>
              <a:gd name="T82" fmla="*/ 88 w 128"/>
              <a:gd name="T83" fmla="*/ 12 h 176"/>
              <a:gd name="T84" fmla="*/ 88 w 128"/>
              <a:gd name="T85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8" h="176">
                <a:moveTo>
                  <a:pt x="108" y="64"/>
                </a:moveTo>
                <a:cubicBezTo>
                  <a:pt x="106" y="64"/>
                  <a:pt x="104" y="66"/>
                  <a:pt x="104" y="68"/>
                </a:cubicBezTo>
                <a:cubicBezTo>
                  <a:pt x="104" y="70"/>
                  <a:pt x="106" y="72"/>
                  <a:pt x="108" y="72"/>
                </a:cubicBezTo>
                <a:cubicBezTo>
                  <a:pt x="115" y="72"/>
                  <a:pt x="120" y="79"/>
                  <a:pt x="120" y="88"/>
                </a:cubicBezTo>
                <a:cubicBezTo>
                  <a:pt x="120" y="97"/>
                  <a:pt x="115" y="104"/>
                  <a:pt x="108" y="104"/>
                </a:cubicBezTo>
                <a:cubicBezTo>
                  <a:pt x="106" y="104"/>
                  <a:pt x="104" y="106"/>
                  <a:pt x="104" y="108"/>
                </a:cubicBezTo>
                <a:cubicBezTo>
                  <a:pt x="104" y="110"/>
                  <a:pt x="106" y="112"/>
                  <a:pt x="108" y="112"/>
                </a:cubicBezTo>
                <a:cubicBezTo>
                  <a:pt x="119" y="112"/>
                  <a:pt x="128" y="101"/>
                  <a:pt x="128" y="88"/>
                </a:cubicBezTo>
                <a:cubicBezTo>
                  <a:pt x="128" y="75"/>
                  <a:pt x="119" y="64"/>
                  <a:pt x="108" y="64"/>
                </a:cubicBezTo>
                <a:moveTo>
                  <a:pt x="96" y="12"/>
                </a:move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213"/>
          <p:cNvSpPr>
            <a:spLocks noEditPoints="1"/>
          </p:cNvSpPr>
          <p:nvPr/>
        </p:nvSpPr>
        <p:spPr bwMode="auto">
          <a:xfrm>
            <a:off x="1698352" y="3646040"/>
            <a:ext cx="303444" cy="334275"/>
          </a:xfrm>
          <a:custGeom>
            <a:avLst/>
            <a:gdLst>
              <a:gd name="T0" fmla="*/ 96 w 160"/>
              <a:gd name="T1" fmla="*/ 12 h 176"/>
              <a:gd name="T2" fmla="*/ 84 w 160"/>
              <a:gd name="T3" fmla="*/ 0 h 176"/>
              <a:gd name="T4" fmla="*/ 75 w 160"/>
              <a:gd name="T5" fmla="*/ 4 h 176"/>
              <a:gd name="T6" fmla="*/ 26 w 160"/>
              <a:gd name="T7" fmla="*/ 48 h 176"/>
              <a:gd name="T8" fmla="*/ 0 w 160"/>
              <a:gd name="T9" fmla="*/ 88 h 176"/>
              <a:gd name="T10" fmla="*/ 27 w 160"/>
              <a:gd name="T11" fmla="*/ 128 h 176"/>
              <a:gd name="T12" fmla="*/ 75 w 160"/>
              <a:gd name="T13" fmla="*/ 172 h 176"/>
              <a:gd name="T14" fmla="*/ 84 w 160"/>
              <a:gd name="T15" fmla="*/ 176 h 176"/>
              <a:gd name="T16" fmla="*/ 96 w 160"/>
              <a:gd name="T17" fmla="*/ 164 h 176"/>
              <a:gd name="T18" fmla="*/ 96 w 160"/>
              <a:gd name="T19" fmla="*/ 164 h 176"/>
              <a:gd name="T20" fmla="*/ 96 w 160"/>
              <a:gd name="T21" fmla="*/ 12 h 176"/>
              <a:gd name="T22" fmla="*/ 96 w 160"/>
              <a:gd name="T23" fmla="*/ 12 h 176"/>
              <a:gd name="T24" fmla="*/ 24 w 160"/>
              <a:gd name="T25" fmla="*/ 119 h 176"/>
              <a:gd name="T26" fmla="*/ 8 w 160"/>
              <a:gd name="T27" fmla="*/ 88 h 176"/>
              <a:gd name="T28" fmla="*/ 24 w 160"/>
              <a:gd name="T29" fmla="*/ 57 h 176"/>
              <a:gd name="T30" fmla="*/ 24 w 160"/>
              <a:gd name="T31" fmla="*/ 119 h 176"/>
              <a:gd name="T32" fmla="*/ 72 w 160"/>
              <a:gd name="T33" fmla="*/ 158 h 176"/>
              <a:gd name="T34" fmla="*/ 32 w 160"/>
              <a:gd name="T35" fmla="*/ 122 h 176"/>
              <a:gd name="T36" fmla="*/ 32 w 160"/>
              <a:gd name="T37" fmla="*/ 54 h 176"/>
              <a:gd name="T38" fmla="*/ 34 w 160"/>
              <a:gd name="T39" fmla="*/ 52 h 176"/>
              <a:gd name="T40" fmla="*/ 34 w 160"/>
              <a:gd name="T41" fmla="*/ 52 h 176"/>
              <a:gd name="T42" fmla="*/ 72 w 160"/>
              <a:gd name="T43" fmla="*/ 17 h 176"/>
              <a:gd name="T44" fmla="*/ 72 w 160"/>
              <a:gd name="T45" fmla="*/ 158 h 176"/>
              <a:gd name="T46" fmla="*/ 88 w 160"/>
              <a:gd name="T47" fmla="*/ 164 h 176"/>
              <a:gd name="T48" fmla="*/ 84 w 160"/>
              <a:gd name="T49" fmla="*/ 168 h 176"/>
              <a:gd name="T50" fmla="*/ 81 w 160"/>
              <a:gd name="T51" fmla="*/ 167 h 176"/>
              <a:gd name="T52" fmla="*/ 81 w 160"/>
              <a:gd name="T53" fmla="*/ 167 h 176"/>
              <a:gd name="T54" fmla="*/ 80 w 160"/>
              <a:gd name="T55" fmla="*/ 166 h 176"/>
              <a:gd name="T56" fmla="*/ 80 w 160"/>
              <a:gd name="T57" fmla="*/ 10 h 176"/>
              <a:gd name="T58" fmla="*/ 81 w 160"/>
              <a:gd name="T59" fmla="*/ 9 h 176"/>
              <a:gd name="T60" fmla="*/ 81 w 160"/>
              <a:gd name="T61" fmla="*/ 9 h 176"/>
              <a:gd name="T62" fmla="*/ 84 w 160"/>
              <a:gd name="T63" fmla="*/ 8 h 176"/>
              <a:gd name="T64" fmla="*/ 88 w 160"/>
              <a:gd name="T65" fmla="*/ 12 h 176"/>
              <a:gd name="T66" fmla="*/ 88 w 160"/>
              <a:gd name="T67" fmla="*/ 164 h 176"/>
              <a:gd name="T68" fmla="*/ 137 w 160"/>
              <a:gd name="T69" fmla="*/ 46 h 176"/>
              <a:gd name="T70" fmla="*/ 137 w 160"/>
              <a:gd name="T71" fmla="*/ 46 h 176"/>
              <a:gd name="T72" fmla="*/ 135 w 160"/>
              <a:gd name="T73" fmla="*/ 45 h 176"/>
              <a:gd name="T74" fmla="*/ 131 w 160"/>
              <a:gd name="T75" fmla="*/ 49 h 176"/>
              <a:gd name="T76" fmla="*/ 133 w 160"/>
              <a:gd name="T77" fmla="*/ 53 h 176"/>
              <a:gd name="T78" fmla="*/ 133 w 160"/>
              <a:gd name="T79" fmla="*/ 53 h 176"/>
              <a:gd name="T80" fmla="*/ 152 w 160"/>
              <a:gd name="T81" fmla="*/ 88 h 176"/>
              <a:gd name="T82" fmla="*/ 133 w 160"/>
              <a:gd name="T83" fmla="*/ 123 h 176"/>
              <a:gd name="T84" fmla="*/ 133 w 160"/>
              <a:gd name="T85" fmla="*/ 123 h 176"/>
              <a:gd name="T86" fmla="*/ 131 w 160"/>
              <a:gd name="T87" fmla="*/ 127 h 176"/>
              <a:gd name="T88" fmla="*/ 135 w 160"/>
              <a:gd name="T89" fmla="*/ 131 h 176"/>
              <a:gd name="T90" fmla="*/ 137 w 160"/>
              <a:gd name="T91" fmla="*/ 130 h 176"/>
              <a:gd name="T92" fmla="*/ 137 w 160"/>
              <a:gd name="T93" fmla="*/ 130 h 176"/>
              <a:gd name="T94" fmla="*/ 160 w 160"/>
              <a:gd name="T95" fmla="*/ 88 h 176"/>
              <a:gd name="T96" fmla="*/ 137 w 160"/>
              <a:gd name="T97" fmla="*/ 46 h 176"/>
              <a:gd name="T98" fmla="*/ 116 w 160"/>
              <a:gd name="T99" fmla="*/ 64 h 176"/>
              <a:gd name="T100" fmla="*/ 112 w 160"/>
              <a:gd name="T101" fmla="*/ 68 h 176"/>
              <a:gd name="T102" fmla="*/ 116 w 160"/>
              <a:gd name="T103" fmla="*/ 72 h 176"/>
              <a:gd name="T104" fmla="*/ 128 w 160"/>
              <a:gd name="T105" fmla="*/ 88 h 176"/>
              <a:gd name="T106" fmla="*/ 116 w 160"/>
              <a:gd name="T107" fmla="*/ 104 h 176"/>
              <a:gd name="T108" fmla="*/ 112 w 160"/>
              <a:gd name="T109" fmla="*/ 108 h 176"/>
              <a:gd name="T110" fmla="*/ 116 w 160"/>
              <a:gd name="T111" fmla="*/ 112 h 176"/>
              <a:gd name="T112" fmla="*/ 136 w 160"/>
              <a:gd name="T113" fmla="*/ 88 h 176"/>
              <a:gd name="T114" fmla="*/ 116 w 160"/>
              <a:gd name="T115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76">
                <a:moveTo>
                  <a:pt x="96" y="12"/>
                </a:move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  <a:moveTo>
                  <a:pt x="137" y="46"/>
                </a:moveTo>
                <a:cubicBezTo>
                  <a:pt x="137" y="46"/>
                  <a:pt x="137" y="46"/>
                  <a:pt x="137" y="46"/>
                </a:cubicBezTo>
                <a:cubicBezTo>
                  <a:pt x="136" y="45"/>
                  <a:pt x="136" y="45"/>
                  <a:pt x="135" y="45"/>
                </a:cubicBezTo>
                <a:cubicBezTo>
                  <a:pt x="133" y="45"/>
                  <a:pt x="131" y="47"/>
                  <a:pt x="131" y="49"/>
                </a:cubicBezTo>
                <a:cubicBezTo>
                  <a:pt x="131" y="51"/>
                  <a:pt x="132" y="52"/>
                  <a:pt x="133" y="53"/>
                </a:cubicBezTo>
                <a:cubicBezTo>
                  <a:pt x="133" y="53"/>
                  <a:pt x="133" y="53"/>
                  <a:pt x="133" y="53"/>
                </a:cubicBezTo>
                <a:cubicBezTo>
                  <a:pt x="144" y="59"/>
                  <a:pt x="152" y="73"/>
                  <a:pt x="152" y="88"/>
                </a:cubicBezTo>
                <a:cubicBezTo>
                  <a:pt x="152" y="103"/>
                  <a:pt x="144" y="117"/>
                  <a:pt x="133" y="123"/>
                </a:cubicBezTo>
                <a:cubicBezTo>
                  <a:pt x="133" y="123"/>
                  <a:pt x="133" y="123"/>
                  <a:pt x="133" y="123"/>
                </a:cubicBezTo>
                <a:cubicBezTo>
                  <a:pt x="132" y="124"/>
                  <a:pt x="131" y="125"/>
                  <a:pt x="131" y="127"/>
                </a:cubicBezTo>
                <a:cubicBezTo>
                  <a:pt x="131" y="129"/>
                  <a:pt x="133" y="131"/>
                  <a:pt x="135" y="131"/>
                </a:cubicBezTo>
                <a:cubicBezTo>
                  <a:pt x="136" y="131"/>
                  <a:pt x="136" y="131"/>
                  <a:pt x="137" y="130"/>
                </a:cubicBezTo>
                <a:cubicBezTo>
                  <a:pt x="137" y="130"/>
                  <a:pt x="137" y="130"/>
                  <a:pt x="137" y="130"/>
                </a:cubicBezTo>
                <a:cubicBezTo>
                  <a:pt x="151" y="122"/>
                  <a:pt x="160" y="106"/>
                  <a:pt x="160" y="88"/>
                </a:cubicBezTo>
                <a:cubicBezTo>
                  <a:pt x="160" y="70"/>
                  <a:pt x="151" y="54"/>
                  <a:pt x="137" y="46"/>
                </a:cubicBezTo>
                <a:moveTo>
                  <a:pt x="116" y="64"/>
                </a:moveTo>
                <a:cubicBezTo>
                  <a:pt x="114" y="64"/>
                  <a:pt x="112" y="66"/>
                  <a:pt x="112" y="68"/>
                </a:cubicBezTo>
                <a:cubicBezTo>
                  <a:pt x="112" y="70"/>
                  <a:pt x="114" y="72"/>
                  <a:pt x="116" y="72"/>
                </a:cubicBezTo>
                <a:cubicBezTo>
                  <a:pt x="123" y="72"/>
                  <a:pt x="128" y="79"/>
                  <a:pt x="128" y="88"/>
                </a:cubicBezTo>
                <a:cubicBezTo>
                  <a:pt x="128" y="97"/>
                  <a:pt x="123" y="104"/>
                  <a:pt x="116" y="104"/>
                </a:cubicBezTo>
                <a:cubicBezTo>
                  <a:pt x="114" y="104"/>
                  <a:pt x="112" y="106"/>
                  <a:pt x="112" y="108"/>
                </a:cubicBezTo>
                <a:cubicBezTo>
                  <a:pt x="112" y="110"/>
                  <a:pt x="114" y="112"/>
                  <a:pt x="116" y="112"/>
                </a:cubicBezTo>
                <a:cubicBezTo>
                  <a:pt x="127" y="112"/>
                  <a:pt x="136" y="101"/>
                  <a:pt x="136" y="88"/>
                </a:cubicBezTo>
                <a:cubicBezTo>
                  <a:pt x="136" y="75"/>
                  <a:pt x="127" y="64"/>
                  <a:pt x="116" y="6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214"/>
          <p:cNvSpPr>
            <a:spLocks noEditPoints="1"/>
          </p:cNvSpPr>
          <p:nvPr/>
        </p:nvSpPr>
        <p:spPr bwMode="auto">
          <a:xfrm>
            <a:off x="2321466" y="3646040"/>
            <a:ext cx="334275" cy="334275"/>
          </a:xfrm>
          <a:custGeom>
            <a:avLst/>
            <a:gdLst>
              <a:gd name="T0" fmla="*/ 129 w 176"/>
              <a:gd name="T1" fmla="*/ 46 h 176"/>
              <a:gd name="T2" fmla="*/ 123 w 176"/>
              <a:gd name="T3" fmla="*/ 49 h 176"/>
              <a:gd name="T4" fmla="*/ 125 w 176"/>
              <a:gd name="T5" fmla="*/ 53 h 176"/>
              <a:gd name="T6" fmla="*/ 125 w 176"/>
              <a:gd name="T7" fmla="*/ 123 h 176"/>
              <a:gd name="T8" fmla="*/ 123 w 176"/>
              <a:gd name="T9" fmla="*/ 127 h 176"/>
              <a:gd name="T10" fmla="*/ 129 w 176"/>
              <a:gd name="T11" fmla="*/ 130 h 176"/>
              <a:gd name="T12" fmla="*/ 152 w 176"/>
              <a:gd name="T13" fmla="*/ 88 h 176"/>
              <a:gd name="T14" fmla="*/ 146 w 176"/>
              <a:gd name="T15" fmla="*/ 28 h 176"/>
              <a:gd name="T16" fmla="*/ 144 w 176"/>
              <a:gd name="T17" fmla="*/ 28 h 176"/>
              <a:gd name="T18" fmla="*/ 142 w 176"/>
              <a:gd name="T19" fmla="*/ 35 h 176"/>
              <a:gd name="T20" fmla="*/ 142 w 176"/>
              <a:gd name="T21" fmla="*/ 141 h 176"/>
              <a:gd name="T22" fmla="*/ 140 w 176"/>
              <a:gd name="T23" fmla="*/ 144 h 176"/>
              <a:gd name="T24" fmla="*/ 146 w 176"/>
              <a:gd name="T25" fmla="*/ 147 h 176"/>
              <a:gd name="T26" fmla="*/ 147 w 176"/>
              <a:gd name="T27" fmla="*/ 147 h 176"/>
              <a:gd name="T28" fmla="*/ 176 w 176"/>
              <a:gd name="T29" fmla="*/ 88 h 176"/>
              <a:gd name="T30" fmla="*/ 108 w 176"/>
              <a:gd name="T31" fmla="*/ 64 h 176"/>
              <a:gd name="T32" fmla="*/ 108 w 176"/>
              <a:gd name="T33" fmla="*/ 72 h 176"/>
              <a:gd name="T34" fmla="*/ 108 w 176"/>
              <a:gd name="T35" fmla="*/ 104 h 176"/>
              <a:gd name="T36" fmla="*/ 108 w 176"/>
              <a:gd name="T37" fmla="*/ 112 h 176"/>
              <a:gd name="T38" fmla="*/ 108 w 176"/>
              <a:gd name="T39" fmla="*/ 64 h 176"/>
              <a:gd name="T40" fmla="*/ 84 w 176"/>
              <a:gd name="T41" fmla="*/ 0 h 176"/>
              <a:gd name="T42" fmla="*/ 26 w 176"/>
              <a:gd name="T43" fmla="*/ 48 h 176"/>
              <a:gd name="T44" fmla="*/ 27 w 176"/>
              <a:gd name="T45" fmla="*/ 128 h 176"/>
              <a:gd name="T46" fmla="*/ 84 w 176"/>
              <a:gd name="T47" fmla="*/ 176 h 176"/>
              <a:gd name="T48" fmla="*/ 96 w 176"/>
              <a:gd name="T49" fmla="*/ 164 h 176"/>
              <a:gd name="T50" fmla="*/ 96 w 176"/>
              <a:gd name="T51" fmla="*/ 12 h 176"/>
              <a:gd name="T52" fmla="*/ 8 w 176"/>
              <a:gd name="T53" fmla="*/ 88 h 176"/>
              <a:gd name="T54" fmla="*/ 24 w 176"/>
              <a:gd name="T55" fmla="*/ 119 h 176"/>
              <a:gd name="T56" fmla="*/ 32 w 176"/>
              <a:gd name="T57" fmla="*/ 122 h 176"/>
              <a:gd name="T58" fmla="*/ 34 w 176"/>
              <a:gd name="T59" fmla="*/ 52 h 176"/>
              <a:gd name="T60" fmla="*/ 72 w 176"/>
              <a:gd name="T61" fmla="*/ 17 h 176"/>
              <a:gd name="T62" fmla="*/ 88 w 176"/>
              <a:gd name="T63" fmla="*/ 164 h 176"/>
              <a:gd name="T64" fmla="*/ 81 w 176"/>
              <a:gd name="T65" fmla="*/ 167 h 176"/>
              <a:gd name="T66" fmla="*/ 80 w 176"/>
              <a:gd name="T67" fmla="*/ 166 h 176"/>
              <a:gd name="T68" fmla="*/ 81 w 176"/>
              <a:gd name="T69" fmla="*/ 9 h 176"/>
              <a:gd name="T70" fmla="*/ 84 w 176"/>
              <a:gd name="T71" fmla="*/ 8 h 176"/>
              <a:gd name="T72" fmla="*/ 88 w 176"/>
              <a:gd name="T73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29" y="46"/>
                </a:moveTo>
                <a:cubicBezTo>
                  <a:pt x="129" y="46"/>
                  <a:pt x="129" y="46"/>
                  <a:pt x="129" y="46"/>
                </a:cubicBezTo>
                <a:cubicBezTo>
                  <a:pt x="128" y="46"/>
                  <a:pt x="128" y="45"/>
                  <a:pt x="127" y="45"/>
                </a:cubicBezTo>
                <a:cubicBezTo>
                  <a:pt x="125" y="45"/>
                  <a:pt x="123" y="47"/>
                  <a:pt x="123" y="49"/>
                </a:cubicBezTo>
                <a:cubicBezTo>
                  <a:pt x="123" y="51"/>
                  <a:pt x="124" y="52"/>
                  <a:pt x="125" y="53"/>
                </a:cubicBezTo>
                <a:cubicBezTo>
                  <a:pt x="125" y="53"/>
                  <a:pt x="125" y="53"/>
                  <a:pt x="125" y="53"/>
                </a:cubicBezTo>
                <a:cubicBezTo>
                  <a:pt x="136" y="59"/>
                  <a:pt x="144" y="73"/>
                  <a:pt x="144" y="88"/>
                </a:cubicBezTo>
                <a:cubicBezTo>
                  <a:pt x="144" y="103"/>
                  <a:pt x="136" y="117"/>
                  <a:pt x="125" y="123"/>
                </a:cubicBezTo>
                <a:cubicBezTo>
                  <a:pt x="125" y="123"/>
                  <a:pt x="125" y="123"/>
                  <a:pt x="125" y="123"/>
                </a:cubicBezTo>
                <a:cubicBezTo>
                  <a:pt x="124" y="124"/>
                  <a:pt x="123" y="125"/>
                  <a:pt x="123" y="127"/>
                </a:cubicBezTo>
                <a:cubicBezTo>
                  <a:pt x="123" y="129"/>
                  <a:pt x="125" y="131"/>
                  <a:pt x="127" y="131"/>
                </a:cubicBezTo>
                <a:cubicBezTo>
                  <a:pt x="128" y="131"/>
                  <a:pt x="128" y="131"/>
                  <a:pt x="129" y="130"/>
                </a:cubicBezTo>
                <a:cubicBezTo>
                  <a:pt x="129" y="130"/>
                  <a:pt x="129" y="130"/>
                  <a:pt x="129" y="130"/>
                </a:cubicBezTo>
                <a:cubicBezTo>
                  <a:pt x="143" y="122"/>
                  <a:pt x="152" y="106"/>
                  <a:pt x="152" y="88"/>
                </a:cubicBezTo>
                <a:cubicBezTo>
                  <a:pt x="152" y="70"/>
                  <a:pt x="143" y="54"/>
                  <a:pt x="129" y="46"/>
                </a:cubicBezTo>
                <a:moveTo>
                  <a:pt x="146" y="28"/>
                </a:moveTo>
                <a:cubicBezTo>
                  <a:pt x="146" y="29"/>
                  <a:pt x="146" y="29"/>
                  <a:pt x="146" y="29"/>
                </a:cubicBezTo>
                <a:cubicBezTo>
                  <a:pt x="146" y="28"/>
                  <a:pt x="145" y="28"/>
                  <a:pt x="144" y="28"/>
                </a:cubicBezTo>
                <a:cubicBezTo>
                  <a:pt x="142" y="28"/>
                  <a:pt x="140" y="30"/>
                  <a:pt x="140" y="32"/>
                </a:cubicBezTo>
                <a:cubicBezTo>
                  <a:pt x="140" y="33"/>
                  <a:pt x="141" y="34"/>
                  <a:pt x="142" y="35"/>
                </a:cubicBezTo>
                <a:cubicBezTo>
                  <a:pt x="158" y="47"/>
                  <a:pt x="168" y="66"/>
                  <a:pt x="168" y="88"/>
                </a:cubicBezTo>
                <a:cubicBezTo>
                  <a:pt x="168" y="110"/>
                  <a:pt x="158" y="129"/>
                  <a:pt x="142" y="141"/>
                </a:cubicBezTo>
                <a:cubicBezTo>
                  <a:pt x="142" y="141"/>
                  <a:pt x="142" y="141"/>
                  <a:pt x="142" y="141"/>
                </a:cubicBezTo>
                <a:cubicBezTo>
                  <a:pt x="141" y="142"/>
                  <a:pt x="140" y="143"/>
                  <a:pt x="140" y="144"/>
                </a:cubicBezTo>
                <a:cubicBezTo>
                  <a:pt x="140" y="146"/>
                  <a:pt x="142" y="148"/>
                  <a:pt x="144" y="148"/>
                </a:cubicBezTo>
                <a:cubicBezTo>
                  <a:pt x="145" y="148"/>
                  <a:pt x="146" y="148"/>
                  <a:pt x="146" y="147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65" y="134"/>
                  <a:pt x="176" y="112"/>
                  <a:pt x="176" y="88"/>
                </a:cubicBezTo>
                <a:cubicBezTo>
                  <a:pt x="176" y="63"/>
                  <a:pt x="164" y="41"/>
                  <a:pt x="146" y="28"/>
                </a:cubicBezTo>
                <a:moveTo>
                  <a:pt x="108" y="64"/>
                </a:moveTo>
                <a:cubicBezTo>
                  <a:pt x="106" y="64"/>
                  <a:pt x="104" y="66"/>
                  <a:pt x="104" y="68"/>
                </a:cubicBezTo>
                <a:cubicBezTo>
                  <a:pt x="104" y="70"/>
                  <a:pt x="106" y="72"/>
                  <a:pt x="108" y="72"/>
                </a:cubicBezTo>
                <a:cubicBezTo>
                  <a:pt x="115" y="72"/>
                  <a:pt x="120" y="79"/>
                  <a:pt x="120" y="88"/>
                </a:cubicBezTo>
                <a:cubicBezTo>
                  <a:pt x="120" y="97"/>
                  <a:pt x="115" y="104"/>
                  <a:pt x="108" y="104"/>
                </a:cubicBezTo>
                <a:cubicBezTo>
                  <a:pt x="106" y="104"/>
                  <a:pt x="104" y="106"/>
                  <a:pt x="104" y="108"/>
                </a:cubicBezTo>
                <a:cubicBezTo>
                  <a:pt x="104" y="110"/>
                  <a:pt x="106" y="112"/>
                  <a:pt x="108" y="112"/>
                </a:cubicBezTo>
                <a:cubicBezTo>
                  <a:pt x="119" y="112"/>
                  <a:pt x="128" y="101"/>
                  <a:pt x="128" y="88"/>
                </a:cubicBezTo>
                <a:cubicBezTo>
                  <a:pt x="128" y="75"/>
                  <a:pt x="119" y="64"/>
                  <a:pt x="108" y="64"/>
                </a:cubicBezTo>
                <a:moveTo>
                  <a:pt x="96" y="12"/>
                </a:move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215"/>
          <p:cNvSpPr>
            <a:spLocks noEditPoints="1"/>
          </p:cNvSpPr>
          <p:nvPr/>
        </p:nvSpPr>
        <p:spPr bwMode="auto">
          <a:xfrm>
            <a:off x="2960808" y="3659022"/>
            <a:ext cx="334275" cy="306689"/>
          </a:xfrm>
          <a:custGeom>
            <a:avLst/>
            <a:gdLst>
              <a:gd name="T0" fmla="*/ 72 w 176"/>
              <a:gd name="T1" fmla="*/ 97 h 161"/>
              <a:gd name="T2" fmla="*/ 80 w 176"/>
              <a:gd name="T3" fmla="*/ 97 h 161"/>
              <a:gd name="T4" fmla="*/ 100 w 176"/>
              <a:gd name="T5" fmla="*/ 93 h 161"/>
              <a:gd name="T6" fmla="*/ 100 w 176"/>
              <a:gd name="T7" fmla="*/ 101 h 161"/>
              <a:gd name="T8" fmla="*/ 100 w 176"/>
              <a:gd name="T9" fmla="*/ 93 h 161"/>
              <a:gd name="T10" fmla="*/ 48 w 176"/>
              <a:gd name="T11" fmla="*/ 113 h 161"/>
              <a:gd name="T12" fmla="*/ 44 w 176"/>
              <a:gd name="T13" fmla="*/ 101 h 161"/>
              <a:gd name="T14" fmla="*/ 40 w 176"/>
              <a:gd name="T15" fmla="*/ 113 h 161"/>
              <a:gd name="T16" fmla="*/ 28 w 176"/>
              <a:gd name="T17" fmla="*/ 117 h 161"/>
              <a:gd name="T18" fmla="*/ 40 w 176"/>
              <a:gd name="T19" fmla="*/ 121 h 161"/>
              <a:gd name="T20" fmla="*/ 44 w 176"/>
              <a:gd name="T21" fmla="*/ 133 h 161"/>
              <a:gd name="T22" fmla="*/ 48 w 176"/>
              <a:gd name="T23" fmla="*/ 121 h 161"/>
              <a:gd name="T24" fmla="*/ 60 w 176"/>
              <a:gd name="T25" fmla="*/ 117 h 161"/>
              <a:gd name="T26" fmla="*/ 132 w 176"/>
              <a:gd name="T27" fmla="*/ 73 h 161"/>
              <a:gd name="T28" fmla="*/ 97 w 176"/>
              <a:gd name="T29" fmla="*/ 56 h 161"/>
              <a:gd name="T30" fmla="*/ 82 w 176"/>
              <a:gd name="T31" fmla="*/ 1 h 161"/>
              <a:gd name="T32" fmla="*/ 78 w 176"/>
              <a:gd name="T33" fmla="*/ 9 h 161"/>
              <a:gd name="T34" fmla="*/ 92 w 176"/>
              <a:gd name="T35" fmla="*/ 51 h 161"/>
              <a:gd name="T36" fmla="*/ 44 w 176"/>
              <a:gd name="T37" fmla="*/ 73 h 161"/>
              <a:gd name="T38" fmla="*/ 44 w 176"/>
              <a:gd name="T39" fmla="*/ 161 h 161"/>
              <a:gd name="T40" fmla="*/ 98 w 176"/>
              <a:gd name="T41" fmla="*/ 145 h 161"/>
              <a:gd name="T42" fmla="*/ 176 w 176"/>
              <a:gd name="T43" fmla="*/ 117 h 161"/>
              <a:gd name="T44" fmla="*/ 132 w 176"/>
              <a:gd name="T45" fmla="*/ 153 h 161"/>
              <a:gd name="T46" fmla="*/ 74 w 176"/>
              <a:gd name="T47" fmla="*/ 137 h 161"/>
              <a:gd name="T48" fmla="*/ 8 w 176"/>
              <a:gd name="T49" fmla="*/ 117 h 161"/>
              <a:gd name="T50" fmla="*/ 132 w 176"/>
              <a:gd name="T51" fmla="*/ 81 h 161"/>
              <a:gd name="T52" fmla="*/ 132 w 176"/>
              <a:gd name="T53" fmla="*/ 153 h 161"/>
              <a:gd name="T54" fmla="*/ 116 w 176"/>
              <a:gd name="T55" fmla="*/ 125 h 161"/>
              <a:gd name="T56" fmla="*/ 132 w 176"/>
              <a:gd name="T57" fmla="*/ 125 h 161"/>
              <a:gd name="T58" fmla="*/ 140 w 176"/>
              <a:gd name="T59" fmla="*/ 101 h 161"/>
              <a:gd name="T60" fmla="*/ 140 w 176"/>
              <a:gd name="T61" fmla="*/ 117 h 161"/>
              <a:gd name="T62" fmla="*/ 140 w 176"/>
              <a:gd name="T63" fmla="*/ 10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61">
                <a:moveTo>
                  <a:pt x="76" y="93"/>
                </a:moveTo>
                <a:cubicBezTo>
                  <a:pt x="74" y="93"/>
                  <a:pt x="72" y="95"/>
                  <a:pt x="72" y="97"/>
                </a:cubicBezTo>
                <a:cubicBezTo>
                  <a:pt x="72" y="99"/>
                  <a:pt x="74" y="101"/>
                  <a:pt x="76" y="101"/>
                </a:cubicBezTo>
                <a:cubicBezTo>
                  <a:pt x="78" y="101"/>
                  <a:pt x="80" y="99"/>
                  <a:pt x="80" y="97"/>
                </a:cubicBezTo>
                <a:cubicBezTo>
                  <a:pt x="80" y="95"/>
                  <a:pt x="78" y="93"/>
                  <a:pt x="76" y="93"/>
                </a:cubicBezTo>
                <a:moveTo>
                  <a:pt x="100" y="93"/>
                </a:moveTo>
                <a:cubicBezTo>
                  <a:pt x="98" y="93"/>
                  <a:pt x="96" y="95"/>
                  <a:pt x="96" y="97"/>
                </a:cubicBezTo>
                <a:cubicBezTo>
                  <a:pt x="96" y="99"/>
                  <a:pt x="98" y="101"/>
                  <a:pt x="100" y="101"/>
                </a:cubicBezTo>
                <a:cubicBezTo>
                  <a:pt x="102" y="101"/>
                  <a:pt x="104" y="99"/>
                  <a:pt x="104" y="97"/>
                </a:cubicBezTo>
                <a:cubicBezTo>
                  <a:pt x="104" y="95"/>
                  <a:pt x="102" y="93"/>
                  <a:pt x="100" y="93"/>
                </a:cubicBezTo>
                <a:moveTo>
                  <a:pt x="56" y="113"/>
                </a:moveTo>
                <a:cubicBezTo>
                  <a:pt x="48" y="113"/>
                  <a:pt x="48" y="113"/>
                  <a:pt x="48" y="113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103"/>
                  <a:pt x="46" y="101"/>
                  <a:pt x="44" y="101"/>
                </a:cubicBezTo>
                <a:cubicBezTo>
                  <a:pt x="42" y="101"/>
                  <a:pt x="40" y="103"/>
                  <a:pt x="40" y="105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30" y="113"/>
                  <a:pt x="28" y="115"/>
                  <a:pt x="28" y="117"/>
                </a:cubicBezTo>
                <a:cubicBezTo>
                  <a:pt x="28" y="119"/>
                  <a:pt x="30" y="121"/>
                  <a:pt x="32" y="121"/>
                </a:cubicBezTo>
                <a:cubicBezTo>
                  <a:pt x="40" y="121"/>
                  <a:pt x="40" y="121"/>
                  <a:pt x="40" y="121"/>
                </a:cubicBezTo>
                <a:cubicBezTo>
                  <a:pt x="40" y="129"/>
                  <a:pt x="40" y="129"/>
                  <a:pt x="40" y="129"/>
                </a:cubicBezTo>
                <a:cubicBezTo>
                  <a:pt x="40" y="131"/>
                  <a:pt x="42" y="133"/>
                  <a:pt x="44" y="133"/>
                </a:cubicBezTo>
                <a:cubicBezTo>
                  <a:pt x="46" y="133"/>
                  <a:pt x="48" y="131"/>
                  <a:pt x="48" y="129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56" y="121"/>
                  <a:pt x="56" y="121"/>
                  <a:pt x="56" y="121"/>
                </a:cubicBezTo>
                <a:cubicBezTo>
                  <a:pt x="58" y="121"/>
                  <a:pt x="60" y="119"/>
                  <a:pt x="60" y="117"/>
                </a:cubicBezTo>
                <a:cubicBezTo>
                  <a:pt x="60" y="115"/>
                  <a:pt x="58" y="113"/>
                  <a:pt x="56" y="113"/>
                </a:cubicBezTo>
                <a:moveTo>
                  <a:pt x="132" y="73"/>
                </a:moveTo>
                <a:cubicBezTo>
                  <a:pt x="92" y="73"/>
                  <a:pt x="92" y="73"/>
                  <a:pt x="92" y="73"/>
                </a:cubicBezTo>
                <a:cubicBezTo>
                  <a:pt x="88" y="66"/>
                  <a:pt x="91" y="62"/>
                  <a:pt x="97" y="56"/>
                </a:cubicBezTo>
                <a:cubicBezTo>
                  <a:pt x="102" y="52"/>
                  <a:pt x="108" y="46"/>
                  <a:pt x="108" y="37"/>
                </a:cubicBezTo>
                <a:cubicBezTo>
                  <a:pt x="108" y="15"/>
                  <a:pt x="83" y="2"/>
                  <a:pt x="82" y="1"/>
                </a:cubicBezTo>
                <a:cubicBezTo>
                  <a:pt x="80" y="0"/>
                  <a:pt x="77" y="1"/>
                  <a:pt x="76" y="3"/>
                </a:cubicBezTo>
                <a:cubicBezTo>
                  <a:pt x="75" y="5"/>
                  <a:pt x="76" y="8"/>
                  <a:pt x="78" y="9"/>
                </a:cubicBezTo>
                <a:cubicBezTo>
                  <a:pt x="78" y="9"/>
                  <a:pt x="100" y="20"/>
                  <a:pt x="100" y="37"/>
                </a:cubicBezTo>
                <a:cubicBezTo>
                  <a:pt x="100" y="43"/>
                  <a:pt x="96" y="46"/>
                  <a:pt x="92" y="51"/>
                </a:cubicBezTo>
                <a:cubicBezTo>
                  <a:pt x="86" y="56"/>
                  <a:pt x="80" y="63"/>
                  <a:pt x="84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20" y="73"/>
                  <a:pt x="0" y="93"/>
                  <a:pt x="0" y="117"/>
                </a:cubicBezTo>
                <a:cubicBezTo>
                  <a:pt x="0" y="141"/>
                  <a:pt x="20" y="161"/>
                  <a:pt x="44" y="161"/>
                </a:cubicBezTo>
                <a:cubicBezTo>
                  <a:pt x="58" y="161"/>
                  <a:pt x="70" y="155"/>
                  <a:pt x="78" y="145"/>
                </a:cubicBezTo>
                <a:cubicBezTo>
                  <a:pt x="98" y="145"/>
                  <a:pt x="98" y="145"/>
                  <a:pt x="98" y="145"/>
                </a:cubicBezTo>
                <a:cubicBezTo>
                  <a:pt x="106" y="155"/>
                  <a:pt x="118" y="161"/>
                  <a:pt x="132" y="161"/>
                </a:cubicBezTo>
                <a:cubicBezTo>
                  <a:pt x="156" y="161"/>
                  <a:pt x="176" y="141"/>
                  <a:pt x="176" y="117"/>
                </a:cubicBezTo>
                <a:cubicBezTo>
                  <a:pt x="176" y="93"/>
                  <a:pt x="156" y="73"/>
                  <a:pt x="132" y="73"/>
                </a:cubicBezTo>
                <a:moveTo>
                  <a:pt x="132" y="153"/>
                </a:moveTo>
                <a:cubicBezTo>
                  <a:pt x="120" y="153"/>
                  <a:pt x="109" y="147"/>
                  <a:pt x="102" y="137"/>
                </a:cubicBezTo>
                <a:cubicBezTo>
                  <a:pt x="74" y="137"/>
                  <a:pt x="74" y="137"/>
                  <a:pt x="74" y="137"/>
                </a:cubicBezTo>
                <a:cubicBezTo>
                  <a:pt x="67" y="147"/>
                  <a:pt x="56" y="153"/>
                  <a:pt x="44" y="153"/>
                </a:cubicBezTo>
                <a:cubicBezTo>
                  <a:pt x="24" y="153"/>
                  <a:pt x="8" y="137"/>
                  <a:pt x="8" y="117"/>
                </a:cubicBezTo>
                <a:cubicBezTo>
                  <a:pt x="8" y="97"/>
                  <a:pt x="24" y="81"/>
                  <a:pt x="44" y="81"/>
                </a:cubicBezTo>
                <a:cubicBezTo>
                  <a:pt x="132" y="81"/>
                  <a:pt x="132" y="81"/>
                  <a:pt x="132" y="81"/>
                </a:cubicBezTo>
                <a:cubicBezTo>
                  <a:pt x="152" y="81"/>
                  <a:pt x="168" y="97"/>
                  <a:pt x="168" y="117"/>
                </a:cubicBezTo>
                <a:cubicBezTo>
                  <a:pt x="168" y="137"/>
                  <a:pt x="152" y="153"/>
                  <a:pt x="132" y="153"/>
                </a:cubicBezTo>
                <a:moveTo>
                  <a:pt x="124" y="117"/>
                </a:moveTo>
                <a:cubicBezTo>
                  <a:pt x="120" y="117"/>
                  <a:pt x="116" y="121"/>
                  <a:pt x="116" y="125"/>
                </a:cubicBezTo>
                <a:cubicBezTo>
                  <a:pt x="116" y="129"/>
                  <a:pt x="120" y="133"/>
                  <a:pt x="124" y="133"/>
                </a:cubicBezTo>
                <a:cubicBezTo>
                  <a:pt x="128" y="133"/>
                  <a:pt x="132" y="129"/>
                  <a:pt x="132" y="125"/>
                </a:cubicBezTo>
                <a:cubicBezTo>
                  <a:pt x="132" y="121"/>
                  <a:pt x="128" y="117"/>
                  <a:pt x="124" y="117"/>
                </a:cubicBezTo>
                <a:moveTo>
                  <a:pt x="140" y="101"/>
                </a:moveTo>
                <a:cubicBezTo>
                  <a:pt x="136" y="101"/>
                  <a:pt x="132" y="105"/>
                  <a:pt x="132" y="109"/>
                </a:cubicBezTo>
                <a:cubicBezTo>
                  <a:pt x="132" y="113"/>
                  <a:pt x="136" y="117"/>
                  <a:pt x="140" y="117"/>
                </a:cubicBezTo>
                <a:cubicBezTo>
                  <a:pt x="144" y="117"/>
                  <a:pt x="148" y="113"/>
                  <a:pt x="148" y="109"/>
                </a:cubicBezTo>
                <a:cubicBezTo>
                  <a:pt x="148" y="105"/>
                  <a:pt x="144" y="101"/>
                  <a:pt x="140" y="10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216"/>
          <p:cNvSpPr>
            <a:spLocks noEditPoints="1"/>
          </p:cNvSpPr>
          <p:nvPr/>
        </p:nvSpPr>
        <p:spPr bwMode="auto">
          <a:xfrm>
            <a:off x="3600149" y="3646040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80 w 176"/>
              <a:gd name="T37" fmla="*/ 100 h 176"/>
              <a:gd name="T38" fmla="*/ 78 w 176"/>
              <a:gd name="T39" fmla="*/ 97 h 176"/>
              <a:gd name="T40" fmla="*/ 78 w 176"/>
              <a:gd name="T41" fmla="*/ 97 h 176"/>
              <a:gd name="T42" fmla="*/ 46 w 176"/>
              <a:gd name="T43" fmla="*/ 73 h 176"/>
              <a:gd name="T44" fmla="*/ 46 w 176"/>
              <a:gd name="T45" fmla="*/ 73 h 176"/>
              <a:gd name="T46" fmla="*/ 44 w 176"/>
              <a:gd name="T47" fmla="*/ 72 h 176"/>
              <a:gd name="T48" fmla="*/ 40 w 176"/>
              <a:gd name="T49" fmla="*/ 76 h 176"/>
              <a:gd name="T50" fmla="*/ 42 w 176"/>
              <a:gd name="T51" fmla="*/ 79 h 176"/>
              <a:gd name="T52" fmla="*/ 42 w 176"/>
              <a:gd name="T53" fmla="*/ 79 h 176"/>
              <a:gd name="T54" fmla="*/ 69 w 176"/>
              <a:gd name="T55" fmla="*/ 100 h 176"/>
              <a:gd name="T56" fmla="*/ 42 w 176"/>
              <a:gd name="T57" fmla="*/ 121 h 176"/>
              <a:gd name="T58" fmla="*/ 42 w 176"/>
              <a:gd name="T59" fmla="*/ 121 h 176"/>
              <a:gd name="T60" fmla="*/ 40 w 176"/>
              <a:gd name="T61" fmla="*/ 124 h 176"/>
              <a:gd name="T62" fmla="*/ 44 w 176"/>
              <a:gd name="T63" fmla="*/ 128 h 176"/>
              <a:gd name="T64" fmla="*/ 46 w 176"/>
              <a:gd name="T65" fmla="*/ 127 h 176"/>
              <a:gd name="T66" fmla="*/ 46 w 176"/>
              <a:gd name="T67" fmla="*/ 127 h 176"/>
              <a:gd name="T68" fmla="*/ 78 w 176"/>
              <a:gd name="T69" fmla="*/ 103 h 176"/>
              <a:gd name="T70" fmla="*/ 78 w 176"/>
              <a:gd name="T71" fmla="*/ 103 h 176"/>
              <a:gd name="T72" fmla="*/ 80 w 176"/>
              <a:gd name="T73" fmla="*/ 100 h 176"/>
              <a:gd name="T74" fmla="*/ 108 w 176"/>
              <a:gd name="T75" fmla="*/ 128 h 176"/>
              <a:gd name="T76" fmla="*/ 84 w 176"/>
              <a:gd name="T77" fmla="*/ 128 h 176"/>
              <a:gd name="T78" fmla="*/ 80 w 176"/>
              <a:gd name="T79" fmla="*/ 132 h 176"/>
              <a:gd name="T80" fmla="*/ 84 w 176"/>
              <a:gd name="T81" fmla="*/ 136 h 176"/>
              <a:gd name="T82" fmla="*/ 108 w 176"/>
              <a:gd name="T83" fmla="*/ 136 h 176"/>
              <a:gd name="T84" fmla="*/ 112 w 176"/>
              <a:gd name="T85" fmla="*/ 132 h 176"/>
              <a:gd name="T86" fmla="*/ 108 w 176"/>
              <a:gd name="T87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80" y="100"/>
                </a:moveTo>
                <a:cubicBezTo>
                  <a:pt x="80" y="99"/>
                  <a:pt x="79" y="98"/>
                  <a:pt x="78" y="97"/>
                </a:cubicBezTo>
                <a:cubicBezTo>
                  <a:pt x="78" y="97"/>
                  <a:pt x="78" y="97"/>
                  <a:pt x="78" y="97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2"/>
                  <a:pt x="45" y="72"/>
                  <a:pt x="44" y="72"/>
                </a:cubicBezTo>
                <a:cubicBezTo>
                  <a:pt x="42" y="72"/>
                  <a:pt x="40" y="74"/>
                  <a:pt x="40" y="76"/>
                </a:cubicBezTo>
                <a:cubicBezTo>
                  <a:pt x="40" y="77"/>
                  <a:pt x="41" y="78"/>
                  <a:pt x="42" y="79"/>
                </a:cubicBezTo>
                <a:cubicBezTo>
                  <a:pt x="42" y="79"/>
                  <a:pt x="42" y="79"/>
                  <a:pt x="42" y="79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1" y="122"/>
                  <a:pt x="40" y="123"/>
                  <a:pt x="40" y="124"/>
                </a:cubicBezTo>
                <a:cubicBezTo>
                  <a:pt x="40" y="126"/>
                  <a:pt x="42" y="128"/>
                  <a:pt x="44" y="128"/>
                </a:cubicBezTo>
                <a:cubicBezTo>
                  <a:pt x="45" y="128"/>
                  <a:pt x="46" y="128"/>
                  <a:pt x="46" y="127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78" y="103"/>
                  <a:pt x="78" y="103"/>
                  <a:pt x="78" y="103"/>
                </a:cubicBezTo>
                <a:cubicBezTo>
                  <a:pt x="78" y="103"/>
                  <a:pt x="78" y="103"/>
                  <a:pt x="78" y="103"/>
                </a:cubicBezTo>
                <a:cubicBezTo>
                  <a:pt x="79" y="102"/>
                  <a:pt x="80" y="101"/>
                  <a:pt x="80" y="100"/>
                </a:cubicBezTo>
                <a:moveTo>
                  <a:pt x="108" y="128"/>
                </a:moveTo>
                <a:cubicBezTo>
                  <a:pt x="84" y="128"/>
                  <a:pt x="84" y="128"/>
                  <a:pt x="84" y="128"/>
                </a:cubicBezTo>
                <a:cubicBezTo>
                  <a:pt x="82" y="128"/>
                  <a:pt x="80" y="130"/>
                  <a:pt x="80" y="132"/>
                </a:cubicBezTo>
                <a:cubicBezTo>
                  <a:pt x="80" y="134"/>
                  <a:pt x="82" y="136"/>
                  <a:pt x="84" y="136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10" y="136"/>
                  <a:pt x="112" y="134"/>
                  <a:pt x="112" y="132"/>
                </a:cubicBezTo>
                <a:cubicBezTo>
                  <a:pt x="112" y="130"/>
                  <a:pt x="110" y="128"/>
                  <a:pt x="108" y="12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217"/>
          <p:cNvSpPr>
            <a:spLocks noEditPoints="1"/>
          </p:cNvSpPr>
          <p:nvPr/>
        </p:nvSpPr>
        <p:spPr bwMode="auto">
          <a:xfrm>
            <a:off x="4239490" y="3646040"/>
            <a:ext cx="334275" cy="334275"/>
          </a:xfrm>
          <a:custGeom>
            <a:avLst/>
            <a:gdLst>
              <a:gd name="T0" fmla="*/ 109 w 176"/>
              <a:gd name="T1" fmla="*/ 17 h 176"/>
              <a:gd name="T2" fmla="*/ 88 w 176"/>
              <a:gd name="T3" fmla="*/ 0 h 176"/>
              <a:gd name="T4" fmla="*/ 66 w 176"/>
              <a:gd name="T5" fmla="*/ 18 h 176"/>
              <a:gd name="T6" fmla="*/ 84 w 176"/>
              <a:gd name="T7" fmla="*/ 36 h 176"/>
              <a:gd name="T8" fmla="*/ 92 w 176"/>
              <a:gd name="T9" fmla="*/ 36 h 176"/>
              <a:gd name="T10" fmla="*/ 84 w 176"/>
              <a:gd name="T11" fmla="*/ 36 h 176"/>
              <a:gd name="T12" fmla="*/ 103 w 176"/>
              <a:gd name="T13" fmla="*/ 23 h 176"/>
              <a:gd name="T14" fmla="*/ 72 w 176"/>
              <a:gd name="T15" fmla="*/ 24 h 176"/>
              <a:gd name="T16" fmla="*/ 88 w 176"/>
              <a:gd name="T17" fmla="*/ 24 h 176"/>
              <a:gd name="T18" fmla="*/ 20 w 176"/>
              <a:gd name="T19" fmla="*/ 160 h 176"/>
              <a:gd name="T20" fmla="*/ 20 w 176"/>
              <a:gd name="T21" fmla="*/ 152 h 176"/>
              <a:gd name="T22" fmla="*/ 20 w 176"/>
              <a:gd name="T23" fmla="*/ 160 h 176"/>
              <a:gd name="T24" fmla="*/ 40 w 176"/>
              <a:gd name="T25" fmla="*/ 156 h 176"/>
              <a:gd name="T26" fmla="*/ 32 w 176"/>
              <a:gd name="T27" fmla="*/ 156 h 176"/>
              <a:gd name="T28" fmla="*/ 176 w 176"/>
              <a:gd name="T29" fmla="*/ 140 h 176"/>
              <a:gd name="T30" fmla="*/ 176 w 176"/>
              <a:gd name="T31" fmla="*/ 139 h 176"/>
              <a:gd name="T32" fmla="*/ 160 w 176"/>
              <a:gd name="T33" fmla="*/ 83 h 176"/>
              <a:gd name="T34" fmla="*/ 148 w 176"/>
              <a:gd name="T35" fmla="*/ 80 h 176"/>
              <a:gd name="T36" fmla="*/ 144 w 176"/>
              <a:gd name="T37" fmla="*/ 28 h 176"/>
              <a:gd name="T38" fmla="*/ 140 w 176"/>
              <a:gd name="T39" fmla="*/ 80 h 176"/>
              <a:gd name="T40" fmla="*/ 36 w 176"/>
              <a:gd name="T41" fmla="*/ 32 h 176"/>
              <a:gd name="T42" fmla="*/ 28 w 176"/>
              <a:gd name="T43" fmla="*/ 32 h 176"/>
              <a:gd name="T44" fmla="*/ 20 w 176"/>
              <a:gd name="T45" fmla="*/ 80 h 176"/>
              <a:gd name="T46" fmla="*/ 16 w 176"/>
              <a:gd name="T47" fmla="*/ 83 h 176"/>
              <a:gd name="T48" fmla="*/ 0 w 176"/>
              <a:gd name="T49" fmla="*/ 139 h 176"/>
              <a:gd name="T50" fmla="*/ 0 w 176"/>
              <a:gd name="T51" fmla="*/ 148 h 176"/>
              <a:gd name="T52" fmla="*/ 0 w 176"/>
              <a:gd name="T53" fmla="*/ 152 h 176"/>
              <a:gd name="T54" fmla="*/ 16 w 176"/>
              <a:gd name="T55" fmla="*/ 176 h 176"/>
              <a:gd name="T56" fmla="*/ 176 w 176"/>
              <a:gd name="T57" fmla="*/ 160 h 176"/>
              <a:gd name="T58" fmla="*/ 175 w 176"/>
              <a:gd name="T59" fmla="*/ 148 h 176"/>
              <a:gd name="T60" fmla="*/ 176 w 176"/>
              <a:gd name="T61" fmla="*/ 140 h 176"/>
              <a:gd name="T62" fmla="*/ 153 w 176"/>
              <a:gd name="T63" fmla="*/ 88 h 176"/>
              <a:gd name="T64" fmla="*/ 9 w 176"/>
              <a:gd name="T65" fmla="*/ 136 h 176"/>
              <a:gd name="T66" fmla="*/ 168 w 176"/>
              <a:gd name="T67" fmla="*/ 160 h 176"/>
              <a:gd name="T68" fmla="*/ 16 w 176"/>
              <a:gd name="T69" fmla="*/ 168 h 176"/>
              <a:gd name="T70" fmla="*/ 8 w 176"/>
              <a:gd name="T71" fmla="*/ 144 h 176"/>
              <a:gd name="T72" fmla="*/ 168 w 176"/>
              <a:gd name="T73" fmla="*/ 160 h 176"/>
              <a:gd name="T74" fmla="*/ 92 w 176"/>
              <a:gd name="T75" fmla="*/ 160 h 176"/>
              <a:gd name="T76" fmla="*/ 92 w 176"/>
              <a:gd name="T77" fmla="*/ 152 h 176"/>
              <a:gd name="T78" fmla="*/ 48 w 176"/>
              <a:gd name="T79" fmla="*/ 1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88" y="8"/>
                </a:moveTo>
                <a:cubicBezTo>
                  <a:pt x="96" y="8"/>
                  <a:pt x="103" y="12"/>
                  <a:pt x="109" y="17"/>
                </a:cubicBezTo>
                <a:cubicBezTo>
                  <a:pt x="114" y="11"/>
                  <a:pt x="114" y="11"/>
                  <a:pt x="114" y="11"/>
                </a:cubicBezTo>
                <a:cubicBezTo>
                  <a:pt x="107" y="4"/>
                  <a:pt x="98" y="0"/>
                  <a:pt x="88" y="0"/>
                </a:cubicBezTo>
                <a:cubicBezTo>
                  <a:pt x="77" y="0"/>
                  <a:pt x="67" y="5"/>
                  <a:pt x="61" y="13"/>
                </a:cubicBezTo>
                <a:cubicBezTo>
                  <a:pt x="66" y="18"/>
                  <a:pt x="66" y="18"/>
                  <a:pt x="66" y="18"/>
                </a:cubicBezTo>
                <a:cubicBezTo>
                  <a:pt x="71" y="12"/>
                  <a:pt x="79" y="8"/>
                  <a:pt x="88" y="8"/>
                </a:cubicBezTo>
                <a:moveTo>
                  <a:pt x="84" y="36"/>
                </a:moveTo>
                <a:cubicBezTo>
                  <a:pt x="84" y="38"/>
                  <a:pt x="86" y="40"/>
                  <a:pt x="88" y="40"/>
                </a:cubicBezTo>
                <a:cubicBezTo>
                  <a:pt x="90" y="40"/>
                  <a:pt x="92" y="38"/>
                  <a:pt x="92" y="36"/>
                </a:cubicBezTo>
                <a:cubicBezTo>
                  <a:pt x="92" y="34"/>
                  <a:pt x="90" y="32"/>
                  <a:pt x="88" y="32"/>
                </a:cubicBezTo>
                <a:cubicBezTo>
                  <a:pt x="86" y="32"/>
                  <a:pt x="84" y="34"/>
                  <a:pt x="84" y="36"/>
                </a:cubicBezTo>
                <a:moveTo>
                  <a:pt x="98" y="29"/>
                </a:moveTo>
                <a:cubicBezTo>
                  <a:pt x="103" y="23"/>
                  <a:pt x="103" y="23"/>
                  <a:pt x="103" y="23"/>
                </a:cubicBezTo>
                <a:cubicBezTo>
                  <a:pt x="100" y="19"/>
                  <a:pt x="94" y="16"/>
                  <a:pt x="88" y="16"/>
                </a:cubicBezTo>
                <a:cubicBezTo>
                  <a:pt x="81" y="16"/>
                  <a:pt x="76" y="19"/>
                  <a:pt x="72" y="24"/>
                </a:cubicBezTo>
                <a:cubicBezTo>
                  <a:pt x="78" y="30"/>
                  <a:pt x="78" y="30"/>
                  <a:pt x="78" y="30"/>
                </a:cubicBezTo>
                <a:cubicBezTo>
                  <a:pt x="80" y="26"/>
                  <a:pt x="84" y="24"/>
                  <a:pt x="88" y="24"/>
                </a:cubicBezTo>
                <a:cubicBezTo>
                  <a:pt x="92" y="24"/>
                  <a:pt x="96" y="26"/>
                  <a:pt x="98" y="29"/>
                </a:cubicBezTo>
                <a:moveTo>
                  <a:pt x="20" y="160"/>
                </a:moveTo>
                <a:cubicBezTo>
                  <a:pt x="22" y="160"/>
                  <a:pt x="24" y="158"/>
                  <a:pt x="24" y="156"/>
                </a:cubicBezTo>
                <a:cubicBezTo>
                  <a:pt x="24" y="154"/>
                  <a:pt x="22" y="152"/>
                  <a:pt x="20" y="152"/>
                </a:cubicBezTo>
                <a:cubicBezTo>
                  <a:pt x="18" y="152"/>
                  <a:pt x="16" y="154"/>
                  <a:pt x="16" y="156"/>
                </a:cubicBezTo>
                <a:cubicBezTo>
                  <a:pt x="16" y="158"/>
                  <a:pt x="18" y="160"/>
                  <a:pt x="20" y="160"/>
                </a:cubicBezTo>
                <a:moveTo>
                  <a:pt x="36" y="160"/>
                </a:moveTo>
                <a:cubicBezTo>
                  <a:pt x="38" y="160"/>
                  <a:pt x="40" y="158"/>
                  <a:pt x="40" y="156"/>
                </a:cubicBezTo>
                <a:cubicBezTo>
                  <a:pt x="40" y="154"/>
                  <a:pt x="38" y="152"/>
                  <a:pt x="36" y="152"/>
                </a:cubicBezTo>
                <a:cubicBezTo>
                  <a:pt x="34" y="152"/>
                  <a:pt x="32" y="154"/>
                  <a:pt x="32" y="156"/>
                </a:cubicBezTo>
                <a:cubicBezTo>
                  <a:pt x="32" y="158"/>
                  <a:pt x="34" y="160"/>
                  <a:pt x="36" y="160"/>
                </a:cubicBezTo>
                <a:moveTo>
                  <a:pt x="176" y="140"/>
                </a:moveTo>
                <a:cubicBezTo>
                  <a:pt x="176" y="139"/>
                  <a:pt x="176" y="139"/>
                  <a:pt x="176" y="139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59" y="81"/>
                  <a:pt x="158" y="80"/>
                  <a:pt x="156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30"/>
                  <a:pt x="146" y="28"/>
                  <a:pt x="144" y="28"/>
                </a:cubicBezTo>
                <a:cubicBezTo>
                  <a:pt x="142" y="28"/>
                  <a:pt x="140" y="30"/>
                  <a:pt x="140" y="32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0"/>
                  <a:pt x="34" y="28"/>
                  <a:pt x="32" y="28"/>
                </a:cubicBezTo>
                <a:cubicBezTo>
                  <a:pt x="30" y="28"/>
                  <a:pt x="28" y="30"/>
                  <a:pt x="28" y="32"/>
                </a:cubicBezTo>
                <a:cubicBezTo>
                  <a:pt x="28" y="80"/>
                  <a:pt x="28" y="80"/>
                  <a:pt x="28" y="80"/>
                </a:cubicBezTo>
                <a:cubicBezTo>
                  <a:pt x="20" y="80"/>
                  <a:pt x="20" y="80"/>
                  <a:pt x="20" y="80"/>
                </a:cubicBezTo>
                <a:cubicBezTo>
                  <a:pt x="18" y="80"/>
                  <a:pt x="17" y="81"/>
                  <a:pt x="1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9"/>
                  <a:pt x="0" y="139"/>
                  <a:pt x="0" y="140"/>
                </a:cubicBezTo>
                <a:cubicBezTo>
                  <a:pt x="0" y="148"/>
                  <a:pt x="0" y="148"/>
                  <a:pt x="0" y="148"/>
                </a:cubicBezTo>
                <a:cubicBezTo>
                  <a:pt x="1" y="148"/>
                  <a:pt x="1" y="148"/>
                  <a:pt x="1" y="148"/>
                </a:cubicBezTo>
                <a:cubicBezTo>
                  <a:pt x="0" y="149"/>
                  <a:pt x="0" y="151"/>
                  <a:pt x="0" y="152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176" y="151"/>
                  <a:pt x="176" y="149"/>
                  <a:pt x="175" y="148"/>
                </a:cubicBezTo>
                <a:cubicBezTo>
                  <a:pt x="176" y="148"/>
                  <a:pt x="176" y="148"/>
                  <a:pt x="176" y="148"/>
                </a:cubicBezTo>
                <a:lnTo>
                  <a:pt x="176" y="140"/>
                </a:lnTo>
                <a:close/>
                <a:moveTo>
                  <a:pt x="23" y="88"/>
                </a:moveTo>
                <a:cubicBezTo>
                  <a:pt x="153" y="88"/>
                  <a:pt x="153" y="88"/>
                  <a:pt x="153" y="88"/>
                </a:cubicBezTo>
                <a:cubicBezTo>
                  <a:pt x="167" y="136"/>
                  <a:pt x="167" y="136"/>
                  <a:pt x="167" y="136"/>
                </a:cubicBezTo>
                <a:cubicBezTo>
                  <a:pt x="9" y="136"/>
                  <a:pt x="9" y="136"/>
                  <a:pt x="9" y="136"/>
                </a:cubicBezTo>
                <a:lnTo>
                  <a:pt x="23" y="8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44"/>
                  <a:pt x="8" y="144"/>
                  <a:pt x="8" y="144"/>
                </a:cubicBezTo>
                <a:cubicBezTo>
                  <a:pt x="168" y="144"/>
                  <a:pt x="168" y="144"/>
                  <a:pt x="168" y="144"/>
                </a:cubicBezTo>
                <a:lnTo>
                  <a:pt x="168" y="160"/>
                </a:lnTo>
                <a:close/>
                <a:moveTo>
                  <a:pt x="52" y="160"/>
                </a:moveTo>
                <a:cubicBezTo>
                  <a:pt x="92" y="160"/>
                  <a:pt x="92" y="160"/>
                  <a:pt x="92" y="160"/>
                </a:cubicBezTo>
                <a:cubicBezTo>
                  <a:pt x="94" y="160"/>
                  <a:pt x="96" y="158"/>
                  <a:pt x="96" y="156"/>
                </a:cubicBezTo>
                <a:cubicBezTo>
                  <a:pt x="96" y="154"/>
                  <a:pt x="94" y="152"/>
                  <a:pt x="92" y="152"/>
                </a:cubicBezTo>
                <a:cubicBezTo>
                  <a:pt x="52" y="152"/>
                  <a:pt x="52" y="152"/>
                  <a:pt x="52" y="152"/>
                </a:cubicBezTo>
                <a:cubicBezTo>
                  <a:pt x="50" y="152"/>
                  <a:pt x="48" y="154"/>
                  <a:pt x="48" y="156"/>
                </a:cubicBezTo>
                <a:cubicBezTo>
                  <a:pt x="48" y="158"/>
                  <a:pt x="50" y="160"/>
                  <a:pt x="52" y="16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218"/>
          <p:cNvSpPr>
            <a:spLocks noEditPoints="1"/>
          </p:cNvSpPr>
          <p:nvPr/>
        </p:nvSpPr>
        <p:spPr bwMode="auto">
          <a:xfrm>
            <a:off x="4877209" y="3646040"/>
            <a:ext cx="335898" cy="334275"/>
          </a:xfrm>
          <a:custGeom>
            <a:avLst/>
            <a:gdLst>
              <a:gd name="T0" fmla="*/ 116 w 176"/>
              <a:gd name="T1" fmla="*/ 152 h 176"/>
              <a:gd name="T2" fmla="*/ 116 w 176"/>
              <a:gd name="T3" fmla="*/ 144 h 176"/>
              <a:gd name="T4" fmla="*/ 56 w 176"/>
              <a:gd name="T5" fmla="*/ 148 h 176"/>
              <a:gd name="T6" fmla="*/ 60 w 176"/>
              <a:gd name="T7" fmla="*/ 136 h 176"/>
              <a:gd name="T8" fmla="*/ 104 w 176"/>
              <a:gd name="T9" fmla="*/ 132 h 176"/>
              <a:gd name="T10" fmla="*/ 60 w 176"/>
              <a:gd name="T11" fmla="*/ 128 h 176"/>
              <a:gd name="T12" fmla="*/ 60 w 176"/>
              <a:gd name="T13" fmla="*/ 136 h 176"/>
              <a:gd name="T14" fmla="*/ 112 w 176"/>
              <a:gd name="T15" fmla="*/ 80 h 176"/>
              <a:gd name="T16" fmla="*/ 128 w 176"/>
              <a:gd name="T17" fmla="*/ 80 h 176"/>
              <a:gd name="T18" fmla="*/ 144 w 176"/>
              <a:gd name="T19" fmla="*/ 72 h 176"/>
              <a:gd name="T20" fmla="*/ 144 w 176"/>
              <a:gd name="T21" fmla="*/ 88 h 176"/>
              <a:gd name="T22" fmla="*/ 144 w 176"/>
              <a:gd name="T23" fmla="*/ 72 h 176"/>
              <a:gd name="T24" fmla="*/ 144 w 176"/>
              <a:gd name="T25" fmla="*/ 48 h 176"/>
              <a:gd name="T26" fmla="*/ 136 w 176"/>
              <a:gd name="T27" fmla="*/ 0 h 176"/>
              <a:gd name="T28" fmla="*/ 32 w 176"/>
              <a:gd name="T29" fmla="*/ 8 h 176"/>
              <a:gd name="T30" fmla="*/ 24 w 176"/>
              <a:gd name="T31" fmla="*/ 48 h 176"/>
              <a:gd name="T32" fmla="*/ 0 w 176"/>
              <a:gd name="T33" fmla="*/ 136 h 176"/>
              <a:gd name="T34" fmla="*/ 32 w 176"/>
              <a:gd name="T35" fmla="*/ 160 h 176"/>
              <a:gd name="T36" fmla="*/ 40 w 176"/>
              <a:gd name="T37" fmla="*/ 176 h 176"/>
              <a:gd name="T38" fmla="*/ 144 w 176"/>
              <a:gd name="T39" fmla="*/ 168 h 176"/>
              <a:gd name="T40" fmla="*/ 152 w 176"/>
              <a:gd name="T41" fmla="*/ 160 h 176"/>
              <a:gd name="T42" fmla="*/ 176 w 176"/>
              <a:gd name="T43" fmla="*/ 72 h 176"/>
              <a:gd name="T44" fmla="*/ 40 w 176"/>
              <a:gd name="T45" fmla="*/ 8 h 176"/>
              <a:gd name="T46" fmla="*/ 136 w 176"/>
              <a:gd name="T47" fmla="*/ 48 h 176"/>
              <a:gd name="T48" fmla="*/ 40 w 176"/>
              <a:gd name="T49" fmla="*/ 8 h 176"/>
              <a:gd name="T50" fmla="*/ 40 w 176"/>
              <a:gd name="T51" fmla="*/ 168 h 176"/>
              <a:gd name="T52" fmla="*/ 136 w 176"/>
              <a:gd name="T53" fmla="*/ 120 h 176"/>
              <a:gd name="T54" fmla="*/ 168 w 176"/>
              <a:gd name="T55" fmla="*/ 136 h 176"/>
              <a:gd name="T56" fmla="*/ 144 w 176"/>
              <a:gd name="T57" fmla="*/ 152 h 176"/>
              <a:gd name="T58" fmla="*/ 136 w 176"/>
              <a:gd name="T59" fmla="*/ 112 h 176"/>
              <a:gd name="T60" fmla="*/ 32 w 176"/>
              <a:gd name="T61" fmla="*/ 120 h 176"/>
              <a:gd name="T62" fmla="*/ 24 w 176"/>
              <a:gd name="T63" fmla="*/ 152 h 176"/>
              <a:gd name="T64" fmla="*/ 8 w 176"/>
              <a:gd name="T65" fmla="*/ 72 h 176"/>
              <a:gd name="T66" fmla="*/ 152 w 176"/>
              <a:gd name="T67" fmla="*/ 56 h 176"/>
              <a:gd name="T68" fmla="*/ 168 w 176"/>
              <a:gd name="T69" fmla="*/ 1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76">
                <a:moveTo>
                  <a:pt x="60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8" y="152"/>
                  <a:pt x="120" y="150"/>
                  <a:pt x="120" y="148"/>
                </a:cubicBezTo>
                <a:cubicBezTo>
                  <a:pt x="120" y="146"/>
                  <a:pt x="118" y="144"/>
                  <a:pt x="116" y="144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58" y="144"/>
                  <a:pt x="56" y="146"/>
                  <a:pt x="56" y="148"/>
                </a:cubicBezTo>
                <a:cubicBezTo>
                  <a:pt x="56" y="150"/>
                  <a:pt x="58" y="152"/>
                  <a:pt x="60" y="152"/>
                </a:cubicBezTo>
                <a:moveTo>
                  <a:pt x="60" y="136"/>
                </a:moveTo>
                <a:cubicBezTo>
                  <a:pt x="100" y="136"/>
                  <a:pt x="100" y="136"/>
                  <a:pt x="100" y="136"/>
                </a:cubicBezTo>
                <a:cubicBezTo>
                  <a:pt x="102" y="136"/>
                  <a:pt x="104" y="134"/>
                  <a:pt x="104" y="132"/>
                </a:cubicBezTo>
                <a:cubicBezTo>
                  <a:pt x="104" y="130"/>
                  <a:pt x="102" y="128"/>
                  <a:pt x="100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58" y="128"/>
                  <a:pt x="56" y="130"/>
                  <a:pt x="56" y="132"/>
                </a:cubicBezTo>
                <a:cubicBezTo>
                  <a:pt x="56" y="134"/>
                  <a:pt x="58" y="136"/>
                  <a:pt x="60" y="136"/>
                </a:cubicBezTo>
                <a:moveTo>
                  <a:pt x="120" y="72"/>
                </a:moveTo>
                <a:cubicBezTo>
                  <a:pt x="116" y="72"/>
                  <a:pt x="112" y="76"/>
                  <a:pt x="112" y="80"/>
                </a:cubicBezTo>
                <a:cubicBezTo>
                  <a:pt x="112" y="84"/>
                  <a:pt x="116" y="88"/>
                  <a:pt x="120" y="88"/>
                </a:cubicBezTo>
                <a:cubicBezTo>
                  <a:pt x="124" y="88"/>
                  <a:pt x="128" y="84"/>
                  <a:pt x="128" y="80"/>
                </a:cubicBezTo>
                <a:cubicBezTo>
                  <a:pt x="128" y="76"/>
                  <a:pt x="124" y="72"/>
                  <a:pt x="120" y="72"/>
                </a:cubicBezTo>
                <a:moveTo>
                  <a:pt x="144" y="72"/>
                </a:moveTo>
                <a:cubicBezTo>
                  <a:pt x="140" y="72"/>
                  <a:pt x="136" y="76"/>
                  <a:pt x="136" y="80"/>
                </a:cubicBezTo>
                <a:cubicBezTo>
                  <a:pt x="136" y="84"/>
                  <a:pt x="140" y="88"/>
                  <a:pt x="144" y="88"/>
                </a:cubicBezTo>
                <a:cubicBezTo>
                  <a:pt x="148" y="88"/>
                  <a:pt x="152" y="84"/>
                  <a:pt x="152" y="80"/>
                </a:cubicBezTo>
                <a:cubicBezTo>
                  <a:pt x="152" y="76"/>
                  <a:pt x="148" y="72"/>
                  <a:pt x="144" y="72"/>
                </a:cubicBezTo>
                <a:moveTo>
                  <a:pt x="152" y="48"/>
                </a:moveTo>
                <a:cubicBezTo>
                  <a:pt x="144" y="48"/>
                  <a:pt x="144" y="48"/>
                  <a:pt x="144" y="4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48"/>
                  <a:pt x="32" y="48"/>
                  <a:pt x="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1" y="48"/>
                  <a:pt x="0" y="59"/>
                  <a:pt x="0" y="7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9"/>
                  <a:pt x="11" y="160"/>
                  <a:pt x="24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32" y="172"/>
                  <a:pt x="36" y="176"/>
                  <a:pt x="40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65" y="160"/>
                  <a:pt x="176" y="149"/>
                  <a:pt x="176" y="136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59"/>
                  <a:pt x="165" y="48"/>
                  <a:pt x="152" y="48"/>
                </a:cubicBezTo>
                <a:moveTo>
                  <a:pt x="40" y="8"/>
                </a:moveTo>
                <a:cubicBezTo>
                  <a:pt x="136" y="8"/>
                  <a:pt x="136" y="8"/>
                  <a:pt x="136" y="8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40" y="48"/>
                  <a:pt x="40" y="48"/>
                  <a:pt x="40" y="48"/>
                </a:cubicBezTo>
                <a:lnTo>
                  <a:pt x="40" y="8"/>
                </a:lnTo>
                <a:close/>
                <a:moveTo>
                  <a:pt x="136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136" y="120"/>
                  <a:pt x="136" y="120"/>
                  <a:pt x="136" y="120"/>
                </a:cubicBezTo>
                <a:lnTo>
                  <a:pt x="136" y="168"/>
                </a:lnTo>
                <a:close/>
                <a:moveTo>
                  <a:pt x="168" y="136"/>
                </a:moveTo>
                <a:cubicBezTo>
                  <a:pt x="168" y="145"/>
                  <a:pt x="161" y="152"/>
                  <a:pt x="152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4" y="116"/>
                  <a:pt x="140" y="112"/>
                  <a:pt x="136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36" y="112"/>
                  <a:pt x="32" y="116"/>
                  <a:pt x="32" y="120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15" y="152"/>
                  <a:pt x="8" y="145"/>
                  <a:pt x="8" y="136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3"/>
                  <a:pt x="15" y="56"/>
                  <a:pt x="24" y="56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161" y="56"/>
                  <a:pt x="168" y="63"/>
                  <a:pt x="168" y="72"/>
                </a:cubicBezTo>
                <a:lnTo>
                  <a:pt x="168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219"/>
          <p:cNvSpPr>
            <a:spLocks noEditPoints="1"/>
          </p:cNvSpPr>
          <p:nvPr/>
        </p:nvSpPr>
        <p:spPr bwMode="auto">
          <a:xfrm>
            <a:off x="5561986" y="3644418"/>
            <a:ext cx="246649" cy="335898"/>
          </a:xfrm>
          <a:custGeom>
            <a:avLst/>
            <a:gdLst>
              <a:gd name="T0" fmla="*/ 44 w 129"/>
              <a:gd name="T1" fmla="*/ 153 h 177"/>
              <a:gd name="T2" fmla="*/ 52 w 129"/>
              <a:gd name="T3" fmla="*/ 145 h 177"/>
              <a:gd name="T4" fmla="*/ 44 w 129"/>
              <a:gd name="T5" fmla="*/ 137 h 177"/>
              <a:gd name="T6" fmla="*/ 36 w 129"/>
              <a:gd name="T7" fmla="*/ 145 h 177"/>
              <a:gd name="T8" fmla="*/ 44 w 129"/>
              <a:gd name="T9" fmla="*/ 153 h 177"/>
              <a:gd name="T10" fmla="*/ 126 w 129"/>
              <a:gd name="T11" fmla="*/ 1 h 177"/>
              <a:gd name="T12" fmla="*/ 120 w 129"/>
              <a:gd name="T13" fmla="*/ 3 h 177"/>
              <a:gd name="T14" fmla="*/ 78 w 129"/>
              <a:gd name="T15" fmla="*/ 17 h 177"/>
              <a:gd name="T16" fmla="*/ 51 w 129"/>
              <a:gd name="T17" fmla="*/ 16 h 177"/>
              <a:gd name="T18" fmla="*/ 40 w 129"/>
              <a:gd name="T19" fmla="*/ 33 h 177"/>
              <a:gd name="T20" fmla="*/ 0 w 129"/>
              <a:gd name="T21" fmla="*/ 77 h 177"/>
              <a:gd name="T22" fmla="*/ 0 w 129"/>
              <a:gd name="T23" fmla="*/ 133 h 177"/>
              <a:gd name="T24" fmla="*/ 44 w 129"/>
              <a:gd name="T25" fmla="*/ 177 h 177"/>
              <a:gd name="T26" fmla="*/ 88 w 129"/>
              <a:gd name="T27" fmla="*/ 133 h 177"/>
              <a:gd name="T28" fmla="*/ 88 w 129"/>
              <a:gd name="T29" fmla="*/ 77 h 177"/>
              <a:gd name="T30" fmla="*/ 48 w 129"/>
              <a:gd name="T31" fmla="*/ 33 h 177"/>
              <a:gd name="T32" fmla="*/ 56 w 129"/>
              <a:gd name="T33" fmla="*/ 23 h 177"/>
              <a:gd name="T34" fmla="*/ 74 w 129"/>
              <a:gd name="T35" fmla="*/ 25 h 177"/>
              <a:gd name="T36" fmla="*/ 107 w 129"/>
              <a:gd name="T37" fmla="*/ 27 h 177"/>
              <a:gd name="T38" fmla="*/ 128 w 129"/>
              <a:gd name="T39" fmla="*/ 7 h 177"/>
              <a:gd name="T40" fmla="*/ 126 w 129"/>
              <a:gd name="T41" fmla="*/ 1 h 177"/>
              <a:gd name="T42" fmla="*/ 80 w 129"/>
              <a:gd name="T43" fmla="*/ 133 h 177"/>
              <a:gd name="T44" fmla="*/ 44 w 129"/>
              <a:gd name="T45" fmla="*/ 169 h 177"/>
              <a:gd name="T46" fmla="*/ 8 w 129"/>
              <a:gd name="T47" fmla="*/ 133 h 177"/>
              <a:gd name="T48" fmla="*/ 8 w 129"/>
              <a:gd name="T49" fmla="*/ 89 h 177"/>
              <a:gd name="T50" fmla="*/ 80 w 129"/>
              <a:gd name="T51" fmla="*/ 89 h 177"/>
              <a:gd name="T52" fmla="*/ 80 w 129"/>
              <a:gd name="T53" fmla="*/ 133 h 177"/>
              <a:gd name="T54" fmla="*/ 80 w 129"/>
              <a:gd name="T55" fmla="*/ 77 h 177"/>
              <a:gd name="T56" fmla="*/ 80 w 129"/>
              <a:gd name="T57" fmla="*/ 81 h 177"/>
              <a:gd name="T58" fmla="*/ 8 w 129"/>
              <a:gd name="T59" fmla="*/ 81 h 177"/>
              <a:gd name="T60" fmla="*/ 8 w 129"/>
              <a:gd name="T61" fmla="*/ 77 h 177"/>
              <a:gd name="T62" fmla="*/ 40 w 129"/>
              <a:gd name="T63" fmla="*/ 41 h 177"/>
              <a:gd name="T64" fmla="*/ 40 w 129"/>
              <a:gd name="T65" fmla="*/ 81 h 177"/>
              <a:gd name="T66" fmla="*/ 48 w 129"/>
              <a:gd name="T67" fmla="*/ 81 h 177"/>
              <a:gd name="T68" fmla="*/ 48 w 129"/>
              <a:gd name="T69" fmla="*/ 41 h 177"/>
              <a:gd name="T70" fmla="*/ 80 w 129"/>
              <a:gd name="T71" fmla="*/ 77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9" h="177">
                <a:moveTo>
                  <a:pt x="44" y="153"/>
                </a:moveTo>
                <a:cubicBezTo>
                  <a:pt x="48" y="153"/>
                  <a:pt x="52" y="149"/>
                  <a:pt x="52" y="145"/>
                </a:cubicBezTo>
                <a:cubicBezTo>
                  <a:pt x="52" y="141"/>
                  <a:pt x="48" y="137"/>
                  <a:pt x="44" y="137"/>
                </a:cubicBezTo>
                <a:cubicBezTo>
                  <a:pt x="40" y="137"/>
                  <a:pt x="36" y="141"/>
                  <a:pt x="36" y="145"/>
                </a:cubicBezTo>
                <a:cubicBezTo>
                  <a:pt x="36" y="149"/>
                  <a:pt x="40" y="153"/>
                  <a:pt x="44" y="153"/>
                </a:cubicBezTo>
                <a:moveTo>
                  <a:pt x="126" y="1"/>
                </a:moveTo>
                <a:cubicBezTo>
                  <a:pt x="124" y="0"/>
                  <a:pt x="122" y="1"/>
                  <a:pt x="120" y="3"/>
                </a:cubicBezTo>
                <a:cubicBezTo>
                  <a:pt x="111" y="17"/>
                  <a:pt x="99" y="30"/>
                  <a:pt x="78" y="17"/>
                </a:cubicBezTo>
                <a:cubicBezTo>
                  <a:pt x="65" y="10"/>
                  <a:pt x="57" y="13"/>
                  <a:pt x="51" y="16"/>
                </a:cubicBezTo>
                <a:cubicBezTo>
                  <a:pt x="46" y="20"/>
                  <a:pt x="41" y="26"/>
                  <a:pt x="40" y="33"/>
                </a:cubicBezTo>
                <a:cubicBezTo>
                  <a:pt x="18" y="35"/>
                  <a:pt x="0" y="54"/>
                  <a:pt x="0" y="77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57"/>
                  <a:pt x="20" y="177"/>
                  <a:pt x="44" y="177"/>
                </a:cubicBezTo>
                <a:cubicBezTo>
                  <a:pt x="68" y="177"/>
                  <a:pt x="88" y="157"/>
                  <a:pt x="88" y="133"/>
                </a:cubicBezTo>
                <a:cubicBezTo>
                  <a:pt x="88" y="77"/>
                  <a:pt x="88" y="77"/>
                  <a:pt x="88" y="77"/>
                </a:cubicBezTo>
                <a:cubicBezTo>
                  <a:pt x="88" y="54"/>
                  <a:pt x="71" y="35"/>
                  <a:pt x="48" y="33"/>
                </a:cubicBezTo>
                <a:cubicBezTo>
                  <a:pt x="49" y="29"/>
                  <a:pt x="52" y="25"/>
                  <a:pt x="56" y="23"/>
                </a:cubicBezTo>
                <a:cubicBezTo>
                  <a:pt x="61" y="20"/>
                  <a:pt x="65" y="20"/>
                  <a:pt x="74" y="25"/>
                </a:cubicBezTo>
                <a:cubicBezTo>
                  <a:pt x="89" y="32"/>
                  <a:pt x="99" y="30"/>
                  <a:pt x="107" y="27"/>
                </a:cubicBezTo>
                <a:cubicBezTo>
                  <a:pt x="116" y="24"/>
                  <a:pt x="123" y="16"/>
                  <a:pt x="128" y="7"/>
                </a:cubicBezTo>
                <a:cubicBezTo>
                  <a:pt x="129" y="5"/>
                  <a:pt x="128" y="2"/>
                  <a:pt x="126" y="1"/>
                </a:cubicBezTo>
                <a:moveTo>
                  <a:pt x="80" y="133"/>
                </a:moveTo>
                <a:cubicBezTo>
                  <a:pt x="80" y="153"/>
                  <a:pt x="64" y="169"/>
                  <a:pt x="44" y="169"/>
                </a:cubicBezTo>
                <a:cubicBezTo>
                  <a:pt x="24" y="169"/>
                  <a:pt x="8" y="153"/>
                  <a:pt x="8" y="133"/>
                </a:cubicBezTo>
                <a:cubicBezTo>
                  <a:pt x="8" y="89"/>
                  <a:pt x="8" y="89"/>
                  <a:pt x="8" y="89"/>
                </a:cubicBezTo>
                <a:cubicBezTo>
                  <a:pt x="80" y="89"/>
                  <a:pt x="80" y="89"/>
                  <a:pt x="80" y="89"/>
                </a:cubicBezTo>
                <a:lnTo>
                  <a:pt x="80" y="133"/>
                </a:lnTo>
                <a:close/>
                <a:moveTo>
                  <a:pt x="80" y="77"/>
                </a:moveTo>
                <a:cubicBezTo>
                  <a:pt x="80" y="81"/>
                  <a:pt x="80" y="81"/>
                  <a:pt x="80" y="81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7"/>
                  <a:pt x="8" y="77"/>
                  <a:pt x="8" y="77"/>
                </a:cubicBezTo>
                <a:cubicBezTo>
                  <a:pt x="8" y="58"/>
                  <a:pt x="22" y="43"/>
                  <a:pt x="40" y="41"/>
                </a:cubicBezTo>
                <a:cubicBezTo>
                  <a:pt x="40" y="81"/>
                  <a:pt x="40" y="81"/>
                  <a:pt x="40" y="81"/>
                </a:cubicBezTo>
                <a:cubicBezTo>
                  <a:pt x="48" y="81"/>
                  <a:pt x="48" y="81"/>
                  <a:pt x="48" y="81"/>
                </a:cubicBezTo>
                <a:cubicBezTo>
                  <a:pt x="48" y="41"/>
                  <a:pt x="48" y="41"/>
                  <a:pt x="48" y="41"/>
                </a:cubicBezTo>
                <a:cubicBezTo>
                  <a:pt x="66" y="43"/>
                  <a:pt x="80" y="58"/>
                  <a:pt x="80" y="7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220"/>
          <p:cNvSpPr>
            <a:spLocks noEditPoints="1"/>
          </p:cNvSpPr>
          <p:nvPr/>
        </p:nvSpPr>
        <p:spPr bwMode="auto">
          <a:xfrm>
            <a:off x="6155891" y="3644418"/>
            <a:ext cx="334275" cy="335898"/>
          </a:xfrm>
          <a:custGeom>
            <a:avLst/>
            <a:gdLst>
              <a:gd name="T0" fmla="*/ 84 w 176"/>
              <a:gd name="T1" fmla="*/ 133 h 177"/>
              <a:gd name="T2" fmla="*/ 92 w 176"/>
              <a:gd name="T3" fmla="*/ 141 h 177"/>
              <a:gd name="T4" fmla="*/ 92 w 176"/>
              <a:gd name="T5" fmla="*/ 133 h 177"/>
              <a:gd name="T6" fmla="*/ 68 w 176"/>
              <a:gd name="T7" fmla="*/ 101 h 177"/>
              <a:gd name="T8" fmla="*/ 76 w 176"/>
              <a:gd name="T9" fmla="*/ 101 h 177"/>
              <a:gd name="T10" fmla="*/ 84 w 176"/>
              <a:gd name="T11" fmla="*/ 125 h 177"/>
              <a:gd name="T12" fmla="*/ 76 w 176"/>
              <a:gd name="T13" fmla="*/ 117 h 177"/>
              <a:gd name="T14" fmla="*/ 76 w 176"/>
              <a:gd name="T15" fmla="*/ 125 h 177"/>
              <a:gd name="T16" fmla="*/ 52 w 176"/>
              <a:gd name="T17" fmla="*/ 101 h 177"/>
              <a:gd name="T18" fmla="*/ 60 w 176"/>
              <a:gd name="T19" fmla="*/ 101 h 177"/>
              <a:gd name="T20" fmla="*/ 52 w 176"/>
              <a:gd name="T21" fmla="*/ 125 h 177"/>
              <a:gd name="T22" fmla="*/ 60 w 176"/>
              <a:gd name="T23" fmla="*/ 141 h 177"/>
              <a:gd name="T24" fmla="*/ 60 w 176"/>
              <a:gd name="T25" fmla="*/ 133 h 177"/>
              <a:gd name="T26" fmla="*/ 36 w 176"/>
              <a:gd name="T27" fmla="*/ 101 h 177"/>
              <a:gd name="T28" fmla="*/ 44 w 176"/>
              <a:gd name="T29" fmla="*/ 101 h 177"/>
              <a:gd name="T30" fmla="*/ 84 w 176"/>
              <a:gd name="T31" fmla="*/ 109 h 177"/>
              <a:gd name="T32" fmla="*/ 140 w 176"/>
              <a:gd name="T33" fmla="*/ 101 h 177"/>
              <a:gd name="T34" fmla="*/ 140 w 176"/>
              <a:gd name="T35" fmla="*/ 109 h 177"/>
              <a:gd name="T36" fmla="*/ 116 w 176"/>
              <a:gd name="T37" fmla="*/ 101 h 177"/>
              <a:gd name="T38" fmla="*/ 124 w 176"/>
              <a:gd name="T39" fmla="*/ 101 h 177"/>
              <a:gd name="T40" fmla="*/ 132 w 176"/>
              <a:gd name="T41" fmla="*/ 125 h 177"/>
              <a:gd name="T42" fmla="*/ 124 w 176"/>
              <a:gd name="T43" fmla="*/ 117 h 177"/>
              <a:gd name="T44" fmla="*/ 124 w 176"/>
              <a:gd name="T45" fmla="*/ 125 h 177"/>
              <a:gd name="T46" fmla="*/ 100 w 176"/>
              <a:gd name="T47" fmla="*/ 117 h 177"/>
              <a:gd name="T48" fmla="*/ 108 w 176"/>
              <a:gd name="T49" fmla="*/ 117 h 177"/>
              <a:gd name="T50" fmla="*/ 100 w 176"/>
              <a:gd name="T51" fmla="*/ 109 h 177"/>
              <a:gd name="T52" fmla="*/ 148 w 176"/>
              <a:gd name="T53" fmla="*/ 109 h 177"/>
              <a:gd name="T54" fmla="*/ 148 w 176"/>
              <a:gd name="T55" fmla="*/ 101 h 177"/>
              <a:gd name="T56" fmla="*/ 124 w 176"/>
              <a:gd name="T57" fmla="*/ 133 h 177"/>
              <a:gd name="T58" fmla="*/ 132 w 176"/>
              <a:gd name="T59" fmla="*/ 133 h 177"/>
              <a:gd name="T60" fmla="*/ 156 w 176"/>
              <a:gd name="T61" fmla="*/ 149 h 177"/>
              <a:gd name="T62" fmla="*/ 132 w 176"/>
              <a:gd name="T63" fmla="*/ 157 h 177"/>
              <a:gd name="T64" fmla="*/ 132 w 176"/>
              <a:gd name="T65" fmla="*/ 149 h 177"/>
              <a:gd name="T66" fmla="*/ 124 w 176"/>
              <a:gd name="T67" fmla="*/ 157 h 177"/>
              <a:gd name="T68" fmla="*/ 116 w 176"/>
              <a:gd name="T69" fmla="*/ 157 h 177"/>
              <a:gd name="T70" fmla="*/ 156 w 176"/>
              <a:gd name="T71" fmla="*/ 133 h 177"/>
              <a:gd name="T72" fmla="*/ 160 w 176"/>
              <a:gd name="T73" fmla="*/ 81 h 177"/>
              <a:gd name="T74" fmla="*/ 106 w 176"/>
              <a:gd name="T75" fmla="*/ 57 h 177"/>
              <a:gd name="T76" fmla="*/ 129 w 176"/>
              <a:gd name="T77" fmla="*/ 1 h 177"/>
              <a:gd name="T78" fmla="*/ 81 w 176"/>
              <a:gd name="T79" fmla="*/ 70 h 177"/>
              <a:gd name="T80" fmla="*/ 0 w 176"/>
              <a:gd name="T81" fmla="*/ 97 h 177"/>
              <a:gd name="T82" fmla="*/ 160 w 176"/>
              <a:gd name="T83" fmla="*/ 177 h 177"/>
              <a:gd name="T84" fmla="*/ 160 w 176"/>
              <a:gd name="T85" fmla="*/ 81 h 177"/>
              <a:gd name="T86" fmla="*/ 16 w 176"/>
              <a:gd name="T87" fmla="*/ 169 h 177"/>
              <a:gd name="T88" fmla="*/ 16 w 176"/>
              <a:gd name="T89" fmla="*/ 89 h 177"/>
              <a:gd name="T90" fmla="*/ 168 w 176"/>
              <a:gd name="T91" fmla="*/ 161 h 177"/>
              <a:gd name="T92" fmla="*/ 108 w 176"/>
              <a:gd name="T93" fmla="*/ 141 h 177"/>
              <a:gd name="T94" fmla="*/ 44 w 176"/>
              <a:gd name="T95" fmla="*/ 117 h 177"/>
              <a:gd name="T96" fmla="*/ 44 w 176"/>
              <a:gd name="T97" fmla="*/ 125 h 177"/>
              <a:gd name="T98" fmla="*/ 156 w 176"/>
              <a:gd name="T99" fmla="*/ 125 h 177"/>
              <a:gd name="T100" fmla="*/ 148 w 176"/>
              <a:gd name="T101" fmla="*/ 125 h 177"/>
              <a:gd name="T102" fmla="*/ 108 w 176"/>
              <a:gd name="T103" fmla="*/ 149 h 177"/>
              <a:gd name="T104" fmla="*/ 28 w 176"/>
              <a:gd name="T105" fmla="*/ 117 h 177"/>
              <a:gd name="T106" fmla="*/ 28 w 176"/>
              <a:gd name="T107" fmla="*/ 125 h 177"/>
              <a:gd name="T108" fmla="*/ 20 w 176"/>
              <a:gd name="T109" fmla="*/ 101 h 177"/>
              <a:gd name="T110" fmla="*/ 28 w 176"/>
              <a:gd name="T111" fmla="*/ 101 h 177"/>
              <a:gd name="T112" fmla="*/ 20 w 176"/>
              <a:gd name="T113" fmla="*/ 141 h 177"/>
              <a:gd name="T114" fmla="*/ 20 w 176"/>
              <a:gd name="T115" fmla="*/ 157 h 177"/>
              <a:gd name="T116" fmla="*/ 20 w 176"/>
              <a:gd name="T117" fmla="*/ 149 h 177"/>
              <a:gd name="T118" fmla="*/ 44 w 176"/>
              <a:gd name="T119" fmla="*/ 133 h 177"/>
              <a:gd name="T120" fmla="*/ 52 w 176"/>
              <a:gd name="T121" fmla="*/ 133 h 177"/>
              <a:gd name="T122" fmla="*/ 44 w 176"/>
              <a:gd name="T123" fmla="*/ 149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7">
                <a:moveTo>
                  <a:pt x="76" y="141"/>
                </a:moveTo>
                <a:cubicBezTo>
                  <a:pt x="84" y="141"/>
                  <a:pt x="84" y="141"/>
                  <a:pt x="84" y="141"/>
                </a:cubicBezTo>
                <a:cubicBezTo>
                  <a:pt x="84" y="133"/>
                  <a:pt x="84" y="133"/>
                  <a:pt x="84" y="133"/>
                </a:cubicBezTo>
                <a:cubicBezTo>
                  <a:pt x="76" y="133"/>
                  <a:pt x="76" y="133"/>
                  <a:pt x="76" y="133"/>
                </a:cubicBezTo>
                <a:lnTo>
                  <a:pt x="76" y="141"/>
                </a:lnTo>
                <a:close/>
                <a:moveTo>
                  <a:pt x="92" y="141"/>
                </a:moveTo>
                <a:cubicBezTo>
                  <a:pt x="100" y="141"/>
                  <a:pt x="100" y="141"/>
                  <a:pt x="100" y="141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2" y="133"/>
                  <a:pt x="92" y="133"/>
                  <a:pt x="92" y="133"/>
                </a:cubicBezTo>
                <a:lnTo>
                  <a:pt x="92" y="141"/>
                </a:lnTo>
                <a:close/>
                <a:moveTo>
                  <a:pt x="76" y="101"/>
                </a:moveTo>
                <a:cubicBezTo>
                  <a:pt x="68" y="101"/>
                  <a:pt x="68" y="101"/>
                  <a:pt x="68" y="101"/>
                </a:cubicBezTo>
                <a:cubicBezTo>
                  <a:pt x="68" y="109"/>
                  <a:pt x="68" y="109"/>
                  <a:pt x="68" y="109"/>
                </a:cubicBezTo>
                <a:cubicBezTo>
                  <a:pt x="76" y="109"/>
                  <a:pt x="76" y="109"/>
                  <a:pt x="76" y="109"/>
                </a:cubicBezTo>
                <a:lnTo>
                  <a:pt x="76" y="101"/>
                </a:lnTo>
                <a:close/>
                <a:moveTo>
                  <a:pt x="92" y="117"/>
                </a:moveTo>
                <a:cubicBezTo>
                  <a:pt x="84" y="117"/>
                  <a:pt x="84" y="117"/>
                  <a:pt x="84" y="117"/>
                </a:cubicBezTo>
                <a:cubicBezTo>
                  <a:pt x="84" y="125"/>
                  <a:pt x="84" y="125"/>
                  <a:pt x="84" y="125"/>
                </a:cubicBezTo>
                <a:cubicBezTo>
                  <a:pt x="92" y="125"/>
                  <a:pt x="92" y="125"/>
                  <a:pt x="92" y="125"/>
                </a:cubicBezTo>
                <a:lnTo>
                  <a:pt x="92" y="117"/>
                </a:lnTo>
                <a:close/>
                <a:moveTo>
                  <a:pt x="76" y="117"/>
                </a:moveTo>
                <a:cubicBezTo>
                  <a:pt x="68" y="117"/>
                  <a:pt x="68" y="117"/>
                  <a:pt x="68" y="117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76" y="125"/>
                  <a:pt x="76" y="125"/>
                  <a:pt x="76" y="125"/>
                </a:cubicBezTo>
                <a:lnTo>
                  <a:pt x="76" y="117"/>
                </a:lnTo>
                <a:close/>
                <a:moveTo>
                  <a:pt x="60" y="101"/>
                </a:moveTo>
                <a:cubicBezTo>
                  <a:pt x="52" y="101"/>
                  <a:pt x="52" y="101"/>
                  <a:pt x="52" y="101"/>
                </a:cubicBezTo>
                <a:cubicBezTo>
                  <a:pt x="52" y="109"/>
                  <a:pt x="52" y="109"/>
                  <a:pt x="52" y="109"/>
                </a:cubicBezTo>
                <a:cubicBezTo>
                  <a:pt x="60" y="109"/>
                  <a:pt x="60" y="109"/>
                  <a:pt x="60" y="109"/>
                </a:cubicBezTo>
                <a:lnTo>
                  <a:pt x="60" y="101"/>
                </a:lnTo>
                <a:close/>
                <a:moveTo>
                  <a:pt x="60" y="117"/>
                </a:moveTo>
                <a:cubicBezTo>
                  <a:pt x="52" y="117"/>
                  <a:pt x="52" y="117"/>
                  <a:pt x="52" y="117"/>
                </a:cubicBezTo>
                <a:cubicBezTo>
                  <a:pt x="52" y="125"/>
                  <a:pt x="52" y="125"/>
                  <a:pt x="52" y="125"/>
                </a:cubicBezTo>
                <a:cubicBezTo>
                  <a:pt x="60" y="125"/>
                  <a:pt x="60" y="125"/>
                  <a:pt x="60" y="125"/>
                </a:cubicBezTo>
                <a:lnTo>
                  <a:pt x="60" y="117"/>
                </a:lnTo>
                <a:close/>
                <a:moveTo>
                  <a:pt x="60" y="141"/>
                </a:moveTo>
                <a:cubicBezTo>
                  <a:pt x="68" y="141"/>
                  <a:pt x="68" y="141"/>
                  <a:pt x="68" y="141"/>
                </a:cubicBezTo>
                <a:cubicBezTo>
                  <a:pt x="68" y="133"/>
                  <a:pt x="68" y="133"/>
                  <a:pt x="68" y="133"/>
                </a:cubicBezTo>
                <a:cubicBezTo>
                  <a:pt x="60" y="133"/>
                  <a:pt x="60" y="133"/>
                  <a:pt x="60" y="133"/>
                </a:cubicBezTo>
                <a:lnTo>
                  <a:pt x="60" y="141"/>
                </a:lnTo>
                <a:close/>
                <a:moveTo>
                  <a:pt x="44" y="101"/>
                </a:moveTo>
                <a:cubicBezTo>
                  <a:pt x="36" y="101"/>
                  <a:pt x="36" y="101"/>
                  <a:pt x="36" y="101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44" y="109"/>
                  <a:pt x="44" y="109"/>
                  <a:pt x="44" y="109"/>
                </a:cubicBezTo>
                <a:lnTo>
                  <a:pt x="44" y="101"/>
                </a:lnTo>
                <a:close/>
                <a:moveTo>
                  <a:pt x="92" y="101"/>
                </a:moveTo>
                <a:cubicBezTo>
                  <a:pt x="84" y="101"/>
                  <a:pt x="84" y="101"/>
                  <a:pt x="84" y="101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92" y="109"/>
                  <a:pt x="92" y="109"/>
                  <a:pt x="92" y="109"/>
                </a:cubicBezTo>
                <a:lnTo>
                  <a:pt x="92" y="101"/>
                </a:lnTo>
                <a:close/>
                <a:moveTo>
                  <a:pt x="140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40" y="109"/>
                  <a:pt x="140" y="109"/>
                  <a:pt x="140" y="109"/>
                </a:cubicBezTo>
                <a:lnTo>
                  <a:pt x="140" y="101"/>
                </a:lnTo>
                <a:close/>
                <a:moveTo>
                  <a:pt x="124" y="101"/>
                </a:moveTo>
                <a:cubicBezTo>
                  <a:pt x="116" y="101"/>
                  <a:pt x="116" y="101"/>
                  <a:pt x="116" y="101"/>
                </a:cubicBezTo>
                <a:cubicBezTo>
                  <a:pt x="116" y="109"/>
                  <a:pt x="116" y="109"/>
                  <a:pt x="116" y="109"/>
                </a:cubicBezTo>
                <a:cubicBezTo>
                  <a:pt x="124" y="109"/>
                  <a:pt x="124" y="109"/>
                  <a:pt x="124" y="109"/>
                </a:cubicBezTo>
                <a:lnTo>
                  <a:pt x="124" y="101"/>
                </a:lnTo>
                <a:close/>
                <a:moveTo>
                  <a:pt x="140" y="117"/>
                </a:moveTo>
                <a:cubicBezTo>
                  <a:pt x="132" y="117"/>
                  <a:pt x="132" y="117"/>
                  <a:pt x="132" y="117"/>
                </a:cubicBezTo>
                <a:cubicBezTo>
                  <a:pt x="132" y="125"/>
                  <a:pt x="132" y="125"/>
                  <a:pt x="132" y="125"/>
                </a:cubicBezTo>
                <a:cubicBezTo>
                  <a:pt x="140" y="125"/>
                  <a:pt x="140" y="125"/>
                  <a:pt x="140" y="125"/>
                </a:cubicBezTo>
                <a:lnTo>
                  <a:pt x="140" y="117"/>
                </a:lnTo>
                <a:close/>
                <a:moveTo>
                  <a:pt x="124" y="117"/>
                </a:moveTo>
                <a:cubicBezTo>
                  <a:pt x="116" y="117"/>
                  <a:pt x="116" y="117"/>
                  <a:pt x="116" y="117"/>
                </a:cubicBezTo>
                <a:cubicBezTo>
                  <a:pt x="116" y="125"/>
                  <a:pt x="116" y="125"/>
                  <a:pt x="116" y="125"/>
                </a:cubicBezTo>
                <a:cubicBezTo>
                  <a:pt x="124" y="125"/>
                  <a:pt x="124" y="125"/>
                  <a:pt x="124" y="125"/>
                </a:cubicBezTo>
                <a:lnTo>
                  <a:pt x="124" y="117"/>
                </a:lnTo>
                <a:close/>
                <a:moveTo>
                  <a:pt x="108" y="117"/>
                </a:moveTo>
                <a:cubicBezTo>
                  <a:pt x="100" y="117"/>
                  <a:pt x="100" y="117"/>
                  <a:pt x="100" y="117"/>
                </a:cubicBezTo>
                <a:cubicBezTo>
                  <a:pt x="100" y="125"/>
                  <a:pt x="100" y="125"/>
                  <a:pt x="100" y="125"/>
                </a:cubicBezTo>
                <a:cubicBezTo>
                  <a:pt x="108" y="125"/>
                  <a:pt x="108" y="125"/>
                  <a:pt x="108" y="125"/>
                </a:cubicBezTo>
                <a:lnTo>
                  <a:pt x="108" y="117"/>
                </a:lnTo>
                <a:close/>
                <a:moveTo>
                  <a:pt x="108" y="101"/>
                </a:moveTo>
                <a:cubicBezTo>
                  <a:pt x="100" y="101"/>
                  <a:pt x="100" y="101"/>
                  <a:pt x="100" y="101"/>
                </a:cubicBezTo>
                <a:cubicBezTo>
                  <a:pt x="100" y="109"/>
                  <a:pt x="100" y="109"/>
                  <a:pt x="100" y="109"/>
                </a:cubicBezTo>
                <a:cubicBezTo>
                  <a:pt x="108" y="109"/>
                  <a:pt x="108" y="109"/>
                  <a:pt x="108" y="109"/>
                </a:cubicBezTo>
                <a:lnTo>
                  <a:pt x="108" y="101"/>
                </a:lnTo>
                <a:close/>
                <a:moveTo>
                  <a:pt x="148" y="109"/>
                </a:moveTo>
                <a:cubicBezTo>
                  <a:pt x="156" y="109"/>
                  <a:pt x="156" y="109"/>
                  <a:pt x="156" y="109"/>
                </a:cubicBezTo>
                <a:cubicBezTo>
                  <a:pt x="156" y="101"/>
                  <a:pt x="156" y="101"/>
                  <a:pt x="156" y="101"/>
                </a:cubicBezTo>
                <a:cubicBezTo>
                  <a:pt x="148" y="101"/>
                  <a:pt x="148" y="101"/>
                  <a:pt x="148" y="101"/>
                </a:cubicBezTo>
                <a:lnTo>
                  <a:pt x="148" y="109"/>
                </a:lnTo>
                <a:close/>
                <a:moveTo>
                  <a:pt x="132" y="133"/>
                </a:moveTo>
                <a:cubicBezTo>
                  <a:pt x="124" y="133"/>
                  <a:pt x="124" y="133"/>
                  <a:pt x="124" y="133"/>
                </a:cubicBezTo>
                <a:cubicBezTo>
                  <a:pt x="124" y="141"/>
                  <a:pt x="124" y="141"/>
                  <a:pt x="124" y="141"/>
                </a:cubicBezTo>
                <a:cubicBezTo>
                  <a:pt x="132" y="141"/>
                  <a:pt x="132" y="141"/>
                  <a:pt x="132" y="141"/>
                </a:cubicBezTo>
                <a:lnTo>
                  <a:pt x="132" y="133"/>
                </a:lnTo>
                <a:close/>
                <a:moveTo>
                  <a:pt x="148" y="157"/>
                </a:moveTo>
                <a:cubicBezTo>
                  <a:pt x="156" y="157"/>
                  <a:pt x="156" y="157"/>
                  <a:pt x="156" y="157"/>
                </a:cubicBezTo>
                <a:cubicBezTo>
                  <a:pt x="156" y="149"/>
                  <a:pt x="156" y="149"/>
                  <a:pt x="156" y="149"/>
                </a:cubicBezTo>
                <a:cubicBezTo>
                  <a:pt x="148" y="149"/>
                  <a:pt x="148" y="149"/>
                  <a:pt x="148" y="149"/>
                </a:cubicBezTo>
                <a:lnTo>
                  <a:pt x="148" y="157"/>
                </a:lnTo>
                <a:close/>
                <a:moveTo>
                  <a:pt x="132" y="157"/>
                </a:moveTo>
                <a:cubicBezTo>
                  <a:pt x="140" y="157"/>
                  <a:pt x="140" y="157"/>
                  <a:pt x="140" y="157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32" y="149"/>
                  <a:pt x="132" y="149"/>
                  <a:pt x="132" y="149"/>
                </a:cubicBezTo>
                <a:lnTo>
                  <a:pt x="132" y="157"/>
                </a:lnTo>
                <a:close/>
                <a:moveTo>
                  <a:pt x="116" y="157"/>
                </a:moveTo>
                <a:cubicBezTo>
                  <a:pt x="124" y="157"/>
                  <a:pt x="124" y="157"/>
                  <a:pt x="124" y="157"/>
                </a:cubicBezTo>
                <a:cubicBezTo>
                  <a:pt x="124" y="149"/>
                  <a:pt x="124" y="149"/>
                  <a:pt x="124" y="149"/>
                </a:cubicBezTo>
                <a:cubicBezTo>
                  <a:pt x="116" y="149"/>
                  <a:pt x="116" y="149"/>
                  <a:pt x="116" y="149"/>
                </a:cubicBezTo>
                <a:lnTo>
                  <a:pt x="116" y="157"/>
                </a:lnTo>
                <a:close/>
                <a:moveTo>
                  <a:pt x="140" y="141"/>
                </a:moveTo>
                <a:cubicBezTo>
                  <a:pt x="156" y="141"/>
                  <a:pt x="156" y="141"/>
                  <a:pt x="156" y="141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40" y="133"/>
                  <a:pt x="140" y="133"/>
                  <a:pt x="140" y="133"/>
                </a:cubicBezTo>
                <a:lnTo>
                  <a:pt x="140" y="141"/>
                </a:lnTo>
                <a:close/>
                <a:moveTo>
                  <a:pt x="160" y="81"/>
                </a:moveTo>
                <a:cubicBezTo>
                  <a:pt x="89" y="81"/>
                  <a:pt x="89" y="81"/>
                  <a:pt x="89" y="81"/>
                </a:cubicBezTo>
                <a:cubicBezTo>
                  <a:pt x="88" y="78"/>
                  <a:pt x="88" y="75"/>
                  <a:pt x="89" y="72"/>
                </a:cubicBezTo>
                <a:cubicBezTo>
                  <a:pt x="90" y="65"/>
                  <a:pt x="96" y="60"/>
                  <a:pt x="106" y="57"/>
                </a:cubicBezTo>
                <a:cubicBezTo>
                  <a:pt x="122" y="51"/>
                  <a:pt x="129" y="41"/>
                  <a:pt x="132" y="34"/>
                </a:cubicBezTo>
                <a:cubicBezTo>
                  <a:pt x="136" y="24"/>
                  <a:pt x="137" y="13"/>
                  <a:pt x="134" y="4"/>
                </a:cubicBezTo>
                <a:cubicBezTo>
                  <a:pt x="133" y="1"/>
                  <a:pt x="131" y="0"/>
                  <a:pt x="129" y="1"/>
                </a:cubicBezTo>
                <a:cubicBezTo>
                  <a:pt x="126" y="2"/>
                  <a:pt x="125" y="4"/>
                  <a:pt x="126" y="6"/>
                </a:cubicBezTo>
                <a:cubicBezTo>
                  <a:pt x="131" y="21"/>
                  <a:pt x="126" y="41"/>
                  <a:pt x="103" y="49"/>
                </a:cubicBezTo>
                <a:cubicBezTo>
                  <a:pt x="87" y="54"/>
                  <a:pt x="82" y="63"/>
                  <a:pt x="81" y="70"/>
                </a:cubicBezTo>
                <a:cubicBezTo>
                  <a:pt x="80" y="73"/>
                  <a:pt x="80" y="77"/>
                  <a:pt x="81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7" y="81"/>
                  <a:pt x="0" y="88"/>
                  <a:pt x="0" y="97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9" y="177"/>
                  <a:pt x="176" y="170"/>
                  <a:pt x="176" y="161"/>
                </a:cubicBezTo>
                <a:cubicBezTo>
                  <a:pt x="176" y="97"/>
                  <a:pt x="176" y="97"/>
                  <a:pt x="176" y="97"/>
                </a:cubicBezTo>
                <a:cubicBezTo>
                  <a:pt x="176" y="88"/>
                  <a:pt x="169" y="81"/>
                  <a:pt x="160" y="81"/>
                </a:cubicBezTo>
                <a:moveTo>
                  <a:pt x="168" y="161"/>
                </a:moveTo>
                <a:cubicBezTo>
                  <a:pt x="168" y="165"/>
                  <a:pt x="164" y="169"/>
                  <a:pt x="16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2" y="169"/>
                  <a:pt x="8" y="165"/>
                  <a:pt x="8" y="161"/>
                </a:cubicBezTo>
                <a:cubicBezTo>
                  <a:pt x="8" y="97"/>
                  <a:pt x="8" y="97"/>
                  <a:pt x="8" y="97"/>
                </a:cubicBezTo>
                <a:cubicBezTo>
                  <a:pt x="8" y="93"/>
                  <a:pt x="12" y="89"/>
                  <a:pt x="16" y="89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64" y="89"/>
                  <a:pt x="168" y="93"/>
                  <a:pt x="168" y="97"/>
                </a:cubicBezTo>
                <a:lnTo>
                  <a:pt x="168" y="161"/>
                </a:lnTo>
                <a:close/>
                <a:moveTo>
                  <a:pt x="116" y="133"/>
                </a:moveTo>
                <a:cubicBezTo>
                  <a:pt x="108" y="133"/>
                  <a:pt x="108" y="133"/>
                  <a:pt x="108" y="133"/>
                </a:cubicBezTo>
                <a:cubicBezTo>
                  <a:pt x="108" y="141"/>
                  <a:pt x="108" y="141"/>
                  <a:pt x="108" y="141"/>
                </a:cubicBezTo>
                <a:cubicBezTo>
                  <a:pt x="116" y="141"/>
                  <a:pt x="116" y="141"/>
                  <a:pt x="116" y="141"/>
                </a:cubicBezTo>
                <a:lnTo>
                  <a:pt x="116" y="133"/>
                </a:lnTo>
                <a:close/>
                <a:moveTo>
                  <a:pt x="44" y="117"/>
                </a:moveTo>
                <a:cubicBezTo>
                  <a:pt x="36" y="117"/>
                  <a:pt x="36" y="117"/>
                  <a:pt x="36" y="117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44" y="125"/>
                  <a:pt x="44" y="125"/>
                  <a:pt x="44" y="125"/>
                </a:cubicBezTo>
                <a:lnTo>
                  <a:pt x="44" y="117"/>
                </a:lnTo>
                <a:close/>
                <a:moveTo>
                  <a:pt x="148" y="125"/>
                </a:moveTo>
                <a:cubicBezTo>
                  <a:pt x="156" y="125"/>
                  <a:pt x="156" y="125"/>
                  <a:pt x="156" y="125"/>
                </a:cubicBezTo>
                <a:cubicBezTo>
                  <a:pt x="156" y="117"/>
                  <a:pt x="156" y="117"/>
                  <a:pt x="156" y="117"/>
                </a:cubicBezTo>
                <a:cubicBezTo>
                  <a:pt x="148" y="117"/>
                  <a:pt x="148" y="117"/>
                  <a:pt x="148" y="117"/>
                </a:cubicBezTo>
                <a:lnTo>
                  <a:pt x="148" y="125"/>
                </a:lnTo>
                <a:close/>
                <a:moveTo>
                  <a:pt x="52" y="157"/>
                </a:moveTo>
                <a:cubicBezTo>
                  <a:pt x="108" y="157"/>
                  <a:pt x="108" y="157"/>
                  <a:pt x="108" y="157"/>
                </a:cubicBezTo>
                <a:cubicBezTo>
                  <a:pt x="108" y="149"/>
                  <a:pt x="108" y="149"/>
                  <a:pt x="108" y="149"/>
                </a:cubicBezTo>
                <a:cubicBezTo>
                  <a:pt x="52" y="149"/>
                  <a:pt x="52" y="149"/>
                  <a:pt x="52" y="149"/>
                </a:cubicBezTo>
                <a:lnTo>
                  <a:pt x="52" y="157"/>
                </a:lnTo>
                <a:close/>
                <a:moveTo>
                  <a:pt x="28" y="117"/>
                </a:moveTo>
                <a:cubicBezTo>
                  <a:pt x="20" y="117"/>
                  <a:pt x="20" y="117"/>
                  <a:pt x="20" y="117"/>
                </a:cubicBezTo>
                <a:cubicBezTo>
                  <a:pt x="20" y="125"/>
                  <a:pt x="20" y="125"/>
                  <a:pt x="20" y="125"/>
                </a:cubicBezTo>
                <a:cubicBezTo>
                  <a:pt x="28" y="125"/>
                  <a:pt x="28" y="125"/>
                  <a:pt x="28" y="125"/>
                </a:cubicBezTo>
                <a:lnTo>
                  <a:pt x="28" y="117"/>
                </a:lnTo>
                <a:close/>
                <a:moveTo>
                  <a:pt x="28" y="101"/>
                </a:moveTo>
                <a:cubicBezTo>
                  <a:pt x="20" y="101"/>
                  <a:pt x="20" y="101"/>
                  <a:pt x="20" y="101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8" y="109"/>
                  <a:pt x="28" y="109"/>
                  <a:pt x="28" y="109"/>
                </a:cubicBezTo>
                <a:lnTo>
                  <a:pt x="28" y="101"/>
                </a:lnTo>
                <a:close/>
                <a:moveTo>
                  <a:pt x="36" y="133"/>
                </a:moveTo>
                <a:cubicBezTo>
                  <a:pt x="20" y="133"/>
                  <a:pt x="20" y="133"/>
                  <a:pt x="20" y="133"/>
                </a:cubicBezTo>
                <a:cubicBezTo>
                  <a:pt x="20" y="141"/>
                  <a:pt x="20" y="141"/>
                  <a:pt x="20" y="141"/>
                </a:cubicBezTo>
                <a:cubicBezTo>
                  <a:pt x="36" y="141"/>
                  <a:pt x="36" y="141"/>
                  <a:pt x="36" y="141"/>
                </a:cubicBezTo>
                <a:lnTo>
                  <a:pt x="36" y="133"/>
                </a:lnTo>
                <a:close/>
                <a:moveTo>
                  <a:pt x="20" y="157"/>
                </a:moveTo>
                <a:cubicBezTo>
                  <a:pt x="28" y="157"/>
                  <a:pt x="28" y="157"/>
                  <a:pt x="28" y="157"/>
                </a:cubicBezTo>
                <a:cubicBezTo>
                  <a:pt x="28" y="149"/>
                  <a:pt x="28" y="149"/>
                  <a:pt x="28" y="149"/>
                </a:cubicBezTo>
                <a:cubicBezTo>
                  <a:pt x="20" y="149"/>
                  <a:pt x="20" y="149"/>
                  <a:pt x="20" y="149"/>
                </a:cubicBezTo>
                <a:lnTo>
                  <a:pt x="20" y="157"/>
                </a:lnTo>
                <a:close/>
                <a:moveTo>
                  <a:pt x="52" y="133"/>
                </a:moveTo>
                <a:cubicBezTo>
                  <a:pt x="44" y="133"/>
                  <a:pt x="44" y="133"/>
                  <a:pt x="44" y="133"/>
                </a:cubicBezTo>
                <a:cubicBezTo>
                  <a:pt x="44" y="141"/>
                  <a:pt x="44" y="141"/>
                  <a:pt x="44" y="141"/>
                </a:cubicBezTo>
                <a:cubicBezTo>
                  <a:pt x="52" y="141"/>
                  <a:pt x="52" y="141"/>
                  <a:pt x="52" y="141"/>
                </a:cubicBezTo>
                <a:lnTo>
                  <a:pt x="52" y="133"/>
                </a:lnTo>
                <a:close/>
                <a:moveTo>
                  <a:pt x="36" y="157"/>
                </a:moveTo>
                <a:cubicBezTo>
                  <a:pt x="44" y="157"/>
                  <a:pt x="44" y="157"/>
                  <a:pt x="44" y="157"/>
                </a:cubicBezTo>
                <a:cubicBezTo>
                  <a:pt x="44" y="149"/>
                  <a:pt x="44" y="149"/>
                  <a:pt x="44" y="149"/>
                </a:cubicBezTo>
                <a:cubicBezTo>
                  <a:pt x="36" y="149"/>
                  <a:pt x="36" y="149"/>
                  <a:pt x="36" y="149"/>
                </a:cubicBezTo>
                <a:lnTo>
                  <a:pt x="36" y="15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221"/>
          <p:cNvSpPr>
            <a:spLocks noEditPoints="1"/>
          </p:cNvSpPr>
          <p:nvPr/>
        </p:nvSpPr>
        <p:spPr bwMode="auto">
          <a:xfrm>
            <a:off x="6795233" y="3646040"/>
            <a:ext cx="334275" cy="334275"/>
          </a:xfrm>
          <a:custGeom>
            <a:avLst/>
            <a:gdLst>
              <a:gd name="T0" fmla="*/ 160 w 176"/>
              <a:gd name="T1" fmla="*/ 96 h 176"/>
              <a:gd name="T2" fmla="*/ 160 w 176"/>
              <a:gd name="T3" fmla="*/ 48 h 176"/>
              <a:gd name="T4" fmla="*/ 112 w 176"/>
              <a:gd name="T5" fmla="*/ 0 h 176"/>
              <a:gd name="T6" fmla="*/ 64 w 176"/>
              <a:gd name="T7" fmla="*/ 0 h 176"/>
              <a:gd name="T8" fmla="*/ 16 w 176"/>
              <a:gd name="T9" fmla="*/ 48 h 176"/>
              <a:gd name="T10" fmla="*/ 16 w 176"/>
              <a:gd name="T11" fmla="*/ 96 h 176"/>
              <a:gd name="T12" fmla="*/ 0 w 176"/>
              <a:gd name="T13" fmla="*/ 116 h 176"/>
              <a:gd name="T14" fmla="*/ 0 w 176"/>
              <a:gd name="T15" fmla="*/ 156 h 176"/>
              <a:gd name="T16" fmla="*/ 20 w 176"/>
              <a:gd name="T17" fmla="*/ 176 h 176"/>
              <a:gd name="T18" fmla="*/ 40 w 176"/>
              <a:gd name="T19" fmla="*/ 156 h 176"/>
              <a:gd name="T20" fmla="*/ 40 w 176"/>
              <a:gd name="T21" fmla="*/ 116 h 176"/>
              <a:gd name="T22" fmla="*/ 24 w 176"/>
              <a:gd name="T23" fmla="*/ 96 h 176"/>
              <a:gd name="T24" fmla="*/ 24 w 176"/>
              <a:gd name="T25" fmla="*/ 48 h 176"/>
              <a:gd name="T26" fmla="*/ 64 w 176"/>
              <a:gd name="T27" fmla="*/ 8 h 176"/>
              <a:gd name="T28" fmla="*/ 112 w 176"/>
              <a:gd name="T29" fmla="*/ 8 h 176"/>
              <a:gd name="T30" fmla="*/ 152 w 176"/>
              <a:gd name="T31" fmla="*/ 48 h 176"/>
              <a:gd name="T32" fmla="*/ 152 w 176"/>
              <a:gd name="T33" fmla="*/ 96 h 176"/>
              <a:gd name="T34" fmla="*/ 136 w 176"/>
              <a:gd name="T35" fmla="*/ 116 h 176"/>
              <a:gd name="T36" fmla="*/ 136 w 176"/>
              <a:gd name="T37" fmla="*/ 156 h 176"/>
              <a:gd name="T38" fmla="*/ 156 w 176"/>
              <a:gd name="T39" fmla="*/ 176 h 176"/>
              <a:gd name="T40" fmla="*/ 176 w 176"/>
              <a:gd name="T41" fmla="*/ 156 h 176"/>
              <a:gd name="T42" fmla="*/ 176 w 176"/>
              <a:gd name="T43" fmla="*/ 116 h 176"/>
              <a:gd name="T44" fmla="*/ 160 w 176"/>
              <a:gd name="T45" fmla="*/ 96 h 176"/>
              <a:gd name="T46" fmla="*/ 32 w 176"/>
              <a:gd name="T47" fmla="*/ 116 h 176"/>
              <a:gd name="T48" fmla="*/ 32 w 176"/>
              <a:gd name="T49" fmla="*/ 156 h 176"/>
              <a:gd name="T50" fmla="*/ 20 w 176"/>
              <a:gd name="T51" fmla="*/ 168 h 176"/>
              <a:gd name="T52" fmla="*/ 8 w 176"/>
              <a:gd name="T53" fmla="*/ 156 h 176"/>
              <a:gd name="T54" fmla="*/ 8 w 176"/>
              <a:gd name="T55" fmla="*/ 116 h 176"/>
              <a:gd name="T56" fmla="*/ 20 w 176"/>
              <a:gd name="T57" fmla="*/ 104 h 176"/>
              <a:gd name="T58" fmla="*/ 32 w 176"/>
              <a:gd name="T59" fmla="*/ 116 h 176"/>
              <a:gd name="T60" fmla="*/ 168 w 176"/>
              <a:gd name="T61" fmla="*/ 156 h 176"/>
              <a:gd name="T62" fmla="*/ 156 w 176"/>
              <a:gd name="T63" fmla="*/ 168 h 176"/>
              <a:gd name="T64" fmla="*/ 144 w 176"/>
              <a:gd name="T65" fmla="*/ 156 h 176"/>
              <a:gd name="T66" fmla="*/ 144 w 176"/>
              <a:gd name="T67" fmla="*/ 116 h 176"/>
              <a:gd name="T68" fmla="*/ 156 w 176"/>
              <a:gd name="T69" fmla="*/ 104 h 176"/>
              <a:gd name="T70" fmla="*/ 168 w 176"/>
              <a:gd name="T71" fmla="*/ 116 h 176"/>
              <a:gd name="T72" fmla="*/ 168 w 176"/>
              <a:gd name="T73" fmla="*/ 1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60" y="96"/>
                </a:moveTo>
                <a:cubicBezTo>
                  <a:pt x="160" y="48"/>
                  <a:pt x="160" y="48"/>
                  <a:pt x="160" y="48"/>
                </a:cubicBezTo>
                <a:cubicBezTo>
                  <a:pt x="160" y="21"/>
                  <a:pt x="139" y="0"/>
                  <a:pt x="112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37" y="0"/>
                  <a:pt x="16" y="21"/>
                  <a:pt x="16" y="48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8"/>
                  <a:pt x="0" y="106"/>
                  <a:pt x="0" y="1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67"/>
                  <a:pt x="9" y="176"/>
                  <a:pt x="20" y="176"/>
                </a:cubicBezTo>
                <a:cubicBezTo>
                  <a:pt x="31" y="176"/>
                  <a:pt x="40" y="167"/>
                  <a:pt x="40" y="156"/>
                </a:cubicBezTo>
                <a:cubicBezTo>
                  <a:pt x="40" y="116"/>
                  <a:pt x="40" y="116"/>
                  <a:pt x="40" y="116"/>
                </a:cubicBezTo>
                <a:cubicBezTo>
                  <a:pt x="40" y="106"/>
                  <a:pt x="33" y="98"/>
                  <a:pt x="24" y="96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26"/>
                  <a:pt x="42" y="8"/>
                  <a:pt x="64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34" y="8"/>
                  <a:pt x="152" y="26"/>
                  <a:pt x="152" y="4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43" y="98"/>
                  <a:pt x="136" y="106"/>
                  <a:pt x="136" y="116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136" y="167"/>
                  <a:pt x="145" y="176"/>
                  <a:pt x="156" y="176"/>
                </a:cubicBezTo>
                <a:cubicBezTo>
                  <a:pt x="167" y="176"/>
                  <a:pt x="176" y="167"/>
                  <a:pt x="176" y="15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76" y="106"/>
                  <a:pt x="169" y="98"/>
                  <a:pt x="160" y="96"/>
                </a:cubicBezTo>
                <a:moveTo>
                  <a:pt x="32" y="116"/>
                </a:moveTo>
                <a:cubicBezTo>
                  <a:pt x="32" y="156"/>
                  <a:pt x="32" y="156"/>
                  <a:pt x="32" y="156"/>
                </a:cubicBezTo>
                <a:cubicBezTo>
                  <a:pt x="32" y="163"/>
                  <a:pt x="27" y="168"/>
                  <a:pt x="20" y="168"/>
                </a:cubicBezTo>
                <a:cubicBezTo>
                  <a:pt x="13" y="168"/>
                  <a:pt x="8" y="163"/>
                  <a:pt x="8" y="156"/>
                </a:cubicBezTo>
                <a:cubicBezTo>
                  <a:pt x="8" y="116"/>
                  <a:pt x="8" y="116"/>
                  <a:pt x="8" y="116"/>
                </a:cubicBezTo>
                <a:cubicBezTo>
                  <a:pt x="8" y="109"/>
                  <a:pt x="13" y="104"/>
                  <a:pt x="20" y="104"/>
                </a:cubicBezTo>
                <a:cubicBezTo>
                  <a:pt x="27" y="104"/>
                  <a:pt x="32" y="109"/>
                  <a:pt x="32" y="116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16"/>
                  <a:pt x="144" y="116"/>
                  <a:pt x="144" y="116"/>
                </a:cubicBezTo>
                <a:cubicBezTo>
                  <a:pt x="144" y="109"/>
                  <a:pt x="149" y="104"/>
                  <a:pt x="156" y="104"/>
                </a:cubicBezTo>
                <a:cubicBezTo>
                  <a:pt x="163" y="104"/>
                  <a:pt x="168" y="109"/>
                  <a:pt x="168" y="116"/>
                </a:cubicBezTo>
                <a:lnTo>
                  <a:pt x="168" y="15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222"/>
          <p:cNvSpPr>
            <a:spLocks noEditPoints="1"/>
          </p:cNvSpPr>
          <p:nvPr/>
        </p:nvSpPr>
        <p:spPr bwMode="auto">
          <a:xfrm>
            <a:off x="7434574" y="3646040"/>
            <a:ext cx="334275" cy="334275"/>
          </a:xfrm>
          <a:custGeom>
            <a:avLst/>
            <a:gdLst>
              <a:gd name="T0" fmla="*/ 160 w 176"/>
              <a:gd name="T1" fmla="*/ 112 h 176"/>
              <a:gd name="T2" fmla="*/ 160 w 176"/>
              <a:gd name="T3" fmla="*/ 48 h 176"/>
              <a:gd name="T4" fmla="*/ 112 w 176"/>
              <a:gd name="T5" fmla="*/ 0 h 176"/>
              <a:gd name="T6" fmla="*/ 64 w 176"/>
              <a:gd name="T7" fmla="*/ 0 h 176"/>
              <a:gd name="T8" fmla="*/ 16 w 176"/>
              <a:gd name="T9" fmla="*/ 48 h 176"/>
              <a:gd name="T10" fmla="*/ 16 w 176"/>
              <a:gd name="T11" fmla="*/ 112 h 176"/>
              <a:gd name="T12" fmla="*/ 0 w 176"/>
              <a:gd name="T13" fmla="*/ 128 h 176"/>
              <a:gd name="T14" fmla="*/ 0 w 176"/>
              <a:gd name="T15" fmla="*/ 144 h 176"/>
              <a:gd name="T16" fmla="*/ 16 w 176"/>
              <a:gd name="T17" fmla="*/ 160 h 176"/>
              <a:gd name="T18" fmla="*/ 16 w 176"/>
              <a:gd name="T19" fmla="*/ 160 h 176"/>
              <a:gd name="T20" fmla="*/ 36 w 176"/>
              <a:gd name="T21" fmla="*/ 176 h 176"/>
              <a:gd name="T22" fmla="*/ 56 w 176"/>
              <a:gd name="T23" fmla="*/ 156 h 176"/>
              <a:gd name="T24" fmla="*/ 56 w 176"/>
              <a:gd name="T25" fmla="*/ 116 h 176"/>
              <a:gd name="T26" fmla="*/ 36 w 176"/>
              <a:gd name="T27" fmla="*/ 96 h 176"/>
              <a:gd name="T28" fmla="*/ 24 w 176"/>
              <a:gd name="T29" fmla="*/ 100 h 176"/>
              <a:gd name="T30" fmla="*/ 24 w 176"/>
              <a:gd name="T31" fmla="*/ 48 h 176"/>
              <a:gd name="T32" fmla="*/ 64 w 176"/>
              <a:gd name="T33" fmla="*/ 8 h 176"/>
              <a:gd name="T34" fmla="*/ 112 w 176"/>
              <a:gd name="T35" fmla="*/ 8 h 176"/>
              <a:gd name="T36" fmla="*/ 152 w 176"/>
              <a:gd name="T37" fmla="*/ 48 h 176"/>
              <a:gd name="T38" fmla="*/ 152 w 176"/>
              <a:gd name="T39" fmla="*/ 100 h 176"/>
              <a:gd name="T40" fmla="*/ 140 w 176"/>
              <a:gd name="T41" fmla="*/ 96 h 176"/>
              <a:gd name="T42" fmla="*/ 120 w 176"/>
              <a:gd name="T43" fmla="*/ 116 h 176"/>
              <a:gd name="T44" fmla="*/ 120 w 176"/>
              <a:gd name="T45" fmla="*/ 156 h 176"/>
              <a:gd name="T46" fmla="*/ 140 w 176"/>
              <a:gd name="T47" fmla="*/ 176 h 176"/>
              <a:gd name="T48" fmla="*/ 160 w 176"/>
              <a:gd name="T49" fmla="*/ 160 h 176"/>
              <a:gd name="T50" fmla="*/ 160 w 176"/>
              <a:gd name="T51" fmla="*/ 160 h 176"/>
              <a:gd name="T52" fmla="*/ 176 w 176"/>
              <a:gd name="T53" fmla="*/ 144 h 176"/>
              <a:gd name="T54" fmla="*/ 176 w 176"/>
              <a:gd name="T55" fmla="*/ 128 h 176"/>
              <a:gd name="T56" fmla="*/ 160 w 176"/>
              <a:gd name="T57" fmla="*/ 112 h 176"/>
              <a:gd name="T58" fmla="*/ 16 w 176"/>
              <a:gd name="T59" fmla="*/ 152 h 176"/>
              <a:gd name="T60" fmla="*/ 8 w 176"/>
              <a:gd name="T61" fmla="*/ 144 h 176"/>
              <a:gd name="T62" fmla="*/ 8 w 176"/>
              <a:gd name="T63" fmla="*/ 128 h 176"/>
              <a:gd name="T64" fmla="*/ 16 w 176"/>
              <a:gd name="T65" fmla="*/ 120 h 176"/>
              <a:gd name="T66" fmla="*/ 16 w 176"/>
              <a:gd name="T67" fmla="*/ 152 h 176"/>
              <a:gd name="T68" fmla="*/ 36 w 176"/>
              <a:gd name="T69" fmla="*/ 104 h 176"/>
              <a:gd name="T70" fmla="*/ 48 w 176"/>
              <a:gd name="T71" fmla="*/ 116 h 176"/>
              <a:gd name="T72" fmla="*/ 48 w 176"/>
              <a:gd name="T73" fmla="*/ 156 h 176"/>
              <a:gd name="T74" fmla="*/ 36 w 176"/>
              <a:gd name="T75" fmla="*/ 168 h 176"/>
              <a:gd name="T76" fmla="*/ 24 w 176"/>
              <a:gd name="T77" fmla="*/ 156 h 176"/>
              <a:gd name="T78" fmla="*/ 24 w 176"/>
              <a:gd name="T79" fmla="*/ 116 h 176"/>
              <a:gd name="T80" fmla="*/ 36 w 176"/>
              <a:gd name="T81" fmla="*/ 104 h 176"/>
              <a:gd name="T82" fmla="*/ 152 w 176"/>
              <a:gd name="T83" fmla="*/ 156 h 176"/>
              <a:gd name="T84" fmla="*/ 140 w 176"/>
              <a:gd name="T85" fmla="*/ 168 h 176"/>
              <a:gd name="T86" fmla="*/ 128 w 176"/>
              <a:gd name="T87" fmla="*/ 156 h 176"/>
              <a:gd name="T88" fmla="*/ 128 w 176"/>
              <a:gd name="T89" fmla="*/ 116 h 176"/>
              <a:gd name="T90" fmla="*/ 140 w 176"/>
              <a:gd name="T91" fmla="*/ 104 h 176"/>
              <a:gd name="T92" fmla="*/ 152 w 176"/>
              <a:gd name="T93" fmla="*/ 116 h 176"/>
              <a:gd name="T94" fmla="*/ 152 w 176"/>
              <a:gd name="T95" fmla="*/ 156 h 176"/>
              <a:gd name="T96" fmla="*/ 168 w 176"/>
              <a:gd name="T97" fmla="*/ 144 h 176"/>
              <a:gd name="T98" fmla="*/ 160 w 176"/>
              <a:gd name="T99" fmla="*/ 152 h 176"/>
              <a:gd name="T100" fmla="*/ 160 w 176"/>
              <a:gd name="T101" fmla="*/ 120 h 176"/>
              <a:gd name="T102" fmla="*/ 168 w 176"/>
              <a:gd name="T103" fmla="*/ 128 h 176"/>
              <a:gd name="T104" fmla="*/ 168 w 176"/>
              <a:gd name="T10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60" y="112"/>
                </a:moveTo>
                <a:cubicBezTo>
                  <a:pt x="160" y="48"/>
                  <a:pt x="160" y="48"/>
                  <a:pt x="160" y="48"/>
                </a:cubicBezTo>
                <a:cubicBezTo>
                  <a:pt x="160" y="21"/>
                  <a:pt x="139" y="0"/>
                  <a:pt x="112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37" y="0"/>
                  <a:pt x="16" y="21"/>
                  <a:pt x="16" y="4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19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8" y="169"/>
                  <a:pt x="26" y="176"/>
                  <a:pt x="36" y="176"/>
                </a:cubicBezTo>
                <a:cubicBezTo>
                  <a:pt x="47" y="176"/>
                  <a:pt x="56" y="167"/>
                  <a:pt x="56" y="156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05"/>
                  <a:pt x="47" y="96"/>
                  <a:pt x="36" y="96"/>
                </a:cubicBezTo>
                <a:cubicBezTo>
                  <a:pt x="31" y="96"/>
                  <a:pt x="27" y="98"/>
                  <a:pt x="24" y="100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26"/>
                  <a:pt x="42" y="8"/>
                  <a:pt x="64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34" y="8"/>
                  <a:pt x="152" y="26"/>
                  <a:pt x="152" y="48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49" y="98"/>
                  <a:pt x="145" y="96"/>
                  <a:pt x="140" y="96"/>
                </a:cubicBezTo>
                <a:cubicBezTo>
                  <a:pt x="129" y="96"/>
                  <a:pt x="120" y="105"/>
                  <a:pt x="120" y="116"/>
                </a:cubicBezTo>
                <a:cubicBezTo>
                  <a:pt x="120" y="156"/>
                  <a:pt x="120" y="156"/>
                  <a:pt x="120" y="156"/>
                </a:cubicBezTo>
                <a:cubicBezTo>
                  <a:pt x="120" y="167"/>
                  <a:pt x="129" y="176"/>
                  <a:pt x="140" y="176"/>
                </a:cubicBezTo>
                <a:cubicBezTo>
                  <a:pt x="150" y="176"/>
                  <a:pt x="158" y="169"/>
                  <a:pt x="16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9" y="160"/>
                  <a:pt x="176" y="153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76" y="119"/>
                  <a:pt x="169" y="112"/>
                  <a:pt x="160" y="112"/>
                </a:cubicBezTo>
                <a:moveTo>
                  <a:pt x="16" y="152"/>
                </a:moveTo>
                <a:cubicBezTo>
                  <a:pt x="12" y="152"/>
                  <a:pt x="8" y="148"/>
                  <a:pt x="8" y="144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24"/>
                  <a:pt x="12" y="120"/>
                  <a:pt x="16" y="120"/>
                </a:cubicBezTo>
                <a:lnTo>
                  <a:pt x="16" y="152"/>
                </a:lnTo>
                <a:close/>
                <a:moveTo>
                  <a:pt x="36" y="104"/>
                </a:moveTo>
                <a:cubicBezTo>
                  <a:pt x="43" y="104"/>
                  <a:pt x="48" y="109"/>
                  <a:pt x="48" y="11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3"/>
                  <a:pt x="43" y="168"/>
                  <a:pt x="36" y="168"/>
                </a:cubicBezTo>
                <a:cubicBezTo>
                  <a:pt x="29" y="168"/>
                  <a:pt x="24" y="163"/>
                  <a:pt x="24" y="15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09"/>
                  <a:pt x="29" y="104"/>
                  <a:pt x="36" y="104"/>
                </a:cubicBezTo>
                <a:moveTo>
                  <a:pt x="152" y="156"/>
                </a:moveTo>
                <a:cubicBezTo>
                  <a:pt x="152" y="163"/>
                  <a:pt x="147" y="168"/>
                  <a:pt x="140" y="168"/>
                </a:cubicBezTo>
                <a:cubicBezTo>
                  <a:pt x="133" y="168"/>
                  <a:pt x="128" y="163"/>
                  <a:pt x="128" y="156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09"/>
                  <a:pt x="133" y="104"/>
                  <a:pt x="140" y="104"/>
                </a:cubicBezTo>
                <a:cubicBezTo>
                  <a:pt x="147" y="104"/>
                  <a:pt x="152" y="109"/>
                  <a:pt x="152" y="116"/>
                </a:cubicBezTo>
                <a:lnTo>
                  <a:pt x="152" y="156"/>
                </a:lnTo>
                <a:close/>
                <a:moveTo>
                  <a:pt x="168" y="144"/>
                </a:moveTo>
                <a:cubicBezTo>
                  <a:pt x="168" y="148"/>
                  <a:pt x="164" y="152"/>
                  <a:pt x="160" y="152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64" y="120"/>
                  <a:pt x="168" y="124"/>
                  <a:pt x="168" y="128"/>
                </a:cubicBezTo>
                <a:lnTo>
                  <a:pt x="168" y="1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469558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802465" y="411510"/>
            <a:ext cx="15390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Electronics</a:t>
            </a:r>
            <a:endParaRPr lang="uk-UA" sz="2400" dirty="0"/>
          </a:p>
        </p:txBody>
      </p:sp>
      <p:sp>
        <p:nvSpPr>
          <p:cNvPr id="163" name="Freeform 223"/>
          <p:cNvSpPr>
            <a:spLocks noEditPoints="1"/>
          </p:cNvSpPr>
          <p:nvPr/>
        </p:nvSpPr>
        <p:spPr bwMode="auto">
          <a:xfrm>
            <a:off x="1682125" y="1095375"/>
            <a:ext cx="335898" cy="334275"/>
          </a:xfrm>
          <a:custGeom>
            <a:avLst/>
            <a:gdLst>
              <a:gd name="T0" fmla="*/ 160 w 176"/>
              <a:gd name="T1" fmla="*/ 112 h 176"/>
              <a:gd name="T2" fmla="*/ 160 w 176"/>
              <a:gd name="T3" fmla="*/ 72 h 176"/>
              <a:gd name="T4" fmla="*/ 88 w 176"/>
              <a:gd name="T5" fmla="*/ 0 h 176"/>
              <a:gd name="T6" fmla="*/ 16 w 176"/>
              <a:gd name="T7" fmla="*/ 72 h 176"/>
              <a:gd name="T8" fmla="*/ 16 w 176"/>
              <a:gd name="T9" fmla="*/ 112 h 176"/>
              <a:gd name="T10" fmla="*/ 0 w 176"/>
              <a:gd name="T11" fmla="*/ 128 h 176"/>
              <a:gd name="T12" fmla="*/ 0 w 176"/>
              <a:gd name="T13" fmla="*/ 144 h 176"/>
              <a:gd name="T14" fmla="*/ 16 w 176"/>
              <a:gd name="T15" fmla="*/ 160 h 176"/>
              <a:gd name="T16" fmla="*/ 16 w 176"/>
              <a:gd name="T17" fmla="*/ 160 h 176"/>
              <a:gd name="T18" fmla="*/ 36 w 176"/>
              <a:gd name="T19" fmla="*/ 176 h 176"/>
              <a:gd name="T20" fmla="*/ 56 w 176"/>
              <a:gd name="T21" fmla="*/ 156 h 176"/>
              <a:gd name="T22" fmla="*/ 56 w 176"/>
              <a:gd name="T23" fmla="*/ 116 h 176"/>
              <a:gd name="T24" fmla="*/ 36 w 176"/>
              <a:gd name="T25" fmla="*/ 96 h 176"/>
              <a:gd name="T26" fmla="*/ 24 w 176"/>
              <a:gd name="T27" fmla="*/ 100 h 176"/>
              <a:gd name="T28" fmla="*/ 24 w 176"/>
              <a:gd name="T29" fmla="*/ 72 h 176"/>
              <a:gd name="T30" fmla="*/ 88 w 176"/>
              <a:gd name="T31" fmla="*/ 8 h 176"/>
              <a:gd name="T32" fmla="*/ 152 w 176"/>
              <a:gd name="T33" fmla="*/ 72 h 176"/>
              <a:gd name="T34" fmla="*/ 152 w 176"/>
              <a:gd name="T35" fmla="*/ 100 h 176"/>
              <a:gd name="T36" fmla="*/ 140 w 176"/>
              <a:gd name="T37" fmla="*/ 96 h 176"/>
              <a:gd name="T38" fmla="*/ 120 w 176"/>
              <a:gd name="T39" fmla="*/ 116 h 176"/>
              <a:gd name="T40" fmla="*/ 120 w 176"/>
              <a:gd name="T41" fmla="*/ 156 h 176"/>
              <a:gd name="T42" fmla="*/ 140 w 176"/>
              <a:gd name="T43" fmla="*/ 176 h 176"/>
              <a:gd name="T44" fmla="*/ 160 w 176"/>
              <a:gd name="T45" fmla="*/ 160 h 176"/>
              <a:gd name="T46" fmla="*/ 160 w 176"/>
              <a:gd name="T47" fmla="*/ 160 h 176"/>
              <a:gd name="T48" fmla="*/ 176 w 176"/>
              <a:gd name="T49" fmla="*/ 144 h 176"/>
              <a:gd name="T50" fmla="*/ 176 w 176"/>
              <a:gd name="T51" fmla="*/ 128 h 176"/>
              <a:gd name="T52" fmla="*/ 160 w 176"/>
              <a:gd name="T53" fmla="*/ 112 h 176"/>
              <a:gd name="T54" fmla="*/ 36 w 176"/>
              <a:gd name="T55" fmla="*/ 168 h 176"/>
              <a:gd name="T56" fmla="*/ 25 w 176"/>
              <a:gd name="T57" fmla="*/ 160 h 176"/>
              <a:gd name="T58" fmla="*/ 47 w 176"/>
              <a:gd name="T59" fmla="*/ 160 h 176"/>
              <a:gd name="T60" fmla="*/ 36 w 176"/>
              <a:gd name="T61" fmla="*/ 168 h 176"/>
              <a:gd name="T62" fmla="*/ 48 w 176"/>
              <a:gd name="T63" fmla="*/ 152 h 176"/>
              <a:gd name="T64" fmla="*/ 24 w 176"/>
              <a:gd name="T65" fmla="*/ 152 h 176"/>
              <a:gd name="T66" fmla="*/ 24 w 176"/>
              <a:gd name="T67" fmla="*/ 140 h 176"/>
              <a:gd name="T68" fmla="*/ 48 w 176"/>
              <a:gd name="T69" fmla="*/ 140 h 176"/>
              <a:gd name="T70" fmla="*/ 48 w 176"/>
              <a:gd name="T71" fmla="*/ 152 h 176"/>
              <a:gd name="T72" fmla="*/ 36 w 176"/>
              <a:gd name="T73" fmla="*/ 104 h 176"/>
              <a:gd name="T74" fmla="*/ 47 w 176"/>
              <a:gd name="T75" fmla="*/ 112 h 176"/>
              <a:gd name="T76" fmla="*/ 25 w 176"/>
              <a:gd name="T77" fmla="*/ 112 h 176"/>
              <a:gd name="T78" fmla="*/ 36 w 176"/>
              <a:gd name="T79" fmla="*/ 104 h 176"/>
              <a:gd name="T80" fmla="*/ 48 w 176"/>
              <a:gd name="T81" fmla="*/ 132 h 176"/>
              <a:gd name="T82" fmla="*/ 24 w 176"/>
              <a:gd name="T83" fmla="*/ 132 h 176"/>
              <a:gd name="T84" fmla="*/ 24 w 176"/>
              <a:gd name="T85" fmla="*/ 120 h 176"/>
              <a:gd name="T86" fmla="*/ 48 w 176"/>
              <a:gd name="T87" fmla="*/ 120 h 176"/>
              <a:gd name="T88" fmla="*/ 48 w 176"/>
              <a:gd name="T89" fmla="*/ 132 h 176"/>
              <a:gd name="T90" fmla="*/ 140 w 176"/>
              <a:gd name="T91" fmla="*/ 104 h 176"/>
              <a:gd name="T92" fmla="*/ 151 w 176"/>
              <a:gd name="T93" fmla="*/ 112 h 176"/>
              <a:gd name="T94" fmla="*/ 129 w 176"/>
              <a:gd name="T95" fmla="*/ 112 h 176"/>
              <a:gd name="T96" fmla="*/ 140 w 176"/>
              <a:gd name="T97" fmla="*/ 104 h 176"/>
              <a:gd name="T98" fmla="*/ 140 w 176"/>
              <a:gd name="T99" fmla="*/ 168 h 176"/>
              <a:gd name="T100" fmla="*/ 129 w 176"/>
              <a:gd name="T101" fmla="*/ 160 h 176"/>
              <a:gd name="T102" fmla="*/ 151 w 176"/>
              <a:gd name="T103" fmla="*/ 160 h 176"/>
              <a:gd name="T104" fmla="*/ 140 w 176"/>
              <a:gd name="T105" fmla="*/ 168 h 176"/>
              <a:gd name="T106" fmla="*/ 152 w 176"/>
              <a:gd name="T107" fmla="*/ 152 h 176"/>
              <a:gd name="T108" fmla="*/ 128 w 176"/>
              <a:gd name="T109" fmla="*/ 152 h 176"/>
              <a:gd name="T110" fmla="*/ 128 w 176"/>
              <a:gd name="T111" fmla="*/ 140 h 176"/>
              <a:gd name="T112" fmla="*/ 152 w 176"/>
              <a:gd name="T113" fmla="*/ 140 h 176"/>
              <a:gd name="T114" fmla="*/ 152 w 176"/>
              <a:gd name="T115" fmla="*/ 152 h 176"/>
              <a:gd name="T116" fmla="*/ 152 w 176"/>
              <a:gd name="T117" fmla="*/ 132 h 176"/>
              <a:gd name="T118" fmla="*/ 128 w 176"/>
              <a:gd name="T119" fmla="*/ 132 h 176"/>
              <a:gd name="T120" fmla="*/ 128 w 176"/>
              <a:gd name="T121" fmla="*/ 120 h 176"/>
              <a:gd name="T122" fmla="*/ 152 w 176"/>
              <a:gd name="T123" fmla="*/ 120 h 176"/>
              <a:gd name="T124" fmla="*/ 152 w 176"/>
              <a:gd name="T125" fmla="*/ 1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176">
                <a:moveTo>
                  <a:pt x="160" y="112"/>
                </a:moveTo>
                <a:cubicBezTo>
                  <a:pt x="160" y="72"/>
                  <a:pt x="160" y="72"/>
                  <a:pt x="160" y="72"/>
                </a:cubicBezTo>
                <a:cubicBezTo>
                  <a:pt x="160" y="32"/>
                  <a:pt x="128" y="0"/>
                  <a:pt x="88" y="0"/>
                </a:cubicBezTo>
                <a:cubicBezTo>
                  <a:pt x="48" y="0"/>
                  <a:pt x="16" y="32"/>
                  <a:pt x="16" y="7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19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8" y="169"/>
                  <a:pt x="26" y="176"/>
                  <a:pt x="36" y="176"/>
                </a:cubicBezTo>
                <a:cubicBezTo>
                  <a:pt x="47" y="176"/>
                  <a:pt x="56" y="167"/>
                  <a:pt x="56" y="156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05"/>
                  <a:pt x="47" y="96"/>
                  <a:pt x="36" y="96"/>
                </a:cubicBezTo>
                <a:cubicBezTo>
                  <a:pt x="31" y="96"/>
                  <a:pt x="27" y="98"/>
                  <a:pt x="24" y="100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37"/>
                  <a:pt x="53" y="8"/>
                  <a:pt x="88" y="8"/>
                </a:cubicBezTo>
                <a:cubicBezTo>
                  <a:pt x="123" y="8"/>
                  <a:pt x="152" y="37"/>
                  <a:pt x="152" y="72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49" y="98"/>
                  <a:pt x="145" y="96"/>
                  <a:pt x="140" y="96"/>
                </a:cubicBezTo>
                <a:cubicBezTo>
                  <a:pt x="129" y="96"/>
                  <a:pt x="120" y="105"/>
                  <a:pt x="120" y="116"/>
                </a:cubicBezTo>
                <a:cubicBezTo>
                  <a:pt x="120" y="156"/>
                  <a:pt x="120" y="156"/>
                  <a:pt x="120" y="156"/>
                </a:cubicBezTo>
                <a:cubicBezTo>
                  <a:pt x="120" y="167"/>
                  <a:pt x="129" y="176"/>
                  <a:pt x="140" y="176"/>
                </a:cubicBezTo>
                <a:cubicBezTo>
                  <a:pt x="150" y="176"/>
                  <a:pt x="158" y="169"/>
                  <a:pt x="16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9" y="160"/>
                  <a:pt x="176" y="153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76" y="119"/>
                  <a:pt x="169" y="112"/>
                  <a:pt x="160" y="112"/>
                </a:cubicBezTo>
                <a:moveTo>
                  <a:pt x="36" y="168"/>
                </a:moveTo>
                <a:cubicBezTo>
                  <a:pt x="31" y="168"/>
                  <a:pt x="26" y="165"/>
                  <a:pt x="25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46" y="165"/>
                  <a:pt x="41" y="168"/>
                  <a:pt x="36" y="168"/>
                </a:cubicBezTo>
                <a:moveTo>
                  <a:pt x="48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8" y="140"/>
                  <a:pt x="48" y="140"/>
                  <a:pt x="48" y="140"/>
                </a:cubicBezTo>
                <a:lnTo>
                  <a:pt x="48" y="152"/>
                </a:lnTo>
                <a:close/>
                <a:moveTo>
                  <a:pt x="36" y="104"/>
                </a:moveTo>
                <a:cubicBezTo>
                  <a:pt x="41" y="104"/>
                  <a:pt x="46" y="107"/>
                  <a:pt x="47" y="112"/>
                </a:cubicBezTo>
                <a:cubicBezTo>
                  <a:pt x="25" y="112"/>
                  <a:pt x="25" y="112"/>
                  <a:pt x="25" y="112"/>
                </a:cubicBezTo>
                <a:cubicBezTo>
                  <a:pt x="26" y="107"/>
                  <a:pt x="31" y="104"/>
                  <a:pt x="36" y="104"/>
                </a:cubicBezTo>
                <a:moveTo>
                  <a:pt x="48" y="132"/>
                </a:moveTo>
                <a:cubicBezTo>
                  <a:pt x="24" y="132"/>
                  <a:pt x="24" y="132"/>
                  <a:pt x="24" y="132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48" y="120"/>
                  <a:pt x="48" y="120"/>
                  <a:pt x="48" y="120"/>
                </a:cubicBezTo>
                <a:lnTo>
                  <a:pt x="48" y="132"/>
                </a:lnTo>
                <a:close/>
                <a:moveTo>
                  <a:pt x="140" y="104"/>
                </a:moveTo>
                <a:cubicBezTo>
                  <a:pt x="145" y="104"/>
                  <a:pt x="150" y="107"/>
                  <a:pt x="151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07"/>
                  <a:pt x="135" y="104"/>
                  <a:pt x="140" y="104"/>
                </a:cubicBezTo>
                <a:moveTo>
                  <a:pt x="140" y="168"/>
                </a:moveTo>
                <a:cubicBezTo>
                  <a:pt x="135" y="168"/>
                  <a:pt x="130" y="165"/>
                  <a:pt x="129" y="160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0" y="165"/>
                  <a:pt x="145" y="168"/>
                  <a:pt x="140" y="168"/>
                </a:cubicBezTo>
                <a:moveTo>
                  <a:pt x="152" y="152"/>
                </a:moveTo>
                <a:cubicBezTo>
                  <a:pt x="128" y="152"/>
                  <a:pt x="128" y="152"/>
                  <a:pt x="128" y="152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52" y="140"/>
                  <a:pt x="152" y="140"/>
                  <a:pt x="152" y="140"/>
                </a:cubicBezTo>
                <a:lnTo>
                  <a:pt x="152" y="152"/>
                </a:lnTo>
                <a:close/>
                <a:moveTo>
                  <a:pt x="152" y="132"/>
                </a:moveTo>
                <a:cubicBezTo>
                  <a:pt x="128" y="132"/>
                  <a:pt x="128" y="132"/>
                  <a:pt x="128" y="132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52" y="120"/>
                  <a:pt x="152" y="120"/>
                  <a:pt x="152" y="120"/>
                </a:cubicBezTo>
                <a:lnTo>
                  <a:pt x="152" y="13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224"/>
          <p:cNvSpPr>
            <a:spLocks noEditPoints="1"/>
          </p:cNvSpPr>
          <p:nvPr/>
        </p:nvSpPr>
        <p:spPr bwMode="auto">
          <a:xfrm>
            <a:off x="2321466" y="1095375"/>
            <a:ext cx="334275" cy="334275"/>
          </a:xfrm>
          <a:custGeom>
            <a:avLst/>
            <a:gdLst>
              <a:gd name="T0" fmla="*/ 160 w 176"/>
              <a:gd name="T1" fmla="*/ 52 h 176"/>
              <a:gd name="T2" fmla="*/ 160 w 176"/>
              <a:gd name="T3" fmla="*/ 12 h 176"/>
              <a:gd name="T4" fmla="*/ 148 w 176"/>
              <a:gd name="T5" fmla="*/ 0 h 176"/>
              <a:gd name="T6" fmla="*/ 136 w 176"/>
              <a:gd name="T7" fmla="*/ 12 h 176"/>
              <a:gd name="T8" fmla="*/ 136 w 176"/>
              <a:gd name="T9" fmla="*/ 15 h 176"/>
              <a:gd name="T10" fmla="*/ 20 w 176"/>
              <a:gd name="T11" fmla="*/ 49 h 176"/>
              <a:gd name="T12" fmla="*/ 16 w 176"/>
              <a:gd name="T13" fmla="*/ 48 h 176"/>
              <a:gd name="T14" fmla="*/ 8 w 176"/>
              <a:gd name="T15" fmla="*/ 48 h 176"/>
              <a:gd name="T16" fmla="*/ 0 w 176"/>
              <a:gd name="T17" fmla="*/ 56 h 176"/>
              <a:gd name="T18" fmla="*/ 0 w 176"/>
              <a:gd name="T19" fmla="*/ 96 h 176"/>
              <a:gd name="T20" fmla="*/ 8 w 176"/>
              <a:gd name="T21" fmla="*/ 104 h 176"/>
              <a:gd name="T22" fmla="*/ 16 w 176"/>
              <a:gd name="T23" fmla="*/ 104 h 176"/>
              <a:gd name="T24" fmla="*/ 20 w 176"/>
              <a:gd name="T25" fmla="*/ 103 h 176"/>
              <a:gd name="T26" fmla="*/ 25 w 176"/>
              <a:gd name="T27" fmla="*/ 104 h 176"/>
              <a:gd name="T28" fmla="*/ 40 w 176"/>
              <a:gd name="T29" fmla="*/ 173 h 176"/>
              <a:gd name="T30" fmla="*/ 40 w 176"/>
              <a:gd name="T31" fmla="*/ 173 h 176"/>
              <a:gd name="T32" fmla="*/ 44 w 176"/>
              <a:gd name="T33" fmla="*/ 176 h 176"/>
              <a:gd name="T34" fmla="*/ 76 w 176"/>
              <a:gd name="T35" fmla="*/ 176 h 176"/>
              <a:gd name="T36" fmla="*/ 80 w 176"/>
              <a:gd name="T37" fmla="*/ 172 h 176"/>
              <a:gd name="T38" fmla="*/ 80 w 176"/>
              <a:gd name="T39" fmla="*/ 171 h 176"/>
              <a:gd name="T40" fmla="*/ 80 w 176"/>
              <a:gd name="T41" fmla="*/ 171 h 176"/>
              <a:gd name="T42" fmla="*/ 67 w 176"/>
              <a:gd name="T43" fmla="*/ 117 h 176"/>
              <a:gd name="T44" fmla="*/ 136 w 176"/>
              <a:gd name="T45" fmla="*/ 137 h 176"/>
              <a:gd name="T46" fmla="*/ 136 w 176"/>
              <a:gd name="T47" fmla="*/ 140 h 176"/>
              <a:gd name="T48" fmla="*/ 148 w 176"/>
              <a:gd name="T49" fmla="*/ 152 h 176"/>
              <a:gd name="T50" fmla="*/ 160 w 176"/>
              <a:gd name="T51" fmla="*/ 140 h 176"/>
              <a:gd name="T52" fmla="*/ 160 w 176"/>
              <a:gd name="T53" fmla="*/ 100 h 176"/>
              <a:gd name="T54" fmla="*/ 176 w 176"/>
              <a:gd name="T55" fmla="*/ 84 h 176"/>
              <a:gd name="T56" fmla="*/ 176 w 176"/>
              <a:gd name="T57" fmla="*/ 68 h 176"/>
              <a:gd name="T58" fmla="*/ 160 w 176"/>
              <a:gd name="T59" fmla="*/ 52 h 176"/>
              <a:gd name="T60" fmla="*/ 16 w 176"/>
              <a:gd name="T61" fmla="*/ 96 h 176"/>
              <a:gd name="T62" fmla="*/ 8 w 176"/>
              <a:gd name="T63" fmla="*/ 96 h 176"/>
              <a:gd name="T64" fmla="*/ 8 w 176"/>
              <a:gd name="T65" fmla="*/ 56 h 176"/>
              <a:gd name="T66" fmla="*/ 16 w 176"/>
              <a:gd name="T67" fmla="*/ 56 h 176"/>
              <a:gd name="T68" fmla="*/ 16 w 176"/>
              <a:gd name="T69" fmla="*/ 96 h 176"/>
              <a:gd name="T70" fmla="*/ 71 w 176"/>
              <a:gd name="T71" fmla="*/ 168 h 176"/>
              <a:gd name="T72" fmla="*/ 47 w 176"/>
              <a:gd name="T73" fmla="*/ 168 h 176"/>
              <a:gd name="T74" fmla="*/ 45 w 176"/>
              <a:gd name="T75" fmla="*/ 160 h 176"/>
              <a:gd name="T76" fmla="*/ 69 w 176"/>
              <a:gd name="T77" fmla="*/ 160 h 176"/>
              <a:gd name="T78" fmla="*/ 71 w 176"/>
              <a:gd name="T79" fmla="*/ 168 h 176"/>
              <a:gd name="T80" fmla="*/ 67 w 176"/>
              <a:gd name="T81" fmla="*/ 152 h 176"/>
              <a:gd name="T82" fmla="*/ 44 w 176"/>
              <a:gd name="T83" fmla="*/ 152 h 176"/>
              <a:gd name="T84" fmla="*/ 34 w 176"/>
              <a:gd name="T85" fmla="*/ 107 h 176"/>
              <a:gd name="T86" fmla="*/ 58 w 176"/>
              <a:gd name="T87" fmla="*/ 114 h 176"/>
              <a:gd name="T88" fmla="*/ 67 w 176"/>
              <a:gd name="T89" fmla="*/ 152 h 176"/>
              <a:gd name="T90" fmla="*/ 136 w 176"/>
              <a:gd name="T91" fmla="*/ 129 h 176"/>
              <a:gd name="T92" fmla="*/ 24 w 176"/>
              <a:gd name="T93" fmla="*/ 96 h 176"/>
              <a:gd name="T94" fmla="*/ 24 w 176"/>
              <a:gd name="T95" fmla="*/ 56 h 176"/>
              <a:gd name="T96" fmla="*/ 136 w 176"/>
              <a:gd name="T97" fmla="*/ 23 h 176"/>
              <a:gd name="T98" fmla="*/ 136 w 176"/>
              <a:gd name="T99" fmla="*/ 129 h 176"/>
              <a:gd name="T100" fmla="*/ 152 w 176"/>
              <a:gd name="T101" fmla="*/ 140 h 176"/>
              <a:gd name="T102" fmla="*/ 148 w 176"/>
              <a:gd name="T103" fmla="*/ 144 h 176"/>
              <a:gd name="T104" fmla="*/ 144 w 176"/>
              <a:gd name="T105" fmla="*/ 140 h 176"/>
              <a:gd name="T106" fmla="*/ 144 w 176"/>
              <a:gd name="T107" fmla="*/ 12 h 176"/>
              <a:gd name="T108" fmla="*/ 148 w 176"/>
              <a:gd name="T109" fmla="*/ 8 h 176"/>
              <a:gd name="T110" fmla="*/ 152 w 176"/>
              <a:gd name="T111" fmla="*/ 12 h 176"/>
              <a:gd name="T112" fmla="*/ 152 w 176"/>
              <a:gd name="T113" fmla="*/ 140 h 176"/>
              <a:gd name="T114" fmla="*/ 168 w 176"/>
              <a:gd name="T115" fmla="*/ 84 h 176"/>
              <a:gd name="T116" fmla="*/ 160 w 176"/>
              <a:gd name="T117" fmla="*/ 92 h 176"/>
              <a:gd name="T118" fmla="*/ 160 w 176"/>
              <a:gd name="T119" fmla="*/ 60 h 176"/>
              <a:gd name="T120" fmla="*/ 168 w 176"/>
              <a:gd name="T121" fmla="*/ 68 h 176"/>
              <a:gd name="T122" fmla="*/ 168 w 176"/>
              <a:gd name="T123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6">
                <a:moveTo>
                  <a:pt x="160" y="52"/>
                </a:move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ubicBezTo>
                  <a:pt x="141" y="0"/>
                  <a:pt x="136" y="5"/>
                  <a:pt x="136" y="12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20" y="49"/>
                  <a:pt x="20" y="49"/>
                  <a:pt x="20" y="49"/>
                </a:cubicBezTo>
                <a:cubicBezTo>
                  <a:pt x="19" y="48"/>
                  <a:pt x="17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0"/>
                  <a:pt x="4" y="104"/>
                  <a:pt x="8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7" y="104"/>
                  <a:pt x="19" y="104"/>
                  <a:pt x="20" y="103"/>
                </a:cubicBezTo>
                <a:cubicBezTo>
                  <a:pt x="25" y="104"/>
                  <a:pt x="25" y="104"/>
                  <a:pt x="25" y="104"/>
                </a:cubicBezTo>
                <a:cubicBezTo>
                  <a:pt x="40" y="173"/>
                  <a:pt x="40" y="173"/>
                  <a:pt x="40" y="173"/>
                </a:cubicBezTo>
                <a:cubicBezTo>
                  <a:pt x="40" y="173"/>
                  <a:pt x="40" y="173"/>
                  <a:pt x="40" y="173"/>
                </a:cubicBezTo>
                <a:cubicBezTo>
                  <a:pt x="41" y="175"/>
                  <a:pt x="42" y="176"/>
                  <a:pt x="44" y="176"/>
                </a:cubicBezTo>
                <a:cubicBezTo>
                  <a:pt x="76" y="176"/>
                  <a:pt x="76" y="176"/>
                  <a:pt x="76" y="176"/>
                </a:cubicBezTo>
                <a:cubicBezTo>
                  <a:pt x="78" y="176"/>
                  <a:pt x="80" y="174"/>
                  <a:pt x="80" y="172"/>
                </a:cubicBezTo>
                <a:cubicBezTo>
                  <a:pt x="80" y="172"/>
                  <a:pt x="80" y="171"/>
                  <a:pt x="80" y="171"/>
                </a:cubicBezTo>
                <a:cubicBezTo>
                  <a:pt x="80" y="171"/>
                  <a:pt x="80" y="171"/>
                  <a:pt x="80" y="171"/>
                </a:cubicBezTo>
                <a:cubicBezTo>
                  <a:pt x="67" y="117"/>
                  <a:pt x="67" y="117"/>
                  <a:pt x="67" y="117"/>
                </a:cubicBezTo>
                <a:cubicBezTo>
                  <a:pt x="136" y="137"/>
                  <a:pt x="136" y="137"/>
                  <a:pt x="136" y="137"/>
                </a:cubicBezTo>
                <a:cubicBezTo>
                  <a:pt x="136" y="140"/>
                  <a:pt x="136" y="140"/>
                  <a:pt x="136" y="140"/>
                </a:cubicBezTo>
                <a:cubicBezTo>
                  <a:pt x="136" y="147"/>
                  <a:pt x="141" y="152"/>
                  <a:pt x="148" y="152"/>
                </a:cubicBezTo>
                <a:cubicBezTo>
                  <a:pt x="155" y="152"/>
                  <a:pt x="160" y="147"/>
                  <a:pt x="160" y="140"/>
                </a:cubicBezTo>
                <a:cubicBezTo>
                  <a:pt x="160" y="100"/>
                  <a:pt x="160" y="100"/>
                  <a:pt x="160" y="100"/>
                </a:cubicBezTo>
                <a:cubicBezTo>
                  <a:pt x="169" y="100"/>
                  <a:pt x="176" y="93"/>
                  <a:pt x="176" y="8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59"/>
                  <a:pt x="169" y="52"/>
                  <a:pt x="160" y="52"/>
                </a:cubicBezTo>
                <a:moveTo>
                  <a:pt x="16" y="96"/>
                </a:moveTo>
                <a:cubicBezTo>
                  <a:pt x="8" y="96"/>
                  <a:pt x="8" y="96"/>
                  <a:pt x="8" y="96"/>
                </a:cubicBezTo>
                <a:cubicBezTo>
                  <a:pt x="8" y="56"/>
                  <a:pt x="8" y="56"/>
                  <a:pt x="8" y="56"/>
                </a:cubicBezTo>
                <a:cubicBezTo>
                  <a:pt x="16" y="56"/>
                  <a:pt x="16" y="56"/>
                  <a:pt x="16" y="56"/>
                </a:cubicBezTo>
                <a:lnTo>
                  <a:pt x="16" y="96"/>
                </a:lnTo>
                <a:close/>
                <a:moveTo>
                  <a:pt x="71" y="168"/>
                </a:moveTo>
                <a:cubicBezTo>
                  <a:pt x="47" y="168"/>
                  <a:pt x="47" y="168"/>
                  <a:pt x="47" y="168"/>
                </a:cubicBezTo>
                <a:cubicBezTo>
                  <a:pt x="45" y="160"/>
                  <a:pt x="45" y="160"/>
                  <a:pt x="45" y="160"/>
                </a:cubicBezTo>
                <a:cubicBezTo>
                  <a:pt x="69" y="160"/>
                  <a:pt x="69" y="160"/>
                  <a:pt x="69" y="160"/>
                </a:cubicBezTo>
                <a:lnTo>
                  <a:pt x="71" y="168"/>
                </a:lnTo>
                <a:close/>
                <a:moveTo>
                  <a:pt x="67" y="152"/>
                </a:moveTo>
                <a:cubicBezTo>
                  <a:pt x="44" y="152"/>
                  <a:pt x="44" y="152"/>
                  <a:pt x="44" y="152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58" y="114"/>
                  <a:pt x="58" y="114"/>
                  <a:pt x="58" y="114"/>
                </a:cubicBezTo>
                <a:lnTo>
                  <a:pt x="67" y="152"/>
                </a:lnTo>
                <a:close/>
                <a:moveTo>
                  <a:pt x="136" y="129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56"/>
                  <a:pt x="24" y="56"/>
                  <a:pt x="24" y="56"/>
                </a:cubicBezTo>
                <a:cubicBezTo>
                  <a:pt x="136" y="23"/>
                  <a:pt x="136" y="23"/>
                  <a:pt x="136" y="23"/>
                </a:cubicBezTo>
                <a:lnTo>
                  <a:pt x="136" y="129"/>
                </a:lnTo>
                <a:close/>
                <a:moveTo>
                  <a:pt x="152" y="140"/>
                </a:moveTo>
                <a:cubicBezTo>
                  <a:pt x="152" y="142"/>
                  <a:pt x="150" y="144"/>
                  <a:pt x="148" y="144"/>
                </a:cubicBezTo>
                <a:cubicBezTo>
                  <a:pt x="146" y="144"/>
                  <a:pt x="144" y="142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10"/>
                  <a:pt x="146" y="8"/>
                  <a:pt x="148" y="8"/>
                </a:cubicBezTo>
                <a:cubicBezTo>
                  <a:pt x="150" y="8"/>
                  <a:pt x="152" y="10"/>
                  <a:pt x="152" y="12"/>
                </a:cubicBezTo>
                <a:lnTo>
                  <a:pt x="152" y="140"/>
                </a:lnTo>
                <a:close/>
                <a:moveTo>
                  <a:pt x="168" y="84"/>
                </a:moveTo>
                <a:cubicBezTo>
                  <a:pt x="168" y="88"/>
                  <a:pt x="164" y="92"/>
                  <a:pt x="160" y="9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4" y="60"/>
                  <a:pt x="168" y="64"/>
                  <a:pt x="168" y="68"/>
                </a:cubicBezTo>
                <a:lnTo>
                  <a:pt x="168" y="8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225"/>
          <p:cNvSpPr>
            <a:spLocks noEditPoints="1"/>
          </p:cNvSpPr>
          <p:nvPr/>
        </p:nvSpPr>
        <p:spPr bwMode="auto">
          <a:xfrm>
            <a:off x="2960808" y="1095375"/>
            <a:ext cx="334275" cy="334275"/>
          </a:xfrm>
          <a:custGeom>
            <a:avLst/>
            <a:gdLst>
              <a:gd name="T0" fmla="*/ 152 w 176"/>
              <a:gd name="T1" fmla="*/ 12 h 176"/>
              <a:gd name="T2" fmla="*/ 128 w 176"/>
              <a:gd name="T3" fmla="*/ 12 h 176"/>
              <a:gd name="T4" fmla="*/ 67 w 176"/>
              <a:gd name="T5" fmla="*/ 33 h 176"/>
              <a:gd name="T6" fmla="*/ 0 w 176"/>
              <a:gd name="T7" fmla="*/ 48 h 176"/>
              <a:gd name="T8" fmla="*/ 8 w 176"/>
              <a:gd name="T9" fmla="*/ 112 h 176"/>
              <a:gd name="T10" fmla="*/ 48 w 176"/>
              <a:gd name="T11" fmla="*/ 173 h 176"/>
              <a:gd name="T12" fmla="*/ 52 w 176"/>
              <a:gd name="T13" fmla="*/ 176 h 176"/>
              <a:gd name="T14" fmla="*/ 88 w 176"/>
              <a:gd name="T15" fmla="*/ 172 h 176"/>
              <a:gd name="T16" fmla="*/ 88 w 176"/>
              <a:gd name="T17" fmla="*/ 171 h 176"/>
              <a:gd name="T18" fmla="*/ 128 w 176"/>
              <a:gd name="T19" fmla="*/ 137 h 176"/>
              <a:gd name="T20" fmla="*/ 140 w 176"/>
              <a:gd name="T21" fmla="*/ 152 h 176"/>
              <a:gd name="T22" fmla="*/ 152 w 176"/>
              <a:gd name="T23" fmla="*/ 100 h 176"/>
              <a:gd name="T24" fmla="*/ 152 w 176"/>
              <a:gd name="T25" fmla="*/ 52 h 176"/>
              <a:gd name="T26" fmla="*/ 8 w 176"/>
              <a:gd name="T27" fmla="*/ 88 h 176"/>
              <a:gd name="T28" fmla="*/ 32 w 176"/>
              <a:gd name="T29" fmla="*/ 84 h 176"/>
              <a:gd name="T30" fmla="*/ 8 w 176"/>
              <a:gd name="T31" fmla="*/ 80 h 176"/>
              <a:gd name="T32" fmla="*/ 20 w 176"/>
              <a:gd name="T33" fmla="*/ 72 h 176"/>
              <a:gd name="T34" fmla="*/ 20 w 176"/>
              <a:gd name="T35" fmla="*/ 64 h 176"/>
              <a:gd name="T36" fmla="*/ 8 w 176"/>
              <a:gd name="T37" fmla="*/ 48 h 176"/>
              <a:gd name="T38" fmla="*/ 64 w 176"/>
              <a:gd name="T39" fmla="*/ 110 h 176"/>
              <a:gd name="T40" fmla="*/ 52 w 176"/>
              <a:gd name="T41" fmla="*/ 152 h 176"/>
              <a:gd name="T42" fmla="*/ 67 w 176"/>
              <a:gd name="T43" fmla="*/ 119 h 176"/>
              <a:gd name="T44" fmla="*/ 75 w 176"/>
              <a:gd name="T45" fmla="*/ 152 h 176"/>
              <a:gd name="T46" fmla="*/ 77 w 176"/>
              <a:gd name="T47" fmla="*/ 160 h 176"/>
              <a:gd name="T48" fmla="*/ 55 w 176"/>
              <a:gd name="T49" fmla="*/ 168 h 176"/>
              <a:gd name="T50" fmla="*/ 77 w 176"/>
              <a:gd name="T51" fmla="*/ 160 h 176"/>
              <a:gd name="T52" fmla="*/ 72 w 176"/>
              <a:gd name="T53" fmla="*/ 112 h 176"/>
              <a:gd name="T54" fmla="*/ 128 w 176"/>
              <a:gd name="T55" fmla="*/ 23 h 176"/>
              <a:gd name="T56" fmla="*/ 144 w 176"/>
              <a:gd name="T57" fmla="*/ 140 h 176"/>
              <a:gd name="T58" fmla="*/ 136 w 176"/>
              <a:gd name="T59" fmla="*/ 140 h 176"/>
              <a:gd name="T60" fmla="*/ 140 w 176"/>
              <a:gd name="T61" fmla="*/ 8 h 176"/>
              <a:gd name="T62" fmla="*/ 144 w 176"/>
              <a:gd name="T63" fmla="*/ 140 h 176"/>
              <a:gd name="T64" fmla="*/ 152 w 176"/>
              <a:gd name="T65" fmla="*/ 60 h 176"/>
              <a:gd name="T66" fmla="*/ 152 w 176"/>
              <a:gd name="T67" fmla="*/ 9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76">
                <a:moveTo>
                  <a:pt x="152" y="52"/>
                </a:moveTo>
                <a:cubicBezTo>
                  <a:pt x="152" y="12"/>
                  <a:pt x="152" y="12"/>
                  <a:pt x="152" y="12"/>
                </a:cubicBezTo>
                <a:cubicBezTo>
                  <a:pt x="152" y="5"/>
                  <a:pt x="147" y="0"/>
                  <a:pt x="140" y="0"/>
                </a:cubicBezTo>
                <a:cubicBezTo>
                  <a:pt x="133" y="0"/>
                  <a:pt x="128" y="5"/>
                  <a:pt x="128" y="12"/>
                </a:cubicBezTo>
                <a:cubicBezTo>
                  <a:pt x="128" y="15"/>
                  <a:pt x="128" y="15"/>
                  <a:pt x="128" y="15"/>
                </a:cubicBezTo>
                <a:cubicBezTo>
                  <a:pt x="67" y="33"/>
                  <a:pt x="67" y="33"/>
                  <a:pt x="67" y="33"/>
                </a:cubicBezTo>
                <a:cubicBezTo>
                  <a:pt x="8" y="40"/>
                  <a:pt x="8" y="40"/>
                  <a:pt x="8" y="40"/>
                </a:cubicBezTo>
                <a:cubicBezTo>
                  <a:pt x="4" y="40"/>
                  <a:pt x="0" y="44"/>
                  <a:pt x="0" y="48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48" y="173"/>
                  <a:pt x="48" y="173"/>
                  <a:pt x="48" y="173"/>
                </a:cubicBezTo>
                <a:cubicBezTo>
                  <a:pt x="48" y="173"/>
                  <a:pt x="48" y="173"/>
                  <a:pt x="48" y="173"/>
                </a:cubicBezTo>
                <a:cubicBezTo>
                  <a:pt x="49" y="175"/>
                  <a:pt x="50" y="176"/>
                  <a:pt x="52" y="176"/>
                </a:cubicBezTo>
                <a:cubicBezTo>
                  <a:pt x="84" y="176"/>
                  <a:pt x="84" y="176"/>
                  <a:pt x="84" y="176"/>
                </a:cubicBezTo>
                <a:cubicBezTo>
                  <a:pt x="86" y="176"/>
                  <a:pt x="88" y="174"/>
                  <a:pt x="88" y="172"/>
                </a:cubicBezTo>
                <a:cubicBezTo>
                  <a:pt x="88" y="172"/>
                  <a:pt x="88" y="171"/>
                  <a:pt x="88" y="171"/>
                </a:cubicBezTo>
                <a:cubicBezTo>
                  <a:pt x="88" y="171"/>
                  <a:pt x="88" y="171"/>
                  <a:pt x="88" y="171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128" y="137"/>
                  <a:pt x="128" y="137"/>
                  <a:pt x="128" y="137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47"/>
                  <a:pt x="133" y="152"/>
                  <a:pt x="140" y="152"/>
                </a:cubicBezTo>
                <a:cubicBezTo>
                  <a:pt x="147" y="152"/>
                  <a:pt x="152" y="147"/>
                  <a:pt x="152" y="140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65" y="100"/>
                  <a:pt x="176" y="89"/>
                  <a:pt x="176" y="76"/>
                </a:cubicBezTo>
                <a:cubicBezTo>
                  <a:pt x="176" y="63"/>
                  <a:pt x="165" y="52"/>
                  <a:pt x="152" y="52"/>
                </a:cubicBezTo>
                <a:moveTo>
                  <a:pt x="8" y="104"/>
                </a:moveTo>
                <a:cubicBezTo>
                  <a:pt x="8" y="88"/>
                  <a:pt x="8" y="88"/>
                  <a:pt x="8" y="88"/>
                </a:cubicBezTo>
                <a:cubicBezTo>
                  <a:pt x="28" y="88"/>
                  <a:pt x="28" y="88"/>
                  <a:pt x="28" y="88"/>
                </a:cubicBezTo>
                <a:cubicBezTo>
                  <a:pt x="30" y="88"/>
                  <a:pt x="32" y="86"/>
                  <a:pt x="32" y="84"/>
                </a:cubicBezTo>
                <a:cubicBezTo>
                  <a:pt x="32" y="82"/>
                  <a:pt x="30" y="80"/>
                  <a:pt x="28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20" y="72"/>
                  <a:pt x="20" y="72"/>
                  <a:pt x="20" y="72"/>
                </a:cubicBezTo>
                <a:cubicBezTo>
                  <a:pt x="22" y="72"/>
                  <a:pt x="24" y="70"/>
                  <a:pt x="24" y="68"/>
                </a:cubicBezTo>
                <a:cubicBezTo>
                  <a:pt x="24" y="66"/>
                  <a:pt x="22" y="64"/>
                  <a:pt x="20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48"/>
                  <a:pt x="8" y="48"/>
                  <a:pt x="8" y="48"/>
                </a:cubicBezTo>
                <a:cubicBezTo>
                  <a:pt x="64" y="42"/>
                  <a:pt x="64" y="42"/>
                  <a:pt x="64" y="42"/>
                </a:cubicBezTo>
                <a:cubicBezTo>
                  <a:pt x="64" y="110"/>
                  <a:pt x="64" y="110"/>
                  <a:pt x="64" y="110"/>
                </a:cubicBezTo>
                <a:lnTo>
                  <a:pt x="8" y="104"/>
                </a:lnTo>
                <a:close/>
                <a:moveTo>
                  <a:pt x="52" y="152"/>
                </a:moveTo>
                <a:cubicBezTo>
                  <a:pt x="44" y="116"/>
                  <a:pt x="44" y="116"/>
                  <a:pt x="44" y="116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75" y="152"/>
                  <a:pt x="75" y="152"/>
                  <a:pt x="75" y="152"/>
                </a:cubicBezTo>
                <a:lnTo>
                  <a:pt x="52" y="152"/>
                </a:lnTo>
                <a:close/>
                <a:moveTo>
                  <a:pt x="77" y="160"/>
                </a:moveTo>
                <a:cubicBezTo>
                  <a:pt x="79" y="168"/>
                  <a:pt x="79" y="168"/>
                  <a:pt x="79" y="168"/>
                </a:cubicBezTo>
                <a:cubicBezTo>
                  <a:pt x="55" y="168"/>
                  <a:pt x="55" y="168"/>
                  <a:pt x="55" y="168"/>
                </a:cubicBezTo>
                <a:cubicBezTo>
                  <a:pt x="53" y="160"/>
                  <a:pt x="53" y="160"/>
                  <a:pt x="53" y="160"/>
                </a:cubicBezTo>
                <a:lnTo>
                  <a:pt x="77" y="160"/>
                </a:lnTo>
                <a:close/>
                <a:moveTo>
                  <a:pt x="128" y="129"/>
                </a:moveTo>
                <a:cubicBezTo>
                  <a:pt x="72" y="112"/>
                  <a:pt x="72" y="112"/>
                  <a:pt x="72" y="112"/>
                </a:cubicBezTo>
                <a:cubicBezTo>
                  <a:pt x="72" y="40"/>
                  <a:pt x="72" y="40"/>
                  <a:pt x="72" y="40"/>
                </a:cubicBezTo>
                <a:cubicBezTo>
                  <a:pt x="128" y="23"/>
                  <a:pt x="128" y="23"/>
                  <a:pt x="128" y="23"/>
                </a:cubicBezTo>
                <a:lnTo>
                  <a:pt x="128" y="129"/>
                </a:lnTo>
                <a:close/>
                <a:moveTo>
                  <a:pt x="144" y="140"/>
                </a:moveTo>
                <a:cubicBezTo>
                  <a:pt x="144" y="142"/>
                  <a:pt x="142" y="144"/>
                  <a:pt x="140" y="144"/>
                </a:cubicBezTo>
                <a:cubicBezTo>
                  <a:pt x="138" y="144"/>
                  <a:pt x="136" y="142"/>
                  <a:pt x="136" y="140"/>
                </a:cubicBezTo>
                <a:cubicBezTo>
                  <a:pt x="136" y="12"/>
                  <a:pt x="136" y="12"/>
                  <a:pt x="136" y="12"/>
                </a:cubicBezTo>
                <a:cubicBezTo>
                  <a:pt x="136" y="10"/>
                  <a:pt x="138" y="8"/>
                  <a:pt x="140" y="8"/>
                </a:cubicBezTo>
                <a:cubicBezTo>
                  <a:pt x="142" y="8"/>
                  <a:pt x="144" y="10"/>
                  <a:pt x="144" y="12"/>
                </a:cubicBezTo>
                <a:lnTo>
                  <a:pt x="144" y="140"/>
                </a:lnTo>
                <a:close/>
                <a:moveTo>
                  <a:pt x="152" y="92"/>
                </a:moveTo>
                <a:cubicBezTo>
                  <a:pt x="152" y="60"/>
                  <a:pt x="152" y="60"/>
                  <a:pt x="152" y="60"/>
                </a:cubicBezTo>
                <a:cubicBezTo>
                  <a:pt x="161" y="60"/>
                  <a:pt x="168" y="67"/>
                  <a:pt x="168" y="76"/>
                </a:cubicBezTo>
                <a:cubicBezTo>
                  <a:pt x="168" y="85"/>
                  <a:pt x="161" y="92"/>
                  <a:pt x="152" y="9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226"/>
          <p:cNvSpPr>
            <a:spLocks noEditPoints="1"/>
          </p:cNvSpPr>
          <p:nvPr/>
        </p:nvSpPr>
        <p:spPr bwMode="auto">
          <a:xfrm>
            <a:off x="3600149" y="1109979"/>
            <a:ext cx="334275" cy="303444"/>
          </a:xfrm>
          <a:custGeom>
            <a:avLst/>
            <a:gdLst>
              <a:gd name="T0" fmla="*/ 160 w 176"/>
              <a:gd name="T1" fmla="*/ 56 h 160"/>
              <a:gd name="T2" fmla="*/ 160 w 176"/>
              <a:gd name="T3" fmla="*/ 12 h 160"/>
              <a:gd name="T4" fmla="*/ 148 w 176"/>
              <a:gd name="T5" fmla="*/ 0 h 160"/>
              <a:gd name="T6" fmla="*/ 136 w 176"/>
              <a:gd name="T7" fmla="*/ 12 h 160"/>
              <a:gd name="T8" fmla="*/ 136 w 176"/>
              <a:gd name="T9" fmla="*/ 15 h 160"/>
              <a:gd name="T10" fmla="*/ 20 w 176"/>
              <a:gd name="T11" fmla="*/ 53 h 160"/>
              <a:gd name="T12" fmla="*/ 16 w 176"/>
              <a:gd name="T13" fmla="*/ 52 h 160"/>
              <a:gd name="T14" fmla="*/ 8 w 176"/>
              <a:gd name="T15" fmla="*/ 52 h 160"/>
              <a:gd name="T16" fmla="*/ 0 w 176"/>
              <a:gd name="T17" fmla="*/ 60 h 160"/>
              <a:gd name="T18" fmla="*/ 0 w 176"/>
              <a:gd name="T19" fmla="*/ 100 h 160"/>
              <a:gd name="T20" fmla="*/ 8 w 176"/>
              <a:gd name="T21" fmla="*/ 108 h 160"/>
              <a:gd name="T22" fmla="*/ 16 w 176"/>
              <a:gd name="T23" fmla="*/ 108 h 160"/>
              <a:gd name="T24" fmla="*/ 20 w 176"/>
              <a:gd name="T25" fmla="*/ 107 h 160"/>
              <a:gd name="T26" fmla="*/ 38 w 176"/>
              <a:gd name="T27" fmla="*/ 113 h 160"/>
              <a:gd name="T28" fmla="*/ 37 w 176"/>
              <a:gd name="T29" fmla="*/ 118 h 160"/>
              <a:gd name="T30" fmla="*/ 47 w 176"/>
              <a:gd name="T31" fmla="*/ 138 h 160"/>
              <a:gd name="T32" fmla="*/ 89 w 176"/>
              <a:gd name="T33" fmla="*/ 152 h 160"/>
              <a:gd name="T34" fmla="*/ 109 w 176"/>
              <a:gd name="T35" fmla="*/ 141 h 160"/>
              <a:gd name="T36" fmla="*/ 111 w 176"/>
              <a:gd name="T37" fmla="*/ 137 h 160"/>
              <a:gd name="T38" fmla="*/ 136 w 176"/>
              <a:gd name="T39" fmla="*/ 145 h 160"/>
              <a:gd name="T40" fmla="*/ 136 w 176"/>
              <a:gd name="T41" fmla="*/ 148 h 160"/>
              <a:gd name="T42" fmla="*/ 148 w 176"/>
              <a:gd name="T43" fmla="*/ 160 h 160"/>
              <a:gd name="T44" fmla="*/ 160 w 176"/>
              <a:gd name="T45" fmla="*/ 148 h 160"/>
              <a:gd name="T46" fmla="*/ 160 w 176"/>
              <a:gd name="T47" fmla="*/ 104 h 160"/>
              <a:gd name="T48" fmla="*/ 176 w 176"/>
              <a:gd name="T49" fmla="*/ 88 h 160"/>
              <a:gd name="T50" fmla="*/ 176 w 176"/>
              <a:gd name="T51" fmla="*/ 72 h 160"/>
              <a:gd name="T52" fmla="*/ 160 w 176"/>
              <a:gd name="T53" fmla="*/ 56 h 160"/>
              <a:gd name="T54" fmla="*/ 16 w 176"/>
              <a:gd name="T55" fmla="*/ 100 h 160"/>
              <a:gd name="T56" fmla="*/ 8 w 176"/>
              <a:gd name="T57" fmla="*/ 100 h 160"/>
              <a:gd name="T58" fmla="*/ 8 w 176"/>
              <a:gd name="T59" fmla="*/ 60 h 160"/>
              <a:gd name="T60" fmla="*/ 16 w 176"/>
              <a:gd name="T61" fmla="*/ 60 h 160"/>
              <a:gd name="T62" fmla="*/ 16 w 176"/>
              <a:gd name="T63" fmla="*/ 100 h 160"/>
              <a:gd name="T64" fmla="*/ 102 w 176"/>
              <a:gd name="T65" fmla="*/ 139 h 160"/>
              <a:gd name="T66" fmla="*/ 92 w 176"/>
              <a:gd name="T67" fmla="*/ 144 h 160"/>
              <a:gd name="T68" fmla="*/ 50 w 176"/>
              <a:gd name="T69" fmla="*/ 131 h 160"/>
              <a:gd name="T70" fmla="*/ 45 w 176"/>
              <a:gd name="T71" fmla="*/ 121 h 160"/>
              <a:gd name="T72" fmla="*/ 46 w 176"/>
              <a:gd name="T73" fmla="*/ 116 h 160"/>
              <a:gd name="T74" fmla="*/ 103 w 176"/>
              <a:gd name="T75" fmla="*/ 134 h 160"/>
              <a:gd name="T76" fmla="*/ 102 w 176"/>
              <a:gd name="T77" fmla="*/ 139 h 160"/>
              <a:gd name="T78" fmla="*/ 136 w 176"/>
              <a:gd name="T79" fmla="*/ 136 h 160"/>
              <a:gd name="T80" fmla="*/ 24 w 176"/>
              <a:gd name="T81" fmla="*/ 100 h 160"/>
              <a:gd name="T82" fmla="*/ 24 w 176"/>
              <a:gd name="T83" fmla="*/ 100 h 160"/>
              <a:gd name="T84" fmla="*/ 24 w 176"/>
              <a:gd name="T85" fmla="*/ 60 h 160"/>
              <a:gd name="T86" fmla="*/ 24 w 176"/>
              <a:gd name="T87" fmla="*/ 60 h 160"/>
              <a:gd name="T88" fmla="*/ 136 w 176"/>
              <a:gd name="T89" fmla="*/ 24 h 160"/>
              <a:gd name="T90" fmla="*/ 136 w 176"/>
              <a:gd name="T91" fmla="*/ 136 h 160"/>
              <a:gd name="T92" fmla="*/ 152 w 176"/>
              <a:gd name="T93" fmla="*/ 148 h 160"/>
              <a:gd name="T94" fmla="*/ 148 w 176"/>
              <a:gd name="T95" fmla="*/ 152 h 160"/>
              <a:gd name="T96" fmla="*/ 144 w 176"/>
              <a:gd name="T97" fmla="*/ 148 h 160"/>
              <a:gd name="T98" fmla="*/ 144 w 176"/>
              <a:gd name="T99" fmla="*/ 12 h 160"/>
              <a:gd name="T100" fmla="*/ 148 w 176"/>
              <a:gd name="T101" fmla="*/ 8 h 160"/>
              <a:gd name="T102" fmla="*/ 152 w 176"/>
              <a:gd name="T103" fmla="*/ 12 h 160"/>
              <a:gd name="T104" fmla="*/ 152 w 176"/>
              <a:gd name="T105" fmla="*/ 148 h 160"/>
              <a:gd name="T106" fmla="*/ 168 w 176"/>
              <a:gd name="T107" fmla="*/ 88 h 160"/>
              <a:gd name="T108" fmla="*/ 160 w 176"/>
              <a:gd name="T109" fmla="*/ 96 h 160"/>
              <a:gd name="T110" fmla="*/ 160 w 176"/>
              <a:gd name="T111" fmla="*/ 64 h 160"/>
              <a:gd name="T112" fmla="*/ 168 w 176"/>
              <a:gd name="T113" fmla="*/ 72 h 160"/>
              <a:gd name="T114" fmla="*/ 168 w 176"/>
              <a:gd name="T115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60">
                <a:moveTo>
                  <a:pt x="160" y="56"/>
                </a:move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ubicBezTo>
                  <a:pt x="141" y="0"/>
                  <a:pt x="136" y="5"/>
                  <a:pt x="136" y="12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20" y="53"/>
                  <a:pt x="20" y="53"/>
                  <a:pt x="20" y="53"/>
                </a:cubicBezTo>
                <a:cubicBezTo>
                  <a:pt x="19" y="52"/>
                  <a:pt x="17" y="52"/>
                  <a:pt x="16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4" y="52"/>
                  <a:pt x="0" y="56"/>
                  <a:pt x="0" y="6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4"/>
                  <a:pt x="4" y="108"/>
                  <a:pt x="8" y="108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17" y="108"/>
                  <a:pt x="19" y="108"/>
                  <a:pt x="20" y="107"/>
                </a:cubicBezTo>
                <a:cubicBezTo>
                  <a:pt x="38" y="113"/>
                  <a:pt x="38" y="113"/>
                  <a:pt x="38" y="113"/>
                </a:cubicBezTo>
                <a:cubicBezTo>
                  <a:pt x="37" y="118"/>
                  <a:pt x="37" y="118"/>
                  <a:pt x="37" y="118"/>
                </a:cubicBezTo>
                <a:cubicBezTo>
                  <a:pt x="34" y="126"/>
                  <a:pt x="39" y="135"/>
                  <a:pt x="47" y="138"/>
                </a:cubicBezTo>
                <a:cubicBezTo>
                  <a:pt x="89" y="152"/>
                  <a:pt x="89" y="152"/>
                  <a:pt x="89" y="152"/>
                </a:cubicBezTo>
                <a:cubicBezTo>
                  <a:pt x="98" y="154"/>
                  <a:pt x="107" y="150"/>
                  <a:pt x="109" y="141"/>
                </a:cubicBezTo>
                <a:cubicBezTo>
                  <a:pt x="111" y="137"/>
                  <a:pt x="111" y="137"/>
                  <a:pt x="111" y="137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36" y="148"/>
                  <a:pt x="136" y="148"/>
                  <a:pt x="136" y="148"/>
                </a:cubicBezTo>
                <a:cubicBezTo>
                  <a:pt x="136" y="155"/>
                  <a:pt x="141" y="160"/>
                  <a:pt x="148" y="160"/>
                </a:cubicBezTo>
                <a:cubicBezTo>
                  <a:pt x="155" y="160"/>
                  <a:pt x="160" y="155"/>
                  <a:pt x="160" y="148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9" y="104"/>
                  <a:pt x="176" y="97"/>
                  <a:pt x="176" y="8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3"/>
                  <a:pt x="169" y="56"/>
                  <a:pt x="160" y="56"/>
                </a:cubicBezTo>
                <a:moveTo>
                  <a:pt x="16" y="100"/>
                </a:moveTo>
                <a:cubicBezTo>
                  <a:pt x="8" y="100"/>
                  <a:pt x="8" y="100"/>
                  <a:pt x="8" y="100"/>
                </a:cubicBezTo>
                <a:cubicBezTo>
                  <a:pt x="8" y="60"/>
                  <a:pt x="8" y="60"/>
                  <a:pt x="8" y="60"/>
                </a:cubicBezTo>
                <a:cubicBezTo>
                  <a:pt x="16" y="60"/>
                  <a:pt x="16" y="60"/>
                  <a:pt x="16" y="60"/>
                </a:cubicBezTo>
                <a:lnTo>
                  <a:pt x="16" y="100"/>
                </a:lnTo>
                <a:close/>
                <a:moveTo>
                  <a:pt x="102" y="139"/>
                </a:moveTo>
                <a:cubicBezTo>
                  <a:pt x="100" y="143"/>
                  <a:pt x="96" y="145"/>
                  <a:pt x="92" y="144"/>
                </a:cubicBezTo>
                <a:cubicBezTo>
                  <a:pt x="50" y="131"/>
                  <a:pt x="50" y="131"/>
                  <a:pt x="50" y="131"/>
                </a:cubicBezTo>
                <a:cubicBezTo>
                  <a:pt x="46" y="129"/>
                  <a:pt x="43" y="125"/>
                  <a:pt x="45" y="121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103" y="134"/>
                  <a:pt x="103" y="134"/>
                  <a:pt x="103" y="134"/>
                </a:cubicBezTo>
                <a:lnTo>
                  <a:pt x="102" y="139"/>
                </a:lnTo>
                <a:close/>
                <a:moveTo>
                  <a:pt x="136" y="136"/>
                </a:moveTo>
                <a:cubicBezTo>
                  <a:pt x="24" y="100"/>
                  <a:pt x="24" y="100"/>
                  <a:pt x="24" y="100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0"/>
                  <a:pt x="24" y="60"/>
                  <a:pt x="24" y="60"/>
                </a:cubicBezTo>
                <a:cubicBezTo>
                  <a:pt x="136" y="24"/>
                  <a:pt x="136" y="24"/>
                  <a:pt x="136" y="24"/>
                </a:cubicBezTo>
                <a:lnTo>
                  <a:pt x="136" y="136"/>
                </a:lnTo>
                <a:close/>
                <a:moveTo>
                  <a:pt x="152" y="148"/>
                </a:moveTo>
                <a:cubicBezTo>
                  <a:pt x="152" y="150"/>
                  <a:pt x="150" y="152"/>
                  <a:pt x="148" y="152"/>
                </a:cubicBezTo>
                <a:cubicBezTo>
                  <a:pt x="146" y="152"/>
                  <a:pt x="144" y="150"/>
                  <a:pt x="144" y="148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10"/>
                  <a:pt x="146" y="8"/>
                  <a:pt x="148" y="8"/>
                </a:cubicBezTo>
                <a:cubicBezTo>
                  <a:pt x="150" y="8"/>
                  <a:pt x="152" y="10"/>
                  <a:pt x="152" y="12"/>
                </a:cubicBezTo>
                <a:lnTo>
                  <a:pt x="152" y="148"/>
                </a:lnTo>
                <a:close/>
                <a:moveTo>
                  <a:pt x="168" y="88"/>
                </a:moveTo>
                <a:cubicBezTo>
                  <a:pt x="168" y="92"/>
                  <a:pt x="164" y="96"/>
                  <a:pt x="160" y="96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4" y="64"/>
                  <a:pt x="168" y="68"/>
                  <a:pt x="168" y="72"/>
                </a:cubicBezTo>
                <a:lnTo>
                  <a:pt x="168" y="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227"/>
          <p:cNvSpPr>
            <a:spLocks noEditPoints="1"/>
          </p:cNvSpPr>
          <p:nvPr/>
        </p:nvSpPr>
        <p:spPr bwMode="auto">
          <a:xfrm>
            <a:off x="4314134" y="1095375"/>
            <a:ext cx="183364" cy="334275"/>
          </a:xfrm>
          <a:custGeom>
            <a:avLst/>
            <a:gdLst>
              <a:gd name="T0" fmla="*/ 95 w 96"/>
              <a:gd name="T1" fmla="*/ 129 h 176"/>
              <a:gd name="T2" fmla="*/ 95 w 96"/>
              <a:gd name="T3" fmla="*/ 129 h 176"/>
              <a:gd name="T4" fmla="*/ 95 w 96"/>
              <a:gd name="T5" fmla="*/ 129 h 176"/>
              <a:gd name="T6" fmla="*/ 56 w 96"/>
              <a:gd name="T7" fmla="*/ 90 h 176"/>
              <a:gd name="T8" fmla="*/ 56 w 96"/>
              <a:gd name="T9" fmla="*/ 86 h 176"/>
              <a:gd name="T10" fmla="*/ 95 w 96"/>
              <a:gd name="T11" fmla="*/ 47 h 176"/>
              <a:gd name="T12" fmla="*/ 95 w 96"/>
              <a:gd name="T13" fmla="*/ 47 h 176"/>
              <a:gd name="T14" fmla="*/ 95 w 96"/>
              <a:gd name="T15" fmla="*/ 47 h 176"/>
              <a:gd name="T16" fmla="*/ 95 w 96"/>
              <a:gd name="T17" fmla="*/ 47 h 176"/>
              <a:gd name="T18" fmla="*/ 96 w 96"/>
              <a:gd name="T19" fmla="*/ 44 h 176"/>
              <a:gd name="T20" fmla="*/ 95 w 96"/>
              <a:gd name="T21" fmla="*/ 41 h 176"/>
              <a:gd name="T22" fmla="*/ 55 w 96"/>
              <a:gd name="T23" fmla="*/ 1 h 176"/>
              <a:gd name="T24" fmla="*/ 52 w 96"/>
              <a:gd name="T25" fmla="*/ 0 h 176"/>
              <a:gd name="T26" fmla="*/ 48 w 96"/>
              <a:gd name="T27" fmla="*/ 4 h 176"/>
              <a:gd name="T28" fmla="*/ 48 w 96"/>
              <a:gd name="T29" fmla="*/ 82 h 176"/>
              <a:gd name="T30" fmla="*/ 7 w 96"/>
              <a:gd name="T31" fmla="*/ 41 h 176"/>
              <a:gd name="T32" fmla="*/ 7 w 96"/>
              <a:gd name="T33" fmla="*/ 41 h 176"/>
              <a:gd name="T34" fmla="*/ 4 w 96"/>
              <a:gd name="T35" fmla="*/ 40 h 176"/>
              <a:gd name="T36" fmla="*/ 0 w 96"/>
              <a:gd name="T37" fmla="*/ 44 h 176"/>
              <a:gd name="T38" fmla="*/ 1 w 96"/>
              <a:gd name="T39" fmla="*/ 47 h 176"/>
              <a:gd name="T40" fmla="*/ 1 w 96"/>
              <a:gd name="T41" fmla="*/ 47 h 176"/>
              <a:gd name="T42" fmla="*/ 1 w 96"/>
              <a:gd name="T43" fmla="*/ 47 h 176"/>
              <a:gd name="T44" fmla="*/ 1 w 96"/>
              <a:gd name="T45" fmla="*/ 47 h 176"/>
              <a:gd name="T46" fmla="*/ 42 w 96"/>
              <a:gd name="T47" fmla="*/ 88 h 176"/>
              <a:gd name="T48" fmla="*/ 1 w 96"/>
              <a:gd name="T49" fmla="*/ 129 h 176"/>
              <a:gd name="T50" fmla="*/ 1 w 96"/>
              <a:gd name="T51" fmla="*/ 129 h 176"/>
              <a:gd name="T52" fmla="*/ 1 w 96"/>
              <a:gd name="T53" fmla="*/ 129 h 176"/>
              <a:gd name="T54" fmla="*/ 1 w 96"/>
              <a:gd name="T55" fmla="*/ 129 h 176"/>
              <a:gd name="T56" fmla="*/ 0 w 96"/>
              <a:gd name="T57" fmla="*/ 132 h 176"/>
              <a:gd name="T58" fmla="*/ 4 w 96"/>
              <a:gd name="T59" fmla="*/ 136 h 176"/>
              <a:gd name="T60" fmla="*/ 7 w 96"/>
              <a:gd name="T61" fmla="*/ 135 h 176"/>
              <a:gd name="T62" fmla="*/ 7 w 96"/>
              <a:gd name="T63" fmla="*/ 135 h 176"/>
              <a:gd name="T64" fmla="*/ 48 w 96"/>
              <a:gd name="T65" fmla="*/ 94 h 176"/>
              <a:gd name="T66" fmla="*/ 48 w 96"/>
              <a:gd name="T67" fmla="*/ 172 h 176"/>
              <a:gd name="T68" fmla="*/ 52 w 96"/>
              <a:gd name="T69" fmla="*/ 176 h 176"/>
              <a:gd name="T70" fmla="*/ 55 w 96"/>
              <a:gd name="T71" fmla="*/ 175 h 176"/>
              <a:gd name="T72" fmla="*/ 95 w 96"/>
              <a:gd name="T73" fmla="*/ 135 h 176"/>
              <a:gd name="T74" fmla="*/ 96 w 96"/>
              <a:gd name="T75" fmla="*/ 132 h 176"/>
              <a:gd name="T76" fmla="*/ 95 w 96"/>
              <a:gd name="T77" fmla="*/ 129 h 176"/>
              <a:gd name="T78" fmla="*/ 56 w 96"/>
              <a:gd name="T79" fmla="*/ 14 h 176"/>
              <a:gd name="T80" fmla="*/ 86 w 96"/>
              <a:gd name="T81" fmla="*/ 44 h 176"/>
              <a:gd name="T82" fmla="*/ 56 w 96"/>
              <a:gd name="T83" fmla="*/ 74 h 176"/>
              <a:gd name="T84" fmla="*/ 56 w 96"/>
              <a:gd name="T85" fmla="*/ 14 h 176"/>
              <a:gd name="T86" fmla="*/ 56 w 96"/>
              <a:gd name="T87" fmla="*/ 162 h 176"/>
              <a:gd name="T88" fmla="*/ 56 w 96"/>
              <a:gd name="T89" fmla="*/ 102 h 176"/>
              <a:gd name="T90" fmla="*/ 86 w 96"/>
              <a:gd name="T91" fmla="*/ 132 h 176"/>
              <a:gd name="T92" fmla="*/ 56 w 96"/>
              <a:gd name="T93" fmla="*/ 16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6" h="176">
                <a:moveTo>
                  <a:pt x="95" y="129"/>
                </a:moveTo>
                <a:cubicBezTo>
                  <a:pt x="95" y="129"/>
                  <a:pt x="95" y="129"/>
                  <a:pt x="95" y="129"/>
                </a:cubicBezTo>
                <a:cubicBezTo>
                  <a:pt x="95" y="129"/>
                  <a:pt x="95" y="129"/>
                  <a:pt x="95" y="129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86"/>
                  <a:pt x="56" y="86"/>
                  <a:pt x="56" y="86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6" y="46"/>
                  <a:pt x="96" y="45"/>
                  <a:pt x="96" y="44"/>
                </a:cubicBezTo>
                <a:cubicBezTo>
                  <a:pt x="96" y="43"/>
                  <a:pt x="96" y="42"/>
                  <a:pt x="95" y="41"/>
                </a:cubicBezTo>
                <a:cubicBezTo>
                  <a:pt x="55" y="1"/>
                  <a:pt x="55" y="1"/>
                  <a:pt x="55" y="1"/>
                </a:cubicBezTo>
                <a:cubicBezTo>
                  <a:pt x="54" y="0"/>
                  <a:pt x="53" y="0"/>
                  <a:pt x="52" y="0"/>
                </a:cubicBezTo>
                <a:cubicBezTo>
                  <a:pt x="50" y="0"/>
                  <a:pt x="48" y="2"/>
                  <a:pt x="48" y="4"/>
                </a:cubicBezTo>
                <a:cubicBezTo>
                  <a:pt x="48" y="82"/>
                  <a:pt x="48" y="82"/>
                  <a:pt x="48" y="82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6" y="40"/>
                  <a:pt x="5" y="40"/>
                  <a:pt x="4" y="40"/>
                </a:cubicBezTo>
                <a:cubicBezTo>
                  <a:pt x="2" y="40"/>
                  <a:pt x="0" y="42"/>
                  <a:pt x="0" y="44"/>
                </a:cubicBezTo>
                <a:cubicBezTo>
                  <a:pt x="0" y="45"/>
                  <a:pt x="0" y="46"/>
                  <a:pt x="1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42" y="88"/>
                  <a:pt x="42" y="88"/>
                  <a:pt x="42" y="88"/>
                </a:cubicBezTo>
                <a:cubicBezTo>
                  <a:pt x="1" y="129"/>
                  <a:pt x="1" y="129"/>
                  <a:pt x="1" y="129"/>
                </a:cubicBezTo>
                <a:cubicBezTo>
                  <a:pt x="1" y="129"/>
                  <a:pt x="1" y="129"/>
                  <a:pt x="1" y="129"/>
                </a:cubicBezTo>
                <a:cubicBezTo>
                  <a:pt x="1" y="129"/>
                  <a:pt x="1" y="129"/>
                  <a:pt x="1" y="129"/>
                </a:cubicBezTo>
                <a:cubicBezTo>
                  <a:pt x="1" y="129"/>
                  <a:pt x="1" y="129"/>
                  <a:pt x="1" y="129"/>
                </a:cubicBezTo>
                <a:cubicBezTo>
                  <a:pt x="0" y="130"/>
                  <a:pt x="0" y="131"/>
                  <a:pt x="0" y="132"/>
                </a:cubicBezTo>
                <a:cubicBezTo>
                  <a:pt x="0" y="134"/>
                  <a:pt x="2" y="136"/>
                  <a:pt x="4" y="136"/>
                </a:cubicBezTo>
                <a:cubicBezTo>
                  <a:pt x="5" y="136"/>
                  <a:pt x="6" y="136"/>
                  <a:pt x="7" y="135"/>
                </a:cubicBezTo>
                <a:cubicBezTo>
                  <a:pt x="7" y="135"/>
                  <a:pt x="7" y="135"/>
                  <a:pt x="7" y="135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48" y="174"/>
                  <a:pt x="50" y="176"/>
                  <a:pt x="52" y="176"/>
                </a:cubicBezTo>
                <a:cubicBezTo>
                  <a:pt x="53" y="176"/>
                  <a:pt x="54" y="176"/>
                  <a:pt x="55" y="175"/>
                </a:cubicBezTo>
                <a:cubicBezTo>
                  <a:pt x="95" y="135"/>
                  <a:pt x="95" y="135"/>
                  <a:pt x="95" y="135"/>
                </a:cubicBezTo>
                <a:cubicBezTo>
                  <a:pt x="96" y="134"/>
                  <a:pt x="96" y="133"/>
                  <a:pt x="96" y="132"/>
                </a:cubicBezTo>
                <a:cubicBezTo>
                  <a:pt x="96" y="131"/>
                  <a:pt x="96" y="130"/>
                  <a:pt x="95" y="129"/>
                </a:cubicBezTo>
                <a:close/>
                <a:moveTo>
                  <a:pt x="56" y="14"/>
                </a:moveTo>
                <a:cubicBezTo>
                  <a:pt x="86" y="44"/>
                  <a:pt x="86" y="44"/>
                  <a:pt x="86" y="44"/>
                </a:cubicBezTo>
                <a:cubicBezTo>
                  <a:pt x="56" y="74"/>
                  <a:pt x="56" y="74"/>
                  <a:pt x="56" y="74"/>
                </a:cubicBezTo>
                <a:lnTo>
                  <a:pt x="56" y="14"/>
                </a:lnTo>
                <a:close/>
                <a:moveTo>
                  <a:pt x="56" y="162"/>
                </a:moveTo>
                <a:cubicBezTo>
                  <a:pt x="56" y="102"/>
                  <a:pt x="56" y="102"/>
                  <a:pt x="56" y="102"/>
                </a:cubicBezTo>
                <a:cubicBezTo>
                  <a:pt x="86" y="132"/>
                  <a:pt x="86" y="132"/>
                  <a:pt x="86" y="132"/>
                </a:cubicBezTo>
                <a:lnTo>
                  <a:pt x="56" y="16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228"/>
          <p:cNvSpPr>
            <a:spLocks noEditPoints="1"/>
          </p:cNvSpPr>
          <p:nvPr/>
        </p:nvSpPr>
        <p:spPr bwMode="auto">
          <a:xfrm>
            <a:off x="4908040" y="1095375"/>
            <a:ext cx="274235" cy="334275"/>
          </a:xfrm>
          <a:custGeom>
            <a:avLst/>
            <a:gdLst>
              <a:gd name="T0" fmla="*/ 56 w 144"/>
              <a:gd name="T1" fmla="*/ 88 h 176"/>
              <a:gd name="T2" fmla="*/ 40 w 144"/>
              <a:gd name="T3" fmla="*/ 72 h 176"/>
              <a:gd name="T4" fmla="*/ 40 w 144"/>
              <a:gd name="T5" fmla="*/ 112 h 176"/>
              <a:gd name="T6" fmla="*/ 56 w 144"/>
              <a:gd name="T7" fmla="*/ 96 h 176"/>
              <a:gd name="T8" fmla="*/ 40 w 144"/>
              <a:gd name="T9" fmla="*/ 112 h 176"/>
              <a:gd name="T10" fmla="*/ 56 w 144"/>
              <a:gd name="T11" fmla="*/ 136 h 176"/>
              <a:gd name="T12" fmla="*/ 40 w 144"/>
              <a:gd name="T13" fmla="*/ 120 h 176"/>
              <a:gd name="T14" fmla="*/ 64 w 144"/>
              <a:gd name="T15" fmla="*/ 160 h 176"/>
              <a:gd name="T16" fmla="*/ 80 w 144"/>
              <a:gd name="T17" fmla="*/ 144 h 176"/>
              <a:gd name="T18" fmla="*/ 64 w 144"/>
              <a:gd name="T19" fmla="*/ 160 h 176"/>
              <a:gd name="T20" fmla="*/ 56 w 144"/>
              <a:gd name="T21" fmla="*/ 160 h 176"/>
              <a:gd name="T22" fmla="*/ 40 w 144"/>
              <a:gd name="T23" fmla="*/ 144 h 176"/>
              <a:gd name="T24" fmla="*/ 64 w 144"/>
              <a:gd name="T25" fmla="*/ 136 h 176"/>
              <a:gd name="T26" fmla="*/ 80 w 144"/>
              <a:gd name="T27" fmla="*/ 120 h 176"/>
              <a:gd name="T28" fmla="*/ 64 w 144"/>
              <a:gd name="T29" fmla="*/ 136 h 176"/>
              <a:gd name="T30" fmla="*/ 32 w 144"/>
              <a:gd name="T31" fmla="*/ 112 h 176"/>
              <a:gd name="T32" fmla="*/ 16 w 144"/>
              <a:gd name="T33" fmla="*/ 96 h 176"/>
              <a:gd name="T34" fmla="*/ 16 w 144"/>
              <a:gd name="T35" fmla="*/ 160 h 176"/>
              <a:gd name="T36" fmla="*/ 32 w 144"/>
              <a:gd name="T37" fmla="*/ 144 h 176"/>
              <a:gd name="T38" fmla="*/ 16 w 144"/>
              <a:gd name="T39" fmla="*/ 160 h 176"/>
              <a:gd name="T40" fmla="*/ 32 w 144"/>
              <a:gd name="T41" fmla="*/ 88 h 176"/>
              <a:gd name="T42" fmla="*/ 16 w 144"/>
              <a:gd name="T43" fmla="*/ 72 h 176"/>
              <a:gd name="T44" fmla="*/ 16 w 144"/>
              <a:gd name="T45" fmla="*/ 136 h 176"/>
              <a:gd name="T46" fmla="*/ 32 w 144"/>
              <a:gd name="T47" fmla="*/ 120 h 176"/>
              <a:gd name="T48" fmla="*/ 16 w 144"/>
              <a:gd name="T49" fmla="*/ 136 h 176"/>
              <a:gd name="T50" fmla="*/ 128 w 144"/>
              <a:gd name="T51" fmla="*/ 160 h 176"/>
              <a:gd name="T52" fmla="*/ 112 w 144"/>
              <a:gd name="T53" fmla="*/ 96 h 176"/>
              <a:gd name="T54" fmla="*/ 64 w 144"/>
              <a:gd name="T55" fmla="*/ 112 h 176"/>
              <a:gd name="T56" fmla="*/ 80 w 144"/>
              <a:gd name="T57" fmla="*/ 96 h 176"/>
              <a:gd name="T58" fmla="*/ 64 w 144"/>
              <a:gd name="T59" fmla="*/ 112 h 176"/>
              <a:gd name="T60" fmla="*/ 128 w 144"/>
              <a:gd name="T61" fmla="*/ 64 h 176"/>
              <a:gd name="T62" fmla="*/ 16 w 144"/>
              <a:gd name="T63" fmla="*/ 16 h 176"/>
              <a:gd name="T64" fmla="*/ 24 w 144"/>
              <a:gd name="T65" fmla="*/ 24 h 176"/>
              <a:gd name="T66" fmla="*/ 120 w 144"/>
              <a:gd name="T67" fmla="*/ 56 h 176"/>
              <a:gd name="T68" fmla="*/ 24 w 144"/>
              <a:gd name="T69" fmla="*/ 24 h 176"/>
              <a:gd name="T70" fmla="*/ 104 w 144"/>
              <a:gd name="T71" fmla="*/ 88 h 176"/>
              <a:gd name="T72" fmla="*/ 88 w 144"/>
              <a:gd name="T73" fmla="*/ 72 h 176"/>
              <a:gd name="T74" fmla="*/ 128 w 144"/>
              <a:gd name="T75" fmla="*/ 0 h 176"/>
              <a:gd name="T76" fmla="*/ 0 w 144"/>
              <a:gd name="T77" fmla="*/ 16 h 176"/>
              <a:gd name="T78" fmla="*/ 16 w 144"/>
              <a:gd name="T79" fmla="*/ 176 h 176"/>
              <a:gd name="T80" fmla="*/ 144 w 144"/>
              <a:gd name="T81" fmla="*/ 160 h 176"/>
              <a:gd name="T82" fmla="*/ 128 w 144"/>
              <a:gd name="T83" fmla="*/ 0 h 176"/>
              <a:gd name="T84" fmla="*/ 128 w 144"/>
              <a:gd name="T85" fmla="*/ 168 h 176"/>
              <a:gd name="T86" fmla="*/ 8 w 144"/>
              <a:gd name="T87" fmla="*/ 160 h 176"/>
              <a:gd name="T88" fmla="*/ 16 w 144"/>
              <a:gd name="T89" fmla="*/ 8 h 176"/>
              <a:gd name="T90" fmla="*/ 136 w 144"/>
              <a:gd name="T91" fmla="*/ 16 h 176"/>
              <a:gd name="T92" fmla="*/ 112 w 144"/>
              <a:gd name="T93" fmla="*/ 88 h 176"/>
              <a:gd name="T94" fmla="*/ 128 w 144"/>
              <a:gd name="T95" fmla="*/ 72 h 176"/>
              <a:gd name="T96" fmla="*/ 112 w 144"/>
              <a:gd name="T97" fmla="*/ 88 h 176"/>
              <a:gd name="T98" fmla="*/ 104 w 144"/>
              <a:gd name="T99" fmla="*/ 112 h 176"/>
              <a:gd name="T100" fmla="*/ 88 w 144"/>
              <a:gd name="T101" fmla="*/ 96 h 176"/>
              <a:gd name="T102" fmla="*/ 88 w 144"/>
              <a:gd name="T103" fmla="*/ 160 h 176"/>
              <a:gd name="T104" fmla="*/ 104 w 144"/>
              <a:gd name="T105" fmla="*/ 144 h 176"/>
              <a:gd name="T106" fmla="*/ 88 w 144"/>
              <a:gd name="T107" fmla="*/ 160 h 176"/>
              <a:gd name="T108" fmla="*/ 80 w 144"/>
              <a:gd name="T109" fmla="*/ 88 h 176"/>
              <a:gd name="T110" fmla="*/ 64 w 144"/>
              <a:gd name="T111" fmla="*/ 72 h 176"/>
              <a:gd name="T112" fmla="*/ 88 w 144"/>
              <a:gd name="T113" fmla="*/ 136 h 176"/>
              <a:gd name="T114" fmla="*/ 104 w 144"/>
              <a:gd name="T115" fmla="*/ 120 h 176"/>
              <a:gd name="T116" fmla="*/ 88 w 144"/>
              <a:gd name="T117" fmla="*/ 1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4" h="176">
                <a:moveTo>
                  <a:pt x="40" y="88"/>
                </a:moveTo>
                <a:cubicBezTo>
                  <a:pt x="56" y="88"/>
                  <a:pt x="56" y="88"/>
                  <a:pt x="56" y="88"/>
                </a:cubicBezTo>
                <a:cubicBezTo>
                  <a:pt x="56" y="72"/>
                  <a:pt x="56" y="72"/>
                  <a:pt x="56" y="72"/>
                </a:cubicBezTo>
                <a:cubicBezTo>
                  <a:pt x="40" y="72"/>
                  <a:pt x="40" y="72"/>
                  <a:pt x="40" y="72"/>
                </a:cubicBezTo>
                <a:lnTo>
                  <a:pt x="40" y="88"/>
                </a:lnTo>
                <a:close/>
                <a:moveTo>
                  <a:pt x="4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56" y="96"/>
                  <a:pt x="56" y="96"/>
                  <a:pt x="56" y="96"/>
                </a:cubicBezTo>
                <a:cubicBezTo>
                  <a:pt x="40" y="96"/>
                  <a:pt x="40" y="96"/>
                  <a:pt x="40" y="96"/>
                </a:cubicBezTo>
                <a:lnTo>
                  <a:pt x="40" y="112"/>
                </a:lnTo>
                <a:close/>
                <a:moveTo>
                  <a:pt x="40" y="136"/>
                </a:moveTo>
                <a:cubicBezTo>
                  <a:pt x="56" y="136"/>
                  <a:pt x="56" y="136"/>
                  <a:pt x="56" y="136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40" y="120"/>
                  <a:pt x="40" y="120"/>
                  <a:pt x="40" y="120"/>
                </a:cubicBezTo>
                <a:lnTo>
                  <a:pt x="40" y="136"/>
                </a:lnTo>
                <a:close/>
                <a:moveTo>
                  <a:pt x="64" y="160"/>
                </a:moveTo>
                <a:cubicBezTo>
                  <a:pt x="80" y="160"/>
                  <a:pt x="80" y="160"/>
                  <a:pt x="80" y="160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64" y="144"/>
                  <a:pt x="64" y="144"/>
                  <a:pt x="64" y="144"/>
                </a:cubicBezTo>
                <a:lnTo>
                  <a:pt x="64" y="160"/>
                </a:lnTo>
                <a:close/>
                <a:moveTo>
                  <a:pt x="40" y="160"/>
                </a:moveTo>
                <a:cubicBezTo>
                  <a:pt x="56" y="160"/>
                  <a:pt x="56" y="160"/>
                  <a:pt x="56" y="160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40" y="144"/>
                  <a:pt x="40" y="144"/>
                  <a:pt x="40" y="144"/>
                </a:cubicBezTo>
                <a:lnTo>
                  <a:pt x="40" y="160"/>
                </a:lnTo>
                <a:close/>
                <a:moveTo>
                  <a:pt x="64" y="136"/>
                </a:moveTo>
                <a:cubicBezTo>
                  <a:pt x="80" y="136"/>
                  <a:pt x="80" y="136"/>
                  <a:pt x="80" y="136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64" y="120"/>
                  <a:pt x="64" y="120"/>
                  <a:pt x="64" y="120"/>
                </a:cubicBezTo>
                <a:lnTo>
                  <a:pt x="64" y="136"/>
                </a:lnTo>
                <a:close/>
                <a:moveTo>
                  <a:pt x="16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96"/>
                  <a:pt x="32" y="96"/>
                  <a:pt x="32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112"/>
                </a:lnTo>
                <a:close/>
                <a:moveTo>
                  <a:pt x="16" y="160"/>
                </a:moveTo>
                <a:cubicBezTo>
                  <a:pt x="32" y="160"/>
                  <a:pt x="32" y="160"/>
                  <a:pt x="32" y="160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6" y="144"/>
                  <a:pt x="16" y="144"/>
                  <a:pt x="16" y="144"/>
                </a:cubicBezTo>
                <a:lnTo>
                  <a:pt x="16" y="160"/>
                </a:lnTo>
                <a:close/>
                <a:moveTo>
                  <a:pt x="16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72"/>
                  <a:pt x="32" y="72"/>
                  <a:pt x="32" y="72"/>
                </a:cubicBezTo>
                <a:cubicBezTo>
                  <a:pt x="16" y="72"/>
                  <a:pt x="16" y="72"/>
                  <a:pt x="16" y="72"/>
                </a:cubicBezTo>
                <a:lnTo>
                  <a:pt x="16" y="88"/>
                </a:lnTo>
                <a:close/>
                <a:moveTo>
                  <a:pt x="16" y="136"/>
                </a:moveTo>
                <a:cubicBezTo>
                  <a:pt x="32" y="136"/>
                  <a:pt x="32" y="136"/>
                  <a:pt x="32" y="136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16" y="120"/>
                  <a:pt x="16" y="120"/>
                  <a:pt x="16" y="120"/>
                </a:cubicBezTo>
                <a:lnTo>
                  <a:pt x="16" y="136"/>
                </a:lnTo>
                <a:close/>
                <a:moveTo>
                  <a:pt x="112" y="160"/>
                </a:moveTo>
                <a:cubicBezTo>
                  <a:pt x="128" y="160"/>
                  <a:pt x="128" y="160"/>
                  <a:pt x="128" y="160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12" y="96"/>
                  <a:pt x="112" y="96"/>
                  <a:pt x="112" y="96"/>
                </a:cubicBezTo>
                <a:lnTo>
                  <a:pt x="112" y="160"/>
                </a:lnTo>
                <a:close/>
                <a:moveTo>
                  <a:pt x="64" y="112"/>
                </a:moveTo>
                <a:cubicBezTo>
                  <a:pt x="80" y="112"/>
                  <a:pt x="80" y="112"/>
                  <a:pt x="80" y="112"/>
                </a:cubicBezTo>
                <a:cubicBezTo>
                  <a:pt x="80" y="96"/>
                  <a:pt x="80" y="96"/>
                  <a:pt x="80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12"/>
                </a:lnTo>
                <a:close/>
                <a:moveTo>
                  <a:pt x="16" y="64"/>
                </a:moveTo>
                <a:cubicBezTo>
                  <a:pt x="128" y="64"/>
                  <a:pt x="128" y="64"/>
                  <a:pt x="128" y="64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64"/>
                </a:lnTo>
                <a:close/>
                <a:moveTo>
                  <a:pt x="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24" y="56"/>
                  <a:pt x="24" y="56"/>
                  <a:pt x="24" y="56"/>
                </a:cubicBezTo>
                <a:lnTo>
                  <a:pt x="24" y="24"/>
                </a:lnTo>
                <a:close/>
                <a:moveTo>
                  <a:pt x="88" y="88"/>
                </a:moveTo>
                <a:cubicBezTo>
                  <a:pt x="104" y="88"/>
                  <a:pt x="104" y="88"/>
                  <a:pt x="104" y="88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88" y="72"/>
                  <a:pt x="88" y="72"/>
                  <a:pt x="88" y="72"/>
                </a:cubicBezTo>
                <a:lnTo>
                  <a:pt x="88" y="88"/>
                </a:lnTo>
                <a:close/>
                <a:moveTo>
                  <a:pt x="12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160"/>
                </a:lnTo>
                <a:close/>
                <a:moveTo>
                  <a:pt x="112" y="88"/>
                </a:moveTo>
                <a:cubicBezTo>
                  <a:pt x="128" y="88"/>
                  <a:pt x="128" y="88"/>
                  <a:pt x="128" y="88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12" y="72"/>
                  <a:pt x="112" y="72"/>
                  <a:pt x="112" y="72"/>
                </a:cubicBezTo>
                <a:lnTo>
                  <a:pt x="112" y="88"/>
                </a:lnTo>
                <a:close/>
                <a:moveTo>
                  <a:pt x="88" y="112"/>
                </a:moveTo>
                <a:cubicBezTo>
                  <a:pt x="104" y="112"/>
                  <a:pt x="104" y="112"/>
                  <a:pt x="104" y="112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88" y="96"/>
                  <a:pt x="88" y="96"/>
                  <a:pt x="88" y="96"/>
                </a:cubicBezTo>
                <a:lnTo>
                  <a:pt x="88" y="112"/>
                </a:lnTo>
                <a:close/>
                <a:moveTo>
                  <a:pt x="88" y="160"/>
                </a:moveTo>
                <a:cubicBezTo>
                  <a:pt x="104" y="160"/>
                  <a:pt x="104" y="160"/>
                  <a:pt x="104" y="160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lnTo>
                  <a:pt x="88" y="160"/>
                </a:lnTo>
                <a:close/>
                <a:moveTo>
                  <a:pt x="64" y="88"/>
                </a:moveTo>
                <a:cubicBezTo>
                  <a:pt x="80" y="88"/>
                  <a:pt x="80" y="88"/>
                  <a:pt x="80" y="88"/>
                </a:cubicBezTo>
                <a:cubicBezTo>
                  <a:pt x="80" y="72"/>
                  <a:pt x="80" y="72"/>
                  <a:pt x="80" y="72"/>
                </a:cubicBezTo>
                <a:cubicBezTo>
                  <a:pt x="64" y="72"/>
                  <a:pt x="64" y="72"/>
                  <a:pt x="64" y="72"/>
                </a:cubicBezTo>
                <a:lnTo>
                  <a:pt x="64" y="88"/>
                </a:lnTo>
                <a:close/>
                <a:moveTo>
                  <a:pt x="88" y="136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88" y="120"/>
                  <a:pt x="88" y="120"/>
                  <a:pt x="88" y="120"/>
                </a:cubicBezTo>
                <a:lnTo>
                  <a:pt x="88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229"/>
          <p:cNvSpPr>
            <a:spLocks noEditPoints="1"/>
          </p:cNvSpPr>
          <p:nvPr/>
        </p:nvSpPr>
        <p:spPr bwMode="auto">
          <a:xfrm>
            <a:off x="5516550" y="1095375"/>
            <a:ext cx="335898" cy="334275"/>
          </a:xfrm>
          <a:custGeom>
            <a:avLst/>
            <a:gdLst>
              <a:gd name="T0" fmla="*/ 72 w 176"/>
              <a:gd name="T1" fmla="*/ 72 h 176"/>
              <a:gd name="T2" fmla="*/ 72 w 176"/>
              <a:gd name="T3" fmla="*/ 80 h 176"/>
              <a:gd name="T4" fmla="*/ 88 w 176"/>
              <a:gd name="T5" fmla="*/ 80 h 176"/>
              <a:gd name="T6" fmla="*/ 88 w 176"/>
              <a:gd name="T7" fmla="*/ 72 h 176"/>
              <a:gd name="T8" fmla="*/ 88 w 176"/>
              <a:gd name="T9" fmla="*/ 80 h 176"/>
              <a:gd name="T10" fmla="*/ 160 w 176"/>
              <a:gd name="T11" fmla="*/ 23 h 176"/>
              <a:gd name="T12" fmla="*/ 156 w 176"/>
              <a:gd name="T13" fmla="*/ 0 h 176"/>
              <a:gd name="T14" fmla="*/ 152 w 176"/>
              <a:gd name="T15" fmla="*/ 23 h 176"/>
              <a:gd name="T16" fmla="*/ 136 w 176"/>
              <a:gd name="T17" fmla="*/ 48 h 176"/>
              <a:gd name="T18" fmla="*/ 128 w 176"/>
              <a:gd name="T19" fmla="*/ 32 h 176"/>
              <a:gd name="T20" fmla="*/ 40 w 176"/>
              <a:gd name="T21" fmla="*/ 40 h 176"/>
              <a:gd name="T22" fmla="*/ 16 w 176"/>
              <a:gd name="T23" fmla="*/ 48 h 176"/>
              <a:gd name="T24" fmla="*/ 0 w 176"/>
              <a:gd name="T25" fmla="*/ 160 h 176"/>
              <a:gd name="T26" fmla="*/ 160 w 176"/>
              <a:gd name="T27" fmla="*/ 176 h 176"/>
              <a:gd name="T28" fmla="*/ 176 w 176"/>
              <a:gd name="T29" fmla="*/ 64 h 176"/>
              <a:gd name="T30" fmla="*/ 48 w 176"/>
              <a:gd name="T31" fmla="*/ 40 h 176"/>
              <a:gd name="T32" fmla="*/ 128 w 176"/>
              <a:gd name="T33" fmla="*/ 48 h 176"/>
              <a:gd name="T34" fmla="*/ 48 w 176"/>
              <a:gd name="T35" fmla="*/ 40 h 176"/>
              <a:gd name="T36" fmla="*/ 16 w 176"/>
              <a:gd name="T37" fmla="*/ 168 h 176"/>
              <a:gd name="T38" fmla="*/ 168 w 176"/>
              <a:gd name="T39" fmla="*/ 160 h 176"/>
              <a:gd name="T40" fmla="*/ 168 w 176"/>
              <a:gd name="T41" fmla="*/ 72 h 176"/>
              <a:gd name="T42" fmla="*/ 152 w 176"/>
              <a:gd name="T43" fmla="*/ 76 h 176"/>
              <a:gd name="T44" fmla="*/ 168 w 176"/>
              <a:gd name="T45" fmla="*/ 80 h 176"/>
              <a:gd name="T46" fmla="*/ 152 w 176"/>
              <a:gd name="T47" fmla="*/ 100 h 176"/>
              <a:gd name="T48" fmla="*/ 104 w 176"/>
              <a:gd name="T49" fmla="*/ 104 h 176"/>
              <a:gd name="T50" fmla="*/ 152 w 176"/>
              <a:gd name="T51" fmla="*/ 108 h 176"/>
              <a:gd name="T52" fmla="*/ 168 w 176"/>
              <a:gd name="T53" fmla="*/ 152 h 176"/>
              <a:gd name="T54" fmla="*/ 8 w 176"/>
              <a:gd name="T55" fmla="*/ 108 h 176"/>
              <a:gd name="T56" fmla="*/ 48 w 176"/>
              <a:gd name="T57" fmla="*/ 128 h 176"/>
              <a:gd name="T58" fmla="*/ 48 w 176"/>
              <a:gd name="T59" fmla="*/ 80 h 176"/>
              <a:gd name="T60" fmla="*/ 8 w 176"/>
              <a:gd name="T61" fmla="*/ 100 h 176"/>
              <a:gd name="T62" fmla="*/ 20 w 176"/>
              <a:gd name="T63" fmla="*/ 80 h 176"/>
              <a:gd name="T64" fmla="*/ 20 w 176"/>
              <a:gd name="T65" fmla="*/ 72 h 176"/>
              <a:gd name="T66" fmla="*/ 8 w 176"/>
              <a:gd name="T67" fmla="*/ 64 h 176"/>
              <a:gd name="T68" fmla="*/ 160 w 176"/>
              <a:gd name="T69" fmla="*/ 56 h 176"/>
              <a:gd name="T70" fmla="*/ 168 w 176"/>
              <a:gd name="T71" fmla="*/ 72 h 176"/>
              <a:gd name="T72" fmla="*/ 128 w 176"/>
              <a:gd name="T73" fmla="*/ 120 h 176"/>
              <a:gd name="T74" fmla="*/ 128 w 176"/>
              <a:gd name="T75" fmla="*/ 88 h 176"/>
              <a:gd name="T76" fmla="*/ 32 w 176"/>
              <a:gd name="T77" fmla="*/ 104 h 176"/>
              <a:gd name="T78" fmla="*/ 64 w 176"/>
              <a:gd name="T79" fmla="*/ 104 h 176"/>
              <a:gd name="T80" fmla="*/ 32 w 176"/>
              <a:gd name="T81" fmla="*/ 104 h 176"/>
              <a:gd name="T82" fmla="*/ 100 w 176"/>
              <a:gd name="T83" fmla="*/ 76 h 176"/>
              <a:gd name="T84" fmla="*/ 108 w 176"/>
              <a:gd name="T85" fmla="*/ 76 h 176"/>
              <a:gd name="T86" fmla="*/ 96 w 176"/>
              <a:gd name="T87" fmla="*/ 144 h 176"/>
              <a:gd name="T88" fmla="*/ 112 w 176"/>
              <a:gd name="T89" fmla="*/ 136 h 176"/>
              <a:gd name="T90" fmla="*/ 96 w 176"/>
              <a:gd name="T91" fmla="*/ 144 h 176"/>
              <a:gd name="T92" fmla="*/ 80 w 176"/>
              <a:gd name="T93" fmla="*/ 144 h 176"/>
              <a:gd name="T94" fmla="*/ 64 w 176"/>
              <a:gd name="T95" fmla="*/ 136 h 176"/>
              <a:gd name="T96" fmla="*/ 96 w 176"/>
              <a:gd name="T97" fmla="*/ 96 h 176"/>
              <a:gd name="T98" fmla="*/ 80 w 176"/>
              <a:gd name="T99" fmla="*/ 112 h 176"/>
              <a:gd name="T100" fmla="*/ 96 w 176"/>
              <a:gd name="T101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76">
                <a:moveTo>
                  <a:pt x="76" y="76"/>
                </a:moveTo>
                <a:cubicBezTo>
                  <a:pt x="76" y="74"/>
                  <a:pt x="74" y="72"/>
                  <a:pt x="72" y="72"/>
                </a:cubicBezTo>
                <a:cubicBezTo>
                  <a:pt x="70" y="72"/>
                  <a:pt x="68" y="74"/>
                  <a:pt x="68" y="76"/>
                </a:cubicBezTo>
                <a:cubicBezTo>
                  <a:pt x="68" y="78"/>
                  <a:pt x="70" y="80"/>
                  <a:pt x="72" y="80"/>
                </a:cubicBezTo>
                <a:cubicBezTo>
                  <a:pt x="74" y="80"/>
                  <a:pt x="76" y="78"/>
                  <a:pt x="76" y="76"/>
                </a:cubicBezTo>
                <a:moveTo>
                  <a:pt x="88" y="80"/>
                </a:moveTo>
                <a:cubicBezTo>
                  <a:pt x="90" y="80"/>
                  <a:pt x="92" y="78"/>
                  <a:pt x="92" y="76"/>
                </a:cubicBezTo>
                <a:cubicBezTo>
                  <a:pt x="92" y="74"/>
                  <a:pt x="90" y="72"/>
                  <a:pt x="88" y="72"/>
                </a:cubicBezTo>
                <a:cubicBezTo>
                  <a:pt x="86" y="72"/>
                  <a:pt x="84" y="74"/>
                  <a:pt x="84" y="76"/>
                </a:cubicBezTo>
                <a:cubicBezTo>
                  <a:pt x="84" y="78"/>
                  <a:pt x="86" y="80"/>
                  <a:pt x="88" y="80"/>
                </a:cubicBezTo>
                <a:moveTo>
                  <a:pt x="160" y="48"/>
                </a:moveTo>
                <a:cubicBezTo>
                  <a:pt x="160" y="23"/>
                  <a:pt x="160" y="23"/>
                  <a:pt x="160" y="23"/>
                </a:cubicBezTo>
                <a:cubicBezTo>
                  <a:pt x="165" y="22"/>
                  <a:pt x="168" y="17"/>
                  <a:pt x="168" y="12"/>
                </a:cubicBezTo>
                <a:cubicBezTo>
                  <a:pt x="168" y="5"/>
                  <a:pt x="163" y="0"/>
                  <a:pt x="156" y="0"/>
                </a:cubicBezTo>
                <a:cubicBezTo>
                  <a:pt x="149" y="0"/>
                  <a:pt x="144" y="5"/>
                  <a:pt x="144" y="12"/>
                </a:cubicBezTo>
                <a:cubicBezTo>
                  <a:pt x="144" y="17"/>
                  <a:pt x="147" y="22"/>
                  <a:pt x="152" y="23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36"/>
                  <a:pt x="132" y="32"/>
                  <a:pt x="12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4" y="32"/>
                  <a:pt x="40" y="36"/>
                  <a:pt x="40" y="40"/>
                </a:cubicBezTo>
                <a:cubicBezTo>
                  <a:pt x="40" y="48"/>
                  <a:pt x="40" y="48"/>
                  <a:pt x="40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55"/>
                  <a:pt x="169" y="48"/>
                  <a:pt x="160" y="48"/>
                </a:cubicBezTo>
                <a:moveTo>
                  <a:pt x="48" y="40"/>
                </a:moveTo>
                <a:cubicBezTo>
                  <a:pt x="128" y="40"/>
                  <a:pt x="128" y="40"/>
                  <a:pt x="128" y="40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40"/>
                </a:lnTo>
                <a:close/>
                <a:moveTo>
                  <a:pt x="160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168" y="164"/>
                  <a:pt x="164" y="168"/>
                  <a:pt x="160" y="168"/>
                </a:cubicBezTo>
                <a:moveTo>
                  <a:pt x="168" y="72"/>
                </a:moveTo>
                <a:cubicBezTo>
                  <a:pt x="156" y="72"/>
                  <a:pt x="156" y="72"/>
                  <a:pt x="156" y="72"/>
                </a:cubicBezTo>
                <a:cubicBezTo>
                  <a:pt x="154" y="72"/>
                  <a:pt x="152" y="74"/>
                  <a:pt x="152" y="76"/>
                </a:cubicBezTo>
                <a:cubicBezTo>
                  <a:pt x="152" y="78"/>
                  <a:pt x="154" y="80"/>
                  <a:pt x="156" y="80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100"/>
                  <a:pt x="168" y="100"/>
                  <a:pt x="168" y="100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0" y="89"/>
                  <a:pt x="140" y="80"/>
                  <a:pt x="128" y="80"/>
                </a:cubicBezTo>
                <a:cubicBezTo>
                  <a:pt x="115" y="80"/>
                  <a:pt x="104" y="91"/>
                  <a:pt x="104" y="104"/>
                </a:cubicBezTo>
                <a:cubicBezTo>
                  <a:pt x="104" y="117"/>
                  <a:pt x="115" y="128"/>
                  <a:pt x="128" y="128"/>
                </a:cubicBezTo>
                <a:cubicBezTo>
                  <a:pt x="140" y="128"/>
                  <a:pt x="150" y="119"/>
                  <a:pt x="152" y="10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152"/>
                  <a:pt x="168" y="152"/>
                  <a:pt x="168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8" y="108"/>
                  <a:pt x="8" y="108"/>
                  <a:pt x="8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6" y="119"/>
                  <a:pt x="36" y="128"/>
                  <a:pt x="48" y="128"/>
                </a:cubicBezTo>
                <a:cubicBezTo>
                  <a:pt x="61" y="128"/>
                  <a:pt x="72" y="117"/>
                  <a:pt x="72" y="104"/>
                </a:cubicBezTo>
                <a:cubicBezTo>
                  <a:pt x="72" y="91"/>
                  <a:pt x="61" y="80"/>
                  <a:pt x="48" y="80"/>
                </a:cubicBezTo>
                <a:cubicBezTo>
                  <a:pt x="36" y="80"/>
                  <a:pt x="26" y="89"/>
                  <a:pt x="24" y="100"/>
                </a:cubicBezTo>
                <a:cubicBezTo>
                  <a:pt x="8" y="100"/>
                  <a:pt x="8" y="100"/>
                  <a:pt x="8" y="100"/>
                </a:cubicBezTo>
                <a:cubicBezTo>
                  <a:pt x="8" y="80"/>
                  <a:pt x="8" y="80"/>
                  <a:pt x="8" y="80"/>
                </a:cubicBezTo>
                <a:cubicBezTo>
                  <a:pt x="20" y="80"/>
                  <a:pt x="20" y="80"/>
                  <a:pt x="20" y="80"/>
                </a:cubicBezTo>
                <a:cubicBezTo>
                  <a:pt x="22" y="80"/>
                  <a:pt x="24" y="78"/>
                  <a:pt x="24" y="76"/>
                </a:cubicBezTo>
                <a:cubicBezTo>
                  <a:pt x="24" y="74"/>
                  <a:pt x="22" y="72"/>
                  <a:pt x="20" y="72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60"/>
                  <a:pt x="12" y="56"/>
                  <a:pt x="16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4" y="56"/>
                  <a:pt x="168" y="60"/>
                  <a:pt x="168" y="64"/>
                </a:cubicBezTo>
                <a:lnTo>
                  <a:pt x="168" y="72"/>
                </a:lnTo>
                <a:close/>
                <a:moveTo>
                  <a:pt x="144" y="104"/>
                </a:moveTo>
                <a:cubicBezTo>
                  <a:pt x="144" y="113"/>
                  <a:pt x="137" y="120"/>
                  <a:pt x="128" y="120"/>
                </a:cubicBezTo>
                <a:cubicBezTo>
                  <a:pt x="119" y="120"/>
                  <a:pt x="112" y="113"/>
                  <a:pt x="112" y="104"/>
                </a:cubicBezTo>
                <a:cubicBezTo>
                  <a:pt x="112" y="95"/>
                  <a:pt x="119" y="88"/>
                  <a:pt x="128" y="88"/>
                </a:cubicBezTo>
                <a:cubicBezTo>
                  <a:pt x="137" y="88"/>
                  <a:pt x="144" y="95"/>
                  <a:pt x="144" y="104"/>
                </a:cubicBezTo>
                <a:moveTo>
                  <a:pt x="32" y="104"/>
                </a:moveTo>
                <a:cubicBezTo>
                  <a:pt x="32" y="95"/>
                  <a:pt x="39" y="88"/>
                  <a:pt x="48" y="88"/>
                </a:cubicBezTo>
                <a:cubicBezTo>
                  <a:pt x="57" y="88"/>
                  <a:pt x="64" y="95"/>
                  <a:pt x="64" y="104"/>
                </a:cubicBezTo>
                <a:cubicBezTo>
                  <a:pt x="64" y="113"/>
                  <a:pt x="57" y="120"/>
                  <a:pt x="48" y="120"/>
                </a:cubicBezTo>
                <a:cubicBezTo>
                  <a:pt x="39" y="120"/>
                  <a:pt x="32" y="113"/>
                  <a:pt x="32" y="104"/>
                </a:cubicBezTo>
                <a:moveTo>
                  <a:pt x="104" y="72"/>
                </a:moveTo>
                <a:cubicBezTo>
                  <a:pt x="102" y="72"/>
                  <a:pt x="100" y="74"/>
                  <a:pt x="100" y="76"/>
                </a:cubicBezTo>
                <a:cubicBezTo>
                  <a:pt x="100" y="78"/>
                  <a:pt x="102" y="80"/>
                  <a:pt x="104" y="80"/>
                </a:cubicBezTo>
                <a:cubicBezTo>
                  <a:pt x="106" y="80"/>
                  <a:pt x="108" y="78"/>
                  <a:pt x="108" y="76"/>
                </a:cubicBezTo>
                <a:cubicBezTo>
                  <a:pt x="108" y="74"/>
                  <a:pt x="106" y="72"/>
                  <a:pt x="104" y="72"/>
                </a:cubicBezTo>
                <a:moveTo>
                  <a:pt x="96" y="144"/>
                </a:moveTo>
                <a:cubicBezTo>
                  <a:pt x="112" y="144"/>
                  <a:pt x="112" y="144"/>
                  <a:pt x="112" y="144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96" y="136"/>
                  <a:pt x="96" y="136"/>
                  <a:pt x="96" y="136"/>
                </a:cubicBezTo>
                <a:lnTo>
                  <a:pt x="96" y="144"/>
                </a:lnTo>
                <a:close/>
                <a:moveTo>
                  <a:pt x="64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64" y="136"/>
                  <a:pt x="64" y="136"/>
                  <a:pt x="64" y="136"/>
                </a:cubicBezTo>
                <a:lnTo>
                  <a:pt x="64" y="144"/>
                </a:lnTo>
                <a:close/>
                <a:moveTo>
                  <a:pt x="96" y="96"/>
                </a:moveTo>
                <a:cubicBezTo>
                  <a:pt x="80" y="96"/>
                  <a:pt x="80" y="96"/>
                  <a:pt x="80" y="96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96" y="112"/>
                  <a:pt x="96" y="112"/>
                  <a:pt x="96" y="112"/>
                </a:cubicBezTo>
                <a:lnTo>
                  <a:pt x="96" y="9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230"/>
          <p:cNvSpPr>
            <a:spLocks noEditPoints="1"/>
          </p:cNvSpPr>
          <p:nvPr/>
        </p:nvSpPr>
        <p:spPr bwMode="auto">
          <a:xfrm>
            <a:off x="6155891" y="1095375"/>
            <a:ext cx="334275" cy="334275"/>
          </a:xfrm>
          <a:custGeom>
            <a:avLst/>
            <a:gdLst>
              <a:gd name="T0" fmla="*/ 26 w 176"/>
              <a:gd name="T1" fmla="*/ 96 h 176"/>
              <a:gd name="T2" fmla="*/ 112 w 176"/>
              <a:gd name="T3" fmla="*/ 104 h 176"/>
              <a:gd name="T4" fmla="*/ 102 w 176"/>
              <a:gd name="T5" fmla="*/ 80 h 176"/>
              <a:gd name="T6" fmla="*/ 29 w 176"/>
              <a:gd name="T7" fmla="*/ 88 h 176"/>
              <a:gd name="T8" fmla="*/ 102 w 176"/>
              <a:gd name="T9" fmla="*/ 80 h 176"/>
              <a:gd name="T10" fmla="*/ 93 w 176"/>
              <a:gd name="T11" fmla="*/ 144 h 176"/>
              <a:gd name="T12" fmla="*/ 68 w 176"/>
              <a:gd name="T13" fmla="*/ 152 h 176"/>
              <a:gd name="T14" fmla="*/ 43 w 176"/>
              <a:gd name="T15" fmla="*/ 72 h 176"/>
              <a:gd name="T16" fmla="*/ 68 w 176"/>
              <a:gd name="T17" fmla="*/ 64 h 176"/>
              <a:gd name="T18" fmla="*/ 102 w 176"/>
              <a:gd name="T19" fmla="*/ 136 h 176"/>
              <a:gd name="T20" fmla="*/ 29 w 176"/>
              <a:gd name="T21" fmla="*/ 128 h 176"/>
              <a:gd name="T22" fmla="*/ 152 w 176"/>
              <a:gd name="T23" fmla="*/ 128 h 176"/>
              <a:gd name="T24" fmla="*/ 152 w 176"/>
              <a:gd name="T25" fmla="*/ 136 h 176"/>
              <a:gd name="T26" fmla="*/ 152 w 176"/>
              <a:gd name="T27" fmla="*/ 128 h 176"/>
              <a:gd name="T28" fmla="*/ 40 w 176"/>
              <a:gd name="T29" fmla="*/ 40 h 176"/>
              <a:gd name="T30" fmla="*/ 48 w 176"/>
              <a:gd name="T31" fmla="*/ 12 h 176"/>
              <a:gd name="T32" fmla="*/ 24 w 176"/>
              <a:gd name="T33" fmla="*/ 12 h 176"/>
              <a:gd name="T34" fmla="*/ 32 w 176"/>
              <a:gd name="T35" fmla="*/ 40 h 176"/>
              <a:gd name="T36" fmla="*/ 0 w 176"/>
              <a:gd name="T37" fmla="*/ 56 h 176"/>
              <a:gd name="T38" fmla="*/ 16 w 176"/>
              <a:gd name="T39" fmla="*/ 176 h 176"/>
              <a:gd name="T40" fmla="*/ 176 w 176"/>
              <a:gd name="T41" fmla="*/ 160 h 176"/>
              <a:gd name="T42" fmla="*/ 160 w 176"/>
              <a:gd name="T43" fmla="*/ 40 h 176"/>
              <a:gd name="T44" fmla="*/ 16 w 176"/>
              <a:gd name="T45" fmla="*/ 168 h 176"/>
              <a:gd name="T46" fmla="*/ 8 w 176"/>
              <a:gd name="T47" fmla="*/ 56 h 176"/>
              <a:gd name="T48" fmla="*/ 128 w 176"/>
              <a:gd name="T49" fmla="*/ 48 h 176"/>
              <a:gd name="T50" fmla="*/ 168 w 176"/>
              <a:gd name="T51" fmla="*/ 160 h 176"/>
              <a:gd name="T52" fmla="*/ 136 w 176"/>
              <a:gd name="T53" fmla="*/ 168 h 176"/>
              <a:gd name="T54" fmla="*/ 160 w 176"/>
              <a:gd name="T55" fmla="*/ 48 h 176"/>
              <a:gd name="T56" fmla="*/ 168 w 176"/>
              <a:gd name="T57" fmla="*/ 160 h 176"/>
              <a:gd name="T58" fmla="*/ 144 w 176"/>
              <a:gd name="T59" fmla="*/ 80 h 176"/>
              <a:gd name="T60" fmla="*/ 160 w 176"/>
              <a:gd name="T61" fmla="*/ 80 h 176"/>
              <a:gd name="T62" fmla="*/ 152 w 176"/>
              <a:gd name="T63" fmla="*/ 104 h 176"/>
              <a:gd name="T64" fmla="*/ 152 w 176"/>
              <a:gd name="T65" fmla="*/ 112 h 176"/>
              <a:gd name="T66" fmla="*/ 152 w 176"/>
              <a:gd name="T67" fmla="*/ 104 h 176"/>
              <a:gd name="T68" fmla="*/ 112 w 176"/>
              <a:gd name="T69" fmla="*/ 112 h 176"/>
              <a:gd name="T70" fmla="*/ 26 w 176"/>
              <a:gd name="T71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10" y="96"/>
                </a:moveTo>
                <a:cubicBezTo>
                  <a:pt x="26" y="96"/>
                  <a:pt x="26" y="96"/>
                  <a:pt x="26" y="96"/>
                </a:cubicBezTo>
                <a:cubicBezTo>
                  <a:pt x="25" y="99"/>
                  <a:pt x="24" y="101"/>
                  <a:pt x="24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101"/>
                  <a:pt x="111" y="99"/>
                  <a:pt x="110" y="96"/>
                </a:cubicBezTo>
                <a:moveTo>
                  <a:pt x="102" y="80"/>
                </a:moveTo>
                <a:cubicBezTo>
                  <a:pt x="34" y="80"/>
                  <a:pt x="34" y="80"/>
                  <a:pt x="34" y="80"/>
                </a:cubicBezTo>
                <a:cubicBezTo>
                  <a:pt x="32" y="82"/>
                  <a:pt x="30" y="85"/>
                  <a:pt x="29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6" y="85"/>
                  <a:pt x="104" y="82"/>
                  <a:pt x="102" y="80"/>
                </a:cubicBezTo>
                <a:moveTo>
                  <a:pt x="68" y="152"/>
                </a:moveTo>
                <a:cubicBezTo>
                  <a:pt x="77" y="152"/>
                  <a:pt x="86" y="149"/>
                  <a:pt x="93" y="144"/>
                </a:cubicBezTo>
                <a:cubicBezTo>
                  <a:pt x="43" y="144"/>
                  <a:pt x="43" y="144"/>
                  <a:pt x="43" y="144"/>
                </a:cubicBezTo>
                <a:cubicBezTo>
                  <a:pt x="50" y="149"/>
                  <a:pt x="59" y="152"/>
                  <a:pt x="68" y="152"/>
                </a:cubicBezTo>
                <a:moveTo>
                  <a:pt x="68" y="64"/>
                </a:moveTo>
                <a:cubicBezTo>
                  <a:pt x="59" y="64"/>
                  <a:pt x="50" y="67"/>
                  <a:pt x="43" y="72"/>
                </a:cubicBezTo>
                <a:cubicBezTo>
                  <a:pt x="93" y="72"/>
                  <a:pt x="93" y="72"/>
                  <a:pt x="93" y="72"/>
                </a:cubicBezTo>
                <a:cubicBezTo>
                  <a:pt x="86" y="67"/>
                  <a:pt x="77" y="64"/>
                  <a:pt x="68" y="64"/>
                </a:cubicBezTo>
                <a:moveTo>
                  <a:pt x="34" y="136"/>
                </a:moveTo>
                <a:cubicBezTo>
                  <a:pt x="102" y="136"/>
                  <a:pt x="102" y="136"/>
                  <a:pt x="102" y="136"/>
                </a:cubicBezTo>
                <a:cubicBezTo>
                  <a:pt x="104" y="134"/>
                  <a:pt x="106" y="131"/>
                  <a:pt x="107" y="128"/>
                </a:cubicBezTo>
                <a:cubicBezTo>
                  <a:pt x="29" y="128"/>
                  <a:pt x="29" y="128"/>
                  <a:pt x="29" y="128"/>
                </a:cubicBezTo>
                <a:cubicBezTo>
                  <a:pt x="30" y="131"/>
                  <a:pt x="32" y="134"/>
                  <a:pt x="34" y="136"/>
                </a:cubicBezTo>
                <a:moveTo>
                  <a:pt x="152" y="128"/>
                </a:moveTo>
                <a:cubicBezTo>
                  <a:pt x="150" y="128"/>
                  <a:pt x="148" y="130"/>
                  <a:pt x="148" y="132"/>
                </a:cubicBezTo>
                <a:cubicBezTo>
                  <a:pt x="148" y="134"/>
                  <a:pt x="150" y="136"/>
                  <a:pt x="152" y="136"/>
                </a:cubicBezTo>
                <a:cubicBezTo>
                  <a:pt x="154" y="136"/>
                  <a:pt x="156" y="134"/>
                  <a:pt x="156" y="132"/>
                </a:cubicBezTo>
                <a:cubicBezTo>
                  <a:pt x="156" y="130"/>
                  <a:pt x="154" y="128"/>
                  <a:pt x="152" y="128"/>
                </a:cubicBezTo>
                <a:moveTo>
                  <a:pt x="160" y="40"/>
                </a:moveTo>
                <a:cubicBezTo>
                  <a:pt x="40" y="40"/>
                  <a:pt x="40" y="40"/>
                  <a:pt x="40" y="40"/>
                </a:cubicBezTo>
                <a:cubicBezTo>
                  <a:pt x="40" y="23"/>
                  <a:pt x="40" y="23"/>
                  <a:pt x="40" y="23"/>
                </a:cubicBezTo>
                <a:cubicBezTo>
                  <a:pt x="45" y="22"/>
                  <a:pt x="48" y="17"/>
                  <a:pt x="48" y="12"/>
                </a:cubicBezTo>
                <a:cubicBezTo>
                  <a:pt x="48" y="5"/>
                  <a:pt x="43" y="0"/>
                  <a:pt x="36" y="0"/>
                </a:cubicBezTo>
                <a:cubicBezTo>
                  <a:pt x="29" y="0"/>
                  <a:pt x="24" y="5"/>
                  <a:pt x="24" y="12"/>
                </a:cubicBezTo>
                <a:cubicBezTo>
                  <a:pt x="24" y="17"/>
                  <a:pt x="27" y="22"/>
                  <a:pt x="32" y="23"/>
                </a:cubicBezTo>
                <a:cubicBezTo>
                  <a:pt x="32" y="40"/>
                  <a:pt x="32" y="40"/>
                  <a:pt x="32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7" y="40"/>
                  <a:pt x="0" y="47"/>
                  <a:pt x="0" y="5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47"/>
                  <a:pt x="169" y="40"/>
                  <a:pt x="160" y="40"/>
                </a:cubicBezTo>
                <a:moveTo>
                  <a:pt x="128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2"/>
                  <a:pt x="12" y="48"/>
                  <a:pt x="16" y="48"/>
                </a:cubicBezTo>
                <a:cubicBezTo>
                  <a:pt x="128" y="48"/>
                  <a:pt x="128" y="48"/>
                  <a:pt x="128" y="48"/>
                </a:cubicBezTo>
                <a:lnTo>
                  <a:pt x="128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4" y="48"/>
                  <a:pt x="168" y="52"/>
                  <a:pt x="168" y="56"/>
                </a:cubicBezTo>
                <a:lnTo>
                  <a:pt x="168" y="160"/>
                </a:lnTo>
                <a:close/>
                <a:moveTo>
                  <a:pt x="152" y="72"/>
                </a:moveTo>
                <a:cubicBezTo>
                  <a:pt x="148" y="72"/>
                  <a:pt x="144" y="76"/>
                  <a:pt x="144" y="80"/>
                </a:cubicBezTo>
                <a:cubicBezTo>
                  <a:pt x="144" y="84"/>
                  <a:pt x="148" y="88"/>
                  <a:pt x="152" y="88"/>
                </a:cubicBezTo>
                <a:cubicBezTo>
                  <a:pt x="156" y="88"/>
                  <a:pt x="160" y="84"/>
                  <a:pt x="160" y="80"/>
                </a:cubicBezTo>
                <a:cubicBezTo>
                  <a:pt x="160" y="76"/>
                  <a:pt x="156" y="72"/>
                  <a:pt x="152" y="72"/>
                </a:cubicBezTo>
                <a:moveTo>
                  <a:pt x="152" y="104"/>
                </a:moveTo>
                <a:cubicBezTo>
                  <a:pt x="150" y="104"/>
                  <a:pt x="148" y="106"/>
                  <a:pt x="148" y="108"/>
                </a:cubicBezTo>
                <a:cubicBezTo>
                  <a:pt x="148" y="110"/>
                  <a:pt x="150" y="112"/>
                  <a:pt x="152" y="112"/>
                </a:cubicBezTo>
                <a:cubicBezTo>
                  <a:pt x="154" y="112"/>
                  <a:pt x="156" y="110"/>
                  <a:pt x="156" y="108"/>
                </a:cubicBezTo>
                <a:cubicBezTo>
                  <a:pt x="156" y="106"/>
                  <a:pt x="154" y="104"/>
                  <a:pt x="152" y="104"/>
                </a:cubicBezTo>
                <a:moveTo>
                  <a:pt x="110" y="120"/>
                </a:moveTo>
                <a:cubicBezTo>
                  <a:pt x="111" y="117"/>
                  <a:pt x="112" y="115"/>
                  <a:pt x="112" y="112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24" y="115"/>
                  <a:pt x="25" y="117"/>
                  <a:pt x="26" y="120"/>
                </a:cubicBezTo>
                <a:lnTo>
                  <a:pt x="110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231"/>
          <p:cNvSpPr>
            <a:spLocks noEditPoints="1"/>
          </p:cNvSpPr>
          <p:nvPr/>
        </p:nvSpPr>
        <p:spPr bwMode="auto">
          <a:xfrm>
            <a:off x="6795233" y="1095375"/>
            <a:ext cx="334275" cy="334275"/>
          </a:xfrm>
          <a:custGeom>
            <a:avLst/>
            <a:gdLst>
              <a:gd name="T0" fmla="*/ 16 w 176"/>
              <a:gd name="T1" fmla="*/ 0 h 176"/>
              <a:gd name="T2" fmla="*/ 0 w 176"/>
              <a:gd name="T3" fmla="*/ 160 h 176"/>
              <a:gd name="T4" fmla="*/ 160 w 176"/>
              <a:gd name="T5" fmla="*/ 176 h 176"/>
              <a:gd name="T6" fmla="*/ 176 w 176"/>
              <a:gd name="T7" fmla="*/ 16 h 176"/>
              <a:gd name="T8" fmla="*/ 168 w 176"/>
              <a:gd name="T9" fmla="*/ 160 h 176"/>
              <a:gd name="T10" fmla="*/ 16 w 176"/>
              <a:gd name="T11" fmla="*/ 168 h 176"/>
              <a:gd name="T12" fmla="*/ 8 w 176"/>
              <a:gd name="T13" fmla="*/ 112 h 176"/>
              <a:gd name="T14" fmla="*/ 72 w 176"/>
              <a:gd name="T15" fmla="*/ 152 h 176"/>
              <a:gd name="T16" fmla="*/ 144 w 176"/>
              <a:gd name="T17" fmla="*/ 144 h 176"/>
              <a:gd name="T18" fmla="*/ 168 w 176"/>
              <a:gd name="T19" fmla="*/ 112 h 176"/>
              <a:gd name="T20" fmla="*/ 120 w 176"/>
              <a:gd name="T21" fmla="*/ 48 h 176"/>
              <a:gd name="T22" fmla="*/ 113 w 176"/>
              <a:gd name="T23" fmla="*/ 60 h 176"/>
              <a:gd name="T24" fmla="*/ 72 w 176"/>
              <a:gd name="T25" fmla="*/ 56 h 176"/>
              <a:gd name="T26" fmla="*/ 40 w 176"/>
              <a:gd name="T27" fmla="*/ 40 h 176"/>
              <a:gd name="T28" fmla="*/ 136 w 176"/>
              <a:gd name="T29" fmla="*/ 136 h 176"/>
              <a:gd name="T30" fmla="*/ 120 w 176"/>
              <a:gd name="T31" fmla="*/ 104 h 176"/>
              <a:gd name="T32" fmla="*/ 120 w 176"/>
              <a:gd name="T33" fmla="*/ 64 h 176"/>
              <a:gd name="T34" fmla="*/ 120 w 176"/>
              <a:gd name="T35" fmla="*/ 48 h 176"/>
              <a:gd name="T36" fmla="*/ 102 w 176"/>
              <a:gd name="T37" fmla="*/ 77 h 176"/>
              <a:gd name="T38" fmla="*/ 84 w 176"/>
              <a:gd name="T39" fmla="*/ 104 h 176"/>
              <a:gd name="T40" fmla="*/ 60 w 176"/>
              <a:gd name="T41" fmla="*/ 104 h 176"/>
              <a:gd name="T42" fmla="*/ 77 w 176"/>
              <a:gd name="T43" fmla="*/ 115 h 176"/>
              <a:gd name="T44" fmla="*/ 70 w 176"/>
              <a:gd name="T45" fmla="*/ 120 h 176"/>
              <a:gd name="T46" fmla="*/ 69 w 176"/>
              <a:gd name="T47" fmla="*/ 139 h 176"/>
              <a:gd name="T48" fmla="*/ 82 w 176"/>
              <a:gd name="T49" fmla="*/ 138 h 176"/>
              <a:gd name="T50" fmla="*/ 82 w 176"/>
              <a:gd name="T51" fmla="*/ 128 h 176"/>
              <a:gd name="T52" fmla="*/ 79 w 176"/>
              <a:gd name="T53" fmla="*/ 126 h 176"/>
              <a:gd name="T54" fmla="*/ 112 w 176"/>
              <a:gd name="T55" fmla="*/ 104 h 176"/>
              <a:gd name="T56" fmla="*/ 32 w 176"/>
              <a:gd name="T57" fmla="*/ 104 h 176"/>
              <a:gd name="T58" fmla="*/ 76 w 176"/>
              <a:gd name="T59" fmla="*/ 104 h 176"/>
              <a:gd name="T60" fmla="*/ 68 w 176"/>
              <a:gd name="T61" fmla="*/ 104 h 176"/>
              <a:gd name="T62" fmla="*/ 76 w 176"/>
              <a:gd name="T63" fmla="*/ 104 h 176"/>
              <a:gd name="T64" fmla="*/ 144 w 176"/>
              <a:gd name="T65" fmla="*/ 104 h 176"/>
              <a:gd name="T66" fmla="*/ 32 w 176"/>
              <a:gd name="T67" fmla="*/ 32 h 176"/>
              <a:gd name="T68" fmla="*/ 24 w 176"/>
              <a:gd name="T69" fmla="*/ 104 h 176"/>
              <a:gd name="T70" fmla="*/ 8 w 176"/>
              <a:gd name="T71" fmla="*/ 16 h 176"/>
              <a:gd name="T72" fmla="*/ 160 w 176"/>
              <a:gd name="T73" fmla="*/ 8 h 176"/>
              <a:gd name="T74" fmla="*/ 168 w 176"/>
              <a:gd name="T75" fmla="*/ 104 h 176"/>
              <a:gd name="T76" fmla="*/ 124 w 176"/>
              <a:gd name="T77" fmla="*/ 128 h 176"/>
              <a:gd name="T78" fmla="*/ 124 w 176"/>
              <a:gd name="T7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12"/>
                  <a:pt x="8" y="112"/>
                  <a:pt x="8" y="112"/>
                </a:cubicBezTo>
                <a:cubicBezTo>
                  <a:pt x="25" y="112"/>
                  <a:pt x="25" y="112"/>
                  <a:pt x="25" y="112"/>
                </a:cubicBezTo>
                <a:cubicBezTo>
                  <a:pt x="29" y="135"/>
                  <a:pt x="48" y="152"/>
                  <a:pt x="72" y="152"/>
                </a:cubicBezTo>
                <a:cubicBezTo>
                  <a:pt x="82" y="152"/>
                  <a:pt x="91" y="149"/>
                  <a:pt x="99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12"/>
                  <a:pt x="144" y="112"/>
                  <a:pt x="144" y="112"/>
                </a:cubicBezTo>
                <a:cubicBezTo>
                  <a:pt x="168" y="112"/>
                  <a:pt x="168" y="112"/>
                  <a:pt x="168" y="112"/>
                </a:cubicBezTo>
                <a:lnTo>
                  <a:pt x="168" y="160"/>
                </a:lnTo>
                <a:close/>
                <a:moveTo>
                  <a:pt x="120" y="48"/>
                </a:moveTo>
                <a:cubicBezTo>
                  <a:pt x="116" y="48"/>
                  <a:pt x="112" y="52"/>
                  <a:pt x="112" y="56"/>
                </a:cubicBezTo>
                <a:cubicBezTo>
                  <a:pt x="112" y="58"/>
                  <a:pt x="112" y="59"/>
                  <a:pt x="113" y="60"/>
                </a:cubicBezTo>
                <a:cubicBezTo>
                  <a:pt x="106" y="71"/>
                  <a:pt x="106" y="71"/>
                  <a:pt x="106" y="71"/>
                </a:cubicBezTo>
                <a:cubicBezTo>
                  <a:pt x="98" y="62"/>
                  <a:pt x="85" y="56"/>
                  <a:pt x="72" y="56"/>
                </a:cubicBezTo>
                <a:cubicBezTo>
                  <a:pt x="60" y="56"/>
                  <a:pt x="48" y="61"/>
                  <a:pt x="40" y="68"/>
                </a:cubicBezTo>
                <a:cubicBezTo>
                  <a:pt x="40" y="40"/>
                  <a:pt x="40" y="40"/>
                  <a:pt x="40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136"/>
                  <a:pt x="136" y="136"/>
                  <a:pt x="136" y="136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15" y="128"/>
                  <a:pt x="120" y="116"/>
                  <a:pt x="120" y="104"/>
                </a:cubicBezTo>
                <a:cubicBezTo>
                  <a:pt x="120" y="94"/>
                  <a:pt x="117" y="85"/>
                  <a:pt x="112" y="77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5" y="64"/>
                  <a:pt x="128" y="60"/>
                  <a:pt x="128" y="56"/>
                </a:cubicBezTo>
                <a:cubicBezTo>
                  <a:pt x="128" y="52"/>
                  <a:pt x="124" y="48"/>
                  <a:pt x="120" y="48"/>
                </a:cubicBezTo>
                <a:moveTo>
                  <a:pt x="72" y="64"/>
                </a:moveTo>
                <a:cubicBezTo>
                  <a:pt x="84" y="64"/>
                  <a:pt x="95" y="69"/>
                  <a:pt x="102" y="77"/>
                </a:cubicBezTo>
                <a:cubicBezTo>
                  <a:pt x="84" y="105"/>
                  <a:pt x="84" y="105"/>
                  <a:pt x="84" y="105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4" y="97"/>
                  <a:pt x="79" y="92"/>
                  <a:pt x="72" y="92"/>
                </a:cubicBezTo>
                <a:cubicBezTo>
                  <a:pt x="65" y="92"/>
                  <a:pt x="60" y="97"/>
                  <a:pt x="60" y="104"/>
                </a:cubicBezTo>
                <a:cubicBezTo>
                  <a:pt x="60" y="111"/>
                  <a:pt x="65" y="116"/>
                  <a:pt x="72" y="116"/>
                </a:cubicBezTo>
                <a:cubicBezTo>
                  <a:pt x="74" y="116"/>
                  <a:pt x="76" y="116"/>
                  <a:pt x="77" y="115"/>
                </a:cubicBezTo>
                <a:cubicBezTo>
                  <a:pt x="73" y="122"/>
                  <a:pt x="73" y="122"/>
                  <a:pt x="73" y="122"/>
                </a:cubicBezTo>
                <a:cubicBezTo>
                  <a:pt x="70" y="120"/>
                  <a:pt x="70" y="120"/>
                  <a:pt x="70" y="120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9" y="139"/>
                  <a:pt x="69" y="139"/>
                  <a:pt x="69" y="139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82" y="138"/>
                  <a:pt x="82" y="138"/>
                  <a:pt x="82" y="138"/>
                </a:cubicBezTo>
                <a:cubicBezTo>
                  <a:pt x="78" y="131"/>
                  <a:pt x="78" y="131"/>
                  <a:pt x="78" y="131"/>
                </a:cubicBezTo>
                <a:cubicBezTo>
                  <a:pt x="82" y="128"/>
                  <a:pt x="82" y="128"/>
                  <a:pt x="82" y="128"/>
                </a:cubicBezTo>
                <a:cubicBezTo>
                  <a:pt x="77" y="125"/>
                  <a:pt x="77" y="125"/>
                  <a:pt x="77" y="125"/>
                </a:cubicBezTo>
                <a:cubicBezTo>
                  <a:pt x="79" y="126"/>
                  <a:pt x="79" y="126"/>
                  <a:pt x="79" y="126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10" y="90"/>
                  <a:pt x="112" y="97"/>
                  <a:pt x="112" y="104"/>
                </a:cubicBezTo>
                <a:cubicBezTo>
                  <a:pt x="112" y="126"/>
                  <a:pt x="94" y="144"/>
                  <a:pt x="72" y="144"/>
                </a:cubicBezTo>
                <a:cubicBezTo>
                  <a:pt x="50" y="144"/>
                  <a:pt x="32" y="126"/>
                  <a:pt x="32" y="104"/>
                </a:cubicBezTo>
                <a:cubicBezTo>
                  <a:pt x="32" y="82"/>
                  <a:pt x="50" y="64"/>
                  <a:pt x="72" y="64"/>
                </a:cubicBezTo>
                <a:moveTo>
                  <a:pt x="76" y="104"/>
                </a:moveTo>
                <a:cubicBezTo>
                  <a:pt x="76" y="106"/>
                  <a:pt x="74" y="108"/>
                  <a:pt x="72" y="108"/>
                </a:cubicBezTo>
                <a:cubicBezTo>
                  <a:pt x="70" y="108"/>
                  <a:pt x="68" y="106"/>
                  <a:pt x="68" y="104"/>
                </a:cubicBezTo>
                <a:cubicBezTo>
                  <a:pt x="68" y="102"/>
                  <a:pt x="70" y="100"/>
                  <a:pt x="72" y="100"/>
                </a:cubicBezTo>
                <a:cubicBezTo>
                  <a:pt x="74" y="100"/>
                  <a:pt x="76" y="102"/>
                  <a:pt x="76" y="104"/>
                </a:cubicBezTo>
                <a:moveTo>
                  <a:pt x="168" y="104"/>
                </a:moveTo>
                <a:cubicBezTo>
                  <a:pt x="144" y="104"/>
                  <a:pt x="144" y="104"/>
                  <a:pt x="144" y="104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77"/>
                  <a:pt x="32" y="77"/>
                  <a:pt x="32" y="77"/>
                </a:cubicBezTo>
                <a:cubicBezTo>
                  <a:pt x="27" y="85"/>
                  <a:pt x="24" y="94"/>
                  <a:pt x="24" y="104"/>
                </a:cubicBezTo>
                <a:cubicBezTo>
                  <a:pt x="8" y="104"/>
                  <a:pt x="8" y="104"/>
                  <a:pt x="8" y="10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04"/>
                </a:lnTo>
                <a:close/>
                <a:moveTo>
                  <a:pt x="120" y="124"/>
                </a:moveTo>
                <a:cubicBezTo>
                  <a:pt x="120" y="126"/>
                  <a:pt x="122" y="128"/>
                  <a:pt x="124" y="128"/>
                </a:cubicBezTo>
                <a:cubicBezTo>
                  <a:pt x="126" y="128"/>
                  <a:pt x="128" y="126"/>
                  <a:pt x="128" y="124"/>
                </a:cubicBezTo>
                <a:cubicBezTo>
                  <a:pt x="128" y="122"/>
                  <a:pt x="126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232"/>
          <p:cNvSpPr>
            <a:spLocks noEditPoints="1"/>
          </p:cNvSpPr>
          <p:nvPr/>
        </p:nvSpPr>
        <p:spPr bwMode="auto">
          <a:xfrm>
            <a:off x="7434574" y="1095375"/>
            <a:ext cx="334275" cy="334275"/>
          </a:xfrm>
          <a:custGeom>
            <a:avLst/>
            <a:gdLst>
              <a:gd name="T0" fmla="*/ 96 w 176"/>
              <a:gd name="T1" fmla="*/ 48 h 176"/>
              <a:gd name="T2" fmla="*/ 112 w 176"/>
              <a:gd name="T3" fmla="*/ 16 h 176"/>
              <a:gd name="T4" fmla="*/ 80 w 176"/>
              <a:gd name="T5" fmla="*/ 0 h 176"/>
              <a:gd name="T6" fmla="*/ 64 w 176"/>
              <a:gd name="T7" fmla="*/ 32 h 176"/>
              <a:gd name="T8" fmla="*/ 72 w 176"/>
              <a:gd name="T9" fmla="*/ 16 h 176"/>
              <a:gd name="T10" fmla="*/ 96 w 176"/>
              <a:gd name="T11" fmla="*/ 8 h 176"/>
              <a:gd name="T12" fmla="*/ 104 w 176"/>
              <a:gd name="T13" fmla="*/ 32 h 176"/>
              <a:gd name="T14" fmla="*/ 80 w 176"/>
              <a:gd name="T15" fmla="*/ 40 h 176"/>
              <a:gd name="T16" fmla="*/ 72 w 176"/>
              <a:gd name="T17" fmla="*/ 16 h 176"/>
              <a:gd name="T18" fmla="*/ 28 w 176"/>
              <a:gd name="T19" fmla="*/ 116 h 176"/>
              <a:gd name="T20" fmla="*/ 84 w 176"/>
              <a:gd name="T21" fmla="*/ 88 h 176"/>
              <a:gd name="T22" fmla="*/ 88 w 176"/>
              <a:gd name="T23" fmla="*/ 120 h 176"/>
              <a:gd name="T24" fmla="*/ 92 w 176"/>
              <a:gd name="T25" fmla="*/ 88 h 176"/>
              <a:gd name="T26" fmla="*/ 148 w 176"/>
              <a:gd name="T27" fmla="*/ 116 h 176"/>
              <a:gd name="T28" fmla="*/ 156 w 176"/>
              <a:gd name="T29" fmla="*/ 116 h 176"/>
              <a:gd name="T30" fmla="*/ 152 w 176"/>
              <a:gd name="T31" fmla="*/ 80 h 176"/>
              <a:gd name="T32" fmla="*/ 92 w 176"/>
              <a:gd name="T33" fmla="*/ 60 h 176"/>
              <a:gd name="T34" fmla="*/ 84 w 176"/>
              <a:gd name="T35" fmla="*/ 60 h 176"/>
              <a:gd name="T36" fmla="*/ 24 w 176"/>
              <a:gd name="T37" fmla="*/ 80 h 176"/>
              <a:gd name="T38" fmla="*/ 20 w 176"/>
              <a:gd name="T39" fmla="*/ 116 h 176"/>
              <a:gd name="T40" fmla="*/ 32 w 176"/>
              <a:gd name="T41" fmla="*/ 128 h 176"/>
              <a:gd name="T42" fmla="*/ 0 w 176"/>
              <a:gd name="T43" fmla="*/ 144 h 176"/>
              <a:gd name="T44" fmla="*/ 16 w 176"/>
              <a:gd name="T45" fmla="*/ 176 h 176"/>
              <a:gd name="T46" fmla="*/ 48 w 176"/>
              <a:gd name="T47" fmla="*/ 160 h 176"/>
              <a:gd name="T48" fmla="*/ 32 w 176"/>
              <a:gd name="T49" fmla="*/ 128 h 176"/>
              <a:gd name="T50" fmla="*/ 32 w 176"/>
              <a:gd name="T51" fmla="*/ 168 h 176"/>
              <a:gd name="T52" fmla="*/ 8 w 176"/>
              <a:gd name="T53" fmla="*/ 160 h 176"/>
              <a:gd name="T54" fmla="*/ 16 w 176"/>
              <a:gd name="T55" fmla="*/ 136 h 176"/>
              <a:gd name="T56" fmla="*/ 40 w 176"/>
              <a:gd name="T57" fmla="*/ 144 h 176"/>
              <a:gd name="T58" fmla="*/ 160 w 176"/>
              <a:gd name="T59" fmla="*/ 128 h 176"/>
              <a:gd name="T60" fmla="*/ 128 w 176"/>
              <a:gd name="T61" fmla="*/ 144 h 176"/>
              <a:gd name="T62" fmla="*/ 144 w 176"/>
              <a:gd name="T63" fmla="*/ 176 h 176"/>
              <a:gd name="T64" fmla="*/ 176 w 176"/>
              <a:gd name="T65" fmla="*/ 160 h 176"/>
              <a:gd name="T66" fmla="*/ 160 w 176"/>
              <a:gd name="T67" fmla="*/ 128 h 176"/>
              <a:gd name="T68" fmla="*/ 160 w 176"/>
              <a:gd name="T69" fmla="*/ 168 h 176"/>
              <a:gd name="T70" fmla="*/ 136 w 176"/>
              <a:gd name="T71" fmla="*/ 160 h 176"/>
              <a:gd name="T72" fmla="*/ 144 w 176"/>
              <a:gd name="T73" fmla="*/ 136 h 176"/>
              <a:gd name="T74" fmla="*/ 168 w 176"/>
              <a:gd name="T75" fmla="*/ 144 h 176"/>
              <a:gd name="T76" fmla="*/ 96 w 176"/>
              <a:gd name="T77" fmla="*/ 128 h 176"/>
              <a:gd name="T78" fmla="*/ 64 w 176"/>
              <a:gd name="T79" fmla="*/ 144 h 176"/>
              <a:gd name="T80" fmla="*/ 80 w 176"/>
              <a:gd name="T81" fmla="*/ 176 h 176"/>
              <a:gd name="T82" fmla="*/ 112 w 176"/>
              <a:gd name="T83" fmla="*/ 160 h 176"/>
              <a:gd name="T84" fmla="*/ 96 w 176"/>
              <a:gd name="T85" fmla="*/ 128 h 176"/>
              <a:gd name="T86" fmla="*/ 96 w 176"/>
              <a:gd name="T87" fmla="*/ 168 h 176"/>
              <a:gd name="T88" fmla="*/ 72 w 176"/>
              <a:gd name="T89" fmla="*/ 160 h 176"/>
              <a:gd name="T90" fmla="*/ 80 w 176"/>
              <a:gd name="T91" fmla="*/ 136 h 176"/>
              <a:gd name="T92" fmla="*/ 104 w 176"/>
              <a:gd name="T93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8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105" y="48"/>
                  <a:pt x="112" y="41"/>
                  <a:pt x="112" y="32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12" y="7"/>
                  <a:pt x="105" y="0"/>
                  <a:pt x="96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41"/>
                  <a:pt x="71" y="48"/>
                  <a:pt x="80" y="48"/>
                </a:cubicBezTo>
                <a:moveTo>
                  <a:pt x="72" y="16"/>
                </a:moveTo>
                <a:cubicBezTo>
                  <a:pt x="72" y="12"/>
                  <a:pt x="76" y="8"/>
                  <a:pt x="80" y="8"/>
                </a:cubicBez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4" y="12"/>
                  <a:pt x="104" y="16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36"/>
                  <a:pt x="100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6" y="40"/>
                  <a:pt x="72" y="36"/>
                  <a:pt x="72" y="32"/>
                </a:cubicBezTo>
                <a:lnTo>
                  <a:pt x="72" y="16"/>
                </a:lnTo>
                <a:close/>
                <a:moveTo>
                  <a:pt x="24" y="120"/>
                </a:moveTo>
                <a:cubicBezTo>
                  <a:pt x="26" y="120"/>
                  <a:pt x="28" y="118"/>
                  <a:pt x="28" y="116"/>
                </a:cubicBezTo>
                <a:cubicBezTo>
                  <a:pt x="28" y="88"/>
                  <a:pt x="28" y="88"/>
                  <a:pt x="28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84" y="118"/>
                  <a:pt x="86" y="120"/>
                  <a:pt x="88" y="120"/>
                </a:cubicBezTo>
                <a:cubicBezTo>
                  <a:pt x="90" y="120"/>
                  <a:pt x="92" y="118"/>
                  <a:pt x="92" y="116"/>
                </a:cubicBezTo>
                <a:cubicBezTo>
                  <a:pt x="92" y="88"/>
                  <a:pt x="92" y="88"/>
                  <a:pt x="92" y="88"/>
                </a:cubicBezTo>
                <a:cubicBezTo>
                  <a:pt x="148" y="88"/>
                  <a:pt x="148" y="88"/>
                  <a:pt x="148" y="88"/>
                </a:cubicBezTo>
                <a:cubicBezTo>
                  <a:pt x="148" y="116"/>
                  <a:pt x="148" y="116"/>
                  <a:pt x="148" y="116"/>
                </a:cubicBezTo>
                <a:cubicBezTo>
                  <a:pt x="148" y="118"/>
                  <a:pt x="150" y="120"/>
                  <a:pt x="152" y="120"/>
                </a:cubicBezTo>
                <a:cubicBezTo>
                  <a:pt x="154" y="120"/>
                  <a:pt x="156" y="118"/>
                  <a:pt x="156" y="116"/>
                </a:cubicBezTo>
                <a:cubicBezTo>
                  <a:pt x="156" y="84"/>
                  <a:pt x="156" y="84"/>
                  <a:pt x="156" y="84"/>
                </a:cubicBezTo>
                <a:cubicBezTo>
                  <a:pt x="156" y="82"/>
                  <a:pt x="154" y="80"/>
                  <a:pt x="152" y="80"/>
                </a:cubicBezTo>
                <a:cubicBezTo>
                  <a:pt x="92" y="80"/>
                  <a:pt x="92" y="80"/>
                  <a:pt x="92" y="80"/>
                </a:cubicBezTo>
                <a:cubicBezTo>
                  <a:pt x="92" y="60"/>
                  <a:pt x="92" y="60"/>
                  <a:pt x="92" y="60"/>
                </a:cubicBezTo>
                <a:cubicBezTo>
                  <a:pt x="92" y="58"/>
                  <a:pt x="90" y="56"/>
                  <a:pt x="88" y="56"/>
                </a:cubicBezTo>
                <a:cubicBezTo>
                  <a:pt x="86" y="56"/>
                  <a:pt x="84" y="58"/>
                  <a:pt x="84" y="60"/>
                </a:cubicBezTo>
                <a:cubicBezTo>
                  <a:pt x="84" y="80"/>
                  <a:pt x="84" y="80"/>
                  <a:pt x="84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2" y="80"/>
                  <a:pt x="20" y="82"/>
                  <a:pt x="20" y="84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18"/>
                  <a:pt x="22" y="120"/>
                  <a:pt x="24" y="120"/>
                </a:cubicBezTo>
                <a:moveTo>
                  <a:pt x="32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32" y="176"/>
                  <a:pt x="32" y="176"/>
                  <a:pt x="32" y="176"/>
                </a:cubicBezTo>
                <a:cubicBezTo>
                  <a:pt x="41" y="176"/>
                  <a:pt x="48" y="169"/>
                  <a:pt x="48" y="160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8" y="135"/>
                  <a:pt x="41" y="128"/>
                  <a:pt x="32" y="128"/>
                </a:cubicBezTo>
                <a:moveTo>
                  <a:pt x="40" y="160"/>
                </a:moveTo>
                <a:cubicBezTo>
                  <a:pt x="40" y="164"/>
                  <a:pt x="36" y="168"/>
                  <a:pt x="3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44"/>
                  <a:pt x="8" y="144"/>
                  <a:pt x="8" y="144"/>
                </a:cubicBezTo>
                <a:cubicBezTo>
                  <a:pt x="8" y="140"/>
                  <a:pt x="12" y="136"/>
                  <a:pt x="16" y="136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6" y="136"/>
                  <a:pt x="40" y="140"/>
                  <a:pt x="40" y="144"/>
                </a:cubicBezTo>
                <a:lnTo>
                  <a:pt x="40" y="160"/>
                </a:lnTo>
                <a:close/>
                <a:moveTo>
                  <a:pt x="160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5" y="128"/>
                  <a:pt x="128" y="135"/>
                  <a:pt x="128" y="144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169"/>
                  <a:pt x="135" y="176"/>
                  <a:pt x="144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5"/>
                  <a:pt x="169" y="128"/>
                  <a:pt x="160" y="128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40" y="168"/>
                  <a:pt x="136" y="164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36" y="140"/>
                  <a:pt x="140" y="136"/>
                  <a:pt x="144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40"/>
                  <a:pt x="168" y="144"/>
                </a:cubicBezTo>
                <a:lnTo>
                  <a:pt x="168" y="160"/>
                </a:lnTo>
                <a:close/>
                <a:moveTo>
                  <a:pt x="96" y="128"/>
                </a:moveTo>
                <a:cubicBezTo>
                  <a:pt x="80" y="128"/>
                  <a:pt x="80" y="128"/>
                  <a:pt x="80" y="128"/>
                </a:cubicBezTo>
                <a:cubicBezTo>
                  <a:pt x="71" y="128"/>
                  <a:pt x="64" y="135"/>
                  <a:pt x="64" y="144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4" y="169"/>
                  <a:pt x="71" y="176"/>
                  <a:pt x="80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105" y="176"/>
                  <a:pt x="112" y="169"/>
                  <a:pt x="112" y="160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112" y="135"/>
                  <a:pt x="105" y="128"/>
                  <a:pt x="96" y="128"/>
                </a:cubicBezTo>
                <a:moveTo>
                  <a:pt x="104" y="160"/>
                </a:moveTo>
                <a:cubicBezTo>
                  <a:pt x="104" y="164"/>
                  <a:pt x="100" y="168"/>
                  <a:pt x="96" y="168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76" y="168"/>
                  <a:pt x="72" y="164"/>
                  <a:pt x="72" y="160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2" y="140"/>
                  <a:pt x="76" y="136"/>
                  <a:pt x="80" y="136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100" y="136"/>
                  <a:pt x="104" y="140"/>
                  <a:pt x="104" y="144"/>
                </a:cubicBezTo>
                <a:lnTo>
                  <a:pt x="104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233"/>
          <p:cNvSpPr>
            <a:spLocks noEditPoints="1"/>
          </p:cNvSpPr>
          <p:nvPr/>
        </p:nvSpPr>
        <p:spPr bwMode="auto">
          <a:xfrm>
            <a:off x="1698352" y="1733093"/>
            <a:ext cx="303444" cy="334275"/>
          </a:xfrm>
          <a:custGeom>
            <a:avLst/>
            <a:gdLst>
              <a:gd name="T0" fmla="*/ 76 w 160"/>
              <a:gd name="T1" fmla="*/ 128 h 176"/>
              <a:gd name="T2" fmla="*/ 60 w 160"/>
              <a:gd name="T3" fmla="*/ 112 h 176"/>
              <a:gd name="T4" fmla="*/ 88 w 160"/>
              <a:gd name="T5" fmla="*/ 88 h 176"/>
              <a:gd name="T6" fmla="*/ 72 w 160"/>
              <a:gd name="T7" fmla="*/ 104 h 176"/>
              <a:gd name="T8" fmla="*/ 88 w 160"/>
              <a:gd name="T9" fmla="*/ 88 h 176"/>
              <a:gd name="T10" fmla="*/ 96 w 160"/>
              <a:gd name="T11" fmla="*/ 88 h 176"/>
              <a:gd name="T12" fmla="*/ 112 w 160"/>
              <a:gd name="T13" fmla="*/ 104 h 176"/>
              <a:gd name="T14" fmla="*/ 84 w 160"/>
              <a:gd name="T15" fmla="*/ 128 h 176"/>
              <a:gd name="T16" fmla="*/ 100 w 160"/>
              <a:gd name="T17" fmla="*/ 112 h 176"/>
              <a:gd name="T18" fmla="*/ 84 w 160"/>
              <a:gd name="T19" fmla="*/ 128 h 176"/>
              <a:gd name="T20" fmla="*/ 48 w 160"/>
              <a:gd name="T21" fmla="*/ 88 h 176"/>
              <a:gd name="T22" fmla="*/ 64 w 160"/>
              <a:gd name="T23" fmla="*/ 104 h 176"/>
              <a:gd name="T24" fmla="*/ 80 w 160"/>
              <a:gd name="T25" fmla="*/ 0 h 176"/>
              <a:gd name="T26" fmla="*/ 112 w 160"/>
              <a:gd name="T27" fmla="*/ 32 h 176"/>
              <a:gd name="T28" fmla="*/ 108 w 160"/>
              <a:gd name="T29" fmla="*/ 128 h 176"/>
              <a:gd name="T30" fmla="*/ 124 w 160"/>
              <a:gd name="T31" fmla="*/ 112 h 176"/>
              <a:gd name="T32" fmla="*/ 108 w 160"/>
              <a:gd name="T33" fmla="*/ 128 h 176"/>
              <a:gd name="T34" fmla="*/ 136 w 160"/>
              <a:gd name="T35" fmla="*/ 104 h 176"/>
              <a:gd name="T36" fmla="*/ 120 w 160"/>
              <a:gd name="T37" fmla="*/ 88 h 176"/>
              <a:gd name="T38" fmla="*/ 144 w 160"/>
              <a:gd name="T39" fmla="*/ 64 h 176"/>
              <a:gd name="T40" fmla="*/ 0 w 160"/>
              <a:gd name="T41" fmla="*/ 80 h 176"/>
              <a:gd name="T42" fmla="*/ 16 w 160"/>
              <a:gd name="T43" fmla="*/ 176 h 176"/>
              <a:gd name="T44" fmla="*/ 160 w 160"/>
              <a:gd name="T45" fmla="*/ 160 h 176"/>
              <a:gd name="T46" fmla="*/ 144 w 160"/>
              <a:gd name="T47" fmla="*/ 64 h 176"/>
              <a:gd name="T48" fmla="*/ 144 w 160"/>
              <a:gd name="T49" fmla="*/ 168 h 176"/>
              <a:gd name="T50" fmla="*/ 8 w 160"/>
              <a:gd name="T51" fmla="*/ 160 h 176"/>
              <a:gd name="T52" fmla="*/ 16 w 160"/>
              <a:gd name="T53" fmla="*/ 72 h 176"/>
              <a:gd name="T54" fmla="*/ 152 w 160"/>
              <a:gd name="T55" fmla="*/ 80 h 176"/>
              <a:gd name="T56" fmla="*/ 44 w 160"/>
              <a:gd name="T57" fmla="*/ 152 h 176"/>
              <a:gd name="T58" fmla="*/ 116 w 160"/>
              <a:gd name="T59" fmla="*/ 136 h 176"/>
              <a:gd name="T60" fmla="*/ 44 w 160"/>
              <a:gd name="T61" fmla="*/ 152 h 176"/>
              <a:gd name="T62" fmla="*/ 24 w 160"/>
              <a:gd name="T63" fmla="*/ 88 h 176"/>
              <a:gd name="T64" fmla="*/ 40 w 160"/>
              <a:gd name="T65" fmla="*/ 104 h 176"/>
              <a:gd name="T66" fmla="*/ 52 w 160"/>
              <a:gd name="T67" fmla="*/ 112 h 176"/>
              <a:gd name="T68" fmla="*/ 36 w 160"/>
              <a:gd name="T69" fmla="*/ 128 h 176"/>
              <a:gd name="T70" fmla="*/ 52 w 160"/>
              <a:gd name="T71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76">
                <a:moveTo>
                  <a:pt x="60" y="128"/>
                </a:moveTo>
                <a:cubicBezTo>
                  <a:pt x="76" y="128"/>
                  <a:pt x="76" y="128"/>
                  <a:pt x="76" y="128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60" y="112"/>
                  <a:pt x="60" y="112"/>
                  <a:pt x="60" y="112"/>
                </a:cubicBezTo>
                <a:lnTo>
                  <a:pt x="60" y="128"/>
                </a:lnTo>
                <a:close/>
                <a:moveTo>
                  <a:pt x="88" y="88"/>
                </a:moveTo>
                <a:cubicBezTo>
                  <a:pt x="72" y="88"/>
                  <a:pt x="72" y="88"/>
                  <a:pt x="72" y="88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88" y="104"/>
                  <a:pt x="88" y="104"/>
                  <a:pt x="88" y="104"/>
                </a:cubicBezTo>
                <a:lnTo>
                  <a:pt x="88" y="88"/>
                </a:lnTo>
                <a:close/>
                <a:moveTo>
                  <a:pt x="112" y="88"/>
                </a:moveTo>
                <a:cubicBezTo>
                  <a:pt x="96" y="88"/>
                  <a:pt x="96" y="88"/>
                  <a:pt x="96" y="88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112" y="104"/>
                  <a:pt x="112" y="104"/>
                  <a:pt x="112" y="104"/>
                </a:cubicBezTo>
                <a:lnTo>
                  <a:pt x="112" y="88"/>
                </a:lnTo>
                <a:close/>
                <a:moveTo>
                  <a:pt x="84" y="128"/>
                </a:moveTo>
                <a:cubicBezTo>
                  <a:pt x="100" y="128"/>
                  <a:pt x="100" y="128"/>
                  <a:pt x="100" y="128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64" y="88"/>
                </a:moveTo>
                <a:cubicBezTo>
                  <a:pt x="48" y="88"/>
                  <a:pt x="48" y="88"/>
                  <a:pt x="48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64" y="104"/>
                  <a:pt x="64" y="104"/>
                  <a:pt x="64" y="104"/>
                </a:cubicBezTo>
                <a:lnTo>
                  <a:pt x="64" y="88"/>
                </a:lnTo>
                <a:close/>
                <a:moveTo>
                  <a:pt x="80" y="0"/>
                </a:moveTo>
                <a:cubicBezTo>
                  <a:pt x="48" y="32"/>
                  <a:pt x="48" y="32"/>
                  <a:pt x="48" y="32"/>
                </a:cubicBezTo>
                <a:cubicBezTo>
                  <a:pt x="112" y="32"/>
                  <a:pt x="112" y="32"/>
                  <a:pt x="112" y="32"/>
                </a:cubicBezTo>
                <a:lnTo>
                  <a:pt x="80" y="0"/>
                </a:lnTo>
                <a:close/>
                <a:moveTo>
                  <a:pt x="108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8" y="112"/>
                  <a:pt x="108" y="112"/>
                  <a:pt x="108" y="112"/>
                </a:cubicBezTo>
                <a:lnTo>
                  <a:pt x="108" y="128"/>
                </a:lnTo>
                <a:close/>
                <a:moveTo>
                  <a:pt x="120" y="104"/>
                </a:moveTo>
                <a:cubicBezTo>
                  <a:pt x="136" y="104"/>
                  <a:pt x="136" y="104"/>
                  <a:pt x="136" y="104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20" y="88"/>
                  <a:pt x="120" y="88"/>
                  <a:pt x="120" y="88"/>
                </a:cubicBezTo>
                <a:lnTo>
                  <a:pt x="120" y="104"/>
                </a:lnTo>
                <a:close/>
                <a:moveTo>
                  <a:pt x="144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44" y="176"/>
                  <a:pt x="144" y="176"/>
                  <a:pt x="144" y="176"/>
                </a:cubicBezTo>
                <a:cubicBezTo>
                  <a:pt x="153" y="176"/>
                  <a:pt x="160" y="169"/>
                  <a:pt x="160" y="16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71"/>
                  <a:pt x="153" y="64"/>
                  <a:pt x="144" y="64"/>
                </a:cubicBezTo>
                <a:moveTo>
                  <a:pt x="152" y="160"/>
                </a:moveTo>
                <a:cubicBezTo>
                  <a:pt x="152" y="164"/>
                  <a:pt x="148" y="168"/>
                  <a:pt x="14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76"/>
                  <a:pt x="12" y="72"/>
                  <a:pt x="16" y="72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8" y="72"/>
                  <a:pt x="152" y="76"/>
                  <a:pt x="152" y="80"/>
                </a:cubicBezTo>
                <a:lnTo>
                  <a:pt x="152" y="160"/>
                </a:lnTo>
                <a:close/>
                <a:moveTo>
                  <a:pt x="44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44" y="136"/>
                  <a:pt x="44" y="136"/>
                  <a:pt x="44" y="136"/>
                </a:cubicBezTo>
                <a:lnTo>
                  <a:pt x="44" y="152"/>
                </a:lnTo>
                <a:close/>
                <a:moveTo>
                  <a:pt x="40" y="88"/>
                </a:moveTo>
                <a:cubicBezTo>
                  <a:pt x="24" y="88"/>
                  <a:pt x="24" y="88"/>
                  <a:pt x="24" y="88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40" y="104"/>
                  <a:pt x="40" y="104"/>
                  <a:pt x="40" y="104"/>
                </a:cubicBezTo>
                <a:lnTo>
                  <a:pt x="40" y="88"/>
                </a:lnTo>
                <a:close/>
                <a:moveTo>
                  <a:pt x="52" y="112"/>
                </a:moveTo>
                <a:cubicBezTo>
                  <a:pt x="36" y="112"/>
                  <a:pt x="36" y="112"/>
                  <a:pt x="36" y="112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52" y="128"/>
                  <a:pt x="52" y="128"/>
                  <a:pt x="52" y="128"/>
                </a:cubicBezTo>
                <a:lnTo>
                  <a:pt x="52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234"/>
          <p:cNvSpPr>
            <a:spLocks noEditPoints="1"/>
          </p:cNvSpPr>
          <p:nvPr/>
        </p:nvSpPr>
        <p:spPr bwMode="auto">
          <a:xfrm>
            <a:off x="2336071" y="1733093"/>
            <a:ext cx="305066" cy="334275"/>
          </a:xfrm>
          <a:custGeom>
            <a:avLst/>
            <a:gdLst>
              <a:gd name="T0" fmla="*/ 72 w 160"/>
              <a:gd name="T1" fmla="*/ 24 h 176"/>
              <a:gd name="T2" fmla="*/ 88 w 160"/>
              <a:gd name="T3" fmla="*/ 40 h 176"/>
              <a:gd name="T4" fmla="*/ 60 w 160"/>
              <a:gd name="T5" fmla="*/ 64 h 176"/>
              <a:gd name="T6" fmla="*/ 76 w 160"/>
              <a:gd name="T7" fmla="*/ 48 h 176"/>
              <a:gd name="T8" fmla="*/ 60 w 160"/>
              <a:gd name="T9" fmla="*/ 64 h 176"/>
              <a:gd name="T10" fmla="*/ 96 w 160"/>
              <a:gd name="T11" fmla="*/ 24 h 176"/>
              <a:gd name="T12" fmla="*/ 112 w 160"/>
              <a:gd name="T13" fmla="*/ 40 h 176"/>
              <a:gd name="T14" fmla="*/ 80 w 160"/>
              <a:gd name="T15" fmla="*/ 176 h 176"/>
              <a:gd name="T16" fmla="*/ 48 w 160"/>
              <a:gd name="T17" fmla="*/ 144 h 176"/>
              <a:gd name="T18" fmla="*/ 84 w 160"/>
              <a:gd name="T19" fmla="*/ 64 h 176"/>
              <a:gd name="T20" fmla="*/ 100 w 160"/>
              <a:gd name="T21" fmla="*/ 48 h 176"/>
              <a:gd name="T22" fmla="*/ 84 w 160"/>
              <a:gd name="T23" fmla="*/ 64 h 176"/>
              <a:gd name="T24" fmla="*/ 48 w 160"/>
              <a:gd name="T25" fmla="*/ 24 h 176"/>
              <a:gd name="T26" fmla="*/ 64 w 160"/>
              <a:gd name="T27" fmla="*/ 40 h 176"/>
              <a:gd name="T28" fmla="*/ 120 w 160"/>
              <a:gd name="T29" fmla="*/ 40 h 176"/>
              <a:gd name="T30" fmla="*/ 136 w 160"/>
              <a:gd name="T31" fmla="*/ 24 h 176"/>
              <a:gd name="T32" fmla="*/ 120 w 160"/>
              <a:gd name="T33" fmla="*/ 40 h 176"/>
              <a:gd name="T34" fmla="*/ 16 w 160"/>
              <a:gd name="T35" fmla="*/ 0 h 176"/>
              <a:gd name="T36" fmla="*/ 0 w 160"/>
              <a:gd name="T37" fmla="*/ 96 h 176"/>
              <a:gd name="T38" fmla="*/ 144 w 160"/>
              <a:gd name="T39" fmla="*/ 112 h 176"/>
              <a:gd name="T40" fmla="*/ 160 w 160"/>
              <a:gd name="T41" fmla="*/ 16 h 176"/>
              <a:gd name="T42" fmla="*/ 152 w 160"/>
              <a:gd name="T43" fmla="*/ 96 h 176"/>
              <a:gd name="T44" fmla="*/ 16 w 160"/>
              <a:gd name="T45" fmla="*/ 104 h 176"/>
              <a:gd name="T46" fmla="*/ 8 w 160"/>
              <a:gd name="T47" fmla="*/ 16 h 176"/>
              <a:gd name="T48" fmla="*/ 144 w 160"/>
              <a:gd name="T49" fmla="*/ 8 h 176"/>
              <a:gd name="T50" fmla="*/ 152 w 160"/>
              <a:gd name="T51" fmla="*/ 96 h 176"/>
              <a:gd name="T52" fmla="*/ 124 w 160"/>
              <a:gd name="T53" fmla="*/ 64 h 176"/>
              <a:gd name="T54" fmla="*/ 108 w 160"/>
              <a:gd name="T55" fmla="*/ 48 h 176"/>
              <a:gd name="T56" fmla="*/ 52 w 160"/>
              <a:gd name="T57" fmla="*/ 48 h 176"/>
              <a:gd name="T58" fmla="*/ 36 w 160"/>
              <a:gd name="T59" fmla="*/ 64 h 176"/>
              <a:gd name="T60" fmla="*/ 52 w 160"/>
              <a:gd name="T61" fmla="*/ 48 h 176"/>
              <a:gd name="T62" fmla="*/ 24 w 160"/>
              <a:gd name="T63" fmla="*/ 24 h 176"/>
              <a:gd name="T64" fmla="*/ 40 w 160"/>
              <a:gd name="T65" fmla="*/ 40 h 176"/>
              <a:gd name="T66" fmla="*/ 44 w 160"/>
              <a:gd name="T67" fmla="*/ 88 h 176"/>
              <a:gd name="T68" fmla="*/ 116 w 160"/>
              <a:gd name="T69" fmla="*/ 72 h 176"/>
              <a:gd name="T70" fmla="*/ 44 w 160"/>
              <a:gd name="T71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76">
                <a:moveTo>
                  <a:pt x="88" y="24"/>
                </a:moveTo>
                <a:cubicBezTo>
                  <a:pt x="72" y="24"/>
                  <a:pt x="72" y="24"/>
                  <a:pt x="72" y="24"/>
                </a:cubicBezTo>
                <a:cubicBezTo>
                  <a:pt x="72" y="40"/>
                  <a:pt x="72" y="40"/>
                  <a:pt x="72" y="40"/>
                </a:cubicBezTo>
                <a:cubicBezTo>
                  <a:pt x="88" y="40"/>
                  <a:pt x="88" y="40"/>
                  <a:pt x="88" y="40"/>
                </a:cubicBezTo>
                <a:lnTo>
                  <a:pt x="88" y="24"/>
                </a:lnTo>
                <a:close/>
                <a:moveTo>
                  <a:pt x="60" y="64"/>
                </a:moveTo>
                <a:cubicBezTo>
                  <a:pt x="76" y="64"/>
                  <a:pt x="76" y="64"/>
                  <a:pt x="76" y="64"/>
                </a:cubicBezTo>
                <a:cubicBezTo>
                  <a:pt x="76" y="48"/>
                  <a:pt x="76" y="48"/>
                  <a:pt x="76" y="48"/>
                </a:cubicBezTo>
                <a:cubicBezTo>
                  <a:pt x="60" y="48"/>
                  <a:pt x="60" y="48"/>
                  <a:pt x="60" y="48"/>
                </a:cubicBezTo>
                <a:lnTo>
                  <a:pt x="60" y="64"/>
                </a:lnTo>
                <a:close/>
                <a:moveTo>
                  <a:pt x="112" y="24"/>
                </a:moveTo>
                <a:cubicBezTo>
                  <a:pt x="96" y="24"/>
                  <a:pt x="96" y="24"/>
                  <a:pt x="96" y="24"/>
                </a:cubicBezTo>
                <a:cubicBezTo>
                  <a:pt x="96" y="40"/>
                  <a:pt x="96" y="40"/>
                  <a:pt x="96" y="40"/>
                </a:cubicBezTo>
                <a:cubicBezTo>
                  <a:pt x="112" y="40"/>
                  <a:pt x="112" y="40"/>
                  <a:pt x="112" y="40"/>
                </a:cubicBezTo>
                <a:lnTo>
                  <a:pt x="112" y="24"/>
                </a:lnTo>
                <a:close/>
                <a:moveTo>
                  <a:pt x="80" y="176"/>
                </a:moveTo>
                <a:cubicBezTo>
                  <a:pt x="112" y="144"/>
                  <a:pt x="112" y="144"/>
                  <a:pt x="112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80" y="176"/>
                </a:lnTo>
                <a:close/>
                <a:moveTo>
                  <a:pt x="84" y="64"/>
                </a:moveTo>
                <a:cubicBezTo>
                  <a:pt x="100" y="64"/>
                  <a:pt x="100" y="64"/>
                  <a:pt x="100" y="64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84" y="48"/>
                  <a:pt x="84" y="48"/>
                  <a:pt x="84" y="48"/>
                </a:cubicBezTo>
                <a:lnTo>
                  <a:pt x="84" y="64"/>
                </a:lnTo>
                <a:close/>
                <a:moveTo>
                  <a:pt x="64" y="24"/>
                </a:moveTo>
                <a:cubicBezTo>
                  <a:pt x="48" y="24"/>
                  <a:pt x="48" y="24"/>
                  <a:pt x="48" y="24"/>
                </a:cubicBezTo>
                <a:cubicBezTo>
                  <a:pt x="48" y="40"/>
                  <a:pt x="48" y="40"/>
                  <a:pt x="48" y="40"/>
                </a:cubicBezTo>
                <a:cubicBezTo>
                  <a:pt x="64" y="40"/>
                  <a:pt x="64" y="40"/>
                  <a:pt x="64" y="40"/>
                </a:cubicBezTo>
                <a:lnTo>
                  <a:pt x="64" y="24"/>
                </a:lnTo>
                <a:close/>
                <a:moveTo>
                  <a:pt x="120" y="40"/>
                </a:moveTo>
                <a:cubicBezTo>
                  <a:pt x="136" y="40"/>
                  <a:pt x="136" y="40"/>
                  <a:pt x="136" y="40"/>
                </a:cubicBezTo>
                <a:cubicBezTo>
                  <a:pt x="136" y="24"/>
                  <a:pt x="136" y="24"/>
                  <a:pt x="136" y="24"/>
                </a:cubicBezTo>
                <a:cubicBezTo>
                  <a:pt x="120" y="24"/>
                  <a:pt x="120" y="24"/>
                  <a:pt x="120" y="24"/>
                </a:cubicBezTo>
                <a:lnTo>
                  <a:pt x="120" y="40"/>
                </a:ln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5"/>
                  <a:pt x="7" y="112"/>
                  <a:pt x="16" y="112"/>
                </a:cubicBezTo>
                <a:cubicBezTo>
                  <a:pt x="144" y="112"/>
                  <a:pt x="144" y="112"/>
                  <a:pt x="144" y="112"/>
                </a:cubicBezTo>
                <a:cubicBezTo>
                  <a:pt x="153" y="112"/>
                  <a:pt x="160" y="105"/>
                  <a:pt x="160" y="9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4" y="0"/>
                </a:cubicBezTo>
                <a:moveTo>
                  <a:pt x="152" y="96"/>
                </a:moveTo>
                <a:cubicBezTo>
                  <a:pt x="152" y="100"/>
                  <a:pt x="148" y="104"/>
                  <a:pt x="144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2" y="104"/>
                  <a:pt x="8" y="100"/>
                  <a:pt x="8" y="9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8" y="8"/>
                  <a:pt x="152" y="12"/>
                  <a:pt x="152" y="16"/>
                </a:cubicBezTo>
                <a:lnTo>
                  <a:pt x="152" y="96"/>
                </a:lnTo>
                <a:close/>
                <a:moveTo>
                  <a:pt x="108" y="64"/>
                </a:moveTo>
                <a:cubicBezTo>
                  <a:pt x="124" y="64"/>
                  <a:pt x="124" y="64"/>
                  <a:pt x="124" y="64"/>
                </a:cubicBezTo>
                <a:cubicBezTo>
                  <a:pt x="124" y="48"/>
                  <a:pt x="124" y="48"/>
                  <a:pt x="124" y="48"/>
                </a:cubicBezTo>
                <a:cubicBezTo>
                  <a:pt x="108" y="48"/>
                  <a:pt x="108" y="48"/>
                  <a:pt x="108" y="48"/>
                </a:cubicBezTo>
                <a:lnTo>
                  <a:pt x="108" y="64"/>
                </a:lnTo>
                <a:close/>
                <a:moveTo>
                  <a:pt x="52" y="48"/>
                </a:moveTo>
                <a:cubicBezTo>
                  <a:pt x="36" y="48"/>
                  <a:pt x="36" y="48"/>
                  <a:pt x="36" y="48"/>
                </a:cubicBezTo>
                <a:cubicBezTo>
                  <a:pt x="36" y="64"/>
                  <a:pt x="36" y="64"/>
                  <a:pt x="36" y="64"/>
                </a:cubicBezTo>
                <a:cubicBezTo>
                  <a:pt x="52" y="64"/>
                  <a:pt x="52" y="64"/>
                  <a:pt x="52" y="64"/>
                </a:cubicBezTo>
                <a:lnTo>
                  <a:pt x="52" y="48"/>
                </a:lnTo>
                <a:close/>
                <a:moveTo>
                  <a:pt x="4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0"/>
                  <a:pt x="24" y="40"/>
                  <a:pt x="24" y="40"/>
                </a:cubicBezTo>
                <a:cubicBezTo>
                  <a:pt x="40" y="40"/>
                  <a:pt x="40" y="40"/>
                  <a:pt x="40" y="40"/>
                </a:cubicBezTo>
                <a:lnTo>
                  <a:pt x="40" y="24"/>
                </a:lnTo>
                <a:close/>
                <a:moveTo>
                  <a:pt x="44" y="88"/>
                </a:moveTo>
                <a:cubicBezTo>
                  <a:pt x="116" y="88"/>
                  <a:pt x="116" y="88"/>
                  <a:pt x="116" y="88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44" y="72"/>
                  <a:pt x="44" y="72"/>
                  <a:pt x="44" y="72"/>
                </a:cubicBezTo>
                <a:lnTo>
                  <a:pt x="44" y="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235"/>
          <p:cNvSpPr>
            <a:spLocks noEditPoints="1"/>
          </p:cNvSpPr>
          <p:nvPr/>
        </p:nvSpPr>
        <p:spPr bwMode="auto">
          <a:xfrm>
            <a:off x="2960808" y="1763925"/>
            <a:ext cx="334275" cy="274235"/>
          </a:xfrm>
          <a:custGeom>
            <a:avLst/>
            <a:gdLst>
              <a:gd name="T0" fmla="*/ 172 w 176"/>
              <a:gd name="T1" fmla="*/ 0 h 144"/>
              <a:gd name="T2" fmla="*/ 4 w 176"/>
              <a:gd name="T3" fmla="*/ 0 h 144"/>
              <a:gd name="T4" fmla="*/ 0 w 176"/>
              <a:gd name="T5" fmla="*/ 4 h 144"/>
              <a:gd name="T6" fmla="*/ 0 w 176"/>
              <a:gd name="T7" fmla="*/ 116 h 144"/>
              <a:gd name="T8" fmla="*/ 4 w 176"/>
              <a:gd name="T9" fmla="*/ 120 h 144"/>
              <a:gd name="T10" fmla="*/ 36 w 176"/>
              <a:gd name="T11" fmla="*/ 120 h 144"/>
              <a:gd name="T12" fmla="*/ 40 w 176"/>
              <a:gd name="T13" fmla="*/ 116 h 144"/>
              <a:gd name="T14" fmla="*/ 36 w 176"/>
              <a:gd name="T15" fmla="*/ 112 h 144"/>
              <a:gd name="T16" fmla="*/ 8 w 176"/>
              <a:gd name="T17" fmla="*/ 112 h 144"/>
              <a:gd name="T18" fmla="*/ 8 w 176"/>
              <a:gd name="T19" fmla="*/ 8 h 144"/>
              <a:gd name="T20" fmla="*/ 168 w 176"/>
              <a:gd name="T21" fmla="*/ 8 h 144"/>
              <a:gd name="T22" fmla="*/ 168 w 176"/>
              <a:gd name="T23" fmla="*/ 112 h 144"/>
              <a:gd name="T24" fmla="*/ 140 w 176"/>
              <a:gd name="T25" fmla="*/ 112 h 144"/>
              <a:gd name="T26" fmla="*/ 136 w 176"/>
              <a:gd name="T27" fmla="*/ 116 h 144"/>
              <a:gd name="T28" fmla="*/ 140 w 176"/>
              <a:gd name="T29" fmla="*/ 120 h 144"/>
              <a:gd name="T30" fmla="*/ 172 w 176"/>
              <a:gd name="T31" fmla="*/ 120 h 144"/>
              <a:gd name="T32" fmla="*/ 176 w 176"/>
              <a:gd name="T33" fmla="*/ 116 h 144"/>
              <a:gd name="T34" fmla="*/ 176 w 176"/>
              <a:gd name="T35" fmla="*/ 4 h 144"/>
              <a:gd name="T36" fmla="*/ 172 w 176"/>
              <a:gd name="T37" fmla="*/ 0 h 144"/>
              <a:gd name="T38" fmla="*/ 139 w 176"/>
              <a:gd name="T39" fmla="*/ 137 h 144"/>
              <a:gd name="T40" fmla="*/ 91 w 176"/>
              <a:gd name="T41" fmla="*/ 81 h 144"/>
              <a:gd name="T42" fmla="*/ 91 w 176"/>
              <a:gd name="T43" fmla="*/ 81 h 144"/>
              <a:gd name="T44" fmla="*/ 88 w 176"/>
              <a:gd name="T45" fmla="*/ 80 h 144"/>
              <a:gd name="T46" fmla="*/ 85 w 176"/>
              <a:gd name="T47" fmla="*/ 81 h 144"/>
              <a:gd name="T48" fmla="*/ 85 w 176"/>
              <a:gd name="T49" fmla="*/ 81 h 144"/>
              <a:gd name="T50" fmla="*/ 37 w 176"/>
              <a:gd name="T51" fmla="*/ 137 h 144"/>
              <a:gd name="T52" fmla="*/ 37 w 176"/>
              <a:gd name="T53" fmla="*/ 137 h 144"/>
              <a:gd name="T54" fmla="*/ 36 w 176"/>
              <a:gd name="T55" fmla="*/ 140 h 144"/>
              <a:gd name="T56" fmla="*/ 40 w 176"/>
              <a:gd name="T57" fmla="*/ 144 h 144"/>
              <a:gd name="T58" fmla="*/ 136 w 176"/>
              <a:gd name="T59" fmla="*/ 144 h 144"/>
              <a:gd name="T60" fmla="*/ 140 w 176"/>
              <a:gd name="T61" fmla="*/ 140 h 144"/>
              <a:gd name="T62" fmla="*/ 139 w 176"/>
              <a:gd name="T63" fmla="*/ 137 h 144"/>
              <a:gd name="T64" fmla="*/ 49 w 176"/>
              <a:gd name="T65" fmla="*/ 136 h 144"/>
              <a:gd name="T66" fmla="*/ 88 w 176"/>
              <a:gd name="T67" fmla="*/ 90 h 144"/>
              <a:gd name="T68" fmla="*/ 127 w 176"/>
              <a:gd name="T69" fmla="*/ 136 h 144"/>
              <a:gd name="T70" fmla="*/ 49 w 176"/>
              <a:gd name="T7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44">
                <a:moveTo>
                  <a:pt x="172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8"/>
                  <a:pt x="2" y="120"/>
                  <a:pt x="4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8" y="120"/>
                  <a:pt x="40" y="118"/>
                  <a:pt x="40" y="116"/>
                </a:cubicBezTo>
                <a:cubicBezTo>
                  <a:pt x="40" y="114"/>
                  <a:pt x="38" y="112"/>
                  <a:pt x="36" y="112"/>
                </a:cubicBezTo>
                <a:cubicBezTo>
                  <a:pt x="8" y="112"/>
                  <a:pt x="8" y="112"/>
                  <a:pt x="8" y="112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38" y="112"/>
                  <a:pt x="136" y="114"/>
                  <a:pt x="136" y="116"/>
                </a:cubicBezTo>
                <a:cubicBezTo>
                  <a:pt x="136" y="118"/>
                  <a:pt x="138" y="120"/>
                  <a:pt x="140" y="120"/>
                </a:cubicBezTo>
                <a:cubicBezTo>
                  <a:pt x="172" y="120"/>
                  <a:pt x="172" y="120"/>
                  <a:pt x="172" y="120"/>
                </a:cubicBezTo>
                <a:cubicBezTo>
                  <a:pt x="174" y="120"/>
                  <a:pt x="176" y="118"/>
                  <a:pt x="176" y="116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39" y="137"/>
                </a:moveTo>
                <a:cubicBezTo>
                  <a:pt x="91" y="81"/>
                  <a:pt x="91" y="81"/>
                  <a:pt x="91" y="81"/>
                </a:cubicBezTo>
                <a:cubicBezTo>
                  <a:pt x="91" y="81"/>
                  <a:pt x="91" y="81"/>
                  <a:pt x="91" y="81"/>
                </a:cubicBezTo>
                <a:cubicBezTo>
                  <a:pt x="90" y="81"/>
                  <a:pt x="89" y="80"/>
                  <a:pt x="88" y="80"/>
                </a:cubicBezTo>
                <a:cubicBezTo>
                  <a:pt x="87" y="80"/>
                  <a:pt x="86" y="81"/>
                  <a:pt x="85" y="81"/>
                </a:cubicBezTo>
                <a:cubicBezTo>
                  <a:pt x="85" y="81"/>
                  <a:pt x="85" y="81"/>
                  <a:pt x="85" y="81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6" y="138"/>
                  <a:pt x="36" y="139"/>
                  <a:pt x="36" y="140"/>
                </a:cubicBezTo>
                <a:cubicBezTo>
                  <a:pt x="36" y="142"/>
                  <a:pt x="38" y="144"/>
                  <a:pt x="40" y="144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38" y="144"/>
                  <a:pt x="140" y="142"/>
                  <a:pt x="140" y="140"/>
                </a:cubicBezTo>
                <a:cubicBezTo>
                  <a:pt x="140" y="139"/>
                  <a:pt x="140" y="138"/>
                  <a:pt x="139" y="137"/>
                </a:cubicBezTo>
                <a:close/>
                <a:moveTo>
                  <a:pt x="49" y="136"/>
                </a:moveTo>
                <a:cubicBezTo>
                  <a:pt x="88" y="90"/>
                  <a:pt x="88" y="90"/>
                  <a:pt x="88" y="90"/>
                </a:cubicBezTo>
                <a:cubicBezTo>
                  <a:pt x="127" y="136"/>
                  <a:pt x="127" y="136"/>
                  <a:pt x="127" y="136"/>
                </a:cubicBezTo>
                <a:lnTo>
                  <a:pt x="49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236"/>
          <p:cNvSpPr>
            <a:spLocks noEditPoints="1"/>
          </p:cNvSpPr>
          <p:nvPr/>
        </p:nvSpPr>
        <p:spPr bwMode="auto">
          <a:xfrm>
            <a:off x="3600149" y="1733093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8 h 176"/>
              <a:gd name="T12" fmla="*/ 157 w 176"/>
              <a:gd name="T13" fmla="*/ 48 h 176"/>
              <a:gd name="T14" fmla="*/ 88 w 176"/>
              <a:gd name="T15" fmla="*/ 48 h 176"/>
              <a:gd name="T16" fmla="*/ 48 w 176"/>
              <a:gd name="T17" fmla="*/ 83 h 176"/>
              <a:gd name="T18" fmla="*/ 24 w 176"/>
              <a:gd name="T19" fmla="*/ 41 h 176"/>
              <a:gd name="T20" fmla="*/ 88 w 176"/>
              <a:gd name="T21" fmla="*/ 8 h 176"/>
              <a:gd name="T22" fmla="*/ 60 w 176"/>
              <a:gd name="T23" fmla="*/ 103 h 176"/>
              <a:gd name="T24" fmla="*/ 56 w 176"/>
              <a:gd name="T25" fmla="*/ 88 h 176"/>
              <a:gd name="T26" fmla="*/ 88 w 176"/>
              <a:gd name="T27" fmla="*/ 56 h 176"/>
              <a:gd name="T28" fmla="*/ 120 w 176"/>
              <a:gd name="T29" fmla="*/ 88 h 176"/>
              <a:gd name="T30" fmla="*/ 88 w 176"/>
              <a:gd name="T31" fmla="*/ 120 h 176"/>
              <a:gd name="T32" fmla="*/ 60 w 176"/>
              <a:gd name="T33" fmla="*/ 103 h 176"/>
              <a:gd name="T34" fmla="*/ 60 w 176"/>
              <a:gd name="T35" fmla="*/ 103 h 176"/>
              <a:gd name="T36" fmla="*/ 79 w 176"/>
              <a:gd name="T37" fmla="*/ 167 h 176"/>
              <a:gd name="T38" fmla="*/ 8 w 176"/>
              <a:gd name="T39" fmla="*/ 88 h 176"/>
              <a:gd name="T40" fmla="*/ 19 w 176"/>
              <a:gd name="T41" fmla="*/ 48 h 176"/>
              <a:gd name="T42" fmla="*/ 53 w 176"/>
              <a:gd name="T43" fmla="*/ 107 h 176"/>
              <a:gd name="T44" fmla="*/ 88 w 176"/>
              <a:gd name="T45" fmla="*/ 128 h 176"/>
              <a:gd name="T46" fmla="*/ 104 w 176"/>
              <a:gd name="T47" fmla="*/ 125 h 176"/>
              <a:gd name="T48" fmla="*/ 79 w 176"/>
              <a:gd name="T49" fmla="*/ 167 h 176"/>
              <a:gd name="T50" fmla="*/ 88 w 176"/>
              <a:gd name="T51" fmla="*/ 168 h 176"/>
              <a:gd name="T52" fmla="*/ 123 w 176"/>
              <a:gd name="T53" fmla="*/ 108 h 176"/>
              <a:gd name="T54" fmla="*/ 123 w 176"/>
              <a:gd name="T55" fmla="*/ 108 h 176"/>
              <a:gd name="T56" fmla="*/ 128 w 176"/>
              <a:gd name="T57" fmla="*/ 88 h 176"/>
              <a:gd name="T58" fmla="*/ 112 w 176"/>
              <a:gd name="T59" fmla="*/ 56 h 176"/>
              <a:gd name="T60" fmla="*/ 161 w 176"/>
              <a:gd name="T61" fmla="*/ 56 h 176"/>
              <a:gd name="T62" fmla="*/ 168 w 176"/>
              <a:gd name="T63" fmla="*/ 88 h 176"/>
              <a:gd name="T64" fmla="*/ 88 w 176"/>
              <a:gd name="T6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8"/>
                </a:moveTo>
                <a:cubicBezTo>
                  <a:pt x="118" y="8"/>
                  <a:pt x="143" y="24"/>
                  <a:pt x="157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68" y="48"/>
                  <a:pt x="51" y="63"/>
                  <a:pt x="48" y="83"/>
                </a:cubicBezTo>
                <a:cubicBezTo>
                  <a:pt x="24" y="41"/>
                  <a:pt x="24" y="41"/>
                  <a:pt x="24" y="41"/>
                </a:cubicBezTo>
                <a:cubicBezTo>
                  <a:pt x="38" y="21"/>
                  <a:pt x="62" y="8"/>
                  <a:pt x="88" y="8"/>
                </a:cubicBezTo>
                <a:moveTo>
                  <a:pt x="60" y="103"/>
                </a:moveTo>
                <a:cubicBezTo>
                  <a:pt x="57" y="98"/>
                  <a:pt x="56" y="93"/>
                  <a:pt x="56" y="88"/>
                </a:cubicBezTo>
                <a:cubicBezTo>
                  <a:pt x="56" y="70"/>
                  <a:pt x="70" y="56"/>
                  <a:pt x="88" y="56"/>
                </a:cubicBezTo>
                <a:cubicBezTo>
                  <a:pt x="106" y="56"/>
                  <a:pt x="120" y="70"/>
                  <a:pt x="120" y="88"/>
                </a:cubicBezTo>
                <a:cubicBezTo>
                  <a:pt x="120" y="106"/>
                  <a:pt x="106" y="120"/>
                  <a:pt x="88" y="120"/>
                </a:cubicBezTo>
                <a:cubicBezTo>
                  <a:pt x="76" y="120"/>
                  <a:pt x="65" y="113"/>
                  <a:pt x="60" y="103"/>
                </a:cubicBezTo>
                <a:cubicBezTo>
                  <a:pt x="60" y="103"/>
                  <a:pt x="60" y="103"/>
                  <a:pt x="60" y="103"/>
                </a:cubicBezTo>
                <a:close/>
                <a:moveTo>
                  <a:pt x="79" y="167"/>
                </a:moveTo>
                <a:cubicBezTo>
                  <a:pt x="39" y="163"/>
                  <a:pt x="8" y="129"/>
                  <a:pt x="8" y="88"/>
                </a:cubicBezTo>
                <a:cubicBezTo>
                  <a:pt x="8" y="73"/>
                  <a:pt x="12" y="60"/>
                  <a:pt x="19" y="48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9" y="119"/>
                  <a:pt x="73" y="128"/>
                  <a:pt x="88" y="128"/>
                </a:cubicBezTo>
                <a:cubicBezTo>
                  <a:pt x="94" y="128"/>
                  <a:pt x="99" y="127"/>
                  <a:pt x="104" y="125"/>
                </a:cubicBezTo>
                <a:lnTo>
                  <a:pt x="79" y="167"/>
                </a:lnTo>
                <a:close/>
                <a:moveTo>
                  <a:pt x="88" y="168"/>
                </a:moveTo>
                <a:cubicBezTo>
                  <a:pt x="123" y="108"/>
                  <a:pt x="123" y="108"/>
                  <a:pt x="123" y="108"/>
                </a:cubicBezTo>
                <a:cubicBezTo>
                  <a:pt x="123" y="108"/>
                  <a:pt x="123" y="108"/>
                  <a:pt x="123" y="108"/>
                </a:cubicBezTo>
                <a:cubicBezTo>
                  <a:pt x="126" y="102"/>
                  <a:pt x="128" y="95"/>
                  <a:pt x="128" y="88"/>
                </a:cubicBezTo>
                <a:cubicBezTo>
                  <a:pt x="128" y="75"/>
                  <a:pt x="122" y="63"/>
                  <a:pt x="112" y="56"/>
                </a:cubicBezTo>
                <a:cubicBezTo>
                  <a:pt x="161" y="56"/>
                  <a:pt x="161" y="56"/>
                  <a:pt x="161" y="56"/>
                </a:cubicBezTo>
                <a:cubicBezTo>
                  <a:pt x="166" y="66"/>
                  <a:pt x="168" y="77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237"/>
          <p:cNvSpPr>
            <a:spLocks noEditPoints="1"/>
          </p:cNvSpPr>
          <p:nvPr/>
        </p:nvSpPr>
        <p:spPr bwMode="auto">
          <a:xfrm>
            <a:off x="4239490" y="1817473"/>
            <a:ext cx="334275" cy="150911"/>
          </a:xfrm>
          <a:custGeom>
            <a:avLst/>
            <a:gdLst>
              <a:gd name="T0" fmla="*/ 136 w 176"/>
              <a:gd name="T1" fmla="*/ 26 h 80"/>
              <a:gd name="T2" fmla="*/ 143 w 176"/>
              <a:gd name="T3" fmla="*/ 26 h 80"/>
              <a:gd name="T4" fmla="*/ 144 w 176"/>
              <a:gd name="T5" fmla="*/ 0 h 80"/>
              <a:gd name="T6" fmla="*/ 0 w 176"/>
              <a:gd name="T7" fmla="*/ 32 h 80"/>
              <a:gd name="T8" fmla="*/ 32 w 176"/>
              <a:gd name="T9" fmla="*/ 80 h 80"/>
              <a:gd name="T10" fmla="*/ 176 w 176"/>
              <a:gd name="T11" fmla="*/ 48 h 80"/>
              <a:gd name="T12" fmla="*/ 144 w 176"/>
              <a:gd name="T13" fmla="*/ 0 h 80"/>
              <a:gd name="T14" fmla="*/ 73 w 176"/>
              <a:gd name="T15" fmla="*/ 26 h 80"/>
              <a:gd name="T16" fmla="*/ 66 w 176"/>
              <a:gd name="T17" fmla="*/ 26 h 80"/>
              <a:gd name="T18" fmla="*/ 73 w 176"/>
              <a:gd name="T19" fmla="*/ 56 h 80"/>
              <a:gd name="T20" fmla="*/ 66 w 176"/>
              <a:gd name="T21" fmla="*/ 33 h 80"/>
              <a:gd name="T22" fmla="*/ 73 w 176"/>
              <a:gd name="T23" fmla="*/ 56 h 80"/>
              <a:gd name="T24" fmla="*/ 46 w 176"/>
              <a:gd name="T25" fmla="*/ 56 h 80"/>
              <a:gd name="T26" fmla="*/ 42 w 176"/>
              <a:gd name="T27" fmla="*/ 32 h 80"/>
              <a:gd name="T28" fmla="*/ 40 w 176"/>
              <a:gd name="T29" fmla="*/ 42 h 80"/>
              <a:gd name="T30" fmla="*/ 30 w 176"/>
              <a:gd name="T31" fmla="*/ 56 h 80"/>
              <a:gd name="T32" fmla="*/ 30 w 176"/>
              <a:gd name="T33" fmla="*/ 24 h 80"/>
              <a:gd name="T34" fmla="*/ 34 w 176"/>
              <a:gd name="T35" fmla="*/ 48 h 80"/>
              <a:gd name="T36" fmla="*/ 36 w 176"/>
              <a:gd name="T37" fmla="*/ 37 h 80"/>
              <a:gd name="T38" fmla="*/ 46 w 176"/>
              <a:gd name="T39" fmla="*/ 24 h 80"/>
              <a:gd name="T40" fmla="*/ 50 w 176"/>
              <a:gd name="T41" fmla="*/ 48 h 80"/>
              <a:gd name="T42" fmla="*/ 52 w 176"/>
              <a:gd name="T43" fmla="*/ 37 h 80"/>
              <a:gd name="T44" fmla="*/ 62 w 176"/>
              <a:gd name="T45" fmla="*/ 24 h 80"/>
              <a:gd name="T46" fmla="*/ 168 w 176"/>
              <a:gd name="T47" fmla="*/ 48 h 80"/>
              <a:gd name="T48" fmla="*/ 64 w 176"/>
              <a:gd name="T49" fmla="*/ 72 h 80"/>
              <a:gd name="T50" fmla="*/ 88 w 176"/>
              <a:gd name="T51" fmla="*/ 32 h 80"/>
              <a:gd name="T52" fmla="*/ 144 w 176"/>
              <a:gd name="T53" fmla="*/ 8 h 80"/>
              <a:gd name="T54" fmla="*/ 168 w 176"/>
              <a:gd name="T55" fmla="*/ 48 h 80"/>
              <a:gd name="T56" fmla="*/ 116 w 176"/>
              <a:gd name="T57" fmla="*/ 56 h 80"/>
              <a:gd name="T58" fmla="*/ 127 w 176"/>
              <a:gd name="T59" fmla="*/ 43 h 80"/>
              <a:gd name="T60" fmla="*/ 116 w 176"/>
              <a:gd name="T61" fmla="*/ 37 h 80"/>
              <a:gd name="T62" fmla="*/ 128 w 176"/>
              <a:gd name="T63" fmla="*/ 30 h 80"/>
              <a:gd name="T64" fmla="*/ 109 w 176"/>
              <a:gd name="T65" fmla="*/ 24 h 80"/>
              <a:gd name="T66" fmla="*/ 136 w 176"/>
              <a:gd name="T67" fmla="*/ 56 h 80"/>
              <a:gd name="T68" fmla="*/ 143 w 176"/>
              <a:gd name="T69" fmla="*/ 33 h 80"/>
              <a:gd name="T70" fmla="*/ 136 w 176"/>
              <a:gd name="T71" fmla="*/ 5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80">
                <a:moveTo>
                  <a:pt x="140" y="23"/>
                </a:moveTo>
                <a:cubicBezTo>
                  <a:pt x="138" y="23"/>
                  <a:pt x="136" y="24"/>
                  <a:pt x="136" y="26"/>
                </a:cubicBezTo>
                <a:cubicBezTo>
                  <a:pt x="136" y="28"/>
                  <a:pt x="138" y="30"/>
                  <a:pt x="140" y="30"/>
                </a:cubicBezTo>
                <a:cubicBezTo>
                  <a:pt x="142" y="30"/>
                  <a:pt x="143" y="28"/>
                  <a:pt x="143" y="26"/>
                </a:cubicBezTo>
                <a:cubicBezTo>
                  <a:pt x="143" y="24"/>
                  <a:pt x="142" y="23"/>
                  <a:pt x="140" y="23"/>
                </a:cubicBezTo>
                <a:moveTo>
                  <a:pt x="144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66"/>
                  <a:pt x="14" y="80"/>
                  <a:pt x="32" y="80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162" y="80"/>
                  <a:pt x="176" y="66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14"/>
                  <a:pt x="162" y="0"/>
                  <a:pt x="144" y="0"/>
                </a:cubicBezTo>
                <a:moveTo>
                  <a:pt x="69" y="23"/>
                </a:moveTo>
                <a:cubicBezTo>
                  <a:pt x="72" y="23"/>
                  <a:pt x="73" y="24"/>
                  <a:pt x="73" y="26"/>
                </a:cubicBezTo>
                <a:cubicBezTo>
                  <a:pt x="73" y="28"/>
                  <a:pt x="72" y="30"/>
                  <a:pt x="69" y="30"/>
                </a:cubicBezTo>
                <a:cubicBezTo>
                  <a:pt x="67" y="30"/>
                  <a:pt x="66" y="28"/>
                  <a:pt x="66" y="26"/>
                </a:cubicBezTo>
                <a:cubicBezTo>
                  <a:pt x="66" y="24"/>
                  <a:pt x="67" y="23"/>
                  <a:pt x="69" y="23"/>
                </a:cubicBezTo>
                <a:moveTo>
                  <a:pt x="73" y="56"/>
                </a:moveTo>
                <a:cubicBezTo>
                  <a:pt x="66" y="56"/>
                  <a:pt x="66" y="56"/>
                  <a:pt x="66" y="56"/>
                </a:cubicBezTo>
                <a:cubicBezTo>
                  <a:pt x="66" y="33"/>
                  <a:pt x="66" y="33"/>
                  <a:pt x="66" y="33"/>
                </a:cubicBezTo>
                <a:cubicBezTo>
                  <a:pt x="73" y="33"/>
                  <a:pt x="73" y="33"/>
                  <a:pt x="73" y="33"/>
                </a:cubicBezTo>
                <a:lnTo>
                  <a:pt x="73" y="56"/>
                </a:lnTo>
                <a:close/>
                <a:moveTo>
                  <a:pt x="54" y="56"/>
                </a:moveTo>
                <a:cubicBezTo>
                  <a:pt x="46" y="56"/>
                  <a:pt x="46" y="56"/>
                  <a:pt x="46" y="56"/>
                </a:cubicBezTo>
                <a:cubicBezTo>
                  <a:pt x="44" y="42"/>
                  <a:pt x="44" y="42"/>
                  <a:pt x="44" y="42"/>
                </a:cubicBezTo>
                <a:cubicBezTo>
                  <a:pt x="43" y="39"/>
                  <a:pt x="42" y="36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1" y="36"/>
                  <a:pt x="41" y="39"/>
                  <a:pt x="40" y="42"/>
                </a:cubicBezTo>
                <a:cubicBezTo>
                  <a:pt x="37" y="56"/>
                  <a:pt x="37" y="56"/>
                  <a:pt x="37" y="56"/>
                </a:cubicBezTo>
                <a:cubicBezTo>
                  <a:pt x="30" y="56"/>
                  <a:pt x="30" y="56"/>
                  <a:pt x="30" y="56"/>
                </a:cubicBezTo>
                <a:cubicBezTo>
                  <a:pt x="22" y="24"/>
                  <a:pt x="22" y="24"/>
                  <a:pt x="22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41"/>
                  <a:pt x="33" y="45"/>
                  <a:pt x="34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5" y="45"/>
                  <a:pt x="35" y="41"/>
                  <a:pt x="36" y="37"/>
                </a:cubicBezTo>
                <a:cubicBezTo>
                  <a:pt x="39" y="24"/>
                  <a:pt x="39" y="24"/>
                  <a:pt x="39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9" y="37"/>
                  <a:pt x="49" y="37"/>
                  <a:pt x="49" y="37"/>
                </a:cubicBezTo>
                <a:cubicBezTo>
                  <a:pt x="49" y="41"/>
                  <a:pt x="50" y="45"/>
                  <a:pt x="50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1" y="45"/>
                  <a:pt x="52" y="41"/>
                  <a:pt x="52" y="37"/>
                </a:cubicBezTo>
                <a:cubicBezTo>
                  <a:pt x="55" y="24"/>
                  <a:pt x="55" y="24"/>
                  <a:pt x="55" y="24"/>
                </a:cubicBezTo>
                <a:cubicBezTo>
                  <a:pt x="62" y="24"/>
                  <a:pt x="62" y="24"/>
                  <a:pt x="62" y="24"/>
                </a:cubicBezTo>
                <a:lnTo>
                  <a:pt x="54" y="56"/>
                </a:lnTo>
                <a:close/>
                <a:moveTo>
                  <a:pt x="168" y="48"/>
                </a:moveTo>
                <a:cubicBezTo>
                  <a:pt x="168" y="61"/>
                  <a:pt x="157" y="72"/>
                  <a:pt x="144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77" y="72"/>
                  <a:pt x="88" y="61"/>
                  <a:pt x="88" y="48"/>
                </a:cubicBezTo>
                <a:cubicBezTo>
                  <a:pt x="88" y="32"/>
                  <a:pt x="88" y="32"/>
                  <a:pt x="88" y="32"/>
                </a:cubicBezTo>
                <a:cubicBezTo>
                  <a:pt x="88" y="19"/>
                  <a:pt x="99" y="8"/>
                  <a:pt x="112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57" y="8"/>
                  <a:pt x="168" y="19"/>
                  <a:pt x="168" y="32"/>
                </a:cubicBezTo>
                <a:lnTo>
                  <a:pt x="168" y="48"/>
                </a:lnTo>
                <a:close/>
                <a:moveTo>
                  <a:pt x="109" y="56"/>
                </a:moveTo>
                <a:cubicBezTo>
                  <a:pt x="116" y="56"/>
                  <a:pt x="116" y="56"/>
                  <a:pt x="116" y="5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6" y="30"/>
                  <a:pt x="116" y="30"/>
                  <a:pt x="116" y="30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109" y="24"/>
                  <a:pt x="109" y="24"/>
                  <a:pt x="109" y="24"/>
                </a:cubicBezTo>
                <a:lnTo>
                  <a:pt x="109" y="56"/>
                </a:lnTo>
                <a:close/>
                <a:moveTo>
                  <a:pt x="136" y="56"/>
                </a:moveTo>
                <a:cubicBezTo>
                  <a:pt x="143" y="56"/>
                  <a:pt x="143" y="56"/>
                  <a:pt x="143" y="56"/>
                </a:cubicBezTo>
                <a:cubicBezTo>
                  <a:pt x="143" y="33"/>
                  <a:pt x="143" y="33"/>
                  <a:pt x="143" y="33"/>
                </a:cubicBezTo>
                <a:cubicBezTo>
                  <a:pt x="136" y="33"/>
                  <a:pt x="136" y="33"/>
                  <a:pt x="136" y="33"/>
                </a:cubicBezTo>
                <a:lnTo>
                  <a:pt x="136" y="5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238"/>
          <p:cNvSpPr>
            <a:spLocks noEditPoints="1"/>
          </p:cNvSpPr>
          <p:nvPr/>
        </p:nvSpPr>
        <p:spPr bwMode="auto">
          <a:xfrm>
            <a:off x="4877209" y="1747698"/>
            <a:ext cx="335898" cy="305066"/>
          </a:xfrm>
          <a:custGeom>
            <a:avLst/>
            <a:gdLst>
              <a:gd name="T0" fmla="*/ 88 w 176"/>
              <a:gd name="T1" fmla="*/ 0 h 160"/>
              <a:gd name="T2" fmla="*/ 0 w 176"/>
              <a:gd name="T3" fmla="*/ 80 h 160"/>
              <a:gd name="T4" fmla="*/ 88 w 176"/>
              <a:gd name="T5" fmla="*/ 160 h 160"/>
              <a:gd name="T6" fmla="*/ 176 w 176"/>
              <a:gd name="T7" fmla="*/ 80 h 160"/>
              <a:gd name="T8" fmla="*/ 88 w 176"/>
              <a:gd name="T9" fmla="*/ 0 h 160"/>
              <a:gd name="T10" fmla="*/ 88 w 176"/>
              <a:gd name="T11" fmla="*/ 152 h 160"/>
              <a:gd name="T12" fmla="*/ 21 w 176"/>
              <a:gd name="T13" fmla="*/ 120 h 160"/>
              <a:gd name="T14" fmla="*/ 81 w 176"/>
              <a:gd name="T15" fmla="*/ 120 h 160"/>
              <a:gd name="T16" fmla="*/ 110 w 176"/>
              <a:gd name="T17" fmla="*/ 140 h 160"/>
              <a:gd name="T18" fmla="*/ 132 w 176"/>
              <a:gd name="T19" fmla="*/ 116 h 160"/>
              <a:gd name="T20" fmla="*/ 110 w 176"/>
              <a:gd name="T21" fmla="*/ 92 h 160"/>
              <a:gd name="T22" fmla="*/ 81 w 176"/>
              <a:gd name="T23" fmla="*/ 112 h 160"/>
              <a:gd name="T24" fmla="*/ 16 w 176"/>
              <a:gd name="T25" fmla="*/ 112 h 160"/>
              <a:gd name="T26" fmla="*/ 8 w 176"/>
              <a:gd name="T27" fmla="*/ 80 h 160"/>
              <a:gd name="T28" fmla="*/ 16 w 176"/>
              <a:gd name="T29" fmla="*/ 48 h 160"/>
              <a:gd name="T30" fmla="*/ 81 w 176"/>
              <a:gd name="T31" fmla="*/ 48 h 160"/>
              <a:gd name="T32" fmla="*/ 110 w 176"/>
              <a:gd name="T33" fmla="*/ 68 h 160"/>
              <a:gd name="T34" fmla="*/ 132 w 176"/>
              <a:gd name="T35" fmla="*/ 44 h 160"/>
              <a:gd name="T36" fmla="*/ 110 w 176"/>
              <a:gd name="T37" fmla="*/ 20 h 160"/>
              <a:gd name="T38" fmla="*/ 81 w 176"/>
              <a:gd name="T39" fmla="*/ 40 h 160"/>
              <a:gd name="T40" fmla="*/ 21 w 176"/>
              <a:gd name="T41" fmla="*/ 40 h 160"/>
              <a:gd name="T42" fmla="*/ 88 w 176"/>
              <a:gd name="T43" fmla="*/ 8 h 160"/>
              <a:gd name="T44" fmla="*/ 168 w 176"/>
              <a:gd name="T45" fmla="*/ 76 h 160"/>
              <a:gd name="T46" fmla="*/ 87 w 176"/>
              <a:gd name="T47" fmla="*/ 76 h 160"/>
              <a:gd name="T48" fmla="*/ 58 w 176"/>
              <a:gd name="T49" fmla="*/ 56 h 160"/>
              <a:gd name="T50" fmla="*/ 36 w 176"/>
              <a:gd name="T51" fmla="*/ 80 h 160"/>
              <a:gd name="T52" fmla="*/ 58 w 176"/>
              <a:gd name="T53" fmla="*/ 104 h 160"/>
              <a:gd name="T54" fmla="*/ 87 w 176"/>
              <a:gd name="T55" fmla="*/ 84 h 160"/>
              <a:gd name="T56" fmla="*/ 168 w 176"/>
              <a:gd name="T57" fmla="*/ 84 h 160"/>
              <a:gd name="T58" fmla="*/ 88 w 176"/>
              <a:gd name="T59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60">
                <a:moveTo>
                  <a:pt x="88" y="0"/>
                </a:moveTo>
                <a:cubicBezTo>
                  <a:pt x="39" y="0"/>
                  <a:pt x="0" y="36"/>
                  <a:pt x="0" y="80"/>
                </a:cubicBezTo>
                <a:cubicBezTo>
                  <a:pt x="0" y="124"/>
                  <a:pt x="39" y="160"/>
                  <a:pt x="88" y="160"/>
                </a:cubicBezTo>
                <a:cubicBezTo>
                  <a:pt x="137" y="160"/>
                  <a:pt x="176" y="124"/>
                  <a:pt x="176" y="80"/>
                </a:cubicBezTo>
                <a:cubicBezTo>
                  <a:pt x="176" y="36"/>
                  <a:pt x="137" y="0"/>
                  <a:pt x="88" y="0"/>
                </a:cubicBezTo>
                <a:moveTo>
                  <a:pt x="88" y="152"/>
                </a:moveTo>
                <a:cubicBezTo>
                  <a:pt x="60" y="152"/>
                  <a:pt x="36" y="139"/>
                  <a:pt x="21" y="120"/>
                </a:cubicBezTo>
                <a:cubicBezTo>
                  <a:pt x="81" y="120"/>
                  <a:pt x="81" y="120"/>
                  <a:pt x="81" y="120"/>
                </a:cubicBezTo>
                <a:cubicBezTo>
                  <a:pt x="85" y="128"/>
                  <a:pt x="100" y="140"/>
                  <a:pt x="110" y="140"/>
                </a:cubicBezTo>
                <a:cubicBezTo>
                  <a:pt x="122" y="140"/>
                  <a:pt x="132" y="132"/>
                  <a:pt x="132" y="116"/>
                </a:cubicBezTo>
                <a:cubicBezTo>
                  <a:pt x="132" y="100"/>
                  <a:pt x="122" y="92"/>
                  <a:pt x="110" y="92"/>
                </a:cubicBezTo>
                <a:cubicBezTo>
                  <a:pt x="100" y="92"/>
                  <a:pt x="85" y="104"/>
                  <a:pt x="81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1" y="102"/>
                  <a:pt x="8" y="92"/>
                  <a:pt x="8" y="80"/>
                </a:cubicBezTo>
                <a:cubicBezTo>
                  <a:pt x="8" y="68"/>
                  <a:pt x="11" y="58"/>
                  <a:pt x="16" y="48"/>
                </a:cubicBezTo>
                <a:cubicBezTo>
                  <a:pt x="81" y="48"/>
                  <a:pt x="81" y="48"/>
                  <a:pt x="81" y="48"/>
                </a:cubicBezTo>
                <a:cubicBezTo>
                  <a:pt x="85" y="56"/>
                  <a:pt x="100" y="68"/>
                  <a:pt x="110" y="68"/>
                </a:cubicBezTo>
                <a:cubicBezTo>
                  <a:pt x="122" y="68"/>
                  <a:pt x="132" y="60"/>
                  <a:pt x="132" y="44"/>
                </a:cubicBezTo>
                <a:cubicBezTo>
                  <a:pt x="132" y="28"/>
                  <a:pt x="122" y="20"/>
                  <a:pt x="110" y="20"/>
                </a:cubicBezTo>
                <a:cubicBezTo>
                  <a:pt x="100" y="20"/>
                  <a:pt x="85" y="32"/>
                  <a:pt x="8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36" y="21"/>
                  <a:pt x="60" y="8"/>
                  <a:pt x="88" y="8"/>
                </a:cubicBezTo>
                <a:cubicBezTo>
                  <a:pt x="131" y="8"/>
                  <a:pt x="165" y="38"/>
                  <a:pt x="168" y="76"/>
                </a:cubicBezTo>
                <a:cubicBezTo>
                  <a:pt x="87" y="76"/>
                  <a:pt x="87" y="76"/>
                  <a:pt x="87" y="76"/>
                </a:cubicBezTo>
                <a:cubicBezTo>
                  <a:pt x="83" y="68"/>
                  <a:pt x="68" y="56"/>
                  <a:pt x="58" y="56"/>
                </a:cubicBezTo>
                <a:cubicBezTo>
                  <a:pt x="46" y="56"/>
                  <a:pt x="36" y="64"/>
                  <a:pt x="36" y="80"/>
                </a:cubicBezTo>
                <a:cubicBezTo>
                  <a:pt x="36" y="96"/>
                  <a:pt x="46" y="104"/>
                  <a:pt x="58" y="104"/>
                </a:cubicBezTo>
                <a:cubicBezTo>
                  <a:pt x="68" y="104"/>
                  <a:pt x="83" y="92"/>
                  <a:pt x="87" y="84"/>
                </a:cubicBezTo>
                <a:cubicBezTo>
                  <a:pt x="168" y="84"/>
                  <a:pt x="168" y="84"/>
                  <a:pt x="168" y="84"/>
                </a:cubicBezTo>
                <a:cubicBezTo>
                  <a:pt x="165" y="122"/>
                  <a:pt x="131" y="152"/>
                  <a:pt x="88" y="15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239"/>
          <p:cNvSpPr>
            <a:spLocks noEditPoints="1"/>
          </p:cNvSpPr>
          <p:nvPr/>
        </p:nvSpPr>
        <p:spPr bwMode="auto">
          <a:xfrm>
            <a:off x="5532777" y="1733093"/>
            <a:ext cx="303444" cy="334275"/>
          </a:xfrm>
          <a:custGeom>
            <a:avLst/>
            <a:gdLst>
              <a:gd name="T0" fmla="*/ 44 w 160"/>
              <a:gd name="T1" fmla="*/ 72 h 176"/>
              <a:gd name="T2" fmla="*/ 48 w 160"/>
              <a:gd name="T3" fmla="*/ 68 h 176"/>
              <a:gd name="T4" fmla="*/ 48 w 160"/>
              <a:gd name="T5" fmla="*/ 52 h 176"/>
              <a:gd name="T6" fmla="*/ 44 w 160"/>
              <a:gd name="T7" fmla="*/ 48 h 176"/>
              <a:gd name="T8" fmla="*/ 40 w 160"/>
              <a:gd name="T9" fmla="*/ 52 h 176"/>
              <a:gd name="T10" fmla="*/ 40 w 160"/>
              <a:gd name="T11" fmla="*/ 68 h 176"/>
              <a:gd name="T12" fmla="*/ 44 w 160"/>
              <a:gd name="T13" fmla="*/ 72 h 176"/>
              <a:gd name="T14" fmla="*/ 152 w 160"/>
              <a:gd name="T15" fmla="*/ 24 h 176"/>
              <a:gd name="T16" fmla="*/ 93 w 160"/>
              <a:gd name="T17" fmla="*/ 24 h 176"/>
              <a:gd name="T18" fmla="*/ 106 w 160"/>
              <a:gd name="T19" fmla="*/ 5 h 176"/>
              <a:gd name="T20" fmla="*/ 100 w 160"/>
              <a:gd name="T21" fmla="*/ 0 h 176"/>
              <a:gd name="T22" fmla="*/ 83 w 160"/>
              <a:gd name="T23" fmla="*/ 24 h 176"/>
              <a:gd name="T24" fmla="*/ 8 w 160"/>
              <a:gd name="T25" fmla="*/ 24 h 176"/>
              <a:gd name="T26" fmla="*/ 0 w 160"/>
              <a:gd name="T27" fmla="*/ 32 h 176"/>
              <a:gd name="T28" fmla="*/ 0 w 160"/>
              <a:gd name="T29" fmla="*/ 144 h 176"/>
              <a:gd name="T30" fmla="*/ 8 w 160"/>
              <a:gd name="T31" fmla="*/ 152 h 176"/>
              <a:gd name="T32" fmla="*/ 90 w 160"/>
              <a:gd name="T33" fmla="*/ 152 h 176"/>
              <a:gd name="T34" fmla="*/ 100 w 160"/>
              <a:gd name="T35" fmla="*/ 176 h 176"/>
              <a:gd name="T36" fmla="*/ 107 w 160"/>
              <a:gd name="T37" fmla="*/ 172 h 176"/>
              <a:gd name="T38" fmla="*/ 98 w 160"/>
              <a:gd name="T39" fmla="*/ 152 h 176"/>
              <a:gd name="T40" fmla="*/ 152 w 160"/>
              <a:gd name="T41" fmla="*/ 152 h 176"/>
              <a:gd name="T42" fmla="*/ 160 w 160"/>
              <a:gd name="T43" fmla="*/ 144 h 176"/>
              <a:gd name="T44" fmla="*/ 160 w 160"/>
              <a:gd name="T45" fmla="*/ 32 h 176"/>
              <a:gd name="T46" fmla="*/ 152 w 160"/>
              <a:gd name="T47" fmla="*/ 24 h 176"/>
              <a:gd name="T48" fmla="*/ 80 w 160"/>
              <a:gd name="T49" fmla="*/ 128 h 176"/>
              <a:gd name="T50" fmla="*/ 87 w 160"/>
              <a:gd name="T51" fmla="*/ 128 h 176"/>
              <a:gd name="T52" fmla="*/ 88 w 160"/>
              <a:gd name="T53" fmla="*/ 144 h 176"/>
              <a:gd name="T54" fmla="*/ 8 w 160"/>
              <a:gd name="T55" fmla="*/ 144 h 176"/>
              <a:gd name="T56" fmla="*/ 8 w 160"/>
              <a:gd name="T57" fmla="*/ 32 h 176"/>
              <a:gd name="T58" fmla="*/ 79 w 160"/>
              <a:gd name="T59" fmla="*/ 32 h 176"/>
              <a:gd name="T60" fmla="*/ 60 w 160"/>
              <a:gd name="T61" fmla="*/ 96 h 176"/>
              <a:gd name="T62" fmla="*/ 60 w 160"/>
              <a:gd name="T63" fmla="*/ 100 h 176"/>
              <a:gd name="T64" fmla="*/ 89 w 160"/>
              <a:gd name="T65" fmla="*/ 100 h 176"/>
              <a:gd name="T66" fmla="*/ 87 w 160"/>
              <a:gd name="T67" fmla="*/ 120 h 176"/>
              <a:gd name="T68" fmla="*/ 80 w 160"/>
              <a:gd name="T69" fmla="*/ 120 h 176"/>
              <a:gd name="T70" fmla="*/ 26 w 160"/>
              <a:gd name="T71" fmla="*/ 108 h 176"/>
              <a:gd name="T72" fmla="*/ 22 w 160"/>
              <a:gd name="T73" fmla="*/ 115 h 176"/>
              <a:gd name="T74" fmla="*/ 80 w 160"/>
              <a:gd name="T75" fmla="*/ 128 h 176"/>
              <a:gd name="T76" fmla="*/ 152 w 160"/>
              <a:gd name="T77" fmla="*/ 144 h 176"/>
              <a:gd name="T78" fmla="*/ 97 w 160"/>
              <a:gd name="T79" fmla="*/ 144 h 176"/>
              <a:gd name="T80" fmla="*/ 95 w 160"/>
              <a:gd name="T81" fmla="*/ 127 h 176"/>
              <a:gd name="T82" fmla="*/ 138 w 160"/>
              <a:gd name="T83" fmla="*/ 115 h 176"/>
              <a:gd name="T84" fmla="*/ 134 w 160"/>
              <a:gd name="T85" fmla="*/ 108 h 176"/>
              <a:gd name="T86" fmla="*/ 95 w 160"/>
              <a:gd name="T87" fmla="*/ 119 h 176"/>
              <a:gd name="T88" fmla="*/ 98 w 160"/>
              <a:gd name="T89" fmla="*/ 97 h 176"/>
              <a:gd name="T90" fmla="*/ 99 w 160"/>
              <a:gd name="T91" fmla="*/ 92 h 176"/>
              <a:gd name="T92" fmla="*/ 69 w 160"/>
              <a:gd name="T93" fmla="*/ 92 h 176"/>
              <a:gd name="T94" fmla="*/ 88 w 160"/>
              <a:gd name="T95" fmla="*/ 32 h 176"/>
              <a:gd name="T96" fmla="*/ 152 w 160"/>
              <a:gd name="T97" fmla="*/ 32 h 176"/>
              <a:gd name="T98" fmla="*/ 152 w 160"/>
              <a:gd name="T99" fmla="*/ 144 h 176"/>
              <a:gd name="T100" fmla="*/ 116 w 160"/>
              <a:gd name="T101" fmla="*/ 72 h 176"/>
              <a:gd name="T102" fmla="*/ 120 w 160"/>
              <a:gd name="T103" fmla="*/ 68 h 176"/>
              <a:gd name="T104" fmla="*/ 120 w 160"/>
              <a:gd name="T105" fmla="*/ 52 h 176"/>
              <a:gd name="T106" fmla="*/ 116 w 160"/>
              <a:gd name="T107" fmla="*/ 48 h 176"/>
              <a:gd name="T108" fmla="*/ 112 w 160"/>
              <a:gd name="T109" fmla="*/ 52 h 176"/>
              <a:gd name="T110" fmla="*/ 112 w 160"/>
              <a:gd name="T111" fmla="*/ 68 h 176"/>
              <a:gd name="T112" fmla="*/ 116 w 160"/>
              <a:gd name="T113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76">
                <a:moveTo>
                  <a:pt x="44" y="72"/>
                </a:moveTo>
                <a:cubicBezTo>
                  <a:pt x="46" y="72"/>
                  <a:pt x="48" y="70"/>
                  <a:pt x="48" y="6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0"/>
                  <a:pt x="46" y="48"/>
                  <a:pt x="44" y="48"/>
                </a:cubicBezTo>
                <a:cubicBezTo>
                  <a:pt x="42" y="48"/>
                  <a:pt x="40" y="50"/>
                  <a:pt x="40" y="52"/>
                </a:cubicBezTo>
                <a:cubicBezTo>
                  <a:pt x="40" y="68"/>
                  <a:pt x="40" y="68"/>
                  <a:pt x="40" y="68"/>
                </a:cubicBezTo>
                <a:cubicBezTo>
                  <a:pt x="40" y="70"/>
                  <a:pt x="42" y="72"/>
                  <a:pt x="44" y="72"/>
                </a:cubicBezTo>
                <a:moveTo>
                  <a:pt x="152" y="24"/>
                </a:moveTo>
                <a:cubicBezTo>
                  <a:pt x="93" y="24"/>
                  <a:pt x="93" y="24"/>
                  <a:pt x="93" y="24"/>
                </a:cubicBezTo>
                <a:cubicBezTo>
                  <a:pt x="100" y="12"/>
                  <a:pt x="106" y="5"/>
                  <a:pt x="106" y="5"/>
                </a:cubicBezTo>
                <a:cubicBezTo>
                  <a:pt x="100" y="0"/>
                  <a:pt x="100" y="0"/>
                  <a:pt x="100" y="0"/>
                </a:cubicBezTo>
                <a:cubicBezTo>
                  <a:pt x="99" y="1"/>
                  <a:pt x="92" y="9"/>
                  <a:pt x="83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8"/>
                  <a:pt x="4" y="152"/>
                  <a:pt x="8" y="152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92" y="160"/>
                  <a:pt x="95" y="168"/>
                  <a:pt x="100" y="176"/>
                </a:cubicBezTo>
                <a:cubicBezTo>
                  <a:pt x="107" y="172"/>
                  <a:pt x="107" y="172"/>
                  <a:pt x="107" y="172"/>
                </a:cubicBezTo>
                <a:cubicBezTo>
                  <a:pt x="103" y="166"/>
                  <a:pt x="100" y="159"/>
                  <a:pt x="98" y="152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6" y="152"/>
                  <a:pt x="160" y="148"/>
                  <a:pt x="160" y="14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8"/>
                  <a:pt x="156" y="24"/>
                  <a:pt x="152" y="24"/>
                </a:cubicBezTo>
                <a:moveTo>
                  <a:pt x="80" y="128"/>
                </a:moveTo>
                <a:cubicBezTo>
                  <a:pt x="82" y="128"/>
                  <a:pt x="85" y="128"/>
                  <a:pt x="87" y="128"/>
                </a:cubicBezTo>
                <a:cubicBezTo>
                  <a:pt x="87" y="133"/>
                  <a:pt x="87" y="138"/>
                  <a:pt x="88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8" y="32"/>
                  <a:pt x="8" y="32"/>
                  <a:pt x="8" y="32"/>
                </a:cubicBezTo>
                <a:cubicBezTo>
                  <a:pt x="79" y="32"/>
                  <a:pt x="79" y="32"/>
                  <a:pt x="79" y="32"/>
                </a:cubicBezTo>
                <a:cubicBezTo>
                  <a:pt x="71" y="48"/>
                  <a:pt x="63" y="70"/>
                  <a:pt x="60" y="96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88" y="104"/>
                  <a:pt x="87" y="111"/>
                  <a:pt x="87" y="120"/>
                </a:cubicBezTo>
                <a:cubicBezTo>
                  <a:pt x="85" y="120"/>
                  <a:pt x="82" y="120"/>
                  <a:pt x="80" y="120"/>
                </a:cubicBezTo>
                <a:cubicBezTo>
                  <a:pt x="49" y="120"/>
                  <a:pt x="26" y="108"/>
                  <a:pt x="26" y="108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3" y="116"/>
                  <a:pt x="47" y="128"/>
                  <a:pt x="80" y="128"/>
                </a:cubicBezTo>
                <a:moveTo>
                  <a:pt x="152" y="144"/>
                </a:moveTo>
                <a:cubicBezTo>
                  <a:pt x="97" y="144"/>
                  <a:pt x="97" y="144"/>
                  <a:pt x="97" y="144"/>
                </a:cubicBezTo>
                <a:cubicBezTo>
                  <a:pt x="96" y="138"/>
                  <a:pt x="95" y="132"/>
                  <a:pt x="95" y="127"/>
                </a:cubicBezTo>
                <a:cubicBezTo>
                  <a:pt x="120" y="124"/>
                  <a:pt x="137" y="116"/>
                  <a:pt x="138" y="115"/>
                </a:cubicBezTo>
                <a:cubicBezTo>
                  <a:pt x="134" y="108"/>
                  <a:pt x="134" y="108"/>
                  <a:pt x="134" y="108"/>
                </a:cubicBezTo>
                <a:cubicBezTo>
                  <a:pt x="134" y="108"/>
                  <a:pt x="118" y="116"/>
                  <a:pt x="95" y="119"/>
                </a:cubicBezTo>
                <a:cubicBezTo>
                  <a:pt x="96" y="106"/>
                  <a:pt x="98" y="97"/>
                  <a:pt x="98" y="97"/>
                </a:cubicBezTo>
                <a:cubicBezTo>
                  <a:pt x="99" y="92"/>
                  <a:pt x="99" y="92"/>
                  <a:pt x="99" y="92"/>
                </a:cubicBezTo>
                <a:cubicBezTo>
                  <a:pt x="69" y="92"/>
                  <a:pt x="69" y="92"/>
                  <a:pt x="69" y="92"/>
                </a:cubicBezTo>
                <a:cubicBezTo>
                  <a:pt x="72" y="68"/>
                  <a:pt x="80" y="47"/>
                  <a:pt x="88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144"/>
                </a:lnTo>
                <a:close/>
                <a:moveTo>
                  <a:pt x="116" y="72"/>
                </a:moveTo>
                <a:cubicBezTo>
                  <a:pt x="118" y="72"/>
                  <a:pt x="120" y="70"/>
                  <a:pt x="120" y="68"/>
                </a:cubicBezTo>
                <a:cubicBezTo>
                  <a:pt x="120" y="52"/>
                  <a:pt x="120" y="52"/>
                  <a:pt x="120" y="52"/>
                </a:cubicBezTo>
                <a:cubicBezTo>
                  <a:pt x="120" y="50"/>
                  <a:pt x="118" y="48"/>
                  <a:pt x="116" y="48"/>
                </a:cubicBezTo>
                <a:cubicBezTo>
                  <a:pt x="114" y="48"/>
                  <a:pt x="112" y="50"/>
                  <a:pt x="112" y="52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2" y="70"/>
                  <a:pt x="114" y="72"/>
                  <a:pt x="116" y="7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240"/>
          <p:cNvSpPr>
            <a:spLocks noEditPoints="1"/>
          </p:cNvSpPr>
          <p:nvPr/>
        </p:nvSpPr>
        <p:spPr bwMode="auto">
          <a:xfrm>
            <a:off x="6155891" y="1733093"/>
            <a:ext cx="334275" cy="334275"/>
          </a:xfrm>
          <a:custGeom>
            <a:avLst/>
            <a:gdLst>
              <a:gd name="T0" fmla="*/ 127 w 176"/>
              <a:gd name="T1" fmla="*/ 40 h 176"/>
              <a:gd name="T2" fmla="*/ 117 w 176"/>
              <a:gd name="T3" fmla="*/ 40 h 176"/>
              <a:gd name="T4" fmla="*/ 88 w 176"/>
              <a:gd name="T5" fmla="*/ 80 h 176"/>
              <a:gd name="T6" fmla="*/ 60 w 176"/>
              <a:gd name="T7" fmla="*/ 40 h 176"/>
              <a:gd name="T8" fmla="*/ 49 w 176"/>
              <a:gd name="T9" fmla="*/ 40 h 176"/>
              <a:gd name="T10" fmla="*/ 82 w 176"/>
              <a:gd name="T11" fmla="*/ 87 h 176"/>
              <a:gd name="T12" fmla="*/ 47 w 176"/>
              <a:gd name="T13" fmla="*/ 136 h 176"/>
              <a:gd name="T14" fmla="*/ 57 w 176"/>
              <a:gd name="T15" fmla="*/ 136 h 176"/>
              <a:gd name="T16" fmla="*/ 88 w 176"/>
              <a:gd name="T17" fmla="*/ 94 h 176"/>
              <a:gd name="T18" fmla="*/ 118 w 176"/>
              <a:gd name="T19" fmla="*/ 136 h 176"/>
              <a:gd name="T20" fmla="*/ 129 w 176"/>
              <a:gd name="T21" fmla="*/ 136 h 176"/>
              <a:gd name="T22" fmla="*/ 93 w 176"/>
              <a:gd name="T23" fmla="*/ 87 h 176"/>
              <a:gd name="T24" fmla="*/ 127 w 176"/>
              <a:gd name="T25" fmla="*/ 40 h 176"/>
              <a:gd name="T26" fmla="*/ 88 w 176"/>
              <a:gd name="T27" fmla="*/ 0 h 176"/>
              <a:gd name="T28" fmla="*/ 0 w 176"/>
              <a:gd name="T29" fmla="*/ 88 h 176"/>
              <a:gd name="T30" fmla="*/ 88 w 176"/>
              <a:gd name="T31" fmla="*/ 176 h 176"/>
              <a:gd name="T32" fmla="*/ 176 w 176"/>
              <a:gd name="T33" fmla="*/ 88 h 176"/>
              <a:gd name="T34" fmla="*/ 88 w 176"/>
              <a:gd name="T35" fmla="*/ 0 h 176"/>
              <a:gd name="T36" fmla="*/ 88 w 176"/>
              <a:gd name="T37" fmla="*/ 168 h 176"/>
              <a:gd name="T38" fmla="*/ 8 w 176"/>
              <a:gd name="T39" fmla="*/ 88 h 176"/>
              <a:gd name="T40" fmla="*/ 88 w 176"/>
              <a:gd name="T41" fmla="*/ 8 h 176"/>
              <a:gd name="T42" fmla="*/ 168 w 176"/>
              <a:gd name="T43" fmla="*/ 88 h 176"/>
              <a:gd name="T44" fmla="*/ 88 w 176"/>
              <a:gd name="T4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127" y="40"/>
                </a:moveTo>
                <a:cubicBezTo>
                  <a:pt x="117" y="40"/>
                  <a:pt x="117" y="40"/>
                  <a:pt x="117" y="40"/>
                </a:cubicBezTo>
                <a:cubicBezTo>
                  <a:pt x="88" y="80"/>
                  <a:pt x="88" y="80"/>
                  <a:pt x="88" y="80"/>
                </a:cubicBezTo>
                <a:cubicBezTo>
                  <a:pt x="60" y="40"/>
                  <a:pt x="60" y="40"/>
                  <a:pt x="60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82" y="87"/>
                  <a:pt x="82" y="87"/>
                  <a:pt x="82" y="87"/>
                </a:cubicBezTo>
                <a:cubicBezTo>
                  <a:pt x="47" y="136"/>
                  <a:pt x="47" y="136"/>
                  <a:pt x="47" y="136"/>
                </a:cubicBezTo>
                <a:cubicBezTo>
                  <a:pt x="57" y="136"/>
                  <a:pt x="57" y="136"/>
                  <a:pt x="57" y="136"/>
                </a:cubicBezTo>
                <a:cubicBezTo>
                  <a:pt x="88" y="94"/>
                  <a:pt x="88" y="94"/>
                  <a:pt x="88" y="94"/>
                </a:cubicBezTo>
                <a:cubicBezTo>
                  <a:pt x="118" y="136"/>
                  <a:pt x="118" y="136"/>
                  <a:pt x="118" y="136"/>
                </a:cubicBezTo>
                <a:cubicBezTo>
                  <a:pt x="129" y="136"/>
                  <a:pt x="129" y="136"/>
                  <a:pt x="129" y="136"/>
                </a:cubicBezTo>
                <a:cubicBezTo>
                  <a:pt x="93" y="87"/>
                  <a:pt x="93" y="87"/>
                  <a:pt x="93" y="87"/>
                </a:cubicBezTo>
                <a:lnTo>
                  <a:pt x="127" y="40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241"/>
          <p:cNvSpPr>
            <a:spLocks noEditPoints="1"/>
          </p:cNvSpPr>
          <p:nvPr/>
        </p:nvSpPr>
        <p:spPr bwMode="auto">
          <a:xfrm>
            <a:off x="6795233" y="1733093"/>
            <a:ext cx="334275" cy="334275"/>
          </a:xfrm>
          <a:custGeom>
            <a:avLst/>
            <a:gdLst>
              <a:gd name="T0" fmla="*/ 103 w 206"/>
              <a:gd name="T1" fmla="*/ 192 h 206"/>
              <a:gd name="T2" fmla="*/ 206 w 206"/>
              <a:gd name="T3" fmla="*/ 206 h 206"/>
              <a:gd name="T4" fmla="*/ 206 w 206"/>
              <a:gd name="T5" fmla="*/ 113 h 206"/>
              <a:gd name="T6" fmla="*/ 103 w 206"/>
              <a:gd name="T7" fmla="*/ 113 h 206"/>
              <a:gd name="T8" fmla="*/ 103 w 206"/>
              <a:gd name="T9" fmla="*/ 192 h 206"/>
              <a:gd name="T10" fmla="*/ 112 w 206"/>
              <a:gd name="T11" fmla="*/ 122 h 206"/>
              <a:gd name="T12" fmla="*/ 197 w 206"/>
              <a:gd name="T13" fmla="*/ 122 h 206"/>
              <a:gd name="T14" fmla="*/ 197 w 206"/>
              <a:gd name="T15" fmla="*/ 196 h 206"/>
              <a:gd name="T16" fmla="*/ 112 w 206"/>
              <a:gd name="T17" fmla="*/ 184 h 206"/>
              <a:gd name="T18" fmla="*/ 112 w 206"/>
              <a:gd name="T19" fmla="*/ 122 h 206"/>
              <a:gd name="T20" fmla="*/ 0 w 206"/>
              <a:gd name="T21" fmla="*/ 178 h 206"/>
              <a:gd name="T22" fmla="*/ 84 w 206"/>
              <a:gd name="T23" fmla="*/ 190 h 206"/>
              <a:gd name="T24" fmla="*/ 84 w 206"/>
              <a:gd name="T25" fmla="*/ 113 h 206"/>
              <a:gd name="T26" fmla="*/ 0 w 206"/>
              <a:gd name="T27" fmla="*/ 113 h 206"/>
              <a:gd name="T28" fmla="*/ 0 w 206"/>
              <a:gd name="T29" fmla="*/ 178 h 206"/>
              <a:gd name="T30" fmla="*/ 9 w 206"/>
              <a:gd name="T31" fmla="*/ 122 h 206"/>
              <a:gd name="T32" fmla="*/ 75 w 206"/>
              <a:gd name="T33" fmla="*/ 122 h 206"/>
              <a:gd name="T34" fmla="*/ 75 w 206"/>
              <a:gd name="T35" fmla="*/ 179 h 206"/>
              <a:gd name="T36" fmla="*/ 9 w 206"/>
              <a:gd name="T37" fmla="*/ 170 h 206"/>
              <a:gd name="T38" fmla="*/ 9 w 206"/>
              <a:gd name="T39" fmla="*/ 122 h 206"/>
              <a:gd name="T40" fmla="*/ 103 w 206"/>
              <a:gd name="T41" fmla="*/ 14 h 206"/>
              <a:gd name="T42" fmla="*/ 103 w 206"/>
              <a:gd name="T43" fmla="*/ 94 h 206"/>
              <a:gd name="T44" fmla="*/ 206 w 206"/>
              <a:gd name="T45" fmla="*/ 94 h 206"/>
              <a:gd name="T46" fmla="*/ 206 w 206"/>
              <a:gd name="T47" fmla="*/ 0 h 206"/>
              <a:gd name="T48" fmla="*/ 103 w 206"/>
              <a:gd name="T49" fmla="*/ 14 h 206"/>
              <a:gd name="T50" fmla="*/ 197 w 206"/>
              <a:gd name="T51" fmla="*/ 84 h 206"/>
              <a:gd name="T52" fmla="*/ 112 w 206"/>
              <a:gd name="T53" fmla="*/ 84 h 206"/>
              <a:gd name="T54" fmla="*/ 112 w 206"/>
              <a:gd name="T55" fmla="*/ 22 h 206"/>
              <a:gd name="T56" fmla="*/ 197 w 206"/>
              <a:gd name="T57" fmla="*/ 11 h 206"/>
              <a:gd name="T58" fmla="*/ 197 w 206"/>
              <a:gd name="T59" fmla="*/ 84 h 206"/>
              <a:gd name="T60" fmla="*/ 0 w 206"/>
              <a:gd name="T61" fmla="*/ 94 h 206"/>
              <a:gd name="T62" fmla="*/ 84 w 206"/>
              <a:gd name="T63" fmla="*/ 94 h 206"/>
              <a:gd name="T64" fmla="*/ 84 w 206"/>
              <a:gd name="T65" fmla="*/ 16 h 206"/>
              <a:gd name="T66" fmla="*/ 0 w 206"/>
              <a:gd name="T67" fmla="*/ 28 h 206"/>
              <a:gd name="T68" fmla="*/ 0 w 206"/>
              <a:gd name="T69" fmla="*/ 94 h 206"/>
              <a:gd name="T70" fmla="*/ 9 w 206"/>
              <a:gd name="T71" fmla="*/ 36 h 206"/>
              <a:gd name="T72" fmla="*/ 75 w 206"/>
              <a:gd name="T73" fmla="*/ 27 h 206"/>
              <a:gd name="T74" fmla="*/ 75 w 206"/>
              <a:gd name="T75" fmla="*/ 84 h 206"/>
              <a:gd name="T76" fmla="*/ 9 w 206"/>
              <a:gd name="T77" fmla="*/ 84 h 206"/>
              <a:gd name="T78" fmla="*/ 9 w 206"/>
              <a:gd name="T79" fmla="*/ 36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06" h="206">
                <a:moveTo>
                  <a:pt x="103" y="192"/>
                </a:moveTo>
                <a:lnTo>
                  <a:pt x="206" y="206"/>
                </a:lnTo>
                <a:lnTo>
                  <a:pt x="206" y="113"/>
                </a:lnTo>
                <a:lnTo>
                  <a:pt x="103" y="113"/>
                </a:lnTo>
                <a:lnTo>
                  <a:pt x="103" y="192"/>
                </a:lnTo>
                <a:close/>
                <a:moveTo>
                  <a:pt x="112" y="122"/>
                </a:moveTo>
                <a:lnTo>
                  <a:pt x="197" y="122"/>
                </a:lnTo>
                <a:lnTo>
                  <a:pt x="197" y="196"/>
                </a:lnTo>
                <a:lnTo>
                  <a:pt x="112" y="184"/>
                </a:lnTo>
                <a:lnTo>
                  <a:pt x="112" y="122"/>
                </a:lnTo>
                <a:close/>
                <a:moveTo>
                  <a:pt x="0" y="178"/>
                </a:moveTo>
                <a:lnTo>
                  <a:pt x="84" y="190"/>
                </a:lnTo>
                <a:lnTo>
                  <a:pt x="84" y="113"/>
                </a:lnTo>
                <a:lnTo>
                  <a:pt x="0" y="113"/>
                </a:lnTo>
                <a:lnTo>
                  <a:pt x="0" y="178"/>
                </a:lnTo>
                <a:close/>
                <a:moveTo>
                  <a:pt x="9" y="122"/>
                </a:moveTo>
                <a:lnTo>
                  <a:pt x="75" y="122"/>
                </a:lnTo>
                <a:lnTo>
                  <a:pt x="75" y="179"/>
                </a:lnTo>
                <a:lnTo>
                  <a:pt x="9" y="170"/>
                </a:lnTo>
                <a:lnTo>
                  <a:pt x="9" y="122"/>
                </a:lnTo>
                <a:close/>
                <a:moveTo>
                  <a:pt x="103" y="14"/>
                </a:moveTo>
                <a:lnTo>
                  <a:pt x="103" y="94"/>
                </a:lnTo>
                <a:lnTo>
                  <a:pt x="206" y="94"/>
                </a:lnTo>
                <a:lnTo>
                  <a:pt x="206" y="0"/>
                </a:lnTo>
                <a:lnTo>
                  <a:pt x="103" y="14"/>
                </a:lnTo>
                <a:close/>
                <a:moveTo>
                  <a:pt x="197" y="84"/>
                </a:moveTo>
                <a:lnTo>
                  <a:pt x="112" y="84"/>
                </a:lnTo>
                <a:lnTo>
                  <a:pt x="112" y="22"/>
                </a:lnTo>
                <a:lnTo>
                  <a:pt x="197" y="11"/>
                </a:lnTo>
                <a:lnTo>
                  <a:pt x="197" y="84"/>
                </a:lnTo>
                <a:close/>
                <a:moveTo>
                  <a:pt x="0" y="94"/>
                </a:moveTo>
                <a:lnTo>
                  <a:pt x="84" y="94"/>
                </a:lnTo>
                <a:lnTo>
                  <a:pt x="84" y="16"/>
                </a:lnTo>
                <a:lnTo>
                  <a:pt x="0" y="28"/>
                </a:lnTo>
                <a:lnTo>
                  <a:pt x="0" y="94"/>
                </a:lnTo>
                <a:close/>
                <a:moveTo>
                  <a:pt x="9" y="36"/>
                </a:moveTo>
                <a:lnTo>
                  <a:pt x="75" y="27"/>
                </a:lnTo>
                <a:lnTo>
                  <a:pt x="75" y="84"/>
                </a:lnTo>
                <a:lnTo>
                  <a:pt x="9" y="84"/>
                </a:lnTo>
                <a:lnTo>
                  <a:pt x="9" y="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242"/>
          <p:cNvSpPr>
            <a:spLocks noEditPoints="1"/>
          </p:cNvSpPr>
          <p:nvPr/>
        </p:nvSpPr>
        <p:spPr bwMode="auto">
          <a:xfrm>
            <a:off x="7480010" y="1733093"/>
            <a:ext cx="243404" cy="334275"/>
          </a:xfrm>
          <a:custGeom>
            <a:avLst/>
            <a:gdLst>
              <a:gd name="T0" fmla="*/ 48 w 128"/>
              <a:gd name="T1" fmla="*/ 32 h 176"/>
              <a:gd name="T2" fmla="*/ 56 w 128"/>
              <a:gd name="T3" fmla="*/ 32 h 176"/>
              <a:gd name="T4" fmla="*/ 76 w 128"/>
              <a:gd name="T5" fmla="*/ 28 h 176"/>
              <a:gd name="T6" fmla="*/ 76 w 128"/>
              <a:gd name="T7" fmla="*/ 36 h 176"/>
              <a:gd name="T8" fmla="*/ 76 w 128"/>
              <a:gd name="T9" fmla="*/ 28 h 176"/>
              <a:gd name="T10" fmla="*/ 112 w 128"/>
              <a:gd name="T11" fmla="*/ 45 h 176"/>
              <a:gd name="T12" fmla="*/ 112 w 128"/>
              <a:gd name="T13" fmla="*/ 44 h 176"/>
              <a:gd name="T14" fmla="*/ 95 w 128"/>
              <a:gd name="T15" fmla="*/ 6 h 176"/>
              <a:gd name="T16" fmla="*/ 96 w 128"/>
              <a:gd name="T17" fmla="*/ 4 h 176"/>
              <a:gd name="T18" fmla="*/ 89 w 128"/>
              <a:gd name="T19" fmla="*/ 2 h 176"/>
              <a:gd name="T20" fmla="*/ 82 w 128"/>
              <a:gd name="T21" fmla="*/ 11 h 176"/>
              <a:gd name="T22" fmla="*/ 46 w 128"/>
              <a:gd name="T23" fmla="*/ 11 h 176"/>
              <a:gd name="T24" fmla="*/ 39 w 128"/>
              <a:gd name="T25" fmla="*/ 2 h 176"/>
              <a:gd name="T26" fmla="*/ 32 w 128"/>
              <a:gd name="T27" fmla="*/ 4 h 176"/>
              <a:gd name="T28" fmla="*/ 33 w 128"/>
              <a:gd name="T29" fmla="*/ 6 h 176"/>
              <a:gd name="T30" fmla="*/ 16 w 128"/>
              <a:gd name="T31" fmla="*/ 44 h 176"/>
              <a:gd name="T32" fmla="*/ 16 w 128"/>
              <a:gd name="T33" fmla="*/ 45 h 176"/>
              <a:gd name="T34" fmla="*/ 0 w 128"/>
              <a:gd name="T35" fmla="*/ 56 h 176"/>
              <a:gd name="T36" fmla="*/ 12 w 128"/>
              <a:gd name="T37" fmla="*/ 124 h 176"/>
              <a:gd name="T38" fmla="*/ 16 w 128"/>
              <a:gd name="T39" fmla="*/ 136 h 176"/>
              <a:gd name="T40" fmla="*/ 32 w 128"/>
              <a:gd name="T41" fmla="*/ 144 h 176"/>
              <a:gd name="T42" fmla="*/ 44 w 128"/>
              <a:gd name="T43" fmla="*/ 176 h 176"/>
              <a:gd name="T44" fmla="*/ 56 w 128"/>
              <a:gd name="T45" fmla="*/ 144 h 176"/>
              <a:gd name="T46" fmla="*/ 72 w 128"/>
              <a:gd name="T47" fmla="*/ 164 h 176"/>
              <a:gd name="T48" fmla="*/ 96 w 128"/>
              <a:gd name="T49" fmla="*/ 164 h 176"/>
              <a:gd name="T50" fmla="*/ 104 w 128"/>
              <a:gd name="T51" fmla="*/ 144 h 176"/>
              <a:gd name="T52" fmla="*/ 112 w 128"/>
              <a:gd name="T53" fmla="*/ 123 h 176"/>
              <a:gd name="T54" fmla="*/ 128 w 128"/>
              <a:gd name="T55" fmla="*/ 112 h 176"/>
              <a:gd name="T56" fmla="*/ 116 w 128"/>
              <a:gd name="T57" fmla="*/ 44 h 176"/>
              <a:gd name="T58" fmla="*/ 12 w 128"/>
              <a:gd name="T59" fmla="*/ 116 h 176"/>
              <a:gd name="T60" fmla="*/ 8 w 128"/>
              <a:gd name="T61" fmla="*/ 56 h 176"/>
              <a:gd name="T62" fmla="*/ 16 w 128"/>
              <a:gd name="T63" fmla="*/ 56 h 176"/>
              <a:gd name="T64" fmla="*/ 64 w 128"/>
              <a:gd name="T65" fmla="*/ 16 h 176"/>
              <a:gd name="T66" fmla="*/ 24 w 128"/>
              <a:gd name="T67" fmla="*/ 44 h 176"/>
              <a:gd name="T68" fmla="*/ 48 w 128"/>
              <a:gd name="T69" fmla="*/ 164 h 176"/>
              <a:gd name="T70" fmla="*/ 40 w 128"/>
              <a:gd name="T71" fmla="*/ 164 h 176"/>
              <a:gd name="T72" fmla="*/ 48 w 128"/>
              <a:gd name="T73" fmla="*/ 144 h 176"/>
              <a:gd name="T74" fmla="*/ 88 w 128"/>
              <a:gd name="T75" fmla="*/ 164 h 176"/>
              <a:gd name="T76" fmla="*/ 80 w 128"/>
              <a:gd name="T77" fmla="*/ 164 h 176"/>
              <a:gd name="T78" fmla="*/ 88 w 128"/>
              <a:gd name="T79" fmla="*/ 144 h 176"/>
              <a:gd name="T80" fmla="*/ 104 w 128"/>
              <a:gd name="T81" fmla="*/ 136 h 176"/>
              <a:gd name="T82" fmla="*/ 24 w 128"/>
              <a:gd name="T83" fmla="*/ 52 h 176"/>
              <a:gd name="T84" fmla="*/ 104 w 128"/>
              <a:gd name="T85" fmla="*/ 136 h 176"/>
              <a:gd name="T86" fmla="*/ 116 w 128"/>
              <a:gd name="T87" fmla="*/ 116 h 176"/>
              <a:gd name="T88" fmla="*/ 112 w 128"/>
              <a:gd name="T89" fmla="*/ 56 h 176"/>
              <a:gd name="T90" fmla="*/ 120 w 128"/>
              <a:gd name="T91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8" h="176">
                <a:moveTo>
                  <a:pt x="52" y="28"/>
                </a:moveTo>
                <a:cubicBezTo>
                  <a:pt x="50" y="28"/>
                  <a:pt x="48" y="30"/>
                  <a:pt x="48" y="32"/>
                </a:cubicBezTo>
                <a:cubicBezTo>
                  <a:pt x="48" y="34"/>
                  <a:pt x="50" y="36"/>
                  <a:pt x="52" y="36"/>
                </a:cubicBezTo>
                <a:cubicBezTo>
                  <a:pt x="54" y="36"/>
                  <a:pt x="56" y="34"/>
                  <a:pt x="56" y="32"/>
                </a:cubicBezTo>
                <a:cubicBezTo>
                  <a:pt x="56" y="30"/>
                  <a:pt x="54" y="28"/>
                  <a:pt x="52" y="28"/>
                </a:cubicBezTo>
                <a:moveTo>
                  <a:pt x="76" y="28"/>
                </a:moveTo>
                <a:cubicBezTo>
                  <a:pt x="74" y="28"/>
                  <a:pt x="72" y="30"/>
                  <a:pt x="72" y="32"/>
                </a:cubicBezTo>
                <a:cubicBezTo>
                  <a:pt x="72" y="34"/>
                  <a:pt x="74" y="36"/>
                  <a:pt x="76" y="36"/>
                </a:cubicBezTo>
                <a:cubicBezTo>
                  <a:pt x="78" y="36"/>
                  <a:pt x="80" y="34"/>
                  <a:pt x="80" y="32"/>
                </a:cubicBezTo>
                <a:cubicBezTo>
                  <a:pt x="80" y="30"/>
                  <a:pt x="78" y="28"/>
                  <a:pt x="76" y="28"/>
                </a:cubicBezTo>
                <a:moveTo>
                  <a:pt x="116" y="44"/>
                </a:moveTo>
                <a:cubicBezTo>
                  <a:pt x="115" y="44"/>
                  <a:pt x="113" y="44"/>
                  <a:pt x="112" y="45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0" y="32"/>
                  <a:pt x="102" y="21"/>
                  <a:pt x="90" y="14"/>
                </a:cubicBezTo>
                <a:cubicBezTo>
                  <a:pt x="95" y="6"/>
                  <a:pt x="95" y="6"/>
                  <a:pt x="95" y="6"/>
                </a:cubicBezTo>
                <a:cubicBezTo>
                  <a:pt x="95" y="6"/>
                  <a:pt x="95" y="6"/>
                  <a:pt x="95" y="6"/>
                </a:cubicBezTo>
                <a:cubicBezTo>
                  <a:pt x="96" y="6"/>
                  <a:pt x="96" y="5"/>
                  <a:pt x="96" y="4"/>
                </a:cubicBezTo>
                <a:cubicBezTo>
                  <a:pt x="96" y="2"/>
                  <a:pt x="94" y="0"/>
                  <a:pt x="92" y="0"/>
                </a:cubicBezTo>
                <a:cubicBezTo>
                  <a:pt x="91" y="0"/>
                  <a:pt x="89" y="1"/>
                  <a:pt x="89" y="2"/>
                </a:cubicBezTo>
                <a:cubicBezTo>
                  <a:pt x="89" y="2"/>
                  <a:pt x="89" y="2"/>
                  <a:pt x="89" y="2"/>
                </a:cubicBezTo>
                <a:cubicBezTo>
                  <a:pt x="82" y="11"/>
                  <a:pt x="82" y="11"/>
                  <a:pt x="82" y="11"/>
                </a:cubicBezTo>
                <a:cubicBezTo>
                  <a:pt x="77" y="9"/>
                  <a:pt x="71" y="8"/>
                  <a:pt x="64" y="8"/>
                </a:cubicBezTo>
                <a:cubicBezTo>
                  <a:pt x="57" y="8"/>
                  <a:pt x="51" y="9"/>
                  <a:pt x="46" y="11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37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5"/>
                  <a:pt x="32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8" y="14"/>
                  <a:pt x="38" y="14"/>
                  <a:pt x="38" y="14"/>
                </a:cubicBezTo>
                <a:cubicBezTo>
                  <a:pt x="26" y="21"/>
                  <a:pt x="18" y="32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4"/>
                  <a:pt x="13" y="44"/>
                  <a:pt x="12" y="44"/>
                </a:cubicBezTo>
                <a:cubicBezTo>
                  <a:pt x="5" y="44"/>
                  <a:pt x="0" y="49"/>
                  <a:pt x="0" y="5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9"/>
                  <a:pt x="5" y="124"/>
                  <a:pt x="12" y="124"/>
                </a:cubicBezTo>
                <a:cubicBezTo>
                  <a:pt x="13" y="124"/>
                  <a:pt x="15" y="124"/>
                  <a:pt x="16" y="123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0"/>
                  <a:pt x="20" y="144"/>
                  <a:pt x="2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64"/>
                  <a:pt x="32" y="164"/>
                  <a:pt x="32" y="164"/>
                </a:cubicBezTo>
                <a:cubicBezTo>
                  <a:pt x="32" y="171"/>
                  <a:pt x="37" y="176"/>
                  <a:pt x="44" y="176"/>
                </a:cubicBezTo>
                <a:cubicBezTo>
                  <a:pt x="51" y="176"/>
                  <a:pt x="56" y="171"/>
                  <a:pt x="56" y="164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2" y="164"/>
                  <a:pt x="72" y="164"/>
                  <a:pt x="72" y="164"/>
                </a:cubicBezTo>
                <a:cubicBezTo>
                  <a:pt x="72" y="171"/>
                  <a:pt x="77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8" y="144"/>
                  <a:pt x="112" y="140"/>
                  <a:pt x="112" y="136"/>
                </a:cubicBezTo>
                <a:cubicBezTo>
                  <a:pt x="112" y="123"/>
                  <a:pt x="112" y="123"/>
                  <a:pt x="112" y="123"/>
                </a:cubicBezTo>
                <a:cubicBezTo>
                  <a:pt x="113" y="124"/>
                  <a:pt x="115" y="124"/>
                  <a:pt x="116" y="124"/>
                </a:cubicBezTo>
                <a:cubicBezTo>
                  <a:pt x="123" y="124"/>
                  <a:pt x="128" y="119"/>
                  <a:pt x="128" y="112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8" y="49"/>
                  <a:pt x="123" y="44"/>
                  <a:pt x="116" y="44"/>
                </a:cubicBezTo>
                <a:moveTo>
                  <a:pt x="16" y="112"/>
                </a:moveTo>
                <a:cubicBezTo>
                  <a:pt x="16" y="114"/>
                  <a:pt x="14" y="116"/>
                  <a:pt x="12" y="116"/>
                </a:cubicBezTo>
                <a:cubicBezTo>
                  <a:pt x="10" y="116"/>
                  <a:pt x="8" y="114"/>
                  <a:pt x="8" y="112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4"/>
                  <a:pt x="10" y="52"/>
                  <a:pt x="12" y="52"/>
                </a:cubicBezTo>
                <a:cubicBezTo>
                  <a:pt x="14" y="52"/>
                  <a:pt x="16" y="54"/>
                  <a:pt x="16" y="56"/>
                </a:cubicBezTo>
                <a:lnTo>
                  <a:pt x="16" y="112"/>
                </a:lnTo>
                <a:close/>
                <a:moveTo>
                  <a:pt x="64" y="16"/>
                </a:moveTo>
                <a:cubicBezTo>
                  <a:pt x="84" y="16"/>
                  <a:pt x="101" y="28"/>
                  <a:pt x="104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7" y="28"/>
                  <a:pt x="44" y="16"/>
                  <a:pt x="64" y="16"/>
                </a:cubicBezTo>
                <a:moveTo>
                  <a:pt x="48" y="164"/>
                </a:moveTo>
                <a:cubicBezTo>
                  <a:pt x="48" y="166"/>
                  <a:pt x="46" y="168"/>
                  <a:pt x="44" y="168"/>
                </a:cubicBezTo>
                <a:cubicBezTo>
                  <a:pt x="42" y="168"/>
                  <a:pt x="40" y="166"/>
                  <a:pt x="40" y="16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48" y="164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2" y="168"/>
                  <a:pt x="80" y="166"/>
                  <a:pt x="80" y="164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88" y="144"/>
                  <a:pt x="88" y="144"/>
                  <a:pt x="88" y="144"/>
                </a:cubicBezTo>
                <a:lnTo>
                  <a:pt x="88" y="164"/>
                </a:lnTo>
                <a:close/>
                <a:moveTo>
                  <a:pt x="104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24" y="52"/>
                  <a:pt x="24" y="52"/>
                  <a:pt x="24" y="52"/>
                </a:cubicBezTo>
                <a:cubicBezTo>
                  <a:pt x="104" y="52"/>
                  <a:pt x="104" y="52"/>
                  <a:pt x="104" y="52"/>
                </a:cubicBezTo>
                <a:lnTo>
                  <a:pt x="104" y="136"/>
                </a:lnTo>
                <a:close/>
                <a:moveTo>
                  <a:pt x="120" y="112"/>
                </a:moveTo>
                <a:cubicBezTo>
                  <a:pt x="120" y="114"/>
                  <a:pt x="118" y="116"/>
                  <a:pt x="116" y="116"/>
                </a:cubicBezTo>
                <a:cubicBezTo>
                  <a:pt x="114" y="116"/>
                  <a:pt x="112" y="114"/>
                  <a:pt x="112" y="112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4"/>
                  <a:pt x="114" y="52"/>
                  <a:pt x="116" y="52"/>
                </a:cubicBezTo>
                <a:cubicBezTo>
                  <a:pt x="118" y="52"/>
                  <a:pt x="120" y="54"/>
                  <a:pt x="120" y="56"/>
                </a:cubicBezTo>
                <a:lnTo>
                  <a:pt x="120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606526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696921" y="411510"/>
            <a:ext cx="17501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E-commerce</a:t>
            </a:r>
            <a:endParaRPr lang="uk-UA" sz="2400" dirty="0"/>
          </a:p>
        </p:txBody>
      </p:sp>
      <p:sp>
        <p:nvSpPr>
          <p:cNvPr id="61" name="Freeform 243"/>
          <p:cNvSpPr>
            <a:spLocks noEditPoints="1"/>
          </p:cNvSpPr>
          <p:nvPr/>
        </p:nvSpPr>
        <p:spPr bwMode="auto">
          <a:xfrm>
            <a:off x="1548312" y="1151961"/>
            <a:ext cx="335898" cy="243404"/>
          </a:xfrm>
          <a:custGeom>
            <a:avLst/>
            <a:gdLst>
              <a:gd name="T0" fmla="*/ 132 w 176"/>
              <a:gd name="T1" fmla="*/ 104 h 128"/>
              <a:gd name="T2" fmla="*/ 148 w 176"/>
              <a:gd name="T3" fmla="*/ 104 h 128"/>
              <a:gd name="T4" fmla="*/ 152 w 176"/>
              <a:gd name="T5" fmla="*/ 100 h 128"/>
              <a:gd name="T6" fmla="*/ 152 w 176"/>
              <a:gd name="T7" fmla="*/ 84 h 128"/>
              <a:gd name="T8" fmla="*/ 148 w 176"/>
              <a:gd name="T9" fmla="*/ 80 h 128"/>
              <a:gd name="T10" fmla="*/ 132 w 176"/>
              <a:gd name="T11" fmla="*/ 80 h 128"/>
              <a:gd name="T12" fmla="*/ 128 w 176"/>
              <a:gd name="T13" fmla="*/ 84 h 128"/>
              <a:gd name="T14" fmla="*/ 128 w 176"/>
              <a:gd name="T15" fmla="*/ 100 h 128"/>
              <a:gd name="T16" fmla="*/ 132 w 176"/>
              <a:gd name="T17" fmla="*/ 104 h 128"/>
              <a:gd name="T18" fmla="*/ 168 w 176"/>
              <a:gd name="T19" fmla="*/ 0 h 128"/>
              <a:gd name="T20" fmla="*/ 8 w 176"/>
              <a:gd name="T21" fmla="*/ 0 h 128"/>
              <a:gd name="T22" fmla="*/ 0 w 176"/>
              <a:gd name="T23" fmla="*/ 8 h 128"/>
              <a:gd name="T24" fmla="*/ 0 w 176"/>
              <a:gd name="T25" fmla="*/ 120 h 128"/>
              <a:gd name="T26" fmla="*/ 8 w 176"/>
              <a:gd name="T27" fmla="*/ 128 h 128"/>
              <a:gd name="T28" fmla="*/ 168 w 176"/>
              <a:gd name="T29" fmla="*/ 128 h 128"/>
              <a:gd name="T30" fmla="*/ 176 w 176"/>
              <a:gd name="T31" fmla="*/ 120 h 128"/>
              <a:gd name="T32" fmla="*/ 176 w 176"/>
              <a:gd name="T33" fmla="*/ 8 h 128"/>
              <a:gd name="T34" fmla="*/ 168 w 176"/>
              <a:gd name="T35" fmla="*/ 0 h 128"/>
              <a:gd name="T36" fmla="*/ 168 w 176"/>
              <a:gd name="T37" fmla="*/ 120 h 128"/>
              <a:gd name="T38" fmla="*/ 8 w 176"/>
              <a:gd name="T39" fmla="*/ 120 h 128"/>
              <a:gd name="T40" fmla="*/ 8 w 176"/>
              <a:gd name="T41" fmla="*/ 56 h 128"/>
              <a:gd name="T42" fmla="*/ 168 w 176"/>
              <a:gd name="T43" fmla="*/ 56 h 128"/>
              <a:gd name="T44" fmla="*/ 168 w 176"/>
              <a:gd name="T45" fmla="*/ 120 h 128"/>
              <a:gd name="T46" fmla="*/ 168 w 176"/>
              <a:gd name="T47" fmla="*/ 24 h 128"/>
              <a:gd name="T48" fmla="*/ 8 w 176"/>
              <a:gd name="T49" fmla="*/ 24 h 128"/>
              <a:gd name="T50" fmla="*/ 8 w 176"/>
              <a:gd name="T51" fmla="*/ 8 h 128"/>
              <a:gd name="T52" fmla="*/ 168 w 176"/>
              <a:gd name="T53" fmla="*/ 8 h 128"/>
              <a:gd name="T54" fmla="*/ 168 w 176"/>
              <a:gd name="T55" fmla="*/ 24 h 128"/>
              <a:gd name="T56" fmla="*/ 28 w 176"/>
              <a:gd name="T57" fmla="*/ 88 h 128"/>
              <a:gd name="T58" fmla="*/ 100 w 176"/>
              <a:gd name="T59" fmla="*/ 88 h 128"/>
              <a:gd name="T60" fmla="*/ 104 w 176"/>
              <a:gd name="T61" fmla="*/ 84 h 128"/>
              <a:gd name="T62" fmla="*/ 100 w 176"/>
              <a:gd name="T63" fmla="*/ 80 h 128"/>
              <a:gd name="T64" fmla="*/ 28 w 176"/>
              <a:gd name="T65" fmla="*/ 80 h 128"/>
              <a:gd name="T66" fmla="*/ 24 w 176"/>
              <a:gd name="T67" fmla="*/ 84 h 128"/>
              <a:gd name="T68" fmla="*/ 28 w 176"/>
              <a:gd name="T69" fmla="*/ 88 h 128"/>
              <a:gd name="T70" fmla="*/ 28 w 176"/>
              <a:gd name="T71" fmla="*/ 104 h 128"/>
              <a:gd name="T72" fmla="*/ 84 w 176"/>
              <a:gd name="T73" fmla="*/ 104 h 128"/>
              <a:gd name="T74" fmla="*/ 88 w 176"/>
              <a:gd name="T75" fmla="*/ 100 h 128"/>
              <a:gd name="T76" fmla="*/ 84 w 176"/>
              <a:gd name="T77" fmla="*/ 96 h 128"/>
              <a:gd name="T78" fmla="*/ 28 w 176"/>
              <a:gd name="T79" fmla="*/ 96 h 128"/>
              <a:gd name="T80" fmla="*/ 24 w 176"/>
              <a:gd name="T81" fmla="*/ 100 h 128"/>
              <a:gd name="T82" fmla="*/ 28 w 176"/>
              <a:gd name="T83" fmla="*/ 10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28">
                <a:moveTo>
                  <a:pt x="132" y="104"/>
                </a:moveTo>
                <a:cubicBezTo>
                  <a:pt x="148" y="104"/>
                  <a:pt x="148" y="104"/>
                  <a:pt x="148" y="104"/>
                </a:cubicBezTo>
                <a:cubicBezTo>
                  <a:pt x="150" y="104"/>
                  <a:pt x="152" y="102"/>
                  <a:pt x="152" y="100"/>
                </a:cubicBezTo>
                <a:cubicBezTo>
                  <a:pt x="152" y="84"/>
                  <a:pt x="152" y="84"/>
                  <a:pt x="152" y="84"/>
                </a:cubicBezTo>
                <a:cubicBezTo>
                  <a:pt x="152" y="82"/>
                  <a:pt x="150" y="80"/>
                  <a:pt x="148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0" y="80"/>
                  <a:pt x="128" y="82"/>
                  <a:pt x="128" y="84"/>
                </a:cubicBezTo>
                <a:cubicBezTo>
                  <a:pt x="128" y="100"/>
                  <a:pt x="128" y="100"/>
                  <a:pt x="128" y="100"/>
                </a:cubicBezTo>
                <a:cubicBezTo>
                  <a:pt x="128" y="102"/>
                  <a:pt x="130" y="104"/>
                  <a:pt x="132" y="104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56"/>
                  <a:pt x="8" y="56"/>
                  <a:pt x="8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120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  <a:moveTo>
                  <a:pt x="28" y="88"/>
                </a:moveTo>
                <a:cubicBezTo>
                  <a:pt x="100" y="88"/>
                  <a:pt x="100" y="88"/>
                  <a:pt x="100" y="88"/>
                </a:cubicBezTo>
                <a:cubicBezTo>
                  <a:pt x="102" y="88"/>
                  <a:pt x="104" y="86"/>
                  <a:pt x="104" y="84"/>
                </a:cubicBezTo>
                <a:cubicBezTo>
                  <a:pt x="104" y="82"/>
                  <a:pt x="102" y="80"/>
                  <a:pt x="100" y="80"/>
                </a:cubicBezTo>
                <a:cubicBezTo>
                  <a:pt x="28" y="80"/>
                  <a:pt x="28" y="80"/>
                  <a:pt x="28" y="80"/>
                </a:cubicBezTo>
                <a:cubicBezTo>
                  <a:pt x="26" y="80"/>
                  <a:pt x="24" y="82"/>
                  <a:pt x="24" y="84"/>
                </a:cubicBezTo>
                <a:cubicBezTo>
                  <a:pt x="24" y="86"/>
                  <a:pt x="26" y="88"/>
                  <a:pt x="28" y="88"/>
                </a:cubicBezTo>
                <a:moveTo>
                  <a:pt x="28" y="104"/>
                </a:moveTo>
                <a:cubicBezTo>
                  <a:pt x="84" y="104"/>
                  <a:pt x="84" y="104"/>
                  <a:pt x="84" y="104"/>
                </a:cubicBezTo>
                <a:cubicBezTo>
                  <a:pt x="86" y="104"/>
                  <a:pt x="88" y="102"/>
                  <a:pt x="88" y="100"/>
                </a:cubicBezTo>
                <a:cubicBezTo>
                  <a:pt x="88" y="98"/>
                  <a:pt x="86" y="96"/>
                  <a:pt x="84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6" y="96"/>
                  <a:pt x="24" y="98"/>
                  <a:pt x="24" y="100"/>
                </a:cubicBezTo>
                <a:cubicBezTo>
                  <a:pt x="24" y="102"/>
                  <a:pt x="26" y="104"/>
                  <a:pt x="28" y="10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244"/>
          <p:cNvSpPr>
            <a:spLocks noEditPoints="1"/>
          </p:cNvSpPr>
          <p:nvPr/>
        </p:nvSpPr>
        <p:spPr bwMode="auto">
          <a:xfrm>
            <a:off x="2187653" y="1137357"/>
            <a:ext cx="334275" cy="272613"/>
          </a:xfrm>
          <a:custGeom>
            <a:avLst/>
            <a:gdLst>
              <a:gd name="T0" fmla="*/ 100 w 176"/>
              <a:gd name="T1" fmla="*/ 120 h 144"/>
              <a:gd name="T2" fmla="*/ 116 w 176"/>
              <a:gd name="T3" fmla="*/ 120 h 144"/>
              <a:gd name="T4" fmla="*/ 120 w 176"/>
              <a:gd name="T5" fmla="*/ 116 h 144"/>
              <a:gd name="T6" fmla="*/ 120 w 176"/>
              <a:gd name="T7" fmla="*/ 100 h 144"/>
              <a:gd name="T8" fmla="*/ 116 w 176"/>
              <a:gd name="T9" fmla="*/ 96 h 144"/>
              <a:gd name="T10" fmla="*/ 100 w 176"/>
              <a:gd name="T11" fmla="*/ 96 h 144"/>
              <a:gd name="T12" fmla="*/ 96 w 176"/>
              <a:gd name="T13" fmla="*/ 100 h 144"/>
              <a:gd name="T14" fmla="*/ 96 w 176"/>
              <a:gd name="T15" fmla="*/ 116 h 144"/>
              <a:gd name="T16" fmla="*/ 100 w 176"/>
              <a:gd name="T17" fmla="*/ 120 h 144"/>
              <a:gd name="T18" fmla="*/ 28 w 176"/>
              <a:gd name="T19" fmla="*/ 104 h 144"/>
              <a:gd name="T20" fmla="*/ 76 w 176"/>
              <a:gd name="T21" fmla="*/ 104 h 144"/>
              <a:gd name="T22" fmla="*/ 80 w 176"/>
              <a:gd name="T23" fmla="*/ 100 h 144"/>
              <a:gd name="T24" fmla="*/ 76 w 176"/>
              <a:gd name="T25" fmla="*/ 96 h 144"/>
              <a:gd name="T26" fmla="*/ 28 w 176"/>
              <a:gd name="T27" fmla="*/ 96 h 144"/>
              <a:gd name="T28" fmla="*/ 24 w 176"/>
              <a:gd name="T29" fmla="*/ 100 h 144"/>
              <a:gd name="T30" fmla="*/ 28 w 176"/>
              <a:gd name="T31" fmla="*/ 104 h 144"/>
              <a:gd name="T32" fmla="*/ 28 w 176"/>
              <a:gd name="T33" fmla="*/ 120 h 144"/>
              <a:gd name="T34" fmla="*/ 60 w 176"/>
              <a:gd name="T35" fmla="*/ 120 h 144"/>
              <a:gd name="T36" fmla="*/ 64 w 176"/>
              <a:gd name="T37" fmla="*/ 116 h 144"/>
              <a:gd name="T38" fmla="*/ 60 w 176"/>
              <a:gd name="T39" fmla="*/ 112 h 144"/>
              <a:gd name="T40" fmla="*/ 28 w 176"/>
              <a:gd name="T41" fmla="*/ 112 h 144"/>
              <a:gd name="T42" fmla="*/ 24 w 176"/>
              <a:gd name="T43" fmla="*/ 116 h 144"/>
              <a:gd name="T44" fmla="*/ 28 w 176"/>
              <a:gd name="T45" fmla="*/ 120 h 144"/>
              <a:gd name="T46" fmla="*/ 136 w 176"/>
              <a:gd name="T47" fmla="*/ 32 h 144"/>
              <a:gd name="T48" fmla="*/ 8 w 176"/>
              <a:gd name="T49" fmla="*/ 32 h 144"/>
              <a:gd name="T50" fmla="*/ 0 w 176"/>
              <a:gd name="T51" fmla="*/ 40 h 144"/>
              <a:gd name="T52" fmla="*/ 0 w 176"/>
              <a:gd name="T53" fmla="*/ 136 h 144"/>
              <a:gd name="T54" fmla="*/ 8 w 176"/>
              <a:gd name="T55" fmla="*/ 144 h 144"/>
              <a:gd name="T56" fmla="*/ 136 w 176"/>
              <a:gd name="T57" fmla="*/ 144 h 144"/>
              <a:gd name="T58" fmla="*/ 144 w 176"/>
              <a:gd name="T59" fmla="*/ 136 h 144"/>
              <a:gd name="T60" fmla="*/ 144 w 176"/>
              <a:gd name="T61" fmla="*/ 40 h 144"/>
              <a:gd name="T62" fmla="*/ 136 w 176"/>
              <a:gd name="T63" fmla="*/ 32 h 144"/>
              <a:gd name="T64" fmla="*/ 136 w 176"/>
              <a:gd name="T65" fmla="*/ 136 h 144"/>
              <a:gd name="T66" fmla="*/ 8 w 176"/>
              <a:gd name="T67" fmla="*/ 136 h 144"/>
              <a:gd name="T68" fmla="*/ 8 w 176"/>
              <a:gd name="T69" fmla="*/ 80 h 144"/>
              <a:gd name="T70" fmla="*/ 136 w 176"/>
              <a:gd name="T71" fmla="*/ 80 h 144"/>
              <a:gd name="T72" fmla="*/ 136 w 176"/>
              <a:gd name="T73" fmla="*/ 136 h 144"/>
              <a:gd name="T74" fmla="*/ 136 w 176"/>
              <a:gd name="T75" fmla="*/ 56 h 144"/>
              <a:gd name="T76" fmla="*/ 8 w 176"/>
              <a:gd name="T77" fmla="*/ 56 h 144"/>
              <a:gd name="T78" fmla="*/ 8 w 176"/>
              <a:gd name="T79" fmla="*/ 40 h 144"/>
              <a:gd name="T80" fmla="*/ 136 w 176"/>
              <a:gd name="T81" fmla="*/ 40 h 144"/>
              <a:gd name="T82" fmla="*/ 136 w 176"/>
              <a:gd name="T83" fmla="*/ 56 h 144"/>
              <a:gd name="T84" fmla="*/ 168 w 176"/>
              <a:gd name="T85" fmla="*/ 0 h 144"/>
              <a:gd name="T86" fmla="*/ 40 w 176"/>
              <a:gd name="T87" fmla="*/ 0 h 144"/>
              <a:gd name="T88" fmla="*/ 32 w 176"/>
              <a:gd name="T89" fmla="*/ 8 h 144"/>
              <a:gd name="T90" fmla="*/ 32 w 176"/>
              <a:gd name="T91" fmla="*/ 20 h 144"/>
              <a:gd name="T92" fmla="*/ 36 w 176"/>
              <a:gd name="T93" fmla="*/ 24 h 144"/>
              <a:gd name="T94" fmla="*/ 40 w 176"/>
              <a:gd name="T95" fmla="*/ 20 h 144"/>
              <a:gd name="T96" fmla="*/ 40 w 176"/>
              <a:gd name="T97" fmla="*/ 8 h 144"/>
              <a:gd name="T98" fmla="*/ 168 w 176"/>
              <a:gd name="T99" fmla="*/ 8 h 144"/>
              <a:gd name="T100" fmla="*/ 168 w 176"/>
              <a:gd name="T101" fmla="*/ 104 h 144"/>
              <a:gd name="T102" fmla="*/ 156 w 176"/>
              <a:gd name="T103" fmla="*/ 104 h 144"/>
              <a:gd name="T104" fmla="*/ 152 w 176"/>
              <a:gd name="T105" fmla="*/ 108 h 144"/>
              <a:gd name="T106" fmla="*/ 156 w 176"/>
              <a:gd name="T107" fmla="*/ 112 h 144"/>
              <a:gd name="T108" fmla="*/ 168 w 176"/>
              <a:gd name="T109" fmla="*/ 112 h 144"/>
              <a:gd name="T110" fmla="*/ 176 w 176"/>
              <a:gd name="T111" fmla="*/ 104 h 144"/>
              <a:gd name="T112" fmla="*/ 176 w 176"/>
              <a:gd name="T113" fmla="*/ 8 h 144"/>
              <a:gd name="T114" fmla="*/ 168 w 176"/>
              <a:gd name="T115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44">
                <a:moveTo>
                  <a:pt x="100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8" y="120"/>
                  <a:pt x="120" y="118"/>
                  <a:pt x="120" y="116"/>
                </a:cubicBezTo>
                <a:cubicBezTo>
                  <a:pt x="120" y="100"/>
                  <a:pt x="120" y="100"/>
                  <a:pt x="120" y="100"/>
                </a:cubicBezTo>
                <a:cubicBezTo>
                  <a:pt x="120" y="98"/>
                  <a:pt x="118" y="96"/>
                  <a:pt x="116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8" y="96"/>
                  <a:pt x="96" y="98"/>
                  <a:pt x="96" y="100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18"/>
                  <a:pt x="98" y="120"/>
                  <a:pt x="100" y="120"/>
                </a:cubicBezTo>
                <a:moveTo>
                  <a:pt x="28" y="104"/>
                </a:moveTo>
                <a:cubicBezTo>
                  <a:pt x="76" y="104"/>
                  <a:pt x="76" y="104"/>
                  <a:pt x="76" y="104"/>
                </a:cubicBezTo>
                <a:cubicBezTo>
                  <a:pt x="78" y="104"/>
                  <a:pt x="80" y="102"/>
                  <a:pt x="80" y="100"/>
                </a:cubicBezTo>
                <a:cubicBezTo>
                  <a:pt x="80" y="98"/>
                  <a:pt x="78" y="96"/>
                  <a:pt x="76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6" y="96"/>
                  <a:pt x="24" y="98"/>
                  <a:pt x="24" y="100"/>
                </a:cubicBezTo>
                <a:cubicBezTo>
                  <a:pt x="24" y="102"/>
                  <a:pt x="26" y="104"/>
                  <a:pt x="28" y="104"/>
                </a:cubicBezTo>
                <a:moveTo>
                  <a:pt x="28" y="120"/>
                </a:moveTo>
                <a:cubicBezTo>
                  <a:pt x="60" y="120"/>
                  <a:pt x="60" y="120"/>
                  <a:pt x="60" y="120"/>
                </a:cubicBezTo>
                <a:cubicBezTo>
                  <a:pt x="62" y="120"/>
                  <a:pt x="64" y="118"/>
                  <a:pt x="64" y="116"/>
                </a:cubicBezTo>
                <a:cubicBezTo>
                  <a:pt x="64" y="114"/>
                  <a:pt x="62" y="112"/>
                  <a:pt x="60" y="112"/>
                </a:cubicBezTo>
                <a:cubicBezTo>
                  <a:pt x="28" y="112"/>
                  <a:pt x="28" y="112"/>
                  <a:pt x="28" y="112"/>
                </a:cubicBezTo>
                <a:cubicBezTo>
                  <a:pt x="26" y="112"/>
                  <a:pt x="24" y="114"/>
                  <a:pt x="24" y="116"/>
                </a:cubicBezTo>
                <a:cubicBezTo>
                  <a:pt x="24" y="118"/>
                  <a:pt x="26" y="120"/>
                  <a:pt x="28" y="120"/>
                </a:cubicBezTo>
                <a:moveTo>
                  <a:pt x="136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0" y="144"/>
                  <a:pt x="144" y="140"/>
                  <a:pt x="144" y="136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44" y="36"/>
                  <a:pt x="140" y="32"/>
                  <a:pt x="136" y="32"/>
                </a:cubicBezTo>
                <a:moveTo>
                  <a:pt x="136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80"/>
                  <a:pt x="8" y="80"/>
                  <a:pt x="8" y="80"/>
                </a:cubicBezTo>
                <a:cubicBezTo>
                  <a:pt x="136" y="80"/>
                  <a:pt x="136" y="80"/>
                  <a:pt x="136" y="80"/>
                </a:cubicBezTo>
                <a:lnTo>
                  <a:pt x="136" y="136"/>
                </a:lnTo>
                <a:close/>
                <a:moveTo>
                  <a:pt x="136" y="56"/>
                </a:moveTo>
                <a:cubicBezTo>
                  <a:pt x="8" y="56"/>
                  <a:pt x="8" y="56"/>
                  <a:pt x="8" y="56"/>
                </a:cubicBezTo>
                <a:cubicBezTo>
                  <a:pt x="8" y="40"/>
                  <a:pt x="8" y="40"/>
                  <a:pt x="8" y="40"/>
                </a:cubicBezTo>
                <a:cubicBezTo>
                  <a:pt x="136" y="40"/>
                  <a:pt x="136" y="40"/>
                  <a:pt x="136" y="40"/>
                </a:cubicBezTo>
                <a:lnTo>
                  <a:pt x="136" y="56"/>
                </a:lnTo>
                <a:close/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4" y="104"/>
                  <a:pt x="152" y="106"/>
                  <a:pt x="152" y="108"/>
                </a:cubicBezTo>
                <a:cubicBezTo>
                  <a:pt x="152" y="110"/>
                  <a:pt x="154" y="112"/>
                  <a:pt x="156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72" y="112"/>
                  <a:pt x="176" y="108"/>
                  <a:pt x="176" y="10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245"/>
          <p:cNvSpPr>
            <a:spLocks noEditPoints="1"/>
          </p:cNvSpPr>
          <p:nvPr/>
        </p:nvSpPr>
        <p:spPr bwMode="auto">
          <a:xfrm>
            <a:off x="2826995" y="1106526"/>
            <a:ext cx="334275" cy="334275"/>
          </a:xfrm>
          <a:custGeom>
            <a:avLst/>
            <a:gdLst>
              <a:gd name="T0" fmla="*/ 97 w 176"/>
              <a:gd name="T1" fmla="*/ 84 h 176"/>
              <a:gd name="T2" fmla="*/ 90 w 176"/>
              <a:gd name="T3" fmla="*/ 62 h 176"/>
              <a:gd name="T4" fmla="*/ 99 w 176"/>
              <a:gd name="T5" fmla="*/ 72 h 176"/>
              <a:gd name="T6" fmla="*/ 107 w 176"/>
              <a:gd name="T7" fmla="*/ 64 h 176"/>
              <a:gd name="T8" fmla="*/ 97 w 176"/>
              <a:gd name="T9" fmla="*/ 55 h 176"/>
              <a:gd name="T10" fmla="*/ 90 w 176"/>
              <a:gd name="T11" fmla="*/ 48 h 176"/>
              <a:gd name="T12" fmla="*/ 85 w 176"/>
              <a:gd name="T13" fmla="*/ 54 h 176"/>
              <a:gd name="T14" fmla="*/ 72 w 176"/>
              <a:gd name="T15" fmla="*/ 58 h 176"/>
              <a:gd name="T16" fmla="*/ 66 w 176"/>
              <a:gd name="T17" fmla="*/ 72 h 176"/>
              <a:gd name="T18" fmla="*/ 72 w 176"/>
              <a:gd name="T19" fmla="*/ 86 h 176"/>
              <a:gd name="T20" fmla="*/ 85 w 176"/>
              <a:gd name="T21" fmla="*/ 92 h 176"/>
              <a:gd name="T22" fmla="*/ 77 w 176"/>
              <a:gd name="T23" fmla="*/ 110 h 176"/>
              <a:gd name="T24" fmla="*/ 64 w 176"/>
              <a:gd name="T25" fmla="*/ 100 h 176"/>
              <a:gd name="T26" fmla="*/ 70 w 176"/>
              <a:gd name="T27" fmla="*/ 116 h 176"/>
              <a:gd name="T28" fmla="*/ 85 w 176"/>
              <a:gd name="T29" fmla="*/ 122 h 176"/>
              <a:gd name="T30" fmla="*/ 90 w 176"/>
              <a:gd name="T31" fmla="*/ 128 h 176"/>
              <a:gd name="T32" fmla="*/ 98 w 176"/>
              <a:gd name="T33" fmla="*/ 120 h 176"/>
              <a:gd name="T34" fmla="*/ 109 w 176"/>
              <a:gd name="T35" fmla="*/ 110 h 176"/>
              <a:gd name="T36" fmla="*/ 109 w 176"/>
              <a:gd name="T37" fmla="*/ 93 h 176"/>
              <a:gd name="T38" fmla="*/ 85 w 176"/>
              <a:gd name="T39" fmla="*/ 80 h 176"/>
              <a:gd name="T40" fmla="*/ 79 w 176"/>
              <a:gd name="T41" fmla="*/ 77 h 176"/>
              <a:gd name="T42" fmla="*/ 76 w 176"/>
              <a:gd name="T43" fmla="*/ 71 h 176"/>
              <a:gd name="T44" fmla="*/ 85 w 176"/>
              <a:gd name="T45" fmla="*/ 62 h 176"/>
              <a:gd name="T46" fmla="*/ 97 w 176"/>
              <a:gd name="T47" fmla="*/ 111 h 176"/>
              <a:gd name="T48" fmla="*/ 90 w 176"/>
              <a:gd name="T49" fmla="*/ 92 h 176"/>
              <a:gd name="T50" fmla="*/ 97 w 176"/>
              <a:gd name="T51" fmla="*/ 96 h 176"/>
              <a:gd name="T52" fmla="*/ 100 w 176"/>
              <a:gd name="T53" fmla="*/ 103 h 176"/>
              <a:gd name="T54" fmla="*/ 88 w 176"/>
              <a:gd name="T55" fmla="*/ 0 h 176"/>
              <a:gd name="T56" fmla="*/ 88 w 176"/>
              <a:gd name="T57" fmla="*/ 176 h 176"/>
              <a:gd name="T58" fmla="*/ 88 w 176"/>
              <a:gd name="T59" fmla="*/ 0 h 176"/>
              <a:gd name="T60" fmla="*/ 8 w 176"/>
              <a:gd name="T61" fmla="*/ 88 h 176"/>
              <a:gd name="T62" fmla="*/ 168 w 176"/>
              <a:gd name="T63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04" y="87"/>
                </a:moveTo>
                <a:cubicBezTo>
                  <a:pt x="102" y="86"/>
                  <a:pt x="100" y="85"/>
                  <a:pt x="97" y="84"/>
                </a:cubicBezTo>
                <a:cubicBezTo>
                  <a:pt x="95" y="83"/>
                  <a:pt x="93" y="82"/>
                  <a:pt x="90" y="81"/>
                </a:cubicBezTo>
                <a:cubicBezTo>
                  <a:pt x="90" y="62"/>
                  <a:pt x="90" y="62"/>
                  <a:pt x="90" y="62"/>
                </a:cubicBezTo>
                <a:cubicBezTo>
                  <a:pt x="93" y="62"/>
                  <a:pt x="95" y="63"/>
                  <a:pt x="96" y="64"/>
                </a:cubicBezTo>
                <a:cubicBezTo>
                  <a:pt x="98" y="66"/>
                  <a:pt x="99" y="68"/>
                  <a:pt x="99" y="72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9" y="69"/>
                  <a:pt x="108" y="66"/>
                  <a:pt x="107" y="64"/>
                </a:cubicBezTo>
                <a:cubicBezTo>
                  <a:pt x="106" y="62"/>
                  <a:pt x="105" y="60"/>
                  <a:pt x="103" y="58"/>
                </a:cubicBezTo>
                <a:cubicBezTo>
                  <a:pt x="101" y="57"/>
                  <a:pt x="99" y="56"/>
                  <a:pt x="97" y="55"/>
                </a:cubicBezTo>
                <a:cubicBezTo>
                  <a:pt x="95" y="54"/>
                  <a:pt x="93" y="54"/>
                  <a:pt x="90" y="54"/>
                </a:cubicBezTo>
                <a:cubicBezTo>
                  <a:pt x="90" y="48"/>
                  <a:pt x="90" y="48"/>
                  <a:pt x="90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54"/>
                  <a:pt x="85" y="54"/>
                  <a:pt x="85" y="54"/>
                </a:cubicBezTo>
                <a:cubicBezTo>
                  <a:pt x="82" y="54"/>
                  <a:pt x="81" y="54"/>
                  <a:pt x="78" y="55"/>
                </a:cubicBezTo>
                <a:cubicBezTo>
                  <a:pt x="76" y="56"/>
                  <a:pt x="74" y="57"/>
                  <a:pt x="72" y="58"/>
                </a:cubicBezTo>
                <a:cubicBezTo>
                  <a:pt x="70" y="60"/>
                  <a:pt x="69" y="62"/>
                  <a:pt x="67" y="64"/>
                </a:cubicBezTo>
                <a:cubicBezTo>
                  <a:pt x="66" y="66"/>
                  <a:pt x="66" y="69"/>
                  <a:pt x="66" y="72"/>
                </a:cubicBezTo>
                <a:cubicBezTo>
                  <a:pt x="66" y="75"/>
                  <a:pt x="66" y="78"/>
                  <a:pt x="68" y="80"/>
                </a:cubicBezTo>
                <a:cubicBezTo>
                  <a:pt x="69" y="82"/>
                  <a:pt x="70" y="84"/>
                  <a:pt x="72" y="86"/>
                </a:cubicBezTo>
                <a:cubicBezTo>
                  <a:pt x="74" y="87"/>
                  <a:pt x="76" y="88"/>
                  <a:pt x="79" y="89"/>
                </a:cubicBezTo>
                <a:cubicBezTo>
                  <a:pt x="81" y="90"/>
                  <a:pt x="83" y="91"/>
                  <a:pt x="85" y="92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81" y="113"/>
                  <a:pt x="79" y="112"/>
                  <a:pt x="77" y="110"/>
                </a:cubicBezTo>
                <a:cubicBezTo>
                  <a:pt x="75" y="108"/>
                  <a:pt x="74" y="104"/>
                  <a:pt x="75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4"/>
                  <a:pt x="65" y="107"/>
                  <a:pt x="66" y="109"/>
                </a:cubicBezTo>
                <a:cubicBezTo>
                  <a:pt x="67" y="112"/>
                  <a:pt x="68" y="114"/>
                  <a:pt x="70" y="116"/>
                </a:cubicBezTo>
                <a:cubicBezTo>
                  <a:pt x="72" y="118"/>
                  <a:pt x="74" y="119"/>
                  <a:pt x="77" y="120"/>
                </a:cubicBezTo>
                <a:cubicBezTo>
                  <a:pt x="80" y="121"/>
                  <a:pt x="82" y="122"/>
                  <a:pt x="85" y="122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90" y="128"/>
                  <a:pt x="90" y="128"/>
                  <a:pt x="90" y="128"/>
                </a:cubicBezTo>
                <a:cubicBezTo>
                  <a:pt x="90" y="122"/>
                  <a:pt x="90" y="122"/>
                  <a:pt x="90" y="122"/>
                </a:cubicBezTo>
                <a:cubicBezTo>
                  <a:pt x="93" y="122"/>
                  <a:pt x="95" y="121"/>
                  <a:pt x="98" y="120"/>
                </a:cubicBezTo>
                <a:cubicBezTo>
                  <a:pt x="100" y="119"/>
                  <a:pt x="102" y="118"/>
                  <a:pt x="104" y="116"/>
                </a:cubicBezTo>
                <a:cubicBezTo>
                  <a:pt x="106" y="115"/>
                  <a:pt x="108" y="113"/>
                  <a:pt x="109" y="110"/>
                </a:cubicBezTo>
                <a:cubicBezTo>
                  <a:pt x="110" y="108"/>
                  <a:pt x="110" y="105"/>
                  <a:pt x="110" y="101"/>
                </a:cubicBezTo>
                <a:cubicBezTo>
                  <a:pt x="110" y="98"/>
                  <a:pt x="110" y="95"/>
                  <a:pt x="109" y="93"/>
                </a:cubicBezTo>
                <a:cubicBezTo>
                  <a:pt x="108" y="91"/>
                  <a:pt x="106" y="89"/>
                  <a:pt x="104" y="87"/>
                </a:cubicBezTo>
                <a:moveTo>
                  <a:pt x="85" y="80"/>
                </a:moveTo>
                <a:cubicBezTo>
                  <a:pt x="84" y="80"/>
                  <a:pt x="83" y="79"/>
                  <a:pt x="82" y="79"/>
                </a:cubicBezTo>
                <a:cubicBezTo>
                  <a:pt x="81" y="79"/>
                  <a:pt x="80" y="78"/>
                  <a:pt x="79" y="77"/>
                </a:cubicBezTo>
                <a:cubicBezTo>
                  <a:pt x="78" y="77"/>
                  <a:pt x="77" y="76"/>
                  <a:pt x="77" y="75"/>
                </a:cubicBezTo>
                <a:cubicBezTo>
                  <a:pt x="76" y="74"/>
                  <a:pt x="76" y="72"/>
                  <a:pt x="76" y="71"/>
                </a:cubicBezTo>
                <a:cubicBezTo>
                  <a:pt x="76" y="68"/>
                  <a:pt x="77" y="65"/>
                  <a:pt x="78" y="64"/>
                </a:cubicBezTo>
                <a:cubicBezTo>
                  <a:pt x="80" y="63"/>
                  <a:pt x="82" y="62"/>
                  <a:pt x="85" y="62"/>
                </a:cubicBezTo>
                <a:lnTo>
                  <a:pt x="85" y="80"/>
                </a:lnTo>
                <a:close/>
                <a:moveTo>
                  <a:pt x="97" y="111"/>
                </a:moveTo>
                <a:cubicBezTo>
                  <a:pt x="95" y="112"/>
                  <a:pt x="93" y="113"/>
                  <a:pt x="90" y="114"/>
                </a:cubicBezTo>
                <a:cubicBezTo>
                  <a:pt x="90" y="92"/>
                  <a:pt x="90" y="92"/>
                  <a:pt x="90" y="92"/>
                </a:cubicBezTo>
                <a:cubicBezTo>
                  <a:pt x="92" y="93"/>
                  <a:pt x="92" y="93"/>
                  <a:pt x="94" y="94"/>
                </a:cubicBezTo>
                <a:cubicBezTo>
                  <a:pt x="95" y="94"/>
                  <a:pt x="96" y="95"/>
                  <a:pt x="97" y="96"/>
                </a:cubicBezTo>
                <a:cubicBezTo>
                  <a:pt x="98" y="96"/>
                  <a:pt x="99" y="97"/>
                  <a:pt x="99" y="98"/>
                </a:cubicBezTo>
                <a:cubicBezTo>
                  <a:pt x="100" y="100"/>
                  <a:pt x="100" y="101"/>
                  <a:pt x="100" y="103"/>
                </a:cubicBezTo>
                <a:cubicBezTo>
                  <a:pt x="100" y="106"/>
                  <a:pt x="99" y="109"/>
                  <a:pt x="97" y="111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246"/>
          <p:cNvSpPr>
            <a:spLocks noEditPoints="1"/>
          </p:cNvSpPr>
          <p:nvPr/>
        </p:nvSpPr>
        <p:spPr bwMode="auto">
          <a:xfrm>
            <a:off x="3466336" y="1106526"/>
            <a:ext cx="334275" cy="334275"/>
          </a:xfrm>
          <a:custGeom>
            <a:avLst/>
            <a:gdLst>
              <a:gd name="T0" fmla="*/ 0 w 176"/>
              <a:gd name="T1" fmla="*/ 104 h 176"/>
              <a:gd name="T2" fmla="*/ 144 w 176"/>
              <a:gd name="T3" fmla="*/ 104 h 176"/>
              <a:gd name="T4" fmla="*/ 72 w 176"/>
              <a:gd name="T5" fmla="*/ 168 h 176"/>
              <a:gd name="T6" fmla="*/ 72 w 176"/>
              <a:gd name="T7" fmla="*/ 40 h 176"/>
              <a:gd name="T8" fmla="*/ 72 w 176"/>
              <a:gd name="T9" fmla="*/ 168 h 176"/>
              <a:gd name="T10" fmla="*/ 47 w 176"/>
              <a:gd name="T11" fmla="*/ 28 h 176"/>
              <a:gd name="T12" fmla="*/ 104 w 176"/>
              <a:gd name="T13" fmla="*/ 8 h 176"/>
              <a:gd name="T14" fmla="*/ 151 w 176"/>
              <a:gd name="T15" fmla="*/ 115 h 176"/>
              <a:gd name="T16" fmla="*/ 176 w 176"/>
              <a:gd name="T17" fmla="*/ 72 h 176"/>
              <a:gd name="T18" fmla="*/ 84 w 176"/>
              <a:gd name="T19" fmla="*/ 104 h 176"/>
              <a:gd name="T20" fmla="*/ 74 w 176"/>
              <a:gd name="T21" fmla="*/ 99 h 176"/>
              <a:gd name="T22" fmla="*/ 78 w 176"/>
              <a:gd name="T23" fmla="*/ 88 h 176"/>
              <a:gd name="T24" fmla="*/ 87 w 176"/>
              <a:gd name="T25" fmla="*/ 93 h 176"/>
              <a:gd name="T26" fmla="*/ 83 w 176"/>
              <a:gd name="T27" fmla="*/ 83 h 176"/>
              <a:gd name="T28" fmla="*/ 74 w 176"/>
              <a:gd name="T29" fmla="*/ 80 h 176"/>
              <a:gd name="T30" fmla="*/ 70 w 176"/>
              <a:gd name="T31" fmla="*/ 76 h 176"/>
              <a:gd name="T32" fmla="*/ 66 w 176"/>
              <a:gd name="T33" fmla="*/ 81 h 176"/>
              <a:gd name="T34" fmla="*/ 58 w 176"/>
              <a:gd name="T35" fmla="*/ 87 h 176"/>
              <a:gd name="T36" fmla="*/ 58 w 176"/>
              <a:gd name="T37" fmla="*/ 98 h 176"/>
              <a:gd name="T38" fmla="*/ 66 w 176"/>
              <a:gd name="T39" fmla="*/ 105 h 176"/>
              <a:gd name="T40" fmla="*/ 70 w 176"/>
              <a:gd name="T41" fmla="*/ 122 h 176"/>
              <a:gd name="T42" fmla="*/ 63 w 176"/>
              <a:gd name="T43" fmla="*/ 113 h 176"/>
              <a:gd name="T44" fmla="*/ 57 w 176"/>
              <a:gd name="T45" fmla="*/ 119 h 176"/>
              <a:gd name="T46" fmla="*/ 65 w 176"/>
              <a:gd name="T47" fmla="*/ 127 h 176"/>
              <a:gd name="T48" fmla="*/ 70 w 176"/>
              <a:gd name="T49" fmla="*/ 132 h 176"/>
              <a:gd name="T50" fmla="*/ 74 w 176"/>
              <a:gd name="T51" fmla="*/ 128 h 176"/>
              <a:gd name="T52" fmla="*/ 84 w 176"/>
              <a:gd name="T53" fmla="*/ 124 h 176"/>
              <a:gd name="T54" fmla="*/ 88 w 176"/>
              <a:gd name="T55" fmla="*/ 113 h 176"/>
              <a:gd name="T56" fmla="*/ 84 w 176"/>
              <a:gd name="T57" fmla="*/ 104 h 176"/>
              <a:gd name="T58" fmla="*/ 68 w 176"/>
              <a:gd name="T59" fmla="*/ 98 h 176"/>
              <a:gd name="T60" fmla="*/ 65 w 176"/>
              <a:gd name="T61" fmla="*/ 95 h 176"/>
              <a:gd name="T62" fmla="*/ 66 w 176"/>
              <a:gd name="T63" fmla="*/ 87 h 176"/>
              <a:gd name="T64" fmla="*/ 70 w 176"/>
              <a:gd name="T65" fmla="*/ 99 h 176"/>
              <a:gd name="T66" fmla="*/ 74 w 176"/>
              <a:gd name="T67" fmla="*/ 122 h 176"/>
              <a:gd name="T68" fmla="*/ 76 w 176"/>
              <a:gd name="T69" fmla="*/ 108 h 176"/>
              <a:gd name="T70" fmla="*/ 80 w 176"/>
              <a:gd name="T71" fmla="*/ 111 h 176"/>
              <a:gd name="T72" fmla="*/ 79 w 176"/>
              <a:gd name="T73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72" y="32"/>
                </a:move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64"/>
                  <a:pt x="112" y="32"/>
                  <a:pt x="72" y="32"/>
                </a:cubicBezTo>
                <a:moveTo>
                  <a:pt x="72" y="168"/>
                </a:move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107" y="40"/>
                  <a:pt x="136" y="69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  <a:moveTo>
                  <a:pt x="104" y="0"/>
                </a:moveTo>
                <a:cubicBezTo>
                  <a:pt x="81" y="0"/>
                  <a:pt x="60" y="11"/>
                  <a:pt x="47" y="28"/>
                </a:cubicBezTo>
                <a:cubicBezTo>
                  <a:pt x="52" y="27"/>
                  <a:pt x="56" y="26"/>
                  <a:pt x="61" y="25"/>
                </a:cubicBezTo>
                <a:cubicBezTo>
                  <a:pt x="72" y="14"/>
                  <a:pt x="87" y="8"/>
                  <a:pt x="104" y="8"/>
                </a:cubicBezTo>
                <a:cubicBezTo>
                  <a:pt x="139" y="8"/>
                  <a:pt x="168" y="37"/>
                  <a:pt x="168" y="72"/>
                </a:cubicBezTo>
                <a:cubicBezTo>
                  <a:pt x="168" y="89"/>
                  <a:pt x="162" y="104"/>
                  <a:pt x="151" y="115"/>
                </a:cubicBezTo>
                <a:cubicBezTo>
                  <a:pt x="150" y="120"/>
                  <a:pt x="149" y="124"/>
                  <a:pt x="148" y="129"/>
                </a:cubicBezTo>
                <a:cubicBezTo>
                  <a:pt x="165" y="116"/>
                  <a:pt x="176" y="95"/>
                  <a:pt x="176" y="72"/>
                </a:cubicBezTo>
                <a:cubicBezTo>
                  <a:pt x="176" y="32"/>
                  <a:pt x="144" y="0"/>
                  <a:pt x="104" y="0"/>
                </a:cubicBezTo>
                <a:moveTo>
                  <a:pt x="84" y="104"/>
                </a:moveTo>
                <a:cubicBezTo>
                  <a:pt x="82" y="103"/>
                  <a:pt x="81" y="102"/>
                  <a:pt x="79" y="101"/>
                </a:cubicBezTo>
                <a:cubicBezTo>
                  <a:pt x="77" y="100"/>
                  <a:pt x="76" y="100"/>
                  <a:pt x="74" y="99"/>
                </a:cubicBezTo>
                <a:cubicBezTo>
                  <a:pt x="74" y="86"/>
                  <a:pt x="74" y="86"/>
                  <a:pt x="74" y="86"/>
                </a:cubicBezTo>
                <a:cubicBezTo>
                  <a:pt x="76" y="86"/>
                  <a:pt x="77" y="86"/>
                  <a:pt x="78" y="88"/>
                </a:cubicBezTo>
                <a:cubicBezTo>
                  <a:pt x="79" y="89"/>
                  <a:pt x="80" y="90"/>
                  <a:pt x="80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7" y="90"/>
                  <a:pt x="87" y="89"/>
                  <a:pt x="86" y="87"/>
                </a:cubicBezTo>
                <a:cubicBezTo>
                  <a:pt x="85" y="86"/>
                  <a:pt x="84" y="84"/>
                  <a:pt x="83" y="83"/>
                </a:cubicBezTo>
                <a:cubicBezTo>
                  <a:pt x="82" y="82"/>
                  <a:pt x="80" y="81"/>
                  <a:pt x="79" y="81"/>
                </a:cubicBezTo>
                <a:cubicBezTo>
                  <a:pt x="77" y="80"/>
                  <a:pt x="76" y="80"/>
                  <a:pt x="74" y="80"/>
                </a:cubicBezTo>
                <a:cubicBezTo>
                  <a:pt x="74" y="76"/>
                  <a:pt x="74" y="76"/>
                  <a:pt x="74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0" y="80"/>
                  <a:pt x="70" y="80"/>
                  <a:pt x="70" y="80"/>
                </a:cubicBezTo>
                <a:cubicBezTo>
                  <a:pt x="68" y="80"/>
                  <a:pt x="67" y="80"/>
                  <a:pt x="66" y="81"/>
                </a:cubicBezTo>
                <a:cubicBezTo>
                  <a:pt x="64" y="82"/>
                  <a:pt x="62" y="82"/>
                  <a:pt x="61" y="83"/>
                </a:cubicBezTo>
                <a:cubicBezTo>
                  <a:pt x="60" y="84"/>
                  <a:pt x="59" y="86"/>
                  <a:pt x="58" y="87"/>
                </a:cubicBezTo>
                <a:cubicBezTo>
                  <a:pt x="57" y="89"/>
                  <a:pt x="57" y="91"/>
                  <a:pt x="57" y="93"/>
                </a:cubicBezTo>
                <a:cubicBezTo>
                  <a:pt x="57" y="95"/>
                  <a:pt x="57" y="97"/>
                  <a:pt x="58" y="98"/>
                </a:cubicBezTo>
                <a:cubicBezTo>
                  <a:pt x="59" y="100"/>
                  <a:pt x="60" y="101"/>
                  <a:pt x="61" y="102"/>
                </a:cubicBezTo>
                <a:cubicBezTo>
                  <a:pt x="63" y="103"/>
                  <a:pt x="64" y="104"/>
                  <a:pt x="66" y="105"/>
                </a:cubicBezTo>
                <a:cubicBezTo>
                  <a:pt x="68" y="106"/>
                  <a:pt x="69" y="106"/>
                  <a:pt x="70" y="107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68" y="122"/>
                  <a:pt x="66" y="121"/>
                  <a:pt x="65" y="119"/>
                </a:cubicBezTo>
                <a:cubicBezTo>
                  <a:pt x="64" y="118"/>
                  <a:pt x="63" y="116"/>
                  <a:pt x="63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115"/>
                  <a:pt x="56" y="117"/>
                  <a:pt x="57" y="119"/>
                </a:cubicBezTo>
                <a:cubicBezTo>
                  <a:pt x="58" y="121"/>
                  <a:pt x="59" y="122"/>
                  <a:pt x="60" y="124"/>
                </a:cubicBezTo>
                <a:cubicBezTo>
                  <a:pt x="61" y="125"/>
                  <a:pt x="63" y="126"/>
                  <a:pt x="65" y="127"/>
                </a:cubicBezTo>
                <a:cubicBezTo>
                  <a:pt x="67" y="127"/>
                  <a:pt x="68" y="128"/>
                  <a:pt x="70" y="128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4" y="132"/>
                  <a:pt x="74" y="132"/>
                  <a:pt x="74" y="132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76" y="128"/>
                  <a:pt x="77" y="127"/>
                  <a:pt x="79" y="127"/>
                </a:cubicBezTo>
                <a:cubicBezTo>
                  <a:pt x="81" y="126"/>
                  <a:pt x="82" y="125"/>
                  <a:pt x="84" y="124"/>
                </a:cubicBezTo>
                <a:cubicBezTo>
                  <a:pt x="85" y="123"/>
                  <a:pt x="86" y="121"/>
                  <a:pt x="87" y="120"/>
                </a:cubicBezTo>
                <a:cubicBezTo>
                  <a:pt x="88" y="118"/>
                  <a:pt x="88" y="116"/>
                  <a:pt x="88" y="113"/>
                </a:cubicBezTo>
                <a:cubicBezTo>
                  <a:pt x="88" y="111"/>
                  <a:pt x="88" y="109"/>
                  <a:pt x="87" y="108"/>
                </a:cubicBezTo>
                <a:cubicBezTo>
                  <a:pt x="86" y="106"/>
                  <a:pt x="85" y="105"/>
                  <a:pt x="84" y="104"/>
                </a:cubicBezTo>
                <a:moveTo>
                  <a:pt x="70" y="99"/>
                </a:moveTo>
                <a:cubicBezTo>
                  <a:pt x="69" y="98"/>
                  <a:pt x="69" y="98"/>
                  <a:pt x="68" y="98"/>
                </a:cubicBezTo>
                <a:cubicBezTo>
                  <a:pt x="67" y="97"/>
                  <a:pt x="67" y="97"/>
                  <a:pt x="66" y="97"/>
                </a:cubicBezTo>
                <a:cubicBezTo>
                  <a:pt x="65" y="96"/>
                  <a:pt x="65" y="95"/>
                  <a:pt x="65" y="95"/>
                </a:cubicBezTo>
                <a:cubicBezTo>
                  <a:pt x="64" y="94"/>
                  <a:pt x="64" y="93"/>
                  <a:pt x="64" y="92"/>
                </a:cubicBezTo>
                <a:cubicBezTo>
                  <a:pt x="64" y="90"/>
                  <a:pt x="65" y="88"/>
                  <a:pt x="66" y="87"/>
                </a:cubicBezTo>
                <a:cubicBezTo>
                  <a:pt x="67" y="86"/>
                  <a:pt x="68" y="86"/>
                  <a:pt x="70" y="86"/>
                </a:cubicBezTo>
                <a:lnTo>
                  <a:pt x="70" y="99"/>
                </a:lnTo>
                <a:close/>
                <a:moveTo>
                  <a:pt x="79" y="120"/>
                </a:moveTo>
                <a:cubicBezTo>
                  <a:pt x="78" y="121"/>
                  <a:pt x="76" y="122"/>
                  <a:pt x="74" y="122"/>
                </a:cubicBezTo>
                <a:cubicBezTo>
                  <a:pt x="74" y="107"/>
                  <a:pt x="74" y="107"/>
                  <a:pt x="74" y="107"/>
                </a:cubicBezTo>
                <a:cubicBezTo>
                  <a:pt x="75" y="107"/>
                  <a:pt x="75" y="108"/>
                  <a:pt x="76" y="108"/>
                </a:cubicBezTo>
                <a:cubicBezTo>
                  <a:pt x="77" y="108"/>
                  <a:pt x="78" y="109"/>
                  <a:pt x="79" y="109"/>
                </a:cubicBezTo>
                <a:cubicBezTo>
                  <a:pt x="79" y="110"/>
                  <a:pt x="80" y="111"/>
                  <a:pt x="80" y="111"/>
                </a:cubicBezTo>
                <a:cubicBezTo>
                  <a:pt x="81" y="112"/>
                  <a:pt x="81" y="113"/>
                  <a:pt x="81" y="114"/>
                </a:cubicBezTo>
                <a:cubicBezTo>
                  <a:pt x="81" y="117"/>
                  <a:pt x="80" y="119"/>
                  <a:pt x="79" y="12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247"/>
          <p:cNvSpPr>
            <a:spLocks noEditPoints="1"/>
          </p:cNvSpPr>
          <p:nvPr/>
        </p:nvSpPr>
        <p:spPr bwMode="auto">
          <a:xfrm>
            <a:off x="4105677" y="1106526"/>
            <a:ext cx="334275" cy="334275"/>
          </a:xfrm>
          <a:custGeom>
            <a:avLst/>
            <a:gdLst>
              <a:gd name="T0" fmla="*/ 94 w 176"/>
              <a:gd name="T1" fmla="*/ 63 h 176"/>
              <a:gd name="T2" fmla="*/ 106 w 176"/>
              <a:gd name="T3" fmla="*/ 69 h 176"/>
              <a:gd name="T4" fmla="*/ 110 w 176"/>
              <a:gd name="T5" fmla="*/ 60 h 176"/>
              <a:gd name="T6" fmla="*/ 95 w 176"/>
              <a:gd name="T7" fmla="*/ 55 h 176"/>
              <a:gd name="T8" fmla="*/ 77 w 176"/>
              <a:gd name="T9" fmla="*/ 62 h 176"/>
              <a:gd name="T10" fmla="*/ 69 w 176"/>
              <a:gd name="T11" fmla="*/ 78 h 176"/>
              <a:gd name="T12" fmla="*/ 65 w 176"/>
              <a:gd name="T13" fmla="*/ 78 h 176"/>
              <a:gd name="T14" fmla="*/ 62 w 176"/>
              <a:gd name="T15" fmla="*/ 84 h 176"/>
              <a:gd name="T16" fmla="*/ 69 w 176"/>
              <a:gd name="T17" fmla="*/ 84 h 176"/>
              <a:gd name="T18" fmla="*/ 69 w 176"/>
              <a:gd name="T19" fmla="*/ 86 h 176"/>
              <a:gd name="T20" fmla="*/ 69 w 176"/>
              <a:gd name="T21" fmla="*/ 87 h 176"/>
              <a:gd name="T22" fmla="*/ 69 w 176"/>
              <a:gd name="T23" fmla="*/ 89 h 176"/>
              <a:gd name="T24" fmla="*/ 69 w 176"/>
              <a:gd name="T25" fmla="*/ 90 h 176"/>
              <a:gd name="T26" fmla="*/ 65 w 176"/>
              <a:gd name="T27" fmla="*/ 90 h 176"/>
              <a:gd name="T28" fmla="*/ 62 w 176"/>
              <a:gd name="T29" fmla="*/ 96 h 176"/>
              <a:gd name="T30" fmla="*/ 69 w 176"/>
              <a:gd name="T31" fmla="*/ 96 h 176"/>
              <a:gd name="T32" fmla="*/ 76 w 176"/>
              <a:gd name="T33" fmla="*/ 113 h 176"/>
              <a:gd name="T34" fmla="*/ 95 w 176"/>
              <a:gd name="T35" fmla="*/ 121 h 176"/>
              <a:gd name="T36" fmla="*/ 108 w 176"/>
              <a:gd name="T37" fmla="*/ 117 h 176"/>
              <a:gd name="T38" fmla="*/ 108 w 176"/>
              <a:gd name="T39" fmla="*/ 107 h 176"/>
              <a:gd name="T40" fmla="*/ 102 w 176"/>
              <a:gd name="T41" fmla="*/ 111 h 176"/>
              <a:gd name="T42" fmla="*/ 95 w 176"/>
              <a:gd name="T43" fmla="*/ 113 h 176"/>
              <a:gd name="T44" fmla="*/ 84 w 176"/>
              <a:gd name="T45" fmla="*/ 108 h 176"/>
              <a:gd name="T46" fmla="*/ 79 w 176"/>
              <a:gd name="T47" fmla="*/ 96 h 176"/>
              <a:gd name="T48" fmla="*/ 97 w 176"/>
              <a:gd name="T49" fmla="*/ 96 h 176"/>
              <a:gd name="T50" fmla="*/ 99 w 176"/>
              <a:gd name="T51" fmla="*/ 90 h 176"/>
              <a:gd name="T52" fmla="*/ 79 w 176"/>
              <a:gd name="T53" fmla="*/ 90 h 176"/>
              <a:gd name="T54" fmla="*/ 79 w 176"/>
              <a:gd name="T55" fmla="*/ 87 h 176"/>
              <a:gd name="T56" fmla="*/ 79 w 176"/>
              <a:gd name="T57" fmla="*/ 85 h 176"/>
              <a:gd name="T58" fmla="*/ 79 w 176"/>
              <a:gd name="T59" fmla="*/ 84 h 176"/>
              <a:gd name="T60" fmla="*/ 101 w 176"/>
              <a:gd name="T61" fmla="*/ 84 h 176"/>
              <a:gd name="T62" fmla="*/ 103 w 176"/>
              <a:gd name="T63" fmla="*/ 78 h 176"/>
              <a:gd name="T64" fmla="*/ 80 w 176"/>
              <a:gd name="T65" fmla="*/ 78 h 176"/>
              <a:gd name="T66" fmla="*/ 84 w 176"/>
              <a:gd name="T67" fmla="*/ 68 h 176"/>
              <a:gd name="T68" fmla="*/ 94 w 176"/>
              <a:gd name="T69" fmla="*/ 63 h 176"/>
              <a:gd name="T70" fmla="*/ 88 w 176"/>
              <a:gd name="T71" fmla="*/ 0 h 176"/>
              <a:gd name="T72" fmla="*/ 0 w 176"/>
              <a:gd name="T73" fmla="*/ 88 h 176"/>
              <a:gd name="T74" fmla="*/ 88 w 176"/>
              <a:gd name="T75" fmla="*/ 176 h 176"/>
              <a:gd name="T76" fmla="*/ 176 w 176"/>
              <a:gd name="T77" fmla="*/ 88 h 176"/>
              <a:gd name="T78" fmla="*/ 88 w 176"/>
              <a:gd name="T79" fmla="*/ 0 h 176"/>
              <a:gd name="T80" fmla="*/ 88 w 176"/>
              <a:gd name="T81" fmla="*/ 168 h 176"/>
              <a:gd name="T82" fmla="*/ 8 w 176"/>
              <a:gd name="T83" fmla="*/ 88 h 176"/>
              <a:gd name="T84" fmla="*/ 88 w 176"/>
              <a:gd name="T85" fmla="*/ 8 h 176"/>
              <a:gd name="T86" fmla="*/ 168 w 176"/>
              <a:gd name="T87" fmla="*/ 88 h 176"/>
              <a:gd name="T88" fmla="*/ 88 w 176"/>
              <a:gd name="T8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94" y="63"/>
                </a:moveTo>
                <a:cubicBezTo>
                  <a:pt x="98" y="63"/>
                  <a:pt x="103" y="65"/>
                  <a:pt x="106" y="69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05" y="57"/>
                  <a:pt x="100" y="55"/>
                  <a:pt x="95" y="55"/>
                </a:cubicBezTo>
                <a:cubicBezTo>
                  <a:pt x="88" y="55"/>
                  <a:pt x="82" y="57"/>
                  <a:pt x="77" y="62"/>
                </a:cubicBezTo>
                <a:cubicBezTo>
                  <a:pt x="73" y="66"/>
                  <a:pt x="71" y="71"/>
                  <a:pt x="69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2" y="84"/>
                  <a:pt x="62" y="84"/>
                  <a:pt x="62" y="84"/>
                </a:cubicBezTo>
                <a:cubicBezTo>
                  <a:pt x="69" y="84"/>
                  <a:pt x="69" y="84"/>
                  <a:pt x="69" y="84"/>
                </a:cubicBezTo>
                <a:cubicBezTo>
                  <a:pt x="69" y="85"/>
                  <a:pt x="69" y="85"/>
                  <a:pt x="69" y="86"/>
                </a:cubicBezTo>
                <a:cubicBezTo>
                  <a:pt x="69" y="86"/>
                  <a:pt x="69" y="87"/>
                  <a:pt x="69" y="87"/>
                </a:cubicBezTo>
                <a:cubicBezTo>
                  <a:pt x="69" y="88"/>
                  <a:pt x="69" y="88"/>
                  <a:pt x="69" y="89"/>
                </a:cubicBezTo>
                <a:cubicBezTo>
                  <a:pt x="69" y="89"/>
                  <a:pt x="69" y="90"/>
                  <a:pt x="69" y="90"/>
                </a:cubicBezTo>
                <a:cubicBezTo>
                  <a:pt x="65" y="90"/>
                  <a:pt x="65" y="90"/>
                  <a:pt x="65" y="90"/>
                </a:cubicBezTo>
                <a:cubicBezTo>
                  <a:pt x="62" y="96"/>
                  <a:pt x="62" y="96"/>
                  <a:pt x="62" y="96"/>
                </a:cubicBezTo>
                <a:cubicBezTo>
                  <a:pt x="69" y="96"/>
                  <a:pt x="69" y="96"/>
                  <a:pt x="69" y="96"/>
                </a:cubicBezTo>
                <a:cubicBezTo>
                  <a:pt x="70" y="103"/>
                  <a:pt x="72" y="109"/>
                  <a:pt x="76" y="113"/>
                </a:cubicBezTo>
                <a:cubicBezTo>
                  <a:pt x="81" y="118"/>
                  <a:pt x="87" y="121"/>
                  <a:pt x="95" y="121"/>
                </a:cubicBezTo>
                <a:cubicBezTo>
                  <a:pt x="100" y="121"/>
                  <a:pt x="104" y="119"/>
                  <a:pt x="108" y="117"/>
                </a:cubicBezTo>
                <a:cubicBezTo>
                  <a:pt x="108" y="107"/>
                  <a:pt x="108" y="107"/>
                  <a:pt x="108" y="107"/>
                </a:cubicBezTo>
                <a:cubicBezTo>
                  <a:pt x="106" y="109"/>
                  <a:pt x="104" y="110"/>
                  <a:pt x="102" y="111"/>
                </a:cubicBezTo>
                <a:cubicBezTo>
                  <a:pt x="100" y="112"/>
                  <a:pt x="98" y="113"/>
                  <a:pt x="95" y="113"/>
                </a:cubicBezTo>
                <a:cubicBezTo>
                  <a:pt x="90" y="113"/>
                  <a:pt x="87" y="111"/>
                  <a:pt x="84" y="108"/>
                </a:cubicBezTo>
                <a:cubicBezTo>
                  <a:pt x="82" y="105"/>
                  <a:pt x="80" y="101"/>
                  <a:pt x="79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99" y="90"/>
                  <a:pt x="99" y="90"/>
                  <a:pt x="99" y="90"/>
                </a:cubicBezTo>
                <a:cubicBezTo>
                  <a:pt x="79" y="90"/>
                  <a:pt x="79" y="90"/>
                  <a:pt x="79" y="90"/>
                </a:cubicBezTo>
                <a:cubicBezTo>
                  <a:pt x="79" y="90"/>
                  <a:pt x="79" y="89"/>
                  <a:pt x="79" y="87"/>
                </a:cubicBezTo>
                <a:cubicBezTo>
                  <a:pt x="79" y="85"/>
                  <a:pt x="79" y="85"/>
                  <a:pt x="79" y="85"/>
                </a:cubicBezTo>
                <a:cubicBezTo>
                  <a:pt x="79" y="85"/>
                  <a:pt x="79" y="84"/>
                  <a:pt x="79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78"/>
                  <a:pt x="103" y="78"/>
                  <a:pt x="103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80" y="74"/>
                  <a:pt x="82" y="71"/>
                  <a:pt x="84" y="68"/>
                </a:cubicBezTo>
                <a:cubicBezTo>
                  <a:pt x="87" y="65"/>
                  <a:pt x="90" y="63"/>
                  <a:pt x="94" y="63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248"/>
          <p:cNvSpPr>
            <a:spLocks noEditPoints="1"/>
          </p:cNvSpPr>
          <p:nvPr/>
        </p:nvSpPr>
        <p:spPr bwMode="auto">
          <a:xfrm>
            <a:off x="4743396" y="1106526"/>
            <a:ext cx="335898" cy="334275"/>
          </a:xfrm>
          <a:custGeom>
            <a:avLst/>
            <a:gdLst>
              <a:gd name="T0" fmla="*/ 76 w 176"/>
              <a:gd name="T1" fmla="*/ 86 h 176"/>
              <a:gd name="T2" fmla="*/ 85 w 176"/>
              <a:gd name="T3" fmla="*/ 90 h 176"/>
              <a:gd name="T4" fmla="*/ 88 w 176"/>
              <a:gd name="T5" fmla="*/ 84 h 176"/>
              <a:gd name="T6" fmla="*/ 76 w 176"/>
              <a:gd name="T7" fmla="*/ 80 h 176"/>
              <a:gd name="T8" fmla="*/ 63 w 176"/>
              <a:gd name="T9" fmla="*/ 85 h 176"/>
              <a:gd name="T10" fmla="*/ 57 w 176"/>
              <a:gd name="T11" fmla="*/ 97 h 176"/>
              <a:gd name="T12" fmla="*/ 54 w 176"/>
              <a:gd name="T13" fmla="*/ 97 h 176"/>
              <a:gd name="T14" fmla="*/ 52 w 176"/>
              <a:gd name="T15" fmla="*/ 101 h 176"/>
              <a:gd name="T16" fmla="*/ 57 w 176"/>
              <a:gd name="T17" fmla="*/ 101 h 176"/>
              <a:gd name="T18" fmla="*/ 57 w 176"/>
              <a:gd name="T19" fmla="*/ 103 h 176"/>
              <a:gd name="T20" fmla="*/ 57 w 176"/>
              <a:gd name="T21" fmla="*/ 104 h 176"/>
              <a:gd name="T22" fmla="*/ 57 w 176"/>
              <a:gd name="T23" fmla="*/ 105 h 176"/>
              <a:gd name="T24" fmla="*/ 57 w 176"/>
              <a:gd name="T25" fmla="*/ 106 h 176"/>
              <a:gd name="T26" fmla="*/ 54 w 176"/>
              <a:gd name="T27" fmla="*/ 106 h 176"/>
              <a:gd name="T28" fmla="*/ 52 w 176"/>
              <a:gd name="T29" fmla="*/ 110 h 176"/>
              <a:gd name="T30" fmla="*/ 57 w 176"/>
              <a:gd name="T31" fmla="*/ 110 h 176"/>
              <a:gd name="T32" fmla="*/ 62 w 176"/>
              <a:gd name="T33" fmla="*/ 123 h 176"/>
              <a:gd name="T34" fmla="*/ 76 w 176"/>
              <a:gd name="T35" fmla="*/ 128 h 176"/>
              <a:gd name="T36" fmla="*/ 86 w 176"/>
              <a:gd name="T37" fmla="*/ 125 h 176"/>
              <a:gd name="T38" fmla="*/ 86 w 176"/>
              <a:gd name="T39" fmla="*/ 118 h 176"/>
              <a:gd name="T40" fmla="*/ 82 w 176"/>
              <a:gd name="T41" fmla="*/ 121 h 176"/>
              <a:gd name="T42" fmla="*/ 76 w 176"/>
              <a:gd name="T43" fmla="*/ 122 h 176"/>
              <a:gd name="T44" fmla="*/ 68 w 176"/>
              <a:gd name="T45" fmla="*/ 118 h 176"/>
              <a:gd name="T46" fmla="*/ 65 w 176"/>
              <a:gd name="T47" fmla="*/ 110 h 176"/>
              <a:gd name="T48" fmla="*/ 78 w 176"/>
              <a:gd name="T49" fmla="*/ 110 h 176"/>
              <a:gd name="T50" fmla="*/ 80 w 176"/>
              <a:gd name="T51" fmla="*/ 106 h 176"/>
              <a:gd name="T52" fmla="*/ 64 w 176"/>
              <a:gd name="T53" fmla="*/ 106 h 176"/>
              <a:gd name="T54" fmla="*/ 64 w 176"/>
              <a:gd name="T55" fmla="*/ 104 h 176"/>
              <a:gd name="T56" fmla="*/ 64 w 176"/>
              <a:gd name="T57" fmla="*/ 102 h 176"/>
              <a:gd name="T58" fmla="*/ 64 w 176"/>
              <a:gd name="T59" fmla="*/ 101 h 176"/>
              <a:gd name="T60" fmla="*/ 81 w 176"/>
              <a:gd name="T61" fmla="*/ 101 h 176"/>
              <a:gd name="T62" fmla="*/ 82 w 176"/>
              <a:gd name="T63" fmla="*/ 97 h 176"/>
              <a:gd name="T64" fmla="*/ 65 w 176"/>
              <a:gd name="T65" fmla="*/ 97 h 176"/>
              <a:gd name="T66" fmla="*/ 68 w 176"/>
              <a:gd name="T67" fmla="*/ 89 h 176"/>
              <a:gd name="T68" fmla="*/ 76 w 176"/>
              <a:gd name="T69" fmla="*/ 86 h 176"/>
              <a:gd name="T70" fmla="*/ 104 w 176"/>
              <a:gd name="T71" fmla="*/ 0 h 176"/>
              <a:gd name="T72" fmla="*/ 47 w 176"/>
              <a:gd name="T73" fmla="*/ 28 h 176"/>
              <a:gd name="T74" fmla="*/ 61 w 176"/>
              <a:gd name="T75" fmla="*/ 25 h 176"/>
              <a:gd name="T76" fmla="*/ 104 w 176"/>
              <a:gd name="T77" fmla="*/ 8 h 176"/>
              <a:gd name="T78" fmla="*/ 168 w 176"/>
              <a:gd name="T79" fmla="*/ 72 h 176"/>
              <a:gd name="T80" fmla="*/ 151 w 176"/>
              <a:gd name="T81" fmla="*/ 115 h 176"/>
              <a:gd name="T82" fmla="*/ 148 w 176"/>
              <a:gd name="T83" fmla="*/ 129 h 176"/>
              <a:gd name="T84" fmla="*/ 176 w 176"/>
              <a:gd name="T85" fmla="*/ 72 h 176"/>
              <a:gd name="T86" fmla="*/ 104 w 176"/>
              <a:gd name="T87" fmla="*/ 0 h 176"/>
              <a:gd name="T88" fmla="*/ 72 w 176"/>
              <a:gd name="T89" fmla="*/ 32 h 176"/>
              <a:gd name="T90" fmla="*/ 0 w 176"/>
              <a:gd name="T91" fmla="*/ 104 h 176"/>
              <a:gd name="T92" fmla="*/ 72 w 176"/>
              <a:gd name="T93" fmla="*/ 176 h 176"/>
              <a:gd name="T94" fmla="*/ 144 w 176"/>
              <a:gd name="T95" fmla="*/ 104 h 176"/>
              <a:gd name="T96" fmla="*/ 72 w 176"/>
              <a:gd name="T97" fmla="*/ 32 h 176"/>
              <a:gd name="T98" fmla="*/ 72 w 176"/>
              <a:gd name="T99" fmla="*/ 168 h 176"/>
              <a:gd name="T100" fmla="*/ 8 w 176"/>
              <a:gd name="T101" fmla="*/ 104 h 176"/>
              <a:gd name="T102" fmla="*/ 72 w 176"/>
              <a:gd name="T103" fmla="*/ 40 h 176"/>
              <a:gd name="T104" fmla="*/ 136 w 176"/>
              <a:gd name="T105" fmla="*/ 104 h 176"/>
              <a:gd name="T106" fmla="*/ 72 w 176"/>
              <a:gd name="T10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76">
                <a:moveTo>
                  <a:pt x="76" y="86"/>
                </a:moveTo>
                <a:cubicBezTo>
                  <a:pt x="79" y="86"/>
                  <a:pt x="82" y="87"/>
                  <a:pt x="85" y="90"/>
                </a:cubicBezTo>
                <a:cubicBezTo>
                  <a:pt x="88" y="84"/>
                  <a:pt x="88" y="84"/>
                  <a:pt x="88" y="84"/>
                </a:cubicBezTo>
                <a:cubicBezTo>
                  <a:pt x="84" y="81"/>
                  <a:pt x="80" y="80"/>
                  <a:pt x="76" y="80"/>
                </a:cubicBezTo>
                <a:cubicBezTo>
                  <a:pt x="71" y="80"/>
                  <a:pt x="67" y="82"/>
                  <a:pt x="63" y="85"/>
                </a:cubicBezTo>
                <a:cubicBezTo>
                  <a:pt x="60" y="88"/>
                  <a:pt x="58" y="92"/>
                  <a:pt x="57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2" y="101"/>
                  <a:pt x="52" y="101"/>
                  <a:pt x="52" y="101"/>
                </a:cubicBezTo>
                <a:cubicBezTo>
                  <a:pt x="57" y="101"/>
                  <a:pt x="57" y="101"/>
                  <a:pt x="57" y="101"/>
                </a:cubicBezTo>
                <a:cubicBezTo>
                  <a:pt x="57" y="102"/>
                  <a:pt x="57" y="102"/>
                  <a:pt x="57" y="103"/>
                </a:cubicBezTo>
                <a:cubicBezTo>
                  <a:pt x="57" y="103"/>
                  <a:pt x="57" y="103"/>
                  <a:pt x="57" y="104"/>
                </a:cubicBezTo>
                <a:cubicBezTo>
                  <a:pt x="57" y="104"/>
                  <a:pt x="57" y="104"/>
                  <a:pt x="57" y="105"/>
                </a:cubicBezTo>
                <a:cubicBezTo>
                  <a:pt x="57" y="105"/>
                  <a:pt x="57" y="106"/>
                  <a:pt x="57" y="106"/>
                </a:cubicBezTo>
                <a:cubicBezTo>
                  <a:pt x="54" y="106"/>
                  <a:pt x="54" y="106"/>
                  <a:pt x="54" y="106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8" y="115"/>
                  <a:pt x="60" y="119"/>
                  <a:pt x="62" y="123"/>
                </a:cubicBezTo>
                <a:cubicBezTo>
                  <a:pt x="66" y="126"/>
                  <a:pt x="70" y="128"/>
                  <a:pt x="76" y="128"/>
                </a:cubicBezTo>
                <a:cubicBezTo>
                  <a:pt x="80" y="128"/>
                  <a:pt x="83" y="127"/>
                  <a:pt x="86" y="125"/>
                </a:cubicBezTo>
                <a:cubicBezTo>
                  <a:pt x="86" y="118"/>
                  <a:pt x="86" y="118"/>
                  <a:pt x="86" y="118"/>
                </a:cubicBezTo>
                <a:cubicBezTo>
                  <a:pt x="85" y="119"/>
                  <a:pt x="83" y="120"/>
                  <a:pt x="82" y="121"/>
                </a:cubicBezTo>
                <a:cubicBezTo>
                  <a:pt x="80" y="122"/>
                  <a:pt x="78" y="122"/>
                  <a:pt x="76" y="122"/>
                </a:cubicBezTo>
                <a:cubicBezTo>
                  <a:pt x="73" y="122"/>
                  <a:pt x="70" y="121"/>
                  <a:pt x="68" y="118"/>
                </a:cubicBezTo>
                <a:cubicBezTo>
                  <a:pt x="66" y="116"/>
                  <a:pt x="65" y="114"/>
                  <a:pt x="65" y="110"/>
                </a:cubicBezTo>
                <a:cubicBezTo>
                  <a:pt x="78" y="110"/>
                  <a:pt x="78" y="110"/>
                  <a:pt x="78" y="110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4" y="106"/>
                  <a:pt x="64" y="105"/>
                  <a:pt x="64" y="104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64" y="102"/>
                  <a:pt x="64" y="102"/>
                  <a:pt x="64" y="101"/>
                </a:cubicBezTo>
                <a:cubicBezTo>
                  <a:pt x="81" y="101"/>
                  <a:pt x="81" y="101"/>
                  <a:pt x="81" y="101"/>
                </a:cubicBezTo>
                <a:cubicBezTo>
                  <a:pt x="82" y="97"/>
                  <a:pt x="82" y="97"/>
                  <a:pt x="82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6" y="94"/>
                  <a:pt x="67" y="91"/>
                  <a:pt x="68" y="89"/>
                </a:cubicBezTo>
                <a:cubicBezTo>
                  <a:pt x="70" y="87"/>
                  <a:pt x="73" y="86"/>
                  <a:pt x="76" y="86"/>
                </a:cubicBezTo>
                <a:moveTo>
                  <a:pt x="104" y="0"/>
                </a:moveTo>
                <a:cubicBezTo>
                  <a:pt x="81" y="0"/>
                  <a:pt x="60" y="11"/>
                  <a:pt x="47" y="28"/>
                </a:cubicBezTo>
                <a:cubicBezTo>
                  <a:pt x="52" y="27"/>
                  <a:pt x="56" y="26"/>
                  <a:pt x="61" y="25"/>
                </a:cubicBezTo>
                <a:cubicBezTo>
                  <a:pt x="72" y="14"/>
                  <a:pt x="87" y="8"/>
                  <a:pt x="104" y="8"/>
                </a:cubicBezTo>
                <a:cubicBezTo>
                  <a:pt x="139" y="8"/>
                  <a:pt x="168" y="37"/>
                  <a:pt x="168" y="72"/>
                </a:cubicBezTo>
                <a:cubicBezTo>
                  <a:pt x="168" y="89"/>
                  <a:pt x="162" y="104"/>
                  <a:pt x="151" y="115"/>
                </a:cubicBezTo>
                <a:cubicBezTo>
                  <a:pt x="150" y="120"/>
                  <a:pt x="149" y="124"/>
                  <a:pt x="148" y="129"/>
                </a:cubicBezTo>
                <a:cubicBezTo>
                  <a:pt x="165" y="116"/>
                  <a:pt x="176" y="95"/>
                  <a:pt x="176" y="72"/>
                </a:cubicBezTo>
                <a:cubicBezTo>
                  <a:pt x="176" y="32"/>
                  <a:pt x="144" y="0"/>
                  <a:pt x="104" y="0"/>
                </a:cubicBezTo>
                <a:moveTo>
                  <a:pt x="72" y="32"/>
                </a:move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64"/>
                  <a:pt x="112" y="32"/>
                  <a:pt x="72" y="32"/>
                </a:cubicBezTo>
                <a:moveTo>
                  <a:pt x="72" y="168"/>
                </a:move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107" y="40"/>
                  <a:pt x="136" y="69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249"/>
          <p:cNvSpPr>
            <a:spLocks noEditPoints="1"/>
          </p:cNvSpPr>
          <p:nvPr/>
        </p:nvSpPr>
        <p:spPr bwMode="auto">
          <a:xfrm>
            <a:off x="5382737" y="1106526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03 w 176"/>
              <a:gd name="T21" fmla="*/ 67 h 176"/>
              <a:gd name="T22" fmla="*/ 106 w 176"/>
              <a:gd name="T23" fmla="*/ 56 h 176"/>
              <a:gd name="T24" fmla="*/ 99 w 176"/>
              <a:gd name="T25" fmla="*/ 55 h 176"/>
              <a:gd name="T26" fmla="*/ 97 w 176"/>
              <a:gd name="T27" fmla="*/ 65 h 176"/>
              <a:gd name="T28" fmla="*/ 91 w 176"/>
              <a:gd name="T29" fmla="*/ 64 h 176"/>
              <a:gd name="T30" fmla="*/ 94 w 176"/>
              <a:gd name="T31" fmla="*/ 54 h 176"/>
              <a:gd name="T32" fmla="*/ 88 w 176"/>
              <a:gd name="T33" fmla="*/ 52 h 176"/>
              <a:gd name="T34" fmla="*/ 85 w 176"/>
              <a:gd name="T35" fmla="*/ 62 h 176"/>
              <a:gd name="T36" fmla="*/ 81 w 176"/>
              <a:gd name="T37" fmla="*/ 61 h 176"/>
              <a:gd name="T38" fmla="*/ 81 w 176"/>
              <a:gd name="T39" fmla="*/ 61 h 176"/>
              <a:gd name="T40" fmla="*/ 72 w 176"/>
              <a:gd name="T41" fmla="*/ 59 h 176"/>
              <a:gd name="T42" fmla="*/ 70 w 176"/>
              <a:gd name="T43" fmla="*/ 66 h 176"/>
              <a:gd name="T44" fmla="*/ 75 w 176"/>
              <a:gd name="T45" fmla="*/ 67 h 176"/>
              <a:gd name="T46" fmla="*/ 78 w 176"/>
              <a:gd name="T47" fmla="*/ 71 h 176"/>
              <a:gd name="T48" fmla="*/ 75 w 176"/>
              <a:gd name="T49" fmla="*/ 82 h 176"/>
              <a:gd name="T50" fmla="*/ 76 w 176"/>
              <a:gd name="T51" fmla="*/ 82 h 176"/>
              <a:gd name="T52" fmla="*/ 75 w 176"/>
              <a:gd name="T53" fmla="*/ 82 h 176"/>
              <a:gd name="T54" fmla="*/ 71 w 176"/>
              <a:gd name="T55" fmla="*/ 99 h 176"/>
              <a:gd name="T56" fmla="*/ 68 w 176"/>
              <a:gd name="T57" fmla="*/ 100 h 176"/>
              <a:gd name="T58" fmla="*/ 63 w 176"/>
              <a:gd name="T59" fmla="*/ 99 h 176"/>
              <a:gd name="T60" fmla="*/ 60 w 176"/>
              <a:gd name="T61" fmla="*/ 106 h 176"/>
              <a:gd name="T62" fmla="*/ 68 w 176"/>
              <a:gd name="T63" fmla="*/ 108 h 176"/>
              <a:gd name="T64" fmla="*/ 73 w 176"/>
              <a:gd name="T65" fmla="*/ 109 h 176"/>
              <a:gd name="T66" fmla="*/ 70 w 176"/>
              <a:gd name="T67" fmla="*/ 120 h 176"/>
              <a:gd name="T68" fmla="*/ 77 w 176"/>
              <a:gd name="T69" fmla="*/ 121 h 176"/>
              <a:gd name="T70" fmla="*/ 79 w 176"/>
              <a:gd name="T71" fmla="*/ 111 h 176"/>
              <a:gd name="T72" fmla="*/ 84 w 176"/>
              <a:gd name="T73" fmla="*/ 112 h 176"/>
              <a:gd name="T74" fmla="*/ 82 w 176"/>
              <a:gd name="T75" fmla="*/ 122 h 176"/>
              <a:gd name="T76" fmla="*/ 88 w 176"/>
              <a:gd name="T77" fmla="*/ 124 h 176"/>
              <a:gd name="T78" fmla="*/ 91 w 176"/>
              <a:gd name="T79" fmla="*/ 114 h 176"/>
              <a:gd name="T80" fmla="*/ 114 w 176"/>
              <a:gd name="T81" fmla="*/ 105 h 176"/>
              <a:gd name="T82" fmla="*/ 108 w 176"/>
              <a:gd name="T83" fmla="*/ 90 h 176"/>
              <a:gd name="T84" fmla="*/ 116 w 176"/>
              <a:gd name="T85" fmla="*/ 81 h 176"/>
              <a:gd name="T86" fmla="*/ 103 w 176"/>
              <a:gd name="T87" fmla="*/ 67 h 176"/>
              <a:gd name="T88" fmla="*/ 101 w 176"/>
              <a:gd name="T89" fmla="*/ 101 h 176"/>
              <a:gd name="T90" fmla="*/ 81 w 176"/>
              <a:gd name="T91" fmla="*/ 103 h 176"/>
              <a:gd name="T92" fmla="*/ 85 w 176"/>
              <a:gd name="T93" fmla="*/ 90 h 176"/>
              <a:gd name="T94" fmla="*/ 101 w 176"/>
              <a:gd name="T95" fmla="*/ 101 h 176"/>
              <a:gd name="T96" fmla="*/ 103 w 176"/>
              <a:gd name="T97" fmla="*/ 81 h 176"/>
              <a:gd name="T98" fmla="*/ 87 w 176"/>
              <a:gd name="T99" fmla="*/ 83 h 176"/>
              <a:gd name="T100" fmla="*/ 90 w 176"/>
              <a:gd name="T101" fmla="*/ 71 h 176"/>
              <a:gd name="T102" fmla="*/ 103 w 176"/>
              <a:gd name="T103" fmla="*/ 8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03" y="67"/>
                </a:moveTo>
                <a:cubicBezTo>
                  <a:pt x="106" y="56"/>
                  <a:pt x="106" y="56"/>
                  <a:pt x="106" y="56"/>
                </a:cubicBezTo>
                <a:cubicBezTo>
                  <a:pt x="99" y="55"/>
                  <a:pt x="99" y="55"/>
                  <a:pt x="99" y="55"/>
                </a:cubicBezTo>
                <a:cubicBezTo>
                  <a:pt x="97" y="65"/>
                  <a:pt x="97" y="65"/>
                  <a:pt x="97" y="65"/>
                </a:cubicBezTo>
                <a:cubicBezTo>
                  <a:pt x="95" y="64"/>
                  <a:pt x="93" y="64"/>
                  <a:pt x="91" y="64"/>
                </a:cubicBezTo>
                <a:cubicBezTo>
                  <a:pt x="94" y="54"/>
                  <a:pt x="94" y="54"/>
                  <a:pt x="94" y="54"/>
                </a:cubicBezTo>
                <a:cubicBezTo>
                  <a:pt x="88" y="52"/>
                  <a:pt x="88" y="52"/>
                  <a:pt x="88" y="52"/>
                </a:cubicBezTo>
                <a:cubicBezTo>
                  <a:pt x="85" y="62"/>
                  <a:pt x="85" y="62"/>
                  <a:pt x="85" y="62"/>
                </a:cubicBezTo>
                <a:cubicBezTo>
                  <a:pt x="84" y="62"/>
                  <a:pt x="82" y="62"/>
                  <a:pt x="81" y="61"/>
                </a:cubicBezTo>
                <a:cubicBezTo>
                  <a:pt x="81" y="61"/>
                  <a:pt x="81" y="61"/>
                  <a:pt x="81" y="61"/>
                </a:cubicBezTo>
                <a:cubicBezTo>
                  <a:pt x="72" y="59"/>
                  <a:pt x="72" y="59"/>
                  <a:pt x="72" y="59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66"/>
                  <a:pt x="75" y="67"/>
                  <a:pt x="75" y="67"/>
                </a:cubicBezTo>
                <a:cubicBezTo>
                  <a:pt x="78" y="68"/>
                  <a:pt x="78" y="69"/>
                  <a:pt x="78" y="71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5" y="82"/>
                  <a:pt x="76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1" y="99"/>
                  <a:pt x="71" y="99"/>
                  <a:pt x="71" y="99"/>
                </a:cubicBezTo>
                <a:cubicBezTo>
                  <a:pt x="70" y="99"/>
                  <a:pt x="70" y="101"/>
                  <a:pt x="68" y="100"/>
                </a:cubicBezTo>
                <a:cubicBezTo>
                  <a:pt x="68" y="100"/>
                  <a:pt x="63" y="99"/>
                  <a:pt x="63" y="99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8" y="108"/>
                  <a:pt x="68" y="108"/>
                  <a:pt x="68" y="108"/>
                </a:cubicBezTo>
                <a:cubicBezTo>
                  <a:pt x="70" y="109"/>
                  <a:pt x="71" y="109"/>
                  <a:pt x="73" y="109"/>
                </a:cubicBezTo>
                <a:cubicBezTo>
                  <a:pt x="70" y="120"/>
                  <a:pt x="70" y="120"/>
                  <a:pt x="70" y="120"/>
                </a:cubicBezTo>
                <a:cubicBezTo>
                  <a:pt x="77" y="121"/>
                  <a:pt x="77" y="121"/>
                  <a:pt x="77" y="121"/>
                </a:cubicBezTo>
                <a:cubicBezTo>
                  <a:pt x="79" y="111"/>
                  <a:pt x="79" y="111"/>
                  <a:pt x="79" y="111"/>
                </a:cubicBezTo>
                <a:cubicBezTo>
                  <a:pt x="81" y="111"/>
                  <a:pt x="83" y="112"/>
                  <a:pt x="84" y="11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8" y="124"/>
                  <a:pt x="88" y="124"/>
                  <a:pt x="88" y="124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102" y="116"/>
                  <a:pt x="110" y="115"/>
                  <a:pt x="114" y="105"/>
                </a:cubicBezTo>
                <a:cubicBezTo>
                  <a:pt x="116" y="97"/>
                  <a:pt x="113" y="93"/>
                  <a:pt x="108" y="90"/>
                </a:cubicBezTo>
                <a:cubicBezTo>
                  <a:pt x="112" y="89"/>
                  <a:pt x="115" y="86"/>
                  <a:pt x="116" y="81"/>
                </a:cubicBezTo>
                <a:cubicBezTo>
                  <a:pt x="117" y="73"/>
                  <a:pt x="111" y="69"/>
                  <a:pt x="103" y="67"/>
                </a:cubicBezTo>
                <a:moveTo>
                  <a:pt x="101" y="101"/>
                </a:moveTo>
                <a:cubicBezTo>
                  <a:pt x="99" y="109"/>
                  <a:pt x="86" y="104"/>
                  <a:pt x="81" y="103"/>
                </a:cubicBezTo>
                <a:cubicBezTo>
                  <a:pt x="85" y="90"/>
                  <a:pt x="85" y="90"/>
                  <a:pt x="85" y="90"/>
                </a:cubicBezTo>
                <a:cubicBezTo>
                  <a:pt x="89" y="91"/>
                  <a:pt x="103" y="93"/>
                  <a:pt x="101" y="101"/>
                </a:cubicBezTo>
                <a:moveTo>
                  <a:pt x="103" y="81"/>
                </a:moveTo>
                <a:cubicBezTo>
                  <a:pt x="101" y="88"/>
                  <a:pt x="90" y="84"/>
                  <a:pt x="87" y="83"/>
                </a:cubicBezTo>
                <a:cubicBezTo>
                  <a:pt x="90" y="71"/>
                  <a:pt x="90" y="71"/>
                  <a:pt x="90" y="71"/>
                </a:cubicBezTo>
                <a:cubicBezTo>
                  <a:pt x="93" y="72"/>
                  <a:pt x="105" y="73"/>
                  <a:pt x="103" y="8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250"/>
          <p:cNvSpPr>
            <a:spLocks noEditPoints="1"/>
          </p:cNvSpPr>
          <p:nvPr/>
        </p:nvSpPr>
        <p:spPr bwMode="auto">
          <a:xfrm>
            <a:off x="6022078" y="1106526"/>
            <a:ext cx="334275" cy="334275"/>
          </a:xfrm>
          <a:custGeom>
            <a:avLst/>
            <a:gdLst>
              <a:gd name="T0" fmla="*/ 104 w 176"/>
              <a:gd name="T1" fmla="*/ 0 h 176"/>
              <a:gd name="T2" fmla="*/ 47 w 176"/>
              <a:gd name="T3" fmla="*/ 28 h 176"/>
              <a:gd name="T4" fmla="*/ 61 w 176"/>
              <a:gd name="T5" fmla="*/ 25 h 176"/>
              <a:gd name="T6" fmla="*/ 104 w 176"/>
              <a:gd name="T7" fmla="*/ 8 h 176"/>
              <a:gd name="T8" fmla="*/ 168 w 176"/>
              <a:gd name="T9" fmla="*/ 72 h 176"/>
              <a:gd name="T10" fmla="*/ 151 w 176"/>
              <a:gd name="T11" fmla="*/ 115 h 176"/>
              <a:gd name="T12" fmla="*/ 148 w 176"/>
              <a:gd name="T13" fmla="*/ 129 h 176"/>
              <a:gd name="T14" fmla="*/ 176 w 176"/>
              <a:gd name="T15" fmla="*/ 72 h 176"/>
              <a:gd name="T16" fmla="*/ 104 w 176"/>
              <a:gd name="T17" fmla="*/ 0 h 176"/>
              <a:gd name="T18" fmla="*/ 72 w 176"/>
              <a:gd name="T19" fmla="*/ 32 h 176"/>
              <a:gd name="T20" fmla="*/ 0 w 176"/>
              <a:gd name="T21" fmla="*/ 104 h 176"/>
              <a:gd name="T22" fmla="*/ 72 w 176"/>
              <a:gd name="T23" fmla="*/ 176 h 176"/>
              <a:gd name="T24" fmla="*/ 144 w 176"/>
              <a:gd name="T25" fmla="*/ 104 h 176"/>
              <a:gd name="T26" fmla="*/ 72 w 176"/>
              <a:gd name="T27" fmla="*/ 32 h 176"/>
              <a:gd name="T28" fmla="*/ 72 w 176"/>
              <a:gd name="T29" fmla="*/ 168 h 176"/>
              <a:gd name="T30" fmla="*/ 8 w 176"/>
              <a:gd name="T31" fmla="*/ 104 h 176"/>
              <a:gd name="T32" fmla="*/ 72 w 176"/>
              <a:gd name="T33" fmla="*/ 40 h 176"/>
              <a:gd name="T34" fmla="*/ 136 w 176"/>
              <a:gd name="T35" fmla="*/ 104 h 176"/>
              <a:gd name="T36" fmla="*/ 72 w 176"/>
              <a:gd name="T37" fmla="*/ 168 h 176"/>
              <a:gd name="T38" fmla="*/ 82 w 176"/>
              <a:gd name="T39" fmla="*/ 87 h 176"/>
              <a:gd name="T40" fmla="*/ 84 w 176"/>
              <a:gd name="T41" fmla="*/ 79 h 176"/>
              <a:gd name="T42" fmla="*/ 79 w 176"/>
              <a:gd name="T43" fmla="*/ 78 h 176"/>
              <a:gd name="T44" fmla="*/ 77 w 176"/>
              <a:gd name="T45" fmla="*/ 86 h 176"/>
              <a:gd name="T46" fmla="*/ 73 w 176"/>
              <a:gd name="T47" fmla="*/ 85 h 176"/>
              <a:gd name="T48" fmla="*/ 75 w 176"/>
              <a:gd name="T49" fmla="*/ 77 h 176"/>
              <a:gd name="T50" fmla="*/ 70 w 176"/>
              <a:gd name="T51" fmla="*/ 76 h 176"/>
              <a:gd name="T52" fmla="*/ 68 w 176"/>
              <a:gd name="T53" fmla="*/ 84 h 176"/>
              <a:gd name="T54" fmla="*/ 64 w 176"/>
              <a:gd name="T55" fmla="*/ 83 h 176"/>
              <a:gd name="T56" fmla="*/ 64 w 176"/>
              <a:gd name="T57" fmla="*/ 83 h 176"/>
              <a:gd name="T58" fmla="*/ 57 w 176"/>
              <a:gd name="T59" fmla="*/ 82 h 176"/>
              <a:gd name="T60" fmla="*/ 56 w 176"/>
              <a:gd name="T61" fmla="*/ 87 h 176"/>
              <a:gd name="T62" fmla="*/ 60 w 176"/>
              <a:gd name="T63" fmla="*/ 88 h 176"/>
              <a:gd name="T64" fmla="*/ 62 w 176"/>
              <a:gd name="T65" fmla="*/ 90 h 176"/>
              <a:gd name="T66" fmla="*/ 60 w 176"/>
              <a:gd name="T67" fmla="*/ 100 h 176"/>
              <a:gd name="T68" fmla="*/ 60 w 176"/>
              <a:gd name="T69" fmla="*/ 100 h 176"/>
              <a:gd name="T70" fmla="*/ 60 w 176"/>
              <a:gd name="T71" fmla="*/ 100 h 176"/>
              <a:gd name="T72" fmla="*/ 56 w 176"/>
              <a:gd name="T73" fmla="*/ 112 h 176"/>
              <a:gd name="T74" fmla="*/ 54 w 176"/>
              <a:gd name="T75" fmla="*/ 113 h 176"/>
              <a:gd name="T76" fmla="*/ 50 w 176"/>
              <a:gd name="T77" fmla="*/ 113 h 176"/>
              <a:gd name="T78" fmla="*/ 48 w 176"/>
              <a:gd name="T79" fmla="*/ 118 h 176"/>
              <a:gd name="T80" fmla="*/ 55 w 176"/>
              <a:gd name="T81" fmla="*/ 120 h 176"/>
              <a:gd name="T82" fmla="*/ 58 w 176"/>
              <a:gd name="T83" fmla="*/ 121 h 176"/>
              <a:gd name="T84" fmla="*/ 56 w 176"/>
              <a:gd name="T85" fmla="*/ 129 h 176"/>
              <a:gd name="T86" fmla="*/ 61 w 176"/>
              <a:gd name="T87" fmla="*/ 130 h 176"/>
              <a:gd name="T88" fmla="*/ 63 w 176"/>
              <a:gd name="T89" fmla="*/ 122 h 176"/>
              <a:gd name="T90" fmla="*/ 67 w 176"/>
              <a:gd name="T91" fmla="*/ 123 h 176"/>
              <a:gd name="T92" fmla="*/ 65 w 176"/>
              <a:gd name="T93" fmla="*/ 131 h 176"/>
              <a:gd name="T94" fmla="*/ 70 w 176"/>
              <a:gd name="T95" fmla="*/ 132 h 176"/>
              <a:gd name="T96" fmla="*/ 72 w 176"/>
              <a:gd name="T97" fmla="*/ 124 h 176"/>
              <a:gd name="T98" fmla="*/ 90 w 176"/>
              <a:gd name="T99" fmla="*/ 117 h 176"/>
              <a:gd name="T100" fmla="*/ 85 w 176"/>
              <a:gd name="T101" fmla="*/ 106 h 176"/>
              <a:gd name="T102" fmla="*/ 92 w 176"/>
              <a:gd name="T103" fmla="*/ 99 h 176"/>
              <a:gd name="T104" fmla="*/ 82 w 176"/>
              <a:gd name="T105" fmla="*/ 87 h 176"/>
              <a:gd name="T106" fmla="*/ 80 w 176"/>
              <a:gd name="T107" fmla="*/ 114 h 176"/>
              <a:gd name="T108" fmla="*/ 65 w 176"/>
              <a:gd name="T109" fmla="*/ 116 h 176"/>
              <a:gd name="T110" fmla="*/ 68 w 176"/>
              <a:gd name="T111" fmla="*/ 105 h 176"/>
              <a:gd name="T112" fmla="*/ 80 w 176"/>
              <a:gd name="T113" fmla="*/ 114 h 176"/>
              <a:gd name="T114" fmla="*/ 82 w 176"/>
              <a:gd name="T115" fmla="*/ 98 h 176"/>
              <a:gd name="T116" fmla="*/ 69 w 176"/>
              <a:gd name="T117" fmla="*/ 100 h 176"/>
              <a:gd name="T118" fmla="*/ 71 w 176"/>
              <a:gd name="T119" fmla="*/ 91 h 176"/>
              <a:gd name="T120" fmla="*/ 82 w 176"/>
              <a:gd name="T121" fmla="*/ 9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04" y="0"/>
                </a:moveTo>
                <a:cubicBezTo>
                  <a:pt x="81" y="0"/>
                  <a:pt x="60" y="11"/>
                  <a:pt x="47" y="28"/>
                </a:cubicBezTo>
                <a:cubicBezTo>
                  <a:pt x="52" y="27"/>
                  <a:pt x="56" y="26"/>
                  <a:pt x="61" y="25"/>
                </a:cubicBezTo>
                <a:cubicBezTo>
                  <a:pt x="72" y="14"/>
                  <a:pt x="87" y="8"/>
                  <a:pt x="104" y="8"/>
                </a:cubicBezTo>
                <a:cubicBezTo>
                  <a:pt x="139" y="8"/>
                  <a:pt x="168" y="37"/>
                  <a:pt x="168" y="72"/>
                </a:cubicBezTo>
                <a:cubicBezTo>
                  <a:pt x="168" y="89"/>
                  <a:pt x="162" y="104"/>
                  <a:pt x="151" y="115"/>
                </a:cubicBezTo>
                <a:cubicBezTo>
                  <a:pt x="150" y="120"/>
                  <a:pt x="149" y="124"/>
                  <a:pt x="148" y="129"/>
                </a:cubicBezTo>
                <a:cubicBezTo>
                  <a:pt x="165" y="116"/>
                  <a:pt x="176" y="95"/>
                  <a:pt x="176" y="72"/>
                </a:cubicBezTo>
                <a:cubicBezTo>
                  <a:pt x="176" y="32"/>
                  <a:pt x="144" y="0"/>
                  <a:pt x="104" y="0"/>
                </a:cubicBezTo>
                <a:moveTo>
                  <a:pt x="72" y="32"/>
                </a:move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64"/>
                  <a:pt x="112" y="32"/>
                  <a:pt x="72" y="32"/>
                </a:cubicBezTo>
                <a:moveTo>
                  <a:pt x="72" y="168"/>
                </a:move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107" y="40"/>
                  <a:pt x="136" y="69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  <a:moveTo>
                  <a:pt x="82" y="87"/>
                </a:moveTo>
                <a:cubicBezTo>
                  <a:pt x="84" y="79"/>
                  <a:pt x="84" y="79"/>
                  <a:pt x="84" y="79"/>
                </a:cubicBezTo>
                <a:cubicBezTo>
                  <a:pt x="79" y="78"/>
                  <a:pt x="79" y="78"/>
                  <a:pt x="79" y="78"/>
                </a:cubicBezTo>
                <a:cubicBezTo>
                  <a:pt x="77" y="86"/>
                  <a:pt x="77" y="86"/>
                  <a:pt x="77" y="86"/>
                </a:cubicBezTo>
                <a:cubicBezTo>
                  <a:pt x="75" y="86"/>
                  <a:pt x="74" y="85"/>
                  <a:pt x="73" y="85"/>
                </a:cubicBezTo>
                <a:cubicBezTo>
                  <a:pt x="75" y="77"/>
                  <a:pt x="75" y="77"/>
                  <a:pt x="75" y="77"/>
                </a:cubicBezTo>
                <a:cubicBezTo>
                  <a:pt x="70" y="76"/>
                  <a:pt x="70" y="76"/>
                  <a:pt x="70" y="76"/>
                </a:cubicBezTo>
                <a:cubicBezTo>
                  <a:pt x="68" y="84"/>
                  <a:pt x="68" y="84"/>
                  <a:pt x="68" y="84"/>
                </a:cubicBezTo>
                <a:cubicBezTo>
                  <a:pt x="67" y="84"/>
                  <a:pt x="65" y="83"/>
                  <a:pt x="64" y="83"/>
                </a:cubicBezTo>
                <a:cubicBezTo>
                  <a:pt x="64" y="83"/>
                  <a:pt x="64" y="83"/>
                  <a:pt x="64" y="83"/>
                </a:cubicBezTo>
                <a:cubicBezTo>
                  <a:pt x="57" y="82"/>
                  <a:pt x="57" y="82"/>
                  <a:pt x="57" y="82"/>
                </a:cubicBezTo>
                <a:cubicBezTo>
                  <a:pt x="56" y="87"/>
                  <a:pt x="56" y="87"/>
                  <a:pt x="56" y="87"/>
                </a:cubicBezTo>
                <a:cubicBezTo>
                  <a:pt x="56" y="87"/>
                  <a:pt x="60" y="88"/>
                  <a:pt x="60" y="88"/>
                </a:cubicBezTo>
                <a:cubicBezTo>
                  <a:pt x="62" y="88"/>
                  <a:pt x="62" y="89"/>
                  <a:pt x="62" y="9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56" y="113"/>
                  <a:pt x="56" y="114"/>
                  <a:pt x="54" y="113"/>
                </a:cubicBezTo>
                <a:cubicBezTo>
                  <a:pt x="54" y="113"/>
                  <a:pt x="50" y="113"/>
                  <a:pt x="50" y="113"/>
                </a:cubicBezTo>
                <a:cubicBezTo>
                  <a:pt x="48" y="118"/>
                  <a:pt x="48" y="118"/>
                  <a:pt x="48" y="118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56" y="120"/>
                  <a:pt x="57" y="120"/>
                  <a:pt x="58" y="121"/>
                </a:cubicBezTo>
                <a:cubicBezTo>
                  <a:pt x="56" y="129"/>
                  <a:pt x="56" y="129"/>
                  <a:pt x="56" y="129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65" y="122"/>
                  <a:pt x="66" y="123"/>
                  <a:pt x="67" y="123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2" y="124"/>
                  <a:pt x="72" y="124"/>
                  <a:pt x="72" y="124"/>
                </a:cubicBezTo>
                <a:cubicBezTo>
                  <a:pt x="81" y="126"/>
                  <a:pt x="87" y="125"/>
                  <a:pt x="90" y="117"/>
                </a:cubicBezTo>
                <a:cubicBezTo>
                  <a:pt x="92" y="111"/>
                  <a:pt x="90" y="108"/>
                  <a:pt x="85" y="106"/>
                </a:cubicBezTo>
                <a:cubicBezTo>
                  <a:pt x="89" y="105"/>
                  <a:pt x="91" y="103"/>
                  <a:pt x="92" y="99"/>
                </a:cubicBezTo>
                <a:cubicBezTo>
                  <a:pt x="93" y="93"/>
                  <a:pt x="88" y="89"/>
                  <a:pt x="82" y="87"/>
                </a:cubicBezTo>
                <a:moveTo>
                  <a:pt x="80" y="114"/>
                </a:moveTo>
                <a:cubicBezTo>
                  <a:pt x="79" y="120"/>
                  <a:pt x="68" y="117"/>
                  <a:pt x="65" y="116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71" y="106"/>
                  <a:pt x="82" y="108"/>
                  <a:pt x="80" y="114"/>
                </a:cubicBezTo>
                <a:moveTo>
                  <a:pt x="82" y="98"/>
                </a:moveTo>
                <a:cubicBezTo>
                  <a:pt x="80" y="104"/>
                  <a:pt x="72" y="101"/>
                  <a:pt x="69" y="100"/>
                </a:cubicBezTo>
                <a:cubicBezTo>
                  <a:pt x="71" y="91"/>
                  <a:pt x="71" y="91"/>
                  <a:pt x="71" y="91"/>
                </a:cubicBezTo>
                <a:cubicBezTo>
                  <a:pt x="74" y="91"/>
                  <a:pt x="83" y="93"/>
                  <a:pt x="82" y="9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251"/>
          <p:cNvSpPr>
            <a:spLocks noEditPoints="1"/>
          </p:cNvSpPr>
          <p:nvPr/>
        </p:nvSpPr>
        <p:spPr bwMode="auto">
          <a:xfrm>
            <a:off x="6661420" y="1182792"/>
            <a:ext cx="334275" cy="181742"/>
          </a:xfrm>
          <a:custGeom>
            <a:avLst/>
            <a:gdLst>
              <a:gd name="T0" fmla="*/ 36 w 176"/>
              <a:gd name="T1" fmla="*/ 16 h 96"/>
              <a:gd name="T2" fmla="*/ 36 w 176"/>
              <a:gd name="T3" fmla="*/ 24 h 96"/>
              <a:gd name="T4" fmla="*/ 48 w 176"/>
              <a:gd name="T5" fmla="*/ 20 h 96"/>
              <a:gd name="T6" fmla="*/ 88 w 176"/>
              <a:gd name="T7" fmla="*/ 16 h 96"/>
              <a:gd name="T8" fmla="*/ 88 w 176"/>
              <a:gd name="T9" fmla="*/ 80 h 96"/>
              <a:gd name="T10" fmla="*/ 88 w 176"/>
              <a:gd name="T11" fmla="*/ 16 h 96"/>
              <a:gd name="T12" fmla="*/ 98 w 176"/>
              <a:gd name="T13" fmla="*/ 65 h 96"/>
              <a:gd name="T14" fmla="*/ 90 w 176"/>
              <a:gd name="T15" fmla="*/ 68 h 96"/>
              <a:gd name="T16" fmla="*/ 86 w 176"/>
              <a:gd name="T17" fmla="*/ 72 h 96"/>
              <a:gd name="T18" fmla="*/ 82 w 176"/>
              <a:gd name="T19" fmla="*/ 67 h 96"/>
              <a:gd name="T20" fmla="*/ 75 w 176"/>
              <a:gd name="T21" fmla="*/ 61 h 96"/>
              <a:gd name="T22" fmla="*/ 80 w 176"/>
              <a:gd name="T23" fmla="*/ 56 h 96"/>
              <a:gd name="T24" fmla="*/ 86 w 176"/>
              <a:gd name="T25" fmla="*/ 63 h 96"/>
              <a:gd name="T26" fmla="*/ 82 w 176"/>
              <a:gd name="T27" fmla="*/ 49 h 96"/>
              <a:gd name="T28" fmla="*/ 76 w 176"/>
              <a:gd name="T29" fmla="*/ 43 h 96"/>
              <a:gd name="T30" fmla="*/ 76 w 176"/>
              <a:gd name="T31" fmla="*/ 34 h 96"/>
              <a:gd name="T32" fmla="*/ 82 w 176"/>
              <a:gd name="T33" fmla="*/ 28 h 96"/>
              <a:gd name="T34" fmla="*/ 86 w 176"/>
              <a:gd name="T35" fmla="*/ 24 h 96"/>
              <a:gd name="T36" fmla="*/ 90 w 176"/>
              <a:gd name="T37" fmla="*/ 28 h 96"/>
              <a:gd name="T38" fmla="*/ 97 w 176"/>
              <a:gd name="T39" fmla="*/ 30 h 96"/>
              <a:gd name="T40" fmla="*/ 101 w 176"/>
              <a:gd name="T41" fmla="*/ 38 h 96"/>
              <a:gd name="T42" fmla="*/ 93 w 176"/>
              <a:gd name="T43" fmla="*/ 34 h 96"/>
              <a:gd name="T44" fmla="*/ 90 w 176"/>
              <a:gd name="T45" fmla="*/ 44 h 96"/>
              <a:gd name="T46" fmla="*/ 98 w 176"/>
              <a:gd name="T47" fmla="*/ 48 h 96"/>
              <a:gd name="T48" fmla="*/ 102 w 176"/>
              <a:gd name="T49" fmla="*/ 56 h 96"/>
              <a:gd name="T50" fmla="*/ 168 w 176"/>
              <a:gd name="T51" fmla="*/ 0 h 96"/>
              <a:gd name="T52" fmla="*/ 0 w 176"/>
              <a:gd name="T53" fmla="*/ 8 h 96"/>
              <a:gd name="T54" fmla="*/ 8 w 176"/>
              <a:gd name="T55" fmla="*/ 96 h 96"/>
              <a:gd name="T56" fmla="*/ 176 w 176"/>
              <a:gd name="T57" fmla="*/ 88 h 96"/>
              <a:gd name="T58" fmla="*/ 168 w 176"/>
              <a:gd name="T59" fmla="*/ 0 h 96"/>
              <a:gd name="T60" fmla="*/ 16 w 176"/>
              <a:gd name="T61" fmla="*/ 12 h 96"/>
              <a:gd name="T62" fmla="*/ 8 w 176"/>
              <a:gd name="T63" fmla="*/ 12 h 96"/>
              <a:gd name="T64" fmla="*/ 12 w 176"/>
              <a:gd name="T65" fmla="*/ 88 h 96"/>
              <a:gd name="T66" fmla="*/ 12 w 176"/>
              <a:gd name="T67" fmla="*/ 80 h 96"/>
              <a:gd name="T68" fmla="*/ 12 w 176"/>
              <a:gd name="T69" fmla="*/ 88 h 96"/>
              <a:gd name="T70" fmla="*/ 160 w 176"/>
              <a:gd name="T71" fmla="*/ 84 h 96"/>
              <a:gd name="T72" fmla="*/ 168 w 176"/>
              <a:gd name="T73" fmla="*/ 84 h 96"/>
              <a:gd name="T74" fmla="*/ 168 w 176"/>
              <a:gd name="T75" fmla="*/ 73 h 96"/>
              <a:gd name="T76" fmla="*/ 152 w 176"/>
              <a:gd name="T77" fmla="*/ 84 h 96"/>
              <a:gd name="T78" fmla="*/ 23 w 176"/>
              <a:gd name="T79" fmla="*/ 88 h 96"/>
              <a:gd name="T80" fmla="*/ 12 w 176"/>
              <a:gd name="T81" fmla="*/ 72 h 96"/>
              <a:gd name="T82" fmla="*/ 8 w 176"/>
              <a:gd name="T83" fmla="*/ 23 h 96"/>
              <a:gd name="T84" fmla="*/ 24 w 176"/>
              <a:gd name="T85" fmla="*/ 12 h 96"/>
              <a:gd name="T86" fmla="*/ 153 w 176"/>
              <a:gd name="T87" fmla="*/ 8 h 96"/>
              <a:gd name="T88" fmla="*/ 164 w 176"/>
              <a:gd name="T89" fmla="*/ 24 h 96"/>
              <a:gd name="T90" fmla="*/ 168 w 176"/>
              <a:gd name="T91" fmla="*/ 73 h 96"/>
              <a:gd name="T92" fmla="*/ 160 w 176"/>
              <a:gd name="T93" fmla="*/ 12 h 96"/>
              <a:gd name="T94" fmla="*/ 168 w 176"/>
              <a:gd name="T95" fmla="*/ 12 h 96"/>
              <a:gd name="T96" fmla="*/ 81 w 176"/>
              <a:gd name="T97" fmla="*/ 38 h 96"/>
              <a:gd name="T98" fmla="*/ 83 w 176"/>
              <a:gd name="T99" fmla="*/ 42 h 96"/>
              <a:gd name="T100" fmla="*/ 86 w 176"/>
              <a:gd name="T101" fmla="*/ 43 h 96"/>
              <a:gd name="T102" fmla="*/ 82 w 176"/>
              <a:gd name="T103" fmla="*/ 34 h 96"/>
              <a:gd name="T104" fmla="*/ 140 w 176"/>
              <a:gd name="T105" fmla="*/ 72 h 96"/>
              <a:gd name="T106" fmla="*/ 128 w 176"/>
              <a:gd name="T107" fmla="*/ 76 h 96"/>
              <a:gd name="T108" fmla="*/ 140 w 176"/>
              <a:gd name="T109" fmla="*/ 80 h 96"/>
              <a:gd name="T110" fmla="*/ 140 w 176"/>
              <a:gd name="T111" fmla="*/ 72 h 96"/>
              <a:gd name="T112" fmla="*/ 92 w 176"/>
              <a:gd name="T113" fmla="*/ 51 h 96"/>
              <a:gd name="T114" fmla="*/ 90 w 176"/>
              <a:gd name="T115" fmla="*/ 63 h 96"/>
              <a:gd name="T116" fmla="*/ 96 w 176"/>
              <a:gd name="T117" fmla="*/ 57 h 96"/>
              <a:gd name="T118" fmla="*/ 94 w 176"/>
              <a:gd name="T119" fmla="*/ 5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96">
                <a:moveTo>
                  <a:pt x="44" y="16"/>
                </a:moveTo>
                <a:cubicBezTo>
                  <a:pt x="36" y="16"/>
                  <a:pt x="36" y="16"/>
                  <a:pt x="36" y="16"/>
                </a:cubicBez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6" y="24"/>
                  <a:pt x="48" y="22"/>
                  <a:pt x="48" y="20"/>
                </a:cubicBezTo>
                <a:cubicBezTo>
                  <a:pt x="48" y="18"/>
                  <a:pt x="46" y="16"/>
                  <a:pt x="44" y="16"/>
                </a:cubicBezTo>
                <a:moveTo>
                  <a:pt x="88" y="16"/>
                </a:moveTo>
                <a:cubicBezTo>
                  <a:pt x="70" y="16"/>
                  <a:pt x="56" y="30"/>
                  <a:pt x="56" y="48"/>
                </a:cubicBezTo>
                <a:cubicBezTo>
                  <a:pt x="56" y="66"/>
                  <a:pt x="70" y="80"/>
                  <a:pt x="88" y="80"/>
                </a:cubicBezTo>
                <a:cubicBezTo>
                  <a:pt x="106" y="80"/>
                  <a:pt x="120" y="66"/>
                  <a:pt x="120" y="48"/>
                </a:cubicBezTo>
                <a:cubicBezTo>
                  <a:pt x="120" y="30"/>
                  <a:pt x="106" y="16"/>
                  <a:pt x="88" y="16"/>
                </a:cubicBezTo>
                <a:moveTo>
                  <a:pt x="101" y="61"/>
                </a:moveTo>
                <a:cubicBezTo>
                  <a:pt x="100" y="63"/>
                  <a:pt x="99" y="64"/>
                  <a:pt x="98" y="65"/>
                </a:cubicBezTo>
                <a:cubicBezTo>
                  <a:pt x="97" y="66"/>
                  <a:pt x="96" y="67"/>
                  <a:pt x="94" y="67"/>
                </a:cubicBezTo>
                <a:cubicBezTo>
                  <a:pt x="93" y="68"/>
                  <a:pt x="91" y="68"/>
                  <a:pt x="90" y="68"/>
                </a:cubicBezTo>
                <a:cubicBezTo>
                  <a:pt x="90" y="72"/>
                  <a:pt x="90" y="72"/>
                  <a:pt x="90" y="72"/>
                </a:cubicBezTo>
                <a:cubicBezTo>
                  <a:pt x="86" y="72"/>
                  <a:pt x="86" y="72"/>
                  <a:pt x="86" y="72"/>
                </a:cubicBezTo>
                <a:cubicBezTo>
                  <a:pt x="86" y="68"/>
                  <a:pt x="86" y="68"/>
                  <a:pt x="86" y="68"/>
                </a:cubicBezTo>
                <a:cubicBezTo>
                  <a:pt x="84" y="68"/>
                  <a:pt x="83" y="68"/>
                  <a:pt x="82" y="67"/>
                </a:cubicBezTo>
                <a:cubicBezTo>
                  <a:pt x="80" y="67"/>
                  <a:pt x="79" y="66"/>
                  <a:pt x="77" y="65"/>
                </a:cubicBezTo>
                <a:cubicBezTo>
                  <a:pt x="76" y="64"/>
                  <a:pt x="75" y="62"/>
                  <a:pt x="75" y="61"/>
                </a:cubicBezTo>
                <a:cubicBezTo>
                  <a:pt x="74" y="59"/>
                  <a:pt x="74" y="58"/>
                  <a:pt x="74" y="56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58"/>
                  <a:pt x="80" y="60"/>
                  <a:pt x="82" y="61"/>
                </a:cubicBezTo>
                <a:cubicBezTo>
                  <a:pt x="83" y="63"/>
                  <a:pt x="84" y="63"/>
                  <a:pt x="86" y="63"/>
                </a:cubicBezTo>
                <a:cubicBezTo>
                  <a:pt x="86" y="50"/>
                  <a:pt x="86" y="50"/>
                  <a:pt x="86" y="50"/>
                </a:cubicBezTo>
                <a:cubicBezTo>
                  <a:pt x="85" y="50"/>
                  <a:pt x="84" y="49"/>
                  <a:pt x="82" y="49"/>
                </a:cubicBezTo>
                <a:cubicBezTo>
                  <a:pt x="81" y="48"/>
                  <a:pt x="80" y="47"/>
                  <a:pt x="79" y="47"/>
                </a:cubicBezTo>
                <a:cubicBezTo>
                  <a:pt x="77" y="46"/>
                  <a:pt x="76" y="45"/>
                  <a:pt x="76" y="43"/>
                </a:cubicBezTo>
                <a:cubicBezTo>
                  <a:pt x="75" y="42"/>
                  <a:pt x="75" y="40"/>
                  <a:pt x="75" y="38"/>
                </a:cubicBezTo>
                <a:cubicBezTo>
                  <a:pt x="75" y="37"/>
                  <a:pt x="75" y="35"/>
                  <a:pt x="76" y="34"/>
                </a:cubicBezTo>
                <a:cubicBezTo>
                  <a:pt x="76" y="32"/>
                  <a:pt x="77" y="31"/>
                  <a:pt x="78" y="30"/>
                </a:cubicBezTo>
                <a:cubicBezTo>
                  <a:pt x="79" y="29"/>
                  <a:pt x="81" y="29"/>
                  <a:pt x="82" y="28"/>
                </a:cubicBezTo>
                <a:cubicBezTo>
                  <a:pt x="84" y="28"/>
                  <a:pt x="85" y="28"/>
                  <a:pt x="86" y="28"/>
                </a:cubicBezTo>
                <a:cubicBezTo>
                  <a:pt x="86" y="24"/>
                  <a:pt x="86" y="24"/>
                  <a:pt x="86" y="24"/>
                </a:cubicBezTo>
                <a:cubicBezTo>
                  <a:pt x="90" y="24"/>
                  <a:pt x="90" y="24"/>
                  <a:pt x="90" y="24"/>
                </a:cubicBezTo>
                <a:cubicBezTo>
                  <a:pt x="90" y="28"/>
                  <a:pt x="90" y="28"/>
                  <a:pt x="90" y="28"/>
                </a:cubicBezTo>
                <a:cubicBezTo>
                  <a:pt x="91" y="28"/>
                  <a:pt x="92" y="28"/>
                  <a:pt x="94" y="28"/>
                </a:cubicBezTo>
                <a:cubicBezTo>
                  <a:pt x="95" y="29"/>
                  <a:pt x="96" y="29"/>
                  <a:pt x="97" y="30"/>
                </a:cubicBezTo>
                <a:cubicBezTo>
                  <a:pt x="99" y="31"/>
                  <a:pt x="99" y="32"/>
                  <a:pt x="100" y="34"/>
                </a:cubicBezTo>
                <a:cubicBezTo>
                  <a:pt x="101" y="35"/>
                  <a:pt x="101" y="36"/>
                  <a:pt x="101" y="38"/>
                </a:cubicBezTo>
                <a:cubicBezTo>
                  <a:pt x="95" y="38"/>
                  <a:pt x="95" y="38"/>
                  <a:pt x="95" y="38"/>
                </a:cubicBezTo>
                <a:cubicBezTo>
                  <a:pt x="95" y="36"/>
                  <a:pt x="94" y="35"/>
                  <a:pt x="93" y="34"/>
                </a:cubicBezTo>
                <a:cubicBezTo>
                  <a:pt x="93" y="33"/>
                  <a:pt x="92" y="32"/>
                  <a:pt x="90" y="32"/>
                </a:cubicBezTo>
                <a:cubicBezTo>
                  <a:pt x="90" y="44"/>
                  <a:pt x="90" y="44"/>
                  <a:pt x="90" y="44"/>
                </a:cubicBezTo>
                <a:cubicBezTo>
                  <a:pt x="91" y="44"/>
                  <a:pt x="92" y="45"/>
                  <a:pt x="94" y="45"/>
                </a:cubicBezTo>
                <a:cubicBezTo>
                  <a:pt x="95" y="46"/>
                  <a:pt x="97" y="47"/>
                  <a:pt x="98" y="48"/>
                </a:cubicBezTo>
                <a:cubicBezTo>
                  <a:pt x="99" y="49"/>
                  <a:pt x="100" y="50"/>
                  <a:pt x="101" y="51"/>
                </a:cubicBezTo>
                <a:cubicBezTo>
                  <a:pt x="102" y="52"/>
                  <a:pt x="102" y="54"/>
                  <a:pt x="102" y="56"/>
                </a:cubicBezTo>
                <a:cubicBezTo>
                  <a:pt x="102" y="58"/>
                  <a:pt x="102" y="60"/>
                  <a:pt x="101" y="61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2" y="96"/>
                  <a:pt x="176" y="92"/>
                  <a:pt x="176" y="8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2" y="8"/>
                </a:moveTo>
                <a:cubicBezTo>
                  <a:pt x="14" y="8"/>
                  <a:pt x="16" y="10"/>
                  <a:pt x="16" y="12"/>
                </a:cubicBezTo>
                <a:cubicBezTo>
                  <a:pt x="16" y="14"/>
                  <a:pt x="14" y="16"/>
                  <a:pt x="12" y="16"/>
                </a:cubicBezTo>
                <a:cubicBezTo>
                  <a:pt x="10" y="16"/>
                  <a:pt x="8" y="14"/>
                  <a:pt x="8" y="12"/>
                </a:cubicBezTo>
                <a:cubicBezTo>
                  <a:pt x="8" y="10"/>
                  <a:pt x="10" y="8"/>
                  <a:pt x="12" y="8"/>
                </a:cubicBezTo>
                <a:moveTo>
                  <a:pt x="12" y="88"/>
                </a:moveTo>
                <a:cubicBezTo>
                  <a:pt x="10" y="88"/>
                  <a:pt x="8" y="86"/>
                  <a:pt x="8" y="84"/>
                </a:cubicBezTo>
                <a:cubicBezTo>
                  <a:pt x="8" y="82"/>
                  <a:pt x="10" y="80"/>
                  <a:pt x="12" y="80"/>
                </a:cubicBezTo>
                <a:cubicBezTo>
                  <a:pt x="14" y="80"/>
                  <a:pt x="16" y="82"/>
                  <a:pt x="16" y="84"/>
                </a:cubicBezTo>
                <a:cubicBezTo>
                  <a:pt x="16" y="86"/>
                  <a:pt x="14" y="88"/>
                  <a:pt x="12" y="88"/>
                </a:cubicBezTo>
                <a:moveTo>
                  <a:pt x="164" y="88"/>
                </a:moveTo>
                <a:cubicBezTo>
                  <a:pt x="162" y="88"/>
                  <a:pt x="160" y="86"/>
                  <a:pt x="160" y="84"/>
                </a:cubicBezTo>
                <a:cubicBezTo>
                  <a:pt x="160" y="82"/>
                  <a:pt x="162" y="80"/>
                  <a:pt x="164" y="80"/>
                </a:cubicBezTo>
                <a:cubicBezTo>
                  <a:pt x="166" y="80"/>
                  <a:pt x="168" y="82"/>
                  <a:pt x="168" y="84"/>
                </a:cubicBezTo>
                <a:cubicBezTo>
                  <a:pt x="168" y="86"/>
                  <a:pt x="166" y="88"/>
                  <a:pt x="164" y="88"/>
                </a:cubicBezTo>
                <a:moveTo>
                  <a:pt x="168" y="73"/>
                </a:moveTo>
                <a:cubicBezTo>
                  <a:pt x="167" y="72"/>
                  <a:pt x="165" y="72"/>
                  <a:pt x="164" y="72"/>
                </a:cubicBezTo>
                <a:cubicBezTo>
                  <a:pt x="157" y="72"/>
                  <a:pt x="152" y="77"/>
                  <a:pt x="152" y="84"/>
                </a:cubicBezTo>
                <a:cubicBezTo>
                  <a:pt x="152" y="85"/>
                  <a:pt x="152" y="87"/>
                  <a:pt x="153" y="88"/>
                </a:cubicBezTo>
                <a:cubicBezTo>
                  <a:pt x="23" y="88"/>
                  <a:pt x="23" y="88"/>
                  <a:pt x="23" y="88"/>
                </a:cubicBezTo>
                <a:cubicBezTo>
                  <a:pt x="24" y="87"/>
                  <a:pt x="24" y="85"/>
                  <a:pt x="24" y="84"/>
                </a:cubicBezTo>
                <a:cubicBezTo>
                  <a:pt x="24" y="77"/>
                  <a:pt x="19" y="72"/>
                  <a:pt x="12" y="72"/>
                </a:cubicBezTo>
                <a:cubicBezTo>
                  <a:pt x="11" y="72"/>
                  <a:pt x="9" y="72"/>
                  <a:pt x="8" y="73"/>
                </a:cubicBezTo>
                <a:cubicBezTo>
                  <a:pt x="8" y="23"/>
                  <a:pt x="8" y="23"/>
                  <a:pt x="8" y="23"/>
                </a:cubicBezTo>
                <a:cubicBezTo>
                  <a:pt x="9" y="24"/>
                  <a:pt x="11" y="24"/>
                  <a:pt x="12" y="24"/>
                </a:cubicBezTo>
                <a:cubicBezTo>
                  <a:pt x="19" y="24"/>
                  <a:pt x="24" y="19"/>
                  <a:pt x="24" y="12"/>
                </a:cubicBezTo>
                <a:cubicBezTo>
                  <a:pt x="24" y="11"/>
                  <a:pt x="24" y="9"/>
                  <a:pt x="23" y="8"/>
                </a:cubicBezTo>
                <a:cubicBezTo>
                  <a:pt x="153" y="8"/>
                  <a:pt x="153" y="8"/>
                  <a:pt x="153" y="8"/>
                </a:cubicBezTo>
                <a:cubicBezTo>
                  <a:pt x="152" y="9"/>
                  <a:pt x="152" y="11"/>
                  <a:pt x="152" y="12"/>
                </a:cubicBezTo>
                <a:cubicBezTo>
                  <a:pt x="152" y="19"/>
                  <a:pt x="157" y="24"/>
                  <a:pt x="164" y="24"/>
                </a:cubicBezTo>
                <a:cubicBezTo>
                  <a:pt x="165" y="24"/>
                  <a:pt x="167" y="24"/>
                  <a:pt x="168" y="23"/>
                </a:cubicBezTo>
                <a:lnTo>
                  <a:pt x="168" y="73"/>
                </a:lnTo>
                <a:close/>
                <a:moveTo>
                  <a:pt x="164" y="16"/>
                </a:moveTo>
                <a:cubicBezTo>
                  <a:pt x="162" y="16"/>
                  <a:pt x="160" y="14"/>
                  <a:pt x="160" y="12"/>
                </a:cubicBezTo>
                <a:cubicBezTo>
                  <a:pt x="160" y="10"/>
                  <a:pt x="162" y="8"/>
                  <a:pt x="164" y="8"/>
                </a:cubicBezTo>
                <a:cubicBezTo>
                  <a:pt x="166" y="8"/>
                  <a:pt x="168" y="10"/>
                  <a:pt x="168" y="12"/>
                </a:cubicBezTo>
                <a:cubicBezTo>
                  <a:pt x="168" y="14"/>
                  <a:pt x="166" y="16"/>
                  <a:pt x="164" y="16"/>
                </a:cubicBezTo>
                <a:moveTo>
                  <a:pt x="81" y="38"/>
                </a:moveTo>
                <a:cubicBezTo>
                  <a:pt x="81" y="39"/>
                  <a:pt x="81" y="39"/>
                  <a:pt x="81" y="40"/>
                </a:cubicBezTo>
                <a:cubicBezTo>
                  <a:pt x="82" y="41"/>
                  <a:pt x="82" y="41"/>
                  <a:pt x="83" y="42"/>
                </a:cubicBezTo>
                <a:cubicBezTo>
                  <a:pt x="83" y="42"/>
                  <a:pt x="84" y="42"/>
                  <a:pt x="85" y="43"/>
                </a:cubicBezTo>
                <a:cubicBezTo>
                  <a:pt x="85" y="43"/>
                  <a:pt x="86" y="43"/>
                  <a:pt x="86" y="43"/>
                </a:cubicBezTo>
                <a:cubicBezTo>
                  <a:pt x="86" y="32"/>
                  <a:pt x="86" y="32"/>
                  <a:pt x="86" y="32"/>
                </a:cubicBezTo>
                <a:cubicBezTo>
                  <a:pt x="84" y="32"/>
                  <a:pt x="83" y="33"/>
                  <a:pt x="82" y="34"/>
                </a:cubicBezTo>
                <a:cubicBezTo>
                  <a:pt x="81" y="35"/>
                  <a:pt x="81" y="36"/>
                  <a:pt x="81" y="38"/>
                </a:cubicBezTo>
                <a:moveTo>
                  <a:pt x="140" y="72"/>
                </a:moveTo>
                <a:cubicBezTo>
                  <a:pt x="132" y="72"/>
                  <a:pt x="132" y="72"/>
                  <a:pt x="132" y="72"/>
                </a:cubicBezTo>
                <a:cubicBezTo>
                  <a:pt x="130" y="72"/>
                  <a:pt x="128" y="74"/>
                  <a:pt x="128" y="76"/>
                </a:cubicBezTo>
                <a:cubicBezTo>
                  <a:pt x="128" y="78"/>
                  <a:pt x="130" y="80"/>
                  <a:pt x="132" y="80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142" y="80"/>
                  <a:pt x="144" y="78"/>
                  <a:pt x="144" y="76"/>
                </a:cubicBezTo>
                <a:cubicBezTo>
                  <a:pt x="144" y="74"/>
                  <a:pt x="142" y="72"/>
                  <a:pt x="140" y="72"/>
                </a:cubicBezTo>
                <a:moveTo>
                  <a:pt x="94" y="53"/>
                </a:moveTo>
                <a:cubicBezTo>
                  <a:pt x="93" y="52"/>
                  <a:pt x="92" y="52"/>
                  <a:pt x="92" y="51"/>
                </a:cubicBezTo>
                <a:cubicBezTo>
                  <a:pt x="91" y="51"/>
                  <a:pt x="90" y="51"/>
                  <a:pt x="90" y="51"/>
                </a:cubicBezTo>
                <a:cubicBezTo>
                  <a:pt x="90" y="63"/>
                  <a:pt x="90" y="63"/>
                  <a:pt x="90" y="63"/>
                </a:cubicBezTo>
                <a:cubicBezTo>
                  <a:pt x="92" y="63"/>
                  <a:pt x="93" y="63"/>
                  <a:pt x="94" y="62"/>
                </a:cubicBezTo>
                <a:cubicBezTo>
                  <a:pt x="95" y="61"/>
                  <a:pt x="96" y="59"/>
                  <a:pt x="96" y="57"/>
                </a:cubicBezTo>
                <a:cubicBezTo>
                  <a:pt x="96" y="56"/>
                  <a:pt x="96" y="55"/>
                  <a:pt x="95" y="54"/>
                </a:cubicBezTo>
                <a:cubicBezTo>
                  <a:pt x="95" y="54"/>
                  <a:pt x="94" y="53"/>
                  <a:pt x="94" y="53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252"/>
          <p:cNvSpPr>
            <a:spLocks noEditPoints="1"/>
          </p:cNvSpPr>
          <p:nvPr/>
        </p:nvSpPr>
        <p:spPr bwMode="auto">
          <a:xfrm>
            <a:off x="7300761" y="1151961"/>
            <a:ext cx="334275" cy="243404"/>
          </a:xfrm>
          <a:custGeom>
            <a:avLst/>
            <a:gdLst>
              <a:gd name="T0" fmla="*/ 32 w 176"/>
              <a:gd name="T1" fmla="*/ 52 h 128"/>
              <a:gd name="T2" fmla="*/ 48 w 176"/>
              <a:gd name="T3" fmla="*/ 52 h 128"/>
              <a:gd name="T4" fmla="*/ 140 w 176"/>
              <a:gd name="T5" fmla="*/ 8 h 128"/>
              <a:gd name="T6" fmla="*/ 36 w 176"/>
              <a:gd name="T7" fmla="*/ 0 h 128"/>
              <a:gd name="T8" fmla="*/ 20 w 176"/>
              <a:gd name="T9" fmla="*/ 24 h 128"/>
              <a:gd name="T10" fmla="*/ 156 w 176"/>
              <a:gd name="T11" fmla="*/ 16 h 128"/>
              <a:gd name="T12" fmla="*/ 20 w 176"/>
              <a:gd name="T13" fmla="*/ 24 h 128"/>
              <a:gd name="T14" fmla="*/ 0 w 176"/>
              <a:gd name="T15" fmla="*/ 40 h 128"/>
              <a:gd name="T16" fmla="*/ 168 w 176"/>
              <a:gd name="T17" fmla="*/ 128 h 128"/>
              <a:gd name="T18" fmla="*/ 168 w 176"/>
              <a:gd name="T19" fmla="*/ 32 h 128"/>
              <a:gd name="T20" fmla="*/ 12 w 176"/>
              <a:gd name="T21" fmla="*/ 48 h 128"/>
              <a:gd name="T22" fmla="*/ 12 w 176"/>
              <a:gd name="T23" fmla="*/ 120 h 128"/>
              <a:gd name="T24" fmla="*/ 16 w 176"/>
              <a:gd name="T25" fmla="*/ 116 h 128"/>
              <a:gd name="T26" fmla="*/ 160 w 176"/>
              <a:gd name="T27" fmla="*/ 116 h 128"/>
              <a:gd name="T28" fmla="*/ 164 w 176"/>
              <a:gd name="T29" fmla="*/ 120 h 128"/>
              <a:gd name="T30" fmla="*/ 152 w 176"/>
              <a:gd name="T31" fmla="*/ 116 h 128"/>
              <a:gd name="T32" fmla="*/ 24 w 176"/>
              <a:gd name="T33" fmla="*/ 116 h 128"/>
              <a:gd name="T34" fmla="*/ 8 w 176"/>
              <a:gd name="T35" fmla="*/ 55 h 128"/>
              <a:gd name="T36" fmla="*/ 23 w 176"/>
              <a:gd name="T37" fmla="*/ 40 h 128"/>
              <a:gd name="T38" fmla="*/ 164 w 176"/>
              <a:gd name="T39" fmla="*/ 56 h 128"/>
              <a:gd name="T40" fmla="*/ 164 w 176"/>
              <a:gd name="T41" fmla="*/ 48 h 128"/>
              <a:gd name="T42" fmla="*/ 168 w 176"/>
              <a:gd name="T43" fmla="*/ 44 h 128"/>
              <a:gd name="T44" fmla="*/ 132 w 176"/>
              <a:gd name="T45" fmla="*/ 104 h 128"/>
              <a:gd name="T46" fmla="*/ 140 w 176"/>
              <a:gd name="T47" fmla="*/ 112 h 128"/>
              <a:gd name="T48" fmla="*/ 88 w 176"/>
              <a:gd name="T49" fmla="*/ 48 h 128"/>
              <a:gd name="T50" fmla="*/ 120 w 176"/>
              <a:gd name="T51" fmla="*/ 80 h 128"/>
              <a:gd name="T52" fmla="*/ 98 w 176"/>
              <a:gd name="T53" fmla="*/ 97 h 128"/>
              <a:gd name="T54" fmla="*/ 90 w 176"/>
              <a:gd name="T55" fmla="*/ 104 h 128"/>
              <a:gd name="T56" fmla="*/ 82 w 176"/>
              <a:gd name="T57" fmla="*/ 99 h 128"/>
              <a:gd name="T58" fmla="*/ 74 w 176"/>
              <a:gd name="T59" fmla="*/ 88 h 128"/>
              <a:gd name="T60" fmla="*/ 86 w 176"/>
              <a:gd name="T61" fmla="*/ 95 h 128"/>
              <a:gd name="T62" fmla="*/ 79 w 176"/>
              <a:gd name="T63" fmla="*/ 79 h 128"/>
              <a:gd name="T64" fmla="*/ 76 w 176"/>
              <a:gd name="T65" fmla="*/ 66 h 128"/>
              <a:gd name="T66" fmla="*/ 86 w 176"/>
              <a:gd name="T67" fmla="*/ 60 h 128"/>
              <a:gd name="T68" fmla="*/ 90 w 176"/>
              <a:gd name="T69" fmla="*/ 60 h 128"/>
              <a:gd name="T70" fmla="*/ 100 w 176"/>
              <a:gd name="T71" fmla="*/ 66 h 128"/>
              <a:gd name="T72" fmla="*/ 93 w 176"/>
              <a:gd name="T73" fmla="*/ 66 h 128"/>
              <a:gd name="T74" fmla="*/ 94 w 176"/>
              <a:gd name="T75" fmla="*/ 77 h 128"/>
              <a:gd name="T76" fmla="*/ 102 w 176"/>
              <a:gd name="T77" fmla="*/ 88 h 128"/>
              <a:gd name="T78" fmla="*/ 92 w 176"/>
              <a:gd name="T79" fmla="*/ 83 h 128"/>
              <a:gd name="T80" fmla="*/ 94 w 176"/>
              <a:gd name="T81" fmla="*/ 94 h 128"/>
              <a:gd name="T82" fmla="*/ 94 w 176"/>
              <a:gd name="T83" fmla="*/ 85 h 128"/>
              <a:gd name="T84" fmla="*/ 83 w 176"/>
              <a:gd name="T85" fmla="*/ 74 h 128"/>
              <a:gd name="T86" fmla="*/ 86 w 176"/>
              <a:gd name="T87" fmla="*/ 6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28">
                <a:moveTo>
                  <a:pt x="44" y="48"/>
                </a:moveTo>
                <a:cubicBezTo>
                  <a:pt x="36" y="48"/>
                  <a:pt x="36" y="48"/>
                  <a:pt x="36" y="48"/>
                </a:cubicBez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6" y="56"/>
                  <a:pt x="48" y="54"/>
                  <a:pt x="48" y="52"/>
                </a:cubicBezTo>
                <a:cubicBezTo>
                  <a:pt x="48" y="50"/>
                  <a:pt x="46" y="48"/>
                  <a:pt x="44" y="48"/>
                </a:cubicBezTo>
                <a:moveTo>
                  <a:pt x="36" y="8"/>
                </a:moveTo>
                <a:cubicBezTo>
                  <a:pt x="140" y="8"/>
                  <a:pt x="140" y="8"/>
                  <a:pt x="140" y="8"/>
                </a:cubicBezTo>
                <a:cubicBezTo>
                  <a:pt x="142" y="8"/>
                  <a:pt x="144" y="6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6"/>
                  <a:pt x="34" y="8"/>
                  <a:pt x="36" y="8"/>
                </a:cubicBezTo>
                <a:moveTo>
                  <a:pt x="20" y="24"/>
                </a:move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2" y="40"/>
                </a:moveTo>
                <a:cubicBezTo>
                  <a:pt x="14" y="40"/>
                  <a:pt x="16" y="42"/>
                  <a:pt x="16" y="44"/>
                </a:cubicBezTo>
                <a:cubicBezTo>
                  <a:pt x="16" y="46"/>
                  <a:pt x="14" y="48"/>
                  <a:pt x="12" y="48"/>
                </a:cubicBezTo>
                <a:cubicBezTo>
                  <a:pt x="10" y="48"/>
                  <a:pt x="8" y="46"/>
                  <a:pt x="8" y="44"/>
                </a:cubicBezTo>
                <a:cubicBezTo>
                  <a:pt x="8" y="42"/>
                  <a:pt x="10" y="40"/>
                  <a:pt x="12" y="40"/>
                </a:cubicBezTo>
                <a:moveTo>
                  <a:pt x="12" y="120"/>
                </a:moveTo>
                <a:cubicBezTo>
                  <a:pt x="10" y="120"/>
                  <a:pt x="8" y="118"/>
                  <a:pt x="8" y="116"/>
                </a:cubicBezTo>
                <a:cubicBezTo>
                  <a:pt x="8" y="114"/>
                  <a:pt x="10" y="112"/>
                  <a:pt x="12" y="112"/>
                </a:cubicBezTo>
                <a:cubicBezTo>
                  <a:pt x="14" y="112"/>
                  <a:pt x="16" y="114"/>
                  <a:pt x="16" y="116"/>
                </a:cubicBezTo>
                <a:cubicBezTo>
                  <a:pt x="16" y="118"/>
                  <a:pt x="14" y="120"/>
                  <a:pt x="12" y="120"/>
                </a:cubicBezTo>
                <a:moveTo>
                  <a:pt x="164" y="120"/>
                </a:moveTo>
                <a:cubicBezTo>
                  <a:pt x="162" y="120"/>
                  <a:pt x="160" y="118"/>
                  <a:pt x="160" y="116"/>
                </a:cubicBezTo>
                <a:cubicBezTo>
                  <a:pt x="160" y="114"/>
                  <a:pt x="162" y="112"/>
                  <a:pt x="164" y="112"/>
                </a:cubicBezTo>
                <a:cubicBezTo>
                  <a:pt x="166" y="112"/>
                  <a:pt x="168" y="114"/>
                  <a:pt x="168" y="116"/>
                </a:cubicBezTo>
                <a:cubicBezTo>
                  <a:pt x="168" y="118"/>
                  <a:pt x="166" y="120"/>
                  <a:pt x="164" y="120"/>
                </a:cubicBezTo>
                <a:moveTo>
                  <a:pt x="168" y="105"/>
                </a:moveTo>
                <a:cubicBezTo>
                  <a:pt x="167" y="104"/>
                  <a:pt x="165" y="104"/>
                  <a:pt x="164" y="104"/>
                </a:cubicBezTo>
                <a:cubicBezTo>
                  <a:pt x="157" y="104"/>
                  <a:pt x="152" y="109"/>
                  <a:pt x="152" y="116"/>
                </a:cubicBezTo>
                <a:cubicBezTo>
                  <a:pt x="152" y="117"/>
                  <a:pt x="152" y="119"/>
                  <a:pt x="153" y="120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24" y="119"/>
                  <a:pt x="24" y="117"/>
                  <a:pt x="24" y="116"/>
                </a:cubicBezTo>
                <a:cubicBezTo>
                  <a:pt x="24" y="109"/>
                  <a:pt x="19" y="104"/>
                  <a:pt x="12" y="104"/>
                </a:cubicBezTo>
                <a:cubicBezTo>
                  <a:pt x="11" y="104"/>
                  <a:pt x="9" y="104"/>
                  <a:pt x="8" y="105"/>
                </a:cubicBezTo>
                <a:cubicBezTo>
                  <a:pt x="8" y="55"/>
                  <a:pt x="8" y="55"/>
                  <a:pt x="8" y="55"/>
                </a:cubicBezTo>
                <a:cubicBezTo>
                  <a:pt x="9" y="56"/>
                  <a:pt x="11" y="56"/>
                  <a:pt x="12" y="56"/>
                </a:cubicBezTo>
                <a:cubicBezTo>
                  <a:pt x="19" y="56"/>
                  <a:pt x="24" y="51"/>
                  <a:pt x="24" y="44"/>
                </a:cubicBezTo>
                <a:cubicBezTo>
                  <a:pt x="24" y="43"/>
                  <a:pt x="24" y="41"/>
                  <a:pt x="23" y="40"/>
                </a:cubicBezTo>
                <a:cubicBezTo>
                  <a:pt x="153" y="40"/>
                  <a:pt x="153" y="40"/>
                  <a:pt x="153" y="40"/>
                </a:cubicBezTo>
                <a:cubicBezTo>
                  <a:pt x="152" y="41"/>
                  <a:pt x="152" y="43"/>
                  <a:pt x="152" y="44"/>
                </a:cubicBezTo>
                <a:cubicBezTo>
                  <a:pt x="152" y="51"/>
                  <a:pt x="157" y="56"/>
                  <a:pt x="164" y="56"/>
                </a:cubicBezTo>
                <a:cubicBezTo>
                  <a:pt x="165" y="56"/>
                  <a:pt x="167" y="56"/>
                  <a:pt x="168" y="55"/>
                </a:cubicBezTo>
                <a:lnTo>
                  <a:pt x="168" y="105"/>
                </a:lnTo>
                <a:close/>
                <a:moveTo>
                  <a:pt x="164" y="48"/>
                </a:moveTo>
                <a:cubicBezTo>
                  <a:pt x="162" y="48"/>
                  <a:pt x="160" y="46"/>
                  <a:pt x="160" y="44"/>
                </a:cubicBezTo>
                <a:cubicBezTo>
                  <a:pt x="160" y="42"/>
                  <a:pt x="162" y="40"/>
                  <a:pt x="164" y="40"/>
                </a:cubicBezTo>
                <a:cubicBezTo>
                  <a:pt x="166" y="40"/>
                  <a:pt x="168" y="42"/>
                  <a:pt x="168" y="44"/>
                </a:cubicBezTo>
                <a:cubicBezTo>
                  <a:pt x="168" y="46"/>
                  <a:pt x="166" y="48"/>
                  <a:pt x="164" y="48"/>
                </a:cubicBezTo>
                <a:moveTo>
                  <a:pt x="140" y="104"/>
                </a:moveTo>
                <a:cubicBezTo>
                  <a:pt x="132" y="104"/>
                  <a:pt x="132" y="104"/>
                  <a:pt x="132" y="104"/>
                </a:cubicBezTo>
                <a:cubicBezTo>
                  <a:pt x="130" y="104"/>
                  <a:pt x="128" y="106"/>
                  <a:pt x="128" y="108"/>
                </a:cubicBezTo>
                <a:cubicBezTo>
                  <a:pt x="128" y="110"/>
                  <a:pt x="130" y="112"/>
                  <a:pt x="132" y="112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106"/>
                  <a:pt x="142" y="104"/>
                  <a:pt x="140" y="104"/>
                </a:cubicBezTo>
                <a:moveTo>
                  <a:pt x="88" y="48"/>
                </a:moveTo>
                <a:cubicBezTo>
                  <a:pt x="70" y="48"/>
                  <a:pt x="56" y="62"/>
                  <a:pt x="56" y="80"/>
                </a:cubicBezTo>
                <a:cubicBezTo>
                  <a:pt x="56" y="98"/>
                  <a:pt x="70" y="112"/>
                  <a:pt x="88" y="112"/>
                </a:cubicBezTo>
                <a:cubicBezTo>
                  <a:pt x="106" y="112"/>
                  <a:pt x="120" y="98"/>
                  <a:pt x="120" y="80"/>
                </a:cubicBezTo>
                <a:cubicBezTo>
                  <a:pt x="120" y="62"/>
                  <a:pt x="106" y="48"/>
                  <a:pt x="88" y="48"/>
                </a:cubicBezTo>
                <a:moveTo>
                  <a:pt x="101" y="93"/>
                </a:moveTo>
                <a:cubicBezTo>
                  <a:pt x="100" y="95"/>
                  <a:pt x="99" y="96"/>
                  <a:pt x="98" y="97"/>
                </a:cubicBezTo>
                <a:cubicBezTo>
                  <a:pt x="97" y="98"/>
                  <a:pt x="96" y="99"/>
                  <a:pt x="94" y="99"/>
                </a:cubicBezTo>
                <a:cubicBezTo>
                  <a:pt x="93" y="100"/>
                  <a:pt x="91" y="100"/>
                  <a:pt x="90" y="100"/>
                </a:cubicBezTo>
                <a:cubicBezTo>
                  <a:pt x="90" y="104"/>
                  <a:pt x="90" y="104"/>
                  <a:pt x="90" y="104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4" y="100"/>
                  <a:pt x="83" y="100"/>
                  <a:pt x="82" y="99"/>
                </a:cubicBezTo>
                <a:cubicBezTo>
                  <a:pt x="80" y="99"/>
                  <a:pt x="79" y="98"/>
                  <a:pt x="77" y="97"/>
                </a:cubicBezTo>
                <a:cubicBezTo>
                  <a:pt x="76" y="96"/>
                  <a:pt x="75" y="94"/>
                  <a:pt x="75" y="93"/>
                </a:cubicBezTo>
                <a:cubicBezTo>
                  <a:pt x="74" y="91"/>
                  <a:pt x="74" y="90"/>
                  <a:pt x="74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90"/>
                  <a:pt x="80" y="92"/>
                  <a:pt x="82" y="93"/>
                </a:cubicBezTo>
                <a:cubicBezTo>
                  <a:pt x="83" y="95"/>
                  <a:pt x="84" y="95"/>
                  <a:pt x="86" y="95"/>
                </a:cubicBezTo>
                <a:cubicBezTo>
                  <a:pt x="86" y="82"/>
                  <a:pt x="86" y="82"/>
                  <a:pt x="86" y="82"/>
                </a:cubicBezTo>
                <a:cubicBezTo>
                  <a:pt x="85" y="82"/>
                  <a:pt x="84" y="81"/>
                  <a:pt x="82" y="81"/>
                </a:cubicBezTo>
                <a:cubicBezTo>
                  <a:pt x="81" y="80"/>
                  <a:pt x="80" y="79"/>
                  <a:pt x="79" y="79"/>
                </a:cubicBezTo>
                <a:cubicBezTo>
                  <a:pt x="77" y="78"/>
                  <a:pt x="76" y="77"/>
                  <a:pt x="76" y="75"/>
                </a:cubicBezTo>
                <a:cubicBezTo>
                  <a:pt x="75" y="74"/>
                  <a:pt x="75" y="72"/>
                  <a:pt x="75" y="70"/>
                </a:cubicBezTo>
                <a:cubicBezTo>
                  <a:pt x="75" y="69"/>
                  <a:pt x="75" y="67"/>
                  <a:pt x="76" y="66"/>
                </a:cubicBezTo>
                <a:cubicBezTo>
                  <a:pt x="76" y="64"/>
                  <a:pt x="77" y="63"/>
                  <a:pt x="78" y="62"/>
                </a:cubicBezTo>
                <a:cubicBezTo>
                  <a:pt x="79" y="61"/>
                  <a:pt x="81" y="61"/>
                  <a:pt x="82" y="60"/>
                </a:cubicBezTo>
                <a:cubicBezTo>
                  <a:pt x="84" y="60"/>
                  <a:pt x="85" y="60"/>
                  <a:pt x="86" y="60"/>
                </a:cubicBezTo>
                <a:cubicBezTo>
                  <a:pt x="86" y="56"/>
                  <a:pt x="86" y="56"/>
                  <a:pt x="86" y="56"/>
                </a:cubicBezTo>
                <a:cubicBezTo>
                  <a:pt x="90" y="56"/>
                  <a:pt x="90" y="56"/>
                  <a:pt x="90" y="56"/>
                </a:cubicBezTo>
                <a:cubicBezTo>
                  <a:pt x="90" y="60"/>
                  <a:pt x="90" y="60"/>
                  <a:pt x="90" y="60"/>
                </a:cubicBezTo>
                <a:cubicBezTo>
                  <a:pt x="91" y="60"/>
                  <a:pt x="92" y="60"/>
                  <a:pt x="94" y="60"/>
                </a:cubicBezTo>
                <a:cubicBezTo>
                  <a:pt x="95" y="61"/>
                  <a:pt x="96" y="61"/>
                  <a:pt x="97" y="62"/>
                </a:cubicBezTo>
                <a:cubicBezTo>
                  <a:pt x="99" y="63"/>
                  <a:pt x="99" y="64"/>
                  <a:pt x="100" y="66"/>
                </a:cubicBezTo>
                <a:cubicBezTo>
                  <a:pt x="101" y="67"/>
                  <a:pt x="101" y="68"/>
                  <a:pt x="101" y="70"/>
                </a:cubicBezTo>
                <a:cubicBezTo>
                  <a:pt x="95" y="70"/>
                  <a:pt x="95" y="70"/>
                  <a:pt x="95" y="70"/>
                </a:cubicBezTo>
                <a:cubicBezTo>
                  <a:pt x="95" y="68"/>
                  <a:pt x="94" y="67"/>
                  <a:pt x="93" y="66"/>
                </a:cubicBezTo>
                <a:cubicBezTo>
                  <a:pt x="93" y="65"/>
                  <a:pt x="92" y="64"/>
                  <a:pt x="90" y="64"/>
                </a:cubicBezTo>
                <a:cubicBezTo>
                  <a:pt x="90" y="76"/>
                  <a:pt x="90" y="76"/>
                  <a:pt x="90" y="76"/>
                </a:cubicBezTo>
                <a:cubicBezTo>
                  <a:pt x="91" y="76"/>
                  <a:pt x="92" y="77"/>
                  <a:pt x="94" y="77"/>
                </a:cubicBezTo>
                <a:cubicBezTo>
                  <a:pt x="95" y="78"/>
                  <a:pt x="97" y="79"/>
                  <a:pt x="98" y="80"/>
                </a:cubicBezTo>
                <a:cubicBezTo>
                  <a:pt x="99" y="81"/>
                  <a:pt x="100" y="82"/>
                  <a:pt x="101" y="83"/>
                </a:cubicBezTo>
                <a:cubicBezTo>
                  <a:pt x="102" y="84"/>
                  <a:pt x="102" y="86"/>
                  <a:pt x="102" y="88"/>
                </a:cubicBezTo>
                <a:cubicBezTo>
                  <a:pt x="102" y="90"/>
                  <a:pt x="102" y="92"/>
                  <a:pt x="101" y="93"/>
                </a:cubicBezTo>
                <a:moveTo>
                  <a:pt x="94" y="85"/>
                </a:moveTo>
                <a:cubicBezTo>
                  <a:pt x="93" y="84"/>
                  <a:pt x="92" y="84"/>
                  <a:pt x="92" y="83"/>
                </a:cubicBezTo>
                <a:cubicBezTo>
                  <a:pt x="91" y="83"/>
                  <a:pt x="90" y="83"/>
                  <a:pt x="90" y="83"/>
                </a:cubicBezTo>
                <a:cubicBezTo>
                  <a:pt x="90" y="95"/>
                  <a:pt x="90" y="95"/>
                  <a:pt x="90" y="95"/>
                </a:cubicBezTo>
                <a:cubicBezTo>
                  <a:pt x="92" y="95"/>
                  <a:pt x="93" y="95"/>
                  <a:pt x="94" y="94"/>
                </a:cubicBezTo>
                <a:cubicBezTo>
                  <a:pt x="95" y="93"/>
                  <a:pt x="96" y="91"/>
                  <a:pt x="96" y="89"/>
                </a:cubicBezTo>
                <a:cubicBezTo>
                  <a:pt x="96" y="88"/>
                  <a:pt x="96" y="87"/>
                  <a:pt x="95" y="86"/>
                </a:cubicBezTo>
                <a:cubicBezTo>
                  <a:pt x="95" y="86"/>
                  <a:pt x="94" y="85"/>
                  <a:pt x="94" y="85"/>
                </a:cubicBezTo>
                <a:moveTo>
                  <a:pt x="81" y="70"/>
                </a:moveTo>
                <a:cubicBezTo>
                  <a:pt x="81" y="71"/>
                  <a:pt x="81" y="71"/>
                  <a:pt x="81" y="72"/>
                </a:cubicBezTo>
                <a:cubicBezTo>
                  <a:pt x="82" y="73"/>
                  <a:pt x="82" y="73"/>
                  <a:pt x="83" y="74"/>
                </a:cubicBezTo>
                <a:cubicBezTo>
                  <a:pt x="83" y="74"/>
                  <a:pt x="84" y="74"/>
                  <a:pt x="85" y="75"/>
                </a:cubicBezTo>
                <a:cubicBezTo>
                  <a:pt x="85" y="75"/>
                  <a:pt x="86" y="75"/>
                  <a:pt x="86" y="75"/>
                </a:cubicBezTo>
                <a:cubicBezTo>
                  <a:pt x="86" y="64"/>
                  <a:pt x="86" y="64"/>
                  <a:pt x="86" y="64"/>
                </a:cubicBezTo>
                <a:cubicBezTo>
                  <a:pt x="84" y="64"/>
                  <a:pt x="83" y="65"/>
                  <a:pt x="82" y="66"/>
                </a:cubicBezTo>
                <a:cubicBezTo>
                  <a:pt x="81" y="67"/>
                  <a:pt x="81" y="68"/>
                  <a:pt x="81" y="7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253"/>
          <p:cNvSpPr>
            <a:spLocks noEditPoints="1"/>
          </p:cNvSpPr>
          <p:nvPr/>
        </p:nvSpPr>
        <p:spPr bwMode="auto">
          <a:xfrm>
            <a:off x="1548312" y="1805907"/>
            <a:ext cx="335898" cy="212573"/>
          </a:xfrm>
          <a:custGeom>
            <a:avLst/>
            <a:gdLst>
              <a:gd name="T0" fmla="*/ 36 w 176"/>
              <a:gd name="T1" fmla="*/ 48 h 112"/>
              <a:gd name="T2" fmla="*/ 66 w 176"/>
              <a:gd name="T3" fmla="*/ 60 h 112"/>
              <a:gd name="T4" fmla="*/ 69 w 176"/>
              <a:gd name="T5" fmla="*/ 64 h 112"/>
              <a:gd name="T6" fmla="*/ 67 w 176"/>
              <a:gd name="T7" fmla="*/ 56 h 112"/>
              <a:gd name="T8" fmla="*/ 8 w 176"/>
              <a:gd name="T9" fmla="*/ 24 h 112"/>
              <a:gd name="T10" fmla="*/ 8 w 176"/>
              <a:gd name="T11" fmla="*/ 112 h 112"/>
              <a:gd name="T12" fmla="*/ 144 w 176"/>
              <a:gd name="T13" fmla="*/ 32 h 112"/>
              <a:gd name="T14" fmla="*/ 16 w 176"/>
              <a:gd name="T15" fmla="*/ 36 h 112"/>
              <a:gd name="T16" fmla="*/ 12 w 176"/>
              <a:gd name="T17" fmla="*/ 32 h 112"/>
              <a:gd name="T18" fmla="*/ 12 w 176"/>
              <a:gd name="T19" fmla="*/ 96 h 112"/>
              <a:gd name="T20" fmla="*/ 132 w 176"/>
              <a:gd name="T21" fmla="*/ 104 h 112"/>
              <a:gd name="T22" fmla="*/ 136 w 176"/>
              <a:gd name="T23" fmla="*/ 100 h 112"/>
              <a:gd name="T24" fmla="*/ 132 w 176"/>
              <a:gd name="T25" fmla="*/ 88 h 112"/>
              <a:gd name="T26" fmla="*/ 23 w 176"/>
              <a:gd name="T27" fmla="*/ 104 h 112"/>
              <a:gd name="T28" fmla="*/ 8 w 176"/>
              <a:gd name="T29" fmla="*/ 89 h 112"/>
              <a:gd name="T30" fmla="*/ 24 w 176"/>
              <a:gd name="T31" fmla="*/ 36 h 112"/>
              <a:gd name="T32" fmla="*/ 120 w 176"/>
              <a:gd name="T33" fmla="*/ 36 h 112"/>
              <a:gd name="T34" fmla="*/ 136 w 176"/>
              <a:gd name="T35" fmla="*/ 89 h 112"/>
              <a:gd name="T36" fmla="*/ 132 w 176"/>
              <a:gd name="T37" fmla="*/ 32 h 112"/>
              <a:gd name="T38" fmla="*/ 108 w 176"/>
              <a:gd name="T39" fmla="*/ 88 h 112"/>
              <a:gd name="T40" fmla="*/ 112 w 176"/>
              <a:gd name="T41" fmla="*/ 92 h 112"/>
              <a:gd name="T42" fmla="*/ 75 w 176"/>
              <a:gd name="T43" fmla="*/ 71 h 112"/>
              <a:gd name="T44" fmla="*/ 77 w 176"/>
              <a:gd name="T45" fmla="*/ 79 h 112"/>
              <a:gd name="T46" fmla="*/ 77 w 176"/>
              <a:gd name="T47" fmla="*/ 72 h 112"/>
              <a:gd name="T48" fmla="*/ 32 w 176"/>
              <a:gd name="T49" fmla="*/ 8 h 112"/>
              <a:gd name="T50" fmla="*/ 40 w 176"/>
              <a:gd name="T51" fmla="*/ 12 h 112"/>
              <a:gd name="T52" fmla="*/ 168 w 176"/>
              <a:gd name="T53" fmla="*/ 80 h 112"/>
              <a:gd name="T54" fmla="*/ 156 w 176"/>
              <a:gd name="T55" fmla="*/ 88 h 112"/>
              <a:gd name="T56" fmla="*/ 176 w 176"/>
              <a:gd name="T57" fmla="*/ 8 h 112"/>
              <a:gd name="T58" fmla="*/ 44 w 176"/>
              <a:gd name="T59" fmla="*/ 68 h 112"/>
              <a:gd name="T60" fmla="*/ 72 w 176"/>
              <a:gd name="T61" fmla="*/ 40 h 112"/>
              <a:gd name="T62" fmla="*/ 77 w 176"/>
              <a:gd name="T63" fmla="*/ 84 h 112"/>
              <a:gd name="T64" fmla="*/ 70 w 176"/>
              <a:gd name="T65" fmla="*/ 88 h 112"/>
              <a:gd name="T66" fmla="*/ 63 w 176"/>
              <a:gd name="T67" fmla="*/ 82 h 112"/>
              <a:gd name="T68" fmla="*/ 65 w 176"/>
              <a:gd name="T69" fmla="*/ 74 h 112"/>
              <a:gd name="T70" fmla="*/ 70 w 176"/>
              <a:gd name="T71" fmla="*/ 70 h 112"/>
              <a:gd name="T72" fmla="*/ 62 w 176"/>
              <a:gd name="T73" fmla="*/ 64 h 112"/>
              <a:gd name="T74" fmla="*/ 64 w 176"/>
              <a:gd name="T75" fmla="*/ 53 h 112"/>
              <a:gd name="T76" fmla="*/ 70 w 176"/>
              <a:gd name="T77" fmla="*/ 48 h 112"/>
              <a:gd name="T78" fmla="*/ 77 w 176"/>
              <a:gd name="T79" fmla="*/ 52 h 112"/>
              <a:gd name="T80" fmla="*/ 83 w 176"/>
              <a:gd name="T81" fmla="*/ 60 h 112"/>
              <a:gd name="T82" fmla="*/ 74 w 176"/>
              <a:gd name="T83" fmla="*/ 55 h 112"/>
              <a:gd name="T84" fmla="*/ 81 w 176"/>
              <a:gd name="T85" fmla="*/ 68 h 112"/>
              <a:gd name="T86" fmla="*/ 83 w 176"/>
              <a:gd name="T87" fmla="*/ 79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12">
                <a:moveTo>
                  <a:pt x="36" y="40"/>
                </a:moveTo>
                <a:cubicBezTo>
                  <a:pt x="34" y="40"/>
                  <a:pt x="32" y="42"/>
                  <a:pt x="32" y="44"/>
                </a:cubicBezTo>
                <a:cubicBezTo>
                  <a:pt x="32" y="46"/>
                  <a:pt x="34" y="48"/>
                  <a:pt x="36" y="48"/>
                </a:cubicBezTo>
                <a:cubicBezTo>
                  <a:pt x="38" y="48"/>
                  <a:pt x="40" y="46"/>
                  <a:pt x="40" y="44"/>
                </a:cubicBezTo>
                <a:cubicBezTo>
                  <a:pt x="40" y="42"/>
                  <a:pt x="38" y="40"/>
                  <a:pt x="36" y="40"/>
                </a:cubicBezTo>
                <a:moveTo>
                  <a:pt x="66" y="60"/>
                </a:moveTo>
                <a:cubicBezTo>
                  <a:pt x="66" y="60"/>
                  <a:pt x="66" y="61"/>
                  <a:pt x="66" y="61"/>
                </a:cubicBezTo>
                <a:cubicBezTo>
                  <a:pt x="67" y="62"/>
                  <a:pt x="67" y="62"/>
                  <a:pt x="68" y="63"/>
                </a:cubicBezTo>
                <a:cubicBezTo>
                  <a:pt x="68" y="63"/>
                  <a:pt x="69" y="63"/>
                  <a:pt x="69" y="64"/>
                </a:cubicBezTo>
                <a:cubicBezTo>
                  <a:pt x="70" y="64"/>
                  <a:pt x="70" y="64"/>
                  <a:pt x="70" y="64"/>
                </a:cubicBezTo>
                <a:cubicBezTo>
                  <a:pt x="70" y="55"/>
                  <a:pt x="70" y="55"/>
                  <a:pt x="70" y="55"/>
                </a:cubicBezTo>
                <a:cubicBezTo>
                  <a:pt x="69" y="55"/>
                  <a:pt x="68" y="56"/>
                  <a:pt x="67" y="56"/>
                </a:cubicBezTo>
                <a:cubicBezTo>
                  <a:pt x="66" y="57"/>
                  <a:pt x="66" y="58"/>
                  <a:pt x="66" y="60"/>
                </a:cubicBezTo>
                <a:moveTo>
                  <a:pt x="136" y="24"/>
                </a:move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40" y="112"/>
                  <a:pt x="144" y="108"/>
                  <a:pt x="144" y="104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28"/>
                  <a:pt x="140" y="24"/>
                  <a:pt x="136" y="24"/>
                </a:cubicBezTo>
                <a:moveTo>
                  <a:pt x="12" y="32"/>
                </a:moveTo>
                <a:cubicBezTo>
                  <a:pt x="14" y="32"/>
                  <a:pt x="16" y="34"/>
                  <a:pt x="16" y="36"/>
                </a:cubicBezTo>
                <a:cubicBezTo>
                  <a:pt x="16" y="38"/>
                  <a:pt x="14" y="40"/>
                  <a:pt x="12" y="40"/>
                </a:cubicBezTo>
                <a:cubicBezTo>
                  <a:pt x="10" y="40"/>
                  <a:pt x="8" y="38"/>
                  <a:pt x="8" y="36"/>
                </a:cubicBezTo>
                <a:cubicBezTo>
                  <a:pt x="8" y="34"/>
                  <a:pt x="10" y="32"/>
                  <a:pt x="12" y="32"/>
                </a:cubicBezTo>
                <a:moveTo>
                  <a:pt x="12" y="104"/>
                </a:moveTo>
                <a:cubicBezTo>
                  <a:pt x="10" y="104"/>
                  <a:pt x="8" y="102"/>
                  <a:pt x="8" y="100"/>
                </a:cubicBezTo>
                <a:cubicBezTo>
                  <a:pt x="8" y="98"/>
                  <a:pt x="10" y="96"/>
                  <a:pt x="12" y="96"/>
                </a:cubicBezTo>
                <a:cubicBezTo>
                  <a:pt x="14" y="96"/>
                  <a:pt x="16" y="98"/>
                  <a:pt x="16" y="100"/>
                </a:cubicBezTo>
                <a:cubicBezTo>
                  <a:pt x="16" y="102"/>
                  <a:pt x="14" y="104"/>
                  <a:pt x="12" y="104"/>
                </a:cubicBezTo>
                <a:moveTo>
                  <a:pt x="132" y="104"/>
                </a:moveTo>
                <a:cubicBezTo>
                  <a:pt x="130" y="104"/>
                  <a:pt x="128" y="102"/>
                  <a:pt x="128" y="100"/>
                </a:cubicBezTo>
                <a:cubicBezTo>
                  <a:pt x="128" y="98"/>
                  <a:pt x="130" y="96"/>
                  <a:pt x="132" y="96"/>
                </a:cubicBezTo>
                <a:cubicBezTo>
                  <a:pt x="134" y="96"/>
                  <a:pt x="136" y="98"/>
                  <a:pt x="136" y="100"/>
                </a:cubicBezTo>
                <a:cubicBezTo>
                  <a:pt x="136" y="102"/>
                  <a:pt x="134" y="104"/>
                  <a:pt x="132" y="104"/>
                </a:cubicBezTo>
                <a:moveTo>
                  <a:pt x="136" y="89"/>
                </a:moveTo>
                <a:cubicBezTo>
                  <a:pt x="135" y="88"/>
                  <a:pt x="133" y="88"/>
                  <a:pt x="132" y="88"/>
                </a:cubicBezTo>
                <a:cubicBezTo>
                  <a:pt x="125" y="88"/>
                  <a:pt x="120" y="93"/>
                  <a:pt x="120" y="100"/>
                </a:cubicBezTo>
                <a:cubicBezTo>
                  <a:pt x="120" y="101"/>
                  <a:pt x="120" y="103"/>
                  <a:pt x="121" y="104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4" y="103"/>
                  <a:pt x="24" y="101"/>
                  <a:pt x="24" y="100"/>
                </a:cubicBezTo>
                <a:cubicBezTo>
                  <a:pt x="24" y="93"/>
                  <a:pt x="19" y="88"/>
                  <a:pt x="12" y="88"/>
                </a:cubicBezTo>
                <a:cubicBezTo>
                  <a:pt x="11" y="88"/>
                  <a:pt x="9" y="88"/>
                  <a:pt x="8" y="89"/>
                </a:cubicBezTo>
                <a:cubicBezTo>
                  <a:pt x="8" y="47"/>
                  <a:pt x="8" y="47"/>
                  <a:pt x="8" y="47"/>
                </a:cubicBezTo>
                <a:cubicBezTo>
                  <a:pt x="9" y="48"/>
                  <a:pt x="11" y="48"/>
                  <a:pt x="12" y="48"/>
                </a:cubicBezTo>
                <a:cubicBezTo>
                  <a:pt x="19" y="48"/>
                  <a:pt x="24" y="43"/>
                  <a:pt x="24" y="36"/>
                </a:cubicBezTo>
                <a:cubicBezTo>
                  <a:pt x="24" y="35"/>
                  <a:pt x="24" y="33"/>
                  <a:pt x="23" y="32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0" y="33"/>
                  <a:pt x="120" y="35"/>
                  <a:pt x="120" y="36"/>
                </a:cubicBezTo>
                <a:cubicBezTo>
                  <a:pt x="120" y="43"/>
                  <a:pt x="125" y="48"/>
                  <a:pt x="132" y="48"/>
                </a:cubicBezTo>
                <a:cubicBezTo>
                  <a:pt x="133" y="48"/>
                  <a:pt x="135" y="48"/>
                  <a:pt x="136" y="47"/>
                </a:cubicBezTo>
                <a:lnTo>
                  <a:pt x="136" y="89"/>
                </a:lnTo>
                <a:close/>
                <a:moveTo>
                  <a:pt x="132" y="40"/>
                </a:moveTo>
                <a:cubicBezTo>
                  <a:pt x="130" y="40"/>
                  <a:pt x="128" y="38"/>
                  <a:pt x="128" y="36"/>
                </a:cubicBezTo>
                <a:cubicBezTo>
                  <a:pt x="128" y="34"/>
                  <a:pt x="130" y="32"/>
                  <a:pt x="132" y="32"/>
                </a:cubicBezTo>
                <a:cubicBezTo>
                  <a:pt x="134" y="32"/>
                  <a:pt x="136" y="34"/>
                  <a:pt x="136" y="36"/>
                </a:cubicBezTo>
                <a:cubicBezTo>
                  <a:pt x="136" y="38"/>
                  <a:pt x="134" y="40"/>
                  <a:pt x="132" y="40"/>
                </a:cubicBezTo>
                <a:moveTo>
                  <a:pt x="108" y="88"/>
                </a:moveTo>
                <a:cubicBezTo>
                  <a:pt x="106" y="88"/>
                  <a:pt x="104" y="90"/>
                  <a:pt x="104" y="92"/>
                </a:cubicBezTo>
                <a:cubicBezTo>
                  <a:pt x="104" y="94"/>
                  <a:pt x="106" y="96"/>
                  <a:pt x="108" y="96"/>
                </a:cubicBez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moveTo>
                  <a:pt x="77" y="72"/>
                </a:moveTo>
                <a:cubicBezTo>
                  <a:pt x="76" y="71"/>
                  <a:pt x="76" y="71"/>
                  <a:pt x="75" y="71"/>
                </a:cubicBezTo>
                <a:cubicBezTo>
                  <a:pt x="75" y="71"/>
                  <a:pt x="74" y="71"/>
                  <a:pt x="74" y="70"/>
                </a:cubicBezTo>
                <a:cubicBezTo>
                  <a:pt x="74" y="81"/>
                  <a:pt x="74" y="81"/>
                  <a:pt x="74" y="81"/>
                </a:cubicBezTo>
                <a:cubicBezTo>
                  <a:pt x="75" y="80"/>
                  <a:pt x="76" y="80"/>
                  <a:pt x="77" y="79"/>
                </a:cubicBezTo>
                <a:cubicBezTo>
                  <a:pt x="78" y="79"/>
                  <a:pt x="79" y="77"/>
                  <a:pt x="79" y="75"/>
                </a:cubicBezTo>
                <a:cubicBezTo>
                  <a:pt x="79" y="75"/>
                  <a:pt x="79" y="74"/>
                  <a:pt x="78" y="73"/>
                </a:cubicBezTo>
                <a:cubicBezTo>
                  <a:pt x="78" y="73"/>
                  <a:pt x="78" y="72"/>
                  <a:pt x="77" y="72"/>
                </a:cubicBezTo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4"/>
                  <a:pt x="34" y="16"/>
                  <a:pt x="36" y="16"/>
                </a:cubicBezTo>
                <a:cubicBezTo>
                  <a:pt x="38" y="16"/>
                  <a:pt x="40" y="14"/>
                  <a:pt x="40" y="12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154" y="80"/>
                  <a:pt x="152" y="82"/>
                  <a:pt x="152" y="84"/>
                </a:cubicBezTo>
                <a:cubicBezTo>
                  <a:pt x="152" y="86"/>
                  <a:pt x="154" y="88"/>
                  <a:pt x="15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72" y="40"/>
                </a:moveTo>
                <a:cubicBezTo>
                  <a:pt x="57" y="40"/>
                  <a:pt x="44" y="53"/>
                  <a:pt x="44" y="68"/>
                </a:cubicBezTo>
                <a:cubicBezTo>
                  <a:pt x="44" y="83"/>
                  <a:pt x="57" y="96"/>
                  <a:pt x="72" y="96"/>
                </a:cubicBezTo>
                <a:cubicBezTo>
                  <a:pt x="87" y="96"/>
                  <a:pt x="100" y="83"/>
                  <a:pt x="100" y="68"/>
                </a:cubicBezTo>
                <a:cubicBezTo>
                  <a:pt x="100" y="53"/>
                  <a:pt x="87" y="40"/>
                  <a:pt x="72" y="40"/>
                </a:cubicBezTo>
                <a:moveTo>
                  <a:pt x="83" y="79"/>
                </a:moveTo>
                <a:cubicBezTo>
                  <a:pt x="83" y="80"/>
                  <a:pt x="82" y="81"/>
                  <a:pt x="81" y="82"/>
                </a:cubicBezTo>
                <a:cubicBezTo>
                  <a:pt x="80" y="83"/>
                  <a:pt x="79" y="84"/>
                  <a:pt x="77" y="84"/>
                </a:cubicBezTo>
                <a:cubicBezTo>
                  <a:pt x="76" y="85"/>
                  <a:pt x="75" y="85"/>
                  <a:pt x="74" y="85"/>
                </a:cubicBezTo>
                <a:cubicBezTo>
                  <a:pt x="74" y="88"/>
                  <a:pt x="74" y="88"/>
                  <a:pt x="74" y="88"/>
                </a:cubicBezTo>
                <a:cubicBezTo>
                  <a:pt x="70" y="88"/>
                  <a:pt x="70" y="88"/>
                  <a:pt x="70" y="88"/>
                </a:cubicBezTo>
                <a:cubicBezTo>
                  <a:pt x="70" y="85"/>
                  <a:pt x="70" y="85"/>
                  <a:pt x="70" y="85"/>
                </a:cubicBezTo>
                <a:cubicBezTo>
                  <a:pt x="69" y="85"/>
                  <a:pt x="68" y="85"/>
                  <a:pt x="67" y="84"/>
                </a:cubicBezTo>
                <a:cubicBezTo>
                  <a:pt x="65" y="84"/>
                  <a:pt x="64" y="83"/>
                  <a:pt x="63" y="82"/>
                </a:cubicBezTo>
                <a:cubicBezTo>
                  <a:pt x="62" y="81"/>
                  <a:pt x="61" y="80"/>
                  <a:pt x="61" y="79"/>
                </a:cubicBezTo>
                <a:cubicBezTo>
                  <a:pt x="60" y="77"/>
                  <a:pt x="60" y="76"/>
                  <a:pt x="60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6"/>
                  <a:pt x="66" y="78"/>
                  <a:pt x="67" y="79"/>
                </a:cubicBezTo>
                <a:cubicBezTo>
                  <a:pt x="67" y="80"/>
                  <a:pt x="68" y="81"/>
                  <a:pt x="70" y="81"/>
                </a:cubicBezTo>
                <a:cubicBezTo>
                  <a:pt x="70" y="70"/>
                  <a:pt x="70" y="70"/>
                  <a:pt x="70" y="70"/>
                </a:cubicBezTo>
                <a:cubicBezTo>
                  <a:pt x="69" y="69"/>
                  <a:pt x="68" y="69"/>
                  <a:pt x="67" y="69"/>
                </a:cubicBezTo>
                <a:cubicBezTo>
                  <a:pt x="66" y="68"/>
                  <a:pt x="65" y="68"/>
                  <a:pt x="64" y="67"/>
                </a:cubicBezTo>
                <a:cubicBezTo>
                  <a:pt x="63" y="66"/>
                  <a:pt x="62" y="65"/>
                  <a:pt x="62" y="64"/>
                </a:cubicBezTo>
                <a:cubicBezTo>
                  <a:pt x="61" y="63"/>
                  <a:pt x="61" y="62"/>
                  <a:pt x="61" y="60"/>
                </a:cubicBezTo>
                <a:cubicBezTo>
                  <a:pt x="61" y="58"/>
                  <a:pt x="61" y="57"/>
                  <a:pt x="62" y="56"/>
                </a:cubicBezTo>
                <a:cubicBezTo>
                  <a:pt x="62" y="55"/>
                  <a:pt x="63" y="54"/>
                  <a:pt x="64" y="53"/>
                </a:cubicBezTo>
                <a:cubicBezTo>
                  <a:pt x="65" y="53"/>
                  <a:pt x="66" y="52"/>
                  <a:pt x="67" y="52"/>
                </a:cubicBezTo>
                <a:cubicBezTo>
                  <a:pt x="68" y="51"/>
                  <a:pt x="69" y="51"/>
                  <a:pt x="70" y="51"/>
                </a:cubicBezTo>
                <a:cubicBezTo>
                  <a:pt x="70" y="48"/>
                  <a:pt x="70" y="48"/>
                  <a:pt x="70" y="48"/>
                </a:cubicBezTo>
                <a:cubicBezTo>
                  <a:pt x="74" y="48"/>
                  <a:pt x="74" y="48"/>
                  <a:pt x="74" y="48"/>
                </a:cubicBezTo>
                <a:cubicBezTo>
                  <a:pt x="74" y="51"/>
                  <a:pt x="74" y="51"/>
                  <a:pt x="74" y="51"/>
                </a:cubicBezTo>
                <a:cubicBezTo>
                  <a:pt x="75" y="51"/>
                  <a:pt x="76" y="51"/>
                  <a:pt x="77" y="52"/>
                </a:cubicBezTo>
                <a:cubicBezTo>
                  <a:pt x="78" y="52"/>
                  <a:pt x="79" y="52"/>
                  <a:pt x="80" y="53"/>
                </a:cubicBezTo>
                <a:cubicBezTo>
                  <a:pt x="81" y="54"/>
                  <a:pt x="82" y="55"/>
                  <a:pt x="82" y="56"/>
                </a:cubicBezTo>
                <a:cubicBezTo>
                  <a:pt x="83" y="57"/>
                  <a:pt x="83" y="58"/>
                  <a:pt x="83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58"/>
                  <a:pt x="77" y="57"/>
                  <a:pt x="77" y="56"/>
                </a:cubicBezTo>
                <a:cubicBezTo>
                  <a:pt x="76" y="56"/>
                  <a:pt x="75" y="55"/>
                  <a:pt x="74" y="55"/>
                </a:cubicBezTo>
                <a:cubicBezTo>
                  <a:pt x="74" y="65"/>
                  <a:pt x="74" y="65"/>
                  <a:pt x="74" y="65"/>
                </a:cubicBezTo>
                <a:cubicBezTo>
                  <a:pt x="75" y="65"/>
                  <a:pt x="76" y="66"/>
                  <a:pt x="77" y="66"/>
                </a:cubicBezTo>
                <a:cubicBezTo>
                  <a:pt x="78" y="66"/>
                  <a:pt x="80" y="67"/>
                  <a:pt x="81" y="68"/>
                </a:cubicBezTo>
                <a:cubicBezTo>
                  <a:pt x="82" y="69"/>
                  <a:pt x="82" y="69"/>
                  <a:pt x="83" y="71"/>
                </a:cubicBezTo>
                <a:cubicBezTo>
                  <a:pt x="84" y="72"/>
                  <a:pt x="84" y="73"/>
                  <a:pt x="84" y="75"/>
                </a:cubicBezTo>
                <a:cubicBezTo>
                  <a:pt x="84" y="76"/>
                  <a:pt x="84" y="78"/>
                  <a:pt x="83" y="79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254"/>
          <p:cNvSpPr>
            <a:spLocks noEditPoints="1"/>
          </p:cNvSpPr>
          <p:nvPr/>
        </p:nvSpPr>
        <p:spPr bwMode="auto">
          <a:xfrm>
            <a:off x="2187653" y="1820511"/>
            <a:ext cx="334275" cy="183364"/>
          </a:xfrm>
          <a:custGeom>
            <a:avLst/>
            <a:gdLst>
              <a:gd name="T0" fmla="*/ 8 w 176"/>
              <a:gd name="T1" fmla="*/ 0 h 96"/>
              <a:gd name="T2" fmla="*/ 0 w 176"/>
              <a:gd name="T3" fmla="*/ 88 h 96"/>
              <a:gd name="T4" fmla="*/ 168 w 176"/>
              <a:gd name="T5" fmla="*/ 96 h 96"/>
              <a:gd name="T6" fmla="*/ 176 w 176"/>
              <a:gd name="T7" fmla="*/ 8 h 96"/>
              <a:gd name="T8" fmla="*/ 12 w 176"/>
              <a:gd name="T9" fmla="*/ 8 h 96"/>
              <a:gd name="T10" fmla="*/ 12 w 176"/>
              <a:gd name="T11" fmla="*/ 16 h 96"/>
              <a:gd name="T12" fmla="*/ 12 w 176"/>
              <a:gd name="T13" fmla="*/ 8 h 96"/>
              <a:gd name="T14" fmla="*/ 8 w 176"/>
              <a:gd name="T15" fmla="*/ 84 h 96"/>
              <a:gd name="T16" fmla="*/ 16 w 176"/>
              <a:gd name="T17" fmla="*/ 84 h 96"/>
              <a:gd name="T18" fmla="*/ 164 w 176"/>
              <a:gd name="T19" fmla="*/ 88 h 96"/>
              <a:gd name="T20" fmla="*/ 164 w 176"/>
              <a:gd name="T21" fmla="*/ 80 h 96"/>
              <a:gd name="T22" fmla="*/ 164 w 176"/>
              <a:gd name="T23" fmla="*/ 88 h 96"/>
              <a:gd name="T24" fmla="*/ 164 w 176"/>
              <a:gd name="T25" fmla="*/ 72 h 96"/>
              <a:gd name="T26" fmla="*/ 153 w 176"/>
              <a:gd name="T27" fmla="*/ 88 h 96"/>
              <a:gd name="T28" fmla="*/ 24 w 176"/>
              <a:gd name="T29" fmla="*/ 84 h 96"/>
              <a:gd name="T30" fmla="*/ 8 w 176"/>
              <a:gd name="T31" fmla="*/ 73 h 96"/>
              <a:gd name="T32" fmla="*/ 12 w 176"/>
              <a:gd name="T33" fmla="*/ 24 h 96"/>
              <a:gd name="T34" fmla="*/ 23 w 176"/>
              <a:gd name="T35" fmla="*/ 8 h 96"/>
              <a:gd name="T36" fmla="*/ 152 w 176"/>
              <a:gd name="T37" fmla="*/ 12 h 96"/>
              <a:gd name="T38" fmla="*/ 168 w 176"/>
              <a:gd name="T39" fmla="*/ 23 h 96"/>
              <a:gd name="T40" fmla="*/ 164 w 176"/>
              <a:gd name="T41" fmla="*/ 16 h 96"/>
              <a:gd name="T42" fmla="*/ 164 w 176"/>
              <a:gd name="T43" fmla="*/ 8 h 96"/>
              <a:gd name="T44" fmla="*/ 164 w 176"/>
              <a:gd name="T45" fmla="*/ 16 h 96"/>
              <a:gd name="T46" fmla="*/ 132 w 176"/>
              <a:gd name="T47" fmla="*/ 72 h 96"/>
              <a:gd name="T48" fmla="*/ 132 w 176"/>
              <a:gd name="T49" fmla="*/ 80 h 96"/>
              <a:gd name="T50" fmla="*/ 144 w 176"/>
              <a:gd name="T51" fmla="*/ 76 h 96"/>
              <a:gd name="T52" fmla="*/ 44 w 176"/>
              <a:gd name="T53" fmla="*/ 16 h 96"/>
              <a:gd name="T54" fmla="*/ 32 w 176"/>
              <a:gd name="T55" fmla="*/ 20 h 96"/>
              <a:gd name="T56" fmla="*/ 44 w 176"/>
              <a:gd name="T57" fmla="*/ 24 h 96"/>
              <a:gd name="T58" fmla="*/ 44 w 176"/>
              <a:gd name="T59" fmla="*/ 16 h 96"/>
              <a:gd name="T60" fmla="*/ 56 w 176"/>
              <a:gd name="T61" fmla="*/ 48 h 96"/>
              <a:gd name="T62" fmla="*/ 120 w 176"/>
              <a:gd name="T63" fmla="*/ 48 h 96"/>
              <a:gd name="T64" fmla="*/ 97 w 176"/>
              <a:gd name="T65" fmla="*/ 42 h 96"/>
              <a:gd name="T66" fmla="*/ 81 w 176"/>
              <a:gd name="T67" fmla="*/ 46 h 96"/>
              <a:gd name="T68" fmla="*/ 81 w 176"/>
              <a:gd name="T69" fmla="*/ 48 h 96"/>
              <a:gd name="T70" fmla="*/ 94 w 176"/>
              <a:gd name="T71" fmla="*/ 50 h 96"/>
              <a:gd name="T72" fmla="*/ 81 w 176"/>
              <a:gd name="T73" fmla="*/ 53 h 96"/>
              <a:gd name="T74" fmla="*/ 91 w 176"/>
              <a:gd name="T75" fmla="*/ 63 h 96"/>
              <a:gd name="T76" fmla="*/ 100 w 176"/>
              <a:gd name="T77" fmla="*/ 59 h 96"/>
              <a:gd name="T78" fmla="*/ 91 w 176"/>
              <a:gd name="T79" fmla="*/ 68 h 96"/>
              <a:gd name="T80" fmla="*/ 74 w 176"/>
              <a:gd name="T81" fmla="*/ 53 h 96"/>
              <a:gd name="T82" fmla="*/ 71 w 176"/>
              <a:gd name="T83" fmla="*/ 50 h 96"/>
              <a:gd name="T84" fmla="*/ 74 w 176"/>
              <a:gd name="T85" fmla="*/ 49 h 96"/>
              <a:gd name="T86" fmla="*/ 74 w 176"/>
              <a:gd name="T87" fmla="*/ 47 h 96"/>
              <a:gd name="T88" fmla="*/ 70 w 176"/>
              <a:gd name="T89" fmla="*/ 46 h 96"/>
              <a:gd name="T90" fmla="*/ 74 w 176"/>
              <a:gd name="T91" fmla="*/ 42 h 96"/>
              <a:gd name="T92" fmla="*/ 91 w 176"/>
              <a:gd name="T93" fmla="*/ 28 h 96"/>
              <a:gd name="T94" fmla="*/ 99 w 176"/>
              <a:gd name="T95" fmla="*/ 36 h 96"/>
              <a:gd name="T96" fmla="*/ 84 w 176"/>
              <a:gd name="T97" fmla="*/ 36 h 96"/>
              <a:gd name="T98" fmla="*/ 97 w 176"/>
              <a:gd name="T99" fmla="*/ 4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96"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2" y="96"/>
                  <a:pt x="176" y="92"/>
                  <a:pt x="176" y="8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2" y="8"/>
                </a:moveTo>
                <a:cubicBezTo>
                  <a:pt x="14" y="8"/>
                  <a:pt x="16" y="10"/>
                  <a:pt x="16" y="12"/>
                </a:cubicBezTo>
                <a:cubicBezTo>
                  <a:pt x="16" y="14"/>
                  <a:pt x="14" y="16"/>
                  <a:pt x="12" y="16"/>
                </a:cubicBezTo>
                <a:cubicBezTo>
                  <a:pt x="10" y="16"/>
                  <a:pt x="8" y="14"/>
                  <a:pt x="8" y="12"/>
                </a:cubicBezTo>
                <a:cubicBezTo>
                  <a:pt x="8" y="10"/>
                  <a:pt x="10" y="8"/>
                  <a:pt x="12" y="8"/>
                </a:cubicBezTo>
                <a:moveTo>
                  <a:pt x="12" y="88"/>
                </a:moveTo>
                <a:cubicBezTo>
                  <a:pt x="10" y="88"/>
                  <a:pt x="8" y="86"/>
                  <a:pt x="8" y="84"/>
                </a:cubicBezTo>
                <a:cubicBezTo>
                  <a:pt x="8" y="82"/>
                  <a:pt x="10" y="80"/>
                  <a:pt x="12" y="80"/>
                </a:cubicBezTo>
                <a:cubicBezTo>
                  <a:pt x="14" y="80"/>
                  <a:pt x="16" y="82"/>
                  <a:pt x="16" y="84"/>
                </a:cubicBezTo>
                <a:cubicBezTo>
                  <a:pt x="16" y="86"/>
                  <a:pt x="14" y="88"/>
                  <a:pt x="12" y="88"/>
                </a:cubicBezTo>
                <a:moveTo>
                  <a:pt x="164" y="88"/>
                </a:moveTo>
                <a:cubicBezTo>
                  <a:pt x="162" y="88"/>
                  <a:pt x="160" y="86"/>
                  <a:pt x="160" y="84"/>
                </a:cubicBezTo>
                <a:cubicBezTo>
                  <a:pt x="160" y="82"/>
                  <a:pt x="162" y="80"/>
                  <a:pt x="164" y="80"/>
                </a:cubicBezTo>
                <a:cubicBezTo>
                  <a:pt x="166" y="80"/>
                  <a:pt x="168" y="82"/>
                  <a:pt x="168" y="84"/>
                </a:cubicBezTo>
                <a:cubicBezTo>
                  <a:pt x="168" y="86"/>
                  <a:pt x="166" y="88"/>
                  <a:pt x="164" y="88"/>
                </a:cubicBezTo>
                <a:moveTo>
                  <a:pt x="168" y="73"/>
                </a:moveTo>
                <a:cubicBezTo>
                  <a:pt x="167" y="72"/>
                  <a:pt x="165" y="72"/>
                  <a:pt x="164" y="72"/>
                </a:cubicBezTo>
                <a:cubicBezTo>
                  <a:pt x="157" y="72"/>
                  <a:pt x="152" y="77"/>
                  <a:pt x="152" y="84"/>
                </a:cubicBezTo>
                <a:cubicBezTo>
                  <a:pt x="152" y="85"/>
                  <a:pt x="152" y="87"/>
                  <a:pt x="153" y="88"/>
                </a:cubicBezTo>
                <a:cubicBezTo>
                  <a:pt x="23" y="88"/>
                  <a:pt x="23" y="88"/>
                  <a:pt x="23" y="88"/>
                </a:cubicBezTo>
                <a:cubicBezTo>
                  <a:pt x="24" y="87"/>
                  <a:pt x="24" y="85"/>
                  <a:pt x="24" y="84"/>
                </a:cubicBezTo>
                <a:cubicBezTo>
                  <a:pt x="24" y="77"/>
                  <a:pt x="19" y="72"/>
                  <a:pt x="12" y="72"/>
                </a:cubicBezTo>
                <a:cubicBezTo>
                  <a:pt x="11" y="72"/>
                  <a:pt x="9" y="72"/>
                  <a:pt x="8" y="73"/>
                </a:cubicBezTo>
                <a:cubicBezTo>
                  <a:pt x="8" y="23"/>
                  <a:pt x="8" y="23"/>
                  <a:pt x="8" y="23"/>
                </a:cubicBezTo>
                <a:cubicBezTo>
                  <a:pt x="9" y="24"/>
                  <a:pt x="11" y="24"/>
                  <a:pt x="12" y="24"/>
                </a:cubicBezTo>
                <a:cubicBezTo>
                  <a:pt x="19" y="24"/>
                  <a:pt x="24" y="19"/>
                  <a:pt x="24" y="12"/>
                </a:cubicBezTo>
                <a:cubicBezTo>
                  <a:pt x="24" y="11"/>
                  <a:pt x="24" y="9"/>
                  <a:pt x="23" y="8"/>
                </a:cubicBezTo>
                <a:cubicBezTo>
                  <a:pt x="153" y="8"/>
                  <a:pt x="153" y="8"/>
                  <a:pt x="153" y="8"/>
                </a:cubicBezTo>
                <a:cubicBezTo>
                  <a:pt x="152" y="9"/>
                  <a:pt x="152" y="11"/>
                  <a:pt x="152" y="12"/>
                </a:cubicBezTo>
                <a:cubicBezTo>
                  <a:pt x="152" y="19"/>
                  <a:pt x="157" y="24"/>
                  <a:pt x="164" y="24"/>
                </a:cubicBezTo>
                <a:cubicBezTo>
                  <a:pt x="165" y="24"/>
                  <a:pt x="167" y="24"/>
                  <a:pt x="168" y="23"/>
                </a:cubicBezTo>
                <a:lnTo>
                  <a:pt x="168" y="73"/>
                </a:lnTo>
                <a:close/>
                <a:moveTo>
                  <a:pt x="164" y="16"/>
                </a:moveTo>
                <a:cubicBezTo>
                  <a:pt x="162" y="16"/>
                  <a:pt x="160" y="14"/>
                  <a:pt x="160" y="12"/>
                </a:cubicBezTo>
                <a:cubicBezTo>
                  <a:pt x="160" y="10"/>
                  <a:pt x="162" y="8"/>
                  <a:pt x="164" y="8"/>
                </a:cubicBezTo>
                <a:cubicBezTo>
                  <a:pt x="166" y="8"/>
                  <a:pt x="168" y="10"/>
                  <a:pt x="168" y="12"/>
                </a:cubicBezTo>
                <a:cubicBezTo>
                  <a:pt x="168" y="14"/>
                  <a:pt x="166" y="16"/>
                  <a:pt x="164" y="16"/>
                </a:cubicBezTo>
                <a:moveTo>
                  <a:pt x="140" y="72"/>
                </a:moveTo>
                <a:cubicBezTo>
                  <a:pt x="132" y="72"/>
                  <a:pt x="132" y="72"/>
                  <a:pt x="132" y="72"/>
                </a:cubicBezTo>
                <a:cubicBezTo>
                  <a:pt x="130" y="72"/>
                  <a:pt x="128" y="74"/>
                  <a:pt x="128" y="76"/>
                </a:cubicBezTo>
                <a:cubicBezTo>
                  <a:pt x="128" y="78"/>
                  <a:pt x="130" y="80"/>
                  <a:pt x="132" y="80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142" y="80"/>
                  <a:pt x="144" y="78"/>
                  <a:pt x="144" y="76"/>
                </a:cubicBezTo>
                <a:cubicBezTo>
                  <a:pt x="144" y="74"/>
                  <a:pt x="142" y="72"/>
                  <a:pt x="140" y="72"/>
                </a:cubicBezTo>
                <a:moveTo>
                  <a:pt x="44" y="16"/>
                </a:moveTo>
                <a:cubicBezTo>
                  <a:pt x="36" y="16"/>
                  <a:pt x="36" y="16"/>
                  <a:pt x="36" y="16"/>
                </a:cubicBez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6" y="24"/>
                  <a:pt x="48" y="22"/>
                  <a:pt x="48" y="20"/>
                </a:cubicBezTo>
                <a:cubicBezTo>
                  <a:pt x="48" y="18"/>
                  <a:pt x="46" y="16"/>
                  <a:pt x="44" y="16"/>
                </a:cubicBezTo>
                <a:moveTo>
                  <a:pt x="88" y="16"/>
                </a:moveTo>
                <a:cubicBezTo>
                  <a:pt x="70" y="16"/>
                  <a:pt x="56" y="30"/>
                  <a:pt x="56" y="48"/>
                </a:cubicBezTo>
                <a:cubicBezTo>
                  <a:pt x="56" y="66"/>
                  <a:pt x="70" y="80"/>
                  <a:pt x="88" y="80"/>
                </a:cubicBezTo>
                <a:cubicBezTo>
                  <a:pt x="106" y="80"/>
                  <a:pt x="120" y="66"/>
                  <a:pt x="120" y="48"/>
                </a:cubicBezTo>
                <a:cubicBezTo>
                  <a:pt x="120" y="30"/>
                  <a:pt x="106" y="16"/>
                  <a:pt x="88" y="16"/>
                </a:cubicBezTo>
                <a:moveTo>
                  <a:pt x="97" y="42"/>
                </a:moveTo>
                <a:cubicBezTo>
                  <a:pt x="95" y="46"/>
                  <a:pt x="95" y="46"/>
                  <a:pt x="95" y="46"/>
                </a:cubicBezTo>
                <a:cubicBezTo>
                  <a:pt x="81" y="46"/>
                  <a:pt x="81" y="46"/>
                  <a:pt x="81" y="46"/>
                </a:cubicBezTo>
                <a:cubicBezTo>
                  <a:pt x="81" y="46"/>
                  <a:pt x="81" y="46"/>
                  <a:pt x="81" y="47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9"/>
                  <a:pt x="81" y="49"/>
                  <a:pt x="81" y="50"/>
                </a:cubicBezTo>
                <a:cubicBezTo>
                  <a:pt x="94" y="50"/>
                  <a:pt x="94" y="50"/>
                  <a:pt x="94" y="50"/>
                </a:cubicBezTo>
                <a:cubicBezTo>
                  <a:pt x="93" y="53"/>
                  <a:pt x="93" y="53"/>
                  <a:pt x="93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56"/>
                  <a:pt x="82" y="58"/>
                  <a:pt x="84" y="60"/>
                </a:cubicBezTo>
                <a:cubicBezTo>
                  <a:pt x="86" y="62"/>
                  <a:pt x="88" y="63"/>
                  <a:pt x="91" y="63"/>
                </a:cubicBezTo>
                <a:cubicBezTo>
                  <a:pt x="93" y="63"/>
                  <a:pt x="95" y="63"/>
                  <a:pt x="96" y="62"/>
                </a:cubicBezTo>
                <a:cubicBezTo>
                  <a:pt x="97" y="62"/>
                  <a:pt x="99" y="61"/>
                  <a:pt x="100" y="59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97" y="67"/>
                  <a:pt x="94" y="68"/>
                  <a:pt x="91" y="68"/>
                </a:cubicBezTo>
                <a:cubicBezTo>
                  <a:pt x="86" y="68"/>
                  <a:pt x="82" y="67"/>
                  <a:pt x="79" y="63"/>
                </a:cubicBezTo>
                <a:cubicBezTo>
                  <a:pt x="76" y="61"/>
                  <a:pt x="75" y="57"/>
                  <a:pt x="74" y="53"/>
                </a:cubicBezTo>
                <a:cubicBezTo>
                  <a:pt x="70" y="53"/>
                  <a:pt x="70" y="53"/>
                  <a:pt x="70" y="53"/>
                </a:cubicBezTo>
                <a:cubicBezTo>
                  <a:pt x="71" y="50"/>
                  <a:pt x="71" y="50"/>
                  <a:pt x="71" y="50"/>
                </a:cubicBezTo>
                <a:cubicBezTo>
                  <a:pt x="74" y="50"/>
                  <a:pt x="74" y="50"/>
                  <a:pt x="74" y="50"/>
                </a:cubicBezTo>
                <a:cubicBezTo>
                  <a:pt x="74" y="49"/>
                  <a:pt x="74" y="49"/>
                  <a:pt x="74" y="49"/>
                </a:cubicBezTo>
                <a:cubicBezTo>
                  <a:pt x="74" y="48"/>
                  <a:pt x="74" y="48"/>
                  <a:pt x="74" y="48"/>
                </a:cubicBezTo>
                <a:cubicBezTo>
                  <a:pt x="74" y="47"/>
                  <a:pt x="74" y="47"/>
                  <a:pt x="74" y="47"/>
                </a:cubicBezTo>
                <a:cubicBezTo>
                  <a:pt x="74" y="47"/>
                  <a:pt x="74" y="46"/>
                  <a:pt x="74" y="46"/>
                </a:cubicBezTo>
                <a:cubicBezTo>
                  <a:pt x="70" y="46"/>
                  <a:pt x="70" y="46"/>
                  <a:pt x="70" y="46"/>
                </a:cubicBezTo>
                <a:cubicBezTo>
                  <a:pt x="71" y="42"/>
                  <a:pt x="71" y="42"/>
                  <a:pt x="71" y="42"/>
                </a:cubicBezTo>
                <a:cubicBezTo>
                  <a:pt x="74" y="42"/>
                  <a:pt x="74" y="42"/>
                  <a:pt x="74" y="42"/>
                </a:cubicBezTo>
                <a:cubicBezTo>
                  <a:pt x="75" y="38"/>
                  <a:pt x="77" y="35"/>
                  <a:pt x="80" y="32"/>
                </a:cubicBezTo>
                <a:cubicBezTo>
                  <a:pt x="83" y="29"/>
                  <a:pt x="86" y="28"/>
                  <a:pt x="91" y="28"/>
                </a:cubicBezTo>
                <a:cubicBezTo>
                  <a:pt x="95" y="28"/>
                  <a:pt x="98" y="29"/>
                  <a:pt x="102" y="31"/>
                </a:cubicBezTo>
                <a:cubicBezTo>
                  <a:pt x="99" y="36"/>
                  <a:pt x="99" y="36"/>
                  <a:pt x="99" y="36"/>
                </a:cubicBezTo>
                <a:cubicBezTo>
                  <a:pt x="96" y="34"/>
                  <a:pt x="94" y="33"/>
                  <a:pt x="91" y="33"/>
                </a:cubicBezTo>
                <a:cubicBezTo>
                  <a:pt x="88" y="33"/>
                  <a:pt x="86" y="34"/>
                  <a:pt x="84" y="36"/>
                </a:cubicBezTo>
                <a:cubicBezTo>
                  <a:pt x="83" y="38"/>
                  <a:pt x="82" y="40"/>
                  <a:pt x="81" y="42"/>
                </a:cubicBezTo>
                <a:lnTo>
                  <a:pt x="97" y="4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255"/>
          <p:cNvSpPr>
            <a:spLocks noEditPoints="1"/>
          </p:cNvSpPr>
          <p:nvPr/>
        </p:nvSpPr>
        <p:spPr bwMode="auto">
          <a:xfrm>
            <a:off x="2826995" y="1791302"/>
            <a:ext cx="334275" cy="243404"/>
          </a:xfrm>
          <a:custGeom>
            <a:avLst/>
            <a:gdLst>
              <a:gd name="T0" fmla="*/ 156 w 176"/>
              <a:gd name="T1" fmla="*/ 24 h 128"/>
              <a:gd name="T2" fmla="*/ 156 w 176"/>
              <a:gd name="T3" fmla="*/ 16 h 128"/>
              <a:gd name="T4" fmla="*/ 16 w 176"/>
              <a:gd name="T5" fmla="*/ 20 h 128"/>
              <a:gd name="T6" fmla="*/ 36 w 176"/>
              <a:gd name="T7" fmla="*/ 8 h 128"/>
              <a:gd name="T8" fmla="*/ 144 w 176"/>
              <a:gd name="T9" fmla="*/ 4 h 128"/>
              <a:gd name="T10" fmla="*/ 36 w 176"/>
              <a:gd name="T11" fmla="*/ 0 h 128"/>
              <a:gd name="T12" fmla="*/ 36 w 176"/>
              <a:gd name="T13" fmla="*/ 8 h 128"/>
              <a:gd name="T14" fmla="*/ 132 w 176"/>
              <a:gd name="T15" fmla="*/ 104 h 128"/>
              <a:gd name="T16" fmla="*/ 132 w 176"/>
              <a:gd name="T17" fmla="*/ 112 h 128"/>
              <a:gd name="T18" fmla="*/ 144 w 176"/>
              <a:gd name="T19" fmla="*/ 108 h 128"/>
              <a:gd name="T20" fmla="*/ 168 w 176"/>
              <a:gd name="T21" fmla="*/ 32 h 128"/>
              <a:gd name="T22" fmla="*/ 0 w 176"/>
              <a:gd name="T23" fmla="*/ 40 h 128"/>
              <a:gd name="T24" fmla="*/ 8 w 176"/>
              <a:gd name="T25" fmla="*/ 128 h 128"/>
              <a:gd name="T26" fmla="*/ 176 w 176"/>
              <a:gd name="T27" fmla="*/ 120 h 128"/>
              <a:gd name="T28" fmla="*/ 168 w 176"/>
              <a:gd name="T29" fmla="*/ 32 h 128"/>
              <a:gd name="T30" fmla="*/ 16 w 176"/>
              <a:gd name="T31" fmla="*/ 44 h 128"/>
              <a:gd name="T32" fmla="*/ 8 w 176"/>
              <a:gd name="T33" fmla="*/ 44 h 128"/>
              <a:gd name="T34" fmla="*/ 12 w 176"/>
              <a:gd name="T35" fmla="*/ 120 h 128"/>
              <a:gd name="T36" fmla="*/ 12 w 176"/>
              <a:gd name="T37" fmla="*/ 112 h 128"/>
              <a:gd name="T38" fmla="*/ 12 w 176"/>
              <a:gd name="T39" fmla="*/ 120 h 128"/>
              <a:gd name="T40" fmla="*/ 160 w 176"/>
              <a:gd name="T41" fmla="*/ 116 h 128"/>
              <a:gd name="T42" fmla="*/ 168 w 176"/>
              <a:gd name="T43" fmla="*/ 116 h 128"/>
              <a:gd name="T44" fmla="*/ 168 w 176"/>
              <a:gd name="T45" fmla="*/ 105 h 128"/>
              <a:gd name="T46" fmla="*/ 152 w 176"/>
              <a:gd name="T47" fmla="*/ 116 h 128"/>
              <a:gd name="T48" fmla="*/ 23 w 176"/>
              <a:gd name="T49" fmla="*/ 120 h 128"/>
              <a:gd name="T50" fmla="*/ 12 w 176"/>
              <a:gd name="T51" fmla="*/ 104 h 128"/>
              <a:gd name="T52" fmla="*/ 8 w 176"/>
              <a:gd name="T53" fmla="*/ 55 h 128"/>
              <a:gd name="T54" fmla="*/ 24 w 176"/>
              <a:gd name="T55" fmla="*/ 44 h 128"/>
              <a:gd name="T56" fmla="*/ 153 w 176"/>
              <a:gd name="T57" fmla="*/ 40 h 128"/>
              <a:gd name="T58" fmla="*/ 164 w 176"/>
              <a:gd name="T59" fmla="*/ 56 h 128"/>
              <a:gd name="T60" fmla="*/ 168 w 176"/>
              <a:gd name="T61" fmla="*/ 105 h 128"/>
              <a:gd name="T62" fmla="*/ 160 w 176"/>
              <a:gd name="T63" fmla="*/ 44 h 128"/>
              <a:gd name="T64" fmla="*/ 168 w 176"/>
              <a:gd name="T65" fmla="*/ 44 h 128"/>
              <a:gd name="T66" fmla="*/ 88 w 176"/>
              <a:gd name="T67" fmla="*/ 48 h 128"/>
              <a:gd name="T68" fmla="*/ 88 w 176"/>
              <a:gd name="T69" fmla="*/ 112 h 128"/>
              <a:gd name="T70" fmla="*/ 88 w 176"/>
              <a:gd name="T71" fmla="*/ 48 h 128"/>
              <a:gd name="T72" fmla="*/ 95 w 176"/>
              <a:gd name="T73" fmla="*/ 78 h 128"/>
              <a:gd name="T74" fmla="*/ 81 w 176"/>
              <a:gd name="T75" fmla="*/ 79 h 128"/>
              <a:gd name="T76" fmla="*/ 81 w 176"/>
              <a:gd name="T77" fmla="*/ 82 h 128"/>
              <a:gd name="T78" fmla="*/ 93 w 176"/>
              <a:gd name="T79" fmla="*/ 85 h 128"/>
              <a:gd name="T80" fmla="*/ 84 w 176"/>
              <a:gd name="T81" fmla="*/ 92 h 128"/>
              <a:gd name="T82" fmla="*/ 96 w 176"/>
              <a:gd name="T83" fmla="*/ 94 h 128"/>
              <a:gd name="T84" fmla="*/ 100 w 176"/>
              <a:gd name="T85" fmla="*/ 98 h 128"/>
              <a:gd name="T86" fmla="*/ 79 w 176"/>
              <a:gd name="T87" fmla="*/ 95 h 128"/>
              <a:gd name="T88" fmla="*/ 70 w 176"/>
              <a:gd name="T89" fmla="*/ 85 h 128"/>
              <a:gd name="T90" fmla="*/ 74 w 176"/>
              <a:gd name="T91" fmla="*/ 82 h 128"/>
              <a:gd name="T92" fmla="*/ 74 w 176"/>
              <a:gd name="T93" fmla="*/ 80 h 128"/>
              <a:gd name="T94" fmla="*/ 74 w 176"/>
              <a:gd name="T95" fmla="*/ 78 h 128"/>
              <a:gd name="T96" fmla="*/ 71 w 176"/>
              <a:gd name="T97" fmla="*/ 74 h 128"/>
              <a:gd name="T98" fmla="*/ 80 w 176"/>
              <a:gd name="T99" fmla="*/ 64 h 128"/>
              <a:gd name="T100" fmla="*/ 102 w 176"/>
              <a:gd name="T101" fmla="*/ 63 h 128"/>
              <a:gd name="T102" fmla="*/ 91 w 176"/>
              <a:gd name="T103" fmla="*/ 65 h 128"/>
              <a:gd name="T104" fmla="*/ 81 w 176"/>
              <a:gd name="T105" fmla="*/ 74 h 128"/>
              <a:gd name="T106" fmla="*/ 44 w 176"/>
              <a:gd name="T107" fmla="*/ 48 h 128"/>
              <a:gd name="T108" fmla="*/ 32 w 176"/>
              <a:gd name="T109" fmla="*/ 52 h 128"/>
              <a:gd name="T110" fmla="*/ 44 w 176"/>
              <a:gd name="T111" fmla="*/ 56 h 128"/>
              <a:gd name="T112" fmla="*/ 44 w 176"/>
              <a:gd name="T113" fmla="*/ 4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28">
                <a:moveTo>
                  <a:pt x="20" y="24"/>
                </a:move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moveTo>
                  <a:pt x="36" y="8"/>
                </a:moveTo>
                <a:cubicBezTo>
                  <a:pt x="140" y="8"/>
                  <a:pt x="140" y="8"/>
                  <a:pt x="140" y="8"/>
                </a:cubicBezTo>
                <a:cubicBezTo>
                  <a:pt x="142" y="8"/>
                  <a:pt x="144" y="6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6"/>
                  <a:pt x="34" y="8"/>
                  <a:pt x="36" y="8"/>
                </a:cubicBezTo>
                <a:moveTo>
                  <a:pt x="140" y="104"/>
                </a:moveTo>
                <a:cubicBezTo>
                  <a:pt x="132" y="104"/>
                  <a:pt x="132" y="104"/>
                  <a:pt x="132" y="104"/>
                </a:cubicBezTo>
                <a:cubicBezTo>
                  <a:pt x="130" y="104"/>
                  <a:pt x="128" y="106"/>
                  <a:pt x="128" y="108"/>
                </a:cubicBezTo>
                <a:cubicBezTo>
                  <a:pt x="128" y="110"/>
                  <a:pt x="130" y="112"/>
                  <a:pt x="132" y="112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106"/>
                  <a:pt x="142" y="104"/>
                  <a:pt x="140" y="104"/>
                </a:cubicBezTo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2" y="40"/>
                </a:moveTo>
                <a:cubicBezTo>
                  <a:pt x="14" y="40"/>
                  <a:pt x="16" y="42"/>
                  <a:pt x="16" y="44"/>
                </a:cubicBezTo>
                <a:cubicBezTo>
                  <a:pt x="16" y="46"/>
                  <a:pt x="14" y="48"/>
                  <a:pt x="12" y="48"/>
                </a:cubicBezTo>
                <a:cubicBezTo>
                  <a:pt x="10" y="48"/>
                  <a:pt x="8" y="46"/>
                  <a:pt x="8" y="44"/>
                </a:cubicBezTo>
                <a:cubicBezTo>
                  <a:pt x="8" y="42"/>
                  <a:pt x="10" y="40"/>
                  <a:pt x="12" y="40"/>
                </a:cubicBezTo>
                <a:moveTo>
                  <a:pt x="12" y="120"/>
                </a:moveTo>
                <a:cubicBezTo>
                  <a:pt x="10" y="120"/>
                  <a:pt x="8" y="118"/>
                  <a:pt x="8" y="116"/>
                </a:cubicBezTo>
                <a:cubicBezTo>
                  <a:pt x="8" y="114"/>
                  <a:pt x="10" y="112"/>
                  <a:pt x="12" y="112"/>
                </a:cubicBezTo>
                <a:cubicBezTo>
                  <a:pt x="14" y="112"/>
                  <a:pt x="16" y="114"/>
                  <a:pt x="16" y="116"/>
                </a:cubicBezTo>
                <a:cubicBezTo>
                  <a:pt x="16" y="118"/>
                  <a:pt x="14" y="120"/>
                  <a:pt x="12" y="120"/>
                </a:cubicBezTo>
                <a:moveTo>
                  <a:pt x="164" y="120"/>
                </a:moveTo>
                <a:cubicBezTo>
                  <a:pt x="162" y="120"/>
                  <a:pt x="160" y="118"/>
                  <a:pt x="160" y="116"/>
                </a:cubicBezTo>
                <a:cubicBezTo>
                  <a:pt x="160" y="114"/>
                  <a:pt x="162" y="112"/>
                  <a:pt x="164" y="112"/>
                </a:cubicBezTo>
                <a:cubicBezTo>
                  <a:pt x="166" y="112"/>
                  <a:pt x="168" y="114"/>
                  <a:pt x="168" y="116"/>
                </a:cubicBezTo>
                <a:cubicBezTo>
                  <a:pt x="168" y="118"/>
                  <a:pt x="166" y="120"/>
                  <a:pt x="164" y="120"/>
                </a:cubicBezTo>
                <a:moveTo>
                  <a:pt x="168" y="105"/>
                </a:moveTo>
                <a:cubicBezTo>
                  <a:pt x="167" y="104"/>
                  <a:pt x="165" y="104"/>
                  <a:pt x="164" y="104"/>
                </a:cubicBezTo>
                <a:cubicBezTo>
                  <a:pt x="157" y="104"/>
                  <a:pt x="152" y="109"/>
                  <a:pt x="152" y="116"/>
                </a:cubicBezTo>
                <a:cubicBezTo>
                  <a:pt x="152" y="117"/>
                  <a:pt x="152" y="119"/>
                  <a:pt x="153" y="120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24" y="119"/>
                  <a:pt x="24" y="117"/>
                  <a:pt x="24" y="116"/>
                </a:cubicBezTo>
                <a:cubicBezTo>
                  <a:pt x="24" y="109"/>
                  <a:pt x="19" y="104"/>
                  <a:pt x="12" y="104"/>
                </a:cubicBezTo>
                <a:cubicBezTo>
                  <a:pt x="11" y="104"/>
                  <a:pt x="9" y="104"/>
                  <a:pt x="8" y="105"/>
                </a:cubicBezTo>
                <a:cubicBezTo>
                  <a:pt x="8" y="55"/>
                  <a:pt x="8" y="55"/>
                  <a:pt x="8" y="55"/>
                </a:cubicBezTo>
                <a:cubicBezTo>
                  <a:pt x="9" y="56"/>
                  <a:pt x="11" y="56"/>
                  <a:pt x="12" y="56"/>
                </a:cubicBezTo>
                <a:cubicBezTo>
                  <a:pt x="19" y="56"/>
                  <a:pt x="24" y="51"/>
                  <a:pt x="24" y="44"/>
                </a:cubicBezTo>
                <a:cubicBezTo>
                  <a:pt x="24" y="43"/>
                  <a:pt x="24" y="41"/>
                  <a:pt x="23" y="40"/>
                </a:cubicBezTo>
                <a:cubicBezTo>
                  <a:pt x="153" y="40"/>
                  <a:pt x="153" y="40"/>
                  <a:pt x="153" y="40"/>
                </a:cubicBezTo>
                <a:cubicBezTo>
                  <a:pt x="152" y="41"/>
                  <a:pt x="152" y="43"/>
                  <a:pt x="152" y="44"/>
                </a:cubicBezTo>
                <a:cubicBezTo>
                  <a:pt x="152" y="51"/>
                  <a:pt x="157" y="56"/>
                  <a:pt x="164" y="56"/>
                </a:cubicBezTo>
                <a:cubicBezTo>
                  <a:pt x="165" y="56"/>
                  <a:pt x="167" y="56"/>
                  <a:pt x="168" y="55"/>
                </a:cubicBezTo>
                <a:lnTo>
                  <a:pt x="168" y="105"/>
                </a:lnTo>
                <a:close/>
                <a:moveTo>
                  <a:pt x="164" y="48"/>
                </a:moveTo>
                <a:cubicBezTo>
                  <a:pt x="162" y="48"/>
                  <a:pt x="160" y="46"/>
                  <a:pt x="160" y="44"/>
                </a:cubicBezTo>
                <a:cubicBezTo>
                  <a:pt x="160" y="42"/>
                  <a:pt x="162" y="40"/>
                  <a:pt x="164" y="40"/>
                </a:cubicBezTo>
                <a:cubicBezTo>
                  <a:pt x="166" y="40"/>
                  <a:pt x="168" y="42"/>
                  <a:pt x="168" y="44"/>
                </a:cubicBezTo>
                <a:cubicBezTo>
                  <a:pt x="168" y="46"/>
                  <a:pt x="166" y="48"/>
                  <a:pt x="164" y="48"/>
                </a:cubicBezTo>
                <a:moveTo>
                  <a:pt x="88" y="48"/>
                </a:moveTo>
                <a:cubicBezTo>
                  <a:pt x="70" y="48"/>
                  <a:pt x="56" y="62"/>
                  <a:pt x="56" y="80"/>
                </a:cubicBezTo>
                <a:cubicBezTo>
                  <a:pt x="56" y="98"/>
                  <a:pt x="70" y="112"/>
                  <a:pt x="88" y="112"/>
                </a:cubicBezTo>
                <a:cubicBezTo>
                  <a:pt x="106" y="112"/>
                  <a:pt x="120" y="98"/>
                  <a:pt x="120" y="80"/>
                </a:cubicBezTo>
                <a:cubicBezTo>
                  <a:pt x="120" y="62"/>
                  <a:pt x="106" y="48"/>
                  <a:pt x="88" y="48"/>
                </a:cubicBezTo>
                <a:moveTo>
                  <a:pt x="97" y="74"/>
                </a:moveTo>
                <a:cubicBezTo>
                  <a:pt x="95" y="78"/>
                  <a:pt x="95" y="78"/>
                  <a:pt x="95" y="78"/>
                </a:cubicBezTo>
                <a:cubicBezTo>
                  <a:pt x="81" y="78"/>
                  <a:pt x="81" y="78"/>
                  <a:pt x="81" y="78"/>
                </a:cubicBezTo>
                <a:cubicBezTo>
                  <a:pt x="81" y="78"/>
                  <a:pt x="81" y="78"/>
                  <a:pt x="81" y="79"/>
                </a:cubicBezTo>
                <a:cubicBezTo>
                  <a:pt x="81" y="80"/>
                  <a:pt x="81" y="80"/>
                  <a:pt x="81" y="80"/>
                </a:cubicBezTo>
                <a:cubicBezTo>
                  <a:pt x="81" y="81"/>
                  <a:pt x="81" y="81"/>
                  <a:pt x="81" y="82"/>
                </a:cubicBezTo>
                <a:cubicBezTo>
                  <a:pt x="94" y="82"/>
                  <a:pt x="94" y="82"/>
                  <a:pt x="94" y="82"/>
                </a:cubicBezTo>
                <a:cubicBezTo>
                  <a:pt x="93" y="85"/>
                  <a:pt x="93" y="85"/>
                  <a:pt x="93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1" y="88"/>
                  <a:pt x="82" y="90"/>
                  <a:pt x="84" y="92"/>
                </a:cubicBezTo>
                <a:cubicBezTo>
                  <a:pt x="86" y="94"/>
                  <a:pt x="88" y="95"/>
                  <a:pt x="91" y="95"/>
                </a:cubicBezTo>
                <a:cubicBezTo>
                  <a:pt x="93" y="95"/>
                  <a:pt x="95" y="95"/>
                  <a:pt x="96" y="94"/>
                </a:cubicBezTo>
                <a:cubicBezTo>
                  <a:pt x="97" y="94"/>
                  <a:pt x="99" y="93"/>
                  <a:pt x="100" y="91"/>
                </a:cubicBezTo>
                <a:cubicBezTo>
                  <a:pt x="100" y="98"/>
                  <a:pt x="100" y="98"/>
                  <a:pt x="100" y="98"/>
                </a:cubicBezTo>
                <a:cubicBezTo>
                  <a:pt x="97" y="99"/>
                  <a:pt x="94" y="100"/>
                  <a:pt x="91" y="100"/>
                </a:cubicBezTo>
                <a:cubicBezTo>
                  <a:pt x="86" y="100"/>
                  <a:pt x="82" y="99"/>
                  <a:pt x="79" y="95"/>
                </a:cubicBezTo>
                <a:cubicBezTo>
                  <a:pt x="76" y="93"/>
                  <a:pt x="75" y="89"/>
                  <a:pt x="74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71" y="82"/>
                  <a:pt x="71" y="82"/>
                  <a:pt x="71" y="82"/>
                </a:cubicBezTo>
                <a:cubicBezTo>
                  <a:pt x="74" y="82"/>
                  <a:pt x="74" y="82"/>
                  <a:pt x="74" y="82"/>
                </a:cubicBezTo>
                <a:cubicBezTo>
                  <a:pt x="74" y="81"/>
                  <a:pt x="74" y="81"/>
                  <a:pt x="74" y="81"/>
                </a:cubicBezTo>
                <a:cubicBezTo>
                  <a:pt x="74" y="80"/>
                  <a:pt x="74" y="80"/>
                  <a:pt x="74" y="80"/>
                </a:cubicBezTo>
                <a:cubicBezTo>
                  <a:pt x="74" y="79"/>
                  <a:pt x="74" y="79"/>
                  <a:pt x="74" y="79"/>
                </a:cubicBezTo>
                <a:cubicBezTo>
                  <a:pt x="74" y="79"/>
                  <a:pt x="74" y="78"/>
                  <a:pt x="74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1" y="74"/>
                  <a:pt x="71" y="74"/>
                  <a:pt x="71" y="74"/>
                </a:cubicBezTo>
                <a:cubicBezTo>
                  <a:pt x="74" y="74"/>
                  <a:pt x="74" y="74"/>
                  <a:pt x="74" y="74"/>
                </a:cubicBezTo>
                <a:cubicBezTo>
                  <a:pt x="75" y="70"/>
                  <a:pt x="77" y="67"/>
                  <a:pt x="80" y="64"/>
                </a:cubicBezTo>
                <a:cubicBezTo>
                  <a:pt x="83" y="61"/>
                  <a:pt x="86" y="60"/>
                  <a:pt x="91" y="60"/>
                </a:cubicBezTo>
                <a:cubicBezTo>
                  <a:pt x="95" y="60"/>
                  <a:pt x="98" y="61"/>
                  <a:pt x="102" y="63"/>
                </a:cubicBezTo>
                <a:cubicBezTo>
                  <a:pt x="99" y="68"/>
                  <a:pt x="99" y="68"/>
                  <a:pt x="99" y="68"/>
                </a:cubicBezTo>
                <a:cubicBezTo>
                  <a:pt x="96" y="66"/>
                  <a:pt x="94" y="65"/>
                  <a:pt x="91" y="65"/>
                </a:cubicBezTo>
                <a:cubicBezTo>
                  <a:pt x="88" y="65"/>
                  <a:pt x="86" y="66"/>
                  <a:pt x="84" y="68"/>
                </a:cubicBezTo>
                <a:cubicBezTo>
                  <a:pt x="83" y="70"/>
                  <a:pt x="82" y="72"/>
                  <a:pt x="81" y="74"/>
                </a:cubicBezTo>
                <a:lnTo>
                  <a:pt x="97" y="74"/>
                </a:lnTo>
                <a:close/>
                <a:moveTo>
                  <a:pt x="44" y="48"/>
                </a:moveTo>
                <a:cubicBezTo>
                  <a:pt x="36" y="48"/>
                  <a:pt x="36" y="48"/>
                  <a:pt x="36" y="48"/>
                </a:cubicBez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6" y="56"/>
                  <a:pt x="48" y="54"/>
                  <a:pt x="48" y="52"/>
                </a:cubicBezTo>
                <a:cubicBezTo>
                  <a:pt x="48" y="50"/>
                  <a:pt x="46" y="48"/>
                  <a:pt x="44" y="4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256"/>
          <p:cNvSpPr>
            <a:spLocks noEditPoints="1"/>
          </p:cNvSpPr>
          <p:nvPr/>
        </p:nvSpPr>
        <p:spPr bwMode="auto">
          <a:xfrm>
            <a:off x="3466336" y="1805907"/>
            <a:ext cx="334275" cy="212573"/>
          </a:xfrm>
          <a:custGeom>
            <a:avLst/>
            <a:gdLst>
              <a:gd name="T0" fmla="*/ 104 w 176"/>
              <a:gd name="T1" fmla="*/ 92 h 112"/>
              <a:gd name="T2" fmla="*/ 112 w 176"/>
              <a:gd name="T3" fmla="*/ 92 h 112"/>
              <a:gd name="T4" fmla="*/ 168 w 176"/>
              <a:gd name="T5" fmla="*/ 0 h 112"/>
              <a:gd name="T6" fmla="*/ 32 w 176"/>
              <a:gd name="T7" fmla="*/ 8 h 112"/>
              <a:gd name="T8" fmla="*/ 36 w 176"/>
              <a:gd name="T9" fmla="*/ 16 h 112"/>
              <a:gd name="T10" fmla="*/ 40 w 176"/>
              <a:gd name="T11" fmla="*/ 8 h 112"/>
              <a:gd name="T12" fmla="*/ 168 w 176"/>
              <a:gd name="T13" fmla="*/ 80 h 112"/>
              <a:gd name="T14" fmla="*/ 152 w 176"/>
              <a:gd name="T15" fmla="*/ 84 h 112"/>
              <a:gd name="T16" fmla="*/ 168 w 176"/>
              <a:gd name="T17" fmla="*/ 88 h 112"/>
              <a:gd name="T18" fmla="*/ 176 w 176"/>
              <a:gd name="T19" fmla="*/ 8 h 112"/>
              <a:gd name="T20" fmla="*/ 136 w 176"/>
              <a:gd name="T21" fmla="*/ 24 h 112"/>
              <a:gd name="T22" fmla="*/ 0 w 176"/>
              <a:gd name="T23" fmla="*/ 32 h 112"/>
              <a:gd name="T24" fmla="*/ 8 w 176"/>
              <a:gd name="T25" fmla="*/ 112 h 112"/>
              <a:gd name="T26" fmla="*/ 144 w 176"/>
              <a:gd name="T27" fmla="*/ 104 h 112"/>
              <a:gd name="T28" fmla="*/ 136 w 176"/>
              <a:gd name="T29" fmla="*/ 24 h 112"/>
              <a:gd name="T30" fmla="*/ 16 w 176"/>
              <a:gd name="T31" fmla="*/ 36 h 112"/>
              <a:gd name="T32" fmla="*/ 8 w 176"/>
              <a:gd name="T33" fmla="*/ 36 h 112"/>
              <a:gd name="T34" fmla="*/ 12 w 176"/>
              <a:gd name="T35" fmla="*/ 104 h 112"/>
              <a:gd name="T36" fmla="*/ 12 w 176"/>
              <a:gd name="T37" fmla="*/ 96 h 112"/>
              <a:gd name="T38" fmla="*/ 12 w 176"/>
              <a:gd name="T39" fmla="*/ 104 h 112"/>
              <a:gd name="T40" fmla="*/ 128 w 176"/>
              <a:gd name="T41" fmla="*/ 100 h 112"/>
              <a:gd name="T42" fmla="*/ 136 w 176"/>
              <a:gd name="T43" fmla="*/ 100 h 112"/>
              <a:gd name="T44" fmla="*/ 136 w 176"/>
              <a:gd name="T45" fmla="*/ 89 h 112"/>
              <a:gd name="T46" fmla="*/ 120 w 176"/>
              <a:gd name="T47" fmla="*/ 100 h 112"/>
              <a:gd name="T48" fmla="*/ 23 w 176"/>
              <a:gd name="T49" fmla="*/ 104 h 112"/>
              <a:gd name="T50" fmla="*/ 12 w 176"/>
              <a:gd name="T51" fmla="*/ 88 h 112"/>
              <a:gd name="T52" fmla="*/ 8 w 176"/>
              <a:gd name="T53" fmla="*/ 47 h 112"/>
              <a:gd name="T54" fmla="*/ 24 w 176"/>
              <a:gd name="T55" fmla="*/ 36 h 112"/>
              <a:gd name="T56" fmla="*/ 121 w 176"/>
              <a:gd name="T57" fmla="*/ 32 h 112"/>
              <a:gd name="T58" fmla="*/ 132 w 176"/>
              <a:gd name="T59" fmla="*/ 48 h 112"/>
              <a:gd name="T60" fmla="*/ 136 w 176"/>
              <a:gd name="T61" fmla="*/ 89 h 112"/>
              <a:gd name="T62" fmla="*/ 128 w 176"/>
              <a:gd name="T63" fmla="*/ 36 h 112"/>
              <a:gd name="T64" fmla="*/ 136 w 176"/>
              <a:gd name="T65" fmla="*/ 36 h 112"/>
              <a:gd name="T66" fmla="*/ 36 w 176"/>
              <a:gd name="T67" fmla="*/ 40 h 112"/>
              <a:gd name="T68" fmla="*/ 36 w 176"/>
              <a:gd name="T69" fmla="*/ 48 h 112"/>
              <a:gd name="T70" fmla="*/ 36 w 176"/>
              <a:gd name="T71" fmla="*/ 40 h 112"/>
              <a:gd name="T72" fmla="*/ 44 w 176"/>
              <a:gd name="T73" fmla="*/ 68 h 112"/>
              <a:gd name="T74" fmla="*/ 100 w 176"/>
              <a:gd name="T75" fmla="*/ 68 h 112"/>
              <a:gd name="T76" fmla="*/ 79 w 176"/>
              <a:gd name="T77" fmla="*/ 63 h 112"/>
              <a:gd name="T78" fmla="*/ 67 w 176"/>
              <a:gd name="T79" fmla="*/ 66 h 112"/>
              <a:gd name="T80" fmla="*/ 67 w 176"/>
              <a:gd name="T81" fmla="*/ 68 h 112"/>
              <a:gd name="T82" fmla="*/ 77 w 176"/>
              <a:gd name="T83" fmla="*/ 69 h 112"/>
              <a:gd name="T84" fmla="*/ 67 w 176"/>
              <a:gd name="T85" fmla="*/ 72 h 112"/>
              <a:gd name="T86" fmla="*/ 74 w 176"/>
              <a:gd name="T87" fmla="*/ 80 h 112"/>
              <a:gd name="T88" fmla="*/ 81 w 176"/>
              <a:gd name="T89" fmla="*/ 77 h 112"/>
              <a:gd name="T90" fmla="*/ 74 w 176"/>
              <a:gd name="T91" fmla="*/ 84 h 112"/>
              <a:gd name="T92" fmla="*/ 62 w 176"/>
              <a:gd name="T93" fmla="*/ 72 h 112"/>
              <a:gd name="T94" fmla="*/ 59 w 176"/>
              <a:gd name="T95" fmla="*/ 69 h 112"/>
              <a:gd name="T96" fmla="*/ 61 w 176"/>
              <a:gd name="T97" fmla="*/ 69 h 112"/>
              <a:gd name="T98" fmla="*/ 61 w 176"/>
              <a:gd name="T99" fmla="*/ 67 h 112"/>
              <a:gd name="T100" fmla="*/ 58 w 176"/>
              <a:gd name="T101" fmla="*/ 66 h 112"/>
              <a:gd name="T102" fmla="*/ 62 w 176"/>
              <a:gd name="T103" fmla="*/ 63 h 112"/>
              <a:gd name="T104" fmla="*/ 74 w 176"/>
              <a:gd name="T105" fmla="*/ 52 h 112"/>
              <a:gd name="T106" fmla="*/ 80 w 176"/>
              <a:gd name="T107" fmla="*/ 59 h 112"/>
              <a:gd name="T108" fmla="*/ 69 w 176"/>
              <a:gd name="T109" fmla="*/ 58 h 112"/>
              <a:gd name="T110" fmla="*/ 79 w 176"/>
              <a:gd name="T111" fmla="*/ 63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12">
                <a:moveTo>
                  <a:pt x="108" y="88"/>
                </a:moveTo>
                <a:cubicBezTo>
                  <a:pt x="106" y="88"/>
                  <a:pt x="104" y="90"/>
                  <a:pt x="104" y="92"/>
                </a:cubicBezTo>
                <a:cubicBezTo>
                  <a:pt x="104" y="94"/>
                  <a:pt x="106" y="96"/>
                  <a:pt x="108" y="96"/>
                </a:cubicBez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4"/>
                  <a:pt x="34" y="16"/>
                  <a:pt x="36" y="16"/>
                </a:cubicBezTo>
                <a:cubicBezTo>
                  <a:pt x="38" y="16"/>
                  <a:pt x="40" y="14"/>
                  <a:pt x="40" y="12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154" y="80"/>
                  <a:pt x="152" y="82"/>
                  <a:pt x="152" y="84"/>
                </a:cubicBezTo>
                <a:cubicBezTo>
                  <a:pt x="152" y="86"/>
                  <a:pt x="154" y="88"/>
                  <a:pt x="15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36" y="24"/>
                </a:move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40" y="112"/>
                  <a:pt x="144" y="108"/>
                  <a:pt x="144" y="104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28"/>
                  <a:pt x="140" y="24"/>
                  <a:pt x="136" y="24"/>
                </a:cubicBezTo>
                <a:moveTo>
                  <a:pt x="12" y="32"/>
                </a:moveTo>
                <a:cubicBezTo>
                  <a:pt x="14" y="32"/>
                  <a:pt x="16" y="34"/>
                  <a:pt x="16" y="36"/>
                </a:cubicBezTo>
                <a:cubicBezTo>
                  <a:pt x="16" y="38"/>
                  <a:pt x="14" y="40"/>
                  <a:pt x="12" y="40"/>
                </a:cubicBezTo>
                <a:cubicBezTo>
                  <a:pt x="10" y="40"/>
                  <a:pt x="8" y="38"/>
                  <a:pt x="8" y="36"/>
                </a:cubicBezTo>
                <a:cubicBezTo>
                  <a:pt x="8" y="34"/>
                  <a:pt x="10" y="32"/>
                  <a:pt x="12" y="32"/>
                </a:cubicBezTo>
                <a:moveTo>
                  <a:pt x="12" y="104"/>
                </a:moveTo>
                <a:cubicBezTo>
                  <a:pt x="10" y="104"/>
                  <a:pt x="8" y="102"/>
                  <a:pt x="8" y="100"/>
                </a:cubicBezTo>
                <a:cubicBezTo>
                  <a:pt x="8" y="98"/>
                  <a:pt x="10" y="96"/>
                  <a:pt x="12" y="96"/>
                </a:cubicBezTo>
                <a:cubicBezTo>
                  <a:pt x="14" y="96"/>
                  <a:pt x="16" y="98"/>
                  <a:pt x="16" y="100"/>
                </a:cubicBezTo>
                <a:cubicBezTo>
                  <a:pt x="16" y="102"/>
                  <a:pt x="14" y="104"/>
                  <a:pt x="12" y="104"/>
                </a:cubicBezTo>
                <a:moveTo>
                  <a:pt x="132" y="104"/>
                </a:moveTo>
                <a:cubicBezTo>
                  <a:pt x="130" y="104"/>
                  <a:pt x="128" y="102"/>
                  <a:pt x="128" y="100"/>
                </a:cubicBezTo>
                <a:cubicBezTo>
                  <a:pt x="128" y="98"/>
                  <a:pt x="130" y="96"/>
                  <a:pt x="132" y="96"/>
                </a:cubicBezTo>
                <a:cubicBezTo>
                  <a:pt x="134" y="96"/>
                  <a:pt x="136" y="98"/>
                  <a:pt x="136" y="100"/>
                </a:cubicBezTo>
                <a:cubicBezTo>
                  <a:pt x="136" y="102"/>
                  <a:pt x="134" y="104"/>
                  <a:pt x="132" y="104"/>
                </a:cubicBezTo>
                <a:moveTo>
                  <a:pt x="136" y="89"/>
                </a:moveTo>
                <a:cubicBezTo>
                  <a:pt x="135" y="88"/>
                  <a:pt x="133" y="88"/>
                  <a:pt x="132" y="88"/>
                </a:cubicBezTo>
                <a:cubicBezTo>
                  <a:pt x="125" y="88"/>
                  <a:pt x="120" y="93"/>
                  <a:pt x="120" y="100"/>
                </a:cubicBezTo>
                <a:cubicBezTo>
                  <a:pt x="120" y="101"/>
                  <a:pt x="120" y="103"/>
                  <a:pt x="121" y="104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4" y="103"/>
                  <a:pt x="24" y="101"/>
                  <a:pt x="24" y="100"/>
                </a:cubicBezTo>
                <a:cubicBezTo>
                  <a:pt x="24" y="93"/>
                  <a:pt x="19" y="88"/>
                  <a:pt x="12" y="88"/>
                </a:cubicBezTo>
                <a:cubicBezTo>
                  <a:pt x="11" y="88"/>
                  <a:pt x="9" y="88"/>
                  <a:pt x="8" y="89"/>
                </a:cubicBezTo>
                <a:cubicBezTo>
                  <a:pt x="8" y="47"/>
                  <a:pt x="8" y="47"/>
                  <a:pt x="8" y="47"/>
                </a:cubicBezTo>
                <a:cubicBezTo>
                  <a:pt x="9" y="48"/>
                  <a:pt x="11" y="48"/>
                  <a:pt x="12" y="48"/>
                </a:cubicBezTo>
                <a:cubicBezTo>
                  <a:pt x="19" y="48"/>
                  <a:pt x="24" y="43"/>
                  <a:pt x="24" y="36"/>
                </a:cubicBezTo>
                <a:cubicBezTo>
                  <a:pt x="24" y="35"/>
                  <a:pt x="24" y="33"/>
                  <a:pt x="23" y="32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0" y="33"/>
                  <a:pt x="120" y="35"/>
                  <a:pt x="120" y="36"/>
                </a:cubicBezTo>
                <a:cubicBezTo>
                  <a:pt x="120" y="43"/>
                  <a:pt x="125" y="48"/>
                  <a:pt x="132" y="48"/>
                </a:cubicBezTo>
                <a:cubicBezTo>
                  <a:pt x="133" y="48"/>
                  <a:pt x="135" y="48"/>
                  <a:pt x="136" y="47"/>
                </a:cubicBezTo>
                <a:lnTo>
                  <a:pt x="136" y="89"/>
                </a:lnTo>
                <a:close/>
                <a:moveTo>
                  <a:pt x="132" y="40"/>
                </a:moveTo>
                <a:cubicBezTo>
                  <a:pt x="130" y="40"/>
                  <a:pt x="128" y="38"/>
                  <a:pt x="128" y="36"/>
                </a:cubicBezTo>
                <a:cubicBezTo>
                  <a:pt x="128" y="34"/>
                  <a:pt x="130" y="32"/>
                  <a:pt x="132" y="32"/>
                </a:cubicBezTo>
                <a:cubicBezTo>
                  <a:pt x="134" y="32"/>
                  <a:pt x="136" y="34"/>
                  <a:pt x="136" y="36"/>
                </a:cubicBezTo>
                <a:cubicBezTo>
                  <a:pt x="136" y="38"/>
                  <a:pt x="134" y="40"/>
                  <a:pt x="132" y="40"/>
                </a:cubicBezTo>
                <a:moveTo>
                  <a:pt x="36" y="40"/>
                </a:moveTo>
                <a:cubicBezTo>
                  <a:pt x="34" y="40"/>
                  <a:pt x="32" y="42"/>
                  <a:pt x="32" y="44"/>
                </a:cubicBezTo>
                <a:cubicBezTo>
                  <a:pt x="32" y="46"/>
                  <a:pt x="34" y="48"/>
                  <a:pt x="36" y="48"/>
                </a:cubicBezTo>
                <a:cubicBezTo>
                  <a:pt x="38" y="48"/>
                  <a:pt x="40" y="46"/>
                  <a:pt x="40" y="44"/>
                </a:cubicBezTo>
                <a:cubicBezTo>
                  <a:pt x="40" y="42"/>
                  <a:pt x="38" y="40"/>
                  <a:pt x="36" y="40"/>
                </a:cubicBezTo>
                <a:moveTo>
                  <a:pt x="72" y="40"/>
                </a:moveTo>
                <a:cubicBezTo>
                  <a:pt x="57" y="40"/>
                  <a:pt x="44" y="53"/>
                  <a:pt x="44" y="68"/>
                </a:cubicBezTo>
                <a:cubicBezTo>
                  <a:pt x="44" y="83"/>
                  <a:pt x="57" y="96"/>
                  <a:pt x="72" y="96"/>
                </a:cubicBezTo>
                <a:cubicBezTo>
                  <a:pt x="87" y="96"/>
                  <a:pt x="100" y="83"/>
                  <a:pt x="100" y="68"/>
                </a:cubicBezTo>
                <a:cubicBezTo>
                  <a:pt x="100" y="53"/>
                  <a:pt x="87" y="40"/>
                  <a:pt x="72" y="40"/>
                </a:cubicBezTo>
                <a:moveTo>
                  <a:pt x="79" y="63"/>
                </a:moveTo>
                <a:cubicBezTo>
                  <a:pt x="77" y="66"/>
                  <a:pt x="77" y="66"/>
                  <a:pt x="77" y="66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66"/>
                  <a:pt x="67" y="67"/>
                  <a:pt x="67" y="67"/>
                </a:cubicBezTo>
                <a:cubicBezTo>
                  <a:pt x="67" y="68"/>
                  <a:pt x="67" y="68"/>
                  <a:pt x="67" y="68"/>
                </a:cubicBezTo>
                <a:cubicBezTo>
                  <a:pt x="67" y="69"/>
                  <a:pt x="67" y="69"/>
                  <a:pt x="6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6" y="72"/>
                  <a:pt x="76" y="72"/>
                  <a:pt x="76" y="72"/>
                </a:cubicBezTo>
                <a:cubicBezTo>
                  <a:pt x="67" y="72"/>
                  <a:pt x="67" y="72"/>
                  <a:pt x="67" y="72"/>
                </a:cubicBezTo>
                <a:cubicBezTo>
                  <a:pt x="67" y="74"/>
                  <a:pt x="68" y="76"/>
                  <a:pt x="69" y="78"/>
                </a:cubicBezTo>
                <a:cubicBezTo>
                  <a:pt x="70" y="79"/>
                  <a:pt x="72" y="80"/>
                  <a:pt x="74" y="80"/>
                </a:cubicBezTo>
                <a:cubicBezTo>
                  <a:pt x="76" y="80"/>
                  <a:pt x="77" y="80"/>
                  <a:pt x="78" y="79"/>
                </a:cubicBezTo>
                <a:cubicBezTo>
                  <a:pt x="79" y="79"/>
                  <a:pt x="80" y="78"/>
                  <a:pt x="81" y="77"/>
                </a:cubicBezTo>
                <a:cubicBezTo>
                  <a:pt x="81" y="82"/>
                  <a:pt x="81" y="82"/>
                  <a:pt x="81" y="82"/>
                </a:cubicBezTo>
                <a:cubicBezTo>
                  <a:pt x="79" y="83"/>
                  <a:pt x="77" y="84"/>
                  <a:pt x="74" y="84"/>
                </a:cubicBezTo>
                <a:cubicBezTo>
                  <a:pt x="70" y="84"/>
                  <a:pt x="67" y="83"/>
                  <a:pt x="65" y="80"/>
                </a:cubicBezTo>
                <a:cubicBezTo>
                  <a:pt x="63" y="78"/>
                  <a:pt x="62" y="76"/>
                  <a:pt x="62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9" y="69"/>
                  <a:pt x="59" y="69"/>
                  <a:pt x="59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68"/>
                  <a:pt x="61" y="67"/>
                  <a:pt x="61" y="67"/>
                </a:cubicBezTo>
                <a:cubicBezTo>
                  <a:pt x="61" y="67"/>
                  <a:pt x="61" y="67"/>
                  <a:pt x="61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9" y="63"/>
                  <a:pt x="59" y="63"/>
                  <a:pt x="59" y="63"/>
                </a:cubicBezTo>
                <a:cubicBezTo>
                  <a:pt x="62" y="63"/>
                  <a:pt x="62" y="63"/>
                  <a:pt x="62" y="63"/>
                </a:cubicBezTo>
                <a:cubicBezTo>
                  <a:pt x="62" y="60"/>
                  <a:pt x="64" y="57"/>
                  <a:pt x="66" y="55"/>
                </a:cubicBezTo>
                <a:cubicBezTo>
                  <a:pt x="68" y="53"/>
                  <a:pt x="71" y="52"/>
                  <a:pt x="74" y="52"/>
                </a:cubicBezTo>
                <a:cubicBezTo>
                  <a:pt x="77" y="52"/>
                  <a:pt x="80" y="53"/>
                  <a:pt x="82" y="55"/>
                </a:cubicBezTo>
                <a:cubicBezTo>
                  <a:pt x="80" y="59"/>
                  <a:pt x="80" y="59"/>
                  <a:pt x="80" y="59"/>
                </a:cubicBezTo>
                <a:cubicBezTo>
                  <a:pt x="78" y="57"/>
                  <a:pt x="76" y="56"/>
                  <a:pt x="74" y="56"/>
                </a:cubicBezTo>
                <a:cubicBezTo>
                  <a:pt x="72" y="56"/>
                  <a:pt x="70" y="57"/>
                  <a:pt x="69" y="58"/>
                </a:cubicBezTo>
                <a:cubicBezTo>
                  <a:pt x="68" y="60"/>
                  <a:pt x="67" y="61"/>
                  <a:pt x="67" y="63"/>
                </a:cubicBezTo>
                <a:lnTo>
                  <a:pt x="79" y="6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257"/>
          <p:cNvSpPr>
            <a:spLocks noEditPoints="1"/>
          </p:cNvSpPr>
          <p:nvPr/>
        </p:nvSpPr>
        <p:spPr bwMode="auto">
          <a:xfrm>
            <a:off x="4105677" y="1820511"/>
            <a:ext cx="334275" cy="183364"/>
          </a:xfrm>
          <a:custGeom>
            <a:avLst/>
            <a:gdLst>
              <a:gd name="T0" fmla="*/ 8 w 176"/>
              <a:gd name="T1" fmla="*/ 0 h 96"/>
              <a:gd name="T2" fmla="*/ 0 w 176"/>
              <a:gd name="T3" fmla="*/ 88 h 96"/>
              <a:gd name="T4" fmla="*/ 168 w 176"/>
              <a:gd name="T5" fmla="*/ 96 h 96"/>
              <a:gd name="T6" fmla="*/ 176 w 176"/>
              <a:gd name="T7" fmla="*/ 8 h 96"/>
              <a:gd name="T8" fmla="*/ 12 w 176"/>
              <a:gd name="T9" fmla="*/ 8 h 96"/>
              <a:gd name="T10" fmla="*/ 12 w 176"/>
              <a:gd name="T11" fmla="*/ 16 h 96"/>
              <a:gd name="T12" fmla="*/ 12 w 176"/>
              <a:gd name="T13" fmla="*/ 8 h 96"/>
              <a:gd name="T14" fmla="*/ 8 w 176"/>
              <a:gd name="T15" fmla="*/ 84 h 96"/>
              <a:gd name="T16" fmla="*/ 16 w 176"/>
              <a:gd name="T17" fmla="*/ 84 h 96"/>
              <a:gd name="T18" fmla="*/ 164 w 176"/>
              <a:gd name="T19" fmla="*/ 88 h 96"/>
              <a:gd name="T20" fmla="*/ 164 w 176"/>
              <a:gd name="T21" fmla="*/ 80 h 96"/>
              <a:gd name="T22" fmla="*/ 164 w 176"/>
              <a:gd name="T23" fmla="*/ 88 h 96"/>
              <a:gd name="T24" fmla="*/ 164 w 176"/>
              <a:gd name="T25" fmla="*/ 72 h 96"/>
              <a:gd name="T26" fmla="*/ 153 w 176"/>
              <a:gd name="T27" fmla="*/ 88 h 96"/>
              <a:gd name="T28" fmla="*/ 24 w 176"/>
              <a:gd name="T29" fmla="*/ 84 h 96"/>
              <a:gd name="T30" fmla="*/ 8 w 176"/>
              <a:gd name="T31" fmla="*/ 73 h 96"/>
              <a:gd name="T32" fmla="*/ 12 w 176"/>
              <a:gd name="T33" fmla="*/ 24 h 96"/>
              <a:gd name="T34" fmla="*/ 23 w 176"/>
              <a:gd name="T35" fmla="*/ 8 h 96"/>
              <a:gd name="T36" fmla="*/ 152 w 176"/>
              <a:gd name="T37" fmla="*/ 12 h 96"/>
              <a:gd name="T38" fmla="*/ 168 w 176"/>
              <a:gd name="T39" fmla="*/ 23 h 96"/>
              <a:gd name="T40" fmla="*/ 164 w 176"/>
              <a:gd name="T41" fmla="*/ 16 h 96"/>
              <a:gd name="T42" fmla="*/ 164 w 176"/>
              <a:gd name="T43" fmla="*/ 8 h 96"/>
              <a:gd name="T44" fmla="*/ 164 w 176"/>
              <a:gd name="T45" fmla="*/ 16 h 96"/>
              <a:gd name="T46" fmla="*/ 36 w 176"/>
              <a:gd name="T47" fmla="*/ 16 h 96"/>
              <a:gd name="T48" fmla="*/ 36 w 176"/>
              <a:gd name="T49" fmla="*/ 24 h 96"/>
              <a:gd name="T50" fmla="*/ 48 w 176"/>
              <a:gd name="T51" fmla="*/ 20 h 96"/>
              <a:gd name="T52" fmla="*/ 140 w 176"/>
              <a:gd name="T53" fmla="*/ 72 h 96"/>
              <a:gd name="T54" fmla="*/ 128 w 176"/>
              <a:gd name="T55" fmla="*/ 76 h 96"/>
              <a:gd name="T56" fmla="*/ 140 w 176"/>
              <a:gd name="T57" fmla="*/ 80 h 96"/>
              <a:gd name="T58" fmla="*/ 140 w 176"/>
              <a:gd name="T59" fmla="*/ 72 h 96"/>
              <a:gd name="T60" fmla="*/ 56 w 176"/>
              <a:gd name="T61" fmla="*/ 48 h 96"/>
              <a:gd name="T62" fmla="*/ 120 w 176"/>
              <a:gd name="T63" fmla="*/ 48 h 96"/>
              <a:gd name="T64" fmla="*/ 105 w 176"/>
              <a:gd name="T65" fmla="*/ 43 h 96"/>
              <a:gd name="T66" fmla="*/ 103 w 176"/>
              <a:gd name="T67" fmla="*/ 59 h 96"/>
              <a:gd name="T68" fmla="*/ 87 w 176"/>
              <a:gd name="T69" fmla="*/ 72 h 96"/>
              <a:gd name="T70" fmla="*/ 84 w 176"/>
              <a:gd name="T71" fmla="*/ 64 h 96"/>
              <a:gd name="T72" fmla="*/ 79 w 176"/>
              <a:gd name="T73" fmla="*/ 70 h 96"/>
              <a:gd name="T74" fmla="*/ 77 w 176"/>
              <a:gd name="T75" fmla="*/ 62 h 96"/>
              <a:gd name="T76" fmla="*/ 69 w 176"/>
              <a:gd name="T77" fmla="*/ 60 h 96"/>
              <a:gd name="T78" fmla="*/ 74 w 176"/>
              <a:gd name="T79" fmla="*/ 56 h 96"/>
              <a:gd name="T80" fmla="*/ 78 w 176"/>
              <a:gd name="T81" fmla="*/ 44 h 96"/>
              <a:gd name="T82" fmla="*/ 78 w 176"/>
              <a:gd name="T83" fmla="*/ 44 h 96"/>
              <a:gd name="T84" fmla="*/ 78 w 176"/>
              <a:gd name="T85" fmla="*/ 34 h 96"/>
              <a:gd name="T86" fmla="*/ 76 w 176"/>
              <a:gd name="T87" fmla="*/ 29 h 96"/>
              <a:gd name="T88" fmla="*/ 82 w 176"/>
              <a:gd name="T89" fmla="*/ 30 h 96"/>
              <a:gd name="T90" fmla="*/ 86 w 176"/>
              <a:gd name="T91" fmla="*/ 24 h 96"/>
              <a:gd name="T92" fmla="*/ 89 w 176"/>
              <a:gd name="T93" fmla="*/ 32 h 96"/>
              <a:gd name="T94" fmla="*/ 94 w 176"/>
              <a:gd name="T95" fmla="*/ 26 h 96"/>
              <a:gd name="T96" fmla="*/ 96 w 176"/>
              <a:gd name="T97" fmla="*/ 34 h 96"/>
              <a:gd name="T98" fmla="*/ 88 w 176"/>
              <a:gd name="T99" fmla="*/ 37 h 96"/>
              <a:gd name="T100" fmla="*/ 96 w 176"/>
              <a:gd name="T101" fmla="*/ 43 h 96"/>
              <a:gd name="T102" fmla="*/ 85 w 176"/>
              <a:gd name="T103" fmla="*/ 49 h 96"/>
              <a:gd name="T104" fmla="*/ 95 w 176"/>
              <a:gd name="T105" fmla="*/ 5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96"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2" y="96"/>
                  <a:pt x="176" y="92"/>
                  <a:pt x="176" y="8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2" y="8"/>
                </a:moveTo>
                <a:cubicBezTo>
                  <a:pt x="14" y="8"/>
                  <a:pt x="16" y="10"/>
                  <a:pt x="16" y="12"/>
                </a:cubicBezTo>
                <a:cubicBezTo>
                  <a:pt x="16" y="14"/>
                  <a:pt x="14" y="16"/>
                  <a:pt x="12" y="16"/>
                </a:cubicBezTo>
                <a:cubicBezTo>
                  <a:pt x="10" y="16"/>
                  <a:pt x="8" y="14"/>
                  <a:pt x="8" y="12"/>
                </a:cubicBezTo>
                <a:cubicBezTo>
                  <a:pt x="8" y="10"/>
                  <a:pt x="10" y="8"/>
                  <a:pt x="12" y="8"/>
                </a:cubicBezTo>
                <a:moveTo>
                  <a:pt x="12" y="88"/>
                </a:moveTo>
                <a:cubicBezTo>
                  <a:pt x="10" y="88"/>
                  <a:pt x="8" y="86"/>
                  <a:pt x="8" y="84"/>
                </a:cubicBezTo>
                <a:cubicBezTo>
                  <a:pt x="8" y="82"/>
                  <a:pt x="10" y="80"/>
                  <a:pt x="12" y="80"/>
                </a:cubicBezTo>
                <a:cubicBezTo>
                  <a:pt x="14" y="80"/>
                  <a:pt x="16" y="82"/>
                  <a:pt x="16" y="84"/>
                </a:cubicBezTo>
                <a:cubicBezTo>
                  <a:pt x="16" y="86"/>
                  <a:pt x="14" y="88"/>
                  <a:pt x="12" y="88"/>
                </a:cubicBezTo>
                <a:moveTo>
                  <a:pt x="164" y="88"/>
                </a:moveTo>
                <a:cubicBezTo>
                  <a:pt x="162" y="88"/>
                  <a:pt x="160" y="86"/>
                  <a:pt x="160" y="84"/>
                </a:cubicBezTo>
                <a:cubicBezTo>
                  <a:pt x="160" y="82"/>
                  <a:pt x="162" y="80"/>
                  <a:pt x="164" y="80"/>
                </a:cubicBezTo>
                <a:cubicBezTo>
                  <a:pt x="166" y="80"/>
                  <a:pt x="168" y="82"/>
                  <a:pt x="168" y="84"/>
                </a:cubicBezTo>
                <a:cubicBezTo>
                  <a:pt x="168" y="86"/>
                  <a:pt x="166" y="88"/>
                  <a:pt x="164" y="88"/>
                </a:cubicBezTo>
                <a:moveTo>
                  <a:pt x="168" y="73"/>
                </a:moveTo>
                <a:cubicBezTo>
                  <a:pt x="167" y="72"/>
                  <a:pt x="165" y="72"/>
                  <a:pt x="164" y="72"/>
                </a:cubicBezTo>
                <a:cubicBezTo>
                  <a:pt x="157" y="72"/>
                  <a:pt x="152" y="77"/>
                  <a:pt x="152" y="84"/>
                </a:cubicBezTo>
                <a:cubicBezTo>
                  <a:pt x="152" y="85"/>
                  <a:pt x="152" y="87"/>
                  <a:pt x="153" y="88"/>
                </a:cubicBezTo>
                <a:cubicBezTo>
                  <a:pt x="23" y="88"/>
                  <a:pt x="23" y="88"/>
                  <a:pt x="23" y="88"/>
                </a:cubicBezTo>
                <a:cubicBezTo>
                  <a:pt x="24" y="87"/>
                  <a:pt x="24" y="85"/>
                  <a:pt x="24" y="84"/>
                </a:cubicBezTo>
                <a:cubicBezTo>
                  <a:pt x="24" y="77"/>
                  <a:pt x="19" y="72"/>
                  <a:pt x="12" y="72"/>
                </a:cubicBezTo>
                <a:cubicBezTo>
                  <a:pt x="11" y="72"/>
                  <a:pt x="9" y="72"/>
                  <a:pt x="8" y="73"/>
                </a:cubicBezTo>
                <a:cubicBezTo>
                  <a:pt x="8" y="23"/>
                  <a:pt x="8" y="23"/>
                  <a:pt x="8" y="23"/>
                </a:cubicBezTo>
                <a:cubicBezTo>
                  <a:pt x="9" y="24"/>
                  <a:pt x="11" y="24"/>
                  <a:pt x="12" y="24"/>
                </a:cubicBezTo>
                <a:cubicBezTo>
                  <a:pt x="19" y="24"/>
                  <a:pt x="24" y="19"/>
                  <a:pt x="24" y="12"/>
                </a:cubicBezTo>
                <a:cubicBezTo>
                  <a:pt x="24" y="11"/>
                  <a:pt x="24" y="9"/>
                  <a:pt x="23" y="8"/>
                </a:cubicBezTo>
                <a:cubicBezTo>
                  <a:pt x="153" y="8"/>
                  <a:pt x="153" y="8"/>
                  <a:pt x="153" y="8"/>
                </a:cubicBezTo>
                <a:cubicBezTo>
                  <a:pt x="152" y="9"/>
                  <a:pt x="152" y="11"/>
                  <a:pt x="152" y="12"/>
                </a:cubicBezTo>
                <a:cubicBezTo>
                  <a:pt x="152" y="19"/>
                  <a:pt x="157" y="24"/>
                  <a:pt x="164" y="24"/>
                </a:cubicBezTo>
                <a:cubicBezTo>
                  <a:pt x="165" y="24"/>
                  <a:pt x="167" y="24"/>
                  <a:pt x="168" y="23"/>
                </a:cubicBezTo>
                <a:lnTo>
                  <a:pt x="168" y="73"/>
                </a:lnTo>
                <a:close/>
                <a:moveTo>
                  <a:pt x="164" y="16"/>
                </a:moveTo>
                <a:cubicBezTo>
                  <a:pt x="162" y="16"/>
                  <a:pt x="160" y="14"/>
                  <a:pt x="160" y="12"/>
                </a:cubicBezTo>
                <a:cubicBezTo>
                  <a:pt x="160" y="10"/>
                  <a:pt x="162" y="8"/>
                  <a:pt x="164" y="8"/>
                </a:cubicBezTo>
                <a:cubicBezTo>
                  <a:pt x="166" y="8"/>
                  <a:pt x="168" y="10"/>
                  <a:pt x="168" y="12"/>
                </a:cubicBezTo>
                <a:cubicBezTo>
                  <a:pt x="168" y="14"/>
                  <a:pt x="166" y="16"/>
                  <a:pt x="164" y="16"/>
                </a:cubicBezTo>
                <a:moveTo>
                  <a:pt x="44" y="16"/>
                </a:moveTo>
                <a:cubicBezTo>
                  <a:pt x="36" y="16"/>
                  <a:pt x="36" y="16"/>
                  <a:pt x="36" y="16"/>
                </a:cubicBez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6" y="24"/>
                  <a:pt x="48" y="22"/>
                  <a:pt x="48" y="20"/>
                </a:cubicBezTo>
                <a:cubicBezTo>
                  <a:pt x="48" y="18"/>
                  <a:pt x="46" y="16"/>
                  <a:pt x="44" y="16"/>
                </a:cubicBezTo>
                <a:moveTo>
                  <a:pt x="140" y="72"/>
                </a:moveTo>
                <a:cubicBezTo>
                  <a:pt x="132" y="72"/>
                  <a:pt x="132" y="72"/>
                  <a:pt x="132" y="72"/>
                </a:cubicBezTo>
                <a:cubicBezTo>
                  <a:pt x="130" y="72"/>
                  <a:pt x="128" y="74"/>
                  <a:pt x="128" y="76"/>
                </a:cubicBezTo>
                <a:cubicBezTo>
                  <a:pt x="128" y="78"/>
                  <a:pt x="130" y="80"/>
                  <a:pt x="132" y="80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142" y="80"/>
                  <a:pt x="144" y="78"/>
                  <a:pt x="144" y="76"/>
                </a:cubicBezTo>
                <a:cubicBezTo>
                  <a:pt x="144" y="74"/>
                  <a:pt x="142" y="72"/>
                  <a:pt x="140" y="72"/>
                </a:cubicBezTo>
                <a:moveTo>
                  <a:pt x="88" y="16"/>
                </a:moveTo>
                <a:cubicBezTo>
                  <a:pt x="70" y="16"/>
                  <a:pt x="56" y="30"/>
                  <a:pt x="56" y="48"/>
                </a:cubicBezTo>
                <a:cubicBezTo>
                  <a:pt x="56" y="66"/>
                  <a:pt x="70" y="80"/>
                  <a:pt x="88" y="80"/>
                </a:cubicBezTo>
                <a:cubicBezTo>
                  <a:pt x="106" y="80"/>
                  <a:pt x="120" y="66"/>
                  <a:pt x="120" y="48"/>
                </a:cubicBezTo>
                <a:cubicBezTo>
                  <a:pt x="120" y="30"/>
                  <a:pt x="106" y="16"/>
                  <a:pt x="88" y="16"/>
                </a:cubicBezTo>
                <a:moveTo>
                  <a:pt x="105" y="43"/>
                </a:moveTo>
                <a:cubicBezTo>
                  <a:pt x="104" y="47"/>
                  <a:pt x="102" y="49"/>
                  <a:pt x="99" y="49"/>
                </a:cubicBezTo>
                <a:cubicBezTo>
                  <a:pt x="103" y="51"/>
                  <a:pt x="105" y="54"/>
                  <a:pt x="103" y="59"/>
                </a:cubicBezTo>
                <a:cubicBezTo>
                  <a:pt x="101" y="66"/>
                  <a:pt x="96" y="66"/>
                  <a:pt x="89" y="65"/>
                </a:cubicBezTo>
                <a:cubicBezTo>
                  <a:pt x="87" y="72"/>
                  <a:pt x="87" y="72"/>
                  <a:pt x="87" y="72"/>
                </a:cubicBezTo>
                <a:cubicBezTo>
                  <a:pt x="83" y="71"/>
                  <a:pt x="83" y="71"/>
                  <a:pt x="83" y="71"/>
                </a:cubicBezTo>
                <a:cubicBezTo>
                  <a:pt x="84" y="64"/>
                  <a:pt x="84" y="64"/>
                  <a:pt x="84" y="64"/>
                </a:cubicBezTo>
                <a:cubicBezTo>
                  <a:pt x="83" y="64"/>
                  <a:pt x="82" y="64"/>
                  <a:pt x="81" y="63"/>
                </a:cubicBezTo>
                <a:cubicBezTo>
                  <a:pt x="79" y="70"/>
                  <a:pt x="79" y="70"/>
                  <a:pt x="79" y="70"/>
                </a:cubicBezTo>
                <a:cubicBezTo>
                  <a:pt x="75" y="69"/>
                  <a:pt x="75" y="69"/>
                  <a:pt x="75" y="69"/>
                </a:cubicBezTo>
                <a:cubicBezTo>
                  <a:pt x="77" y="62"/>
                  <a:pt x="77" y="62"/>
                  <a:pt x="77" y="62"/>
                </a:cubicBezTo>
                <a:cubicBezTo>
                  <a:pt x="76" y="62"/>
                  <a:pt x="75" y="62"/>
                  <a:pt x="74" y="61"/>
                </a:cubicBezTo>
                <a:cubicBezTo>
                  <a:pt x="69" y="60"/>
                  <a:pt x="69" y="60"/>
                  <a:pt x="69" y="60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4" y="56"/>
                  <a:pt x="74" y="56"/>
                </a:cubicBezTo>
                <a:cubicBezTo>
                  <a:pt x="75" y="56"/>
                  <a:pt x="75" y="56"/>
                  <a:pt x="76" y="55"/>
                </a:cubicBezTo>
                <a:cubicBezTo>
                  <a:pt x="78" y="44"/>
                  <a:pt x="78" y="44"/>
                  <a:pt x="78" y="44"/>
                </a:cubicBezTo>
                <a:cubicBezTo>
                  <a:pt x="78" y="44"/>
                  <a:pt x="79" y="44"/>
                  <a:pt x="79" y="44"/>
                </a:cubicBezTo>
                <a:cubicBezTo>
                  <a:pt x="79" y="44"/>
                  <a:pt x="78" y="44"/>
                  <a:pt x="78" y="44"/>
                </a:cubicBezTo>
                <a:cubicBezTo>
                  <a:pt x="80" y="36"/>
                  <a:pt x="80" y="36"/>
                  <a:pt x="80" y="36"/>
                </a:cubicBezTo>
                <a:cubicBezTo>
                  <a:pt x="80" y="35"/>
                  <a:pt x="80" y="34"/>
                  <a:pt x="78" y="34"/>
                </a:cubicBezTo>
                <a:cubicBezTo>
                  <a:pt x="78" y="34"/>
                  <a:pt x="75" y="33"/>
                  <a:pt x="75" y="33"/>
                </a:cubicBezTo>
                <a:cubicBezTo>
                  <a:pt x="76" y="29"/>
                  <a:pt x="76" y="29"/>
                  <a:pt x="76" y="29"/>
                </a:cubicBezTo>
                <a:cubicBezTo>
                  <a:pt x="82" y="30"/>
                  <a:pt x="82" y="30"/>
                  <a:pt x="82" y="30"/>
                </a:cubicBezTo>
                <a:cubicBezTo>
                  <a:pt x="82" y="30"/>
                  <a:pt x="82" y="30"/>
                  <a:pt x="82" y="30"/>
                </a:cubicBezTo>
                <a:cubicBezTo>
                  <a:pt x="83" y="30"/>
                  <a:pt x="84" y="31"/>
                  <a:pt x="85" y="31"/>
                </a:cubicBezTo>
                <a:cubicBezTo>
                  <a:pt x="86" y="24"/>
                  <a:pt x="86" y="24"/>
                  <a:pt x="86" y="24"/>
                </a:cubicBezTo>
                <a:cubicBezTo>
                  <a:pt x="91" y="25"/>
                  <a:pt x="91" y="25"/>
                  <a:pt x="91" y="25"/>
                </a:cubicBezTo>
                <a:cubicBezTo>
                  <a:pt x="89" y="32"/>
                  <a:pt x="89" y="32"/>
                  <a:pt x="89" y="32"/>
                </a:cubicBezTo>
                <a:cubicBezTo>
                  <a:pt x="90" y="32"/>
                  <a:pt x="91" y="32"/>
                  <a:pt x="92" y="33"/>
                </a:cubicBezTo>
                <a:cubicBezTo>
                  <a:pt x="94" y="26"/>
                  <a:pt x="94" y="26"/>
                  <a:pt x="94" y="26"/>
                </a:cubicBezTo>
                <a:cubicBezTo>
                  <a:pt x="98" y="27"/>
                  <a:pt x="98" y="27"/>
                  <a:pt x="98" y="27"/>
                </a:cubicBezTo>
                <a:cubicBezTo>
                  <a:pt x="96" y="34"/>
                  <a:pt x="96" y="34"/>
                  <a:pt x="96" y="34"/>
                </a:cubicBezTo>
                <a:cubicBezTo>
                  <a:pt x="102" y="36"/>
                  <a:pt x="105" y="38"/>
                  <a:pt x="105" y="43"/>
                </a:cubicBezTo>
                <a:moveTo>
                  <a:pt x="88" y="37"/>
                </a:moveTo>
                <a:cubicBezTo>
                  <a:pt x="86" y="45"/>
                  <a:pt x="86" y="45"/>
                  <a:pt x="86" y="45"/>
                </a:cubicBezTo>
                <a:cubicBezTo>
                  <a:pt x="88" y="46"/>
                  <a:pt x="95" y="48"/>
                  <a:pt x="96" y="43"/>
                </a:cubicBezTo>
                <a:cubicBezTo>
                  <a:pt x="98" y="38"/>
                  <a:pt x="90" y="37"/>
                  <a:pt x="88" y="37"/>
                </a:cubicBezTo>
                <a:moveTo>
                  <a:pt x="85" y="49"/>
                </a:moveTo>
                <a:cubicBezTo>
                  <a:pt x="82" y="58"/>
                  <a:pt x="82" y="58"/>
                  <a:pt x="82" y="58"/>
                </a:cubicBezTo>
                <a:cubicBezTo>
                  <a:pt x="85" y="59"/>
                  <a:pt x="94" y="62"/>
                  <a:pt x="95" y="57"/>
                </a:cubicBezTo>
                <a:cubicBezTo>
                  <a:pt x="96" y="51"/>
                  <a:pt x="87" y="50"/>
                  <a:pt x="85" y="49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258"/>
          <p:cNvSpPr>
            <a:spLocks noEditPoints="1"/>
          </p:cNvSpPr>
          <p:nvPr/>
        </p:nvSpPr>
        <p:spPr bwMode="auto">
          <a:xfrm>
            <a:off x="4743396" y="1791302"/>
            <a:ext cx="335898" cy="243404"/>
          </a:xfrm>
          <a:custGeom>
            <a:avLst/>
            <a:gdLst>
              <a:gd name="T0" fmla="*/ 140 w 176"/>
              <a:gd name="T1" fmla="*/ 8 h 128"/>
              <a:gd name="T2" fmla="*/ 140 w 176"/>
              <a:gd name="T3" fmla="*/ 0 h 128"/>
              <a:gd name="T4" fmla="*/ 32 w 176"/>
              <a:gd name="T5" fmla="*/ 4 h 128"/>
              <a:gd name="T6" fmla="*/ 20 w 176"/>
              <a:gd name="T7" fmla="*/ 24 h 128"/>
              <a:gd name="T8" fmla="*/ 160 w 176"/>
              <a:gd name="T9" fmla="*/ 20 h 128"/>
              <a:gd name="T10" fmla="*/ 20 w 176"/>
              <a:gd name="T11" fmla="*/ 16 h 128"/>
              <a:gd name="T12" fmla="*/ 20 w 176"/>
              <a:gd name="T13" fmla="*/ 24 h 128"/>
              <a:gd name="T14" fmla="*/ 86 w 176"/>
              <a:gd name="T15" fmla="*/ 77 h 128"/>
              <a:gd name="T16" fmla="*/ 88 w 176"/>
              <a:gd name="T17" fmla="*/ 69 h 128"/>
              <a:gd name="T18" fmla="*/ 8 w 176"/>
              <a:gd name="T19" fmla="*/ 32 h 128"/>
              <a:gd name="T20" fmla="*/ 0 w 176"/>
              <a:gd name="T21" fmla="*/ 120 h 128"/>
              <a:gd name="T22" fmla="*/ 168 w 176"/>
              <a:gd name="T23" fmla="*/ 128 h 128"/>
              <a:gd name="T24" fmla="*/ 176 w 176"/>
              <a:gd name="T25" fmla="*/ 40 h 128"/>
              <a:gd name="T26" fmla="*/ 12 w 176"/>
              <a:gd name="T27" fmla="*/ 40 h 128"/>
              <a:gd name="T28" fmla="*/ 12 w 176"/>
              <a:gd name="T29" fmla="*/ 48 h 128"/>
              <a:gd name="T30" fmla="*/ 12 w 176"/>
              <a:gd name="T31" fmla="*/ 40 h 128"/>
              <a:gd name="T32" fmla="*/ 8 w 176"/>
              <a:gd name="T33" fmla="*/ 116 h 128"/>
              <a:gd name="T34" fmla="*/ 16 w 176"/>
              <a:gd name="T35" fmla="*/ 116 h 128"/>
              <a:gd name="T36" fmla="*/ 164 w 176"/>
              <a:gd name="T37" fmla="*/ 120 h 128"/>
              <a:gd name="T38" fmla="*/ 164 w 176"/>
              <a:gd name="T39" fmla="*/ 112 h 128"/>
              <a:gd name="T40" fmla="*/ 164 w 176"/>
              <a:gd name="T41" fmla="*/ 120 h 128"/>
              <a:gd name="T42" fmla="*/ 164 w 176"/>
              <a:gd name="T43" fmla="*/ 104 h 128"/>
              <a:gd name="T44" fmla="*/ 153 w 176"/>
              <a:gd name="T45" fmla="*/ 120 h 128"/>
              <a:gd name="T46" fmla="*/ 24 w 176"/>
              <a:gd name="T47" fmla="*/ 116 h 128"/>
              <a:gd name="T48" fmla="*/ 8 w 176"/>
              <a:gd name="T49" fmla="*/ 105 h 128"/>
              <a:gd name="T50" fmla="*/ 12 w 176"/>
              <a:gd name="T51" fmla="*/ 56 h 128"/>
              <a:gd name="T52" fmla="*/ 23 w 176"/>
              <a:gd name="T53" fmla="*/ 40 h 128"/>
              <a:gd name="T54" fmla="*/ 152 w 176"/>
              <a:gd name="T55" fmla="*/ 44 h 128"/>
              <a:gd name="T56" fmla="*/ 168 w 176"/>
              <a:gd name="T57" fmla="*/ 55 h 128"/>
              <a:gd name="T58" fmla="*/ 164 w 176"/>
              <a:gd name="T59" fmla="*/ 48 h 128"/>
              <a:gd name="T60" fmla="*/ 164 w 176"/>
              <a:gd name="T61" fmla="*/ 40 h 128"/>
              <a:gd name="T62" fmla="*/ 164 w 176"/>
              <a:gd name="T63" fmla="*/ 48 h 128"/>
              <a:gd name="T64" fmla="*/ 132 w 176"/>
              <a:gd name="T65" fmla="*/ 104 h 128"/>
              <a:gd name="T66" fmla="*/ 132 w 176"/>
              <a:gd name="T67" fmla="*/ 112 h 128"/>
              <a:gd name="T68" fmla="*/ 144 w 176"/>
              <a:gd name="T69" fmla="*/ 108 h 128"/>
              <a:gd name="T70" fmla="*/ 44 w 176"/>
              <a:gd name="T71" fmla="*/ 48 h 128"/>
              <a:gd name="T72" fmla="*/ 32 w 176"/>
              <a:gd name="T73" fmla="*/ 52 h 128"/>
              <a:gd name="T74" fmla="*/ 44 w 176"/>
              <a:gd name="T75" fmla="*/ 56 h 128"/>
              <a:gd name="T76" fmla="*/ 44 w 176"/>
              <a:gd name="T77" fmla="*/ 48 h 128"/>
              <a:gd name="T78" fmla="*/ 56 w 176"/>
              <a:gd name="T79" fmla="*/ 80 h 128"/>
              <a:gd name="T80" fmla="*/ 120 w 176"/>
              <a:gd name="T81" fmla="*/ 80 h 128"/>
              <a:gd name="T82" fmla="*/ 105 w 176"/>
              <a:gd name="T83" fmla="*/ 75 h 128"/>
              <a:gd name="T84" fmla="*/ 103 w 176"/>
              <a:gd name="T85" fmla="*/ 91 h 128"/>
              <a:gd name="T86" fmla="*/ 87 w 176"/>
              <a:gd name="T87" fmla="*/ 104 h 128"/>
              <a:gd name="T88" fmla="*/ 84 w 176"/>
              <a:gd name="T89" fmla="*/ 96 h 128"/>
              <a:gd name="T90" fmla="*/ 79 w 176"/>
              <a:gd name="T91" fmla="*/ 102 h 128"/>
              <a:gd name="T92" fmla="*/ 77 w 176"/>
              <a:gd name="T93" fmla="*/ 94 h 128"/>
              <a:gd name="T94" fmla="*/ 69 w 176"/>
              <a:gd name="T95" fmla="*/ 92 h 128"/>
              <a:gd name="T96" fmla="*/ 74 w 176"/>
              <a:gd name="T97" fmla="*/ 88 h 128"/>
              <a:gd name="T98" fmla="*/ 78 w 176"/>
              <a:gd name="T99" fmla="*/ 76 h 128"/>
              <a:gd name="T100" fmla="*/ 78 w 176"/>
              <a:gd name="T101" fmla="*/ 76 h 128"/>
              <a:gd name="T102" fmla="*/ 78 w 176"/>
              <a:gd name="T103" fmla="*/ 66 h 128"/>
              <a:gd name="T104" fmla="*/ 76 w 176"/>
              <a:gd name="T105" fmla="*/ 61 h 128"/>
              <a:gd name="T106" fmla="*/ 82 w 176"/>
              <a:gd name="T107" fmla="*/ 62 h 128"/>
              <a:gd name="T108" fmla="*/ 86 w 176"/>
              <a:gd name="T109" fmla="*/ 56 h 128"/>
              <a:gd name="T110" fmla="*/ 89 w 176"/>
              <a:gd name="T111" fmla="*/ 64 h 128"/>
              <a:gd name="T112" fmla="*/ 94 w 176"/>
              <a:gd name="T113" fmla="*/ 58 h 128"/>
              <a:gd name="T114" fmla="*/ 96 w 176"/>
              <a:gd name="T115" fmla="*/ 66 h 128"/>
              <a:gd name="T116" fmla="*/ 85 w 176"/>
              <a:gd name="T117" fmla="*/ 81 h 128"/>
              <a:gd name="T118" fmla="*/ 95 w 176"/>
              <a:gd name="T119" fmla="*/ 8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28">
                <a:moveTo>
                  <a:pt x="36" y="8"/>
                </a:moveTo>
                <a:cubicBezTo>
                  <a:pt x="140" y="8"/>
                  <a:pt x="140" y="8"/>
                  <a:pt x="140" y="8"/>
                </a:cubicBezTo>
                <a:cubicBezTo>
                  <a:pt x="142" y="8"/>
                  <a:pt x="144" y="6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6"/>
                  <a:pt x="34" y="8"/>
                  <a:pt x="36" y="8"/>
                </a:cubicBezTo>
                <a:moveTo>
                  <a:pt x="20" y="24"/>
                </a:move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moveTo>
                  <a:pt x="88" y="69"/>
                </a:moveTo>
                <a:cubicBezTo>
                  <a:pt x="86" y="77"/>
                  <a:pt x="86" y="77"/>
                  <a:pt x="86" y="77"/>
                </a:cubicBezTo>
                <a:cubicBezTo>
                  <a:pt x="88" y="78"/>
                  <a:pt x="95" y="80"/>
                  <a:pt x="96" y="75"/>
                </a:cubicBezTo>
                <a:cubicBezTo>
                  <a:pt x="98" y="70"/>
                  <a:pt x="90" y="69"/>
                  <a:pt x="88" y="69"/>
                </a:cubicBezTo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2" y="40"/>
                </a:moveTo>
                <a:cubicBezTo>
                  <a:pt x="14" y="40"/>
                  <a:pt x="16" y="42"/>
                  <a:pt x="16" y="44"/>
                </a:cubicBezTo>
                <a:cubicBezTo>
                  <a:pt x="16" y="46"/>
                  <a:pt x="14" y="48"/>
                  <a:pt x="12" y="48"/>
                </a:cubicBezTo>
                <a:cubicBezTo>
                  <a:pt x="10" y="48"/>
                  <a:pt x="8" y="46"/>
                  <a:pt x="8" y="44"/>
                </a:cubicBezTo>
                <a:cubicBezTo>
                  <a:pt x="8" y="42"/>
                  <a:pt x="10" y="40"/>
                  <a:pt x="12" y="40"/>
                </a:cubicBezTo>
                <a:moveTo>
                  <a:pt x="12" y="120"/>
                </a:moveTo>
                <a:cubicBezTo>
                  <a:pt x="10" y="120"/>
                  <a:pt x="8" y="118"/>
                  <a:pt x="8" y="116"/>
                </a:cubicBezTo>
                <a:cubicBezTo>
                  <a:pt x="8" y="114"/>
                  <a:pt x="10" y="112"/>
                  <a:pt x="12" y="112"/>
                </a:cubicBezTo>
                <a:cubicBezTo>
                  <a:pt x="14" y="112"/>
                  <a:pt x="16" y="114"/>
                  <a:pt x="16" y="116"/>
                </a:cubicBezTo>
                <a:cubicBezTo>
                  <a:pt x="16" y="118"/>
                  <a:pt x="14" y="120"/>
                  <a:pt x="12" y="120"/>
                </a:cubicBezTo>
                <a:moveTo>
                  <a:pt x="164" y="120"/>
                </a:moveTo>
                <a:cubicBezTo>
                  <a:pt x="162" y="120"/>
                  <a:pt x="160" y="118"/>
                  <a:pt x="160" y="116"/>
                </a:cubicBezTo>
                <a:cubicBezTo>
                  <a:pt x="160" y="114"/>
                  <a:pt x="162" y="112"/>
                  <a:pt x="164" y="112"/>
                </a:cubicBezTo>
                <a:cubicBezTo>
                  <a:pt x="166" y="112"/>
                  <a:pt x="168" y="114"/>
                  <a:pt x="168" y="116"/>
                </a:cubicBezTo>
                <a:cubicBezTo>
                  <a:pt x="168" y="118"/>
                  <a:pt x="166" y="120"/>
                  <a:pt x="164" y="120"/>
                </a:cubicBezTo>
                <a:moveTo>
                  <a:pt x="168" y="105"/>
                </a:moveTo>
                <a:cubicBezTo>
                  <a:pt x="167" y="104"/>
                  <a:pt x="165" y="104"/>
                  <a:pt x="164" y="104"/>
                </a:cubicBezTo>
                <a:cubicBezTo>
                  <a:pt x="157" y="104"/>
                  <a:pt x="152" y="109"/>
                  <a:pt x="152" y="116"/>
                </a:cubicBezTo>
                <a:cubicBezTo>
                  <a:pt x="152" y="117"/>
                  <a:pt x="152" y="119"/>
                  <a:pt x="153" y="120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24" y="119"/>
                  <a:pt x="24" y="117"/>
                  <a:pt x="24" y="116"/>
                </a:cubicBezTo>
                <a:cubicBezTo>
                  <a:pt x="24" y="109"/>
                  <a:pt x="19" y="104"/>
                  <a:pt x="12" y="104"/>
                </a:cubicBezTo>
                <a:cubicBezTo>
                  <a:pt x="11" y="104"/>
                  <a:pt x="9" y="104"/>
                  <a:pt x="8" y="105"/>
                </a:cubicBezTo>
                <a:cubicBezTo>
                  <a:pt x="8" y="55"/>
                  <a:pt x="8" y="55"/>
                  <a:pt x="8" y="55"/>
                </a:cubicBezTo>
                <a:cubicBezTo>
                  <a:pt x="9" y="56"/>
                  <a:pt x="11" y="56"/>
                  <a:pt x="12" y="56"/>
                </a:cubicBezTo>
                <a:cubicBezTo>
                  <a:pt x="19" y="56"/>
                  <a:pt x="24" y="51"/>
                  <a:pt x="24" y="44"/>
                </a:cubicBezTo>
                <a:cubicBezTo>
                  <a:pt x="24" y="43"/>
                  <a:pt x="24" y="41"/>
                  <a:pt x="23" y="40"/>
                </a:cubicBezTo>
                <a:cubicBezTo>
                  <a:pt x="153" y="40"/>
                  <a:pt x="153" y="40"/>
                  <a:pt x="153" y="40"/>
                </a:cubicBezTo>
                <a:cubicBezTo>
                  <a:pt x="152" y="41"/>
                  <a:pt x="152" y="43"/>
                  <a:pt x="152" y="44"/>
                </a:cubicBezTo>
                <a:cubicBezTo>
                  <a:pt x="152" y="51"/>
                  <a:pt x="157" y="56"/>
                  <a:pt x="164" y="56"/>
                </a:cubicBezTo>
                <a:cubicBezTo>
                  <a:pt x="165" y="56"/>
                  <a:pt x="167" y="56"/>
                  <a:pt x="168" y="55"/>
                </a:cubicBezTo>
                <a:lnTo>
                  <a:pt x="168" y="105"/>
                </a:lnTo>
                <a:close/>
                <a:moveTo>
                  <a:pt x="164" y="48"/>
                </a:moveTo>
                <a:cubicBezTo>
                  <a:pt x="162" y="48"/>
                  <a:pt x="160" y="46"/>
                  <a:pt x="160" y="44"/>
                </a:cubicBezTo>
                <a:cubicBezTo>
                  <a:pt x="160" y="42"/>
                  <a:pt x="162" y="40"/>
                  <a:pt x="164" y="40"/>
                </a:cubicBezTo>
                <a:cubicBezTo>
                  <a:pt x="166" y="40"/>
                  <a:pt x="168" y="42"/>
                  <a:pt x="168" y="44"/>
                </a:cubicBezTo>
                <a:cubicBezTo>
                  <a:pt x="168" y="46"/>
                  <a:pt x="166" y="48"/>
                  <a:pt x="164" y="48"/>
                </a:cubicBezTo>
                <a:moveTo>
                  <a:pt x="140" y="104"/>
                </a:moveTo>
                <a:cubicBezTo>
                  <a:pt x="132" y="104"/>
                  <a:pt x="132" y="104"/>
                  <a:pt x="132" y="104"/>
                </a:cubicBezTo>
                <a:cubicBezTo>
                  <a:pt x="130" y="104"/>
                  <a:pt x="128" y="106"/>
                  <a:pt x="128" y="108"/>
                </a:cubicBezTo>
                <a:cubicBezTo>
                  <a:pt x="128" y="110"/>
                  <a:pt x="130" y="112"/>
                  <a:pt x="132" y="112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106"/>
                  <a:pt x="142" y="104"/>
                  <a:pt x="140" y="104"/>
                </a:cubicBezTo>
                <a:moveTo>
                  <a:pt x="44" y="48"/>
                </a:moveTo>
                <a:cubicBezTo>
                  <a:pt x="36" y="48"/>
                  <a:pt x="36" y="48"/>
                  <a:pt x="36" y="48"/>
                </a:cubicBez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6" y="56"/>
                  <a:pt x="48" y="54"/>
                  <a:pt x="48" y="52"/>
                </a:cubicBezTo>
                <a:cubicBezTo>
                  <a:pt x="48" y="50"/>
                  <a:pt x="46" y="48"/>
                  <a:pt x="44" y="48"/>
                </a:cubicBezTo>
                <a:moveTo>
                  <a:pt x="88" y="48"/>
                </a:moveTo>
                <a:cubicBezTo>
                  <a:pt x="70" y="48"/>
                  <a:pt x="56" y="62"/>
                  <a:pt x="56" y="80"/>
                </a:cubicBezTo>
                <a:cubicBezTo>
                  <a:pt x="56" y="98"/>
                  <a:pt x="70" y="112"/>
                  <a:pt x="88" y="112"/>
                </a:cubicBezTo>
                <a:cubicBezTo>
                  <a:pt x="106" y="112"/>
                  <a:pt x="120" y="98"/>
                  <a:pt x="120" y="80"/>
                </a:cubicBezTo>
                <a:cubicBezTo>
                  <a:pt x="120" y="62"/>
                  <a:pt x="106" y="48"/>
                  <a:pt x="88" y="48"/>
                </a:cubicBezTo>
                <a:moveTo>
                  <a:pt x="105" y="75"/>
                </a:moveTo>
                <a:cubicBezTo>
                  <a:pt x="104" y="79"/>
                  <a:pt x="102" y="81"/>
                  <a:pt x="99" y="81"/>
                </a:cubicBezTo>
                <a:cubicBezTo>
                  <a:pt x="103" y="83"/>
                  <a:pt x="105" y="86"/>
                  <a:pt x="103" y="91"/>
                </a:cubicBezTo>
                <a:cubicBezTo>
                  <a:pt x="101" y="98"/>
                  <a:pt x="96" y="98"/>
                  <a:pt x="89" y="97"/>
                </a:cubicBezTo>
                <a:cubicBezTo>
                  <a:pt x="87" y="104"/>
                  <a:pt x="87" y="104"/>
                  <a:pt x="87" y="104"/>
                </a:cubicBezTo>
                <a:cubicBezTo>
                  <a:pt x="83" y="103"/>
                  <a:pt x="83" y="103"/>
                  <a:pt x="83" y="103"/>
                </a:cubicBezTo>
                <a:cubicBezTo>
                  <a:pt x="84" y="96"/>
                  <a:pt x="84" y="96"/>
                  <a:pt x="84" y="96"/>
                </a:cubicBezTo>
                <a:cubicBezTo>
                  <a:pt x="83" y="96"/>
                  <a:pt x="82" y="96"/>
                  <a:pt x="81" y="95"/>
                </a:cubicBezTo>
                <a:cubicBezTo>
                  <a:pt x="79" y="102"/>
                  <a:pt x="79" y="102"/>
                  <a:pt x="79" y="102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7" y="94"/>
                  <a:pt x="77" y="94"/>
                  <a:pt x="77" y="94"/>
                </a:cubicBezTo>
                <a:cubicBezTo>
                  <a:pt x="76" y="94"/>
                  <a:pt x="75" y="94"/>
                  <a:pt x="74" y="93"/>
                </a:cubicBezTo>
                <a:cubicBezTo>
                  <a:pt x="69" y="92"/>
                  <a:pt x="69" y="92"/>
                  <a:pt x="69" y="92"/>
                </a:cubicBezTo>
                <a:cubicBezTo>
                  <a:pt x="71" y="87"/>
                  <a:pt x="71" y="87"/>
                  <a:pt x="71" y="87"/>
                </a:cubicBezTo>
                <a:cubicBezTo>
                  <a:pt x="71" y="87"/>
                  <a:pt x="74" y="88"/>
                  <a:pt x="74" y="88"/>
                </a:cubicBezTo>
                <a:cubicBezTo>
                  <a:pt x="75" y="88"/>
                  <a:pt x="75" y="88"/>
                  <a:pt x="76" y="87"/>
                </a:cubicBezTo>
                <a:cubicBezTo>
                  <a:pt x="78" y="76"/>
                  <a:pt x="78" y="76"/>
                  <a:pt x="78" y="76"/>
                </a:cubicBezTo>
                <a:cubicBezTo>
                  <a:pt x="78" y="76"/>
                  <a:pt x="79" y="76"/>
                  <a:pt x="79" y="76"/>
                </a:cubicBezTo>
                <a:cubicBezTo>
                  <a:pt x="79" y="76"/>
                  <a:pt x="78" y="76"/>
                  <a:pt x="78" y="76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7"/>
                  <a:pt x="80" y="66"/>
                  <a:pt x="78" y="66"/>
                </a:cubicBezTo>
                <a:cubicBezTo>
                  <a:pt x="78" y="66"/>
                  <a:pt x="75" y="65"/>
                  <a:pt x="75" y="65"/>
                </a:cubicBezTo>
                <a:cubicBezTo>
                  <a:pt x="76" y="61"/>
                  <a:pt x="76" y="61"/>
                  <a:pt x="76" y="61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3" y="62"/>
                  <a:pt x="84" y="63"/>
                  <a:pt x="85" y="63"/>
                </a:cubicBezTo>
                <a:cubicBezTo>
                  <a:pt x="86" y="56"/>
                  <a:pt x="86" y="56"/>
                  <a:pt x="86" y="56"/>
                </a:cubicBezTo>
                <a:cubicBezTo>
                  <a:pt x="91" y="57"/>
                  <a:pt x="91" y="57"/>
                  <a:pt x="91" y="57"/>
                </a:cubicBezTo>
                <a:cubicBezTo>
                  <a:pt x="89" y="64"/>
                  <a:pt x="89" y="64"/>
                  <a:pt x="89" y="64"/>
                </a:cubicBezTo>
                <a:cubicBezTo>
                  <a:pt x="90" y="64"/>
                  <a:pt x="91" y="64"/>
                  <a:pt x="92" y="65"/>
                </a:cubicBezTo>
                <a:cubicBezTo>
                  <a:pt x="94" y="58"/>
                  <a:pt x="94" y="58"/>
                  <a:pt x="94" y="58"/>
                </a:cubicBezTo>
                <a:cubicBezTo>
                  <a:pt x="98" y="59"/>
                  <a:pt x="98" y="59"/>
                  <a:pt x="98" y="59"/>
                </a:cubicBezTo>
                <a:cubicBezTo>
                  <a:pt x="96" y="66"/>
                  <a:pt x="96" y="66"/>
                  <a:pt x="96" y="66"/>
                </a:cubicBezTo>
                <a:cubicBezTo>
                  <a:pt x="102" y="68"/>
                  <a:pt x="105" y="70"/>
                  <a:pt x="105" y="75"/>
                </a:cubicBezTo>
                <a:moveTo>
                  <a:pt x="85" y="81"/>
                </a:moveTo>
                <a:cubicBezTo>
                  <a:pt x="82" y="90"/>
                  <a:pt x="82" y="90"/>
                  <a:pt x="82" y="90"/>
                </a:cubicBezTo>
                <a:cubicBezTo>
                  <a:pt x="85" y="91"/>
                  <a:pt x="94" y="94"/>
                  <a:pt x="95" y="89"/>
                </a:cubicBezTo>
                <a:cubicBezTo>
                  <a:pt x="96" y="83"/>
                  <a:pt x="87" y="82"/>
                  <a:pt x="85" y="8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259"/>
          <p:cNvSpPr>
            <a:spLocks noEditPoints="1"/>
          </p:cNvSpPr>
          <p:nvPr/>
        </p:nvSpPr>
        <p:spPr bwMode="auto">
          <a:xfrm>
            <a:off x="5382737" y="1805907"/>
            <a:ext cx="335898" cy="212573"/>
          </a:xfrm>
          <a:custGeom>
            <a:avLst/>
            <a:gdLst>
              <a:gd name="T0" fmla="*/ 32 w 176"/>
              <a:gd name="T1" fmla="*/ 44 h 112"/>
              <a:gd name="T2" fmla="*/ 40 w 176"/>
              <a:gd name="T3" fmla="*/ 44 h 112"/>
              <a:gd name="T4" fmla="*/ 70 w 176"/>
              <a:gd name="T5" fmla="*/ 69 h 112"/>
              <a:gd name="T6" fmla="*/ 78 w 176"/>
              <a:gd name="T7" fmla="*/ 75 h 112"/>
              <a:gd name="T8" fmla="*/ 136 w 176"/>
              <a:gd name="T9" fmla="*/ 24 h 112"/>
              <a:gd name="T10" fmla="*/ 0 w 176"/>
              <a:gd name="T11" fmla="*/ 32 h 112"/>
              <a:gd name="T12" fmla="*/ 8 w 176"/>
              <a:gd name="T13" fmla="*/ 112 h 112"/>
              <a:gd name="T14" fmla="*/ 144 w 176"/>
              <a:gd name="T15" fmla="*/ 104 h 112"/>
              <a:gd name="T16" fmla="*/ 136 w 176"/>
              <a:gd name="T17" fmla="*/ 24 h 112"/>
              <a:gd name="T18" fmla="*/ 16 w 176"/>
              <a:gd name="T19" fmla="*/ 36 h 112"/>
              <a:gd name="T20" fmla="*/ 8 w 176"/>
              <a:gd name="T21" fmla="*/ 36 h 112"/>
              <a:gd name="T22" fmla="*/ 12 w 176"/>
              <a:gd name="T23" fmla="*/ 104 h 112"/>
              <a:gd name="T24" fmla="*/ 12 w 176"/>
              <a:gd name="T25" fmla="*/ 96 h 112"/>
              <a:gd name="T26" fmla="*/ 12 w 176"/>
              <a:gd name="T27" fmla="*/ 104 h 112"/>
              <a:gd name="T28" fmla="*/ 128 w 176"/>
              <a:gd name="T29" fmla="*/ 100 h 112"/>
              <a:gd name="T30" fmla="*/ 136 w 176"/>
              <a:gd name="T31" fmla="*/ 100 h 112"/>
              <a:gd name="T32" fmla="*/ 136 w 176"/>
              <a:gd name="T33" fmla="*/ 89 h 112"/>
              <a:gd name="T34" fmla="*/ 120 w 176"/>
              <a:gd name="T35" fmla="*/ 100 h 112"/>
              <a:gd name="T36" fmla="*/ 23 w 176"/>
              <a:gd name="T37" fmla="*/ 104 h 112"/>
              <a:gd name="T38" fmla="*/ 12 w 176"/>
              <a:gd name="T39" fmla="*/ 88 h 112"/>
              <a:gd name="T40" fmla="*/ 8 w 176"/>
              <a:gd name="T41" fmla="*/ 47 h 112"/>
              <a:gd name="T42" fmla="*/ 24 w 176"/>
              <a:gd name="T43" fmla="*/ 36 h 112"/>
              <a:gd name="T44" fmla="*/ 121 w 176"/>
              <a:gd name="T45" fmla="*/ 32 h 112"/>
              <a:gd name="T46" fmla="*/ 132 w 176"/>
              <a:gd name="T47" fmla="*/ 48 h 112"/>
              <a:gd name="T48" fmla="*/ 136 w 176"/>
              <a:gd name="T49" fmla="*/ 89 h 112"/>
              <a:gd name="T50" fmla="*/ 128 w 176"/>
              <a:gd name="T51" fmla="*/ 36 h 112"/>
              <a:gd name="T52" fmla="*/ 136 w 176"/>
              <a:gd name="T53" fmla="*/ 36 h 112"/>
              <a:gd name="T54" fmla="*/ 168 w 176"/>
              <a:gd name="T55" fmla="*/ 0 h 112"/>
              <a:gd name="T56" fmla="*/ 32 w 176"/>
              <a:gd name="T57" fmla="*/ 8 h 112"/>
              <a:gd name="T58" fmla="*/ 36 w 176"/>
              <a:gd name="T59" fmla="*/ 16 h 112"/>
              <a:gd name="T60" fmla="*/ 40 w 176"/>
              <a:gd name="T61" fmla="*/ 8 h 112"/>
              <a:gd name="T62" fmla="*/ 168 w 176"/>
              <a:gd name="T63" fmla="*/ 80 h 112"/>
              <a:gd name="T64" fmla="*/ 152 w 176"/>
              <a:gd name="T65" fmla="*/ 84 h 112"/>
              <a:gd name="T66" fmla="*/ 168 w 176"/>
              <a:gd name="T67" fmla="*/ 88 h 112"/>
              <a:gd name="T68" fmla="*/ 176 w 176"/>
              <a:gd name="T69" fmla="*/ 8 h 112"/>
              <a:gd name="T70" fmla="*/ 72 w 176"/>
              <a:gd name="T71" fmla="*/ 59 h 112"/>
              <a:gd name="T72" fmla="*/ 79 w 176"/>
              <a:gd name="T73" fmla="*/ 64 h 112"/>
              <a:gd name="T74" fmla="*/ 108 w 176"/>
              <a:gd name="T75" fmla="*/ 88 h 112"/>
              <a:gd name="T76" fmla="*/ 108 w 176"/>
              <a:gd name="T77" fmla="*/ 96 h 112"/>
              <a:gd name="T78" fmla="*/ 108 w 176"/>
              <a:gd name="T79" fmla="*/ 88 h 112"/>
              <a:gd name="T80" fmla="*/ 44 w 176"/>
              <a:gd name="T81" fmla="*/ 68 h 112"/>
              <a:gd name="T82" fmla="*/ 100 w 176"/>
              <a:gd name="T83" fmla="*/ 68 h 112"/>
              <a:gd name="T84" fmla="*/ 85 w 176"/>
              <a:gd name="T85" fmla="*/ 64 h 112"/>
              <a:gd name="T86" fmla="*/ 84 w 176"/>
              <a:gd name="T87" fmla="*/ 78 h 112"/>
              <a:gd name="T88" fmla="*/ 71 w 176"/>
              <a:gd name="T89" fmla="*/ 88 h 112"/>
              <a:gd name="T90" fmla="*/ 69 w 176"/>
              <a:gd name="T91" fmla="*/ 81 h 112"/>
              <a:gd name="T92" fmla="*/ 65 w 176"/>
              <a:gd name="T93" fmla="*/ 86 h 112"/>
              <a:gd name="T94" fmla="*/ 64 w 176"/>
              <a:gd name="T95" fmla="*/ 80 h 112"/>
              <a:gd name="T96" fmla="*/ 57 w 176"/>
              <a:gd name="T97" fmla="*/ 78 h 112"/>
              <a:gd name="T98" fmla="*/ 61 w 176"/>
              <a:gd name="T99" fmla="*/ 75 h 112"/>
              <a:gd name="T100" fmla="*/ 65 w 176"/>
              <a:gd name="T101" fmla="*/ 65 h 112"/>
              <a:gd name="T102" fmla="*/ 65 w 176"/>
              <a:gd name="T103" fmla="*/ 65 h 112"/>
              <a:gd name="T104" fmla="*/ 65 w 176"/>
              <a:gd name="T105" fmla="*/ 56 h 112"/>
              <a:gd name="T106" fmla="*/ 63 w 176"/>
              <a:gd name="T107" fmla="*/ 52 h 112"/>
              <a:gd name="T108" fmla="*/ 68 w 176"/>
              <a:gd name="T109" fmla="*/ 53 h 112"/>
              <a:gd name="T110" fmla="*/ 71 w 176"/>
              <a:gd name="T111" fmla="*/ 48 h 112"/>
              <a:gd name="T112" fmla="*/ 73 w 176"/>
              <a:gd name="T113" fmla="*/ 54 h 112"/>
              <a:gd name="T114" fmla="*/ 77 w 176"/>
              <a:gd name="T115" fmla="*/ 50 h 112"/>
              <a:gd name="T116" fmla="*/ 79 w 176"/>
              <a:gd name="T117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12">
                <a:moveTo>
                  <a:pt x="36" y="40"/>
                </a:moveTo>
                <a:cubicBezTo>
                  <a:pt x="34" y="40"/>
                  <a:pt x="32" y="42"/>
                  <a:pt x="32" y="44"/>
                </a:cubicBezTo>
                <a:cubicBezTo>
                  <a:pt x="32" y="46"/>
                  <a:pt x="34" y="48"/>
                  <a:pt x="36" y="48"/>
                </a:cubicBezTo>
                <a:cubicBezTo>
                  <a:pt x="38" y="48"/>
                  <a:pt x="40" y="46"/>
                  <a:pt x="40" y="44"/>
                </a:cubicBezTo>
                <a:cubicBezTo>
                  <a:pt x="40" y="42"/>
                  <a:pt x="38" y="40"/>
                  <a:pt x="36" y="40"/>
                </a:cubicBezTo>
                <a:moveTo>
                  <a:pt x="70" y="69"/>
                </a:moveTo>
                <a:cubicBezTo>
                  <a:pt x="68" y="77"/>
                  <a:pt x="68" y="77"/>
                  <a:pt x="68" y="77"/>
                </a:cubicBezTo>
                <a:cubicBezTo>
                  <a:pt x="70" y="77"/>
                  <a:pt x="77" y="79"/>
                  <a:pt x="78" y="75"/>
                </a:cubicBezTo>
                <a:cubicBezTo>
                  <a:pt x="79" y="71"/>
                  <a:pt x="72" y="70"/>
                  <a:pt x="70" y="69"/>
                </a:cubicBezTo>
                <a:moveTo>
                  <a:pt x="136" y="24"/>
                </a:move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40" y="112"/>
                  <a:pt x="144" y="108"/>
                  <a:pt x="144" y="104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28"/>
                  <a:pt x="140" y="24"/>
                  <a:pt x="136" y="24"/>
                </a:cubicBezTo>
                <a:moveTo>
                  <a:pt x="12" y="32"/>
                </a:moveTo>
                <a:cubicBezTo>
                  <a:pt x="14" y="32"/>
                  <a:pt x="16" y="34"/>
                  <a:pt x="16" y="36"/>
                </a:cubicBezTo>
                <a:cubicBezTo>
                  <a:pt x="16" y="38"/>
                  <a:pt x="14" y="40"/>
                  <a:pt x="12" y="40"/>
                </a:cubicBezTo>
                <a:cubicBezTo>
                  <a:pt x="10" y="40"/>
                  <a:pt x="8" y="38"/>
                  <a:pt x="8" y="36"/>
                </a:cubicBezTo>
                <a:cubicBezTo>
                  <a:pt x="8" y="34"/>
                  <a:pt x="10" y="32"/>
                  <a:pt x="12" y="32"/>
                </a:cubicBezTo>
                <a:moveTo>
                  <a:pt x="12" y="104"/>
                </a:moveTo>
                <a:cubicBezTo>
                  <a:pt x="10" y="104"/>
                  <a:pt x="8" y="102"/>
                  <a:pt x="8" y="100"/>
                </a:cubicBezTo>
                <a:cubicBezTo>
                  <a:pt x="8" y="98"/>
                  <a:pt x="10" y="96"/>
                  <a:pt x="12" y="96"/>
                </a:cubicBezTo>
                <a:cubicBezTo>
                  <a:pt x="14" y="96"/>
                  <a:pt x="16" y="98"/>
                  <a:pt x="16" y="100"/>
                </a:cubicBezTo>
                <a:cubicBezTo>
                  <a:pt x="16" y="102"/>
                  <a:pt x="14" y="104"/>
                  <a:pt x="12" y="104"/>
                </a:cubicBezTo>
                <a:moveTo>
                  <a:pt x="132" y="104"/>
                </a:moveTo>
                <a:cubicBezTo>
                  <a:pt x="130" y="104"/>
                  <a:pt x="128" y="102"/>
                  <a:pt x="128" y="100"/>
                </a:cubicBezTo>
                <a:cubicBezTo>
                  <a:pt x="128" y="98"/>
                  <a:pt x="130" y="96"/>
                  <a:pt x="132" y="96"/>
                </a:cubicBezTo>
                <a:cubicBezTo>
                  <a:pt x="134" y="96"/>
                  <a:pt x="136" y="98"/>
                  <a:pt x="136" y="100"/>
                </a:cubicBezTo>
                <a:cubicBezTo>
                  <a:pt x="136" y="102"/>
                  <a:pt x="134" y="104"/>
                  <a:pt x="132" y="104"/>
                </a:cubicBezTo>
                <a:moveTo>
                  <a:pt x="136" y="89"/>
                </a:moveTo>
                <a:cubicBezTo>
                  <a:pt x="135" y="88"/>
                  <a:pt x="133" y="88"/>
                  <a:pt x="132" y="88"/>
                </a:cubicBezTo>
                <a:cubicBezTo>
                  <a:pt x="125" y="88"/>
                  <a:pt x="120" y="93"/>
                  <a:pt x="120" y="100"/>
                </a:cubicBezTo>
                <a:cubicBezTo>
                  <a:pt x="120" y="101"/>
                  <a:pt x="120" y="103"/>
                  <a:pt x="121" y="104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4" y="103"/>
                  <a:pt x="24" y="101"/>
                  <a:pt x="24" y="100"/>
                </a:cubicBezTo>
                <a:cubicBezTo>
                  <a:pt x="24" y="93"/>
                  <a:pt x="19" y="88"/>
                  <a:pt x="12" y="88"/>
                </a:cubicBezTo>
                <a:cubicBezTo>
                  <a:pt x="11" y="88"/>
                  <a:pt x="9" y="88"/>
                  <a:pt x="8" y="89"/>
                </a:cubicBezTo>
                <a:cubicBezTo>
                  <a:pt x="8" y="47"/>
                  <a:pt x="8" y="47"/>
                  <a:pt x="8" y="47"/>
                </a:cubicBezTo>
                <a:cubicBezTo>
                  <a:pt x="9" y="48"/>
                  <a:pt x="11" y="48"/>
                  <a:pt x="12" y="48"/>
                </a:cubicBezTo>
                <a:cubicBezTo>
                  <a:pt x="19" y="48"/>
                  <a:pt x="24" y="43"/>
                  <a:pt x="24" y="36"/>
                </a:cubicBezTo>
                <a:cubicBezTo>
                  <a:pt x="24" y="35"/>
                  <a:pt x="24" y="33"/>
                  <a:pt x="23" y="32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0" y="33"/>
                  <a:pt x="120" y="35"/>
                  <a:pt x="120" y="36"/>
                </a:cubicBezTo>
                <a:cubicBezTo>
                  <a:pt x="120" y="43"/>
                  <a:pt x="125" y="48"/>
                  <a:pt x="132" y="48"/>
                </a:cubicBezTo>
                <a:cubicBezTo>
                  <a:pt x="133" y="48"/>
                  <a:pt x="135" y="48"/>
                  <a:pt x="136" y="47"/>
                </a:cubicBezTo>
                <a:lnTo>
                  <a:pt x="136" y="89"/>
                </a:lnTo>
                <a:close/>
                <a:moveTo>
                  <a:pt x="132" y="40"/>
                </a:moveTo>
                <a:cubicBezTo>
                  <a:pt x="130" y="40"/>
                  <a:pt x="128" y="38"/>
                  <a:pt x="128" y="36"/>
                </a:cubicBezTo>
                <a:cubicBezTo>
                  <a:pt x="128" y="34"/>
                  <a:pt x="130" y="32"/>
                  <a:pt x="132" y="32"/>
                </a:cubicBezTo>
                <a:cubicBezTo>
                  <a:pt x="134" y="32"/>
                  <a:pt x="136" y="34"/>
                  <a:pt x="136" y="36"/>
                </a:cubicBezTo>
                <a:cubicBezTo>
                  <a:pt x="136" y="38"/>
                  <a:pt x="134" y="40"/>
                  <a:pt x="132" y="40"/>
                </a:cubicBezTo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4"/>
                  <a:pt x="34" y="16"/>
                  <a:pt x="36" y="16"/>
                </a:cubicBezTo>
                <a:cubicBezTo>
                  <a:pt x="38" y="16"/>
                  <a:pt x="40" y="14"/>
                  <a:pt x="40" y="12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154" y="80"/>
                  <a:pt x="152" y="82"/>
                  <a:pt x="152" y="84"/>
                </a:cubicBezTo>
                <a:cubicBezTo>
                  <a:pt x="152" y="86"/>
                  <a:pt x="154" y="88"/>
                  <a:pt x="15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72" y="59"/>
                </a:moveTo>
                <a:cubicBezTo>
                  <a:pt x="70" y="65"/>
                  <a:pt x="70" y="65"/>
                  <a:pt x="70" y="65"/>
                </a:cubicBezTo>
                <a:cubicBezTo>
                  <a:pt x="72" y="66"/>
                  <a:pt x="78" y="68"/>
                  <a:pt x="79" y="64"/>
                </a:cubicBezTo>
                <a:cubicBezTo>
                  <a:pt x="80" y="60"/>
                  <a:pt x="74" y="59"/>
                  <a:pt x="72" y="59"/>
                </a:cubicBezTo>
                <a:moveTo>
                  <a:pt x="108" y="88"/>
                </a:moveTo>
                <a:cubicBezTo>
                  <a:pt x="106" y="88"/>
                  <a:pt x="104" y="90"/>
                  <a:pt x="104" y="92"/>
                </a:cubicBezTo>
                <a:cubicBezTo>
                  <a:pt x="104" y="94"/>
                  <a:pt x="106" y="96"/>
                  <a:pt x="108" y="96"/>
                </a:cubicBez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moveTo>
                  <a:pt x="72" y="40"/>
                </a:moveTo>
                <a:cubicBezTo>
                  <a:pt x="57" y="40"/>
                  <a:pt x="44" y="53"/>
                  <a:pt x="44" y="68"/>
                </a:cubicBezTo>
                <a:cubicBezTo>
                  <a:pt x="44" y="83"/>
                  <a:pt x="57" y="96"/>
                  <a:pt x="72" y="96"/>
                </a:cubicBezTo>
                <a:cubicBezTo>
                  <a:pt x="87" y="96"/>
                  <a:pt x="100" y="83"/>
                  <a:pt x="100" y="68"/>
                </a:cubicBezTo>
                <a:cubicBezTo>
                  <a:pt x="100" y="53"/>
                  <a:pt x="87" y="40"/>
                  <a:pt x="72" y="40"/>
                </a:cubicBezTo>
                <a:moveTo>
                  <a:pt x="85" y="64"/>
                </a:moveTo>
                <a:cubicBezTo>
                  <a:pt x="85" y="67"/>
                  <a:pt x="83" y="69"/>
                  <a:pt x="81" y="69"/>
                </a:cubicBezTo>
                <a:cubicBezTo>
                  <a:pt x="84" y="71"/>
                  <a:pt x="85" y="73"/>
                  <a:pt x="84" y="78"/>
                </a:cubicBezTo>
                <a:cubicBezTo>
                  <a:pt x="82" y="83"/>
                  <a:pt x="78" y="83"/>
                  <a:pt x="73" y="82"/>
                </a:cubicBezTo>
                <a:cubicBezTo>
                  <a:pt x="71" y="88"/>
                  <a:pt x="71" y="88"/>
                  <a:pt x="71" y="88"/>
                </a:cubicBezTo>
                <a:cubicBezTo>
                  <a:pt x="68" y="87"/>
                  <a:pt x="68" y="87"/>
                  <a:pt x="68" y="87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1"/>
                  <a:pt x="68" y="81"/>
                  <a:pt x="67" y="81"/>
                </a:cubicBezTo>
                <a:cubicBezTo>
                  <a:pt x="65" y="86"/>
                  <a:pt x="65" y="86"/>
                  <a:pt x="65" y="86"/>
                </a:cubicBezTo>
                <a:cubicBezTo>
                  <a:pt x="62" y="86"/>
                  <a:pt x="62" y="86"/>
                  <a:pt x="62" y="86"/>
                </a:cubicBezTo>
                <a:cubicBezTo>
                  <a:pt x="64" y="80"/>
                  <a:pt x="64" y="80"/>
                  <a:pt x="64" y="80"/>
                </a:cubicBezTo>
                <a:cubicBezTo>
                  <a:pt x="63" y="80"/>
                  <a:pt x="62" y="79"/>
                  <a:pt x="61" y="79"/>
                </a:cubicBezTo>
                <a:cubicBezTo>
                  <a:pt x="57" y="78"/>
                  <a:pt x="57" y="78"/>
                  <a:pt x="57" y="78"/>
                </a:cubicBezTo>
                <a:cubicBezTo>
                  <a:pt x="59" y="74"/>
                  <a:pt x="59" y="74"/>
                  <a:pt x="59" y="74"/>
                </a:cubicBezTo>
                <a:cubicBezTo>
                  <a:pt x="59" y="74"/>
                  <a:pt x="61" y="75"/>
                  <a:pt x="61" y="75"/>
                </a:cubicBezTo>
                <a:cubicBezTo>
                  <a:pt x="62" y="75"/>
                  <a:pt x="62" y="74"/>
                  <a:pt x="63" y="74"/>
                </a:cubicBezTo>
                <a:cubicBezTo>
                  <a:pt x="65" y="65"/>
                  <a:pt x="65" y="65"/>
                  <a:pt x="65" y="65"/>
                </a:cubicBezTo>
                <a:cubicBezTo>
                  <a:pt x="65" y="65"/>
                  <a:pt x="65" y="65"/>
                  <a:pt x="65" y="65"/>
                </a:cubicBezTo>
                <a:cubicBezTo>
                  <a:pt x="65" y="65"/>
                  <a:pt x="65" y="65"/>
                  <a:pt x="65" y="65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6" y="57"/>
                  <a:pt x="65" y="56"/>
                </a:cubicBezTo>
                <a:cubicBezTo>
                  <a:pt x="65" y="56"/>
                  <a:pt x="62" y="56"/>
                  <a:pt x="62" y="56"/>
                </a:cubicBezTo>
                <a:cubicBezTo>
                  <a:pt x="63" y="52"/>
                  <a:pt x="63" y="52"/>
                  <a:pt x="63" y="52"/>
                </a:cubicBezTo>
                <a:cubicBezTo>
                  <a:pt x="68" y="53"/>
                  <a:pt x="68" y="53"/>
                  <a:pt x="68" y="53"/>
                </a:cubicBezTo>
                <a:cubicBezTo>
                  <a:pt x="68" y="53"/>
                  <a:pt x="68" y="53"/>
                  <a:pt x="68" y="53"/>
                </a:cubicBezTo>
                <a:cubicBezTo>
                  <a:pt x="68" y="53"/>
                  <a:pt x="69" y="54"/>
                  <a:pt x="70" y="54"/>
                </a:cubicBezTo>
                <a:cubicBezTo>
                  <a:pt x="71" y="48"/>
                  <a:pt x="71" y="48"/>
                  <a:pt x="71" y="48"/>
                </a:cubicBezTo>
                <a:cubicBezTo>
                  <a:pt x="74" y="49"/>
                  <a:pt x="74" y="49"/>
                  <a:pt x="74" y="49"/>
                </a:cubicBezTo>
                <a:cubicBezTo>
                  <a:pt x="73" y="54"/>
                  <a:pt x="73" y="54"/>
                  <a:pt x="73" y="54"/>
                </a:cubicBezTo>
                <a:cubicBezTo>
                  <a:pt x="74" y="55"/>
                  <a:pt x="75" y="55"/>
                  <a:pt x="75" y="55"/>
                </a:cubicBezTo>
                <a:cubicBezTo>
                  <a:pt x="77" y="50"/>
                  <a:pt x="77" y="50"/>
                  <a:pt x="77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79" y="56"/>
                  <a:pt x="79" y="56"/>
                  <a:pt x="79" y="56"/>
                </a:cubicBezTo>
                <a:cubicBezTo>
                  <a:pt x="83" y="58"/>
                  <a:pt x="86" y="60"/>
                  <a:pt x="85" y="6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260"/>
          <p:cNvSpPr>
            <a:spLocks noEditPoints="1"/>
          </p:cNvSpPr>
          <p:nvPr/>
        </p:nvSpPr>
        <p:spPr bwMode="auto">
          <a:xfrm>
            <a:off x="6022078" y="1791302"/>
            <a:ext cx="334275" cy="243404"/>
          </a:xfrm>
          <a:custGeom>
            <a:avLst/>
            <a:gdLst>
              <a:gd name="T0" fmla="*/ 160 w 176"/>
              <a:gd name="T1" fmla="*/ 101 h 128"/>
              <a:gd name="T2" fmla="*/ 176 w 176"/>
              <a:gd name="T3" fmla="*/ 29 h 128"/>
              <a:gd name="T4" fmla="*/ 172 w 176"/>
              <a:gd name="T5" fmla="*/ 24 h 128"/>
              <a:gd name="T6" fmla="*/ 38 w 176"/>
              <a:gd name="T7" fmla="*/ 3 h 128"/>
              <a:gd name="T8" fmla="*/ 34 w 176"/>
              <a:gd name="T9" fmla="*/ 0 h 128"/>
              <a:gd name="T10" fmla="*/ 0 w 176"/>
              <a:gd name="T11" fmla="*/ 4 h 128"/>
              <a:gd name="T12" fmla="*/ 31 w 176"/>
              <a:gd name="T13" fmla="*/ 8 h 128"/>
              <a:gd name="T14" fmla="*/ 56 w 176"/>
              <a:gd name="T15" fmla="*/ 101 h 128"/>
              <a:gd name="T16" fmla="*/ 56 w 176"/>
              <a:gd name="T17" fmla="*/ 112 h 128"/>
              <a:gd name="T18" fmla="*/ 88 w 176"/>
              <a:gd name="T19" fmla="*/ 112 h 128"/>
              <a:gd name="T20" fmla="*/ 130 w 176"/>
              <a:gd name="T21" fmla="*/ 104 h 128"/>
              <a:gd name="T22" fmla="*/ 144 w 176"/>
              <a:gd name="T23" fmla="*/ 128 h 128"/>
              <a:gd name="T24" fmla="*/ 158 w 176"/>
              <a:gd name="T25" fmla="*/ 104 h 128"/>
              <a:gd name="T26" fmla="*/ 144 w 176"/>
              <a:gd name="T27" fmla="*/ 32 h 128"/>
              <a:gd name="T28" fmla="*/ 163 w 176"/>
              <a:gd name="T29" fmla="*/ 48 h 128"/>
              <a:gd name="T30" fmla="*/ 144 w 176"/>
              <a:gd name="T31" fmla="*/ 32 h 128"/>
              <a:gd name="T32" fmla="*/ 72 w 176"/>
              <a:gd name="T33" fmla="*/ 32 h 128"/>
              <a:gd name="T34" fmla="*/ 50 w 176"/>
              <a:gd name="T35" fmla="*/ 48 h 128"/>
              <a:gd name="T36" fmla="*/ 57 w 176"/>
              <a:gd name="T37" fmla="*/ 72 h 128"/>
              <a:gd name="T38" fmla="*/ 75 w 176"/>
              <a:gd name="T39" fmla="*/ 56 h 128"/>
              <a:gd name="T40" fmla="*/ 57 w 176"/>
              <a:gd name="T41" fmla="*/ 72 h 128"/>
              <a:gd name="T42" fmla="*/ 78 w 176"/>
              <a:gd name="T43" fmla="*/ 80 h 128"/>
              <a:gd name="T44" fmla="*/ 63 w 176"/>
              <a:gd name="T45" fmla="*/ 96 h 128"/>
              <a:gd name="T46" fmla="*/ 72 w 176"/>
              <a:gd name="T47" fmla="*/ 120 h 128"/>
              <a:gd name="T48" fmla="*/ 72 w 176"/>
              <a:gd name="T49" fmla="*/ 104 h 128"/>
              <a:gd name="T50" fmla="*/ 72 w 176"/>
              <a:gd name="T51" fmla="*/ 120 h 128"/>
              <a:gd name="T52" fmla="*/ 88 w 176"/>
              <a:gd name="T53" fmla="*/ 96 h 128"/>
              <a:gd name="T54" fmla="*/ 104 w 176"/>
              <a:gd name="T55" fmla="*/ 80 h 128"/>
              <a:gd name="T56" fmla="*/ 104 w 176"/>
              <a:gd name="T57" fmla="*/ 72 h 128"/>
              <a:gd name="T58" fmla="*/ 83 w 176"/>
              <a:gd name="T59" fmla="*/ 56 h 128"/>
              <a:gd name="T60" fmla="*/ 104 w 176"/>
              <a:gd name="T61" fmla="*/ 72 h 128"/>
              <a:gd name="T62" fmla="*/ 82 w 176"/>
              <a:gd name="T63" fmla="*/ 48 h 128"/>
              <a:gd name="T64" fmla="*/ 104 w 176"/>
              <a:gd name="T65" fmla="*/ 32 h 128"/>
              <a:gd name="T66" fmla="*/ 128 w 176"/>
              <a:gd name="T67" fmla="*/ 96 h 128"/>
              <a:gd name="T68" fmla="*/ 112 w 176"/>
              <a:gd name="T69" fmla="*/ 80 h 128"/>
              <a:gd name="T70" fmla="*/ 128 w 176"/>
              <a:gd name="T71" fmla="*/ 96 h 128"/>
              <a:gd name="T72" fmla="*/ 112 w 176"/>
              <a:gd name="T73" fmla="*/ 72 h 128"/>
              <a:gd name="T74" fmla="*/ 133 w 176"/>
              <a:gd name="T75" fmla="*/ 56 h 128"/>
              <a:gd name="T76" fmla="*/ 134 w 176"/>
              <a:gd name="T77" fmla="*/ 48 h 128"/>
              <a:gd name="T78" fmla="*/ 112 w 176"/>
              <a:gd name="T79" fmla="*/ 32 h 128"/>
              <a:gd name="T80" fmla="*/ 134 w 176"/>
              <a:gd name="T81" fmla="*/ 48 h 128"/>
              <a:gd name="T82" fmla="*/ 136 w 176"/>
              <a:gd name="T83" fmla="*/ 112 h 128"/>
              <a:gd name="T84" fmla="*/ 152 w 176"/>
              <a:gd name="T85" fmla="*/ 112 h 128"/>
              <a:gd name="T86" fmla="*/ 153 w 176"/>
              <a:gd name="T87" fmla="*/ 96 h 128"/>
              <a:gd name="T88" fmla="*/ 138 w 176"/>
              <a:gd name="T89" fmla="*/ 80 h 128"/>
              <a:gd name="T90" fmla="*/ 153 w 176"/>
              <a:gd name="T91" fmla="*/ 96 h 128"/>
              <a:gd name="T92" fmla="*/ 141 w 176"/>
              <a:gd name="T93" fmla="*/ 56 h 128"/>
              <a:gd name="T94" fmla="*/ 158 w 176"/>
              <a:gd name="T95" fmla="*/ 7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28">
                <a:moveTo>
                  <a:pt x="160" y="101"/>
                </a:moveTo>
                <a:cubicBezTo>
                  <a:pt x="160" y="101"/>
                  <a:pt x="160" y="101"/>
                  <a:pt x="160" y="101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6" y="28"/>
                  <a:pt x="176" y="28"/>
                </a:cubicBezTo>
                <a:cubicBezTo>
                  <a:pt x="176" y="26"/>
                  <a:pt x="174" y="24"/>
                  <a:pt x="172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38" y="3"/>
                  <a:pt x="38" y="3"/>
                  <a:pt x="38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8" y="1"/>
                  <a:pt x="36" y="0"/>
                  <a:pt x="34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57" y="102"/>
                  <a:pt x="57" y="103"/>
                  <a:pt x="58" y="104"/>
                </a:cubicBezTo>
                <a:cubicBezTo>
                  <a:pt x="57" y="106"/>
                  <a:pt x="56" y="109"/>
                  <a:pt x="56" y="112"/>
                </a:cubicBezTo>
                <a:cubicBezTo>
                  <a:pt x="56" y="121"/>
                  <a:pt x="63" y="128"/>
                  <a:pt x="72" y="128"/>
                </a:cubicBezTo>
                <a:cubicBezTo>
                  <a:pt x="81" y="128"/>
                  <a:pt x="88" y="121"/>
                  <a:pt x="88" y="112"/>
                </a:cubicBezTo>
                <a:cubicBezTo>
                  <a:pt x="88" y="109"/>
                  <a:pt x="87" y="106"/>
                  <a:pt x="86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29" y="106"/>
                  <a:pt x="128" y="109"/>
                  <a:pt x="128" y="112"/>
                </a:cubicBezTo>
                <a:cubicBezTo>
                  <a:pt x="128" y="121"/>
                  <a:pt x="135" y="128"/>
                  <a:pt x="144" y="128"/>
                </a:cubicBezTo>
                <a:cubicBezTo>
                  <a:pt x="153" y="128"/>
                  <a:pt x="160" y="121"/>
                  <a:pt x="160" y="112"/>
                </a:cubicBezTo>
                <a:cubicBezTo>
                  <a:pt x="160" y="109"/>
                  <a:pt x="159" y="106"/>
                  <a:pt x="158" y="104"/>
                </a:cubicBezTo>
                <a:cubicBezTo>
                  <a:pt x="159" y="103"/>
                  <a:pt x="160" y="102"/>
                  <a:pt x="160" y="101"/>
                </a:cubicBezTo>
                <a:moveTo>
                  <a:pt x="144" y="32"/>
                </a:moveTo>
                <a:cubicBezTo>
                  <a:pt x="167" y="32"/>
                  <a:pt x="167" y="32"/>
                  <a:pt x="167" y="32"/>
                </a:cubicBezTo>
                <a:cubicBezTo>
                  <a:pt x="163" y="48"/>
                  <a:pt x="163" y="48"/>
                  <a:pt x="163" y="48"/>
                </a:cubicBezTo>
                <a:cubicBezTo>
                  <a:pt x="142" y="48"/>
                  <a:pt x="142" y="48"/>
                  <a:pt x="142" y="48"/>
                </a:cubicBezTo>
                <a:lnTo>
                  <a:pt x="144" y="32"/>
                </a:lnTo>
                <a:close/>
                <a:moveTo>
                  <a:pt x="46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74" y="48"/>
                  <a:pt x="74" y="48"/>
                  <a:pt x="74" y="48"/>
                </a:cubicBezTo>
                <a:cubicBezTo>
                  <a:pt x="50" y="48"/>
                  <a:pt x="50" y="48"/>
                  <a:pt x="50" y="48"/>
                </a:cubicBezTo>
                <a:lnTo>
                  <a:pt x="46" y="32"/>
                </a:lnTo>
                <a:close/>
                <a:moveTo>
                  <a:pt x="57" y="72"/>
                </a:moveTo>
                <a:cubicBezTo>
                  <a:pt x="52" y="56"/>
                  <a:pt x="52" y="56"/>
                  <a:pt x="52" y="56"/>
                </a:cubicBezTo>
                <a:cubicBezTo>
                  <a:pt x="75" y="56"/>
                  <a:pt x="75" y="56"/>
                  <a:pt x="75" y="56"/>
                </a:cubicBezTo>
                <a:cubicBezTo>
                  <a:pt x="77" y="72"/>
                  <a:pt x="77" y="72"/>
                  <a:pt x="77" y="72"/>
                </a:cubicBezTo>
                <a:lnTo>
                  <a:pt x="57" y="72"/>
                </a:lnTo>
                <a:close/>
                <a:moveTo>
                  <a:pt x="59" y="80"/>
                </a:moveTo>
                <a:cubicBezTo>
                  <a:pt x="78" y="80"/>
                  <a:pt x="78" y="80"/>
                  <a:pt x="78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63" y="96"/>
                  <a:pt x="63" y="96"/>
                  <a:pt x="63" y="96"/>
                </a:cubicBezTo>
                <a:lnTo>
                  <a:pt x="59" y="80"/>
                </a:lnTo>
                <a:close/>
                <a:moveTo>
                  <a:pt x="72" y="120"/>
                </a:moveTo>
                <a:cubicBezTo>
                  <a:pt x="68" y="120"/>
                  <a:pt x="64" y="116"/>
                  <a:pt x="64" y="112"/>
                </a:cubicBezTo>
                <a:cubicBezTo>
                  <a:pt x="64" y="108"/>
                  <a:pt x="68" y="104"/>
                  <a:pt x="72" y="104"/>
                </a:cubicBezTo>
                <a:cubicBezTo>
                  <a:pt x="76" y="104"/>
                  <a:pt x="80" y="108"/>
                  <a:pt x="80" y="112"/>
                </a:cubicBezTo>
                <a:cubicBezTo>
                  <a:pt x="80" y="116"/>
                  <a:pt x="76" y="120"/>
                  <a:pt x="72" y="120"/>
                </a:cubicBezTo>
                <a:moveTo>
                  <a:pt x="104" y="96"/>
                </a:moveTo>
                <a:cubicBezTo>
                  <a:pt x="88" y="96"/>
                  <a:pt x="88" y="96"/>
                  <a:pt x="88" y="96"/>
                </a:cubicBezTo>
                <a:cubicBezTo>
                  <a:pt x="86" y="80"/>
                  <a:pt x="86" y="80"/>
                  <a:pt x="86" y="80"/>
                </a:cubicBezTo>
                <a:cubicBezTo>
                  <a:pt x="104" y="80"/>
                  <a:pt x="104" y="80"/>
                  <a:pt x="104" y="80"/>
                </a:cubicBezTo>
                <a:lnTo>
                  <a:pt x="104" y="96"/>
                </a:lnTo>
                <a:close/>
                <a:moveTo>
                  <a:pt x="104" y="72"/>
                </a:moveTo>
                <a:cubicBezTo>
                  <a:pt x="85" y="72"/>
                  <a:pt x="85" y="72"/>
                  <a:pt x="85" y="72"/>
                </a:cubicBezTo>
                <a:cubicBezTo>
                  <a:pt x="83" y="56"/>
                  <a:pt x="83" y="56"/>
                  <a:pt x="83" y="56"/>
                </a:cubicBezTo>
                <a:cubicBezTo>
                  <a:pt x="104" y="56"/>
                  <a:pt x="104" y="56"/>
                  <a:pt x="104" y="56"/>
                </a:cubicBezTo>
                <a:lnTo>
                  <a:pt x="104" y="72"/>
                </a:lnTo>
                <a:close/>
                <a:moveTo>
                  <a:pt x="104" y="48"/>
                </a:moveTo>
                <a:cubicBezTo>
                  <a:pt x="82" y="48"/>
                  <a:pt x="82" y="48"/>
                  <a:pt x="82" y="48"/>
                </a:cubicBezTo>
                <a:cubicBezTo>
                  <a:pt x="80" y="32"/>
                  <a:pt x="80" y="32"/>
                  <a:pt x="80" y="32"/>
                </a:cubicBezTo>
                <a:cubicBezTo>
                  <a:pt x="104" y="32"/>
                  <a:pt x="104" y="32"/>
                  <a:pt x="104" y="32"/>
                </a:cubicBezTo>
                <a:lnTo>
                  <a:pt x="104" y="48"/>
                </a:lnTo>
                <a:close/>
                <a:moveTo>
                  <a:pt x="128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30" y="80"/>
                  <a:pt x="130" y="80"/>
                  <a:pt x="130" y="80"/>
                </a:cubicBezTo>
                <a:lnTo>
                  <a:pt x="128" y="96"/>
                </a:lnTo>
                <a:close/>
                <a:moveTo>
                  <a:pt x="131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33" y="56"/>
                  <a:pt x="133" y="56"/>
                  <a:pt x="133" y="56"/>
                </a:cubicBezTo>
                <a:lnTo>
                  <a:pt x="131" y="72"/>
                </a:lnTo>
                <a:close/>
                <a:moveTo>
                  <a:pt x="134" y="48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4" y="48"/>
                </a:lnTo>
                <a:close/>
                <a:moveTo>
                  <a:pt x="144" y="120"/>
                </a:moveTo>
                <a:cubicBezTo>
                  <a:pt x="140" y="120"/>
                  <a:pt x="136" y="116"/>
                  <a:pt x="136" y="112"/>
                </a:cubicBezTo>
                <a:cubicBezTo>
                  <a:pt x="136" y="108"/>
                  <a:pt x="140" y="104"/>
                  <a:pt x="144" y="104"/>
                </a:cubicBezTo>
                <a:cubicBezTo>
                  <a:pt x="148" y="104"/>
                  <a:pt x="152" y="108"/>
                  <a:pt x="152" y="112"/>
                </a:cubicBezTo>
                <a:cubicBezTo>
                  <a:pt x="152" y="116"/>
                  <a:pt x="148" y="120"/>
                  <a:pt x="144" y="120"/>
                </a:cubicBezTo>
                <a:moveTo>
                  <a:pt x="153" y="96"/>
                </a:moveTo>
                <a:cubicBezTo>
                  <a:pt x="136" y="96"/>
                  <a:pt x="136" y="96"/>
                  <a:pt x="136" y="96"/>
                </a:cubicBezTo>
                <a:cubicBezTo>
                  <a:pt x="138" y="80"/>
                  <a:pt x="138" y="80"/>
                  <a:pt x="138" y="80"/>
                </a:cubicBezTo>
                <a:cubicBezTo>
                  <a:pt x="156" y="80"/>
                  <a:pt x="156" y="80"/>
                  <a:pt x="156" y="80"/>
                </a:cubicBezTo>
                <a:lnTo>
                  <a:pt x="153" y="96"/>
                </a:lnTo>
                <a:close/>
                <a:moveTo>
                  <a:pt x="139" y="72"/>
                </a:moveTo>
                <a:cubicBezTo>
                  <a:pt x="141" y="56"/>
                  <a:pt x="141" y="56"/>
                  <a:pt x="141" y="56"/>
                </a:cubicBezTo>
                <a:cubicBezTo>
                  <a:pt x="162" y="56"/>
                  <a:pt x="162" y="56"/>
                  <a:pt x="162" y="56"/>
                </a:cubicBezTo>
                <a:cubicBezTo>
                  <a:pt x="158" y="72"/>
                  <a:pt x="158" y="72"/>
                  <a:pt x="158" y="72"/>
                </a:cubicBezTo>
                <a:lnTo>
                  <a:pt x="139" y="7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261"/>
          <p:cNvSpPr>
            <a:spLocks noEditPoints="1"/>
          </p:cNvSpPr>
          <p:nvPr/>
        </p:nvSpPr>
        <p:spPr bwMode="auto">
          <a:xfrm>
            <a:off x="6661420" y="1744244"/>
            <a:ext cx="334275" cy="335898"/>
          </a:xfrm>
          <a:custGeom>
            <a:avLst/>
            <a:gdLst>
              <a:gd name="T0" fmla="*/ 108 w 176"/>
              <a:gd name="T1" fmla="*/ 64 h 176"/>
              <a:gd name="T2" fmla="*/ 127 w 176"/>
              <a:gd name="T3" fmla="*/ 47 h 176"/>
              <a:gd name="T4" fmla="*/ 124 w 176"/>
              <a:gd name="T5" fmla="*/ 40 h 176"/>
              <a:gd name="T6" fmla="*/ 112 w 176"/>
              <a:gd name="T7" fmla="*/ 50 h 176"/>
              <a:gd name="T8" fmla="*/ 112 w 176"/>
              <a:gd name="T9" fmla="*/ 4 h 176"/>
              <a:gd name="T10" fmla="*/ 104 w 176"/>
              <a:gd name="T11" fmla="*/ 4 h 176"/>
              <a:gd name="T12" fmla="*/ 95 w 176"/>
              <a:gd name="T13" fmla="*/ 41 h 176"/>
              <a:gd name="T14" fmla="*/ 88 w 176"/>
              <a:gd name="T15" fmla="*/ 44 h 176"/>
              <a:gd name="T16" fmla="*/ 105 w 176"/>
              <a:gd name="T17" fmla="*/ 63 h 176"/>
              <a:gd name="T18" fmla="*/ 160 w 176"/>
              <a:gd name="T19" fmla="*/ 149 h 176"/>
              <a:gd name="T20" fmla="*/ 176 w 176"/>
              <a:gd name="T21" fmla="*/ 77 h 176"/>
              <a:gd name="T22" fmla="*/ 172 w 176"/>
              <a:gd name="T23" fmla="*/ 72 h 176"/>
              <a:gd name="T24" fmla="*/ 38 w 176"/>
              <a:gd name="T25" fmla="*/ 51 h 176"/>
              <a:gd name="T26" fmla="*/ 34 w 176"/>
              <a:gd name="T27" fmla="*/ 48 h 176"/>
              <a:gd name="T28" fmla="*/ 0 w 176"/>
              <a:gd name="T29" fmla="*/ 52 h 176"/>
              <a:gd name="T30" fmla="*/ 31 w 176"/>
              <a:gd name="T31" fmla="*/ 56 h 176"/>
              <a:gd name="T32" fmla="*/ 56 w 176"/>
              <a:gd name="T33" fmla="*/ 149 h 176"/>
              <a:gd name="T34" fmla="*/ 56 w 176"/>
              <a:gd name="T35" fmla="*/ 160 h 176"/>
              <a:gd name="T36" fmla="*/ 88 w 176"/>
              <a:gd name="T37" fmla="*/ 160 h 176"/>
              <a:gd name="T38" fmla="*/ 130 w 176"/>
              <a:gd name="T39" fmla="*/ 152 h 176"/>
              <a:gd name="T40" fmla="*/ 144 w 176"/>
              <a:gd name="T41" fmla="*/ 176 h 176"/>
              <a:gd name="T42" fmla="*/ 158 w 176"/>
              <a:gd name="T43" fmla="*/ 152 h 176"/>
              <a:gd name="T44" fmla="*/ 144 w 176"/>
              <a:gd name="T45" fmla="*/ 80 h 176"/>
              <a:gd name="T46" fmla="*/ 163 w 176"/>
              <a:gd name="T47" fmla="*/ 96 h 176"/>
              <a:gd name="T48" fmla="*/ 144 w 176"/>
              <a:gd name="T49" fmla="*/ 80 h 176"/>
              <a:gd name="T50" fmla="*/ 72 w 176"/>
              <a:gd name="T51" fmla="*/ 80 h 176"/>
              <a:gd name="T52" fmla="*/ 50 w 176"/>
              <a:gd name="T53" fmla="*/ 96 h 176"/>
              <a:gd name="T54" fmla="*/ 57 w 176"/>
              <a:gd name="T55" fmla="*/ 120 h 176"/>
              <a:gd name="T56" fmla="*/ 75 w 176"/>
              <a:gd name="T57" fmla="*/ 104 h 176"/>
              <a:gd name="T58" fmla="*/ 57 w 176"/>
              <a:gd name="T59" fmla="*/ 120 h 176"/>
              <a:gd name="T60" fmla="*/ 78 w 176"/>
              <a:gd name="T61" fmla="*/ 128 h 176"/>
              <a:gd name="T62" fmla="*/ 63 w 176"/>
              <a:gd name="T63" fmla="*/ 144 h 176"/>
              <a:gd name="T64" fmla="*/ 72 w 176"/>
              <a:gd name="T65" fmla="*/ 168 h 176"/>
              <a:gd name="T66" fmla="*/ 72 w 176"/>
              <a:gd name="T67" fmla="*/ 152 h 176"/>
              <a:gd name="T68" fmla="*/ 72 w 176"/>
              <a:gd name="T69" fmla="*/ 168 h 176"/>
              <a:gd name="T70" fmla="*/ 88 w 176"/>
              <a:gd name="T71" fmla="*/ 144 h 176"/>
              <a:gd name="T72" fmla="*/ 104 w 176"/>
              <a:gd name="T73" fmla="*/ 128 h 176"/>
              <a:gd name="T74" fmla="*/ 104 w 176"/>
              <a:gd name="T75" fmla="*/ 120 h 176"/>
              <a:gd name="T76" fmla="*/ 83 w 176"/>
              <a:gd name="T77" fmla="*/ 104 h 176"/>
              <a:gd name="T78" fmla="*/ 104 w 176"/>
              <a:gd name="T79" fmla="*/ 120 h 176"/>
              <a:gd name="T80" fmla="*/ 82 w 176"/>
              <a:gd name="T81" fmla="*/ 96 h 176"/>
              <a:gd name="T82" fmla="*/ 104 w 176"/>
              <a:gd name="T83" fmla="*/ 80 h 176"/>
              <a:gd name="T84" fmla="*/ 128 w 176"/>
              <a:gd name="T85" fmla="*/ 144 h 176"/>
              <a:gd name="T86" fmla="*/ 112 w 176"/>
              <a:gd name="T87" fmla="*/ 128 h 176"/>
              <a:gd name="T88" fmla="*/ 128 w 176"/>
              <a:gd name="T89" fmla="*/ 144 h 176"/>
              <a:gd name="T90" fmla="*/ 112 w 176"/>
              <a:gd name="T91" fmla="*/ 120 h 176"/>
              <a:gd name="T92" fmla="*/ 133 w 176"/>
              <a:gd name="T93" fmla="*/ 104 h 176"/>
              <a:gd name="T94" fmla="*/ 134 w 176"/>
              <a:gd name="T95" fmla="*/ 96 h 176"/>
              <a:gd name="T96" fmla="*/ 112 w 176"/>
              <a:gd name="T97" fmla="*/ 80 h 176"/>
              <a:gd name="T98" fmla="*/ 134 w 176"/>
              <a:gd name="T99" fmla="*/ 96 h 176"/>
              <a:gd name="T100" fmla="*/ 136 w 176"/>
              <a:gd name="T101" fmla="*/ 160 h 176"/>
              <a:gd name="T102" fmla="*/ 152 w 176"/>
              <a:gd name="T103" fmla="*/ 160 h 176"/>
              <a:gd name="T104" fmla="*/ 153 w 176"/>
              <a:gd name="T105" fmla="*/ 144 h 176"/>
              <a:gd name="T106" fmla="*/ 138 w 176"/>
              <a:gd name="T107" fmla="*/ 128 h 176"/>
              <a:gd name="T108" fmla="*/ 153 w 176"/>
              <a:gd name="T109" fmla="*/ 144 h 176"/>
              <a:gd name="T110" fmla="*/ 141 w 176"/>
              <a:gd name="T111" fmla="*/ 104 h 176"/>
              <a:gd name="T112" fmla="*/ 158 w 176"/>
              <a:gd name="T113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105" y="63"/>
                </a:moveTo>
                <a:cubicBezTo>
                  <a:pt x="106" y="64"/>
                  <a:pt x="107" y="64"/>
                  <a:pt x="108" y="64"/>
                </a:cubicBezTo>
                <a:cubicBezTo>
                  <a:pt x="109" y="64"/>
                  <a:pt x="110" y="64"/>
                  <a:pt x="111" y="63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28" y="46"/>
                  <a:pt x="128" y="45"/>
                  <a:pt x="128" y="44"/>
                </a:cubicBezTo>
                <a:cubicBezTo>
                  <a:pt x="128" y="42"/>
                  <a:pt x="126" y="40"/>
                  <a:pt x="124" y="40"/>
                </a:cubicBezTo>
                <a:cubicBezTo>
                  <a:pt x="123" y="40"/>
                  <a:pt x="122" y="40"/>
                  <a:pt x="121" y="41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2"/>
                  <a:pt x="110" y="0"/>
                  <a:pt x="108" y="0"/>
                </a:cubicBezTo>
                <a:cubicBezTo>
                  <a:pt x="106" y="0"/>
                  <a:pt x="104" y="2"/>
                  <a:pt x="104" y="4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95" y="41"/>
                  <a:pt x="95" y="41"/>
                  <a:pt x="95" y="41"/>
                </a:cubicBezTo>
                <a:cubicBezTo>
                  <a:pt x="94" y="40"/>
                  <a:pt x="93" y="40"/>
                  <a:pt x="92" y="40"/>
                </a:cubicBezTo>
                <a:cubicBezTo>
                  <a:pt x="90" y="40"/>
                  <a:pt x="88" y="42"/>
                  <a:pt x="88" y="44"/>
                </a:cubicBezTo>
                <a:cubicBezTo>
                  <a:pt x="88" y="45"/>
                  <a:pt x="88" y="46"/>
                  <a:pt x="89" y="47"/>
                </a:cubicBezTo>
                <a:lnTo>
                  <a:pt x="105" y="63"/>
                </a:lnTo>
                <a:close/>
                <a:moveTo>
                  <a:pt x="160" y="149"/>
                </a:moveTo>
                <a:cubicBezTo>
                  <a:pt x="160" y="149"/>
                  <a:pt x="160" y="149"/>
                  <a:pt x="160" y="149"/>
                </a:cubicBezTo>
                <a:cubicBezTo>
                  <a:pt x="176" y="77"/>
                  <a:pt x="176" y="77"/>
                  <a:pt x="176" y="77"/>
                </a:cubicBezTo>
                <a:cubicBezTo>
                  <a:pt x="176" y="77"/>
                  <a:pt x="176" y="77"/>
                  <a:pt x="176" y="77"/>
                </a:cubicBezTo>
                <a:cubicBezTo>
                  <a:pt x="176" y="77"/>
                  <a:pt x="176" y="76"/>
                  <a:pt x="176" y="76"/>
                </a:cubicBezTo>
                <a:cubicBezTo>
                  <a:pt x="176" y="74"/>
                  <a:pt x="174" y="72"/>
                  <a:pt x="172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49"/>
                  <a:pt x="36" y="48"/>
                  <a:pt x="34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50"/>
                  <a:pt x="0" y="52"/>
                </a:cubicBezTo>
                <a:cubicBezTo>
                  <a:pt x="0" y="54"/>
                  <a:pt x="2" y="56"/>
                  <a:pt x="4" y="56"/>
                </a:cubicBezTo>
                <a:cubicBezTo>
                  <a:pt x="31" y="56"/>
                  <a:pt x="31" y="56"/>
                  <a:pt x="31" y="56"/>
                </a:cubicBezTo>
                <a:cubicBezTo>
                  <a:pt x="56" y="149"/>
                  <a:pt x="56" y="149"/>
                  <a:pt x="56" y="149"/>
                </a:cubicBezTo>
                <a:cubicBezTo>
                  <a:pt x="56" y="149"/>
                  <a:pt x="56" y="149"/>
                  <a:pt x="56" y="149"/>
                </a:cubicBezTo>
                <a:cubicBezTo>
                  <a:pt x="57" y="150"/>
                  <a:pt x="57" y="151"/>
                  <a:pt x="58" y="152"/>
                </a:cubicBezTo>
                <a:cubicBezTo>
                  <a:pt x="57" y="154"/>
                  <a:pt x="56" y="157"/>
                  <a:pt x="56" y="160"/>
                </a:cubicBezTo>
                <a:cubicBezTo>
                  <a:pt x="56" y="169"/>
                  <a:pt x="63" y="176"/>
                  <a:pt x="72" y="176"/>
                </a:cubicBezTo>
                <a:cubicBezTo>
                  <a:pt x="81" y="176"/>
                  <a:pt x="88" y="169"/>
                  <a:pt x="88" y="160"/>
                </a:cubicBezTo>
                <a:cubicBezTo>
                  <a:pt x="88" y="157"/>
                  <a:pt x="87" y="154"/>
                  <a:pt x="86" y="152"/>
                </a:cubicBezTo>
                <a:cubicBezTo>
                  <a:pt x="130" y="152"/>
                  <a:pt x="130" y="152"/>
                  <a:pt x="130" y="152"/>
                </a:cubicBezTo>
                <a:cubicBezTo>
                  <a:pt x="129" y="154"/>
                  <a:pt x="128" y="157"/>
                  <a:pt x="128" y="160"/>
                </a:cubicBezTo>
                <a:cubicBezTo>
                  <a:pt x="128" y="169"/>
                  <a:pt x="135" y="176"/>
                  <a:pt x="144" y="176"/>
                </a:cubicBezTo>
                <a:cubicBezTo>
                  <a:pt x="153" y="176"/>
                  <a:pt x="160" y="169"/>
                  <a:pt x="160" y="160"/>
                </a:cubicBezTo>
                <a:cubicBezTo>
                  <a:pt x="160" y="157"/>
                  <a:pt x="159" y="154"/>
                  <a:pt x="158" y="152"/>
                </a:cubicBezTo>
                <a:cubicBezTo>
                  <a:pt x="159" y="151"/>
                  <a:pt x="160" y="150"/>
                  <a:pt x="160" y="149"/>
                </a:cubicBezTo>
                <a:moveTo>
                  <a:pt x="144" y="80"/>
                </a:moveTo>
                <a:cubicBezTo>
                  <a:pt x="167" y="80"/>
                  <a:pt x="167" y="80"/>
                  <a:pt x="167" y="80"/>
                </a:cubicBezTo>
                <a:cubicBezTo>
                  <a:pt x="163" y="96"/>
                  <a:pt x="163" y="96"/>
                  <a:pt x="163" y="96"/>
                </a:cubicBezTo>
                <a:cubicBezTo>
                  <a:pt x="142" y="96"/>
                  <a:pt x="142" y="96"/>
                  <a:pt x="142" y="96"/>
                </a:cubicBezTo>
                <a:lnTo>
                  <a:pt x="144" y="80"/>
                </a:lnTo>
                <a:close/>
                <a:moveTo>
                  <a:pt x="46" y="80"/>
                </a:moveTo>
                <a:cubicBezTo>
                  <a:pt x="72" y="80"/>
                  <a:pt x="72" y="80"/>
                  <a:pt x="72" y="80"/>
                </a:cubicBezTo>
                <a:cubicBezTo>
                  <a:pt x="74" y="96"/>
                  <a:pt x="74" y="96"/>
                  <a:pt x="74" y="96"/>
                </a:cubicBezTo>
                <a:cubicBezTo>
                  <a:pt x="50" y="96"/>
                  <a:pt x="50" y="96"/>
                  <a:pt x="50" y="96"/>
                </a:cubicBezTo>
                <a:lnTo>
                  <a:pt x="46" y="80"/>
                </a:lnTo>
                <a:close/>
                <a:moveTo>
                  <a:pt x="57" y="120"/>
                </a:moveTo>
                <a:cubicBezTo>
                  <a:pt x="52" y="104"/>
                  <a:pt x="52" y="104"/>
                  <a:pt x="52" y="104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7" y="120"/>
                  <a:pt x="77" y="120"/>
                  <a:pt x="77" y="120"/>
                </a:cubicBezTo>
                <a:lnTo>
                  <a:pt x="57" y="120"/>
                </a:lnTo>
                <a:close/>
                <a:moveTo>
                  <a:pt x="59" y="128"/>
                </a:moveTo>
                <a:cubicBezTo>
                  <a:pt x="78" y="128"/>
                  <a:pt x="78" y="128"/>
                  <a:pt x="78" y="128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63" y="144"/>
                  <a:pt x="63" y="144"/>
                  <a:pt x="63" y="144"/>
                </a:cubicBezTo>
                <a:lnTo>
                  <a:pt x="59" y="128"/>
                </a:lnTo>
                <a:close/>
                <a:moveTo>
                  <a:pt x="72" y="168"/>
                </a:moveTo>
                <a:cubicBezTo>
                  <a:pt x="68" y="168"/>
                  <a:pt x="64" y="164"/>
                  <a:pt x="64" y="160"/>
                </a:cubicBezTo>
                <a:cubicBezTo>
                  <a:pt x="64" y="156"/>
                  <a:pt x="68" y="152"/>
                  <a:pt x="72" y="152"/>
                </a:cubicBezTo>
                <a:cubicBezTo>
                  <a:pt x="76" y="152"/>
                  <a:pt x="80" y="156"/>
                  <a:pt x="80" y="160"/>
                </a:cubicBezTo>
                <a:cubicBezTo>
                  <a:pt x="80" y="164"/>
                  <a:pt x="76" y="168"/>
                  <a:pt x="72" y="168"/>
                </a:cubicBezTo>
                <a:moveTo>
                  <a:pt x="104" y="144"/>
                </a:moveTo>
                <a:cubicBezTo>
                  <a:pt x="88" y="144"/>
                  <a:pt x="88" y="144"/>
                  <a:pt x="88" y="144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104" y="128"/>
                  <a:pt x="104" y="128"/>
                  <a:pt x="104" y="128"/>
                </a:cubicBezTo>
                <a:lnTo>
                  <a:pt x="104" y="144"/>
                </a:lnTo>
                <a:close/>
                <a:moveTo>
                  <a:pt x="104" y="120"/>
                </a:moveTo>
                <a:cubicBezTo>
                  <a:pt x="85" y="120"/>
                  <a:pt x="85" y="120"/>
                  <a:pt x="85" y="120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20"/>
                </a:lnTo>
                <a:close/>
                <a:moveTo>
                  <a:pt x="104" y="96"/>
                </a:moveTo>
                <a:cubicBezTo>
                  <a:pt x="82" y="96"/>
                  <a:pt x="82" y="96"/>
                  <a:pt x="82" y="96"/>
                </a:cubicBezTo>
                <a:cubicBezTo>
                  <a:pt x="80" y="80"/>
                  <a:pt x="80" y="80"/>
                  <a:pt x="80" y="80"/>
                </a:cubicBezTo>
                <a:cubicBezTo>
                  <a:pt x="104" y="80"/>
                  <a:pt x="104" y="80"/>
                  <a:pt x="104" y="80"/>
                </a:cubicBezTo>
                <a:lnTo>
                  <a:pt x="104" y="96"/>
                </a:lnTo>
                <a:close/>
                <a:moveTo>
                  <a:pt x="128" y="144"/>
                </a:moveTo>
                <a:cubicBezTo>
                  <a:pt x="112" y="144"/>
                  <a:pt x="112" y="144"/>
                  <a:pt x="112" y="14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30" y="128"/>
                  <a:pt x="130" y="128"/>
                  <a:pt x="130" y="128"/>
                </a:cubicBezTo>
                <a:lnTo>
                  <a:pt x="128" y="144"/>
                </a:lnTo>
                <a:close/>
                <a:moveTo>
                  <a:pt x="131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33" y="104"/>
                  <a:pt x="133" y="104"/>
                  <a:pt x="133" y="104"/>
                </a:cubicBezTo>
                <a:lnTo>
                  <a:pt x="131" y="120"/>
                </a:lnTo>
                <a:close/>
                <a:moveTo>
                  <a:pt x="134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36" y="80"/>
                  <a:pt x="136" y="80"/>
                  <a:pt x="136" y="80"/>
                </a:cubicBezTo>
                <a:lnTo>
                  <a:pt x="134" y="96"/>
                </a:lnTo>
                <a:close/>
                <a:moveTo>
                  <a:pt x="144" y="168"/>
                </a:moveTo>
                <a:cubicBezTo>
                  <a:pt x="140" y="168"/>
                  <a:pt x="136" y="164"/>
                  <a:pt x="136" y="160"/>
                </a:cubicBezTo>
                <a:cubicBezTo>
                  <a:pt x="136" y="156"/>
                  <a:pt x="140" y="152"/>
                  <a:pt x="144" y="152"/>
                </a:cubicBezTo>
                <a:cubicBezTo>
                  <a:pt x="148" y="152"/>
                  <a:pt x="152" y="156"/>
                  <a:pt x="152" y="160"/>
                </a:cubicBezTo>
                <a:cubicBezTo>
                  <a:pt x="152" y="164"/>
                  <a:pt x="148" y="168"/>
                  <a:pt x="144" y="168"/>
                </a:cubicBezTo>
                <a:moveTo>
                  <a:pt x="153" y="144"/>
                </a:moveTo>
                <a:cubicBezTo>
                  <a:pt x="136" y="144"/>
                  <a:pt x="136" y="144"/>
                  <a:pt x="136" y="144"/>
                </a:cubicBezTo>
                <a:cubicBezTo>
                  <a:pt x="138" y="128"/>
                  <a:pt x="138" y="128"/>
                  <a:pt x="138" y="128"/>
                </a:cubicBezTo>
                <a:cubicBezTo>
                  <a:pt x="156" y="128"/>
                  <a:pt x="156" y="128"/>
                  <a:pt x="156" y="128"/>
                </a:cubicBezTo>
                <a:lnTo>
                  <a:pt x="153" y="144"/>
                </a:lnTo>
                <a:close/>
                <a:moveTo>
                  <a:pt x="139" y="120"/>
                </a:moveTo>
                <a:cubicBezTo>
                  <a:pt x="141" y="104"/>
                  <a:pt x="141" y="104"/>
                  <a:pt x="141" y="104"/>
                </a:cubicBezTo>
                <a:cubicBezTo>
                  <a:pt x="162" y="104"/>
                  <a:pt x="162" y="104"/>
                  <a:pt x="162" y="104"/>
                </a:cubicBezTo>
                <a:cubicBezTo>
                  <a:pt x="158" y="120"/>
                  <a:pt x="158" y="120"/>
                  <a:pt x="158" y="120"/>
                </a:cubicBezTo>
                <a:lnTo>
                  <a:pt x="139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262"/>
          <p:cNvSpPr>
            <a:spLocks noEditPoints="1"/>
          </p:cNvSpPr>
          <p:nvPr/>
        </p:nvSpPr>
        <p:spPr bwMode="auto">
          <a:xfrm>
            <a:off x="7300761" y="1744244"/>
            <a:ext cx="334275" cy="335898"/>
          </a:xfrm>
          <a:custGeom>
            <a:avLst/>
            <a:gdLst>
              <a:gd name="T0" fmla="*/ 95 w 176"/>
              <a:gd name="T1" fmla="*/ 23 h 176"/>
              <a:gd name="T2" fmla="*/ 104 w 176"/>
              <a:gd name="T3" fmla="*/ 60 h 176"/>
              <a:gd name="T4" fmla="*/ 112 w 176"/>
              <a:gd name="T5" fmla="*/ 60 h 176"/>
              <a:gd name="T6" fmla="*/ 121 w 176"/>
              <a:gd name="T7" fmla="*/ 23 h 176"/>
              <a:gd name="T8" fmla="*/ 128 w 176"/>
              <a:gd name="T9" fmla="*/ 20 h 176"/>
              <a:gd name="T10" fmla="*/ 111 w 176"/>
              <a:gd name="T11" fmla="*/ 1 h 176"/>
              <a:gd name="T12" fmla="*/ 105 w 176"/>
              <a:gd name="T13" fmla="*/ 1 h 176"/>
              <a:gd name="T14" fmla="*/ 88 w 176"/>
              <a:gd name="T15" fmla="*/ 20 h 176"/>
              <a:gd name="T16" fmla="*/ 160 w 176"/>
              <a:gd name="T17" fmla="*/ 149 h 176"/>
              <a:gd name="T18" fmla="*/ 176 w 176"/>
              <a:gd name="T19" fmla="*/ 77 h 176"/>
              <a:gd name="T20" fmla="*/ 176 w 176"/>
              <a:gd name="T21" fmla="*/ 76 h 176"/>
              <a:gd name="T22" fmla="*/ 44 w 176"/>
              <a:gd name="T23" fmla="*/ 72 h 176"/>
              <a:gd name="T24" fmla="*/ 38 w 176"/>
              <a:gd name="T25" fmla="*/ 51 h 176"/>
              <a:gd name="T26" fmla="*/ 4 w 176"/>
              <a:gd name="T27" fmla="*/ 48 h 176"/>
              <a:gd name="T28" fmla="*/ 4 w 176"/>
              <a:gd name="T29" fmla="*/ 56 h 176"/>
              <a:gd name="T30" fmla="*/ 56 w 176"/>
              <a:gd name="T31" fmla="*/ 149 h 176"/>
              <a:gd name="T32" fmla="*/ 58 w 176"/>
              <a:gd name="T33" fmla="*/ 152 h 176"/>
              <a:gd name="T34" fmla="*/ 72 w 176"/>
              <a:gd name="T35" fmla="*/ 176 h 176"/>
              <a:gd name="T36" fmla="*/ 86 w 176"/>
              <a:gd name="T37" fmla="*/ 152 h 176"/>
              <a:gd name="T38" fmla="*/ 128 w 176"/>
              <a:gd name="T39" fmla="*/ 160 h 176"/>
              <a:gd name="T40" fmla="*/ 160 w 176"/>
              <a:gd name="T41" fmla="*/ 160 h 176"/>
              <a:gd name="T42" fmla="*/ 160 w 176"/>
              <a:gd name="T43" fmla="*/ 149 h 176"/>
              <a:gd name="T44" fmla="*/ 167 w 176"/>
              <a:gd name="T45" fmla="*/ 80 h 176"/>
              <a:gd name="T46" fmla="*/ 142 w 176"/>
              <a:gd name="T47" fmla="*/ 96 h 176"/>
              <a:gd name="T48" fmla="*/ 46 w 176"/>
              <a:gd name="T49" fmla="*/ 80 h 176"/>
              <a:gd name="T50" fmla="*/ 74 w 176"/>
              <a:gd name="T51" fmla="*/ 96 h 176"/>
              <a:gd name="T52" fmla="*/ 46 w 176"/>
              <a:gd name="T53" fmla="*/ 80 h 176"/>
              <a:gd name="T54" fmla="*/ 52 w 176"/>
              <a:gd name="T55" fmla="*/ 104 h 176"/>
              <a:gd name="T56" fmla="*/ 77 w 176"/>
              <a:gd name="T57" fmla="*/ 120 h 176"/>
              <a:gd name="T58" fmla="*/ 59 w 176"/>
              <a:gd name="T59" fmla="*/ 128 h 176"/>
              <a:gd name="T60" fmla="*/ 80 w 176"/>
              <a:gd name="T61" fmla="*/ 144 h 176"/>
              <a:gd name="T62" fmla="*/ 59 w 176"/>
              <a:gd name="T63" fmla="*/ 128 h 176"/>
              <a:gd name="T64" fmla="*/ 64 w 176"/>
              <a:gd name="T65" fmla="*/ 160 h 176"/>
              <a:gd name="T66" fmla="*/ 80 w 176"/>
              <a:gd name="T67" fmla="*/ 160 h 176"/>
              <a:gd name="T68" fmla="*/ 104 w 176"/>
              <a:gd name="T69" fmla="*/ 144 h 176"/>
              <a:gd name="T70" fmla="*/ 86 w 176"/>
              <a:gd name="T71" fmla="*/ 128 h 176"/>
              <a:gd name="T72" fmla="*/ 104 w 176"/>
              <a:gd name="T73" fmla="*/ 144 h 176"/>
              <a:gd name="T74" fmla="*/ 85 w 176"/>
              <a:gd name="T75" fmla="*/ 120 h 176"/>
              <a:gd name="T76" fmla="*/ 104 w 176"/>
              <a:gd name="T77" fmla="*/ 104 h 176"/>
              <a:gd name="T78" fmla="*/ 104 w 176"/>
              <a:gd name="T79" fmla="*/ 96 h 176"/>
              <a:gd name="T80" fmla="*/ 80 w 176"/>
              <a:gd name="T81" fmla="*/ 80 h 176"/>
              <a:gd name="T82" fmla="*/ 104 w 176"/>
              <a:gd name="T83" fmla="*/ 96 h 176"/>
              <a:gd name="T84" fmla="*/ 112 w 176"/>
              <a:gd name="T85" fmla="*/ 144 h 176"/>
              <a:gd name="T86" fmla="*/ 130 w 176"/>
              <a:gd name="T87" fmla="*/ 128 h 176"/>
              <a:gd name="T88" fmla="*/ 131 w 176"/>
              <a:gd name="T89" fmla="*/ 120 h 176"/>
              <a:gd name="T90" fmla="*/ 112 w 176"/>
              <a:gd name="T91" fmla="*/ 104 h 176"/>
              <a:gd name="T92" fmla="*/ 131 w 176"/>
              <a:gd name="T93" fmla="*/ 120 h 176"/>
              <a:gd name="T94" fmla="*/ 112 w 176"/>
              <a:gd name="T95" fmla="*/ 96 h 176"/>
              <a:gd name="T96" fmla="*/ 136 w 176"/>
              <a:gd name="T97" fmla="*/ 80 h 176"/>
              <a:gd name="T98" fmla="*/ 144 w 176"/>
              <a:gd name="T99" fmla="*/ 168 h 176"/>
              <a:gd name="T100" fmla="*/ 144 w 176"/>
              <a:gd name="T101" fmla="*/ 152 h 176"/>
              <a:gd name="T102" fmla="*/ 144 w 176"/>
              <a:gd name="T103" fmla="*/ 168 h 176"/>
              <a:gd name="T104" fmla="*/ 136 w 176"/>
              <a:gd name="T105" fmla="*/ 144 h 176"/>
              <a:gd name="T106" fmla="*/ 156 w 176"/>
              <a:gd name="T107" fmla="*/ 128 h 176"/>
              <a:gd name="T108" fmla="*/ 139 w 176"/>
              <a:gd name="T109" fmla="*/ 120 h 176"/>
              <a:gd name="T110" fmla="*/ 162 w 176"/>
              <a:gd name="T111" fmla="*/ 104 h 176"/>
              <a:gd name="T112" fmla="*/ 139 w 176"/>
              <a:gd name="T113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92" y="24"/>
                </a:moveTo>
                <a:cubicBezTo>
                  <a:pt x="93" y="24"/>
                  <a:pt x="94" y="24"/>
                  <a:pt x="95" y="23"/>
                </a:cubicBezTo>
                <a:cubicBezTo>
                  <a:pt x="104" y="14"/>
                  <a:pt x="104" y="14"/>
                  <a:pt x="104" y="1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104" y="62"/>
                  <a:pt x="106" y="64"/>
                  <a:pt x="108" y="64"/>
                </a:cubicBezTo>
                <a:cubicBezTo>
                  <a:pt x="110" y="64"/>
                  <a:pt x="112" y="62"/>
                  <a:pt x="112" y="60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21" y="23"/>
                  <a:pt x="121" y="23"/>
                  <a:pt x="121" y="23"/>
                </a:cubicBezTo>
                <a:cubicBezTo>
                  <a:pt x="122" y="24"/>
                  <a:pt x="123" y="24"/>
                  <a:pt x="124" y="24"/>
                </a:cubicBezTo>
                <a:cubicBezTo>
                  <a:pt x="126" y="24"/>
                  <a:pt x="128" y="22"/>
                  <a:pt x="128" y="20"/>
                </a:cubicBezTo>
                <a:cubicBezTo>
                  <a:pt x="128" y="19"/>
                  <a:pt x="128" y="18"/>
                  <a:pt x="127" y="17"/>
                </a:cubicBezTo>
                <a:cubicBezTo>
                  <a:pt x="111" y="1"/>
                  <a:pt x="111" y="1"/>
                  <a:pt x="111" y="1"/>
                </a:cubicBezTo>
                <a:cubicBezTo>
                  <a:pt x="110" y="0"/>
                  <a:pt x="109" y="0"/>
                  <a:pt x="108" y="0"/>
                </a:cubicBezTo>
                <a:cubicBezTo>
                  <a:pt x="107" y="0"/>
                  <a:pt x="106" y="0"/>
                  <a:pt x="105" y="1"/>
                </a:cubicBezTo>
                <a:cubicBezTo>
                  <a:pt x="89" y="17"/>
                  <a:pt x="89" y="17"/>
                  <a:pt x="89" y="17"/>
                </a:cubicBezTo>
                <a:cubicBezTo>
                  <a:pt x="88" y="18"/>
                  <a:pt x="88" y="19"/>
                  <a:pt x="88" y="20"/>
                </a:cubicBezTo>
                <a:cubicBezTo>
                  <a:pt x="88" y="22"/>
                  <a:pt x="90" y="24"/>
                  <a:pt x="92" y="24"/>
                </a:cubicBezTo>
                <a:moveTo>
                  <a:pt x="160" y="149"/>
                </a:moveTo>
                <a:cubicBezTo>
                  <a:pt x="160" y="149"/>
                  <a:pt x="160" y="149"/>
                  <a:pt x="160" y="149"/>
                </a:cubicBezTo>
                <a:cubicBezTo>
                  <a:pt x="176" y="77"/>
                  <a:pt x="176" y="77"/>
                  <a:pt x="176" y="77"/>
                </a:cubicBezTo>
                <a:cubicBezTo>
                  <a:pt x="176" y="77"/>
                  <a:pt x="176" y="77"/>
                  <a:pt x="176" y="77"/>
                </a:cubicBezTo>
                <a:cubicBezTo>
                  <a:pt x="176" y="77"/>
                  <a:pt x="176" y="76"/>
                  <a:pt x="176" y="76"/>
                </a:cubicBezTo>
                <a:cubicBezTo>
                  <a:pt x="176" y="74"/>
                  <a:pt x="174" y="72"/>
                  <a:pt x="172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49"/>
                  <a:pt x="36" y="48"/>
                  <a:pt x="34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50"/>
                  <a:pt x="0" y="52"/>
                </a:cubicBezTo>
                <a:cubicBezTo>
                  <a:pt x="0" y="54"/>
                  <a:pt x="2" y="56"/>
                  <a:pt x="4" y="56"/>
                </a:cubicBezTo>
                <a:cubicBezTo>
                  <a:pt x="31" y="56"/>
                  <a:pt x="31" y="56"/>
                  <a:pt x="31" y="56"/>
                </a:cubicBezTo>
                <a:cubicBezTo>
                  <a:pt x="56" y="149"/>
                  <a:pt x="56" y="149"/>
                  <a:pt x="56" y="149"/>
                </a:cubicBezTo>
                <a:cubicBezTo>
                  <a:pt x="56" y="149"/>
                  <a:pt x="56" y="149"/>
                  <a:pt x="56" y="149"/>
                </a:cubicBezTo>
                <a:cubicBezTo>
                  <a:pt x="57" y="150"/>
                  <a:pt x="57" y="151"/>
                  <a:pt x="58" y="152"/>
                </a:cubicBezTo>
                <a:cubicBezTo>
                  <a:pt x="57" y="154"/>
                  <a:pt x="56" y="157"/>
                  <a:pt x="56" y="160"/>
                </a:cubicBezTo>
                <a:cubicBezTo>
                  <a:pt x="56" y="169"/>
                  <a:pt x="63" y="176"/>
                  <a:pt x="72" y="176"/>
                </a:cubicBezTo>
                <a:cubicBezTo>
                  <a:pt x="81" y="176"/>
                  <a:pt x="88" y="169"/>
                  <a:pt x="88" y="160"/>
                </a:cubicBezTo>
                <a:cubicBezTo>
                  <a:pt x="88" y="157"/>
                  <a:pt x="87" y="154"/>
                  <a:pt x="86" y="152"/>
                </a:cubicBezTo>
                <a:cubicBezTo>
                  <a:pt x="130" y="152"/>
                  <a:pt x="130" y="152"/>
                  <a:pt x="130" y="152"/>
                </a:cubicBezTo>
                <a:cubicBezTo>
                  <a:pt x="129" y="154"/>
                  <a:pt x="128" y="157"/>
                  <a:pt x="128" y="160"/>
                </a:cubicBezTo>
                <a:cubicBezTo>
                  <a:pt x="128" y="169"/>
                  <a:pt x="135" y="176"/>
                  <a:pt x="144" y="176"/>
                </a:cubicBezTo>
                <a:cubicBezTo>
                  <a:pt x="153" y="176"/>
                  <a:pt x="160" y="169"/>
                  <a:pt x="160" y="160"/>
                </a:cubicBezTo>
                <a:cubicBezTo>
                  <a:pt x="160" y="157"/>
                  <a:pt x="159" y="154"/>
                  <a:pt x="158" y="152"/>
                </a:cubicBezTo>
                <a:cubicBezTo>
                  <a:pt x="159" y="151"/>
                  <a:pt x="160" y="150"/>
                  <a:pt x="160" y="149"/>
                </a:cubicBezTo>
                <a:moveTo>
                  <a:pt x="144" y="80"/>
                </a:moveTo>
                <a:cubicBezTo>
                  <a:pt x="167" y="80"/>
                  <a:pt x="167" y="80"/>
                  <a:pt x="167" y="80"/>
                </a:cubicBezTo>
                <a:cubicBezTo>
                  <a:pt x="163" y="96"/>
                  <a:pt x="163" y="96"/>
                  <a:pt x="163" y="96"/>
                </a:cubicBezTo>
                <a:cubicBezTo>
                  <a:pt x="142" y="96"/>
                  <a:pt x="142" y="96"/>
                  <a:pt x="142" y="96"/>
                </a:cubicBezTo>
                <a:lnTo>
                  <a:pt x="144" y="80"/>
                </a:lnTo>
                <a:close/>
                <a:moveTo>
                  <a:pt x="46" y="80"/>
                </a:moveTo>
                <a:cubicBezTo>
                  <a:pt x="72" y="80"/>
                  <a:pt x="72" y="80"/>
                  <a:pt x="72" y="80"/>
                </a:cubicBezTo>
                <a:cubicBezTo>
                  <a:pt x="74" y="96"/>
                  <a:pt x="74" y="96"/>
                  <a:pt x="74" y="96"/>
                </a:cubicBezTo>
                <a:cubicBezTo>
                  <a:pt x="50" y="96"/>
                  <a:pt x="50" y="96"/>
                  <a:pt x="50" y="96"/>
                </a:cubicBezTo>
                <a:lnTo>
                  <a:pt x="46" y="80"/>
                </a:lnTo>
                <a:close/>
                <a:moveTo>
                  <a:pt x="57" y="120"/>
                </a:moveTo>
                <a:cubicBezTo>
                  <a:pt x="52" y="104"/>
                  <a:pt x="52" y="104"/>
                  <a:pt x="52" y="104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7" y="120"/>
                  <a:pt x="77" y="120"/>
                  <a:pt x="77" y="120"/>
                </a:cubicBezTo>
                <a:lnTo>
                  <a:pt x="57" y="120"/>
                </a:lnTo>
                <a:close/>
                <a:moveTo>
                  <a:pt x="59" y="128"/>
                </a:moveTo>
                <a:cubicBezTo>
                  <a:pt x="78" y="128"/>
                  <a:pt x="78" y="128"/>
                  <a:pt x="78" y="128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63" y="144"/>
                  <a:pt x="63" y="144"/>
                  <a:pt x="63" y="144"/>
                </a:cubicBezTo>
                <a:lnTo>
                  <a:pt x="59" y="128"/>
                </a:lnTo>
                <a:close/>
                <a:moveTo>
                  <a:pt x="72" y="168"/>
                </a:moveTo>
                <a:cubicBezTo>
                  <a:pt x="68" y="168"/>
                  <a:pt x="64" y="164"/>
                  <a:pt x="64" y="160"/>
                </a:cubicBezTo>
                <a:cubicBezTo>
                  <a:pt x="64" y="156"/>
                  <a:pt x="68" y="152"/>
                  <a:pt x="72" y="152"/>
                </a:cubicBezTo>
                <a:cubicBezTo>
                  <a:pt x="76" y="152"/>
                  <a:pt x="80" y="156"/>
                  <a:pt x="80" y="160"/>
                </a:cubicBezTo>
                <a:cubicBezTo>
                  <a:pt x="80" y="164"/>
                  <a:pt x="76" y="168"/>
                  <a:pt x="72" y="168"/>
                </a:cubicBezTo>
                <a:moveTo>
                  <a:pt x="104" y="144"/>
                </a:moveTo>
                <a:cubicBezTo>
                  <a:pt x="88" y="144"/>
                  <a:pt x="88" y="144"/>
                  <a:pt x="88" y="144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104" y="128"/>
                  <a:pt x="104" y="128"/>
                  <a:pt x="104" y="128"/>
                </a:cubicBezTo>
                <a:lnTo>
                  <a:pt x="104" y="144"/>
                </a:lnTo>
                <a:close/>
                <a:moveTo>
                  <a:pt x="104" y="120"/>
                </a:moveTo>
                <a:cubicBezTo>
                  <a:pt x="85" y="120"/>
                  <a:pt x="85" y="120"/>
                  <a:pt x="85" y="120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20"/>
                </a:lnTo>
                <a:close/>
                <a:moveTo>
                  <a:pt x="104" y="96"/>
                </a:moveTo>
                <a:cubicBezTo>
                  <a:pt x="82" y="96"/>
                  <a:pt x="82" y="96"/>
                  <a:pt x="82" y="96"/>
                </a:cubicBezTo>
                <a:cubicBezTo>
                  <a:pt x="80" y="80"/>
                  <a:pt x="80" y="80"/>
                  <a:pt x="80" y="80"/>
                </a:cubicBezTo>
                <a:cubicBezTo>
                  <a:pt x="104" y="80"/>
                  <a:pt x="104" y="80"/>
                  <a:pt x="104" y="80"/>
                </a:cubicBezTo>
                <a:lnTo>
                  <a:pt x="104" y="96"/>
                </a:lnTo>
                <a:close/>
                <a:moveTo>
                  <a:pt x="128" y="144"/>
                </a:moveTo>
                <a:cubicBezTo>
                  <a:pt x="112" y="144"/>
                  <a:pt x="112" y="144"/>
                  <a:pt x="112" y="14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30" y="128"/>
                  <a:pt x="130" y="128"/>
                  <a:pt x="130" y="128"/>
                </a:cubicBezTo>
                <a:lnTo>
                  <a:pt x="128" y="144"/>
                </a:lnTo>
                <a:close/>
                <a:moveTo>
                  <a:pt x="131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33" y="104"/>
                  <a:pt x="133" y="104"/>
                  <a:pt x="133" y="104"/>
                </a:cubicBezTo>
                <a:lnTo>
                  <a:pt x="131" y="120"/>
                </a:lnTo>
                <a:close/>
                <a:moveTo>
                  <a:pt x="134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36" y="80"/>
                  <a:pt x="136" y="80"/>
                  <a:pt x="136" y="80"/>
                </a:cubicBezTo>
                <a:lnTo>
                  <a:pt x="134" y="96"/>
                </a:lnTo>
                <a:close/>
                <a:moveTo>
                  <a:pt x="144" y="168"/>
                </a:moveTo>
                <a:cubicBezTo>
                  <a:pt x="140" y="168"/>
                  <a:pt x="136" y="164"/>
                  <a:pt x="136" y="160"/>
                </a:cubicBezTo>
                <a:cubicBezTo>
                  <a:pt x="136" y="156"/>
                  <a:pt x="140" y="152"/>
                  <a:pt x="144" y="152"/>
                </a:cubicBezTo>
                <a:cubicBezTo>
                  <a:pt x="148" y="152"/>
                  <a:pt x="152" y="156"/>
                  <a:pt x="152" y="160"/>
                </a:cubicBezTo>
                <a:cubicBezTo>
                  <a:pt x="152" y="164"/>
                  <a:pt x="148" y="168"/>
                  <a:pt x="144" y="168"/>
                </a:cubicBezTo>
                <a:moveTo>
                  <a:pt x="153" y="144"/>
                </a:moveTo>
                <a:cubicBezTo>
                  <a:pt x="136" y="144"/>
                  <a:pt x="136" y="144"/>
                  <a:pt x="136" y="144"/>
                </a:cubicBezTo>
                <a:cubicBezTo>
                  <a:pt x="138" y="128"/>
                  <a:pt x="138" y="128"/>
                  <a:pt x="138" y="128"/>
                </a:cubicBezTo>
                <a:cubicBezTo>
                  <a:pt x="156" y="128"/>
                  <a:pt x="156" y="128"/>
                  <a:pt x="156" y="128"/>
                </a:cubicBezTo>
                <a:lnTo>
                  <a:pt x="153" y="144"/>
                </a:lnTo>
                <a:close/>
                <a:moveTo>
                  <a:pt x="139" y="120"/>
                </a:moveTo>
                <a:cubicBezTo>
                  <a:pt x="141" y="104"/>
                  <a:pt x="141" y="104"/>
                  <a:pt x="141" y="104"/>
                </a:cubicBezTo>
                <a:cubicBezTo>
                  <a:pt x="162" y="104"/>
                  <a:pt x="162" y="104"/>
                  <a:pt x="162" y="104"/>
                </a:cubicBezTo>
                <a:cubicBezTo>
                  <a:pt x="158" y="120"/>
                  <a:pt x="158" y="120"/>
                  <a:pt x="158" y="120"/>
                </a:cubicBezTo>
                <a:lnTo>
                  <a:pt x="139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263"/>
          <p:cNvSpPr>
            <a:spLocks noEditPoints="1"/>
          </p:cNvSpPr>
          <p:nvPr/>
        </p:nvSpPr>
        <p:spPr bwMode="auto">
          <a:xfrm>
            <a:off x="1548312" y="2398190"/>
            <a:ext cx="335898" cy="305066"/>
          </a:xfrm>
          <a:custGeom>
            <a:avLst/>
            <a:gdLst>
              <a:gd name="T0" fmla="*/ 122 w 176"/>
              <a:gd name="T1" fmla="*/ 24 h 160"/>
              <a:gd name="T2" fmla="*/ 112 w 176"/>
              <a:gd name="T3" fmla="*/ 36 h 160"/>
              <a:gd name="T4" fmla="*/ 119 w 176"/>
              <a:gd name="T5" fmla="*/ 39 h 160"/>
              <a:gd name="T6" fmla="*/ 136 w 176"/>
              <a:gd name="T7" fmla="*/ 20 h 160"/>
              <a:gd name="T8" fmla="*/ 119 w 176"/>
              <a:gd name="T9" fmla="*/ 1 h 160"/>
              <a:gd name="T10" fmla="*/ 112 w 176"/>
              <a:gd name="T11" fmla="*/ 4 h 160"/>
              <a:gd name="T12" fmla="*/ 122 w 176"/>
              <a:gd name="T13" fmla="*/ 16 h 160"/>
              <a:gd name="T14" fmla="*/ 72 w 176"/>
              <a:gd name="T15" fmla="*/ 20 h 160"/>
              <a:gd name="T16" fmla="*/ 160 w 176"/>
              <a:gd name="T17" fmla="*/ 133 h 160"/>
              <a:gd name="T18" fmla="*/ 176 w 176"/>
              <a:gd name="T19" fmla="*/ 61 h 160"/>
              <a:gd name="T20" fmla="*/ 176 w 176"/>
              <a:gd name="T21" fmla="*/ 60 h 160"/>
              <a:gd name="T22" fmla="*/ 44 w 176"/>
              <a:gd name="T23" fmla="*/ 56 h 160"/>
              <a:gd name="T24" fmla="*/ 38 w 176"/>
              <a:gd name="T25" fmla="*/ 35 h 160"/>
              <a:gd name="T26" fmla="*/ 4 w 176"/>
              <a:gd name="T27" fmla="*/ 32 h 160"/>
              <a:gd name="T28" fmla="*/ 4 w 176"/>
              <a:gd name="T29" fmla="*/ 40 h 160"/>
              <a:gd name="T30" fmla="*/ 56 w 176"/>
              <a:gd name="T31" fmla="*/ 133 h 160"/>
              <a:gd name="T32" fmla="*/ 58 w 176"/>
              <a:gd name="T33" fmla="*/ 136 h 160"/>
              <a:gd name="T34" fmla="*/ 72 w 176"/>
              <a:gd name="T35" fmla="*/ 160 h 160"/>
              <a:gd name="T36" fmla="*/ 86 w 176"/>
              <a:gd name="T37" fmla="*/ 136 h 160"/>
              <a:gd name="T38" fmla="*/ 128 w 176"/>
              <a:gd name="T39" fmla="*/ 144 h 160"/>
              <a:gd name="T40" fmla="*/ 160 w 176"/>
              <a:gd name="T41" fmla="*/ 144 h 160"/>
              <a:gd name="T42" fmla="*/ 160 w 176"/>
              <a:gd name="T43" fmla="*/ 133 h 160"/>
              <a:gd name="T44" fmla="*/ 167 w 176"/>
              <a:gd name="T45" fmla="*/ 64 h 160"/>
              <a:gd name="T46" fmla="*/ 142 w 176"/>
              <a:gd name="T47" fmla="*/ 80 h 160"/>
              <a:gd name="T48" fmla="*/ 46 w 176"/>
              <a:gd name="T49" fmla="*/ 64 h 160"/>
              <a:gd name="T50" fmla="*/ 74 w 176"/>
              <a:gd name="T51" fmla="*/ 80 h 160"/>
              <a:gd name="T52" fmla="*/ 46 w 176"/>
              <a:gd name="T53" fmla="*/ 64 h 160"/>
              <a:gd name="T54" fmla="*/ 52 w 176"/>
              <a:gd name="T55" fmla="*/ 88 h 160"/>
              <a:gd name="T56" fmla="*/ 77 w 176"/>
              <a:gd name="T57" fmla="*/ 104 h 160"/>
              <a:gd name="T58" fmla="*/ 59 w 176"/>
              <a:gd name="T59" fmla="*/ 112 h 160"/>
              <a:gd name="T60" fmla="*/ 80 w 176"/>
              <a:gd name="T61" fmla="*/ 128 h 160"/>
              <a:gd name="T62" fmla="*/ 59 w 176"/>
              <a:gd name="T63" fmla="*/ 112 h 160"/>
              <a:gd name="T64" fmla="*/ 64 w 176"/>
              <a:gd name="T65" fmla="*/ 144 h 160"/>
              <a:gd name="T66" fmla="*/ 80 w 176"/>
              <a:gd name="T67" fmla="*/ 144 h 160"/>
              <a:gd name="T68" fmla="*/ 104 w 176"/>
              <a:gd name="T69" fmla="*/ 128 h 160"/>
              <a:gd name="T70" fmla="*/ 86 w 176"/>
              <a:gd name="T71" fmla="*/ 112 h 160"/>
              <a:gd name="T72" fmla="*/ 104 w 176"/>
              <a:gd name="T73" fmla="*/ 128 h 160"/>
              <a:gd name="T74" fmla="*/ 85 w 176"/>
              <a:gd name="T75" fmla="*/ 104 h 160"/>
              <a:gd name="T76" fmla="*/ 104 w 176"/>
              <a:gd name="T77" fmla="*/ 88 h 160"/>
              <a:gd name="T78" fmla="*/ 104 w 176"/>
              <a:gd name="T79" fmla="*/ 80 h 160"/>
              <a:gd name="T80" fmla="*/ 80 w 176"/>
              <a:gd name="T81" fmla="*/ 64 h 160"/>
              <a:gd name="T82" fmla="*/ 104 w 176"/>
              <a:gd name="T83" fmla="*/ 80 h 160"/>
              <a:gd name="T84" fmla="*/ 112 w 176"/>
              <a:gd name="T85" fmla="*/ 128 h 160"/>
              <a:gd name="T86" fmla="*/ 130 w 176"/>
              <a:gd name="T87" fmla="*/ 112 h 160"/>
              <a:gd name="T88" fmla="*/ 131 w 176"/>
              <a:gd name="T89" fmla="*/ 104 h 160"/>
              <a:gd name="T90" fmla="*/ 112 w 176"/>
              <a:gd name="T91" fmla="*/ 88 h 160"/>
              <a:gd name="T92" fmla="*/ 131 w 176"/>
              <a:gd name="T93" fmla="*/ 104 h 160"/>
              <a:gd name="T94" fmla="*/ 112 w 176"/>
              <a:gd name="T95" fmla="*/ 80 h 160"/>
              <a:gd name="T96" fmla="*/ 136 w 176"/>
              <a:gd name="T97" fmla="*/ 64 h 160"/>
              <a:gd name="T98" fmla="*/ 144 w 176"/>
              <a:gd name="T99" fmla="*/ 152 h 160"/>
              <a:gd name="T100" fmla="*/ 144 w 176"/>
              <a:gd name="T101" fmla="*/ 136 h 160"/>
              <a:gd name="T102" fmla="*/ 144 w 176"/>
              <a:gd name="T103" fmla="*/ 152 h 160"/>
              <a:gd name="T104" fmla="*/ 136 w 176"/>
              <a:gd name="T105" fmla="*/ 128 h 160"/>
              <a:gd name="T106" fmla="*/ 156 w 176"/>
              <a:gd name="T107" fmla="*/ 112 h 160"/>
              <a:gd name="T108" fmla="*/ 139 w 176"/>
              <a:gd name="T109" fmla="*/ 104 h 160"/>
              <a:gd name="T110" fmla="*/ 162 w 176"/>
              <a:gd name="T111" fmla="*/ 88 h 160"/>
              <a:gd name="T112" fmla="*/ 139 w 176"/>
              <a:gd name="T113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76" y="24"/>
                </a:moveTo>
                <a:cubicBezTo>
                  <a:pt x="122" y="24"/>
                  <a:pt x="122" y="24"/>
                  <a:pt x="122" y="24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2" y="34"/>
                  <a:pt x="112" y="35"/>
                  <a:pt x="112" y="36"/>
                </a:cubicBezTo>
                <a:cubicBezTo>
                  <a:pt x="112" y="38"/>
                  <a:pt x="114" y="40"/>
                  <a:pt x="116" y="40"/>
                </a:cubicBezTo>
                <a:cubicBezTo>
                  <a:pt x="117" y="40"/>
                  <a:pt x="118" y="40"/>
                  <a:pt x="119" y="39"/>
                </a:cubicBezTo>
                <a:cubicBezTo>
                  <a:pt x="135" y="23"/>
                  <a:pt x="135" y="23"/>
                  <a:pt x="135" y="23"/>
                </a:cubicBezTo>
                <a:cubicBezTo>
                  <a:pt x="136" y="22"/>
                  <a:pt x="136" y="21"/>
                  <a:pt x="136" y="20"/>
                </a:cubicBezTo>
                <a:cubicBezTo>
                  <a:pt x="136" y="19"/>
                  <a:pt x="136" y="18"/>
                  <a:pt x="135" y="17"/>
                </a:cubicBezTo>
                <a:cubicBezTo>
                  <a:pt x="119" y="1"/>
                  <a:pt x="119" y="1"/>
                  <a:pt x="119" y="1"/>
                </a:cubicBezTo>
                <a:cubicBezTo>
                  <a:pt x="118" y="0"/>
                  <a:pt x="117" y="0"/>
                  <a:pt x="116" y="0"/>
                </a:cubicBezTo>
                <a:cubicBezTo>
                  <a:pt x="114" y="0"/>
                  <a:pt x="112" y="2"/>
                  <a:pt x="112" y="4"/>
                </a:cubicBezTo>
                <a:cubicBezTo>
                  <a:pt x="112" y="5"/>
                  <a:pt x="112" y="6"/>
                  <a:pt x="113" y="7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4" y="16"/>
                  <a:pt x="72" y="18"/>
                  <a:pt x="72" y="20"/>
                </a:cubicBezTo>
                <a:cubicBezTo>
                  <a:pt x="72" y="22"/>
                  <a:pt x="74" y="24"/>
                  <a:pt x="76" y="24"/>
                </a:cubicBezTo>
                <a:moveTo>
                  <a:pt x="160" y="133"/>
                </a:moveTo>
                <a:cubicBezTo>
                  <a:pt x="160" y="133"/>
                  <a:pt x="160" y="133"/>
                  <a:pt x="160" y="133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0"/>
                  <a:pt x="176" y="60"/>
                </a:cubicBezTo>
                <a:cubicBezTo>
                  <a:pt x="176" y="58"/>
                  <a:pt x="174" y="56"/>
                  <a:pt x="172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3"/>
                  <a:pt x="36" y="32"/>
                  <a:pt x="3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0" y="34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7" y="134"/>
                  <a:pt x="57" y="135"/>
                  <a:pt x="58" y="136"/>
                </a:cubicBezTo>
                <a:cubicBezTo>
                  <a:pt x="57" y="138"/>
                  <a:pt x="56" y="141"/>
                  <a:pt x="56" y="144"/>
                </a:cubicBezTo>
                <a:cubicBezTo>
                  <a:pt x="56" y="153"/>
                  <a:pt x="63" y="160"/>
                  <a:pt x="72" y="160"/>
                </a:cubicBezTo>
                <a:cubicBezTo>
                  <a:pt x="81" y="160"/>
                  <a:pt x="88" y="153"/>
                  <a:pt x="88" y="144"/>
                </a:cubicBezTo>
                <a:cubicBezTo>
                  <a:pt x="88" y="141"/>
                  <a:pt x="87" y="138"/>
                  <a:pt x="86" y="136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29" y="138"/>
                  <a:pt x="128" y="141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141"/>
                  <a:pt x="159" y="138"/>
                  <a:pt x="158" y="136"/>
                </a:cubicBezTo>
                <a:cubicBezTo>
                  <a:pt x="159" y="135"/>
                  <a:pt x="160" y="134"/>
                  <a:pt x="160" y="133"/>
                </a:cubicBezTo>
                <a:moveTo>
                  <a:pt x="144" y="64"/>
                </a:moveTo>
                <a:cubicBezTo>
                  <a:pt x="167" y="64"/>
                  <a:pt x="167" y="64"/>
                  <a:pt x="167" y="64"/>
                </a:cubicBezTo>
                <a:cubicBezTo>
                  <a:pt x="163" y="80"/>
                  <a:pt x="163" y="80"/>
                  <a:pt x="163" y="80"/>
                </a:cubicBezTo>
                <a:cubicBezTo>
                  <a:pt x="142" y="80"/>
                  <a:pt x="142" y="80"/>
                  <a:pt x="142" y="80"/>
                </a:cubicBezTo>
                <a:lnTo>
                  <a:pt x="144" y="64"/>
                </a:lnTo>
                <a:close/>
                <a:moveTo>
                  <a:pt x="46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74" y="80"/>
                  <a:pt x="74" y="80"/>
                  <a:pt x="74" y="80"/>
                </a:cubicBezTo>
                <a:cubicBezTo>
                  <a:pt x="50" y="80"/>
                  <a:pt x="50" y="80"/>
                  <a:pt x="50" y="80"/>
                </a:cubicBezTo>
                <a:lnTo>
                  <a:pt x="46" y="64"/>
                </a:lnTo>
                <a:close/>
                <a:moveTo>
                  <a:pt x="57" y="104"/>
                </a:moveTo>
                <a:cubicBezTo>
                  <a:pt x="52" y="88"/>
                  <a:pt x="52" y="88"/>
                  <a:pt x="52" y="88"/>
                </a:cubicBezTo>
                <a:cubicBezTo>
                  <a:pt x="75" y="88"/>
                  <a:pt x="75" y="88"/>
                  <a:pt x="75" y="88"/>
                </a:cubicBezTo>
                <a:cubicBezTo>
                  <a:pt x="77" y="104"/>
                  <a:pt x="77" y="104"/>
                  <a:pt x="77" y="104"/>
                </a:cubicBezTo>
                <a:lnTo>
                  <a:pt x="57" y="104"/>
                </a:lnTo>
                <a:close/>
                <a:moveTo>
                  <a:pt x="59" y="112"/>
                </a:moveTo>
                <a:cubicBezTo>
                  <a:pt x="78" y="112"/>
                  <a:pt x="78" y="112"/>
                  <a:pt x="78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3" y="128"/>
                  <a:pt x="63" y="128"/>
                  <a:pt x="63" y="128"/>
                </a:cubicBezTo>
                <a:lnTo>
                  <a:pt x="59" y="112"/>
                </a:lnTo>
                <a:close/>
                <a:moveTo>
                  <a:pt x="72" y="152"/>
                </a:moveTo>
                <a:cubicBezTo>
                  <a:pt x="68" y="152"/>
                  <a:pt x="64" y="148"/>
                  <a:pt x="64" y="144"/>
                </a:cubicBezTo>
                <a:cubicBezTo>
                  <a:pt x="64" y="140"/>
                  <a:pt x="68" y="136"/>
                  <a:pt x="72" y="136"/>
                </a:cubicBezTo>
                <a:cubicBezTo>
                  <a:pt x="76" y="136"/>
                  <a:pt x="80" y="140"/>
                  <a:pt x="80" y="144"/>
                </a:cubicBezTo>
                <a:cubicBezTo>
                  <a:pt x="80" y="148"/>
                  <a:pt x="76" y="152"/>
                  <a:pt x="72" y="152"/>
                </a:cubicBezTo>
                <a:moveTo>
                  <a:pt x="104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04" y="112"/>
                  <a:pt x="104" y="112"/>
                  <a:pt x="104" y="112"/>
                </a:cubicBezTo>
                <a:lnTo>
                  <a:pt x="104" y="128"/>
                </a:lnTo>
                <a:close/>
                <a:moveTo>
                  <a:pt x="104" y="104"/>
                </a:moveTo>
                <a:cubicBezTo>
                  <a:pt x="85" y="104"/>
                  <a:pt x="85" y="104"/>
                  <a:pt x="85" y="104"/>
                </a:cubicBezTo>
                <a:cubicBezTo>
                  <a:pt x="83" y="88"/>
                  <a:pt x="83" y="88"/>
                  <a:pt x="83" y="88"/>
                </a:cubicBezTo>
                <a:cubicBezTo>
                  <a:pt x="104" y="88"/>
                  <a:pt x="104" y="88"/>
                  <a:pt x="104" y="88"/>
                </a:cubicBezTo>
                <a:lnTo>
                  <a:pt x="104" y="104"/>
                </a:lnTo>
                <a:close/>
                <a:moveTo>
                  <a:pt x="104" y="80"/>
                </a:moveTo>
                <a:cubicBezTo>
                  <a:pt x="82" y="80"/>
                  <a:pt x="82" y="80"/>
                  <a:pt x="82" y="80"/>
                </a:cubicBezTo>
                <a:cubicBezTo>
                  <a:pt x="80" y="64"/>
                  <a:pt x="80" y="64"/>
                  <a:pt x="80" y="64"/>
                </a:cubicBezTo>
                <a:cubicBezTo>
                  <a:pt x="104" y="64"/>
                  <a:pt x="104" y="64"/>
                  <a:pt x="104" y="64"/>
                </a:cubicBezTo>
                <a:lnTo>
                  <a:pt x="104" y="80"/>
                </a:lnTo>
                <a:close/>
                <a:moveTo>
                  <a:pt x="128" y="128"/>
                </a:moveTo>
                <a:cubicBezTo>
                  <a:pt x="112" y="128"/>
                  <a:pt x="112" y="128"/>
                  <a:pt x="112" y="128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30" y="112"/>
                  <a:pt x="130" y="112"/>
                </a:cubicBezTo>
                <a:lnTo>
                  <a:pt x="128" y="128"/>
                </a:lnTo>
                <a:close/>
                <a:moveTo>
                  <a:pt x="131" y="104"/>
                </a:moveTo>
                <a:cubicBezTo>
                  <a:pt x="112" y="104"/>
                  <a:pt x="112" y="104"/>
                  <a:pt x="112" y="104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33" y="88"/>
                  <a:pt x="133" y="88"/>
                  <a:pt x="133" y="88"/>
                </a:cubicBezTo>
                <a:lnTo>
                  <a:pt x="131" y="104"/>
                </a:lnTo>
                <a:close/>
                <a:moveTo>
                  <a:pt x="134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36" y="64"/>
                  <a:pt x="136" y="64"/>
                  <a:pt x="136" y="64"/>
                </a:cubicBezTo>
                <a:lnTo>
                  <a:pt x="134" y="80"/>
                </a:lnTo>
                <a:close/>
                <a:moveTo>
                  <a:pt x="144" y="152"/>
                </a:moveTo>
                <a:cubicBezTo>
                  <a:pt x="140" y="152"/>
                  <a:pt x="136" y="148"/>
                  <a:pt x="136" y="144"/>
                </a:cubicBezTo>
                <a:cubicBezTo>
                  <a:pt x="136" y="140"/>
                  <a:pt x="140" y="136"/>
                  <a:pt x="144" y="136"/>
                </a:cubicBezTo>
                <a:cubicBezTo>
                  <a:pt x="148" y="136"/>
                  <a:pt x="152" y="140"/>
                  <a:pt x="152" y="144"/>
                </a:cubicBezTo>
                <a:cubicBezTo>
                  <a:pt x="152" y="148"/>
                  <a:pt x="148" y="152"/>
                  <a:pt x="144" y="152"/>
                </a:cubicBezTo>
                <a:moveTo>
                  <a:pt x="153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56" y="112"/>
                  <a:pt x="156" y="112"/>
                  <a:pt x="156" y="112"/>
                </a:cubicBezTo>
                <a:lnTo>
                  <a:pt x="153" y="128"/>
                </a:lnTo>
                <a:close/>
                <a:moveTo>
                  <a:pt x="139" y="104"/>
                </a:moveTo>
                <a:cubicBezTo>
                  <a:pt x="141" y="88"/>
                  <a:pt x="141" y="88"/>
                  <a:pt x="141" y="88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158" y="104"/>
                  <a:pt x="158" y="104"/>
                  <a:pt x="158" y="104"/>
                </a:cubicBezTo>
                <a:lnTo>
                  <a:pt x="139" y="10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264"/>
          <p:cNvSpPr>
            <a:spLocks noEditPoints="1"/>
          </p:cNvSpPr>
          <p:nvPr/>
        </p:nvSpPr>
        <p:spPr bwMode="auto">
          <a:xfrm>
            <a:off x="2187653" y="2398190"/>
            <a:ext cx="334275" cy="305066"/>
          </a:xfrm>
          <a:custGeom>
            <a:avLst/>
            <a:gdLst>
              <a:gd name="T0" fmla="*/ 92 w 176"/>
              <a:gd name="T1" fmla="*/ 40 h 160"/>
              <a:gd name="T2" fmla="*/ 95 w 176"/>
              <a:gd name="T3" fmla="*/ 33 h 160"/>
              <a:gd name="T4" fmla="*/ 132 w 176"/>
              <a:gd name="T5" fmla="*/ 24 h 160"/>
              <a:gd name="T6" fmla="*/ 132 w 176"/>
              <a:gd name="T7" fmla="*/ 16 h 160"/>
              <a:gd name="T8" fmla="*/ 95 w 176"/>
              <a:gd name="T9" fmla="*/ 7 h 160"/>
              <a:gd name="T10" fmla="*/ 92 w 176"/>
              <a:gd name="T11" fmla="*/ 0 h 160"/>
              <a:gd name="T12" fmla="*/ 73 w 176"/>
              <a:gd name="T13" fmla="*/ 17 h 160"/>
              <a:gd name="T14" fmla="*/ 73 w 176"/>
              <a:gd name="T15" fmla="*/ 23 h 160"/>
              <a:gd name="T16" fmla="*/ 160 w 176"/>
              <a:gd name="T17" fmla="*/ 133 h 160"/>
              <a:gd name="T18" fmla="*/ 176 w 176"/>
              <a:gd name="T19" fmla="*/ 61 h 160"/>
              <a:gd name="T20" fmla="*/ 176 w 176"/>
              <a:gd name="T21" fmla="*/ 60 h 160"/>
              <a:gd name="T22" fmla="*/ 44 w 176"/>
              <a:gd name="T23" fmla="*/ 56 h 160"/>
              <a:gd name="T24" fmla="*/ 38 w 176"/>
              <a:gd name="T25" fmla="*/ 35 h 160"/>
              <a:gd name="T26" fmla="*/ 4 w 176"/>
              <a:gd name="T27" fmla="*/ 32 h 160"/>
              <a:gd name="T28" fmla="*/ 4 w 176"/>
              <a:gd name="T29" fmla="*/ 40 h 160"/>
              <a:gd name="T30" fmla="*/ 56 w 176"/>
              <a:gd name="T31" fmla="*/ 133 h 160"/>
              <a:gd name="T32" fmla="*/ 58 w 176"/>
              <a:gd name="T33" fmla="*/ 136 h 160"/>
              <a:gd name="T34" fmla="*/ 72 w 176"/>
              <a:gd name="T35" fmla="*/ 160 h 160"/>
              <a:gd name="T36" fmla="*/ 86 w 176"/>
              <a:gd name="T37" fmla="*/ 136 h 160"/>
              <a:gd name="T38" fmla="*/ 128 w 176"/>
              <a:gd name="T39" fmla="*/ 144 h 160"/>
              <a:gd name="T40" fmla="*/ 160 w 176"/>
              <a:gd name="T41" fmla="*/ 144 h 160"/>
              <a:gd name="T42" fmla="*/ 160 w 176"/>
              <a:gd name="T43" fmla="*/ 133 h 160"/>
              <a:gd name="T44" fmla="*/ 167 w 176"/>
              <a:gd name="T45" fmla="*/ 64 h 160"/>
              <a:gd name="T46" fmla="*/ 142 w 176"/>
              <a:gd name="T47" fmla="*/ 80 h 160"/>
              <a:gd name="T48" fmla="*/ 46 w 176"/>
              <a:gd name="T49" fmla="*/ 64 h 160"/>
              <a:gd name="T50" fmla="*/ 74 w 176"/>
              <a:gd name="T51" fmla="*/ 80 h 160"/>
              <a:gd name="T52" fmla="*/ 46 w 176"/>
              <a:gd name="T53" fmla="*/ 64 h 160"/>
              <a:gd name="T54" fmla="*/ 52 w 176"/>
              <a:gd name="T55" fmla="*/ 88 h 160"/>
              <a:gd name="T56" fmla="*/ 77 w 176"/>
              <a:gd name="T57" fmla="*/ 104 h 160"/>
              <a:gd name="T58" fmla="*/ 59 w 176"/>
              <a:gd name="T59" fmla="*/ 112 h 160"/>
              <a:gd name="T60" fmla="*/ 80 w 176"/>
              <a:gd name="T61" fmla="*/ 128 h 160"/>
              <a:gd name="T62" fmla="*/ 59 w 176"/>
              <a:gd name="T63" fmla="*/ 112 h 160"/>
              <a:gd name="T64" fmla="*/ 64 w 176"/>
              <a:gd name="T65" fmla="*/ 144 h 160"/>
              <a:gd name="T66" fmla="*/ 80 w 176"/>
              <a:gd name="T67" fmla="*/ 144 h 160"/>
              <a:gd name="T68" fmla="*/ 104 w 176"/>
              <a:gd name="T69" fmla="*/ 128 h 160"/>
              <a:gd name="T70" fmla="*/ 86 w 176"/>
              <a:gd name="T71" fmla="*/ 112 h 160"/>
              <a:gd name="T72" fmla="*/ 104 w 176"/>
              <a:gd name="T73" fmla="*/ 128 h 160"/>
              <a:gd name="T74" fmla="*/ 85 w 176"/>
              <a:gd name="T75" fmla="*/ 104 h 160"/>
              <a:gd name="T76" fmla="*/ 104 w 176"/>
              <a:gd name="T77" fmla="*/ 88 h 160"/>
              <a:gd name="T78" fmla="*/ 104 w 176"/>
              <a:gd name="T79" fmla="*/ 80 h 160"/>
              <a:gd name="T80" fmla="*/ 80 w 176"/>
              <a:gd name="T81" fmla="*/ 64 h 160"/>
              <a:gd name="T82" fmla="*/ 104 w 176"/>
              <a:gd name="T83" fmla="*/ 80 h 160"/>
              <a:gd name="T84" fmla="*/ 112 w 176"/>
              <a:gd name="T85" fmla="*/ 128 h 160"/>
              <a:gd name="T86" fmla="*/ 130 w 176"/>
              <a:gd name="T87" fmla="*/ 112 h 160"/>
              <a:gd name="T88" fmla="*/ 131 w 176"/>
              <a:gd name="T89" fmla="*/ 104 h 160"/>
              <a:gd name="T90" fmla="*/ 112 w 176"/>
              <a:gd name="T91" fmla="*/ 88 h 160"/>
              <a:gd name="T92" fmla="*/ 131 w 176"/>
              <a:gd name="T93" fmla="*/ 104 h 160"/>
              <a:gd name="T94" fmla="*/ 112 w 176"/>
              <a:gd name="T95" fmla="*/ 80 h 160"/>
              <a:gd name="T96" fmla="*/ 136 w 176"/>
              <a:gd name="T97" fmla="*/ 64 h 160"/>
              <a:gd name="T98" fmla="*/ 144 w 176"/>
              <a:gd name="T99" fmla="*/ 152 h 160"/>
              <a:gd name="T100" fmla="*/ 144 w 176"/>
              <a:gd name="T101" fmla="*/ 136 h 160"/>
              <a:gd name="T102" fmla="*/ 144 w 176"/>
              <a:gd name="T103" fmla="*/ 152 h 160"/>
              <a:gd name="T104" fmla="*/ 136 w 176"/>
              <a:gd name="T105" fmla="*/ 128 h 160"/>
              <a:gd name="T106" fmla="*/ 156 w 176"/>
              <a:gd name="T107" fmla="*/ 112 h 160"/>
              <a:gd name="T108" fmla="*/ 139 w 176"/>
              <a:gd name="T109" fmla="*/ 104 h 160"/>
              <a:gd name="T110" fmla="*/ 162 w 176"/>
              <a:gd name="T111" fmla="*/ 88 h 160"/>
              <a:gd name="T112" fmla="*/ 139 w 176"/>
              <a:gd name="T113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89" y="39"/>
                </a:moveTo>
                <a:cubicBezTo>
                  <a:pt x="90" y="40"/>
                  <a:pt x="91" y="40"/>
                  <a:pt x="92" y="40"/>
                </a:cubicBezTo>
                <a:cubicBezTo>
                  <a:pt x="94" y="40"/>
                  <a:pt x="96" y="38"/>
                  <a:pt x="96" y="36"/>
                </a:cubicBezTo>
                <a:cubicBezTo>
                  <a:pt x="96" y="35"/>
                  <a:pt x="96" y="34"/>
                  <a:pt x="95" y="33"/>
                </a:cubicBezTo>
                <a:cubicBezTo>
                  <a:pt x="86" y="24"/>
                  <a:pt x="86" y="24"/>
                  <a:pt x="86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4" y="24"/>
                  <a:pt x="136" y="22"/>
                  <a:pt x="136" y="20"/>
                </a:cubicBezTo>
                <a:cubicBezTo>
                  <a:pt x="136" y="18"/>
                  <a:pt x="134" y="16"/>
                  <a:pt x="13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95" y="7"/>
                  <a:pt x="95" y="7"/>
                  <a:pt x="95" y="7"/>
                </a:cubicBezTo>
                <a:cubicBezTo>
                  <a:pt x="96" y="6"/>
                  <a:pt x="96" y="5"/>
                  <a:pt x="96" y="4"/>
                </a:cubicBezTo>
                <a:cubicBezTo>
                  <a:pt x="96" y="2"/>
                  <a:pt x="94" y="0"/>
                  <a:pt x="92" y="0"/>
                </a:cubicBezTo>
                <a:cubicBezTo>
                  <a:pt x="91" y="0"/>
                  <a:pt x="90" y="0"/>
                  <a:pt x="89" y="1"/>
                </a:cubicBezTo>
                <a:cubicBezTo>
                  <a:pt x="73" y="17"/>
                  <a:pt x="73" y="17"/>
                  <a:pt x="73" y="17"/>
                </a:cubicBezTo>
                <a:cubicBezTo>
                  <a:pt x="72" y="18"/>
                  <a:pt x="72" y="19"/>
                  <a:pt x="72" y="20"/>
                </a:cubicBezTo>
                <a:cubicBezTo>
                  <a:pt x="72" y="21"/>
                  <a:pt x="72" y="22"/>
                  <a:pt x="73" y="23"/>
                </a:cubicBezTo>
                <a:lnTo>
                  <a:pt x="89" y="39"/>
                </a:lnTo>
                <a:close/>
                <a:moveTo>
                  <a:pt x="160" y="133"/>
                </a:moveTo>
                <a:cubicBezTo>
                  <a:pt x="160" y="133"/>
                  <a:pt x="160" y="133"/>
                  <a:pt x="160" y="133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0"/>
                  <a:pt x="176" y="60"/>
                </a:cubicBezTo>
                <a:cubicBezTo>
                  <a:pt x="176" y="58"/>
                  <a:pt x="174" y="56"/>
                  <a:pt x="172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3"/>
                  <a:pt x="36" y="32"/>
                  <a:pt x="3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0" y="34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7" y="134"/>
                  <a:pt x="57" y="135"/>
                  <a:pt x="58" y="136"/>
                </a:cubicBezTo>
                <a:cubicBezTo>
                  <a:pt x="57" y="138"/>
                  <a:pt x="56" y="141"/>
                  <a:pt x="56" y="144"/>
                </a:cubicBezTo>
                <a:cubicBezTo>
                  <a:pt x="56" y="153"/>
                  <a:pt x="63" y="160"/>
                  <a:pt x="72" y="160"/>
                </a:cubicBezTo>
                <a:cubicBezTo>
                  <a:pt x="81" y="160"/>
                  <a:pt x="88" y="153"/>
                  <a:pt x="88" y="144"/>
                </a:cubicBezTo>
                <a:cubicBezTo>
                  <a:pt x="88" y="141"/>
                  <a:pt x="87" y="138"/>
                  <a:pt x="86" y="136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29" y="138"/>
                  <a:pt x="128" y="141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141"/>
                  <a:pt x="159" y="138"/>
                  <a:pt x="158" y="136"/>
                </a:cubicBezTo>
                <a:cubicBezTo>
                  <a:pt x="159" y="135"/>
                  <a:pt x="160" y="134"/>
                  <a:pt x="160" y="133"/>
                </a:cubicBezTo>
                <a:moveTo>
                  <a:pt x="144" y="64"/>
                </a:moveTo>
                <a:cubicBezTo>
                  <a:pt x="167" y="64"/>
                  <a:pt x="167" y="64"/>
                  <a:pt x="167" y="64"/>
                </a:cubicBezTo>
                <a:cubicBezTo>
                  <a:pt x="163" y="80"/>
                  <a:pt x="163" y="80"/>
                  <a:pt x="163" y="80"/>
                </a:cubicBezTo>
                <a:cubicBezTo>
                  <a:pt x="142" y="80"/>
                  <a:pt x="142" y="80"/>
                  <a:pt x="142" y="80"/>
                </a:cubicBezTo>
                <a:lnTo>
                  <a:pt x="144" y="64"/>
                </a:lnTo>
                <a:close/>
                <a:moveTo>
                  <a:pt x="46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74" y="80"/>
                  <a:pt x="74" y="80"/>
                  <a:pt x="74" y="80"/>
                </a:cubicBezTo>
                <a:cubicBezTo>
                  <a:pt x="50" y="80"/>
                  <a:pt x="50" y="80"/>
                  <a:pt x="50" y="80"/>
                </a:cubicBezTo>
                <a:lnTo>
                  <a:pt x="46" y="64"/>
                </a:lnTo>
                <a:close/>
                <a:moveTo>
                  <a:pt x="57" y="104"/>
                </a:moveTo>
                <a:cubicBezTo>
                  <a:pt x="52" y="88"/>
                  <a:pt x="52" y="88"/>
                  <a:pt x="52" y="88"/>
                </a:cubicBezTo>
                <a:cubicBezTo>
                  <a:pt x="75" y="88"/>
                  <a:pt x="75" y="88"/>
                  <a:pt x="75" y="88"/>
                </a:cubicBezTo>
                <a:cubicBezTo>
                  <a:pt x="77" y="104"/>
                  <a:pt x="77" y="104"/>
                  <a:pt x="77" y="104"/>
                </a:cubicBezTo>
                <a:lnTo>
                  <a:pt x="57" y="104"/>
                </a:lnTo>
                <a:close/>
                <a:moveTo>
                  <a:pt x="59" y="112"/>
                </a:moveTo>
                <a:cubicBezTo>
                  <a:pt x="78" y="112"/>
                  <a:pt x="78" y="112"/>
                  <a:pt x="78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3" y="128"/>
                  <a:pt x="63" y="128"/>
                  <a:pt x="63" y="128"/>
                </a:cubicBezTo>
                <a:lnTo>
                  <a:pt x="59" y="112"/>
                </a:lnTo>
                <a:close/>
                <a:moveTo>
                  <a:pt x="72" y="152"/>
                </a:moveTo>
                <a:cubicBezTo>
                  <a:pt x="68" y="152"/>
                  <a:pt x="64" y="148"/>
                  <a:pt x="64" y="144"/>
                </a:cubicBezTo>
                <a:cubicBezTo>
                  <a:pt x="64" y="140"/>
                  <a:pt x="68" y="136"/>
                  <a:pt x="72" y="136"/>
                </a:cubicBezTo>
                <a:cubicBezTo>
                  <a:pt x="76" y="136"/>
                  <a:pt x="80" y="140"/>
                  <a:pt x="80" y="144"/>
                </a:cubicBezTo>
                <a:cubicBezTo>
                  <a:pt x="80" y="148"/>
                  <a:pt x="76" y="152"/>
                  <a:pt x="72" y="152"/>
                </a:cubicBezTo>
                <a:moveTo>
                  <a:pt x="104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04" y="112"/>
                  <a:pt x="104" y="112"/>
                  <a:pt x="104" y="112"/>
                </a:cubicBezTo>
                <a:lnTo>
                  <a:pt x="104" y="128"/>
                </a:lnTo>
                <a:close/>
                <a:moveTo>
                  <a:pt x="104" y="104"/>
                </a:moveTo>
                <a:cubicBezTo>
                  <a:pt x="85" y="104"/>
                  <a:pt x="85" y="104"/>
                  <a:pt x="85" y="104"/>
                </a:cubicBezTo>
                <a:cubicBezTo>
                  <a:pt x="83" y="88"/>
                  <a:pt x="83" y="88"/>
                  <a:pt x="83" y="88"/>
                </a:cubicBezTo>
                <a:cubicBezTo>
                  <a:pt x="104" y="88"/>
                  <a:pt x="104" y="88"/>
                  <a:pt x="104" y="88"/>
                </a:cubicBezTo>
                <a:lnTo>
                  <a:pt x="104" y="104"/>
                </a:lnTo>
                <a:close/>
                <a:moveTo>
                  <a:pt x="104" y="80"/>
                </a:moveTo>
                <a:cubicBezTo>
                  <a:pt x="82" y="80"/>
                  <a:pt x="82" y="80"/>
                  <a:pt x="82" y="80"/>
                </a:cubicBezTo>
                <a:cubicBezTo>
                  <a:pt x="80" y="64"/>
                  <a:pt x="80" y="64"/>
                  <a:pt x="80" y="64"/>
                </a:cubicBezTo>
                <a:cubicBezTo>
                  <a:pt x="104" y="64"/>
                  <a:pt x="104" y="64"/>
                  <a:pt x="104" y="64"/>
                </a:cubicBezTo>
                <a:lnTo>
                  <a:pt x="104" y="80"/>
                </a:lnTo>
                <a:close/>
                <a:moveTo>
                  <a:pt x="128" y="128"/>
                </a:moveTo>
                <a:cubicBezTo>
                  <a:pt x="112" y="128"/>
                  <a:pt x="112" y="128"/>
                  <a:pt x="112" y="128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30" y="112"/>
                  <a:pt x="130" y="112"/>
                </a:cubicBezTo>
                <a:lnTo>
                  <a:pt x="128" y="128"/>
                </a:lnTo>
                <a:close/>
                <a:moveTo>
                  <a:pt x="131" y="104"/>
                </a:moveTo>
                <a:cubicBezTo>
                  <a:pt x="112" y="104"/>
                  <a:pt x="112" y="104"/>
                  <a:pt x="112" y="104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33" y="88"/>
                  <a:pt x="133" y="88"/>
                  <a:pt x="133" y="88"/>
                </a:cubicBezTo>
                <a:lnTo>
                  <a:pt x="131" y="104"/>
                </a:lnTo>
                <a:close/>
                <a:moveTo>
                  <a:pt x="134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36" y="64"/>
                  <a:pt x="136" y="64"/>
                  <a:pt x="136" y="64"/>
                </a:cubicBezTo>
                <a:lnTo>
                  <a:pt x="134" y="80"/>
                </a:lnTo>
                <a:close/>
                <a:moveTo>
                  <a:pt x="144" y="152"/>
                </a:moveTo>
                <a:cubicBezTo>
                  <a:pt x="140" y="152"/>
                  <a:pt x="136" y="148"/>
                  <a:pt x="136" y="144"/>
                </a:cubicBezTo>
                <a:cubicBezTo>
                  <a:pt x="136" y="140"/>
                  <a:pt x="140" y="136"/>
                  <a:pt x="144" y="136"/>
                </a:cubicBezTo>
                <a:cubicBezTo>
                  <a:pt x="148" y="136"/>
                  <a:pt x="152" y="140"/>
                  <a:pt x="152" y="144"/>
                </a:cubicBezTo>
                <a:cubicBezTo>
                  <a:pt x="152" y="148"/>
                  <a:pt x="148" y="152"/>
                  <a:pt x="144" y="152"/>
                </a:cubicBezTo>
                <a:moveTo>
                  <a:pt x="153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56" y="112"/>
                  <a:pt x="156" y="112"/>
                  <a:pt x="156" y="112"/>
                </a:cubicBezTo>
                <a:lnTo>
                  <a:pt x="153" y="128"/>
                </a:lnTo>
                <a:close/>
                <a:moveTo>
                  <a:pt x="139" y="104"/>
                </a:moveTo>
                <a:cubicBezTo>
                  <a:pt x="141" y="88"/>
                  <a:pt x="141" y="88"/>
                  <a:pt x="141" y="88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158" y="104"/>
                  <a:pt x="158" y="104"/>
                  <a:pt x="158" y="104"/>
                </a:cubicBezTo>
                <a:lnTo>
                  <a:pt x="139" y="10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265"/>
          <p:cNvSpPr>
            <a:spLocks noEditPoints="1"/>
          </p:cNvSpPr>
          <p:nvPr/>
        </p:nvSpPr>
        <p:spPr bwMode="auto">
          <a:xfrm>
            <a:off x="2826995" y="2398190"/>
            <a:ext cx="334275" cy="305066"/>
          </a:xfrm>
          <a:custGeom>
            <a:avLst/>
            <a:gdLst>
              <a:gd name="T0" fmla="*/ 104 w 176"/>
              <a:gd name="T1" fmla="*/ 28 h 160"/>
              <a:gd name="T2" fmla="*/ 108 w 176"/>
              <a:gd name="T3" fmla="*/ 48 h 160"/>
              <a:gd name="T4" fmla="*/ 112 w 176"/>
              <a:gd name="T5" fmla="*/ 28 h 160"/>
              <a:gd name="T6" fmla="*/ 132 w 176"/>
              <a:gd name="T7" fmla="*/ 24 h 160"/>
              <a:gd name="T8" fmla="*/ 112 w 176"/>
              <a:gd name="T9" fmla="*/ 20 h 160"/>
              <a:gd name="T10" fmla="*/ 108 w 176"/>
              <a:gd name="T11" fmla="*/ 0 h 160"/>
              <a:gd name="T12" fmla="*/ 104 w 176"/>
              <a:gd name="T13" fmla="*/ 20 h 160"/>
              <a:gd name="T14" fmla="*/ 84 w 176"/>
              <a:gd name="T15" fmla="*/ 24 h 160"/>
              <a:gd name="T16" fmla="*/ 160 w 176"/>
              <a:gd name="T17" fmla="*/ 133 h 160"/>
              <a:gd name="T18" fmla="*/ 176 w 176"/>
              <a:gd name="T19" fmla="*/ 61 h 160"/>
              <a:gd name="T20" fmla="*/ 176 w 176"/>
              <a:gd name="T21" fmla="*/ 60 h 160"/>
              <a:gd name="T22" fmla="*/ 44 w 176"/>
              <a:gd name="T23" fmla="*/ 56 h 160"/>
              <a:gd name="T24" fmla="*/ 38 w 176"/>
              <a:gd name="T25" fmla="*/ 35 h 160"/>
              <a:gd name="T26" fmla="*/ 4 w 176"/>
              <a:gd name="T27" fmla="*/ 32 h 160"/>
              <a:gd name="T28" fmla="*/ 4 w 176"/>
              <a:gd name="T29" fmla="*/ 40 h 160"/>
              <a:gd name="T30" fmla="*/ 56 w 176"/>
              <a:gd name="T31" fmla="*/ 133 h 160"/>
              <a:gd name="T32" fmla="*/ 58 w 176"/>
              <a:gd name="T33" fmla="*/ 136 h 160"/>
              <a:gd name="T34" fmla="*/ 72 w 176"/>
              <a:gd name="T35" fmla="*/ 160 h 160"/>
              <a:gd name="T36" fmla="*/ 86 w 176"/>
              <a:gd name="T37" fmla="*/ 136 h 160"/>
              <a:gd name="T38" fmla="*/ 128 w 176"/>
              <a:gd name="T39" fmla="*/ 144 h 160"/>
              <a:gd name="T40" fmla="*/ 160 w 176"/>
              <a:gd name="T41" fmla="*/ 144 h 160"/>
              <a:gd name="T42" fmla="*/ 160 w 176"/>
              <a:gd name="T43" fmla="*/ 133 h 160"/>
              <a:gd name="T44" fmla="*/ 167 w 176"/>
              <a:gd name="T45" fmla="*/ 64 h 160"/>
              <a:gd name="T46" fmla="*/ 142 w 176"/>
              <a:gd name="T47" fmla="*/ 80 h 160"/>
              <a:gd name="T48" fmla="*/ 46 w 176"/>
              <a:gd name="T49" fmla="*/ 64 h 160"/>
              <a:gd name="T50" fmla="*/ 74 w 176"/>
              <a:gd name="T51" fmla="*/ 80 h 160"/>
              <a:gd name="T52" fmla="*/ 46 w 176"/>
              <a:gd name="T53" fmla="*/ 64 h 160"/>
              <a:gd name="T54" fmla="*/ 52 w 176"/>
              <a:gd name="T55" fmla="*/ 88 h 160"/>
              <a:gd name="T56" fmla="*/ 77 w 176"/>
              <a:gd name="T57" fmla="*/ 104 h 160"/>
              <a:gd name="T58" fmla="*/ 59 w 176"/>
              <a:gd name="T59" fmla="*/ 112 h 160"/>
              <a:gd name="T60" fmla="*/ 80 w 176"/>
              <a:gd name="T61" fmla="*/ 128 h 160"/>
              <a:gd name="T62" fmla="*/ 59 w 176"/>
              <a:gd name="T63" fmla="*/ 112 h 160"/>
              <a:gd name="T64" fmla="*/ 64 w 176"/>
              <a:gd name="T65" fmla="*/ 144 h 160"/>
              <a:gd name="T66" fmla="*/ 80 w 176"/>
              <a:gd name="T67" fmla="*/ 144 h 160"/>
              <a:gd name="T68" fmla="*/ 104 w 176"/>
              <a:gd name="T69" fmla="*/ 128 h 160"/>
              <a:gd name="T70" fmla="*/ 86 w 176"/>
              <a:gd name="T71" fmla="*/ 112 h 160"/>
              <a:gd name="T72" fmla="*/ 104 w 176"/>
              <a:gd name="T73" fmla="*/ 128 h 160"/>
              <a:gd name="T74" fmla="*/ 85 w 176"/>
              <a:gd name="T75" fmla="*/ 104 h 160"/>
              <a:gd name="T76" fmla="*/ 104 w 176"/>
              <a:gd name="T77" fmla="*/ 88 h 160"/>
              <a:gd name="T78" fmla="*/ 104 w 176"/>
              <a:gd name="T79" fmla="*/ 80 h 160"/>
              <a:gd name="T80" fmla="*/ 80 w 176"/>
              <a:gd name="T81" fmla="*/ 64 h 160"/>
              <a:gd name="T82" fmla="*/ 104 w 176"/>
              <a:gd name="T83" fmla="*/ 80 h 160"/>
              <a:gd name="T84" fmla="*/ 112 w 176"/>
              <a:gd name="T85" fmla="*/ 128 h 160"/>
              <a:gd name="T86" fmla="*/ 130 w 176"/>
              <a:gd name="T87" fmla="*/ 112 h 160"/>
              <a:gd name="T88" fmla="*/ 131 w 176"/>
              <a:gd name="T89" fmla="*/ 104 h 160"/>
              <a:gd name="T90" fmla="*/ 112 w 176"/>
              <a:gd name="T91" fmla="*/ 88 h 160"/>
              <a:gd name="T92" fmla="*/ 131 w 176"/>
              <a:gd name="T93" fmla="*/ 104 h 160"/>
              <a:gd name="T94" fmla="*/ 112 w 176"/>
              <a:gd name="T95" fmla="*/ 80 h 160"/>
              <a:gd name="T96" fmla="*/ 136 w 176"/>
              <a:gd name="T97" fmla="*/ 64 h 160"/>
              <a:gd name="T98" fmla="*/ 144 w 176"/>
              <a:gd name="T99" fmla="*/ 152 h 160"/>
              <a:gd name="T100" fmla="*/ 144 w 176"/>
              <a:gd name="T101" fmla="*/ 136 h 160"/>
              <a:gd name="T102" fmla="*/ 144 w 176"/>
              <a:gd name="T103" fmla="*/ 152 h 160"/>
              <a:gd name="T104" fmla="*/ 136 w 176"/>
              <a:gd name="T105" fmla="*/ 128 h 160"/>
              <a:gd name="T106" fmla="*/ 156 w 176"/>
              <a:gd name="T107" fmla="*/ 112 h 160"/>
              <a:gd name="T108" fmla="*/ 139 w 176"/>
              <a:gd name="T109" fmla="*/ 104 h 160"/>
              <a:gd name="T110" fmla="*/ 162 w 176"/>
              <a:gd name="T111" fmla="*/ 88 h 160"/>
              <a:gd name="T112" fmla="*/ 139 w 176"/>
              <a:gd name="T113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88" y="28"/>
                </a:moveTo>
                <a:cubicBezTo>
                  <a:pt x="104" y="28"/>
                  <a:pt x="104" y="28"/>
                  <a:pt x="104" y="28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46"/>
                  <a:pt x="106" y="48"/>
                  <a:pt x="108" y="48"/>
                </a:cubicBezTo>
                <a:cubicBezTo>
                  <a:pt x="110" y="48"/>
                  <a:pt x="112" y="46"/>
                  <a:pt x="112" y="44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28" y="28"/>
                  <a:pt x="128" y="28"/>
                  <a:pt x="128" y="28"/>
                </a:cubicBezTo>
                <a:cubicBezTo>
                  <a:pt x="130" y="28"/>
                  <a:pt x="132" y="26"/>
                  <a:pt x="132" y="24"/>
                </a:cubicBezTo>
                <a:cubicBezTo>
                  <a:pt x="132" y="22"/>
                  <a:pt x="130" y="20"/>
                  <a:pt x="128" y="20"/>
                </a:cubicBezTo>
                <a:cubicBezTo>
                  <a:pt x="112" y="20"/>
                  <a:pt x="112" y="20"/>
                  <a:pt x="112" y="20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2"/>
                  <a:pt x="110" y="0"/>
                  <a:pt x="108" y="0"/>
                </a:cubicBezTo>
                <a:cubicBezTo>
                  <a:pt x="106" y="0"/>
                  <a:pt x="104" y="2"/>
                  <a:pt x="104" y="4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88" y="20"/>
                  <a:pt x="88" y="20"/>
                  <a:pt x="88" y="20"/>
                </a:cubicBezTo>
                <a:cubicBezTo>
                  <a:pt x="86" y="20"/>
                  <a:pt x="84" y="22"/>
                  <a:pt x="84" y="24"/>
                </a:cubicBezTo>
                <a:cubicBezTo>
                  <a:pt x="84" y="26"/>
                  <a:pt x="86" y="28"/>
                  <a:pt x="88" y="28"/>
                </a:cubicBezTo>
                <a:moveTo>
                  <a:pt x="160" y="133"/>
                </a:moveTo>
                <a:cubicBezTo>
                  <a:pt x="160" y="133"/>
                  <a:pt x="160" y="133"/>
                  <a:pt x="160" y="133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0"/>
                  <a:pt x="176" y="60"/>
                </a:cubicBezTo>
                <a:cubicBezTo>
                  <a:pt x="176" y="58"/>
                  <a:pt x="174" y="56"/>
                  <a:pt x="172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3"/>
                  <a:pt x="36" y="32"/>
                  <a:pt x="3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0" y="34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7" y="134"/>
                  <a:pt x="57" y="135"/>
                  <a:pt x="58" y="136"/>
                </a:cubicBezTo>
                <a:cubicBezTo>
                  <a:pt x="57" y="138"/>
                  <a:pt x="56" y="141"/>
                  <a:pt x="56" y="144"/>
                </a:cubicBezTo>
                <a:cubicBezTo>
                  <a:pt x="56" y="153"/>
                  <a:pt x="63" y="160"/>
                  <a:pt x="72" y="160"/>
                </a:cubicBezTo>
                <a:cubicBezTo>
                  <a:pt x="81" y="160"/>
                  <a:pt x="88" y="153"/>
                  <a:pt x="88" y="144"/>
                </a:cubicBezTo>
                <a:cubicBezTo>
                  <a:pt x="88" y="141"/>
                  <a:pt x="87" y="138"/>
                  <a:pt x="86" y="136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29" y="138"/>
                  <a:pt x="128" y="141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141"/>
                  <a:pt x="159" y="138"/>
                  <a:pt x="158" y="136"/>
                </a:cubicBezTo>
                <a:cubicBezTo>
                  <a:pt x="159" y="135"/>
                  <a:pt x="160" y="134"/>
                  <a:pt x="160" y="133"/>
                </a:cubicBezTo>
                <a:moveTo>
                  <a:pt x="144" y="64"/>
                </a:moveTo>
                <a:cubicBezTo>
                  <a:pt x="167" y="64"/>
                  <a:pt x="167" y="64"/>
                  <a:pt x="167" y="64"/>
                </a:cubicBezTo>
                <a:cubicBezTo>
                  <a:pt x="163" y="80"/>
                  <a:pt x="163" y="80"/>
                  <a:pt x="163" y="80"/>
                </a:cubicBezTo>
                <a:cubicBezTo>
                  <a:pt x="142" y="80"/>
                  <a:pt x="142" y="80"/>
                  <a:pt x="142" y="80"/>
                </a:cubicBezTo>
                <a:lnTo>
                  <a:pt x="144" y="64"/>
                </a:lnTo>
                <a:close/>
                <a:moveTo>
                  <a:pt x="46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74" y="80"/>
                  <a:pt x="74" y="80"/>
                  <a:pt x="74" y="80"/>
                </a:cubicBezTo>
                <a:cubicBezTo>
                  <a:pt x="50" y="80"/>
                  <a:pt x="50" y="80"/>
                  <a:pt x="50" y="80"/>
                </a:cubicBezTo>
                <a:lnTo>
                  <a:pt x="46" y="64"/>
                </a:lnTo>
                <a:close/>
                <a:moveTo>
                  <a:pt x="57" y="104"/>
                </a:moveTo>
                <a:cubicBezTo>
                  <a:pt x="52" y="88"/>
                  <a:pt x="52" y="88"/>
                  <a:pt x="52" y="88"/>
                </a:cubicBezTo>
                <a:cubicBezTo>
                  <a:pt x="75" y="88"/>
                  <a:pt x="75" y="88"/>
                  <a:pt x="75" y="88"/>
                </a:cubicBezTo>
                <a:cubicBezTo>
                  <a:pt x="77" y="104"/>
                  <a:pt x="77" y="104"/>
                  <a:pt x="77" y="104"/>
                </a:cubicBezTo>
                <a:lnTo>
                  <a:pt x="57" y="104"/>
                </a:lnTo>
                <a:close/>
                <a:moveTo>
                  <a:pt x="59" y="112"/>
                </a:moveTo>
                <a:cubicBezTo>
                  <a:pt x="78" y="112"/>
                  <a:pt x="78" y="112"/>
                  <a:pt x="78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3" y="128"/>
                  <a:pt x="63" y="128"/>
                  <a:pt x="63" y="128"/>
                </a:cubicBezTo>
                <a:lnTo>
                  <a:pt x="59" y="112"/>
                </a:lnTo>
                <a:close/>
                <a:moveTo>
                  <a:pt x="72" y="152"/>
                </a:moveTo>
                <a:cubicBezTo>
                  <a:pt x="68" y="152"/>
                  <a:pt x="64" y="148"/>
                  <a:pt x="64" y="144"/>
                </a:cubicBezTo>
                <a:cubicBezTo>
                  <a:pt x="64" y="140"/>
                  <a:pt x="68" y="136"/>
                  <a:pt x="72" y="136"/>
                </a:cubicBezTo>
                <a:cubicBezTo>
                  <a:pt x="76" y="136"/>
                  <a:pt x="80" y="140"/>
                  <a:pt x="80" y="144"/>
                </a:cubicBezTo>
                <a:cubicBezTo>
                  <a:pt x="80" y="148"/>
                  <a:pt x="76" y="152"/>
                  <a:pt x="72" y="152"/>
                </a:cubicBezTo>
                <a:moveTo>
                  <a:pt x="104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04" y="112"/>
                  <a:pt x="104" y="112"/>
                  <a:pt x="104" y="112"/>
                </a:cubicBezTo>
                <a:lnTo>
                  <a:pt x="104" y="128"/>
                </a:lnTo>
                <a:close/>
                <a:moveTo>
                  <a:pt x="104" y="104"/>
                </a:moveTo>
                <a:cubicBezTo>
                  <a:pt x="85" y="104"/>
                  <a:pt x="85" y="104"/>
                  <a:pt x="85" y="104"/>
                </a:cubicBezTo>
                <a:cubicBezTo>
                  <a:pt x="83" y="88"/>
                  <a:pt x="83" y="88"/>
                  <a:pt x="83" y="88"/>
                </a:cubicBezTo>
                <a:cubicBezTo>
                  <a:pt x="104" y="88"/>
                  <a:pt x="104" y="88"/>
                  <a:pt x="104" y="88"/>
                </a:cubicBezTo>
                <a:lnTo>
                  <a:pt x="104" y="104"/>
                </a:lnTo>
                <a:close/>
                <a:moveTo>
                  <a:pt x="104" y="80"/>
                </a:moveTo>
                <a:cubicBezTo>
                  <a:pt x="82" y="80"/>
                  <a:pt x="82" y="80"/>
                  <a:pt x="82" y="80"/>
                </a:cubicBezTo>
                <a:cubicBezTo>
                  <a:pt x="80" y="64"/>
                  <a:pt x="80" y="64"/>
                  <a:pt x="80" y="64"/>
                </a:cubicBezTo>
                <a:cubicBezTo>
                  <a:pt x="104" y="64"/>
                  <a:pt x="104" y="64"/>
                  <a:pt x="104" y="64"/>
                </a:cubicBezTo>
                <a:lnTo>
                  <a:pt x="104" y="80"/>
                </a:lnTo>
                <a:close/>
                <a:moveTo>
                  <a:pt x="128" y="128"/>
                </a:moveTo>
                <a:cubicBezTo>
                  <a:pt x="112" y="128"/>
                  <a:pt x="112" y="128"/>
                  <a:pt x="112" y="128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30" y="112"/>
                  <a:pt x="130" y="112"/>
                </a:cubicBezTo>
                <a:lnTo>
                  <a:pt x="128" y="128"/>
                </a:lnTo>
                <a:close/>
                <a:moveTo>
                  <a:pt x="131" y="104"/>
                </a:moveTo>
                <a:cubicBezTo>
                  <a:pt x="112" y="104"/>
                  <a:pt x="112" y="104"/>
                  <a:pt x="112" y="104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33" y="88"/>
                  <a:pt x="133" y="88"/>
                  <a:pt x="133" y="88"/>
                </a:cubicBezTo>
                <a:lnTo>
                  <a:pt x="131" y="104"/>
                </a:lnTo>
                <a:close/>
                <a:moveTo>
                  <a:pt x="134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36" y="64"/>
                  <a:pt x="136" y="64"/>
                  <a:pt x="136" y="64"/>
                </a:cubicBezTo>
                <a:lnTo>
                  <a:pt x="134" y="80"/>
                </a:lnTo>
                <a:close/>
                <a:moveTo>
                  <a:pt x="144" y="152"/>
                </a:moveTo>
                <a:cubicBezTo>
                  <a:pt x="140" y="152"/>
                  <a:pt x="136" y="148"/>
                  <a:pt x="136" y="144"/>
                </a:cubicBezTo>
                <a:cubicBezTo>
                  <a:pt x="136" y="140"/>
                  <a:pt x="140" y="136"/>
                  <a:pt x="144" y="136"/>
                </a:cubicBezTo>
                <a:cubicBezTo>
                  <a:pt x="148" y="136"/>
                  <a:pt x="152" y="140"/>
                  <a:pt x="152" y="144"/>
                </a:cubicBezTo>
                <a:cubicBezTo>
                  <a:pt x="152" y="148"/>
                  <a:pt x="148" y="152"/>
                  <a:pt x="144" y="152"/>
                </a:cubicBezTo>
                <a:moveTo>
                  <a:pt x="153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56" y="112"/>
                  <a:pt x="156" y="112"/>
                  <a:pt x="156" y="112"/>
                </a:cubicBezTo>
                <a:lnTo>
                  <a:pt x="153" y="128"/>
                </a:lnTo>
                <a:close/>
                <a:moveTo>
                  <a:pt x="139" y="104"/>
                </a:moveTo>
                <a:cubicBezTo>
                  <a:pt x="141" y="88"/>
                  <a:pt x="141" y="88"/>
                  <a:pt x="141" y="88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158" y="104"/>
                  <a:pt x="158" y="104"/>
                  <a:pt x="158" y="104"/>
                </a:cubicBezTo>
                <a:lnTo>
                  <a:pt x="139" y="10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266"/>
          <p:cNvSpPr>
            <a:spLocks noEditPoints="1"/>
          </p:cNvSpPr>
          <p:nvPr/>
        </p:nvSpPr>
        <p:spPr bwMode="auto">
          <a:xfrm>
            <a:off x="3466336" y="2420908"/>
            <a:ext cx="334275" cy="266122"/>
          </a:xfrm>
          <a:custGeom>
            <a:avLst/>
            <a:gdLst>
              <a:gd name="T0" fmla="*/ 128 w 176"/>
              <a:gd name="T1" fmla="*/ 8 h 140"/>
              <a:gd name="T2" fmla="*/ 128 w 176"/>
              <a:gd name="T3" fmla="*/ 0 h 140"/>
              <a:gd name="T4" fmla="*/ 84 w 176"/>
              <a:gd name="T5" fmla="*/ 4 h 140"/>
              <a:gd name="T6" fmla="*/ 160 w 176"/>
              <a:gd name="T7" fmla="*/ 113 h 140"/>
              <a:gd name="T8" fmla="*/ 176 w 176"/>
              <a:gd name="T9" fmla="*/ 41 h 140"/>
              <a:gd name="T10" fmla="*/ 176 w 176"/>
              <a:gd name="T11" fmla="*/ 40 h 140"/>
              <a:gd name="T12" fmla="*/ 44 w 176"/>
              <a:gd name="T13" fmla="*/ 36 h 140"/>
              <a:gd name="T14" fmla="*/ 38 w 176"/>
              <a:gd name="T15" fmla="*/ 15 h 140"/>
              <a:gd name="T16" fmla="*/ 4 w 176"/>
              <a:gd name="T17" fmla="*/ 12 h 140"/>
              <a:gd name="T18" fmla="*/ 4 w 176"/>
              <a:gd name="T19" fmla="*/ 20 h 140"/>
              <a:gd name="T20" fmla="*/ 56 w 176"/>
              <a:gd name="T21" fmla="*/ 113 h 140"/>
              <a:gd name="T22" fmla="*/ 58 w 176"/>
              <a:gd name="T23" fmla="*/ 116 h 140"/>
              <a:gd name="T24" fmla="*/ 72 w 176"/>
              <a:gd name="T25" fmla="*/ 140 h 140"/>
              <a:gd name="T26" fmla="*/ 86 w 176"/>
              <a:gd name="T27" fmla="*/ 116 h 140"/>
              <a:gd name="T28" fmla="*/ 128 w 176"/>
              <a:gd name="T29" fmla="*/ 124 h 140"/>
              <a:gd name="T30" fmla="*/ 160 w 176"/>
              <a:gd name="T31" fmla="*/ 124 h 140"/>
              <a:gd name="T32" fmla="*/ 160 w 176"/>
              <a:gd name="T33" fmla="*/ 113 h 140"/>
              <a:gd name="T34" fmla="*/ 167 w 176"/>
              <a:gd name="T35" fmla="*/ 44 h 140"/>
              <a:gd name="T36" fmla="*/ 142 w 176"/>
              <a:gd name="T37" fmla="*/ 60 h 140"/>
              <a:gd name="T38" fmla="*/ 46 w 176"/>
              <a:gd name="T39" fmla="*/ 44 h 140"/>
              <a:gd name="T40" fmla="*/ 74 w 176"/>
              <a:gd name="T41" fmla="*/ 60 h 140"/>
              <a:gd name="T42" fmla="*/ 46 w 176"/>
              <a:gd name="T43" fmla="*/ 44 h 140"/>
              <a:gd name="T44" fmla="*/ 52 w 176"/>
              <a:gd name="T45" fmla="*/ 68 h 140"/>
              <a:gd name="T46" fmla="*/ 77 w 176"/>
              <a:gd name="T47" fmla="*/ 84 h 140"/>
              <a:gd name="T48" fmla="*/ 59 w 176"/>
              <a:gd name="T49" fmla="*/ 92 h 140"/>
              <a:gd name="T50" fmla="*/ 80 w 176"/>
              <a:gd name="T51" fmla="*/ 108 h 140"/>
              <a:gd name="T52" fmla="*/ 59 w 176"/>
              <a:gd name="T53" fmla="*/ 92 h 140"/>
              <a:gd name="T54" fmla="*/ 64 w 176"/>
              <a:gd name="T55" fmla="*/ 124 h 140"/>
              <a:gd name="T56" fmla="*/ 80 w 176"/>
              <a:gd name="T57" fmla="*/ 124 h 140"/>
              <a:gd name="T58" fmla="*/ 104 w 176"/>
              <a:gd name="T59" fmla="*/ 108 h 140"/>
              <a:gd name="T60" fmla="*/ 86 w 176"/>
              <a:gd name="T61" fmla="*/ 92 h 140"/>
              <a:gd name="T62" fmla="*/ 104 w 176"/>
              <a:gd name="T63" fmla="*/ 108 h 140"/>
              <a:gd name="T64" fmla="*/ 85 w 176"/>
              <a:gd name="T65" fmla="*/ 84 h 140"/>
              <a:gd name="T66" fmla="*/ 104 w 176"/>
              <a:gd name="T67" fmla="*/ 68 h 140"/>
              <a:gd name="T68" fmla="*/ 104 w 176"/>
              <a:gd name="T69" fmla="*/ 60 h 140"/>
              <a:gd name="T70" fmla="*/ 80 w 176"/>
              <a:gd name="T71" fmla="*/ 44 h 140"/>
              <a:gd name="T72" fmla="*/ 104 w 176"/>
              <a:gd name="T73" fmla="*/ 60 h 140"/>
              <a:gd name="T74" fmla="*/ 112 w 176"/>
              <a:gd name="T75" fmla="*/ 108 h 140"/>
              <a:gd name="T76" fmla="*/ 130 w 176"/>
              <a:gd name="T77" fmla="*/ 92 h 140"/>
              <a:gd name="T78" fmla="*/ 131 w 176"/>
              <a:gd name="T79" fmla="*/ 84 h 140"/>
              <a:gd name="T80" fmla="*/ 112 w 176"/>
              <a:gd name="T81" fmla="*/ 68 h 140"/>
              <a:gd name="T82" fmla="*/ 131 w 176"/>
              <a:gd name="T83" fmla="*/ 84 h 140"/>
              <a:gd name="T84" fmla="*/ 112 w 176"/>
              <a:gd name="T85" fmla="*/ 60 h 140"/>
              <a:gd name="T86" fmla="*/ 136 w 176"/>
              <a:gd name="T87" fmla="*/ 44 h 140"/>
              <a:gd name="T88" fmla="*/ 144 w 176"/>
              <a:gd name="T89" fmla="*/ 132 h 140"/>
              <a:gd name="T90" fmla="*/ 144 w 176"/>
              <a:gd name="T91" fmla="*/ 116 h 140"/>
              <a:gd name="T92" fmla="*/ 144 w 176"/>
              <a:gd name="T93" fmla="*/ 132 h 140"/>
              <a:gd name="T94" fmla="*/ 136 w 176"/>
              <a:gd name="T95" fmla="*/ 108 h 140"/>
              <a:gd name="T96" fmla="*/ 156 w 176"/>
              <a:gd name="T97" fmla="*/ 92 h 140"/>
              <a:gd name="T98" fmla="*/ 139 w 176"/>
              <a:gd name="T99" fmla="*/ 84 h 140"/>
              <a:gd name="T100" fmla="*/ 162 w 176"/>
              <a:gd name="T101" fmla="*/ 68 h 140"/>
              <a:gd name="T102" fmla="*/ 139 w 176"/>
              <a:gd name="T103" fmla="*/ 8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40">
                <a:moveTo>
                  <a:pt x="88" y="8"/>
                </a:moveTo>
                <a:cubicBezTo>
                  <a:pt x="128" y="8"/>
                  <a:pt x="128" y="8"/>
                  <a:pt x="128" y="8"/>
                </a:cubicBezTo>
                <a:cubicBezTo>
                  <a:pt x="130" y="8"/>
                  <a:pt x="132" y="6"/>
                  <a:pt x="132" y="4"/>
                </a:cubicBezTo>
                <a:cubicBezTo>
                  <a:pt x="132" y="2"/>
                  <a:pt x="130" y="0"/>
                  <a:pt x="12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6"/>
                  <a:pt x="86" y="8"/>
                  <a:pt x="88" y="8"/>
                </a:cubicBezTo>
                <a:moveTo>
                  <a:pt x="160" y="113"/>
                </a:moveTo>
                <a:cubicBezTo>
                  <a:pt x="160" y="113"/>
                  <a:pt x="160" y="113"/>
                  <a:pt x="160" y="113"/>
                </a:cubicBezTo>
                <a:cubicBezTo>
                  <a:pt x="176" y="41"/>
                  <a:pt x="176" y="41"/>
                  <a:pt x="176" y="41"/>
                </a:cubicBezTo>
                <a:cubicBezTo>
                  <a:pt x="176" y="41"/>
                  <a:pt x="176" y="41"/>
                  <a:pt x="176" y="41"/>
                </a:cubicBezTo>
                <a:cubicBezTo>
                  <a:pt x="176" y="41"/>
                  <a:pt x="176" y="40"/>
                  <a:pt x="176" y="40"/>
                </a:cubicBezTo>
                <a:cubicBezTo>
                  <a:pt x="176" y="38"/>
                  <a:pt x="174" y="36"/>
                  <a:pt x="17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3"/>
                  <a:pt x="36" y="12"/>
                  <a:pt x="3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2" y="12"/>
                  <a:pt x="0" y="14"/>
                  <a:pt x="0" y="16"/>
                </a:cubicBezTo>
                <a:cubicBezTo>
                  <a:pt x="0" y="18"/>
                  <a:pt x="2" y="20"/>
                  <a:pt x="4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7" y="114"/>
                  <a:pt x="57" y="115"/>
                  <a:pt x="58" y="116"/>
                </a:cubicBezTo>
                <a:cubicBezTo>
                  <a:pt x="57" y="118"/>
                  <a:pt x="56" y="121"/>
                  <a:pt x="56" y="124"/>
                </a:cubicBezTo>
                <a:cubicBezTo>
                  <a:pt x="56" y="133"/>
                  <a:pt x="63" y="140"/>
                  <a:pt x="72" y="140"/>
                </a:cubicBezTo>
                <a:cubicBezTo>
                  <a:pt x="81" y="140"/>
                  <a:pt x="88" y="133"/>
                  <a:pt x="88" y="124"/>
                </a:cubicBezTo>
                <a:cubicBezTo>
                  <a:pt x="88" y="121"/>
                  <a:pt x="87" y="118"/>
                  <a:pt x="86" y="116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129" y="118"/>
                  <a:pt x="128" y="121"/>
                  <a:pt x="128" y="124"/>
                </a:cubicBezTo>
                <a:cubicBezTo>
                  <a:pt x="128" y="133"/>
                  <a:pt x="135" y="140"/>
                  <a:pt x="144" y="140"/>
                </a:cubicBezTo>
                <a:cubicBezTo>
                  <a:pt x="153" y="140"/>
                  <a:pt x="160" y="133"/>
                  <a:pt x="160" y="124"/>
                </a:cubicBezTo>
                <a:cubicBezTo>
                  <a:pt x="160" y="121"/>
                  <a:pt x="159" y="118"/>
                  <a:pt x="158" y="116"/>
                </a:cubicBezTo>
                <a:cubicBezTo>
                  <a:pt x="159" y="115"/>
                  <a:pt x="160" y="114"/>
                  <a:pt x="160" y="113"/>
                </a:cubicBezTo>
                <a:moveTo>
                  <a:pt x="144" y="44"/>
                </a:moveTo>
                <a:cubicBezTo>
                  <a:pt x="167" y="44"/>
                  <a:pt x="167" y="44"/>
                  <a:pt x="167" y="44"/>
                </a:cubicBezTo>
                <a:cubicBezTo>
                  <a:pt x="163" y="60"/>
                  <a:pt x="163" y="60"/>
                  <a:pt x="163" y="60"/>
                </a:cubicBezTo>
                <a:cubicBezTo>
                  <a:pt x="142" y="60"/>
                  <a:pt x="142" y="60"/>
                  <a:pt x="142" y="60"/>
                </a:cubicBezTo>
                <a:lnTo>
                  <a:pt x="144" y="44"/>
                </a:lnTo>
                <a:close/>
                <a:moveTo>
                  <a:pt x="46" y="44"/>
                </a:moveTo>
                <a:cubicBezTo>
                  <a:pt x="72" y="44"/>
                  <a:pt x="72" y="44"/>
                  <a:pt x="72" y="44"/>
                </a:cubicBezTo>
                <a:cubicBezTo>
                  <a:pt x="74" y="60"/>
                  <a:pt x="74" y="60"/>
                  <a:pt x="74" y="60"/>
                </a:cubicBezTo>
                <a:cubicBezTo>
                  <a:pt x="50" y="60"/>
                  <a:pt x="50" y="60"/>
                  <a:pt x="50" y="60"/>
                </a:cubicBezTo>
                <a:lnTo>
                  <a:pt x="46" y="44"/>
                </a:lnTo>
                <a:close/>
                <a:moveTo>
                  <a:pt x="57" y="84"/>
                </a:moveTo>
                <a:cubicBezTo>
                  <a:pt x="52" y="68"/>
                  <a:pt x="52" y="68"/>
                  <a:pt x="52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7" y="84"/>
                  <a:pt x="77" y="84"/>
                  <a:pt x="77" y="84"/>
                </a:cubicBezTo>
                <a:lnTo>
                  <a:pt x="57" y="84"/>
                </a:lnTo>
                <a:close/>
                <a:moveTo>
                  <a:pt x="59" y="92"/>
                </a:moveTo>
                <a:cubicBezTo>
                  <a:pt x="78" y="92"/>
                  <a:pt x="78" y="92"/>
                  <a:pt x="78" y="92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63" y="108"/>
                  <a:pt x="63" y="108"/>
                  <a:pt x="63" y="108"/>
                </a:cubicBezTo>
                <a:lnTo>
                  <a:pt x="59" y="92"/>
                </a:lnTo>
                <a:close/>
                <a:moveTo>
                  <a:pt x="72" y="132"/>
                </a:moveTo>
                <a:cubicBezTo>
                  <a:pt x="68" y="132"/>
                  <a:pt x="64" y="128"/>
                  <a:pt x="64" y="124"/>
                </a:cubicBezTo>
                <a:cubicBezTo>
                  <a:pt x="64" y="120"/>
                  <a:pt x="68" y="116"/>
                  <a:pt x="72" y="116"/>
                </a:cubicBezTo>
                <a:cubicBezTo>
                  <a:pt x="76" y="116"/>
                  <a:pt x="80" y="120"/>
                  <a:pt x="80" y="124"/>
                </a:cubicBezTo>
                <a:cubicBezTo>
                  <a:pt x="80" y="128"/>
                  <a:pt x="76" y="132"/>
                  <a:pt x="72" y="132"/>
                </a:cubicBezTo>
                <a:moveTo>
                  <a:pt x="104" y="108"/>
                </a:moveTo>
                <a:cubicBezTo>
                  <a:pt x="88" y="108"/>
                  <a:pt x="88" y="108"/>
                  <a:pt x="88" y="108"/>
                </a:cubicBezTo>
                <a:cubicBezTo>
                  <a:pt x="86" y="92"/>
                  <a:pt x="86" y="92"/>
                  <a:pt x="86" y="92"/>
                </a:cubicBezTo>
                <a:cubicBezTo>
                  <a:pt x="104" y="92"/>
                  <a:pt x="104" y="92"/>
                  <a:pt x="104" y="92"/>
                </a:cubicBezTo>
                <a:lnTo>
                  <a:pt x="104" y="108"/>
                </a:lnTo>
                <a:close/>
                <a:moveTo>
                  <a:pt x="104" y="84"/>
                </a:moveTo>
                <a:cubicBezTo>
                  <a:pt x="85" y="84"/>
                  <a:pt x="85" y="84"/>
                  <a:pt x="85" y="84"/>
                </a:cubicBezTo>
                <a:cubicBezTo>
                  <a:pt x="83" y="68"/>
                  <a:pt x="83" y="68"/>
                  <a:pt x="83" y="68"/>
                </a:cubicBezTo>
                <a:cubicBezTo>
                  <a:pt x="104" y="68"/>
                  <a:pt x="104" y="68"/>
                  <a:pt x="104" y="68"/>
                </a:cubicBezTo>
                <a:lnTo>
                  <a:pt x="104" y="84"/>
                </a:lnTo>
                <a:close/>
                <a:moveTo>
                  <a:pt x="104" y="60"/>
                </a:moveTo>
                <a:cubicBezTo>
                  <a:pt x="82" y="60"/>
                  <a:pt x="82" y="60"/>
                  <a:pt x="82" y="60"/>
                </a:cubicBezTo>
                <a:cubicBezTo>
                  <a:pt x="80" y="44"/>
                  <a:pt x="80" y="44"/>
                  <a:pt x="80" y="44"/>
                </a:cubicBezTo>
                <a:cubicBezTo>
                  <a:pt x="104" y="44"/>
                  <a:pt x="104" y="44"/>
                  <a:pt x="104" y="44"/>
                </a:cubicBezTo>
                <a:lnTo>
                  <a:pt x="104" y="60"/>
                </a:lnTo>
                <a:close/>
                <a:moveTo>
                  <a:pt x="128" y="108"/>
                </a:moveTo>
                <a:cubicBezTo>
                  <a:pt x="112" y="108"/>
                  <a:pt x="112" y="108"/>
                  <a:pt x="112" y="108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30" y="92"/>
                  <a:pt x="130" y="92"/>
                  <a:pt x="130" y="92"/>
                </a:cubicBezTo>
                <a:lnTo>
                  <a:pt x="128" y="108"/>
                </a:lnTo>
                <a:close/>
                <a:moveTo>
                  <a:pt x="131" y="84"/>
                </a:moveTo>
                <a:cubicBezTo>
                  <a:pt x="112" y="84"/>
                  <a:pt x="112" y="84"/>
                  <a:pt x="112" y="84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33" y="68"/>
                  <a:pt x="133" y="68"/>
                  <a:pt x="133" y="68"/>
                </a:cubicBezTo>
                <a:lnTo>
                  <a:pt x="131" y="84"/>
                </a:lnTo>
                <a:close/>
                <a:moveTo>
                  <a:pt x="134" y="60"/>
                </a:moveTo>
                <a:cubicBezTo>
                  <a:pt x="112" y="60"/>
                  <a:pt x="112" y="60"/>
                  <a:pt x="112" y="60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36" y="44"/>
                  <a:pt x="136" y="44"/>
                  <a:pt x="136" y="44"/>
                </a:cubicBezTo>
                <a:lnTo>
                  <a:pt x="134" y="60"/>
                </a:lnTo>
                <a:close/>
                <a:moveTo>
                  <a:pt x="144" y="132"/>
                </a:moveTo>
                <a:cubicBezTo>
                  <a:pt x="140" y="132"/>
                  <a:pt x="136" y="128"/>
                  <a:pt x="136" y="124"/>
                </a:cubicBezTo>
                <a:cubicBezTo>
                  <a:pt x="136" y="120"/>
                  <a:pt x="140" y="116"/>
                  <a:pt x="144" y="116"/>
                </a:cubicBezTo>
                <a:cubicBezTo>
                  <a:pt x="148" y="116"/>
                  <a:pt x="152" y="120"/>
                  <a:pt x="152" y="124"/>
                </a:cubicBezTo>
                <a:cubicBezTo>
                  <a:pt x="152" y="128"/>
                  <a:pt x="148" y="132"/>
                  <a:pt x="144" y="132"/>
                </a:cubicBezTo>
                <a:moveTo>
                  <a:pt x="153" y="108"/>
                </a:moveTo>
                <a:cubicBezTo>
                  <a:pt x="136" y="108"/>
                  <a:pt x="136" y="108"/>
                  <a:pt x="136" y="108"/>
                </a:cubicBezTo>
                <a:cubicBezTo>
                  <a:pt x="138" y="92"/>
                  <a:pt x="138" y="92"/>
                  <a:pt x="138" y="92"/>
                </a:cubicBezTo>
                <a:cubicBezTo>
                  <a:pt x="156" y="92"/>
                  <a:pt x="156" y="92"/>
                  <a:pt x="156" y="92"/>
                </a:cubicBezTo>
                <a:lnTo>
                  <a:pt x="153" y="108"/>
                </a:lnTo>
                <a:close/>
                <a:moveTo>
                  <a:pt x="139" y="84"/>
                </a:moveTo>
                <a:cubicBezTo>
                  <a:pt x="141" y="68"/>
                  <a:pt x="141" y="68"/>
                  <a:pt x="141" y="68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58" y="84"/>
                  <a:pt x="158" y="84"/>
                  <a:pt x="158" y="84"/>
                </a:cubicBezTo>
                <a:lnTo>
                  <a:pt x="139" y="8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267"/>
          <p:cNvSpPr>
            <a:spLocks noEditPoints="1"/>
          </p:cNvSpPr>
          <p:nvPr/>
        </p:nvSpPr>
        <p:spPr bwMode="auto">
          <a:xfrm>
            <a:off x="4134886" y="2383586"/>
            <a:ext cx="274235" cy="334275"/>
          </a:xfrm>
          <a:custGeom>
            <a:avLst/>
            <a:gdLst>
              <a:gd name="T0" fmla="*/ 16 w 144"/>
              <a:gd name="T1" fmla="*/ 112 h 176"/>
              <a:gd name="T2" fmla="*/ 72 w 144"/>
              <a:gd name="T3" fmla="*/ 104 h 176"/>
              <a:gd name="T4" fmla="*/ 72 w 144"/>
              <a:gd name="T5" fmla="*/ 64 h 176"/>
              <a:gd name="T6" fmla="*/ 88 w 144"/>
              <a:gd name="T7" fmla="*/ 104 h 176"/>
              <a:gd name="T8" fmla="*/ 96 w 144"/>
              <a:gd name="T9" fmla="*/ 104 h 176"/>
              <a:gd name="T10" fmla="*/ 56 w 144"/>
              <a:gd name="T11" fmla="*/ 120 h 176"/>
              <a:gd name="T12" fmla="*/ 60 w 144"/>
              <a:gd name="T13" fmla="*/ 160 h 176"/>
              <a:gd name="T14" fmla="*/ 84 w 144"/>
              <a:gd name="T15" fmla="*/ 152 h 176"/>
              <a:gd name="T16" fmla="*/ 60 w 144"/>
              <a:gd name="T17" fmla="*/ 160 h 176"/>
              <a:gd name="T18" fmla="*/ 40 w 144"/>
              <a:gd name="T19" fmla="*/ 120 h 176"/>
              <a:gd name="T20" fmla="*/ 24 w 144"/>
              <a:gd name="T21" fmla="*/ 120 h 176"/>
              <a:gd name="T22" fmla="*/ 24 w 144"/>
              <a:gd name="T23" fmla="*/ 128 h 176"/>
              <a:gd name="T24" fmla="*/ 108 w 144"/>
              <a:gd name="T25" fmla="*/ 40 h 176"/>
              <a:gd name="T26" fmla="*/ 128 w 144"/>
              <a:gd name="T27" fmla="*/ 16 h 176"/>
              <a:gd name="T28" fmla="*/ 72 w 144"/>
              <a:gd name="T29" fmla="*/ 0 h 176"/>
              <a:gd name="T30" fmla="*/ 72 w 144"/>
              <a:gd name="T31" fmla="*/ 24 h 176"/>
              <a:gd name="T32" fmla="*/ 8 w 144"/>
              <a:gd name="T33" fmla="*/ 40 h 176"/>
              <a:gd name="T34" fmla="*/ 8 w 144"/>
              <a:gd name="T35" fmla="*/ 176 h 176"/>
              <a:gd name="T36" fmla="*/ 144 w 144"/>
              <a:gd name="T37" fmla="*/ 48 h 176"/>
              <a:gd name="T38" fmla="*/ 72 w 144"/>
              <a:gd name="T39" fmla="*/ 16 h 176"/>
              <a:gd name="T40" fmla="*/ 80 w 144"/>
              <a:gd name="T41" fmla="*/ 16 h 176"/>
              <a:gd name="T42" fmla="*/ 120 w 144"/>
              <a:gd name="T43" fmla="*/ 16 h 176"/>
              <a:gd name="T44" fmla="*/ 100 w 144"/>
              <a:gd name="T45" fmla="*/ 40 h 176"/>
              <a:gd name="T46" fmla="*/ 100 w 144"/>
              <a:gd name="T47" fmla="*/ 24 h 176"/>
              <a:gd name="T48" fmla="*/ 8 w 144"/>
              <a:gd name="T49" fmla="*/ 168 h 176"/>
              <a:gd name="T50" fmla="*/ 136 w 144"/>
              <a:gd name="T51" fmla="*/ 168 h 176"/>
              <a:gd name="T52" fmla="*/ 8 w 144"/>
              <a:gd name="T53" fmla="*/ 48 h 176"/>
              <a:gd name="T54" fmla="*/ 120 w 144"/>
              <a:gd name="T55" fmla="*/ 112 h 176"/>
              <a:gd name="T56" fmla="*/ 120 w 144"/>
              <a:gd name="T57" fmla="*/ 104 h 176"/>
              <a:gd name="T58" fmla="*/ 112 w 144"/>
              <a:gd name="T59" fmla="*/ 112 h 176"/>
              <a:gd name="T60" fmla="*/ 104 w 144"/>
              <a:gd name="T61" fmla="*/ 112 h 176"/>
              <a:gd name="T62" fmla="*/ 128 w 144"/>
              <a:gd name="T63" fmla="*/ 88 h 176"/>
              <a:gd name="T64" fmla="*/ 120 w 144"/>
              <a:gd name="T65" fmla="*/ 80 h 176"/>
              <a:gd name="T66" fmla="*/ 120 w 144"/>
              <a:gd name="T67" fmla="*/ 72 h 176"/>
              <a:gd name="T68" fmla="*/ 88 w 144"/>
              <a:gd name="T69" fmla="*/ 56 h 176"/>
              <a:gd name="T70" fmla="*/ 128 w 144"/>
              <a:gd name="T71" fmla="*/ 56 h 176"/>
              <a:gd name="T72" fmla="*/ 104 w 144"/>
              <a:gd name="T73" fmla="*/ 80 h 176"/>
              <a:gd name="T74" fmla="*/ 96 w 144"/>
              <a:gd name="T75" fmla="*/ 72 h 176"/>
              <a:gd name="T76" fmla="*/ 96 w 144"/>
              <a:gd name="T77" fmla="*/ 80 h 176"/>
              <a:gd name="T78" fmla="*/ 128 w 144"/>
              <a:gd name="T79" fmla="*/ 128 h 176"/>
              <a:gd name="T80" fmla="*/ 104 w 144"/>
              <a:gd name="T81" fmla="*/ 128 h 176"/>
              <a:gd name="T82" fmla="*/ 112 w 144"/>
              <a:gd name="T83" fmla="*/ 88 h 176"/>
              <a:gd name="T84" fmla="*/ 96 w 144"/>
              <a:gd name="T85" fmla="*/ 88 h 176"/>
              <a:gd name="T86" fmla="*/ 96 w 144"/>
              <a:gd name="T87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4" h="176">
                <a:moveTo>
                  <a:pt x="80" y="56"/>
                </a:moveTo>
                <a:cubicBezTo>
                  <a:pt x="16" y="56"/>
                  <a:pt x="16" y="56"/>
                  <a:pt x="16" y="56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80" y="112"/>
                  <a:pt x="80" y="112"/>
                  <a:pt x="80" y="112"/>
                </a:cubicBezTo>
                <a:lnTo>
                  <a:pt x="80" y="56"/>
                </a:lnTo>
                <a:close/>
                <a:moveTo>
                  <a:pt x="72" y="104"/>
                </a:moveTo>
                <a:cubicBezTo>
                  <a:pt x="24" y="104"/>
                  <a:pt x="24" y="104"/>
                  <a:pt x="24" y="104"/>
                </a:cubicBezTo>
                <a:cubicBezTo>
                  <a:pt x="24" y="64"/>
                  <a:pt x="24" y="64"/>
                  <a:pt x="24" y="64"/>
                </a:cubicBezTo>
                <a:cubicBezTo>
                  <a:pt x="72" y="64"/>
                  <a:pt x="72" y="64"/>
                  <a:pt x="72" y="64"/>
                </a:cubicBezTo>
                <a:lnTo>
                  <a:pt x="72" y="104"/>
                </a:lnTo>
                <a:close/>
                <a:moveTo>
                  <a:pt x="96" y="104"/>
                </a:moveTo>
                <a:cubicBezTo>
                  <a:pt x="88" y="104"/>
                  <a:pt x="88" y="104"/>
                  <a:pt x="88" y="104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96" y="112"/>
                  <a:pt x="96" y="112"/>
                  <a:pt x="96" y="112"/>
                </a:cubicBezTo>
                <a:lnTo>
                  <a:pt x="96" y="104"/>
                </a:lnTo>
                <a:close/>
                <a:moveTo>
                  <a:pt x="48" y="128"/>
                </a:moveTo>
                <a:cubicBezTo>
                  <a:pt x="56" y="128"/>
                  <a:pt x="56" y="128"/>
                  <a:pt x="56" y="128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48" y="120"/>
                  <a:pt x="48" y="120"/>
                  <a:pt x="48" y="120"/>
                </a:cubicBezTo>
                <a:lnTo>
                  <a:pt x="48" y="128"/>
                </a:lnTo>
                <a:close/>
                <a:moveTo>
                  <a:pt x="60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6" y="160"/>
                  <a:pt x="88" y="158"/>
                  <a:pt x="88" y="156"/>
                </a:cubicBezTo>
                <a:cubicBezTo>
                  <a:pt x="88" y="154"/>
                  <a:pt x="86" y="152"/>
                  <a:pt x="84" y="152"/>
                </a:cubicBezTo>
                <a:cubicBezTo>
                  <a:pt x="60" y="152"/>
                  <a:pt x="60" y="152"/>
                  <a:pt x="60" y="152"/>
                </a:cubicBezTo>
                <a:cubicBezTo>
                  <a:pt x="58" y="152"/>
                  <a:pt x="56" y="154"/>
                  <a:pt x="56" y="156"/>
                </a:cubicBezTo>
                <a:cubicBezTo>
                  <a:pt x="56" y="158"/>
                  <a:pt x="58" y="160"/>
                  <a:pt x="60" y="160"/>
                </a:cubicBezTo>
                <a:moveTo>
                  <a:pt x="32" y="128"/>
                </a:moveTo>
                <a:cubicBezTo>
                  <a:pt x="40" y="128"/>
                  <a:pt x="40" y="128"/>
                  <a:pt x="40" y="128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32" y="120"/>
                  <a:pt x="32" y="120"/>
                  <a:pt x="32" y="120"/>
                </a:cubicBezTo>
                <a:lnTo>
                  <a:pt x="32" y="128"/>
                </a:lnTo>
                <a:close/>
                <a:moveTo>
                  <a:pt x="24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4" y="128"/>
                  <a:pt x="24" y="128"/>
                  <a:pt x="24" y="128"/>
                </a:cubicBezTo>
                <a:lnTo>
                  <a:pt x="24" y="120"/>
                </a:lnTo>
                <a:close/>
                <a:moveTo>
                  <a:pt x="136" y="40"/>
                </a:moveTo>
                <a:cubicBezTo>
                  <a:pt x="108" y="40"/>
                  <a:pt x="108" y="40"/>
                  <a:pt x="108" y="40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4" y="24"/>
                  <a:pt x="128" y="20"/>
                  <a:pt x="128" y="16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64" y="20"/>
                  <a:pt x="68" y="24"/>
                  <a:pt x="72" y="24"/>
                </a:cubicBezTo>
                <a:cubicBezTo>
                  <a:pt x="84" y="24"/>
                  <a:pt x="84" y="24"/>
                  <a:pt x="84" y="24"/>
                </a:cubicBezTo>
                <a:cubicBezTo>
                  <a:pt x="84" y="40"/>
                  <a:pt x="84" y="40"/>
                  <a:pt x="84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4" y="40"/>
                  <a:pt x="0" y="44"/>
                  <a:pt x="0" y="48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44"/>
                  <a:pt x="140" y="40"/>
                  <a:pt x="136" y="40"/>
                </a:cubicBezTo>
                <a:moveTo>
                  <a:pt x="80" y="16"/>
                </a:moveTo>
                <a:cubicBezTo>
                  <a:pt x="72" y="16"/>
                  <a:pt x="72" y="16"/>
                  <a:pt x="72" y="16"/>
                </a:cubicBezTo>
                <a:cubicBezTo>
                  <a:pt x="72" y="8"/>
                  <a:pt x="72" y="8"/>
                  <a:pt x="72" y="8"/>
                </a:cubicBezTo>
                <a:cubicBezTo>
                  <a:pt x="80" y="8"/>
                  <a:pt x="80" y="8"/>
                  <a:pt x="80" y="8"/>
                </a:cubicBezTo>
                <a:lnTo>
                  <a:pt x="80" y="16"/>
                </a:lnTo>
                <a:close/>
                <a:moveTo>
                  <a:pt x="88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88" y="16"/>
                  <a:pt x="88" y="16"/>
                  <a:pt x="88" y="16"/>
                </a:cubicBezTo>
                <a:lnTo>
                  <a:pt x="88" y="8"/>
                </a:lnTo>
                <a:close/>
                <a:moveTo>
                  <a:pt x="100" y="40"/>
                </a:moveTo>
                <a:cubicBezTo>
                  <a:pt x="92" y="40"/>
                  <a:pt x="92" y="40"/>
                  <a:pt x="92" y="40"/>
                </a:cubicBezTo>
                <a:cubicBezTo>
                  <a:pt x="92" y="24"/>
                  <a:pt x="92" y="24"/>
                  <a:pt x="92" y="24"/>
                </a:cubicBezTo>
                <a:cubicBezTo>
                  <a:pt x="100" y="24"/>
                  <a:pt x="100" y="24"/>
                  <a:pt x="100" y="24"/>
                </a:cubicBezTo>
                <a:lnTo>
                  <a:pt x="100" y="40"/>
                </a:lnTo>
                <a:close/>
                <a:moveTo>
                  <a:pt x="136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44"/>
                  <a:pt x="8" y="144"/>
                  <a:pt x="8" y="144"/>
                </a:cubicBezTo>
                <a:cubicBezTo>
                  <a:pt x="136" y="144"/>
                  <a:pt x="136" y="144"/>
                  <a:pt x="136" y="144"/>
                </a:cubicBezTo>
                <a:lnTo>
                  <a:pt x="136" y="168"/>
                </a:lnTo>
                <a:close/>
                <a:moveTo>
                  <a:pt x="136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48"/>
                  <a:pt x="8" y="48"/>
                  <a:pt x="8" y="48"/>
                </a:cubicBezTo>
                <a:cubicBezTo>
                  <a:pt x="136" y="48"/>
                  <a:pt x="136" y="48"/>
                  <a:pt x="136" y="48"/>
                </a:cubicBezTo>
                <a:lnTo>
                  <a:pt x="136" y="136"/>
                </a:lnTo>
                <a:close/>
                <a:moveTo>
                  <a:pt x="120" y="112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0" y="104"/>
                  <a:pt x="120" y="104"/>
                  <a:pt x="120" y="104"/>
                </a:cubicBezTo>
                <a:lnTo>
                  <a:pt x="120" y="112"/>
                </a:lnTo>
                <a:close/>
                <a:moveTo>
                  <a:pt x="104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12"/>
                </a:lnTo>
                <a:close/>
                <a:moveTo>
                  <a:pt x="120" y="96"/>
                </a:moveTo>
                <a:cubicBezTo>
                  <a:pt x="128" y="96"/>
                  <a:pt x="128" y="96"/>
                  <a:pt x="128" y="9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0" y="88"/>
                  <a:pt x="120" y="88"/>
                  <a:pt x="120" y="88"/>
                </a:cubicBezTo>
                <a:lnTo>
                  <a:pt x="120" y="96"/>
                </a:lnTo>
                <a:close/>
                <a:moveTo>
                  <a:pt x="120" y="80"/>
                </a:moveTo>
                <a:cubicBezTo>
                  <a:pt x="128" y="80"/>
                  <a:pt x="128" y="80"/>
                  <a:pt x="128" y="80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0" y="72"/>
                  <a:pt x="120" y="72"/>
                  <a:pt x="120" y="72"/>
                </a:cubicBezTo>
                <a:lnTo>
                  <a:pt x="120" y="80"/>
                </a:lnTo>
                <a:close/>
                <a:moveTo>
                  <a:pt x="128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88" y="64"/>
                  <a:pt x="88" y="64"/>
                  <a:pt x="88" y="64"/>
                </a:cubicBezTo>
                <a:cubicBezTo>
                  <a:pt x="128" y="64"/>
                  <a:pt x="128" y="64"/>
                  <a:pt x="128" y="64"/>
                </a:cubicBezTo>
                <a:lnTo>
                  <a:pt x="128" y="56"/>
                </a:lnTo>
                <a:close/>
                <a:moveTo>
                  <a:pt x="112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12" y="80"/>
                  <a:pt x="112" y="80"/>
                  <a:pt x="112" y="80"/>
                </a:cubicBezTo>
                <a:lnTo>
                  <a:pt x="112" y="72"/>
                </a:lnTo>
                <a:close/>
                <a:moveTo>
                  <a:pt x="96" y="72"/>
                </a:moveTo>
                <a:cubicBezTo>
                  <a:pt x="88" y="72"/>
                  <a:pt x="88" y="72"/>
                  <a:pt x="88" y="72"/>
                </a:cubicBezTo>
                <a:cubicBezTo>
                  <a:pt x="88" y="80"/>
                  <a:pt x="88" y="80"/>
                  <a:pt x="88" y="80"/>
                </a:cubicBezTo>
                <a:cubicBezTo>
                  <a:pt x="96" y="80"/>
                  <a:pt x="96" y="80"/>
                  <a:pt x="96" y="80"/>
                </a:cubicBezTo>
                <a:lnTo>
                  <a:pt x="96" y="72"/>
                </a:lnTo>
                <a:close/>
                <a:moveTo>
                  <a:pt x="104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04" y="120"/>
                  <a:pt x="104" y="120"/>
                  <a:pt x="104" y="120"/>
                </a:cubicBezTo>
                <a:lnTo>
                  <a:pt x="104" y="128"/>
                </a:lnTo>
                <a:close/>
                <a:moveTo>
                  <a:pt x="104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04" y="88"/>
                  <a:pt x="104" y="88"/>
                  <a:pt x="104" y="88"/>
                </a:cubicBezTo>
                <a:lnTo>
                  <a:pt x="104" y="96"/>
                </a:lnTo>
                <a:close/>
                <a:moveTo>
                  <a:pt x="96" y="88"/>
                </a:moveTo>
                <a:cubicBezTo>
                  <a:pt x="88" y="88"/>
                  <a:pt x="88" y="88"/>
                  <a:pt x="88" y="88"/>
                </a:cubicBezTo>
                <a:cubicBezTo>
                  <a:pt x="88" y="96"/>
                  <a:pt x="88" y="96"/>
                  <a:pt x="88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268"/>
          <p:cNvSpPr>
            <a:spLocks noEditPoints="1"/>
          </p:cNvSpPr>
          <p:nvPr/>
        </p:nvSpPr>
        <p:spPr bwMode="auto">
          <a:xfrm>
            <a:off x="4759623" y="2383586"/>
            <a:ext cx="303444" cy="334275"/>
          </a:xfrm>
          <a:custGeom>
            <a:avLst/>
            <a:gdLst>
              <a:gd name="T0" fmla="*/ 160 w 160"/>
              <a:gd name="T1" fmla="*/ 171 h 176"/>
              <a:gd name="T2" fmla="*/ 160 w 160"/>
              <a:gd name="T3" fmla="*/ 171 h 176"/>
              <a:gd name="T4" fmla="*/ 144 w 160"/>
              <a:gd name="T5" fmla="*/ 51 h 176"/>
              <a:gd name="T6" fmla="*/ 144 w 160"/>
              <a:gd name="T7" fmla="*/ 51 h 176"/>
              <a:gd name="T8" fmla="*/ 140 w 160"/>
              <a:gd name="T9" fmla="*/ 48 h 176"/>
              <a:gd name="T10" fmla="*/ 112 w 160"/>
              <a:gd name="T11" fmla="*/ 48 h 176"/>
              <a:gd name="T12" fmla="*/ 112 w 160"/>
              <a:gd name="T13" fmla="*/ 32 h 176"/>
              <a:gd name="T14" fmla="*/ 80 w 160"/>
              <a:gd name="T15" fmla="*/ 0 h 176"/>
              <a:gd name="T16" fmla="*/ 48 w 160"/>
              <a:gd name="T17" fmla="*/ 32 h 176"/>
              <a:gd name="T18" fmla="*/ 48 w 160"/>
              <a:gd name="T19" fmla="*/ 48 h 176"/>
              <a:gd name="T20" fmla="*/ 20 w 160"/>
              <a:gd name="T21" fmla="*/ 48 h 176"/>
              <a:gd name="T22" fmla="*/ 16 w 160"/>
              <a:gd name="T23" fmla="*/ 51 h 176"/>
              <a:gd name="T24" fmla="*/ 16 w 160"/>
              <a:gd name="T25" fmla="*/ 51 h 176"/>
              <a:gd name="T26" fmla="*/ 0 w 160"/>
              <a:gd name="T27" fmla="*/ 171 h 176"/>
              <a:gd name="T28" fmla="*/ 0 w 160"/>
              <a:gd name="T29" fmla="*/ 171 h 176"/>
              <a:gd name="T30" fmla="*/ 0 w 160"/>
              <a:gd name="T31" fmla="*/ 172 h 176"/>
              <a:gd name="T32" fmla="*/ 4 w 160"/>
              <a:gd name="T33" fmla="*/ 176 h 176"/>
              <a:gd name="T34" fmla="*/ 156 w 160"/>
              <a:gd name="T35" fmla="*/ 176 h 176"/>
              <a:gd name="T36" fmla="*/ 160 w 160"/>
              <a:gd name="T37" fmla="*/ 172 h 176"/>
              <a:gd name="T38" fmla="*/ 160 w 160"/>
              <a:gd name="T39" fmla="*/ 171 h 176"/>
              <a:gd name="T40" fmla="*/ 56 w 160"/>
              <a:gd name="T41" fmla="*/ 32 h 176"/>
              <a:gd name="T42" fmla="*/ 80 w 160"/>
              <a:gd name="T43" fmla="*/ 8 h 176"/>
              <a:gd name="T44" fmla="*/ 104 w 160"/>
              <a:gd name="T45" fmla="*/ 32 h 176"/>
              <a:gd name="T46" fmla="*/ 104 w 160"/>
              <a:gd name="T47" fmla="*/ 48 h 176"/>
              <a:gd name="T48" fmla="*/ 56 w 160"/>
              <a:gd name="T49" fmla="*/ 48 h 176"/>
              <a:gd name="T50" fmla="*/ 56 w 160"/>
              <a:gd name="T51" fmla="*/ 32 h 176"/>
              <a:gd name="T52" fmla="*/ 24 w 160"/>
              <a:gd name="T53" fmla="*/ 56 h 176"/>
              <a:gd name="T54" fmla="*/ 48 w 160"/>
              <a:gd name="T55" fmla="*/ 56 h 176"/>
              <a:gd name="T56" fmla="*/ 48 w 160"/>
              <a:gd name="T57" fmla="*/ 73 h 176"/>
              <a:gd name="T58" fmla="*/ 44 w 160"/>
              <a:gd name="T59" fmla="*/ 80 h 176"/>
              <a:gd name="T60" fmla="*/ 52 w 160"/>
              <a:gd name="T61" fmla="*/ 88 h 176"/>
              <a:gd name="T62" fmla="*/ 60 w 160"/>
              <a:gd name="T63" fmla="*/ 80 h 176"/>
              <a:gd name="T64" fmla="*/ 56 w 160"/>
              <a:gd name="T65" fmla="*/ 73 h 176"/>
              <a:gd name="T66" fmla="*/ 56 w 160"/>
              <a:gd name="T67" fmla="*/ 56 h 176"/>
              <a:gd name="T68" fmla="*/ 104 w 160"/>
              <a:gd name="T69" fmla="*/ 56 h 176"/>
              <a:gd name="T70" fmla="*/ 104 w 160"/>
              <a:gd name="T71" fmla="*/ 73 h 176"/>
              <a:gd name="T72" fmla="*/ 100 w 160"/>
              <a:gd name="T73" fmla="*/ 80 h 176"/>
              <a:gd name="T74" fmla="*/ 108 w 160"/>
              <a:gd name="T75" fmla="*/ 88 h 176"/>
              <a:gd name="T76" fmla="*/ 116 w 160"/>
              <a:gd name="T77" fmla="*/ 80 h 176"/>
              <a:gd name="T78" fmla="*/ 112 w 160"/>
              <a:gd name="T79" fmla="*/ 73 h 176"/>
              <a:gd name="T80" fmla="*/ 112 w 160"/>
              <a:gd name="T81" fmla="*/ 56 h 176"/>
              <a:gd name="T82" fmla="*/ 137 w 160"/>
              <a:gd name="T83" fmla="*/ 56 h 176"/>
              <a:gd name="T84" fmla="*/ 149 w 160"/>
              <a:gd name="T85" fmla="*/ 152 h 176"/>
              <a:gd name="T86" fmla="*/ 11 w 160"/>
              <a:gd name="T87" fmla="*/ 152 h 176"/>
              <a:gd name="T88" fmla="*/ 24 w 160"/>
              <a:gd name="T89" fmla="*/ 56 h 176"/>
              <a:gd name="T90" fmla="*/ 9 w 160"/>
              <a:gd name="T91" fmla="*/ 168 h 176"/>
              <a:gd name="T92" fmla="*/ 10 w 160"/>
              <a:gd name="T93" fmla="*/ 160 h 176"/>
              <a:gd name="T94" fmla="*/ 150 w 160"/>
              <a:gd name="T95" fmla="*/ 160 h 176"/>
              <a:gd name="T96" fmla="*/ 151 w 160"/>
              <a:gd name="T97" fmla="*/ 168 h 176"/>
              <a:gd name="T98" fmla="*/ 9 w 160"/>
              <a:gd name="T9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76">
                <a:moveTo>
                  <a:pt x="160" y="171"/>
                </a:moveTo>
                <a:cubicBezTo>
                  <a:pt x="160" y="171"/>
                  <a:pt x="160" y="171"/>
                  <a:pt x="160" y="171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0"/>
                  <a:pt x="142" y="48"/>
                  <a:pt x="140" y="48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2" y="14"/>
                  <a:pt x="98" y="0"/>
                  <a:pt x="80" y="0"/>
                </a:cubicBezTo>
                <a:cubicBezTo>
                  <a:pt x="62" y="0"/>
                  <a:pt x="48" y="14"/>
                  <a:pt x="48" y="32"/>
                </a:cubicBezTo>
                <a:cubicBezTo>
                  <a:pt x="48" y="48"/>
                  <a:pt x="48" y="48"/>
                  <a:pt x="48" y="48"/>
                </a:cubicBezTo>
                <a:cubicBezTo>
                  <a:pt x="20" y="48"/>
                  <a:pt x="20" y="48"/>
                  <a:pt x="20" y="48"/>
                </a:cubicBezTo>
                <a:cubicBezTo>
                  <a:pt x="18" y="48"/>
                  <a:pt x="16" y="50"/>
                  <a:pt x="16" y="51"/>
                </a:cubicBezTo>
                <a:cubicBezTo>
                  <a:pt x="16" y="51"/>
                  <a:pt x="16" y="51"/>
                  <a:pt x="16" y="5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56" y="176"/>
                  <a:pt x="156" y="176"/>
                  <a:pt x="156" y="176"/>
                </a:cubicBezTo>
                <a:cubicBezTo>
                  <a:pt x="158" y="176"/>
                  <a:pt x="160" y="174"/>
                  <a:pt x="160" y="172"/>
                </a:cubicBezTo>
                <a:cubicBezTo>
                  <a:pt x="160" y="172"/>
                  <a:pt x="160" y="172"/>
                  <a:pt x="160" y="171"/>
                </a:cubicBezTo>
                <a:moveTo>
                  <a:pt x="56" y="32"/>
                </a:moveTo>
                <a:cubicBezTo>
                  <a:pt x="56" y="19"/>
                  <a:pt x="67" y="8"/>
                  <a:pt x="80" y="8"/>
                </a:cubicBezTo>
                <a:cubicBezTo>
                  <a:pt x="93" y="8"/>
                  <a:pt x="104" y="19"/>
                  <a:pt x="104" y="3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56" y="48"/>
                  <a:pt x="56" y="48"/>
                  <a:pt x="56" y="48"/>
                </a:cubicBezTo>
                <a:lnTo>
                  <a:pt x="56" y="32"/>
                </a:lnTo>
                <a:close/>
                <a:moveTo>
                  <a:pt x="24" y="56"/>
                </a:moveTo>
                <a:cubicBezTo>
                  <a:pt x="48" y="56"/>
                  <a:pt x="48" y="56"/>
                  <a:pt x="48" y="56"/>
                </a:cubicBezTo>
                <a:cubicBezTo>
                  <a:pt x="48" y="73"/>
                  <a:pt x="48" y="73"/>
                  <a:pt x="48" y="73"/>
                </a:cubicBezTo>
                <a:cubicBezTo>
                  <a:pt x="46" y="74"/>
                  <a:pt x="44" y="77"/>
                  <a:pt x="44" y="80"/>
                </a:cubicBezTo>
                <a:cubicBezTo>
                  <a:pt x="44" y="84"/>
                  <a:pt x="48" y="88"/>
                  <a:pt x="52" y="88"/>
                </a:cubicBezTo>
                <a:cubicBezTo>
                  <a:pt x="56" y="88"/>
                  <a:pt x="60" y="84"/>
                  <a:pt x="60" y="80"/>
                </a:cubicBezTo>
                <a:cubicBezTo>
                  <a:pt x="60" y="77"/>
                  <a:pt x="58" y="74"/>
                  <a:pt x="56" y="73"/>
                </a:cubicBezTo>
                <a:cubicBezTo>
                  <a:pt x="56" y="56"/>
                  <a:pt x="56" y="56"/>
                  <a:pt x="56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4" y="73"/>
                  <a:pt x="104" y="73"/>
                  <a:pt x="104" y="73"/>
                </a:cubicBezTo>
                <a:cubicBezTo>
                  <a:pt x="102" y="74"/>
                  <a:pt x="100" y="77"/>
                  <a:pt x="100" y="80"/>
                </a:cubicBezTo>
                <a:cubicBezTo>
                  <a:pt x="100" y="84"/>
                  <a:pt x="104" y="88"/>
                  <a:pt x="108" y="88"/>
                </a:cubicBezTo>
                <a:cubicBezTo>
                  <a:pt x="112" y="88"/>
                  <a:pt x="116" y="84"/>
                  <a:pt x="116" y="80"/>
                </a:cubicBezTo>
                <a:cubicBezTo>
                  <a:pt x="116" y="77"/>
                  <a:pt x="114" y="74"/>
                  <a:pt x="112" y="73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37" y="56"/>
                  <a:pt x="137" y="56"/>
                  <a:pt x="137" y="56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1" y="152"/>
                  <a:pt x="11" y="152"/>
                  <a:pt x="11" y="152"/>
                </a:cubicBezTo>
                <a:lnTo>
                  <a:pt x="24" y="56"/>
                </a:lnTo>
                <a:close/>
                <a:moveTo>
                  <a:pt x="9" y="168"/>
                </a:moveTo>
                <a:cubicBezTo>
                  <a:pt x="10" y="160"/>
                  <a:pt x="10" y="160"/>
                  <a:pt x="10" y="16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51" y="168"/>
                  <a:pt x="151" y="168"/>
                  <a:pt x="151" y="168"/>
                </a:cubicBezTo>
                <a:lnTo>
                  <a:pt x="9" y="16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269"/>
          <p:cNvSpPr>
            <a:spLocks noEditPoints="1"/>
          </p:cNvSpPr>
          <p:nvPr/>
        </p:nvSpPr>
        <p:spPr bwMode="auto">
          <a:xfrm>
            <a:off x="5376246" y="2383586"/>
            <a:ext cx="334275" cy="334275"/>
          </a:xfrm>
          <a:custGeom>
            <a:avLst/>
            <a:gdLst>
              <a:gd name="T0" fmla="*/ 136 w 176"/>
              <a:gd name="T1" fmla="*/ 67 h 176"/>
              <a:gd name="T2" fmla="*/ 132 w 176"/>
              <a:gd name="T3" fmla="*/ 64 h 176"/>
              <a:gd name="T4" fmla="*/ 104 w 176"/>
              <a:gd name="T5" fmla="*/ 56 h 176"/>
              <a:gd name="T6" fmla="*/ 40 w 176"/>
              <a:gd name="T7" fmla="*/ 56 h 176"/>
              <a:gd name="T8" fmla="*/ 12 w 176"/>
              <a:gd name="T9" fmla="*/ 64 h 176"/>
              <a:gd name="T10" fmla="*/ 8 w 176"/>
              <a:gd name="T11" fmla="*/ 67 h 176"/>
              <a:gd name="T12" fmla="*/ 0 w 176"/>
              <a:gd name="T13" fmla="*/ 171 h 176"/>
              <a:gd name="T14" fmla="*/ 4 w 176"/>
              <a:gd name="T15" fmla="*/ 176 h 176"/>
              <a:gd name="T16" fmla="*/ 144 w 176"/>
              <a:gd name="T17" fmla="*/ 172 h 176"/>
              <a:gd name="T18" fmla="*/ 48 w 176"/>
              <a:gd name="T19" fmla="*/ 56 h 176"/>
              <a:gd name="T20" fmla="*/ 96 w 176"/>
              <a:gd name="T21" fmla="*/ 56 h 176"/>
              <a:gd name="T22" fmla="*/ 48 w 176"/>
              <a:gd name="T23" fmla="*/ 64 h 176"/>
              <a:gd name="T24" fmla="*/ 16 w 176"/>
              <a:gd name="T25" fmla="*/ 72 h 176"/>
              <a:gd name="T26" fmla="*/ 40 w 176"/>
              <a:gd name="T27" fmla="*/ 89 h 176"/>
              <a:gd name="T28" fmla="*/ 44 w 176"/>
              <a:gd name="T29" fmla="*/ 104 h 176"/>
              <a:gd name="T30" fmla="*/ 48 w 176"/>
              <a:gd name="T31" fmla="*/ 89 h 176"/>
              <a:gd name="T32" fmla="*/ 96 w 176"/>
              <a:gd name="T33" fmla="*/ 72 h 176"/>
              <a:gd name="T34" fmla="*/ 92 w 176"/>
              <a:gd name="T35" fmla="*/ 96 h 176"/>
              <a:gd name="T36" fmla="*/ 108 w 176"/>
              <a:gd name="T37" fmla="*/ 96 h 176"/>
              <a:gd name="T38" fmla="*/ 104 w 176"/>
              <a:gd name="T39" fmla="*/ 72 h 176"/>
              <a:gd name="T40" fmla="*/ 134 w 176"/>
              <a:gd name="T41" fmla="*/ 152 h 176"/>
              <a:gd name="T42" fmla="*/ 16 w 176"/>
              <a:gd name="T43" fmla="*/ 72 h 176"/>
              <a:gd name="T44" fmla="*/ 9 w 176"/>
              <a:gd name="T45" fmla="*/ 160 h 176"/>
              <a:gd name="T46" fmla="*/ 136 w 176"/>
              <a:gd name="T47" fmla="*/ 168 h 176"/>
              <a:gd name="T48" fmla="*/ 176 w 176"/>
              <a:gd name="T49" fmla="*/ 147 h 176"/>
              <a:gd name="T50" fmla="*/ 168 w 176"/>
              <a:gd name="T51" fmla="*/ 43 h 176"/>
              <a:gd name="T52" fmla="*/ 164 w 176"/>
              <a:gd name="T53" fmla="*/ 40 h 176"/>
              <a:gd name="T54" fmla="*/ 136 w 176"/>
              <a:gd name="T55" fmla="*/ 32 h 176"/>
              <a:gd name="T56" fmla="*/ 76 w 176"/>
              <a:gd name="T57" fmla="*/ 16 h 176"/>
              <a:gd name="T58" fmla="*/ 104 w 176"/>
              <a:gd name="T59" fmla="*/ 8 h 176"/>
              <a:gd name="T60" fmla="*/ 128 w 176"/>
              <a:gd name="T61" fmla="*/ 40 h 176"/>
              <a:gd name="T62" fmla="*/ 111 w 176"/>
              <a:gd name="T63" fmla="*/ 48 h 176"/>
              <a:gd name="T64" fmla="*/ 128 w 176"/>
              <a:gd name="T65" fmla="*/ 56 h 176"/>
              <a:gd name="T66" fmla="*/ 136 w 176"/>
              <a:gd name="T67" fmla="*/ 57 h 176"/>
              <a:gd name="T68" fmla="*/ 160 w 176"/>
              <a:gd name="T69" fmla="*/ 48 h 176"/>
              <a:gd name="T70" fmla="*/ 149 w 176"/>
              <a:gd name="T71" fmla="*/ 128 h 176"/>
              <a:gd name="T72" fmla="*/ 167 w 176"/>
              <a:gd name="T73" fmla="*/ 136 h 176"/>
              <a:gd name="T74" fmla="*/ 150 w 176"/>
              <a:gd name="T75" fmla="*/ 144 h 176"/>
              <a:gd name="T76" fmla="*/ 172 w 176"/>
              <a:gd name="T77" fmla="*/ 152 h 176"/>
              <a:gd name="T78" fmla="*/ 176 w 176"/>
              <a:gd name="T79" fmla="*/ 14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44" y="171"/>
                </a:moveTo>
                <a:cubicBezTo>
                  <a:pt x="136" y="67"/>
                  <a:pt x="136" y="67"/>
                  <a:pt x="136" y="67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36" y="66"/>
                  <a:pt x="134" y="64"/>
                  <a:pt x="13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4" y="38"/>
                  <a:pt x="90" y="24"/>
                  <a:pt x="72" y="24"/>
                </a:cubicBezTo>
                <a:cubicBezTo>
                  <a:pt x="54" y="24"/>
                  <a:pt x="40" y="38"/>
                  <a:pt x="40" y="56"/>
                </a:cubicBezTo>
                <a:cubicBezTo>
                  <a:pt x="40" y="64"/>
                  <a:pt x="40" y="64"/>
                  <a:pt x="40" y="64"/>
                </a:cubicBezTo>
                <a:cubicBezTo>
                  <a:pt x="12" y="64"/>
                  <a:pt x="12" y="64"/>
                  <a:pt x="12" y="64"/>
                </a:cubicBezTo>
                <a:cubicBezTo>
                  <a:pt x="10" y="64"/>
                  <a:pt x="8" y="66"/>
                  <a:pt x="8" y="67"/>
                </a:cubicBezTo>
                <a:cubicBezTo>
                  <a:pt x="8" y="67"/>
                  <a:pt x="8" y="67"/>
                  <a:pt x="8" y="67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172"/>
                  <a:pt x="144" y="172"/>
                  <a:pt x="144" y="171"/>
                </a:cubicBezTo>
                <a:close/>
                <a:moveTo>
                  <a:pt x="48" y="56"/>
                </a:moveTo>
                <a:cubicBezTo>
                  <a:pt x="48" y="43"/>
                  <a:pt x="59" y="32"/>
                  <a:pt x="72" y="32"/>
                </a:cubicBezTo>
                <a:cubicBezTo>
                  <a:pt x="85" y="32"/>
                  <a:pt x="96" y="43"/>
                  <a:pt x="96" y="56"/>
                </a:cubicBezTo>
                <a:cubicBezTo>
                  <a:pt x="96" y="64"/>
                  <a:pt x="96" y="64"/>
                  <a:pt x="96" y="64"/>
                </a:cubicBezTo>
                <a:cubicBezTo>
                  <a:pt x="48" y="64"/>
                  <a:pt x="48" y="64"/>
                  <a:pt x="48" y="64"/>
                </a:cubicBezTo>
                <a:lnTo>
                  <a:pt x="48" y="56"/>
                </a:lnTo>
                <a:close/>
                <a:moveTo>
                  <a:pt x="16" y="72"/>
                </a:moveTo>
                <a:cubicBezTo>
                  <a:pt x="40" y="72"/>
                  <a:pt x="40" y="72"/>
                  <a:pt x="40" y="72"/>
                </a:cubicBezTo>
                <a:cubicBezTo>
                  <a:pt x="40" y="89"/>
                  <a:pt x="40" y="89"/>
                  <a:pt x="40" y="89"/>
                </a:cubicBezTo>
                <a:cubicBezTo>
                  <a:pt x="38" y="90"/>
                  <a:pt x="36" y="93"/>
                  <a:pt x="36" y="96"/>
                </a:cubicBezTo>
                <a:cubicBezTo>
                  <a:pt x="36" y="100"/>
                  <a:pt x="40" y="104"/>
                  <a:pt x="44" y="104"/>
                </a:cubicBezTo>
                <a:cubicBezTo>
                  <a:pt x="48" y="104"/>
                  <a:pt x="52" y="100"/>
                  <a:pt x="52" y="96"/>
                </a:cubicBezTo>
                <a:cubicBezTo>
                  <a:pt x="52" y="93"/>
                  <a:pt x="50" y="90"/>
                  <a:pt x="48" y="89"/>
                </a:cubicBezTo>
                <a:cubicBezTo>
                  <a:pt x="48" y="72"/>
                  <a:pt x="48" y="72"/>
                  <a:pt x="48" y="7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89"/>
                  <a:pt x="96" y="89"/>
                  <a:pt x="96" y="89"/>
                </a:cubicBezTo>
                <a:cubicBezTo>
                  <a:pt x="94" y="90"/>
                  <a:pt x="92" y="93"/>
                  <a:pt x="92" y="96"/>
                </a:cubicBezTo>
                <a:cubicBezTo>
                  <a:pt x="92" y="100"/>
                  <a:pt x="96" y="104"/>
                  <a:pt x="100" y="104"/>
                </a:cubicBezTo>
                <a:cubicBezTo>
                  <a:pt x="104" y="104"/>
                  <a:pt x="108" y="100"/>
                  <a:pt x="108" y="96"/>
                </a:cubicBezTo>
                <a:cubicBezTo>
                  <a:pt x="108" y="93"/>
                  <a:pt x="106" y="90"/>
                  <a:pt x="104" y="89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34" y="152"/>
                  <a:pt x="134" y="152"/>
                  <a:pt x="134" y="152"/>
                </a:cubicBezTo>
                <a:cubicBezTo>
                  <a:pt x="10" y="152"/>
                  <a:pt x="10" y="152"/>
                  <a:pt x="10" y="152"/>
                </a:cubicBezTo>
                <a:lnTo>
                  <a:pt x="16" y="72"/>
                </a:lnTo>
                <a:close/>
                <a:moveTo>
                  <a:pt x="8" y="168"/>
                </a:moveTo>
                <a:cubicBezTo>
                  <a:pt x="9" y="160"/>
                  <a:pt x="9" y="160"/>
                  <a:pt x="9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6" y="168"/>
                  <a:pt x="136" y="168"/>
                  <a:pt x="136" y="168"/>
                </a:cubicBezTo>
                <a:lnTo>
                  <a:pt x="8" y="168"/>
                </a:lnTo>
                <a:close/>
                <a:moveTo>
                  <a:pt x="176" y="147"/>
                </a:moveTo>
                <a:cubicBezTo>
                  <a:pt x="176" y="147"/>
                  <a:pt x="176" y="147"/>
                  <a:pt x="176" y="147"/>
                </a:cubicBezTo>
                <a:cubicBezTo>
                  <a:pt x="168" y="43"/>
                  <a:pt x="168" y="43"/>
                  <a:pt x="168" y="43"/>
                </a:cubicBezTo>
                <a:cubicBezTo>
                  <a:pt x="168" y="43"/>
                  <a:pt x="168" y="43"/>
                  <a:pt x="168" y="43"/>
                </a:cubicBezTo>
                <a:cubicBezTo>
                  <a:pt x="168" y="42"/>
                  <a:pt x="166" y="40"/>
                  <a:pt x="164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14"/>
                  <a:pt x="122" y="0"/>
                  <a:pt x="104" y="0"/>
                </a:cubicBezTo>
                <a:cubicBezTo>
                  <a:pt x="92" y="0"/>
                  <a:pt x="82" y="7"/>
                  <a:pt x="76" y="16"/>
                </a:cubicBezTo>
                <a:cubicBezTo>
                  <a:pt x="79" y="17"/>
                  <a:pt x="82" y="17"/>
                  <a:pt x="85" y="18"/>
                </a:cubicBezTo>
                <a:cubicBezTo>
                  <a:pt x="89" y="12"/>
                  <a:pt x="96" y="8"/>
                  <a:pt x="104" y="8"/>
                </a:cubicBezTo>
                <a:cubicBezTo>
                  <a:pt x="117" y="8"/>
                  <a:pt x="128" y="19"/>
                  <a:pt x="128" y="32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10" y="43"/>
                  <a:pt x="111" y="45"/>
                  <a:pt x="111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3" y="56"/>
                  <a:pt x="135" y="56"/>
                  <a:pt x="136" y="57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6" y="128"/>
                  <a:pt x="166" y="128"/>
                  <a:pt x="166" y="128"/>
                </a:cubicBezTo>
                <a:cubicBezTo>
                  <a:pt x="149" y="128"/>
                  <a:pt x="149" y="128"/>
                  <a:pt x="149" y="128"/>
                </a:cubicBezTo>
                <a:cubicBezTo>
                  <a:pt x="149" y="136"/>
                  <a:pt x="149" y="136"/>
                  <a:pt x="149" y="136"/>
                </a:cubicBezTo>
                <a:cubicBezTo>
                  <a:pt x="167" y="136"/>
                  <a:pt x="167" y="136"/>
                  <a:pt x="167" y="136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51" y="152"/>
                  <a:pt x="151" y="152"/>
                  <a:pt x="151" y="152"/>
                </a:cubicBezTo>
                <a:cubicBezTo>
                  <a:pt x="172" y="152"/>
                  <a:pt x="172" y="152"/>
                  <a:pt x="172" y="152"/>
                </a:cubicBezTo>
                <a:cubicBezTo>
                  <a:pt x="174" y="152"/>
                  <a:pt x="176" y="150"/>
                  <a:pt x="176" y="148"/>
                </a:cubicBezTo>
                <a:cubicBezTo>
                  <a:pt x="176" y="148"/>
                  <a:pt x="176" y="148"/>
                  <a:pt x="176" y="14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270"/>
          <p:cNvSpPr>
            <a:spLocks noEditPoints="1"/>
          </p:cNvSpPr>
          <p:nvPr/>
        </p:nvSpPr>
        <p:spPr bwMode="auto">
          <a:xfrm>
            <a:off x="6022078" y="2414417"/>
            <a:ext cx="334275" cy="272613"/>
          </a:xfrm>
          <a:custGeom>
            <a:avLst/>
            <a:gdLst>
              <a:gd name="T0" fmla="*/ 157 w 176"/>
              <a:gd name="T1" fmla="*/ 48 h 144"/>
              <a:gd name="T2" fmla="*/ 91 w 176"/>
              <a:gd name="T3" fmla="*/ 1 h 144"/>
              <a:gd name="T4" fmla="*/ 85 w 176"/>
              <a:gd name="T5" fmla="*/ 1 h 144"/>
              <a:gd name="T6" fmla="*/ 19 w 176"/>
              <a:gd name="T7" fmla="*/ 48 h 144"/>
              <a:gd name="T8" fmla="*/ 0 w 176"/>
              <a:gd name="T9" fmla="*/ 56 h 144"/>
              <a:gd name="T10" fmla="*/ 8 w 176"/>
              <a:gd name="T11" fmla="*/ 72 h 144"/>
              <a:gd name="T12" fmla="*/ 24 w 176"/>
              <a:gd name="T13" fmla="*/ 141 h 144"/>
              <a:gd name="T14" fmla="*/ 28 w 176"/>
              <a:gd name="T15" fmla="*/ 144 h 144"/>
              <a:gd name="T16" fmla="*/ 152 w 176"/>
              <a:gd name="T17" fmla="*/ 141 h 144"/>
              <a:gd name="T18" fmla="*/ 166 w 176"/>
              <a:gd name="T19" fmla="*/ 72 h 144"/>
              <a:gd name="T20" fmla="*/ 176 w 176"/>
              <a:gd name="T21" fmla="*/ 64 h 144"/>
              <a:gd name="T22" fmla="*/ 168 w 176"/>
              <a:gd name="T23" fmla="*/ 48 h 144"/>
              <a:gd name="T24" fmla="*/ 144 w 176"/>
              <a:gd name="T25" fmla="*/ 48 h 144"/>
              <a:gd name="T26" fmla="*/ 88 w 176"/>
              <a:gd name="T27" fmla="*/ 9 h 144"/>
              <a:gd name="T28" fmla="*/ 45 w 176"/>
              <a:gd name="T29" fmla="*/ 72 h 144"/>
              <a:gd name="T30" fmla="*/ 21 w 176"/>
              <a:gd name="T31" fmla="*/ 88 h 144"/>
              <a:gd name="T32" fmla="*/ 23 w 176"/>
              <a:gd name="T33" fmla="*/ 96 h 144"/>
              <a:gd name="T34" fmla="*/ 52 w 176"/>
              <a:gd name="T35" fmla="*/ 112 h 144"/>
              <a:gd name="T36" fmla="*/ 23 w 176"/>
              <a:gd name="T37" fmla="*/ 96 h 144"/>
              <a:gd name="T38" fmla="*/ 28 w 176"/>
              <a:gd name="T39" fmla="*/ 120 h 144"/>
              <a:gd name="T40" fmla="*/ 55 w 176"/>
              <a:gd name="T41" fmla="*/ 136 h 144"/>
              <a:gd name="T42" fmla="*/ 84 w 176"/>
              <a:gd name="T43" fmla="*/ 136 h 144"/>
              <a:gd name="T44" fmla="*/ 61 w 176"/>
              <a:gd name="T45" fmla="*/ 120 h 144"/>
              <a:gd name="T46" fmla="*/ 84 w 176"/>
              <a:gd name="T47" fmla="*/ 136 h 144"/>
              <a:gd name="T48" fmla="*/ 60 w 176"/>
              <a:gd name="T49" fmla="*/ 112 h 144"/>
              <a:gd name="T50" fmla="*/ 84 w 176"/>
              <a:gd name="T51" fmla="*/ 96 h 144"/>
              <a:gd name="T52" fmla="*/ 84 w 176"/>
              <a:gd name="T53" fmla="*/ 88 h 144"/>
              <a:gd name="T54" fmla="*/ 53 w 176"/>
              <a:gd name="T55" fmla="*/ 72 h 144"/>
              <a:gd name="T56" fmla="*/ 84 w 176"/>
              <a:gd name="T57" fmla="*/ 88 h 144"/>
              <a:gd name="T58" fmla="*/ 92 w 176"/>
              <a:gd name="T59" fmla="*/ 136 h 144"/>
              <a:gd name="T60" fmla="*/ 115 w 176"/>
              <a:gd name="T61" fmla="*/ 120 h 144"/>
              <a:gd name="T62" fmla="*/ 116 w 176"/>
              <a:gd name="T63" fmla="*/ 112 h 144"/>
              <a:gd name="T64" fmla="*/ 92 w 176"/>
              <a:gd name="T65" fmla="*/ 96 h 144"/>
              <a:gd name="T66" fmla="*/ 116 w 176"/>
              <a:gd name="T67" fmla="*/ 112 h 144"/>
              <a:gd name="T68" fmla="*/ 92 w 176"/>
              <a:gd name="T69" fmla="*/ 72 h 144"/>
              <a:gd name="T70" fmla="*/ 120 w 176"/>
              <a:gd name="T71" fmla="*/ 88 h 144"/>
              <a:gd name="T72" fmla="*/ 145 w 176"/>
              <a:gd name="T73" fmla="*/ 136 h 144"/>
              <a:gd name="T74" fmla="*/ 123 w 176"/>
              <a:gd name="T75" fmla="*/ 120 h 144"/>
              <a:gd name="T76" fmla="*/ 145 w 176"/>
              <a:gd name="T77" fmla="*/ 136 h 144"/>
              <a:gd name="T78" fmla="*/ 124 w 176"/>
              <a:gd name="T79" fmla="*/ 112 h 144"/>
              <a:gd name="T80" fmla="*/ 153 w 176"/>
              <a:gd name="T81" fmla="*/ 96 h 144"/>
              <a:gd name="T82" fmla="*/ 155 w 176"/>
              <a:gd name="T83" fmla="*/ 88 h 144"/>
              <a:gd name="T84" fmla="*/ 131 w 176"/>
              <a:gd name="T85" fmla="*/ 72 h 144"/>
              <a:gd name="T86" fmla="*/ 155 w 176"/>
              <a:gd name="T87" fmla="*/ 88 h 144"/>
              <a:gd name="T88" fmla="*/ 8 w 176"/>
              <a:gd name="T89" fmla="*/ 64 h 144"/>
              <a:gd name="T90" fmla="*/ 168 w 176"/>
              <a:gd name="T91" fmla="*/ 5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44">
                <a:moveTo>
                  <a:pt x="168" y="48"/>
                </a:moveTo>
                <a:cubicBezTo>
                  <a:pt x="157" y="48"/>
                  <a:pt x="157" y="48"/>
                  <a:pt x="157" y="48"/>
                </a:cubicBezTo>
                <a:cubicBezTo>
                  <a:pt x="91" y="1"/>
                  <a:pt x="91" y="1"/>
                  <a:pt x="91" y="1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85" y="1"/>
                  <a:pt x="85" y="1"/>
                  <a:pt x="85" y="1"/>
                </a:cubicBezTo>
                <a:cubicBezTo>
                  <a:pt x="19" y="48"/>
                  <a:pt x="19" y="48"/>
                  <a:pt x="19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8"/>
                  <a:pt x="4" y="72"/>
                  <a:pt x="8" y="72"/>
                </a:cubicBezTo>
                <a:cubicBezTo>
                  <a:pt x="10" y="72"/>
                  <a:pt x="10" y="72"/>
                  <a:pt x="10" y="72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5" y="143"/>
                  <a:pt x="26" y="144"/>
                  <a:pt x="28" y="144"/>
                </a:cubicBezTo>
                <a:cubicBezTo>
                  <a:pt x="148" y="144"/>
                  <a:pt x="148" y="144"/>
                  <a:pt x="148" y="144"/>
                </a:cubicBezTo>
                <a:cubicBezTo>
                  <a:pt x="150" y="144"/>
                  <a:pt x="151" y="143"/>
                  <a:pt x="152" y="141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66" y="72"/>
                  <a:pt x="166" y="72"/>
                  <a:pt x="166" y="72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2" y="72"/>
                  <a:pt x="176" y="68"/>
                  <a:pt x="176" y="64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52"/>
                  <a:pt x="172" y="48"/>
                  <a:pt x="168" y="48"/>
                </a:cubicBezTo>
                <a:moveTo>
                  <a:pt x="88" y="9"/>
                </a:moveTo>
                <a:cubicBezTo>
                  <a:pt x="144" y="48"/>
                  <a:pt x="144" y="48"/>
                  <a:pt x="144" y="48"/>
                </a:cubicBezTo>
                <a:cubicBezTo>
                  <a:pt x="32" y="48"/>
                  <a:pt x="32" y="48"/>
                  <a:pt x="32" y="48"/>
                </a:cubicBezTo>
                <a:lnTo>
                  <a:pt x="88" y="9"/>
                </a:lnTo>
                <a:close/>
                <a:moveTo>
                  <a:pt x="18" y="72"/>
                </a:moveTo>
                <a:cubicBezTo>
                  <a:pt x="45" y="72"/>
                  <a:pt x="45" y="72"/>
                  <a:pt x="45" y="72"/>
                </a:cubicBezTo>
                <a:cubicBezTo>
                  <a:pt x="48" y="88"/>
                  <a:pt x="48" y="88"/>
                  <a:pt x="48" y="88"/>
                </a:cubicBezTo>
                <a:cubicBezTo>
                  <a:pt x="21" y="88"/>
                  <a:pt x="21" y="88"/>
                  <a:pt x="21" y="88"/>
                </a:cubicBezTo>
                <a:lnTo>
                  <a:pt x="18" y="72"/>
                </a:lnTo>
                <a:close/>
                <a:moveTo>
                  <a:pt x="23" y="96"/>
                </a:moveTo>
                <a:cubicBezTo>
                  <a:pt x="49" y="96"/>
                  <a:pt x="49" y="96"/>
                  <a:pt x="49" y="96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26" y="112"/>
                  <a:pt x="26" y="112"/>
                  <a:pt x="26" y="112"/>
                </a:cubicBezTo>
                <a:lnTo>
                  <a:pt x="23" y="96"/>
                </a:lnTo>
                <a:close/>
                <a:moveTo>
                  <a:pt x="31" y="136"/>
                </a:moveTo>
                <a:cubicBezTo>
                  <a:pt x="28" y="120"/>
                  <a:pt x="28" y="120"/>
                  <a:pt x="28" y="120"/>
                </a:cubicBezTo>
                <a:cubicBezTo>
                  <a:pt x="53" y="120"/>
                  <a:pt x="53" y="120"/>
                  <a:pt x="53" y="120"/>
                </a:cubicBezTo>
                <a:cubicBezTo>
                  <a:pt x="55" y="136"/>
                  <a:pt x="55" y="136"/>
                  <a:pt x="55" y="136"/>
                </a:cubicBezTo>
                <a:lnTo>
                  <a:pt x="31" y="136"/>
                </a:lnTo>
                <a:close/>
                <a:moveTo>
                  <a:pt x="84" y="136"/>
                </a:moveTo>
                <a:cubicBezTo>
                  <a:pt x="63" y="136"/>
                  <a:pt x="63" y="136"/>
                  <a:pt x="63" y="136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84" y="120"/>
                  <a:pt x="84" y="120"/>
                  <a:pt x="84" y="120"/>
                </a:cubicBezTo>
                <a:lnTo>
                  <a:pt x="84" y="136"/>
                </a:lnTo>
                <a:close/>
                <a:moveTo>
                  <a:pt x="84" y="112"/>
                </a:moveTo>
                <a:cubicBezTo>
                  <a:pt x="60" y="112"/>
                  <a:pt x="60" y="112"/>
                  <a:pt x="60" y="112"/>
                </a:cubicBezTo>
                <a:cubicBezTo>
                  <a:pt x="57" y="96"/>
                  <a:pt x="57" y="96"/>
                  <a:pt x="57" y="96"/>
                </a:cubicBezTo>
                <a:cubicBezTo>
                  <a:pt x="84" y="96"/>
                  <a:pt x="84" y="96"/>
                  <a:pt x="84" y="96"/>
                </a:cubicBezTo>
                <a:lnTo>
                  <a:pt x="84" y="112"/>
                </a:lnTo>
                <a:close/>
                <a:moveTo>
                  <a:pt x="84" y="88"/>
                </a:moveTo>
                <a:cubicBezTo>
                  <a:pt x="56" y="88"/>
                  <a:pt x="56" y="88"/>
                  <a:pt x="56" y="88"/>
                </a:cubicBezTo>
                <a:cubicBezTo>
                  <a:pt x="53" y="72"/>
                  <a:pt x="53" y="72"/>
                  <a:pt x="53" y="72"/>
                </a:cubicBezTo>
                <a:cubicBezTo>
                  <a:pt x="84" y="72"/>
                  <a:pt x="84" y="72"/>
                  <a:pt x="84" y="72"/>
                </a:cubicBezTo>
                <a:lnTo>
                  <a:pt x="84" y="88"/>
                </a:lnTo>
                <a:close/>
                <a:moveTo>
                  <a:pt x="113" y="136"/>
                </a:moveTo>
                <a:cubicBezTo>
                  <a:pt x="92" y="136"/>
                  <a:pt x="92" y="136"/>
                  <a:pt x="92" y="136"/>
                </a:cubicBezTo>
                <a:cubicBezTo>
                  <a:pt x="92" y="120"/>
                  <a:pt x="92" y="120"/>
                  <a:pt x="92" y="120"/>
                </a:cubicBezTo>
                <a:cubicBezTo>
                  <a:pt x="115" y="120"/>
                  <a:pt x="115" y="120"/>
                  <a:pt x="115" y="120"/>
                </a:cubicBezTo>
                <a:lnTo>
                  <a:pt x="113" y="136"/>
                </a:lnTo>
                <a:close/>
                <a:moveTo>
                  <a:pt x="116" y="112"/>
                </a:moveTo>
                <a:cubicBezTo>
                  <a:pt x="92" y="112"/>
                  <a:pt x="92" y="112"/>
                  <a:pt x="92" y="112"/>
                </a:cubicBezTo>
                <a:cubicBezTo>
                  <a:pt x="92" y="96"/>
                  <a:pt x="92" y="96"/>
                  <a:pt x="92" y="96"/>
                </a:cubicBezTo>
                <a:cubicBezTo>
                  <a:pt x="119" y="96"/>
                  <a:pt x="119" y="96"/>
                  <a:pt x="119" y="96"/>
                </a:cubicBezTo>
                <a:lnTo>
                  <a:pt x="116" y="112"/>
                </a:lnTo>
                <a:close/>
                <a:moveTo>
                  <a:pt x="92" y="88"/>
                </a:moveTo>
                <a:cubicBezTo>
                  <a:pt x="92" y="72"/>
                  <a:pt x="92" y="72"/>
                  <a:pt x="92" y="72"/>
                </a:cubicBezTo>
                <a:cubicBezTo>
                  <a:pt x="123" y="72"/>
                  <a:pt x="123" y="72"/>
                  <a:pt x="123" y="72"/>
                </a:cubicBezTo>
                <a:cubicBezTo>
                  <a:pt x="120" y="88"/>
                  <a:pt x="120" y="88"/>
                  <a:pt x="120" y="88"/>
                </a:cubicBezTo>
                <a:lnTo>
                  <a:pt x="92" y="88"/>
                </a:lnTo>
                <a:close/>
                <a:moveTo>
                  <a:pt x="145" y="136"/>
                </a:moveTo>
                <a:cubicBezTo>
                  <a:pt x="121" y="136"/>
                  <a:pt x="121" y="136"/>
                  <a:pt x="121" y="136"/>
                </a:cubicBezTo>
                <a:cubicBezTo>
                  <a:pt x="123" y="120"/>
                  <a:pt x="123" y="120"/>
                  <a:pt x="123" y="120"/>
                </a:cubicBezTo>
                <a:cubicBezTo>
                  <a:pt x="148" y="120"/>
                  <a:pt x="148" y="120"/>
                  <a:pt x="148" y="120"/>
                </a:cubicBezTo>
                <a:lnTo>
                  <a:pt x="145" y="136"/>
                </a:lnTo>
                <a:close/>
                <a:moveTo>
                  <a:pt x="150" y="112"/>
                </a:moveTo>
                <a:cubicBezTo>
                  <a:pt x="124" y="112"/>
                  <a:pt x="124" y="112"/>
                  <a:pt x="124" y="112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53" y="96"/>
                  <a:pt x="153" y="96"/>
                  <a:pt x="153" y="96"/>
                </a:cubicBezTo>
                <a:lnTo>
                  <a:pt x="150" y="112"/>
                </a:lnTo>
                <a:close/>
                <a:moveTo>
                  <a:pt x="155" y="88"/>
                </a:moveTo>
                <a:cubicBezTo>
                  <a:pt x="128" y="88"/>
                  <a:pt x="128" y="88"/>
                  <a:pt x="128" y="88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58" y="72"/>
                  <a:pt x="158" y="72"/>
                  <a:pt x="158" y="72"/>
                </a:cubicBezTo>
                <a:lnTo>
                  <a:pt x="155" y="88"/>
                </a:lnTo>
                <a:close/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8" y="56"/>
                  <a:pt x="8" y="56"/>
                  <a:pt x="8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271"/>
          <p:cNvSpPr>
            <a:spLocks noEditPoints="1"/>
          </p:cNvSpPr>
          <p:nvPr/>
        </p:nvSpPr>
        <p:spPr bwMode="auto">
          <a:xfrm>
            <a:off x="6661420" y="2398190"/>
            <a:ext cx="334275" cy="305066"/>
          </a:xfrm>
          <a:custGeom>
            <a:avLst/>
            <a:gdLst>
              <a:gd name="T0" fmla="*/ 88 w 176"/>
              <a:gd name="T1" fmla="*/ 56 h 160"/>
              <a:gd name="T2" fmla="*/ 107 w 176"/>
              <a:gd name="T3" fmla="*/ 39 h 160"/>
              <a:gd name="T4" fmla="*/ 104 w 176"/>
              <a:gd name="T5" fmla="*/ 32 h 160"/>
              <a:gd name="T6" fmla="*/ 92 w 176"/>
              <a:gd name="T7" fmla="*/ 42 h 160"/>
              <a:gd name="T8" fmla="*/ 88 w 176"/>
              <a:gd name="T9" fmla="*/ 0 h 160"/>
              <a:gd name="T10" fmla="*/ 84 w 176"/>
              <a:gd name="T11" fmla="*/ 42 h 160"/>
              <a:gd name="T12" fmla="*/ 72 w 176"/>
              <a:gd name="T13" fmla="*/ 32 h 160"/>
              <a:gd name="T14" fmla="*/ 69 w 176"/>
              <a:gd name="T15" fmla="*/ 39 h 160"/>
              <a:gd name="T16" fmla="*/ 168 w 176"/>
              <a:gd name="T17" fmla="*/ 64 h 160"/>
              <a:gd name="T18" fmla="*/ 0 w 176"/>
              <a:gd name="T19" fmla="*/ 72 h 160"/>
              <a:gd name="T20" fmla="*/ 8 w 176"/>
              <a:gd name="T21" fmla="*/ 88 h 160"/>
              <a:gd name="T22" fmla="*/ 24 w 176"/>
              <a:gd name="T23" fmla="*/ 157 h 160"/>
              <a:gd name="T24" fmla="*/ 28 w 176"/>
              <a:gd name="T25" fmla="*/ 160 h 160"/>
              <a:gd name="T26" fmla="*/ 152 w 176"/>
              <a:gd name="T27" fmla="*/ 157 h 160"/>
              <a:gd name="T28" fmla="*/ 166 w 176"/>
              <a:gd name="T29" fmla="*/ 88 h 160"/>
              <a:gd name="T30" fmla="*/ 176 w 176"/>
              <a:gd name="T31" fmla="*/ 80 h 160"/>
              <a:gd name="T32" fmla="*/ 168 w 176"/>
              <a:gd name="T33" fmla="*/ 64 h 160"/>
              <a:gd name="T34" fmla="*/ 45 w 176"/>
              <a:gd name="T35" fmla="*/ 88 h 160"/>
              <a:gd name="T36" fmla="*/ 21 w 176"/>
              <a:gd name="T37" fmla="*/ 104 h 160"/>
              <a:gd name="T38" fmla="*/ 23 w 176"/>
              <a:gd name="T39" fmla="*/ 112 h 160"/>
              <a:gd name="T40" fmla="*/ 52 w 176"/>
              <a:gd name="T41" fmla="*/ 128 h 160"/>
              <a:gd name="T42" fmla="*/ 23 w 176"/>
              <a:gd name="T43" fmla="*/ 112 h 160"/>
              <a:gd name="T44" fmla="*/ 28 w 176"/>
              <a:gd name="T45" fmla="*/ 136 h 160"/>
              <a:gd name="T46" fmla="*/ 55 w 176"/>
              <a:gd name="T47" fmla="*/ 152 h 160"/>
              <a:gd name="T48" fmla="*/ 84 w 176"/>
              <a:gd name="T49" fmla="*/ 152 h 160"/>
              <a:gd name="T50" fmla="*/ 61 w 176"/>
              <a:gd name="T51" fmla="*/ 136 h 160"/>
              <a:gd name="T52" fmla="*/ 84 w 176"/>
              <a:gd name="T53" fmla="*/ 152 h 160"/>
              <a:gd name="T54" fmla="*/ 60 w 176"/>
              <a:gd name="T55" fmla="*/ 128 h 160"/>
              <a:gd name="T56" fmla="*/ 84 w 176"/>
              <a:gd name="T57" fmla="*/ 112 h 160"/>
              <a:gd name="T58" fmla="*/ 84 w 176"/>
              <a:gd name="T59" fmla="*/ 104 h 160"/>
              <a:gd name="T60" fmla="*/ 53 w 176"/>
              <a:gd name="T61" fmla="*/ 88 h 160"/>
              <a:gd name="T62" fmla="*/ 84 w 176"/>
              <a:gd name="T63" fmla="*/ 104 h 160"/>
              <a:gd name="T64" fmla="*/ 92 w 176"/>
              <a:gd name="T65" fmla="*/ 152 h 160"/>
              <a:gd name="T66" fmla="*/ 115 w 176"/>
              <a:gd name="T67" fmla="*/ 136 h 160"/>
              <a:gd name="T68" fmla="*/ 116 w 176"/>
              <a:gd name="T69" fmla="*/ 128 h 160"/>
              <a:gd name="T70" fmla="*/ 92 w 176"/>
              <a:gd name="T71" fmla="*/ 112 h 160"/>
              <a:gd name="T72" fmla="*/ 116 w 176"/>
              <a:gd name="T73" fmla="*/ 128 h 160"/>
              <a:gd name="T74" fmla="*/ 92 w 176"/>
              <a:gd name="T75" fmla="*/ 88 h 160"/>
              <a:gd name="T76" fmla="*/ 120 w 176"/>
              <a:gd name="T77" fmla="*/ 104 h 160"/>
              <a:gd name="T78" fmla="*/ 145 w 176"/>
              <a:gd name="T79" fmla="*/ 152 h 160"/>
              <a:gd name="T80" fmla="*/ 123 w 176"/>
              <a:gd name="T81" fmla="*/ 136 h 160"/>
              <a:gd name="T82" fmla="*/ 145 w 176"/>
              <a:gd name="T83" fmla="*/ 152 h 160"/>
              <a:gd name="T84" fmla="*/ 124 w 176"/>
              <a:gd name="T85" fmla="*/ 128 h 160"/>
              <a:gd name="T86" fmla="*/ 153 w 176"/>
              <a:gd name="T87" fmla="*/ 112 h 160"/>
              <a:gd name="T88" fmla="*/ 155 w 176"/>
              <a:gd name="T89" fmla="*/ 104 h 160"/>
              <a:gd name="T90" fmla="*/ 131 w 176"/>
              <a:gd name="T91" fmla="*/ 88 h 160"/>
              <a:gd name="T92" fmla="*/ 155 w 176"/>
              <a:gd name="T93" fmla="*/ 104 h 160"/>
              <a:gd name="T94" fmla="*/ 8 w 176"/>
              <a:gd name="T95" fmla="*/ 80 h 160"/>
              <a:gd name="T96" fmla="*/ 168 w 176"/>
              <a:gd name="T97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60">
                <a:moveTo>
                  <a:pt x="85" y="55"/>
                </a:moveTo>
                <a:cubicBezTo>
                  <a:pt x="86" y="56"/>
                  <a:pt x="87" y="56"/>
                  <a:pt x="88" y="56"/>
                </a:cubicBezTo>
                <a:cubicBezTo>
                  <a:pt x="89" y="56"/>
                  <a:pt x="90" y="56"/>
                  <a:pt x="91" y="55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8" y="38"/>
                  <a:pt x="108" y="37"/>
                  <a:pt x="108" y="36"/>
                </a:cubicBezTo>
                <a:cubicBezTo>
                  <a:pt x="108" y="34"/>
                  <a:pt x="106" y="32"/>
                  <a:pt x="104" y="32"/>
                </a:cubicBezTo>
                <a:cubicBezTo>
                  <a:pt x="103" y="32"/>
                  <a:pt x="102" y="32"/>
                  <a:pt x="101" y="33"/>
                </a:cubicBezTo>
                <a:cubicBezTo>
                  <a:pt x="92" y="42"/>
                  <a:pt x="92" y="42"/>
                  <a:pt x="92" y="42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42"/>
                  <a:pt x="84" y="42"/>
                  <a:pt x="84" y="42"/>
                </a:cubicBezTo>
                <a:cubicBezTo>
                  <a:pt x="75" y="33"/>
                  <a:pt x="75" y="33"/>
                  <a:pt x="75" y="33"/>
                </a:cubicBezTo>
                <a:cubicBezTo>
                  <a:pt x="74" y="32"/>
                  <a:pt x="73" y="32"/>
                  <a:pt x="72" y="32"/>
                </a:cubicBezTo>
                <a:cubicBezTo>
                  <a:pt x="70" y="32"/>
                  <a:pt x="68" y="34"/>
                  <a:pt x="68" y="36"/>
                </a:cubicBezTo>
                <a:cubicBezTo>
                  <a:pt x="68" y="37"/>
                  <a:pt x="68" y="38"/>
                  <a:pt x="69" y="39"/>
                </a:cubicBezTo>
                <a:lnTo>
                  <a:pt x="85" y="55"/>
                </a:lnTo>
                <a:close/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272"/>
          <p:cNvSpPr>
            <a:spLocks noEditPoints="1"/>
          </p:cNvSpPr>
          <p:nvPr/>
        </p:nvSpPr>
        <p:spPr bwMode="auto">
          <a:xfrm>
            <a:off x="7300761" y="2398190"/>
            <a:ext cx="334275" cy="305066"/>
          </a:xfrm>
          <a:custGeom>
            <a:avLst/>
            <a:gdLst>
              <a:gd name="T0" fmla="*/ 75 w 176"/>
              <a:gd name="T1" fmla="*/ 23 h 160"/>
              <a:gd name="T2" fmla="*/ 84 w 176"/>
              <a:gd name="T3" fmla="*/ 52 h 160"/>
              <a:gd name="T4" fmla="*/ 92 w 176"/>
              <a:gd name="T5" fmla="*/ 52 h 160"/>
              <a:gd name="T6" fmla="*/ 101 w 176"/>
              <a:gd name="T7" fmla="*/ 23 h 160"/>
              <a:gd name="T8" fmla="*/ 108 w 176"/>
              <a:gd name="T9" fmla="*/ 20 h 160"/>
              <a:gd name="T10" fmla="*/ 91 w 176"/>
              <a:gd name="T11" fmla="*/ 1 h 160"/>
              <a:gd name="T12" fmla="*/ 85 w 176"/>
              <a:gd name="T13" fmla="*/ 1 h 160"/>
              <a:gd name="T14" fmla="*/ 68 w 176"/>
              <a:gd name="T15" fmla="*/ 20 h 160"/>
              <a:gd name="T16" fmla="*/ 168 w 176"/>
              <a:gd name="T17" fmla="*/ 64 h 160"/>
              <a:gd name="T18" fmla="*/ 0 w 176"/>
              <a:gd name="T19" fmla="*/ 72 h 160"/>
              <a:gd name="T20" fmla="*/ 8 w 176"/>
              <a:gd name="T21" fmla="*/ 88 h 160"/>
              <a:gd name="T22" fmla="*/ 24 w 176"/>
              <a:gd name="T23" fmla="*/ 157 h 160"/>
              <a:gd name="T24" fmla="*/ 28 w 176"/>
              <a:gd name="T25" fmla="*/ 160 h 160"/>
              <a:gd name="T26" fmla="*/ 152 w 176"/>
              <a:gd name="T27" fmla="*/ 157 h 160"/>
              <a:gd name="T28" fmla="*/ 166 w 176"/>
              <a:gd name="T29" fmla="*/ 88 h 160"/>
              <a:gd name="T30" fmla="*/ 176 w 176"/>
              <a:gd name="T31" fmla="*/ 80 h 160"/>
              <a:gd name="T32" fmla="*/ 168 w 176"/>
              <a:gd name="T33" fmla="*/ 64 h 160"/>
              <a:gd name="T34" fmla="*/ 45 w 176"/>
              <a:gd name="T35" fmla="*/ 88 h 160"/>
              <a:gd name="T36" fmla="*/ 21 w 176"/>
              <a:gd name="T37" fmla="*/ 104 h 160"/>
              <a:gd name="T38" fmla="*/ 23 w 176"/>
              <a:gd name="T39" fmla="*/ 112 h 160"/>
              <a:gd name="T40" fmla="*/ 52 w 176"/>
              <a:gd name="T41" fmla="*/ 128 h 160"/>
              <a:gd name="T42" fmla="*/ 23 w 176"/>
              <a:gd name="T43" fmla="*/ 112 h 160"/>
              <a:gd name="T44" fmla="*/ 28 w 176"/>
              <a:gd name="T45" fmla="*/ 136 h 160"/>
              <a:gd name="T46" fmla="*/ 55 w 176"/>
              <a:gd name="T47" fmla="*/ 152 h 160"/>
              <a:gd name="T48" fmla="*/ 84 w 176"/>
              <a:gd name="T49" fmla="*/ 152 h 160"/>
              <a:gd name="T50" fmla="*/ 61 w 176"/>
              <a:gd name="T51" fmla="*/ 136 h 160"/>
              <a:gd name="T52" fmla="*/ 84 w 176"/>
              <a:gd name="T53" fmla="*/ 152 h 160"/>
              <a:gd name="T54" fmla="*/ 60 w 176"/>
              <a:gd name="T55" fmla="*/ 128 h 160"/>
              <a:gd name="T56" fmla="*/ 84 w 176"/>
              <a:gd name="T57" fmla="*/ 112 h 160"/>
              <a:gd name="T58" fmla="*/ 84 w 176"/>
              <a:gd name="T59" fmla="*/ 104 h 160"/>
              <a:gd name="T60" fmla="*/ 53 w 176"/>
              <a:gd name="T61" fmla="*/ 88 h 160"/>
              <a:gd name="T62" fmla="*/ 84 w 176"/>
              <a:gd name="T63" fmla="*/ 104 h 160"/>
              <a:gd name="T64" fmla="*/ 92 w 176"/>
              <a:gd name="T65" fmla="*/ 152 h 160"/>
              <a:gd name="T66" fmla="*/ 115 w 176"/>
              <a:gd name="T67" fmla="*/ 136 h 160"/>
              <a:gd name="T68" fmla="*/ 116 w 176"/>
              <a:gd name="T69" fmla="*/ 128 h 160"/>
              <a:gd name="T70" fmla="*/ 92 w 176"/>
              <a:gd name="T71" fmla="*/ 112 h 160"/>
              <a:gd name="T72" fmla="*/ 116 w 176"/>
              <a:gd name="T73" fmla="*/ 128 h 160"/>
              <a:gd name="T74" fmla="*/ 92 w 176"/>
              <a:gd name="T75" fmla="*/ 88 h 160"/>
              <a:gd name="T76" fmla="*/ 120 w 176"/>
              <a:gd name="T77" fmla="*/ 104 h 160"/>
              <a:gd name="T78" fmla="*/ 145 w 176"/>
              <a:gd name="T79" fmla="*/ 152 h 160"/>
              <a:gd name="T80" fmla="*/ 123 w 176"/>
              <a:gd name="T81" fmla="*/ 136 h 160"/>
              <a:gd name="T82" fmla="*/ 145 w 176"/>
              <a:gd name="T83" fmla="*/ 152 h 160"/>
              <a:gd name="T84" fmla="*/ 124 w 176"/>
              <a:gd name="T85" fmla="*/ 128 h 160"/>
              <a:gd name="T86" fmla="*/ 153 w 176"/>
              <a:gd name="T87" fmla="*/ 112 h 160"/>
              <a:gd name="T88" fmla="*/ 155 w 176"/>
              <a:gd name="T89" fmla="*/ 104 h 160"/>
              <a:gd name="T90" fmla="*/ 131 w 176"/>
              <a:gd name="T91" fmla="*/ 88 h 160"/>
              <a:gd name="T92" fmla="*/ 155 w 176"/>
              <a:gd name="T93" fmla="*/ 104 h 160"/>
              <a:gd name="T94" fmla="*/ 8 w 176"/>
              <a:gd name="T95" fmla="*/ 80 h 160"/>
              <a:gd name="T96" fmla="*/ 168 w 176"/>
              <a:gd name="T97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60">
                <a:moveTo>
                  <a:pt x="72" y="24"/>
                </a:moveTo>
                <a:cubicBezTo>
                  <a:pt x="73" y="24"/>
                  <a:pt x="74" y="24"/>
                  <a:pt x="75" y="23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52"/>
                  <a:pt x="84" y="52"/>
                  <a:pt x="84" y="52"/>
                </a:cubicBezTo>
                <a:cubicBezTo>
                  <a:pt x="84" y="54"/>
                  <a:pt x="86" y="56"/>
                  <a:pt x="88" y="56"/>
                </a:cubicBezTo>
                <a:cubicBezTo>
                  <a:pt x="90" y="56"/>
                  <a:pt x="92" y="54"/>
                  <a:pt x="92" y="52"/>
                </a:cubicBezTo>
                <a:cubicBezTo>
                  <a:pt x="92" y="14"/>
                  <a:pt x="92" y="14"/>
                  <a:pt x="92" y="14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02" y="24"/>
                  <a:pt x="103" y="24"/>
                  <a:pt x="104" y="24"/>
                </a:cubicBezTo>
                <a:cubicBezTo>
                  <a:pt x="106" y="24"/>
                  <a:pt x="108" y="22"/>
                  <a:pt x="108" y="20"/>
                </a:cubicBezTo>
                <a:cubicBezTo>
                  <a:pt x="108" y="19"/>
                  <a:pt x="108" y="18"/>
                  <a:pt x="107" y="17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9" y="17"/>
                  <a:pt x="69" y="17"/>
                  <a:pt x="69" y="17"/>
                </a:cubicBezTo>
                <a:cubicBezTo>
                  <a:pt x="68" y="18"/>
                  <a:pt x="68" y="19"/>
                  <a:pt x="68" y="20"/>
                </a:cubicBezTo>
                <a:cubicBezTo>
                  <a:pt x="68" y="22"/>
                  <a:pt x="70" y="24"/>
                  <a:pt x="72" y="24"/>
                </a:cubicBezTo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273"/>
          <p:cNvSpPr>
            <a:spLocks noEditPoints="1"/>
          </p:cNvSpPr>
          <p:nvPr/>
        </p:nvSpPr>
        <p:spPr bwMode="auto">
          <a:xfrm>
            <a:off x="1548312" y="3037531"/>
            <a:ext cx="335898" cy="303444"/>
          </a:xfrm>
          <a:custGeom>
            <a:avLst/>
            <a:gdLst>
              <a:gd name="T0" fmla="*/ 61 w 176"/>
              <a:gd name="T1" fmla="*/ 23 h 160"/>
              <a:gd name="T2" fmla="*/ 80 w 176"/>
              <a:gd name="T3" fmla="*/ 40 h 160"/>
              <a:gd name="T4" fmla="*/ 83 w 176"/>
              <a:gd name="T5" fmla="*/ 33 h 160"/>
              <a:gd name="T6" fmla="*/ 112 w 176"/>
              <a:gd name="T7" fmla="*/ 24 h 160"/>
              <a:gd name="T8" fmla="*/ 116 w 176"/>
              <a:gd name="T9" fmla="*/ 20 h 160"/>
              <a:gd name="T10" fmla="*/ 74 w 176"/>
              <a:gd name="T11" fmla="*/ 16 h 160"/>
              <a:gd name="T12" fmla="*/ 84 w 176"/>
              <a:gd name="T13" fmla="*/ 4 h 160"/>
              <a:gd name="T14" fmla="*/ 77 w 176"/>
              <a:gd name="T15" fmla="*/ 1 h 160"/>
              <a:gd name="T16" fmla="*/ 61 w 176"/>
              <a:gd name="T17" fmla="*/ 17 h 160"/>
              <a:gd name="T18" fmla="*/ 61 w 176"/>
              <a:gd name="T19" fmla="*/ 23 h 160"/>
              <a:gd name="T20" fmla="*/ 8 w 176"/>
              <a:gd name="T21" fmla="*/ 64 h 160"/>
              <a:gd name="T22" fmla="*/ 0 w 176"/>
              <a:gd name="T23" fmla="*/ 80 h 160"/>
              <a:gd name="T24" fmla="*/ 10 w 176"/>
              <a:gd name="T25" fmla="*/ 88 h 160"/>
              <a:gd name="T26" fmla="*/ 24 w 176"/>
              <a:gd name="T27" fmla="*/ 157 h 160"/>
              <a:gd name="T28" fmla="*/ 148 w 176"/>
              <a:gd name="T29" fmla="*/ 160 h 160"/>
              <a:gd name="T30" fmla="*/ 152 w 176"/>
              <a:gd name="T31" fmla="*/ 157 h 160"/>
              <a:gd name="T32" fmla="*/ 168 w 176"/>
              <a:gd name="T33" fmla="*/ 88 h 160"/>
              <a:gd name="T34" fmla="*/ 176 w 176"/>
              <a:gd name="T35" fmla="*/ 72 h 160"/>
              <a:gd name="T36" fmla="*/ 18 w 176"/>
              <a:gd name="T37" fmla="*/ 88 h 160"/>
              <a:gd name="T38" fmla="*/ 48 w 176"/>
              <a:gd name="T39" fmla="*/ 104 h 160"/>
              <a:gd name="T40" fmla="*/ 18 w 176"/>
              <a:gd name="T41" fmla="*/ 88 h 160"/>
              <a:gd name="T42" fmla="*/ 49 w 176"/>
              <a:gd name="T43" fmla="*/ 112 h 160"/>
              <a:gd name="T44" fmla="*/ 26 w 176"/>
              <a:gd name="T45" fmla="*/ 128 h 160"/>
              <a:gd name="T46" fmla="*/ 31 w 176"/>
              <a:gd name="T47" fmla="*/ 152 h 160"/>
              <a:gd name="T48" fmla="*/ 53 w 176"/>
              <a:gd name="T49" fmla="*/ 136 h 160"/>
              <a:gd name="T50" fmla="*/ 31 w 176"/>
              <a:gd name="T51" fmla="*/ 152 h 160"/>
              <a:gd name="T52" fmla="*/ 63 w 176"/>
              <a:gd name="T53" fmla="*/ 152 h 160"/>
              <a:gd name="T54" fmla="*/ 84 w 176"/>
              <a:gd name="T55" fmla="*/ 136 h 160"/>
              <a:gd name="T56" fmla="*/ 84 w 176"/>
              <a:gd name="T57" fmla="*/ 128 h 160"/>
              <a:gd name="T58" fmla="*/ 57 w 176"/>
              <a:gd name="T59" fmla="*/ 112 h 160"/>
              <a:gd name="T60" fmla="*/ 84 w 176"/>
              <a:gd name="T61" fmla="*/ 128 h 160"/>
              <a:gd name="T62" fmla="*/ 56 w 176"/>
              <a:gd name="T63" fmla="*/ 104 h 160"/>
              <a:gd name="T64" fmla="*/ 84 w 176"/>
              <a:gd name="T65" fmla="*/ 88 h 160"/>
              <a:gd name="T66" fmla="*/ 113 w 176"/>
              <a:gd name="T67" fmla="*/ 152 h 160"/>
              <a:gd name="T68" fmla="*/ 92 w 176"/>
              <a:gd name="T69" fmla="*/ 136 h 160"/>
              <a:gd name="T70" fmla="*/ 113 w 176"/>
              <a:gd name="T71" fmla="*/ 152 h 160"/>
              <a:gd name="T72" fmla="*/ 92 w 176"/>
              <a:gd name="T73" fmla="*/ 128 h 160"/>
              <a:gd name="T74" fmla="*/ 119 w 176"/>
              <a:gd name="T75" fmla="*/ 112 h 160"/>
              <a:gd name="T76" fmla="*/ 92 w 176"/>
              <a:gd name="T77" fmla="*/ 104 h 160"/>
              <a:gd name="T78" fmla="*/ 123 w 176"/>
              <a:gd name="T79" fmla="*/ 88 h 160"/>
              <a:gd name="T80" fmla="*/ 92 w 176"/>
              <a:gd name="T81" fmla="*/ 104 h 160"/>
              <a:gd name="T82" fmla="*/ 121 w 176"/>
              <a:gd name="T83" fmla="*/ 152 h 160"/>
              <a:gd name="T84" fmla="*/ 148 w 176"/>
              <a:gd name="T85" fmla="*/ 136 h 160"/>
              <a:gd name="T86" fmla="*/ 150 w 176"/>
              <a:gd name="T87" fmla="*/ 128 h 160"/>
              <a:gd name="T88" fmla="*/ 127 w 176"/>
              <a:gd name="T89" fmla="*/ 112 h 160"/>
              <a:gd name="T90" fmla="*/ 150 w 176"/>
              <a:gd name="T91" fmla="*/ 128 h 160"/>
              <a:gd name="T92" fmla="*/ 128 w 176"/>
              <a:gd name="T93" fmla="*/ 104 h 160"/>
              <a:gd name="T94" fmla="*/ 158 w 176"/>
              <a:gd name="T95" fmla="*/ 88 h 160"/>
              <a:gd name="T96" fmla="*/ 168 w 176"/>
              <a:gd name="T97" fmla="*/ 80 h 160"/>
              <a:gd name="T98" fmla="*/ 8 w 176"/>
              <a:gd name="T99" fmla="*/ 72 h 160"/>
              <a:gd name="T100" fmla="*/ 168 w 176"/>
              <a:gd name="T101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60">
                <a:moveTo>
                  <a:pt x="61" y="23"/>
                </a:moveTo>
                <a:cubicBezTo>
                  <a:pt x="61" y="23"/>
                  <a:pt x="61" y="23"/>
                  <a:pt x="61" y="23"/>
                </a:cubicBezTo>
                <a:cubicBezTo>
                  <a:pt x="77" y="39"/>
                  <a:pt x="77" y="39"/>
                  <a:pt x="77" y="39"/>
                </a:cubicBezTo>
                <a:cubicBezTo>
                  <a:pt x="78" y="40"/>
                  <a:pt x="79" y="40"/>
                  <a:pt x="80" y="40"/>
                </a:cubicBezTo>
                <a:cubicBezTo>
                  <a:pt x="82" y="40"/>
                  <a:pt x="84" y="38"/>
                  <a:pt x="84" y="36"/>
                </a:cubicBezTo>
                <a:cubicBezTo>
                  <a:pt x="84" y="35"/>
                  <a:pt x="84" y="34"/>
                  <a:pt x="83" y="33"/>
                </a:cubicBezTo>
                <a:cubicBezTo>
                  <a:pt x="74" y="24"/>
                  <a:pt x="74" y="24"/>
                  <a:pt x="74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4" y="24"/>
                  <a:pt x="116" y="22"/>
                  <a:pt x="116" y="20"/>
                </a:cubicBezTo>
                <a:cubicBezTo>
                  <a:pt x="116" y="18"/>
                  <a:pt x="114" y="16"/>
                  <a:pt x="112" y="16"/>
                </a:cubicBezTo>
                <a:cubicBezTo>
                  <a:pt x="74" y="16"/>
                  <a:pt x="74" y="16"/>
                  <a:pt x="74" y="16"/>
                </a:cubicBezTo>
                <a:cubicBezTo>
                  <a:pt x="83" y="7"/>
                  <a:pt x="83" y="7"/>
                  <a:pt x="83" y="7"/>
                </a:cubicBezTo>
                <a:cubicBezTo>
                  <a:pt x="84" y="6"/>
                  <a:pt x="84" y="5"/>
                  <a:pt x="84" y="4"/>
                </a:cubicBezTo>
                <a:cubicBezTo>
                  <a:pt x="84" y="2"/>
                  <a:pt x="82" y="0"/>
                  <a:pt x="80" y="0"/>
                </a:cubicBezTo>
                <a:cubicBezTo>
                  <a:pt x="79" y="0"/>
                  <a:pt x="78" y="0"/>
                  <a:pt x="77" y="1"/>
                </a:cubicBezTo>
                <a:cubicBezTo>
                  <a:pt x="61" y="17"/>
                  <a:pt x="61" y="17"/>
                  <a:pt x="61" y="17"/>
                </a:cubicBezTo>
                <a:cubicBezTo>
                  <a:pt x="61" y="17"/>
                  <a:pt x="61" y="17"/>
                  <a:pt x="61" y="17"/>
                </a:cubicBezTo>
                <a:cubicBezTo>
                  <a:pt x="60" y="18"/>
                  <a:pt x="60" y="19"/>
                  <a:pt x="60" y="20"/>
                </a:cubicBezTo>
                <a:cubicBezTo>
                  <a:pt x="60" y="21"/>
                  <a:pt x="60" y="22"/>
                  <a:pt x="61" y="23"/>
                </a:cubicBezTo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274"/>
          <p:cNvSpPr>
            <a:spLocks noEditPoints="1"/>
          </p:cNvSpPr>
          <p:nvPr/>
        </p:nvSpPr>
        <p:spPr bwMode="auto">
          <a:xfrm>
            <a:off x="2187653" y="3037531"/>
            <a:ext cx="334275" cy="303444"/>
          </a:xfrm>
          <a:custGeom>
            <a:avLst/>
            <a:gdLst>
              <a:gd name="T0" fmla="*/ 64 w 176"/>
              <a:gd name="T1" fmla="*/ 24 h 160"/>
              <a:gd name="T2" fmla="*/ 93 w 176"/>
              <a:gd name="T3" fmla="*/ 33 h 160"/>
              <a:gd name="T4" fmla="*/ 96 w 176"/>
              <a:gd name="T5" fmla="*/ 40 h 160"/>
              <a:gd name="T6" fmla="*/ 115 w 176"/>
              <a:gd name="T7" fmla="*/ 23 h 160"/>
              <a:gd name="T8" fmla="*/ 115 w 176"/>
              <a:gd name="T9" fmla="*/ 17 h 160"/>
              <a:gd name="T10" fmla="*/ 96 w 176"/>
              <a:gd name="T11" fmla="*/ 0 h 160"/>
              <a:gd name="T12" fmla="*/ 93 w 176"/>
              <a:gd name="T13" fmla="*/ 7 h 160"/>
              <a:gd name="T14" fmla="*/ 64 w 176"/>
              <a:gd name="T15" fmla="*/ 16 h 160"/>
              <a:gd name="T16" fmla="*/ 64 w 176"/>
              <a:gd name="T17" fmla="*/ 24 h 160"/>
              <a:gd name="T18" fmla="*/ 8 w 176"/>
              <a:gd name="T19" fmla="*/ 64 h 160"/>
              <a:gd name="T20" fmla="*/ 0 w 176"/>
              <a:gd name="T21" fmla="*/ 80 h 160"/>
              <a:gd name="T22" fmla="*/ 10 w 176"/>
              <a:gd name="T23" fmla="*/ 88 h 160"/>
              <a:gd name="T24" fmla="*/ 24 w 176"/>
              <a:gd name="T25" fmla="*/ 157 h 160"/>
              <a:gd name="T26" fmla="*/ 148 w 176"/>
              <a:gd name="T27" fmla="*/ 160 h 160"/>
              <a:gd name="T28" fmla="*/ 152 w 176"/>
              <a:gd name="T29" fmla="*/ 157 h 160"/>
              <a:gd name="T30" fmla="*/ 168 w 176"/>
              <a:gd name="T31" fmla="*/ 88 h 160"/>
              <a:gd name="T32" fmla="*/ 176 w 176"/>
              <a:gd name="T33" fmla="*/ 72 h 160"/>
              <a:gd name="T34" fmla="*/ 18 w 176"/>
              <a:gd name="T35" fmla="*/ 88 h 160"/>
              <a:gd name="T36" fmla="*/ 48 w 176"/>
              <a:gd name="T37" fmla="*/ 104 h 160"/>
              <a:gd name="T38" fmla="*/ 18 w 176"/>
              <a:gd name="T39" fmla="*/ 88 h 160"/>
              <a:gd name="T40" fmla="*/ 49 w 176"/>
              <a:gd name="T41" fmla="*/ 112 h 160"/>
              <a:gd name="T42" fmla="*/ 26 w 176"/>
              <a:gd name="T43" fmla="*/ 128 h 160"/>
              <a:gd name="T44" fmla="*/ 31 w 176"/>
              <a:gd name="T45" fmla="*/ 152 h 160"/>
              <a:gd name="T46" fmla="*/ 53 w 176"/>
              <a:gd name="T47" fmla="*/ 136 h 160"/>
              <a:gd name="T48" fmla="*/ 31 w 176"/>
              <a:gd name="T49" fmla="*/ 152 h 160"/>
              <a:gd name="T50" fmla="*/ 63 w 176"/>
              <a:gd name="T51" fmla="*/ 152 h 160"/>
              <a:gd name="T52" fmla="*/ 84 w 176"/>
              <a:gd name="T53" fmla="*/ 136 h 160"/>
              <a:gd name="T54" fmla="*/ 84 w 176"/>
              <a:gd name="T55" fmla="*/ 128 h 160"/>
              <a:gd name="T56" fmla="*/ 57 w 176"/>
              <a:gd name="T57" fmla="*/ 112 h 160"/>
              <a:gd name="T58" fmla="*/ 84 w 176"/>
              <a:gd name="T59" fmla="*/ 128 h 160"/>
              <a:gd name="T60" fmla="*/ 56 w 176"/>
              <a:gd name="T61" fmla="*/ 104 h 160"/>
              <a:gd name="T62" fmla="*/ 84 w 176"/>
              <a:gd name="T63" fmla="*/ 88 h 160"/>
              <a:gd name="T64" fmla="*/ 113 w 176"/>
              <a:gd name="T65" fmla="*/ 152 h 160"/>
              <a:gd name="T66" fmla="*/ 92 w 176"/>
              <a:gd name="T67" fmla="*/ 136 h 160"/>
              <a:gd name="T68" fmla="*/ 113 w 176"/>
              <a:gd name="T69" fmla="*/ 152 h 160"/>
              <a:gd name="T70" fmla="*/ 92 w 176"/>
              <a:gd name="T71" fmla="*/ 128 h 160"/>
              <a:gd name="T72" fmla="*/ 119 w 176"/>
              <a:gd name="T73" fmla="*/ 112 h 160"/>
              <a:gd name="T74" fmla="*/ 92 w 176"/>
              <a:gd name="T75" fmla="*/ 104 h 160"/>
              <a:gd name="T76" fmla="*/ 123 w 176"/>
              <a:gd name="T77" fmla="*/ 88 h 160"/>
              <a:gd name="T78" fmla="*/ 92 w 176"/>
              <a:gd name="T79" fmla="*/ 104 h 160"/>
              <a:gd name="T80" fmla="*/ 121 w 176"/>
              <a:gd name="T81" fmla="*/ 152 h 160"/>
              <a:gd name="T82" fmla="*/ 148 w 176"/>
              <a:gd name="T83" fmla="*/ 136 h 160"/>
              <a:gd name="T84" fmla="*/ 150 w 176"/>
              <a:gd name="T85" fmla="*/ 128 h 160"/>
              <a:gd name="T86" fmla="*/ 127 w 176"/>
              <a:gd name="T87" fmla="*/ 112 h 160"/>
              <a:gd name="T88" fmla="*/ 150 w 176"/>
              <a:gd name="T89" fmla="*/ 128 h 160"/>
              <a:gd name="T90" fmla="*/ 128 w 176"/>
              <a:gd name="T91" fmla="*/ 104 h 160"/>
              <a:gd name="T92" fmla="*/ 158 w 176"/>
              <a:gd name="T93" fmla="*/ 88 h 160"/>
              <a:gd name="T94" fmla="*/ 168 w 176"/>
              <a:gd name="T95" fmla="*/ 80 h 160"/>
              <a:gd name="T96" fmla="*/ 8 w 176"/>
              <a:gd name="T97" fmla="*/ 72 h 160"/>
              <a:gd name="T98" fmla="*/ 168 w 176"/>
              <a:gd name="T9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60">
                <a:moveTo>
                  <a:pt x="64" y="24"/>
                </a:moveTo>
                <a:cubicBezTo>
                  <a:pt x="64" y="24"/>
                  <a:pt x="64" y="24"/>
                  <a:pt x="64" y="24"/>
                </a:cubicBezTo>
                <a:cubicBezTo>
                  <a:pt x="102" y="24"/>
                  <a:pt x="102" y="24"/>
                  <a:pt x="102" y="24"/>
                </a:cubicBezTo>
                <a:cubicBezTo>
                  <a:pt x="93" y="33"/>
                  <a:pt x="93" y="33"/>
                  <a:pt x="93" y="33"/>
                </a:cubicBezTo>
                <a:cubicBezTo>
                  <a:pt x="92" y="34"/>
                  <a:pt x="92" y="35"/>
                  <a:pt x="92" y="36"/>
                </a:cubicBezTo>
                <a:cubicBezTo>
                  <a:pt x="92" y="38"/>
                  <a:pt x="94" y="40"/>
                  <a:pt x="96" y="40"/>
                </a:cubicBezTo>
                <a:cubicBezTo>
                  <a:pt x="97" y="40"/>
                  <a:pt x="98" y="40"/>
                  <a:pt x="99" y="39"/>
                </a:cubicBezTo>
                <a:cubicBezTo>
                  <a:pt x="115" y="23"/>
                  <a:pt x="115" y="23"/>
                  <a:pt x="115" y="23"/>
                </a:cubicBezTo>
                <a:cubicBezTo>
                  <a:pt x="116" y="22"/>
                  <a:pt x="116" y="21"/>
                  <a:pt x="116" y="20"/>
                </a:cubicBezTo>
                <a:cubicBezTo>
                  <a:pt x="116" y="19"/>
                  <a:pt x="116" y="18"/>
                  <a:pt x="115" y="17"/>
                </a:cubicBezTo>
                <a:cubicBezTo>
                  <a:pt x="99" y="1"/>
                  <a:pt x="99" y="1"/>
                  <a:pt x="99" y="1"/>
                </a:cubicBezTo>
                <a:cubicBezTo>
                  <a:pt x="98" y="0"/>
                  <a:pt x="97" y="0"/>
                  <a:pt x="96" y="0"/>
                </a:cubicBezTo>
                <a:cubicBezTo>
                  <a:pt x="94" y="0"/>
                  <a:pt x="92" y="2"/>
                  <a:pt x="92" y="4"/>
                </a:cubicBezTo>
                <a:cubicBezTo>
                  <a:pt x="92" y="5"/>
                  <a:pt x="92" y="6"/>
                  <a:pt x="93" y="7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2" y="16"/>
                  <a:pt x="60" y="18"/>
                  <a:pt x="60" y="20"/>
                </a:cubicBezTo>
                <a:cubicBezTo>
                  <a:pt x="60" y="22"/>
                  <a:pt x="62" y="24"/>
                  <a:pt x="64" y="24"/>
                </a:cubicBezTo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275"/>
          <p:cNvSpPr>
            <a:spLocks noEditPoints="1"/>
          </p:cNvSpPr>
          <p:nvPr/>
        </p:nvSpPr>
        <p:spPr bwMode="auto">
          <a:xfrm>
            <a:off x="2826995" y="3037531"/>
            <a:ext cx="334275" cy="303444"/>
          </a:xfrm>
          <a:custGeom>
            <a:avLst/>
            <a:gdLst>
              <a:gd name="T0" fmla="*/ 84 w 176"/>
              <a:gd name="T1" fmla="*/ 28 h 160"/>
              <a:gd name="T2" fmla="*/ 88 w 176"/>
              <a:gd name="T3" fmla="*/ 48 h 160"/>
              <a:gd name="T4" fmla="*/ 92 w 176"/>
              <a:gd name="T5" fmla="*/ 28 h 160"/>
              <a:gd name="T6" fmla="*/ 112 w 176"/>
              <a:gd name="T7" fmla="*/ 24 h 160"/>
              <a:gd name="T8" fmla="*/ 92 w 176"/>
              <a:gd name="T9" fmla="*/ 20 h 160"/>
              <a:gd name="T10" fmla="*/ 88 w 176"/>
              <a:gd name="T11" fmla="*/ 0 h 160"/>
              <a:gd name="T12" fmla="*/ 84 w 176"/>
              <a:gd name="T13" fmla="*/ 20 h 160"/>
              <a:gd name="T14" fmla="*/ 64 w 176"/>
              <a:gd name="T15" fmla="*/ 24 h 160"/>
              <a:gd name="T16" fmla="*/ 168 w 176"/>
              <a:gd name="T17" fmla="*/ 64 h 160"/>
              <a:gd name="T18" fmla="*/ 0 w 176"/>
              <a:gd name="T19" fmla="*/ 72 h 160"/>
              <a:gd name="T20" fmla="*/ 8 w 176"/>
              <a:gd name="T21" fmla="*/ 88 h 160"/>
              <a:gd name="T22" fmla="*/ 24 w 176"/>
              <a:gd name="T23" fmla="*/ 157 h 160"/>
              <a:gd name="T24" fmla="*/ 28 w 176"/>
              <a:gd name="T25" fmla="*/ 160 h 160"/>
              <a:gd name="T26" fmla="*/ 152 w 176"/>
              <a:gd name="T27" fmla="*/ 157 h 160"/>
              <a:gd name="T28" fmla="*/ 166 w 176"/>
              <a:gd name="T29" fmla="*/ 88 h 160"/>
              <a:gd name="T30" fmla="*/ 176 w 176"/>
              <a:gd name="T31" fmla="*/ 80 h 160"/>
              <a:gd name="T32" fmla="*/ 168 w 176"/>
              <a:gd name="T33" fmla="*/ 64 h 160"/>
              <a:gd name="T34" fmla="*/ 45 w 176"/>
              <a:gd name="T35" fmla="*/ 88 h 160"/>
              <a:gd name="T36" fmla="*/ 21 w 176"/>
              <a:gd name="T37" fmla="*/ 104 h 160"/>
              <a:gd name="T38" fmla="*/ 23 w 176"/>
              <a:gd name="T39" fmla="*/ 112 h 160"/>
              <a:gd name="T40" fmla="*/ 52 w 176"/>
              <a:gd name="T41" fmla="*/ 128 h 160"/>
              <a:gd name="T42" fmla="*/ 23 w 176"/>
              <a:gd name="T43" fmla="*/ 112 h 160"/>
              <a:gd name="T44" fmla="*/ 28 w 176"/>
              <a:gd name="T45" fmla="*/ 136 h 160"/>
              <a:gd name="T46" fmla="*/ 55 w 176"/>
              <a:gd name="T47" fmla="*/ 152 h 160"/>
              <a:gd name="T48" fmla="*/ 84 w 176"/>
              <a:gd name="T49" fmla="*/ 152 h 160"/>
              <a:gd name="T50" fmla="*/ 61 w 176"/>
              <a:gd name="T51" fmla="*/ 136 h 160"/>
              <a:gd name="T52" fmla="*/ 84 w 176"/>
              <a:gd name="T53" fmla="*/ 152 h 160"/>
              <a:gd name="T54" fmla="*/ 60 w 176"/>
              <a:gd name="T55" fmla="*/ 128 h 160"/>
              <a:gd name="T56" fmla="*/ 84 w 176"/>
              <a:gd name="T57" fmla="*/ 112 h 160"/>
              <a:gd name="T58" fmla="*/ 84 w 176"/>
              <a:gd name="T59" fmla="*/ 104 h 160"/>
              <a:gd name="T60" fmla="*/ 53 w 176"/>
              <a:gd name="T61" fmla="*/ 88 h 160"/>
              <a:gd name="T62" fmla="*/ 84 w 176"/>
              <a:gd name="T63" fmla="*/ 104 h 160"/>
              <a:gd name="T64" fmla="*/ 92 w 176"/>
              <a:gd name="T65" fmla="*/ 152 h 160"/>
              <a:gd name="T66" fmla="*/ 115 w 176"/>
              <a:gd name="T67" fmla="*/ 136 h 160"/>
              <a:gd name="T68" fmla="*/ 116 w 176"/>
              <a:gd name="T69" fmla="*/ 128 h 160"/>
              <a:gd name="T70" fmla="*/ 92 w 176"/>
              <a:gd name="T71" fmla="*/ 112 h 160"/>
              <a:gd name="T72" fmla="*/ 116 w 176"/>
              <a:gd name="T73" fmla="*/ 128 h 160"/>
              <a:gd name="T74" fmla="*/ 92 w 176"/>
              <a:gd name="T75" fmla="*/ 88 h 160"/>
              <a:gd name="T76" fmla="*/ 120 w 176"/>
              <a:gd name="T77" fmla="*/ 104 h 160"/>
              <a:gd name="T78" fmla="*/ 145 w 176"/>
              <a:gd name="T79" fmla="*/ 152 h 160"/>
              <a:gd name="T80" fmla="*/ 123 w 176"/>
              <a:gd name="T81" fmla="*/ 136 h 160"/>
              <a:gd name="T82" fmla="*/ 145 w 176"/>
              <a:gd name="T83" fmla="*/ 152 h 160"/>
              <a:gd name="T84" fmla="*/ 124 w 176"/>
              <a:gd name="T85" fmla="*/ 128 h 160"/>
              <a:gd name="T86" fmla="*/ 153 w 176"/>
              <a:gd name="T87" fmla="*/ 112 h 160"/>
              <a:gd name="T88" fmla="*/ 155 w 176"/>
              <a:gd name="T89" fmla="*/ 104 h 160"/>
              <a:gd name="T90" fmla="*/ 131 w 176"/>
              <a:gd name="T91" fmla="*/ 88 h 160"/>
              <a:gd name="T92" fmla="*/ 155 w 176"/>
              <a:gd name="T93" fmla="*/ 104 h 160"/>
              <a:gd name="T94" fmla="*/ 8 w 176"/>
              <a:gd name="T95" fmla="*/ 80 h 160"/>
              <a:gd name="T96" fmla="*/ 168 w 176"/>
              <a:gd name="T97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60">
                <a:moveTo>
                  <a:pt x="68" y="28"/>
                </a:moveTo>
                <a:cubicBezTo>
                  <a:pt x="84" y="28"/>
                  <a:pt x="84" y="28"/>
                  <a:pt x="84" y="28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6"/>
                  <a:pt x="86" y="48"/>
                  <a:pt x="88" y="48"/>
                </a:cubicBezTo>
                <a:cubicBezTo>
                  <a:pt x="90" y="48"/>
                  <a:pt x="92" y="46"/>
                  <a:pt x="92" y="44"/>
                </a:cubicBezTo>
                <a:cubicBezTo>
                  <a:pt x="92" y="28"/>
                  <a:pt x="92" y="28"/>
                  <a:pt x="92" y="28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10" y="28"/>
                  <a:pt x="112" y="26"/>
                  <a:pt x="112" y="24"/>
                </a:cubicBezTo>
                <a:cubicBezTo>
                  <a:pt x="112" y="22"/>
                  <a:pt x="110" y="20"/>
                  <a:pt x="108" y="20"/>
                </a:cubicBezTo>
                <a:cubicBezTo>
                  <a:pt x="92" y="20"/>
                  <a:pt x="92" y="20"/>
                  <a:pt x="92" y="20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20"/>
                  <a:pt x="84" y="20"/>
                  <a:pt x="84" y="20"/>
                </a:cubicBezTo>
                <a:cubicBezTo>
                  <a:pt x="68" y="20"/>
                  <a:pt x="68" y="20"/>
                  <a:pt x="68" y="20"/>
                </a:cubicBezTo>
                <a:cubicBezTo>
                  <a:pt x="66" y="20"/>
                  <a:pt x="64" y="22"/>
                  <a:pt x="64" y="24"/>
                </a:cubicBezTo>
                <a:cubicBezTo>
                  <a:pt x="64" y="26"/>
                  <a:pt x="66" y="28"/>
                  <a:pt x="68" y="28"/>
                </a:cubicBezTo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276"/>
          <p:cNvSpPr>
            <a:spLocks noEditPoints="1"/>
          </p:cNvSpPr>
          <p:nvPr/>
        </p:nvSpPr>
        <p:spPr bwMode="auto">
          <a:xfrm>
            <a:off x="3466336" y="3060249"/>
            <a:ext cx="334275" cy="266122"/>
          </a:xfrm>
          <a:custGeom>
            <a:avLst/>
            <a:gdLst>
              <a:gd name="T0" fmla="*/ 108 w 176"/>
              <a:gd name="T1" fmla="*/ 8 h 140"/>
              <a:gd name="T2" fmla="*/ 108 w 176"/>
              <a:gd name="T3" fmla="*/ 0 h 140"/>
              <a:gd name="T4" fmla="*/ 64 w 176"/>
              <a:gd name="T5" fmla="*/ 4 h 140"/>
              <a:gd name="T6" fmla="*/ 168 w 176"/>
              <a:gd name="T7" fmla="*/ 44 h 140"/>
              <a:gd name="T8" fmla="*/ 0 w 176"/>
              <a:gd name="T9" fmla="*/ 52 h 140"/>
              <a:gd name="T10" fmla="*/ 8 w 176"/>
              <a:gd name="T11" fmla="*/ 68 h 140"/>
              <a:gd name="T12" fmla="*/ 24 w 176"/>
              <a:gd name="T13" fmla="*/ 137 h 140"/>
              <a:gd name="T14" fmla="*/ 28 w 176"/>
              <a:gd name="T15" fmla="*/ 140 h 140"/>
              <a:gd name="T16" fmla="*/ 152 w 176"/>
              <a:gd name="T17" fmla="*/ 137 h 140"/>
              <a:gd name="T18" fmla="*/ 166 w 176"/>
              <a:gd name="T19" fmla="*/ 68 h 140"/>
              <a:gd name="T20" fmla="*/ 176 w 176"/>
              <a:gd name="T21" fmla="*/ 60 h 140"/>
              <a:gd name="T22" fmla="*/ 168 w 176"/>
              <a:gd name="T23" fmla="*/ 44 h 140"/>
              <a:gd name="T24" fmla="*/ 45 w 176"/>
              <a:gd name="T25" fmla="*/ 68 h 140"/>
              <a:gd name="T26" fmla="*/ 21 w 176"/>
              <a:gd name="T27" fmla="*/ 84 h 140"/>
              <a:gd name="T28" fmla="*/ 23 w 176"/>
              <a:gd name="T29" fmla="*/ 92 h 140"/>
              <a:gd name="T30" fmla="*/ 52 w 176"/>
              <a:gd name="T31" fmla="*/ 108 h 140"/>
              <a:gd name="T32" fmla="*/ 23 w 176"/>
              <a:gd name="T33" fmla="*/ 92 h 140"/>
              <a:gd name="T34" fmla="*/ 28 w 176"/>
              <a:gd name="T35" fmla="*/ 116 h 140"/>
              <a:gd name="T36" fmla="*/ 55 w 176"/>
              <a:gd name="T37" fmla="*/ 132 h 140"/>
              <a:gd name="T38" fmla="*/ 84 w 176"/>
              <a:gd name="T39" fmla="*/ 132 h 140"/>
              <a:gd name="T40" fmla="*/ 61 w 176"/>
              <a:gd name="T41" fmla="*/ 116 h 140"/>
              <a:gd name="T42" fmla="*/ 84 w 176"/>
              <a:gd name="T43" fmla="*/ 132 h 140"/>
              <a:gd name="T44" fmla="*/ 60 w 176"/>
              <a:gd name="T45" fmla="*/ 108 h 140"/>
              <a:gd name="T46" fmla="*/ 84 w 176"/>
              <a:gd name="T47" fmla="*/ 92 h 140"/>
              <a:gd name="T48" fmla="*/ 84 w 176"/>
              <a:gd name="T49" fmla="*/ 84 h 140"/>
              <a:gd name="T50" fmla="*/ 53 w 176"/>
              <a:gd name="T51" fmla="*/ 68 h 140"/>
              <a:gd name="T52" fmla="*/ 84 w 176"/>
              <a:gd name="T53" fmla="*/ 84 h 140"/>
              <a:gd name="T54" fmla="*/ 92 w 176"/>
              <a:gd name="T55" fmla="*/ 132 h 140"/>
              <a:gd name="T56" fmla="*/ 115 w 176"/>
              <a:gd name="T57" fmla="*/ 116 h 140"/>
              <a:gd name="T58" fmla="*/ 116 w 176"/>
              <a:gd name="T59" fmla="*/ 108 h 140"/>
              <a:gd name="T60" fmla="*/ 92 w 176"/>
              <a:gd name="T61" fmla="*/ 92 h 140"/>
              <a:gd name="T62" fmla="*/ 116 w 176"/>
              <a:gd name="T63" fmla="*/ 108 h 140"/>
              <a:gd name="T64" fmla="*/ 92 w 176"/>
              <a:gd name="T65" fmla="*/ 68 h 140"/>
              <a:gd name="T66" fmla="*/ 120 w 176"/>
              <a:gd name="T67" fmla="*/ 84 h 140"/>
              <a:gd name="T68" fmla="*/ 145 w 176"/>
              <a:gd name="T69" fmla="*/ 132 h 140"/>
              <a:gd name="T70" fmla="*/ 123 w 176"/>
              <a:gd name="T71" fmla="*/ 116 h 140"/>
              <a:gd name="T72" fmla="*/ 145 w 176"/>
              <a:gd name="T73" fmla="*/ 132 h 140"/>
              <a:gd name="T74" fmla="*/ 124 w 176"/>
              <a:gd name="T75" fmla="*/ 108 h 140"/>
              <a:gd name="T76" fmla="*/ 153 w 176"/>
              <a:gd name="T77" fmla="*/ 92 h 140"/>
              <a:gd name="T78" fmla="*/ 155 w 176"/>
              <a:gd name="T79" fmla="*/ 84 h 140"/>
              <a:gd name="T80" fmla="*/ 131 w 176"/>
              <a:gd name="T81" fmla="*/ 68 h 140"/>
              <a:gd name="T82" fmla="*/ 155 w 176"/>
              <a:gd name="T83" fmla="*/ 84 h 140"/>
              <a:gd name="T84" fmla="*/ 8 w 176"/>
              <a:gd name="T85" fmla="*/ 60 h 140"/>
              <a:gd name="T86" fmla="*/ 168 w 176"/>
              <a:gd name="T87" fmla="*/ 5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40">
                <a:moveTo>
                  <a:pt x="68" y="8"/>
                </a:moveTo>
                <a:cubicBezTo>
                  <a:pt x="108" y="8"/>
                  <a:pt x="108" y="8"/>
                  <a:pt x="108" y="8"/>
                </a:cubicBezTo>
                <a:cubicBezTo>
                  <a:pt x="110" y="8"/>
                  <a:pt x="112" y="6"/>
                  <a:pt x="112" y="4"/>
                </a:cubicBezTo>
                <a:cubicBezTo>
                  <a:pt x="112" y="2"/>
                  <a:pt x="110" y="0"/>
                  <a:pt x="108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6" y="0"/>
                  <a:pt x="64" y="2"/>
                  <a:pt x="64" y="4"/>
                </a:cubicBezTo>
                <a:cubicBezTo>
                  <a:pt x="64" y="6"/>
                  <a:pt x="66" y="8"/>
                  <a:pt x="68" y="8"/>
                </a:cubicBezTo>
                <a:moveTo>
                  <a:pt x="168" y="44"/>
                </a:moveTo>
                <a:cubicBezTo>
                  <a:pt x="8" y="44"/>
                  <a:pt x="8" y="44"/>
                  <a:pt x="8" y="44"/>
                </a:cubicBezTo>
                <a:cubicBezTo>
                  <a:pt x="4" y="44"/>
                  <a:pt x="0" y="48"/>
                  <a:pt x="0" y="5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4"/>
                  <a:pt x="4" y="68"/>
                  <a:pt x="8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5" y="139"/>
                  <a:pt x="26" y="140"/>
                  <a:pt x="28" y="140"/>
                </a:cubicBezTo>
                <a:cubicBezTo>
                  <a:pt x="148" y="140"/>
                  <a:pt x="148" y="140"/>
                  <a:pt x="148" y="140"/>
                </a:cubicBezTo>
                <a:cubicBezTo>
                  <a:pt x="150" y="140"/>
                  <a:pt x="151" y="139"/>
                  <a:pt x="152" y="137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66" y="68"/>
                  <a:pt x="166" y="68"/>
                  <a:pt x="166" y="68"/>
                </a:cubicBezTo>
                <a:cubicBezTo>
                  <a:pt x="168" y="68"/>
                  <a:pt x="168" y="68"/>
                  <a:pt x="168" y="68"/>
                </a:cubicBezTo>
                <a:cubicBezTo>
                  <a:pt x="172" y="68"/>
                  <a:pt x="176" y="64"/>
                  <a:pt x="176" y="60"/>
                </a:cubicBezTo>
                <a:cubicBezTo>
                  <a:pt x="176" y="52"/>
                  <a:pt x="176" y="52"/>
                  <a:pt x="176" y="52"/>
                </a:cubicBezTo>
                <a:cubicBezTo>
                  <a:pt x="176" y="48"/>
                  <a:pt x="172" y="44"/>
                  <a:pt x="168" y="44"/>
                </a:cubicBezTo>
                <a:moveTo>
                  <a:pt x="18" y="68"/>
                </a:moveTo>
                <a:cubicBezTo>
                  <a:pt x="45" y="68"/>
                  <a:pt x="45" y="68"/>
                  <a:pt x="45" y="68"/>
                </a:cubicBezTo>
                <a:cubicBezTo>
                  <a:pt x="48" y="84"/>
                  <a:pt x="48" y="84"/>
                  <a:pt x="48" y="84"/>
                </a:cubicBezTo>
                <a:cubicBezTo>
                  <a:pt x="21" y="84"/>
                  <a:pt x="21" y="84"/>
                  <a:pt x="21" y="84"/>
                </a:cubicBezTo>
                <a:lnTo>
                  <a:pt x="18" y="68"/>
                </a:lnTo>
                <a:close/>
                <a:moveTo>
                  <a:pt x="23" y="92"/>
                </a:moveTo>
                <a:cubicBezTo>
                  <a:pt x="49" y="92"/>
                  <a:pt x="49" y="92"/>
                  <a:pt x="49" y="92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26" y="108"/>
                  <a:pt x="26" y="108"/>
                  <a:pt x="26" y="108"/>
                </a:cubicBezTo>
                <a:lnTo>
                  <a:pt x="23" y="92"/>
                </a:lnTo>
                <a:close/>
                <a:moveTo>
                  <a:pt x="31" y="132"/>
                </a:moveTo>
                <a:cubicBezTo>
                  <a:pt x="28" y="116"/>
                  <a:pt x="28" y="116"/>
                  <a:pt x="28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5" y="132"/>
                  <a:pt x="55" y="132"/>
                  <a:pt x="55" y="132"/>
                </a:cubicBezTo>
                <a:lnTo>
                  <a:pt x="31" y="132"/>
                </a:lnTo>
                <a:close/>
                <a:moveTo>
                  <a:pt x="84" y="132"/>
                </a:moveTo>
                <a:cubicBezTo>
                  <a:pt x="63" y="132"/>
                  <a:pt x="63" y="132"/>
                  <a:pt x="63" y="132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84" y="116"/>
                  <a:pt x="84" y="116"/>
                  <a:pt x="84" y="116"/>
                </a:cubicBezTo>
                <a:lnTo>
                  <a:pt x="84" y="132"/>
                </a:lnTo>
                <a:close/>
                <a:moveTo>
                  <a:pt x="84" y="108"/>
                </a:moveTo>
                <a:cubicBezTo>
                  <a:pt x="60" y="108"/>
                  <a:pt x="60" y="108"/>
                  <a:pt x="60" y="108"/>
                </a:cubicBezTo>
                <a:cubicBezTo>
                  <a:pt x="57" y="92"/>
                  <a:pt x="57" y="92"/>
                  <a:pt x="57" y="92"/>
                </a:cubicBezTo>
                <a:cubicBezTo>
                  <a:pt x="84" y="92"/>
                  <a:pt x="84" y="92"/>
                  <a:pt x="84" y="92"/>
                </a:cubicBezTo>
                <a:lnTo>
                  <a:pt x="84" y="108"/>
                </a:lnTo>
                <a:close/>
                <a:moveTo>
                  <a:pt x="84" y="84"/>
                </a:moveTo>
                <a:cubicBezTo>
                  <a:pt x="56" y="84"/>
                  <a:pt x="56" y="84"/>
                  <a:pt x="56" y="84"/>
                </a:cubicBezTo>
                <a:cubicBezTo>
                  <a:pt x="53" y="68"/>
                  <a:pt x="53" y="68"/>
                  <a:pt x="53" y="68"/>
                </a:cubicBezTo>
                <a:cubicBezTo>
                  <a:pt x="84" y="68"/>
                  <a:pt x="84" y="68"/>
                  <a:pt x="84" y="68"/>
                </a:cubicBezTo>
                <a:lnTo>
                  <a:pt x="84" y="84"/>
                </a:lnTo>
                <a:close/>
                <a:moveTo>
                  <a:pt x="113" y="132"/>
                </a:moveTo>
                <a:cubicBezTo>
                  <a:pt x="92" y="132"/>
                  <a:pt x="92" y="132"/>
                  <a:pt x="92" y="132"/>
                </a:cubicBezTo>
                <a:cubicBezTo>
                  <a:pt x="92" y="116"/>
                  <a:pt x="92" y="116"/>
                  <a:pt x="92" y="116"/>
                </a:cubicBezTo>
                <a:cubicBezTo>
                  <a:pt x="115" y="116"/>
                  <a:pt x="115" y="116"/>
                  <a:pt x="115" y="116"/>
                </a:cubicBezTo>
                <a:lnTo>
                  <a:pt x="113" y="132"/>
                </a:lnTo>
                <a:close/>
                <a:moveTo>
                  <a:pt x="116" y="108"/>
                </a:moveTo>
                <a:cubicBezTo>
                  <a:pt x="92" y="108"/>
                  <a:pt x="92" y="108"/>
                  <a:pt x="92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119" y="92"/>
                  <a:pt x="119" y="92"/>
                  <a:pt x="119" y="92"/>
                </a:cubicBezTo>
                <a:lnTo>
                  <a:pt x="116" y="108"/>
                </a:lnTo>
                <a:close/>
                <a:moveTo>
                  <a:pt x="92" y="84"/>
                </a:moveTo>
                <a:cubicBezTo>
                  <a:pt x="92" y="68"/>
                  <a:pt x="92" y="68"/>
                  <a:pt x="92" y="68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0" y="84"/>
                  <a:pt x="120" y="84"/>
                  <a:pt x="120" y="84"/>
                </a:cubicBezTo>
                <a:lnTo>
                  <a:pt x="92" y="84"/>
                </a:lnTo>
                <a:close/>
                <a:moveTo>
                  <a:pt x="145" y="132"/>
                </a:moveTo>
                <a:cubicBezTo>
                  <a:pt x="121" y="132"/>
                  <a:pt x="121" y="132"/>
                  <a:pt x="121" y="132"/>
                </a:cubicBezTo>
                <a:cubicBezTo>
                  <a:pt x="123" y="116"/>
                  <a:pt x="123" y="116"/>
                  <a:pt x="123" y="116"/>
                </a:cubicBezTo>
                <a:cubicBezTo>
                  <a:pt x="148" y="116"/>
                  <a:pt x="148" y="116"/>
                  <a:pt x="148" y="116"/>
                </a:cubicBezTo>
                <a:lnTo>
                  <a:pt x="145" y="132"/>
                </a:lnTo>
                <a:close/>
                <a:moveTo>
                  <a:pt x="150" y="108"/>
                </a:moveTo>
                <a:cubicBezTo>
                  <a:pt x="124" y="108"/>
                  <a:pt x="124" y="108"/>
                  <a:pt x="124" y="108"/>
                </a:cubicBezTo>
                <a:cubicBezTo>
                  <a:pt x="127" y="92"/>
                  <a:pt x="127" y="92"/>
                  <a:pt x="127" y="92"/>
                </a:cubicBezTo>
                <a:cubicBezTo>
                  <a:pt x="153" y="92"/>
                  <a:pt x="153" y="92"/>
                  <a:pt x="153" y="92"/>
                </a:cubicBezTo>
                <a:lnTo>
                  <a:pt x="150" y="108"/>
                </a:lnTo>
                <a:close/>
                <a:moveTo>
                  <a:pt x="155" y="84"/>
                </a:moveTo>
                <a:cubicBezTo>
                  <a:pt x="128" y="84"/>
                  <a:pt x="128" y="84"/>
                  <a:pt x="128" y="84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58" y="68"/>
                  <a:pt x="158" y="68"/>
                  <a:pt x="158" y="68"/>
                </a:cubicBezTo>
                <a:lnTo>
                  <a:pt x="155" y="84"/>
                </a:lnTo>
                <a:close/>
                <a:moveTo>
                  <a:pt x="168" y="60"/>
                </a:moveTo>
                <a:cubicBezTo>
                  <a:pt x="8" y="60"/>
                  <a:pt x="8" y="60"/>
                  <a:pt x="8" y="60"/>
                </a:cubicBezTo>
                <a:cubicBezTo>
                  <a:pt x="8" y="52"/>
                  <a:pt x="8" y="52"/>
                  <a:pt x="8" y="52"/>
                </a:cubicBezTo>
                <a:cubicBezTo>
                  <a:pt x="168" y="52"/>
                  <a:pt x="168" y="52"/>
                  <a:pt x="168" y="52"/>
                </a:cubicBezTo>
                <a:lnTo>
                  <a:pt x="168" y="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277"/>
          <p:cNvSpPr>
            <a:spLocks noEditPoints="1"/>
          </p:cNvSpPr>
          <p:nvPr/>
        </p:nvSpPr>
        <p:spPr bwMode="auto">
          <a:xfrm>
            <a:off x="4105677" y="3018059"/>
            <a:ext cx="334275" cy="339143"/>
          </a:xfrm>
          <a:custGeom>
            <a:avLst/>
            <a:gdLst>
              <a:gd name="T0" fmla="*/ 24 w 176"/>
              <a:gd name="T1" fmla="*/ 86 h 178"/>
              <a:gd name="T2" fmla="*/ 40 w 176"/>
              <a:gd name="T3" fmla="*/ 86 h 178"/>
              <a:gd name="T4" fmla="*/ 52 w 176"/>
              <a:gd name="T5" fmla="*/ 154 h 178"/>
              <a:gd name="T6" fmla="*/ 60 w 176"/>
              <a:gd name="T7" fmla="*/ 162 h 178"/>
              <a:gd name="T8" fmla="*/ 36 w 176"/>
              <a:gd name="T9" fmla="*/ 154 h 178"/>
              <a:gd name="T10" fmla="*/ 28 w 176"/>
              <a:gd name="T11" fmla="*/ 162 h 178"/>
              <a:gd name="T12" fmla="*/ 36 w 176"/>
              <a:gd name="T13" fmla="*/ 154 h 178"/>
              <a:gd name="T14" fmla="*/ 136 w 176"/>
              <a:gd name="T15" fmla="*/ 86 h 178"/>
              <a:gd name="T16" fmla="*/ 120 w 176"/>
              <a:gd name="T17" fmla="*/ 86 h 178"/>
              <a:gd name="T18" fmla="*/ 124 w 176"/>
              <a:gd name="T19" fmla="*/ 154 h 178"/>
              <a:gd name="T20" fmla="*/ 132 w 176"/>
              <a:gd name="T21" fmla="*/ 162 h 178"/>
              <a:gd name="T22" fmla="*/ 140 w 176"/>
              <a:gd name="T23" fmla="*/ 118 h 178"/>
              <a:gd name="T24" fmla="*/ 144 w 176"/>
              <a:gd name="T25" fmla="*/ 122 h 178"/>
              <a:gd name="T26" fmla="*/ 52 w 176"/>
              <a:gd name="T27" fmla="*/ 82 h 178"/>
              <a:gd name="T28" fmla="*/ 60 w 176"/>
              <a:gd name="T29" fmla="*/ 90 h 178"/>
              <a:gd name="T30" fmla="*/ 108 w 176"/>
              <a:gd name="T31" fmla="*/ 82 h 178"/>
              <a:gd name="T32" fmla="*/ 100 w 176"/>
              <a:gd name="T33" fmla="*/ 90 h 178"/>
              <a:gd name="T34" fmla="*/ 108 w 176"/>
              <a:gd name="T35" fmla="*/ 82 h 178"/>
              <a:gd name="T36" fmla="*/ 144 w 176"/>
              <a:gd name="T37" fmla="*/ 50 h 178"/>
              <a:gd name="T38" fmla="*/ 109 w 176"/>
              <a:gd name="T39" fmla="*/ 3 h 178"/>
              <a:gd name="T40" fmla="*/ 19 w 176"/>
              <a:gd name="T41" fmla="*/ 50 h 178"/>
              <a:gd name="T42" fmla="*/ 0 w 176"/>
              <a:gd name="T43" fmla="*/ 162 h 178"/>
              <a:gd name="T44" fmla="*/ 160 w 176"/>
              <a:gd name="T45" fmla="*/ 162 h 178"/>
              <a:gd name="T46" fmla="*/ 176 w 176"/>
              <a:gd name="T47" fmla="*/ 114 h 178"/>
              <a:gd name="T48" fmla="*/ 152 w 176"/>
              <a:gd name="T49" fmla="*/ 66 h 178"/>
              <a:gd name="T50" fmla="*/ 143 w 176"/>
              <a:gd name="T51" fmla="*/ 66 h 178"/>
              <a:gd name="T52" fmla="*/ 129 w 176"/>
              <a:gd name="T53" fmla="*/ 47 h 178"/>
              <a:gd name="T54" fmla="*/ 129 w 176"/>
              <a:gd name="T55" fmla="*/ 47 h 178"/>
              <a:gd name="T56" fmla="*/ 121 w 176"/>
              <a:gd name="T57" fmla="*/ 16 h 178"/>
              <a:gd name="T58" fmla="*/ 25 w 176"/>
              <a:gd name="T59" fmla="*/ 41 h 178"/>
              <a:gd name="T60" fmla="*/ 16 w 176"/>
              <a:gd name="T61" fmla="*/ 58 h 178"/>
              <a:gd name="T62" fmla="*/ 16 w 176"/>
              <a:gd name="T63" fmla="*/ 66 h 178"/>
              <a:gd name="T64" fmla="*/ 152 w 176"/>
              <a:gd name="T65" fmla="*/ 162 h 178"/>
              <a:gd name="T66" fmla="*/ 8 w 176"/>
              <a:gd name="T67" fmla="*/ 162 h 178"/>
              <a:gd name="T68" fmla="*/ 144 w 176"/>
              <a:gd name="T69" fmla="*/ 74 h 178"/>
              <a:gd name="T70" fmla="*/ 136 w 176"/>
              <a:gd name="T71" fmla="*/ 98 h 178"/>
              <a:gd name="T72" fmla="*/ 136 w 176"/>
              <a:gd name="T73" fmla="*/ 146 h 178"/>
              <a:gd name="T74" fmla="*/ 168 w 176"/>
              <a:gd name="T75" fmla="*/ 130 h 178"/>
              <a:gd name="T76" fmla="*/ 128 w 176"/>
              <a:gd name="T77" fmla="*/ 130 h 178"/>
              <a:gd name="T78" fmla="*/ 160 w 176"/>
              <a:gd name="T79" fmla="*/ 106 h 178"/>
              <a:gd name="T80" fmla="*/ 84 w 176"/>
              <a:gd name="T81" fmla="*/ 154 h 178"/>
              <a:gd name="T82" fmla="*/ 76 w 176"/>
              <a:gd name="T83" fmla="*/ 162 h 178"/>
              <a:gd name="T84" fmla="*/ 84 w 176"/>
              <a:gd name="T85" fmla="*/ 154 h 178"/>
              <a:gd name="T86" fmla="*/ 96 w 176"/>
              <a:gd name="T87" fmla="*/ 158 h 178"/>
              <a:gd name="T88" fmla="*/ 112 w 176"/>
              <a:gd name="T89" fmla="*/ 158 h 178"/>
              <a:gd name="T90" fmla="*/ 76 w 176"/>
              <a:gd name="T91" fmla="*/ 82 h 178"/>
              <a:gd name="T92" fmla="*/ 84 w 176"/>
              <a:gd name="T93" fmla="*/ 9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8">
                <a:moveTo>
                  <a:pt x="36" y="82"/>
                </a:moveTo>
                <a:cubicBezTo>
                  <a:pt x="28" y="82"/>
                  <a:pt x="28" y="82"/>
                  <a:pt x="28" y="82"/>
                </a:cubicBezTo>
                <a:cubicBezTo>
                  <a:pt x="26" y="82"/>
                  <a:pt x="24" y="84"/>
                  <a:pt x="24" y="86"/>
                </a:cubicBezTo>
                <a:cubicBezTo>
                  <a:pt x="24" y="88"/>
                  <a:pt x="26" y="90"/>
                  <a:pt x="28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38" y="90"/>
                  <a:pt x="40" y="88"/>
                  <a:pt x="40" y="86"/>
                </a:cubicBezTo>
                <a:cubicBezTo>
                  <a:pt x="40" y="84"/>
                  <a:pt x="38" y="82"/>
                  <a:pt x="36" y="82"/>
                </a:cubicBezTo>
                <a:moveTo>
                  <a:pt x="60" y="154"/>
                </a:moveTo>
                <a:cubicBezTo>
                  <a:pt x="52" y="154"/>
                  <a:pt x="52" y="154"/>
                  <a:pt x="52" y="154"/>
                </a:cubicBezTo>
                <a:cubicBezTo>
                  <a:pt x="50" y="154"/>
                  <a:pt x="48" y="156"/>
                  <a:pt x="48" y="158"/>
                </a:cubicBezTo>
                <a:cubicBezTo>
                  <a:pt x="48" y="160"/>
                  <a:pt x="50" y="162"/>
                  <a:pt x="52" y="162"/>
                </a:cubicBezTo>
                <a:cubicBezTo>
                  <a:pt x="60" y="162"/>
                  <a:pt x="60" y="162"/>
                  <a:pt x="60" y="162"/>
                </a:cubicBezTo>
                <a:cubicBezTo>
                  <a:pt x="62" y="162"/>
                  <a:pt x="64" y="160"/>
                  <a:pt x="64" y="158"/>
                </a:cubicBezTo>
                <a:cubicBezTo>
                  <a:pt x="64" y="156"/>
                  <a:pt x="62" y="154"/>
                  <a:pt x="60" y="154"/>
                </a:cubicBezTo>
                <a:moveTo>
                  <a:pt x="36" y="154"/>
                </a:moveTo>
                <a:cubicBezTo>
                  <a:pt x="28" y="154"/>
                  <a:pt x="28" y="154"/>
                  <a:pt x="28" y="154"/>
                </a:cubicBezTo>
                <a:cubicBezTo>
                  <a:pt x="26" y="154"/>
                  <a:pt x="24" y="156"/>
                  <a:pt x="24" y="158"/>
                </a:cubicBezTo>
                <a:cubicBezTo>
                  <a:pt x="24" y="160"/>
                  <a:pt x="26" y="162"/>
                  <a:pt x="28" y="162"/>
                </a:cubicBezTo>
                <a:cubicBezTo>
                  <a:pt x="36" y="162"/>
                  <a:pt x="36" y="162"/>
                  <a:pt x="36" y="162"/>
                </a:cubicBezTo>
                <a:cubicBezTo>
                  <a:pt x="38" y="162"/>
                  <a:pt x="40" y="160"/>
                  <a:pt x="40" y="158"/>
                </a:cubicBezTo>
                <a:cubicBezTo>
                  <a:pt x="40" y="156"/>
                  <a:pt x="38" y="154"/>
                  <a:pt x="36" y="154"/>
                </a:cubicBezTo>
                <a:moveTo>
                  <a:pt x="124" y="90"/>
                </a:moveTo>
                <a:cubicBezTo>
                  <a:pt x="132" y="90"/>
                  <a:pt x="132" y="90"/>
                  <a:pt x="132" y="90"/>
                </a:cubicBezTo>
                <a:cubicBezTo>
                  <a:pt x="134" y="90"/>
                  <a:pt x="136" y="88"/>
                  <a:pt x="136" y="86"/>
                </a:cubicBezTo>
                <a:cubicBezTo>
                  <a:pt x="136" y="84"/>
                  <a:pt x="134" y="82"/>
                  <a:pt x="132" y="82"/>
                </a:cubicBezTo>
                <a:cubicBezTo>
                  <a:pt x="124" y="82"/>
                  <a:pt x="124" y="82"/>
                  <a:pt x="124" y="82"/>
                </a:cubicBezTo>
                <a:cubicBezTo>
                  <a:pt x="122" y="82"/>
                  <a:pt x="120" y="84"/>
                  <a:pt x="120" y="86"/>
                </a:cubicBezTo>
                <a:cubicBezTo>
                  <a:pt x="120" y="88"/>
                  <a:pt x="122" y="90"/>
                  <a:pt x="124" y="90"/>
                </a:cubicBezTo>
                <a:moveTo>
                  <a:pt x="132" y="154"/>
                </a:moveTo>
                <a:cubicBezTo>
                  <a:pt x="124" y="154"/>
                  <a:pt x="124" y="154"/>
                  <a:pt x="124" y="154"/>
                </a:cubicBezTo>
                <a:cubicBezTo>
                  <a:pt x="122" y="154"/>
                  <a:pt x="120" y="156"/>
                  <a:pt x="120" y="158"/>
                </a:cubicBezTo>
                <a:cubicBezTo>
                  <a:pt x="120" y="160"/>
                  <a:pt x="122" y="162"/>
                  <a:pt x="124" y="162"/>
                </a:cubicBezTo>
                <a:cubicBezTo>
                  <a:pt x="132" y="162"/>
                  <a:pt x="132" y="162"/>
                  <a:pt x="132" y="162"/>
                </a:cubicBezTo>
                <a:cubicBezTo>
                  <a:pt x="134" y="162"/>
                  <a:pt x="136" y="160"/>
                  <a:pt x="136" y="158"/>
                </a:cubicBezTo>
                <a:cubicBezTo>
                  <a:pt x="136" y="156"/>
                  <a:pt x="134" y="154"/>
                  <a:pt x="132" y="154"/>
                </a:cubicBezTo>
                <a:moveTo>
                  <a:pt x="140" y="118"/>
                </a:moveTo>
                <a:cubicBezTo>
                  <a:pt x="138" y="118"/>
                  <a:pt x="136" y="120"/>
                  <a:pt x="136" y="122"/>
                </a:cubicBezTo>
                <a:cubicBezTo>
                  <a:pt x="136" y="124"/>
                  <a:pt x="138" y="126"/>
                  <a:pt x="140" y="126"/>
                </a:cubicBezTo>
                <a:cubicBezTo>
                  <a:pt x="142" y="126"/>
                  <a:pt x="144" y="124"/>
                  <a:pt x="144" y="122"/>
                </a:cubicBezTo>
                <a:cubicBezTo>
                  <a:pt x="144" y="120"/>
                  <a:pt x="142" y="118"/>
                  <a:pt x="140" y="118"/>
                </a:cubicBezTo>
                <a:moveTo>
                  <a:pt x="60" y="82"/>
                </a:moveTo>
                <a:cubicBezTo>
                  <a:pt x="52" y="82"/>
                  <a:pt x="52" y="82"/>
                  <a:pt x="52" y="82"/>
                </a:cubicBezTo>
                <a:cubicBezTo>
                  <a:pt x="50" y="82"/>
                  <a:pt x="48" y="84"/>
                  <a:pt x="48" y="86"/>
                </a:cubicBezTo>
                <a:cubicBezTo>
                  <a:pt x="48" y="88"/>
                  <a:pt x="50" y="90"/>
                  <a:pt x="52" y="90"/>
                </a:cubicBezTo>
                <a:cubicBezTo>
                  <a:pt x="60" y="90"/>
                  <a:pt x="60" y="90"/>
                  <a:pt x="60" y="90"/>
                </a:cubicBezTo>
                <a:cubicBezTo>
                  <a:pt x="62" y="90"/>
                  <a:pt x="64" y="88"/>
                  <a:pt x="64" y="86"/>
                </a:cubicBezTo>
                <a:cubicBezTo>
                  <a:pt x="64" y="84"/>
                  <a:pt x="62" y="82"/>
                  <a:pt x="60" y="82"/>
                </a:cubicBezTo>
                <a:moveTo>
                  <a:pt x="108" y="82"/>
                </a:moveTo>
                <a:cubicBezTo>
                  <a:pt x="100" y="82"/>
                  <a:pt x="100" y="82"/>
                  <a:pt x="100" y="82"/>
                </a:cubicBezTo>
                <a:cubicBezTo>
                  <a:pt x="98" y="82"/>
                  <a:pt x="96" y="84"/>
                  <a:pt x="96" y="86"/>
                </a:cubicBezTo>
                <a:cubicBezTo>
                  <a:pt x="96" y="88"/>
                  <a:pt x="98" y="90"/>
                  <a:pt x="100" y="90"/>
                </a:cubicBezTo>
                <a:cubicBezTo>
                  <a:pt x="108" y="90"/>
                  <a:pt x="108" y="90"/>
                  <a:pt x="108" y="90"/>
                </a:cubicBezTo>
                <a:cubicBezTo>
                  <a:pt x="110" y="90"/>
                  <a:pt x="112" y="88"/>
                  <a:pt x="112" y="86"/>
                </a:cubicBezTo>
                <a:cubicBezTo>
                  <a:pt x="112" y="84"/>
                  <a:pt x="110" y="82"/>
                  <a:pt x="108" y="82"/>
                </a:cubicBezTo>
                <a:moveTo>
                  <a:pt x="160" y="98"/>
                </a:moveTo>
                <a:cubicBezTo>
                  <a:pt x="160" y="66"/>
                  <a:pt x="160" y="66"/>
                  <a:pt x="160" y="66"/>
                </a:cubicBezTo>
                <a:cubicBezTo>
                  <a:pt x="160" y="57"/>
                  <a:pt x="153" y="50"/>
                  <a:pt x="144" y="50"/>
                </a:cubicBezTo>
                <a:cubicBezTo>
                  <a:pt x="138" y="50"/>
                  <a:pt x="138" y="50"/>
                  <a:pt x="138" y="50"/>
                </a:cubicBezTo>
                <a:cubicBezTo>
                  <a:pt x="129" y="14"/>
                  <a:pt x="129" y="14"/>
                  <a:pt x="129" y="14"/>
                </a:cubicBezTo>
                <a:cubicBezTo>
                  <a:pt x="126" y="5"/>
                  <a:pt x="118" y="0"/>
                  <a:pt x="109" y="3"/>
                </a:cubicBezTo>
                <a:cubicBezTo>
                  <a:pt x="28" y="24"/>
                  <a:pt x="28" y="24"/>
                  <a:pt x="28" y="24"/>
                </a:cubicBezTo>
                <a:cubicBezTo>
                  <a:pt x="20" y="26"/>
                  <a:pt x="15" y="35"/>
                  <a:pt x="17" y="44"/>
                </a:cubicBezTo>
                <a:cubicBezTo>
                  <a:pt x="19" y="50"/>
                  <a:pt x="19" y="50"/>
                  <a:pt x="19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7" y="50"/>
                  <a:pt x="0" y="57"/>
                  <a:pt x="0" y="66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171"/>
                  <a:pt x="7" y="178"/>
                  <a:pt x="16" y="178"/>
                </a:cubicBezTo>
                <a:cubicBezTo>
                  <a:pt x="144" y="178"/>
                  <a:pt x="144" y="178"/>
                  <a:pt x="144" y="178"/>
                </a:cubicBezTo>
                <a:cubicBezTo>
                  <a:pt x="153" y="178"/>
                  <a:pt x="160" y="171"/>
                  <a:pt x="160" y="162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9" y="146"/>
                  <a:pt x="176" y="139"/>
                  <a:pt x="176" y="130"/>
                </a:cubicBezTo>
                <a:cubicBezTo>
                  <a:pt x="176" y="114"/>
                  <a:pt x="176" y="114"/>
                  <a:pt x="176" y="114"/>
                </a:cubicBezTo>
                <a:cubicBezTo>
                  <a:pt x="176" y="105"/>
                  <a:pt x="169" y="98"/>
                  <a:pt x="160" y="98"/>
                </a:cubicBezTo>
                <a:moveTo>
                  <a:pt x="144" y="58"/>
                </a:moveTo>
                <a:cubicBezTo>
                  <a:pt x="148" y="58"/>
                  <a:pt x="152" y="62"/>
                  <a:pt x="152" y="66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0" y="67"/>
                  <a:pt x="147" y="66"/>
                  <a:pt x="144" y="66"/>
                </a:cubicBezTo>
                <a:cubicBezTo>
                  <a:pt x="143" y="66"/>
                  <a:pt x="143" y="66"/>
                  <a:pt x="143" y="66"/>
                </a:cubicBezTo>
                <a:cubicBezTo>
                  <a:pt x="140" y="58"/>
                  <a:pt x="140" y="58"/>
                  <a:pt x="140" y="58"/>
                </a:cubicBezTo>
                <a:lnTo>
                  <a:pt x="144" y="58"/>
                </a:lnTo>
                <a:close/>
                <a:moveTo>
                  <a:pt x="129" y="47"/>
                </a:moveTo>
                <a:cubicBezTo>
                  <a:pt x="134" y="66"/>
                  <a:pt x="134" y="66"/>
                  <a:pt x="134" y="66"/>
                </a:cubicBezTo>
                <a:cubicBezTo>
                  <a:pt x="57" y="66"/>
                  <a:pt x="57" y="66"/>
                  <a:pt x="57" y="66"/>
                </a:cubicBezTo>
                <a:lnTo>
                  <a:pt x="129" y="47"/>
                </a:lnTo>
                <a:close/>
                <a:moveTo>
                  <a:pt x="30" y="32"/>
                </a:moveTo>
                <a:cubicBezTo>
                  <a:pt x="111" y="10"/>
                  <a:pt x="111" y="10"/>
                  <a:pt x="111" y="10"/>
                </a:cubicBezTo>
                <a:cubicBezTo>
                  <a:pt x="115" y="9"/>
                  <a:pt x="120" y="12"/>
                  <a:pt x="121" y="16"/>
                </a:cubicBezTo>
                <a:cubicBezTo>
                  <a:pt x="123" y="24"/>
                  <a:pt x="123" y="24"/>
                  <a:pt x="123" y="24"/>
                </a:cubicBezTo>
                <a:cubicBezTo>
                  <a:pt x="27" y="49"/>
                  <a:pt x="27" y="49"/>
                  <a:pt x="27" y="49"/>
                </a:cubicBezTo>
                <a:cubicBezTo>
                  <a:pt x="25" y="41"/>
                  <a:pt x="25" y="41"/>
                  <a:pt x="25" y="41"/>
                </a:cubicBezTo>
                <a:cubicBezTo>
                  <a:pt x="24" y="37"/>
                  <a:pt x="26" y="33"/>
                  <a:pt x="30" y="32"/>
                </a:cubicBezTo>
                <a:moveTo>
                  <a:pt x="8" y="66"/>
                </a:moveTo>
                <a:cubicBezTo>
                  <a:pt x="8" y="62"/>
                  <a:pt x="12" y="58"/>
                  <a:pt x="16" y="58"/>
                </a:cubicBezTo>
                <a:cubicBezTo>
                  <a:pt x="21" y="58"/>
                  <a:pt x="21" y="58"/>
                  <a:pt x="21" y="58"/>
                </a:cubicBezTo>
                <a:cubicBezTo>
                  <a:pt x="23" y="66"/>
                  <a:pt x="23" y="66"/>
                  <a:pt x="23" y="66"/>
                </a:cubicBezTo>
                <a:cubicBezTo>
                  <a:pt x="16" y="66"/>
                  <a:pt x="16" y="66"/>
                  <a:pt x="16" y="66"/>
                </a:cubicBezTo>
                <a:cubicBezTo>
                  <a:pt x="13" y="66"/>
                  <a:pt x="10" y="67"/>
                  <a:pt x="8" y="68"/>
                </a:cubicBezTo>
                <a:lnTo>
                  <a:pt x="8" y="66"/>
                </a:lnTo>
                <a:close/>
                <a:moveTo>
                  <a:pt x="152" y="162"/>
                </a:moveTo>
                <a:cubicBezTo>
                  <a:pt x="152" y="166"/>
                  <a:pt x="148" y="170"/>
                  <a:pt x="144" y="170"/>
                </a:cubicBezTo>
                <a:cubicBezTo>
                  <a:pt x="16" y="170"/>
                  <a:pt x="16" y="170"/>
                  <a:pt x="16" y="170"/>
                </a:cubicBezTo>
                <a:cubicBezTo>
                  <a:pt x="12" y="170"/>
                  <a:pt x="8" y="166"/>
                  <a:pt x="8" y="162"/>
                </a:cubicBezTo>
                <a:cubicBezTo>
                  <a:pt x="8" y="82"/>
                  <a:pt x="8" y="82"/>
                  <a:pt x="8" y="82"/>
                </a:cubicBezTo>
                <a:cubicBezTo>
                  <a:pt x="8" y="78"/>
                  <a:pt x="12" y="74"/>
                  <a:pt x="16" y="74"/>
                </a:cubicBezTo>
                <a:cubicBezTo>
                  <a:pt x="144" y="74"/>
                  <a:pt x="144" y="74"/>
                  <a:pt x="144" y="74"/>
                </a:cubicBezTo>
                <a:cubicBezTo>
                  <a:pt x="148" y="74"/>
                  <a:pt x="152" y="78"/>
                  <a:pt x="152" y="82"/>
                </a:cubicBezTo>
                <a:cubicBezTo>
                  <a:pt x="152" y="98"/>
                  <a:pt x="152" y="98"/>
                  <a:pt x="152" y="98"/>
                </a:cubicBezTo>
                <a:cubicBezTo>
                  <a:pt x="136" y="98"/>
                  <a:pt x="136" y="98"/>
                  <a:pt x="136" y="98"/>
                </a:cubicBezTo>
                <a:cubicBezTo>
                  <a:pt x="127" y="98"/>
                  <a:pt x="120" y="105"/>
                  <a:pt x="120" y="114"/>
                </a:cubicBezTo>
                <a:cubicBezTo>
                  <a:pt x="120" y="130"/>
                  <a:pt x="120" y="130"/>
                  <a:pt x="120" y="130"/>
                </a:cubicBezTo>
                <a:cubicBezTo>
                  <a:pt x="120" y="139"/>
                  <a:pt x="127" y="146"/>
                  <a:pt x="136" y="146"/>
                </a:cubicBezTo>
                <a:cubicBezTo>
                  <a:pt x="152" y="146"/>
                  <a:pt x="152" y="146"/>
                  <a:pt x="152" y="146"/>
                </a:cubicBezTo>
                <a:lnTo>
                  <a:pt x="152" y="162"/>
                </a:lnTo>
                <a:close/>
                <a:moveTo>
                  <a:pt x="168" y="130"/>
                </a:moveTo>
                <a:cubicBezTo>
                  <a:pt x="168" y="134"/>
                  <a:pt x="164" y="138"/>
                  <a:pt x="160" y="138"/>
                </a:cubicBezTo>
                <a:cubicBezTo>
                  <a:pt x="136" y="138"/>
                  <a:pt x="136" y="138"/>
                  <a:pt x="136" y="138"/>
                </a:cubicBezTo>
                <a:cubicBezTo>
                  <a:pt x="132" y="138"/>
                  <a:pt x="128" y="134"/>
                  <a:pt x="128" y="130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8" y="110"/>
                  <a:pt x="132" y="106"/>
                  <a:pt x="136" y="106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64" y="106"/>
                  <a:pt x="168" y="110"/>
                  <a:pt x="168" y="114"/>
                </a:cubicBezTo>
                <a:lnTo>
                  <a:pt x="168" y="130"/>
                </a:lnTo>
                <a:close/>
                <a:moveTo>
                  <a:pt x="84" y="154"/>
                </a:moveTo>
                <a:cubicBezTo>
                  <a:pt x="76" y="154"/>
                  <a:pt x="76" y="154"/>
                  <a:pt x="76" y="154"/>
                </a:cubicBezTo>
                <a:cubicBezTo>
                  <a:pt x="74" y="154"/>
                  <a:pt x="72" y="156"/>
                  <a:pt x="72" y="158"/>
                </a:cubicBezTo>
                <a:cubicBezTo>
                  <a:pt x="72" y="160"/>
                  <a:pt x="74" y="162"/>
                  <a:pt x="76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6" y="162"/>
                  <a:pt x="88" y="160"/>
                  <a:pt x="88" y="158"/>
                </a:cubicBezTo>
                <a:cubicBezTo>
                  <a:pt x="88" y="156"/>
                  <a:pt x="86" y="154"/>
                  <a:pt x="84" y="154"/>
                </a:cubicBezTo>
                <a:moveTo>
                  <a:pt x="108" y="154"/>
                </a:moveTo>
                <a:cubicBezTo>
                  <a:pt x="100" y="154"/>
                  <a:pt x="100" y="154"/>
                  <a:pt x="100" y="154"/>
                </a:cubicBezTo>
                <a:cubicBezTo>
                  <a:pt x="98" y="154"/>
                  <a:pt x="96" y="156"/>
                  <a:pt x="96" y="158"/>
                </a:cubicBezTo>
                <a:cubicBezTo>
                  <a:pt x="96" y="160"/>
                  <a:pt x="98" y="162"/>
                  <a:pt x="100" y="162"/>
                </a:cubicBezTo>
                <a:cubicBezTo>
                  <a:pt x="108" y="162"/>
                  <a:pt x="108" y="162"/>
                  <a:pt x="108" y="162"/>
                </a:cubicBezTo>
                <a:cubicBezTo>
                  <a:pt x="110" y="162"/>
                  <a:pt x="112" y="160"/>
                  <a:pt x="112" y="158"/>
                </a:cubicBezTo>
                <a:cubicBezTo>
                  <a:pt x="112" y="156"/>
                  <a:pt x="110" y="154"/>
                  <a:pt x="108" y="154"/>
                </a:cubicBezTo>
                <a:moveTo>
                  <a:pt x="84" y="82"/>
                </a:moveTo>
                <a:cubicBezTo>
                  <a:pt x="76" y="82"/>
                  <a:pt x="76" y="82"/>
                  <a:pt x="76" y="82"/>
                </a:cubicBezTo>
                <a:cubicBezTo>
                  <a:pt x="74" y="82"/>
                  <a:pt x="72" y="84"/>
                  <a:pt x="72" y="86"/>
                </a:cubicBezTo>
                <a:cubicBezTo>
                  <a:pt x="72" y="88"/>
                  <a:pt x="74" y="90"/>
                  <a:pt x="76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6" y="90"/>
                  <a:pt x="88" y="88"/>
                  <a:pt x="88" y="86"/>
                </a:cubicBezTo>
                <a:cubicBezTo>
                  <a:pt x="88" y="84"/>
                  <a:pt x="86" y="82"/>
                  <a:pt x="84" y="8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278"/>
          <p:cNvSpPr>
            <a:spLocks noEditPoints="1"/>
          </p:cNvSpPr>
          <p:nvPr/>
        </p:nvSpPr>
        <p:spPr bwMode="auto">
          <a:xfrm>
            <a:off x="4743396" y="3068362"/>
            <a:ext cx="335898" cy="243404"/>
          </a:xfrm>
          <a:custGeom>
            <a:avLst/>
            <a:gdLst>
              <a:gd name="T0" fmla="*/ 28 w 176"/>
              <a:gd name="T1" fmla="*/ 32 h 128"/>
              <a:gd name="T2" fmla="*/ 28 w 176"/>
              <a:gd name="T3" fmla="*/ 40 h 128"/>
              <a:gd name="T4" fmla="*/ 40 w 176"/>
              <a:gd name="T5" fmla="*/ 36 h 128"/>
              <a:gd name="T6" fmla="*/ 60 w 176"/>
              <a:gd name="T7" fmla="*/ 32 h 128"/>
              <a:gd name="T8" fmla="*/ 48 w 176"/>
              <a:gd name="T9" fmla="*/ 36 h 128"/>
              <a:gd name="T10" fmla="*/ 60 w 176"/>
              <a:gd name="T11" fmla="*/ 40 h 128"/>
              <a:gd name="T12" fmla="*/ 60 w 176"/>
              <a:gd name="T13" fmla="*/ 32 h 128"/>
              <a:gd name="T14" fmla="*/ 52 w 176"/>
              <a:gd name="T15" fmla="*/ 104 h 128"/>
              <a:gd name="T16" fmla="*/ 52 w 176"/>
              <a:gd name="T17" fmla="*/ 112 h 128"/>
              <a:gd name="T18" fmla="*/ 64 w 176"/>
              <a:gd name="T19" fmla="*/ 108 h 128"/>
              <a:gd name="T20" fmla="*/ 140 w 176"/>
              <a:gd name="T21" fmla="*/ 68 h 128"/>
              <a:gd name="T22" fmla="*/ 140 w 176"/>
              <a:gd name="T23" fmla="*/ 76 h 128"/>
              <a:gd name="T24" fmla="*/ 140 w 176"/>
              <a:gd name="T25" fmla="*/ 68 h 128"/>
              <a:gd name="T26" fmla="*/ 160 w 176"/>
              <a:gd name="T27" fmla="*/ 16 h 128"/>
              <a:gd name="T28" fmla="*/ 16 w 176"/>
              <a:gd name="T29" fmla="*/ 0 h 128"/>
              <a:gd name="T30" fmla="*/ 0 w 176"/>
              <a:gd name="T31" fmla="*/ 112 h 128"/>
              <a:gd name="T32" fmla="*/ 144 w 176"/>
              <a:gd name="T33" fmla="*/ 128 h 128"/>
              <a:gd name="T34" fmla="*/ 160 w 176"/>
              <a:gd name="T35" fmla="*/ 96 h 128"/>
              <a:gd name="T36" fmla="*/ 176 w 176"/>
              <a:gd name="T37" fmla="*/ 64 h 128"/>
              <a:gd name="T38" fmla="*/ 8 w 176"/>
              <a:gd name="T39" fmla="*/ 16 h 128"/>
              <a:gd name="T40" fmla="*/ 144 w 176"/>
              <a:gd name="T41" fmla="*/ 8 h 128"/>
              <a:gd name="T42" fmla="*/ 152 w 176"/>
              <a:gd name="T43" fmla="*/ 18 h 128"/>
              <a:gd name="T44" fmla="*/ 16 w 176"/>
              <a:gd name="T45" fmla="*/ 16 h 128"/>
              <a:gd name="T46" fmla="*/ 8 w 176"/>
              <a:gd name="T47" fmla="*/ 16 h 128"/>
              <a:gd name="T48" fmla="*/ 144 w 176"/>
              <a:gd name="T49" fmla="*/ 120 h 128"/>
              <a:gd name="T50" fmla="*/ 8 w 176"/>
              <a:gd name="T51" fmla="*/ 112 h 128"/>
              <a:gd name="T52" fmla="*/ 16 w 176"/>
              <a:gd name="T53" fmla="*/ 24 h 128"/>
              <a:gd name="T54" fmla="*/ 152 w 176"/>
              <a:gd name="T55" fmla="*/ 32 h 128"/>
              <a:gd name="T56" fmla="*/ 136 w 176"/>
              <a:gd name="T57" fmla="*/ 48 h 128"/>
              <a:gd name="T58" fmla="*/ 120 w 176"/>
              <a:gd name="T59" fmla="*/ 80 h 128"/>
              <a:gd name="T60" fmla="*/ 152 w 176"/>
              <a:gd name="T61" fmla="*/ 96 h 128"/>
              <a:gd name="T62" fmla="*/ 168 w 176"/>
              <a:gd name="T63" fmla="*/ 80 h 128"/>
              <a:gd name="T64" fmla="*/ 136 w 176"/>
              <a:gd name="T65" fmla="*/ 88 h 128"/>
              <a:gd name="T66" fmla="*/ 128 w 176"/>
              <a:gd name="T67" fmla="*/ 64 h 128"/>
              <a:gd name="T68" fmla="*/ 160 w 176"/>
              <a:gd name="T69" fmla="*/ 56 h 128"/>
              <a:gd name="T70" fmla="*/ 168 w 176"/>
              <a:gd name="T71" fmla="*/ 80 h 128"/>
              <a:gd name="T72" fmla="*/ 132 w 176"/>
              <a:gd name="T73" fmla="*/ 40 h 128"/>
              <a:gd name="T74" fmla="*/ 132 w 176"/>
              <a:gd name="T75" fmla="*/ 32 h 128"/>
              <a:gd name="T76" fmla="*/ 120 w 176"/>
              <a:gd name="T77" fmla="*/ 36 h 128"/>
              <a:gd name="T78" fmla="*/ 36 w 176"/>
              <a:gd name="T79" fmla="*/ 104 h 128"/>
              <a:gd name="T80" fmla="*/ 24 w 176"/>
              <a:gd name="T81" fmla="*/ 108 h 128"/>
              <a:gd name="T82" fmla="*/ 36 w 176"/>
              <a:gd name="T83" fmla="*/ 112 h 128"/>
              <a:gd name="T84" fmla="*/ 36 w 176"/>
              <a:gd name="T85" fmla="*/ 104 h 128"/>
              <a:gd name="T86" fmla="*/ 76 w 176"/>
              <a:gd name="T87" fmla="*/ 104 h 128"/>
              <a:gd name="T88" fmla="*/ 76 w 176"/>
              <a:gd name="T89" fmla="*/ 112 h 128"/>
              <a:gd name="T90" fmla="*/ 88 w 176"/>
              <a:gd name="T91" fmla="*/ 108 h 128"/>
              <a:gd name="T92" fmla="*/ 108 w 176"/>
              <a:gd name="T93" fmla="*/ 32 h 128"/>
              <a:gd name="T94" fmla="*/ 96 w 176"/>
              <a:gd name="T95" fmla="*/ 36 h 128"/>
              <a:gd name="T96" fmla="*/ 108 w 176"/>
              <a:gd name="T97" fmla="*/ 40 h 128"/>
              <a:gd name="T98" fmla="*/ 108 w 176"/>
              <a:gd name="T99" fmla="*/ 32 h 128"/>
              <a:gd name="T100" fmla="*/ 124 w 176"/>
              <a:gd name="T101" fmla="*/ 104 h 128"/>
              <a:gd name="T102" fmla="*/ 124 w 176"/>
              <a:gd name="T103" fmla="*/ 112 h 128"/>
              <a:gd name="T104" fmla="*/ 136 w 176"/>
              <a:gd name="T105" fmla="*/ 108 h 128"/>
              <a:gd name="T106" fmla="*/ 84 w 176"/>
              <a:gd name="T107" fmla="*/ 32 h 128"/>
              <a:gd name="T108" fmla="*/ 72 w 176"/>
              <a:gd name="T109" fmla="*/ 36 h 128"/>
              <a:gd name="T110" fmla="*/ 84 w 176"/>
              <a:gd name="T111" fmla="*/ 40 h 128"/>
              <a:gd name="T112" fmla="*/ 84 w 176"/>
              <a:gd name="T113" fmla="*/ 32 h 128"/>
              <a:gd name="T114" fmla="*/ 100 w 176"/>
              <a:gd name="T115" fmla="*/ 104 h 128"/>
              <a:gd name="T116" fmla="*/ 100 w 176"/>
              <a:gd name="T117" fmla="*/ 112 h 128"/>
              <a:gd name="T118" fmla="*/ 112 w 176"/>
              <a:gd name="T119" fmla="*/ 10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28">
                <a:moveTo>
                  <a:pt x="36" y="32"/>
                </a:moveTo>
                <a:cubicBezTo>
                  <a:pt x="28" y="32"/>
                  <a:pt x="28" y="32"/>
                  <a:pt x="28" y="32"/>
                </a:cubicBezTo>
                <a:cubicBezTo>
                  <a:pt x="26" y="32"/>
                  <a:pt x="24" y="34"/>
                  <a:pt x="24" y="36"/>
                </a:cubicBezTo>
                <a:cubicBezTo>
                  <a:pt x="24" y="38"/>
                  <a:pt x="26" y="40"/>
                  <a:pt x="28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34"/>
                  <a:pt x="38" y="32"/>
                  <a:pt x="36" y="32"/>
                </a:cubicBezTo>
                <a:moveTo>
                  <a:pt x="60" y="32"/>
                </a:moveTo>
                <a:cubicBezTo>
                  <a:pt x="52" y="32"/>
                  <a:pt x="52" y="32"/>
                  <a:pt x="52" y="32"/>
                </a:cubicBezTo>
                <a:cubicBezTo>
                  <a:pt x="50" y="32"/>
                  <a:pt x="48" y="34"/>
                  <a:pt x="48" y="36"/>
                </a:cubicBezTo>
                <a:cubicBezTo>
                  <a:pt x="48" y="38"/>
                  <a:pt x="50" y="40"/>
                  <a:pt x="52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62" y="40"/>
                  <a:pt x="64" y="38"/>
                  <a:pt x="64" y="36"/>
                </a:cubicBezTo>
                <a:cubicBezTo>
                  <a:pt x="64" y="34"/>
                  <a:pt x="62" y="32"/>
                  <a:pt x="60" y="32"/>
                </a:cubicBezTo>
                <a:moveTo>
                  <a:pt x="60" y="104"/>
                </a:moveTo>
                <a:cubicBezTo>
                  <a:pt x="52" y="104"/>
                  <a:pt x="52" y="104"/>
                  <a:pt x="52" y="104"/>
                </a:cubicBezTo>
                <a:cubicBezTo>
                  <a:pt x="50" y="104"/>
                  <a:pt x="48" y="106"/>
                  <a:pt x="48" y="108"/>
                </a:cubicBezTo>
                <a:cubicBezTo>
                  <a:pt x="48" y="110"/>
                  <a:pt x="50" y="112"/>
                  <a:pt x="52" y="112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62" y="112"/>
                  <a:pt x="64" y="110"/>
                  <a:pt x="64" y="108"/>
                </a:cubicBezTo>
                <a:cubicBezTo>
                  <a:pt x="64" y="106"/>
                  <a:pt x="62" y="104"/>
                  <a:pt x="60" y="104"/>
                </a:cubicBezTo>
                <a:moveTo>
                  <a:pt x="140" y="68"/>
                </a:moveTo>
                <a:cubicBezTo>
                  <a:pt x="138" y="68"/>
                  <a:pt x="136" y="70"/>
                  <a:pt x="136" y="72"/>
                </a:cubicBezTo>
                <a:cubicBezTo>
                  <a:pt x="136" y="74"/>
                  <a:pt x="138" y="76"/>
                  <a:pt x="140" y="76"/>
                </a:cubicBezTo>
                <a:cubicBezTo>
                  <a:pt x="142" y="76"/>
                  <a:pt x="144" y="74"/>
                  <a:pt x="144" y="72"/>
                </a:cubicBezTo>
                <a:cubicBezTo>
                  <a:pt x="144" y="70"/>
                  <a:pt x="142" y="68"/>
                  <a:pt x="140" y="68"/>
                </a:cubicBezTo>
                <a:moveTo>
                  <a:pt x="160" y="48"/>
                </a:move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4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1"/>
                  <a:pt x="7" y="128"/>
                  <a:pt x="16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53" y="128"/>
                  <a:pt x="160" y="121"/>
                  <a:pt x="160" y="112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9" y="96"/>
                  <a:pt x="176" y="89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55"/>
                  <a:pt x="169" y="48"/>
                  <a:pt x="160" y="48"/>
                </a:cubicBezTo>
                <a:moveTo>
                  <a:pt x="8" y="16"/>
                </a:moveTo>
                <a:cubicBezTo>
                  <a:pt x="8" y="12"/>
                  <a:pt x="12" y="8"/>
                  <a:pt x="16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8" y="8"/>
                  <a:pt x="152" y="12"/>
                  <a:pt x="152" y="16"/>
                </a:cubicBezTo>
                <a:cubicBezTo>
                  <a:pt x="152" y="18"/>
                  <a:pt x="152" y="18"/>
                  <a:pt x="152" y="18"/>
                </a:cubicBezTo>
                <a:cubicBezTo>
                  <a:pt x="150" y="17"/>
                  <a:pt x="147" y="16"/>
                  <a:pt x="144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3" y="16"/>
                  <a:pt x="10" y="17"/>
                  <a:pt x="8" y="18"/>
                </a:cubicBezTo>
                <a:lnTo>
                  <a:pt x="8" y="16"/>
                </a:lnTo>
                <a:close/>
                <a:moveTo>
                  <a:pt x="152" y="112"/>
                </a:moveTo>
                <a:cubicBezTo>
                  <a:pt x="152" y="116"/>
                  <a:pt x="148" y="120"/>
                  <a:pt x="144" y="12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12" y="120"/>
                  <a:pt x="8" y="116"/>
                  <a:pt x="8" y="11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28"/>
                  <a:pt x="12" y="24"/>
                  <a:pt x="16" y="24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8" y="24"/>
                  <a:pt x="152" y="28"/>
                  <a:pt x="152" y="3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27" y="48"/>
                  <a:pt x="120" y="55"/>
                  <a:pt x="120" y="64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89"/>
                  <a:pt x="127" y="96"/>
                  <a:pt x="136" y="96"/>
                </a:cubicBezTo>
                <a:cubicBezTo>
                  <a:pt x="152" y="96"/>
                  <a:pt x="152" y="96"/>
                  <a:pt x="152" y="96"/>
                </a:cubicBezTo>
                <a:lnTo>
                  <a:pt x="152" y="112"/>
                </a:lnTo>
                <a:close/>
                <a:moveTo>
                  <a:pt x="168" y="80"/>
                </a:moveTo>
                <a:cubicBezTo>
                  <a:pt x="168" y="84"/>
                  <a:pt x="164" y="88"/>
                  <a:pt x="160" y="8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2" y="88"/>
                  <a:pt x="128" y="84"/>
                  <a:pt x="128" y="80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60"/>
                  <a:pt x="132" y="56"/>
                  <a:pt x="136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4" y="56"/>
                  <a:pt x="168" y="60"/>
                  <a:pt x="168" y="64"/>
                </a:cubicBezTo>
                <a:lnTo>
                  <a:pt x="168" y="80"/>
                </a:lnTo>
                <a:close/>
                <a:moveTo>
                  <a:pt x="124" y="40"/>
                </a:moveTo>
                <a:cubicBezTo>
                  <a:pt x="132" y="40"/>
                  <a:pt x="132" y="40"/>
                  <a:pt x="132" y="40"/>
                </a:cubicBezTo>
                <a:cubicBezTo>
                  <a:pt x="134" y="40"/>
                  <a:pt x="136" y="38"/>
                  <a:pt x="136" y="36"/>
                </a:cubicBezTo>
                <a:cubicBezTo>
                  <a:pt x="136" y="34"/>
                  <a:pt x="134" y="32"/>
                  <a:pt x="132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2" y="32"/>
                  <a:pt x="120" y="34"/>
                  <a:pt x="120" y="36"/>
                </a:cubicBezTo>
                <a:cubicBezTo>
                  <a:pt x="120" y="38"/>
                  <a:pt x="122" y="40"/>
                  <a:pt x="124" y="40"/>
                </a:cubicBezTo>
                <a:moveTo>
                  <a:pt x="36" y="104"/>
                </a:moveTo>
                <a:cubicBezTo>
                  <a:pt x="28" y="104"/>
                  <a:pt x="28" y="104"/>
                  <a:pt x="28" y="104"/>
                </a:cubicBezTo>
                <a:cubicBezTo>
                  <a:pt x="26" y="104"/>
                  <a:pt x="24" y="106"/>
                  <a:pt x="24" y="108"/>
                </a:cubicBezTo>
                <a:cubicBezTo>
                  <a:pt x="24" y="110"/>
                  <a:pt x="26" y="112"/>
                  <a:pt x="28" y="112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8" y="112"/>
                  <a:pt x="40" y="110"/>
                  <a:pt x="40" y="108"/>
                </a:cubicBezTo>
                <a:cubicBezTo>
                  <a:pt x="40" y="106"/>
                  <a:pt x="38" y="104"/>
                  <a:pt x="36" y="104"/>
                </a:cubicBezTo>
                <a:moveTo>
                  <a:pt x="84" y="104"/>
                </a:moveTo>
                <a:cubicBezTo>
                  <a:pt x="76" y="104"/>
                  <a:pt x="76" y="104"/>
                  <a:pt x="76" y="104"/>
                </a:cubicBezTo>
                <a:cubicBezTo>
                  <a:pt x="74" y="104"/>
                  <a:pt x="72" y="106"/>
                  <a:pt x="72" y="108"/>
                </a:cubicBezTo>
                <a:cubicBezTo>
                  <a:pt x="72" y="110"/>
                  <a:pt x="74" y="112"/>
                  <a:pt x="76" y="112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6" y="112"/>
                  <a:pt x="88" y="110"/>
                  <a:pt x="88" y="108"/>
                </a:cubicBezTo>
                <a:cubicBezTo>
                  <a:pt x="88" y="106"/>
                  <a:pt x="86" y="104"/>
                  <a:pt x="84" y="104"/>
                </a:cubicBezTo>
                <a:moveTo>
                  <a:pt x="108" y="32"/>
                </a:moveTo>
                <a:cubicBezTo>
                  <a:pt x="100" y="32"/>
                  <a:pt x="100" y="32"/>
                  <a:pt x="100" y="32"/>
                </a:cubicBezTo>
                <a:cubicBezTo>
                  <a:pt x="98" y="32"/>
                  <a:pt x="96" y="34"/>
                  <a:pt x="96" y="36"/>
                </a:cubicBezTo>
                <a:cubicBezTo>
                  <a:pt x="96" y="38"/>
                  <a:pt x="98" y="40"/>
                  <a:pt x="100" y="40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10" y="40"/>
                  <a:pt x="112" y="38"/>
                  <a:pt x="112" y="36"/>
                </a:cubicBezTo>
                <a:cubicBezTo>
                  <a:pt x="112" y="34"/>
                  <a:pt x="110" y="32"/>
                  <a:pt x="108" y="32"/>
                </a:cubicBezTo>
                <a:moveTo>
                  <a:pt x="132" y="104"/>
                </a:moveTo>
                <a:cubicBezTo>
                  <a:pt x="124" y="104"/>
                  <a:pt x="124" y="104"/>
                  <a:pt x="124" y="104"/>
                </a:cubicBezTo>
                <a:cubicBezTo>
                  <a:pt x="122" y="104"/>
                  <a:pt x="120" y="106"/>
                  <a:pt x="120" y="108"/>
                </a:cubicBezTo>
                <a:cubicBezTo>
                  <a:pt x="120" y="110"/>
                  <a:pt x="122" y="112"/>
                  <a:pt x="124" y="112"/>
                </a:cubicBezTo>
                <a:cubicBezTo>
                  <a:pt x="132" y="112"/>
                  <a:pt x="132" y="112"/>
                  <a:pt x="132" y="112"/>
                </a:cubicBezTo>
                <a:cubicBezTo>
                  <a:pt x="134" y="112"/>
                  <a:pt x="136" y="110"/>
                  <a:pt x="136" y="108"/>
                </a:cubicBezTo>
                <a:cubicBezTo>
                  <a:pt x="136" y="106"/>
                  <a:pt x="134" y="104"/>
                  <a:pt x="132" y="104"/>
                </a:cubicBezTo>
                <a:moveTo>
                  <a:pt x="84" y="32"/>
                </a:moveTo>
                <a:cubicBezTo>
                  <a:pt x="76" y="32"/>
                  <a:pt x="76" y="32"/>
                  <a:pt x="76" y="32"/>
                </a:cubicBezTo>
                <a:cubicBezTo>
                  <a:pt x="74" y="32"/>
                  <a:pt x="72" y="34"/>
                  <a:pt x="72" y="36"/>
                </a:cubicBezTo>
                <a:cubicBezTo>
                  <a:pt x="72" y="38"/>
                  <a:pt x="74" y="40"/>
                  <a:pt x="76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6" y="40"/>
                  <a:pt x="88" y="38"/>
                  <a:pt x="88" y="36"/>
                </a:cubicBezTo>
                <a:cubicBezTo>
                  <a:pt x="88" y="34"/>
                  <a:pt x="86" y="32"/>
                  <a:pt x="84" y="32"/>
                </a:cubicBezTo>
                <a:moveTo>
                  <a:pt x="108" y="104"/>
                </a:moveTo>
                <a:cubicBezTo>
                  <a:pt x="100" y="104"/>
                  <a:pt x="100" y="104"/>
                  <a:pt x="100" y="104"/>
                </a:cubicBezTo>
                <a:cubicBezTo>
                  <a:pt x="98" y="104"/>
                  <a:pt x="96" y="106"/>
                  <a:pt x="96" y="108"/>
                </a:cubicBezTo>
                <a:cubicBezTo>
                  <a:pt x="96" y="110"/>
                  <a:pt x="98" y="112"/>
                  <a:pt x="100" y="112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10" y="112"/>
                  <a:pt x="112" y="110"/>
                  <a:pt x="112" y="108"/>
                </a:cubicBezTo>
                <a:cubicBezTo>
                  <a:pt x="112" y="106"/>
                  <a:pt x="110" y="104"/>
                  <a:pt x="108" y="10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279"/>
          <p:cNvSpPr>
            <a:spLocks noEditPoints="1"/>
          </p:cNvSpPr>
          <p:nvPr/>
        </p:nvSpPr>
        <p:spPr bwMode="auto">
          <a:xfrm>
            <a:off x="5382737" y="3052136"/>
            <a:ext cx="335898" cy="274235"/>
          </a:xfrm>
          <a:custGeom>
            <a:avLst/>
            <a:gdLst>
              <a:gd name="T0" fmla="*/ 24 w 176"/>
              <a:gd name="T1" fmla="*/ 124 h 144"/>
              <a:gd name="T2" fmla="*/ 40 w 176"/>
              <a:gd name="T3" fmla="*/ 124 h 144"/>
              <a:gd name="T4" fmla="*/ 52 w 176"/>
              <a:gd name="T5" fmla="*/ 120 h 144"/>
              <a:gd name="T6" fmla="*/ 60 w 176"/>
              <a:gd name="T7" fmla="*/ 128 h 144"/>
              <a:gd name="T8" fmla="*/ 124 w 176"/>
              <a:gd name="T9" fmla="*/ 56 h 144"/>
              <a:gd name="T10" fmla="*/ 132 w 176"/>
              <a:gd name="T11" fmla="*/ 48 h 144"/>
              <a:gd name="T12" fmla="*/ 124 w 176"/>
              <a:gd name="T13" fmla="*/ 56 h 144"/>
              <a:gd name="T14" fmla="*/ 24 w 176"/>
              <a:gd name="T15" fmla="*/ 52 h 144"/>
              <a:gd name="T16" fmla="*/ 40 w 176"/>
              <a:gd name="T17" fmla="*/ 52 h 144"/>
              <a:gd name="T18" fmla="*/ 136 w 176"/>
              <a:gd name="T19" fmla="*/ 88 h 144"/>
              <a:gd name="T20" fmla="*/ 140 w 176"/>
              <a:gd name="T21" fmla="*/ 84 h 144"/>
              <a:gd name="T22" fmla="*/ 120 w 176"/>
              <a:gd name="T23" fmla="*/ 124 h 144"/>
              <a:gd name="T24" fmla="*/ 136 w 176"/>
              <a:gd name="T25" fmla="*/ 124 h 144"/>
              <a:gd name="T26" fmla="*/ 100 w 176"/>
              <a:gd name="T27" fmla="*/ 48 h 144"/>
              <a:gd name="T28" fmla="*/ 108 w 176"/>
              <a:gd name="T29" fmla="*/ 56 h 144"/>
              <a:gd name="T30" fmla="*/ 160 w 176"/>
              <a:gd name="T31" fmla="*/ 64 h 144"/>
              <a:gd name="T32" fmla="*/ 144 w 176"/>
              <a:gd name="T33" fmla="*/ 8 h 144"/>
              <a:gd name="T34" fmla="*/ 18 w 176"/>
              <a:gd name="T35" fmla="*/ 16 h 144"/>
              <a:gd name="T36" fmla="*/ 0 w 176"/>
              <a:gd name="T37" fmla="*/ 128 h 144"/>
              <a:gd name="T38" fmla="*/ 160 w 176"/>
              <a:gd name="T39" fmla="*/ 128 h 144"/>
              <a:gd name="T40" fmla="*/ 176 w 176"/>
              <a:gd name="T41" fmla="*/ 80 h 144"/>
              <a:gd name="T42" fmla="*/ 152 w 176"/>
              <a:gd name="T43" fmla="*/ 34 h 144"/>
              <a:gd name="T44" fmla="*/ 152 w 176"/>
              <a:gd name="T45" fmla="*/ 32 h 144"/>
              <a:gd name="T46" fmla="*/ 102 w 176"/>
              <a:gd name="T47" fmla="*/ 21 h 144"/>
              <a:gd name="T48" fmla="*/ 112 w 176"/>
              <a:gd name="T49" fmla="*/ 32 h 144"/>
              <a:gd name="T50" fmla="*/ 8 w 176"/>
              <a:gd name="T51" fmla="*/ 32 h 144"/>
              <a:gd name="T52" fmla="*/ 8 w 176"/>
              <a:gd name="T53" fmla="*/ 34 h 144"/>
              <a:gd name="T54" fmla="*/ 144 w 176"/>
              <a:gd name="T55" fmla="*/ 136 h 144"/>
              <a:gd name="T56" fmla="*/ 8 w 176"/>
              <a:gd name="T57" fmla="*/ 48 h 144"/>
              <a:gd name="T58" fmla="*/ 152 w 176"/>
              <a:gd name="T59" fmla="*/ 48 h 144"/>
              <a:gd name="T60" fmla="*/ 120 w 176"/>
              <a:gd name="T61" fmla="*/ 80 h 144"/>
              <a:gd name="T62" fmla="*/ 152 w 176"/>
              <a:gd name="T63" fmla="*/ 112 h 144"/>
              <a:gd name="T64" fmla="*/ 160 w 176"/>
              <a:gd name="T65" fmla="*/ 104 h 144"/>
              <a:gd name="T66" fmla="*/ 128 w 176"/>
              <a:gd name="T67" fmla="*/ 80 h 144"/>
              <a:gd name="T68" fmla="*/ 168 w 176"/>
              <a:gd name="T69" fmla="*/ 80 h 144"/>
              <a:gd name="T70" fmla="*/ 100 w 176"/>
              <a:gd name="T71" fmla="*/ 120 h 144"/>
              <a:gd name="T72" fmla="*/ 108 w 176"/>
              <a:gd name="T73" fmla="*/ 128 h 144"/>
              <a:gd name="T74" fmla="*/ 84 w 176"/>
              <a:gd name="T75" fmla="*/ 120 h 144"/>
              <a:gd name="T76" fmla="*/ 76 w 176"/>
              <a:gd name="T77" fmla="*/ 128 h 144"/>
              <a:gd name="T78" fmla="*/ 84 w 176"/>
              <a:gd name="T79" fmla="*/ 120 h 144"/>
              <a:gd name="T80" fmla="*/ 48 w 176"/>
              <a:gd name="T81" fmla="*/ 52 h 144"/>
              <a:gd name="T82" fmla="*/ 64 w 176"/>
              <a:gd name="T83" fmla="*/ 52 h 144"/>
              <a:gd name="T84" fmla="*/ 76 w 176"/>
              <a:gd name="T85" fmla="*/ 48 h 144"/>
              <a:gd name="T86" fmla="*/ 84 w 176"/>
              <a:gd name="T87" fmla="*/ 5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44">
                <a:moveTo>
                  <a:pt x="36" y="120"/>
                </a:moveTo>
                <a:cubicBezTo>
                  <a:pt x="28" y="120"/>
                  <a:pt x="28" y="120"/>
                  <a:pt x="28" y="120"/>
                </a:cubicBezTo>
                <a:cubicBezTo>
                  <a:pt x="26" y="120"/>
                  <a:pt x="24" y="122"/>
                  <a:pt x="24" y="124"/>
                </a:cubicBezTo>
                <a:cubicBezTo>
                  <a:pt x="24" y="126"/>
                  <a:pt x="26" y="128"/>
                  <a:pt x="28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8" y="128"/>
                  <a:pt x="40" y="126"/>
                  <a:pt x="40" y="124"/>
                </a:cubicBezTo>
                <a:cubicBezTo>
                  <a:pt x="40" y="122"/>
                  <a:pt x="38" y="120"/>
                  <a:pt x="36" y="120"/>
                </a:cubicBezTo>
                <a:moveTo>
                  <a:pt x="60" y="120"/>
                </a:moveTo>
                <a:cubicBezTo>
                  <a:pt x="52" y="120"/>
                  <a:pt x="52" y="120"/>
                  <a:pt x="52" y="120"/>
                </a:cubicBezTo>
                <a:cubicBezTo>
                  <a:pt x="50" y="120"/>
                  <a:pt x="48" y="122"/>
                  <a:pt x="48" y="124"/>
                </a:cubicBezTo>
                <a:cubicBezTo>
                  <a:pt x="48" y="126"/>
                  <a:pt x="50" y="128"/>
                  <a:pt x="52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2" y="128"/>
                  <a:pt x="64" y="126"/>
                  <a:pt x="64" y="124"/>
                </a:cubicBezTo>
                <a:cubicBezTo>
                  <a:pt x="64" y="122"/>
                  <a:pt x="62" y="120"/>
                  <a:pt x="60" y="120"/>
                </a:cubicBezTo>
                <a:moveTo>
                  <a:pt x="124" y="56"/>
                </a:moveTo>
                <a:cubicBezTo>
                  <a:pt x="132" y="56"/>
                  <a:pt x="132" y="56"/>
                  <a:pt x="132" y="56"/>
                </a:cubicBezTo>
                <a:cubicBezTo>
                  <a:pt x="134" y="56"/>
                  <a:pt x="136" y="54"/>
                  <a:pt x="136" y="52"/>
                </a:cubicBezTo>
                <a:cubicBezTo>
                  <a:pt x="136" y="50"/>
                  <a:pt x="134" y="48"/>
                  <a:pt x="132" y="48"/>
                </a:cubicBezTo>
                <a:cubicBezTo>
                  <a:pt x="124" y="48"/>
                  <a:pt x="124" y="48"/>
                  <a:pt x="124" y="48"/>
                </a:cubicBezTo>
                <a:cubicBezTo>
                  <a:pt x="122" y="48"/>
                  <a:pt x="120" y="50"/>
                  <a:pt x="120" y="52"/>
                </a:cubicBezTo>
                <a:cubicBezTo>
                  <a:pt x="120" y="54"/>
                  <a:pt x="122" y="56"/>
                  <a:pt x="124" y="56"/>
                </a:cubicBezTo>
                <a:moveTo>
                  <a:pt x="36" y="48"/>
                </a:moveTo>
                <a:cubicBezTo>
                  <a:pt x="28" y="48"/>
                  <a:pt x="28" y="48"/>
                  <a:pt x="28" y="48"/>
                </a:cubicBezTo>
                <a:cubicBezTo>
                  <a:pt x="26" y="48"/>
                  <a:pt x="24" y="50"/>
                  <a:pt x="24" y="52"/>
                </a:cubicBezTo>
                <a:cubicBezTo>
                  <a:pt x="24" y="54"/>
                  <a:pt x="26" y="56"/>
                  <a:pt x="28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38" y="56"/>
                  <a:pt x="40" y="54"/>
                  <a:pt x="40" y="52"/>
                </a:cubicBezTo>
                <a:cubicBezTo>
                  <a:pt x="40" y="50"/>
                  <a:pt x="38" y="48"/>
                  <a:pt x="36" y="48"/>
                </a:cubicBezTo>
                <a:moveTo>
                  <a:pt x="140" y="84"/>
                </a:moveTo>
                <a:cubicBezTo>
                  <a:pt x="138" y="84"/>
                  <a:pt x="136" y="86"/>
                  <a:pt x="136" y="88"/>
                </a:cubicBezTo>
                <a:cubicBezTo>
                  <a:pt x="136" y="90"/>
                  <a:pt x="138" y="92"/>
                  <a:pt x="140" y="92"/>
                </a:cubicBezTo>
                <a:cubicBezTo>
                  <a:pt x="142" y="92"/>
                  <a:pt x="144" y="90"/>
                  <a:pt x="144" y="88"/>
                </a:cubicBezTo>
                <a:cubicBezTo>
                  <a:pt x="144" y="86"/>
                  <a:pt x="142" y="84"/>
                  <a:pt x="140" y="84"/>
                </a:cubicBezTo>
                <a:moveTo>
                  <a:pt x="132" y="120"/>
                </a:move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32" y="128"/>
                  <a:pt x="132" y="128"/>
                  <a:pt x="132" y="128"/>
                </a:cubicBezTo>
                <a:cubicBezTo>
                  <a:pt x="134" y="128"/>
                  <a:pt x="136" y="126"/>
                  <a:pt x="136" y="124"/>
                </a:cubicBezTo>
                <a:cubicBezTo>
                  <a:pt x="136" y="122"/>
                  <a:pt x="134" y="120"/>
                  <a:pt x="132" y="120"/>
                </a:cubicBezTo>
                <a:moveTo>
                  <a:pt x="108" y="48"/>
                </a:moveTo>
                <a:cubicBezTo>
                  <a:pt x="100" y="48"/>
                  <a:pt x="100" y="48"/>
                  <a:pt x="100" y="48"/>
                </a:cubicBezTo>
                <a:cubicBezTo>
                  <a:pt x="98" y="48"/>
                  <a:pt x="96" y="50"/>
                  <a:pt x="96" y="52"/>
                </a:cubicBezTo>
                <a:cubicBezTo>
                  <a:pt x="96" y="54"/>
                  <a:pt x="98" y="56"/>
                  <a:pt x="100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10" y="56"/>
                  <a:pt x="112" y="54"/>
                  <a:pt x="112" y="52"/>
                </a:cubicBezTo>
                <a:cubicBezTo>
                  <a:pt x="112" y="50"/>
                  <a:pt x="110" y="48"/>
                  <a:pt x="108" y="48"/>
                </a:cubicBezTo>
                <a:moveTo>
                  <a:pt x="160" y="64"/>
                </a:moveTo>
                <a:cubicBezTo>
                  <a:pt x="160" y="32"/>
                  <a:pt x="160" y="32"/>
                  <a:pt x="160" y="32"/>
                </a:cubicBezTo>
                <a:cubicBezTo>
                  <a:pt x="160" y="23"/>
                  <a:pt x="153" y="16"/>
                  <a:pt x="145" y="16"/>
                </a:cubicBezTo>
                <a:cubicBezTo>
                  <a:pt x="144" y="8"/>
                  <a:pt x="144" y="8"/>
                  <a:pt x="144" y="8"/>
                </a:cubicBezTo>
                <a:cubicBezTo>
                  <a:pt x="82" y="16"/>
                  <a:pt x="82" y="16"/>
                  <a:pt x="82" y="16"/>
                </a:cubicBezTo>
                <a:cubicBezTo>
                  <a:pt x="22" y="0"/>
                  <a:pt x="22" y="0"/>
                  <a:pt x="22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53" y="144"/>
                  <a:pt x="160" y="137"/>
                  <a:pt x="160" y="128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9" y="112"/>
                  <a:pt x="176" y="105"/>
                  <a:pt x="176" y="96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76" y="71"/>
                  <a:pt x="169" y="64"/>
                  <a:pt x="160" y="64"/>
                </a:cubicBezTo>
                <a:moveTo>
                  <a:pt x="152" y="32"/>
                </a:moveTo>
                <a:cubicBezTo>
                  <a:pt x="152" y="34"/>
                  <a:pt x="152" y="34"/>
                  <a:pt x="152" y="34"/>
                </a:cubicBezTo>
                <a:cubicBezTo>
                  <a:pt x="150" y="33"/>
                  <a:pt x="149" y="33"/>
                  <a:pt x="147" y="32"/>
                </a:cubicBezTo>
                <a:cubicBezTo>
                  <a:pt x="146" y="24"/>
                  <a:pt x="146" y="24"/>
                  <a:pt x="146" y="24"/>
                </a:cubicBezTo>
                <a:cubicBezTo>
                  <a:pt x="149" y="25"/>
                  <a:pt x="152" y="28"/>
                  <a:pt x="152" y="32"/>
                </a:cubicBezTo>
                <a:moveTo>
                  <a:pt x="137" y="17"/>
                </a:moveTo>
                <a:cubicBezTo>
                  <a:pt x="138" y="31"/>
                  <a:pt x="138" y="31"/>
                  <a:pt x="138" y="31"/>
                </a:cubicBezTo>
                <a:cubicBezTo>
                  <a:pt x="102" y="21"/>
                  <a:pt x="102" y="21"/>
                  <a:pt x="102" y="21"/>
                </a:cubicBezTo>
                <a:lnTo>
                  <a:pt x="137" y="17"/>
                </a:lnTo>
                <a:close/>
                <a:moveTo>
                  <a:pt x="28" y="10"/>
                </a:moveTo>
                <a:cubicBezTo>
                  <a:pt x="112" y="32"/>
                  <a:pt x="112" y="32"/>
                  <a:pt x="112" y="32"/>
                </a:cubicBezTo>
                <a:cubicBezTo>
                  <a:pt x="22" y="32"/>
                  <a:pt x="22" y="32"/>
                  <a:pt x="22" y="32"/>
                </a:cubicBezTo>
                <a:lnTo>
                  <a:pt x="28" y="10"/>
                </a:lnTo>
                <a:close/>
                <a:moveTo>
                  <a:pt x="8" y="32"/>
                </a:moveTo>
                <a:cubicBezTo>
                  <a:pt x="8" y="28"/>
                  <a:pt x="12" y="24"/>
                  <a:pt x="16" y="24"/>
                </a:cubicBezTo>
                <a:cubicBezTo>
                  <a:pt x="14" y="32"/>
                  <a:pt x="14" y="32"/>
                  <a:pt x="14" y="32"/>
                </a:cubicBezTo>
                <a:cubicBezTo>
                  <a:pt x="12" y="33"/>
                  <a:pt x="10" y="33"/>
                  <a:pt x="8" y="34"/>
                </a:cubicBezTo>
                <a:lnTo>
                  <a:pt x="8" y="32"/>
                </a:lnTo>
                <a:close/>
                <a:moveTo>
                  <a:pt x="152" y="128"/>
                </a:moveTo>
                <a:cubicBezTo>
                  <a:pt x="152" y="132"/>
                  <a:pt x="148" y="136"/>
                  <a:pt x="144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48" y="40"/>
                  <a:pt x="152" y="44"/>
                  <a:pt x="152" y="48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36" y="64"/>
                  <a:pt x="136" y="64"/>
                  <a:pt x="136" y="64"/>
                </a:cubicBezTo>
                <a:cubicBezTo>
                  <a:pt x="127" y="64"/>
                  <a:pt x="120" y="71"/>
                  <a:pt x="120" y="80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0" y="105"/>
                  <a:pt x="127" y="112"/>
                  <a:pt x="136" y="112"/>
                </a:cubicBezTo>
                <a:cubicBezTo>
                  <a:pt x="152" y="112"/>
                  <a:pt x="152" y="112"/>
                  <a:pt x="152" y="112"/>
                </a:cubicBezTo>
                <a:lnTo>
                  <a:pt x="152" y="128"/>
                </a:lnTo>
                <a:close/>
                <a:moveTo>
                  <a:pt x="168" y="96"/>
                </a:moveTo>
                <a:cubicBezTo>
                  <a:pt x="168" y="100"/>
                  <a:pt x="164" y="104"/>
                  <a:pt x="160" y="104"/>
                </a:cubicBezTo>
                <a:cubicBezTo>
                  <a:pt x="136" y="104"/>
                  <a:pt x="136" y="104"/>
                  <a:pt x="136" y="104"/>
                </a:cubicBezTo>
                <a:cubicBezTo>
                  <a:pt x="132" y="104"/>
                  <a:pt x="128" y="100"/>
                  <a:pt x="128" y="96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8" y="76"/>
                  <a:pt x="132" y="72"/>
                  <a:pt x="136" y="72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4" y="72"/>
                  <a:pt x="168" y="76"/>
                  <a:pt x="168" y="80"/>
                </a:cubicBezTo>
                <a:lnTo>
                  <a:pt x="168" y="96"/>
                </a:lnTo>
                <a:close/>
                <a:moveTo>
                  <a:pt x="108" y="120"/>
                </a:moveTo>
                <a:cubicBezTo>
                  <a:pt x="100" y="120"/>
                  <a:pt x="100" y="120"/>
                  <a:pt x="100" y="120"/>
                </a:cubicBezTo>
                <a:cubicBezTo>
                  <a:pt x="98" y="120"/>
                  <a:pt x="96" y="122"/>
                  <a:pt x="96" y="124"/>
                </a:cubicBezTo>
                <a:cubicBezTo>
                  <a:pt x="96" y="126"/>
                  <a:pt x="98" y="128"/>
                  <a:pt x="100" y="12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10" y="128"/>
                  <a:pt x="112" y="126"/>
                  <a:pt x="112" y="124"/>
                </a:cubicBezTo>
                <a:cubicBezTo>
                  <a:pt x="112" y="122"/>
                  <a:pt x="110" y="120"/>
                  <a:pt x="108" y="120"/>
                </a:cubicBezTo>
                <a:moveTo>
                  <a:pt x="84" y="120"/>
                </a:moveTo>
                <a:cubicBezTo>
                  <a:pt x="76" y="120"/>
                  <a:pt x="76" y="120"/>
                  <a:pt x="76" y="120"/>
                </a:cubicBezTo>
                <a:cubicBezTo>
                  <a:pt x="74" y="120"/>
                  <a:pt x="72" y="122"/>
                  <a:pt x="72" y="124"/>
                </a:cubicBezTo>
                <a:cubicBezTo>
                  <a:pt x="72" y="126"/>
                  <a:pt x="74" y="128"/>
                  <a:pt x="76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6" y="128"/>
                  <a:pt x="88" y="126"/>
                  <a:pt x="88" y="124"/>
                </a:cubicBezTo>
                <a:cubicBezTo>
                  <a:pt x="88" y="122"/>
                  <a:pt x="86" y="120"/>
                  <a:pt x="84" y="120"/>
                </a:cubicBezTo>
                <a:moveTo>
                  <a:pt x="60" y="48"/>
                </a:moveTo>
                <a:cubicBezTo>
                  <a:pt x="52" y="48"/>
                  <a:pt x="52" y="48"/>
                  <a:pt x="52" y="48"/>
                </a:cubicBezTo>
                <a:cubicBezTo>
                  <a:pt x="50" y="48"/>
                  <a:pt x="48" y="50"/>
                  <a:pt x="48" y="52"/>
                </a:cubicBezTo>
                <a:cubicBezTo>
                  <a:pt x="48" y="54"/>
                  <a:pt x="50" y="56"/>
                  <a:pt x="52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62" y="56"/>
                  <a:pt x="64" y="54"/>
                  <a:pt x="64" y="52"/>
                </a:cubicBezTo>
                <a:cubicBezTo>
                  <a:pt x="64" y="50"/>
                  <a:pt x="62" y="48"/>
                  <a:pt x="60" y="48"/>
                </a:cubicBezTo>
                <a:moveTo>
                  <a:pt x="84" y="48"/>
                </a:moveTo>
                <a:cubicBezTo>
                  <a:pt x="76" y="48"/>
                  <a:pt x="76" y="48"/>
                  <a:pt x="76" y="48"/>
                </a:cubicBezTo>
                <a:cubicBezTo>
                  <a:pt x="74" y="48"/>
                  <a:pt x="72" y="50"/>
                  <a:pt x="72" y="52"/>
                </a:cubicBezTo>
                <a:cubicBezTo>
                  <a:pt x="72" y="54"/>
                  <a:pt x="74" y="56"/>
                  <a:pt x="76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6" y="56"/>
                  <a:pt x="88" y="54"/>
                  <a:pt x="88" y="52"/>
                </a:cubicBezTo>
                <a:cubicBezTo>
                  <a:pt x="88" y="50"/>
                  <a:pt x="86" y="48"/>
                  <a:pt x="84" y="4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280"/>
          <p:cNvSpPr>
            <a:spLocks noEditPoints="1"/>
          </p:cNvSpPr>
          <p:nvPr/>
        </p:nvSpPr>
        <p:spPr bwMode="auto">
          <a:xfrm>
            <a:off x="6067514" y="3022927"/>
            <a:ext cx="243404" cy="334275"/>
          </a:xfrm>
          <a:custGeom>
            <a:avLst/>
            <a:gdLst>
              <a:gd name="T0" fmla="*/ 72 w 128"/>
              <a:gd name="T1" fmla="*/ 16 h 176"/>
              <a:gd name="T2" fmla="*/ 80 w 128"/>
              <a:gd name="T3" fmla="*/ 64 h 176"/>
              <a:gd name="T4" fmla="*/ 48 w 128"/>
              <a:gd name="T5" fmla="*/ 16 h 176"/>
              <a:gd name="T6" fmla="*/ 32 w 128"/>
              <a:gd name="T7" fmla="*/ 64 h 176"/>
              <a:gd name="T8" fmla="*/ 48 w 128"/>
              <a:gd name="T9" fmla="*/ 16 h 176"/>
              <a:gd name="T10" fmla="*/ 56 w 128"/>
              <a:gd name="T11" fmla="*/ 16 h 176"/>
              <a:gd name="T12" fmla="*/ 64 w 128"/>
              <a:gd name="T13" fmla="*/ 64 h 176"/>
              <a:gd name="T14" fmla="*/ 112 w 128"/>
              <a:gd name="T15" fmla="*/ 16 h 176"/>
              <a:gd name="T16" fmla="*/ 104 w 128"/>
              <a:gd name="T17" fmla="*/ 64 h 176"/>
              <a:gd name="T18" fmla="*/ 112 w 128"/>
              <a:gd name="T19" fmla="*/ 16 h 176"/>
              <a:gd name="T20" fmla="*/ 88 w 128"/>
              <a:gd name="T21" fmla="*/ 16 h 176"/>
              <a:gd name="T22" fmla="*/ 96 w 128"/>
              <a:gd name="T23" fmla="*/ 64 h 176"/>
              <a:gd name="T24" fmla="*/ 124 w 128"/>
              <a:gd name="T25" fmla="*/ 0 h 176"/>
              <a:gd name="T26" fmla="*/ 0 w 128"/>
              <a:gd name="T27" fmla="*/ 4 h 176"/>
              <a:gd name="T28" fmla="*/ 4 w 128"/>
              <a:gd name="T29" fmla="*/ 176 h 176"/>
              <a:gd name="T30" fmla="*/ 20 w 128"/>
              <a:gd name="T31" fmla="*/ 162 h 176"/>
              <a:gd name="T32" fmla="*/ 36 w 128"/>
              <a:gd name="T33" fmla="*/ 176 h 176"/>
              <a:gd name="T34" fmla="*/ 52 w 128"/>
              <a:gd name="T35" fmla="*/ 162 h 176"/>
              <a:gd name="T36" fmla="*/ 61 w 128"/>
              <a:gd name="T37" fmla="*/ 174 h 176"/>
              <a:gd name="T38" fmla="*/ 67 w 128"/>
              <a:gd name="T39" fmla="*/ 174 h 176"/>
              <a:gd name="T40" fmla="*/ 76 w 128"/>
              <a:gd name="T41" fmla="*/ 162 h 176"/>
              <a:gd name="T42" fmla="*/ 92 w 128"/>
              <a:gd name="T43" fmla="*/ 176 h 176"/>
              <a:gd name="T44" fmla="*/ 108 w 128"/>
              <a:gd name="T45" fmla="*/ 162 h 176"/>
              <a:gd name="T46" fmla="*/ 124 w 128"/>
              <a:gd name="T47" fmla="*/ 176 h 176"/>
              <a:gd name="T48" fmla="*/ 128 w 128"/>
              <a:gd name="T49" fmla="*/ 4 h 176"/>
              <a:gd name="T50" fmla="*/ 120 w 128"/>
              <a:gd name="T51" fmla="*/ 162 h 176"/>
              <a:gd name="T52" fmla="*/ 108 w 128"/>
              <a:gd name="T53" fmla="*/ 152 h 176"/>
              <a:gd name="T54" fmla="*/ 92 w 128"/>
              <a:gd name="T55" fmla="*/ 166 h 176"/>
              <a:gd name="T56" fmla="*/ 76 w 128"/>
              <a:gd name="T57" fmla="*/ 152 h 176"/>
              <a:gd name="T58" fmla="*/ 73 w 128"/>
              <a:gd name="T59" fmla="*/ 154 h 176"/>
              <a:gd name="T60" fmla="*/ 55 w 128"/>
              <a:gd name="T61" fmla="*/ 154 h 176"/>
              <a:gd name="T62" fmla="*/ 52 w 128"/>
              <a:gd name="T63" fmla="*/ 152 h 176"/>
              <a:gd name="T64" fmla="*/ 36 w 128"/>
              <a:gd name="T65" fmla="*/ 166 h 176"/>
              <a:gd name="T66" fmla="*/ 20 w 128"/>
              <a:gd name="T67" fmla="*/ 152 h 176"/>
              <a:gd name="T68" fmla="*/ 8 w 128"/>
              <a:gd name="T69" fmla="*/ 162 h 176"/>
              <a:gd name="T70" fmla="*/ 120 w 128"/>
              <a:gd name="T71" fmla="*/ 8 h 176"/>
              <a:gd name="T72" fmla="*/ 96 w 128"/>
              <a:gd name="T73" fmla="*/ 128 h 176"/>
              <a:gd name="T74" fmla="*/ 16 w 128"/>
              <a:gd name="T75" fmla="*/ 136 h 176"/>
              <a:gd name="T76" fmla="*/ 96 w 128"/>
              <a:gd name="T77" fmla="*/ 128 h 176"/>
              <a:gd name="T78" fmla="*/ 16 w 128"/>
              <a:gd name="T79" fmla="*/ 112 h 176"/>
              <a:gd name="T80" fmla="*/ 112 w 128"/>
              <a:gd name="T81" fmla="*/ 120 h 176"/>
              <a:gd name="T82" fmla="*/ 24 w 128"/>
              <a:gd name="T83" fmla="*/ 16 h 176"/>
              <a:gd name="T84" fmla="*/ 16 w 128"/>
              <a:gd name="T85" fmla="*/ 64 h 176"/>
              <a:gd name="T86" fmla="*/ 24 w 128"/>
              <a:gd name="T87" fmla="*/ 16 h 176"/>
              <a:gd name="T88" fmla="*/ 16 w 128"/>
              <a:gd name="T89" fmla="*/ 96 h 176"/>
              <a:gd name="T90" fmla="*/ 112 w 128"/>
              <a:gd name="T91" fmla="*/ 104 h 176"/>
              <a:gd name="T92" fmla="*/ 80 w 128"/>
              <a:gd name="T93" fmla="*/ 80 h 176"/>
              <a:gd name="T94" fmla="*/ 16 w 128"/>
              <a:gd name="T95" fmla="*/ 88 h 176"/>
              <a:gd name="T96" fmla="*/ 80 w 128"/>
              <a:gd name="T97" fmla="*/ 8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8" h="176">
                <a:moveTo>
                  <a:pt x="80" y="16"/>
                </a:moveTo>
                <a:cubicBezTo>
                  <a:pt x="72" y="16"/>
                  <a:pt x="72" y="16"/>
                  <a:pt x="72" y="16"/>
                </a:cubicBezTo>
                <a:cubicBezTo>
                  <a:pt x="72" y="64"/>
                  <a:pt x="72" y="64"/>
                  <a:pt x="72" y="64"/>
                </a:cubicBezTo>
                <a:cubicBezTo>
                  <a:pt x="80" y="64"/>
                  <a:pt x="80" y="64"/>
                  <a:pt x="80" y="64"/>
                </a:cubicBezTo>
                <a:lnTo>
                  <a:pt x="80" y="16"/>
                </a:lnTo>
                <a:close/>
                <a:moveTo>
                  <a:pt x="48" y="16"/>
                </a:moveTo>
                <a:cubicBezTo>
                  <a:pt x="32" y="16"/>
                  <a:pt x="32" y="16"/>
                  <a:pt x="32" y="16"/>
                </a:cubicBezTo>
                <a:cubicBezTo>
                  <a:pt x="32" y="64"/>
                  <a:pt x="32" y="64"/>
                  <a:pt x="32" y="64"/>
                </a:cubicBezTo>
                <a:cubicBezTo>
                  <a:pt x="48" y="64"/>
                  <a:pt x="48" y="64"/>
                  <a:pt x="48" y="64"/>
                </a:cubicBezTo>
                <a:lnTo>
                  <a:pt x="48" y="16"/>
                </a:lnTo>
                <a:close/>
                <a:moveTo>
                  <a:pt x="64" y="16"/>
                </a:moveTo>
                <a:cubicBezTo>
                  <a:pt x="56" y="16"/>
                  <a:pt x="56" y="16"/>
                  <a:pt x="56" y="16"/>
                </a:cubicBezTo>
                <a:cubicBezTo>
                  <a:pt x="56" y="64"/>
                  <a:pt x="56" y="64"/>
                  <a:pt x="56" y="64"/>
                </a:cubicBezTo>
                <a:cubicBezTo>
                  <a:pt x="64" y="64"/>
                  <a:pt x="64" y="64"/>
                  <a:pt x="64" y="64"/>
                </a:cubicBezTo>
                <a:lnTo>
                  <a:pt x="64" y="16"/>
                </a:lnTo>
                <a:close/>
                <a:moveTo>
                  <a:pt x="112" y="16"/>
                </a:moveTo>
                <a:cubicBezTo>
                  <a:pt x="104" y="16"/>
                  <a:pt x="104" y="16"/>
                  <a:pt x="104" y="16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16"/>
                </a:lnTo>
                <a:close/>
                <a:moveTo>
                  <a:pt x="96" y="16"/>
                </a:moveTo>
                <a:cubicBezTo>
                  <a:pt x="88" y="16"/>
                  <a:pt x="88" y="16"/>
                  <a:pt x="88" y="16"/>
                </a:cubicBezTo>
                <a:cubicBezTo>
                  <a:pt x="88" y="64"/>
                  <a:pt x="88" y="64"/>
                  <a:pt x="88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16"/>
                </a:lnTo>
                <a:close/>
                <a:moveTo>
                  <a:pt x="124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20" y="162"/>
                  <a:pt x="20" y="162"/>
                  <a:pt x="20" y="162"/>
                </a:cubicBezTo>
                <a:cubicBezTo>
                  <a:pt x="33" y="175"/>
                  <a:pt x="33" y="175"/>
                  <a:pt x="33" y="175"/>
                </a:cubicBezTo>
                <a:cubicBezTo>
                  <a:pt x="34" y="176"/>
                  <a:pt x="35" y="176"/>
                  <a:pt x="36" y="176"/>
                </a:cubicBezTo>
                <a:cubicBezTo>
                  <a:pt x="37" y="176"/>
                  <a:pt x="38" y="176"/>
                  <a:pt x="39" y="175"/>
                </a:cubicBezTo>
                <a:cubicBezTo>
                  <a:pt x="52" y="162"/>
                  <a:pt x="52" y="162"/>
                  <a:pt x="52" y="162"/>
                </a:cubicBezTo>
                <a:cubicBezTo>
                  <a:pt x="61" y="174"/>
                  <a:pt x="61" y="174"/>
                  <a:pt x="61" y="174"/>
                </a:cubicBezTo>
                <a:cubicBezTo>
                  <a:pt x="61" y="174"/>
                  <a:pt x="61" y="174"/>
                  <a:pt x="61" y="174"/>
                </a:cubicBezTo>
                <a:cubicBezTo>
                  <a:pt x="62" y="175"/>
                  <a:pt x="63" y="176"/>
                  <a:pt x="64" y="176"/>
                </a:cubicBezTo>
                <a:cubicBezTo>
                  <a:pt x="65" y="176"/>
                  <a:pt x="66" y="175"/>
                  <a:pt x="67" y="174"/>
                </a:cubicBezTo>
                <a:cubicBezTo>
                  <a:pt x="67" y="174"/>
                  <a:pt x="67" y="174"/>
                  <a:pt x="67" y="174"/>
                </a:cubicBezTo>
                <a:cubicBezTo>
                  <a:pt x="76" y="162"/>
                  <a:pt x="76" y="162"/>
                  <a:pt x="76" y="162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90" y="176"/>
                  <a:pt x="91" y="176"/>
                  <a:pt x="92" y="176"/>
                </a:cubicBezTo>
                <a:cubicBezTo>
                  <a:pt x="93" y="176"/>
                  <a:pt x="94" y="176"/>
                  <a:pt x="95" y="175"/>
                </a:cubicBezTo>
                <a:cubicBezTo>
                  <a:pt x="108" y="162"/>
                  <a:pt x="108" y="162"/>
                  <a:pt x="108" y="162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122" y="176"/>
                  <a:pt x="123" y="176"/>
                  <a:pt x="124" y="176"/>
                </a:cubicBezTo>
                <a:cubicBezTo>
                  <a:pt x="126" y="176"/>
                  <a:pt x="128" y="174"/>
                  <a:pt x="128" y="172"/>
                </a:cubicBezTo>
                <a:cubicBezTo>
                  <a:pt x="128" y="4"/>
                  <a:pt x="128" y="4"/>
                  <a:pt x="128" y="4"/>
                </a:cubicBezTo>
                <a:cubicBezTo>
                  <a:pt x="128" y="2"/>
                  <a:pt x="126" y="0"/>
                  <a:pt x="124" y="0"/>
                </a:cubicBezTo>
                <a:moveTo>
                  <a:pt x="120" y="162"/>
                </a:moveTo>
                <a:cubicBezTo>
                  <a:pt x="111" y="153"/>
                  <a:pt x="111" y="153"/>
                  <a:pt x="111" y="153"/>
                </a:cubicBezTo>
                <a:cubicBezTo>
                  <a:pt x="110" y="152"/>
                  <a:pt x="109" y="152"/>
                  <a:pt x="108" y="152"/>
                </a:cubicBezTo>
                <a:cubicBezTo>
                  <a:pt x="107" y="152"/>
                  <a:pt x="106" y="152"/>
                  <a:pt x="105" y="153"/>
                </a:cubicBezTo>
                <a:cubicBezTo>
                  <a:pt x="92" y="166"/>
                  <a:pt x="92" y="166"/>
                  <a:pt x="92" y="166"/>
                </a:cubicBezTo>
                <a:cubicBezTo>
                  <a:pt x="79" y="153"/>
                  <a:pt x="79" y="153"/>
                  <a:pt x="79" y="153"/>
                </a:cubicBezTo>
                <a:cubicBezTo>
                  <a:pt x="78" y="152"/>
                  <a:pt x="77" y="152"/>
                  <a:pt x="76" y="152"/>
                </a:cubicBezTo>
                <a:cubicBezTo>
                  <a:pt x="75" y="152"/>
                  <a:pt x="74" y="153"/>
                  <a:pt x="73" y="154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64" y="165"/>
                  <a:pt x="64" y="165"/>
                  <a:pt x="64" y="165"/>
                </a:cubicBezTo>
                <a:cubicBezTo>
                  <a:pt x="55" y="154"/>
                  <a:pt x="55" y="154"/>
                  <a:pt x="55" y="154"/>
                </a:cubicBezTo>
                <a:cubicBezTo>
                  <a:pt x="55" y="154"/>
                  <a:pt x="55" y="154"/>
                  <a:pt x="55" y="154"/>
                </a:cubicBezTo>
                <a:cubicBezTo>
                  <a:pt x="54" y="153"/>
                  <a:pt x="53" y="152"/>
                  <a:pt x="52" y="152"/>
                </a:cubicBezTo>
                <a:cubicBezTo>
                  <a:pt x="51" y="152"/>
                  <a:pt x="50" y="152"/>
                  <a:pt x="49" y="153"/>
                </a:cubicBezTo>
                <a:cubicBezTo>
                  <a:pt x="36" y="166"/>
                  <a:pt x="36" y="166"/>
                  <a:pt x="36" y="166"/>
                </a:cubicBezTo>
                <a:cubicBezTo>
                  <a:pt x="23" y="153"/>
                  <a:pt x="23" y="153"/>
                  <a:pt x="23" y="153"/>
                </a:cubicBezTo>
                <a:cubicBezTo>
                  <a:pt x="22" y="152"/>
                  <a:pt x="21" y="152"/>
                  <a:pt x="20" y="152"/>
                </a:cubicBezTo>
                <a:cubicBezTo>
                  <a:pt x="19" y="152"/>
                  <a:pt x="18" y="152"/>
                  <a:pt x="17" y="153"/>
                </a:cubicBezTo>
                <a:cubicBezTo>
                  <a:pt x="8" y="162"/>
                  <a:pt x="8" y="162"/>
                  <a:pt x="8" y="162"/>
                </a:cubicBezTo>
                <a:cubicBezTo>
                  <a:pt x="8" y="8"/>
                  <a:pt x="8" y="8"/>
                  <a:pt x="8" y="8"/>
                </a:cubicBezTo>
                <a:cubicBezTo>
                  <a:pt x="120" y="8"/>
                  <a:pt x="120" y="8"/>
                  <a:pt x="120" y="8"/>
                </a:cubicBezTo>
                <a:lnTo>
                  <a:pt x="120" y="162"/>
                </a:lnTo>
                <a:close/>
                <a:moveTo>
                  <a:pt x="96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96" y="136"/>
                  <a:pt x="96" y="136"/>
                  <a:pt x="96" y="136"/>
                </a:cubicBezTo>
                <a:lnTo>
                  <a:pt x="96" y="128"/>
                </a:lnTo>
                <a:close/>
                <a:moveTo>
                  <a:pt x="112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112" y="120"/>
                  <a:pt x="112" y="120"/>
                  <a:pt x="112" y="120"/>
                </a:cubicBezTo>
                <a:lnTo>
                  <a:pt x="112" y="112"/>
                </a:lnTo>
                <a:close/>
                <a:moveTo>
                  <a:pt x="24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64"/>
                  <a:pt x="16" y="64"/>
                  <a:pt x="16" y="64"/>
                </a:cubicBezTo>
                <a:cubicBezTo>
                  <a:pt x="24" y="64"/>
                  <a:pt x="24" y="64"/>
                  <a:pt x="24" y="64"/>
                </a:cubicBezTo>
                <a:lnTo>
                  <a:pt x="24" y="16"/>
                </a:lnTo>
                <a:close/>
                <a:moveTo>
                  <a:pt x="112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12" y="104"/>
                  <a:pt x="112" y="104"/>
                  <a:pt x="112" y="104"/>
                </a:cubicBezTo>
                <a:lnTo>
                  <a:pt x="112" y="96"/>
                </a:lnTo>
                <a:close/>
                <a:moveTo>
                  <a:pt x="80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88"/>
                  <a:pt x="16" y="88"/>
                  <a:pt x="16" y="88"/>
                </a:cubicBezTo>
                <a:cubicBezTo>
                  <a:pt x="80" y="88"/>
                  <a:pt x="80" y="88"/>
                  <a:pt x="80" y="88"/>
                </a:cubicBezTo>
                <a:lnTo>
                  <a:pt x="80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281"/>
          <p:cNvSpPr>
            <a:spLocks noEditPoints="1"/>
          </p:cNvSpPr>
          <p:nvPr/>
        </p:nvSpPr>
        <p:spPr bwMode="auto">
          <a:xfrm>
            <a:off x="6692251" y="3022927"/>
            <a:ext cx="272613" cy="334275"/>
          </a:xfrm>
          <a:custGeom>
            <a:avLst/>
            <a:gdLst>
              <a:gd name="T0" fmla="*/ 56 w 144"/>
              <a:gd name="T1" fmla="*/ 40 h 176"/>
              <a:gd name="T2" fmla="*/ 64 w 144"/>
              <a:gd name="T3" fmla="*/ 80 h 176"/>
              <a:gd name="T4" fmla="*/ 24 w 144"/>
              <a:gd name="T5" fmla="*/ 40 h 176"/>
              <a:gd name="T6" fmla="*/ 16 w 144"/>
              <a:gd name="T7" fmla="*/ 80 h 176"/>
              <a:gd name="T8" fmla="*/ 24 w 144"/>
              <a:gd name="T9" fmla="*/ 40 h 176"/>
              <a:gd name="T10" fmla="*/ 32 w 144"/>
              <a:gd name="T11" fmla="*/ 40 h 176"/>
              <a:gd name="T12" fmla="*/ 48 w 144"/>
              <a:gd name="T13" fmla="*/ 80 h 176"/>
              <a:gd name="T14" fmla="*/ 96 w 144"/>
              <a:gd name="T15" fmla="*/ 40 h 176"/>
              <a:gd name="T16" fmla="*/ 88 w 144"/>
              <a:gd name="T17" fmla="*/ 80 h 176"/>
              <a:gd name="T18" fmla="*/ 96 w 144"/>
              <a:gd name="T19" fmla="*/ 40 h 176"/>
              <a:gd name="T20" fmla="*/ 72 w 144"/>
              <a:gd name="T21" fmla="*/ 40 h 176"/>
              <a:gd name="T22" fmla="*/ 80 w 144"/>
              <a:gd name="T23" fmla="*/ 80 h 176"/>
              <a:gd name="T24" fmla="*/ 72 w 144"/>
              <a:gd name="T25" fmla="*/ 128 h 176"/>
              <a:gd name="T26" fmla="*/ 16 w 144"/>
              <a:gd name="T27" fmla="*/ 136 h 176"/>
              <a:gd name="T28" fmla="*/ 72 w 144"/>
              <a:gd name="T29" fmla="*/ 128 h 176"/>
              <a:gd name="T30" fmla="*/ 36 w 144"/>
              <a:gd name="T31" fmla="*/ 0 h 176"/>
              <a:gd name="T32" fmla="*/ 32 w 144"/>
              <a:gd name="T33" fmla="*/ 16 h 176"/>
              <a:gd name="T34" fmla="*/ 40 w 144"/>
              <a:gd name="T35" fmla="*/ 8 h 176"/>
              <a:gd name="T36" fmla="*/ 136 w 144"/>
              <a:gd name="T37" fmla="*/ 140 h 176"/>
              <a:gd name="T38" fmla="*/ 120 w 144"/>
              <a:gd name="T39" fmla="*/ 128 h 176"/>
              <a:gd name="T40" fmla="*/ 120 w 144"/>
              <a:gd name="T41" fmla="*/ 137 h 176"/>
              <a:gd name="T42" fmla="*/ 140 w 144"/>
              <a:gd name="T43" fmla="*/ 152 h 176"/>
              <a:gd name="T44" fmla="*/ 144 w 144"/>
              <a:gd name="T45" fmla="*/ 4 h 176"/>
              <a:gd name="T46" fmla="*/ 56 w 144"/>
              <a:gd name="T47" fmla="*/ 96 h 176"/>
              <a:gd name="T48" fmla="*/ 16 w 144"/>
              <a:gd name="T49" fmla="*/ 104 h 176"/>
              <a:gd name="T50" fmla="*/ 56 w 144"/>
              <a:gd name="T51" fmla="*/ 96 h 176"/>
              <a:gd name="T52" fmla="*/ 4 w 144"/>
              <a:gd name="T53" fmla="*/ 24 h 176"/>
              <a:gd name="T54" fmla="*/ 0 w 144"/>
              <a:gd name="T55" fmla="*/ 172 h 176"/>
              <a:gd name="T56" fmla="*/ 7 w 144"/>
              <a:gd name="T57" fmla="*/ 175 h 176"/>
              <a:gd name="T58" fmla="*/ 37 w 144"/>
              <a:gd name="T59" fmla="*/ 175 h 176"/>
              <a:gd name="T60" fmla="*/ 43 w 144"/>
              <a:gd name="T61" fmla="*/ 175 h 176"/>
              <a:gd name="T62" fmla="*/ 69 w 144"/>
              <a:gd name="T63" fmla="*/ 175 h 176"/>
              <a:gd name="T64" fmla="*/ 75 w 144"/>
              <a:gd name="T65" fmla="*/ 175 h 176"/>
              <a:gd name="T66" fmla="*/ 105 w 144"/>
              <a:gd name="T67" fmla="*/ 175 h 176"/>
              <a:gd name="T68" fmla="*/ 112 w 144"/>
              <a:gd name="T69" fmla="*/ 172 h 176"/>
              <a:gd name="T70" fmla="*/ 108 w 144"/>
              <a:gd name="T71" fmla="*/ 24 h 176"/>
              <a:gd name="T72" fmla="*/ 91 w 144"/>
              <a:gd name="T73" fmla="*/ 153 h 176"/>
              <a:gd name="T74" fmla="*/ 85 w 144"/>
              <a:gd name="T75" fmla="*/ 153 h 176"/>
              <a:gd name="T76" fmla="*/ 59 w 144"/>
              <a:gd name="T77" fmla="*/ 153 h 176"/>
              <a:gd name="T78" fmla="*/ 53 w 144"/>
              <a:gd name="T79" fmla="*/ 153 h 176"/>
              <a:gd name="T80" fmla="*/ 27 w 144"/>
              <a:gd name="T81" fmla="*/ 153 h 176"/>
              <a:gd name="T82" fmla="*/ 21 w 144"/>
              <a:gd name="T83" fmla="*/ 153 h 176"/>
              <a:gd name="T84" fmla="*/ 8 w 144"/>
              <a:gd name="T85" fmla="*/ 32 h 176"/>
              <a:gd name="T86" fmla="*/ 104 w 144"/>
              <a:gd name="T87" fmla="*/ 164 h 176"/>
              <a:gd name="T88" fmla="*/ 16 w 144"/>
              <a:gd name="T89" fmla="*/ 112 h 176"/>
              <a:gd name="T90" fmla="*/ 96 w 144"/>
              <a:gd name="T91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4" h="176">
                <a:moveTo>
                  <a:pt x="64" y="40"/>
                </a:moveTo>
                <a:cubicBezTo>
                  <a:pt x="56" y="40"/>
                  <a:pt x="56" y="40"/>
                  <a:pt x="56" y="40"/>
                </a:cubicBezTo>
                <a:cubicBezTo>
                  <a:pt x="56" y="80"/>
                  <a:pt x="56" y="80"/>
                  <a:pt x="56" y="80"/>
                </a:cubicBezTo>
                <a:cubicBezTo>
                  <a:pt x="64" y="80"/>
                  <a:pt x="64" y="80"/>
                  <a:pt x="64" y="80"/>
                </a:cubicBezTo>
                <a:lnTo>
                  <a:pt x="64" y="40"/>
                </a:lnTo>
                <a:close/>
                <a:moveTo>
                  <a:pt x="24" y="40"/>
                </a:moveTo>
                <a:cubicBezTo>
                  <a:pt x="16" y="40"/>
                  <a:pt x="16" y="40"/>
                  <a:pt x="16" y="40"/>
                </a:cubicBezTo>
                <a:cubicBezTo>
                  <a:pt x="16" y="80"/>
                  <a:pt x="16" y="80"/>
                  <a:pt x="16" y="80"/>
                </a:cubicBezTo>
                <a:cubicBezTo>
                  <a:pt x="24" y="80"/>
                  <a:pt x="24" y="80"/>
                  <a:pt x="24" y="80"/>
                </a:cubicBezTo>
                <a:lnTo>
                  <a:pt x="24" y="40"/>
                </a:lnTo>
                <a:close/>
                <a:moveTo>
                  <a:pt x="48" y="40"/>
                </a:moveTo>
                <a:cubicBezTo>
                  <a:pt x="32" y="40"/>
                  <a:pt x="32" y="40"/>
                  <a:pt x="32" y="40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80"/>
                  <a:pt x="48" y="80"/>
                </a:cubicBezTo>
                <a:lnTo>
                  <a:pt x="48" y="40"/>
                </a:lnTo>
                <a:close/>
                <a:moveTo>
                  <a:pt x="96" y="40"/>
                </a:moveTo>
                <a:cubicBezTo>
                  <a:pt x="88" y="40"/>
                  <a:pt x="88" y="40"/>
                  <a:pt x="88" y="40"/>
                </a:cubicBezTo>
                <a:cubicBezTo>
                  <a:pt x="88" y="80"/>
                  <a:pt x="88" y="80"/>
                  <a:pt x="88" y="80"/>
                </a:cubicBezTo>
                <a:cubicBezTo>
                  <a:pt x="96" y="80"/>
                  <a:pt x="96" y="80"/>
                  <a:pt x="96" y="80"/>
                </a:cubicBezTo>
                <a:lnTo>
                  <a:pt x="96" y="40"/>
                </a:lnTo>
                <a:close/>
                <a:moveTo>
                  <a:pt x="80" y="40"/>
                </a:moveTo>
                <a:cubicBezTo>
                  <a:pt x="72" y="40"/>
                  <a:pt x="72" y="40"/>
                  <a:pt x="72" y="40"/>
                </a:cubicBezTo>
                <a:cubicBezTo>
                  <a:pt x="72" y="80"/>
                  <a:pt x="72" y="80"/>
                  <a:pt x="72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40"/>
                </a:lnTo>
                <a:close/>
                <a:moveTo>
                  <a:pt x="72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72" y="136"/>
                  <a:pt x="72" y="136"/>
                  <a:pt x="72" y="136"/>
                </a:cubicBezTo>
                <a:lnTo>
                  <a:pt x="72" y="128"/>
                </a:lnTo>
                <a:close/>
                <a:moveTo>
                  <a:pt x="140" y="0"/>
                </a:move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16"/>
                  <a:pt x="32" y="16"/>
                  <a:pt x="32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8"/>
                  <a:pt x="40" y="8"/>
                  <a:pt x="40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140"/>
                  <a:pt x="136" y="140"/>
                  <a:pt x="136" y="140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2" y="128"/>
                  <a:pt x="121" y="128"/>
                  <a:pt x="120" y="128"/>
                </a:cubicBezTo>
                <a:cubicBezTo>
                  <a:pt x="120" y="138"/>
                  <a:pt x="120" y="138"/>
                  <a:pt x="120" y="138"/>
                </a:cubicBezTo>
                <a:cubicBezTo>
                  <a:pt x="120" y="137"/>
                  <a:pt x="120" y="137"/>
                  <a:pt x="120" y="137"/>
                </a:cubicBezTo>
                <a:cubicBezTo>
                  <a:pt x="137" y="151"/>
                  <a:pt x="137" y="151"/>
                  <a:pt x="137" y="151"/>
                </a:cubicBezTo>
                <a:cubicBezTo>
                  <a:pt x="138" y="152"/>
                  <a:pt x="139" y="152"/>
                  <a:pt x="140" y="152"/>
                </a:cubicBezTo>
                <a:cubicBezTo>
                  <a:pt x="142" y="152"/>
                  <a:pt x="144" y="150"/>
                  <a:pt x="144" y="148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moveTo>
                  <a:pt x="56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56" y="104"/>
                  <a:pt x="56" y="104"/>
                  <a:pt x="56" y="104"/>
                </a:cubicBezTo>
                <a:lnTo>
                  <a:pt x="56" y="96"/>
                </a:lnTo>
                <a:close/>
                <a:moveTo>
                  <a:pt x="108" y="24"/>
                </a:move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24" y="161"/>
                  <a:pt x="24" y="161"/>
                  <a:pt x="24" y="161"/>
                </a:cubicBezTo>
                <a:cubicBezTo>
                  <a:pt x="37" y="175"/>
                  <a:pt x="37" y="175"/>
                  <a:pt x="37" y="175"/>
                </a:cubicBezTo>
                <a:cubicBezTo>
                  <a:pt x="38" y="176"/>
                  <a:pt x="39" y="176"/>
                  <a:pt x="40" y="176"/>
                </a:cubicBezTo>
                <a:cubicBezTo>
                  <a:pt x="41" y="176"/>
                  <a:pt x="42" y="176"/>
                  <a:pt x="43" y="175"/>
                </a:cubicBezTo>
                <a:cubicBezTo>
                  <a:pt x="56" y="162"/>
                  <a:pt x="56" y="162"/>
                  <a:pt x="56" y="162"/>
                </a:cubicBezTo>
                <a:cubicBezTo>
                  <a:pt x="69" y="175"/>
                  <a:pt x="69" y="175"/>
                  <a:pt x="69" y="175"/>
                </a:cubicBezTo>
                <a:cubicBezTo>
                  <a:pt x="70" y="176"/>
                  <a:pt x="71" y="176"/>
                  <a:pt x="72" y="176"/>
                </a:cubicBezTo>
                <a:cubicBezTo>
                  <a:pt x="73" y="176"/>
                  <a:pt x="74" y="176"/>
                  <a:pt x="75" y="175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105" y="175"/>
                  <a:pt x="105" y="175"/>
                  <a:pt x="105" y="175"/>
                </a:cubicBezTo>
                <a:cubicBezTo>
                  <a:pt x="106" y="176"/>
                  <a:pt x="107" y="176"/>
                  <a:pt x="108" y="176"/>
                </a:cubicBezTo>
                <a:cubicBezTo>
                  <a:pt x="110" y="176"/>
                  <a:pt x="112" y="174"/>
                  <a:pt x="112" y="172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2" y="26"/>
                  <a:pt x="110" y="24"/>
                  <a:pt x="108" y="24"/>
                </a:cubicBezTo>
                <a:moveTo>
                  <a:pt x="104" y="164"/>
                </a:moveTo>
                <a:cubicBezTo>
                  <a:pt x="91" y="153"/>
                  <a:pt x="91" y="153"/>
                  <a:pt x="91" y="153"/>
                </a:cubicBezTo>
                <a:cubicBezTo>
                  <a:pt x="90" y="152"/>
                  <a:pt x="89" y="152"/>
                  <a:pt x="88" y="152"/>
                </a:cubicBezTo>
                <a:cubicBezTo>
                  <a:pt x="87" y="152"/>
                  <a:pt x="86" y="152"/>
                  <a:pt x="85" y="153"/>
                </a:cubicBezTo>
                <a:cubicBezTo>
                  <a:pt x="72" y="166"/>
                  <a:pt x="72" y="166"/>
                  <a:pt x="72" y="166"/>
                </a:cubicBezTo>
                <a:cubicBezTo>
                  <a:pt x="59" y="153"/>
                  <a:pt x="59" y="153"/>
                  <a:pt x="59" y="153"/>
                </a:cubicBezTo>
                <a:cubicBezTo>
                  <a:pt x="58" y="152"/>
                  <a:pt x="57" y="152"/>
                  <a:pt x="56" y="152"/>
                </a:cubicBezTo>
                <a:cubicBezTo>
                  <a:pt x="55" y="152"/>
                  <a:pt x="54" y="152"/>
                  <a:pt x="53" y="153"/>
                </a:cubicBezTo>
                <a:cubicBezTo>
                  <a:pt x="40" y="166"/>
                  <a:pt x="40" y="166"/>
                  <a:pt x="40" y="166"/>
                </a:cubicBezTo>
                <a:cubicBezTo>
                  <a:pt x="27" y="153"/>
                  <a:pt x="27" y="153"/>
                  <a:pt x="27" y="153"/>
                </a:cubicBezTo>
                <a:cubicBezTo>
                  <a:pt x="26" y="152"/>
                  <a:pt x="25" y="152"/>
                  <a:pt x="24" y="152"/>
                </a:cubicBezTo>
                <a:cubicBezTo>
                  <a:pt x="23" y="152"/>
                  <a:pt x="22" y="152"/>
                  <a:pt x="21" y="153"/>
                </a:cubicBezTo>
                <a:cubicBezTo>
                  <a:pt x="8" y="164"/>
                  <a:pt x="8" y="164"/>
                  <a:pt x="8" y="164"/>
                </a:cubicBezTo>
                <a:cubicBezTo>
                  <a:pt x="8" y="32"/>
                  <a:pt x="8" y="32"/>
                  <a:pt x="8" y="32"/>
                </a:cubicBezTo>
                <a:cubicBezTo>
                  <a:pt x="104" y="32"/>
                  <a:pt x="104" y="32"/>
                  <a:pt x="104" y="32"/>
                </a:cubicBezTo>
                <a:lnTo>
                  <a:pt x="104" y="164"/>
                </a:lnTo>
                <a:close/>
                <a:moveTo>
                  <a:pt x="96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96" y="120"/>
                  <a:pt x="96" y="120"/>
                  <a:pt x="96" y="120"/>
                </a:cubicBezTo>
                <a:lnTo>
                  <a:pt x="96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282"/>
          <p:cNvSpPr>
            <a:spLocks noEditPoints="1"/>
          </p:cNvSpPr>
          <p:nvPr/>
        </p:nvSpPr>
        <p:spPr bwMode="auto">
          <a:xfrm>
            <a:off x="7300761" y="3022927"/>
            <a:ext cx="334275" cy="334275"/>
          </a:xfrm>
          <a:custGeom>
            <a:avLst/>
            <a:gdLst>
              <a:gd name="T0" fmla="*/ 152 w 176"/>
              <a:gd name="T1" fmla="*/ 64 h 176"/>
              <a:gd name="T2" fmla="*/ 142 w 176"/>
              <a:gd name="T3" fmla="*/ 64 h 176"/>
              <a:gd name="T4" fmla="*/ 88 w 176"/>
              <a:gd name="T5" fmla="*/ 0 h 176"/>
              <a:gd name="T6" fmla="*/ 34 w 176"/>
              <a:gd name="T7" fmla="*/ 64 h 176"/>
              <a:gd name="T8" fmla="*/ 24 w 176"/>
              <a:gd name="T9" fmla="*/ 64 h 176"/>
              <a:gd name="T10" fmla="*/ 0 w 176"/>
              <a:gd name="T11" fmla="*/ 88 h 176"/>
              <a:gd name="T12" fmla="*/ 1 w 176"/>
              <a:gd name="T13" fmla="*/ 96 h 176"/>
              <a:gd name="T14" fmla="*/ 25 w 176"/>
              <a:gd name="T15" fmla="*/ 167 h 176"/>
              <a:gd name="T16" fmla="*/ 40 w 176"/>
              <a:gd name="T17" fmla="*/ 176 h 176"/>
              <a:gd name="T18" fmla="*/ 136 w 176"/>
              <a:gd name="T19" fmla="*/ 176 h 176"/>
              <a:gd name="T20" fmla="*/ 151 w 176"/>
              <a:gd name="T21" fmla="*/ 164 h 176"/>
              <a:gd name="T22" fmla="*/ 175 w 176"/>
              <a:gd name="T23" fmla="*/ 96 h 176"/>
              <a:gd name="T24" fmla="*/ 176 w 176"/>
              <a:gd name="T25" fmla="*/ 88 h 176"/>
              <a:gd name="T26" fmla="*/ 152 w 176"/>
              <a:gd name="T27" fmla="*/ 64 h 176"/>
              <a:gd name="T28" fmla="*/ 88 w 176"/>
              <a:gd name="T29" fmla="*/ 8 h 176"/>
              <a:gd name="T30" fmla="*/ 134 w 176"/>
              <a:gd name="T31" fmla="*/ 64 h 176"/>
              <a:gd name="T32" fmla="*/ 42 w 176"/>
              <a:gd name="T33" fmla="*/ 64 h 176"/>
              <a:gd name="T34" fmla="*/ 88 w 176"/>
              <a:gd name="T35" fmla="*/ 8 h 176"/>
              <a:gd name="T36" fmla="*/ 144 w 176"/>
              <a:gd name="T37" fmla="*/ 162 h 176"/>
              <a:gd name="T38" fmla="*/ 136 w 176"/>
              <a:gd name="T39" fmla="*/ 168 h 176"/>
              <a:gd name="T40" fmla="*/ 40 w 176"/>
              <a:gd name="T41" fmla="*/ 168 h 176"/>
              <a:gd name="T42" fmla="*/ 32 w 176"/>
              <a:gd name="T43" fmla="*/ 162 h 176"/>
              <a:gd name="T44" fmla="*/ 18 w 176"/>
              <a:gd name="T45" fmla="*/ 120 h 176"/>
              <a:gd name="T46" fmla="*/ 90 w 176"/>
              <a:gd name="T47" fmla="*/ 136 h 176"/>
              <a:gd name="T48" fmla="*/ 157 w 176"/>
              <a:gd name="T49" fmla="*/ 122 h 176"/>
              <a:gd name="T50" fmla="*/ 144 w 176"/>
              <a:gd name="T51" fmla="*/ 162 h 176"/>
              <a:gd name="T52" fmla="*/ 167 w 176"/>
              <a:gd name="T53" fmla="*/ 94 h 176"/>
              <a:gd name="T54" fmla="*/ 161 w 176"/>
              <a:gd name="T55" fmla="*/ 112 h 176"/>
              <a:gd name="T56" fmla="*/ 90 w 176"/>
              <a:gd name="T57" fmla="*/ 128 h 176"/>
              <a:gd name="T58" fmla="*/ 14 w 176"/>
              <a:gd name="T59" fmla="*/ 109 h 176"/>
              <a:gd name="T60" fmla="*/ 9 w 176"/>
              <a:gd name="T61" fmla="*/ 94 h 176"/>
              <a:gd name="T62" fmla="*/ 8 w 176"/>
              <a:gd name="T63" fmla="*/ 88 h 176"/>
              <a:gd name="T64" fmla="*/ 24 w 176"/>
              <a:gd name="T65" fmla="*/ 72 h 176"/>
              <a:gd name="T66" fmla="*/ 152 w 176"/>
              <a:gd name="T67" fmla="*/ 72 h 176"/>
              <a:gd name="T68" fmla="*/ 168 w 176"/>
              <a:gd name="T69" fmla="*/ 88 h 176"/>
              <a:gd name="T70" fmla="*/ 167 w 176"/>
              <a:gd name="T71" fmla="*/ 94 h 176"/>
              <a:gd name="T72" fmla="*/ 88 w 176"/>
              <a:gd name="T73" fmla="*/ 88 h 176"/>
              <a:gd name="T74" fmla="*/ 76 w 176"/>
              <a:gd name="T75" fmla="*/ 100 h 176"/>
              <a:gd name="T76" fmla="*/ 88 w 176"/>
              <a:gd name="T77" fmla="*/ 112 h 176"/>
              <a:gd name="T78" fmla="*/ 100 w 176"/>
              <a:gd name="T79" fmla="*/ 100 h 176"/>
              <a:gd name="T80" fmla="*/ 88 w 176"/>
              <a:gd name="T81" fmla="*/ 88 h 176"/>
              <a:gd name="T82" fmla="*/ 88 w 176"/>
              <a:gd name="T83" fmla="*/ 104 h 176"/>
              <a:gd name="T84" fmla="*/ 84 w 176"/>
              <a:gd name="T85" fmla="*/ 100 h 176"/>
              <a:gd name="T86" fmla="*/ 88 w 176"/>
              <a:gd name="T87" fmla="*/ 96 h 176"/>
              <a:gd name="T88" fmla="*/ 92 w 176"/>
              <a:gd name="T89" fmla="*/ 100 h 176"/>
              <a:gd name="T90" fmla="*/ 88 w 176"/>
              <a:gd name="T91" fmla="*/ 10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76">
                <a:moveTo>
                  <a:pt x="152" y="64"/>
                </a:moveTo>
                <a:cubicBezTo>
                  <a:pt x="142" y="64"/>
                  <a:pt x="142" y="64"/>
                  <a:pt x="142" y="64"/>
                </a:cubicBezTo>
                <a:cubicBezTo>
                  <a:pt x="135" y="27"/>
                  <a:pt x="114" y="0"/>
                  <a:pt x="88" y="0"/>
                </a:cubicBezTo>
                <a:cubicBezTo>
                  <a:pt x="62" y="0"/>
                  <a:pt x="41" y="27"/>
                  <a:pt x="34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11" y="64"/>
                  <a:pt x="0" y="75"/>
                  <a:pt x="0" y="88"/>
                </a:cubicBezTo>
                <a:cubicBezTo>
                  <a:pt x="0" y="92"/>
                  <a:pt x="1" y="96"/>
                  <a:pt x="1" y="96"/>
                </a:cubicBezTo>
                <a:cubicBezTo>
                  <a:pt x="25" y="167"/>
                  <a:pt x="25" y="167"/>
                  <a:pt x="25" y="167"/>
                </a:cubicBezTo>
                <a:cubicBezTo>
                  <a:pt x="25" y="167"/>
                  <a:pt x="28" y="176"/>
                  <a:pt x="40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8" y="176"/>
                  <a:pt x="151" y="165"/>
                  <a:pt x="151" y="164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5" y="93"/>
                  <a:pt x="176" y="91"/>
                  <a:pt x="176" y="88"/>
                </a:cubicBezTo>
                <a:cubicBezTo>
                  <a:pt x="176" y="75"/>
                  <a:pt x="165" y="64"/>
                  <a:pt x="152" y="64"/>
                </a:cubicBezTo>
                <a:moveTo>
                  <a:pt x="88" y="8"/>
                </a:moveTo>
                <a:cubicBezTo>
                  <a:pt x="109" y="8"/>
                  <a:pt x="128" y="32"/>
                  <a:pt x="134" y="64"/>
                </a:cubicBezTo>
                <a:cubicBezTo>
                  <a:pt x="42" y="64"/>
                  <a:pt x="42" y="64"/>
                  <a:pt x="42" y="64"/>
                </a:cubicBezTo>
                <a:cubicBezTo>
                  <a:pt x="48" y="32"/>
                  <a:pt x="67" y="8"/>
                  <a:pt x="88" y="8"/>
                </a:cubicBezTo>
                <a:moveTo>
                  <a:pt x="144" y="162"/>
                </a:moveTo>
                <a:cubicBezTo>
                  <a:pt x="144" y="162"/>
                  <a:pt x="142" y="168"/>
                  <a:pt x="136" y="168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34" y="168"/>
                  <a:pt x="32" y="162"/>
                  <a:pt x="32" y="162"/>
                </a:cubicBezTo>
                <a:cubicBezTo>
                  <a:pt x="18" y="120"/>
                  <a:pt x="18" y="120"/>
                  <a:pt x="18" y="120"/>
                </a:cubicBezTo>
                <a:cubicBezTo>
                  <a:pt x="37" y="130"/>
                  <a:pt x="62" y="136"/>
                  <a:pt x="90" y="136"/>
                </a:cubicBezTo>
                <a:cubicBezTo>
                  <a:pt x="115" y="136"/>
                  <a:pt x="139" y="131"/>
                  <a:pt x="157" y="122"/>
                </a:cubicBezTo>
                <a:lnTo>
                  <a:pt x="144" y="162"/>
                </a:lnTo>
                <a:close/>
                <a:moveTo>
                  <a:pt x="167" y="94"/>
                </a:moveTo>
                <a:cubicBezTo>
                  <a:pt x="161" y="112"/>
                  <a:pt x="161" y="112"/>
                  <a:pt x="161" y="112"/>
                </a:cubicBezTo>
                <a:cubicBezTo>
                  <a:pt x="143" y="122"/>
                  <a:pt x="118" y="128"/>
                  <a:pt x="90" y="128"/>
                </a:cubicBezTo>
                <a:cubicBezTo>
                  <a:pt x="60" y="128"/>
                  <a:pt x="33" y="120"/>
                  <a:pt x="14" y="109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94"/>
                  <a:pt x="8" y="91"/>
                  <a:pt x="8" y="88"/>
                </a:cubicBezTo>
                <a:cubicBezTo>
                  <a:pt x="8" y="79"/>
                  <a:pt x="15" y="72"/>
                  <a:pt x="24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61" y="72"/>
                  <a:pt x="168" y="79"/>
                  <a:pt x="168" y="88"/>
                </a:cubicBezTo>
                <a:cubicBezTo>
                  <a:pt x="168" y="91"/>
                  <a:pt x="167" y="94"/>
                  <a:pt x="167" y="94"/>
                </a:cubicBezTo>
                <a:moveTo>
                  <a:pt x="88" y="88"/>
                </a:moveTo>
                <a:cubicBezTo>
                  <a:pt x="81" y="88"/>
                  <a:pt x="76" y="93"/>
                  <a:pt x="76" y="100"/>
                </a:cubicBezTo>
                <a:cubicBezTo>
                  <a:pt x="76" y="107"/>
                  <a:pt x="81" y="112"/>
                  <a:pt x="88" y="112"/>
                </a:cubicBezTo>
                <a:cubicBezTo>
                  <a:pt x="95" y="112"/>
                  <a:pt x="100" y="107"/>
                  <a:pt x="100" y="100"/>
                </a:cubicBezTo>
                <a:cubicBezTo>
                  <a:pt x="100" y="93"/>
                  <a:pt x="95" y="88"/>
                  <a:pt x="88" y="88"/>
                </a:cubicBezTo>
                <a:moveTo>
                  <a:pt x="88" y="104"/>
                </a:moveTo>
                <a:cubicBezTo>
                  <a:pt x="86" y="104"/>
                  <a:pt x="84" y="102"/>
                  <a:pt x="84" y="100"/>
                </a:cubicBezTo>
                <a:cubicBezTo>
                  <a:pt x="84" y="98"/>
                  <a:pt x="86" y="96"/>
                  <a:pt x="88" y="96"/>
                </a:cubicBezTo>
                <a:cubicBezTo>
                  <a:pt x="90" y="96"/>
                  <a:pt x="92" y="98"/>
                  <a:pt x="92" y="100"/>
                </a:cubicBezTo>
                <a:cubicBezTo>
                  <a:pt x="92" y="102"/>
                  <a:pt x="90" y="104"/>
                  <a:pt x="88" y="10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882437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4190358" y="411510"/>
            <a:ext cx="7632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Web</a:t>
            </a:r>
            <a:endParaRPr lang="uk-UA" sz="2400" dirty="0"/>
          </a:p>
        </p:txBody>
      </p:sp>
      <p:sp>
        <p:nvSpPr>
          <p:cNvPr id="46" name="Freeform 283"/>
          <p:cNvSpPr>
            <a:spLocks noEditPoints="1"/>
          </p:cNvSpPr>
          <p:nvPr/>
        </p:nvSpPr>
        <p:spPr bwMode="auto">
          <a:xfrm>
            <a:off x="1585226" y="1092589"/>
            <a:ext cx="243404" cy="335898"/>
          </a:xfrm>
          <a:custGeom>
            <a:avLst/>
            <a:gdLst>
              <a:gd name="T0" fmla="*/ 32 w 128"/>
              <a:gd name="T1" fmla="*/ 104 h 176"/>
              <a:gd name="T2" fmla="*/ 28 w 128"/>
              <a:gd name="T3" fmla="*/ 108 h 176"/>
              <a:gd name="T4" fmla="*/ 29 w 128"/>
              <a:gd name="T5" fmla="*/ 111 h 176"/>
              <a:gd name="T6" fmla="*/ 61 w 128"/>
              <a:gd name="T7" fmla="*/ 143 h 176"/>
              <a:gd name="T8" fmla="*/ 64 w 128"/>
              <a:gd name="T9" fmla="*/ 144 h 176"/>
              <a:gd name="T10" fmla="*/ 67 w 128"/>
              <a:gd name="T11" fmla="*/ 143 h 176"/>
              <a:gd name="T12" fmla="*/ 99 w 128"/>
              <a:gd name="T13" fmla="*/ 111 h 176"/>
              <a:gd name="T14" fmla="*/ 100 w 128"/>
              <a:gd name="T15" fmla="*/ 108 h 176"/>
              <a:gd name="T16" fmla="*/ 96 w 128"/>
              <a:gd name="T17" fmla="*/ 104 h 176"/>
              <a:gd name="T18" fmla="*/ 93 w 128"/>
              <a:gd name="T19" fmla="*/ 105 h 176"/>
              <a:gd name="T20" fmla="*/ 68 w 128"/>
              <a:gd name="T21" fmla="*/ 130 h 176"/>
              <a:gd name="T22" fmla="*/ 68 w 128"/>
              <a:gd name="T23" fmla="*/ 4 h 176"/>
              <a:gd name="T24" fmla="*/ 64 w 128"/>
              <a:gd name="T25" fmla="*/ 0 h 176"/>
              <a:gd name="T26" fmla="*/ 60 w 128"/>
              <a:gd name="T27" fmla="*/ 4 h 176"/>
              <a:gd name="T28" fmla="*/ 60 w 128"/>
              <a:gd name="T29" fmla="*/ 130 h 176"/>
              <a:gd name="T30" fmla="*/ 35 w 128"/>
              <a:gd name="T31" fmla="*/ 105 h 176"/>
              <a:gd name="T32" fmla="*/ 32 w 128"/>
              <a:gd name="T33" fmla="*/ 104 h 176"/>
              <a:gd name="T34" fmla="*/ 124 w 128"/>
              <a:gd name="T35" fmla="*/ 56 h 176"/>
              <a:gd name="T36" fmla="*/ 80 w 128"/>
              <a:gd name="T37" fmla="*/ 56 h 176"/>
              <a:gd name="T38" fmla="*/ 76 w 128"/>
              <a:gd name="T39" fmla="*/ 60 h 176"/>
              <a:gd name="T40" fmla="*/ 80 w 128"/>
              <a:gd name="T41" fmla="*/ 64 h 176"/>
              <a:gd name="T42" fmla="*/ 120 w 128"/>
              <a:gd name="T43" fmla="*/ 64 h 176"/>
              <a:gd name="T44" fmla="*/ 120 w 128"/>
              <a:gd name="T45" fmla="*/ 168 h 176"/>
              <a:gd name="T46" fmla="*/ 8 w 128"/>
              <a:gd name="T47" fmla="*/ 168 h 176"/>
              <a:gd name="T48" fmla="*/ 8 w 128"/>
              <a:gd name="T49" fmla="*/ 64 h 176"/>
              <a:gd name="T50" fmla="*/ 48 w 128"/>
              <a:gd name="T51" fmla="*/ 64 h 176"/>
              <a:gd name="T52" fmla="*/ 52 w 128"/>
              <a:gd name="T53" fmla="*/ 60 h 176"/>
              <a:gd name="T54" fmla="*/ 48 w 128"/>
              <a:gd name="T55" fmla="*/ 56 h 176"/>
              <a:gd name="T56" fmla="*/ 4 w 128"/>
              <a:gd name="T57" fmla="*/ 56 h 176"/>
              <a:gd name="T58" fmla="*/ 0 w 128"/>
              <a:gd name="T59" fmla="*/ 60 h 176"/>
              <a:gd name="T60" fmla="*/ 0 w 128"/>
              <a:gd name="T61" fmla="*/ 172 h 176"/>
              <a:gd name="T62" fmla="*/ 4 w 128"/>
              <a:gd name="T63" fmla="*/ 176 h 176"/>
              <a:gd name="T64" fmla="*/ 124 w 128"/>
              <a:gd name="T65" fmla="*/ 176 h 176"/>
              <a:gd name="T66" fmla="*/ 128 w 128"/>
              <a:gd name="T67" fmla="*/ 172 h 176"/>
              <a:gd name="T68" fmla="*/ 128 w 128"/>
              <a:gd name="T69" fmla="*/ 60 h 176"/>
              <a:gd name="T70" fmla="*/ 124 w 128"/>
              <a:gd name="T71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8" h="176">
                <a:moveTo>
                  <a:pt x="32" y="104"/>
                </a:moveTo>
                <a:cubicBezTo>
                  <a:pt x="30" y="104"/>
                  <a:pt x="28" y="106"/>
                  <a:pt x="28" y="108"/>
                </a:cubicBezTo>
                <a:cubicBezTo>
                  <a:pt x="28" y="109"/>
                  <a:pt x="28" y="110"/>
                  <a:pt x="29" y="111"/>
                </a:cubicBezTo>
                <a:cubicBezTo>
                  <a:pt x="61" y="143"/>
                  <a:pt x="61" y="143"/>
                  <a:pt x="61" y="143"/>
                </a:cubicBezTo>
                <a:cubicBezTo>
                  <a:pt x="62" y="144"/>
                  <a:pt x="63" y="144"/>
                  <a:pt x="64" y="144"/>
                </a:cubicBezTo>
                <a:cubicBezTo>
                  <a:pt x="65" y="144"/>
                  <a:pt x="66" y="144"/>
                  <a:pt x="67" y="143"/>
                </a:cubicBezTo>
                <a:cubicBezTo>
                  <a:pt x="99" y="111"/>
                  <a:pt x="99" y="111"/>
                  <a:pt x="99" y="111"/>
                </a:cubicBezTo>
                <a:cubicBezTo>
                  <a:pt x="100" y="110"/>
                  <a:pt x="100" y="109"/>
                  <a:pt x="100" y="108"/>
                </a:cubicBezTo>
                <a:cubicBezTo>
                  <a:pt x="100" y="106"/>
                  <a:pt x="98" y="104"/>
                  <a:pt x="96" y="104"/>
                </a:cubicBezTo>
                <a:cubicBezTo>
                  <a:pt x="95" y="104"/>
                  <a:pt x="94" y="104"/>
                  <a:pt x="93" y="105"/>
                </a:cubicBezTo>
                <a:cubicBezTo>
                  <a:pt x="68" y="130"/>
                  <a:pt x="68" y="130"/>
                  <a:pt x="68" y="130"/>
                </a:cubicBezTo>
                <a:cubicBezTo>
                  <a:pt x="68" y="4"/>
                  <a:pt x="68" y="4"/>
                  <a:pt x="68" y="4"/>
                </a:cubicBezTo>
                <a:cubicBezTo>
                  <a:pt x="68" y="2"/>
                  <a:pt x="66" y="0"/>
                  <a:pt x="64" y="0"/>
                </a:cubicBezTo>
                <a:cubicBezTo>
                  <a:pt x="62" y="0"/>
                  <a:pt x="60" y="2"/>
                  <a:pt x="60" y="4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34" y="104"/>
                  <a:pt x="33" y="104"/>
                  <a:pt x="32" y="104"/>
                </a:cubicBezTo>
                <a:moveTo>
                  <a:pt x="124" y="56"/>
                </a:moveTo>
                <a:cubicBezTo>
                  <a:pt x="80" y="56"/>
                  <a:pt x="80" y="56"/>
                  <a:pt x="80" y="56"/>
                </a:cubicBezTo>
                <a:cubicBezTo>
                  <a:pt x="78" y="56"/>
                  <a:pt x="76" y="58"/>
                  <a:pt x="76" y="60"/>
                </a:cubicBezTo>
                <a:cubicBezTo>
                  <a:pt x="76" y="62"/>
                  <a:pt x="78" y="64"/>
                  <a:pt x="80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64"/>
                  <a:pt x="8" y="64"/>
                  <a:pt x="8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50" y="64"/>
                  <a:pt x="52" y="62"/>
                  <a:pt x="52" y="60"/>
                </a:cubicBezTo>
                <a:cubicBezTo>
                  <a:pt x="52" y="58"/>
                  <a:pt x="50" y="56"/>
                  <a:pt x="48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2" y="56"/>
                  <a:pt x="0" y="58"/>
                  <a:pt x="0" y="6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24" y="176"/>
                  <a:pt x="124" y="176"/>
                  <a:pt x="124" y="176"/>
                </a:cubicBezTo>
                <a:cubicBezTo>
                  <a:pt x="126" y="176"/>
                  <a:pt x="128" y="174"/>
                  <a:pt x="128" y="172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58"/>
                  <a:pt x="126" y="56"/>
                  <a:pt x="124" y="5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284"/>
          <p:cNvSpPr>
            <a:spLocks noEditPoints="1"/>
          </p:cNvSpPr>
          <p:nvPr/>
        </p:nvSpPr>
        <p:spPr bwMode="auto">
          <a:xfrm>
            <a:off x="2224568" y="1092589"/>
            <a:ext cx="243404" cy="335898"/>
          </a:xfrm>
          <a:custGeom>
            <a:avLst/>
            <a:gdLst>
              <a:gd name="T0" fmla="*/ 124 w 128"/>
              <a:gd name="T1" fmla="*/ 56 h 176"/>
              <a:gd name="T2" fmla="*/ 80 w 128"/>
              <a:gd name="T3" fmla="*/ 56 h 176"/>
              <a:gd name="T4" fmla="*/ 76 w 128"/>
              <a:gd name="T5" fmla="*/ 60 h 176"/>
              <a:gd name="T6" fmla="*/ 80 w 128"/>
              <a:gd name="T7" fmla="*/ 64 h 176"/>
              <a:gd name="T8" fmla="*/ 120 w 128"/>
              <a:gd name="T9" fmla="*/ 64 h 176"/>
              <a:gd name="T10" fmla="*/ 120 w 128"/>
              <a:gd name="T11" fmla="*/ 168 h 176"/>
              <a:gd name="T12" fmla="*/ 8 w 128"/>
              <a:gd name="T13" fmla="*/ 168 h 176"/>
              <a:gd name="T14" fmla="*/ 8 w 128"/>
              <a:gd name="T15" fmla="*/ 64 h 176"/>
              <a:gd name="T16" fmla="*/ 48 w 128"/>
              <a:gd name="T17" fmla="*/ 64 h 176"/>
              <a:gd name="T18" fmla="*/ 52 w 128"/>
              <a:gd name="T19" fmla="*/ 60 h 176"/>
              <a:gd name="T20" fmla="*/ 48 w 128"/>
              <a:gd name="T21" fmla="*/ 56 h 176"/>
              <a:gd name="T22" fmla="*/ 4 w 128"/>
              <a:gd name="T23" fmla="*/ 56 h 176"/>
              <a:gd name="T24" fmla="*/ 0 w 128"/>
              <a:gd name="T25" fmla="*/ 60 h 176"/>
              <a:gd name="T26" fmla="*/ 0 w 128"/>
              <a:gd name="T27" fmla="*/ 172 h 176"/>
              <a:gd name="T28" fmla="*/ 4 w 128"/>
              <a:gd name="T29" fmla="*/ 176 h 176"/>
              <a:gd name="T30" fmla="*/ 124 w 128"/>
              <a:gd name="T31" fmla="*/ 176 h 176"/>
              <a:gd name="T32" fmla="*/ 128 w 128"/>
              <a:gd name="T33" fmla="*/ 172 h 176"/>
              <a:gd name="T34" fmla="*/ 128 w 128"/>
              <a:gd name="T35" fmla="*/ 60 h 176"/>
              <a:gd name="T36" fmla="*/ 124 w 128"/>
              <a:gd name="T37" fmla="*/ 56 h 176"/>
              <a:gd name="T38" fmla="*/ 32 w 128"/>
              <a:gd name="T39" fmla="*/ 40 h 176"/>
              <a:gd name="T40" fmla="*/ 35 w 128"/>
              <a:gd name="T41" fmla="*/ 39 h 176"/>
              <a:gd name="T42" fmla="*/ 60 w 128"/>
              <a:gd name="T43" fmla="*/ 14 h 176"/>
              <a:gd name="T44" fmla="*/ 60 w 128"/>
              <a:gd name="T45" fmla="*/ 140 h 176"/>
              <a:gd name="T46" fmla="*/ 64 w 128"/>
              <a:gd name="T47" fmla="*/ 144 h 176"/>
              <a:gd name="T48" fmla="*/ 68 w 128"/>
              <a:gd name="T49" fmla="*/ 140 h 176"/>
              <a:gd name="T50" fmla="*/ 68 w 128"/>
              <a:gd name="T51" fmla="*/ 14 h 176"/>
              <a:gd name="T52" fmla="*/ 93 w 128"/>
              <a:gd name="T53" fmla="*/ 39 h 176"/>
              <a:gd name="T54" fmla="*/ 96 w 128"/>
              <a:gd name="T55" fmla="*/ 40 h 176"/>
              <a:gd name="T56" fmla="*/ 100 w 128"/>
              <a:gd name="T57" fmla="*/ 36 h 176"/>
              <a:gd name="T58" fmla="*/ 99 w 128"/>
              <a:gd name="T59" fmla="*/ 33 h 176"/>
              <a:gd name="T60" fmla="*/ 67 w 128"/>
              <a:gd name="T61" fmla="*/ 1 h 176"/>
              <a:gd name="T62" fmla="*/ 64 w 128"/>
              <a:gd name="T63" fmla="*/ 0 h 176"/>
              <a:gd name="T64" fmla="*/ 61 w 128"/>
              <a:gd name="T65" fmla="*/ 1 h 176"/>
              <a:gd name="T66" fmla="*/ 29 w 128"/>
              <a:gd name="T67" fmla="*/ 33 h 176"/>
              <a:gd name="T68" fmla="*/ 28 w 128"/>
              <a:gd name="T69" fmla="*/ 36 h 176"/>
              <a:gd name="T70" fmla="*/ 32 w 128"/>
              <a:gd name="T71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8" h="176">
                <a:moveTo>
                  <a:pt x="124" y="56"/>
                </a:moveTo>
                <a:cubicBezTo>
                  <a:pt x="80" y="56"/>
                  <a:pt x="80" y="56"/>
                  <a:pt x="80" y="56"/>
                </a:cubicBezTo>
                <a:cubicBezTo>
                  <a:pt x="78" y="56"/>
                  <a:pt x="76" y="58"/>
                  <a:pt x="76" y="60"/>
                </a:cubicBezTo>
                <a:cubicBezTo>
                  <a:pt x="76" y="62"/>
                  <a:pt x="78" y="64"/>
                  <a:pt x="80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64"/>
                  <a:pt x="8" y="64"/>
                  <a:pt x="8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50" y="64"/>
                  <a:pt x="52" y="62"/>
                  <a:pt x="52" y="60"/>
                </a:cubicBezTo>
                <a:cubicBezTo>
                  <a:pt x="52" y="58"/>
                  <a:pt x="50" y="56"/>
                  <a:pt x="48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2" y="56"/>
                  <a:pt x="0" y="58"/>
                  <a:pt x="0" y="6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24" y="176"/>
                  <a:pt x="124" y="176"/>
                  <a:pt x="124" y="176"/>
                </a:cubicBezTo>
                <a:cubicBezTo>
                  <a:pt x="126" y="176"/>
                  <a:pt x="128" y="174"/>
                  <a:pt x="128" y="172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58"/>
                  <a:pt x="126" y="56"/>
                  <a:pt x="124" y="56"/>
                </a:cubicBezTo>
                <a:moveTo>
                  <a:pt x="32" y="40"/>
                </a:moveTo>
                <a:cubicBezTo>
                  <a:pt x="33" y="40"/>
                  <a:pt x="34" y="40"/>
                  <a:pt x="35" y="39"/>
                </a:cubicBezTo>
                <a:cubicBezTo>
                  <a:pt x="60" y="14"/>
                  <a:pt x="60" y="14"/>
                  <a:pt x="60" y="14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42"/>
                  <a:pt x="62" y="144"/>
                  <a:pt x="64" y="144"/>
                </a:cubicBezTo>
                <a:cubicBezTo>
                  <a:pt x="66" y="144"/>
                  <a:pt x="68" y="142"/>
                  <a:pt x="68" y="140"/>
                </a:cubicBezTo>
                <a:cubicBezTo>
                  <a:pt x="68" y="14"/>
                  <a:pt x="68" y="14"/>
                  <a:pt x="68" y="14"/>
                </a:cubicBezTo>
                <a:cubicBezTo>
                  <a:pt x="93" y="39"/>
                  <a:pt x="93" y="39"/>
                  <a:pt x="93" y="39"/>
                </a:cubicBezTo>
                <a:cubicBezTo>
                  <a:pt x="94" y="40"/>
                  <a:pt x="95" y="40"/>
                  <a:pt x="96" y="40"/>
                </a:cubicBezTo>
                <a:cubicBezTo>
                  <a:pt x="98" y="40"/>
                  <a:pt x="100" y="38"/>
                  <a:pt x="100" y="36"/>
                </a:cubicBezTo>
                <a:cubicBezTo>
                  <a:pt x="100" y="35"/>
                  <a:pt x="100" y="34"/>
                  <a:pt x="99" y="33"/>
                </a:cubicBezTo>
                <a:cubicBezTo>
                  <a:pt x="67" y="1"/>
                  <a:pt x="67" y="1"/>
                  <a:pt x="67" y="1"/>
                </a:cubicBezTo>
                <a:cubicBezTo>
                  <a:pt x="66" y="0"/>
                  <a:pt x="65" y="0"/>
                  <a:pt x="64" y="0"/>
                </a:cubicBezTo>
                <a:cubicBezTo>
                  <a:pt x="63" y="0"/>
                  <a:pt x="62" y="0"/>
                  <a:pt x="61" y="1"/>
                </a:cubicBezTo>
                <a:cubicBezTo>
                  <a:pt x="29" y="33"/>
                  <a:pt x="29" y="33"/>
                  <a:pt x="29" y="33"/>
                </a:cubicBezTo>
                <a:cubicBezTo>
                  <a:pt x="28" y="34"/>
                  <a:pt x="28" y="35"/>
                  <a:pt x="28" y="36"/>
                </a:cubicBezTo>
                <a:cubicBezTo>
                  <a:pt x="28" y="38"/>
                  <a:pt x="30" y="40"/>
                  <a:pt x="32" y="4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285"/>
          <p:cNvSpPr>
            <a:spLocks noEditPoints="1"/>
          </p:cNvSpPr>
          <p:nvPr/>
        </p:nvSpPr>
        <p:spPr bwMode="auto">
          <a:xfrm>
            <a:off x="2818474" y="1092589"/>
            <a:ext cx="334275" cy="335898"/>
          </a:xfrm>
          <a:custGeom>
            <a:avLst/>
            <a:gdLst>
              <a:gd name="T0" fmla="*/ 96 w 176"/>
              <a:gd name="T1" fmla="*/ 112 h 176"/>
              <a:gd name="T2" fmla="*/ 80 w 176"/>
              <a:gd name="T3" fmla="*/ 96 h 176"/>
              <a:gd name="T4" fmla="*/ 85 w 176"/>
              <a:gd name="T5" fmla="*/ 101 h 176"/>
              <a:gd name="T6" fmla="*/ 91 w 176"/>
              <a:gd name="T7" fmla="*/ 107 h 176"/>
              <a:gd name="T8" fmla="*/ 85 w 176"/>
              <a:gd name="T9" fmla="*/ 101 h 176"/>
              <a:gd name="T10" fmla="*/ 120 w 176"/>
              <a:gd name="T11" fmla="*/ 104 h 176"/>
              <a:gd name="T12" fmla="*/ 76 w 176"/>
              <a:gd name="T13" fmla="*/ 134 h 176"/>
              <a:gd name="T14" fmla="*/ 88 w 176"/>
              <a:gd name="T15" fmla="*/ 144 h 176"/>
              <a:gd name="T16" fmla="*/ 123 w 176"/>
              <a:gd name="T17" fmla="*/ 84 h 176"/>
              <a:gd name="T18" fmla="*/ 58 w 176"/>
              <a:gd name="T19" fmla="*/ 116 h 176"/>
              <a:gd name="T20" fmla="*/ 88 w 176"/>
              <a:gd name="T21" fmla="*/ 72 h 176"/>
              <a:gd name="T22" fmla="*/ 108 w 176"/>
              <a:gd name="T23" fmla="*/ 69 h 176"/>
              <a:gd name="T24" fmla="*/ 48 w 176"/>
              <a:gd name="T25" fmla="*/ 104 h 176"/>
              <a:gd name="T26" fmla="*/ 58 w 176"/>
              <a:gd name="T27" fmla="*/ 116 h 176"/>
              <a:gd name="T28" fmla="*/ 16 w 176"/>
              <a:gd name="T29" fmla="*/ 20 h 176"/>
              <a:gd name="T30" fmla="*/ 24 w 176"/>
              <a:gd name="T31" fmla="*/ 20 h 176"/>
              <a:gd name="T32" fmla="*/ 160 w 176"/>
              <a:gd name="T33" fmla="*/ 0 h 176"/>
              <a:gd name="T34" fmla="*/ 0 w 176"/>
              <a:gd name="T35" fmla="*/ 16 h 176"/>
              <a:gd name="T36" fmla="*/ 16 w 176"/>
              <a:gd name="T37" fmla="*/ 176 h 176"/>
              <a:gd name="T38" fmla="*/ 176 w 176"/>
              <a:gd name="T39" fmla="*/ 160 h 176"/>
              <a:gd name="T40" fmla="*/ 160 w 176"/>
              <a:gd name="T41" fmla="*/ 0 h 176"/>
              <a:gd name="T42" fmla="*/ 160 w 176"/>
              <a:gd name="T43" fmla="*/ 168 h 176"/>
              <a:gd name="T44" fmla="*/ 8 w 176"/>
              <a:gd name="T45" fmla="*/ 160 h 176"/>
              <a:gd name="T46" fmla="*/ 168 w 176"/>
              <a:gd name="T47" fmla="*/ 40 h 176"/>
              <a:gd name="T48" fmla="*/ 168 w 176"/>
              <a:gd name="T49" fmla="*/ 32 h 176"/>
              <a:gd name="T50" fmla="*/ 8 w 176"/>
              <a:gd name="T51" fmla="*/ 16 h 176"/>
              <a:gd name="T52" fmla="*/ 160 w 176"/>
              <a:gd name="T53" fmla="*/ 8 h 176"/>
              <a:gd name="T54" fmla="*/ 168 w 176"/>
              <a:gd name="T55" fmla="*/ 32 h 176"/>
              <a:gd name="T56" fmla="*/ 68 w 176"/>
              <a:gd name="T57" fmla="*/ 16 h 176"/>
              <a:gd name="T58" fmla="*/ 68 w 176"/>
              <a:gd name="T59" fmla="*/ 24 h 176"/>
              <a:gd name="T60" fmla="*/ 160 w 176"/>
              <a:gd name="T61" fmla="*/ 20 h 176"/>
              <a:gd name="T62" fmla="*/ 36 w 176"/>
              <a:gd name="T63" fmla="*/ 16 h 176"/>
              <a:gd name="T64" fmla="*/ 36 w 176"/>
              <a:gd name="T65" fmla="*/ 24 h 176"/>
              <a:gd name="T66" fmla="*/ 36 w 176"/>
              <a:gd name="T67" fmla="*/ 16 h 176"/>
              <a:gd name="T68" fmla="*/ 48 w 176"/>
              <a:gd name="T69" fmla="*/ 20 h 176"/>
              <a:gd name="T70" fmla="*/ 56 w 176"/>
              <a:gd name="T71" fmla="*/ 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50" y="142"/>
                </a:moveTo>
                <a:cubicBezTo>
                  <a:pt x="96" y="112"/>
                  <a:pt x="96" y="112"/>
                  <a:pt x="96" y="112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80" y="96"/>
                  <a:pt x="80" y="96"/>
                  <a:pt x="80" y="96"/>
                </a:cubicBezTo>
                <a:lnTo>
                  <a:pt x="50" y="142"/>
                </a:lnTo>
                <a:close/>
                <a:moveTo>
                  <a:pt x="85" y="101"/>
                </a:moveTo>
                <a:cubicBezTo>
                  <a:pt x="87" y="100"/>
                  <a:pt x="89" y="100"/>
                  <a:pt x="91" y="101"/>
                </a:cubicBezTo>
                <a:cubicBezTo>
                  <a:pt x="92" y="103"/>
                  <a:pt x="92" y="105"/>
                  <a:pt x="91" y="107"/>
                </a:cubicBezTo>
                <a:cubicBezTo>
                  <a:pt x="89" y="108"/>
                  <a:pt x="87" y="108"/>
                  <a:pt x="85" y="107"/>
                </a:cubicBezTo>
                <a:cubicBezTo>
                  <a:pt x="84" y="105"/>
                  <a:pt x="84" y="103"/>
                  <a:pt x="85" y="101"/>
                </a:cubicBezTo>
                <a:moveTo>
                  <a:pt x="118" y="92"/>
                </a:moveTo>
                <a:cubicBezTo>
                  <a:pt x="119" y="96"/>
                  <a:pt x="120" y="100"/>
                  <a:pt x="120" y="104"/>
                </a:cubicBezTo>
                <a:cubicBezTo>
                  <a:pt x="120" y="122"/>
                  <a:pt x="106" y="136"/>
                  <a:pt x="88" y="136"/>
                </a:cubicBezTo>
                <a:cubicBezTo>
                  <a:pt x="84" y="136"/>
                  <a:pt x="80" y="135"/>
                  <a:pt x="76" y="134"/>
                </a:cubicBezTo>
                <a:cubicBezTo>
                  <a:pt x="68" y="139"/>
                  <a:pt x="68" y="139"/>
                  <a:pt x="68" y="139"/>
                </a:cubicBezTo>
                <a:cubicBezTo>
                  <a:pt x="74" y="142"/>
                  <a:pt x="81" y="144"/>
                  <a:pt x="88" y="144"/>
                </a:cubicBezTo>
                <a:cubicBezTo>
                  <a:pt x="110" y="144"/>
                  <a:pt x="128" y="126"/>
                  <a:pt x="128" y="104"/>
                </a:cubicBezTo>
                <a:cubicBezTo>
                  <a:pt x="128" y="97"/>
                  <a:pt x="126" y="90"/>
                  <a:pt x="123" y="84"/>
                </a:cubicBezTo>
                <a:lnTo>
                  <a:pt x="118" y="92"/>
                </a:lnTo>
                <a:close/>
                <a:moveTo>
                  <a:pt x="58" y="116"/>
                </a:moveTo>
                <a:cubicBezTo>
                  <a:pt x="57" y="112"/>
                  <a:pt x="56" y="108"/>
                  <a:pt x="56" y="104"/>
                </a:cubicBezTo>
                <a:cubicBezTo>
                  <a:pt x="56" y="86"/>
                  <a:pt x="70" y="72"/>
                  <a:pt x="88" y="72"/>
                </a:cubicBezTo>
                <a:cubicBezTo>
                  <a:pt x="92" y="72"/>
                  <a:pt x="96" y="73"/>
                  <a:pt x="100" y="74"/>
                </a:cubicBezTo>
                <a:cubicBezTo>
                  <a:pt x="108" y="69"/>
                  <a:pt x="108" y="69"/>
                  <a:pt x="108" y="69"/>
                </a:cubicBezTo>
                <a:cubicBezTo>
                  <a:pt x="102" y="66"/>
                  <a:pt x="95" y="64"/>
                  <a:pt x="88" y="64"/>
                </a:cubicBezTo>
                <a:cubicBezTo>
                  <a:pt x="66" y="64"/>
                  <a:pt x="48" y="82"/>
                  <a:pt x="48" y="104"/>
                </a:cubicBezTo>
                <a:cubicBezTo>
                  <a:pt x="48" y="111"/>
                  <a:pt x="50" y="118"/>
                  <a:pt x="53" y="124"/>
                </a:cubicBezTo>
                <a:lnTo>
                  <a:pt x="58" y="116"/>
                </a:lnTo>
                <a:close/>
                <a:moveTo>
                  <a:pt x="20" y="16"/>
                </a:move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cubicBezTo>
                  <a:pt x="22" y="24"/>
                  <a:pt x="24" y="22"/>
                  <a:pt x="24" y="20"/>
                </a:cubicBezTo>
                <a:cubicBezTo>
                  <a:pt x="24" y="18"/>
                  <a:pt x="22" y="16"/>
                  <a:pt x="20" y="16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40"/>
                  <a:pt x="8" y="40"/>
                  <a:pt x="8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60"/>
                </a:lnTo>
                <a:close/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32"/>
                </a:lnTo>
                <a:close/>
                <a:moveTo>
                  <a:pt x="156" y="16"/>
                </a:moveTo>
                <a:cubicBezTo>
                  <a:pt x="68" y="16"/>
                  <a:pt x="68" y="16"/>
                  <a:pt x="68" y="16"/>
                </a:cubicBezTo>
                <a:cubicBezTo>
                  <a:pt x="66" y="16"/>
                  <a:pt x="64" y="18"/>
                  <a:pt x="64" y="20"/>
                </a:cubicBezTo>
                <a:cubicBezTo>
                  <a:pt x="64" y="22"/>
                  <a:pt x="66" y="24"/>
                  <a:pt x="68" y="24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moveTo>
                  <a:pt x="36" y="16"/>
                </a:move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8"/>
                  <a:pt x="38" y="16"/>
                  <a:pt x="36" y="16"/>
                </a:cubicBezTo>
                <a:moveTo>
                  <a:pt x="52" y="16"/>
                </a:moveTo>
                <a:cubicBezTo>
                  <a:pt x="50" y="16"/>
                  <a:pt x="48" y="18"/>
                  <a:pt x="48" y="20"/>
                </a:cubicBezTo>
                <a:cubicBezTo>
                  <a:pt x="48" y="22"/>
                  <a:pt x="50" y="24"/>
                  <a:pt x="52" y="24"/>
                </a:cubicBezTo>
                <a:cubicBezTo>
                  <a:pt x="54" y="24"/>
                  <a:pt x="56" y="22"/>
                  <a:pt x="56" y="20"/>
                </a:cubicBezTo>
                <a:cubicBezTo>
                  <a:pt x="56" y="18"/>
                  <a:pt x="54" y="16"/>
                  <a:pt x="52" y="1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286"/>
          <p:cNvSpPr>
            <a:spLocks noEditPoints="1"/>
          </p:cNvSpPr>
          <p:nvPr/>
        </p:nvSpPr>
        <p:spPr bwMode="auto">
          <a:xfrm>
            <a:off x="3457815" y="1092589"/>
            <a:ext cx="334275" cy="335898"/>
          </a:xfrm>
          <a:custGeom>
            <a:avLst/>
            <a:gdLst>
              <a:gd name="T0" fmla="*/ 20 w 176"/>
              <a:gd name="T1" fmla="*/ 16 h 176"/>
              <a:gd name="T2" fmla="*/ 16 w 176"/>
              <a:gd name="T3" fmla="*/ 20 h 176"/>
              <a:gd name="T4" fmla="*/ 20 w 176"/>
              <a:gd name="T5" fmla="*/ 24 h 176"/>
              <a:gd name="T6" fmla="*/ 24 w 176"/>
              <a:gd name="T7" fmla="*/ 20 h 176"/>
              <a:gd name="T8" fmla="*/ 20 w 176"/>
              <a:gd name="T9" fmla="*/ 16 h 176"/>
              <a:gd name="T10" fmla="*/ 36 w 176"/>
              <a:gd name="T11" fmla="*/ 16 h 176"/>
              <a:gd name="T12" fmla="*/ 32 w 176"/>
              <a:gd name="T13" fmla="*/ 20 h 176"/>
              <a:gd name="T14" fmla="*/ 36 w 176"/>
              <a:gd name="T15" fmla="*/ 24 h 176"/>
              <a:gd name="T16" fmla="*/ 40 w 176"/>
              <a:gd name="T17" fmla="*/ 20 h 176"/>
              <a:gd name="T18" fmla="*/ 36 w 176"/>
              <a:gd name="T19" fmla="*/ 16 h 176"/>
              <a:gd name="T20" fmla="*/ 52 w 176"/>
              <a:gd name="T21" fmla="*/ 16 h 176"/>
              <a:gd name="T22" fmla="*/ 48 w 176"/>
              <a:gd name="T23" fmla="*/ 20 h 176"/>
              <a:gd name="T24" fmla="*/ 52 w 176"/>
              <a:gd name="T25" fmla="*/ 24 h 176"/>
              <a:gd name="T26" fmla="*/ 56 w 176"/>
              <a:gd name="T27" fmla="*/ 20 h 176"/>
              <a:gd name="T28" fmla="*/ 52 w 176"/>
              <a:gd name="T29" fmla="*/ 16 h 176"/>
              <a:gd name="T30" fmla="*/ 160 w 176"/>
              <a:gd name="T31" fmla="*/ 0 h 176"/>
              <a:gd name="T32" fmla="*/ 16 w 176"/>
              <a:gd name="T33" fmla="*/ 0 h 176"/>
              <a:gd name="T34" fmla="*/ 0 w 176"/>
              <a:gd name="T35" fmla="*/ 16 h 176"/>
              <a:gd name="T36" fmla="*/ 0 w 176"/>
              <a:gd name="T37" fmla="*/ 160 h 176"/>
              <a:gd name="T38" fmla="*/ 16 w 176"/>
              <a:gd name="T39" fmla="*/ 176 h 176"/>
              <a:gd name="T40" fmla="*/ 160 w 176"/>
              <a:gd name="T41" fmla="*/ 176 h 176"/>
              <a:gd name="T42" fmla="*/ 176 w 176"/>
              <a:gd name="T43" fmla="*/ 160 h 176"/>
              <a:gd name="T44" fmla="*/ 176 w 176"/>
              <a:gd name="T45" fmla="*/ 16 h 176"/>
              <a:gd name="T46" fmla="*/ 160 w 176"/>
              <a:gd name="T47" fmla="*/ 0 h 176"/>
              <a:gd name="T48" fmla="*/ 168 w 176"/>
              <a:gd name="T49" fmla="*/ 160 h 176"/>
              <a:gd name="T50" fmla="*/ 160 w 176"/>
              <a:gd name="T51" fmla="*/ 168 h 176"/>
              <a:gd name="T52" fmla="*/ 16 w 176"/>
              <a:gd name="T53" fmla="*/ 168 h 176"/>
              <a:gd name="T54" fmla="*/ 8 w 176"/>
              <a:gd name="T55" fmla="*/ 160 h 176"/>
              <a:gd name="T56" fmla="*/ 8 w 176"/>
              <a:gd name="T57" fmla="*/ 40 h 176"/>
              <a:gd name="T58" fmla="*/ 168 w 176"/>
              <a:gd name="T59" fmla="*/ 40 h 176"/>
              <a:gd name="T60" fmla="*/ 168 w 176"/>
              <a:gd name="T61" fmla="*/ 160 h 176"/>
              <a:gd name="T62" fmla="*/ 168 w 176"/>
              <a:gd name="T63" fmla="*/ 32 h 176"/>
              <a:gd name="T64" fmla="*/ 8 w 176"/>
              <a:gd name="T65" fmla="*/ 32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32 h 176"/>
              <a:gd name="T76" fmla="*/ 156 w 176"/>
              <a:gd name="T77" fmla="*/ 16 h 176"/>
              <a:gd name="T78" fmla="*/ 68 w 176"/>
              <a:gd name="T79" fmla="*/ 16 h 176"/>
              <a:gd name="T80" fmla="*/ 64 w 176"/>
              <a:gd name="T81" fmla="*/ 20 h 176"/>
              <a:gd name="T82" fmla="*/ 68 w 176"/>
              <a:gd name="T83" fmla="*/ 24 h 176"/>
              <a:gd name="T84" fmla="*/ 156 w 176"/>
              <a:gd name="T85" fmla="*/ 24 h 176"/>
              <a:gd name="T86" fmla="*/ 160 w 176"/>
              <a:gd name="T87" fmla="*/ 20 h 176"/>
              <a:gd name="T88" fmla="*/ 156 w 176"/>
              <a:gd name="T89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20" y="16"/>
                </a:move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cubicBezTo>
                  <a:pt x="22" y="24"/>
                  <a:pt x="24" y="22"/>
                  <a:pt x="24" y="20"/>
                </a:cubicBezTo>
                <a:cubicBezTo>
                  <a:pt x="24" y="18"/>
                  <a:pt x="22" y="16"/>
                  <a:pt x="20" y="16"/>
                </a:cubicBezTo>
                <a:moveTo>
                  <a:pt x="36" y="16"/>
                </a:move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8"/>
                  <a:pt x="38" y="16"/>
                  <a:pt x="36" y="16"/>
                </a:cubicBezTo>
                <a:moveTo>
                  <a:pt x="52" y="16"/>
                </a:moveTo>
                <a:cubicBezTo>
                  <a:pt x="50" y="16"/>
                  <a:pt x="48" y="18"/>
                  <a:pt x="48" y="20"/>
                </a:cubicBezTo>
                <a:cubicBezTo>
                  <a:pt x="48" y="22"/>
                  <a:pt x="50" y="24"/>
                  <a:pt x="52" y="24"/>
                </a:cubicBezTo>
                <a:cubicBezTo>
                  <a:pt x="54" y="24"/>
                  <a:pt x="56" y="22"/>
                  <a:pt x="56" y="20"/>
                </a:cubicBezTo>
                <a:cubicBezTo>
                  <a:pt x="56" y="18"/>
                  <a:pt x="54" y="16"/>
                  <a:pt x="52" y="16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40"/>
                  <a:pt x="8" y="40"/>
                  <a:pt x="8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60"/>
                </a:lnTo>
                <a:close/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32"/>
                </a:lnTo>
                <a:close/>
                <a:moveTo>
                  <a:pt x="156" y="16"/>
                </a:moveTo>
                <a:cubicBezTo>
                  <a:pt x="68" y="16"/>
                  <a:pt x="68" y="16"/>
                  <a:pt x="68" y="16"/>
                </a:cubicBezTo>
                <a:cubicBezTo>
                  <a:pt x="66" y="16"/>
                  <a:pt x="64" y="18"/>
                  <a:pt x="64" y="20"/>
                </a:cubicBezTo>
                <a:cubicBezTo>
                  <a:pt x="64" y="22"/>
                  <a:pt x="66" y="24"/>
                  <a:pt x="68" y="24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287"/>
          <p:cNvSpPr>
            <a:spLocks noEditPoints="1"/>
          </p:cNvSpPr>
          <p:nvPr/>
        </p:nvSpPr>
        <p:spPr bwMode="auto">
          <a:xfrm>
            <a:off x="4097156" y="1092589"/>
            <a:ext cx="334275" cy="335898"/>
          </a:xfrm>
          <a:custGeom>
            <a:avLst/>
            <a:gdLst>
              <a:gd name="T0" fmla="*/ 16 w 176"/>
              <a:gd name="T1" fmla="*/ 32 h 176"/>
              <a:gd name="T2" fmla="*/ 0 w 176"/>
              <a:gd name="T3" fmla="*/ 160 h 176"/>
              <a:gd name="T4" fmla="*/ 128 w 176"/>
              <a:gd name="T5" fmla="*/ 176 h 176"/>
              <a:gd name="T6" fmla="*/ 144 w 176"/>
              <a:gd name="T7" fmla="*/ 48 h 176"/>
              <a:gd name="T8" fmla="*/ 136 w 176"/>
              <a:gd name="T9" fmla="*/ 160 h 176"/>
              <a:gd name="T10" fmla="*/ 16 w 176"/>
              <a:gd name="T11" fmla="*/ 168 h 176"/>
              <a:gd name="T12" fmla="*/ 8 w 176"/>
              <a:gd name="T13" fmla="*/ 72 h 176"/>
              <a:gd name="T14" fmla="*/ 136 w 176"/>
              <a:gd name="T15" fmla="*/ 160 h 176"/>
              <a:gd name="T16" fmla="*/ 8 w 176"/>
              <a:gd name="T17" fmla="*/ 64 h 176"/>
              <a:gd name="T18" fmla="*/ 16 w 176"/>
              <a:gd name="T19" fmla="*/ 40 h 176"/>
              <a:gd name="T20" fmla="*/ 136 w 176"/>
              <a:gd name="T21" fmla="*/ 48 h 176"/>
              <a:gd name="T22" fmla="*/ 36 w 176"/>
              <a:gd name="T23" fmla="*/ 48 h 176"/>
              <a:gd name="T24" fmla="*/ 36 w 176"/>
              <a:gd name="T25" fmla="*/ 56 h 176"/>
              <a:gd name="T26" fmla="*/ 36 w 176"/>
              <a:gd name="T27" fmla="*/ 48 h 176"/>
              <a:gd name="T28" fmla="*/ 16 w 176"/>
              <a:gd name="T29" fmla="*/ 52 h 176"/>
              <a:gd name="T30" fmla="*/ 24 w 176"/>
              <a:gd name="T31" fmla="*/ 52 h 176"/>
              <a:gd name="T32" fmla="*/ 160 w 176"/>
              <a:gd name="T33" fmla="*/ 0 h 176"/>
              <a:gd name="T34" fmla="*/ 32 w 176"/>
              <a:gd name="T35" fmla="*/ 16 h 176"/>
              <a:gd name="T36" fmla="*/ 36 w 176"/>
              <a:gd name="T37" fmla="*/ 24 h 176"/>
              <a:gd name="T38" fmla="*/ 40 w 176"/>
              <a:gd name="T39" fmla="*/ 16 h 176"/>
              <a:gd name="T40" fmla="*/ 160 w 176"/>
              <a:gd name="T41" fmla="*/ 8 h 176"/>
              <a:gd name="T42" fmla="*/ 168 w 176"/>
              <a:gd name="T43" fmla="*/ 128 h 176"/>
              <a:gd name="T44" fmla="*/ 156 w 176"/>
              <a:gd name="T45" fmla="*/ 136 h 176"/>
              <a:gd name="T46" fmla="*/ 156 w 176"/>
              <a:gd name="T47" fmla="*/ 144 h 176"/>
              <a:gd name="T48" fmla="*/ 176 w 176"/>
              <a:gd name="T49" fmla="*/ 128 h 176"/>
              <a:gd name="T50" fmla="*/ 160 w 176"/>
              <a:gd name="T51" fmla="*/ 0 h 176"/>
              <a:gd name="T52" fmla="*/ 48 w 176"/>
              <a:gd name="T53" fmla="*/ 52 h 176"/>
              <a:gd name="T54" fmla="*/ 56 w 176"/>
              <a:gd name="T55" fmla="*/ 52 h 176"/>
              <a:gd name="T56" fmla="*/ 124 w 176"/>
              <a:gd name="T57" fmla="*/ 48 h 176"/>
              <a:gd name="T58" fmla="*/ 64 w 176"/>
              <a:gd name="T59" fmla="*/ 52 h 176"/>
              <a:gd name="T60" fmla="*/ 124 w 176"/>
              <a:gd name="T61" fmla="*/ 56 h 176"/>
              <a:gd name="T62" fmla="*/ 124 w 176"/>
              <a:gd name="T63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28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39"/>
                  <a:pt x="137" y="32"/>
                  <a:pt x="128" y="3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72"/>
                  <a:pt x="8" y="72"/>
                  <a:pt x="8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160"/>
                </a:lnTo>
                <a:close/>
                <a:moveTo>
                  <a:pt x="136" y="64"/>
                </a:moveTo>
                <a:cubicBezTo>
                  <a:pt x="8" y="64"/>
                  <a:pt x="8" y="64"/>
                  <a:pt x="8" y="64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32" y="40"/>
                  <a:pt x="136" y="44"/>
                  <a:pt x="136" y="48"/>
                </a:cubicBezTo>
                <a:lnTo>
                  <a:pt x="136" y="64"/>
                </a:lnTo>
                <a:close/>
                <a:moveTo>
                  <a:pt x="36" y="48"/>
                </a:move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cubicBezTo>
                  <a:pt x="38" y="56"/>
                  <a:pt x="40" y="54"/>
                  <a:pt x="40" y="52"/>
                </a:cubicBezTo>
                <a:cubicBezTo>
                  <a:pt x="40" y="50"/>
                  <a:pt x="38" y="48"/>
                  <a:pt x="36" y="48"/>
                </a:cubicBezTo>
                <a:moveTo>
                  <a:pt x="20" y="48"/>
                </a:moveTo>
                <a:cubicBezTo>
                  <a:pt x="18" y="48"/>
                  <a:pt x="16" y="50"/>
                  <a:pt x="16" y="52"/>
                </a:cubicBezTo>
                <a:cubicBezTo>
                  <a:pt x="16" y="54"/>
                  <a:pt x="18" y="56"/>
                  <a:pt x="20" y="56"/>
                </a:cubicBezTo>
                <a:cubicBezTo>
                  <a:pt x="22" y="56"/>
                  <a:pt x="24" y="54"/>
                  <a:pt x="24" y="52"/>
                </a:cubicBezTo>
                <a:cubicBezTo>
                  <a:pt x="24" y="50"/>
                  <a:pt x="22" y="48"/>
                  <a:pt x="20" y="48"/>
                </a:cubicBezTo>
                <a:moveTo>
                  <a:pt x="160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52" y="48"/>
                </a:moveTo>
                <a:cubicBezTo>
                  <a:pt x="50" y="48"/>
                  <a:pt x="48" y="50"/>
                  <a:pt x="48" y="52"/>
                </a:cubicBezTo>
                <a:cubicBezTo>
                  <a:pt x="48" y="54"/>
                  <a:pt x="50" y="56"/>
                  <a:pt x="52" y="56"/>
                </a:cubicBezTo>
                <a:cubicBezTo>
                  <a:pt x="54" y="56"/>
                  <a:pt x="56" y="54"/>
                  <a:pt x="56" y="52"/>
                </a:cubicBezTo>
                <a:cubicBezTo>
                  <a:pt x="56" y="50"/>
                  <a:pt x="54" y="48"/>
                  <a:pt x="52" y="48"/>
                </a:cubicBezTo>
                <a:moveTo>
                  <a:pt x="124" y="48"/>
                </a:moveTo>
                <a:cubicBezTo>
                  <a:pt x="68" y="48"/>
                  <a:pt x="68" y="48"/>
                  <a:pt x="68" y="48"/>
                </a:cubicBezTo>
                <a:cubicBezTo>
                  <a:pt x="66" y="48"/>
                  <a:pt x="64" y="50"/>
                  <a:pt x="64" y="52"/>
                </a:cubicBezTo>
                <a:cubicBezTo>
                  <a:pt x="64" y="54"/>
                  <a:pt x="66" y="56"/>
                  <a:pt x="68" y="56"/>
                </a:cubicBezTo>
                <a:cubicBezTo>
                  <a:pt x="124" y="56"/>
                  <a:pt x="124" y="56"/>
                  <a:pt x="124" y="56"/>
                </a:cubicBezTo>
                <a:cubicBezTo>
                  <a:pt x="126" y="56"/>
                  <a:pt x="128" y="54"/>
                  <a:pt x="128" y="52"/>
                </a:cubicBezTo>
                <a:cubicBezTo>
                  <a:pt x="128" y="50"/>
                  <a:pt x="126" y="48"/>
                  <a:pt x="124" y="4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288"/>
          <p:cNvSpPr>
            <a:spLocks noEditPoints="1"/>
          </p:cNvSpPr>
          <p:nvPr/>
        </p:nvSpPr>
        <p:spPr bwMode="auto">
          <a:xfrm>
            <a:off x="4734875" y="1139647"/>
            <a:ext cx="335898" cy="241781"/>
          </a:xfrm>
          <a:custGeom>
            <a:avLst/>
            <a:gdLst>
              <a:gd name="T0" fmla="*/ 160 w 176"/>
              <a:gd name="T1" fmla="*/ 0 h 128"/>
              <a:gd name="T2" fmla="*/ 16 w 176"/>
              <a:gd name="T3" fmla="*/ 0 h 128"/>
              <a:gd name="T4" fmla="*/ 0 w 176"/>
              <a:gd name="T5" fmla="*/ 16 h 128"/>
              <a:gd name="T6" fmla="*/ 0 w 176"/>
              <a:gd name="T7" fmla="*/ 112 h 128"/>
              <a:gd name="T8" fmla="*/ 16 w 176"/>
              <a:gd name="T9" fmla="*/ 128 h 128"/>
              <a:gd name="T10" fmla="*/ 160 w 176"/>
              <a:gd name="T11" fmla="*/ 128 h 128"/>
              <a:gd name="T12" fmla="*/ 176 w 176"/>
              <a:gd name="T13" fmla="*/ 112 h 128"/>
              <a:gd name="T14" fmla="*/ 176 w 176"/>
              <a:gd name="T15" fmla="*/ 16 h 128"/>
              <a:gd name="T16" fmla="*/ 160 w 176"/>
              <a:gd name="T17" fmla="*/ 0 h 128"/>
              <a:gd name="T18" fmla="*/ 16 w 176"/>
              <a:gd name="T19" fmla="*/ 8 h 128"/>
              <a:gd name="T20" fmla="*/ 160 w 176"/>
              <a:gd name="T21" fmla="*/ 8 h 128"/>
              <a:gd name="T22" fmla="*/ 163 w 176"/>
              <a:gd name="T23" fmla="*/ 8 h 128"/>
              <a:gd name="T24" fmla="*/ 93 w 176"/>
              <a:gd name="T25" fmla="*/ 78 h 128"/>
              <a:gd name="T26" fmla="*/ 88 w 176"/>
              <a:gd name="T27" fmla="*/ 80 h 128"/>
              <a:gd name="T28" fmla="*/ 83 w 176"/>
              <a:gd name="T29" fmla="*/ 78 h 128"/>
              <a:gd name="T30" fmla="*/ 13 w 176"/>
              <a:gd name="T31" fmla="*/ 8 h 128"/>
              <a:gd name="T32" fmla="*/ 16 w 176"/>
              <a:gd name="T33" fmla="*/ 8 h 128"/>
              <a:gd name="T34" fmla="*/ 8 w 176"/>
              <a:gd name="T35" fmla="*/ 112 h 128"/>
              <a:gd name="T36" fmla="*/ 8 w 176"/>
              <a:gd name="T37" fmla="*/ 16 h 128"/>
              <a:gd name="T38" fmla="*/ 8 w 176"/>
              <a:gd name="T39" fmla="*/ 15 h 128"/>
              <a:gd name="T40" fmla="*/ 58 w 176"/>
              <a:gd name="T41" fmla="*/ 64 h 128"/>
              <a:gd name="T42" fmla="*/ 8 w 176"/>
              <a:gd name="T43" fmla="*/ 113 h 128"/>
              <a:gd name="T44" fmla="*/ 8 w 176"/>
              <a:gd name="T45" fmla="*/ 112 h 128"/>
              <a:gd name="T46" fmla="*/ 160 w 176"/>
              <a:gd name="T47" fmla="*/ 120 h 128"/>
              <a:gd name="T48" fmla="*/ 16 w 176"/>
              <a:gd name="T49" fmla="*/ 120 h 128"/>
              <a:gd name="T50" fmla="*/ 13 w 176"/>
              <a:gd name="T51" fmla="*/ 120 h 128"/>
              <a:gd name="T52" fmla="*/ 63 w 176"/>
              <a:gd name="T53" fmla="*/ 70 h 128"/>
              <a:gd name="T54" fmla="*/ 77 w 176"/>
              <a:gd name="T55" fmla="*/ 83 h 128"/>
              <a:gd name="T56" fmla="*/ 88 w 176"/>
              <a:gd name="T57" fmla="*/ 88 h 128"/>
              <a:gd name="T58" fmla="*/ 99 w 176"/>
              <a:gd name="T59" fmla="*/ 83 h 128"/>
              <a:gd name="T60" fmla="*/ 113 w 176"/>
              <a:gd name="T61" fmla="*/ 70 h 128"/>
              <a:gd name="T62" fmla="*/ 163 w 176"/>
              <a:gd name="T63" fmla="*/ 120 h 128"/>
              <a:gd name="T64" fmla="*/ 160 w 176"/>
              <a:gd name="T65" fmla="*/ 120 h 128"/>
              <a:gd name="T66" fmla="*/ 168 w 176"/>
              <a:gd name="T67" fmla="*/ 112 h 128"/>
              <a:gd name="T68" fmla="*/ 168 w 176"/>
              <a:gd name="T69" fmla="*/ 113 h 128"/>
              <a:gd name="T70" fmla="*/ 118 w 176"/>
              <a:gd name="T71" fmla="*/ 64 h 128"/>
              <a:gd name="T72" fmla="*/ 168 w 176"/>
              <a:gd name="T73" fmla="*/ 15 h 128"/>
              <a:gd name="T74" fmla="*/ 168 w 176"/>
              <a:gd name="T75" fmla="*/ 16 h 128"/>
              <a:gd name="T76" fmla="*/ 168 w 176"/>
              <a:gd name="T77" fmla="*/ 11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28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1"/>
                  <a:pt x="7" y="128"/>
                  <a:pt x="16" y="128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9" y="128"/>
                  <a:pt x="176" y="121"/>
                  <a:pt x="176" y="112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" y="8"/>
                </a:moveTo>
                <a:cubicBezTo>
                  <a:pt x="160" y="8"/>
                  <a:pt x="160" y="8"/>
                  <a:pt x="160" y="8"/>
                </a:cubicBezTo>
                <a:cubicBezTo>
                  <a:pt x="161" y="8"/>
                  <a:pt x="162" y="8"/>
                  <a:pt x="163" y="8"/>
                </a:cubicBezTo>
                <a:cubicBezTo>
                  <a:pt x="93" y="78"/>
                  <a:pt x="93" y="78"/>
                  <a:pt x="93" y="78"/>
                </a:cubicBezTo>
                <a:cubicBezTo>
                  <a:pt x="92" y="79"/>
                  <a:pt x="90" y="80"/>
                  <a:pt x="88" y="80"/>
                </a:cubicBezTo>
                <a:cubicBezTo>
                  <a:pt x="86" y="80"/>
                  <a:pt x="84" y="79"/>
                  <a:pt x="83" y="78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8"/>
                  <a:pt x="15" y="8"/>
                  <a:pt x="16" y="8"/>
                </a:cubicBezTo>
                <a:moveTo>
                  <a:pt x="8" y="112"/>
                </a:move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5"/>
                  <a:pt x="8" y="15"/>
                </a:cubicBezTo>
                <a:cubicBezTo>
                  <a:pt x="58" y="64"/>
                  <a:pt x="58" y="64"/>
                  <a:pt x="58" y="64"/>
                </a:cubicBezTo>
                <a:cubicBezTo>
                  <a:pt x="8" y="113"/>
                  <a:pt x="8" y="113"/>
                  <a:pt x="8" y="113"/>
                </a:cubicBezTo>
                <a:cubicBezTo>
                  <a:pt x="8" y="113"/>
                  <a:pt x="8" y="112"/>
                  <a:pt x="8" y="112"/>
                </a:cubicBezTo>
                <a:moveTo>
                  <a:pt x="160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5" y="120"/>
                  <a:pt x="14" y="120"/>
                  <a:pt x="13" y="120"/>
                </a:cubicBezTo>
                <a:cubicBezTo>
                  <a:pt x="63" y="70"/>
                  <a:pt x="63" y="70"/>
                  <a:pt x="63" y="70"/>
                </a:cubicBezTo>
                <a:cubicBezTo>
                  <a:pt x="77" y="83"/>
                  <a:pt x="77" y="83"/>
                  <a:pt x="77" y="83"/>
                </a:cubicBezTo>
                <a:cubicBezTo>
                  <a:pt x="80" y="86"/>
                  <a:pt x="84" y="88"/>
                  <a:pt x="88" y="88"/>
                </a:cubicBezTo>
                <a:cubicBezTo>
                  <a:pt x="92" y="88"/>
                  <a:pt x="96" y="86"/>
                  <a:pt x="99" y="83"/>
                </a:cubicBezTo>
                <a:cubicBezTo>
                  <a:pt x="113" y="70"/>
                  <a:pt x="113" y="70"/>
                  <a:pt x="113" y="70"/>
                </a:cubicBezTo>
                <a:cubicBezTo>
                  <a:pt x="163" y="120"/>
                  <a:pt x="163" y="120"/>
                  <a:pt x="163" y="120"/>
                </a:cubicBezTo>
                <a:cubicBezTo>
                  <a:pt x="162" y="120"/>
                  <a:pt x="161" y="120"/>
                  <a:pt x="160" y="120"/>
                </a:cubicBezTo>
                <a:moveTo>
                  <a:pt x="168" y="112"/>
                </a:moveTo>
                <a:cubicBezTo>
                  <a:pt x="168" y="112"/>
                  <a:pt x="168" y="113"/>
                  <a:pt x="168" y="113"/>
                </a:cubicBezTo>
                <a:cubicBezTo>
                  <a:pt x="118" y="64"/>
                  <a:pt x="118" y="64"/>
                  <a:pt x="118" y="64"/>
                </a:cubicBezTo>
                <a:cubicBezTo>
                  <a:pt x="168" y="15"/>
                  <a:pt x="168" y="15"/>
                  <a:pt x="168" y="15"/>
                </a:cubicBezTo>
                <a:cubicBezTo>
                  <a:pt x="168" y="15"/>
                  <a:pt x="168" y="16"/>
                  <a:pt x="168" y="16"/>
                </a:cubicBezTo>
                <a:lnTo>
                  <a:pt x="168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289"/>
          <p:cNvSpPr>
            <a:spLocks noEditPoints="1"/>
          </p:cNvSpPr>
          <p:nvPr/>
        </p:nvSpPr>
        <p:spPr bwMode="auto">
          <a:xfrm>
            <a:off x="5374216" y="1131533"/>
            <a:ext cx="335898" cy="258008"/>
          </a:xfrm>
          <a:custGeom>
            <a:avLst/>
            <a:gdLst>
              <a:gd name="T0" fmla="*/ 160 w 176"/>
              <a:gd name="T1" fmla="*/ 0 h 136"/>
              <a:gd name="T2" fmla="*/ 48 w 176"/>
              <a:gd name="T3" fmla="*/ 0 h 136"/>
              <a:gd name="T4" fmla="*/ 32 w 176"/>
              <a:gd name="T5" fmla="*/ 16 h 136"/>
              <a:gd name="T6" fmla="*/ 32 w 176"/>
              <a:gd name="T7" fmla="*/ 20 h 136"/>
              <a:gd name="T8" fmla="*/ 36 w 176"/>
              <a:gd name="T9" fmla="*/ 24 h 136"/>
              <a:gd name="T10" fmla="*/ 40 w 176"/>
              <a:gd name="T11" fmla="*/ 20 h 136"/>
              <a:gd name="T12" fmla="*/ 40 w 176"/>
              <a:gd name="T13" fmla="*/ 16 h 136"/>
              <a:gd name="T14" fmla="*/ 48 w 176"/>
              <a:gd name="T15" fmla="*/ 8 h 136"/>
              <a:gd name="T16" fmla="*/ 160 w 176"/>
              <a:gd name="T17" fmla="*/ 8 h 136"/>
              <a:gd name="T18" fmla="*/ 168 w 176"/>
              <a:gd name="T19" fmla="*/ 16 h 136"/>
              <a:gd name="T20" fmla="*/ 168 w 176"/>
              <a:gd name="T21" fmla="*/ 88 h 136"/>
              <a:gd name="T22" fmla="*/ 160 w 176"/>
              <a:gd name="T23" fmla="*/ 96 h 136"/>
              <a:gd name="T24" fmla="*/ 156 w 176"/>
              <a:gd name="T25" fmla="*/ 96 h 136"/>
              <a:gd name="T26" fmla="*/ 152 w 176"/>
              <a:gd name="T27" fmla="*/ 100 h 136"/>
              <a:gd name="T28" fmla="*/ 156 w 176"/>
              <a:gd name="T29" fmla="*/ 104 h 136"/>
              <a:gd name="T30" fmla="*/ 160 w 176"/>
              <a:gd name="T31" fmla="*/ 104 h 136"/>
              <a:gd name="T32" fmla="*/ 176 w 176"/>
              <a:gd name="T33" fmla="*/ 88 h 136"/>
              <a:gd name="T34" fmla="*/ 176 w 176"/>
              <a:gd name="T35" fmla="*/ 16 h 136"/>
              <a:gd name="T36" fmla="*/ 160 w 176"/>
              <a:gd name="T37" fmla="*/ 0 h 136"/>
              <a:gd name="T38" fmla="*/ 128 w 176"/>
              <a:gd name="T39" fmla="*/ 32 h 136"/>
              <a:gd name="T40" fmla="*/ 16 w 176"/>
              <a:gd name="T41" fmla="*/ 32 h 136"/>
              <a:gd name="T42" fmla="*/ 0 w 176"/>
              <a:gd name="T43" fmla="*/ 48 h 136"/>
              <a:gd name="T44" fmla="*/ 0 w 176"/>
              <a:gd name="T45" fmla="*/ 120 h 136"/>
              <a:gd name="T46" fmla="*/ 16 w 176"/>
              <a:gd name="T47" fmla="*/ 136 h 136"/>
              <a:gd name="T48" fmla="*/ 128 w 176"/>
              <a:gd name="T49" fmla="*/ 136 h 136"/>
              <a:gd name="T50" fmla="*/ 144 w 176"/>
              <a:gd name="T51" fmla="*/ 120 h 136"/>
              <a:gd name="T52" fmla="*/ 144 w 176"/>
              <a:gd name="T53" fmla="*/ 48 h 136"/>
              <a:gd name="T54" fmla="*/ 128 w 176"/>
              <a:gd name="T55" fmla="*/ 32 h 136"/>
              <a:gd name="T56" fmla="*/ 16 w 176"/>
              <a:gd name="T57" fmla="*/ 40 h 136"/>
              <a:gd name="T58" fmla="*/ 128 w 176"/>
              <a:gd name="T59" fmla="*/ 40 h 136"/>
              <a:gd name="T60" fmla="*/ 133 w 176"/>
              <a:gd name="T61" fmla="*/ 42 h 136"/>
              <a:gd name="T62" fmla="*/ 77 w 176"/>
              <a:gd name="T63" fmla="*/ 98 h 136"/>
              <a:gd name="T64" fmla="*/ 72 w 176"/>
              <a:gd name="T65" fmla="*/ 100 h 136"/>
              <a:gd name="T66" fmla="*/ 67 w 176"/>
              <a:gd name="T67" fmla="*/ 98 h 136"/>
              <a:gd name="T68" fmla="*/ 11 w 176"/>
              <a:gd name="T69" fmla="*/ 42 h 136"/>
              <a:gd name="T70" fmla="*/ 16 w 176"/>
              <a:gd name="T71" fmla="*/ 40 h 136"/>
              <a:gd name="T72" fmla="*/ 8 w 176"/>
              <a:gd name="T73" fmla="*/ 50 h 136"/>
              <a:gd name="T74" fmla="*/ 42 w 176"/>
              <a:gd name="T75" fmla="*/ 84 h 136"/>
              <a:gd name="T76" fmla="*/ 8 w 176"/>
              <a:gd name="T77" fmla="*/ 118 h 136"/>
              <a:gd name="T78" fmla="*/ 8 w 176"/>
              <a:gd name="T79" fmla="*/ 50 h 136"/>
              <a:gd name="T80" fmla="*/ 128 w 176"/>
              <a:gd name="T81" fmla="*/ 128 h 136"/>
              <a:gd name="T82" fmla="*/ 16 w 176"/>
              <a:gd name="T83" fmla="*/ 128 h 136"/>
              <a:gd name="T84" fmla="*/ 11 w 176"/>
              <a:gd name="T85" fmla="*/ 126 h 136"/>
              <a:gd name="T86" fmla="*/ 47 w 176"/>
              <a:gd name="T87" fmla="*/ 90 h 136"/>
              <a:gd name="T88" fmla="*/ 61 w 176"/>
              <a:gd name="T89" fmla="*/ 103 h 136"/>
              <a:gd name="T90" fmla="*/ 72 w 176"/>
              <a:gd name="T91" fmla="*/ 108 h 136"/>
              <a:gd name="T92" fmla="*/ 83 w 176"/>
              <a:gd name="T93" fmla="*/ 103 h 136"/>
              <a:gd name="T94" fmla="*/ 97 w 176"/>
              <a:gd name="T95" fmla="*/ 90 h 136"/>
              <a:gd name="T96" fmla="*/ 133 w 176"/>
              <a:gd name="T97" fmla="*/ 126 h 136"/>
              <a:gd name="T98" fmla="*/ 128 w 176"/>
              <a:gd name="T99" fmla="*/ 128 h 136"/>
              <a:gd name="T100" fmla="*/ 136 w 176"/>
              <a:gd name="T101" fmla="*/ 118 h 136"/>
              <a:gd name="T102" fmla="*/ 102 w 176"/>
              <a:gd name="T103" fmla="*/ 84 h 136"/>
              <a:gd name="T104" fmla="*/ 136 w 176"/>
              <a:gd name="T105" fmla="*/ 50 h 136"/>
              <a:gd name="T106" fmla="*/ 136 w 176"/>
              <a:gd name="T107" fmla="*/ 11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36">
                <a:moveTo>
                  <a:pt x="160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68" y="92"/>
                  <a:pt x="164" y="96"/>
                  <a:pt x="160" y="96"/>
                </a:cubicBezTo>
                <a:cubicBezTo>
                  <a:pt x="156" y="96"/>
                  <a:pt x="156" y="96"/>
                  <a:pt x="156" y="96"/>
                </a:cubicBezTo>
                <a:cubicBezTo>
                  <a:pt x="154" y="96"/>
                  <a:pt x="152" y="98"/>
                  <a:pt x="152" y="100"/>
                </a:cubicBezTo>
                <a:cubicBezTo>
                  <a:pt x="152" y="102"/>
                  <a:pt x="154" y="104"/>
                  <a:pt x="156" y="104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9" y="104"/>
                  <a:pt x="176" y="97"/>
                  <a:pt x="176" y="88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28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9"/>
                  <a:pt x="7" y="136"/>
                  <a:pt x="16" y="136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37" y="136"/>
                  <a:pt x="144" y="129"/>
                  <a:pt x="144" y="120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39"/>
                  <a:pt x="137" y="32"/>
                  <a:pt x="128" y="32"/>
                </a:cubicBezTo>
                <a:moveTo>
                  <a:pt x="16" y="40"/>
                </a:moveTo>
                <a:cubicBezTo>
                  <a:pt x="128" y="40"/>
                  <a:pt x="128" y="40"/>
                  <a:pt x="128" y="40"/>
                </a:cubicBezTo>
                <a:cubicBezTo>
                  <a:pt x="130" y="40"/>
                  <a:pt x="132" y="41"/>
                  <a:pt x="133" y="42"/>
                </a:cubicBezTo>
                <a:cubicBezTo>
                  <a:pt x="77" y="98"/>
                  <a:pt x="77" y="98"/>
                  <a:pt x="77" y="98"/>
                </a:cubicBezTo>
                <a:cubicBezTo>
                  <a:pt x="76" y="99"/>
                  <a:pt x="74" y="100"/>
                  <a:pt x="72" y="100"/>
                </a:cubicBezTo>
                <a:cubicBezTo>
                  <a:pt x="70" y="100"/>
                  <a:pt x="68" y="99"/>
                  <a:pt x="67" y="98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1"/>
                  <a:pt x="14" y="40"/>
                  <a:pt x="16" y="40"/>
                </a:cubicBezTo>
                <a:moveTo>
                  <a:pt x="8" y="50"/>
                </a:moveTo>
                <a:cubicBezTo>
                  <a:pt x="42" y="84"/>
                  <a:pt x="42" y="84"/>
                  <a:pt x="42" y="84"/>
                </a:cubicBezTo>
                <a:cubicBezTo>
                  <a:pt x="8" y="118"/>
                  <a:pt x="8" y="118"/>
                  <a:pt x="8" y="118"/>
                </a:cubicBezTo>
                <a:lnTo>
                  <a:pt x="8" y="50"/>
                </a:lnTo>
                <a:close/>
                <a:moveTo>
                  <a:pt x="128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4" y="128"/>
                  <a:pt x="12" y="127"/>
                  <a:pt x="11" y="126"/>
                </a:cubicBezTo>
                <a:cubicBezTo>
                  <a:pt x="47" y="90"/>
                  <a:pt x="47" y="90"/>
                  <a:pt x="47" y="90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64" y="106"/>
                  <a:pt x="68" y="108"/>
                  <a:pt x="72" y="108"/>
                </a:cubicBezTo>
                <a:cubicBezTo>
                  <a:pt x="76" y="108"/>
                  <a:pt x="80" y="106"/>
                  <a:pt x="83" y="103"/>
                </a:cubicBezTo>
                <a:cubicBezTo>
                  <a:pt x="97" y="90"/>
                  <a:pt x="97" y="90"/>
                  <a:pt x="97" y="90"/>
                </a:cubicBezTo>
                <a:cubicBezTo>
                  <a:pt x="133" y="126"/>
                  <a:pt x="133" y="126"/>
                  <a:pt x="133" y="126"/>
                </a:cubicBezTo>
                <a:cubicBezTo>
                  <a:pt x="132" y="127"/>
                  <a:pt x="130" y="128"/>
                  <a:pt x="128" y="128"/>
                </a:cubicBezTo>
                <a:moveTo>
                  <a:pt x="136" y="118"/>
                </a:moveTo>
                <a:cubicBezTo>
                  <a:pt x="102" y="84"/>
                  <a:pt x="102" y="84"/>
                  <a:pt x="102" y="84"/>
                </a:cubicBezTo>
                <a:cubicBezTo>
                  <a:pt x="136" y="50"/>
                  <a:pt x="136" y="50"/>
                  <a:pt x="136" y="50"/>
                </a:cubicBezTo>
                <a:lnTo>
                  <a:pt x="136" y="11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290"/>
          <p:cNvSpPr>
            <a:spLocks noEditPoints="1"/>
          </p:cNvSpPr>
          <p:nvPr/>
        </p:nvSpPr>
        <p:spPr bwMode="auto">
          <a:xfrm>
            <a:off x="6013557" y="1123420"/>
            <a:ext cx="334275" cy="274235"/>
          </a:xfrm>
          <a:custGeom>
            <a:avLst/>
            <a:gdLst>
              <a:gd name="T0" fmla="*/ 176 w 176"/>
              <a:gd name="T1" fmla="*/ 82 h 144"/>
              <a:gd name="T2" fmla="*/ 176 w 176"/>
              <a:gd name="T3" fmla="*/ 82 h 144"/>
              <a:gd name="T4" fmla="*/ 136 w 176"/>
              <a:gd name="T5" fmla="*/ 2 h 144"/>
              <a:gd name="T6" fmla="*/ 136 w 176"/>
              <a:gd name="T7" fmla="*/ 2 h 144"/>
              <a:gd name="T8" fmla="*/ 132 w 176"/>
              <a:gd name="T9" fmla="*/ 0 h 144"/>
              <a:gd name="T10" fmla="*/ 44 w 176"/>
              <a:gd name="T11" fmla="*/ 0 h 144"/>
              <a:gd name="T12" fmla="*/ 40 w 176"/>
              <a:gd name="T13" fmla="*/ 2 h 144"/>
              <a:gd name="T14" fmla="*/ 40 w 176"/>
              <a:gd name="T15" fmla="*/ 2 h 144"/>
              <a:gd name="T16" fmla="*/ 0 w 176"/>
              <a:gd name="T17" fmla="*/ 82 h 144"/>
              <a:gd name="T18" fmla="*/ 0 w 176"/>
              <a:gd name="T19" fmla="*/ 82 h 144"/>
              <a:gd name="T20" fmla="*/ 0 w 176"/>
              <a:gd name="T21" fmla="*/ 84 h 144"/>
              <a:gd name="T22" fmla="*/ 0 w 176"/>
              <a:gd name="T23" fmla="*/ 140 h 144"/>
              <a:gd name="T24" fmla="*/ 4 w 176"/>
              <a:gd name="T25" fmla="*/ 144 h 144"/>
              <a:gd name="T26" fmla="*/ 172 w 176"/>
              <a:gd name="T27" fmla="*/ 144 h 144"/>
              <a:gd name="T28" fmla="*/ 176 w 176"/>
              <a:gd name="T29" fmla="*/ 140 h 144"/>
              <a:gd name="T30" fmla="*/ 176 w 176"/>
              <a:gd name="T31" fmla="*/ 84 h 144"/>
              <a:gd name="T32" fmla="*/ 176 w 176"/>
              <a:gd name="T33" fmla="*/ 82 h 144"/>
              <a:gd name="T34" fmla="*/ 46 w 176"/>
              <a:gd name="T35" fmla="*/ 8 h 144"/>
              <a:gd name="T36" fmla="*/ 130 w 176"/>
              <a:gd name="T37" fmla="*/ 8 h 144"/>
              <a:gd name="T38" fmla="*/ 166 w 176"/>
              <a:gd name="T39" fmla="*/ 80 h 144"/>
              <a:gd name="T40" fmla="*/ 116 w 176"/>
              <a:gd name="T41" fmla="*/ 80 h 144"/>
              <a:gd name="T42" fmla="*/ 112 w 176"/>
              <a:gd name="T43" fmla="*/ 84 h 144"/>
              <a:gd name="T44" fmla="*/ 88 w 176"/>
              <a:gd name="T45" fmla="*/ 108 h 144"/>
              <a:gd name="T46" fmla="*/ 64 w 176"/>
              <a:gd name="T47" fmla="*/ 84 h 144"/>
              <a:gd name="T48" fmla="*/ 60 w 176"/>
              <a:gd name="T49" fmla="*/ 80 h 144"/>
              <a:gd name="T50" fmla="*/ 10 w 176"/>
              <a:gd name="T51" fmla="*/ 80 h 144"/>
              <a:gd name="T52" fmla="*/ 46 w 176"/>
              <a:gd name="T53" fmla="*/ 8 h 144"/>
              <a:gd name="T54" fmla="*/ 168 w 176"/>
              <a:gd name="T55" fmla="*/ 136 h 144"/>
              <a:gd name="T56" fmla="*/ 8 w 176"/>
              <a:gd name="T57" fmla="*/ 136 h 144"/>
              <a:gd name="T58" fmla="*/ 8 w 176"/>
              <a:gd name="T59" fmla="*/ 88 h 144"/>
              <a:gd name="T60" fmla="*/ 56 w 176"/>
              <a:gd name="T61" fmla="*/ 88 h 144"/>
              <a:gd name="T62" fmla="*/ 88 w 176"/>
              <a:gd name="T63" fmla="*/ 116 h 144"/>
              <a:gd name="T64" fmla="*/ 120 w 176"/>
              <a:gd name="T65" fmla="*/ 88 h 144"/>
              <a:gd name="T66" fmla="*/ 168 w 176"/>
              <a:gd name="T67" fmla="*/ 88 h 144"/>
              <a:gd name="T68" fmla="*/ 168 w 176"/>
              <a:gd name="T69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44">
                <a:moveTo>
                  <a:pt x="176" y="82"/>
                </a:moveTo>
                <a:cubicBezTo>
                  <a:pt x="176" y="82"/>
                  <a:pt x="176" y="82"/>
                  <a:pt x="176" y="82"/>
                </a:cubicBezTo>
                <a:cubicBezTo>
                  <a:pt x="136" y="2"/>
                  <a:pt x="136" y="2"/>
                  <a:pt x="136" y="2"/>
                </a:cubicBezTo>
                <a:cubicBezTo>
                  <a:pt x="136" y="2"/>
                  <a:pt x="136" y="2"/>
                  <a:pt x="136" y="2"/>
                </a:cubicBezTo>
                <a:cubicBezTo>
                  <a:pt x="135" y="1"/>
                  <a:pt x="134" y="0"/>
                  <a:pt x="13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2" y="0"/>
                  <a:pt x="41" y="1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3"/>
                  <a:pt x="0" y="83"/>
                  <a:pt x="0" y="8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84"/>
                  <a:pt x="176" y="84"/>
                  <a:pt x="176" y="84"/>
                </a:cubicBezTo>
                <a:cubicBezTo>
                  <a:pt x="176" y="83"/>
                  <a:pt x="176" y="83"/>
                  <a:pt x="176" y="82"/>
                </a:cubicBezTo>
                <a:moveTo>
                  <a:pt x="46" y="8"/>
                </a:moveTo>
                <a:cubicBezTo>
                  <a:pt x="130" y="8"/>
                  <a:pt x="130" y="8"/>
                  <a:pt x="130" y="8"/>
                </a:cubicBezTo>
                <a:cubicBezTo>
                  <a:pt x="166" y="80"/>
                  <a:pt x="166" y="80"/>
                  <a:pt x="166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97"/>
                  <a:pt x="101" y="108"/>
                  <a:pt x="88" y="108"/>
                </a:cubicBezTo>
                <a:cubicBezTo>
                  <a:pt x="75" y="108"/>
                  <a:pt x="64" y="97"/>
                  <a:pt x="64" y="84"/>
                </a:cubicBezTo>
                <a:cubicBezTo>
                  <a:pt x="64" y="82"/>
                  <a:pt x="62" y="80"/>
                  <a:pt x="60" y="80"/>
                </a:cubicBezTo>
                <a:cubicBezTo>
                  <a:pt x="10" y="80"/>
                  <a:pt x="10" y="80"/>
                  <a:pt x="10" y="80"/>
                </a:cubicBezTo>
                <a:lnTo>
                  <a:pt x="46" y="8"/>
                </a:lnTo>
                <a:close/>
                <a:moveTo>
                  <a:pt x="168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88"/>
                  <a:pt x="8" y="88"/>
                  <a:pt x="8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8" y="104"/>
                  <a:pt x="72" y="116"/>
                  <a:pt x="88" y="116"/>
                </a:cubicBezTo>
                <a:cubicBezTo>
                  <a:pt x="104" y="116"/>
                  <a:pt x="118" y="104"/>
                  <a:pt x="120" y="88"/>
                </a:cubicBezTo>
                <a:cubicBezTo>
                  <a:pt x="168" y="88"/>
                  <a:pt x="168" y="88"/>
                  <a:pt x="168" y="88"/>
                </a:cubicBezTo>
                <a:lnTo>
                  <a:pt x="168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291"/>
          <p:cNvSpPr>
            <a:spLocks noEditPoints="1"/>
          </p:cNvSpPr>
          <p:nvPr/>
        </p:nvSpPr>
        <p:spPr bwMode="auto">
          <a:xfrm>
            <a:off x="6652899" y="1108816"/>
            <a:ext cx="334275" cy="303444"/>
          </a:xfrm>
          <a:custGeom>
            <a:avLst/>
            <a:gdLst>
              <a:gd name="T0" fmla="*/ 64 w 176"/>
              <a:gd name="T1" fmla="*/ 64 h 160"/>
              <a:gd name="T2" fmla="*/ 60 w 176"/>
              <a:gd name="T3" fmla="*/ 68 h 160"/>
              <a:gd name="T4" fmla="*/ 61 w 176"/>
              <a:gd name="T5" fmla="*/ 71 h 160"/>
              <a:gd name="T6" fmla="*/ 85 w 176"/>
              <a:gd name="T7" fmla="*/ 95 h 160"/>
              <a:gd name="T8" fmla="*/ 88 w 176"/>
              <a:gd name="T9" fmla="*/ 96 h 160"/>
              <a:gd name="T10" fmla="*/ 91 w 176"/>
              <a:gd name="T11" fmla="*/ 95 h 160"/>
              <a:gd name="T12" fmla="*/ 115 w 176"/>
              <a:gd name="T13" fmla="*/ 71 h 160"/>
              <a:gd name="T14" fmla="*/ 116 w 176"/>
              <a:gd name="T15" fmla="*/ 68 h 160"/>
              <a:gd name="T16" fmla="*/ 112 w 176"/>
              <a:gd name="T17" fmla="*/ 64 h 160"/>
              <a:gd name="T18" fmla="*/ 109 w 176"/>
              <a:gd name="T19" fmla="*/ 65 h 160"/>
              <a:gd name="T20" fmla="*/ 92 w 176"/>
              <a:gd name="T21" fmla="*/ 82 h 160"/>
              <a:gd name="T22" fmla="*/ 92 w 176"/>
              <a:gd name="T23" fmla="*/ 4 h 160"/>
              <a:gd name="T24" fmla="*/ 88 w 176"/>
              <a:gd name="T25" fmla="*/ 0 h 160"/>
              <a:gd name="T26" fmla="*/ 84 w 176"/>
              <a:gd name="T27" fmla="*/ 4 h 160"/>
              <a:gd name="T28" fmla="*/ 84 w 176"/>
              <a:gd name="T29" fmla="*/ 82 h 160"/>
              <a:gd name="T30" fmla="*/ 67 w 176"/>
              <a:gd name="T31" fmla="*/ 65 h 160"/>
              <a:gd name="T32" fmla="*/ 64 w 176"/>
              <a:gd name="T33" fmla="*/ 64 h 160"/>
              <a:gd name="T34" fmla="*/ 176 w 176"/>
              <a:gd name="T35" fmla="*/ 98 h 160"/>
              <a:gd name="T36" fmla="*/ 176 w 176"/>
              <a:gd name="T37" fmla="*/ 98 h 160"/>
              <a:gd name="T38" fmla="*/ 136 w 176"/>
              <a:gd name="T39" fmla="*/ 18 h 160"/>
              <a:gd name="T40" fmla="*/ 136 w 176"/>
              <a:gd name="T41" fmla="*/ 18 h 160"/>
              <a:gd name="T42" fmla="*/ 132 w 176"/>
              <a:gd name="T43" fmla="*/ 16 h 160"/>
              <a:gd name="T44" fmla="*/ 104 w 176"/>
              <a:gd name="T45" fmla="*/ 16 h 160"/>
              <a:gd name="T46" fmla="*/ 100 w 176"/>
              <a:gd name="T47" fmla="*/ 20 h 160"/>
              <a:gd name="T48" fmla="*/ 104 w 176"/>
              <a:gd name="T49" fmla="*/ 24 h 160"/>
              <a:gd name="T50" fmla="*/ 130 w 176"/>
              <a:gd name="T51" fmla="*/ 24 h 160"/>
              <a:gd name="T52" fmla="*/ 166 w 176"/>
              <a:gd name="T53" fmla="*/ 96 h 160"/>
              <a:gd name="T54" fmla="*/ 116 w 176"/>
              <a:gd name="T55" fmla="*/ 96 h 160"/>
              <a:gd name="T56" fmla="*/ 112 w 176"/>
              <a:gd name="T57" fmla="*/ 100 h 160"/>
              <a:gd name="T58" fmla="*/ 88 w 176"/>
              <a:gd name="T59" fmla="*/ 124 h 160"/>
              <a:gd name="T60" fmla="*/ 64 w 176"/>
              <a:gd name="T61" fmla="*/ 100 h 160"/>
              <a:gd name="T62" fmla="*/ 60 w 176"/>
              <a:gd name="T63" fmla="*/ 96 h 160"/>
              <a:gd name="T64" fmla="*/ 10 w 176"/>
              <a:gd name="T65" fmla="*/ 96 h 160"/>
              <a:gd name="T66" fmla="*/ 46 w 176"/>
              <a:gd name="T67" fmla="*/ 24 h 160"/>
              <a:gd name="T68" fmla="*/ 72 w 176"/>
              <a:gd name="T69" fmla="*/ 24 h 160"/>
              <a:gd name="T70" fmla="*/ 76 w 176"/>
              <a:gd name="T71" fmla="*/ 20 h 160"/>
              <a:gd name="T72" fmla="*/ 72 w 176"/>
              <a:gd name="T73" fmla="*/ 16 h 160"/>
              <a:gd name="T74" fmla="*/ 44 w 176"/>
              <a:gd name="T75" fmla="*/ 16 h 160"/>
              <a:gd name="T76" fmla="*/ 40 w 176"/>
              <a:gd name="T77" fmla="*/ 18 h 160"/>
              <a:gd name="T78" fmla="*/ 40 w 176"/>
              <a:gd name="T79" fmla="*/ 18 h 160"/>
              <a:gd name="T80" fmla="*/ 0 w 176"/>
              <a:gd name="T81" fmla="*/ 98 h 160"/>
              <a:gd name="T82" fmla="*/ 0 w 176"/>
              <a:gd name="T83" fmla="*/ 98 h 160"/>
              <a:gd name="T84" fmla="*/ 0 w 176"/>
              <a:gd name="T85" fmla="*/ 100 h 160"/>
              <a:gd name="T86" fmla="*/ 0 w 176"/>
              <a:gd name="T87" fmla="*/ 156 h 160"/>
              <a:gd name="T88" fmla="*/ 4 w 176"/>
              <a:gd name="T89" fmla="*/ 160 h 160"/>
              <a:gd name="T90" fmla="*/ 172 w 176"/>
              <a:gd name="T91" fmla="*/ 160 h 160"/>
              <a:gd name="T92" fmla="*/ 176 w 176"/>
              <a:gd name="T93" fmla="*/ 156 h 160"/>
              <a:gd name="T94" fmla="*/ 176 w 176"/>
              <a:gd name="T95" fmla="*/ 100 h 160"/>
              <a:gd name="T96" fmla="*/ 176 w 176"/>
              <a:gd name="T97" fmla="*/ 98 h 160"/>
              <a:gd name="T98" fmla="*/ 168 w 176"/>
              <a:gd name="T99" fmla="*/ 152 h 160"/>
              <a:gd name="T100" fmla="*/ 8 w 176"/>
              <a:gd name="T101" fmla="*/ 152 h 160"/>
              <a:gd name="T102" fmla="*/ 8 w 176"/>
              <a:gd name="T103" fmla="*/ 104 h 160"/>
              <a:gd name="T104" fmla="*/ 56 w 176"/>
              <a:gd name="T105" fmla="*/ 104 h 160"/>
              <a:gd name="T106" fmla="*/ 88 w 176"/>
              <a:gd name="T107" fmla="*/ 132 h 160"/>
              <a:gd name="T108" fmla="*/ 120 w 176"/>
              <a:gd name="T109" fmla="*/ 104 h 160"/>
              <a:gd name="T110" fmla="*/ 168 w 176"/>
              <a:gd name="T111" fmla="*/ 104 h 160"/>
              <a:gd name="T112" fmla="*/ 168 w 176"/>
              <a:gd name="T11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64" y="64"/>
                </a:moveTo>
                <a:cubicBezTo>
                  <a:pt x="62" y="64"/>
                  <a:pt x="60" y="66"/>
                  <a:pt x="60" y="68"/>
                </a:cubicBezTo>
                <a:cubicBezTo>
                  <a:pt x="60" y="69"/>
                  <a:pt x="60" y="70"/>
                  <a:pt x="61" y="71"/>
                </a:cubicBezTo>
                <a:cubicBezTo>
                  <a:pt x="85" y="95"/>
                  <a:pt x="85" y="95"/>
                  <a:pt x="85" y="95"/>
                </a:cubicBezTo>
                <a:cubicBezTo>
                  <a:pt x="86" y="96"/>
                  <a:pt x="87" y="96"/>
                  <a:pt x="88" y="96"/>
                </a:cubicBezTo>
                <a:cubicBezTo>
                  <a:pt x="89" y="96"/>
                  <a:pt x="90" y="96"/>
                  <a:pt x="91" y="95"/>
                </a:cubicBezTo>
                <a:cubicBezTo>
                  <a:pt x="115" y="71"/>
                  <a:pt x="115" y="71"/>
                  <a:pt x="115" y="71"/>
                </a:cubicBezTo>
                <a:cubicBezTo>
                  <a:pt x="116" y="70"/>
                  <a:pt x="116" y="69"/>
                  <a:pt x="116" y="68"/>
                </a:cubicBezTo>
                <a:cubicBezTo>
                  <a:pt x="116" y="66"/>
                  <a:pt x="114" y="64"/>
                  <a:pt x="112" y="64"/>
                </a:cubicBezTo>
                <a:cubicBezTo>
                  <a:pt x="111" y="64"/>
                  <a:pt x="110" y="64"/>
                  <a:pt x="109" y="65"/>
                </a:cubicBezTo>
                <a:cubicBezTo>
                  <a:pt x="92" y="82"/>
                  <a:pt x="92" y="82"/>
                  <a:pt x="92" y="82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82"/>
                  <a:pt x="84" y="82"/>
                  <a:pt x="84" y="82"/>
                </a:cubicBezTo>
                <a:cubicBezTo>
                  <a:pt x="67" y="65"/>
                  <a:pt x="67" y="65"/>
                  <a:pt x="67" y="65"/>
                </a:cubicBezTo>
                <a:cubicBezTo>
                  <a:pt x="66" y="64"/>
                  <a:pt x="65" y="64"/>
                  <a:pt x="64" y="64"/>
                </a:cubicBezTo>
                <a:moveTo>
                  <a:pt x="176" y="98"/>
                </a:moveTo>
                <a:cubicBezTo>
                  <a:pt x="176" y="98"/>
                  <a:pt x="176" y="98"/>
                  <a:pt x="176" y="9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5" y="17"/>
                  <a:pt x="134" y="16"/>
                  <a:pt x="132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2" y="16"/>
                  <a:pt x="100" y="18"/>
                  <a:pt x="100" y="20"/>
                </a:cubicBezTo>
                <a:cubicBezTo>
                  <a:pt x="100" y="22"/>
                  <a:pt x="102" y="24"/>
                  <a:pt x="104" y="24"/>
                </a:cubicBezTo>
                <a:cubicBezTo>
                  <a:pt x="130" y="24"/>
                  <a:pt x="130" y="24"/>
                  <a:pt x="130" y="24"/>
                </a:cubicBezTo>
                <a:cubicBezTo>
                  <a:pt x="166" y="96"/>
                  <a:pt x="166" y="96"/>
                  <a:pt x="16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4" y="96"/>
                  <a:pt x="112" y="98"/>
                  <a:pt x="112" y="100"/>
                </a:cubicBezTo>
                <a:cubicBezTo>
                  <a:pt x="112" y="113"/>
                  <a:pt x="101" y="124"/>
                  <a:pt x="88" y="124"/>
                </a:cubicBezTo>
                <a:cubicBezTo>
                  <a:pt x="75" y="124"/>
                  <a:pt x="64" y="113"/>
                  <a:pt x="64" y="100"/>
                </a:cubicBezTo>
                <a:cubicBezTo>
                  <a:pt x="64" y="98"/>
                  <a:pt x="62" y="96"/>
                  <a:pt x="60" y="96"/>
                </a:cubicBezTo>
                <a:cubicBezTo>
                  <a:pt x="10" y="96"/>
                  <a:pt x="10" y="96"/>
                  <a:pt x="10" y="96"/>
                </a:cubicBezTo>
                <a:cubicBezTo>
                  <a:pt x="46" y="24"/>
                  <a:pt x="46" y="24"/>
                  <a:pt x="46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4" y="24"/>
                  <a:pt x="76" y="22"/>
                  <a:pt x="76" y="20"/>
                </a:cubicBezTo>
                <a:cubicBezTo>
                  <a:pt x="76" y="18"/>
                  <a:pt x="74" y="16"/>
                  <a:pt x="72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2" y="16"/>
                  <a:pt x="41" y="17"/>
                  <a:pt x="40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9"/>
                  <a:pt x="0" y="99"/>
                  <a:pt x="0" y="10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4" y="160"/>
                  <a:pt x="176" y="158"/>
                  <a:pt x="176" y="156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6" y="98"/>
                </a:cubicBezTo>
                <a:moveTo>
                  <a:pt x="168" y="152"/>
                </a:moveTo>
                <a:cubicBezTo>
                  <a:pt x="8" y="152"/>
                  <a:pt x="8" y="152"/>
                  <a:pt x="8" y="152"/>
                </a:cubicBezTo>
                <a:cubicBezTo>
                  <a:pt x="8" y="104"/>
                  <a:pt x="8" y="104"/>
                  <a:pt x="8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8" y="120"/>
                  <a:pt x="72" y="132"/>
                  <a:pt x="88" y="132"/>
                </a:cubicBezTo>
                <a:cubicBezTo>
                  <a:pt x="104" y="132"/>
                  <a:pt x="118" y="120"/>
                  <a:pt x="120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5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292"/>
          <p:cNvSpPr>
            <a:spLocks noEditPoints="1"/>
          </p:cNvSpPr>
          <p:nvPr/>
        </p:nvSpPr>
        <p:spPr bwMode="auto">
          <a:xfrm>
            <a:off x="7292240" y="1108816"/>
            <a:ext cx="334275" cy="303444"/>
          </a:xfrm>
          <a:custGeom>
            <a:avLst/>
            <a:gdLst>
              <a:gd name="T0" fmla="*/ 64 w 176"/>
              <a:gd name="T1" fmla="*/ 32 h 160"/>
              <a:gd name="T2" fmla="*/ 67 w 176"/>
              <a:gd name="T3" fmla="*/ 31 h 160"/>
              <a:gd name="T4" fmla="*/ 84 w 176"/>
              <a:gd name="T5" fmla="*/ 14 h 160"/>
              <a:gd name="T6" fmla="*/ 84 w 176"/>
              <a:gd name="T7" fmla="*/ 92 h 160"/>
              <a:gd name="T8" fmla="*/ 88 w 176"/>
              <a:gd name="T9" fmla="*/ 96 h 160"/>
              <a:gd name="T10" fmla="*/ 92 w 176"/>
              <a:gd name="T11" fmla="*/ 92 h 160"/>
              <a:gd name="T12" fmla="*/ 92 w 176"/>
              <a:gd name="T13" fmla="*/ 14 h 160"/>
              <a:gd name="T14" fmla="*/ 109 w 176"/>
              <a:gd name="T15" fmla="*/ 31 h 160"/>
              <a:gd name="T16" fmla="*/ 112 w 176"/>
              <a:gd name="T17" fmla="*/ 32 h 160"/>
              <a:gd name="T18" fmla="*/ 116 w 176"/>
              <a:gd name="T19" fmla="*/ 28 h 160"/>
              <a:gd name="T20" fmla="*/ 115 w 176"/>
              <a:gd name="T21" fmla="*/ 25 h 160"/>
              <a:gd name="T22" fmla="*/ 91 w 176"/>
              <a:gd name="T23" fmla="*/ 1 h 160"/>
              <a:gd name="T24" fmla="*/ 88 w 176"/>
              <a:gd name="T25" fmla="*/ 0 h 160"/>
              <a:gd name="T26" fmla="*/ 85 w 176"/>
              <a:gd name="T27" fmla="*/ 1 h 160"/>
              <a:gd name="T28" fmla="*/ 61 w 176"/>
              <a:gd name="T29" fmla="*/ 25 h 160"/>
              <a:gd name="T30" fmla="*/ 60 w 176"/>
              <a:gd name="T31" fmla="*/ 28 h 160"/>
              <a:gd name="T32" fmla="*/ 64 w 176"/>
              <a:gd name="T33" fmla="*/ 32 h 160"/>
              <a:gd name="T34" fmla="*/ 176 w 176"/>
              <a:gd name="T35" fmla="*/ 98 h 160"/>
              <a:gd name="T36" fmla="*/ 176 w 176"/>
              <a:gd name="T37" fmla="*/ 98 h 160"/>
              <a:gd name="T38" fmla="*/ 136 w 176"/>
              <a:gd name="T39" fmla="*/ 18 h 160"/>
              <a:gd name="T40" fmla="*/ 136 w 176"/>
              <a:gd name="T41" fmla="*/ 18 h 160"/>
              <a:gd name="T42" fmla="*/ 132 w 176"/>
              <a:gd name="T43" fmla="*/ 16 h 160"/>
              <a:gd name="T44" fmla="*/ 128 w 176"/>
              <a:gd name="T45" fmla="*/ 16 h 160"/>
              <a:gd name="T46" fmla="*/ 124 w 176"/>
              <a:gd name="T47" fmla="*/ 20 h 160"/>
              <a:gd name="T48" fmla="*/ 128 w 176"/>
              <a:gd name="T49" fmla="*/ 24 h 160"/>
              <a:gd name="T50" fmla="*/ 130 w 176"/>
              <a:gd name="T51" fmla="*/ 24 h 160"/>
              <a:gd name="T52" fmla="*/ 166 w 176"/>
              <a:gd name="T53" fmla="*/ 96 h 160"/>
              <a:gd name="T54" fmla="*/ 116 w 176"/>
              <a:gd name="T55" fmla="*/ 96 h 160"/>
              <a:gd name="T56" fmla="*/ 112 w 176"/>
              <a:gd name="T57" fmla="*/ 100 h 160"/>
              <a:gd name="T58" fmla="*/ 88 w 176"/>
              <a:gd name="T59" fmla="*/ 124 h 160"/>
              <a:gd name="T60" fmla="*/ 64 w 176"/>
              <a:gd name="T61" fmla="*/ 100 h 160"/>
              <a:gd name="T62" fmla="*/ 60 w 176"/>
              <a:gd name="T63" fmla="*/ 96 h 160"/>
              <a:gd name="T64" fmla="*/ 10 w 176"/>
              <a:gd name="T65" fmla="*/ 96 h 160"/>
              <a:gd name="T66" fmla="*/ 46 w 176"/>
              <a:gd name="T67" fmla="*/ 24 h 160"/>
              <a:gd name="T68" fmla="*/ 48 w 176"/>
              <a:gd name="T69" fmla="*/ 24 h 160"/>
              <a:gd name="T70" fmla="*/ 52 w 176"/>
              <a:gd name="T71" fmla="*/ 20 h 160"/>
              <a:gd name="T72" fmla="*/ 48 w 176"/>
              <a:gd name="T73" fmla="*/ 16 h 160"/>
              <a:gd name="T74" fmla="*/ 44 w 176"/>
              <a:gd name="T75" fmla="*/ 16 h 160"/>
              <a:gd name="T76" fmla="*/ 40 w 176"/>
              <a:gd name="T77" fmla="*/ 18 h 160"/>
              <a:gd name="T78" fmla="*/ 40 w 176"/>
              <a:gd name="T79" fmla="*/ 18 h 160"/>
              <a:gd name="T80" fmla="*/ 0 w 176"/>
              <a:gd name="T81" fmla="*/ 98 h 160"/>
              <a:gd name="T82" fmla="*/ 0 w 176"/>
              <a:gd name="T83" fmla="*/ 98 h 160"/>
              <a:gd name="T84" fmla="*/ 0 w 176"/>
              <a:gd name="T85" fmla="*/ 100 h 160"/>
              <a:gd name="T86" fmla="*/ 0 w 176"/>
              <a:gd name="T87" fmla="*/ 156 h 160"/>
              <a:gd name="T88" fmla="*/ 4 w 176"/>
              <a:gd name="T89" fmla="*/ 160 h 160"/>
              <a:gd name="T90" fmla="*/ 172 w 176"/>
              <a:gd name="T91" fmla="*/ 160 h 160"/>
              <a:gd name="T92" fmla="*/ 176 w 176"/>
              <a:gd name="T93" fmla="*/ 156 h 160"/>
              <a:gd name="T94" fmla="*/ 176 w 176"/>
              <a:gd name="T95" fmla="*/ 100 h 160"/>
              <a:gd name="T96" fmla="*/ 176 w 176"/>
              <a:gd name="T97" fmla="*/ 98 h 160"/>
              <a:gd name="T98" fmla="*/ 168 w 176"/>
              <a:gd name="T99" fmla="*/ 152 h 160"/>
              <a:gd name="T100" fmla="*/ 8 w 176"/>
              <a:gd name="T101" fmla="*/ 152 h 160"/>
              <a:gd name="T102" fmla="*/ 8 w 176"/>
              <a:gd name="T103" fmla="*/ 104 h 160"/>
              <a:gd name="T104" fmla="*/ 56 w 176"/>
              <a:gd name="T105" fmla="*/ 104 h 160"/>
              <a:gd name="T106" fmla="*/ 88 w 176"/>
              <a:gd name="T107" fmla="*/ 132 h 160"/>
              <a:gd name="T108" fmla="*/ 120 w 176"/>
              <a:gd name="T109" fmla="*/ 104 h 160"/>
              <a:gd name="T110" fmla="*/ 168 w 176"/>
              <a:gd name="T111" fmla="*/ 104 h 160"/>
              <a:gd name="T112" fmla="*/ 168 w 176"/>
              <a:gd name="T11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64" y="32"/>
                </a:moveTo>
                <a:cubicBezTo>
                  <a:pt x="65" y="32"/>
                  <a:pt x="66" y="32"/>
                  <a:pt x="67" y="31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4"/>
                  <a:pt x="86" y="96"/>
                  <a:pt x="88" y="96"/>
                </a:cubicBezTo>
                <a:cubicBezTo>
                  <a:pt x="90" y="96"/>
                  <a:pt x="92" y="94"/>
                  <a:pt x="92" y="92"/>
                </a:cubicBezTo>
                <a:cubicBezTo>
                  <a:pt x="92" y="14"/>
                  <a:pt x="92" y="14"/>
                  <a:pt x="92" y="14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0" y="32"/>
                  <a:pt x="111" y="32"/>
                  <a:pt x="112" y="32"/>
                </a:cubicBezTo>
                <a:cubicBezTo>
                  <a:pt x="114" y="32"/>
                  <a:pt x="116" y="30"/>
                  <a:pt x="116" y="28"/>
                </a:cubicBezTo>
                <a:cubicBezTo>
                  <a:pt x="116" y="27"/>
                  <a:pt x="116" y="26"/>
                  <a:pt x="115" y="25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6"/>
                  <a:pt x="60" y="27"/>
                  <a:pt x="60" y="28"/>
                </a:cubicBezTo>
                <a:cubicBezTo>
                  <a:pt x="60" y="30"/>
                  <a:pt x="62" y="32"/>
                  <a:pt x="64" y="32"/>
                </a:cubicBezTo>
                <a:moveTo>
                  <a:pt x="176" y="98"/>
                </a:moveTo>
                <a:cubicBezTo>
                  <a:pt x="176" y="98"/>
                  <a:pt x="176" y="98"/>
                  <a:pt x="176" y="9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5" y="17"/>
                  <a:pt x="134" y="16"/>
                  <a:pt x="132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6" y="16"/>
                  <a:pt x="124" y="18"/>
                  <a:pt x="124" y="20"/>
                </a:cubicBezTo>
                <a:cubicBezTo>
                  <a:pt x="124" y="22"/>
                  <a:pt x="126" y="24"/>
                  <a:pt x="128" y="24"/>
                </a:cubicBezTo>
                <a:cubicBezTo>
                  <a:pt x="130" y="24"/>
                  <a:pt x="130" y="24"/>
                  <a:pt x="130" y="24"/>
                </a:cubicBezTo>
                <a:cubicBezTo>
                  <a:pt x="166" y="96"/>
                  <a:pt x="166" y="96"/>
                  <a:pt x="16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4" y="96"/>
                  <a:pt x="112" y="98"/>
                  <a:pt x="112" y="100"/>
                </a:cubicBezTo>
                <a:cubicBezTo>
                  <a:pt x="112" y="113"/>
                  <a:pt x="101" y="124"/>
                  <a:pt x="88" y="124"/>
                </a:cubicBezTo>
                <a:cubicBezTo>
                  <a:pt x="75" y="124"/>
                  <a:pt x="64" y="113"/>
                  <a:pt x="64" y="100"/>
                </a:cubicBezTo>
                <a:cubicBezTo>
                  <a:pt x="64" y="98"/>
                  <a:pt x="62" y="96"/>
                  <a:pt x="60" y="96"/>
                </a:cubicBezTo>
                <a:cubicBezTo>
                  <a:pt x="10" y="96"/>
                  <a:pt x="10" y="96"/>
                  <a:pt x="10" y="96"/>
                </a:cubicBezTo>
                <a:cubicBezTo>
                  <a:pt x="46" y="24"/>
                  <a:pt x="46" y="24"/>
                  <a:pt x="46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0" y="24"/>
                  <a:pt x="52" y="22"/>
                  <a:pt x="52" y="20"/>
                </a:cubicBezTo>
                <a:cubicBezTo>
                  <a:pt x="52" y="18"/>
                  <a:pt x="50" y="16"/>
                  <a:pt x="48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2" y="16"/>
                  <a:pt x="41" y="17"/>
                  <a:pt x="40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9"/>
                  <a:pt x="0" y="99"/>
                  <a:pt x="0" y="10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4" y="160"/>
                  <a:pt x="176" y="158"/>
                  <a:pt x="176" y="156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6" y="98"/>
                </a:cubicBezTo>
                <a:moveTo>
                  <a:pt x="168" y="152"/>
                </a:moveTo>
                <a:cubicBezTo>
                  <a:pt x="8" y="152"/>
                  <a:pt x="8" y="152"/>
                  <a:pt x="8" y="152"/>
                </a:cubicBezTo>
                <a:cubicBezTo>
                  <a:pt x="8" y="104"/>
                  <a:pt x="8" y="104"/>
                  <a:pt x="8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8" y="120"/>
                  <a:pt x="72" y="132"/>
                  <a:pt x="88" y="132"/>
                </a:cubicBezTo>
                <a:cubicBezTo>
                  <a:pt x="104" y="132"/>
                  <a:pt x="118" y="120"/>
                  <a:pt x="120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5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293"/>
          <p:cNvSpPr>
            <a:spLocks noEditPoints="1"/>
          </p:cNvSpPr>
          <p:nvPr/>
        </p:nvSpPr>
        <p:spPr bwMode="auto">
          <a:xfrm>
            <a:off x="1539791" y="1762761"/>
            <a:ext cx="335898" cy="272613"/>
          </a:xfrm>
          <a:custGeom>
            <a:avLst/>
            <a:gdLst>
              <a:gd name="T0" fmla="*/ 60 w 176"/>
              <a:gd name="T1" fmla="*/ 32 h 144"/>
              <a:gd name="T2" fmla="*/ 116 w 176"/>
              <a:gd name="T3" fmla="*/ 32 h 144"/>
              <a:gd name="T4" fmla="*/ 120 w 176"/>
              <a:gd name="T5" fmla="*/ 28 h 144"/>
              <a:gd name="T6" fmla="*/ 116 w 176"/>
              <a:gd name="T7" fmla="*/ 24 h 144"/>
              <a:gd name="T8" fmla="*/ 60 w 176"/>
              <a:gd name="T9" fmla="*/ 24 h 144"/>
              <a:gd name="T10" fmla="*/ 56 w 176"/>
              <a:gd name="T11" fmla="*/ 28 h 144"/>
              <a:gd name="T12" fmla="*/ 60 w 176"/>
              <a:gd name="T13" fmla="*/ 32 h 144"/>
              <a:gd name="T14" fmla="*/ 52 w 176"/>
              <a:gd name="T15" fmla="*/ 48 h 144"/>
              <a:gd name="T16" fmla="*/ 124 w 176"/>
              <a:gd name="T17" fmla="*/ 48 h 144"/>
              <a:gd name="T18" fmla="*/ 128 w 176"/>
              <a:gd name="T19" fmla="*/ 44 h 144"/>
              <a:gd name="T20" fmla="*/ 124 w 176"/>
              <a:gd name="T21" fmla="*/ 40 h 144"/>
              <a:gd name="T22" fmla="*/ 52 w 176"/>
              <a:gd name="T23" fmla="*/ 40 h 144"/>
              <a:gd name="T24" fmla="*/ 48 w 176"/>
              <a:gd name="T25" fmla="*/ 44 h 144"/>
              <a:gd name="T26" fmla="*/ 52 w 176"/>
              <a:gd name="T27" fmla="*/ 48 h 144"/>
              <a:gd name="T28" fmla="*/ 136 w 176"/>
              <a:gd name="T29" fmla="*/ 60 h 144"/>
              <a:gd name="T30" fmla="*/ 132 w 176"/>
              <a:gd name="T31" fmla="*/ 56 h 144"/>
              <a:gd name="T32" fmla="*/ 44 w 176"/>
              <a:gd name="T33" fmla="*/ 56 h 144"/>
              <a:gd name="T34" fmla="*/ 40 w 176"/>
              <a:gd name="T35" fmla="*/ 60 h 144"/>
              <a:gd name="T36" fmla="*/ 44 w 176"/>
              <a:gd name="T37" fmla="*/ 64 h 144"/>
              <a:gd name="T38" fmla="*/ 132 w 176"/>
              <a:gd name="T39" fmla="*/ 64 h 144"/>
              <a:gd name="T40" fmla="*/ 136 w 176"/>
              <a:gd name="T41" fmla="*/ 60 h 144"/>
              <a:gd name="T42" fmla="*/ 176 w 176"/>
              <a:gd name="T43" fmla="*/ 82 h 144"/>
              <a:gd name="T44" fmla="*/ 176 w 176"/>
              <a:gd name="T45" fmla="*/ 82 h 144"/>
              <a:gd name="T46" fmla="*/ 136 w 176"/>
              <a:gd name="T47" fmla="*/ 2 h 144"/>
              <a:gd name="T48" fmla="*/ 136 w 176"/>
              <a:gd name="T49" fmla="*/ 2 h 144"/>
              <a:gd name="T50" fmla="*/ 132 w 176"/>
              <a:gd name="T51" fmla="*/ 0 h 144"/>
              <a:gd name="T52" fmla="*/ 44 w 176"/>
              <a:gd name="T53" fmla="*/ 0 h 144"/>
              <a:gd name="T54" fmla="*/ 40 w 176"/>
              <a:gd name="T55" fmla="*/ 2 h 144"/>
              <a:gd name="T56" fmla="*/ 40 w 176"/>
              <a:gd name="T57" fmla="*/ 2 h 144"/>
              <a:gd name="T58" fmla="*/ 0 w 176"/>
              <a:gd name="T59" fmla="*/ 82 h 144"/>
              <a:gd name="T60" fmla="*/ 0 w 176"/>
              <a:gd name="T61" fmla="*/ 82 h 144"/>
              <a:gd name="T62" fmla="*/ 0 w 176"/>
              <a:gd name="T63" fmla="*/ 84 h 144"/>
              <a:gd name="T64" fmla="*/ 0 w 176"/>
              <a:gd name="T65" fmla="*/ 140 h 144"/>
              <a:gd name="T66" fmla="*/ 4 w 176"/>
              <a:gd name="T67" fmla="*/ 144 h 144"/>
              <a:gd name="T68" fmla="*/ 172 w 176"/>
              <a:gd name="T69" fmla="*/ 144 h 144"/>
              <a:gd name="T70" fmla="*/ 176 w 176"/>
              <a:gd name="T71" fmla="*/ 140 h 144"/>
              <a:gd name="T72" fmla="*/ 176 w 176"/>
              <a:gd name="T73" fmla="*/ 84 h 144"/>
              <a:gd name="T74" fmla="*/ 176 w 176"/>
              <a:gd name="T75" fmla="*/ 82 h 144"/>
              <a:gd name="T76" fmla="*/ 46 w 176"/>
              <a:gd name="T77" fmla="*/ 8 h 144"/>
              <a:gd name="T78" fmla="*/ 130 w 176"/>
              <a:gd name="T79" fmla="*/ 8 h 144"/>
              <a:gd name="T80" fmla="*/ 166 w 176"/>
              <a:gd name="T81" fmla="*/ 80 h 144"/>
              <a:gd name="T82" fmla="*/ 116 w 176"/>
              <a:gd name="T83" fmla="*/ 80 h 144"/>
              <a:gd name="T84" fmla="*/ 112 w 176"/>
              <a:gd name="T85" fmla="*/ 84 h 144"/>
              <a:gd name="T86" fmla="*/ 88 w 176"/>
              <a:gd name="T87" fmla="*/ 108 h 144"/>
              <a:gd name="T88" fmla="*/ 64 w 176"/>
              <a:gd name="T89" fmla="*/ 84 h 144"/>
              <a:gd name="T90" fmla="*/ 60 w 176"/>
              <a:gd name="T91" fmla="*/ 80 h 144"/>
              <a:gd name="T92" fmla="*/ 10 w 176"/>
              <a:gd name="T93" fmla="*/ 80 h 144"/>
              <a:gd name="T94" fmla="*/ 46 w 176"/>
              <a:gd name="T95" fmla="*/ 8 h 144"/>
              <a:gd name="T96" fmla="*/ 168 w 176"/>
              <a:gd name="T97" fmla="*/ 136 h 144"/>
              <a:gd name="T98" fmla="*/ 8 w 176"/>
              <a:gd name="T99" fmla="*/ 136 h 144"/>
              <a:gd name="T100" fmla="*/ 8 w 176"/>
              <a:gd name="T101" fmla="*/ 88 h 144"/>
              <a:gd name="T102" fmla="*/ 56 w 176"/>
              <a:gd name="T103" fmla="*/ 88 h 144"/>
              <a:gd name="T104" fmla="*/ 88 w 176"/>
              <a:gd name="T105" fmla="*/ 116 h 144"/>
              <a:gd name="T106" fmla="*/ 120 w 176"/>
              <a:gd name="T107" fmla="*/ 88 h 144"/>
              <a:gd name="T108" fmla="*/ 168 w 176"/>
              <a:gd name="T109" fmla="*/ 88 h 144"/>
              <a:gd name="T110" fmla="*/ 168 w 176"/>
              <a:gd name="T11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44">
                <a:moveTo>
                  <a:pt x="60" y="32"/>
                </a:moveTo>
                <a:cubicBezTo>
                  <a:pt x="116" y="32"/>
                  <a:pt x="116" y="32"/>
                  <a:pt x="116" y="32"/>
                </a:cubicBezTo>
                <a:cubicBezTo>
                  <a:pt x="118" y="32"/>
                  <a:pt x="120" y="30"/>
                  <a:pt x="120" y="28"/>
                </a:cubicBezTo>
                <a:cubicBezTo>
                  <a:pt x="120" y="26"/>
                  <a:pt x="118" y="24"/>
                  <a:pt x="116" y="24"/>
                </a:cubicBezTo>
                <a:cubicBezTo>
                  <a:pt x="60" y="24"/>
                  <a:pt x="60" y="24"/>
                  <a:pt x="60" y="24"/>
                </a:cubicBezTo>
                <a:cubicBezTo>
                  <a:pt x="58" y="24"/>
                  <a:pt x="56" y="26"/>
                  <a:pt x="56" y="28"/>
                </a:cubicBezTo>
                <a:cubicBezTo>
                  <a:pt x="56" y="30"/>
                  <a:pt x="58" y="32"/>
                  <a:pt x="60" y="32"/>
                </a:cubicBezTo>
                <a:moveTo>
                  <a:pt x="52" y="48"/>
                </a:moveTo>
                <a:cubicBezTo>
                  <a:pt x="124" y="48"/>
                  <a:pt x="124" y="48"/>
                  <a:pt x="124" y="48"/>
                </a:cubicBezTo>
                <a:cubicBezTo>
                  <a:pt x="126" y="48"/>
                  <a:pt x="128" y="46"/>
                  <a:pt x="128" y="44"/>
                </a:cubicBezTo>
                <a:cubicBezTo>
                  <a:pt x="128" y="42"/>
                  <a:pt x="126" y="40"/>
                  <a:pt x="124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0" y="40"/>
                  <a:pt x="48" y="42"/>
                  <a:pt x="48" y="44"/>
                </a:cubicBezTo>
                <a:cubicBezTo>
                  <a:pt x="48" y="46"/>
                  <a:pt x="50" y="48"/>
                  <a:pt x="52" y="48"/>
                </a:cubicBezTo>
                <a:moveTo>
                  <a:pt x="136" y="60"/>
                </a:moveTo>
                <a:cubicBezTo>
                  <a:pt x="136" y="58"/>
                  <a:pt x="134" y="56"/>
                  <a:pt x="132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2" y="56"/>
                  <a:pt x="40" y="58"/>
                  <a:pt x="40" y="60"/>
                </a:cubicBezTo>
                <a:cubicBezTo>
                  <a:pt x="40" y="62"/>
                  <a:pt x="42" y="64"/>
                  <a:pt x="44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4" y="64"/>
                  <a:pt x="136" y="62"/>
                  <a:pt x="136" y="60"/>
                </a:cubicBezTo>
                <a:moveTo>
                  <a:pt x="176" y="82"/>
                </a:moveTo>
                <a:cubicBezTo>
                  <a:pt x="176" y="82"/>
                  <a:pt x="176" y="82"/>
                  <a:pt x="176" y="82"/>
                </a:cubicBezTo>
                <a:cubicBezTo>
                  <a:pt x="136" y="2"/>
                  <a:pt x="136" y="2"/>
                  <a:pt x="136" y="2"/>
                </a:cubicBezTo>
                <a:cubicBezTo>
                  <a:pt x="136" y="2"/>
                  <a:pt x="136" y="2"/>
                  <a:pt x="136" y="2"/>
                </a:cubicBezTo>
                <a:cubicBezTo>
                  <a:pt x="135" y="1"/>
                  <a:pt x="134" y="0"/>
                  <a:pt x="13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2" y="0"/>
                  <a:pt x="41" y="1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3"/>
                  <a:pt x="0" y="83"/>
                  <a:pt x="0" y="8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84"/>
                  <a:pt x="176" y="84"/>
                  <a:pt x="176" y="84"/>
                </a:cubicBezTo>
                <a:cubicBezTo>
                  <a:pt x="176" y="83"/>
                  <a:pt x="176" y="83"/>
                  <a:pt x="176" y="82"/>
                </a:cubicBezTo>
                <a:moveTo>
                  <a:pt x="46" y="8"/>
                </a:moveTo>
                <a:cubicBezTo>
                  <a:pt x="130" y="8"/>
                  <a:pt x="130" y="8"/>
                  <a:pt x="130" y="8"/>
                </a:cubicBezTo>
                <a:cubicBezTo>
                  <a:pt x="166" y="80"/>
                  <a:pt x="166" y="80"/>
                  <a:pt x="166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97"/>
                  <a:pt x="101" y="108"/>
                  <a:pt x="88" y="108"/>
                </a:cubicBezTo>
                <a:cubicBezTo>
                  <a:pt x="75" y="108"/>
                  <a:pt x="64" y="97"/>
                  <a:pt x="64" y="84"/>
                </a:cubicBezTo>
                <a:cubicBezTo>
                  <a:pt x="64" y="82"/>
                  <a:pt x="62" y="80"/>
                  <a:pt x="60" y="80"/>
                </a:cubicBezTo>
                <a:cubicBezTo>
                  <a:pt x="10" y="80"/>
                  <a:pt x="10" y="80"/>
                  <a:pt x="10" y="80"/>
                </a:cubicBezTo>
                <a:lnTo>
                  <a:pt x="46" y="8"/>
                </a:lnTo>
                <a:close/>
                <a:moveTo>
                  <a:pt x="168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88"/>
                  <a:pt x="8" y="88"/>
                  <a:pt x="8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8" y="104"/>
                  <a:pt x="72" y="116"/>
                  <a:pt x="88" y="116"/>
                </a:cubicBezTo>
                <a:cubicBezTo>
                  <a:pt x="104" y="116"/>
                  <a:pt x="118" y="104"/>
                  <a:pt x="120" y="88"/>
                </a:cubicBezTo>
                <a:cubicBezTo>
                  <a:pt x="168" y="88"/>
                  <a:pt x="168" y="88"/>
                  <a:pt x="168" y="88"/>
                </a:cubicBezTo>
                <a:lnTo>
                  <a:pt x="168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294"/>
          <p:cNvSpPr>
            <a:spLocks noEditPoints="1"/>
          </p:cNvSpPr>
          <p:nvPr/>
        </p:nvSpPr>
        <p:spPr bwMode="auto">
          <a:xfrm>
            <a:off x="2179132" y="1731930"/>
            <a:ext cx="334275" cy="334275"/>
          </a:xfrm>
          <a:custGeom>
            <a:avLst/>
            <a:gdLst>
              <a:gd name="T0" fmla="*/ 176 w 176"/>
              <a:gd name="T1" fmla="*/ 52 h 176"/>
              <a:gd name="T2" fmla="*/ 176 w 176"/>
              <a:gd name="T3" fmla="*/ 50 h 176"/>
              <a:gd name="T4" fmla="*/ 144 w 176"/>
              <a:gd name="T5" fmla="*/ 2 h 176"/>
              <a:gd name="T6" fmla="*/ 36 w 176"/>
              <a:gd name="T7" fmla="*/ 0 h 176"/>
              <a:gd name="T8" fmla="*/ 32 w 176"/>
              <a:gd name="T9" fmla="*/ 2 h 176"/>
              <a:gd name="T10" fmla="*/ 0 w 176"/>
              <a:gd name="T11" fmla="*/ 50 h 176"/>
              <a:gd name="T12" fmla="*/ 0 w 176"/>
              <a:gd name="T13" fmla="*/ 100 h 176"/>
              <a:gd name="T14" fmla="*/ 13 w 176"/>
              <a:gd name="T15" fmla="*/ 104 h 176"/>
              <a:gd name="T16" fmla="*/ 0 w 176"/>
              <a:gd name="T17" fmla="*/ 122 h 176"/>
              <a:gd name="T18" fmla="*/ 0 w 176"/>
              <a:gd name="T19" fmla="*/ 172 h 176"/>
              <a:gd name="T20" fmla="*/ 172 w 176"/>
              <a:gd name="T21" fmla="*/ 176 h 176"/>
              <a:gd name="T22" fmla="*/ 176 w 176"/>
              <a:gd name="T23" fmla="*/ 124 h 176"/>
              <a:gd name="T24" fmla="*/ 176 w 176"/>
              <a:gd name="T25" fmla="*/ 122 h 176"/>
              <a:gd name="T26" fmla="*/ 172 w 176"/>
              <a:gd name="T27" fmla="*/ 104 h 176"/>
              <a:gd name="T28" fmla="*/ 38 w 176"/>
              <a:gd name="T29" fmla="*/ 8 h 176"/>
              <a:gd name="T30" fmla="*/ 165 w 176"/>
              <a:gd name="T31" fmla="*/ 48 h 176"/>
              <a:gd name="T32" fmla="*/ 112 w 176"/>
              <a:gd name="T33" fmla="*/ 52 h 176"/>
              <a:gd name="T34" fmla="*/ 64 w 176"/>
              <a:gd name="T35" fmla="*/ 52 h 176"/>
              <a:gd name="T36" fmla="*/ 11 w 176"/>
              <a:gd name="T37" fmla="*/ 48 h 176"/>
              <a:gd name="T38" fmla="*/ 168 w 176"/>
              <a:gd name="T39" fmla="*/ 168 h 176"/>
              <a:gd name="T40" fmla="*/ 8 w 176"/>
              <a:gd name="T41" fmla="*/ 128 h 176"/>
              <a:gd name="T42" fmla="*/ 88 w 176"/>
              <a:gd name="T43" fmla="*/ 156 h 176"/>
              <a:gd name="T44" fmla="*/ 168 w 176"/>
              <a:gd name="T45" fmla="*/ 128 h 176"/>
              <a:gd name="T46" fmla="*/ 165 w 176"/>
              <a:gd name="T47" fmla="*/ 120 h 176"/>
              <a:gd name="T48" fmla="*/ 112 w 176"/>
              <a:gd name="T49" fmla="*/ 124 h 176"/>
              <a:gd name="T50" fmla="*/ 64 w 176"/>
              <a:gd name="T51" fmla="*/ 124 h 176"/>
              <a:gd name="T52" fmla="*/ 11 w 176"/>
              <a:gd name="T53" fmla="*/ 120 h 176"/>
              <a:gd name="T54" fmla="*/ 154 w 176"/>
              <a:gd name="T55" fmla="*/ 104 h 176"/>
              <a:gd name="T56" fmla="*/ 168 w 176"/>
              <a:gd name="T57" fmla="*/ 96 h 176"/>
              <a:gd name="T58" fmla="*/ 8 w 176"/>
              <a:gd name="T59" fmla="*/ 56 h 176"/>
              <a:gd name="T60" fmla="*/ 88 w 176"/>
              <a:gd name="T61" fmla="*/ 84 h 176"/>
              <a:gd name="T62" fmla="*/ 168 w 176"/>
              <a:gd name="T63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76" y="100"/>
                </a:moveTo>
                <a:cubicBezTo>
                  <a:pt x="176" y="52"/>
                  <a:pt x="176" y="52"/>
                  <a:pt x="176" y="52"/>
                </a:cubicBezTo>
                <a:cubicBezTo>
                  <a:pt x="176" y="51"/>
                  <a:pt x="176" y="51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44" y="2"/>
                  <a:pt x="144" y="2"/>
                  <a:pt x="144" y="2"/>
                </a:cubicBezTo>
                <a:cubicBezTo>
                  <a:pt x="144" y="2"/>
                  <a:pt x="144" y="2"/>
                  <a:pt x="144" y="2"/>
                </a:cubicBezTo>
                <a:cubicBezTo>
                  <a:pt x="143" y="1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3" y="1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1"/>
                  <a:pt x="0" y="51"/>
                  <a:pt x="0" y="52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2"/>
                  <a:pt x="2" y="104"/>
                  <a:pt x="4" y="104"/>
                </a:cubicBezTo>
                <a:cubicBezTo>
                  <a:pt x="13" y="104"/>
                  <a:pt x="13" y="104"/>
                  <a:pt x="13" y="104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3"/>
                  <a:pt x="0" y="123"/>
                  <a:pt x="0" y="12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24"/>
                  <a:pt x="176" y="124"/>
                  <a:pt x="176" y="124"/>
                </a:cubicBezTo>
                <a:cubicBezTo>
                  <a:pt x="176" y="123"/>
                  <a:pt x="176" y="123"/>
                  <a:pt x="176" y="122"/>
                </a:cubicBezTo>
                <a:cubicBezTo>
                  <a:pt x="176" y="122"/>
                  <a:pt x="176" y="122"/>
                  <a:pt x="176" y="122"/>
                </a:cubicBezTo>
                <a:cubicBezTo>
                  <a:pt x="163" y="104"/>
                  <a:pt x="163" y="104"/>
                  <a:pt x="163" y="104"/>
                </a:cubicBezTo>
                <a:cubicBezTo>
                  <a:pt x="172" y="104"/>
                  <a:pt x="172" y="104"/>
                  <a:pt x="172" y="104"/>
                </a:cubicBezTo>
                <a:cubicBezTo>
                  <a:pt x="174" y="104"/>
                  <a:pt x="176" y="102"/>
                  <a:pt x="176" y="100"/>
                </a:cubicBezTo>
                <a:moveTo>
                  <a:pt x="38" y="8"/>
                </a:moveTo>
                <a:cubicBezTo>
                  <a:pt x="138" y="8"/>
                  <a:pt x="138" y="8"/>
                  <a:pt x="138" y="8"/>
                </a:cubicBezTo>
                <a:cubicBezTo>
                  <a:pt x="165" y="48"/>
                  <a:pt x="165" y="48"/>
                  <a:pt x="165" y="48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14" y="48"/>
                  <a:pt x="112" y="50"/>
                  <a:pt x="112" y="52"/>
                </a:cubicBezTo>
                <a:cubicBezTo>
                  <a:pt x="112" y="65"/>
                  <a:pt x="101" y="76"/>
                  <a:pt x="88" y="76"/>
                </a:cubicBezTo>
                <a:cubicBezTo>
                  <a:pt x="75" y="76"/>
                  <a:pt x="64" y="65"/>
                  <a:pt x="64" y="52"/>
                </a:cubicBezTo>
                <a:cubicBezTo>
                  <a:pt x="64" y="50"/>
                  <a:pt x="62" y="48"/>
                  <a:pt x="60" y="48"/>
                </a:cubicBezTo>
                <a:cubicBezTo>
                  <a:pt x="11" y="48"/>
                  <a:pt x="11" y="48"/>
                  <a:pt x="11" y="48"/>
                </a:cubicBezTo>
                <a:lnTo>
                  <a:pt x="38" y="8"/>
                </a:lnTo>
                <a:close/>
                <a:moveTo>
                  <a:pt x="168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28"/>
                  <a:pt x="8" y="128"/>
                  <a:pt x="8" y="128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8" y="144"/>
                  <a:pt x="72" y="156"/>
                  <a:pt x="88" y="156"/>
                </a:cubicBezTo>
                <a:cubicBezTo>
                  <a:pt x="104" y="156"/>
                  <a:pt x="118" y="144"/>
                  <a:pt x="120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68"/>
                </a:lnTo>
                <a:close/>
                <a:moveTo>
                  <a:pt x="165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4" y="120"/>
                  <a:pt x="112" y="122"/>
                  <a:pt x="112" y="124"/>
                </a:cubicBezTo>
                <a:cubicBezTo>
                  <a:pt x="112" y="137"/>
                  <a:pt x="101" y="148"/>
                  <a:pt x="88" y="148"/>
                </a:cubicBezTo>
                <a:cubicBezTo>
                  <a:pt x="75" y="148"/>
                  <a:pt x="64" y="137"/>
                  <a:pt x="64" y="124"/>
                </a:cubicBezTo>
                <a:cubicBezTo>
                  <a:pt x="64" y="122"/>
                  <a:pt x="62" y="120"/>
                  <a:pt x="60" y="12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154" y="104"/>
                  <a:pt x="154" y="104"/>
                  <a:pt x="154" y="104"/>
                </a:cubicBezTo>
                <a:lnTo>
                  <a:pt x="165" y="120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8" y="56"/>
                  <a:pt x="8" y="56"/>
                  <a:pt x="8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8" y="72"/>
                  <a:pt x="72" y="84"/>
                  <a:pt x="88" y="84"/>
                </a:cubicBezTo>
                <a:cubicBezTo>
                  <a:pt x="104" y="84"/>
                  <a:pt x="118" y="72"/>
                  <a:pt x="120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9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295"/>
          <p:cNvSpPr>
            <a:spLocks/>
          </p:cNvSpPr>
          <p:nvPr/>
        </p:nvSpPr>
        <p:spPr bwMode="auto">
          <a:xfrm>
            <a:off x="2818474" y="1731930"/>
            <a:ext cx="334275" cy="334275"/>
          </a:xfrm>
          <a:custGeom>
            <a:avLst/>
            <a:gdLst>
              <a:gd name="T0" fmla="*/ 172 w 176"/>
              <a:gd name="T1" fmla="*/ 84 h 176"/>
              <a:gd name="T2" fmla="*/ 168 w 176"/>
              <a:gd name="T3" fmla="*/ 88 h 176"/>
              <a:gd name="T4" fmla="*/ 88 w 176"/>
              <a:gd name="T5" fmla="*/ 168 h 176"/>
              <a:gd name="T6" fmla="*/ 8 w 176"/>
              <a:gd name="T7" fmla="*/ 88 h 176"/>
              <a:gd name="T8" fmla="*/ 88 w 176"/>
              <a:gd name="T9" fmla="*/ 8 h 176"/>
              <a:gd name="T10" fmla="*/ 152 w 176"/>
              <a:gd name="T11" fmla="*/ 40 h 176"/>
              <a:gd name="T12" fmla="*/ 120 w 176"/>
              <a:gd name="T13" fmla="*/ 40 h 176"/>
              <a:gd name="T14" fmla="*/ 116 w 176"/>
              <a:gd name="T15" fmla="*/ 44 h 176"/>
              <a:gd name="T16" fmla="*/ 120 w 176"/>
              <a:gd name="T17" fmla="*/ 48 h 176"/>
              <a:gd name="T18" fmla="*/ 160 w 176"/>
              <a:gd name="T19" fmla="*/ 48 h 176"/>
              <a:gd name="T20" fmla="*/ 164 w 176"/>
              <a:gd name="T21" fmla="*/ 44 h 176"/>
              <a:gd name="T22" fmla="*/ 164 w 176"/>
              <a:gd name="T23" fmla="*/ 4 h 176"/>
              <a:gd name="T24" fmla="*/ 160 w 176"/>
              <a:gd name="T25" fmla="*/ 0 h 176"/>
              <a:gd name="T26" fmla="*/ 156 w 176"/>
              <a:gd name="T27" fmla="*/ 4 h 176"/>
              <a:gd name="T28" fmla="*/ 156 w 176"/>
              <a:gd name="T29" fmla="*/ 32 h 176"/>
              <a:gd name="T30" fmla="*/ 88 w 176"/>
              <a:gd name="T31" fmla="*/ 0 h 176"/>
              <a:gd name="T32" fmla="*/ 0 w 176"/>
              <a:gd name="T33" fmla="*/ 88 h 176"/>
              <a:gd name="T34" fmla="*/ 88 w 176"/>
              <a:gd name="T35" fmla="*/ 176 h 176"/>
              <a:gd name="T36" fmla="*/ 176 w 176"/>
              <a:gd name="T37" fmla="*/ 88 h 176"/>
              <a:gd name="T38" fmla="*/ 172 w 176"/>
              <a:gd name="T39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76" h="176">
                <a:moveTo>
                  <a:pt x="172" y="84"/>
                </a:moveTo>
                <a:cubicBezTo>
                  <a:pt x="170" y="84"/>
                  <a:pt x="168" y="86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14" y="8"/>
                  <a:pt x="137" y="21"/>
                  <a:pt x="152" y="40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8" y="40"/>
                  <a:pt x="116" y="42"/>
                  <a:pt x="116" y="44"/>
                </a:cubicBezTo>
                <a:cubicBezTo>
                  <a:pt x="116" y="46"/>
                  <a:pt x="118" y="48"/>
                  <a:pt x="120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2" y="48"/>
                  <a:pt x="164" y="46"/>
                  <a:pt x="164" y="44"/>
                </a:cubicBezTo>
                <a:cubicBezTo>
                  <a:pt x="164" y="4"/>
                  <a:pt x="164" y="4"/>
                  <a:pt x="164" y="4"/>
                </a:cubicBezTo>
                <a:cubicBezTo>
                  <a:pt x="164" y="2"/>
                  <a:pt x="162" y="0"/>
                  <a:pt x="160" y="0"/>
                </a:cubicBezTo>
                <a:cubicBezTo>
                  <a:pt x="158" y="0"/>
                  <a:pt x="156" y="2"/>
                  <a:pt x="156" y="4"/>
                </a:cubicBezTo>
                <a:cubicBezTo>
                  <a:pt x="156" y="32"/>
                  <a:pt x="156" y="32"/>
                  <a:pt x="156" y="32"/>
                </a:cubicBezTo>
                <a:cubicBezTo>
                  <a:pt x="140" y="13"/>
                  <a:pt x="115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86"/>
                  <a:pt x="174" y="84"/>
                  <a:pt x="172" y="8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296"/>
          <p:cNvSpPr>
            <a:spLocks noEditPoints="1"/>
          </p:cNvSpPr>
          <p:nvPr/>
        </p:nvSpPr>
        <p:spPr bwMode="auto">
          <a:xfrm>
            <a:off x="3457815" y="1731930"/>
            <a:ext cx="334275" cy="334275"/>
          </a:xfrm>
          <a:custGeom>
            <a:avLst/>
            <a:gdLst>
              <a:gd name="T0" fmla="*/ 172 w 176"/>
              <a:gd name="T1" fmla="*/ 84 h 176"/>
              <a:gd name="T2" fmla="*/ 168 w 176"/>
              <a:gd name="T3" fmla="*/ 88 h 176"/>
              <a:gd name="T4" fmla="*/ 88 w 176"/>
              <a:gd name="T5" fmla="*/ 168 h 176"/>
              <a:gd name="T6" fmla="*/ 24 w 176"/>
              <a:gd name="T7" fmla="*/ 136 h 176"/>
              <a:gd name="T8" fmla="*/ 56 w 176"/>
              <a:gd name="T9" fmla="*/ 136 h 176"/>
              <a:gd name="T10" fmla="*/ 60 w 176"/>
              <a:gd name="T11" fmla="*/ 132 h 176"/>
              <a:gd name="T12" fmla="*/ 56 w 176"/>
              <a:gd name="T13" fmla="*/ 128 h 176"/>
              <a:gd name="T14" fmla="*/ 16 w 176"/>
              <a:gd name="T15" fmla="*/ 128 h 176"/>
              <a:gd name="T16" fmla="*/ 12 w 176"/>
              <a:gd name="T17" fmla="*/ 132 h 176"/>
              <a:gd name="T18" fmla="*/ 12 w 176"/>
              <a:gd name="T19" fmla="*/ 172 h 176"/>
              <a:gd name="T20" fmla="*/ 16 w 176"/>
              <a:gd name="T21" fmla="*/ 176 h 176"/>
              <a:gd name="T22" fmla="*/ 20 w 176"/>
              <a:gd name="T23" fmla="*/ 172 h 176"/>
              <a:gd name="T24" fmla="*/ 20 w 176"/>
              <a:gd name="T25" fmla="*/ 144 h 176"/>
              <a:gd name="T26" fmla="*/ 88 w 176"/>
              <a:gd name="T27" fmla="*/ 176 h 176"/>
              <a:gd name="T28" fmla="*/ 176 w 176"/>
              <a:gd name="T29" fmla="*/ 88 h 176"/>
              <a:gd name="T30" fmla="*/ 172 w 176"/>
              <a:gd name="T31" fmla="*/ 84 h 176"/>
              <a:gd name="T32" fmla="*/ 88 w 176"/>
              <a:gd name="T33" fmla="*/ 8 h 176"/>
              <a:gd name="T34" fmla="*/ 152 w 176"/>
              <a:gd name="T35" fmla="*/ 40 h 176"/>
              <a:gd name="T36" fmla="*/ 120 w 176"/>
              <a:gd name="T37" fmla="*/ 40 h 176"/>
              <a:gd name="T38" fmla="*/ 116 w 176"/>
              <a:gd name="T39" fmla="*/ 44 h 176"/>
              <a:gd name="T40" fmla="*/ 120 w 176"/>
              <a:gd name="T41" fmla="*/ 48 h 176"/>
              <a:gd name="T42" fmla="*/ 160 w 176"/>
              <a:gd name="T43" fmla="*/ 48 h 176"/>
              <a:gd name="T44" fmla="*/ 164 w 176"/>
              <a:gd name="T45" fmla="*/ 44 h 176"/>
              <a:gd name="T46" fmla="*/ 164 w 176"/>
              <a:gd name="T47" fmla="*/ 4 h 176"/>
              <a:gd name="T48" fmla="*/ 160 w 176"/>
              <a:gd name="T49" fmla="*/ 0 h 176"/>
              <a:gd name="T50" fmla="*/ 156 w 176"/>
              <a:gd name="T51" fmla="*/ 4 h 176"/>
              <a:gd name="T52" fmla="*/ 156 w 176"/>
              <a:gd name="T53" fmla="*/ 32 h 176"/>
              <a:gd name="T54" fmla="*/ 88 w 176"/>
              <a:gd name="T55" fmla="*/ 0 h 176"/>
              <a:gd name="T56" fmla="*/ 0 w 176"/>
              <a:gd name="T57" fmla="*/ 88 h 176"/>
              <a:gd name="T58" fmla="*/ 4 w 176"/>
              <a:gd name="T59" fmla="*/ 92 h 176"/>
              <a:gd name="T60" fmla="*/ 8 w 176"/>
              <a:gd name="T61" fmla="*/ 88 h 176"/>
              <a:gd name="T62" fmla="*/ 88 w 176"/>
              <a:gd name="T63" fmla="*/ 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72" y="84"/>
                </a:moveTo>
                <a:cubicBezTo>
                  <a:pt x="170" y="84"/>
                  <a:pt x="168" y="86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cubicBezTo>
                  <a:pt x="62" y="168"/>
                  <a:pt x="39" y="155"/>
                  <a:pt x="24" y="136"/>
                </a:cubicBezTo>
                <a:cubicBezTo>
                  <a:pt x="56" y="136"/>
                  <a:pt x="56" y="136"/>
                  <a:pt x="56" y="136"/>
                </a:cubicBezTo>
                <a:cubicBezTo>
                  <a:pt x="58" y="136"/>
                  <a:pt x="60" y="134"/>
                  <a:pt x="60" y="132"/>
                </a:cubicBezTo>
                <a:cubicBezTo>
                  <a:pt x="60" y="130"/>
                  <a:pt x="58" y="128"/>
                  <a:pt x="56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4" y="128"/>
                  <a:pt x="12" y="130"/>
                  <a:pt x="12" y="13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12" y="174"/>
                  <a:pt x="14" y="176"/>
                  <a:pt x="16" y="176"/>
                </a:cubicBezTo>
                <a:cubicBezTo>
                  <a:pt x="18" y="176"/>
                  <a:pt x="20" y="174"/>
                  <a:pt x="20" y="172"/>
                </a:cubicBezTo>
                <a:cubicBezTo>
                  <a:pt x="20" y="144"/>
                  <a:pt x="20" y="144"/>
                  <a:pt x="20" y="144"/>
                </a:cubicBezTo>
                <a:cubicBezTo>
                  <a:pt x="36" y="163"/>
                  <a:pt x="61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86"/>
                  <a:pt x="174" y="84"/>
                  <a:pt x="172" y="84"/>
                </a:cubicBezTo>
                <a:moveTo>
                  <a:pt x="88" y="8"/>
                </a:moveTo>
                <a:cubicBezTo>
                  <a:pt x="114" y="8"/>
                  <a:pt x="137" y="21"/>
                  <a:pt x="152" y="40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8" y="40"/>
                  <a:pt x="116" y="42"/>
                  <a:pt x="116" y="44"/>
                </a:cubicBezTo>
                <a:cubicBezTo>
                  <a:pt x="116" y="46"/>
                  <a:pt x="118" y="48"/>
                  <a:pt x="120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2" y="48"/>
                  <a:pt x="164" y="46"/>
                  <a:pt x="164" y="44"/>
                </a:cubicBezTo>
                <a:cubicBezTo>
                  <a:pt x="164" y="4"/>
                  <a:pt x="164" y="4"/>
                  <a:pt x="164" y="4"/>
                </a:cubicBezTo>
                <a:cubicBezTo>
                  <a:pt x="164" y="2"/>
                  <a:pt x="162" y="0"/>
                  <a:pt x="160" y="0"/>
                </a:cubicBezTo>
                <a:cubicBezTo>
                  <a:pt x="158" y="0"/>
                  <a:pt x="156" y="2"/>
                  <a:pt x="156" y="4"/>
                </a:cubicBezTo>
                <a:cubicBezTo>
                  <a:pt x="156" y="32"/>
                  <a:pt x="156" y="32"/>
                  <a:pt x="156" y="32"/>
                </a:cubicBezTo>
                <a:cubicBezTo>
                  <a:pt x="140" y="13"/>
                  <a:pt x="115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90"/>
                  <a:pt x="2" y="92"/>
                  <a:pt x="4" y="92"/>
                </a:cubicBezTo>
                <a:cubicBezTo>
                  <a:pt x="6" y="92"/>
                  <a:pt x="8" y="90"/>
                  <a:pt x="8" y="88"/>
                </a:cubicBezTo>
                <a:cubicBezTo>
                  <a:pt x="8" y="44"/>
                  <a:pt x="44" y="8"/>
                  <a:pt x="88" y="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297"/>
          <p:cNvSpPr>
            <a:spLocks noEditPoints="1"/>
          </p:cNvSpPr>
          <p:nvPr/>
        </p:nvSpPr>
        <p:spPr bwMode="auto">
          <a:xfrm>
            <a:off x="4126365" y="1731930"/>
            <a:ext cx="274235" cy="334275"/>
          </a:xfrm>
          <a:custGeom>
            <a:avLst/>
            <a:gdLst>
              <a:gd name="T0" fmla="*/ 140 w 144"/>
              <a:gd name="T1" fmla="*/ 100 h 176"/>
              <a:gd name="T2" fmla="*/ 136 w 144"/>
              <a:gd name="T3" fmla="*/ 104 h 176"/>
              <a:gd name="T4" fmla="*/ 72 w 144"/>
              <a:gd name="T5" fmla="*/ 168 h 176"/>
              <a:gd name="T6" fmla="*/ 8 w 144"/>
              <a:gd name="T7" fmla="*/ 104 h 176"/>
              <a:gd name="T8" fmla="*/ 72 w 144"/>
              <a:gd name="T9" fmla="*/ 40 h 176"/>
              <a:gd name="T10" fmla="*/ 72 w 144"/>
              <a:gd name="T11" fmla="*/ 68 h 176"/>
              <a:gd name="T12" fmla="*/ 76 w 144"/>
              <a:gd name="T13" fmla="*/ 72 h 176"/>
              <a:gd name="T14" fmla="*/ 78 w 144"/>
              <a:gd name="T15" fmla="*/ 71 h 176"/>
              <a:gd name="T16" fmla="*/ 78 w 144"/>
              <a:gd name="T17" fmla="*/ 71 h 176"/>
              <a:gd name="T18" fmla="*/ 126 w 144"/>
              <a:gd name="T19" fmla="*/ 39 h 176"/>
              <a:gd name="T20" fmla="*/ 126 w 144"/>
              <a:gd name="T21" fmla="*/ 39 h 176"/>
              <a:gd name="T22" fmla="*/ 128 w 144"/>
              <a:gd name="T23" fmla="*/ 36 h 176"/>
              <a:gd name="T24" fmla="*/ 126 w 144"/>
              <a:gd name="T25" fmla="*/ 33 h 176"/>
              <a:gd name="T26" fmla="*/ 126 w 144"/>
              <a:gd name="T27" fmla="*/ 33 h 176"/>
              <a:gd name="T28" fmla="*/ 78 w 144"/>
              <a:gd name="T29" fmla="*/ 1 h 176"/>
              <a:gd name="T30" fmla="*/ 78 w 144"/>
              <a:gd name="T31" fmla="*/ 1 h 176"/>
              <a:gd name="T32" fmla="*/ 76 w 144"/>
              <a:gd name="T33" fmla="*/ 0 h 176"/>
              <a:gd name="T34" fmla="*/ 72 w 144"/>
              <a:gd name="T35" fmla="*/ 4 h 176"/>
              <a:gd name="T36" fmla="*/ 72 w 144"/>
              <a:gd name="T37" fmla="*/ 32 h 176"/>
              <a:gd name="T38" fmla="*/ 0 w 144"/>
              <a:gd name="T39" fmla="*/ 104 h 176"/>
              <a:gd name="T40" fmla="*/ 72 w 144"/>
              <a:gd name="T41" fmla="*/ 176 h 176"/>
              <a:gd name="T42" fmla="*/ 144 w 144"/>
              <a:gd name="T43" fmla="*/ 104 h 176"/>
              <a:gd name="T44" fmla="*/ 140 w 144"/>
              <a:gd name="T45" fmla="*/ 100 h 176"/>
              <a:gd name="T46" fmla="*/ 80 w 144"/>
              <a:gd name="T47" fmla="*/ 11 h 176"/>
              <a:gd name="T48" fmla="*/ 117 w 144"/>
              <a:gd name="T49" fmla="*/ 36 h 176"/>
              <a:gd name="T50" fmla="*/ 80 w 144"/>
              <a:gd name="T51" fmla="*/ 61 h 176"/>
              <a:gd name="T52" fmla="*/ 80 w 144"/>
              <a:gd name="T53" fmla="*/ 1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4" h="176">
                <a:moveTo>
                  <a:pt x="140" y="100"/>
                </a:moveTo>
                <a:cubicBezTo>
                  <a:pt x="138" y="100"/>
                  <a:pt x="136" y="102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70"/>
                  <a:pt x="74" y="72"/>
                  <a:pt x="76" y="72"/>
                </a:cubicBezTo>
                <a:cubicBezTo>
                  <a:pt x="77" y="72"/>
                  <a:pt x="78" y="72"/>
                  <a:pt x="78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126" y="39"/>
                  <a:pt x="126" y="39"/>
                  <a:pt x="126" y="39"/>
                </a:cubicBezTo>
                <a:cubicBezTo>
                  <a:pt x="126" y="39"/>
                  <a:pt x="126" y="39"/>
                  <a:pt x="126" y="39"/>
                </a:cubicBezTo>
                <a:cubicBezTo>
                  <a:pt x="127" y="39"/>
                  <a:pt x="128" y="37"/>
                  <a:pt x="128" y="36"/>
                </a:cubicBezTo>
                <a:cubicBezTo>
                  <a:pt x="128" y="35"/>
                  <a:pt x="127" y="33"/>
                  <a:pt x="126" y="33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78" y="1"/>
                  <a:pt x="78" y="1"/>
                  <a:pt x="78" y="1"/>
                </a:cubicBezTo>
                <a:cubicBezTo>
                  <a:pt x="78" y="1"/>
                  <a:pt x="78" y="1"/>
                  <a:pt x="78" y="1"/>
                </a:cubicBezTo>
                <a:cubicBezTo>
                  <a:pt x="78" y="0"/>
                  <a:pt x="77" y="0"/>
                  <a:pt x="76" y="0"/>
                </a:cubicBezTo>
                <a:cubicBezTo>
                  <a:pt x="74" y="0"/>
                  <a:pt x="72" y="2"/>
                  <a:pt x="72" y="4"/>
                </a:cubicBezTo>
                <a:cubicBezTo>
                  <a:pt x="72" y="32"/>
                  <a:pt x="72" y="32"/>
                  <a:pt x="72" y="32"/>
                </a:cubicBez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102"/>
                  <a:pt x="142" y="100"/>
                  <a:pt x="140" y="100"/>
                </a:cubicBezTo>
                <a:moveTo>
                  <a:pt x="80" y="11"/>
                </a:moveTo>
                <a:cubicBezTo>
                  <a:pt x="117" y="36"/>
                  <a:pt x="117" y="36"/>
                  <a:pt x="117" y="36"/>
                </a:cubicBezTo>
                <a:cubicBezTo>
                  <a:pt x="80" y="61"/>
                  <a:pt x="80" y="61"/>
                  <a:pt x="80" y="61"/>
                </a:cubicBezTo>
                <a:lnTo>
                  <a:pt x="80" y="1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298"/>
          <p:cNvSpPr>
            <a:spLocks/>
          </p:cNvSpPr>
          <p:nvPr/>
        </p:nvSpPr>
        <p:spPr bwMode="auto">
          <a:xfrm>
            <a:off x="4765706" y="1731930"/>
            <a:ext cx="274235" cy="334275"/>
          </a:xfrm>
          <a:custGeom>
            <a:avLst/>
            <a:gdLst>
              <a:gd name="T0" fmla="*/ 140 w 144"/>
              <a:gd name="T1" fmla="*/ 100 h 176"/>
              <a:gd name="T2" fmla="*/ 136 w 144"/>
              <a:gd name="T3" fmla="*/ 104 h 176"/>
              <a:gd name="T4" fmla="*/ 72 w 144"/>
              <a:gd name="T5" fmla="*/ 168 h 176"/>
              <a:gd name="T6" fmla="*/ 8 w 144"/>
              <a:gd name="T7" fmla="*/ 104 h 176"/>
              <a:gd name="T8" fmla="*/ 72 w 144"/>
              <a:gd name="T9" fmla="*/ 40 h 176"/>
              <a:gd name="T10" fmla="*/ 98 w 144"/>
              <a:gd name="T11" fmla="*/ 40 h 176"/>
              <a:gd name="T12" fmla="*/ 74 w 144"/>
              <a:gd name="T13" fmla="*/ 65 h 176"/>
              <a:gd name="T14" fmla="*/ 74 w 144"/>
              <a:gd name="T15" fmla="*/ 65 h 176"/>
              <a:gd name="T16" fmla="*/ 72 w 144"/>
              <a:gd name="T17" fmla="*/ 68 h 176"/>
              <a:gd name="T18" fmla="*/ 76 w 144"/>
              <a:gd name="T19" fmla="*/ 72 h 176"/>
              <a:gd name="T20" fmla="*/ 78 w 144"/>
              <a:gd name="T21" fmla="*/ 71 h 176"/>
              <a:gd name="T22" fmla="*/ 78 w 144"/>
              <a:gd name="T23" fmla="*/ 71 h 176"/>
              <a:gd name="T24" fmla="*/ 78 w 144"/>
              <a:gd name="T25" fmla="*/ 71 h 176"/>
              <a:gd name="T26" fmla="*/ 79 w 144"/>
              <a:gd name="T27" fmla="*/ 70 h 176"/>
              <a:gd name="T28" fmla="*/ 110 w 144"/>
              <a:gd name="T29" fmla="*/ 39 h 176"/>
              <a:gd name="T30" fmla="*/ 110 w 144"/>
              <a:gd name="T31" fmla="*/ 39 h 176"/>
              <a:gd name="T32" fmla="*/ 112 w 144"/>
              <a:gd name="T33" fmla="*/ 36 h 176"/>
              <a:gd name="T34" fmla="*/ 110 w 144"/>
              <a:gd name="T35" fmla="*/ 33 h 176"/>
              <a:gd name="T36" fmla="*/ 110 w 144"/>
              <a:gd name="T37" fmla="*/ 33 h 176"/>
              <a:gd name="T38" fmla="*/ 79 w 144"/>
              <a:gd name="T39" fmla="*/ 2 h 176"/>
              <a:gd name="T40" fmla="*/ 78 w 144"/>
              <a:gd name="T41" fmla="*/ 1 h 176"/>
              <a:gd name="T42" fmla="*/ 78 w 144"/>
              <a:gd name="T43" fmla="*/ 1 h 176"/>
              <a:gd name="T44" fmla="*/ 78 w 144"/>
              <a:gd name="T45" fmla="*/ 1 h 176"/>
              <a:gd name="T46" fmla="*/ 76 w 144"/>
              <a:gd name="T47" fmla="*/ 0 h 176"/>
              <a:gd name="T48" fmla="*/ 72 w 144"/>
              <a:gd name="T49" fmla="*/ 4 h 176"/>
              <a:gd name="T50" fmla="*/ 74 w 144"/>
              <a:gd name="T51" fmla="*/ 7 h 176"/>
              <a:gd name="T52" fmla="*/ 74 w 144"/>
              <a:gd name="T53" fmla="*/ 7 h 176"/>
              <a:gd name="T54" fmla="*/ 98 w 144"/>
              <a:gd name="T55" fmla="*/ 32 h 176"/>
              <a:gd name="T56" fmla="*/ 72 w 144"/>
              <a:gd name="T57" fmla="*/ 32 h 176"/>
              <a:gd name="T58" fmla="*/ 0 w 144"/>
              <a:gd name="T59" fmla="*/ 104 h 176"/>
              <a:gd name="T60" fmla="*/ 72 w 144"/>
              <a:gd name="T61" fmla="*/ 176 h 176"/>
              <a:gd name="T62" fmla="*/ 144 w 144"/>
              <a:gd name="T63" fmla="*/ 104 h 176"/>
              <a:gd name="T64" fmla="*/ 140 w 144"/>
              <a:gd name="T6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140" y="100"/>
                </a:moveTo>
                <a:cubicBezTo>
                  <a:pt x="138" y="100"/>
                  <a:pt x="136" y="102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98" y="40"/>
                  <a:pt x="98" y="40"/>
                  <a:pt x="98" y="40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3" y="65"/>
                  <a:pt x="72" y="67"/>
                  <a:pt x="72" y="68"/>
                </a:cubicBezTo>
                <a:cubicBezTo>
                  <a:pt x="72" y="70"/>
                  <a:pt x="74" y="72"/>
                  <a:pt x="76" y="72"/>
                </a:cubicBezTo>
                <a:cubicBezTo>
                  <a:pt x="77" y="72"/>
                  <a:pt x="78" y="72"/>
                  <a:pt x="78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9" y="71"/>
                  <a:pt x="79" y="71"/>
                  <a:pt x="79" y="70"/>
                </a:cubicBezTo>
                <a:cubicBezTo>
                  <a:pt x="110" y="39"/>
                  <a:pt x="110" y="39"/>
                  <a:pt x="110" y="39"/>
                </a:cubicBezTo>
                <a:cubicBezTo>
                  <a:pt x="110" y="39"/>
                  <a:pt x="110" y="39"/>
                  <a:pt x="110" y="39"/>
                </a:cubicBezTo>
                <a:cubicBezTo>
                  <a:pt x="111" y="39"/>
                  <a:pt x="112" y="37"/>
                  <a:pt x="112" y="36"/>
                </a:cubicBezTo>
                <a:cubicBezTo>
                  <a:pt x="112" y="35"/>
                  <a:pt x="111" y="33"/>
                  <a:pt x="110" y="33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79" y="2"/>
                  <a:pt x="79" y="2"/>
                  <a:pt x="79" y="2"/>
                </a:cubicBezTo>
                <a:cubicBezTo>
                  <a:pt x="79" y="1"/>
                  <a:pt x="79" y="1"/>
                  <a:pt x="78" y="1"/>
                </a:cubicBezTo>
                <a:cubicBezTo>
                  <a:pt x="78" y="1"/>
                  <a:pt x="78" y="1"/>
                  <a:pt x="78" y="1"/>
                </a:cubicBezTo>
                <a:cubicBezTo>
                  <a:pt x="78" y="1"/>
                  <a:pt x="78" y="1"/>
                  <a:pt x="78" y="1"/>
                </a:cubicBezTo>
                <a:cubicBezTo>
                  <a:pt x="78" y="0"/>
                  <a:pt x="77" y="0"/>
                  <a:pt x="76" y="0"/>
                </a:cubicBezTo>
                <a:cubicBezTo>
                  <a:pt x="74" y="0"/>
                  <a:pt x="72" y="2"/>
                  <a:pt x="72" y="4"/>
                </a:cubicBezTo>
                <a:cubicBezTo>
                  <a:pt x="72" y="5"/>
                  <a:pt x="73" y="7"/>
                  <a:pt x="74" y="7"/>
                </a:cubicBezTo>
                <a:cubicBezTo>
                  <a:pt x="74" y="7"/>
                  <a:pt x="74" y="7"/>
                  <a:pt x="74" y="7"/>
                </a:cubicBezTo>
                <a:cubicBezTo>
                  <a:pt x="98" y="32"/>
                  <a:pt x="98" y="32"/>
                  <a:pt x="98" y="32"/>
                </a:cubicBezTo>
                <a:cubicBezTo>
                  <a:pt x="72" y="32"/>
                  <a:pt x="72" y="32"/>
                  <a:pt x="72" y="32"/>
                </a:cubicBez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102"/>
                  <a:pt x="142" y="100"/>
                  <a:pt x="140" y="10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299"/>
          <p:cNvSpPr>
            <a:spLocks noEditPoints="1"/>
          </p:cNvSpPr>
          <p:nvPr/>
        </p:nvSpPr>
        <p:spPr bwMode="auto">
          <a:xfrm>
            <a:off x="5374216" y="1731930"/>
            <a:ext cx="335898" cy="334275"/>
          </a:xfrm>
          <a:custGeom>
            <a:avLst/>
            <a:gdLst>
              <a:gd name="T0" fmla="*/ 112 w 176"/>
              <a:gd name="T1" fmla="*/ 144 h 176"/>
              <a:gd name="T2" fmla="*/ 109 w 176"/>
              <a:gd name="T3" fmla="*/ 145 h 176"/>
              <a:gd name="T4" fmla="*/ 92 w 176"/>
              <a:gd name="T5" fmla="*/ 162 h 176"/>
              <a:gd name="T6" fmla="*/ 92 w 176"/>
              <a:gd name="T7" fmla="*/ 68 h 176"/>
              <a:gd name="T8" fmla="*/ 88 w 176"/>
              <a:gd name="T9" fmla="*/ 64 h 176"/>
              <a:gd name="T10" fmla="*/ 84 w 176"/>
              <a:gd name="T11" fmla="*/ 68 h 176"/>
              <a:gd name="T12" fmla="*/ 84 w 176"/>
              <a:gd name="T13" fmla="*/ 162 h 176"/>
              <a:gd name="T14" fmla="*/ 67 w 176"/>
              <a:gd name="T15" fmla="*/ 145 h 176"/>
              <a:gd name="T16" fmla="*/ 64 w 176"/>
              <a:gd name="T17" fmla="*/ 144 h 176"/>
              <a:gd name="T18" fmla="*/ 60 w 176"/>
              <a:gd name="T19" fmla="*/ 148 h 176"/>
              <a:gd name="T20" fmla="*/ 61 w 176"/>
              <a:gd name="T21" fmla="*/ 151 h 176"/>
              <a:gd name="T22" fmla="*/ 85 w 176"/>
              <a:gd name="T23" fmla="*/ 175 h 176"/>
              <a:gd name="T24" fmla="*/ 88 w 176"/>
              <a:gd name="T25" fmla="*/ 176 h 176"/>
              <a:gd name="T26" fmla="*/ 91 w 176"/>
              <a:gd name="T27" fmla="*/ 175 h 176"/>
              <a:gd name="T28" fmla="*/ 115 w 176"/>
              <a:gd name="T29" fmla="*/ 151 h 176"/>
              <a:gd name="T30" fmla="*/ 116 w 176"/>
              <a:gd name="T31" fmla="*/ 148 h 176"/>
              <a:gd name="T32" fmla="*/ 112 w 176"/>
              <a:gd name="T33" fmla="*/ 144 h 176"/>
              <a:gd name="T34" fmla="*/ 152 w 176"/>
              <a:gd name="T35" fmla="*/ 51 h 176"/>
              <a:gd name="T36" fmla="*/ 152 w 176"/>
              <a:gd name="T37" fmla="*/ 48 h 176"/>
              <a:gd name="T38" fmla="*/ 104 w 176"/>
              <a:gd name="T39" fmla="*/ 0 h 176"/>
              <a:gd name="T40" fmla="*/ 62 w 176"/>
              <a:gd name="T41" fmla="*/ 26 h 176"/>
              <a:gd name="T42" fmla="*/ 52 w 176"/>
              <a:gd name="T43" fmla="*/ 24 h 176"/>
              <a:gd name="T44" fmla="*/ 24 w 176"/>
              <a:gd name="T45" fmla="*/ 52 h 176"/>
              <a:gd name="T46" fmla="*/ 25 w 176"/>
              <a:gd name="T47" fmla="*/ 58 h 176"/>
              <a:gd name="T48" fmla="*/ 0 w 176"/>
              <a:gd name="T49" fmla="*/ 92 h 176"/>
              <a:gd name="T50" fmla="*/ 36 w 176"/>
              <a:gd name="T51" fmla="*/ 128 h 176"/>
              <a:gd name="T52" fmla="*/ 72 w 176"/>
              <a:gd name="T53" fmla="*/ 128 h 176"/>
              <a:gd name="T54" fmla="*/ 76 w 176"/>
              <a:gd name="T55" fmla="*/ 124 h 176"/>
              <a:gd name="T56" fmla="*/ 72 w 176"/>
              <a:gd name="T57" fmla="*/ 120 h 176"/>
              <a:gd name="T58" fmla="*/ 36 w 176"/>
              <a:gd name="T59" fmla="*/ 120 h 176"/>
              <a:gd name="T60" fmla="*/ 8 w 176"/>
              <a:gd name="T61" fmla="*/ 92 h 176"/>
              <a:gd name="T62" fmla="*/ 27 w 176"/>
              <a:gd name="T63" fmla="*/ 65 h 176"/>
              <a:gd name="T64" fmla="*/ 34 w 176"/>
              <a:gd name="T65" fmla="*/ 63 h 176"/>
              <a:gd name="T66" fmla="*/ 32 w 176"/>
              <a:gd name="T67" fmla="*/ 56 h 176"/>
              <a:gd name="T68" fmla="*/ 32 w 176"/>
              <a:gd name="T69" fmla="*/ 52 h 176"/>
              <a:gd name="T70" fmla="*/ 52 w 176"/>
              <a:gd name="T71" fmla="*/ 32 h 176"/>
              <a:gd name="T72" fmla="*/ 59 w 176"/>
              <a:gd name="T73" fmla="*/ 33 h 176"/>
              <a:gd name="T74" fmla="*/ 65 w 176"/>
              <a:gd name="T75" fmla="*/ 36 h 176"/>
              <a:gd name="T76" fmla="*/ 69 w 176"/>
              <a:gd name="T77" fmla="*/ 29 h 176"/>
              <a:gd name="T78" fmla="*/ 104 w 176"/>
              <a:gd name="T79" fmla="*/ 8 h 176"/>
              <a:gd name="T80" fmla="*/ 144 w 176"/>
              <a:gd name="T81" fmla="*/ 48 h 176"/>
              <a:gd name="T82" fmla="*/ 144 w 176"/>
              <a:gd name="T83" fmla="*/ 50 h 176"/>
              <a:gd name="T84" fmla="*/ 144 w 176"/>
              <a:gd name="T85" fmla="*/ 51 h 176"/>
              <a:gd name="T86" fmla="*/ 143 w 176"/>
              <a:gd name="T87" fmla="*/ 56 h 176"/>
              <a:gd name="T88" fmla="*/ 149 w 176"/>
              <a:gd name="T89" fmla="*/ 59 h 176"/>
              <a:gd name="T90" fmla="*/ 168 w 176"/>
              <a:gd name="T91" fmla="*/ 88 h 176"/>
              <a:gd name="T92" fmla="*/ 136 w 176"/>
              <a:gd name="T93" fmla="*/ 120 h 176"/>
              <a:gd name="T94" fmla="*/ 104 w 176"/>
              <a:gd name="T95" fmla="*/ 120 h 176"/>
              <a:gd name="T96" fmla="*/ 100 w 176"/>
              <a:gd name="T97" fmla="*/ 124 h 176"/>
              <a:gd name="T98" fmla="*/ 104 w 176"/>
              <a:gd name="T99" fmla="*/ 128 h 176"/>
              <a:gd name="T100" fmla="*/ 136 w 176"/>
              <a:gd name="T101" fmla="*/ 128 h 176"/>
              <a:gd name="T102" fmla="*/ 176 w 176"/>
              <a:gd name="T103" fmla="*/ 88 h 176"/>
              <a:gd name="T104" fmla="*/ 152 w 176"/>
              <a:gd name="T105" fmla="*/ 5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12" y="144"/>
                </a:moveTo>
                <a:cubicBezTo>
                  <a:pt x="111" y="144"/>
                  <a:pt x="110" y="144"/>
                  <a:pt x="109" y="145"/>
                </a:cubicBezTo>
                <a:cubicBezTo>
                  <a:pt x="92" y="162"/>
                  <a:pt x="92" y="162"/>
                  <a:pt x="92" y="162"/>
                </a:cubicBezTo>
                <a:cubicBezTo>
                  <a:pt x="92" y="68"/>
                  <a:pt x="92" y="68"/>
                  <a:pt x="92" y="68"/>
                </a:cubicBezTo>
                <a:cubicBezTo>
                  <a:pt x="92" y="66"/>
                  <a:pt x="90" y="64"/>
                  <a:pt x="88" y="64"/>
                </a:cubicBezTo>
                <a:cubicBezTo>
                  <a:pt x="86" y="64"/>
                  <a:pt x="84" y="66"/>
                  <a:pt x="84" y="68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67" y="145"/>
                  <a:pt x="67" y="145"/>
                  <a:pt x="67" y="145"/>
                </a:cubicBezTo>
                <a:cubicBezTo>
                  <a:pt x="66" y="144"/>
                  <a:pt x="65" y="144"/>
                  <a:pt x="64" y="144"/>
                </a:cubicBezTo>
                <a:cubicBezTo>
                  <a:pt x="62" y="144"/>
                  <a:pt x="60" y="146"/>
                  <a:pt x="60" y="148"/>
                </a:cubicBezTo>
                <a:cubicBezTo>
                  <a:pt x="60" y="149"/>
                  <a:pt x="60" y="150"/>
                  <a:pt x="61" y="151"/>
                </a:cubicBezTo>
                <a:cubicBezTo>
                  <a:pt x="85" y="175"/>
                  <a:pt x="85" y="175"/>
                  <a:pt x="85" y="175"/>
                </a:cubicBezTo>
                <a:cubicBezTo>
                  <a:pt x="86" y="176"/>
                  <a:pt x="87" y="176"/>
                  <a:pt x="88" y="176"/>
                </a:cubicBezTo>
                <a:cubicBezTo>
                  <a:pt x="89" y="176"/>
                  <a:pt x="90" y="176"/>
                  <a:pt x="91" y="175"/>
                </a:cubicBezTo>
                <a:cubicBezTo>
                  <a:pt x="115" y="151"/>
                  <a:pt x="115" y="151"/>
                  <a:pt x="115" y="151"/>
                </a:cubicBezTo>
                <a:cubicBezTo>
                  <a:pt x="116" y="150"/>
                  <a:pt x="116" y="149"/>
                  <a:pt x="116" y="148"/>
                </a:cubicBezTo>
                <a:cubicBezTo>
                  <a:pt x="116" y="146"/>
                  <a:pt x="114" y="144"/>
                  <a:pt x="112" y="144"/>
                </a:cubicBezTo>
                <a:moveTo>
                  <a:pt x="152" y="51"/>
                </a:moveTo>
                <a:cubicBezTo>
                  <a:pt x="152" y="50"/>
                  <a:pt x="152" y="49"/>
                  <a:pt x="152" y="48"/>
                </a:cubicBezTo>
                <a:cubicBezTo>
                  <a:pt x="152" y="21"/>
                  <a:pt x="131" y="0"/>
                  <a:pt x="104" y="0"/>
                </a:cubicBezTo>
                <a:cubicBezTo>
                  <a:pt x="86" y="0"/>
                  <a:pt x="70" y="10"/>
                  <a:pt x="62" y="26"/>
                </a:cubicBezTo>
                <a:cubicBezTo>
                  <a:pt x="59" y="25"/>
                  <a:pt x="55" y="24"/>
                  <a:pt x="52" y="24"/>
                </a:cubicBezTo>
                <a:cubicBezTo>
                  <a:pt x="37" y="24"/>
                  <a:pt x="24" y="37"/>
                  <a:pt x="24" y="52"/>
                </a:cubicBezTo>
                <a:cubicBezTo>
                  <a:pt x="24" y="54"/>
                  <a:pt x="24" y="56"/>
                  <a:pt x="25" y="58"/>
                </a:cubicBezTo>
                <a:cubicBezTo>
                  <a:pt x="10" y="63"/>
                  <a:pt x="0" y="76"/>
                  <a:pt x="0" y="92"/>
                </a:cubicBezTo>
                <a:cubicBezTo>
                  <a:pt x="0" y="112"/>
                  <a:pt x="16" y="128"/>
                  <a:pt x="36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4" y="128"/>
                  <a:pt x="76" y="126"/>
                  <a:pt x="76" y="124"/>
                </a:cubicBezTo>
                <a:cubicBezTo>
                  <a:pt x="76" y="122"/>
                  <a:pt x="74" y="120"/>
                  <a:pt x="72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21" y="120"/>
                  <a:pt x="8" y="107"/>
                  <a:pt x="8" y="92"/>
                </a:cubicBezTo>
                <a:cubicBezTo>
                  <a:pt x="8" y="80"/>
                  <a:pt x="16" y="69"/>
                  <a:pt x="27" y="65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5"/>
                  <a:pt x="32" y="5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54" y="32"/>
                  <a:pt x="57" y="32"/>
                  <a:pt x="59" y="33"/>
                </a:cubicBezTo>
                <a:cubicBezTo>
                  <a:pt x="65" y="36"/>
                  <a:pt x="65" y="36"/>
                  <a:pt x="65" y="36"/>
                </a:cubicBezTo>
                <a:cubicBezTo>
                  <a:pt x="69" y="29"/>
                  <a:pt x="69" y="29"/>
                  <a:pt x="69" y="29"/>
                </a:cubicBezTo>
                <a:cubicBezTo>
                  <a:pt x="76" y="16"/>
                  <a:pt x="89" y="8"/>
                  <a:pt x="104" y="8"/>
                </a:cubicBezTo>
                <a:cubicBezTo>
                  <a:pt x="126" y="8"/>
                  <a:pt x="144" y="26"/>
                  <a:pt x="144" y="48"/>
                </a:cubicBezTo>
                <a:cubicBezTo>
                  <a:pt x="144" y="49"/>
                  <a:pt x="144" y="49"/>
                  <a:pt x="144" y="50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60" y="64"/>
                  <a:pt x="168" y="75"/>
                  <a:pt x="168" y="88"/>
                </a:cubicBezTo>
                <a:cubicBezTo>
                  <a:pt x="168" y="106"/>
                  <a:pt x="154" y="120"/>
                  <a:pt x="136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2" y="120"/>
                  <a:pt x="100" y="122"/>
                  <a:pt x="100" y="124"/>
                </a:cubicBezTo>
                <a:cubicBezTo>
                  <a:pt x="100" y="126"/>
                  <a:pt x="102" y="128"/>
                  <a:pt x="10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58" y="128"/>
                  <a:pt x="176" y="110"/>
                  <a:pt x="176" y="88"/>
                </a:cubicBezTo>
                <a:cubicBezTo>
                  <a:pt x="176" y="72"/>
                  <a:pt x="166" y="57"/>
                  <a:pt x="152" y="5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300"/>
          <p:cNvSpPr>
            <a:spLocks noEditPoints="1"/>
          </p:cNvSpPr>
          <p:nvPr/>
        </p:nvSpPr>
        <p:spPr bwMode="auto">
          <a:xfrm>
            <a:off x="6013557" y="1731930"/>
            <a:ext cx="334275" cy="334275"/>
          </a:xfrm>
          <a:custGeom>
            <a:avLst/>
            <a:gdLst>
              <a:gd name="T0" fmla="*/ 112 w 176"/>
              <a:gd name="T1" fmla="*/ 96 h 176"/>
              <a:gd name="T2" fmla="*/ 116 w 176"/>
              <a:gd name="T3" fmla="*/ 92 h 176"/>
              <a:gd name="T4" fmla="*/ 115 w 176"/>
              <a:gd name="T5" fmla="*/ 89 h 176"/>
              <a:gd name="T6" fmla="*/ 91 w 176"/>
              <a:gd name="T7" fmla="*/ 65 h 176"/>
              <a:gd name="T8" fmla="*/ 88 w 176"/>
              <a:gd name="T9" fmla="*/ 64 h 176"/>
              <a:gd name="T10" fmla="*/ 85 w 176"/>
              <a:gd name="T11" fmla="*/ 65 h 176"/>
              <a:gd name="T12" fmla="*/ 61 w 176"/>
              <a:gd name="T13" fmla="*/ 89 h 176"/>
              <a:gd name="T14" fmla="*/ 60 w 176"/>
              <a:gd name="T15" fmla="*/ 92 h 176"/>
              <a:gd name="T16" fmla="*/ 64 w 176"/>
              <a:gd name="T17" fmla="*/ 96 h 176"/>
              <a:gd name="T18" fmla="*/ 67 w 176"/>
              <a:gd name="T19" fmla="*/ 95 h 176"/>
              <a:gd name="T20" fmla="*/ 84 w 176"/>
              <a:gd name="T21" fmla="*/ 78 h 176"/>
              <a:gd name="T22" fmla="*/ 84 w 176"/>
              <a:gd name="T23" fmla="*/ 172 h 176"/>
              <a:gd name="T24" fmla="*/ 88 w 176"/>
              <a:gd name="T25" fmla="*/ 176 h 176"/>
              <a:gd name="T26" fmla="*/ 92 w 176"/>
              <a:gd name="T27" fmla="*/ 172 h 176"/>
              <a:gd name="T28" fmla="*/ 92 w 176"/>
              <a:gd name="T29" fmla="*/ 78 h 176"/>
              <a:gd name="T30" fmla="*/ 109 w 176"/>
              <a:gd name="T31" fmla="*/ 95 h 176"/>
              <a:gd name="T32" fmla="*/ 112 w 176"/>
              <a:gd name="T33" fmla="*/ 96 h 176"/>
              <a:gd name="T34" fmla="*/ 152 w 176"/>
              <a:gd name="T35" fmla="*/ 51 h 176"/>
              <a:gd name="T36" fmla="*/ 152 w 176"/>
              <a:gd name="T37" fmla="*/ 48 h 176"/>
              <a:gd name="T38" fmla="*/ 104 w 176"/>
              <a:gd name="T39" fmla="*/ 0 h 176"/>
              <a:gd name="T40" fmla="*/ 62 w 176"/>
              <a:gd name="T41" fmla="*/ 26 h 176"/>
              <a:gd name="T42" fmla="*/ 52 w 176"/>
              <a:gd name="T43" fmla="*/ 24 h 176"/>
              <a:gd name="T44" fmla="*/ 24 w 176"/>
              <a:gd name="T45" fmla="*/ 52 h 176"/>
              <a:gd name="T46" fmla="*/ 25 w 176"/>
              <a:gd name="T47" fmla="*/ 58 h 176"/>
              <a:gd name="T48" fmla="*/ 0 w 176"/>
              <a:gd name="T49" fmla="*/ 92 h 176"/>
              <a:gd name="T50" fmla="*/ 36 w 176"/>
              <a:gd name="T51" fmla="*/ 128 h 176"/>
              <a:gd name="T52" fmla="*/ 72 w 176"/>
              <a:gd name="T53" fmla="*/ 128 h 176"/>
              <a:gd name="T54" fmla="*/ 76 w 176"/>
              <a:gd name="T55" fmla="*/ 124 h 176"/>
              <a:gd name="T56" fmla="*/ 72 w 176"/>
              <a:gd name="T57" fmla="*/ 120 h 176"/>
              <a:gd name="T58" fmla="*/ 36 w 176"/>
              <a:gd name="T59" fmla="*/ 120 h 176"/>
              <a:gd name="T60" fmla="*/ 8 w 176"/>
              <a:gd name="T61" fmla="*/ 92 h 176"/>
              <a:gd name="T62" fmla="*/ 27 w 176"/>
              <a:gd name="T63" fmla="*/ 65 h 176"/>
              <a:gd name="T64" fmla="*/ 34 w 176"/>
              <a:gd name="T65" fmla="*/ 63 h 176"/>
              <a:gd name="T66" fmla="*/ 32 w 176"/>
              <a:gd name="T67" fmla="*/ 56 h 176"/>
              <a:gd name="T68" fmla="*/ 32 w 176"/>
              <a:gd name="T69" fmla="*/ 52 h 176"/>
              <a:gd name="T70" fmla="*/ 52 w 176"/>
              <a:gd name="T71" fmla="*/ 32 h 176"/>
              <a:gd name="T72" fmla="*/ 59 w 176"/>
              <a:gd name="T73" fmla="*/ 33 h 176"/>
              <a:gd name="T74" fmla="*/ 65 w 176"/>
              <a:gd name="T75" fmla="*/ 36 h 176"/>
              <a:gd name="T76" fmla="*/ 69 w 176"/>
              <a:gd name="T77" fmla="*/ 29 h 176"/>
              <a:gd name="T78" fmla="*/ 104 w 176"/>
              <a:gd name="T79" fmla="*/ 8 h 176"/>
              <a:gd name="T80" fmla="*/ 144 w 176"/>
              <a:gd name="T81" fmla="*/ 48 h 176"/>
              <a:gd name="T82" fmla="*/ 144 w 176"/>
              <a:gd name="T83" fmla="*/ 50 h 176"/>
              <a:gd name="T84" fmla="*/ 144 w 176"/>
              <a:gd name="T85" fmla="*/ 51 h 176"/>
              <a:gd name="T86" fmla="*/ 143 w 176"/>
              <a:gd name="T87" fmla="*/ 56 h 176"/>
              <a:gd name="T88" fmla="*/ 149 w 176"/>
              <a:gd name="T89" fmla="*/ 59 h 176"/>
              <a:gd name="T90" fmla="*/ 168 w 176"/>
              <a:gd name="T91" fmla="*/ 88 h 176"/>
              <a:gd name="T92" fmla="*/ 136 w 176"/>
              <a:gd name="T93" fmla="*/ 120 h 176"/>
              <a:gd name="T94" fmla="*/ 104 w 176"/>
              <a:gd name="T95" fmla="*/ 120 h 176"/>
              <a:gd name="T96" fmla="*/ 100 w 176"/>
              <a:gd name="T97" fmla="*/ 124 h 176"/>
              <a:gd name="T98" fmla="*/ 104 w 176"/>
              <a:gd name="T99" fmla="*/ 128 h 176"/>
              <a:gd name="T100" fmla="*/ 136 w 176"/>
              <a:gd name="T101" fmla="*/ 128 h 176"/>
              <a:gd name="T102" fmla="*/ 176 w 176"/>
              <a:gd name="T103" fmla="*/ 88 h 176"/>
              <a:gd name="T104" fmla="*/ 152 w 176"/>
              <a:gd name="T105" fmla="*/ 5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12" y="96"/>
                </a:moveTo>
                <a:cubicBezTo>
                  <a:pt x="114" y="96"/>
                  <a:pt x="116" y="94"/>
                  <a:pt x="116" y="92"/>
                </a:cubicBezTo>
                <a:cubicBezTo>
                  <a:pt x="116" y="91"/>
                  <a:pt x="116" y="90"/>
                  <a:pt x="115" y="89"/>
                </a:cubicBezTo>
                <a:cubicBezTo>
                  <a:pt x="91" y="65"/>
                  <a:pt x="91" y="65"/>
                  <a:pt x="91" y="65"/>
                </a:cubicBezTo>
                <a:cubicBezTo>
                  <a:pt x="90" y="64"/>
                  <a:pt x="89" y="64"/>
                  <a:pt x="88" y="64"/>
                </a:cubicBezTo>
                <a:cubicBezTo>
                  <a:pt x="87" y="64"/>
                  <a:pt x="86" y="64"/>
                  <a:pt x="85" y="65"/>
                </a:cubicBezTo>
                <a:cubicBezTo>
                  <a:pt x="61" y="89"/>
                  <a:pt x="61" y="89"/>
                  <a:pt x="61" y="89"/>
                </a:cubicBezTo>
                <a:cubicBezTo>
                  <a:pt x="60" y="90"/>
                  <a:pt x="60" y="91"/>
                  <a:pt x="60" y="92"/>
                </a:cubicBezTo>
                <a:cubicBezTo>
                  <a:pt x="60" y="94"/>
                  <a:pt x="62" y="96"/>
                  <a:pt x="64" y="96"/>
                </a:cubicBezTo>
                <a:cubicBezTo>
                  <a:pt x="65" y="96"/>
                  <a:pt x="66" y="96"/>
                  <a:pt x="67" y="95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72"/>
                  <a:pt x="84" y="172"/>
                  <a:pt x="84" y="172"/>
                </a:cubicBezTo>
                <a:cubicBezTo>
                  <a:pt x="84" y="174"/>
                  <a:pt x="86" y="176"/>
                  <a:pt x="88" y="176"/>
                </a:cubicBezTo>
                <a:cubicBezTo>
                  <a:pt x="90" y="176"/>
                  <a:pt x="92" y="174"/>
                  <a:pt x="92" y="172"/>
                </a:cubicBezTo>
                <a:cubicBezTo>
                  <a:pt x="92" y="78"/>
                  <a:pt x="92" y="78"/>
                  <a:pt x="92" y="78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0" y="96"/>
                  <a:pt x="111" y="96"/>
                  <a:pt x="112" y="96"/>
                </a:cubicBezTo>
                <a:moveTo>
                  <a:pt x="152" y="51"/>
                </a:moveTo>
                <a:cubicBezTo>
                  <a:pt x="152" y="50"/>
                  <a:pt x="152" y="49"/>
                  <a:pt x="152" y="48"/>
                </a:cubicBezTo>
                <a:cubicBezTo>
                  <a:pt x="152" y="21"/>
                  <a:pt x="131" y="0"/>
                  <a:pt x="104" y="0"/>
                </a:cubicBezTo>
                <a:cubicBezTo>
                  <a:pt x="86" y="0"/>
                  <a:pt x="70" y="10"/>
                  <a:pt x="62" y="26"/>
                </a:cubicBezTo>
                <a:cubicBezTo>
                  <a:pt x="59" y="25"/>
                  <a:pt x="55" y="24"/>
                  <a:pt x="52" y="24"/>
                </a:cubicBezTo>
                <a:cubicBezTo>
                  <a:pt x="37" y="24"/>
                  <a:pt x="24" y="37"/>
                  <a:pt x="24" y="52"/>
                </a:cubicBezTo>
                <a:cubicBezTo>
                  <a:pt x="24" y="54"/>
                  <a:pt x="24" y="56"/>
                  <a:pt x="25" y="58"/>
                </a:cubicBezTo>
                <a:cubicBezTo>
                  <a:pt x="10" y="63"/>
                  <a:pt x="0" y="76"/>
                  <a:pt x="0" y="92"/>
                </a:cubicBezTo>
                <a:cubicBezTo>
                  <a:pt x="0" y="112"/>
                  <a:pt x="16" y="128"/>
                  <a:pt x="36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4" y="128"/>
                  <a:pt x="76" y="126"/>
                  <a:pt x="76" y="124"/>
                </a:cubicBezTo>
                <a:cubicBezTo>
                  <a:pt x="76" y="122"/>
                  <a:pt x="74" y="120"/>
                  <a:pt x="72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21" y="120"/>
                  <a:pt x="8" y="107"/>
                  <a:pt x="8" y="92"/>
                </a:cubicBezTo>
                <a:cubicBezTo>
                  <a:pt x="8" y="80"/>
                  <a:pt x="16" y="69"/>
                  <a:pt x="27" y="65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5"/>
                  <a:pt x="32" y="5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54" y="32"/>
                  <a:pt x="57" y="32"/>
                  <a:pt x="59" y="33"/>
                </a:cubicBezTo>
                <a:cubicBezTo>
                  <a:pt x="65" y="36"/>
                  <a:pt x="65" y="36"/>
                  <a:pt x="65" y="36"/>
                </a:cubicBezTo>
                <a:cubicBezTo>
                  <a:pt x="69" y="29"/>
                  <a:pt x="69" y="29"/>
                  <a:pt x="69" y="29"/>
                </a:cubicBezTo>
                <a:cubicBezTo>
                  <a:pt x="76" y="16"/>
                  <a:pt x="89" y="8"/>
                  <a:pt x="104" y="8"/>
                </a:cubicBezTo>
                <a:cubicBezTo>
                  <a:pt x="126" y="8"/>
                  <a:pt x="144" y="26"/>
                  <a:pt x="144" y="48"/>
                </a:cubicBezTo>
                <a:cubicBezTo>
                  <a:pt x="144" y="49"/>
                  <a:pt x="144" y="49"/>
                  <a:pt x="144" y="50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60" y="64"/>
                  <a:pt x="168" y="75"/>
                  <a:pt x="168" y="88"/>
                </a:cubicBezTo>
                <a:cubicBezTo>
                  <a:pt x="168" y="106"/>
                  <a:pt x="154" y="120"/>
                  <a:pt x="136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2" y="120"/>
                  <a:pt x="100" y="122"/>
                  <a:pt x="100" y="124"/>
                </a:cubicBezTo>
                <a:cubicBezTo>
                  <a:pt x="100" y="126"/>
                  <a:pt x="102" y="128"/>
                  <a:pt x="10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58" y="128"/>
                  <a:pt x="176" y="110"/>
                  <a:pt x="176" y="88"/>
                </a:cubicBezTo>
                <a:cubicBezTo>
                  <a:pt x="176" y="72"/>
                  <a:pt x="166" y="57"/>
                  <a:pt x="152" y="5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301"/>
          <p:cNvSpPr>
            <a:spLocks noEditPoints="1"/>
          </p:cNvSpPr>
          <p:nvPr/>
        </p:nvSpPr>
        <p:spPr bwMode="auto">
          <a:xfrm>
            <a:off x="6652899" y="1754648"/>
            <a:ext cx="334275" cy="288839"/>
          </a:xfrm>
          <a:custGeom>
            <a:avLst/>
            <a:gdLst>
              <a:gd name="T0" fmla="*/ 86 w 176"/>
              <a:gd name="T1" fmla="*/ 101 h 152"/>
              <a:gd name="T2" fmla="*/ 85 w 176"/>
              <a:gd name="T3" fmla="*/ 100 h 152"/>
              <a:gd name="T4" fmla="*/ 69 w 176"/>
              <a:gd name="T5" fmla="*/ 96 h 152"/>
              <a:gd name="T6" fmla="*/ 64 w 176"/>
              <a:gd name="T7" fmla="*/ 102 h 152"/>
              <a:gd name="T8" fmla="*/ 73 w 176"/>
              <a:gd name="T9" fmla="*/ 105 h 152"/>
              <a:gd name="T10" fmla="*/ 79 w 176"/>
              <a:gd name="T11" fmla="*/ 146 h 152"/>
              <a:gd name="T12" fmla="*/ 72 w 176"/>
              <a:gd name="T13" fmla="*/ 124 h 152"/>
              <a:gd name="T14" fmla="*/ 76 w 176"/>
              <a:gd name="T15" fmla="*/ 120 h 152"/>
              <a:gd name="T16" fmla="*/ 82 w 176"/>
              <a:gd name="T17" fmla="*/ 124 h 152"/>
              <a:gd name="T18" fmla="*/ 88 w 176"/>
              <a:gd name="T19" fmla="*/ 105 h 152"/>
              <a:gd name="T20" fmla="*/ 152 w 176"/>
              <a:gd name="T21" fmla="*/ 51 h 152"/>
              <a:gd name="T22" fmla="*/ 104 w 176"/>
              <a:gd name="T23" fmla="*/ 0 h 152"/>
              <a:gd name="T24" fmla="*/ 52 w 176"/>
              <a:gd name="T25" fmla="*/ 24 h 152"/>
              <a:gd name="T26" fmla="*/ 25 w 176"/>
              <a:gd name="T27" fmla="*/ 58 h 152"/>
              <a:gd name="T28" fmla="*/ 36 w 176"/>
              <a:gd name="T29" fmla="*/ 128 h 152"/>
              <a:gd name="T30" fmla="*/ 56 w 176"/>
              <a:gd name="T31" fmla="*/ 124 h 152"/>
              <a:gd name="T32" fmla="*/ 36 w 176"/>
              <a:gd name="T33" fmla="*/ 120 h 152"/>
              <a:gd name="T34" fmla="*/ 27 w 176"/>
              <a:gd name="T35" fmla="*/ 65 h 152"/>
              <a:gd name="T36" fmla="*/ 32 w 176"/>
              <a:gd name="T37" fmla="*/ 56 h 152"/>
              <a:gd name="T38" fmla="*/ 52 w 176"/>
              <a:gd name="T39" fmla="*/ 32 h 152"/>
              <a:gd name="T40" fmla="*/ 65 w 176"/>
              <a:gd name="T41" fmla="*/ 36 h 152"/>
              <a:gd name="T42" fmla="*/ 104 w 176"/>
              <a:gd name="T43" fmla="*/ 8 h 152"/>
              <a:gd name="T44" fmla="*/ 144 w 176"/>
              <a:gd name="T45" fmla="*/ 50 h 152"/>
              <a:gd name="T46" fmla="*/ 143 w 176"/>
              <a:gd name="T47" fmla="*/ 56 h 152"/>
              <a:gd name="T48" fmla="*/ 168 w 176"/>
              <a:gd name="T49" fmla="*/ 88 h 152"/>
              <a:gd name="T50" fmla="*/ 124 w 176"/>
              <a:gd name="T51" fmla="*/ 120 h 152"/>
              <a:gd name="T52" fmla="*/ 124 w 176"/>
              <a:gd name="T53" fmla="*/ 128 h 152"/>
              <a:gd name="T54" fmla="*/ 176 w 176"/>
              <a:gd name="T55" fmla="*/ 88 h 152"/>
              <a:gd name="T56" fmla="*/ 109 w 176"/>
              <a:gd name="T57" fmla="*/ 144 h 152"/>
              <a:gd name="T58" fmla="*/ 112 w 176"/>
              <a:gd name="T59" fmla="*/ 124 h 152"/>
              <a:gd name="T60" fmla="*/ 95 w 176"/>
              <a:gd name="T61" fmla="*/ 110 h 152"/>
              <a:gd name="T62" fmla="*/ 98 w 176"/>
              <a:gd name="T63" fmla="*/ 136 h 152"/>
              <a:gd name="T64" fmla="*/ 100 w 176"/>
              <a:gd name="T65" fmla="*/ 125 h 152"/>
              <a:gd name="T66" fmla="*/ 92 w 176"/>
              <a:gd name="T67" fmla="*/ 126 h 152"/>
              <a:gd name="T68" fmla="*/ 88 w 176"/>
              <a:gd name="T69" fmla="*/ 146 h 152"/>
              <a:gd name="T70" fmla="*/ 91 w 176"/>
              <a:gd name="T71" fmla="*/ 148 h 152"/>
              <a:gd name="T72" fmla="*/ 107 w 176"/>
              <a:gd name="T73" fmla="*/ 152 h 152"/>
              <a:gd name="T74" fmla="*/ 112 w 176"/>
              <a:gd name="T75" fmla="*/ 14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52">
                <a:moveTo>
                  <a:pt x="88" y="102"/>
                </a:moveTo>
                <a:cubicBezTo>
                  <a:pt x="87" y="101"/>
                  <a:pt x="86" y="101"/>
                  <a:pt x="86" y="101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69" y="96"/>
                  <a:pt x="69" y="96"/>
                  <a:pt x="69" y="96"/>
                </a:cubicBezTo>
                <a:cubicBezTo>
                  <a:pt x="69" y="96"/>
                  <a:pt x="69" y="96"/>
                  <a:pt x="69" y="96"/>
                </a:cubicBezTo>
                <a:cubicBezTo>
                  <a:pt x="68" y="96"/>
                  <a:pt x="67" y="96"/>
                  <a:pt x="66" y="97"/>
                </a:cubicBezTo>
                <a:cubicBezTo>
                  <a:pt x="64" y="98"/>
                  <a:pt x="63" y="100"/>
                  <a:pt x="64" y="102"/>
                </a:cubicBezTo>
                <a:cubicBezTo>
                  <a:pt x="65" y="103"/>
                  <a:pt x="66" y="104"/>
                  <a:pt x="67" y="104"/>
                </a:cubicBezTo>
                <a:cubicBezTo>
                  <a:pt x="73" y="105"/>
                  <a:pt x="73" y="105"/>
                  <a:pt x="73" y="105"/>
                </a:cubicBezTo>
                <a:cubicBezTo>
                  <a:pt x="68" y="110"/>
                  <a:pt x="64" y="116"/>
                  <a:pt x="64" y="124"/>
                </a:cubicBezTo>
                <a:cubicBezTo>
                  <a:pt x="64" y="134"/>
                  <a:pt x="70" y="143"/>
                  <a:pt x="79" y="146"/>
                </a:cubicBezTo>
                <a:cubicBezTo>
                  <a:pt x="81" y="138"/>
                  <a:pt x="81" y="138"/>
                  <a:pt x="81" y="138"/>
                </a:cubicBezTo>
                <a:cubicBezTo>
                  <a:pt x="76" y="136"/>
                  <a:pt x="72" y="130"/>
                  <a:pt x="72" y="124"/>
                </a:cubicBezTo>
                <a:cubicBezTo>
                  <a:pt x="72" y="119"/>
                  <a:pt x="74" y="114"/>
                  <a:pt x="78" y="111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6" y="121"/>
                  <a:pt x="76" y="122"/>
                  <a:pt x="76" y="123"/>
                </a:cubicBezTo>
                <a:cubicBezTo>
                  <a:pt x="78" y="125"/>
                  <a:pt x="80" y="125"/>
                  <a:pt x="82" y="124"/>
                </a:cubicBezTo>
                <a:cubicBezTo>
                  <a:pt x="83" y="124"/>
                  <a:pt x="84" y="123"/>
                  <a:pt x="84" y="122"/>
                </a:cubicBezTo>
                <a:cubicBezTo>
                  <a:pt x="88" y="105"/>
                  <a:pt x="88" y="105"/>
                  <a:pt x="88" y="105"/>
                </a:cubicBezTo>
                <a:cubicBezTo>
                  <a:pt x="88" y="104"/>
                  <a:pt x="88" y="103"/>
                  <a:pt x="88" y="102"/>
                </a:cubicBezTo>
                <a:moveTo>
                  <a:pt x="152" y="51"/>
                </a:moveTo>
                <a:cubicBezTo>
                  <a:pt x="152" y="50"/>
                  <a:pt x="152" y="49"/>
                  <a:pt x="152" y="48"/>
                </a:cubicBezTo>
                <a:cubicBezTo>
                  <a:pt x="152" y="21"/>
                  <a:pt x="131" y="0"/>
                  <a:pt x="104" y="0"/>
                </a:cubicBezTo>
                <a:cubicBezTo>
                  <a:pt x="86" y="0"/>
                  <a:pt x="70" y="10"/>
                  <a:pt x="62" y="26"/>
                </a:cubicBezTo>
                <a:cubicBezTo>
                  <a:pt x="59" y="25"/>
                  <a:pt x="55" y="24"/>
                  <a:pt x="52" y="24"/>
                </a:cubicBezTo>
                <a:cubicBezTo>
                  <a:pt x="37" y="24"/>
                  <a:pt x="24" y="37"/>
                  <a:pt x="24" y="52"/>
                </a:cubicBezTo>
                <a:cubicBezTo>
                  <a:pt x="24" y="54"/>
                  <a:pt x="24" y="56"/>
                  <a:pt x="25" y="58"/>
                </a:cubicBezTo>
                <a:cubicBezTo>
                  <a:pt x="10" y="63"/>
                  <a:pt x="0" y="76"/>
                  <a:pt x="0" y="92"/>
                </a:cubicBezTo>
                <a:cubicBezTo>
                  <a:pt x="0" y="112"/>
                  <a:pt x="16" y="128"/>
                  <a:pt x="36" y="128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54" y="128"/>
                  <a:pt x="56" y="126"/>
                  <a:pt x="56" y="124"/>
                </a:cubicBezTo>
                <a:cubicBezTo>
                  <a:pt x="56" y="122"/>
                  <a:pt x="54" y="120"/>
                  <a:pt x="52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21" y="120"/>
                  <a:pt x="8" y="107"/>
                  <a:pt x="8" y="92"/>
                </a:cubicBezTo>
                <a:cubicBezTo>
                  <a:pt x="8" y="80"/>
                  <a:pt x="16" y="69"/>
                  <a:pt x="27" y="65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5"/>
                  <a:pt x="32" y="5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54" y="32"/>
                  <a:pt x="57" y="32"/>
                  <a:pt x="59" y="33"/>
                </a:cubicBezTo>
                <a:cubicBezTo>
                  <a:pt x="65" y="36"/>
                  <a:pt x="65" y="36"/>
                  <a:pt x="65" y="36"/>
                </a:cubicBezTo>
                <a:cubicBezTo>
                  <a:pt x="69" y="29"/>
                  <a:pt x="69" y="29"/>
                  <a:pt x="69" y="29"/>
                </a:cubicBezTo>
                <a:cubicBezTo>
                  <a:pt x="76" y="16"/>
                  <a:pt x="89" y="8"/>
                  <a:pt x="104" y="8"/>
                </a:cubicBezTo>
                <a:cubicBezTo>
                  <a:pt x="126" y="8"/>
                  <a:pt x="144" y="26"/>
                  <a:pt x="144" y="48"/>
                </a:cubicBezTo>
                <a:cubicBezTo>
                  <a:pt x="144" y="49"/>
                  <a:pt x="144" y="49"/>
                  <a:pt x="144" y="50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60" y="64"/>
                  <a:pt x="168" y="75"/>
                  <a:pt x="168" y="88"/>
                </a:cubicBezTo>
                <a:cubicBezTo>
                  <a:pt x="168" y="106"/>
                  <a:pt x="154" y="120"/>
                  <a:pt x="136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58" y="128"/>
                  <a:pt x="176" y="110"/>
                  <a:pt x="176" y="88"/>
                </a:cubicBezTo>
                <a:cubicBezTo>
                  <a:pt x="176" y="72"/>
                  <a:pt x="166" y="57"/>
                  <a:pt x="152" y="51"/>
                </a:cubicBezTo>
                <a:moveTo>
                  <a:pt x="109" y="144"/>
                </a:moveTo>
                <a:cubicBezTo>
                  <a:pt x="103" y="143"/>
                  <a:pt x="103" y="143"/>
                  <a:pt x="103" y="143"/>
                </a:cubicBezTo>
                <a:cubicBezTo>
                  <a:pt x="108" y="138"/>
                  <a:pt x="112" y="132"/>
                  <a:pt x="112" y="124"/>
                </a:cubicBezTo>
                <a:cubicBezTo>
                  <a:pt x="112" y="114"/>
                  <a:pt x="106" y="106"/>
                  <a:pt x="98" y="102"/>
                </a:cubicBezTo>
                <a:cubicBezTo>
                  <a:pt x="95" y="110"/>
                  <a:pt x="95" y="110"/>
                  <a:pt x="95" y="110"/>
                </a:cubicBezTo>
                <a:cubicBezTo>
                  <a:pt x="100" y="113"/>
                  <a:pt x="104" y="118"/>
                  <a:pt x="104" y="124"/>
                </a:cubicBezTo>
                <a:cubicBezTo>
                  <a:pt x="104" y="129"/>
                  <a:pt x="102" y="133"/>
                  <a:pt x="98" y="136"/>
                </a:cubicBezTo>
                <a:cubicBezTo>
                  <a:pt x="100" y="128"/>
                  <a:pt x="100" y="128"/>
                  <a:pt x="100" y="128"/>
                </a:cubicBezTo>
                <a:cubicBezTo>
                  <a:pt x="100" y="127"/>
                  <a:pt x="100" y="126"/>
                  <a:pt x="100" y="125"/>
                </a:cubicBezTo>
                <a:cubicBezTo>
                  <a:pt x="99" y="123"/>
                  <a:pt x="96" y="123"/>
                  <a:pt x="94" y="124"/>
                </a:cubicBezTo>
                <a:cubicBezTo>
                  <a:pt x="93" y="124"/>
                  <a:pt x="93" y="125"/>
                  <a:pt x="92" y="126"/>
                </a:cubicBezTo>
                <a:cubicBezTo>
                  <a:pt x="88" y="143"/>
                  <a:pt x="88" y="143"/>
                  <a:pt x="88" y="143"/>
                </a:cubicBezTo>
                <a:cubicBezTo>
                  <a:pt x="88" y="144"/>
                  <a:pt x="88" y="145"/>
                  <a:pt x="88" y="146"/>
                </a:cubicBezTo>
                <a:cubicBezTo>
                  <a:pt x="89" y="147"/>
                  <a:pt x="90" y="147"/>
                  <a:pt x="91" y="148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107" y="152"/>
                  <a:pt x="107" y="152"/>
                  <a:pt x="107" y="152"/>
                </a:cubicBezTo>
                <a:cubicBezTo>
                  <a:pt x="108" y="152"/>
                  <a:pt x="109" y="152"/>
                  <a:pt x="110" y="152"/>
                </a:cubicBezTo>
                <a:cubicBezTo>
                  <a:pt x="112" y="151"/>
                  <a:pt x="113" y="148"/>
                  <a:pt x="112" y="146"/>
                </a:cubicBezTo>
                <a:cubicBezTo>
                  <a:pt x="111" y="145"/>
                  <a:pt x="110" y="145"/>
                  <a:pt x="109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302"/>
          <p:cNvSpPr>
            <a:spLocks noEditPoints="1"/>
          </p:cNvSpPr>
          <p:nvPr/>
        </p:nvSpPr>
        <p:spPr bwMode="auto">
          <a:xfrm>
            <a:off x="7292240" y="1731930"/>
            <a:ext cx="334275" cy="334275"/>
          </a:xfrm>
          <a:custGeom>
            <a:avLst/>
            <a:gdLst>
              <a:gd name="T0" fmla="*/ 24 w 176"/>
              <a:gd name="T1" fmla="*/ 128 h 176"/>
              <a:gd name="T2" fmla="*/ 0 w 176"/>
              <a:gd name="T3" fmla="*/ 152 h 176"/>
              <a:gd name="T4" fmla="*/ 24 w 176"/>
              <a:gd name="T5" fmla="*/ 176 h 176"/>
              <a:gd name="T6" fmla="*/ 48 w 176"/>
              <a:gd name="T7" fmla="*/ 152 h 176"/>
              <a:gd name="T8" fmla="*/ 24 w 176"/>
              <a:gd name="T9" fmla="*/ 128 h 176"/>
              <a:gd name="T10" fmla="*/ 24 w 176"/>
              <a:gd name="T11" fmla="*/ 168 h 176"/>
              <a:gd name="T12" fmla="*/ 8 w 176"/>
              <a:gd name="T13" fmla="*/ 152 h 176"/>
              <a:gd name="T14" fmla="*/ 24 w 176"/>
              <a:gd name="T15" fmla="*/ 136 h 176"/>
              <a:gd name="T16" fmla="*/ 40 w 176"/>
              <a:gd name="T17" fmla="*/ 152 h 176"/>
              <a:gd name="T18" fmla="*/ 24 w 176"/>
              <a:gd name="T19" fmla="*/ 168 h 176"/>
              <a:gd name="T20" fmla="*/ 4 w 176"/>
              <a:gd name="T21" fmla="*/ 40 h 176"/>
              <a:gd name="T22" fmla="*/ 0 w 176"/>
              <a:gd name="T23" fmla="*/ 44 h 176"/>
              <a:gd name="T24" fmla="*/ 4 w 176"/>
              <a:gd name="T25" fmla="*/ 48 h 176"/>
              <a:gd name="T26" fmla="*/ 128 w 176"/>
              <a:gd name="T27" fmla="*/ 172 h 176"/>
              <a:gd name="T28" fmla="*/ 132 w 176"/>
              <a:gd name="T29" fmla="*/ 176 h 176"/>
              <a:gd name="T30" fmla="*/ 136 w 176"/>
              <a:gd name="T31" fmla="*/ 172 h 176"/>
              <a:gd name="T32" fmla="*/ 4 w 176"/>
              <a:gd name="T33" fmla="*/ 40 h 176"/>
              <a:gd name="T34" fmla="*/ 4 w 176"/>
              <a:gd name="T35" fmla="*/ 80 h 176"/>
              <a:gd name="T36" fmla="*/ 0 w 176"/>
              <a:gd name="T37" fmla="*/ 84 h 176"/>
              <a:gd name="T38" fmla="*/ 4 w 176"/>
              <a:gd name="T39" fmla="*/ 88 h 176"/>
              <a:gd name="T40" fmla="*/ 88 w 176"/>
              <a:gd name="T41" fmla="*/ 172 h 176"/>
              <a:gd name="T42" fmla="*/ 92 w 176"/>
              <a:gd name="T43" fmla="*/ 176 h 176"/>
              <a:gd name="T44" fmla="*/ 96 w 176"/>
              <a:gd name="T45" fmla="*/ 172 h 176"/>
              <a:gd name="T46" fmla="*/ 4 w 176"/>
              <a:gd name="T47" fmla="*/ 80 h 176"/>
              <a:gd name="T48" fmla="*/ 4 w 176"/>
              <a:gd name="T49" fmla="*/ 0 h 176"/>
              <a:gd name="T50" fmla="*/ 0 w 176"/>
              <a:gd name="T51" fmla="*/ 4 h 176"/>
              <a:gd name="T52" fmla="*/ 4 w 176"/>
              <a:gd name="T53" fmla="*/ 8 h 176"/>
              <a:gd name="T54" fmla="*/ 168 w 176"/>
              <a:gd name="T55" fmla="*/ 172 h 176"/>
              <a:gd name="T56" fmla="*/ 172 w 176"/>
              <a:gd name="T57" fmla="*/ 176 h 176"/>
              <a:gd name="T58" fmla="*/ 176 w 176"/>
              <a:gd name="T59" fmla="*/ 172 h 176"/>
              <a:gd name="T60" fmla="*/ 4 w 176"/>
              <a:gd name="T61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6" h="176">
                <a:moveTo>
                  <a:pt x="24" y="128"/>
                </a:moveTo>
                <a:cubicBezTo>
                  <a:pt x="11" y="128"/>
                  <a:pt x="0" y="139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37" y="176"/>
                  <a:pt x="48" y="165"/>
                  <a:pt x="48" y="152"/>
                </a:cubicBezTo>
                <a:cubicBezTo>
                  <a:pt x="48" y="139"/>
                  <a:pt x="37" y="128"/>
                  <a:pt x="24" y="128"/>
                </a:cubicBezTo>
                <a:moveTo>
                  <a:pt x="24" y="168"/>
                </a:moveTo>
                <a:cubicBezTo>
                  <a:pt x="15" y="168"/>
                  <a:pt x="8" y="161"/>
                  <a:pt x="8" y="152"/>
                </a:cubicBezTo>
                <a:cubicBezTo>
                  <a:pt x="8" y="143"/>
                  <a:pt x="15" y="136"/>
                  <a:pt x="24" y="136"/>
                </a:cubicBezTo>
                <a:cubicBezTo>
                  <a:pt x="33" y="136"/>
                  <a:pt x="40" y="143"/>
                  <a:pt x="40" y="152"/>
                </a:cubicBezTo>
                <a:cubicBezTo>
                  <a:pt x="40" y="161"/>
                  <a:pt x="33" y="168"/>
                  <a:pt x="24" y="168"/>
                </a:cubicBezTo>
                <a:moveTo>
                  <a:pt x="4" y="40"/>
                </a:moveTo>
                <a:cubicBezTo>
                  <a:pt x="2" y="40"/>
                  <a:pt x="0" y="42"/>
                  <a:pt x="0" y="44"/>
                </a:cubicBezTo>
                <a:cubicBezTo>
                  <a:pt x="0" y="46"/>
                  <a:pt x="2" y="48"/>
                  <a:pt x="4" y="48"/>
                </a:cubicBezTo>
                <a:cubicBezTo>
                  <a:pt x="72" y="48"/>
                  <a:pt x="128" y="104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4" y="176"/>
                  <a:pt x="136" y="174"/>
                  <a:pt x="136" y="172"/>
                </a:cubicBezTo>
                <a:cubicBezTo>
                  <a:pt x="136" y="99"/>
                  <a:pt x="77" y="40"/>
                  <a:pt x="4" y="40"/>
                </a:cubicBezTo>
                <a:moveTo>
                  <a:pt x="4" y="80"/>
                </a:moveTo>
                <a:cubicBezTo>
                  <a:pt x="2" y="80"/>
                  <a:pt x="0" y="82"/>
                  <a:pt x="0" y="84"/>
                </a:cubicBezTo>
                <a:cubicBezTo>
                  <a:pt x="0" y="86"/>
                  <a:pt x="2" y="88"/>
                  <a:pt x="4" y="88"/>
                </a:cubicBezTo>
                <a:cubicBezTo>
                  <a:pt x="50" y="88"/>
                  <a:pt x="88" y="126"/>
                  <a:pt x="88" y="172"/>
                </a:cubicBezTo>
                <a:cubicBezTo>
                  <a:pt x="88" y="174"/>
                  <a:pt x="90" y="176"/>
                  <a:pt x="92" y="176"/>
                </a:cubicBezTo>
                <a:cubicBezTo>
                  <a:pt x="94" y="176"/>
                  <a:pt x="96" y="174"/>
                  <a:pt x="96" y="172"/>
                </a:cubicBezTo>
                <a:cubicBezTo>
                  <a:pt x="96" y="121"/>
                  <a:pt x="55" y="80"/>
                  <a:pt x="4" y="80"/>
                </a:cubicBezTo>
                <a:moveTo>
                  <a:pt x="4" y="0"/>
                </a:move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95" y="8"/>
                  <a:pt x="168" y="81"/>
                  <a:pt x="168" y="172"/>
                </a:cubicBezTo>
                <a:cubicBezTo>
                  <a:pt x="168" y="174"/>
                  <a:pt x="170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77"/>
                  <a:pt x="99" y="0"/>
                  <a:pt x="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303"/>
          <p:cNvSpPr>
            <a:spLocks noEditPoints="1"/>
          </p:cNvSpPr>
          <p:nvPr/>
        </p:nvSpPr>
        <p:spPr bwMode="auto">
          <a:xfrm>
            <a:off x="1539791" y="2371271"/>
            <a:ext cx="335898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48 w 176"/>
              <a:gd name="T37" fmla="*/ 36 h 176"/>
              <a:gd name="T38" fmla="*/ 40 w 176"/>
              <a:gd name="T39" fmla="*/ 36 h 176"/>
              <a:gd name="T40" fmla="*/ 36 w 176"/>
              <a:gd name="T41" fmla="*/ 40 h 176"/>
              <a:gd name="T42" fmla="*/ 40 w 176"/>
              <a:gd name="T43" fmla="*/ 44 h 176"/>
              <a:gd name="T44" fmla="*/ 48 w 176"/>
              <a:gd name="T45" fmla="*/ 44 h 176"/>
              <a:gd name="T46" fmla="*/ 132 w 176"/>
              <a:gd name="T47" fmla="*/ 128 h 176"/>
              <a:gd name="T48" fmla="*/ 132 w 176"/>
              <a:gd name="T49" fmla="*/ 136 h 176"/>
              <a:gd name="T50" fmla="*/ 136 w 176"/>
              <a:gd name="T51" fmla="*/ 140 h 176"/>
              <a:gd name="T52" fmla="*/ 140 w 176"/>
              <a:gd name="T53" fmla="*/ 136 h 176"/>
              <a:gd name="T54" fmla="*/ 140 w 176"/>
              <a:gd name="T55" fmla="*/ 128 h 176"/>
              <a:gd name="T56" fmla="*/ 48 w 176"/>
              <a:gd name="T57" fmla="*/ 36 h 176"/>
              <a:gd name="T58" fmla="*/ 52 w 176"/>
              <a:gd name="T59" fmla="*/ 108 h 176"/>
              <a:gd name="T60" fmla="*/ 36 w 176"/>
              <a:gd name="T61" fmla="*/ 124 h 176"/>
              <a:gd name="T62" fmla="*/ 52 w 176"/>
              <a:gd name="T63" fmla="*/ 140 h 176"/>
              <a:gd name="T64" fmla="*/ 68 w 176"/>
              <a:gd name="T65" fmla="*/ 124 h 176"/>
              <a:gd name="T66" fmla="*/ 52 w 176"/>
              <a:gd name="T67" fmla="*/ 108 h 176"/>
              <a:gd name="T68" fmla="*/ 52 w 176"/>
              <a:gd name="T69" fmla="*/ 132 h 176"/>
              <a:gd name="T70" fmla="*/ 44 w 176"/>
              <a:gd name="T71" fmla="*/ 124 h 176"/>
              <a:gd name="T72" fmla="*/ 52 w 176"/>
              <a:gd name="T73" fmla="*/ 116 h 176"/>
              <a:gd name="T74" fmla="*/ 60 w 176"/>
              <a:gd name="T75" fmla="*/ 124 h 176"/>
              <a:gd name="T76" fmla="*/ 52 w 176"/>
              <a:gd name="T77" fmla="*/ 132 h 176"/>
              <a:gd name="T78" fmla="*/ 48 w 176"/>
              <a:gd name="T79" fmla="*/ 60 h 176"/>
              <a:gd name="T80" fmla="*/ 40 w 176"/>
              <a:gd name="T81" fmla="*/ 60 h 176"/>
              <a:gd name="T82" fmla="*/ 36 w 176"/>
              <a:gd name="T83" fmla="*/ 64 h 176"/>
              <a:gd name="T84" fmla="*/ 40 w 176"/>
              <a:gd name="T85" fmla="*/ 68 h 176"/>
              <a:gd name="T86" fmla="*/ 48 w 176"/>
              <a:gd name="T87" fmla="*/ 68 h 176"/>
              <a:gd name="T88" fmla="*/ 108 w 176"/>
              <a:gd name="T89" fmla="*/ 128 h 176"/>
              <a:gd name="T90" fmla="*/ 108 w 176"/>
              <a:gd name="T91" fmla="*/ 136 h 176"/>
              <a:gd name="T92" fmla="*/ 112 w 176"/>
              <a:gd name="T93" fmla="*/ 140 h 176"/>
              <a:gd name="T94" fmla="*/ 116 w 176"/>
              <a:gd name="T95" fmla="*/ 136 h 176"/>
              <a:gd name="T96" fmla="*/ 116 w 176"/>
              <a:gd name="T97" fmla="*/ 128 h 176"/>
              <a:gd name="T98" fmla="*/ 48 w 176"/>
              <a:gd name="T99" fmla="*/ 60 h 176"/>
              <a:gd name="T100" fmla="*/ 48 w 176"/>
              <a:gd name="T101" fmla="*/ 84 h 176"/>
              <a:gd name="T102" fmla="*/ 40 w 176"/>
              <a:gd name="T103" fmla="*/ 84 h 176"/>
              <a:gd name="T104" fmla="*/ 36 w 176"/>
              <a:gd name="T105" fmla="*/ 88 h 176"/>
              <a:gd name="T106" fmla="*/ 40 w 176"/>
              <a:gd name="T107" fmla="*/ 92 h 176"/>
              <a:gd name="T108" fmla="*/ 48 w 176"/>
              <a:gd name="T109" fmla="*/ 92 h 176"/>
              <a:gd name="T110" fmla="*/ 84 w 176"/>
              <a:gd name="T111" fmla="*/ 128 h 176"/>
              <a:gd name="T112" fmla="*/ 84 w 176"/>
              <a:gd name="T113" fmla="*/ 136 h 176"/>
              <a:gd name="T114" fmla="*/ 88 w 176"/>
              <a:gd name="T115" fmla="*/ 140 h 176"/>
              <a:gd name="T116" fmla="*/ 92 w 176"/>
              <a:gd name="T117" fmla="*/ 136 h 176"/>
              <a:gd name="T118" fmla="*/ 92 w 176"/>
              <a:gd name="T119" fmla="*/ 128 h 176"/>
              <a:gd name="T120" fmla="*/ 48 w 176"/>
              <a:gd name="T121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48" y="36"/>
                </a:moveTo>
                <a:cubicBezTo>
                  <a:pt x="40" y="36"/>
                  <a:pt x="40" y="36"/>
                  <a:pt x="40" y="36"/>
                </a:cubicBezTo>
                <a:cubicBezTo>
                  <a:pt x="38" y="36"/>
                  <a:pt x="36" y="38"/>
                  <a:pt x="36" y="40"/>
                </a:cubicBezTo>
                <a:cubicBezTo>
                  <a:pt x="36" y="42"/>
                  <a:pt x="38" y="44"/>
                  <a:pt x="40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94" y="44"/>
                  <a:pt x="132" y="82"/>
                  <a:pt x="132" y="128"/>
                </a:cubicBezTo>
                <a:cubicBezTo>
                  <a:pt x="132" y="136"/>
                  <a:pt x="132" y="136"/>
                  <a:pt x="132" y="136"/>
                </a:cubicBezTo>
                <a:cubicBezTo>
                  <a:pt x="132" y="138"/>
                  <a:pt x="134" y="140"/>
                  <a:pt x="136" y="140"/>
                </a:cubicBezTo>
                <a:cubicBezTo>
                  <a:pt x="138" y="140"/>
                  <a:pt x="140" y="138"/>
                  <a:pt x="140" y="136"/>
                </a:cubicBezTo>
                <a:cubicBezTo>
                  <a:pt x="140" y="128"/>
                  <a:pt x="140" y="128"/>
                  <a:pt x="140" y="128"/>
                </a:cubicBezTo>
                <a:cubicBezTo>
                  <a:pt x="140" y="77"/>
                  <a:pt x="99" y="36"/>
                  <a:pt x="48" y="36"/>
                </a:cubicBezTo>
                <a:moveTo>
                  <a:pt x="52" y="108"/>
                </a:moveTo>
                <a:cubicBezTo>
                  <a:pt x="43" y="108"/>
                  <a:pt x="36" y="115"/>
                  <a:pt x="36" y="124"/>
                </a:cubicBezTo>
                <a:cubicBezTo>
                  <a:pt x="36" y="133"/>
                  <a:pt x="43" y="140"/>
                  <a:pt x="52" y="140"/>
                </a:cubicBezTo>
                <a:cubicBezTo>
                  <a:pt x="61" y="140"/>
                  <a:pt x="68" y="133"/>
                  <a:pt x="68" y="124"/>
                </a:cubicBezTo>
                <a:cubicBezTo>
                  <a:pt x="68" y="115"/>
                  <a:pt x="61" y="108"/>
                  <a:pt x="52" y="108"/>
                </a:cubicBezTo>
                <a:moveTo>
                  <a:pt x="52" y="132"/>
                </a:moveTo>
                <a:cubicBezTo>
                  <a:pt x="48" y="132"/>
                  <a:pt x="44" y="128"/>
                  <a:pt x="44" y="124"/>
                </a:cubicBezTo>
                <a:cubicBezTo>
                  <a:pt x="44" y="120"/>
                  <a:pt x="48" y="116"/>
                  <a:pt x="52" y="116"/>
                </a:cubicBezTo>
                <a:cubicBezTo>
                  <a:pt x="56" y="116"/>
                  <a:pt x="60" y="120"/>
                  <a:pt x="60" y="124"/>
                </a:cubicBezTo>
                <a:cubicBezTo>
                  <a:pt x="60" y="128"/>
                  <a:pt x="56" y="132"/>
                  <a:pt x="52" y="132"/>
                </a:cubicBezTo>
                <a:moveTo>
                  <a:pt x="48" y="60"/>
                </a:moveTo>
                <a:cubicBezTo>
                  <a:pt x="40" y="60"/>
                  <a:pt x="40" y="60"/>
                  <a:pt x="40" y="60"/>
                </a:cubicBezTo>
                <a:cubicBezTo>
                  <a:pt x="38" y="60"/>
                  <a:pt x="36" y="62"/>
                  <a:pt x="36" y="64"/>
                </a:cubicBezTo>
                <a:cubicBezTo>
                  <a:pt x="36" y="66"/>
                  <a:pt x="38" y="68"/>
                  <a:pt x="40" y="68"/>
                </a:cubicBezTo>
                <a:cubicBezTo>
                  <a:pt x="48" y="68"/>
                  <a:pt x="48" y="68"/>
                  <a:pt x="48" y="68"/>
                </a:cubicBezTo>
                <a:cubicBezTo>
                  <a:pt x="81" y="68"/>
                  <a:pt x="108" y="95"/>
                  <a:pt x="108" y="128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8" y="138"/>
                  <a:pt x="110" y="140"/>
                  <a:pt x="112" y="140"/>
                </a:cubicBezTo>
                <a:cubicBezTo>
                  <a:pt x="114" y="140"/>
                  <a:pt x="116" y="138"/>
                  <a:pt x="116" y="136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6" y="90"/>
                  <a:pt x="86" y="60"/>
                  <a:pt x="48" y="60"/>
                </a:cubicBezTo>
                <a:moveTo>
                  <a:pt x="48" y="84"/>
                </a:moveTo>
                <a:cubicBezTo>
                  <a:pt x="40" y="84"/>
                  <a:pt x="40" y="84"/>
                  <a:pt x="40" y="84"/>
                </a:cubicBezTo>
                <a:cubicBezTo>
                  <a:pt x="38" y="84"/>
                  <a:pt x="36" y="86"/>
                  <a:pt x="36" y="88"/>
                </a:cubicBezTo>
                <a:cubicBezTo>
                  <a:pt x="36" y="90"/>
                  <a:pt x="38" y="92"/>
                  <a:pt x="40" y="92"/>
                </a:cubicBezTo>
                <a:cubicBezTo>
                  <a:pt x="48" y="92"/>
                  <a:pt x="48" y="92"/>
                  <a:pt x="48" y="92"/>
                </a:cubicBezTo>
                <a:cubicBezTo>
                  <a:pt x="68" y="92"/>
                  <a:pt x="84" y="108"/>
                  <a:pt x="84" y="128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38"/>
                  <a:pt x="86" y="140"/>
                  <a:pt x="88" y="140"/>
                </a:cubicBezTo>
                <a:cubicBezTo>
                  <a:pt x="90" y="140"/>
                  <a:pt x="92" y="138"/>
                  <a:pt x="92" y="136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2" y="104"/>
                  <a:pt x="72" y="84"/>
                  <a:pt x="48" y="8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304"/>
          <p:cNvSpPr>
            <a:spLocks noEditPoints="1"/>
          </p:cNvSpPr>
          <p:nvPr/>
        </p:nvSpPr>
        <p:spPr bwMode="auto">
          <a:xfrm>
            <a:off x="2193737" y="2371271"/>
            <a:ext cx="305066" cy="334275"/>
          </a:xfrm>
          <a:custGeom>
            <a:avLst/>
            <a:gdLst>
              <a:gd name="T0" fmla="*/ 80 w 160"/>
              <a:gd name="T1" fmla="*/ 100 h 176"/>
              <a:gd name="T2" fmla="*/ 56 w 160"/>
              <a:gd name="T3" fmla="*/ 124 h 176"/>
              <a:gd name="T4" fmla="*/ 64 w 160"/>
              <a:gd name="T5" fmla="*/ 168 h 176"/>
              <a:gd name="T6" fmla="*/ 72 w 160"/>
              <a:gd name="T7" fmla="*/ 176 h 176"/>
              <a:gd name="T8" fmla="*/ 88 w 160"/>
              <a:gd name="T9" fmla="*/ 176 h 176"/>
              <a:gd name="T10" fmla="*/ 96 w 160"/>
              <a:gd name="T11" fmla="*/ 168 h 176"/>
              <a:gd name="T12" fmla="*/ 104 w 160"/>
              <a:gd name="T13" fmla="*/ 124 h 176"/>
              <a:gd name="T14" fmla="*/ 80 w 160"/>
              <a:gd name="T15" fmla="*/ 100 h 176"/>
              <a:gd name="T16" fmla="*/ 89 w 160"/>
              <a:gd name="T17" fmla="*/ 164 h 176"/>
              <a:gd name="T18" fmla="*/ 86 w 160"/>
              <a:gd name="T19" fmla="*/ 168 h 176"/>
              <a:gd name="T20" fmla="*/ 74 w 160"/>
              <a:gd name="T21" fmla="*/ 168 h 176"/>
              <a:gd name="T22" fmla="*/ 71 w 160"/>
              <a:gd name="T23" fmla="*/ 164 h 176"/>
              <a:gd name="T24" fmla="*/ 64 w 160"/>
              <a:gd name="T25" fmla="*/ 124 h 176"/>
              <a:gd name="T26" fmla="*/ 80 w 160"/>
              <a:gd name="T27" fmla="*/ 108 h 176"/>
              <a:gd name="T28" fmla="*/ 96 w 160"/>
              <a:gd name="T29" fmla="*/ 124 h 176"/>
              <a:gd name="T30" fmla="*/ 89 w 160"/>
              <a:gd name="T31" fmla="*/ 164 h 176"/>
              <a:gd name="T32" fmla="*/ 80 w 160"/>
              <a:gd name="T33" fmla="*/ 92 h 176"/>
              <a:gd name="T34" fmla="*/ 100 w 160"/>
              <a:gd name="T35" fmla="*/ 72 h 176"/>
              <a:gd name="T36" fmla="*/ 80 w 160"/>
              <a:gd name="T37" fmla="*/ 52 h 176"/>
              <a:gd name="T38" fmla="*/ 60 w 160"/>
              <a:gd name="T39" fmla="*/ 72 h 176"/>
              <a:gd name="T40" fmla="*/ 80 w 160"/>
              <a:gd name="T41" fmla="*/ 92 h 176"/>
              <a:gd name="T42" fmla="*/ 80 w 160"/>
              <a:gd name="T43" fmla="*/ 60 h 176"/>
              <a:gd name="T44" fmla="*/ 92 w 160"/>
              <a:gd name="T45" fmla="*/ 72 h 176"/>
              <a:gd name="T46" fmla="*/ 80 w 160"/>
              <a:gd name="T47" fmla="*/ 84 h 176"/>
              <a:gd name="T48" fmla="*/ 68 w 160"/>
              <a:gd name="T49" fmla="*/ 72 h 176"/>
              <a:gd name="T50" fmla="*/ 80 w 160"/>
              <a:gd name="T51" fmla="*/ 60 h 176"/>
              <a:gd name="T52" fmla="*/ 80 w 160"/>
              <a:gd name="T53" fmla="*/ 0 h 176"/>
              <a:gd name="T54" fmla="*/ 0 w 160"/>
              <a:gd name="T55" fmla="*/ 80 h 176"/>
              <a:gd name="T56" fmla="*/ 52 w 160"/>
              <a:gd name="T57" fmla="*/ 155 h 176"/>
              <a:gd name="T58" fmla="*/ 50 w 160"/>
              <a:gd name="T59" fmla="*/ 145 h 176"/>
              <a:gd name="T60" fmla="*/ 8 w 160"/>
              <a:gd name="T61" fmla="*/ 80 h 176"/>
              <a:gd name="T62" fmla="*/ 80 w 160"/>
              <a:gd name="T63" fmla="*/ 8 h 176"/>
              <a:gd name="T64" fmla="*/ 152 w 160"/>
              <a:gd name="T65" fmla="*/ 80 h 176"/>
              <a:gd name="T66" fmla="*/ 110 w 160"/>
              <a:gd name="T67" fmla="*/ 145 h 176"/>
              <a:gd name="T68" fmla="*/ 109 w 160"/>
              <a:gd name="T69" fmla="*/ 155 h 176"/>
              <a:gd name="T70" fmla="*/ 160 w 160"/>
              <a:gd name="T71" fmla="*/ 80 h 176"/>
              <a:gd name="T72" fmla="*/ 80 w 160"/>
              <a:gd name="T73" fmla="*/ 0 h 176"/>
              <a:gd name="T74" fmla="*/ 106 w 160"/>
              <a:gd name="T75" fmla="*/ 103 h 176"/>
              <a:gd name="T76" fmla="*/ 109 w 160"/>
              <a:gd name="T77" fmla="*/ 110 h 176"/>
              <a:gd name="T78" fmla="*/ 128 w 160"/>
              <a:gd name="T79" fmla="*/ 72 h 176"/>
              <a:gd name="T80" fmla="*/ 80 w 160"/>
              <a:gd name="T81" fmla="*/ 24 h 176"/>
              <a:gd name="T82" fmla="*/ 32 w 160"/>
              <a:gd name="T83" fmla="*/ 72 h 176"/>
              <a:gd name="T84" fmla="*/ 50 w 160"/>
              <a:gd name="T85" fmla="*/ 110 h 176"/>
              <a:gd name="T86" fmla="*/ 54 w 160"/>
              <a:gd name="T87" fmla="*/ 103 h 176"/>
              <a:gd name="T88" fmla="*/ 40 w 160"/>
              <a:gd name="T89" fmla="*/ 72 h 176"/>
              <a:gd name="T90" fmla="*/ 80 w 160"/>
              <a:gd name="T91" fmla="*/ 32 h 176"/>
              <a:gd name="T92" fmla="*/ 120 w 160"/>
              <a:gd name="T93" fmla="*/ 72 h 176"/>
              <a:gd name="T94" fmla="*/ 106 w 160"/>
              <a:gd name="T95" fmla="*/ 10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76">
                <a:moveTo>
                  <a:pt x="80" y="100"/>
                </a:moveTo>
                <a:cubicBezTo>
                  <a:pt x="60" y="100"/>
                  <a:pt x="56" y="112"/>
                  <a:pt x="56" y="124"/>
                </a:cubicBezTo>
                <a:cubicBezTo>
                  <a:pt x="56" y="136"/>
                  <a:pt x="60" y="160"/>
                  <a:pt x="64" y="168"/>
                </a:cubicBezTo>
                <a:cubicBezTo>
                  <a:pt x="68" y="176"/>
                  <a:pt x="72" y="176"/>
                  <a:pt x="72" y="176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88" y="176"/>
                  <a:pt x="92" y="176"/>
                  <a:pt x="96" y="168"/>
                </a:cubicBezTo>
                <a:cubicBezTo>
                  <a:pt x="100" y="160"/>
                  <a:pt x="104" y="136"/>
                  <a:pt x="104" y="124"/>
                </a:cubicBezTo>
                <a:cubicBezTo>
                  <a:pt x="104" y="112"/>
                  <a:pt x="100" y="100"/>
                  <a:pt x="80" y="100"/>
                </a:cubicBezTo>
                <a:moveTo>
                  <a:pt x="89" y="164"/>
                </a:moveTo>
                <a:cubicBezTo>
                  <a:pt x="88" y="166"/>
                  <a:pt x="87" y="168"/>
                  <a:pt x="86" y="168"/>
                </a:cubicBezTo>
                <a:cubicBezTo>
                  <a:pt x="74" y="168"/>
                  <a:pt x="74" y="168"/>
                  <a:pt x="74" y="168"/>
                </a:cubicBezTo>
                <a:cubicBezTo>
                  <a:pt x="73" y="168"/>
                  <a:pt x="72" y="166"/>
                  <a:pt x="71" y="164"/>
                </a:cubicBezTo>
                <a:cubicBezTo>
                  <a:pt x="68" y="158"/>
                  <a:pt x="64" y="135"/>
                  <a:pt x="64" y="124"/>
                </a:cubicBezTo>
                <a:cubicBezTo>
                  <a:pt x="64" y="112"/>
                  <a:pt x="68" y="108"/>
                  <a:pt x="80" y="108"/>
                </a:cubicBezTo>
                <a:cubicBezTo>
                  <a:pt x="92" y="108"/>
                  <a:pt x="96" y="112"/>
                  <a:pt x="96" y="124"/>
                </a:cubicBezTo>
                <a:cubicBezTo>
                  <a:pt x="96" y="135"/>
                  <a:pt x="92" y="158"/>
                  <a:pt x="89" y="164"/>
                </a:cubicBezTo>
                <a:moveTo>
                  <a:pt x="80" y="92"/>
                </a:moveTo>
                <a:cubicBezTo>
                  <a:pt x="91" y="92"/>
                  <a:pt x="100" y="83"/>
                  <a:pt x="100" y="72"/>
                </a:cubicBezTo>
                <a:cubicBezTo>
                  <a:pt x="100" y="61"/>
                  <a:pt x="91" y="52"/>
                  <a:pt x="80" y="52"/>
                </a:cubicBezTo>
                <a:cubicBezTo>
                  <a:pt x="69" y="52"/>
                  <a:pt x="60" y="61"/>
                  <a:pt x="60" y="72"/>
                </a:cubicBezTo>
                <a:cubicBezTo>
                  <a:pt x="60" y="83"/>
                  <a:pt x="69" y="92"/>
                  <a:pt x="80" y="92"/>
                </a:cubicBezTo>
                <a:moveTo>
                  <a:pt x="80" y="60"/>
                </a:moveTo>
                <a:cubicBezTo>
                  <a:pt x="87" y="60"/>
                  <a:pt x="92" y="65"/>
                  <a:pt x="92" y="72"/>
                </a:cubicBezTo>
                <a:cubicBezTo>
                  <a:pt x="92" y="79"/>
                  <a:pt x="87" y="84"/>
                  <a:pt x="80" y="84"/>
                </a:cubicBezTo>
                <a:cubicBezTo>
                  <a:pt x="73" y="84"/>
                  <a:pt x="68" y="79"/>
                  <a:pt x="68" y="72"/>
                </a:cubicBezTo>
                <a:cubicBezTo>
                  <a:pt x="68" y="65"/>
                  <a:pt x="73" y="60"/>
                  <a:pt x="80" y="60"/>
                </a:cubicBezTo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14"/>
                  <a:pt x="21" y="143"/>
                  <a:pt x="52" y="155"/>
                </a:cubicBezTo>
                <a:cubicBezTo>
                  <a:pt x="51" y="152"/>
                  <a:pt x="50" y="148"/>
                  <a:pt x="50" y="145"/>
                </a:cubicBezTo>
                <a:cubicBezTo>
                  <a:pt x="25" y="134"/>
                  <a:pt x="8" y="109"/>
                  <a:pt x="8" y="80"/>
                </a:cubicBezTo>
                <a:cubicBezTo>
                  <a:pt x="8" y="40"/>
                  <a:pt x="40" y="8"/>
                  <a:pt x="80" y="8"/>
                </a:cubicBezTo>
                <a:cubicBezTo>
                  <a:pt x="120" y="8"/>
                  <a:pt x="152" y="40"/>
                  <a:pt x="152" y="80"/>
                </a:cubicBezTo>
                <a:cubicBezTo>
                  <a:pt x="152" y="109"/>
                  <a:pt x="135" y="134"/>
                  <a:pt x="110" y="145"/>
                </a:cubicBezTo>
                <a:cubicBezTo>
                  <a:pt x="110" y="148"/>
                  <a:pt x="109" y="152"/>
                  <a:pt x="109" y="155"/>
                </a:cubicBezTo>
                <a:cubicBezTo>
                  <a:pt x="139" y="143"/>
                  <a:pt x="160" y="11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moveTo>
                  <a:pt x="106" y="103"/>
                </a:moveTo>
                <a:cubicBezTo>
                  <a:pt x="107" y="105"/>
                  <a:pt x="108" y="107"/>
                  <a:pt x="109" y="110"/>
                </a:cubicBezTo>
                <a:cubicBezTo>
                  <a:pt x="121" y="101"/>
                  <a:pt x="128" y="87"/>
                  <a:pt x="128" y="72"/>
                </a:cubicBezTo>
                <a:cubicBezTo>
                  <a:pt x="128" y="45"/>
                  <a:pt x="107" y="24"/>
                  <a:pt x="80" y="24"/>
                </a:cubicBezTo>
                <a:cubicBezTo>
                  <a:pt x="53" y="24"/>
                  <a:pt x="32" y="45"/>
                  <a:pt x="32" y="72"/>
                </a:cubicBezTo>
                <a:cubicBezTo>
                  <a:pt x="32" y="87"/>
                  <a:pt x="39" y="101"/>
                  <a:pt x="50" y="110"/>
                </a:cubicBezTo>
                <a:cubicBezTo>
                  <a:pt x="51" y="107"/>
                  <a:pt x="53" y="105"/>
                  <a:pt x="54" y="103"/>
                </a:cubicBezTo>
                <a:cubicBezTo>
                  <a:pt x="46" y="95"/>
                  <a:pt x="40" y="84"/>
                  <a:pt x="40" y="72"/>
                </a:cubicBezTo>
                <a:cubicBezTo>
                  <a:pt x="40" y="50"/>
                  <a:pt x="58" y="32"/>
                  <a:pt x="80" y="32"/>
                </a:cubicBezTo>
                <a:cubicBezTo>
                  <a:pt x="102" y="32"/>
                  <a:pt x="120" y="50"/>
                  <a:pt x="120" y="72"/>
                </a:cubicBezTo>
                <a:cubicBezTo>
                  <a:pt x="120" y="84"/>
                  <a:pt x="114" y="95"/>
                  <a:pt x="106" y="103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305"/>
          <p:cNvSpPr>
            <a:spLocks noEditPoints="1"/>
          </p:cNvSpPr>
          <p:nvPr/>
        </p:nvSpPr>
        <p:spPr bwMode="auto">
          <a:xfrm>
            <a:off x="2849305" y="2371271"/>
            <a:ext cx="272613" cy="334275"/>
          </a:xfrm>
          <a:custGeom>
            <a:avLst/>
            <a:gdLst>
              <a:gd name="T0" fmla="*/ 72 w 144"/>
              <a:gd name="T1" fmla="*/ 96 h 176"/>
              <a:gd name="T2" fmla="*/ 48 w 144"/>
              <a:gd name="T3" fmla="*/ 120 h 176"/>
              <a:gd name="T4" fmla="*/ 56 w 144"/>
              <a:gd name="T5" fmla="*/ 168 h 176"/>
              <a:gd name="T6" fmla="*/ 64 w 144"/>
              <a:gd name="T7" fmla="*/ 176 h 176"/>
              <a:gd name="T8" fmla="*/ 80 w 144"/>
              <a:gd name="T9" fmla="*/ 176 h 176"/>
              <a:gd name="T10" fmla="*/ 88 w 144"/>
              <a:gd name="T11" fmla="*/ 168 h 176"/>
              <a:gd name="T12" fmla="*/ 96 w 144"/>
              <a:gd name="T13" fmla="*/ 120 h 176"/>
              <a:gd name="T14" fmla="*/ 72 w 144"/>
              <a:gd name="T15" fmla="*/ 96 h 176"/>
              <a:gd name="T16" fmla="*/ 81 w 144"/>
              <a:gd name="T17" fmla="*/ 164 h 176"/>
              <a:gd name="T18" fmla="*/ 78 w 144"/>
              <a:gd name="T19" fmla="*/ 168 h 176"/>
              <a:gd name="T20" fmla="*/ 66 w 144"/>
              <a:gd name="T21" fmla="*/ 168 h 176"/>
              <a:gd name="T22" fmla="*/ 63 w 144"/>
              <a:gd name="T23" fmla="*/ 164 h 176"/>
              <a:gd name="T24" fmla="*/ 56 w 144"/>
              <a:gd name="T25" fmla="*/ 120 h 176"/>
              <a:gd name="T26" fmla="*/ 72 w 144"/>
              <a:gd name="T27" fmla="*/ 104 h 176"/>
              <a:gd name="T28" fmla="*/ 88 w 144"/>
              <a:gd name="T29" fmla="*/ 120 h 176"/>
              <a:gd name="T30" fmla="*/ 81 w 144"/>
              <a:gd name="T31" fmla="*/ 164 h 176"/>
              <a:gd name="T32" fmla="*/ 72 w 144"/>
              <a:gd name="T33" fmla="*/ 0 h 176"/>
              <a:gd name="T34" fmla="*/ 0 w 144"/>
              <a:gd name="T35" fmla="*/ 72 h 176"/>
              <a:gd name="T36" fmla="*/ 41 w 144"/>
              <a:gd name="T37" fmla="*/ 137 h 176"/>
              <a:gd name="T38" fmla="*/ 40 w 144"/>
              <a:gd name="T39" fmla="*/ 128 h 176"/>
              <a:gd name="T40" fmla="*/ 8 w 144"/>
              <a:gd name="T41" fmla="*/ 72 h 176"/>
              <a:gd name="T42" fmla="*/ 72 w 144"/>
              <a:gd name="T43" fmla="*/ 8 h 176"/>
              <a:gd name="T44" fmla="*/ 136 w 144"/>
              <a:gd name="T45" fmla="*/ 72 h 176"/>
              <a:gd name="T46" fmla="*/ 104 w 144"/>
              <a:gd name="T47" fmla="*/ 128 h 176"/>
              <a:gd name="T48" fmla="*/ 103 w 144"/>
              <a:gd name="T49" fmla="*/ 137 h 176"/>
              <a:gd name="T50" fmla="*/ 144 w 144"/>
              <a:gd name="T51" fmla="*/ 72 h 176"/>
              <a:gd name="T52" fmla="*/ 72 w 144"/>
              <a:gd name="T53" fmla="*/ 0 h 176"/>
              <a:gd name="T54" fmla="*/ 116 w 144"/>
              <a:gd name="T55" fmla="*/ 72 h 176"/>
              <a:gd name="T56" fmla="*/ 72 w 144"/>
              <a:gd name="T57" fmla="*/ 28 h 176"/>
              <a:gd name="T58" fmla="*/ 28 w 144"/>
              <a:gd name="T59" fmla="*/ 72 h 176"/>
              <a:gd name="T60" fmla="*/ 43 w 144"/>
              <a:gd name="T61" fmla="*/ 105 h 176"/>
              <a:gd name="T62" fmla="*/ 47 w 144"/>
              <a:gd name="T63" fmla="*/ 98 h 176"/>
              <a:gd name="T64" fmla="*/ 36 w 144"/>
              <a:gd name="T65" fmla="*/ 72 h 176"/>
              <a:gd name="T66" fmla="*/ 72 w 144"/>
              <a:gd name="T67" fmla="*/ 36 h 176"/>
              <a:gd name="T68" fmla="*/ 108 w 144"/>
              <a:gd name="T69" fmla="*/ 72 h 176"/>
              <a:gd name="T70" fmla="*/ 97 w 144"/>
              <a:gd name="T71" fmla="*/ 98 h 176"/>
              <a:gd name="T72" fmla="*/ 101 w 144"/>
              <a:gd name="T73" fmla="*/ 105 h 176"/>
              <a:gd name="T74" fmla="*/ 116 w 144"/>
              <a:gd name="T75" fmla="*/ 72 h 176"/>
              <a:gd name="T76" fmla="*/ 88 w 144"/>
              <a:gd name="T77" fmla="*/ 72 h 176"/>
              <a:gd name="T78" fmla="*/ 72 w 144"/>
              <a:gd name="T79" fmla="*/ 56 h 176"/>
              <a:gd name="T80" fmla="*/ 56 w 144"/>
              <a:gd name="T81" fmla="*/ 72 h 176"/>
              <a:gd name="T82" fmla="*/ 72 w 144"/>
              <a:gd name="T83" fmla="*/ 88 h 176"/>
              <a:gd name="T84" fmla="*/ 88 w 144"/>
              <a:gd name="T85" fmla="*/ 72 h 176"/>
              <a:gd name="T86" fmla="*/ 64 w 144"/>
              <a:gd name="T87" fmla="*/ 72 h 176"/>
              <a:gd name="T88" fmla="*/ 72 w 144"/>
              <a:gd name="T89" fmla="*/ 64 h 176"/>
              <a:gd name="T90" fmla="*/ 80 w 144"/>
              <a:gd name="T91" fmla="*/ 72 h 176"/>
              <a:gd name="T92" fmla="*/ 72 w 144"/>
              <a:gd name="T93" fmla="*/ 80 h 176"/>
              <a:gd name="T94" fmla="*/ 64 w 144"/>
              <a:gd name="T95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4" h="176">
                <a:moveTo>
                  <a:pt x="72" y="96"/>
                </a:moveTo>
                <a:cubicBezTo>
                  <a:pt x="52" y="96"/>
                  <a:pt x="48" y="108"/>
                  <a:pt x="48" y="120"/>
                </a:cubicBezTo>
                <a:cubicBezTo>
                  <a:pt x="48" y="132"/>
                  <a:pt x="52" y="160"/>
                  <a:pt x="56" y="168"/>
                </a:cubicBezTo>
                <a:cubicBezTo>
                  <a:pt x="60" y="176"/>
                  <a:pt x="64" y="176"/>
                  <a:pt x="64" y="176"/>
                </a:cubicBezTo>
                <a:cubicBezTo>
                  <a:pt x="80" y="176"/>
                  <a:pt x="80" y="176"/>
                  <a:pt x="80" y="176"/>
                </a:cubicBezTo>
                <a:cubicBezTo>
                  <a:pt x="80" y="176"/>
                  <a:pt x="84" y="176"/>
                  <a:pt x="88" y="168"/>
                </a:cubicBezTo>
                <a:cubicBezTo>
                  <a:pt x="92" y="160"/>
                  <a:pt x="96" y="132"/>
                  <a:pt x="96" y="120"/>
                </a:cubicBezTo>
                <a:cubicBezTo>
                  <a:pt x="96" y="108"/>
                  <a:pt x="92" y="96"/>
                  <a:pt x="72" y="96"/>
                </a:cubicBezTo>
                <a:moveTo>
                  <a:pt x="81" y="164"/>
                </a:moveTo>
                <a:cubicBezTo>
                  <a:pt x="80" y="166"/>
                  <a:pt x="79" y="168"/>
                  <a:pt x="78" y="168"/>
                </a:cubicBezTo>
                <a:cubicBezTo>
                  <a:pt x="66" y="168"/>
                  <a:pt x="66" y="168"/>
                  <a:pt x="66" y="168"/>
                </a:cubicBezTo>
                <a:cubicBezTo>
                  <a:pt x="65" y="168"/>
                  <a:pt x="64" y="166"/>
                  <a:pt x="63" y="164"/>
                </a:cubicBezTo>
                <a:cubicBezTo>
                  <a:pt x="60" y="159"/>
                  <a:pt x="56" y="132"/>
                  <a:pt x="56" y="120"/>
                </a:cubicBezTo>
                <a:cubicBezTo>
                  <a:pt x="56" y="108"/>
                  <a:pt x="60" y="104"/>
                  <a:pt x="72" y="104"/>
                </a:cubicBezTo>
                <a:cubicBezTo>
                  <a:pt x="84" y="104"/>
                  <a:pt x="88" y="108"/>
                  <a:pt x="88" y="120"/>
                </a:cubicBezTo>
                <a:cubicBezTo>
                  <a:pt x="88" y="132"/>
                  <a:pt x="84" y="159"/>
                  <a:pt x="81" y="164"/>
                </a:cubicBezTo>
                <a:moveTo>
                  <a:pt x="72" y="0"/>
                </a:moveTo>
                <a:cubicBezTo>
                  <a:pt x="32" y="0"/>
                  <a:pt x="0" y="32"/>
                  <a:pt x="0" y="72"/>
                </a:cubicBezTo>
                <a:cubicBezTo>
                  <a:pt x="0" y="101"/>
                  <a:pt x="17" y="125"/>
                  <a:pt x="41" y="137"/>
                </a:cubicBezTo>
                <a:cubicBezTo>
                  <a:pt x="41" y="134"/>
                  <a:pt x="41" y="130"/>
                  <a:pt x="40" y="128"/>
                </a:cubicBezTo>
                <a:cubicBezTo>
                  <a:pt x="21" y="117"/>
                  <a:pt x="8" y="96"/>
                  <a:pt x="8" y="72"/>
                </a:cubicBezTo>
                <a:cubicBezTo>
                  <a:pt x="8" y="37"/>
                  <a:pt x="37" y="8"/>
                  <a:pt x="72" y="8"/>
                </a:cubicBezTo>
                <a:cubicBezTo>
                  <a:pt x="107" y="8"/>
                  <a:pt x="136" y="37"/>
                  <a:pt x="136" y="72"/>
                </a:cubicBezTo>
                <a:cubicBezTo>
                  <a:pt x="136" y="96"/>
                  <a:pt x="123" y="116"/>
                  <a:pt x="104" y="128"/>
                </a:cubicBezTo>
                <a:cubicBezTo>
                  <a:pt x="104" y="130"/>
                  <a:pt x="103" y="134"/>
                  <a:pt x="103" y="137"/>
                </a:cubicBezTo>
                <a:cubicBezTo>
                  <a:pt x="127" y="125"/>
                  <a:pt x="144" y="101"/>
                  <a:pt x="144" y="72"/>
                </a:cubicBezTo>
                <a:cubicBezTo>
                  <a:pt x="144" y="32"/>
                  <a:pt x="112" y="0"/>
                  <a:pt x="72" y="0"/>
                </a:cubicBezTo>
                <a:moveTo>
                  <a:pt x="116" y="72"/>
                </a:moveTo>
                <a:cubicBezTo>
                  <a:pt x="116" y="48"/>
                  <a:pt x="96" y="28"/>
                  <a:pt x="72" y="28"/>
                </a:cubicBezTo>
                <a:cubicBezTo>
                  <a:pt x="48" y="28"/>
                  <a:pt x="28" y="48"/>
                  <a:pt x="28" y="72"/>
                </a:cubicBezTo>
                <a:cubicBezTo>
                  <a:pt x="28" y="85"/>
                  <a:pt x="34" y="97"/>
                  <a:pt x="43" y="105"/>
                </a:cubicBezTo>
                <a:cubicBezTo>
                  <a:pt x="44" y="102"/>
                  <a:pt x="45" y="100"/>
                  <a:pt x="47" y="98"/>
                </a:cubicBezTo>
                <a:cubicBezTo>
                  <a:pt x="40" y="91"/>
                  <a:pt x="36" y="82"/>
                  <a:pt x="36" y="72"/>
                </a:cubicBezTo>
                <a:cubicBezTo>
                  <a:pt x="36" y="52"/>
                  <a:pt x="52" y="36"/>
                  <a:pt x="72" y="36"/>
                </a:cubicBezTo>
                <a:cubicBezTo>
                  <a:pt x="92" y="36"/>
                  <a:pt x="108" y="52"/>
                  <a:pt x="108" y="72"/>
                </a:cubicBezTo>
                <a:cubicBezTo>
                  <a:pt x="108" y="82"/>
                  <a:pt x="104" y="91"/>
                  <a:pt x="97" y="98"/>
                </a:cubicBezTo>
                <a:cubicBezTo>
                  <a:pt x="99" y="100"/>
                  <a:pt x="100" y="102"/>
                  <a:pt x="101" y="105"/>
                </a:cubicBezTo>
                <a:cubicBezTo>
                  <a:pt x="110" y="97"/>
                  <a:pt x="116" y="85"/>
                  <a:pt x="116" y="72"/>
                </a:cubicBezTo>
                <a:moveTo>
                  <a:pt x="88" y="72"/>
                </a:moveTo>
                <a:cubicBezTo>
                  <a:pt x="88" y="63"/>
                  <a:pt x="81" y="56"/>
                  <a:pt x="72" y="56"/>
                </a:cubicBezTo>
                <a:cubicBezTo>
                  <a:pt x="63" y="56"/>
                  <a:pt x="56" y="63"/>
                  <a:pt x="56" y="72"/>
                </a:cubicBezTo>
                <a:cubicBezTo>
                  <a:pt x="56" y="81"/>
                  <a:pt x="63" y="88"/>
                  <a:pt x="72" y="88"/>
                </a:cubicBezTo>
                <a:cubicBezTo>
                  <a:pt x="81" y="88"/>
                  <a:pt x="88" y="81"/>
                  <a:pt x="88" y="72"/>
                </a:cubicBezTo>
                <a:moveTo>
                  <a:pt x="64" y="72"/>
                </a:moveTo>
                <a:cubicBezTo>
                  <a:pt x="64" y="68"/>
                  <a:pt x="68" y="64"/>
                  <a:pt x="72" y="64"/>
                </a:cubicBezTo>
                <a:cubicBezTo>
                  <a:pt x="76" y="64"/>
                  <a:pt x="80" y="68"/>
                  <a:pt x="80" y="72"/>
                </a:cubicBezTo>
                <a:cubicBezTo>
                  <a:pt x="80" y="76"/>
                  <a:pt x="76" y="80"/>
                  <a:pt x="72" y="80"/>
                </a:cubicBezTo>
                <a:cubicBezTo>
                  <a:pt x="68" y="80"/>
                  <a:pt x="64" y="76"/>
                  <a:pt x="64" y="7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306"/>
          <p:cNvSpPr>
            <a:spLocks noEditPoints="1"/>
          </p:cNvSpPr>
          <p:nvPr/>
        </p:nvSpPr>
        <p:spPr bwMode="auto">
          <a:xfrm>
            <a:off x="3457815" y="2371271"/>
            <a:ext cx="334275" cy="334275"/>
          </a:xfrm>
          <a:custGeom>
            <a:avLst/>
            <a:gdLst>
              <a:gd name="T0" fmla="*/ 156 w 176"/>
              <a:gd name="T1" fmla="*/ 0 h 176"/>
              <a:gd name="T2" fmla="*/ 136 w 176"/>
              <a:gd name="T3" fmla="*/ 20 h 176"/>
              <a:gd name="T4" fmla="*/ 152 w 176"/>
              <a:gd name="T5" fmla="*/ 40 h 176"/>
              <a:gd name="T6" fmla="*/ 152 w 176"/>
              <a:gd name="T7" fmla="*/ 84 h 176"/>
              <a:gd name="T8" fmla="*/ 108 w 176"/>
              <a:gd name="T9" fmla="*/ 84 h 176"/>
              <a:gd name="T10" fmla="*/ 88 w 176"/>
              <a:gd name="T11" fmla="*/ 68 h 176"/>
              <a:gd name="T12" fmla="*/ 68 w 176"/>
              <a:gd name="T13" fmla="*/ 84 h 176"/>
              <a:gd name="T14" fmla="*/ 20 w 176"/>
              <a:gd name="T15" fmla="*/ 84 h 176"/>
              <a:gd name="T16" fmla="*/ 16 w 176"/>
              <a:gd name="T17" fmla="*/ 88 h 176"/>
              <a:gd name="T18" fmla="*/ 16 w 176"/>
              <a:gd name="T19" fmla="*/ 136 h 176"/>
              <a:gd name="T20" fmla="*/ 0 w 176"/>
              <a:gd name="T21" fmla="*/ 156 h 176"/>
              <a:gd name="T22" fmla="*/ 20 w 176"/>
              <a:gd name="T23" fmla="*/ 176 h 176"/>
              <a:gd name="T24" fmla="*/ 40 w 176"/>
              <a:gd name="T25" fmla="*/ 156 h 176"/>
              <a:gd name="T26" fmla="*/ 24 w 176"/>
              <a:gd name="T27" fmla="*/ 136 h 176"/>
              <a:gd name="T28" fmla="*/ 24 w 176"/>
              <a:gd name="T29" fmla="*/ 92 h 176"/>
              <a:gd name="T30" fmla="*/ 68 w 176"/>
              <a:gd name="T31" fmla="*/ 92 h 176"/>
              <a:gd name="T32" fmla="*/ 88 w 176"/>
              <a:gd name="T33" fmla="*/ 108 h 176"/>
              <a:gd name="T34" fmla="*/ 108 w 176"/>
              <a:gd name="T35" fmla="*/ 92 h 176"/>
              <a:gd name="T36" fmla="*/ 156 w 176"/>
              <a:gd name="T37" fmla="*/ 92 h 176"/>
              <a:gd name="T38" fmla="*/ 160 w 176"/>
              <a:gd name="T39" fmla="*/ 88 h 176"/>
              <a:gd name="T40" fmla="*/ 160 w 176"/>
              <a:gd name="T41" fmla="*/ 40 h 176"/>
              <a:gd name="T42" fmla="*/ 176 w 176"/>
              <a:gd name="T43" fmla="*/ 20 h 176"/>
              <a:gd name="T44" fmla="*/ 156 w 176"/>
              <a:gd name="T45" fmla="*/ 0 h 176"/>
              <a:gd name="T46" fmla="*/ 32 w 176"/>
              <a:gd name="T47" fmla="*/ 156 h 176"/>
              <a:gd name="T48" fmla="*/ 20 w 176"/>
              <a:gd name="T49" fmla="*/ 168 h 176"/>
              <a:gd name="T50" fmla="*/ 8 w 176"/>
              <a:gd name="T51" fmla="*/ 156 h 176"/>
              <a:gd name="T52" fmla="*/ 20 w 176"/>
              <a:gd name="T53" fmla="*/ 144 h 176"/>
              <a:gd name="T54" fmla="*/ 32 w 176"/>
              <a:gd name="T55" fmla="*/ 156 h 176"/>
              <a:gd name="T56" fmla="*/ 88 w 176"/>
              <a:gd name="T57" fmla="*/ 100 h 176"/>
              <a:gd name="T58" fmla="*/ 76 w 176"/>
              <a:gd name="T59" fmla="*/ 88 h 176"/>
              <a:gd name="T60" fmla="*/ 88 w 176"/>
              <a:gd name="T61" fmla="*/ 76 h 176"/>
              <a:gd name="T62" fmla="*/ 100 w 176"/>
              <a:gd name="T63" fmla="*/ 88 h 176"/>
              <a:gd name="T64" fmla="*/ 88 w 176"/>
              <a:gd name="T65" fmla="*/ 100 h 176"/>
              <a:gd name="T66" fmla="*/ 156 w 176"/>
              <a:gd name="T67" fmla="*/ 32 h 176"/>
              <a:gd name="T68" fmla="*/ 144 w 176"/>
              <a:gd name="T69" fmla="*/ 20 h 176"/>
              <a:gd name="T70" fmla="*/ 156 w 176"/>
              <a:gd name="T71" fmla="*/ 8 h 176"/>
              <a:gd name="T72" fmla="*/ 168 w 176"/>
              <a:gd name="T73" fmla="*/ 20 h 176"/>
              <a:gd name="T74" fmla="*/ 156 w 176"/>
              <a:gd name="T75" fmla="*/ 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56" y="0"/>
                </a:moveTo>
                <a:cubicBezTo>
                  <a:pt x="145" y="0"/>
                  <a:pt x="136" y="9"/>
                  <a:pt x="136" y="20"/>
                </a:cubicBezTo>
                <a:cubicBezTo>
                  <a:pt x="136" y="30"/>
                  <a:pt x="143" y="38"/>
                  <a:pt x="152" y="40"/>
                </a:cubicBezTo>
                <a:cubicBezTo>
                  <a:pt x="152" y="84"/>
                  <a:pt x="152" y="84"/>
                  <a:pt x="15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6" y="75"/>
                  <a:pt x="98" y="68"/>
                  <a:pt x="88" y="68"/>
                </a:cubicBezTo>
                <a:cubicBezTo>
                  <a:pt x="78" y="68"/>
                  <a:pt x="70" y="75"/>
                  <a:pt x="68" y="84"/>
                </a:cubicBezTo>
                <a:cubicBezTo>
                  <a:pt x="20" y="84"/>
                  <a:pt x="20" y="84"/>
                  <a:pt x="20" y="84"/>
                </a:cubicBezTo>
                <a:cubicBezTo>
                  <a:pt x="18" y="84"/>
                  <a:pt x="16" y="86"/>
                  <a:pt x="16" y="88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7" y="138"/>
                  <a:pt x="0" y="146"/>
                  <a:pt x="0" y="156"/>
                </a:cubicBezTo>
                <a:cubicBezTo>
                  <a:pt x="0" y="167"/>
                  <a:pt x="9" y="176"/>
                  <a:pt x="20" y="176"/>
                </a:cubicBezTo>
                <a:cubicBezTo>
                  <a:pt x="31" y="176"/>
                  <a:pt x="40" y="167"/>
                  <a:pt x="40" y="156"/>
                </a:cubicBezTo>
                <a:cubicBezTo>
                  <a:pt x="40" y="146"/>
                  <a:pt x="33" y="138"/>
                  <a:pt x="24" y="136"/>
                </a:cubicBezTo>
                <a:cubicBezTo>
                  <a:pt x="24" y="92"/>
                  <a:pt x="24" y="92"/>
                  <a:pt x="24" y="92"/>
                </a:cubicBezTo>
                <a:cubicBezTo>
                  <a:pt x="68" y="92"/>
                  <a:pt x="68" y="92"/>
                  <a:pt x="68" y="92"/>
                </a:cubicBezTo>
                <a:cubicBezTo>
                  <a:pt x="70" y="101"/>
                  <a:pt x="78" y="108"/>
                  <a:pt x="88" y="108"/>
                </a:cubicBezTo>
                <a:cubicBezTo>
                  <a:pt x="98" y="108"/>
                  <a:pt x="106" y="101"/>
                  <a:pt x="108" y="92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158" y="92"/>
                  <a:pt x="160" y="90"/>
                  <a:pt x="160" y="88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9" y="38"/>
                  <a:pt x="176" y="30"/>
                  <a:pt x="176" y="20"/>
                </a:cubicBezTo>
                <a:cubicBezTo>
                  <a:pt x="176" y="9"/>
                  <a:pt x="167" y="0"/>
                  <a:pt x="156" y="0"/>
                </a:cubicBezTo>
                <a:moveTo>
                  <a:pt x="32" y="156"/>
                </a:moveTo>
                <a:cubicBezTo>
                  <a:pt x="32" y="163"/>
                  <a:pt x="27" y="168"/>
                  <a:pt x="20" y="168"/>
                </a:cubicBezTo>
                <a:cubicBezTo>
                  <a:pt x="13" y="168"/>
                  <a:pt x="8" y="163"/>
                  <a:pt x="8" y="156"/>
                </a:cubicBezTo>
                <a:cubicBezTo>
                  <a:pt x="8" y="149"/>
                  <a:pt x="13" y="144"/>
                  <a:pt x="20" y="144"/>
                </a:cubicBezTo>
                <a:cubicBezTo>
                  <a:pt x="27" y="144"/>
                  <a:pt x="32" y="149"/>
                  <a:pt x="32" y="156"/>
                </a:cubicBezTo>
                <a:moveTo>
                  <a:pt x="88" y="100"/>
                </a:moveTo>
                <a:cubicBezTo>
                  <a:pt x="81" y="100"/>
                  <a:pt x="76" y="95"/>
                  <a:pt x="76" y="88"/>
                </a:cubicBezTo>
                <a:cubicBezTo>
                  <a:pt x="76" y="81"/>
                  <a:pt x="81" y="76"/>
                  <a:pt x="88" y="76"/>
                </a:cubicBezTo>
                <a:cubicBezTo>
                  <a:pt x="95" y="76"/>
                  <a:pt x="100" y="81"/>
                  <a:pt x="100" y="88"/>
                </a:cubicBezTo>
                <a:cubicBezTo>
                  <a:pt x="100" y="95"/>
                  <a:pt x="95" y="100"/>
                  <a:pt x="88" y="100"/>
                </a:cubicBezTo>
                <a:moveTo>
                  <a:pt x="156" y="32"/>
                </a:moveTo>
                <a:cubicBezTo>
                  <a:pt x="149" y="32"/>
                  <a:pt x="144" y="27"/>
                  <a:pt x="144" y="20"/>
                </a:cubicBezTo>
                <a:cubicBezTo>
                  <a:pt x="144" y="13"/>
                  <a:pt x="149" y="8"/>
                  <a:pt x="156" y="8"/>
                </a:cubicBezTo>
                <a:cubicBezTo>
                  <a:pt x="163" y="8"/>
                  <a:pt x="168" y="13"/>
                  <a:pt x="168" y="20"/>
                </a:cubicBezTo>
                <a:cubicBezTo>
                  <a:pt x="168" y="27"/>
                  <a:pt x="163" y="32"/>
                  <a:pt x="156" y="3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307"/>
          <p:cNvSpPr>
            <a:spLocks noEditPoints="1"/>
          </p:cNvSpPr>
          <p:nvPr/>
        </p:nvSpPr>
        <p:spPr bwMode="auto">
          <a:xfrm>
            <a:off x="4111760" y="2371271"/>
            <a:ext cx="305066" cy="334275"/>
          </a:xfrm>
          <a:custGeom>
            <a:avLst/>
            <a:gdLst>
              <a:gd name="T0" fmla="*/ 140 w 160"/>
              <a:gd name="T1" fmla="*/ 136 h 176"/>
              <a:gd name="T2" fmla="*/ 125 w 160"/>
              <a:gd name="T3" fmla="*/ 143 h 176"/>
              <a:gd name="T4" fmla="*/ 39 w 160"/>
              <a:gd name="T5" fmla="*/ 94 h 176"/>
              <a:gd name="T6" fmla="*/ 40 w 160"/>
              <a:gd name="T7" fmla="*/ 88 h 176"/>
              <a:gd name="T8" fmla="*/ 39 w 160"/>
              <a:gd name="T9" fmla="*/ 82 h 176"/>
              <a:gd name="T10" fmla="*/ 125 w 160"/>
              <a:gd name="T11" fmla="*/ 33 h 176"/>
              <a:gd name="T12" fmla="*/ 140 w 160"/>
              <a:gd name="T13" fmla="*/ 40 h 176"/>
              <a:gd name="T14" fmla="*/ 160 w 160"/>
              <a:gd name="T15" fmla="*/ 20 h 176"/>
              <a:gd name="T16" fmla="*/ 140 w 160"/>
              <a:gd name="T17" fmla="*/ 0 h 176"/>
              <a:gd name="T18" fmla="*/ 120 w 160"/>
              <a:gd name="T19" fmla="*/ 20 h 176"/>
              <a:gd name="T20" fmla="*/ 121 w 160"/>
              <a:gd name="T21" fmla="*/ 26 h 176"/>
              <a:gd name="T22" fmla="*/ 35 w 160"/>
              <a:gd name="T23" fmla="*/ 75 h 176"/>
              <a:gd name="T24" fmla="*/ 20 w 160"/>
              <a:gd name="T25" fmla="*/ 68 h 176"/>
              <a:gd name="T26" fmla="*/ 0 w 160"/>
              <a:gd name="T27" fmla="*/ 88 h 176"/>
              <a:gd name="T28" fmla="*/ 20 w 160"/>
              <a:gd name="T29" fmla="*/ 108 h 176"/>
              <a:gd name="T30" fmla="*/ 35 w 160"/>
              <a:gd name="T31" fmla="*/ 101 h 176"/>
              <a:gd name="T32" fmla="*/ 121 w 160"/>
              <a:gd name="T33" fmla="*/ 150 h 176"/>
              <a:gd name="T34" fmla="*/ 120 w 160"/>
              <a:gd name="T35" fmla="*/ 156 h 176"/>
              <a:gd name="T36" fmla="*/ 140 w 160"/>
              <a:gd name="T37" fmla="*/ 176 h 176"/>
              <a:gd name="T38" fmla="*/ 160 w 160"/>
              <a:gd name="T39" fmla="*/ 156 h 176"/>
              <a:gd name="T40" fmla="*/ 140 w 160"/>
              <a:gd name="T41" fmla="*/ 136 h 176"/>
              <a:gd name="T42" fmla="*/ 140 w 160"/>
              <a:gd name="T43" fmla="*/ 8 h 176"/>
              <a:gd name="T44" fmla="*/ 152 w 160"/>
              <a:gd name="T45" fmla="*/ 20 h 176"/>
              <a:gd name="T46" fmla="*/ 140 w 160"/>
              <a:gd name="T47" fmla="*/ 32 h 176"/>
              <a:gd name="T48" fmla="*/ 128 w 160"/>
              <a:gd name="T49" fmla="*/ 20 h 176"/>
              <a:gd name="T50" fmla="*/ 140 w 160"/>
              <a:gd name="T51" fmla="*/ 8 h 176"/>
              <a:gd name="T52" fmla="*/ 20 w 160"/>
              <a:gd name="T53" fmla="*/ 100 h 176"/>
              <a:gd name="T54" fmla="*/ 8 w 160"/>
              <a:gd name="T55" fmla="*/ 88 h 176"/>
              <a:gd name="T56" fmla="*/ 20 w 160"/>
              <a:gd name="T57" fmla="*/ 76 h 176"/>
              <a:gd name="T58" fmla="*/ 32 w 160"/>
              <a:gd name="T59" fmla="*/ 88 h 176"/>
              <a:gd name="T60" fmla="*/ 20 w 160"/>
              <a:gd name="T61" fmla="*/ 100 h 176"/>
              <a:gd name="T62" fmla="*/ 140 w 160"/>
              <a:gd name="T63" fmla="*/ 168 h 176"/>
              <a:gd name="T64" fmla="*/ 128 w 160"/>
              <a:gd name="T65" fmla="*/ 156 h 176"/>
              <a:gd name="T66" fmla="*/ 140 w 160"/>
              <a:gd name="T67" fmla="*/ 144 h 176"/>
              <a:gd name="T68" fmla="*/ 152 w 160"/>
              <a:gd name="T69" fmla="*/ 156 h 176"/>
              <a:gd name="T70" fmla="*/ 140 w 160"/>
              <a:gd name="T71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76">
                <a:moveTo>
                  <a:pt x="140" y="136"/>
                </a:moveTo>
                <a:cubicBezTo>
                  <a:pt x="134" y="136"/>
                  <a:pt x="129" y="139"/>
                  <a:pt x="125" y="143"/>
                </a:cubicBezTo>
                <a:cubicBezTo>
                  <a:pt x="39" y="94"/>
                  <a:pt x="39" y="94"/>
                  <a:pt x="39" y="94"/>
                </a:cubicBezTo>
                <a:cubicBezTo>
                  <a:pt x="40" y="92"/>
                  <a:pt x="40" y="90"/>
                  <a:pt x="40" y="88"/>
                </a:cubicBezTo>
                <a:cubicBezTo>
                  <a:pt x="40" y="86"/>
                  <a:pt x="40" y="84"/>
                  <a:pt x="39" y="82"/>
                </a:cubicBezTo>
                <a:cubicBezTo>
                  <a:pt x="125" y="33"/>
                  <a:pt x="125" y="33"/>
                  <a:pt x="125" y="33"/>
                </a:cubicBezTo>
                <a:cubicBezTo>
                  <a:pt x="129" y="37"/>
                  <a:pt x="134" y="40"/>
                  <a:pt x="140" y="40"/>
                </a:cubicBezTo>
                <a:cubicBezTo>
                  <a:pt x="151" y="40"/>
                  <a:pt x="160" y="31"/>
                  <a:pt x="160" y="20"/>
                </a:cubicBezTo>
                <a:cubicBezTo>
                  <a:pt x="160" y="9"/>
                  <a:pt x="151" y="0"/>
                  <a:pt x="140" y="0"/>
                </a:cubicBezTo>
                <a:cubicBezTo>
                  <a:pt x="129" y="0"/>
                  <a:pt x="120" y="9"/>
                  <a:pt x="120" y="20"/>
                </a:cubicBezTo>
                <a:cubicBezTo>
                  <a:pt x="120" y="22"/>
                  <a:pt x="120" y="24"/>
                  <a:pt x="121" y="26"/>
                </a:cubicBezTo>
                <a:cubicBezTo>
                  <a:pt x="35" y="75"/>
                  <a:pt x="35" y="75"/>
                  <a:pt x="35" y="75"/>
                </a:cubicBezTo>
                <a:cubicBezTo>
                  <a:pt x="31" y="71"/>
                  <a:pt x="26" y="68"/>
                  <a:pt x="20" y="68"/>
                </a:cubicBezTo>
                <a:cubicBezTo>
                  <a:pt x="9" y="68"/>
                  <a:pt x="0" y="77"/>
                  <a:pt x="0" y="88"/>
                </a:cubicBezTo>
                <a:cubicBezTo>
                  <a:pt x="0" y="99"/>
                  <a:pt x="9" y="108"/>
                  <a:pt x="20" y="108"/>
                </a:cubicBezTo>
                <a:cubicBezTo>
                  <a:pt x="26" y="108"/>
                  <a:pt x="31" y="105"/>
                  <a:pt x="35" y="101"/>
                </a:cubicBezTo>
                <a:cubicBezTo>
                  <a:pt x="121" y="150"/>
                  <a:pt x="121" y="150"/>
                  <a:pt x="121" y="150"/>
                </a:cubicBezTo>
                <a:cubicBezTo>
                  <a:pt x="120" y="152"/>
                  <a:pt x="120" y="154"/>
                  <a:pt x="120" y="156"/>
                </a:cubicBezTo>
                <a:cubicBezTo>
                  <a:pt x="120" y="167"/>
                  <a:pt x="129" y="176"/>
                  <a:pt x="140" y="176"/>
                </a:cubicBezTo>
                <a:cubicBezTo>
                  <a:pt x="151" y="176"/>
                  <a:pt x="160" y="167"/>
                  <a:pt x="160" y="156"/>
                </a:cubicBezTo>
                <a:cubicBezTo>
                  <a:pt x="160" y="145"/>
                  <a:pt x="151" y="136"/>
                  <a:pt x="140" y="136"/>
                </a:cubicBezTo>
                <a:moveTo>
                  <a:pt x="140" y="8"/>
                </a:moveTo>
                <a:cubicBezTo>
                  <a:pt x="147" y="8"/>
                  <a:pt x="152" y="13"/>
                  <a:pt x="152" y="20"/>
                </a:cubicBezTo>
                <a:cubicBezTo>
                  <a:pt x="152" y="27"/>
                  <a:pt x="147" y="32"/>
                  <a:pt x="140" y="32"/>
                </a:cubicBezTo>
                <a:cubicBezTo>
                  <a:pt x="133" y="32"/>
                  <a:pt x="128" y="27"/>
                  <a:pt x="128" y="20"/>
                </a:cubicBezTo>
                <a:cubicBezTo>
                  <a:pt x="128" y="13"/>
                  <a:pt x="133" y="8"/>
                  <a:pt x="140" y="8"/>
                </a:cubicBezTo>
                <a:moveTo>
                  <a:pt x="20" y="100"/>
                </a:moveTo>
                <a:cubicBezTo>
                  <a:pt x="13" y="100"/>
                  <a:pt x="8" y="95"/>
                  <a:pt x="8" y="88"/>
                </a:cubicBezTo>
                <a:cubicBezTo>
                  <a:pt x="8" y="81"/>
                  <a:pt x="13" y="76"/>
                  <a:pt x="20" y="76"/>
                </a:cubicBezTo>
                <a:cubicBezTo>
                  <a:pt x="27" y="76"/>
                  <a:pt x="32" y="81"/>
                  <a:pt x="32" y="88"/>
                </a:cubicBezTo>
                <a:cubicBezTo>
                  <a:pt x="32" y="95"/>
                  <a:pt x="27" y="100"/>
                  <a:pt x="20" y="100"/>
                </a:cubicBezTo>
                <a:moveTo>
                  <a:pt x="140" y="168"/>
                </a:moveTo>
                <a:cubicBezTo>
                  <a:pt x="133" y="168"/>
                  <a:pt x="128" y="163"/>
                  <a:pt x="128" y="156"/>
                </a:cubicBezTo>
                <a:cubicBezTo>
                  <a:pt x="128" y="149"/>
                  <a:pt x="133" y="144"/>
                  <a:pt x="140" y="144"/>
                </a:cubicBezTo>
                <a:cubicBezTo>
                  <a:pt x="147" y="144"/>
                  <a:pt x="152" y="149"/>
                  <a:pt x="152" y="156"/>
                </a:cubicBezTo>
                <a:cubicBezTo>
                  <a:pt x="152" y="163"/>
                  <a:pt x="147" y="168"/>
                  <a:pt x="140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308"/>
          <p:cNvSpPr>
            <a:spLocks noEditPoints="1"/>
          </p:cNvSpPr>
          <p:nvPr/>
        </p:nvSpPr>
        <p:spPr bwMode="auto">
          <a:xfrm>
            <a:off x="4734875" y="2371271"/>
            <a:ext cx="335898" cy="334275"/>
          </a:xfrm>
          <a:custGeom>
            <a:avLst/>
            <a:gdLst>
              <a:gd name="T0" fmla="*/ 151 w 176"/>
              <a:gd name="T1" fmla="*/ 146 h 176"/>
              <a:gd name="T2" fmla="*/ 115 w 176"/>
              <a:gd name="T3" fmla="*/ 166 h 176"/>
              <a:gd name="T4" fmla="*/ 60 w 176"/>
              <a:gd name="T5" fmla="*/ 163 h 176"/>
              <a:gd name="T6" fmla="*/ 15 w 176"/>
              <a:gd name="T7" fmla="*/ 123 h 176"/>
              <a:gd name="T8" fmla="*/ 14 w 176"/>
              <a:gd name="T9" fmla="*/ 56 h 176"/>
              <a:gd name="T10" fmla="*/ 59 w 176"/>
              <a:gd name="T11" fmla="*/ 14 h 176"/>
              <a:gd name="T12" fmla="*/ 123 w 176"/>
              <a:gd name="T13" fmla="*/ 13 h 176"/>
              <a:gd name="T14" fmla="*/ 162 w 176"/>
              <a:gd name="T15" fmla="*/ 47 h 176"/>
              <a:gd name="T16" fmla="*/ 163 w 176"/>
              <a:gd name="T17" fmla="*/ 97 h 176"/>
              <a:gd name="T18" fmla="*/ 136 w 176"/>
              <a:gd name="T19" fmla="*/ 129 h 176"/>
              <a:gd name="T20" fmla="*/ 114 w 176"/>
              <a:gd name="T21" fmla="*/ 132 h 176"/>
              <a:gd name="T22" fmla="*/ 112 w 176"/>
              <a:gd name="T23" fmla="*/ 120 h 176"/>
              <a:gd name="T24" fmla="*/ 144 w 176"/>
              <a:gd name="T25" fmla="*/ 39 h 176"/>
              <a:gd name="T26" fmla="*/ 131 w 176"/>
              <a:gd name="T27" fmla="*/ 53 h 176"/>
              <a:gd name="T28" fmla="*/ 96 w 176"/>
              <a:gd name="T29" fmla="*/ 35 h 176"/>
              <a:gd name="T30" fmla="*/ 51 w 176"/>
              <a:gd name="T31" fmla="*/ 59 h 176"/>
              <a:gd name="T32" fmla="*/ 35 w 176"/>
              <a:gd name="T33" fmla="*/ 106 h 176"/>
              <a:gd name="T34" fmla="*/ 45 w 176"/>
              <a:gd name="T35" fmla="*/ 131 h 176"/>
              <a:gd name="T36" fmla="*/ 89 w 176"/>
              <a:gd name="T37" fmla="*/ 139 h 176"/>
              <a:gd name="T38" fmla="*/ 107 w 176"/>
              <a:gd name="T39" fmla="*/ 137 h 176"/>
              <a:gd name="T40" fmla="*/ 140 w 176"/>
              <a:gd name="T41" fmla="*/ 136 h 176"/>
              <a:gd name="T42" fmla="*/ 171 w 176"/>
              <a:gd name="T43" fmla="*/ 100 h 176"/>
              <a:gd name="T44" fmla="*/ 169 w 176"/>
              <a:gd name="T45" fmla="*/ 43 h 176"/>
              <a:gd name="T46" fmla="*/ 125 w 176"/>
              <a:gd name="T47" fmla="*/ 5 h 176"/>
              <a:gd name="T48" fmla="*/ 57 w 176"/>
              <a:gd name="T49" fmla="*/ 7 h 176"/>
              <a:gd name="T50" fmla="*/ 7 w 176"/>
              <a:gd name="T51" fmla="*/ 52 h 176"/>
              <a:gd name="T52" fmla="*/ 8 w 176"/>
              <a:gd name="T53" fmla="*/ 127 h 176"/>
              <a:gd name="T54" fmla="*/ 59 w 176"/>
              <a:gd name="T55" fmla="*/ 171 h 176"/>
              <a:gd name="T56" fmla="*/ 116 w 176"/>
              <a:gd name="T57" fmla="*/ 173 h 176"/>
              <a:gd name="T58" fmla="*/ 158 w 176"/>
              <a:gd name="T59" fmla="*/ 151 h 176"/>
              <a:gd name="T60" fmla="*/ 175 w 176"/>
              <a:gd name="T61" fmla="*/ 131 h 176"/>
              <a:gd name="T62" fmla="*/ 101 w 176"/>
              <a:gd name="T63" fmla="*/ 120 h 176"/>
              <a:gd name="T64" fmla="*/ 81 w 176"/>
              <a:gd name="T65" fmla="*/ 133 h 176"/>
              <a:gd name="T66" fmla="*/ 51 w 176"/>
              <a:gd name="T67" fmla="*/ 126 h 176"/>
              <a:gd name="T68" fmla="*/ 43 w 176"/>
              <a:gd name="T69" fmla="*/ 106 h 176"/>
              <a:gd name="T70" fmla="*/ 57 w 176"/>
              <a:gd name="T71" fmla="*/ 64 h 176"/>
              <a:gd name="T72" fmla="*/ 95 w 176"/>
              <a:gd name="T73" fmla="*/ 43 h 176"/>
              <a:gd name="T74" fmla="*/ 114 w 176"/>
              <a:gd name="T75" fmla="*/ 47 h 176"/>
              <a:gd name="T76" fmla="*/ 127 w 176"/>
              <a:gd name="T77" fmla="*/ 63 h 176"/>
              <a:gd name="T78" fmla="*/ 101 w 176"/>
              <a:gd name="T7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65" y="131"/>
                </a:moveTo>
                <a:cubicBezTo>
                  <a:pt x="161" y="136"/>
                  <a:pt x="156" y="141"/>
                  <a:pt x="151" y="146"/>
                </a:cubicBezTo>
                <a:cubicBezTo>
                  <a:pt x="146" y="150"/>
                  <a:pt x="141" y="154"/>
                  <a:pt x="134" y="158"/>
                </a:cubicBezTo>
                <a:cubicBezTo>
                  <a:pt x="128" y="161"/>
                  <a:pt x="122" y="164"/>
                  <a:pt x="115" y="166"/>
                </a:cubicBezTo>
                <a:cubicBezTo>
                  <a:pt x="108" y="167"/>
                  <a:pt x="100" y="168"/>
                  <a:pt x="93" y="168"/>
                </a:cubicBezTo>
                <a:cubicBezTo>
                  <a:pt x="81" y="168"/>
                  <a:pt x="70" y="167"/>
                  <a:pt x="60" y="163"/>
                </a:cubicBezTo>
                <a:cubicBezTo>
                  <a:pt x="50" y="160"/>
                  <a:pt x="41" y="155"/>
                  <a:pt x="33" y="148"/>
                </a:cubicBezTo>
                <a:cubicBezTo>
                  <a:pt x="26" y="141"/>
                  <a:pt x="19" y="133"/>
                  <a:pt x="15" y="123"/>
                </a:cubicBezTo>
                <a:cubicBezTo>
                  <a:pt x="10" y="113"/>
                  <a:pt x="8" y="101"/>
                  <a:pt x="8" y="87"/>
                </a:cubicBezTo>
                <a:cubicBezTo>
                  <a:pt x="8" y="76"/>
                  <a:pt x="10" y="66"/>
                  <a:pt x="14" y="56"/>
                </a:cubicBezTo>
                <a:cubicBezTo>
                  <a:pt x="19" y="47"/>
                  <a:pt x="25" y="38"/>
                  <a:pt x="32" y="31"/>
                </a:cubicBezTo>
                <a:cubicBezTo>
                  <a:pt x="40" y="24"/>
                  <a:pt x="49" y="18"/>
                  <a:pt x="59" y="14"/>
                </a:cubicBezTo>
                <a:cubicBezTo>
                  <a:pt x="69" y="10"/>
                  <a:pt x="81" y="8"/>
                  <a:pt x="93" y="8"/>
                </a:cubicBezTo>
                <a:cubicBezTo>
                  <a:pt x="103" y="8"/>
                  <a:pt x="114" y="9"/>
                  <a:pt x="123" y="13"/>
                </a:cubicBezTo>
                <a:cubicBezTo>
                  <a:pt x="132" y="16"/>
                  <a:pt x="140" y="20"/>
                  <a:pt x="147" y="26"/>
                </a:cubicBezTo>
                <a:cubicBezTo>
                  <a:pt x="153" y="32"/>
                  <a:pt x="159" y="39"/>
                  <a:pt x="162" y="47"/>
                </a:cubicBezTo>
                <a:cubicBezTo>
                  <a:pt x="166" y="55"/>
                  <a:pt x="168" y="64"/>
                  <a:pt x="168" y="74"/>
                </a:cubicBezTo>
                <a:cubicBezTo>
                  <a:pt x="168" y="82"/>
                  <a:pt x="166" y="90"/>
                  <a:pt x="163" y="97"/>
                </a:cubicBezTo>
                <a:cubicBezTo>
                  <a:pt x="160" y="105"/>
                  <a:pt x="156" y="111"/>
                  <a:pt x="152" y="117"/>
                </a:cubicBezTo>
                <a:cubicBezTo>
                  <a:pt x="147" y="122"/>
                  <a:pt x="142" y="126"/>
                  <a:pt x="136" y="129"/>
                </a:cubicBezTo>
                <a:cubicBezTo>
                  <a:pt x="131" y="132"/>
                  <a:pt x="125" y="134"/>
                  <a:pt x="121" y="134"/>
                </a:cubicBezTo>
                <a:cubicBezTo>
                  <a:pt x="118" y="134"/>
                  <a:pt x="115" y="133"/>
                  <a:pt x="114" y="132"/>
                </a:cubicBezTo>
                <a:cubicBezTo>
                  <a:pt x="113" y="131"/>
                  <a:pt x="112" y="130"/>
                  <a:pt x="111" y="128"/>
                </a:cubicBezTo>
                <a:cubicBezTo>
                  <a:pt x="111" y="126"/>
                  <a:pt x="111" y="123"/>
                  <a:pt x="112" y="120"/>
                </a:cubicBezTo>
                <a:cubicBezTo>
                  <a:pt x="113" y="117"/>
                  <a:pt x="114" y="114"/>
                  <a:pt x="116" y="110"/>
                </a:cubicBezTo>
                <a:cubicBezTo>
                  <a:pt x="144" y="39"/>
                  <a:pt x="144" y="39"/>
                  <a:pt x="144" y="39"/>
                </a:cubicBezTo>
                <a:cubicBezTo>
                  <a:pt x="136" y="39"/>
                  <a:pt x="136" y="39"/>
                  <a:pt x="136" y="39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28" y="48"/>
                  <a:pt x="124" y="44"/>
                  <a:pt x="118" y="41"/>
                </a:cubicBezTo>
                <a:cubicBezTo>
                  <a:pt x="112" y="37"/>
                  <a:pt x="104" y="35"/>
                  <a:pt x="96" y="35"/>
                </a:cubicBezTo>
                <a:cubicBezTo>
                  <a:pt x="87" y="35"/>
                  <a:pt x="78" y="37"/>
                  <a:pt x="71" y="42"/>
                </a:cubicBezTo>
                <a:cubicBezTo>
                  <a:pt x="63" y="46"/>
                  <a:pt x="57" y="52"/>
                  <a:pt x="51" y="59"/>
                </a:cubicBezTo>
                <a:cubicBezTo>
                  <a:pt x="46" y="66"/>
                  <a:pt x="42" y="74"/>
                  <a:pt x="39" y="82"/>
                </a:cubicBezTo>
                <a:cubicBezTo>
                  <a:pt x="36" y="90"/>
                  <a:pt x="35" y="98"/>
                  <a:pt x="35" y="106"/>
                </a:cubicBezTo>
                <a:cubicBezTo>
                  <a:pt x="35" y="111"/>
                  <a:pt x="35" y="115"/>
                  <a:pt x="37" y="120"/>
                </a:cubicBezTo>
                <a:cubicBezTo>
                  <a:pt x="39" y="124"/>
                  <a:pt x="42" y="128"/>
                  <a:pt x="45" y="131"/>
                </a:cubicBezTo>
                <a:cubicBezTo>
                  <a:pt x="48" y="134"/>
                  <a:pt x="52" y="137"/>
                  <a:pt x="56" y="139"/>
                </a:cubicBezTo>
                <a:cubicBezTo>
                  <a:pt x="66" y="143"/>
                  <a:pt x="77" y="142"/>
                  <a:pt x="89" y="139"/>
                </a:cubicBezTo>
                <a:cubicBezTo>
                  <a:pt x="94" y="137"/>
                  <a:pt x="99" y="134"/>
                  <a:pt x="103" y="129"/>
                </a:cubicBezTo>
                <a:cubicBezTo>
                  <a:pt x="104" y="132"/>
                  <a:pt x="105" y="135"/>
                  <a:pt x="107" y="137"/>
                </a:cubicBezTo>
                <a:cubicBezTo>
                  <a:pt x="110" y="140"/>
                  <a:pt x="115" y="142"/>
                  <a:pt x="120" y="142"/>
                </a:cubicBezTo>
                <a:cubicBezTo>
                  <a:pt x="126" y="142"/>
                  <a:pt x="133" y="140"/>
                  <a:pt x="140" y="136"/>
                </a:cubicBezTo>
                <a:cubicBezTo>
                  <a:pt x="146" y="133"/>
                  <a:pt x="152" y="128"/>
                  <a:pt x="158" y="122"/>
                </a:cubicBezTo>
                <a:cubicBezTo>
                  <a:pt x="163" y="116"/>
                  <a:pt x="167" y="108"/>
                  <a:pt x="171" y="100"/>
                </a:cubicBezTo>
                <a:cubicBezTo>
                  <a:pt x="174" y="92"/>
                  <a:pt x="176" y="83"/>
                  <a:pt x="176" y="74"/>
                </a:cubicBezTo>
                <a:cubicBezTo>
                  <a:pt x="176" y="62"/>
                  <a:pt x="174" y="52"/>
                  <a:pt x="169" y="43"/>
                </a:cubicBezTo>
                <a:cubicBezTo>
                  <a:pt x="165" y="34"/>
                  <a:pt x="159" y="26"/>
                  <a:pt x="152" y="20"/>
                </a:cubicBezTo>
                <a:cubicBezTo>
                  <a:pt x="144" y="13"/>
                  <a:pt x="135" y="8"/>
                  <a:pt x="125" y="5"/>
                </a:cubicBezTo>
                <a:cubicBezTo>
                  <a:pt x="115" y="2"/>
                  <a:pt x="104" y="0"/>
                  <a:pt x="93" y="0"/>
                </a:cubicBezTo>
                <a:cubicBezTo>
                  <a:pt x="80" y="0"/>
                  <a:pt x="68" y="2"/>
                  <a:pt x="57" y="7"/>
                </a:cubicBezTo>
                <a:cubicBezTo>
                  <a:pt x="46" y="11"/>
                  <a:pt x="36" y="17"/>
                  <a:pt x="27" y="25"/>
                </a:cubicBezTo>
                <a:cubicBezTo>
                  <a:pt x="19" y="33"/>
                  <a:pt x="12" y="42"/>
                  <a:pt x="7" y="52"/>
                </a:cubicBezTo>
                <a:cubicBezTo>
                  <a:pt x="2" y="63"/>
                  <a:pt x="0" y="75"/>
                  <a:pt x="0" y="87"/>
                </a:cubicBezTo>
                <a:cubicBezTo>
                  <a:pt x="0" y="103"/>
                  <a:pt x="3" y="116"/>
                  <a:pt x="8" y="127"/>
                </a:cubicBezTo>
                <a:cubicBezTo>
                  <a:pt x="13" y="138"/>
                  <a:pt x="21" y="148"/>
                  <a:pt x="29" y="155"/>
                </a:cubicBezTo>
                <a:cubicBezTo>
                  <a:pt x="38" y="162"/>
                  <a:pt x="48" y="168"/>
                  <a:pt x="59" y="171"/>
                </a:cubicBezTo>
                <a:cubicBezTo>
                  <a:pt x="70" y="174"/>
                  <a:pt x="81" y="176"/>
                  <a:pt x="93" y="176"/>
                </a:cubicBezTo>
                <a:cubicBezTo>
                  <a:pt x="101" y="176"/>
                  <a:pt x="109" y="175"/>
                  <a:pt x="116" y="173"/>
                </a:cubicBezTo>
                <a:cubicBezTo>
                  <a:pt x="124" y="171"/>
                  <a:pt x="131" y="168"/>
                  <a:pt x="138" y="164"/>
                </a:cubicBezTo>
                <a:cubicBezTo>
                  <a:pt x="145" y="161"/>
                  <a:pt x="152" y="156"/>
                  <a:pt x="158" y="151"/>
                </a:cubicBezTo>
                <a:cubicBezTo>
                  <a:pt x="164" y="145"/>
                  <a:pt x="169" y="139"/>
                  <a:pt x="173" y="133"/>
                </a:cubicBezTo>
                <a:cubicBezTo>
                  <a:pt x="175" y="131"/>
                  <a:pt x="175" y="131"/>
                  <a:pt x="175" y="131"/>
                </a:cubicBezTo>
                <a:cubicBezTo>
                  <a:pt x="165" y="131"/>
                  <a:pt x="165" y="131"/>
                  <a:pt x="165" y="131"/>
                </a:cubicBezTo>
                <a:close/>
                <a:moveTo>
                  <a:pt x="101" y="120"/>
                </a:moveTo>
                <a:cubicBezTo>
                  <a:pt x="98" y="124"/>
                  <a:pt x="95" y="127"/>
                  <a:pt x="91" y="129"/>
                </a:cubicBezTo>
                <a:cubicBezTo>
                  <a:pt x="88" y="131"/>
                  <a:pt x="85" y="132"/>
                  <a:pt x="81" y="133"/>
                </a:cubicBezTo>
                <a:cubicBezTo>
                  <a:pt x="74" y="135"/>
                  <a:pt x="66" y="134"/>
                  <a:pt x="60" y="132"/>
                </a:cubicBezTo>
                <a:cubicBezTo>
                  <a:pt x="56" y="130"/>
                  <a:pt x="53" y="128"/>
                  <a:pt x="51" y="126"/>
                </a:cubicBezTo>
                <a:cubicBezTo>
                  <a:pt x="48" y="123"/>
                  <a:pt x="46" y="120"/>
                  <a:pt x="45" y="117"/>
                </a:cubicBezTo>
                <a:cubicBezTo>
                  <a:pt x="43" y="113"/>
                  <a:pt x="43" y="110"/>
                  <a:pt x="43" y="106"/>
                </a:cubicBezTo>
                <a:cubicBezTo>
                  <a:pt x="43" y="99"/>
                  <a:pt x="44" y="92"/>
                  <a:pt x="46" y="85"/>
                </a:cubicBezTo>
                <a:cubicBezTo>
                  <a:pt x="49" y="77"/>
                  <a:pt x="53" y="71"/>
                  <a:pt x="57" y="64"/>
                </a:cubicBezTo>
                <a:cubicBezTo>
                  <a:pt x="62" y="58"/>
                  <a:pt x="67" y="53"/>
                  <a:pt x="74" y="49"/>
                </a:cubicBezTo>
                <a:cubicBezTo>
                  <a:pt x="80" y="45"/>
                  <a:pt x="87" y="43"/>
                  <a:pt x="95" y="43"/>
                </a:cubicBezTo>
                <a:cubicBezTo>
                  <a:pt x="98" y="43"/>
                  <a:pt x="101" y="43"/>
                  <a:pt x="104" y="44"/>
                </a:cubicBezTo>
                <a:cubicBezTo>
                  <a:pt x="108" y="44"/>
                  <a:pt x="111" y="46"/>
                  <a:pt x="114" y="47"/>
                </a:cubicBezTo>
                <a:cubicBezTo>
                  <a:pt x="117" y="49"/>
                  <a:pt x="119" y="51"/>
                  <a:pt x="122" y="53"/>
                </a:cubicBezTo>
                <a:cubicBezTo>
                  <a:pt x="124" y="56"/>
                  <a:pt x="125" y="59"/>
                  <a:pt x="127" y="63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7" y="112"/>
                  <a:pt x="104" y="116"/>
                  <a:pt x="101" y="12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309"/>
          <p:cNvSpPr>
            <a:spLocks noEditPoints="1"/>
          </p:cNvSpPr>
          <p:nvPr/>
        </p:nvSpPr>
        <p:spPr bwMode="auto">
          <a:xfrm>
            <a:off x="5374216" y="2371271"/>
            <a:ext cx="335898" cy="334275"/>
          </a:xfrm>
          <a:custGeom>
            <a:avLst/>
            <a:gdLst>
              <a:gd name="T0" fmla="*/ 0 w 176"/>
              <a:gd name="T1" fmla="*/ 88 h 176"/>
              <a:gd name="T2" fmla="*/ 176 w 176"/>
              <a:gd name="T3" fmla="*/ 88 h 176"/>
              <a:gd name="T4" fmla="*/ 132 w 176"/>
              <a:gd name="T5" fmla="*/ 21 h 176"/>
              <a:gd name="T6" fmla="*/ 130 w 176"/>
              <a:gd name="T7" fmla="*/ 48 h 176"/>
              <a:gd name="T8" fmla="*/ 123 w 176"/>
              <a:gd name="T9" fmla="*/ 68 h 176"/>
              <a:gd name="T10" fmla="*/ 85 w 176"/>
              <a:gd name="T11" fmla="*/ 26 h 176"/>
              <a:gd name="T12" fmla="*/ 132 w 176"/>
              <a:gd name="T13" fmla="*/ 21 h 176"/>
              <a:gd name="T14" fmla="*/ 138 w 176"/>
              <a:gd name="T15" fmla="*/ 118 h 176"/>
              <a:gd name="T16" fmla="*/ 100 w 176"/>
              <a:gd name="T17" fmla="*/ 119 h 176"/>
              <a:gd name="T18" fmla="*/ 115 w 176"/>
              <a:gd name="T19" fmla="*/ 100 h 176"/>
              <a:gd name="T20" fmla="*/ 101 w 176"/>
              <a:gd name="T21" fmla="*/ 9 h 176"/>
              <a:gd name="T22" fmla="*/ 84 w 176"/>
              <a:gd name="T23" fmla="*/ 8 h 176"/>
              <a:gd name="T24" fmla="*/ 109 w 176"/>
              <a:gd name="T25" fmla="*/ 94 h 176"/>
              <a:gd name="T26" fmla="*/ 88 w 176"/>
              <a:gd name="T27" fmla="*/ 108 h 176"/>
              <a:gd name="T28" fmla="*/ 32 w 176"/>
              <a:gd name="T29" fmla="*/ 97 h 176"/>
              <a:gd name="T30" fmla="*/ 52 w 176"/>
              <a:gd name="T31" fmla="*/ 60 h 176"/>
              <a:gd name="T32" fmla="*/ 63 w 176"/>
              <a:gd name="T33" fmla="*/ 43 h 176"/>
              <a:gd name="T34" fmla="*/ 109 w 176"/>
              <a:gd name="T35" fmla="*/ 94 h 176"/>
              <a:gd name="T36" fmla="*/ 8 w 176"/>
              <a:gd name="T37" fmla="*/ 90 h 176"/>
              <a:gd name="T38" fmla="*/ 20 w 176"/>
              <a:gd name="T39" fmla="*/ 128 h 176"/>
              <a:gd name="T40" fmla="*/ 25 w 176"/>
              <a:gd name="T41" fmla="*/ 93 h 176"/>
              <a:gd name="T42" fmla="*/ 76 w 176"/>
              <a:gd name="T43" fmla="*/ 9 h 176"/>
              <a:gd name="T44" fmla="*/ 58 w 176"/>
              <a:gd name="T45" fmla="*/ 37 h 176"/>
              <a:gd name="T46" fmla="*/ 40 w 176"/>
              <a:gd name="T47" fmla="*/ 48 h 176"/>
              <a:gd name="T48" fmla="*/ 25 w 176"/>
              <a:gd name="T49" fmla="*/ 93 h 176"/>
              <a:gd name="T50" fmla="*/ 28 w 176"/>
              <a:gd name="T51" fmla="*/ 128 h 176"/>
              <a:gd name="T52" fmla="*/ 77 w 176"/>
              <a:gd name="T53" fmla="*/ 124 h 176"/>
              <a:gd name="T54" fmla="*/ 30 w 176"/>
              <a:gd name="T55" fmla="*/ 143 h 176"/>
              <a:gd name="T56" fmla="*/ 88 w 176"/>
              <a:gd name="T57" fmla="*/ 168 h 176"/>
              <a:gd name="T58" fmla="*/ 83 w 176"/>
              <a:gd name="T59" fmla="*/ 131 h 176"/>
              <a:gd name="T60" fmla="*/ 97 w 176"/>
              <a:gd name="T61" fmla="*/ 127 h 176"/>
              <a:gd name="T62" fmla="*/ 149 w 176"/>
              <a:gd name="T63" fmla="*/ 123 h 176"/>
              <a:gd name="T64" fmla="*/ 88 w 176"/>
              <a:gd name="T65" fmla="*/ 168 h 176"/>
              <a:gd name="T66" fmla="*/ 120 w 176"/>
              <a:gd name="T67" fmla="*/ 93 h 176"/>
              <a:gd name="T68" fmla="*/ 132 w 176"/>
              <a:gd name="T69" fmla="*/ 72 h 176"/>
              <a:gd name="T70" fmla="*/ 137 w 176"/>
              <a:gd name="T71" fmla="*/ 49 h 176"/>
              <a:gd name="T72" fmla="*/ 168 w 176"/>
              <a:gd name="T73" fmla="*/ 88 h 176"/>
              <a:gd name="T74" fmla="*/ 150 w 176"/>
              <a:gd name="T75" fmla="*/ 11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132" y="21"/>
                </a:moveTo>
                <a:cubicBezTo>
                  <a:pt x="132" y="22"/>
                  <a:pt x="132" y="23"/>
                  <a:pt x="132" y="24"/>
                </a:cubicBezTo>
                <a:cubicBezTo>
                  <a:pt x="132" y="32"/>
                  <a:pt x="131" y="40"/>
                  <a:pt x="130" y="48"/>
                </a:cubicBezTo>
                <a:cubicBezTo>
                  <a:pt x="124" y="49"/>
                  <a:pt x="120" y="54"/>
                  <a:pt x="120" y="60"/>
                </a:cubicBezTo>
                <a:cubicBezTo>
                  <a:pt x="120" y="63"/>
                  <a:pt x="121" y="66"/>
                  <a:pt x="123" y="68"/>
                </a:cubicBezTo>
                <a:cubicBezTo>
                  <a:pt x="121" y="75"/>
                  <a:pt x="118" y="81"/>
                  <a:pt x="114" y="87"/>
                </a:cubicBezTo>
                <a:cubicBezTo>
                  <a:pt x="99" y="70"/>
                  <a:pt x="89" y="49"/>
                  <a:pt x="85" y="26"/>
                </a:cubicBezTo>
                <a:cubicBezTo>
                  <a:pt x="94" y="20"/>
                  <a:pt x="104" y="16"/>
                  <a:pt x="115" y="13"/>
                </a:cubicBezTo>
                <a:cubicBezTo>
                  <a:pt x="121" y="15"/>
                  <a:pt x="127" y="18"/>
                  <a:pt x="132" y="21"/>
                </a:cubicBezTo>
                <a:moveTo>
                  <a:pt x="115" y="100"/>
                </a:moveTo>
                <a:cubicBezTo>
                  <a:pt x="122" y="107"/>
                  <a:pt x="130" y="113"/>
                  <a:pt x="138" y="118"/>
                </a:cubicBezTo>
                <a:cubicBezTo>
                  <a:pt x="130" y="119"/>
                  <a:pt x="121" y="120"/>
                  <a:pt x="112" y="120"/>
                </a:cubicBezTo>
                <a:cubicBezTo>
                  <a:pt x="108" y="120"/>
                  <a:pt x="104" y="120"/>
                  <a:pt x="100" y="119"/>
                </a:cubicBezTo>
                <a:cubicBezTo>
                  <a:pt x="100" y="119"/>
                  <a:pt x="100" y="118"/>
                  <a:pt x="100" y="117"/>
                </a:cubicBezTo>
                <a:cubicBezTo>
                  <a:pt x="105" y="112"/>
                  <a:pt x="110" y="106"/>
                  <a:pt x="115" y="100"/>
                </a:cubicBezTo>
                <a:moveTo>
                  <a:pt x="88" y="8"/>
                </a:moveTo>
                <a:cubicBezTo>
                  <a:pt x="92" y="8"/>
                  <a:pt x="97" y="8"/>
                  <a:pt x="101" y="9"/>
                </a:cubicBezTo>
                <a:cubicBezTo>
                  <a:pt x="95" y="11"/>
                  <a:pt x="90" y="14"/>
                  <a:pt x="84" y="17"/>
                </a:cubicBezTo>
                <a:cubicBezTo>
                  <a:pt x="84" y="14"/>
                  <a:pt x="84" y="11"/>
                  <a:pt x="84" y="8"/>
                </a:cubicBezTo>
                <a:cubicBezTo>
                  <a:pt x="85" y="8"/>
                  <a:pt x="87" y="8"/>
                  <a:pt x="88" y="8"/>
                </a:cubicBezTo>
                <a:moveTo>
                  <a:pt x="109" y="94"/>
                </a:moveTo>
                <a:cubicBezTo>
                  <a:pt x="105" y="100"/>
                  <a:pt x="100" y="105"/>
                  <a:pt x="95" y="110"/>
                </a:cubicBezTo>
                <a:cubicBezTo>
                  <a:pt x="93" y="109"/>
                  <a:pt x="91" y="108"/>
                  <a:pt x="88" y="108"/>
                </a:cubicBezTo>
                <a:cubicBezTo>
                  <a:pt x="83" y="108"/>
                  <a:pt x="78" y="111"/>
                  <a:pt x="77" y="116"/>
                </a:cubicBezTo>
                <a:cubicBezTo>
                  <a:pt x="61" y="112"/>
                  <a:pt x="46" y="106"/>
                  <a:pt x="32" y="97"/>
                </a:cubicBezTo>
                <a:cubicBezTo>
                  <a:pt x="36" y="84"/>
                  <a:pt x="42" y="71"/>
                  <a:pt x="49" y="60"/>
                </a:cubicBezTo>
                <a:cubicBezTo>
                  <a:pt x="50" y="60"/>
                  <a:pt x="51" y="60"/>
                  <a:pt x="52" y="60"/>
                </a:cubicBezTo>
                <a:cubicBezTo>
                  <a:pt x="59" y="60"/>
                  <a:pt x="64" y="55"/>
                  <a:pt x="64" y="48"/>
                </a:cubicBezTo>
                <a:cubicBezTo>
                  <a:pt x="64" y="46"/>
                  <a:pt x="64" y="45"/>
                  <a:pt x="63" y="43"/>
                </a:cubicBezTo>
                <a:cubicBezTo>
                  <a:pt x="68" y="39"/>
                  <a:pt x="73" y="34"/>
                  <a:pt x="78" y="31"/>
                </a:cubicBezTo>
                <a:cubicBezTo>
                  <a:pt x="82" y="55"/>
                  <a:pt x="94" y="77"/>
                  <a:pt x="109" y="94"/>
                </a:cubicBezTo>
                <a:moveTo>
                  <a:pt x="20" y="130"/>
                </a:moveTo>
                <a:cubicBezTo>
                  <a:pt x="13" y="118"/>
                  <a:pt x="8" y="104"/>
                  <a:pt x="8" y="90"/>
                </a:cubicBezTo>
                <a:cubicBezTo>
                  <a:pt x="13" y="94"/>
                  <a:pt x="18" y="97"/>
                  <a:pt x="23" y="101"/>
                </a:cubicBezTo>
                <a:cubicBezTo>
                  <a:pt x="21" y="110"/>
                  <a:pt x="20" y="119"/>
                  <a:pt x="20" y="128"/>
                </a:cubicBezTo>
                <a:cubicBezTo>
                  <a:pt x="20" y="129"/>
                  <a:pt x="20" y="129"/>
                  <a:pt x="20" y="130"/>
                </a:cubicBezTo>
                <a:moveTo>
                  <a:pt x="25" y="93"/>
                </a:moveTo>
                <a:cubicBezTo>
                  <a:pt x="19" y="89"/>
                  <a:pt x="14" y="84"/>
                  <a:pt x="9" y="79"/>
                </a:cubicBezTo>
                <a:cubicBezTo>
                  <a:pt x="12" y="43"/>
                  <a:pt x="40" y="14"/>
                  <a:pt x="76" y="9"/>
                </a:cubicBezTo>
                <a:cubicBezTo>
                  <a:pt x="76" y="13"/>
                  <a:pt x="76" y="17"/>
                  <a:pt x="77" y="22"/>
                </a:cubicBezTo>
                <a:cubicBezTo>
                  <a:pt x="70" y="26"/>
                  <a:pt x="63" y="32"/>
                  <a:pt x="58" y="37"/>
                </a:cubicBezTo>
                <a:cubicBezTo>
                  <a:pt x="56" y="37"/>
                  <a:pt x="54" y="36"/>
                  <a:pt x="52" y="36"/>
                </a:cubicBezTo>
                <a:cubicBezTo>
                  <a:pt x="45" y="36"/>
                  <a:pt x="40" y="41"/>
                  <a:pt x="40" y="48"/>
                </a:cubicBezTo>
                <a:cubicBezTo>
                  <a:pt x="40" y="51"/>
                  <a:pt x="41" y="53"/>
                  <a:pt x="43" y="55"/>
                </a:cubicBezTo>
                <a:cubicBezTo>
                  <a:pt x="35" y="67"/>
                  <a:pt x="29" y="79"/>
                  <a:pt x="25" y="93"/>
                </a:cubicBezTo>
                <a:moveTo>
                  <a:pt x="29" y="142"/>
                </a:moveTo>
                <a:cubicBezTo>
                  <a:pt x="28" y="137"/>
                  <a:pt x="28" y="133"/>
                  <a:pt x="28" y="128"/>
                </a:cubicBezTo>
                <a:cubicBezTo>
                  <a:pt x="28" y="120"/>
                  <a:pt x="29" y="113"/>
                  <a:pt x="30" y="105"/>
                </a:cubicBezTo>
                <a:cubicBezTo>
                  <a:pt x="44" y="114"/>
                  <a:pt x="60" y="120"/>
                  <a:pt x="77" y="124"/>
                </a:cubicBezTo>
                <a:cubicBezTo>
                  <a:pt x="77" y="124"/>
                  <a:pt x="77" y="125"/>
                  <a:pt x="77" y="125"/>
                </a:cubicBezTo>
                <a:cubicBezTo>
                  <a:pt x="63" y="134"/>
                  <a:pt x="47" y="140"/>
                  <a:pt x="30" y="143"/>
                </a:cubicBezTo>
                <a:cubicBezTo>
                  <a:pt x="29" y="142"/>
                  <a:pt x="29" y="142"/>
                  <a:pt x="29" y="142"/>
                </a:cubicBezTo>
                <a:moveTo>
                  <a:pt x="88" y="168"/>
                </a:moveTo>
                <a:cubicBezTo>
                  <a:pt x="68" y="168"/>
                  <a:pt x="51" y="161"/>
                  <a:pt x="37" y="149"/>
                </a:cubicBezTo>
                <a:cubicBezTo>
                  <a:pt x="53" y="146"/>
                  <a:pt x="69" y="140"/>
                  <a:pt x="83" y="131"/>
                </a:cubicBezTo>
                <a:cubicBezTo>
                  <a:pt x="84" y="131"/>
                  <a:pt x="86" y="132"/>
                  <a:pt x="88" y="132"/>
                </a:cubicBezTo>
                <a:cubicBezTo>
                  <a:pt x="92" y="132"/>
                  <a:pt x="95" y="130"/>
                  <a:pt x="97" y="127"/>
                </a:cubicBezTo>
                <a:cubicBezTo>
                  <a:pt x="102" y="128"/>
                  <a:pt x="107" y="128"/>
                  <a:pt x="112" y="128"/>
                </a:cubicBezTo>
                <a:cubicBezTo>
                  <a:pt x="125" y="128"/>
                  <a:pt x="137" y="126"/>
                  <a:pt x="149" y="123"/>
                </a:cubicBezTo>
                <a:cubicBezTo>
                  <a:pt x="152" y="125"/>
                  <a:pt x="155" y="126"/>
                  <a:pt x="158" y="127"/>
                </a:cubicBezTo>
                <a:cubicBezTo>
                  <a:pt x="144" y="152"/>
                  <a:pt x="118" y="168"/>
                  <a:pt x="88" y="168"/>
                </a:cubicBezTo>
                <a:moveTo>
                  <a:pt x="150" y="115"/>
                </a:moveTo>
                <a:cubicBezTo>
                  <a:pt x="139" y="109"/>
                  <a:pt x="129" y="102"/>
                  <a:pt x="120" y="93"/>
                </a:cubicBezTo>
                <a:cubicBezTo>
                  <a:pt x="124" y="87"/>
                  <a:pt x="128" y="79"/>
                  <a:pt x="131" y="72"/>
                </a:cubicBezTo>
                <a:cubicBezTo>
                  <a:pt x="131" y="72"/>
                  <a:pt x="132" y="72"/>
                  <a:pt x="132" y="72"/>
                </a:cubicBezTo>
                <a:cubicBezTo>
                  <a:pt x="139" y="72"/>
                  <a:pt x="144" y="67"/>
                  <a:pt x="144" y="60"/>
                </a:cubicBezTo>
                <a:cubicBezTo>
                  <a:pt x="144" y="55"/>
                  <a:pt x="141" y="51"/>
                  <a:pt x="137" y="49"/>
                </a:cubicBezTo>
                <a:cubicBezTo>
                  <a:pt x="139" y="42"/>
                  <a:pt x="140" y="35"/>
                  <a:pt x="140" y="27"/>
                </a:cubicBezTo>
                <a:cubicBezTo>
                  <a:pt x="157" y="42"/>
                  <a:pt x="168" y="64"/>
                  <a:pt x="168" y="88"/>
                </a:cubicBezTo>
                <a:cubicBezTo>
                  <a:pt x="168" y="96"/>
                  <a:pt x="167" y="103"/>
                  <a:pt x="165" y="111"/>
                </a:cubicBezTo>
                <a:cubicBezTo>
                  <a:pt x="160" y="112"/>
                  <a:pt x="155" y="114"/>
                  <a:pt x="150" y="115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310"/>
          <p:cNvSpPr>
            <a:spLocks noEditPoints="1"/>
          </p:cNvSpPr>
          <p:nvPr/>
        </p:nvSpPr>
        <p:spPr bwMode="auto">
          <a:xfrm>
            <a:off x="6044389" y="2371271"/>
            <a:ext cx="274235" cy="334275"/>
          </a:xfrm>
          <a:custGeom>
            <a:avLst/>
            <a:gdLst>
              <a:gd name="T0" fmla="*/ 144 w 144"/>
              <a:gd name="T1" fmla="*/ 24 h 176"/>
              <a:gd name="T2" fmla="*/ 72 w 144"/>
              <a:gd name="T3" fmla="*/ 0 h 176"/>
              <a:gd name="T4" fmla="*/ 0 w 144"/>
              <a:gd name="T5" fmla="*/ 24 h 176"/>
              <a:gd name="T6" fmla="*/ 0 w 144"/>
              <a:gd name="T7" fmla="*/ 56 h 176"/>
              <a:gd name="T8" fmla="*/ 4 w 144"/>
              <a:gd name="T9" fmla="*/ 64 h 176"/>
              <a:gd name="T10" fmla="*/ 0 w 144"/>
              <a:gd name="T11" fmla="*/ 72 h 176"/>
              <a:gd name="T12" fmla="*/ 0 w 144"/>
              <a:gd name="T13" fmla="*/ 104 h 176"/>
              <a:gd name="T14" fmla="*/ 4 w 144"/>
              <a:gd name="T15" fmla="*/ 112 h 176"/>
              <a:gd name="T16" fmla="*/ 0 w 144"/>
              <a:gd name="T17" fmla="*/ 120 h 176"/>
              <a:gd name="T18" fmla="*/ 0 w 144"/>
              <a:gd name="T19" fmla="*/ 152 h 176"/>
              <a:gd name="T20" fmla="*/ 72 w 144"/>
              <a:gd name="T21" fmla="*/ 176 h 176"/>
              <a:gd name="T22" fmla="*/ 144 w 144"/>
              <a:gd name="T23" fmla="*/ 152 h 176"/>
              <a:gd name="T24" fmla="*/ 144 w 144"/>
              <a:gd name="T25" fmla="*/ 120 h 176"/>
              <a:gd name="T26" fmla="*/ 140 w 144"/>
              <a:gd name="T27" fmla="*/ 112 h 176"/>
              <a:gd name="T28" fmla="*/ 144 w 144"/>
              <a:gd name="T29" fmla="*/ 104 h 176"/>
              <a:gd name="T30" fmla="*/ 144 w 144"/>
              <a:gd name="T31" fmla="*/ 72 h 176"/>
              <a:gd name="T32" fmla="*/ 140 w 144"/>
              <a:gd name="T33" fmla="*/ 64 h 176"/>
              <a:gd name="T34" fmla="*/ 144 w 144"/>
              <a:gd name="T35" fmla="*/ 56 h 176"/>
              <a:gd name="T36" fmla="*/ 144 w 144"/>
              <a:gd name="T37" fmla="*/ 24 h 176"/>
              <a:gd name="T38" fmla="*/ 136 w 144"/>
              <a:gd name="T39" fmla="*/ 152 h 176"/>
              <a:gd name="T40" fmla="*/ 72 w 144"/>
              <a:gd name="T41" fmla="*/ 168 h 176"/>
              <a:gd name="T42" fmla="*/ 8 w 144"/>
              <a:gd name="T43" fmla="*/ 152 h 176"/>
              <a:gd name="T44" fmla="*/ 8 w 144"/>
              <a:gd name="T45" fmla="*/ 131 h 176"/>
              <a:gd name="T46" fmla="*/ 72 w 144"/>
              <a:gd name="T47" fmla="*/ 144 h 176"/>
              <a:gd name="T48" fmla="*/ 136 w 144"/>
              <a:gd name="T49" fmla="*/ 131 h 176"/>
              <a:gd name="T50" fmla="*/ 136 w 144"/>
              <a:gd name="T51" fmla="*/ 152 h 176"/>
              <a:gd name="T52" fmla="*/ 72 w 144"/>
              <a:gd name="T53" fmla="*/ 136 h 176"/>
              <a:gd name="T54" fmla="*/ 8 w 144"/>
              <a:gd name="T55" fmla="*/ 120 h 176"/>
              <a:gd name="T56" fmla="*/ 10 w 144"/>
              <a:gd name="T57" fmla="*/ 116 h 176"/>
              <a:gd name="T58" fmla="*/ 72 w 144"/>
              <a:gd name="T59" fmla="*/ 128 h 176"/>
              <a:gd name="T60" fmla="*/ 134 w 144"/>
              <a:gd name="T61" fmla="*/ 116 h 176"/>
              <a:gd name="T62" fmla="*/ 136 w 144"/>
              <a:gd name="T63" fmla="*/ 120 h 176"/>
              <a:gd name="T64" fmla="*/ 72 w 144"/>
              <a:gd name="T65" fmla="*/ 136 h 176"/>
              <a:gd name="T66" fmla="*/ 136 w 144"/>
              <a:gd name="T67" fmla="*/ 104 h 176"/>
              <a:gd name="T68" fmla="*/ 72 w 144"/>
              <a:gd name="T69" fmla="*/ 120 h 176"/>
              <a:gd name="T70" fmla="*/ 8 w 144"/>
              <a:gd name="T71" fmla="*/ 104 h 176"/>
              <a:gd name="T72" fmla="*/ 8 w 144"/>
              <a:gd name="T73" fmla="*/ 83 h 176"/>
              <a:gd name="T74" fmla="*/ 72 w 144"/>
              <a:gd name="T75" fmla="*/ 96 h 176"/>
              <a:gd name="T76" fmla="*/ 136 w 144"/>
              <a:gd name="T77" fmla="*/ 83 h 176"/>
              <a:gd name="T78" fmla="*/ 136 w 144"/>
              <a:gd name="T79" fmla="*/ 104 h 176"/>
              <a:gd name="T80" fmla="*/ 72 w 144"/>
              <a:gd name="T81" fmla="*/ 88 h 176"/>
              <a:gd name="T82" fmla="*/ 8 w 144"/>
              <a:gd name="T83" fmla="*/ 72 h 176"/>
              <a:gd name="T84" fmla="*/ 10 w 144"/>
              <a:gd name="T85" fmla="*/ 68 h 176"/>
              <a:gd name="T86" fmla="*/ 72 w 144"/>
              <a:gd name="T87" fmla="*/ 80 h 176"/>
              <a:gd name="T88" fmla="*/ 134 w 144"/>
              <a:gd name="T89" fmla="*/ 68 h 176"/>
              <a:gd name="T90" fmla="*/ 136 w 144"/>
              <a:gd name="T91" fmla="*/ 72 h 176"/>
              <a:gd name="T92" fmla="*/ 72 w 144"/>
              <a:gd name="T93" fmla="*/ 88 h 176"/>
              <a:gd name="T94" fmla="*/ 136 w 144"/>
              <a:gd name="T95" fmla="*/ 56 h 176"/>
              <a:gd name="T96" fmla="*/ 72 w 144"/>
              <a:gd name="T97" fmla="*/ 72 h 176"/>
              <a:gd name="T98" fmla="*/ 8 w 144"/>
              <a:gd name="T99" fmla="*/ 56 h 176"/>
              <a:gd name="T100" fmla="*/ 8 w 144"/>
              <a:gd name="T101" fmla="*/ 35 h 176"/>
              <a:gd name="T102" fmla="*/ 72 w 144"/>
              <a:gd name="T103" fmla="*/ 48 h 176"/>
              <a:gd name="T104" fmla="*/ 136 w 144"/>
              <a:gd name="T105" fmla="*/ 35 h 176"/>
              <a:gd name="T106" fmla="*/ 136 w 144"/>
              <a:gd name="T107" fmla="*/ 56 h 176"/>
              <a:gd name="T108" fmla="*/ 72 w 144"/>
              <a:gd name="T109" fmla="*/ 40 h 176"/>
              <a:gd name="T110" fmla="*/ 8 w 144"/>
              <a:gd name="T111" fmla="*/ 24 h 176"/>
              <a:gd name="T112" fmla="*/ 72 w 144"/>
              <a:gd name="T113" fmla="*/ 8 h 176"/>
              <a:gd name="T114" fmla="*/ 136 w 144"/>
              <a:gd name="T115" fmla="*/ 24 h 176"/>
              <a:gd name="T116" fmla="*/ 72 w 144"/>
              <a:gd name="T117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4" h="176">
                <a:moveTo>
                  <a:pt x="144" y="24"/>
                </a:moveTo>
                <a:cubicBezTo>
                  <a:pt x="144" y="11"/>
                  <a:pt x="112" y="0"/>
                  <a:pt x="72" y="0"/>
                </a:cubicBezTo>
                <a:cubicBezTo>
                  <a:pt x="32" y="0"/>
                  <a:pt x="0" y="11"/>
                  <a:pt x="0" y="24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9"/>
                  <a:pt x="2" y="61"/>
                  <a:pt x="4" y="64"/>
                </a:cubicBezTo>
                <a:cubicBezTo>
                  <a:pt x="2" y="67"/>
                  <a:pt x="0" y="69"/>
                  <a:pt x="0" y="7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7"/>
                  <a:pt x="2" y="109"/>
                  <a:pt x="4" y="112"/>
                </a:cubicBezTo>
                <a:cubicBezTo>
                  <a:pt x="2" y="115"/>
                  <a:pt x="0" y="117"/>
                  <a:pt x="0" y="120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32" y="176"/>
                  <a:pt x="72" y="176"/>
                </a:cubicBezTo>
                <a:cubicBezTo>
                  <a:pt x="112" y="176"/>
                  <a:pt x="144" y="165"/>
                  <a:pt x="144" y="152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4" y="117"/>
                  <a:pt x="142" y="115"/>
                  <a:pt x="140" y="112"/>
                </a:cubicBezTo>
                <a:cubicBezTo>
                  <a:pt x="142" y="109"/>
                  <a:pt x="144" y="107"/>
                  <a:pt x="144" y="104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4" y="69"/>
                  <a:pt x="142" y="67"/>
                  <a:pt x="140" y="64"/>
                </a:cubicBezTo>
                <a:cubicBezTo>
                  <a:pt x="142" y="61"/>
                  <a:pt x="144" y="59"/>
                  <a:pt x="144" y="56"/>
                </a:cubicBezTo>
                <a:lnTo>
                  <a:pt x="144" y="24"/>
                </a:lnTo>
                <a:close/>
                <a:moveTo>
                  <a:pt x="136" y="152"/>
                </a:moveTo>
                <a:cubicBezTo>
                  <a:pt x="136" y="161"/>
                  <a:pt x="107" y="168"/>
                  <a:pt x="72" y="168"/>
                </a:cubicBezTo>
                <a:cubicBezTo>
                  <a:pt x="37" y="168"/>
                  <a:pt x="8" y="161"/>
                  <a:pt x="8" y="152"/>
                </a:cubicBezTo>
                <a:cubicBezTo>
                  <a:pt x="8" y="131"/>
                  <a:pt x="8" y="131"/>
                  <a:pt x="8" y="131"/>
                </a:cubicBezTo>
                <a:cubicBezTo>
                  <a:pt x="20" y="139"/>
                  <a:pt x="44" y="144"/>
                  <a:pt x="72" y="144"/>
                </a:cubicBezTo>
                <a:cubicBezTo>
                  <a:pt x="100" y="144"/>
                  <a:pt x="124" y="139"/>
                  <a:pt x="136" y="131"/>
                </a:cubicBezTo>
                <a:lnTo>
                  <a:pt x="136" y="152"/>
                </a:lnTo>
                <a:close/>
                <a:moveTo>
                  <a:pt x="72" y="136"/>
                </a:moveTo>
                <a:cubicBezTo>
                  <a:pt x="37" y="136"/>
                  <a:pt x="8" y="129"/>
                  <a:pt x="8" y="120"/>
                </a:cubicBezTo>
                <a:cubicBezTo>
                  <a:pt x="8" y="119"/>
                  <a:pt x="9" y="117"/>
                  <a:pt x="10" y="116"/>
                </a:cubicBezTo>
                <a:cubicBezTo>
                  <a:pt x="22" y="123"/>
                  <a:pt x="46" y="128"/>
                  <a:pt x="72" y="128"/>
                </a:cubicBezTo>
                <a:cubicBezTo>
                  <a:pt x="98" y="128"/>
                  <a:pt x="122" y="123"/>
                  <a:pt x="134" y="116"/>
                </a:cubicBezTo>
                <a:cubicBezTo>
                  <a:pt x="135" y="117"/>
                  <a:pt x="136" y="119"/>
                  <a:pt x="136" y="120"/>
                </a:cubicBezTo>
                <a:cubicBezTo>
                  <a:pt x="136" y="129"/>
                  <a:pt x="107" y="136"/>
                  <a:pt x="72" y="136"/>
                </a:cubicBezTo>
                <a:moveTo>
                  <a:pt x="136" y="104"/>
                </a:moveTo>
                <a:cubicBezTo>
                  <a:pt x="136" y="113"/>
                  <a:pt x="107" y="120"/>
                  <a:pt x="72" y="120"/>
                </a:cubicBezTo>
                <a:cubicBezTo>
                  <a:pt x="37" y="120"/>
                  <a:pt x="8" y="113"/>
                  <a:pt x="8" y="104"/>
                </a:cubicBezTo>
                <a:cubicBezTo>
                  <a:pt x="8" y="83"/>
                  <a:pt x="8" y="83"/>
                  <a:pt x="8" y="83"/>
                </a:cubicBezTo>
                <a:cubicBezTo>
                  <a:pt x="20" y="91"/>
                  <a:pt x="44" y="96"/>
                  <a:pt x="72" y="96"/>
                </a:cubicBezTo>
                <a:cubicBezTo>
                  <a:pt x="100" y="96"/>
                  <a:pt x="124" y="91"/>
                  <a:pt x="136" y="83"/>
                </a:cubicBezTo>
                <a:lnTo>
                  <a:pt x="136" y="104"/>
                </a:lnTo>
                <a:close/>
                <a:moveTo>
                  <a:pt x="72" y="88"/>
                </a:moveTo>
                <a:cubicBezTo>
                  <a:pt x="37" y="88"/>
                  <a:pt x="8" y="81"/>
                  <a:pt x="8" y="72"/>
                </a:cubicBezTo>
                <a:cubicBezTo>
                  <a:pt x="8" y="71"/>
                  <a:pt x="9" y="69"/>
                  <a:pt x="10" y="68"/>
                </a:cubicBezTo>
                <a:cubicBezTo>
                  <a:pt x="22" y="75"/>
                  <a:pt x="46" y="80"/>
                  <a:pt x="72" y="80"/>
                </a:cubicBezTo>
                <a:cubicBezTo>
                  <a:pt x="98" y="80"/>
                  <a:pt x="122" y="75"/>
                  <a:pt x="134" y="68"/>
                </a:cubicBezTo>
                <a:cubicBezTo>
                  <a:pt x="135" y="69"/>
                  <a:pt x="136" y="71"/>
                  <a:pt x="136" y="72"/>
                </a:cubicBezTo>
                <a:cubicBezTo>
                  <a:pt x="136" y="81"/>
                  <a:pt x="107" y="88"/>
                  <a:pt x="72" y="88"/>
                </a:cubicBezTo>
                <a:moveTo>
                  <a:pt x="136" y="56"/>
                </a:moveTo>
                <a:cubicBezTo>
                  <a:pt x="136" y="65"/>
                  <a:pt x="107" y="72"/>
                  <a:pt x="72" y="72"/>
                </a:cubicBezTo>
                <a:cubicBezTo>
                  <a:pt x="37" y="72"/>
                  <a:pt x="8" y="65"/>
                  <a:pt x="8" y="56"/>
                </a:cubicBezTo>
                <a:cubicBezTo>
                  <a:pt x="8" y="35"/>
                  <a:pt x="8" y="35"/>
                  <a:pt x="8" y="35"/>
                </a:cubicBezTo>
                <a:cubicBezTo>
                  <a:pt x="20" y="43"/>
                  <a:pt x="44" y="48"/>
                  <a:pt x="72" y="48"/>
                </a:cubicBezTo>
                <a:cubicBezTo>
                  <a:pt x="100" y="48"/>
                  <a:pt x="124" y="43"/>
                  <a:pt x="136" y="35"/>
                </a:cubicBezTo>
                <a:lnTo>
                  <a:pt x="136" y="56"/>
                </a:lnTo>
                <a:close/>
                <a:moveTo>
                  <a:pt x="72" y="40"/>
                </a:moveTo>
                <a:cubicBezTo>
                  <a:pt x="37" y="40"/>
                  <a:pt x="8" y="33"/>
                  <a:pt x="8" y="24"/>
                </a:cubicBezTo>
                <a:cubicBezTo>
                  <a:pt x="8" y="15"/>
                  <a:pt x="37" y="8"/>
                  <a:pt x="72" y="8"/>
                </a:cubicBezTo>
                <a:cubicBezTo>
                  <a:pt x="107" y="8"/>
                  <a:pt x="136" y="15"/>
                  <a:pt x="136" y="24"/>
                </a:cubicBezTo>
                <a:cubicBezTo>
                  <a:pt x="136" y="33"/>
                  <a:pt x="107" y="40"/>
                  <a:pt x="72" y="4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311"/>
          <p:cNvSpPr>
            <a:spLocks noEditPoints="1"/>
          </p:cNvSpPr>
          <p:nvPr/>
        </p:nvSpPr>
        <p:spPr bwMode="auto">
          <a:xfrm>
            <a:off x="6652899" y="2371271"/>
            <a:ext cx="334275" cy="334275"/>
          </a:xfrm>
          <a:custGeom>
            <a:avLst/>
            <a:gdLst>
              <a:gd name="T0" fmla="*/ 130 w 176"/>
              <a:gd name="T1" fmla="*/ 57 h 176"/>
              <a:gd name="T2" fmla="*/ 119 w 176"/>
              <a:gd name="T3" fmla="*/ 61 h 176"/>
              <a:gd name="T4" fmla="*/ 107 w 176"/>
              <a:gd name="T5" fmla="*/ 56 h 176"/>
              <a:gd name="T6" fmla="*/ 91 w 176"/>
              <a:gd name="T7" fmla="*/ 72 h 176"/>
              <a:gd name="T8" fmla="*/ 91 w 176"/>
              <a:gd name="T9" fmla="*/ 76 h 176"/>
              <a:gd name="T10" fmla="*/ 58 w 176"/>
              <a:gd name="T11" fmla="*/ 59 h 176"/>
              <a:gd name="T12" fmla="*/ 55 w 176"/>
              <a:gd name="T13" fmla="*/ 67 h 176"/>
              <a:gd name="T14" fmla="*/ 63 w 176"/>
              <a:gd name="T15" fmla="*/ 81 h 176"/>
              <a:gd name="T16" fmla="*/ 55 w 176"/>
              <a:gd name="T17" fmla="*/ 79 h 176"/>
              <a:gd name="T18" fmla="*/ 55 w 176"/>
              <a:gd name="T19" fmla="*/ 79 h 176"/>
              <a:gd name="T20" fmla="*/ 68 w 176"/>
              <a:gd name="T21" fmla="*/ 95 h 176"/>
              <a:gd name="T22" fmla="*/ 64 w 176"/>
              <a:gd name="T23" fmla="*/ 95 h 176"/>
              <a:gd name="T24" fmla="*/ 61 w 176"/>
              <a:gd name="T25" fmla="*/ 95 h 176"/>
              <a:gd name="T26" fmla="*/ 76 w 176"/>
              <a:gd name="T27" fmla="*/ 106 h 176"/>
              <a:gd name="T28" fmla="*/ 56 w 176"/>
              <a:gd name="T29" fmla="*/ 113 h 176"/>
              <a:gd name="T30" fmla="*/ 52 w 176"/>
              <a:gd name="T31" fmla="*/ 113 h 176"/>
              <a:gd name="T32" fmla="*/ 77 w 176"/>
              <a:gd name="T33" fmla="*/ 120 h 176"/>
              <a:gd name="T34" fmla="*/ 124 w 176"/>
              <a:gd name="T35" fmla="*/ 74 h 176"/>
              <a:gd name="T36" fmla="*/ 124 w 176"/>
              <a:gd name="T37" fmla="*/ 72 h 176"/>
              <a:gd name="T38" fmla="*/ 132 w 176"/>
              <a:gd name="T39" fmla="*/ 64 h 176"/>
              <a:gd name="T40" fmla="*/ 123 w 176"/>
              <a:gd name="T41" fmla="*/ 66 h 176"/>
              <a:gd name="T42" fmla="*/ 130 w 176"/>
              <a:gd name="T43" fmla="*/ 57 h 176"/>
              <a:gd name="T44" fmla="*/ 88 w 176"/>
              <a:gd name="T45" fmla="*/ 0 h 176"/>
              <a:gd name="T46" fmla="*/ 0 w 176"/>
              <a:gd name="T47" fmla="*/ 88 h 176"/>
              <a:gd name="T48" fmla="*/ 88 w 176"/>
              <a:gd name="T49" fmla="*/ 176 h 176"/>
              <a:gd name="T50" fmla="*/ 176 w 176"/>
              <a:gd name="T51" fmla="*/ 88 h 176"/>
              <a:gd name="T52" fmla="*/ 88 w 176"/>
              <a:gd name="T53" fmla="*/ 0 h 176"/>
              <a:gd name="T54" fmla="*/ 88 w 176"/>
              <a:gd name="T55" fmla="*/ 168 h 176"/>
              <a:gd name="T56" fmla="*/ 8 w 176"/>
              <a:gd name="T57" fmla="*/ 88 h 176"/>
              <a:gd name="T58" fmla="*/ 88 w 176"/>
              <a:gd name="T59" fmla="*/ 8 h 176"/>
              <a:gd name="T60" fmla="*/ 168 w 176"/>
              <a:gd name="T61" fmla="*/ 88 h 176"/>
              <a:gd name="T62" fmla="*/ 88 w 176"/>
              <a:gd name="T6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30" y="57"/>
                </a:moveTo>
                <a:cubicBezTo>
                  <a:pt x="127" y="59"/>
                  <a:pt x="123" y="60"/>
                  <a:pt x="119" y="61"/>
                </a:cubicBezTo>
                <a:cubicBezTo>
                  <a:pt x="116" y="58"/>
                  <a:pt x="112" y="56"/>
                  <a:pt x="107" y="56"/>
                </a:cubicBezTo>
                <a:cubicBezTo>
                  <a:pt x="98" y="56"/>
                  <a:pt x="91" y="63"/>
                  <a:pt x="91" y="72"/>
                </a:cubicBezTo>
                <a:cubicBezTo>
                  <a:pt x="91" y="73"/>
                  <a:pt x="91" y="75"/>
                  <a:pt x="91" y="76"/>
                </a:cubicBezTo>
                <a:cubicBezTo>
                  <a:pt x="78" y="75"/>
                  <a:pt x="66" y="69"/>
                  <a:pt x="58" y="59"/>
                </a:cubicBezTo>
                <a:cubicBezTo>
                  <a:pt x="56" y="61"/>
                  <a:pt x="55" y="64"/>
                  <a:pt x="55" y="67"/>
                </a:cubicBezTo>
                <a:cubicBezTo>
                  <a:pt x="55" y="73"/>
                  <a:pt x="58" y="78"/>
                  <a:pt x="63" y="81"/>
                </a:cubicBezTo>
                <a:cubicBezTo>
                  <a:pt x="60" y="80"/>
                  <a:pt x="57" y="80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87"/>
                  <a:pt x="61" y="93"/>
                  <a:pt x="68" y="95"/>
                </a:cubicBezTo>
                <a:cubicBezTo>
                  <a:pt x="67" y="95"/>
                  <a:pt x="66" y="95"/>
                  <a:pt x="64" y="95"/>
                </a:cubicBezTo>
                <a:cubicBezTo>
                  <a:pt x="63" y="95"/>
                  <a:pt x="62" y="95"/>
                  <a:pt x="61" y="95"/>
                </a:cubicBezTo>
                <a:cubicBezTo>
                  <a:pt x="63" y="101"/>
                  <a:pt x="69" y="106"/>
                  <a:pt x="76" y="106"/>
                </a:cubicBezTo>
                <a:cubicBezTo>
                  <a:pt x="71" y="110"/>
                  <a:pt x="64" y="113"/>
                  <a:pt x="56" y="113"/>
                </a:cubicBezTo>
                <a:cubicBezTo>
                  <a:pt x="55" y="113"/>
                  <a:pt x="53" y="113"/>
                  <a:pt x="52" y="113"/>
                </a:cubicBezTo>
                <a:cubicBezTo>
                  <a:pt x="59" y="117"/>
                  <a:pt x="68" y="120"/>
                  <a:pt x="77" y="120"/>
                </a:cubicBezTo>
                <a:cubicBezTo>
                  <a:pt x="107" y="120"/>
                  <a:pt x="124" y="95"/>
                  <a:pt x="124" y="74"/>
                </a:cubicBezTo>
                <a:cubicBezTo>
                  <a:pt x="124" y="73"/>
                  <a:pt x="124" y="73"/>
                  <a:pt x="124" y="72"/>
                </a:cubicBezTo>
                <a:cubicBezTo>
                  <a:pt x="127" y="70"/>
                  <a:pt x="130" y="67"/>
                  <a:pt x="132" y="64"/>
                </a:cubicBezTo>
                <a:cubicBezTo>
                  <a:pt x="129" y="65"/>
                  <a:pt x="126" y="66"/>
                  <a:pt x="123" y="66"/>
                </a:cubicBezTo>
                <a:cubicBezTo>
                  <a:pt x="126" y="64"/>
                  <a:pt x="129" y="61"/>
                  <a:pt x="130" y="57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312"/>
          <p:cNvSpPr>
            <a:spLocks noEditPoints="1"/>
          </p:cNvSpPr>
          <p:nvPr/>
        </p:nvSpPr>
        <p:spPr bwMode="auto">
          <a:xfrm>
            <a:off x="7292240" y="2371271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96 w 176"/>
              <a:gd name="T21" fmla="*/ 69 h 176"/>
              <a:gd name="T22" fmla="*/ 101 w 176"/>
              <a:gd name="T23" fmla="*/ 64 h 176"/>
              <a:gd name="T24" fmla="*/ 108 w 176"/>
              <a:gd name="T25" fmla="*/ 64 h 176"/>
              <a:gd name="T26" fmla="*/ 108 w 176"/>
              <a:gd name="T27" fmla="*/ 52 h 176"/>
              <a:gd name="T28" fmla="*/ 97 w 176"/>
              <a:gd name="T29" fmla="*/ 52 h 176"/>
              <a:gd name="T30" fmla="*/ 80 w 176"/>
              <a:gd name="T31" fmla="*/ 68 h 176"/>
              <a:gd name="T32" fmla="*/ 80 w 176"/>
              <a:gd name="T33" fmla="*/ 76 h 176"/>
              <a:gd name="T34" fmla="*/ 72 w 176"/>
              <a:gd name="T35" fmla="*/ 76 h 176"/>
              <a:gd name="T36" fmla="*/ 72 w 176"/>
              <a:gd name="T37" fmla="*/ 88 h 176"/>
              <a:gd name="T38" fmla="*/ 80 w 176"/>
              <a:gd name="T39" fmla="*/ 88 h 176"/>
              <a:gd name="T40" fmla="*/ 80 w 176"/>
              <a:gd name="T41" fmla="*/ 124 h 176"/>
              <a:gd name="T42" fmla="*/ 96 w 176"/>
              <a:gd name="T43" fmla="*/ 124 h 176"/>
              <a:gd name="T44" fmla="*/ 96 w 176"/>
              <a:gd name="T45" fmla="*/ 88 h 176"/>
              <a:gd name="T46" fmla="*/ 107 w 176"/>
              <a:gd name="T47" fmla="*/ 88 h 176"/>
              <a:gd name="T48" fmla="*/ 108 w 176"/>
              <a:gd name="T49" fmla="*/ 76 h 176"/>
              <a:gd name="T50" fmla="*/ 96 w 176"/>
              <a:gd name="T51" fmla="*/ 76 h 176"/>
              <a:gd name="T52" fmla="*/ 96 w 176"/>
              <a:gd name="T53" fmla="*/ 6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96" y="69"/>
                </a:moveTo>
                <a:cubicBezTo>
                  <a:pt x="96" y="66"/>
                  <a:pt x="96" y="64"/>
                  <a:pt x="101" y="64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97" y="52"/>
                  <a:pt x="97" y="52"/>
                  <a:pt x="97" y="52"/>
                </a:cubicBezTo>
                <a:cubicBezTo>
                  <a:pt x="84" y="52"/>
                  <a:pt x="80" y="58"/>
                  <a:pt x="80" y="68"/>
                </a:cubicBezTo>
                <a:cubicBezTo>
                  <a:pt x="80" y="76"/>
                  <a:pt x="80" y="76"/>
                  <a:pt x="80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88"/>
                  <a:pt x="72" y="88"/>
                  <a:pt x="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88"/>
                  <a:pt x="96" y="88"/>
                  <a:pt x="96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96" y="76"/>
                  <a:pt x="96" y="76"/>
                  <a:pt x="96" y="76"/>
                </a:cubicBezTo>
                <a:lnTo>
                  <a:pt x="96" y="6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313"/>
          <p:cNvSpPr>
            <a:spLocks noEditPoints="1"/>
          </p:cNvSpPr>
          <p:nvPr/>
        </p:nvSpPr>
        <p:spPr bwMode="auto">
          <a:xfrm>
            <a:off x="1539791" y="3008990"/>
            <a:ext cx="335898" cy="334275"/>
          </a:xfrm>
          <a:custGeom>
            <a:avLst/>
            <a:gdLst>
              <a:gd name="T0" fmla="*/ 86 w 176"/>
              <a:gd name="T1" fmla="*/ 72 h 176"/>
              <a:gd name="T2" fmla="*/ 93 w 176"/>
              <a:gd name="T3" fmla="*/ 54 h 176"/>
              <a:gd name="T4" fmla="*/ 84 w 176"/>
              <a:gd name="T5" fmla="*/ 48 h 176"/>
              <a:gd name="T6" fmla="*/ 78 w 176"/>
              <a:gd name="T7" fmla="*/ 65 h 176"/>
              <a:gd name="T8" fmla="*/ 83 w 176"/>
              <a:gd name="T9" fmla="*/ 54 h 176"/>
              <a:gd name="T10" fmla="*/ 88 w 176"/>
              <a:gd name="T11" fmla="*/ 54 h 176"/>
              <a:gd name="T12" fmla="*/ 85 w 176"/>
              <a:gd name="T13" fmla="*/ 68 h 176"/>
              <a:gd name="T14" fmla="*/ 83 w 176"/>
              <a:gd name="T15" fmla="*/ 54 h 176"/>
              <a:gd name="T16" fmla="*/ 107 w 176"/>
              <a:gd name="T17" fmla="*/ 69 h 176"/>
              <a:gd name="T18" fmla="*/ 112 w 176"/>
              <a:gd name="T19" fmla="*/ 71 h 176"/>
              <a:gd name="T20" fmla="*/ 107 w 176"/>
              <a:gd name="T21" fmla="*/ 48 h 176"/>
              <a:gd name="T22" fmla="*/ 104 w 176"/>
              <a:gd name="T23" fmla="*/ 68 h 176"/>
              <a:gd name="T24" fmla="*/ 102 w 176"/>
              <a:gd name="T25" fmla="*/ 48 h 176"/>
              <a:gd name="T26" fmla="*/ 97 w 176"/>
              <a:gd name="T27" fmla="*/ 68 h 176"/>
              <a:gd name="T28" fmla="*/ 65 w 176"/>
              <a:gd name="T29" fmla="*/ 71 h 176"/>
              <a:gd name="T30" fmla="*/ 71 w 176"/>
              <a:gd name="T31" fmla="*/ 59 h 176"/>
              <a:gd name="T32" fmla="*/ 72 w 176"/>
              <a:gd name="T33" fmla="*/ 40 h 176"/>
              <a:gd name="T34" fmla="*/ 64 w 176"/>
              <a:gd name="T35" fmla="*/ 40 h 176"/>
              <a:gd name="T36" fmla="*/ 65 w 176"/>
              <a:gd name="T37" fmla="*/ 59 h 176"/>
              <a:gd name="T38" fmla="*/ 98 w 176"/>
              <a:gd name="T39" fmla="*/ 99 h 176"/>
              <a:gd name="T40" fmla="*/ 95 w 176"/>
              <a:gd name="T41" fmla="*/ 116 h 176"/>
              <a:gd name="T42" fmla="*/ 100 w 176"/>
              <a:gd name="T43" fmla="*/ 115 h 176"/>
              <a:gd name="T44" fmla="*/ 98 w 176"/>
              <a:gd name="T45" fmla="*/ 99 h 176"/>
              <a:gd name="T46" fmla="*/ 0 w 176"/>
              <a:gd name="T47" fmla="*/ 88 h 176"/>
              <a:gd name="T48" fmla="*/ 176 w 176"/>
              <a:gd name="T49" fmla="*/ 88 h 176"/>
              <a:gd name="T50" fmla="*/ 88 w 176"/>
              <a:gd name="T51" fmla="*/ 168 h 176"/>
              <a:gd name="T52" fmla="*/ 88 w 176"/>
              <a:gd name="T53" fmla="*/ 8 h 176"/>
              <a:gd name="T54" fmla="*/ 88 w 176"/>
              <a:gd name="T55" fmla="*/ 168 h 176"/>
              <a:gd name="T56" fmla="*/ 88 w 176"/>
              <a:gd name="T57" fmla="*/ 76 h 176"/>
              <a:gd name="T58" fmla="*/ 45 w 176"/>
              <a:gd name="T59" fmla="*/ 89 h 176"/>
              <a:gd name="T60" fmla="*/ 45 w 176"/>
              <a:gd name="T61" fmla="*/ 119 h 176"/>
              <a:gd name="T62" fmla="*/ 88 w 176"/>
              <a:gd name="T63" fmla="*/ 132 h 176"/>
              <a:gd name="T64" fmla="*/ 131 w 176"/>
              <a:gd name="T65" fmla="*/ 119 h 176"/>
              <a:gd name="T66" fmla="*/ 131 w 176"/>
              <a:gd name="T67" fmla="*/ 89 h 176"/>
              <a:gd name="T68" fmla="*/ 70 w 176"/>
              <a:gd name="T69" fmla="*/ 90 h 176"/>
              <a:gd name="T70" fmla="*/ 64 w 176"/>
              <a:gd name="T71" fmla="*/ 121 h 176"/>
              <a:gd name="T72" fmla="*/ 58 w 176"/>
              <a:gd name="T73" fmla="*/ 90 h 176"/>
              <a:gd name="T74" fmla="*/ 52 w 176"/>
              <a:gd name="T75" fmla="*/ 85 h 176"/>
              <a:gd name="T76" fmla="*/ 70 w 176"/>
              <a:gd name="T77" fmla="*/ 90 h 176"/>
              <a:gd name="T78" fmla="*/ 81 w 176"/>
              <a:gd name="T79" fmla="*/ 121 h 176"/>
              <a:gd name="T80" fmla="*/ 75 w 176"/>
              <a:gd name="T81" fmla="*/ 122 h 176"/>
              <a:gd name="T82" fmla="*/ 71 w 176"/>
              <a:gd name="T83" fmla="*/ 94 h 176"/>
              <a:gd name="T84" fmla="*/ 76 w 176"/>
              <a:gd name="T85" fmla="*/ 117 h 176"/>
              <a:gd name="T86" fmla="*/ 81 w 176"/>
              <a:gd name="T87" fmla="*/ 116 h 176"/>
              <a:gd name="T88" fmla="*/ 86 w 176"/>
              <a:gd name="T89" fmla="*/ 94 h 176"/>
              <a:gd name="T90" fmla="*/ 105 w 176"/>
              <a:gd name="T91" fmla="*/ 115 h 176"/>
              <a:gd name="T92" fmla="*/ 95 w 176"/>
              <a:gd name="T93" fmla="*/ 119 h 176"/>
              <a:gd name="T94" fmla="*/ 90 w 176"/>
              <a:gd name="T95" fmla="*/ 121 h 176"/>
              <a:gd name="T96" fmla="*/ 95 w 176"/>
              <a:gd name="T97" fmla="*/ 85 h 176"/>
              <a:gd name="T98" fmla="*/ 101 w 176"/>
              <a:gd name="T99" fmla="*/ 94 h 176"/>
              <a:gd name="T100" fmla="*/ 105 w 176"/>
              <a:gd name="T101" fmla="*/ 115 h 176"/>
              <a:gd name="T102" fmla="*/ 125 w 176"/>
              <a:gd name="T103" fmla="*/ 109 h 176"/>
              <a:gd name="T104" fmla="*/ 114 w 176"/>
              <a:gd name="T105" fmla="*/ 115 h 176"/>
              <a:gd name="T106" fmla="*/ 119 w 176"/>
              <a:gd name="T107" fmla="*/ 115 h 176"/>
              <a:gd name="T108" fmla="*/ 125 w 176"/>
              <a:gd name="T109" fmla="*/ 112 h 176"/>
              <a:gd name="T110" fmla="*/ 117 w 176"/>
              <a:gd name="T111" fmla="*/ 122 h 176"/>
              <a:gd name="T112" fmla="*/ 109 w 176"/>
              <a:gd name="T113" fmla="*/ 101 h 176"/>
              <a:gd name="T114" fmla="*/ 125 w 176"/>
              <a:gd name="T115" fmla="*/ 101 h 176"/>
              <a:gd name="T116" fmla="*/ 114 w 176"/>
              <a:gd name="T117" fmla="*/ 101 h 176"/>
              <a:gd name="T118" fmla="*/ 119 w 176"/>
              <a:gd name="T119" fmla="*/ 105 h 176"/>
              <a:gd name="T120" fmla="*/ 117 w 176"/>
              <a:gd name="T121" fmla="*/ 9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84" y="72"/>
                </a:moveTo>
                <a:cubicBezTo>
                  <a:pt x="86" y="72"/>
                  <a:pt x="86" y="72"/>
                  <a:pt x="86" y="72"/>
                </a:cubicBezTo>
                <a:cubicBezTo>
                  <a:pt x="90" y="72"/>
                  <a:pt x="93" y="69"/>
                  <a:pt x="93" y="65"/>
                </a:cubicBezTo>
                <a:cubicBezTo>
                  <a:pt x="93" y="54"/>
                  <a:pt x="93" y="54"/>
                  <a:pt x="93" y="54"/>
                </a:cubicBezTo>
                <a:cubicBezTo>
                  <a:pt x="93" y="51"/>
                  <a:pt x="90" y="48"/>
                  <a:pt x="86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1" y="48"/>
                  <a:pt x="78" y="51"/>
                  <a:pt x="78" y="54"/>
                </a:cubicBezTo>
                <a:cubicBezTo>
                  <a:pt x="78" y="65"/>
                  <a:pt x="78" y="65"/>
                  <a:pt x="78" y="65"/>
                </a:cubicBezTo>
                <a:cubicBezTo>
                  <a:pt x="78" y="69"/>
                  <a:pt x="81" y="72"/>
                  <a:pt x="84" y="72"/>
                </a:cubicBezTo>
                <a:moveTo>
                  <a:pt x="83" y="54"/>
                </a:moveTo>
                <a:cubicBezTo>
                  <a:pt x="83" y="53"/>
                  <a:pt x="84" y="52"/>
                  <a:pt x="85" y="52"/>
                </a:cubicBezTo>
                <a:cubicBezTo>
                  <a:pt x="87" y="52"/>
                  <a:pt x="88" y="53"/>
                  <a:pt x="88" y="54"/>
                </a:cubicBezTo>
                <a:cubicBezTo>
                  <a:pt x="88" y="66"/>
                  <a:pt x="88" y="66"/>
                  <a:pt x="88" y="66"/>
                </a:cubicBezTo>
                <a:cubicBezTo>
                  <a:pt x="88" y="67"/>
                  <a:pt x="87" y="68"/>
                  <a:pt x="85" y="68"/>
                </a:cubicBezTo>
                <a:cubicBezTo>
                  <a:pt x="84" y="68"/>
                  <a:pt x="83" y="67"/>
                  <a:pt x="83" y="66"/>
                </a:cubicBezTo>
                <a:lnTo>
                  <a:pt x="83" y="54"/>
                </a:lnTo>
                <a:close/>
                <a:moveTo>
                  <a:pt x="101" y="72"/>
                </a:moveTo>
                <a:cubicBezTo>
                  <a:pt x="104" y="72"/>
                  <a:pt x="107" y="69"/>
                  <a:pt x="107" y="69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07" y="66"/>
                  <a:pt x="107" y="66"/>
                  <a:pt x="107" y="66"/>
                </a:cubicBezTo>
                <a:cubicBezTo>
                  <a:pt x="107" y="66"/>
                  <a:pt x="106" y="68"/>
                  <a:pt x="104" y="68"/>
                </a:cubicBezTo>
                <a:cubicBezTo>
                  <a:pt x="102" y="68"/>
                  <a:pt x="102" y="67"/>
                  <a:pt x="102" y="67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68"/>
                  <a:pt x="98" y="72"/>
                  <a:pt x="101" y="72"/>
                </a:cubicBezTo>
                <a:moveTo>
                  <a:pt x="65" y="71"/>
                </a:moveTo>
                <a:cubicBezTo>
                  <a:pt x="71" y="71"/>
                  <a:pt x="71" y="71"/>
                  <a:pt x="71" y="71"/>
                </a:cubicBezTo>
                <a:cubicBezTo>
                  <a:pt x="71" y="59"/>
                  <a:pt x="71" y="59"/>
                  <a:pt x="71" y="59"/>
                </a:cubicBezTo>
                <a:cubicBezTo>
                  <a:pt x="77" y="40"/>
                  <a:pt x="77" y="40"/>
                  <a:pt x="77" y="40"/>
                </a:cubicBezTo>
                <a:cubicBezTo>
                  <a:pt x="72" y="40"/>
                  <a:pt x="72" y="40"/>
                  <a:pt x="72" y="40"/>
                </a:cubicBezTo>
                <a:cubicBezTo>
                  <a:pt x="68" y="52"/>
                  <a:pt x="68" y="52"/>
                  <a:pt x="68" y="52"/>
                </a:cubicBezTo>
                <a:cubicBezTo>
                  <a:pt x="64" y="40"/>
                  <a:pt x="64" y="40"/>
                  <a:pt x="64" y="40"/>
                </a:cubicBezTo>
                <a:cubicBezTo>
                  <a:pt x="58" y="40"/>
                  <a:pt x="58" y="40"/>
                  <a:pt x="58" y="40"/>
                </a:cubicBezTo>
                <a:cubicBezTo>
                  <a:pt x="65" y="59"/>
                  <a:pt x="65" y="59"/>
                  <a:pt x="65" y="59"/>
                </a:cubicBezTo>
                <a:lnTo>
                  <a:pt x="65" y="71"/>
                </a:lnTo>
                <a:close/>
                <a:moveTo>
                  <a:pt x="98" y="99"/>
                </a:moveTo>
                <a:cubicBezTo>
                  <a:pt x="97" y="99"/>
                  <a:pt x="96" y="99"/>
                  <a:pt x="95" y="100"/>
                </a:cubicBezTo>
                <a:cubicBezTo>
                  <a:pt x="95" y="116"/>
                  <a:pt x="95" y="116"/>
                  <a:pt x="95" y="116"/>
                </a:cubicBezTo>
                <a:cubicBezTo>
                  <a:pt x="96" y="117"/>
                  <a:pt x="97" y="117"/>
                  <a:pt x="98" y="117"/>
                </a:cubicBezTo>
                <a:cubicBezTo>
                  <a:pt x="100" y="117"/>
                  <a:pt x="100" y="115"/>
                  <a:pt x="100" y="115"/>
                </a:cubicBezTo>
                <a:cubicBezTo>
                  <a:pt x="100" y="101"/>
                  <a:pt x="100" y="101"/>
                  <a:pt x="100" y="101"/>
                </a:cubicBezTo>
                <a:cubicBezTo>
                  <a:pt x="100" y="101"/>
                  <a:pt x="100" y="99"/>
                  <a:pt x="98" y="99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8" y="77"/>
                </a:moveTo>
                <a:cubicBezTo>
                  <a:pt x="118" y="77"/>
                  <a:pt x="103" y="76"/>
                  <a:pt x="88" y="76"/>
                </a:cubicBezTo>
                <a:cubicBezTo>
                  <a:pt x="73" y="76"/>
                  <a:pt x="58" y="77"/>
                  <a:pt x="58" y="77"/>
                </a:cubicBezTo>
                <a:cubicBezTo>
                  <a:pt x="51" y="77"/>
                  <a:pt x="45" y="82"/>
                  <a:pt x="45" y="89"/>
                </a:cubicBezTo>
                <a:cubicBezTo>
                  <a:pt x="45" y="89"/>
                  <a:pt x="44" y="96"/>
                  <a:pt x="44" y="104"/>
                </a:cubicBezTo>
                <a:cubicBezTo>
                  <a:pt x="44" y="112"/>
                  <a:pt x="45" y="119"/>
                  <a:pt x="45" y="119"/>
                </a:cubicBezTo>
                <a:cubicBezTo>
                  <a:pt x="45" y="126"/>
                  <a:pt x="51" y="131"/>
                  <a:pt x="58" y="131"/>
                </a:cubicBezTo>
                <a:cubicBezTo>
                  <a:pt x="58" y="131"/>
                  <a:pt x="73" y="132"/>
                  <a:pt x="88" y="132"/>
                </a:cubicBezTo>
                <a:cubicBezTo>
                  <a:pt x="103" y="132"/>
                  <a:pt x="118" y="131"/>
                  <a:pt x="118" y="131"/>
                </a:cubicBezTo>
                <a:cubicBezTo>
                  <a:pt x="125" y="131"/>
                  <a:pt x="131" y="126"/>
                  <a:pt x="131" y="119"/>
                </a:cubicBezTo>
                <a:cubicBezTo>
                  <a:pt x="131" y="119"/>
                  <a:pt x="132" y="112"/>
                  <a:pt x="132" y="104"/>
                </a:cubicBezTo>
                <a:cubicBezTo>
                  <a:pt x="132" y="96"/>
                  <a:pt x="131" y="89"/>
                  <a:pt x="131" y="89"/>
                </a:cubicBezTo>
                <a:cubicBezTo>
                  <a:pt x="131" y="82"/>
                  <a:pt x="125" y="77"/>
                  <a:pt x="118" y="77"/>
                </a:cubicBezTo>
                <a:moveTo>
                  <a:pt x="70" y="90"/>
                </a:moveTo>
                <a:cubicBezTo>
                  <a:pt x="64" y="90"/>
                  <a:pt x="64" y="90"/>
                  <a:pt x="64" y="90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8" y="90"/>
                  <a:pt x="58" y="90"/>
                  <a:pt x="58" y="90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85"/>
                  <a:pt x="52" y="85"/>
                  <a:pt x="52" y="85"/>
                </a:cubicBezTo>
                <a:cubicBezTo>
                  <a:pt x="70" y="85"/>
                  <a:pt x="70" y="85"/>
                  <a:pt x="70" y="85"/>
                </a:cubicBezTo>
                <a:lnTo>
                  <a:pt x="70" y="90"/>
                </a:lnTo>
                <a:close/>
                <a:moveTo>
                  <a:pt x="86" y="121"/>
                </a:moveTo>
                <a:cubicBezTo>
                  <a:pt x="81" y="121"/>
                  <a:pt x="81" y="121"/>
                  <a:pt x="81" y="121"/>
                </a:cubicBezTo>
                <a:cubicBezTo>
                  <a:pt x="81" y="119"/>
                  <a:pt x="81" y="119"/>
                  <a:pt x="81" y="119"/>
                </a:cubicBezTo>
                <a:cubicBezTo>
                  <a:pt x="81" y="119"/>
                  <a:pt x="78" y="122"/>
                  <a:pt x="75" y="122"/>
                </a:cubicBezTo>
                <a:cubicBezTo>
                  <a:pt x="71" y="122"/>
                  <a:pt x="71" y="119"/>
                  <a:pt x="71" y="119"/>
                </a:cubicBezTo>
                <a:cubicBezTo>
                  <a:pt x="71" y="94"/>
                  <a:pt x="71" y="94"/>
                  <a:pt x="71" y="94"/>
                </a:cubicBezTo>
                <a:cubicBezTo>
                  <a:pt x="76" y="94"/>
                  <a:pt x="76" y="94"/>
                  <a:pt x="76" y="94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76" y="117"/>
                  <a:pt x="76" y="118"/>
                  <a:pt x="77" y="118"/>
                </a:cubicBezTo>
                <a:cubicBezTo>
                  <a:pt x="79" y="118"/>
                  <a:pt x="81" y="116"/>
                  <a:pt x="81" y="116"/>
                </a:cubicBezTo>
                <a:cubicBezTo>
                  <a:pt x="81" y="94"/>
                  <a:pt x="81" y="94"/>
                  <a:pt x="81" y="94"/>
                </a:cubicBezTo>
                <a:cubicBezTo>
                  <a:pt x="86" y="94"/>
                  <a:pt x="86" y="94"/>
                  <a:pt x="86" y="94"/>
                </a:cubicBezTo>
                <a:lnTo>
                  <a:pt x="86" y="121"/>
                </a:lnTo>
                <a:close/>
                <a:moveTo>
                  <a:pt x="105" y="115"/>
                </a:moveTo>
                <a:cubicBezTo>
                  <a:pt x="105" y="115"/>
                  <a:pt x="105" y="122"/>
                  <a:pt x="101" y="122"/>
                </a:cubicBezTo>
                <a:cubicBezTo>
                  <a:pt x="98" y="122"/>
                  <a:pt x="96" y="120"/>
                  <a:pt x="95" y="119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90" y="85"/>
                  <a:pt x="90" y="85"/>
                  <a:pt x="90" y="85"/>
                </a:cubicBezTo>
                <a:cubicBezTo>
                  <a:pt x="95" y="85"/>
                  <a:pt x="95" y="85"/>
                  <a:pt x="95" y="85"/>
                </a:cubicBezTo>
                <a:cubicBezTo>
                  <a:pt x="95" y="97"/>
                  <a:pt x="95" y="97"/>
                  <a:pt x="95" y="97"/>
                </a:cubicBezTo>
                <a:cubicBezTo>
                  <a:pt x="96" y="96"/>
                  <a:pt x="98" y="94"/>
                  <a:pt x="101" y="94"/>
                </a:cubicBezTo>
                <a:cubicBezTo>
                  <a:pt x="104" y="94"/>
                  <a:pt x="105" y="97"/>
                  <a:pt x="105" y="100"/>
                </a:cubicBezTo>
                <a:lnTo>
                  <a:pt x="105" y="115"/>
                </a:lnTo>
                <a:close/>
                <a:moveTo>
                  <a:pt x="125" y="101"/>
                </a:moveTo>
                <a:cubicBezTo>
                  <a:pt x="125" y="109"/>
                  <a:pt x="125" y="109"/>
                  <a:pt x="125" y="109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4" y="115"/>
                  <a:pt x="114" y="117"/>
                  <a:pt x="117" y="117"/>
                </a:cubicBezTo>
                <a:cubicBezTo>
                  <a:pt x="119" y="117"/>
                  <a:pt x="119" y="115"/>
                  <a:pt x="119" y="115"/>
                </a:cubicBezTo>
                <a:cubicBezTo>
                  <a:pt x="119" y="112"/>
                  <a:pt x="119" y="112"/>
                  <a:pt x="119" y="112"/>
                </a:cubicBezTo>
                <a:cubicBezTo>
                  <a:pt x="125" y="112"/>
                  <a:pt x="125" y="112"/>
                  <a:pt x="125" y="112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25" y="116"/>
                  <a:pt x="124" y="122"/>
                  <a:pt x="117" y="122"/>
                </a:cubicBezTo>
                <a:cubicBezTo>
                  <a:pt x="111" y="122"/>
                  <a:pt x="109" y="116"/>
                  <a:pt x="109" y="116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101"/>
                  <a:pt x="109" y="94"/>
                  <a:pt x="117" y="94"/>
                </a:cubicBezTo>
                <a:cubicBezTo>
                  <a:pt x="125" y="94"/>
                  <a:pt x="125" y="101"/>
                  <a:pt x="125" y="101"/>
                </a:cubicBezTo>
                <a:moveTo>
                  <a:pt x="117" y="99"/>
                </a:moveTo>
                <a:cubicBezTo>
                  <a:pt x="114" y="99"/>
                  <a:pt x="114" y="101"/>
                  <a:pt x="114" y="101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9" y="105"/>
                  <a:pt x="119" y="105"/>
                  <a:pt x="119" y="105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19" y="101"/>
                  <a:pt x="119" y="99"/>
                  <a:pt x="117" y="99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314"/>
          <p:cNvSpPr>
            <a:spLocks noEditPoints="1"/>
          </p:cNvSpPr>
          <p:nvPr/>
        </p:nvSpPr>
        <p:spPr bwMode="auto">
          <a:xfrm>
            <a:off x="2179132" y="3008990"/>
            <a:ext cx="334275" cy="334275"/>
          </a:xfrm>
          <a:custGeom>
            <a:avLst/>
            <a:gdLst>
              <a:gd name="T0" fmla="*/ 87 w 176"/>
              <a:gd name="T1" fmla="*/ 52 h 176"/>
              <a:gd name="T2" fmla="*/ 82 w 176"/>
              <a:gd name="T3" fmla="*/ 53 h 176"/>
              <a:gd name="T4" fmla="*/ 73 w 176"/>
              <a:gd name="T5" fmla="*/ 56 h 176"/>
              <a:gd name="T6" fmla="*/ 58 w 176"/>
              <a:gd name="T7" fmla="*/ 72 h 176"/>
              <a:gd name="T8" fmla="*/ 57 w 176"/>
              <a:gd name="T9" fmla="*/ 76 h 176"/>
              <a:gd name="T10" fmla="*/ 64 w 176"/>
              <a:gd name="T11" fmla="*/ 97 h 176"/>
              <a:gd name="T12" fmla="*/ 68 w 176"/>
              <a:gd name="T13" fmla="*/ 98 h 176"/>
              <a:gd name="T14" fmla="*/ 69 w 176"/>
              <a:gd name="T15" fmla="*/ 95 h 176"/>
              <a:gd name="T16" fmla="*/ 69 w 176"/>
              <a:gd name="T17" fmla="*/ 92 h 176"/>
              <a:gd name="T18" fmla="*/ 67 w 176"/>
              <a:gd name="T19" fmla="*/ 89 h 176"/>
              <a:gd name="T20" fmla="*/ 65 w 176"/>
              <a:gd name="T21" fmla="*/ 82 h 176"/>
              <a:gd name="T22" fmla="*/ 65 w 176"/>
              <a:gd name="T23" fmla="*/ 81 h 176"/>
              <a:gd name="T24" fmla="*/ 67 w 176"/>
              <a:gd name="T25" fmla="*/ 73 h 176"/>
              <a:gd name="T26" fmla="*/ 82 w 176"/>
              <a:gd name="T27" fmla="*/ 61 h 176"/>
              <a:gd name="T28" fmla="*/ 91 w 176"/>
              <a:gd name="T29" fmla="*/ 60 h 176"/>
              <a:gd name="T30" fmla="*/ 96 w 176"/>
              <a:gd name="T31" fmla="*/ 61 h 176"/>
              <a:gd name="T32" fmla="*/ 107 w 176"/>
              <a:gd name="T33" fmla="*/ 70 h 176"/>
              <a:gd name="T34" fmla="*/ 108 w 176"/>
              <a:gd name="T35" fmla="*/ 83 h 176"/>
              <a:gd name="T36" fmla="*/ 107 w 176"/>
              <a:gd name="T37" fmla="*/ 88 h 176"/>
              <a:gd name="T38" fmla="*/ 95 w 176"/>
              <a:gd name="T39" fmla="*/ 102 h 176"/>
              <a:gd name="T40" fmla="*/ 86 w 176"/>
              <a:gd name="T41" fmla="*/ 97 h 176"/>
              <a:gd name="T42" fmla="*/ 86 w 176"/>
              <a:gd name="T43" fmla="*/ 94 h 176"/>
              <a:gd name="T44" fmla="*/ 90 w 176"/>
              <a:gd name="T45" fmla="*/ 79 h 176"/>
              <a:gd name="T46" fmla="*/ 85 w 176"/>
              <a:gd name="T47" fmla="*/ 70 h 176"/>
              <a:gd name="T48" fmla="*/ 76 w 176"/>
              <a:gd name="T49" fmla="*/ 76 h 176"/>
              <a:gd name="T50" fmla="*/ 75 w 176"/>
              <a:gd name="T51" fmla="*/ 85 h 176"/>
              <a:gd name="T52" fmla="*/ 76 w 176"/>
              <a:gd name="T53" fmla="*/ 90 h 176"/>
              <a:gd name="T54" fmla="*/ 73 w 176"/>
              <a:gd name="T55" fmla="*/ 101 h 176"/>
              <a:gd name="T56" fmla="*/ 70 w 176"/>
              <a:gd name="T57" fmla="*/ 113 h 176"/>
              <a:gd name="T58" fmla="*/ 69 w 176"/>
              <a:gd name="T59" fmla="*/ 119 h 176"/>
              <a:gd name="T60" fmla="*/ 69 w 176"/>
              <a:gd name="T61" fmla="*/ 121 h 176"/>
              <a:gd name="T62" fmla="*/ 69 w 176"/>
              <a:gd name="T63" fmla="*/ 128 h 176"/>
              <a:gd name="T64" fmla="*/ 70 w 176"/>
              <a:gd name="T65" fmla="*/ 131 h 176"/>
              <a:gd name="T66" fmla="*/ 70 w 176"/>
              <a:gd name="T67" fmla="*/ 132 h 176"/>
              <a:gd name="T68" fmla="*/ 75 w 176"/>
              <a:gd name="T69" fmla="*/ 126 h 176"/>
              <a:gd name="T70" fmla="*/ 79 w 176"/>
              <a:gd name="T71" fmla="*/ 119 h 176"/>
              <a:gd name="T72" fmla="*/ 81 w 176"/>
              <a:gd name="T73" fmla="*/ 111 h 176"/>
              <a:gd name="T74" fmla="*/ 83 w 176"/>
              <a:gd name="T75" fmla="*/ 104 h 176"/>
              <a:gd name="T76" fmla="*/ 83 w 176"/>
              <a:gd name="T77" fmla="*/ 104 h 176"/>
              <a:gd name="T78" fmla="*/ 85 w 176"/>
              <a:gd name="T79" fmla="*/ 107 h 176"/>
              <a:gd name="T80" fmla="*/ 99 w 176"/>
              <a:gd name="T81" fmla="*/ 110 h 176"/>
              <a:gd name="T82" fmla="*/ 113 w 176"/>
              <a:gd name="T83" fmla="*/ 101 h 176"/>
              <a:gd name="T84" fmla="*/ 118 w 176"/>
              <a:gd name="T85" fmla="*/ 90 h 176"/>
              <a:gd name="T86" fmla="*/ 120 w 176"/>
              <a:gd name="T87" fmla="*/ 84 h 176"/>
              <a:gd name="T88" fmla="*/ 118 w 176"/>
              <a:gd name="T89" fmla="*/ 68 h 176"/>
              <a:gd name="T90" fmla="*/ 87 w 176"/>
              <a:gd name="T91" fmla="*/ 52 h 176"/>
              <a:gd name="T92" fmla="*/ 88 w 176"/>
              <a:gd name="T93" fmla="*/ 0 h 176"/>
              <a:gd name="T94" fmla="*/ 0 w 176"/>
              <a:gd name="T95" fmla="*/ 88 h 176"/>
              <a:gd name="T96" fmla="*/ 88 w 176"/>
              <a:gd name="T97" fmla="*/ 176 h 176"/>
              <a:gd name="T98" fmla="*/ 176 w 176"/>
              <a:gd name="T99" fmla="*/ 88 h 176"/>
              <a:gd name="T100" fmla="*/ 88 w 176"/>
              <a:gd name="T101" fmla="*/ 0 h 176"/>
              <a:gd name="T102" fmla="*/ 88 w 176"/>
              <a:gd name="T103" fmla="*/ 168 h 176"/>
              <a:gd name="T104" fmla="*/ 8 w 176"/>
              <a:gd name="T105" fmla="*/ 88 h 176"/>
              <a:gd name="T106" fmla="*/ 88 w 176"/>
              <a:gd name="T107" fmla="*/ 8 h 176"/>
              <a:gd name="T108" fmla="*/ 168 w 176"/>
              <a:gd name="T109" fmla="*/ 88 h 176"/>
              <a:gd name="T110" fmla="*/ 88 w 176"/>
              <a:gd name="T111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87" y="52"/>
                </a:moveTo>
                <a:cubicBezTo>
                  <a:pt x="85" y="52"/>
                  <a:pt x="84" y="52"/>
                  <a:pt x="82" y="53"/>
                </a:cubicBezTo>
                <a:cubicBezTo>
                  <a:pt x="79" y="53"/>
                  <a:pt x="75" y="54"/>
                  <a:pt x="73" y="56"/>
                </a:cubicBezTo>
                <a:cubicBezTo>
                  <a:pt x="66" y="60"/>
                  <a:pt x="61" y="64"/>
                  <a:pt x="58" y="72"/>
                </a:cubicBezTo>
                <a:cubicBezTo>
                  <a:pt x="57" y="73"/>
                  <a:pt x="57" y="75"/>
                  <a:pt x="57" y="76"/>
                </a:cubicBezTo>
                <a:cubicBezTo>
                  <a:pt x="54" y="85"/>
                  <a:pt x="59" y="94"/>
                  <a:pt x="64" y="97"/>
                </a:cubicBezTo>
                <a:cubicBezTo>
                  <a:pt x="65" y="98"/>
                  <a:pt x="67" y="99"/>
                  <a:pt x="68" y="98"/>
                </a:cubicBezTo>
                <a:cubicBezTo>
                  <a:pt x="69" y="97"/>
                  <a:pt x="68" y="96"/>
                  <a:pt x="69" y="95"/>
                </a:cubicBezTo>
                <a:cubicBezTo>
                  <a:pt x="69" y="94"/>
                  <a:pt x="70" y="93"/>
                  <a:pt x="69" y="92"/>
                </a:cubicBezTo>
                <a:cubicBezTo>
                  <a:pt x="69" y="91"/>
                  <a:pt x="68" y="90"/>
                  <a:pt x="67" y="89"/>
                </a:cubicBezTo>
                <a:cubicBezTo>
                  <a:pt x="66" y="87"/>
                  <a:pt x="66" y="85"/>
                  <a:pt x="65" y="82"/>
                </a:cubicBezTo>
                <a:cubicBezTo>
                  <a:pt x="65" y="82"/>
                  <a:pt x="65" y="81"/>
                  <a:pt x="65" y="81"/>
                </a:cubicBezTo>
                <a:cubicBezTo>
                  <a:pt x="66" y="78"/>
                  <a:pt x="66" y="76"/>
                  <a:pt x="67" y="73"/>
                </a:cubicBezTo>
                <a:cubicBezTo>
                  <a:pt x="70" y="67"/>
                  <a:pt x="75" y="63"/>
                  <a:pt x="82" y="61"/>
                </a:cubicBezTo>
                <a:cubicBezTo>
                  <a:pt x="84" y="60"/>
                  <a:pt x="89" y="59"/>
                  <a:pt x="91" y="60"/>
                </a:cubicBezTo>
                <a:cubicBezTo>
                  <a:pt x="93" y="60"/>
                  <a:pt x="94" y="60"/>
                  <a:pt x="96" y="61"/>
                </a:cubicBezTo>
                <a:cubicBezTo>
                  <a:pt x="101" y="62"/>
                  <a:pt x="105" y="65"/>
                  <a:pt x="107" y="70"/>
                </a:cubicBezTo>
                <a:cubicBezTo>
                  <a:pt x="108" y="73"/>
                  <a:pt x="109" y="79"/>
                  <a:pt x="108" y="83"/>
                </a:cubicBezTo>
                <a:cubicBezTo>
                  <a:pt x="107" y="85"/>
                  <a:pt x="107" y="87"/>
                  <a:pt x="107" y="88"/>
                </a:cubicBezTo>
                <a:cubicBezTo>
                  <a:pt x="105" y="94"/>
                  <a:pt x="102" y="100"/>
                  <a:pt x="95" y="102"/>
                </a:cubicBezTo>
                <a:cubicBezTo>
                  <a:pt x="91" y="103"/>
                  <a:pt x="87" y="100"/>
                  <a:pt x="86" y="97"/>
                </a:cubicBezTo>
                <a:cubicBezTo>
                  <a:pt x="86" y="97"/>
                  <a:pt x="85" y="95"/>
                  <a:pt x="86" y="94"/>
                </a:cubicBezTo>
                <a:cubicBezTo>
                  <a:pt x="87" y="89"/>
                  <a:pt x="89" y="84"/>
                  <a:pt x="90" y="79"/>
                </a:cubicBezTo>
                <a:cubicBezTo>
                  <a:pt x="91" y="75"/>
                  <a:pt x="89" y="71"/>
                  <a:pt x="85" y="70"/>
                </a:cubicBezTo>
                <a:cubicBezTo>
                  <a:pt x="80" y="69"/>
                  <a:pt x="77" y="73"/>
                  <a:pt x="76" y="76"/>
                </a:cubicBezTo>
                <a:cubicBezTo>
                  <a:pt x="75" y="78"/>
                  <a:pt x="74" y="82"/>
                  <a:pt x="75" y="85"/>
                </a:cubicBezTo>
                <a:cubicBezTo>
                  <a:pt x="75" y="86"/>
                  <a:pt x="76" y="89"/>
                  <a:pt x="76" y="90"/>
                </a:cubicBezTo>
                <a:cubicBezTo>
                  <a:pt x="75" y="93"/>
                  <a:pt x="74" y="98"/>
                  <a:pt x="73" y="101"/>
                </a:cubicBezTo>
                <a:cubicBezTo>
                  <a:pt x="72" y="105"/>
                  <a:pt x="71" y="109"/>
                  <a:pt x="70" y="113"/>
                </a:cubicBezTo>
                <a:cubicBezTo>
                  <a:pt x="70" y="115"/>
                  <a:pt x="70" y="117"/>
                  <a:pt x="69" y="119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9" y="123"/>
                  <a:pt x="69" y="126"/>
                  <a:pt x="69" y="128"/>
                </a:cubicBezTo>
                <a:cubicBezTo>
                  <a:pt x="70" y="129"/>
                  <a:pt x="69" y="130"/>
                  <a:pt x="70" y="131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2" y="132"/>
                  <a:pt x="74" y="128"/>
                  <a:pt x="75" y="126"/>
                </a:cubicBezTo>
                <a:cubicBezTo>
                  <a:pt x="76" y="124"/>
                  <a:pt x="78" y="121"/>
                  <a:pt x="79" y="119"/>
                </a:cubicBezTo>
                <a:cubicBezTo>
                  <a:pt x="80" y="116"/>
                  <a:pt x="80" y="113"/>
                  <a:pt x="81" y="111"/>
                </a:cubicBezTo>
                <a:cubicBezTo>
                  <a:pt x="82" y="109"/>
                  <a:pt x="83" y="106"/>
                  <a:pt x="83" y="104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83" y="105"/>
                  <a:pt x="84" y="106"/>
                  <a:pt x="85" y="107"/>
                </a:cubicBezTo>
                <a:cubicBezTo>
                  <a:pt x="88" y="109"/>
                  <a:pt x="93" y="111"/>
                  <a:pt x="99" y="110"/>
                </a:cubicBezTo>
                <a:cubicBezTo>
                  <a:pt x="105" y="108"/>
                  <a:pt x="110" y="105"/>
                  <a:pt x="113" y="101"/>
                </a:cubicBezTo>
                <a:cubicBezTo>
                  <a:pt x="115" y="98"/>
                  <a:pt x="117" y="94"/>
                  <a:pt x="118" y="90"/>
                </a:cubicBezTo>
                <a:cubicBezTo>
                  <a:pt x="119" y="88"/>
                  <a:pt x="119" y="86"/>
                  <a:pt x="120" y="84"/>
                </a:cubicBezTo>
                <a:cubicBezTo>
                  <a:pt x="121" y="78"/>
                  <a:pt x="119" y="72"/>
                  <a:pt x="118" y="68"/>
                </a:cubicBezTo>
                <a:cubicBezTo>
                  <a:pt x="113" y="58"/>
                  <a:pt x="103" y="52"/>
                  <a:pt x="87" y="5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315"/>
          <p:cNvSpPr>
            <a:spLocks noEditPoints="1"/>
          </p:cNvSpPr>
          <p:nvPr/>
        </p:nvSpPr>
        <p:spPr bwMode="auto">
          <a:xfrm>
            <a:off x="2818474" y="3008990"/>
            <a:ext cx="334275" cy="334275"/>
          </a:xfrm>
          <a:custGeom>
            <a:avLst/>
            <a:gdLst>
              <a:gd name="T0" fmla="*/ 116 w 176"/>
              <a:gd name="T1" fmla="*/ 56 h 176"/>
              <a:gd name="T2" fmla="*/ 94 w 176"/>
              <a:gd name="T3" fmla="*/ 73 h 176"/>
              <a:gd name="T4" fmla="*/ 100 w 176"/>
              <a:gd name="T5" fmla="*/ 72 h 176"/>
              <a:gd name="T6" fmla="*/ 105 w 176"/>
              <a:gd name="T7" fmla="*/ 78 h 176"/>
              <a:gd name="T8" fmla="*/ 100 w 176"/>
              <a:gd name="T9" fmla="*/ 90 h 176"/>
              <a:gd name="T10" fmla="*/ 92 w 176"/>
              <a:gd name="T11" fmla="*/ 97 h 176"/>
              <a:gd name="T12" fmla="*/ 86 w 176"/>
              <a:gd name="T13" fmla="*/ 86 h 176"/>
              <a:gd name="T14" fmla="*/ 83 w 176"/>
              <a:gd name="T15" fmla="*/ 69 h 176"/>
              <a:gd name="T16" fmla="*/ 71 w 176"/>
              <a:gd name="T17" fmla="*/ 57 h 176"/>
              <a:gd name="T18" fmla="*/ 60 w 176"/>
              <a:gd name="T19" fmla="*/ 63 h 176"/>
              <a:gd name="T20" fmla="*/ 48 w 176"/>
              <a:gd name="T21" fmla="*/ 73 h 176"/>
              <a:gd name="T22" fmla="*/ 52 w 176"/>
              <a:gd name="T23" fmla="*/ 78 h 176"/>
              <a:gd name="T24" fmla="*/ 58 w 176"/>
              <a:gd name="T25" fmla="*/ 74 h 176"/>
              <a:gd name="T26" fmla="*/ 66 w 176"/>
              <a:gd name="T27" fmla="*/ 86 h 176"/>
              <a:gd name="T28" fmla="*/ 72 w 176"/>
              <a:gd name="T29" fmla="*/ 108 h 176"/>
              <a:gd name="T30" fmla="*/ 84 w 176"/>
              <a:gd name="T31" fmla="*/ 120 h 176"/>
              <a:gd name="T32" fmla="*/ 112 w 176"/>
              <a:gd name="T33" fmla="*/ 100 h 176"/>
              <a:gd name="T34" fmla="*/ 128 w 176"/>
              <a:gd name="T35" fmla="*/ 71 h 176"/>
              <a:gd name="T36" fmla="*/ 116 w 176"/>
              <a:gd name="T37" fmla="*/ 56 h 176"/>
              <a:gd name="T38" fmla="*/ 88 w 176"/>
              <a:gd name="T39" fmla="*/ 0 h 176"/>
              <a:gd name="T40" fmla="*/ 0 w 176"/>
              <a:gd name="T41" fmla="*/ 88 h 176"/>
              <a:gd name="T42" fmla="*/ 88 w 176"/>
              <a:gd name="T43" fmla="*/ 176 h 176"/>
              <a:gd name="T44" fmla="*/ 176 w 176"/>
              <a:gd name="T45" fmla="*/ 88 h 176"/>
              <a:gd name="T46" fmla="*/ 88 w 176"/>
              <a:gd name="T47" fmla="*/ 0 h 176"/>
              <a:gd name="T48" fmla="*/ 88 w 176"/>
              <a:gd name="T49" fmla="*/ 168 h 176"/>
              <a:gd name="T50" fmla="*/ 8 w 176"/>
              <a:gd name="T51" fmla="*/ 88 h 176"/>
              <a:gd name="T52" fmla="*/ 88 w 176"/>
              <a:gd name="T53" fmla="*/ 8 h 176"/>
              <a:gd name="T54" fmla="*/ 168 w 176"/>
              <a:gd name="T55" fmla="*/ 88 h 176"/>
              <a:gd name="T56" fmla="*/ 88 w 176"/>
              <a:gd name="T5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176">
                <a:moveTo>
                  <a:pt x="116" y="56"/>
                </a:moveTo>
                <a:cubicBezTo>
                  <a:pt x="105" y="56"/>
                  <a:pt x="98" y="61"/>
                  <a:pt x="94" y="73"/>
                </a:cubicBezTo>
                <a:cubicBezTo>
                  <a:pt x="96" y="72"/>
                  <a:pt x="98" y="72"/>
                  <a:pt x="100" y="72"/>
                </a:cubicBezTo>
                <a:cubicBezTo>
                  <a:pt x="104" y="72"/>
                  <a:pt x="106" y="74"/>
                  <a:pt x="105" y="78"/>
                </a:cubicBezTo>
                <a:cubicBezTo>
                  <a:pt x="105" y="81"/>
                  <a:pt x="103" y="85"/>
                  <a:pt x="100" y="90"/>
                </a:cubicBezTo>
                <a:cubicBezTo>
                  <a:pt x="96" y="94"/>
                  <a:pt x="94" y="97"/>
                  <a:pt x="92" y="97"/>
                </a:cubicBezTo>
                <a:cubicBezTo>
                  <a:pt x="90" y="97"/>
                  <a:pt x="88" y="93"/>
                  <a:pt x="86" y="86"/>
                </a:cubicBezTo>
                <a:cubicBezTo>
                  <a:pt x="86" y="83"/>
                  <a:pt x="85" y="78"/>
                  <a:pt x="83" y="69"/>
                </a:cubicBezTo>
                <a:cubicBezTo>
                  <a:pt x="82" y="60"/>
                  <a:pt x="78" y="56"/>
                  <a:pt x="71" y="57"/>
                </a:cubicBezTo>
                <a:cubicBezTo>
                  <a:pt x="69" y="57"/>
                  <a:pt x="65" y="59"/>
                  <a:pt x="60" y="63"/>
                </a:cubicBezTo>
                <a:cubicBezTo>
                  <a:pt x="56" y="67"/>
                  <a:pt x="52" y="70"/>
                  <a:pt x="48" y="73"/>
                </a:cubicBezTo>
                <a:cubicBezTo>
                  <a:pt x="52" y="78"/>
                  <a:pt x="52" y="78"/>
                  <a:pt x="52" y="78"/>
                </a:cubicBezTo>
                <a:cubicBezTo>
                  <a:pt x="55" y="75"/>
                  <a:pt x="57" y="74"/>
                  <a:pt x="58" y="74"/>
                </a:cubicBezTo>
                <a:cubicBezTo>
                  <a:pt x="61" y="74"/>
                  <a:pt x="63" y="78"/>
                  <a:pt x="66" y="86"/>
                </a:cubicBezTo>
                <a:cubicBezTo>
                  <a:pt x="68" y="93"/>
                  <a:pt x="70" y="101"/>
                  <a:pt x="72" y="108"/>
                </a:cubicBezTo>
                <a:cubicBezTo>
                  <a:pt x="75" y="116"/>
                  <a:pt x="79" y="120"/>
                  <a:pt x="84" y="120"/>
                </a:cubicBezTo>
                <a:cubicBezTo>
                  <a:pt x="92" y="120"/>
                  <a:pt x="101" y="113"/>
                  <a:pt x="112" y="100"/>
                </a:cubicBezTo>
                <a:cubicBezTo>
                  <a:pt x="122" y="88"/>
                  <a:pt x="128" y="78"/>
                  <a:pt x="128" y="71"/>
                </a:cubicBezTo>
                <a:cubicBezTo>
                  <a:pt x="129" y="61"/>
                  <a:pt x="125" y="56"/>
                  <a:pt x="116" y="56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316"/>
          <p:cNvSpPr>
            <a:spLocks noEditPoints="1"/>
          </p:cNvSpPr>
          <p:nvPr/>
        </p:nvSpPr>
        <p:spPr bwMode="auto">
          <a:xfrm>
            <a:off x="3457815" y="3008990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88 w 176"/>
              <a:gd name="T21" fmla="*/ 91 h 176"/>
              <a:gd name="T22" fmla="*/ 84 w 176"/>
              <a:gd name="T23" fmla="*/ 87 h 176"/>
              <a:gd name="T24" fmla="*/ 87 w 176"/>
              <a:gd name="T25" fmla="*/ 83 h 176"/>
              <a:gd name="T26" fmla="*/ 93 w 176"/>
              <a:gd name="T27" fmla="*/ 72 h 176"/>
              <a:gd name="T28" fmla="*/ 90 w 176"/>
              <a:gd name="T29" fmla="*/ 62 h 176"/>
              <a:gd name="T30" fmla="*/ 92 w 176"/>
              <a:gd name="T31" fmla="*/ 62 h 176"/>
              <a:gd name="T32" fmla="*/ 100 w 176"/>
              <a:gd name="T33" fmla="*/ 56 h 176"/>
              <a:gd name="T34" fmla="*/ 77 w 176"/>
              <a:gd name="T35" fmla="*/ 56 h 176"/>
              <a:gd name="T36" fmla="*/ 60 w 176"/>
              <a:gd name="T37" fmla="*/ 71 h 176"/>
              <a:gd name="T38" fmla="*/ 74 w 176"/>
              <a:gd name="T39" fmla="*/ 87 h 176"/>
              <a:gd name="T40" fmla="*/ 74 w 176"/>
              <a:gd name="T41" fmla="*/ 89 h 176"/>
              <a:gd name="T42" fmla="*/ 75 w 176"/>
              <a:gd name="T43" fmla="*/ 92 h 176"/>
              <a:gd name="T44" fmla="*/ 56 w 176"/>
              <a:gd name="T45" fmla="*/ 107 h 176"/>
              <a:gd name="T46" fmla="*/ 76 w 176"/>
              <a:gd name="T47" fmla="*/ 120 h 176"/>
              <a:gd name="T48" fmla="*/ 95 w 176"/>
              <a:gd name="T49" fmla="*/ 105 h 176"/>
              <a:gd name="T50" fmla="*/ 88 w 176"/>
              <a:gd name="T51" fmla="*/ 91 h 176"/>
              <a:gd name="T52" fmla="*/ 70 w 176"/>
              <a:gd name="T53" fmla="*/ 71 h 176"/>
              <a:gd name="T54" fmla="*/ 71 w 176"/>
              <a:gd name="T55" fmla="*/ 64 h 176"/>
              <a:gd name="T56" fmla="*/ 75 w 176"/>
              <a:gd name="T57" fmla="*/ 62 h 176"/>
              <a:gd name="T58" fmla="*/ 75 w 176"/>
              <a:gd name="T59" fmla="*/ 60 h 176"/>
              <a:gd name="T60" fmla="*/ 75 w 176"/>
              <a:gd name="T61" fmla="*/ 62 h 176"/>
              <a:gd name="T62" fmla="*/ 83 w 176"/>
              <a:gd name="T63" fmla="*/ 72 h 176"/>
              <a:gd name="T64" fmla="*/ 81 w 176"/>
              <a:gd name="T65" fmla="*/ 80 h 176"/>
              <a:gd name="T66" fmla="*/ 78 w 176"/>
              <a:gd name="T67" fmla="*/ 81 h 176"/>
              <a:gd name="T68" fmla="*/ 78 w 176"/>
              <a:gd name="T69" fmla="*/ 81 h 176"/>
              <a:gd name="T70" fmla="*/ 70 w 176"/>
              <a:gd name="T71" fmla="*/ 71 h 176"/>
              <a:gd name="T72" fmla="*/ 76 w 176"/>
              <a:gd name="T73" fmla="*/ 114 h 176"/>
              <a:gd name="T74" fmla="*/ 66 w 176"/>
              <a:gd name="T75" fmla="*/ 105 h 176"/>
              <a:gd name="T76" fmla="*/ 77 w 176"/>
              <a:gd name="T77" fmla="*/ 97 h 176"/>
              <a:gd name="T78" fmla="*/ 77 w 176"/>
              <a:gd name="T79" fmla="*/ 96 h 176"/>
              <a:gd name="T80" fmla="*/ 77 w 176"/>
              <a:gd name="T81" fmla="*/ 96 h 176"/>
              <a:gd name="T82" fmla="*/ 77 w 176"/>
              <a:gd name="T83" fmla="*/ 97 h 176"/>
              <a:gd name="T84" fmla="*/ 81 w 176"/>
              <a:gd name="T85" fmla="*/ 98 h 176"/>
              <a:gd name="T86" fmla="*/ 82 w 176"/>
              <a:gd name="T87" fmla="*/ 99 h 176"/>
              <a:gd name="T88" fmla="*/ 87 w 176"/>
              <a:gd name="T89" fmla="*/ 104 h 176"/>
              <a:gd name="T90" fmla="*/ 87 w 176"/>
              <a:gd name="T91" fmla="*/ 106 h 176"/>
              <a:gd name="T92" fmla="*/ 76 w 176"/>
              <a:gd name="T93" fmla="*/ 114 h 176"/>
              <a:gd name="T94" fmla="*/ 120 w 176"/>
              <a:gd name="T95" fmla="*/ 60 h 176"/>
              <a:gd name="T96" fmla="*/ 112 w 176"/>
              <a:gd name="T97" fmla="*/ 60 h 176"/>
              <a:gd name="T98" fmla="*/ 112 w 176"/>
              <a:gd name="T99" fmla="*/ 72 h 176"/>
              <a:gd name="T100" fmla="*/ 100 w 176"/>
              <a:gd name="T101" fmla="*/ 72 h 176"/>
              <a:gd name="T102" fmla="*/ 100 w 176"/>
              <a:gd name="T103" fmla="*/ 80 h 176"/>
              <a:gd name="T104" fmla="*/ 112 w 176"/>
              <a:gd name="T105" fmla="*/ 80 h 176"/>
              <a:gd name="T106" fmla="*/ 112 w 176"/>
              <a:gd name="T107" fmla="*/ 92 h 176"/>
              <a:gd name="T108" fmla="*/ 120 w 176"/>
              <a:gd name="T109" fmla="*/ 92 h 176"/>
              <a:gd name="T110" fmla="*/ 120 w 176"/>
              <a:gd name="T111" fmla="*/ 80 h 176"/>
              <a:gd name="T112" fmla="*/ 132 w 176"/>
              <a:gd name="T113" fmla="*/ 80 h 176"/>
              <a:gd name="T114" fmla="*/ 132 w 176"/>
              <a:gd name="T115" fmla="*/ 72 h 176"/>
              <a:gd name="T116" fmla="*/ 120 w 176"/>
              <a:gd name="T117" fmla="*/ 72 h 176"/>
              <a:gd name="T118" fmla="*/ 120 w 176"/>
              <a:gd name="T119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88" y="91"/>
                </a:moveTo>
                <a:cubicBezTo>
                  <a:pt x="86" y="90"/>
                  <a:pt x="84" y="87"/>
                  <a:pt x="84" y="87"/>
                </a:cubicBezTo>
                <a:cubicBezTo>
                  <a:pt x="84" y="86"/>
                  <a:pt x="84" y="85"/>
                  <a:pt x="87" y="83"/>
                </a:cubicBezTo>
                <a:cubicBezTo>
                  <a:pt x="91" y="80"/>
                  <a:pt x="93" y="76"/>
                  <a:pt x="93" y="72"/>
                </a:cubicBezTo>
                <a:cubicBezTo>
                  <a:pt x="93" y="68"/>
                  <a:pt x="92" y="65"/>
                  <a:pt x="90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68" y="56"/>
                  <a:pt x="60" y="63"/>
                  <a:pt x="60" y="71"/>
                </a:cubicBezTo>
                <a:cubicBezTo>
                  <a:pt x="60" y="80"/>
                  <a:pt x="66" y="86"/>
                  <a:pt x="74" y="87"/>
                </a:cubicBezTo>
                <a:cubicBezTo>
                  <a:pt x="74" y="87"/>
                  <a:pt x="74" y="88"/>
                  <a:pt x="74" y="89"/>
                </a:cubicBezTo>
                <a:cubicBezTo>
                  <a:pt x="74" y="90"/>
                  <a:pt x="75" y="91"/>
                  <a:pt x="75" y="92"/>
                </a:cubicBezTo>
                <a:cubicBezTo>
                  <a:pt x="65" y="92"/>
                  <a:pt x="56" y="99"/>
                  <a:pt x="56" y="107"/>
                </a:cubicBezTo>
                <a:cubicBezTo>
                  <a:pt x="56" y="115"/>
                  <a:pt x="64" y="120"/>
                  <a:pt x="76" y="120"/>
                </a:cubicBezTo>
                <a:cubicBezTo>
                  <a:pt x="88" y="120"/>
                  <a:pt x="95" y="112"/>
                  <a:pt x="95" y="105"/>
                </a:cubicBezTo>
                <a:cubicBezTo>
                  <a:pt x="95" y="99"/>
                  <a:pt x="93" y="95"/>
                  <a:pt x="88" y="91"/>
                </a:cubicBezTo>
                <a:moveTo>
                  <a:pt x="70" y="71"/>
                </a:moveTo>
                <a:cubicBezTo>
                  <a:pt x="69" y="68"/>
                  <a:pt x="70" y="65"/>
                  <a:pt x="71" y="64"/>
                </a:cubicBezTo>
                <a:cubicBezTo>
                  <a:pt x="72" y="63"/>
                  <a:pt x="73" y="62"/>
                  <a:pt x="75" y="62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2"/>
                  <a:pt x="75" y="62"/>
                  <a:pt x="75" y="62"/>
                </a:cubicBezTo>
                <a:cubicBezTo>
                  <a:pt x="79" y="62"/>
                  <a:pt x="82" y="67"/>
                  <a:pt x="83" y="72"/>
                </a:cubicBezTo>
                <a:cubicBezTo>
                  <a:pt x="83" y="75"/>
                  <a:pt x="83" y="78"/>
                  <a:pt x="81" y="80"/>
                </a:cubicBezTo>
                <a:cubicBezTo>
                  <a:pt x="80" y="81"/>
                  <a:pt x="79" y="81"/>
                  <a:pt x="78" y="81"/>
                </a:cubicBezTo>
                <a:cubicBezTo>
                  <a:pt x="78" y="81"/>
                  <a:pt x="78" y="81"/>
                  <a:pt x="78" y="81"/>
                </a:cubicBezTo>
                <a:cubicBezTo>
                  <a:pt x="74" y="81"/>
                  <a:pt x="70" y="77"/>
                  <a:pt x="70" y="71"/>
                </a:cubicBezTo>
                <a:moveTo>
                  <a:pt x="76" y="114"/>
                </a:moveTo>
                <a:cubicBezTo>
                  <a:pt x="70" y="114"/>
                  <a:pt x="66" y="110"/>
                  <a:pt x="66" y="105"/>
                </a:cubicBezTo>
                <a:cubicBezTo>
                  <a:pt x="66" y="101"/>
                  <a:pt x="71" y="97"/>
                  <a:pt x="77" y="97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7"/>
                  <a:pt x="77" y="97"/>
                  <a:pt x="77" y="97"/>
                </a:cubicBezTo>
                <a:cubicBezTo>
                  <a:pt x="78" y="97"/>
                  <a:pt x="80" y="97"/>
                  <a:pt x="81" y="98"/>
                </a:cubicBezTo>
                <a:cubicBezTo>
                  <a:pt x="82" y="99"/>
                  <a:pt x="82" y="99"/>
                  <a:pt x="82" y="99"/>
                </a:cubicBezTo>
                <a:cubicBezTo>
                  <a:pt x="85" y="101"/>
                  <a:pt x="87" y="102"/>
                  <a:pt x="87" y="104"/>
                </a:cubicBezTo>
                <a:cubicBezTo>
                  <a:pt x="87" y="105"/>
                  <a:pt x="87" y="105"/>
                  <a:pt x="87" y="106"/>
                </a:cubicBezTo>
                <a:cubicBezTo>
                  <a:pt x="87" y="111"/>
                  <a:pt x="83" y="114"/>
                  <a:pt x="76" y="114"/>
                </a:cubicBezTo>
                <a:moveTo>
                  <a:pt x="120" y="60"/>
                </a:moveTo>
                <a:cubicBezTo>
                  <a:pt x="112" y="60"/>
                  <a:pt x="112" y="60"/>
                  <a:pt x="112" y="60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20" y="72"/>
                  <a:pt x="120" y="72"/>
                  <a:pt x="120" y="72"/>
                </a:cubicBezTo>
                <a:lnTo>
                  <a:pt x="120" y="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317"/>
          <p:cNvSpPr>
            <a:spLocks noEditPoints="1"/>
          </p:cNvSpPr>
          <p:nvPr/>
        </p:nvSpPr>
        <p:spPr bwMode="auto">
          <a:xfrm>
            <a:off x="4097156" y="3008990"/>
            <a:ext cx="334275" cy="334275"/>
          </a:xfrm>
          <a:custGeom>
            <a:avLst/>
            <a:gdLst>
              <a:gd name="T0" fmla="*/ 64 w 176"/>
              <a:gd name="T1" fmla="*/ 56 h 176"/>
              <a:gd name="T2" fmla="*/ 56 w 176"/>
              <a:gd name="T3" fmla="*/ 64 h 176"/>
              <a:gd name="T4" fmla="*/ 64 w 176"/>
              <a:gd name="T5" fmla="*/ 72 h 176"/>
              <a:gd name="T6" fmla="*/ 72 w 176"/>
              <a:gd name="T7" fmla="*/ 64 h 176"/>
              <a:gd name="T8" fmla="*/ 64 w 176"/>
              <a:gd name="T9" fmla="*/ 56 h 176"/>
              <a:gd name="T10" fmla="*/ 56 w 176"/>
              <a:gd name="T11" fmla="*/ 120 h 176"/>
              <a:gd name="T12" fmla="*/ 72 w 176"/>
              <a:gd name="T13" fmla="*/ 120 h 176"/>
              <a:gd name="T14" fmla="*/ 72 w 176"/>
              <a:gd name="T15" fmla="*/ 76 h 176"/>
              <a:gd name="T16" fmla="*/ 56 w 176"/>
              <a:gd name="T17" fmla="*/ 76 h 176"/>
              <a:gd name="T18" fmla="*/ 56 w 176"/>
              <a:gd name="T19" fmla="*/ 120 h 176"/>
              <a:gd name="T20" fmla="*/ 109 w 176"/>
              <a:gd name="T21" fmla="*/ 76 h 176"/>
              <a:gd name="T22" fmla="*/ 96 w 176"/>
              <a:gd name="T23" fmla="*/ 83 h 176"/>
              <a:gd name="T24" fmla="*/ 96 w 176"/>
              <a:gd name="T25" fmla="*/ 76 h 176"/>
              <a:gd name="T26" fmla="*/ 80 w 176"/>
              <a:gd name="T27" fmla="*/ 76 h 176"/>
              <a:gd name="T28" fmla="*/ 80 w 176"/>
              <a:gd name="T29" fmla="*/ 120 h 176"/>
              <a:gd name="T30" fmla="*/ 96 w 176"/>
              <a:gd name="T31" fmla="*/ 120 h 176"/>
              <a:gd name="T32" fmla="*/ 96 w 176"/>
              <a:gd name="T33" fmla="*/ 96 h 176"/>
              <a:gd name="T34" fmla="*/ 103 w 176"/>
              <a:gd name="T35" fmla="*/ 88 h 176"/>
              <a:gd name="T36" fmla="*/ 108 w 176"/>
              <a:gd name="T37" fmla="*/ 96 h 176"/>
              <a:gd name="T38" fmla="*/ 108 w 176"/>
              <a:gd name="T39" fmla="*/ 120 h 176"/>
              <a:gd name="T40" fmla="*/ 124 w 176"/>
              <a:gd name="T41" fmla="*/ 120 h 176"/>
              <a:gd name="T42" fmla="*/ 124 w 176"/>
              <a:gd name="T43" fmla="*/ 96 h 176"/>
              <a:gd name="T44" fmla="*/ 109 w 176"/>
              <a:gd name="T45" fmla="*/ 76 h 176"/>
              <a:gd name="T46" fmla="*/ 88 w 176"/>
              <a:gd name="T47" fmla="*/ 0 h 176"/>
              <a:gd name="T48" fmla="*/ 0 w 176"/>
              <a:gd name="T49" fmla="*/ 88 h 176"/>
              <a:gd name="T50" fmla="*/ 88 w 176"/>
              <a:gd name="T51" fmla="*/ 176 h 176"/>
              <a:gd name="T52" fmla="*/ 176 w 176"/>
              <a:gd name="T53" fmla="*/ 88 h 176"/>
              <a:gd name="T54" fmla="*/ 88 w 176"/>
              <a:gd name="T55" fmla="*/ 0 h 176"/>
              <a:gd name="T56" fmla="*/ 88 w 176"/>
              <a:gd name="T57" fmla="*/ 168 h 176"/>
              <a:gd name="T58" fmla="*/ 8 w 176"/>
              <a:gd name="T59" fmla="*/ 88 h 176"/>
              <a:gd name="T60" fmla="*/ 88 w 176"/>
              <a:gd name="T61" fmla="*/ 8 h 176"/>
              <a:gd name="T62" fmla="*/ 168 w 176"/>
              <a:gd name="T63" fmla="*/ 88 h 176"/>
              <a:gd name="T64" fmla="*/ 88 w 176"/>
              <a:gd name="T6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64" y="56"/>
                </a:moveTo>
                <a:cubicBezTo>
                  <a:pt x="60" y="56"/>
                  <a:pt x="56" y="60"/>
                  <a:pt x="56" y="64"/>
                </a:cubicBezTo>
                <a:cubicBezTo>
                  <a:pt x="56" y="68"/>
                  <a:pt x="60" y="72"/>
                  <a:pt x="64" y="72"/>
                </a:cubicBezTo>
                <a:cubicBezTo>
                  <a:pt x="68" y="72"/>
                  <a:pt x="72" y="68"/>
                  <a:pt x="72" y="64"/>
                </a:cubicBezTo>
                <a:cubicBezTo>
                  <a:pt x="72" y="60"/>
                  <a:pt x="68" y="56"/>
                  <a:pt x="64" y="56"/>
                </a:cubicBezTo>
                <a:moveTo>
                  <a:pt x="56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2" y="76"/>
                  <a:pt x="72" y="76"/>
                  <a:pt x="72" y="76"/>
                </a:cubicBezTo>
                <a:cubicBezTo>
                  <a:pt x="56" y="76"/>
                  <a:pt x="56" y="76"/>
                  <a:pt x="56" y="76"/>
                </a:cubicBezTo>
                <a:lnTo>
                  <a:pt x="56" y="120"/>
                </a:lnTo>
                <a:close/>
                <a:moveTo>
                  <a:pt x="109" y="76"/>
                </a:moveTo>
                <a:cubicBezTo>
                  <a:pt x="98" y="76"/>
                  <a:pt x="96" y="83"/>
                  <a:pt x="96" y="83"/>
                </a:cubicBezTo>
                <a:cubicBezTo>
                  <a:pt x="96" y="76"/>
                  <a:pt x="96" y="76"/>
                  <a:pt x="96" y="76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96"/>
                  <a:pt x="96" y="88"/>
                  <a:pt x="103" y="88"/>
                </a:cubicBezTo>
                <a:cubicBezTo>
                  <a:pt x="107" y="88"/>
                  <a:pt x="108" y="92"/>
                  <a:pt x="108" y="96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83"/>
                  <a:pt x="119" y="76"/>
                  <a:pt x="109" y="76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318"/>
          <p:cNvSpPr>
            <a:spLocks noEditPoints="1"/>
          </p:cNvSpPr>
          <p:nvPr/>
        </p:nvSpPr>
        <p:spPr bwMode="auto">
          <a:xfrm>
            <a:off x="4734875" y="3008990"/>
            <a:ext cx="335898" cy="334275"/>
          </a:xfrm>
          <a:custGeom>
            <a:avLst/>
            <a:gdLst>
              <a:gd name="T0" fmla="*/ 94 w 176"/>
              <a:gd name="T1" fmla="*/ 108 h 176"/>
              <a:gd name="T2" fmla="*/ 92 w 176"/>
              <a:gd name="T3" fmla="*/ 106 h 176"/>
              <a:gd name="T4" fmla="*/ 92 w 176"/>
              <a:gd name="T5" fmla="*/ 84 h 176"/>
              <a:gd name="T6" fmla="*/ 108 w 176"/>
              <a:gd name="T7" fmla="*/ 84 h 176"/>
              <a:gd name="T8" fmla="*/ 108 w 176"/>
              <a:gd name="T9" fmla="*/ 72 h 176"/>
              <a:gd name="T10" fmla="*/ 92 w 176"/>
              <a:gd name="T11" fmla="*/ 72 h 176"/>
              <a:gd name="T12" fmla="*/ 92 w 176"/>
              <a:gd name="T13" fmla="*/ 56 h 176"/>
              <a:gd name="T14" fmla="*/ 82 w 176"/>
              <a:gd name="T15" fmla="*/ 56 h 176"/>
              <a:gd name="T16" fmla="*/ 79 w 176"/>
              <a:gd name="T17" fmla="*/ 64 h 176"/>
              <a:gd name="T18" fmla="*/ 75 w 176"/>
              <a:gd name="T19" fmla="*/ 70 h 176"/>
              <a:gd name="T20" fmla="*/ 68 w 176"/>
              <a:gd name="T21" fmla="*/ 73 h 176"/>
              <a:gd name="T22" fmla="*/ 68 w 176"/>
              <a:gd name="T23" fmla="*/ 84 h 176"/>
              <a:gd name="T24" fmla="*/ 76 w 176"/>
              <a:gd name="T25" fmla="*/ 84 h 176"/>
              <a:gd name="T26" fmla="*/ 76 w 176"/>
              <a:gd name="T27" fmla="*/ 105 h 176"/>
              <a:gd name="T28" fmla="*/ 77 w 176"/>
              <a:gd name="T29" fmla="*/ 111 h 176"/>
              <a:gd name="T30" fmla="*/ 80 w 176"/>
              <a:gd name="T31" fmla="*/ 116 h 176"/>
              <a:gd name="T32" fmla="*/ 87 w 176"/>
              <a:gd name="T33" fmla="*/ 119 h 176"/>
              <a:gd name="T34" fmla="*/ 95 w 176"/>
              <a:gd name="T35" fmla="*/ 120 h 176"/>
              <a:gd name="T36" fmla="*/ 102 w 176"/>
              <a:gd name="T37" fmla="*/ 119 h 176"/>
              <a:gd name="T38" fmla="*/ 111 w 176"/>
              <a:gd name="T39" fmla="*/ 116 h 176"/>
              <a:gd name="T40" fmla="*/ 111 w 176"/>
              <a:gd name="T41" fmla="*/ 107 h 176"/>
              <a:gd name="T42" fmla="*/ 100 w 176"/>
              <a:gd name="T43" fmla="*/ 110 h 176"/>
              <a:gd name="T44" fmla="*/ 94 w 176"/>
              <a:gd name="T45" fmla="*/ 108 h 176"/>
              <a:gd name="T46" fmla="*/ 88 w 176"/>
              <a:gd name="T47" fmla="*/ 0 h 176"/>
              <a:gd name="T48" fmla="*/ 0 w 176"/>
              <a:gd name="T49" fmla="*/ 88 h 176"/>
              <a:gd name="T50" fmla="*/ 88 w 176"/>
              <a:gd name="T51" fmla="*/ 176 h 176"/>
              <a:gd name="T52" fmla="*/ 176 w 176"/>
              <a:gd name="T53" fmla="*/ 88 h 176"/>
              <a:gd name="T54" fmla="*/ 88 w 176"/>
              <a:gd name="T55" fmla="*/ 0 h 176"/>
              <a:gd name="T56" fmla="*/ 88 w 176"/>
              <a:gd name="T57" fmla="*/ 168 h 176"/>
              <a:gd name="T58" fmla="*/ 8 w 176"/>
              <a:gd name="T59" fmla="*/ 88 h 176"/>
              <a:gd name="T60" fmla="*/ 88 w 176"/>
              <a:gd name="T61" fmla="*/ 8 h 176"/>
              <a:gd name="T62" fmla="*/ 168 w 176"/>
              <a:gd name="T63" fmla="*/ 88 h 176"/>
              <a:gd name="T64" fmla="*/ 88 w 176"/>
              <a:gd name="T6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94" y="108"/>
                </a:moveTo>
                <a:cubicBezTo>
                  <a:pt x="93" y="108"/>
                  <a:pt x="92" y="107"/>
                  <a:pt x="92" y="106"/>
                </a:cubicBezTo>
                <a:cubicBezTo>
                  <a:pt x="92" y="106"/>
                  <a:pt x="92" y="84"/>
                  <a:pt x="9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56"/>
                  <a:pt x="92" y="56"/>
                  <a:pt x="9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1" y="59"/>
                  <a:pt x="81" y="62"/>
                  <a:pt x="79" y="64"/>
                </a:cubicBezTo>
                <a:cubicBezTo>
                  <a:pt x="78" y="66"/>
                  <a:pt x="77" y="68"/>
                  <a:pt x="75" y="70"/>
                </a:cubicBezTo>
                <a:cubicBezTo>
                  <a:pt x="73" y="71"/>
                  <a:pt x="71" y="72"/>
                  <a:pt x="68" y="73"/>
                </a:cubicBezTo>
                <a:cubicBezTo>
                  <a:pt x="68" y="84"/>
                  <a:pt x="68" y="84"/>
                  <a:pt x="68" y="84"/>
                </a:cubicBezTo>
                <a:cubicBezTo>
                  <a:pt x="76" y="84"/>
                  <a:pt x="76" y="84"/>
                  <a:pt x="76" y="84"/>
                </a:cubicBezTo>
                <a:cubicBezTo>
                  <a:pt x="76" y="105"/>
                  <a:pt x="76" y="105"/>
                  <a:pt x="76" y="105"/>
                </a:cubicBezTo>
                <a:cubicBezTo>
                  <a:pt x="76" y="108"/>
                  <a:pt x="76" y="110"/>
                  <a:pt x="77" y="111"/>
                </a:cubicBezTo>
                <a:cubicBezTo>
                  <a:pt x="78" y="113"/>
                  <a:pt x="79" y="114"/>
                  <a:pt x="80" y="116"/>
                </a:cubicBezTo>
                <a:cubicBezTo>
                  <a:pt x="82" y="117"/>
                  <a:pt x="84" y="118"/>
                  <a:pt x="87" y="119"/>
                </a:cubicBezTo>
                <a:cubicBezTo>
                  <a:pt x="89" y="120"/>
                  <a:pt x="92" y="120"/>
                  <a:pt x="95" y="120"/>
                </a:cubicBezTo>
                <a:cubicBezTo>
                  <a:pt x="97" y="120"/>
                  <a:pt x="100" y="120"/>
                  <a:pt x="102" y="119"/>
                </a:cubicBezTo>
                <a:cubicBezTo>
                  <a:pt x="104" y="119"/>
                  <a:pt x="108" y="118"/>
                  <a:pt x="111" y="116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07" y="109"/>
                  <a:pt x="103" y="110"/>
                  <a:pt x="100" y="110"/>
                </a:cubicBezTo>
                <a:cubicBezTo>
                  <a:pt x="98" y="110"/>
                  <a:pt x="96" y="109"/>
                  <a:pt x="94" y="108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319"/>
          <p:cNvSpPr>
            <a:spLocks noEditPoints="1"/>
          </p:cNvSpPr>
          <p:nvPr/>
        </p:nvSpPr>
        <p:spPr bwMode="auto">
          <a:xfrm>
            <a:off x="5374216" y="3008990"/>
            <a:ext cx="335898" cy="334275"/>
          </a:xfrm>
          <a:custGeom>
            <a:avLst/>
            <a:gdLst>
              <a:gd name="T0" fmla="*/ 107 w 176"/>
              <a:gd name="T1" fmla="*/ 56 h 176"/>
              <a:gd name="T2" fmla="*/ 105 w 176"/>
              <a:gd name="T3" fmla="*/ 56 h 176"/>
              <a:gd name="T4" fmla="*/ 105 w 176"/>
              <a:gd name="T5" fmla="*/ 56 h 176"/>
              <a:gd name="T6" fmla="*/ 98 w 176"/>
              <a:gd name="T7" fmla="*/ 56 h 176"/>
              <a:gd name="T8" fmla="*/ 97 w 176"/>
              <a:gd name="T9" fmla="*/ 56 h 176"/>
              <a:gd name="T10" fmla="*/ 81 w 176"/>
              <a:gd name="T11" fmla="*/ 83 h 176"/>
              <a:gd name="T12" fmla="*/ 66 w 176"/>
              <a:gd name="T13" fmla="*/ 56 h 176"/>
              <a:gd name="T14" fmla="*/ 65 w 176"/>
              <a:gd name="T15" fmla="*/ 56 h 176"/>
              <a:gd name="T16" fmla="*/ 58 w 176"/>
              <a:gd name="T17" fmla="*/ 56 h 176"/>
              <a:gd name="T18" fmla="*/ 56 w 176"/>
              <a:gd name="T19" fmla="*/ 56 h 176"/>
              <a:gd name="T20" fmla="*/ 77 w 176"/>
              <a:gd name="T21" fmla="*/ 93 h 176"/>
              <a:gd name="T22" fmla="*/ 77 w 176"/>
              <a:gd name="T23" fmla="*/ 119 h 176"/>
              <a:gd name="T24" fmla="*/ 77 w 176"/>
              <a:gd name="T25" fmla="*/ 120 h 176"/>
              <a:gd name="T26" fmla="*/ 77 w 176"/>
              <a:gd name="T27" fmla="*/ 120 h 176"/>
              <a:gd name="T28" fmla="*/ 78 w 176"/>
              <a:gd name="T29" fmla="*/ 120 h 176"/>
              <a:gd name="T30" fmla="*/ 85 w 176"/>
              <a:gd name="T31" fmla="*/ 120 h 176"/>
              <a:gd name="T32" fmla="*/ 86 w 176"/>
              <a:gd name="T33" fmla="*/ 120 h 176"/>
              <a:gd name="T34" fmla="*/ 86 w 176"/>
              <a:gd name="T35" fmla="*/ 93 h 176"/>
              <a:gd name="T36" fmla="*/ 96 w 176"/>
              <a:gd name="T37" fmla="*/ 75 h 176"/>
              <a:gd name="T38" fmla="*/ 106 w 176"/>
              <a:gd name="T39" fmla="*/ 57 h 176"/>
              <a:gd name="T40" fmla="*/ 107 w 176"/>
              <a:gd name="T41" fmla="*/ 56 h 176"/>
              <a:gd name="T42" fmla="*/ 88 w 176"/>
              <a:gd name="T43" fmla="*/ 0 h 176"/>
              <a:gd name="T44" fmla="*/ 0 w 176"/>
              <a:gd name="T45" fmla="*/ 88 h 176"/>
              <a:gd name="T46" fmla="*/ 88 w 176"/>
              <a:gd name="T47" fmla="*/ 176 h 176"/>
              <a:gd name="T48" fmla="*/ 176 w 176"/>
              <a:gd name="T49" fmla="*/ 88 h 176"/>
              <a:gd name="T50" fmla="*/ 88 w 176"/>
              <a:gd name="T51" fmla="*/ 0 h 176"/>
              <a:gd name="T52" fmla="*/ 88 w 176"/>
              <a:gd name="T53" fmla="*/ 168 h 176"/>
              <a:gd name="T54" fmla="*/ 8 w 176"/>
              <a:gd name="T55" fmla="*/ 88 h 176"/>
              <a:gd name="T56" fmla="*/ 88 w 176"/>
              <a:gd name="T57" fmla="*/ 8 h 176"/>
              <a:gd name="T58" fmla="*/ 168 w 176"/>
              <a:gd name="T59" fmla="*/ 88 h 176"/>
              <a:gd name="T60" fmla="*/ 88 w 176"/>
              <a:gd name="T61" fmla="*/ 168 h 176"/>
              <a:gd name="T62" fmla="*/ 108 w 176"/>
              <a:gd name="T63" fmla="*/ 111 h 176"/>
              <a:gd name="T64" fmla="*/ 102 w 176"/>
              <a:gd name="T65" fmla="*/ 114 h 176"/>
              <a:gd name="T66" fmla="*/ 103 w 176"/>
              <a:gd name="T67" fmla="*/ 118 h 176"/>
              <a:gd name="T68" fmla="*/ 106 w 176"/>
              <a:gd name="T69" fmla="*/ 120 h 176"/>
              <a:gd name="T70" fmla="*/ 107 w 176"/>
              <a:gd name="T71" fmla="*/ 120 h 176"/>
              <a:gd name="T72" fmla="*/ 112 w 176"/>
              <a:gd name="T73" fmla="*/ 117 h 176"/>
              <a:gd name="T74" fmla="*/ 111 w 176"/>
              <a:gd name="T75" fmla="*/ 113 h 176"/>
              <a:gd name="T76" fmla="*/ 108 w 176"/>
              <a:gd name="T77" fmla="*/ 111 h 176"/>
              <a:gd name="T78" fmla="*/ 116 w 176"/>
              <a:gd name="T79" fmla="*/ 57 h 176"/>
              <a:gd name="T80" fmla="*/ 115 w 176"/>
              <a:gd name="T81" fmla="*/ 57 h 176"/>
              <a:gd name="T82" fmla="*/ 111 w 176"/>
              <a:gd name="T83" fmla="*/ 61 h 176"/>
              <a:gd name="T84" fmla="*/ 106 w 176"/>
              <a:gd name="T85" fmla="*/ 105 h 176"/>
              <a:gd name="T86" fmla="*/ 106 w 176"/>
              <a:gd name="T87" fmla="*/ 106 h 176"/>
              <a:gd name="T88" fmla="*/ 107 w 176"/>
              <a:gd name="T89" fmla="*/ 106 h 176"/>
              <a:gd name="T90" fmla="*/ 107 w 176"/>
              <a:gd name="T91" fmla="*/ 106 h 176"/>
              <a:gd name="T92" fmla="*/ 110 w 176"/>
              <a:gd name="T93" fmla="*/ 107 h 176"/>
              <a:gd name="T94" fmla="*/ 111 w 176"/>
              <a:gd name="T95" fmla="*/ 107 h 176"/>
              <a:gd name="T96" fmla="*/ 111 w 176"/>
              <a:gd name="T97" fmla="*/ 106 h 176"/>
              <a:gd name="T98" fmla="*/ 118 w 176"/>
              <a:gd name="T99" fmla="*/ 69 h 176"/>
              <a:gd name="T100" fmla="*/ 120 w 176"/>
              <a:gd name="T101" fmla="*/ 63 h 176"/>
              <a:gd name="T102" fmla="*/ 119 w 176"/>
              <a:gd name="T103" fmla="*/ 59 h 176"/>
              <a:gd name="T104" fmla="*/ 116 w 176"/>
              <a:gd name="T105" fmla="*/ 5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07" y="56"/>
                </a:moveTo>
                <a:cubicBezTo>
                  <a:pt x="105" y="56"/>
                  <a:pt x="105" y="56"/>
                  <a:pt x="105" y="56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3" y="57"/>
                  <a:pt x="100" y="57"/>
                  <a:pt x="98" y="56"/>
                </a:cubicBezTo>
                <a:cubicBezTo>
                  <a:pt x="97" y="56"/>
                  <a:pt x="97" y="56"/>
                  <a:pt x="97" y="56"/>
                </a:cubicBezTo>
                <a:cubicBezTo>
                  <a:pt x="81" y="83"/>
                  <a:pt x="81" y="83"/>
                  <a:pt x="81" y="83"/>
                </a:cubicBezTo>
                <a:cubicBezTo>
                  <a:pt x="66" y="56"/>
                  <a:pt x="66" y="56"/>
                  <a:pt x="66" y="56"/>
                </a:cubicBezTo>
                <a:cubicBezTo>
                  <a:pt x="65" y="56"/>
                  <a:pt x="65" y="56"/>
                  <a:pt x="65" y="56"/>
                </a:cubicBezTo>
                <a:cubicBezTo>
                  <a:pt x="63" y="57"/>
                  <a:pt x="60" y="57"/>
                  <a:pt x="58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119"/>
                  <a:pt x="77" y="119"/>
                  <a:pt x="77" y="119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80" y="119"/>
                  <a:pt x="83" y="119"/>
                  <a:pt x="85" y="120"/>
                </a:cubicBezTo>
                <a:cubicBezTo>
                  <a:pt x="86" y="120"/>
                  <a:pt x="86" y="120"/>
                  <a:pt x="86" y="120"/>
                </a:cubicBezTo>
                <a:cubicBezTo>
                  <a:pt x="86" y="93"/>
                  <a:pt x="86" y="93"/>
                  <a:pt x="86" y="93"/>
                </a:cubicBezTo>
                <a:cubicBezTo>
                  <a:pt x="86" y="91"/>
                  <a:pt x="91" y="83"/>
                  <a:pt x="96" y="75"/>
                </a:cubicBezTo>
                <a:cubicBezTo>
                  <a:pt x="101" y="66"/>
                  <a:pt x="106" y="57"/>
                  <a:pt x="106" y="57"/>
                </a:cubicBezTo>
                <a:lnTo>
                  <a:pt x="107" y="56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08" y="111"/>
                </a:moveTo>
                <a:cubicBezTo>
                  <a:pt x="105" y="110"/>
                  <a:pt x="103" y="111"/>
                  <a:pt x="102" y="114"/>
                </a:cubicBezTo>
                <a:cubicBezTo>
                  <a:pt x="102" y="116"/>
                  <a:pt x="102" y="117"/>
                  <a:pt x="103" y="118"/>
                </a:cubicBezTo>
                <a:cubicBezTo>
                  <a:pt x="104" y="119"/>
                  <a:pt x="105" y="119"/>
                  <a:pt x="106" y="120"/>
                </a:cubicBezTo>
                <a:cubicBezTo>
                  <a:pt x="106" y="120"/>
                  <a:pt x="107" y="120"/>
                  <a:pt x="107" y="120"/>
                </a:cubicBezTo>
                <a:cubicBezTo>
                  <a:pt x="109" y="120"/>
                  <a:pt x="111" y="119"/>
                  <a:pt x="112" y="117"/>
                </a:cubicBezTo>
                <a:cubicBezTo>
                  <a:pt x="112" y="115"/>
                  <a:pt x="112" y="114"/>
                  <a:pt x="111" y="113"/>
                </a:cubicBezTo>
                <a:cubicBezTo>
                  <a:pt x="111" y="112"/>
                  <a:pt x="110" y="111"/>
                  <a:pt x="108" y="111"/>
                </a:cubicBezTo>
                <a:moveTo>
                  <a:pt x="116" y="57"/>
                </a:moveTo>
                <a:cubicBezTo>
                  <a:pt x="116" y="57"/>
                  <a:pt x="116" y="57"/>
                  <a:pt x="115" y="57"/>
                </a:cubicBezTo>
                <a:cubicBezTo>
                  <a:pt x="113" y="57"/>
                  <a:pt x="111" y="58"/>
                  <a:pt x="111" y="61"/>
                </a:cubicBezTo>
                <a:cubicBezTo>
                  <a:pt x="108" y="95"/>
                  <a:pt x="106" y="105"/>
                  <a:pt x="106" y="105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7" y="106"/>
                  <a:pt x="107" y="106"/>
                  <a:pt x="107" y="106"/>
                </a:cubicBezTo>
                <a:cubicBezTo>
                  <a:pt x="107" y="106"/>
                  <a:pt x="107" y="106"/>
                  <a:pt x="107" y="106"/>
                </a:cubicBezTo>
                <a:cubicBezTo>
                  <a:pt x="108" y="106"/>
                  <a:pt x="109" y="106"/>
                  <a:pt x="110" y="107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11" y="106"/>
                  <a:pt x="111" y="106"/>
                  <a:pt x="111" y="106"/>
                </a:cubicBezTo>
                <a:cubicBezTo>
                  <a:pt x="113" y="94"/>
                  <a:pt x="116" y="78"/>
                  <a:pt x="118" y="69"/>
                </a:cubicBezTo>
                <a:cubicBezTo>
                  <a:pt x="119" y="66"/>
                  <a:pt x="120" y="64"/>
                  <a:pt x="120" y="63"/>
                </a:cubicBezTo>
                <a:cubicBezTo>
                  <a:pt x="120" y="61"/>
                  <a:pt x="120" y="60"/>
                  <a:pt x="119" y="59"/>
                </a:cubicBezTo>
                <a:cubicBezTo>
                  <a:pt x="119" y="58"/>
                  <a:pt x="118" y="57"/>
                  <a:pt x="116" y="5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320"/>
          <p:cNvSpPr>
            <a:spLocks noEditPoints="1"/>
          </p:cNvSpPr>
          <p:nvPr/>
        </p:nvSpPr>
        <p:spPr bwMode="auto">
          <a:xfrm>
            <a:off x="6013557" y="3008990"/>
            <a:ext cx="334275" cy="334275"/>
          </a:xfrm>
          <a:custGeom>
            <a:avLst/>
            <a:gdLst>
              <a:gd name="T0" fmla="*/ 113 w 176"/>
              <a:gd name="T1" fmla="*/ 79 h 176"/>
              <a:gd name="T2" fmla="*/ 113 w 176"/>
              <a:gd name="T3" fmla="*/ 79 h 176"/>
              <a:gd name="T4" fmla="*/ 113 w 176"/>
              <a:gd name="T5" fmla="*/ 79 h 176"/>
              <a:gd name="T6" fmla="*/ 113 w 176"/>
              <a:gd name="T7" fmla="*/ 79 h 176"/>
              <a:gd name="T8" fmla="*/ 62 w 176"/>
              <a:gd name="T9" fmla="*/ 80 h 176"/>
              <a:gd name="T10" fmla="*/ 44 w 176"/>
              <a:gd name="T11" fmla="*/ 94 h 176"/>
              <a:gd name="T12" fmla="*/ 60 w 176"/>
              <a:gd name="T13" fmla="*/ 104 h 176"/>
              <a:gd name="T14" fmla="*/ 60 w 176"/>
              <a:gd name="T15" fmla="*/ 104 h 176"/>
              <a:gd name="T16" fmla="*/ 63 w 176"/>
              <a:gd name="T17" fmla="*/ 106 h 176"/>
              <a:gd name="T18" fmla="*/ 70 w 176"/>
              <a:gd name="T19" fmla="*/ 110 h 176"/>
              <a:gd name="T20" fmla="*/ 82 w 176"/>
              <a:gd name="T21" fmla="*/ 101 h 176"/>
              <a:gd name="T22" fmla="*/ 88 w 176"/>
              <a:gd name="T23" fmla="*/ 97 h 176"/>
              <a:gd name="T24" fmla="*/ 88 w 176"/>
              <a:gd name="T25" fmla="*/ 97 h 176"/>
              <a:gd name="T26" fmla="*/ 88 w 176"/>
              <a:gd name="T27" fmla="*/ 97 h 176"/>
              <a:gd name="T28" fmla="*/ 88 w 176"/>
              <a:gd name="T29" fmla="*/ 97 h 176"/>
              <a:gd name="T30" fmla="*/ 88 w 176"/>
              <a:gd name="T31" fmla="*/ 97 h 176"/>
              <a:gd name="T32" fmla="*/ 102 w 176"/>
              <a:gd name="T33" fmla="*/ 107 h 176"/>
              <a:gd name="T34" fmla="*/ 106 w 176"/>
              <a:gd name="T35" fmla="*/ 110 h 176"/>
              <a:gd name="T36" fmla="*/ 132 w 176"/>
              <a:gd name="T37" fmla="*/ 94 h 176"/>
              <a:gd name="T38" fmla="*/ 113 w 176"/>
              <a:gd name="T39" fmla="*/ 79 h 176"/>
              <a:gd name="T40" fmla="*/ 88 w 176"/>
              <a:gd name="T41" fmla="*/ 95 h 176"/>
              <a:gd name="T42" fmla="*/ 62 w 176"/>
              <a:gd name="T43" fmla="*/ 80 h 176"/>
              <a:gd name="T44" fmla="*/ 106 w 176"/>
              <a:gd name="T45" fmla="*/ 120 h 176"/>
              <a:gd name="T46" fmla="*/ 106 w 176"/>
              <a:gd name="T47" fmla="*/ 120 h 176"/>
              <a:gd name="T48" fmla="*/ 88 w 176"/>
              <a:gd name="T49" fmla="*/ 107 h 176"/>
              <a:gd name="T50" fmla="*/ 71 w 176"/>
              <a:gd name="T51" fmla="*/ 120 h 176"/>
              <a:gd name="T52" fmla="*/ 71 w 176"/>
              <a:gd name="T53" fmla="*/ 120 h 176"/>
              <a:gd name="T54" fmla="*/ 62 w 176"/>
              <a:gd name="T55" fmla="*/ 114 h 176"/>
              <a:gd name="T56" fmla="*/ 62 w 176"/>
              <a:gd name="T57" fmla="*/ 119 h 176"/>
              <a:gd name="T58" fmla="*/ 88 w 176"/>
              <a:gd name="T59" fmla="*/ 136 h 176"/>
              <a:gd name="T60" fmla="*/ 114 w 176"/>
              <a:gd name="T61" fmla="*/ 119 h 176"/>
              <a:gd name="T62" fmla="*/ 114 w 176"/>
              <a:gd name="T63" fmla="*/ 115 h 176"/>
              <a:gd name="T64" fmla="*/ 106 w 176"/>
              <a:gd name="T65" fmla="*/ 120 h 176"/>
              <a:gd name="T66" fmla="*/ 44 w 176"/>
              <a:gd name="T67" fmla="*/ 65 h 176"/>
              <a:gd name="T68" fmla="*/ 62 w 176"/>
              <a:gd name="T69" fmla="*/ 80 h 176"/>
              <a:gd name="T70" fmla="*/ 88 w 176"/>
              <a:gd name="T71" fmla="*/ 63 h 176"/>
              <a:gd name="T72" fmla="*/ 70 w 176"/>
              <a:gd name="T73" fmla="*/ 48 h 176"/>
              <a:gd name="T74" fmla="*/ 44 w 176"/>
              <a:gd name="T75" fmla="*/ 65 h 176"/>
              <a:gd name="T76" fmla="*/ 106 w 176"/>
              <a:gd name="T77" fmla="*/ 48 h 176"/>
              <a:gd name="T78" fmla="*/ 88 w 176"/>
              <a:gd name="T79" fmla="*/ 63 h 176"/>
              <a:gd name="T80" fmla="*/ 113 w 176"/>
              <a:gd name="T81" fmla="*/ 79 h 176"/>
              <a:gd name="T82" fmla="*/ 132 w 176"/>
              <a:gd name="T83" fmla="*/ 65 h 176"/>
              <a:gd name="T84" fmla="*/ 106 w 176"/>
              <a:gd name="T85" fmla="*/ 48 h 176"/>
              <a:gd name="T86" fmla="*/ 88 w 176"/>
              <a:gd name="T87" fmla="*/ 0 h 176"/>
              <a:gd name="T88" fmla="*/ 0 w 176"/>
              <a:gd name="T89" fmla="*/ 88 h 176"/>
              <a:gd name="T90" fmla="*/ 88 w 176"/>
              <a:gd name="T91" fmla="*/ 176 h 176"/>
              <a:gd name="T92" fmla="*/ 176 w 176"/>
              <a:gd name="T93" fmla="*/ 88 h 176"/>
              <a:gd name="T94" fmla="*/ 88 w 176"/>
              <a:gd name="T95" fmla="*/ 0 h 176"/>
              <a:gd name="T96" fmla="*/ 88 w 176"/>
              <a:gd name="T97" fmla="*/ 168 h 176"/>
              <a:gd name="T98" fmla="*/ 8 w 176"/>
              <a:gd name="T99" fmla="*/ 88 h 176"/>
              <a:gd name="T100" fmla="*/ 88 w 176"/>
              <a:gd name="T101" fmla="*/ 8 h 176"/>
              <a:gd name="T102" fmla="*/ 168 w 176"/>
              <a:gd name="T103" fmla="*/ 88 h 176"/>
              <a:gd name="T104" fmla="*/ 88 w 176"/>
              <a:gd name="T10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13" y="79"/>
                </a:moveTo>
                <a:cubicBezTo>
                  <a:pt x="113" y="79"/>
                  <a:pt x="113" y="79"/>
                  <a:pt x="113" y="79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13" y="79"/>
                  <a:pt x="113" y="79"/>
                  <a:pt x="113" y="79"/>
                </a:cubicBezTo>
                <a:close/>
                <a:moveTo>
                  <a:pt x="62" y="80"/>
                </a:moveTo>
                <a:cubicBezTo>
                  <a:pt x="44" y="94"/>
                  <a:pt x="44" y="94"/>
                  <a:pt x="44" y="9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3" y="106"/>
                  <a:pt x="63" y="106"/>
                  <a:pt x="63" y="106"/>
                </a:cubicBezTo>
                <a:cubicBezTo>
                  <a:pt x="70" y="110"/>
                  <a:pt x="70" y="110"/>
                  <a:pt x="70" y="110"/>
                </a:cubicBezTo>
                <a:cubicBezTo>
                  <a:pt x="82" y="101"/>
                  <a:pt x="82" y="101"/>
                  <a:pt x="82" y="101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6" y="110"/>
                  <a:pt x="106" y="110"/>
                  <a:pt x="106" y="110"/>
                </a:cubicBezTo>
                <a:cubicBezTo>
                  <a:pt x="132" y="94"/>
                  <a:pt x="132" y="94"/>
                  <a:pt x="132" y="94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88" y="95"/>
                  <a:pt x="88" y="95"/>
                  <a:pt x="88" y="95"/>
                </a:cubicBezTo>
                <a:lnTo>
                  <a:pt x="62" y="80"/>
                </a:lnTo>
                <a:close/>
                <a:moveTo>
                  <a:pt x="106" y="120"/>
                </a:moveTo>
                <a:cubicBezTo>
                  <a:pt x="106" y="120"/>
                  <a:pt x="106" y="120"/>
                  <a:pt x="106" y="120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114" y="119"/>
                  <a:pt x="114" y="119"/>
                  <a:pt x="114" y="119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06" y="120"/>
                  <a:pt x="106" y="120"/>
                  <a:pt x="106" y="120"/>
                </a:cubicBezTo>
                <a:close/>
                <a:moveTo>
                  <a:pt x="44" y="65"/>
                </a:moveTo>
                <a:cubicBezTo>
                  <a:pt x="62" y="80"/>
                  <a:pt x="62" y="80"/>
                  <a:pt x="62" y="80"/>
                </a:cubicBezTo>
                <a:cubicBezTo>
                  <a:pt x="88" y="63"/>
                  <a:pt x="88" y="63"/>
                  <a:pt x="88" y="63"/>
                </a:cubicBezTo>
                <a:cubicBezTo>
                  <a:pt x="70" y="48"/>
                  <a:pt x="70" y="48"/>
                  <a:pt x="70" y="48"/>
                </a:cubicBezTo>
                <a:lnTo>
                  <a:pt x="44" y="65"/>
                </a:lnTo>
                <a:close/>
                <a:moveTo>
                  <a:pt x="106" y="48"/>
                </a:moveTo>
                <a:cubicBezTo>
                  <a:pt x="88" y="63"/>
                  <a:pt x="88" y="63"/>
                  <a:pt x="88" y="63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32" y="65"/>
                  <a:pt x="132" y="65"/>
                  <a:pt x="132" y="65"/>
                </a:cubicBezTo>
                <a:lnTo>
                  <a:pt x="106" y="48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321"/>
          <p:cNvSpPr>
            <a:spLocks noEditPoints="1"/>
          </p:cNvSpPr>
          <p:nvPr/>
        </p:nvSpPr>
        <p:spPr bwMode="auto">
          <a:xfrm>
            <a:off x="6652899" y="3008990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12 w 176"/>
              <a:gd name="T21" fmla="*/ 48 h 176"/>
              <a:gd name="T22" fmla="*/ 64 w 176"/>
              <a:gd name="T23" fmla="*/ 48 h 176"/>
              <a:gd name="T24" fmla="*/ 48 w 176"/>
              <a:gd name="T25" fmla="*/ 64 h 176"/>
              <a:gd name="T26" fmla="*/ 48 w 176"/>
              <a:gd name="T27" fmla="*/ 112 h 176"/>
              <a:gd name="T28" fmla="*/ 64 w 176"/>
              <a:gd name="T29" fmla="*/ 128 h 176"/>
              <a:gd name="T30" fmla="*/ 112 w 176"/>
              <a:gd name="T31" fmla="*/ 128 h 176"/>
              <a:gd name="T32" fmla="*/ 128 w 176"/>
              <a:gd name="T33" fmla="*/ 112 h 176"/>
              <a:gd name="T34" fmla="*/ 128 w 176"/>
              <a:gd name="T35" fmla="*/ 64 h 176"/>
              <a:gd name="T36" fmla="*/ 112 w 176"/>
              <a:gd name="T37" fmla="*/ 48 h 176"/>
              <a:gd name="T38" fmla="*/ 104 w 176"/>
              <a:gd name="T39" fmla="*/ 60 h 176"/>
              <a:gd name="T40" fmla="*/ 116 w 176"/>
              <a:gd name="T41" fmla="*/ 60 h 176"/>
              <a:gd name="T42" fmla="*/ 116 w 176"/>
              <a:gd name="T43" fmla="*/ 72 h 176"/>
              <a:gd name="T44" fmla="*/ 104 w 176"/>
              <a:gd name="T45" fmla="*/ 72 h 176"/>
              <a:gd name="T46" fmla="*/ 104 w 176"/>
              <a:gd name="T47" fmla="*/ 60 h 176"/>
              <a:gd name="T48" fmla="*/ 88 w 176"/>
              <a:gd name="T49" fmla="*/ 72 h 176"/>
              <a:gd name="T50" fmla="*/ 104 w 176"/>
              <a:gd name="T51" fmla="*/ 88 h 176"/>
              <a:gd name="T52" fmla="*/ 88 w 176"/>
              <a:gd name="T53" fmla="*/ 104 h 176"/>
              <a:gd name="T54" fmla="*/ 72 w 176"/>
              <a:gd name="T55" fmla="*/ 88 h 176"/>
              <a:gd name="T56" fmla="*/ 88 w 176"/>
              <a:gd name="T57" fmla="*/ 72 h 176"/>
              <a:gd name="T58" fmla="*/ 120 w 176"/>
              <a:gd name="T59" fmla="*/ 112 h 176"/>
              <a:gd name="T60" fmla="*/ 112 w 176"/>
              <a:gd name="T61" fmla="*/ 120 h 176"/>
              <a:gd name="T62" fmla="*/ 64 w 176"/>
              <a:gd name="T63" fmla="*/ 120 h 176"/>
              <a:gd name="T64" fmla="*/ 56 w 176"/>
              <a:gd name="T65" fmla="*/ 112 h 176"/>
              <a:gd name="T66" fmla="*/ 56 w 176"/>
              <a:gd name="T67" fmla="*/ 84 h 176"/>
              <a:gd name="T68" fmla="*/ 64 w 176"/>
              <a:gd name="T69" fmla="*/ 84 h 176"/>
              <a:gd name="T70" fmla="*/ 64 w 176"/>
              <a:gd name="T71" fmla="*/ 88 h 176"/>
              <a:gd name="T72" fmla="*/ 88 w 176"/>
              <a:gd name="T73" fmla="*/ 112 h 176"/>
              <a:gd name="T74" fmla="*/ 112 w 176"/>
              <a:gd name="T75" fmla="*/ 88 h 176"/>
              <a:gd name="T76" fmla="*/ 112 w 176"/>
              <a:gd name="T77" fmla="*/ 84 h 176"/>
              <a:gd name="T78" fmla="*/ 120 w 176"/>
              <a:gd name="T79" fmla="*/ 84 h 176"/>
              <a:gd name="T80" fmla="*/ 120 w 176"/>
              <a:gd name="T81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55" y="48"/>
                  <a:pt x="48" y="55"/>
                  <a:pt x="48" y="64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48" y="121"/>
                  <a:pt x="55" y="128"/>
                  <a:pt x="64" y="12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21" y="128"/>
                  <a:pt x="128" y="121"/>
                  <a:pt x="128" y="11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55"/>
                  <a:pt x="121" y="48"/>
                  <a:pt x="112" y="48"/>
                </a:cubicBezTo>
                <a:moveTo>
                  <a:pt x="104" y="60"/>
                </a:moveTo>
                <a:cubicBezTo>
                  <a:pt x="116" y="60"/>
                  <a:pt x="116" y="60"/>
                  <a:pt x="116" y="60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04" y="72"/>
                  <a:pt x="104" y="72"/>
                  <a:pt x="104" y="72"/>
                </a:cubicBezTo>
                <a:lnTo>
                  <a:pt x="104" y="60"/>
                </a:lnTo>
                <a:close/>
                <a:moveTo>
                  <a:pt x="88" y="72"/>
                </a:moveTo>
                <a:cubicBezTo>
                  <a:pt x="97" y="72"/>
                  <a:pt x="104" y="79"/>
                  <a:pt x="104" y="88"/>
                </a:cubicBezTo>
                <a:cubicBezTo>
                  <a:pt x="104" y="97"/>
                  <a:pt x="97" y="104"/>
                  <a:pt x="88" y="104"/>
                </a:cubicBezTo>
                <a:cubicBezTo>
                  <a:pt x="79" y="104"/>
                  <a:pt x="72" y="97"/>
                  <a:pt x="72" y="88"/>
                </a:cubicBezTo>
                <a:cubicBezTo>
                  <a:pt x="72" y="79"/>
                  <a:pt x="79" y="72"/>
                  <a:pt x="88" y="72"/>
                </a:cubicBezTo>
                <a:moveTo>
                  <a:pt x="120" y="112"/>
                </a:moveTo>
                <a:cubicBezTo>
                  <a:pt x="120" y="116"/>
                  <a:pt x="116" y="120"/>
                  <a:pt x="112" y="120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0" y="120"/>
                  <a:pt x="56" y="116"/>
                  <a:pt x="56" y="112"/>
                </a:cubicBezTo>
                <a:cubicBezTo>
                  <a:pt x="56" y="84"/>
                  <a:pt x="56" y="84"/>
                  <a:pt x="56" y="84"/>
                </a:cubicBezTo>
                <a:cubicBezTo>
                  <a:pt x="64" y="84"/>
                  <a:pt x="64" y="84"/>
                  <a:pt x="64" y="84"/>
                </a:cubicBezTo>
                <a:cubicBezTo>
                  <a:pt x="64" y="85"/>
                  <a:pt x="64" y="87"/>
                  <a:pt x="64" y="88"/>
                </a:cubicBezTo>
                <a:cubicBezTo>
                  <a:pt x="64" y="101"/>
                  <a:pt x="75" y="112"/>
                  <a:pt x="88" y="112"/>
                </a:cubicBezTo>
                <a:cubicBezTo>
                  <a:pt x="101" y="112"/>
                  <a:pt x="112" y="101"/>
                  <a:pt x="112" y="88"/>
                </a:cubicBezTo>
                <a:cubicBezTo>
                  <a:pt x="112" y="87"/>
                  <a:pt x="112" y="85"/>
                  <a:pt x="112" y="84"/>
                </a:cubicBezTo>
                <a:cubicBezTo>
                  <a:pt x="120" y="84"/>
                  <a:pt x="120" y="84"/>
                  <a:pt x="120" y="84"/>
                </a:cubicBezTo>
                <a:lnTo>
                  <a:pt x="120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322"/>
          <p:cNvSpPr>
            <a:spLocks noEditPoints="1"/>
          </p:cNvSpPr>
          <p:nvPr/>
        </p:nvSpPr>
        <p:spPr bwMode="auto">
          <a:xfrm>
            <a:off x="7292240" y="3008990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88 w 176"/>
              <a:gd name="T21" fmla="*/ 40 h 176"/>
              <a:gd name="T22" fmla="*/ 40 w 176"/>
              <a:gd name="T23" fmla="*/ 88 h 176"/>
              <a:gd name="T24" fmla="*/ 88 w 176"/>
              <a:gd name="T25" fmla="*/ 136 h 176"/>
              <a:gd name="T26" fmla="*/ 136 w 176"/>
              <a:gd name="T27" fmla="*/ 88 h 176"/>
              <a:gd name="T28" fmla="*/ 88 w 176"/>
              <a:gd name="T29" fmla="*/ 40 h 176"/>
              <a:gd name="T30" fmla="*/ 48 w 176"/>
              <a:gd name="T31" fmla="*/ 88 h 176"/>
              <a:gd name="T32" fmla="*/ 51 w 176"/>
              <a:gd name="T33" fmla="*/ 72 h 176"/>
              <a:gd name="T34" fmla="*/ 70 w 176"/>
              <a:gd name="T35" fmla="*/ 124 h 176"/>
              <a:gd name="T36" fmla="*/ 48 w 176"/>
              <a:gd name="T37" fmla="*/ 88 h 176"/>
              <a:gd name="T38" fmla="*/ 88 w 176"/>
              <a:gd name="T39" fmla="*/ 128 h 176"/>
              <a:gd name="T40" fmla="*/ 77 w 176"/>
              <a:gd name="T41" fmla="*/ 126 h 176"/>
              <a:gd name="T42" fmla="*/ 89 w 176"/>
              <a:gd name="T43" fmla="*/ 92 h 176"/>
              <a:gd name="T44" fmla="*/ 101 w 176"/>
              <a:gd name="T45" fmla="*/ 126 h 176"/>
              <a:gd name="T46" fmla="*/ 88 w 176"/>
              <a:gd name="T47" fmla="*/ 128 h 176"/>
              <a:gd name="T48" fmla="*/ 94 w 176"/>
              <a:gd name="T49" fmla="*/ 69 h 176"/>
              <a:gd name="T50" fmla="*/ 98 w 176"/>
              <a:gd name="T51" fmla="*/ 69 h 176"/>
              <a:gd name="T52" fmla="*/ 98 w 176"/>
              <a:gd name="T53" fmla="*/ 65 h 176"/>
              <a:gd name="T54" fmla="*/ 87 w 176"/>
              <a:gd name="T55" fmla="*/ 66 h 176"/>
              <a:gd name="T56" fmla="*/ 76 w 176"/>
              <a:gd name="T57" fmla="*/ 65 h 176"/>
              <a:gd name="T58" fmla="*/ 76 w 176"/>
              <a:gd name="T59" fmla="*/ 69 h 176"/>
              <a:gd name="T60" fmla="*/ 80 w 176"/>
              <a:gd name="T61" fmla="*/ 69 h 176"/>
              <a:gd name="T62" fmla="*/ 87 w 176"/>
              <a:gd name="T63" fmla="*/ 86 h 176"/>
              <a:gd name="T64" fmla="*/ 78 w 176"/>
              <a:gd name="T65" fmla="*/ 113 h 176"/>
              <a:gd name="T66" fmla="*/ 63 w 176"/>
              <a:gd name="T67" fmla="*/ 69 h 176"/>
              <a:gd name="T68" fmla="*/ 68 w 176"/>
              <a:gd name="T69" fmla="*/ 69 h 176"/>
              <a:gd name="T70" fmla="*/ 67 w 176"/>
              <a:gd name="T71" fmla="*/ 65 h 176"/>
              <a:gd name="T72" fmla="*/ 57 w 176"/>
              <a:gd name="T73" fmla="*/ 66 h 176"/>
              <a:gd name="T74" fmla="*/ 55 w 176"/>
              <a:gd name="T75" fmla="*/ 66 h 176"/>
              <a:gd name="T76" fmla="*/ 88 w 176"/>
              <a:gd name="T77" fmla="*/ 48 h 176"/>
              <a:gd name="T78" fmla="*/ 114 w 176"/>
              <a:gd name="T79" fmla="*/ 58 h 176"/>
              <a:gd name="T80" fmla="*/ 108 w 176"/>
              <a:gd name="T81" fmla="*/ 65 h 176"/>
              <a:gd name="T82" fmla="*/ 112 w 176"/>
              <a:gd name="T83" fmla="*/ 75 h 176"/>
              <a:gd name="T84" fmla="*/ 115 w 176"/>
              <a:gd name="T85" fmla="*/ 86 h 176"/>
              <a:gd name="T86" fmla="*/ 112 w 176"/>
              <a:gd name="T87" fmla="*/ 99 h 176"/>
              <a:gd name="T88" fmla="*/ 108 w 176"/>
              <a:gd name="T89" fmla="*/ 113 h 176"/>
              <a:gd name="T90" fmla="*/ 94 w 176"/>
              <a:gd name="T91" fmla="*/ 69 h 176"/>
              <a:gd name="T92" fmla="*/ 128 w 176"/>
              <a:gd name="T93" fmla="*/ 88 h 176"/>
              <a:gd name="T94" fmla="*/ 109 w 176"/>
              <a:gd name="T95" fmla="*/ 122 h 176"/>
              <a:gd name="T96" fmla="*/ 121 w 176"/>
              <a:gd name="T97" fmla="*/ 87 h 176"/>
              <a:gd name="T98" fmla="*/ 124 w 176"/>
              <a:gd name="T99" fmla="*/ 73 h 176"/>
              <a:gd name="T100" fmla="*/ 124 w 176"/>
              <a:gd name="T101" fmla="*/ 70 h 176"/>
              <a:gd name="T102" fmla="*/ 128 w 176"/>
              <a:gd name="T103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48" y="88"/>
                </a:moveTo>
                <a:cubicBezTo>
                  <a:pt x="48" y="82"/>
                  <a:pt x="49" y="77"/>
                  <a:pt x="51" y="72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57" y="117"/>
                  <a:pt x="48" y="104"/>
                  <a:pt x="48" y="88"/>
                </a:cubicBezTo>
                <a:moveTo>
                  <a:pt x="88" y="128"/>
                </a:moveTo>
                <a:cubicBezTo>
                  <a:pt x="84" y="128"/>
                  <a:pt x="80" y="127"/>
                  <a:pt x="77" y="126"/>
                </a:cubicBezTo>
                <a:cubicBezTo>
                  <a:pt x="89" y="92"/>
                  <a:pt x="89" y="92"/>
                  <a:pt x="89" y="92"/>
                </a:cubicBezTo>
                <a:cubicBezTo>
                  <a:pt x="89" y="92"/>
                  <a:pt x="100" y="121"/>
                  <a:pt x="101" y="126"/>
                </a:cubicBezTo>
                <a:cubicBezTo>
                  <a:pt x="97" y="127"/>
                  <a:pt x="93" y="128"/>
                  <a:pt x="88" y="128"/>
                </a:cubicBezTo>
                <a:moveTo>
                  <a:pt x="94" y="69"/>
                </a:moveTo>
                <a:cubicBezTo>
                  <a:pt x="96" y="69"/>
                  <a:pt x="98" y="69"/>
                  <a:pt x="98" y="69"/>
                </a:cubicBezTo>
                <a:cubicBezTo>
                  <a:pt x="100" y="68"/>
                  <a:pt x="100" y="65"/>
                  <a:pt x="98" y="65"/>
                </a:cubicBezTo>
                <a:cubicBezTo>
                  <a:pt x="98" y="65"/>
                  <a:pt x="91" y="66"/>
                  <a:pt x="87" y="66"/>
                </a:cubicBezTo>
                <a:cubicBezTo>
                  <a:pt x="83" y="66"/>
                  <a:pt x="76" y="65"/>
                  <a:pt x="76" y="65"/>
                </a:cubicBezTo>
                <a:cubicBezTo>
                  <a:pt x="74" y="65"/>
                  <a:pt x="74" y="68"/>
                  <a:pt x="76" y="69"/>
                </a:cubicBezTo>
                <a:cubicBezTo>
                  <a:pt x="76" y="69"/>
                  <a:pt x="78" y="69"/>
                  <a:pt x="80" y="69"/>
                </a:cubicBezTo>
                <a:cubicBezTo>
                  <a:pt x="87" y="86"/>
                  <a:pt x="87" y="86"/>
                  <a:pt x="87" y="86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63" y="69"/>
                  <a:pt x="63" y="69"/>
                  <a:pt x="63" y="69"/>
                </a:cubicBezTo>
                <a:cubicBezTo>
                  <a:pt x="66" y="69"/>
                  <a:pt x="68" y="69"/>
                  <a:pt x="68" y="69"/>
                </a:cubicBezTo>
                <a:cubicBezTo>
                  <a:pt x="70" y="68"/>
                  <a:pt x="70" y="65"/>
                  <a:pt x="67" y="65"/>
                </a:cubicBezTo>
                <a:cubicBezTo>
                  <a:pt x="67" y="65"/>
                  <a:pt x="61" y="66"/>
                  <a:pt x="57" y="66"/>
                </a:cubicBezTo>
                <a:cubicBezTo>
                  <a:pt x="56" y="66"/>
                  <a:pt x="55" y="66"/>
                  <a:pt x="55" y="66"/>
                </a:cubicBezTo>
                <a:cubicBezTo>
                  <a:pt x="62" y="55"/>
                  <a:pt x="74" y="48"/>
                  <a:pt x="88" y="48"/>
                </a:cubicBezTo>
                <a:cubicBezTo>
                  <a:pt x="98" y="48"/>
                  <a:pt x="107" y="52"/>
                  <a:pt x="114" y="58"/>
                </a:cubicBezTo>
                <a:cubicBezTo>
                  <a:pt x="111" y="58"/>
                  <a:pt x="108" y="62"/>
                  <a:pt x="108" y="65"/>
                </a:cubicBezTo>
                <a:cubicBezTo>
                  <a:pt x="108" y="69"/>
                  <a:pt x="110" y="71"/>
                  <a:pt x="112" y="75"/>
                </a:cubicBezTo>
                <a:cubicBezTo>
                  <a:pt x="114" y="77"/>
                  <a:pt x="115" y="81"/>
                  <a:pt x="115" y="86"/>
                </a:cubicBezTo>
                <a:cubicBezTo>
                  <a:pt x="115" y="89"/>
                  <a:pt x="114" y="93"/>
                  <a:pt x="112" y="99"/>
                </a:cubicBezTo>
                <a:cubicBezTo>
                  <a:pt x="108" y="113"/>
                  <a:pt x="108" y="113"/>
                  <a:pt x="108" y="113"/>
                </a:cubicBezTo>
                <a:lnTo>
                  <a:pt x="94" y="69"/>
                </a:lnTo>
                <a:close/>
                <a:moveTo>
                  <a:pt x="128" y="88"/>
                </a:moveTo>
                <a:cubicBezTo>
                  <a:pt x="128" y="102"/>
                  <a:pt x="120" y="115"/>
                  <a:pt x="109" y="122"/>
                </a:cubicBezTo>
                <a:cubicBezTo>
                  <a:pt x="121" y="87"/>
                  <a:pt x="121" y="87"/>
                  <a:pt x="121" y="87"/>
                </a:cubicBezTo>
                <a:cubicBezTo>
                  <a:pt x="123" y="81"/>
                  <a:pt x="124" y="77"/>
                  <a:pt x="124" y="73"/>
                </a:cubicBezTo>
                <a:cubicBezTo>
                  <a:pt x="124" y="72"/>
                  <a:pt x="124" y="71"/>
                  <a:pt x="124" y="70"/>
                </a:cubicBezTo>
                <a:cubicBezTo>
                  <a:pt x="126" y="76"/>
                  <a:pt x="128" y="82"/>
                  <a:pt x="128" y="8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323"/>
          <p:cNvSpPr>
            <a:spLocks noEditPoints="1"/>
          </p:cNvSpPr>
          <p:nvPr/>
        </p:nvSpPr>
        <p:spPr bwMode="auto">
          <a:xfrm>
            <a:off x="1539791" y="3648331"/>
            <a:ext cx="335898" cy="334275"/>
          </a:xfrm>
          <a:custGeom>
            <a:avLst/>
            <a:gdLst>
              <a:gd name="T0" fmla="*/ 88 w 176"/>
              <a:gd name="T1" fmla="*/ 40 h 176"/>
              <a:gd name="T2" fmla="*/ 40 w 176"/>
              <a:gd name="T3" fmla="*/ 88 h 176"/>
              <a:gd name="T4" fmla="*/ 88 w 176"/>
              <a:gd name="T5" fmla="*/ 136 h 176"/>
              <a:gd name="T6" fmla="*/ 136 w 176"/>
              <a:gd name="T7" fmla="*/ 88 h 176"/>
              <a:gd name="T8" fmla="*/ 88 w 176"/>
              <a:gd name="T9" fmla="*/ 40 h 176"/>
              <a:gd name="T10" fmla="*/ 88 w 176"/>
              <a:gd name="T11" fmla="*/ 48 h 176"/>
              <a:gd name="T12" fmla="*/ 113 w 176"/>
              <a:gd name="T13" fmla="*/ 57 h 176"/>
              <a:gd name="T14" fmla="*/ 92 w 176"/>
              <a:gd name="T15" fmla="*/ 70 h 176"/>
              <a:gd name="T16" fmla="*/ 76 w 176"/>
              <a:gd name="T17" fmla="*/ 50 h 176"/>
              <a:gd name="T18" fmla="*/ 88 w 176"/>
              <a:gd name="T19" fmla="*/ 48 h 176"/>
              <a:gd name="T20" fmla="*/ 68 w 176"/>
              <a:gd name="T21" fmla="*/ 53 h 176"/>
              <a:gd name="T22" fmla="*/ 84 w 176"/>
              <a:gd name="T23" fmla="*/ 73 h 176"/>
              <a:gd name="T24" fmla="*/ 49 w 176"/>
              <a:gd name="T25" fmla="*/ 80 h 176"/>
              <a:gd name="T26" fmla="*/ 68 w 176"/>
              <a:gd name="T27" fmla="*/ 53 h 176"/>
              <a:gd name="T28" fmla="*/ 48 w 176"/>
              <a:gd name="T29" fmla="*/ 88 h 176"/>
              <a:gd name="T30" fmla="*/ 88 w 176"/>
              <a:gd name="T31" fmla="*/ 80 h 176"/>
              <a:gd name="T32" fmla="*/ 92 w 176"/>
              <a:gd name="T33" fmla="*/ 88 h 176"/>
              <a:gd name="T34" fmla="*/ 59 w 176"/>
              <a:gd name="T35" fmla="*/ 115 h 176"/>
              <a:gd name="T36" fmla="*/ 48 w 176"/>
              <a:gd name="T37" fmla="*/ 88 h 176"/>
              <a:gd name="T38" fmla="*/ 88 w 176"/>
              <a:gd name="T39" fmla="*/ 128 h 176"/>
              <a:gd name="T40" fmla="*/ 65 w 176"/>
              <a:gd name="T41" fmla="*/ 121 h 176"/>
              <a:gd name="T42" fmla="*/ 95 w 176"/>
              <a:gd name="T43" fmla="*/ 96 h 176"/>
              <a:gd name="T44" fmla="*/ 100 w 176"/>
              <a:gd name="T45" fmla="*/ 126 h 176"/>
              <a:gd name="T46" fmla="*/ 88 w 176"/>
              <a:gd name="T47" fmla="*/ 128 h 176"/>
              <a:gd name="T48" fmla="*/ 108 w 176"/>
              <a:gd name="T49" fmla="*/ 123 h 176"/>
              <a:gd name="T50" fmla="*/ 103 w 176"/>
              <a:gd name="T51" fmla="*/ 94 h 176"/>
              <a:gd name="T52" fmla="*/ 116 w 176"/>
              <a:gd name="T53" fmla="*/ 92 h 176"/>
              <a:gd name="T54" fmla="*/ 128 w 176"/>
              <a:gd name="T55" fmla="*/ 93 h 176"/>
              <a:gd name="T56" fmla="*/ 108 w 176"/>
              <a:gd name="T57" fmla="*/ 123 h 176"/>
              <a:gd name="T58" fmla="*/ 116 w 176"/>
              <a:gd name="T59" fmla="*/ 84 h 176"/>
              <a:gd name="T60" fmla="*/ 100 w 176"/>
              <a:gd name="T61" fmla="*/ 86 h 176"/>
              <a:gd name="T62" fmla="*/ 96 w 176"/>
              <a:gd name="T63" fmla="*/ 77 h 176"/>
              <a:gd name="T64" fmla="*/ 119 w 176"/>
              <a:gd name="T65" fmla="*/ 63 h 176"/>
              <a:gd name="T66" fmla="*/ 128 w 176"/>
              <a:gd name="T67" fmla="*/ 85 h 176"/>
              <a:gd name="T68" fmla="*/ 116 w 176"/>
              <a:gd name="T69" fmla="*/ 84 h 176"/>
              <a:gd name="T70" fmla="*/ 88 w 176"/>
              <a:gd name="T71" fmla="*/ 0 h 176"/>
              <a:gd name="T72" fmla="*/ 0 w 176"/>
              <a:gd name="T73" fmla="*/ 88 h 176"/>
              <a:gd name="T74" fmla="*/ 88 w 176"/>
              <a:gd name="T75" fmla="*/ 176 h 176"/>
              <a:gd name="T76" fmla="*/ 176 w 176"/>
              <a:gd name="T77" fmla="*/ 88 h 176"/>
              <a:gd name="T78" fmla="*/ 88 w 176"/>
              <a:gd name="T79" fmla="*/ 0 h 176"/>
              <a:gd name="T80" fmla="*/ 88 w 176"/>
              <a:gd name="T81" fmla="*/ 168 h 176"/>
              <a:gd name="T82" fmla="*/ 8 w 176"/>
              <a:gd name="T83" fmla="*/ 88 h 176"/>
              <a:gd name="T84" fmla="*/ 88 w 176"/>
              <a:gd name="T85" fmla="*/ 8 h 176"/>
              <a:gd name="T86" fmla="*/ 168 w 176"/>
              <a:gd name="T87" fmla="*/ 88 h 176"/>
              <a:gd name="T88" fmla="*/ 88 w 176"/>
              <a:gd name="T8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88" y="48"/>
                </a:moveTo>
                <a:cubicBezTo>
                  <a:pt x="98" y="48"/>
                  <a:pt x="106" y="51"/>
                  <a:pt x="113" y="57"/>
                </a:cubicBezTo>
                <a:cubicBezTo>
                  <a:pt x="107" y="62"/>
                  <a:pt x="100" y="67"/>
                  <a:pt x="92" y="70"/>
                </a:cubicBezTo>
                <a:cubicBezTo>
                  <a:pt x="87" y="63"/>
                  <a:pt x="82" y="56"/>
                  <a:pt x="76" y="50"/>
                </a:cubicBezTo>
                <a:cubicBezTo>
                  <a:pt x="80" y="49"/>
                  <a:pt x="84" y="48"/>
                  <a:pt x="88" y="48"/>
                </a:cubicBezTo>
                <a:moveTo>
                  <a:pt x="68" y="53"/>
                </a:moveTo>
                <a:cubicBezTo>
                  <a:pt x="74" y="59"/>
                  <a:pt x="80" y="66"/>
                  <a:pt x="84" y="73"/>
                </a:cubicBezTo>
                <a:cubicBezTo>
                  <a:pt x="73" y="77"/>
                  <a:pt x="61" y="80"/>
                  <a:pt x="49" y="80"/>
                </a:cubicBezTo>
                <a:cubicBezTo>
                  <a:pt x="51" y="69"/>
                  <a:pt x="58" y="59"/>
                  <a:pt x="68" y="53"/>
                </a:cubicBezTo>
                <a:moveTo>
                  <a:pt x="48" y="88"/>
                </a:moveTo>
                <a:cubicBezTo>
                  <a:pt x="62" y="88"/>
                  <a:pt x="76" y="85"/>
                  <a:pt x="88" y="80"/>
                </a:cubicBezTo>
                <a:cubicBezTo>
                  <a:pt x="90" y="83"/>
                  <a:pt x="91" y="86"/>
                  <a:pt x="92" y="88"/>
                </a:cubicBezTo>
                <a:cubicBezTo>
                  <a:pt x="78" y="94"/>
                  <a:pt x="67" y="103"/>
                  <a:pt x="59" y="115"/>
                </a:cubicBezTo>
                <a:cubicBezTo>
                  <a:pt x="52" y="108"/>
                  <a:pt x="48" y="99"/>
                  <a:pt x="48" y="88"/>
                </a:cubicBezTo>
                <a:moveTo>
                  <a:pt x="88" y="128"/>
                </a:moveTo>
                <a:cubicBezTo>
                  <a:pt x="79" y="128"/>
                  <a:pt x="71" y="125"/>
                  <a:pt x="65" y="121"/>
                </a:cubicBezTo>
                <a:cubicBezTo>
                  <a:pt x="72" y="109"/>
                  <a:pt x="82" y="101"/>
                  <a:pt x="95" y="96"/>
                </a:cubicBezTo>
                <a:cubicBezTo>
                  <a:pt x="98" y="105"/>
                  <a:pt x="100" y="116"/>
                  <a:pt x="100" y="126"/>
                </a:cubicBezTo>
                <a:cubicBezTo>
                  <a:pt x="96" y="127"/>
                  <a:pt x="92" y="128"/>
                  <a:pt x="88" y="128"/>
                </a:cubicBezTo>
                <a:moveTo>
                  <a:pt x="108" y="123"/>
                </a:moveTo>
                <a:cubicBezTo>
                  <a:pt x="107" y="113"/>
                  <a:pt x="106" y="103"/>
                  <a:pt x="103" y="94"/>
                </a:cubicBezTo>
                <a:cubicBezTo>
                  <a:pt x="107" y="93"/>
                  <a:pt x="111" y="92"/>
                  <a:pt x="116" y="92"/>
                </a:cubicBezTo>
                <a:cubicBezTo>
                  <a:pt x="120" y="92"/>
                  <a:pt x="124" y="93"/>
                  <a:pt x="128" y="93"/>
                </a:cubicBezTo>
                <a:cubicBezTo>
                  <a:pt x="126" y="106"/>
                  <a:pt x="118" y="117"/>
                  <a:pt x="108" y="123"/>
                </a:cubicBezTo>
                <a:moveTo>
                  <a:pt x="116" y="84"/>
                </a:moveTo>
                <a:cubicBezTo>
                  <a:pt x="110" y="84"/>
                  <a:pt x="105" y="85"/>
                  <a:pt x="100" y="86"/>
                </a:cubicBezTo>
                <a:cubicBezTo>
                  <a:pt x="99" y="83"/>
                  <a:pt x="97" y="80"/>
                  <a:pt x="96" y="77"/>
                </a:cubicBezTo>
                <a:cubicBezTo>
                  <a:pt x="104" y="73"/>
                  <a:pt x="112" y="68"/>
                  <a:pt x="119" y="63"/>
                </a:cubicBezTo>
                <a:cubicBezTo>
                  <a:pt x="124" y="69"/>
                  <a:pt x="127" y="77"/>
                  <a:pt x="128" y="85"/>
                </a:cubicBezTo>
                <a:cubicBezTo>
                  <a:pt x="124" y="84"/>
                  <a:pt x="120" y="84"/>
                  <a:pt x="116" y="8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324"/>
          <p:cNvSpPr>
            <a:spLocks noEditPoints="1"/>
          </p:cNvSpPr>
          <p:nvPr/>
        </p:nvSpPr>
        <p:spPr bwMode="auto">
          <a:xfrm>
            <a:off x="2179132" y="3648331"/>
            <a:ext cx="334275" cy="334275"/>
          </a:xfrm>
          <a:custGeom>
            <a:avLst/>
            <a:gdLst>
              <a:gd name="T0" fmla="*/ 130 w 176"/>
              <a:gd name="T1" fmla="*/ 57 h 176"/>
              <a:gd name="T2" fmla="*/ 119 w 176"/>
              <a:gd name="T3" fmla="*/ 61 h 176"/>
              <a:gd name="T4" fmla="*/ 107 w 176"/>
              <a:gd name="T5" fmla="*/ 56 h 176"/>
              <a:gd name="T6" fmla="*/ 91 w 176"/>
              <a:gd name="T7" fmla="*/ 72 h 176"/>
              <a:gd name="T8" fmla="*/ 91 w 176"/>
              <a:gd name="T9" fmla="*/ 76 h 176"/>
              <a:gd name="T10" fmla="*/ 58 w 176"/>
              <a:gd name="T11" fmla="*/ 59 h 176"/>
              <a:gd name="T12" fmla="*/ 55 w 176"/>
              <a:gd name="T13" fmla="*/ 67 h 176"/>
              <a:gd name="T14" fmla="*/ 63 w 176"/>
              <a:gd name="T15" fmla="*/ 81 h 176"/>
              <a:gd name="T16" fmla="*/ 55 w 176"/>
              <a:gd name="T17" fmla="*/ 79 h 176"/>
              <a:gd name="T18" fmla="*/ 55 w 176"/>
              <a:gd name="T19" fmla="*/ 79 h 176"/>
              <a:gd name="T20" fmla="*/ 68 w 176"/>
              <a:gd name="T21" fmla="*/ 95 h 176"/>
              <a:gd name="T22" fmla="*/ 64 w 176"/>
              <a:gd name="T23" fmla="*/ 95 h 176"/>
              <a:gd name="T24" fmla="*/ 61 w 176"/>
              <a:gd name="T25" fmla="*/ 95 h 176"/>
              <a:gd name="T26" fmla="*/ 76 w 176"/>
              <a:gd name="T27" fmla="*/ 106 h 176"/>
              <a:gd name="T28" fmla="*/ 56 w 176"/>
              <a:gd name="T29" fmla="*/ 113 h 176"/>
              <a:gd name="T30" fmla="*/ 52 w 176"/>
              <a:gd name="T31" fmla="*/ 113 h 176"/>
              <a:gd name="T32" fmla="*/ 77 w 176"/>
              <a:gd name="T33" fmla="*/ 120 h 176"/>
              <a:gd name="T34" fmla="*/ 124 w 176"/>
              <a:gd name="T35" fmla="*/ 74 h 176"/>
              <a:gd name="T36" fmla="*/ 124 w 176"/>
              <a:gd name="T37" fmla="*/ 72 h 176"/>
              <a:gd name="T38" fmla="*/ 132 w 176"/>
              <a:gd name="T39" fmla="*/ 64 h 176"/>
              <a:gd name="T40" fmla="*/ 123 w 176"/>
              <a:gd name="T41" fmla="*/ 66 h 176"/>
              <a:gd name="T42" fmla="*/ 130 w 176"/>
              <a:gd name="T43" fmla="*/ 57 h 176"/>
              <a:gd name="T44" fmla="*/ 160 w 176"/>
              <a:gd name="T45" fmla="*/ 0 h 176"/>
              <a:gd name="T46" fmla="*/ 16 w 176"/>
              <a:gd name="T47" fmla="*/ 0 h 176"/>
              <a:gd name="T48" fmla="*/ 0 w 176"/>
              <a:gd name="T49" fmla="*/ 16 h 176"/>
              <a:gd name="T50" fmla="*/ 0 w 176"/>
              <a:gd name="T51" fmla="*/ 160 h 176"/>
              <a:gd name="T52" fmla="*/ 16 w 176"/>
              <a:gd name="T53" fmla="*/ 176 h 176"/>
              <a:gd name="T54" fmla="*/ 160 w 176"/>
              <a:gd name="T55" fmla="*/ 176 h 176"/>
              <a:gd name="T56" fmla="*/ 176 w 176"/>
              <a:gd name="T57" fmla="*/ 160 h 176"/>
              <a:gd name="T58" fmla="*/ 176 w 176"/>
              <a:gd name="T59" fmla="*/ 16 h 176"/>
              <a:gd name="T60" fmla="*/ 160 w 176"/>
              <a:gd name="T61" fmla="*/ 0 h 176"/>
              <a:gd name="T62" fmla="*/ 168 w 176"/>
              <a:gd name="T63" fmla="*/ 160 h 176"/>
              <a:gd name="T64" fmla="*/ 160 w 176"/>
              <a:gd name="T65" fmla="*/ 168 h 176"/>
              <a:gd name="T66" fmla="*/ 16 w 176"/>
              <a:gd name="T67" fmla="*/ 168 h 176"/>
              <a:gd name="T68" fmla="*/ 8 w 176"/>
              <a:gd name="T69" fmla="*/ 160 h 176"/>
              <a:gd name="T70" fmla="*/ 8 w 176"/>
              <a:gd name="T71" fmla="*/ 16 h 176"/>
              <a:gd name="T72" fmla="*/ 16 w 176"/>
              <a:gd name="T73" fmla="*/ 8 h 176"/>
              <a:gd name="T74" fmla="*/ 160 w 176"/>
              <a:gd name="T75" fmla="*/ 8 h 176"/>
              <a:gd name="T76" fmla="*/ 168 w 176"/>
              <a:gd name="T77" fmla="*/ 16 h 176"/>
              <a:gd name="T78" fmla="*/ 168 w 176"/>
              <a:gd name="T7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30" y="57"/>
                </a:moveTo>
                <a:cubicBezTo>
                  <a:pt x="127" y="59"/>
                  <a:pt x="123" y="60"/>
                  <a:pt x="119" y="61"/>
                </a:cubicBezTo>
                <a:cubicBezTo>
                  <a:pt x="116" y="58"/>
                  <a:pt x="112" y="56"/>
                  <a:pt x="107" y="56"/>
                </a:cubicBezTo>
                <a:cubicBezTo>
                  <a:pt x="98" y="56"/>
                  <a:pt x="91" y="63"/>
                  <a:pt x="91" y="72"/>
                </a:cubicBezTo>
                <a:cubicBezTo>
                  <a:pt x="91" y="73"/>
                  <a:pt x="91" y="75"/>
                  <a:pt x="91" y="76"/>
                </a:cubicBezTo>
                <a:cubicBezTo>
                  <a:pt x="78" y="75"/>
                  <a:pt x="66" y="69"/>
                  <a:pt x="58" y="59"/>
                </a:cubicBezTo>
                <a:cubicBezTo>
                  <a:pt x="56" y="61"/>
                  <a:pt x="55" y="64"/>
                  <a:pt x="55" y="67"/>
                </a:cubicBezTo>
                <a:cubicBezTo>
                  <a:pt x="55" y="73"/>
                  <a:pt x="58" y="78"/>
                  <a:pt x="63" y="81"/>
                </a:cubicBezTo>
                <a:cubicBezTo>
                  <a:pt x="60" y="80"/>
                  <a:pt x="57" y="80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87"/>
                  <a:pt x="61" y="93"/>
                  <a:pt x="68" y="95"/>
                </a:cubicBezTo>
                <a:cubicBezTo>
                  <a:pt x="67" y="95"/>
                  <a:pt x="66" y="95"/>
                  <a:pt x="64" y="95"/>
                </a:cubicBezTo>
                <a:cubicBezTo>
                  <a:pt x="63" y="95"/>
                  <a:pt x="62" y="95"/>
                  <a:pt x="61" y="95"/>
                </a:cubicBezTo>
                <a:cubicBezTo>
                  <a:pt x="63" y="101"/>
                  <a:pt x="69" y="106"/>
                  <a:pt x="76" y="106"/>
                </a:cubicBezTo>
                <a:cubicBezTo>
                  <a:pt x="71" y="110"/>
                  <a:pt x="64" y="113"/>
                  <a:pt x="56" y="113"/>
                </a:cubicBezTo>
                <a:cubicBezTo>
                  <a:pt x="55" y="113"/>
                  <a:pt x="53" y="113"/>
                  <a:pt x="52" y="113"/>
                </a:cubicBezTo>
                <a:cubicBezTo>
                  <a:pt x="59" y="117"/>
                  <a:pt x="68" y="120"/>
                  <a:pt x="77" y="120"/>
                </a:cubicBezTo>
                <a:cubicBezTo>
                  <a:pt x="107" y="120"/>
                  <a:pt x="124" y="95"/>
                  <a:pt x="124" y="74"/>
                </a:cubicBezTo>
                <a:cubicBezTo>
                  <a:pt x="124" y="73"/>
                  <a:pt x="124" y="73"/>
                  <a:pt x="124" y="72"/>
                </a:cubicBezTo>
                <a:cubicBezTo>
                  <a:pt x="127" y="70"/>
                  <a:pt x="130" y="67"/>
                  <a:pt x="132" y="64"/>
                </a:cubicBezTo>
                <a:cubicBezTo>
                  <a:pt x="129" y="65"/>
                  <a:pt x="126" y="66"/>
                  <a:pt x="123" y="66"/>
                </a:cubicBezTo>
                <a:cubicBezTo>
                  <a:pt x="126" y="64"/>
                  <a:pt x="129" y="61"/>
                  <a:pt x="130" y="57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325"/>
          <p:cNvSpPr>
            <a:spLocks noEditPoints="1"/>
          </p:cNvSpPr>
          <p:nvPr/>
        </p:nvSpPr>
        <p:spPr bwMode="auto">
          <a:xfrm>
            <a:off x="2818474" y="3648331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96 w 176"/>
              <a:gd name="T37" fmla="*/ 69 h 176"/>
              <a:gd name="T38" fmla="*/ 101 w 176"/>
              <a:gd name="T39" fmla="*/ 64 h 176"/>
              <a:gd name="T40" fmla="*/ 108 w 176"/>
              <a:gd name="T41" fmla="*/ 64 h 176"/>
              <a:gd name="T42" fmla="*/ 108 w 176"/>
              <a:gd name="T43" fmla="*/ 52 h 176"/>
              <a:gd name="T44" fmla="*/ 97 w 176"/>
              <a:gd name="T45" fmla="*/ 52 h 176"/>
              <a:gd name="T46" fmla="*/ 80 w 176"/>
              <a:gd name="T47" fmla="*/ 68 h 176"/>
              <a:gd name="T48" fmla="*/ 80 w 176"/>
              <a:gd name="T49" fmla="*/ 76 h 176"/>
              <a:gd name="T50" fmla="*/ 72 w 176"/>
              <a:gd name="T51" fmla="*/ 76 h 176"/>
              <a:gd name="T52" fmla="*/ 72 w 176"/>
              <a:gd name="T53" fmla="*/ 88 h 176"/>
              <a:gd name="T54" fmla="*/ 80 w 176"/>
              <a:gd name="T55" fmla="*/ 88 h 176"/>
              <a:gd name="T56" fmla="*/ 80 w 176"/>
              <a:gd name="T57" fmla="*/ 124 h 176"/>
              <a:gd name="T58" fmla="*/ 96 w 176"/>
              <a:gd name="T59" fmla="*/ 124 h 176"/>
              <a:gd name="T60" fmla="*/ 96 w 176"/>
              <a:gd name="T61" fmla="*/ 88 h 176"/>
              <a:gd name="T62" fmla="*/ 107 w 176"/>
              <a:gd name="T63" fmla="*/ 88 h 176"/>
              <a:gd name="T64" fmla="*/ 108 w 176"/>
              <a:gd name="T65" fmla="*/ 76 h 176"/>
              <a:gd name="T66" fmla="*/ 96 w 176"/>
              <a:gd name="T67" fmla="*/ 76 h 176"/>
              <a:gd name="T68" fmla="*/ 96 w 176"/>
              <a:gd name="T69" fmla="*/ 6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6" y="69"/>
                </a:moveTo>
                <a:cubicBezTo>
                  <a:pt x="96" y="66"/>
                  <a:pt x="96" y="64"/>
                  <a:pt x="101" y="64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97" y="52"/>
                  <a:pt x="97" y="52"/>
                  <a:pt x="97" y="52"/>
                </a:cubicBezTo>
                <a:cubicBezTo>
                  <a:pt x="84" y="52"/>
                  <a:pt x="80" y="58"/>
                  <a:pt x="80" y="68"/>
                </a:cubicBezTo>
                <a:cubicBezTo>
                  <a:pt x="80" y="76"/>
                  <a:pt x="80" y="76"/>
                  <a:pt x="80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88"/>
                  <a:pt x="72" y="88"/>
                  <a:pt x="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88"/>
                  <a:pt x="96" y="88"/>
                  <a:pt x="96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96" y="76"/>
                  <a:pt x="96" y="76"/>
                  <a:pt x="96" y="76"/>
                </a:cubicBezTo>
                <a:lnTo>
                  <a:pt x="96" y="6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326"/>
          <p:cNvSpPr>
            <a:spLocks noEditPoints="1"/>
          </p:cNvSpPr>
          <p:nvPr/>
        </p:nvSpPr>
        <p:spPr bwMode="auto">
          <a:xfrm>
            <a:off x="3457815" y="3648331"/>
            <a:ext cx="334275" cy="334275"/>
          </a:xfrm>
          <a:custGeom>
            <a:avLst/>
            <a:gdLst>
              <a:gd name="T0" fmla="*/ 107 w 176"/>
              <a:gd name="T1" fmla="*/ 71 h 176"/>
              <a:gd name="T2" fmla="*/ 107 w 176"/>
              <a:gd name="T3" fmla="*/ 48 h 176"/>
              <a:gd name="T4" fmla="*/ 102 w 176"/>
              <a:gd name="T5" fmla="*/ 67 h 176"/>
              <a:gd name="T6" fmla="*/ 97 w 176"/>
              <a:gd name="T7" fmla="*/ 68 h 176"/>
              <a:gd name="T8" fmla="*/ 86 w 176"/>
              <a:gd name="T9" fmla="*/ 72 h 176"/>
              <a:gd name="T10" fmla="*/ 86 w 176"/>
              <a:gd name="T11" fmla="*/ 48 h 176"/>
              <a:gd name="T12" fmla="*/ 78 w 176"/>
              <a:gd name="T13" fmla="*/ 65 h 176"/>
              <a:gd name="T14" fmla="*/ 85 w 176"/>
              <a:gd name="T15" fmla="*/ 52 h 176"/>
              <a:gd name="T16" fmla="*/ 85 w 176"/>
              <a:gd name="T17" fmla="*/ 68 h 176"/>
              <a:gd name="T18" fmla="*/ 65 w 176"/>
              <a:gd name="T19" fmla="*/ 71 h 176"/>
              <a:gd name="T20" fmla="*/ 77 w 176"/>
              <a:gd name="T21" fmla="*/ 40 h 176"/>
              <a:gd name="T22" fmla="*/ 64 w 176"/>
              <a:gd name="T23" fmla="*/ 40 h 176"/>
              <a:gd name="T24" fmla="*/ 65 w 176"/>
              <a:gd name="T25" fmla="*/ 71 h 176"/>
              <a:gd name="T26" fmla="*/ 0 w 176"/>
              <a:gd name="T27" fmla="*/ 16 h 176"/>
              <a:gd name="T28" fmla="*/ 160 w 176"/>
              <a:gd name="T29" fmla="*/ 176 h 176"/>
              <a:gd name="T30" fmla="*/ 160 w 176"/>
              <a:gd name="T31" fmla="*/ 0 h 176"/>
              <a:gd name="T32" fmla="*/ 16 w 176"/>
              <a:gd name="T33" fmla="*/ 168 h 176"/>
              <a:gd name="T34" fmla="*/ 16 w 176"/>
              <a:gd name="T35" fmla="*/ 8 h 176"/>
              <a:gd name="T36" fmla="*/ 168 w 176"/>
              <a:gd name="T37" fmla="*/ 160 h 176"/>
              <a:gd name="T38" fmla="*/ 95 w 176"/>
              <a:gd name="T39" fmla="*/ 116 h 176"/>
              <a:gd name="T40" fmla="*/ 100 w 176"/>
              <a:gd name="T41" fmla="*/ 101 h 176"/>
              <a:gd name="T42" fmla="*/ 88 w 176"/>
              <a:gd name="T43" fmla="*/ 76 h 176"/>
              <a:gd name="T44" fmla="*/ 44 w 176"/>
              <a:gd name="T45" fmla="*/ 104 h 176"/>
              <a:gd name="T46" fmla="*/ 88 w 176"/>
              <a:gd name="T47" fmla="*/ 132 h 176"/>
              <a:gd name="T48" fmla="*/ 132 w 176"/>
              <a:gd name="T49" fmla="*/ 104 h 176"/>
              <a:gd name="T50" fmla="*/ 70 w 176"/>
              <a:gd name="T51" fmla="*/ 90 h 176"/>
              <a:gd name="T52" fmla="*/ 58 w 176"/>
              <a:gd name="T53" fmla="*/ 121 h 176"/>
              <a:gd name="T54" fmla="*/ 52 w 176"/>
              <a:gd name="T55" fmla="*/ 85 h 176"/>
              <a:gd name="T56" fmla="*/ 86 w 176"/>
              <a:gd name="T57" fmla="*/ 121 h 176"/>
              <a:gd name="T58" fmla="*/ 75 w 176"/>
              <a:gd name="T59" fmla="*/ 122 h 176"/>
              <a:gd name="T60" fmla="*/ 76 w 176"/>
              <a:gd name="T61" fmla="*/ 94 h 176"/>
              <a:gd name="T62" fmla="*/ 81 w 176"/>
              <a:gd name="T63" fmla="*/ 116 h 176"/>
              <a:gd name="T64" fmla="*/ 86 w 176"/>
              <a:gd name="T65" fmla="*/ 121 h 176"/>
              <a:gd name="T66" fmla="*/ 95 w 176"/>
              <a:gd name="T67" fmla="*/ 119 h 176"/>
              <a:gd name="T68" fmla="*/ 90 w 176"/>
              <a:gd name="T69" fmla="*/ 85 h 176"/>
              <a:gd name="T70" fmla="*/ 101 w 176"/>
              <a:gd name="T71" fmla="*/ 94 h 176"/>
              <a:gd name="T72" fmla="*/ 125 w 176"/>
              <a:gd name="T73" fmla="*/ 101 h 176"/>
              <a:gd name="T74" fmla="*/ 114 w 176"/>
              <a:gd name="T75" fmla="*/ 115 h 176"/>
              <a:gd name="T76" fmla="*/ 119 w 176"/>
              <a:gd name="T77" fmla="*/ 112 h 176"/>
              <a:gd name="T78" fmla="*/ 117 w 176"/>
              <a:gd name="T79" fmla="*/ 122 h 176"/>
              <a:gd name="T80" fmla="*/ 117 w 176"/>
              <a:gd name="T81" fmla="*/ 94 h 176"/>
              <a:gd name="T82" fmla="*/ 114 w 176"/>
              <a:gd name="T83" fmla="*/ 101 h 176"/>
              <a:gd name="T84" fmla="*/ 119 w 176"/>
              <a:gd name="T85" fmla="*/ 10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76">
                <a:moveTo>
                  <a:pt x="101" y="72"/>
                </a:moveTo>
                <a:cubicBezTo>
                  <a:pt x="104" y="72"/>
                  <a:pt x="107" y="69"/>
                  <a:pt x="107" y="69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07" y="66"/>
                  <a:pt x="107" y="66"/>
                  <a:pt x="107" y="66"/>
                </a:cubicBezTo>
                <a:cubicBezTo>
                  <a:pt x="107" y="66"/>
                  <a:pt x="106" y="68"/>
                  <a:pt x="104" y="68"/>
                </a:cubicBezTo>
                <a:cubicBezTo>
                  <a:pt x="102" y="68"/>
                  <a:pt x="102" y="67"/>
                  <a:pt x="102" y="67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68"/>
                  <a:pt x="98" y="72"/>
                  <a:pt x="101" y="72"/>
                </a:cubicBezTo>
                <a:moveTo>
                  <a:pt x="84" y="72"/>
                </a:moveTo>
                <a:cubicBezTo>
                  <a:pt x="86" y="72"/>
                  <a:pt x="86" y="72"/>
                  <a:pt x="86" y="72"/>
                </a:cubicBezTo>
                <a:cubicBezTo>
                  <a:pt x="90" y="72"/>
                  <a:pt x="93" y="69"/>
                  <a:pt x="93" y="65"/>
                </a:cubicBezTo>
                <a:cubicBezTo>
                  <a:pt x="93" y="54"/>
                  <a:pt x="93" y="54"/>
                  <a:pt x="93" y="54"/>
                </a:cubicBezTo>
                <a:cubicBezTo>
                  <a:pt x="93" y="51"/>
                  <a:pt x="90" y="48"/>
                  <a:pt x="86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1" y="48"/>
                  <a:pt x="78" y="51"/>
                  <a:pt x="78" y="54"/>
                </a:cubicBezTo>
                <a:cubicBezTo>
                  <a:pt x="78" y="65"/>
                  <a:pt x="78" y="65"/>
                  <a:pt x="78" y="65"/>
                </a:cubicBezTo>
                <a:cubicBezTo>
                  <a:pt x="78" y="69"/>
                  <a:pt x="81" y="72"/>
                  <a:pt x="84" y="72"/>
                </a:cubicBezTo>
                <a:moveTo>
                  <a:pt x="83" y="54"/>
                </a:moveTo>
                <a:cubicBezTo>
                  <a:pt x="83" y="53"/>
                  <a:pt x="84" y="52"/>
                  <a:pt x="85" y="52"/>
                </a:cubicBezTo>
                <a:cubicBezTo>
                  <a:pt x="87" y="52"/>
                  <a:pt x="88" y="53"/>
                  <a:pt x="88" y="54"/>
                </a:cubicBezTo>
                <a:cubicBezTo>
                  <a:pt x="88" y="66"/>
                  <a:pt x="88" y="66"/>
                  <a:pt x="88" y="66"/>
                </a:cubicBezTo>
                <a:cubicBezTo>
                  <a:pt x="88" y="67"/>
                  <a:pt x="87" y="68"/>
                  <a:pt x="85" y="68"/>
                </a:cubicBezTo>
                <a:cubicBezTo>
                  <a:pt x="84" y="68"/>
                  <a:pt x="83" y="67"/>
                  <a:pt x="83" y="66"/>
                </a:cubicBezTo>
                <a:lnTo>
                  <a:pt x="83" y="54"/>
                </a:lnTo>
                <a:close/>
                <a:moveTo>
                  <a:pt x="65" y="71"/>
                </a:moveTo>
                <a:cubicBezTo>
                  <a:pt x="71" y="71"/>
                  <a:pt x="71" y="71"/>
                  <a:pt x="71" y="71"/>
                </a:cubicBezTo>
                <a:cubicBezTo>
                  <a:pt x="71" y="59"/>
                  <a:pt x="71" y="59"/>
                  <a:pt x="71" y="59"/>
                </a:cubicBezTo>
                <a:cubicBezTo>
                  <a:pt x="77" y="40"/>
                  <a:pt x="77" y="40"/>
                  <a:pt x="77" y="40"/>
                </a:cubicBezTo>
                <a:cubicBezTo>
                  <a:pt x="72" y="40"/>
                  <a:pt x="72" y="40"/>
                  <a:pt x="72" y="40"/>
                </a:cubicBezTo>
                <a:cubicBezTo>
                  <a:pt x="68" y="52"/>
                  <a:pt x="68" y="52"/>
                  <a:pt x="68" y="52"/>
                </a:cubicBezTo>
                <a:cubicBezTo>
                  <a:pt x="64" y="40"/>
                  <a:pt x="64" y="40"/>
                  <a:pt x="64" y="40"/>
                </a:cubicBezTo>
                <a:cubicBezTo>
                  <a:pt x="58" y="40"/>
                  <a:pt x="58" y="40"/>
                  <a:pt x="58" y="40"/>
                </a:cubicBezTo>
                <a:cubicBezTo>
                  <a:pt x="65" y="59"/>
                  <a:pt x="65" y="59"/>
                  <a:pt x="65" y="59"/>
                </a:cubicBezTo>
                <a:lnTo>
                  <a:pt x="65" y="71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8" y="99"/>
                </a:moveTo>
                <a:cubicBezTo>
                  <a:pt x="97" y="99"/>
                  <a:pt x="96" y="99"/>
                  <a:pt x="95" y="100"/>
                </a:cubicBezTo>
                <a:cubicBezTo>
                  <a:pt x="95" y="116"/>
                  <a:pt x="95" y="116"/>
                  <a:pt x="95" y="116"/>
                </a:cubicBezTo>
                <a:cubicBezTo>
                  <a:pt x="96" y="117"/>
                  <a:pt x="97" y="117"/>
                  <a:pt x="98" y="117"/>
                </a:cubicBezTo>
                <a:cubicBezTo>
                  <a:pt x="100" y="117"/>
                  <a:pt x="100" y="115"/>
                  <a:pt x="100" y="115"/>
                </a:cubicBezTo>
                <a:cubicBezTo>
                  <a:pt x="100" y="101"/>
                  <a:pt x="100" y="101"/>
                  <a:pt x="100" y="101"/>
                </a:cubicBezTo>
                <a:cubicBezTo>
                  <a:pt x="100" y="101"/>
                  <a:pt x="100" y="99"/>
                  <a:pt x="98" y="99"/>
                </a:cubicBezTo>
                <a:moveTo>
                  <a:pt x="118" y="77"/>
                </a:moveTo>
                <a:cubicBezTo>
                  <a:pt x="118" y="77"/>
                  <a:pt x="103" y="76"/>
                  <a:pt x="88" y="76"/>
                </a:cubicBezTo>
                <a:cubicBezTo>
                  <a:pt x="73" y="76"/>
                  <a:pt x="58" y="77"/>
                  <a:pt x="58" y="77"/>
                </a:cubicBezTo>
                <a:cubicBezTo>
                  <a:pt x="51" y="77"/>
                  <a:pt x="45" y="82"/>
                  <a:pt x="45" y="89"/>
                </a:cubicBezTo>
                <a:cubicBezTo>
                  <a:pt x="45" y="89"/>
                  <a:pt x="44" y="96"/>
                  <a:pt x="44" y="104"/>
                </a:cubicBezTo>
                <a:cubicBezTo>
                  <a:pt x="44" y="112"/>
                  <a:pt x="45" y="119"/>
                  <a:pt x="45" y="119"/>
                </a:cubicBezTo>
                <a:cubicBezTo>
                  <a:pt x="45" y="126"/>
                  <a:pt x="51" y="131"/>
                  <a:pt x="58" y="131"/>
                </a:cubicBezTo>
                <a:cubicBezTo>
                  <a:pt x="58" y="131"/>
                  <a:pt x="73" y="132"/>
                  <a:pt x="88" y="132"/>
                </a:cubicBezTo>
                <a:cubicBezTo>
                  <a:pt x="103" y="132"/>
                  <a:pt x="118" y="131"/>
                  <a:pt x="118" y="131"/>
                </a:cubicBezTo>
                <a:cubicBezTo>
                  <a:pt x="125" y="131"/>
                  <a:pt x="131" y="126"/>
                  <a:pt x="131" y="119"/>
                </a:cubicBezTo>
                <a:cubicBezTo>
                  <a:pt x="131" y="119"/>
                  <a:pt x="132" y="112"/>
                  <a:pt x="132" y="104"/>
                </a:cubicBezTo>
                <a:cubicBezTo>
                  <a:pt x="132" y="96"/>
                  <a:pt x="131" y="89"/>
                  <a:pt x="131" y="89"/>
                </a:cubicBezTo>
                <a:cubicBezTo>
                  <a:pt x="131" y="82"/>
                  <a:pt x="125" y="77"/>
                  <a:pt x="118" y="77"/>
                </a:cubicBezTo>
                <a:moveTo>
                  <a:pt x="70" y="90"/>
                </a:moveTo>
                <a:cubicBezTo>
                  <a:pt x="64" y="90"/>
                  <a:pt x="64" y="90"/>
                  <a:pt x="64" y="90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8" y="90"/>
                  <a:pt x="58" y="90"/>
                  <a:pt x="58" y="90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85"/>
                  <a:pt x="52" y="85"/>
                  <a:pt x="52" y="85"/>
                </a:cubicBezTo>
                <a:cubicBezTo>
                  <a:pt x="70" y="85"/>
                  <a:pt x="70" y="85"/>
                  <a:pt x="70" y="85"/>
                </a:cubicBezTo>
                <a:lnTo>
                  <a:pt x="70" y="90"/>
                </a:lnTo>
                <a:close/>
                <a:moveTo>
                  <a:pt x="86" y="121"/>
                </a:moveTo>
                <a:cubicBezTo>
                  <a:pt x="81" y="121"/>
                  <a:pt x="81" y="121"/>
                  <a:pt x="81" y="121"/>
                </a:cubicBezTo>
                <a:cubicBezTo>
                  <a:pt x="81" y="119"/>
                  <a:pt x="81" y="119"/>
                  <a:pt x="81" y="119"/>
                </a:cubicBezTo>
                <a:cubicBezTo>
                  <a:pt x="81" y="119"/>
                  <a:pt x="78" y="122"/>
                  <a:pt x="75" y="122"/>
                </a:cubicBezTo>
                <a:cubicBezTo>
                  <a:pt x="71" y="122"/>
                  <a:pt x="71" y="119"/>
                  <a:pt x="71" y="119"/>
                </a:cubicBezTo>
                <a:cubicBezTo>
                  <a:pt x="71" y="94"/>
                  <a:pt x="71" y="94"/>
                  <a:pt x="71" y="94"/>
                </a:cubicBezTo>
                <a:cubicBezTo>
                  <a:pt x="76" y="94"/>
                  <a:pt x="76" y="94"/>
                  <a:pt x="76" y="94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76" y="117"/>
                  <a:pt x="76" y="118"/>
                  <a:pt x="77" y="118"/>
                </a:cubicBezTo>
                <a:cubicBezTo>
                  <a:pt x="79" y="118"/>
                  <a:pt x="81" y="116"/>
                  <a:pt x="81" y="116"/>
                </a:cubicBezTo>
                <a:cubicBezTo>
                  <a:pt x="81" y="94"/>
                  <a:pt x="81" y="94"/>
                  <a:pt x="81" y="94"/>
                </a:cubicBezTo>
                <a:cubicBezTo>
                  <a:pt x="86" y="94"/>
                  <a:pt x="86" y="94"/>
                  <a:pt x="86" y="94"/>
                </a:cubicBezTo>
                <a:lnTo>
                  <a:pt x="86" y="121"/>
                </a:lnTo>
                <a:close/>
                <a:moveTo>
                  <a:pt x="105" y="115"/>
                </a:moveTo>
                <a:cubicBezTo>
                  <a:pt x="105" y="115"/>
                  <a:pt x="105" y="122"/>
                  <a:pt x="101" y="122"/>
                </a:cubicBezTo>
                <a:cubicBezTo>
                  <a:pt x="98" y="122"/>
                  <a:pt x="96" y="120"/>
                  <a:pt x="95" y="119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90" y="85"/>
                  <a:pt x="90" y="85"/>
                  <a:pt x="90" y="85"/>
                </a:cubicBezTo>
                <a:cubicBezTo>
                  <a:pt x="95" y="85"/>
                  <a:pt x="95" y="85"/>
                  <a:pt x="95" y="85"/>
                </a:cubicBezTo>
                <a:cubicBezTo>
                  <a:pt x="95" y="97"/>
                  <a:pt x="95" y="97"/>
                  <a:pt x="95" y="97"/>
                </a:cubicBezTo>
                <a:cubicBezTo>
                  <a:pt x="96" y="96"/>
                  <a:pt x="98" y="94"/>
                  <a:pt x="101" y="94"/>
                </a:cubicBezTo>
                <a:cubicBezTo>
                  <a:pt x="104" y="94"/>
                  <a:pt x="105" y="97"/>
                  <a:pt x="105" y="100"/>
                </a:cubicBezTo>
                <a:lnTo>
                  <a:pt x="105" y="115"/>
                </a:lnTo>
                <a:close/>
                <a:moveTo>
                  <a:pt x="125" y="101"/>
                </a:moveTo>
                <a:cubicBezTo>
                  <a:pt x="125" y="109"/>
                  <a:pt x="125" y="109"/>
                  <a:pt x="125" y="109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4" y="115"/>
                  <a:pt x="114" y="117"/>
                  <a:pt x="117" y="117"/>
                </a:cubicBezTo>
                <a:cubicBezTo>
                  <a:pt x="119" y="117"/>
                  <a:pt x="119" y="115"/>
                  <a:pt x="119" y="115"/>
                </a:cubicBezTo>
                <a:cubicBezTo>
                  <a:pt x="119" y="112"/>
                  <a:pt x="119" y="112"/>
                  <a:pt x="119" y="112"/>
                </a:cubicBezTo>
                <a:cubicBezTo>
                  <a:pt x="125" y="112"/>
                  <a:pt x="125" y="112"/>
                  <a:pt x="125" y="112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25" y="116"/>
                  <a:pt x="124" y="122"/>
                  <a:pt x="117" y="122"/>
                </a:cubicBezTo>
                <a:cubicBezTo>
                  <a:pt x="111" y="122"/>
                  <a:pt x="109" y="116"/>
                  <a:pt x="109" y="116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101"/>
                  <a:pt x="109" y="94"/>
                  <a:pt x="117" y="94"/>
                </a:cubicBezTo>
                <a:cubicBezTo>
                  <a:pt x="125" y="94"/>
                  <a:pt x="125" y="101"/>
                  <a:pt x="125" y="101"/>
                </a:cubicBezTo>
                <a:moveTo>
                  <a:pt x="117" y="99"/>
                </a:moveTo>
                <a:cubicBezTo>
                  <a:pt x="114" y="99"/>
                  <a:pt x="114" y="101"/>
                  <a:pt x="114" y="101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9" y="105"/>
                  <a:pt x="119" y="105"/>
                  <a:pt x="119" y="105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19" y="101"/>
                  <a:pt x="119" y="99"/>
                  <a:pt x="117" y="99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327"/>
          <p:cNvSpPr>
            <a:spLocks noEditPoints="1"/>
          </p:cNvSpPr>
          <p:nvPr/>
        </p:nvSpPr>
        <p:spPr bwMode="auto">
          <a:xfrm>
            <a:off x="4097156" y="3648331"/>
            <a:ext cx="334275" cy="334275"/>
          </a:xfrm>
          <a:custGeom>
            <a:avLst/>
            <a:gdLst>
              <a:gd name="T0" fmla="*/ 82 w 176"/>
              <a:gd name="T1" fmla="*/ 53 h 176"/>
              <a:gd name="T2" fmla="*/ 58 w 176"/>
              <a:gd name="T3" fmla="*/ 72 h 176"/>
              <a:gd name="T4" fmla="*/ 64 w 176"/>
              <a:gd name="T5" fmla="*/ 97 h 176"/>
              <a:gd name="T6" fmla="*/ 69 w 176"/>
              <a:gd name="T7" fmla="*/ 95 h 176"/>
              <a:gd name="T8" fmla="*/ 67 w 176"/>
              <a:gd name="T9" fmla="*/ 89 h 176"/>
              <a:gd name="T10" fmla="*/ 65 w 176"/>
              <a:gd name="T11" fmla="*/ 81 h 176"/>
              <a:gd name="T12" fmla="*/ 82 w 176"/>
              <a:gd name="T13" fmla="*/ 61 h 176"/>
              <a:gd name="T14" fmla="*/ 96 w 176"/>
              <a:gd name="T15" fmla="*/ 61 h 176"/>
              <a:gd name="T16" fmla="*/ 108 w 176"/>
              <a:gd name="T17" fmla="*/ 83 h 176"/>
              <a:gd name="T18" fmla="*/ 95 w 176"/>
              <a:gd name="T19" fmla="*/ 102 h 176"/>
              <a:gd name="T20" fmla="*/ 86 w 176"/>
              <a:gd name="T21" fmla="*/ 94 h 176"/>
              <a:gd name="T22" fmla="*/ 85 w 176"/>
              <a:gd name="T23" fmla="*/ 70 h 176"/>
              <a:gd name="T24" fmla="*/ 75 w 176"/>
              <a:gd name="T25" fmla="*/ 85 h 176"/>
              <a:gd name="T26" fmla="*/ 73 w 176"/>
              <a:gd name="T27" fmla="*/ 101 h 176"/>
              <a:gd name="T28" fmla="*/ 69 w 176"/>
              <a:gd name="T29" fmla="*/ 119 h 176"/>
              <a:gd name="T30" fmla="*/ 69 w 176"/>
              <a:gd name="T31" fmla="*/ 128 h 176"/>
              <a:gd name="T32" fmla="*/ 70 w 176"/>
              <a:gd name="T33" fmla="*/ 132 h 176"/>
              <a:gd name="T34" fmla="*/ 79 w 176"/>
              <a:gd name="T35" fmla="*/ 119 h 176"/>
              <a:gd name="T36" fmla="*/ 83 w 176"/>
              <a:gd name="T37" fmla="*/ 104 h 176"/>
              <a:gd name="T38" fmla="*/ 85 w 176"/>
              <a:gd name="T39" fmla="*/ 107 h 176"/>
              <a:gd name="T40" fmla="*/ 113 w 176"/>
              <a:gd name="T41" fmla="*/ 101 h 176"/>
              <a:gd name="T42" fmla="*/ 120 w 176"/>
              <a:gd name="T43" fmla="*/ 84 h 176"/>
              <a:gd name="T44" fmla="*/ 87 w 176"/>
              <a:gd name="T45" fmla="*/ 52 h 176"/>
              <a:gd name="T46" fmla="*/ 16 w 176"/>
              <a:gd name="T47" fmla="*/ 0 h 176"/>
              <a:gd name="T48" fmla="*/ 0 w 176"/>
              <a:gd name="T49" fmla="*/ 160 h 176"/>
              <a:gd name="T50" fmla="*/ 160 w 176"/>
              <a:gd name="T51" fmla="*/ 176 h 176"/>
              <a:gd name="T52" fmla="*/ 176 w 176"/>
              <a:gd name="T53" fmla="*/ 16 h 176"/>
              <a:gd name="T54" fmla="*/ 168 w 176"/>
              <a:gd name="T55" fmla="*/ 160 h 176"/>
              <a:gd name="T56" fmla="*/ 16 w 176"/>
              <a:gd name="T57" fmla="*/ 168 h 176"/>
              <a:gd name="T58" fmla="*/ 8 w 176"/>
              <a:gd name="T59" fmla="*/ 16 h 176"/>
              <a:gd name="T60" fmla="*/ 160 w 176"/>
              <a:gd name="T61" fmla="*/ 8 h 176"/>
              <a:gd name="T62" fmla="*/ 168 w 176"/>
              <a:gd name="T6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87" y="52"/>
                </a:moveTo>
                <a:cubicBezTo>
                  <a:pt x="85" y="52"/>
                  <a:pt x="84" y="52"/>
                  <a:pt x="82" y="53"/>
                </a:cubicBezTo>
                <a:cubicBezTo>
                  <a:pt x="79" y="53"/>
                  <a:pt x="75" y="54"/>
                  <a:pt x="73" y="56"/>
                </a:cubicBezTo>
                <a:cubicBezTo>
                  <a:pt x="66" y="60"/>
                  <a:pt x="61" y="64"/>
                  <a:pt x="58" y="72"/>
                </a:cubicBezTo>
                <a:cubicBezTo>
                  <a:pt x="57" y="73"/>
                  <a:pt x="57" y="75"/>
                  <a:pt x="57" y="76"/>
                </a:cubicBezTo>
                <a:cubicBezTo>
                  <a:pt x="54" y="85"/>
                  <a:pt x="59" y="94"/>
                  <a:pt x="64" y="97"/>
                </a:cubicBezTo>
                <a:cubicBezTo>
                  <a:pt x="65" y="98"/>
                  <a:pt x="67" y="99"/>
                  <a:pt x="68" y="98"/>
                </a:cubicBezTo>
                <a:cubicBezTo>
                  <a:pt x="69" y="97"/>
                  <a:pt x="68" y="96"/>
                  <a:pt x="69" y="95"/>
                </a:cubicBezTo>
                <a:cubicBezTo>
                  <a:pt x="69" y="94"/>
                  <a:pt x="70" y="93"/>
                  <a:pt x="69" y="92"/>
                </a:cubicBezTo>
                <a:cubicBezTo>
                  <a:pt x="69" y="91"/>
                  <a:pt x="68" y="90"/>
                  <a:pt x="67" y="89"/>
                </a:cubicBezTo>
                <a:cubicBezTo>
                  <a:pt x="66" y="87"/>
                  <a:pt x="66" y="85"/>
                  <a:pt x="65" y="82"/>
                </a:cubicBezTo>
                <a:cubicBezTo>
                  <a:pt x="65" y="82"/>
                  <a:pt x="65" y="81"/>
                  <a:pt x="65" y="81"/>
                </a:cubicBezTo>
                <a:cubicBezTo>
                  <a:pt x="66" y="78"/>
                  <a:pt x="66" y="76"/>
                  <a:pt x="67" y="73"/>
                </a:cubicBezTo>
                <a:cubicBezTo>
                  <a:pt x="70" y="67"/>
                  <a:pt x="75" y="63"/>
                  <a:pt x="82" y="61"/>
                </a:cubicBezTo>
                <a:cubicBezTo>
                  <a:pt x="84" y="60"/>
                  <a:pt x="89" y="59"/>
                  <a:pt x="91" y="60"/>
                </a:cubicBezTo>
                <a:cubicBezTo>
                  <a:pt x="93" y="60"/>
                  <a:pt x="94" y="60"/>
                  <a:pt x="96" y="61"/>
                </a:cubicBezTo>
                <a:cubicBezTo>
                  <a:pt x="101" y="62"/>
                  <a:pt x="105" y="65"/>
                  <a:pt x="107" y="70"/>
                </a:cubicBezTo>
                <a:cubicBezTo>
                  <a:pt x="108" y="73"/>
                  <a:pt x="109" y="79"/>
                  <a:pt x="108" y="83"/>
                </a:cubicBezTo>
                <a:cubicBezTo>
                  <a:pt x="107" y="85"/>
                  <a:pt x="107" y="87"/>
                  <a:pt x="107" y="88"/>
                </a:cubicBezTo>
                <a:cubicBezTo>
                  <a:pt x="105" y="94"/>
                  <a:pt x="102" y="100"/>
                  <a:pt x="95" y="102"/>
                </a:cubicBezTo>
                <a:cubicBezTo>
                  <a:pt x="91" y="103"/>
                  <a:pt x="87" y="100"/>
                  <a:pt x="86" y="97"/>
                </a:cubicBezTo>
                <a:cubicBezTo>
                  <a:pt x="86" y="97"/>
                  <a:pt x="85" y="95"/>
                  <a:pt x="86" y="94"/>
                </a:cubicBezTo>
                <a:cubicBezTo>
                  <a:pt x="87" y="89"/>
                  <a:pt x="89" y="84"/>
                  <a:pt x="90" y="79"/>
                </a:cubicBezTo>
                <a:cubicBezTo>
                  <a:pt x="91" y="75"/>
                  <a:pt x="89" y="71"/>
                  <a:pt x="85" y="70"/>
                </a:cubicBezTo>
                <a:cubicBezTo>
                  <a:pt x="80" y="69"/>
                  <a:pt x="77" y="73"/>
                  <a:pt x="76" y="76"/>
                </a:cubicBezTo>
                <a:cubicBezTo>
                  <a:pt x="75" y="78"/>
                  <a:pt x="74" y="82"/>
                  <a:pt x="75" y="85"/>
                </a:cubicBezTo>
                <a:cubicBezTo>
                  <a:pt x="75" y="86"/>
                  <a:pt x="76" y="89"/>
                  <a:pt x="76" y="90"/>
                </a:cubicBezTo>
                <a:cubicBezTo>
                  <a:pt x="75" y="93"/>
                  <a:pt x="74" y="98"/>
                  <a:pt x="73" y="101"/>
                </a:cubicBezTo>
                <a:cubicBezTo>
                  <a:pt x="72" y="105"/>
                  <a:pt x="71" y="109"/>
                  <a:pt x="70" y="113"/>
                </a:cubicBezTo>
                <a:cubicBezTo>
                  <a:pt x="70" y="115"/>
                  <a:pt x="70" y="117"/>
                  <a:pt x="69" y="119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9" y="123"/>
                  <a:pt x="69" y="126"/>
                  <a:pt x="69" y="128"/>
                </a:cubicBezTo>
                <a:cubicBezTo>
                  <a:pt x="70" y="129"/>
                  <a:pt x="69" y="130"/>
                  <a:pt x="70" y="131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2" y="132"/>
                  <a:pt x="74" y="128"/>
                  <a:pt x="75" y="126"/>
                </a:cubicBezTo>
                <a:cubicBezTo>
                  <a:pt x="76" y="124"/>
                  <a:pt x="78" y="121"/>
                  <a:pt x="79" y="119"/>
                </a:cubicBezTo>
                <a:cubicBezTo>
                  <a:pt x="80" y="116"/>
                  <a:pt x="80" y="113"/>
                  <a:pt x="81" y="111"/>
                </a:cubicBezTo>
                <a:cubicBezTo>
                  <a:pt x="82" y="109"/>
                  <a:pt x="83" y="106"/>
                  <a:pt x="83" y="104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83" y="105"/>
                  <a:pt x="84" y="106"/>
                  <a:pt x="85" y="107"/>
                </a:cubicBezTo>
                <a:cubicBezTo>
                  <a:pt x="88" y="109"/>
                  <a:pt x="93" y="111"/>
                  <a:pt x="99" y="110"/>
                </a:cubicBezTo>
                <a:cubicBezTo>
                  <a:pt x="105" y="108"/>
                  <a:pt x="110" y="105"/>
                  <a:pt x="113" y="101"/>
                </a:cubicBezTo>
                <a:cubicBezTo>
                  <a:pt x="115" y="98"/>
                  <a:pt x="117" y="94"/>
                  <a:pt x="118" y="90"/>
                </a:cubicBezTo>
                <a:cubicBezTo>
                  <a:pt x="119" y="88"/>
                  <a:pt x="119" y="86"/>
                  <a:pt x="120" y="84"/>
                </a:cubicBezTo>
                <a:cubicBezTo>
                  <a:pt x="121" y="78"/>
                  <a:pt x="119" y="72"/>
                  <a:pt x="118" y="68"/>
                </a:cubicBezTo>
                <a:cubicBezTo>
                  <a:pt x="113" y="58"/>
                  <a:pt x="103" y="52"/>
                  <a:pt x="87" y="5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328"/>
          <p:cNvSpPr>
            <a:spLocks noEditPoints="1"/>
          </p:cNvSpPr>
          <p:nvPr/>
        </p:nvSpPr>
        <p:spPr bwMode="auto">
          <a:xfrm>
            <a:off x="4734875" y="3648331"/>
            <a:ext cx="335898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16 w 176"/>
              <a:gd name="T37" fmla="*/ 56 h 176"/>
              <a:gd name="T38" fmla="*/ 94 w 176"/>
              <a:gd name="T39" fmla="*/ 73 h 176"/>
              <a:gd name="T40" fmla="*/ 100 w 176"/>
              <a:gd name="T41" fmla="*/ 72 h 176"/>
              <a:gd name="T42" fmla="*/ 105 w 176"/>
              <a:gd name="T43" fmla="*/ 78 h 176"/>
              <a:gd name="T44" fmla="*/ 100 w 176"/>
              <a:gd name="T45" fmla="*/ 90 h 176"/>
              <a:gd name="T46" fmla="*/ 92 w 176"/>
              <a:gd name="T47" fmla="*/ 97 h 176"/>
              <a:gd name="T48" fmla="*/ 86 w 176"/>
              <a:gd name="T49" fmla="*/ 86 h 176"/>
              <a:gd name="T50" fmla="*/ 83 w 176"/>
              <a:gd name="T51" fmla="*/ 69 h 176"/>
              <a:gd name="T52" fmla="*/ 71 w 176"/>
              <a:gd name="T53" fmla="*/ 57 h 176"/>
              <a:gd name="T54" fmla="*/ 60 w 176"/>
              <a:gd name="T55" fmla="*/ 63 h 176"/>
              <a:gd name="T56" fmla="*/ 48 w 176"/>
              <a:gd name="T57" fmla="*/ 73 h 176"/>
              <a:gd name="T58" fmla="*/ 52 w 176"/>
              <a:gd name="T59" fmla="*/ 78 h 176"/>
              <a:gd name="T60" fmla="*/ 58 w 176"/>
              <a:gd name="T61" fmla="*/ 74 h 176"/>
              <a:gd name="T62" fmla="*/ 66 w 176"/>
              <a:gd name="T63" fmla="*/ 86 h 176"/>
              <a:gd name="T64" fmla="*/ 72 w 176"/>
              <a:gd name="T65" fmla="*/ 108 h 176"/>
              <a:gd name="T66" fmla="*/ 84 w 176"/>
              <a:gd name="T67" fmla="*/ 120 h 176"/>
              <a:gd name="T68" fmla="*/ 112 w 176"/>
              <a:gd name="T69" fmla="*/ 100 h 176"/>
              <a:gd name="T70" fmla="*/ 128 w 176"/>
              <a:gd name="T71" fmla="*/ 71 h 176"/>
              <a:gd name="T72" fmla="*/ 116 w 176"/>
              <a:gd name="T73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16" y="56"/>
                </a:moveTo>
                <a:cubicBezTo>
                  <a:pt x="105" y="56"/>
                  <a:pt x="98" y="61"/>
                  <a:pt x="94" y="73"/>
                </a:cubicBezTo>
                <a:cubicBezTo>
                  <a:pt x="96" y="72"/>
                  <a:pt x="98" y="72"/>
                  <a:pt x="100" y="72"/>
                </a:cubicBezTo>
                <a:cubicBezTo>
                  <a:pt x="104" y="72"/>
                  <a:pt x="106" y="74"/>
                  <a:pt x="105" y="78"/>
                </a:cubicBezTo>
                <a:cubicBezTo>
                  <a:pt x="105" y="81"/>
                  <a:pt x="103" y="85"/>
                  <a:pt x="100" y="90"/>
                </a:cubicBezTo>
                <a:cubicBezTo>
                  <a:pt x="96" y="94"/>
                  <a:pt x="94" y="97"/>
                  <a:pt x="92" y="97"/>
                </a:cubicBezTo>
                <a:cubicBezTo>
                  <a:pt x="90" y="97"/>
                  <a:pt x="88" y="93"/>
                  <a:pt x="86" y="86"/>
                </a:cubicBezTo>
                <a:cubicBezTo>
                  <a:pt x="86" y="83"/>
                  <a:pt x="85" y="78"/>
                  <a:pt x="83" y="69"/>
                </a:cubicBezTo>
                <a:cubicBezTo>
                  <a:pt x="82" y="60"/>
                  <a:pt x="78" y="56"/>
                  <a:pt x="71" y="57"/>
                </a:cubicBezTo>
                <a:cubicBezTo>
                  <a:pt x="69" y="57"/>
                  <a:pt x="65" y="59"/>
                  <a:pt x="60" y="63"/>
                </a:cubicBezTo>
                <a:cubicBezTo>
                  <a:pt x="56" y="67"/>
                  <a:pt x="52" y="70"/>
                  <a:pt x="48" y="73"/>
                </a:cubicBezTo>
                <a:cubicBezTo>
                  <a:pt x="52" y="78"/>
                  <a:pt x="52" y="78"/>
                  <a:pt x="52" y="78"/>
                </a:cubicBezTo>
                <a:cubicBezTo>
                  <a:pt x="55" y="75"/>
                  <a:pt x="57" y="74"/>
                  <a:pt x="58" y="74"/>
                </a:cubicBezTo>
                <a:cubicBezTo>
                  <a:pt x="61" y="74"/>
                  <a:pt x="63" y="78"/>
                  <a:pt x="66" y="86"/>
                </a:cubicBezTo>
                <a:cubicBezTo>
                  <a:pt x="68" y="93"/>
                  <a:pt x="70" y="101"/>
                  <a:pt x="72" y="108"/>
                </a:cubicBezTo>
                <a:cubicBezTo>
                  <a:pt x="75" y="116"/>
                  <a:pt x="79" y="120"/>
                  <a:pt x="84" y="120"/>
                </a:cubicBezTo>
                <a:cubicBezTo>
                  <a:pt x="92" y="120"/>
                  <a:pt x="101" y="113"/>
                  <a:pt x="112" y="100"/>
                </a:cubicBezTo>
                <a:cubicBezTo>
                  <a:pt x="122" y="88"/>
                  <a:pt x="128" y="78"/>
                  <a:pt x="128" y="71"/>
                </a:cubicBezTo>
                <a:cubicBezTo>
                  <a:pt x="129" y="61"/>
                  <a:pt x="125" y="56"/>
                  <a:pt x="116" y="5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329"/>
          <p:cNvSpPr>
            <a:spLocks noEditPoints="1"/>
          </p:cNvSpPr>
          <p:nvPr/>
        </p:nvSpPr>
        <p:spPr bwMode="auto">
          <a:xfrm>
            <a:off x="5374216" y="3648331"/>
            <a:ext cx="335898" cy="334275"/>
          </a:xfrm>
          <a:custGeom>
            <a:avLst/>
            <a:gdLst>
              <a:gd name="T0" fmla="*/ 84 w 176"/>
              <a:gd name="T1" fmla="*/ 87 h 176"/>
              <a:gd name="T2" fmla="*/ 93 w 176"/>
              <a:gd name="T3" fmla="*/ 72 h 176"/>
              <a:gd name="T4" fmla="*/ 92 w 176"/>
              <a:gd name="T5" fmla="*/ 62 h 176"/>
              <a:gd name="T6" fmla="*/ 77 w 176"/>
              <a:gd name="T7" fmla="*/ 56 h 176"/>
              <a:gd name="T8" fmla="*/ 74 w 176"/>
              <a:gd name="T9" fmla="*/ 87 h 176"/>
              <a:gd name="T10" fmla="*/ 75 w 176"/>
              <a:gd name="T11" fmla="*/ 92 h 176"/>
              <a:gd name="T12" fmla="*/ 76 w 176"/>
              <a:gd name="T13" fmla="*/ 120 h 176"/>
              <a:gd name="T14" fmla="*/ 88 w 176"/>
              <a:gd name="T15" fmla="*/ 91 h 176"/>
              <a:gd name="T16" fmla="*/ 71 w 176"/>
              <a:gd name="T17" fmla="*/ 64 h 176"/>
              <a:gd name="T18" fmla="*/ 75 w 176"/>
              <a:gd name="T19" fmla="*/ 60 h 176"/>
              <a:gd name="T20" fmla="*/ 75 w 176"/>
              <a:gd name="T21" fmla="*/ 62 h 176"/>
              <a:gd name="T22" fmla="*/ 81 w 176"/>
              <a:gd name="T23" fmla="*/ 80 h 176"/>
              <a:gd name="T24" fmla="*/ 78 w 176"/>
              <a:gd name="T25" fmla="*/ 81 h 176"/>
              <a:gd name="T26" fmla="*/ 76 w 176"/>
              <a:gd name="T27" fmla="*/ 114 h 176"/>
              <a:gd name="T28" fmla="*/ 77 w 176"/>
              <a:gd name="T29" fmla="*/ 97 h 176"/>
              <a:gd name="T30" fmla="*/ 77 w 176"/>
              <a:gd name="T31" fmla="*/ 97 h 176"/>
              <a:gd name="T32" fmla="*/ 82 w 176"/>
              <a:gd name="T33" fmla="*/ 99 h 176"/>
              <a:gd name="T34" fmla="*/ 87 w 176"/>
              <a:gd name="T35" fmla="*/ 106 h 176"/>
              <a:gd name="T36" fmla="*/ 120 w 176"/>
              <a:gd name="T37" fmla="*/ 60 h 176"/>
              <a:gd name="T38" fmla="*/ 112 w 176"/>
              <a:gd name="T39" fmla="*/ 72 h 176"/>
              <a:gd name="T40" fmla="*/ 100 w 176"/>
              <a:gd name="T41" fmla="*/ 80 h 176"/>
              <a:gd name="T42" fmla="*/ 112 w 176"/>
              <a:gd name="T43" fmla="*/ 92 h 176"/>
              <a:gd name="T44" fmla="*/ 120 w 176"/>
              <a:gd name="T45" fmla="*/ 80 h 176"/>
              <a:gd name="T46" fmla="*/ 132 w 176"/>
              <a:gd name="T47" fmla="*/ 72 h 176"/>
              <a:gd name="T48" fmla="*/ 120 w 176"/>
              <a:gd name="T49" fmla="*/ 60 h 176"/>
              <a:gd name="T50" fmla="*/ 16 w 176"/>
              <a:gd name="T51" fmla="*/ 0 h 176"/>
              <a:gd name="T52" fmla="*/ 0 w 176"/>
              <a:gd name="T53" fmla="*/ 160 h 176"/>
              <a:gd name="T54" fmla="*/ 160 w 176"/>
              <a:gd name="T55" fmla="*/ 176 h 176"/>
              <a:gd name="T56" fmla="*/ 176 w 176"/>
              <a:gd name="T57" fmla="*/ 16 h 176"/>
              <a:gd name="T58" fmla="*/ 168 w 176"/>
              <a:gd name="T59" fmla="*/ 160 h 176"/>
              <a:gd name="T60" fmla="*/ 16 w 176"/>
              <a:gd name="T61" fmla="*/ 168 h 176"/>
              <a:gd name="T62" fmla="*/ 8 w 176"/>
              <a:gd name="T63" fmla="*/ 16 h 176"/>
              <a:gd name="T64" fmla="*/ 160 w 176"/>
              <a:gd name="T65" fmla="*/ 8 h 176"/>
              <a:gd name="T66" fmla="*/ 168 w 176"/>
              <a:gd name="T67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76">
                <a:moveTo>
                  <a:pt x="88" y="91"/>
                </a:moveTo>
                <a:cubicBezTo>
                  <a:pt x="86" y="90"/>
                  <a:pt x="84" y="87"/>
                  <a:pt x="84" y="87"/>
                </a:cubicBezTo>
                <a:cubicBezTo>
                  <a:pt x="84" y="86"/>
                  <a:pt x="84" y="85"/>
                  <a:pt x="87" y="83"/>
                </a:cubicBezTo>
                <a:cubicBezTo>
                  <a:pt x="91" y="80"/>
                  <a:pt x="93" y="76"/>
                  <a:pt x="93" y="72"/>
                </a:cubicBezTo>
                <a:cubicBezTo>
                  <a:pt x="93" y="68"/>
                  <a:pt x="92" y="65"/>
                  <a:pt x="90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68" y="56"/>
                  <a:pt x="60" y="63"/>
                  <a:pt x="60" y="71"/>
                </a:cubicBezTo>
                <a:cubicBezTo>
                  <a:pt x="60" y="80"/>
                  <a:pt x="66" y="86"/>
                  <a:pt x="74" y="87"/>
                </a:cubicBezTo>
                <a:cubicBezTo>
                  <a:pt x="74" y="87"/>
                  <a:pt x="74" y="88"/>
                  <a:pt x="74" y="89"/>
                </a:cubicBezTo>
                <a:cubicBezTo>
                  <a:pt x="74" y="90"/>
                  <a:pt x="75" y="91"/>
                  <a:pt x="75" y="92"/>
                </a:cubicBezTo>
                <a:cubicBezTo>
                  <a:pt x="65" y="92"/>
                  <a:pt x="56" y="99"/>
                  <a:pt x="56" y="107"/>
                </a:cubicBezTo>
                <a:cubicBezTo>
                  <a:pt x="56" y="115"/>
                  <a:pt x="64" y="120"/>
                  <a:pt x="76" y="120"/>
                </a:cubicBezTo>
                <a:cubicBezTo>
                  <a:pt x="89" y="120"/>
                  <a:pt x="95" y="112"/>
                  <a:pt x="95" y="105"/>
                </a:cubicBezTo>
                <a:cubicBezTo>
                  <a:pt x="95" y="99"/>
                  <a:pt x="93" y="95"/>
                  <a:pt x="88" y="91"/>
                </a:cubicBezTo>
                <a:moveTo>
                  <a:pt x="70" y="71"/>
                </a:moveTo>
                <a:cubicBezTo>
                  <a:pt x="69" y="68"/>
                  <a:pt x="70" y="65"/>
                  <a:pt x="71" y="64"/>
                </a:cubicBezTo>
                <a:cubicBezTo>
                  <a:pt x="72" y="63"/>
                  <a:pt x="73" y="62"/>
                  <a:pt x="75" y="62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2"/>
                  <a:pt x="75" y="62"/>
                  <a:pt x="75" y="62"/>
                </a:cubicBezTo>
                <a:cubicBezTo>
                  <a:pt x="79" y="62"/>
                  <a:pt x="82" y="67"/>
                  <a:pt x="83" y="72"/>
                </a:cubicBezTo>
                <a:cubicBezTo>
                  <a:pt x="83" y="75"/>
                  <a:pt x="83" y="78"/>
                  <a:pt x="81" y="80"/>
                </a:cubicBezTo>
                <a:cubicBezTo>
                  <a:pt x="80" y="81"/>
                  <a:pt x="79" y="81"/>
                  <a:pt x="78" y="81"/>
                </a:cubicBezTo>
                <a:cubicBezTo>
                  <a:pt x="78" y="81"/>
                  <a:pt x="78" y="81"/>
                  <a:pt x="78" y="81"/>
                </a:cubicBezTo>
                <a:cubicBezTo>
                  <a:pt x="74" y="81"/>
                  <a:pt x="70" y="77"/>
                  <a:pt x="70" y="71"/>
                </a:cubicBezTo>
                <a:moveTo>
                  <a:pt x="76" y="114"/>
                </a:moveTo>
                <a:cubicBezTo>
                  <a:pt x="70" y="114"/>
                  <a:pt x="66" y="110"/>
                  <a:pt x="66" y="105"/>
                </a:cubicBezTo>
                <a:cubicBezTo>
                  <a:pt x="66" y="101"/>
                  <a:pt x="71" y="97"/>
                  <a:pt x="77" y="97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7"/>
                  <a:pt x="77" y="97"/>
                  <a:pt x="77" y="97"/>
                </a:cubicBezTo>
                <a:cubicBezTo>
                  <a:pt x="78" y="97"/>
                  <a:pt x="80" y="97"/>
                  <a:pt x="81" y="98"/>
                </a:cubicBezTo>
                <a:cubicBezTo>
                  <a:pt x="82" y="99"/>
                  <a:pt x="82" y="99"/>
                  <a:pt x="82" y="99"/>
                </a:cubicBezTo>
                <a:cubicBezTo>
                  <a:pt x="85" y="101"/>
                  <a:pt x="87" y="102"/>
                  <a:pt x="87" y="104"/>
                </a:cubicBezTo>
                <a:cubicBezTo>
                  <a:pt x="87" y="105"/>
                  <a:pt x="87" y="105"/>
                  <a:pt x="87" y="106"/>
                </a:cubicBezTo>
                <a:cubicBezTo>
                  <a:pt x="87" y="111"/>
                  <a:pt x="83" y="114"/>
                  <a:pt x="76" y="114"/>
                </a:cubicBezTo>
                <a:moveTo>
                  <a:pt x="120" y="60"/>
                </a:moveTo>
                <a:cubicBezTo>
                  <a:pt x="112" y="60"/>
                  <a:pt x="112" y="60"/>
                  <a:pt x="112" y="60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20" y="72"/>
                  <a:pt x="120" y="72"/>
                  <a:pt x="120" y="72"/>
                </a:cubicBezTo>
                <a:lnTo>
                  <a:pt x="120" y="60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330"/>
          <p:cNvSpPr>
            <a:spLocks noEditPoints="1"/>
          </p:cNvSpPr>
          <p:nvPr/>
        </p:nvSpPr>
        <p:spPr bwMode="auto">
          <a:xfrm>
            <a:off x="6013557" y="3648331"/>
            <a:ext cx="334275" cy="334275"/>
          </a:xfrm>
          <a:custGeom>
            <a:avLst/>
            <a:gdLst>
              <a:gd name="T0" fmla="*/ 64 w 176"/>
              <a:gd name="T1" fmla="*/ 56 h 176"/>
              <a:gd name="T2" fmla="*/ 56 w 176"/>
              <a:gd name="T3" fmla="*/ 64 h 176"/>
              <a:gd name="T4" fmla="*/ 64 w 176"/>
              <a:gd name="T5" fmla="*/ 72 h 176"/>
              <a:gd name="T6" fmla="*/ 72 w 176"/>
              <a:gd name="T7" fmla="*/ 64 h 176"/>
              <a:gd name="T8" fmla="*/ 64 w 176"/>
              <a:gd name="T9" fmla="*/ 56 h 176"/>
              <a:gd name="T10" fmla="*/ 160 w 176"/>
              <a:gd name="T11" fmla="*/ 0 h 176"/>
              <a:gd name="T12" fmla="*/ 16 w 176"/>
              <a:gd name="T13" fmla="*/ 0 h 176"/>
              <a:gd name="T14" fmla="*/ 0 w 176"/>
              <a:gd name="T15" fmla="*/ 16 h 176"/>
              <a:gd name="T16" fmla="*/ 0 w 176"/>
              <a:gd name="T17" fmla="*/ 160 h 176"/>
              <a:gd name="T18" fmla="*/ 16 w 176"/>
              <a:gd name="T19" fmla="*/ 176 h 176"/>
              <a:gd name="T20" fmla="*/ 160 w 176"/>
              <a:gd name="T21" fmla="*/ 176 h 176"/>
              <a:gd name="T22" fmla="*/ 176 w 176"/>
              <a:gd name="T23" fmla="*/ 160 h 176"/>
              <a:gd name="T24" fmla="*/ 176 w 176"/>
              <a:gd name="T25" fmla="*/ 16 h 176"/>
              <a:gd name="T26" fmla="*/ 160 w 176"/>
              <a:gd name="T27" fmla="*/ 0 h 176"/>
              <a:gd name="T28" fmla="*/ 168 w 176"/>
              <a:gd name="T29" fmla="*/ 160 h 176"/>
              <a:gd name="T30" fmla="*/ 160 w 176"/>
              <a:gd name="T31" fmla="*/ 168 h 176"/>
              <a:gd name="T32" fmla="*/ 16 w 176"/>
              <a:gd name="T33" fmla="*/ 168 h 176"/>
              <a:gd name="T34" fmla="*/ 8 w 176"/>
              <a:gd name="T35" fmla="*/ 160 h 176"/>
              <a:gd name="T36" fmla="*/ 8 w 176"/>
              <a:gd name="T37" fmla="*/ 16 h 176"/>
              <a:gd name="T38" fmla="*/ 16 w 176"/>
              <a:gd name="T39" fmla="*/ 8 h 176"/>
              <a:gd name="T40" fmla="*/ 160 w 176"/>
              <a:gd name="T41" fmla="*/ 8 h 176"/>
              <a:gd name="T42" fmla="*/ 168 w 176"/>
              <a:gd name="T43" fmla="*/ 16 h 176"/>
              <a:gd name="T44" fmla="*/ 168 w 176"/>
              <a:gd name="T45" fmla="*/ 160 h 176"/>
              <a:gd name="T46" fmla="*/ 56 w 176"/>
              <a:gd name="T47" fmla="*/ 120 h 176"/>
              <a:gd name="T48" fmla="*/ 72 w 176"/>
              <a:gd name="T49" fmla="*/ 120 h 176"/>
              <a:gd name="T50" fmla="*/ 72 w 176"/>
              <a:gd name="T51" fmla="*/ 76 h 176"/>
              <a:gd name="T52" fmla="*/ 56 w 176"/>
              <a:gd name="T53" fmla="*/ 76 h 176"/>
              <a:gd name="T54" fmla="*/ 56 w 176"/>
              <a:gd name="T55" fmla="*/ 120 h 176"/>
              <a:gd name="T56" fmla="*/ 109 w 176"/>
              <a:gd name="T57" fmla="*/ 76 h 176"/>
              <a:gd name="T58" fmla="*/ 96 w 176"/>
              <a:gd name="T59" fmla="*/ 83 h 176"/>
              <a:gd name="T60" fmla="*/ 96 w 176"/>
              <a:gd name="T61" fmla="*/ 76 h 176"/>
              <a:gd name="T62" fmla="*/ 80 w 176"/>
              <a:gd name="T63" fmla="*/ 76 h 176"/>
              <a:gd name="T64" fmla="*/ 80 w 176"/>
              <a:gd name="T65" fmla="*/ 120 h 176"/>
              <a:gd name="T66" fmla="*/ 96 w 176"/>
              <a:gd name="T67" fmla="*/ 120 h 176"/>
              <a:gd name="T68" fmla="*/ 96 w 176"/>
              <a:gd name="T69" fmla="*/ 96 h 176"/>
              <a:gd name="T70" fmla="*/ 103 w 176"/>
              <a:gd name="T71" fmla="*/ 88 h 176"/>
              <a:gd name="T72" fmla="*/ 108 w 176"/>
              <a:gd name="T73" fmla="*/ 96 h 176"/>
              <a:gd name="T74" fmla="*/ 108 w 176"/>
              <a:gd name="T75" fmla="*/ 120 h 176"/>
              <a:gd name="T76" fmla="*/ 124 w 176"/>
              <a:gd name="T77" fmla="*/ 120 h 176"/>
              <a:gd name="T78" fmla="*/ 124 w 176"/>
              <a:gd name="T79" fmla="*/ 96 h 176"/>
              <a:gd name="T80" fmla="*/ 109 w 176"/>
              <a:gd name="T81" fmla="*/ 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64" y="56"/>
                </a:moveTo>
                <a:cubicBezTo>
                  <a:pt x="60" y="56"/>
                  <a:pt x="56" y="60"/>
                  <a:pt x="56" y="64"/>
                </a:cubicBezTo>
                <a:cubicBezTo>
                  <a:pt x="56" y="68"/>
                  <a:pt x="60" y="72"/>
                  <a:pt x="64" y="72"/>
                </a:cubicBezTo>
                <a:cubicBezTo>
                  <a:pt x="68" y="72"/>
                  <a:pt x="72" y="68"/>
                  <a:pt x="72" y="64"/>
                </a:cubicBezTo>
                <a:cubicBezTo>
                  <a:pt x="72" y="60"/>
                  <a:pt x="68" y="56"/>
                  <a:pt x="64" y="56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56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2" y="76"/>
                  <a:pt x="72" y="76"/>
                  <a:pt x="72" y="76"/>
                </a:cubicBezTo>
                <a:cubicBezTo>
                  <a:pt x="56" y="76"/>
                  <a:pt x="56" y="76"/>
                  <a:pt x="56" y="76"/>
                </a:cubicBezTo>
                <a:lnTo>
                  <a:pt x="56" y="120"/>
                </a:lnTo>
                <a:close/>
                <a:moveTo>
                  <a:pt x="109" y="76"/>
                </a:moveTo>
                <a:cubicBezTo>
                  <a:pt x="98" y="76"/>
                  <a:pt x="96" y="83"/>
                  <a:pt x="96" y="83"/>
                </a:cubicBezTo>
                <a:cubicBezTo>
                  <a:pt x="96" y="76"/>
                  <a:pt x="96" y="76"/>
                  <a:pt x="96" y="76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96"/>
                  <a:pt x="96" y="88"/>
                  <a:pt x="103" y="88"/>
                </a:cubicBezTo>
                <a:cubicBezTo>
                  <a:pt x="107" y="88"/>
                  <a:pt x="108" y="92"/>
                  <a:pt x="108" y="96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83"/>
                  <a:pt x="119" y="76"/>
                  <a:pt x="109" y="7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331"/>
          <p:cNvSpPr>
            <a:spLocks noEditPoints="1"/>
          </p:cNvSpPr>
          <p:nvPr/>
        </p:nvSpPr>
        <p:spPr bwMode="auto">
          <a:xfrm>
            <a:off x="6652899" y="3648331"/>
            <a:ext cx="334275" cy="334275"/>
          </a:xfrm>
          <a:custGeom>
            <a:avLst/>
            <a:gdLst>
              <a:gd name="T0" fmla="*/ 94 w 176"/>
              <a:gd name="T1" fmla="*/ 108 h 176"/>
              <a:gd name="T2" fmla="*/ 92 w 176"/>
              <a:gd name="T3" fmla="*/ 106 h 176"/>
              <a:gd name="T4" fmla="*/ 92 w 176"/>
              <a:gd name="T5" fmla="*/ 84 h 176"/>
              <a:gd name="T6" fmla="*/ 108 w 176"/>
              <a:gd name="T7" fmla="*/ 84 h 176"/>
              <a:gd name="T8" fmla="*/ 108 w 176"/>
              <a:gd name="T9" fmla="*/ 72 h 176"/>
              <a:gd name="T10" fmla="*/ 92 w 176"/>
              <a:gd name="T11" fmla="*/ 72 h 176"/>
              <a:gd name="T12" fmla="*/ 92 w 176"/>
              <a:gd name="T13" fmla="*/ 56 h 176"/>
              <a:gd name="T14" fmla="*/ 82 w 176"/>
              <a:gd name="T15" fmla="*/ 56 h 176"/>
              <a:gd name="T16" fmla="*/ 79 w 176"/>
              <a:gd name="T17" fmla="*/ 64 h 176"/>
              <a:gd name="T18" fmla="*/ 75 w 176"/>
              <a:gd name="T19" fmla="*/ 70 h 176"/>
              <a:gd name="T20" fmla="*/ 68 w 176"/>
              <a:gd name="T21" fmla="*/ 73 h 176"/>
              <a:gd name="T22" fmla="*/ 68 w 176"/>
              <a:gd name="T23" fmla="*/ 84 h 176"/>
              <a:gd name="T24" fmla="*/ 76 w 176"/>
              <a:gd name="T25" fmla="*/ 84 h 176"/>
              <a:gd name="T26" fmla="*/ 76 w 176"/>
              <a:gd name="T27" fmla="*/ 105 h 176"/>
              <a:gd name="T28" fmla="*/ 77 w 176"/>
              <a:gd name="T29" fmla="*/ 111 h 176"/>
              <a:gd name="T30" fmla="*/ 80 w 176"/>
              <a:gd name="T31" fmla="*/ 116 h 176"/>
              <a:gd name="T32" fmla="*/ 87 w 176"/>
              <a:gd name="T33" fmla="*/ 119 h 176"/>
              <a:gd name="T34" fmla="*/ 95 w 176"/>
              <a:gd name="T35" fmla="*/ 120 h 176"/>
              <a:gd name="T36" fmla="*/ 102 w 176"/>
              <a:gd name="T37" fmla="*/ 119 h 176"/>
              <a:gd name="T38" fmla="*/ 111 w 176"/>
              <a:gd name="T39" fmla="*/ 116 h 176"/>
              <a:gd name="T40" fmla="*/ 111 w 176"/>
              <a:gd name="T41" fmla="*/ 107 h 176"/>
              <a:gd name="T42" fmla="*/ 100 w 176"/>
              <a:gd name="T43" fmla="*/ 110 h 176"/>
              <a:gd name="T44" fmla="*/ 94 w 176"/>
              <a:gd name="T45" fmla="*/ 108 h 176"/>
              <a:gd name="T46" fmla="*/ 160 w 176"/>
              <a:gd name="T47" fmla="*/ 0 h 176"/>
              <a:gd name="T48" fmla="*/ 16 w 176"/>
              <a:gd name="T49" fmla="*/ 0 h 176"/>
              <a:gd name="T50" fmla="*/ 0 w 176"/>
              <a:gd name="T51" fmla="*/ 16 h 176"/>
              <a:gd name="T52" fmla="*/ 0 w 176"/>
              <a:gd name="T53" fmla="*/ 160 h 176"/>
              <a:gd name="T54" fmla="*/ 16 w 176"/>
              <a:gd name="T55" fmla="*/ 176 h 176"/>
              <a:gd name="T56" fmla="*/ 160 w 176"/>
              <a:gd name="T57" fmla="*/ 176 h 176"/>
              <a:gd name="T58" fmla="*/ 176 w 176"/>
              <a:gd name="T59" fmla="*/ 160 h 176"/>
              <a:gd name="T60" fmla="*/ 176 w 176"/>
              <a:gd name="T61" fmla="*/ 16 h 176"/>
              <a:gd name="T62" fmla="*/ 160 w 176"/>
              <a:gd name="T63" fmla="*/ 0 h 176"/>
              <a:gd name="T64" fmla="*/ 168 w 176"/>
              <a:gd name="T65" fmla="*/ 160 h 176"/>
              <a:gd name="T66" fmla="*/ 160 w 176"/>
              <a:gd name="T67" fmla="*/ 168 h 176"/>
              <a:gd name="T68" fmla="*/ 16 w 176"/>
              <a:gd name="T69" fmla="*/ 168 h 176"/>
              <a:gd name="T70" fmla="*/ 8 w 176"/>
              <a:gd name="T71" fmla="*/ 160 h 176"/>
              <a:gd name="T72" fmla="*/ 8 w 176"/>
              <a:gd name="T73" fmla="*/ 16 h 176"/>
              <a:gd name="T74" fmla="*/ 16 w 176"/>
              <a:gd name="T75" fmla="*/ 8 h 176"/>
              <a:gd name="T76" fmla="*/ 160 w 176"/>
              <a:gd name="T77" fmla="*/ 8 h 176"/>
              <a:gd name="T78" fmla="*/ 168 w 176"/>
              <a:gd name="T79" fmla="*/ 16 h 176"/>
              <a:gd name="T80" fmla="*/ 168 w 176"/>
              <a:gd name="T8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94" y="108"/>
                </a:moveTo>
                <a:cubicBezTo>
                  <a:pt x="93" y="108"/>
                  <a:pt x="92" y="107"/>
                  <a:pt x="92" y="106"/>
                </a:cubicBezTo>
                <a:cubicBezTo>
                  <a:pt x="92" y="106"/>
                  <a:pt x="92" y="84"/>
                  <a:pt x="9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56"/>
                  <a:pt x="92" y="56"/>
                  <a:pt x="9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1" y="59"/>
                  <a:pt x="81" y="62"/>
                  <a:pt x="79" y="64"/>
                </a:cubicBezTo>
                <a:cubicBezTo>
                  <a:pt x="78" y="66"/>
                  <a:pt x="77" y="68"/>
                  <a:pt x="75" y="70"/>
                </a:cubicBezTo>
                <a:cubicBezTo>
                  <a:pt x="73" y="71"/>
                  <a:pt x="71" y="72"/>
                  <a:pt x="68" y="73"/>
                </a:cubicBezTo>
                <a:cubicBezTo>
                  <a:pt x="68" y="84"/>
                  <a:pt x="68" y="84"/>
                  <a:pt x="68" y="84"/>
                </a:cubicBezTo>
                <a:cubicBezTo>
                  <a:pt x="76" y="84"/>
                  <a:pt x="76" y="84"/>
                  <a:pt x="76" y="84"/>
                </a:cubicBezTo>
                <a:cubicBezTo>
                  <a:pt x="76" y="105"/>
                  <a:pt x="76" y="105"/>
                  <a:pt x="76" y="105"/>
                </a:cubicBezTo>
                <a:cubicBezTo>
                  <a:pt x="76" y="108"/>
                  <a:pt x="76" y="110"/>
                  <a:pt x="77" y="111"/>
                </a:cubicBezTo>
                <a:cubicBezTo>
                  <a:pt x="78" y="113"/>
                  <a:pt x="79" y="114"/>
                  <a:pt x="80" y="116"/>
                </a:cubicBezTo>
                <a:cubicBezTo>
                  <a:pt x="82" y="117"/>
                  <a:pt x="84" y="118"/>
                  <a:pt x="87" y="119"/>
                </a:cubicBezTo>
                <a:cubicBezTo>
                  <a:pt x="89" y="120"/>
                  <a:pt x="92" y="120"/>
                  <a:pt x="95" y="120"/>
                </a:cubicBezTo>
                <a:cubicBezTo>
                  <a:pt x="97" y="120"/>
                  <a:pt x="100" y="120"/>
                  <a:pt x="102" y="119"/>
                </a:cubicBezTo>
                <a:cubicBezTo>
                  <a:pt x="104" y="119"/>
                  <a:pt x="108" y="118"/>
                  <a:pt x="111" y="116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07" y="109"/>
                  <a:pt x="103" y="110"/>
                  <a:pt x="100" y="110"/>
                </a:cubicBezTo>
                <a:cubicBezTo>
                  <a:pt x="98" y="110"/>
                  <a:pt x="96" y="109"/>
                  <a:pt x="94" y="108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332"/>
          <p:cNvSpPr>
            <a:spLocks noEditPoints="1"/>
          </p:cNvSpPr>
          <p:nvPr/>
        </p:nvSpPr>
        <p:spPr bwMode="auto">
          <a:xfrm>
            <a:off x="7292240" y="3648331"/>
            <a:ext cx="334275" cy="334275"/>
          </a:xfrm>
          <a:custGeom>
            <a:avLst/>
            <a:gdLst>
              <a:gd name="T0" fmla="*/ 106 w 176"/>
              <a:gd name="T1" fmla="*/ 57 h 176"/>
              <a:gd name="T2" fmla="*/ 107 w 176"/>
              <a:gd name="T3" fmla="*/ 56 h 176"/>
              <a:gd name="T4" fmla="*/ 105 w 176"/>
              <a:gd name="T5" fmla="*/ 56 h 176"/>
              <a:gd name="T6" fmla="*/ 105 w 176"/>
              <a:gd name="T7" fmla="*/ 56 h 176"/>
              <a:gd name="T8" fmla="*/ 98 w 176"/>
              <a:gd name="T9" fmla="*/ 56 h 176"/>
              <a:gd name="T10" fmla="*/ 97 w 176"/>
              <a:gd name="T11" fmla="*/ 56 h 176"/>
              <a:gd name="T12" fmla="*/ 81 w 176"/>
              <a:gd name="T13" fmla="*/ 83 h 176"/>
              <a:gd name="T14" fmla="*/ 66 w 176"/>
              <a:gd name="T15" fmla="*/ 56 h 176"/>
              <a:gd name="T16" fmla="*/ 65 w 176"/>
              <a:gd name="T17" fmla="*/ 56 h 176"/>
              <a:gd name="T18" fmla="*/ 58 w 176"/>
              <a:gd name="T19" fmla="*/ 56 h 176"/>
              <a:gd name="T20" fmla="*/ 56 w 176"/>
              <a:gd name="T21" fmla="*/ 56 h 176"/>
              <a:gd name="T22" fmla="*/ 77 w 176"/>
              <a:gd name="T23" fmla="*/ 93 h 176"/>
              <a:gd name="T24" fmla="*/ 77 w 176"/>
              <a:gd name="T25" fmla="*/ 119 h 176"/>
              <a:gd name="T26" fmla="*/ 77 w 176"/>
              <a:gd name="T27" fmla="*/ 120 h 176"/>
              <a:gd name="T28" fmla="*/ 77 w 176"/>
              <a:gd name="T29" fmla="*/ 120 h 176"/>
              <a:gd name="T30" fmla="*/ 78 w 176"/>
              <a:gd name="T31" fmla="*/ 120 h 176"/>
              <a:gd name="T32" fmla="*/ 85 w 176"/>
              <a:gd name="T33" fmla="*/ 120 h 176"/>
              <a:gd name="T34" fmla="*/ 86 w 176"/>
              <a:gd name="T35" fmla="*/ 120 h 176"/>
              <a:gd name="T36" fmla="*/ 86 w 176"/>
              <a:gd name="T37" fmla="*/ 93 h 176"/>
              <a:gd name="T38" fmla="*/ 96 w 176"/>
              <a:gd name="T39" fmla="*/ 75 h 176"/>
              <a:gd name="T40" fmla="*/ 106 w 176"/>
              <a:gd name="T41" fmla="*/ 57 h 176"/>
              <a:gd name="T42" fmla="*/ 108 w 176"/>
              <a:gd name="T43" fmla="*/ 111 h 176"/>
              <a:gd name="T44" fmla="*/ 102 w 176"/>
              <a:gd name="T45" fmla="*/ 114 h 176"/>
              <a:gd name="T46" fmla="*/ 103 w 176"/>
              <a:gd name="T47" fmla="*/ 118 h 176"/>
              <a:gd name="T48" fmla="*/ 106 w 176"/>
              <a:gd name="T49" fmla="*/ 120 h 176"/>
              <a:gd name="T50" fmla="*/ 107 w 176"/>
              <a:gd name="T51" fmla="*/ 120 h 176"/>
              <a:gd name="T52" fmla="*/ 112 w 176"/>
              <a:gd name="T53" fmla="*/ 117 h 176"/>
              <a:gd name="T54" fmla="*/ 111 w 176"/>
              <a:gd name="T55" fmla="*/ 113 h 176"/>
              <a:gd name="T56" fmla="*/ 108 w 176"/>
              <a:gd name="T57" fmla="*/ 111 h 176"/>
              <a:gd name="T58" fmla="*/ 116 w 176"/>
              <a:gd name="T59" fmla="*/ 57 h 176"/>
              <a:gd name="T60" fmla="*/ 115 w 176"/>
              <a:gd name="T61" fmla="*/ 57 h 176"/>
              <a:gd name="T62" fmla="*/ 111 w 176"/>
              <a:gd name="T63" fmla="*/ 61 h 176"/>
              <a:gd name="T64" fmla="*/ 106 w 176"/>
              <a:gd name="T65" fmla="*/ 105 h 176"/>
              <a:gd name="T66" fmla="*/ 106 w 176"/>
              <a:gd name="T67" fmla="*/ 106 h 176"/>
              <a:gd name="T68" fmla="*/ 107 w 176"/>
              <a:gd name="T69" fmla="*/ 106 h 176"/>
              <a:gd name="T70" fmla="*/ 107 w 176"/>
              <a:gd name="T71" fmla="*/ 106 h 176"/>
              <a:gd name="T72" fmla="*/ 110 w 176"/>
              <a:gd name="T73" fmla="*/ 107 h 176"/>
              <a:gd name="T74" fmla="*/ 111 w 176"/>
              <a:gd name="T75" fmla="*/ 107 h 176"/>
              <a:gd name="T76" fmla="*/ 111 w 176"/>
              <a:gd name="T77" fmla="*/ 106 h 176"/>
              <a:gd name="T78" fmla="*/ 118 w 176"/>
              <a:gd name="T79" fmla="*/ 69 h 176"/>
              <a:gd name="T80" fmla="*/ 120 w 176"/>
              <a:gd name="T81" fmla="*/ 63 h 176"/>
              <a:gd name="T82" fmla="*/ 119 w 176"/>
              <a:gd name="T83" fmla="*/ 59 h 176"/>
              <a:gd name="T84" fmla="*/ 116 w 176"/>
              <a:gd name="T85" fmla="*/ 57 h 176"/>
              <a:gd name="T86" fmla="*/ 160 w 176"/>
              <a:gd name="T87" fmla="*/ 0 h 176"/>
              <a:gd name="T88" fmla="*/ 16 w 176"/>
              <a:gd name="T89" fmla="*/ 0 h 176"/>
              <a:gd name="T90" fmla="*/ 0 w 176"/>
              <a:gd name="T91" fmla="*/ 16 h 176"/>
              <a:gd name="T92" fmla="*/ 0 w 176"/>
              <a:gd name="T93" fmla="*/ 160 h 176"/>
              <a:gd name="T94" fmla="*/ 16 w 176"/>
              <a:gd name="T95" fmla="*/ 176 h 176"/>
              <a:gd name="T96" fmla="*/ 160 w 176"/>
              <a:gd name="T97" fmla="*/ 176 h 176"/>
              <a:gd name="T98" fmla="*/ 176 w 176"/>
              <a:gd name="T99" fmla="*/ 160 h 176"/>
              <a:gd name="T100" fmla="*/ 176 w 176"/>
              <a:gd name="T101" fmla="*/ 16 h 176"/>
              <a:gd name="T102" fmla="*/ 160 w 176"/>
              <a:gd name="T103" fmla="*/ 0 h 176"/>
              <a:gd name="T104" fmla="*/ 168 w 176"/>
              <a:gd name="T105" fmla="*/ 160 h 176"/>
              <a:gd name="T106" fmla="*/ 160 w 176"/>
              <a:gd name="T107" fmla="*/ 168 h 176"/>
              <a:gd name="T108" fmla="*/ 16 w 176"/>
              <a:gd name="T109" fmla="*/ 168 h 176"/>
              <a:gd name="T110" fmla="*/ 8 w 176"/>
              <a:gd name="T111" fmla="*/ 160 h 176"/>
              <a:gd name="T112" fmla="*/ 8 w 176"/>
              <a:gd name="T113" fmla="*/ 16 h 176"/>
              <a:gd name="T114" fmla="*/ 16 w 176"/>
              <a:gd name="T115" fmla="*/ 8 h 176"/>
              <a:gd name="T116" fmla="*/ 160 w 176"/>
              <a:gd name="T117" fmla="*/ 8 h 176"/>
              <a:gd name="T118" fmla="*/ 168 w 176"/>
              <a:gd name="T119" fmla="*/ 16 h 176"/>
              <a:gd name="T120" fmla="*/ 168 w 176"/>
              <a:gd name="T12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06" y="57"/>
                </a:moveTo>
                <a:cubicBezTo>
                  <a:pt x="107" y="56"/>
                  <a:pt x="107" y="56"/>
                  <a:pt x="107" y="56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3" y="57"/>
                  <a:pt x="100" y="57"/>
                  <a:pt x="98" y="56"/>
                </a:cubicBezTo>
                <a:cubicBezTo>
                  <a:pt x="97" y="56"/>
                  <a:pt x="97" y="56"/>
                  <a:pt x="97" y="56"/>
                </a:cubicBezTo>
                <a:cubicBezTo>
                  <a:pt x="81" y="83"/>
                  <a:pt x="81" y="83"/>
                  <a:pt x="81" y="83"/>
                </a:cubicBezTo>
                <a:cubicBezTo>
                  <a:pt x="66" y="56"/>
                  <a:pt x="66" y="56"/>
                  <a:pt x="66" y="56"/>
                </a:cubicBezTo>
                <a:cubicBezTo>
                  <a:pt x="65" y="56"/>
                  <a:pt x="65" y="56"/>
                  <a:pt x="65" y="56"/>
                </a:cubicBezTo>
                <a:cubicBezTo>
                  <a:pt x="63" y="57"/>
                  <a:pt x="60" y="57"/>
                  <a:pt x="58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119"/>
                  <a:pt x="77" y="119"/>
                  <a:pt x="77" y="119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80" y="119"/>
                  <a:pt x="83" y="119"/>
                  <a:pt x="85" y="120"/>
                </a:cubicBezTo>
                <a:cubicBezTo>
                  <a:pt x="86" y="120"/>
                  <a:pt x="86" y="120"/>
                  <a:pt x="86" y="120"/>
                </a:cubicBezTo>
                <a:cubicBezTo>
                  <a:pt x="86" y="93"/>
                  <a:pt x="86" y="93"/>
                  <a:pt x="86" y="93"/>
                </a:cubicBezTo>
                <a:cubicBezTo>
                  <a:pt x="86" y="91"/>
                  <a:pt x="91" y="83"/>
                  <a:pt x="96" y="75"/>
                </a:cubicBezTo>
                <a:cubicBezTo>
                  <a:pt x="101" y="66"/>
                  <a:pt x="106" y="57"/>
                  <a:pt x="106" y="57"/>
                </a:cubicBezTo>
                <a:moveTo>
                  <a:pt x="108" y="111"/>
                </a:moveTo>
                <a:cubicBezTo>
                  <a:pt x="105" y="110"/>
                  <a:pt x="103" y="111"/>
                  <a:pt x="102" y="114"/>
                </a:cubicBezTo>
                <a:cubicBezTo>
                  <a:pt x="102" y="116"/>
                  <a:pt x="102" y="117"/>
                  <a:pt x="103" y="118"/>
                </a:cubicBezTo>
                <a:cubicBezTo>
                  <a:pt x="104" y="119"/>
                  <a:pt x="105" y="119"/>
                  <a:pt x="106" y="120"/>
                </a:cubicBezTo>
                <a:cubicBezTo>
                  <a:pt x="106" y="120"/>
                  <a:pt x="107" y="120"/>
                  <a:pt x="107" y="120"/>
                </a:cubicBezTo>
                <a:cubicBezTo>
                  <a:pt x="109" y="120"/>
                  <a:pt x="111" y="119"/>
                  <a:pt x="112" y="117"/>
                </a:cubicBezTo>
                <a:cubicBezTo>
                  <a:pt x="112" y="115"/>
                  <a:pt x="112" y="114"/>
                  <a:pt x="111" y="113"/>
                </a:cubicBezTo>
                <a:cubicBezTo>
                  <a:pt x="111" y="112"/>
                  <a:pt x="110" y="111"/>
                  <a:pt x="108" y="111"/>
                </a:cubicBezTo>
                <a:moveTo>
                  <a:pt x="116" y="57"/>
                </a:moveTo>
                <a:cubicBezTo>
                  <a:pt x="116" y="57"/>
                  <a:pt x="116" y="57"/>
                  <a:pt x="115" y="57"/>
                </a:cubicBezTo>
                <a:cubicBezTo>
                  <a:pt x="113" y="57"/>
                  <a:pt x="111" y="58"/>
                  <a:pt x="111" y="61"/>
                </a:cubicBezTo>
                <a:cubicBezTo>
                  <a:pt x="108" y="95"/>
                  <a:pt x="106" y="105"/>
                  <a:pt x="106" y="105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7" y="106"/>
                  <a:pt x="107" y="106"/>
                  <a:pt x="107" y="106"/>
                </a:cubicBezTo>
                <a:cubicBezTo>
                  <a:pt x="107" y="106"/>
                  <a:pt x="107" y="106"/>
                  <a:pt x="107" y="106"/>
                </a:cubicBezTo>
                <a:cubicBezTo>
                  <a:pt x="108" y="106"/>
                  <a:pt x="109" y="106"/>
                  <a:pt x="110" y="107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11" y="106"/>
                  <a:pt x="111" y="106"/>
                  <a:pt x="111" y="106"/>
                </a:cubicBezTo>
                <a:cubicBezTo>
                  <a:pt x="113" y="94"/>
                  <a:pt x="116" y="78"/>
                  <a:pt x="118" y="69"/>
                </a:cubicBezTo>
                <a:cubicBezTo>
                  <a:pt x="119" y="66"/>
                  <a:pt x="120" y="64"/>
                  <a:pt x="120" y="63"/>
                </a:cubicBezTo>
                <a:cubicBezTo>
                  <a:pt x="120" y="61"/>
                  <a:pt x="120" y="60"/>
                  <a:pt x="119" y="59"/>
                </a:cubicBezTo>
                <a:cubicBezTo>
                  <a:pt x="119" y="58"/>
                  <a:pt x="118" y="57"/>
                  <a:pt x="116" y="57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333"/>
          <p:cNvSpPr>
            <a:spLocks noEditPoints="1"/>
          </p:cNvSpPr>
          <p:nvPr/>
        </p:nvSpPr>
        <p:spPr bwMode="auto">
          <a:xfrm>
            <a:off x="1539791" y="4286050"/>
            <a:ext cx="335898" cy="335898"/>
          </a:xfrm>
          <a:custGeom>
            <a:avLst/>
            <a:gdLst>
              <a:gd name="T0" fmla="*/ 62 w 176"/>
              <a:gd name="T1" fmla="*/ 80 h 176"/>
              <a:gd name="T2" fmla="*/ 44 w 176"/>
              <a:gd name="T3" fmla="*/ 94 h 176"/>
              <a:gd name="T4" fmla="*/ 60 w 176"/>
              <a:gd name="T5" fmla="*/ 104 h 176"/>
              <a:gd name="T6" fmla="*/ 60 w 176"/>
              <a:gd name="T7" fmla="*/ 104 h 176"/>
              <a:gd name="T8" fmla="*/ 63 w 176"/>
              <a:gd name="T9" fmla="*/ 106 h 176"/>
              <a:gd name="T10" fmla="*/ 70 w 176"/>
              <a:gd name="T11" fmla="*/ 110 h 176"/>
              <a:gd name="T12" fmla="*/ 82 w 176"/>
              <a:gd name="T13" fmla="*/ 101 h 176"/>
              <a:gd name="T14" fmla="*/ 88 w 176"/>
              <a:gd name="T15" fmla="*/ 97 h 176"/>
              <a:gd name="T16" fmla="*/ 88 w 176"/>
              <a:gd name="T17" fmla="*/ 97 h 176"/>
              <a:gd name="T18" fmla="*/ 88 w 176"/>
              <a:gd name="T19" fmla="*/ 97 h 176"/>
              <a:gd name="T20" fmla="*/ 88 w 176"/>
              <a:gd name="T21" fmla="*/ 97 h 176"/>
              <a:gd name="T22" fmla="*/ 88 w 176"/>
              <a:gd name="T23" fmla="*/ 97 h 176"/>
              <a:gd name="T24" fmla="*/ 102 w 176"/>
              <a:gd name="T25" fmla="*/ 107 h 176"/>
              <a:gd name="T26" fmla="*/ 106 w 176"/>
              <a:gd name="T27" fmla="*/ 110 h 176"/>
              <a:gd name="T28" fmla="*/ 132 w 176"/>
              <a:gd name="T29" fmla="*/ 94 h 176"/>
              <a:gd name="T30" fmla="*/ 113 w 176"/>
              <a:gd name="T31" fmla="*/ 79 h 176"/>
              <a:gd name="T32" fmla="*/ 88 w 176"/>
              <a:gd name="T33" fmla="*/ 95 h 176"/>
              <a:gd name="T34" fmla="*/ 62 w 176"/>
              <a:gd name="T35" fmla="*/ 80 h 176"/>
              <a:gd name="T36" fmla="*/ 106 w 176"/>
              <a:gd name="T37" fmla="*/ 120 h 176"/>
              <a:gd name="T38" fmla="*/ 106 w 176"/>
              <a:gd name="T39" fmla="*/ 120 h 176"/>
              <a:gd name="T40" fmla="*/ 88 w 176"/>
              <a:gd name="T41" fmla="*/ 107 h 176"/>
              <a:gd name="T42" fmla="*/ 71 w 176"/>
              <a:gd name="T43" fmla="*/ 120 h 176"/>
              <a:gd name="T44" fmla="*/ 71 w 176"/>
              <a:gd name="T45" fmla="*/ 120 h 176"/>
              <a:gd name="T46" fmla="*/ 62 w 176"/>
              <a:gd name="T47" fmla="*/ 114 h 176"/>
              <a:gd name="T48" fmla="*/ 62 w 176"/>
              <a:gd name="T49" fmla="*/ 119 h 176"/>
              <a:gd name="T50" fmla="*/ 88 w 176"/>
              <a:gd name="T51" fmla="*/ 136 h 176"/>
              <a:gd name="T52" fmla="*/ 114 w 176"/>
              <a:gd name="T53" fmla="*/ 119 h 176"/>
              <a:gd name="T54" fmla="*/ 114 w 176"/>
              <a:gd name="T55" fmla="*/ 115 h 176"/>
              <a:gd name="T56" fmla="*/ 106 w 176"/>
              <a:gd name="T57" fmla="*/ 120 h 176"/>
              <a:gd name="T58" fmla="*/ 113 w 176"/>
              <a:gd name="T59" fmla="*/ 79 h 176"/>
              <a:gd name="T60" fmla="*/ 113 w 176"/>
              <a:gd name="T61" fmla="*/ 79 h 176"/>
              <a:gd name="T62" fmla="*/ 113 w 176"/>
              <a:gd name="T63" fmla="*/ 79 h 176"/>
              <a:gd name="T64" fmla="*/ 113 w 176"/>
              <a:gd name="T65" fmla="*/ 79 h 176"/>
              <a:gd name="T66" fmla="*/ 44 w 176"/>
              <a:gd name="T67" fmla="*/ 65 h 176"/>
              <a:gd name="T68" fmla="*/ 62 w 176"/>
              <a:gd name="T69" fmla="*/ 80 h 176"/>
              <a:gd name="T70" fmla="*/ 88 w 176"/>
              <a:gd name="T71" fmla="*/ 63 h 176"/>
              <a:gd name="T72" fmla="*/ 70 w 176"/>
              <a:gd name="T73" fmla="*/ 48 h 176"/>
              <a:gd name="T74" fmla="*/ 44 w 176"/>
              <a:gd name="T75" fmla="*/ 65 h 176"/>
              <a:gd name="T76" fmla="*/ 160 w 176"/>
              <a:gd name="T77" fmla="*/ 0 h 176"/>
              <a:gd name="T78" fmla="*/ 16 w 176"/>
              <a:gd name="T79" fmla="*/ 0 h 176"/>
              <a:gd name="T80" fmla="*/ 0 w 176"/>
              <a:gd name="T81" fmla="*/ 16 h 176"/>
              <a:gd name="T82" fmla="*/ 0 w 176"/>
              <a:gd name="T83" fmla="*/ 160 h 176"/>
              <a:gd name="T84" fmla="*/ 16 w 176"/>
              <a:gd name="T85" fmla="*/ 176 h 176"/>
              <a:gd name="T86" fmla="*/ 160 w 176"/>
              <a:gd name="T87" fmla="*/ 176 h 176"/>
              <a:gd name="T88" fmla="*/ 176 w 176"/>
              <a:gd name="T89" fmla="*/ 160 h 176"/>
              <a:gd name="T90" fmla="*/ 176 w 176"/>
              <a:gd name="T91" fmla="*/ 16 h 176"/>
              <a:gd name="T92" fmla="*/ 160 w 176"/>
              <a:gd name="T93" fmla="*/ 0 h 176"/>
              <a:gd name="T94" fmla="*/ 168 w 176"/>
              <a:gd name="T95" fmla="*/ 160 h 176"/>
              <a:gd name="T96" fmla="*/ 160 w 176"/>
              <a:gd name="T97" fmla="*/ 168 h 176"/>
              <a:gd name="T98" fmla="*/ 16 w 176"/>
              <a:gd name="T99" fmla="*/ 168 h 176"/>
              <a:gd name="T100" fmla="*/ 8 w 176"/>
              <a:gd name="T101" fmla="*/ 160 h 176"/>
              <a:gd name="T102" fmla="*/ 8 w 176"/>
              <a:gd name="T103" fmla="*/ 16 h 176"/>
              <a:gd name="T104" fmla="*/ 16 w 176"/>
              <a:gd name="T105" fmla="*/ 8 h 176"/>
              <a:gd name="T106" fmla="*/ 160 w 176"/>
              <a:gd name="T107" fmla="*/ 8 h 176"/>
              <a:gd name="T108" fmla="*/ 168 w 176"/>
              <a:gd name="T109" fmla="*/ 16 h 176"/>
              <a:gd name="T110" fmla="*/ 168 w 176"/>
              <a:gd name="T111" fmla="*/ 160 h 176"/>
              <a:gd name="T112" fmla="*/ 106 w 176"/>
              <a:gd name="T113" fmla="*/ 48 h 176"/>
              <a:gd name="T114" fmla="*/ 88 w 176"/>
              <a:gd name="T115" fmla="*/ 63 h 176"/>
              <a:gd name="T116" fmla="*/ 113 w 176"/>
              <a:gd name="T117" fmla="*/ 79 h 176"/>
              <a:gd name="T118" fmla="*/ 132 w 176"/>
              <a:gd name="T119" fmla="*/ 65 h 176"/>
              <a:gd name="T120" fmla="*/ 106 w 176"/>
              <a:gd name="T121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62" y="80"/>
                </a:moveTo>
                <a:cubicBezTo>
                  <a:pt x="44" y="94"/>
                  <a:pt x="44" y="94"/>
                  <a:pt x="44" y="9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3" y="106"/>
                  <a:pt x="63" y="106"/>
                  <a:pt x="63" y="106"/>
                </a:cubicBezTo>
                <a:cubicBezTo>
                  <a:pt x="70" y="110"/>
                  <a:pt x="70" y="110"/>
                  <a:pt x="70" y="110"/>
                </a:cubicBezTo>
                <a:cubicBezTo>
                  <a:pt x="82" y="101"/>
                  <a:pt x="82" y="101"/>
                  <a:pt x="82" y="101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6" y="110"/>
                  <a:pt x="106" y="110"/>
                  <a:pt x="106" y="110"/>
                </a:cubicBezTo>
                <a:cubicBezTo>
                  <a:pt x="132" y="94"/>
                  <a:pt x="132" y="94"/>
                  <a:pt x="132" y="94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88" y="95"/>
                  <a:pt x="88" y="95"/>
                  <a:pt x="88" y="95"/>
                </a:cubicBezTo>
                <a:lnTo>
                  <a:pt x="62" y="80"/>
                </a:lnTo>
                <a:close/>
                <a:moveTo>
                  <a:pt x="106" y="120"/>
                </a:moveTo>
                <a:cubicBezTo>
                  <a:pt x="106" y="120"/>
                  <a:pt x="106" y="120"/>
                  <a:pt x="106" y="120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114" y="119"/>
                  <a:pt x="114" y="119"/>
                  <a:pt x="114" y="119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06" y="120"/>
                  <a:pt x="106" y="120"/>
                  <a:pt x="106" y="120"/>
                </a:cubicBezTo>
                <a:close/>
                <a:moveTo>
                  <a:pt x="113" y="79"/>
                </a:moveTo>
                <a:cubicBezTo>
                  <a:pt x="113" y="79"/>
                  <a:pt x="113" y="79"/>
                  <a:pt x="113" y="79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13" y="79"/>
                  <a:pt x="113" y="79"/>
                  <a:pt x="113" y="79"/>
                </a:cubicBezTo>
                <a:close/>
                <a:moveTo>
                  <a:pt x="44" y="65"/>
                </a:moveTo>
                <a:cubicBezTo>
                  <a:pt x="62" y="80"/>
                  <a:pt x="62" y="80"/>
                  <a:pt x="62" y="80"/>
                </a:cubicBezTo>
                <a:cubicBezTo>
                  <a:pt x="88" y="63"/>
                  <a:pt x="88" y="63"/>
                  <a:pt x="88" y="63"/>
                </a:cubicBezTo>
                <a:cubicBezTo>
                  <a:pt x="70" y="48"/>
                  <a:pt x="70" y="48"/>
                  <a:pt x="70" y="48"/>
                </a:cubicBezTo>
                <a:lnTo>
                  <a:pt x="44" y="65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06" y="48"/>
                </a:moveTo>
                <a:cubicBezTo>
                  <a:pt x="88" y="63"/>
                  <a:pt x="88" y="63"/>
                  <a:pt x="88" y="63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32" y="65"/>
                  <a:pt x="132" y="65"/>
                  <a:pt x="132" y="65"/>
                </a:cubicBezTo>
                <a:lnTo>
                  <a:pt x="106" y="4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334"/>
          <p:cNvSpPr>
            <a:spLocks noEditPoints="1"/>
          </p:cNvSpPr>
          <p:nvPr/>
        </p:nvSpPr>
        <p:spPr bwMode="auto">
          <a:xfrm>
            <a:off x="2179132" y="4286050"/>
            <a:ext cx="334275" cy="335898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12 w 176"/>
              <a:gd name="T37" fmla="*/ 48 h 176"/>
              <a:gd name="T38" fmla="*/ 64 w 176"/>
              <a:gd name="T39" fmla="*/ 48 h 176"/>
              <a:gd name="T40" fmla="*/ 48 w 176"/>
              <a:gd name="T41" fmla="*/ 64 h 176"/>
              <a:gd name="T42" fmla="*/ 48 w 176"/>
              <a:gd name="T43" fmla="*/ 112 h 176"/>
              <a:gd name="T44" fmla="*/ 64 w 176"/>
              <a:gd name="T45" fmla="*/ 128 h 176"/>
              <a:gd name="T46" fmla="*/ 112 w 176"/>
              <a:gd name="T47" fmla="*/ 128 h 176"/>
              <a:gd name="T48" fmla="*/ 128 w 176"/>
              <a:gd name="T49" fmla="*/ 112 h 176"/>
              <a:gd name="T50" fmla="*/ 128 w 176"/>
              <a:gd name="T51" fmla="*/ 64 h 176"/>
              <a:gd name="T52" fmla="*/ 112 w 176"/>
              <a:gd name="T53" fmla="*/ 48 h 176"/>
              <a:gd name="T54" fmla="*/ 104 w 176"/>
              <a:gd name="T55" fmla="*/ 60 h 176"/>
              <a:gd name="T56" fmla="*/ 116 w 176"/>
              <a:gd name="T57" fmla="*/ 60 h 176"/>
              <a:gd name="T58" fmla="*/ 116 w 176"/>
              <a:gd name="T59" fmla="*/ 72 h 176"/>
              <a:gd name="T60" fmla="*/ 104 w 176"/>
              <a:gd name="T61" fmla="*/ 72 h 176"/>
              <a:gd name="T62" fmla="*/ 104 w 176"/>
              <a:gd name="T63" fmla="*/ 60 h 176"/>
              <a:gd name="T64" fmla="*/ 88 w 176"/>
              <a:gd name="T65" fmla="*/ 72 h 176"/>
              <a:gd name="T66" fmla="*/ 104 w 176"/>
              <a:gd name="T67" fmla="*/ 88 h 176"/>
              <a:gd name="T68" fmla="*/ 88 w 176"/>
              <a:gd name="T69" fmla="*/ 104 h 176"/>
              <a:gd name="T70" fmla="*/ 72 w 176"/>
              <a:gd name="T71" fmla="*/ 88 h 176"/>
              <a:gd name="T72" fmla="*/ 88 w 176"/>
              <a:gd name="T73" fmla="*/ 72 h 176"/>
              <a:gd name="T74" fmla="*/ 120 w 176"/>
              <a:gd name="T75" fmla="*/ 112 h 176"/>
              <a:gd name="T76" fmla="*/ 112 w 176"/>
              <a:gd name="T77" fmla="*/ 120 h 176"/>
              <a:gd name="T78" fmla="*/ 64 w 176"/>
              <a:gd name="T79" fmla="*/ 120 h 176"/>
              <a:gd name="T80" fmla="*/ 56 w 176"/>
              <a:gd name="T81" fmla="*/ 112 h 176"/>
              <a:gd name="T82" fmla="*/ 56 w 176"/>
              <a:gd name="T83" fmla="*/ 84 h 176"/>
              <a:gd name="T84" fmla="*/ 64 w 176"/>
              <a:gd name="T85" fmla="*/ 84 h 176"/>
              <a:gd name="T86" fmla="*/ 64 w 176"/>
              <a:gd name="T87" fmla="*/ 88 h 176"/>
              <a:gd name="T88" fmla="*/ 88 w 176"/>
              <a:gd name="T89" fmla="*/ 112 h 176"/>
              <a:gd name="T90" fmla="*/ 112 w 176"/>
              <a:gd name="T91" fmla="*/ 88 h 176"/>
              <a:gd name="T92" fmla="*/ 112 w 176"/>
              <a:gd name="T93" fmla="*/ 84 h 176"/>
              <a:gd name="T94" fmla="*/ 120 w 176"/>
              <a:gd name="T95" fmla="*/ 84 h 176"/>
              <a:gd name="T96" fmla="*/ 120 w 176"/>
              <a:gd name="T97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1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55" y="48"/>
                  <a:pt x="48" y="55"/>
                  <a:pt x="48" y="64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48" y="121"/>
                  <a:pt x="55" y="128"/>
                  <a:pt x="64" y="12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21" y="128"/>
                  <a:pt x="128" y="121"/>
                  <a:pt x="128" y="11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55"/>
                  <a:pt x="121" y="48"/>
                  <a:pt x="112" y="48"/>
                </a:cubicBezTo>
                <a:moveTo>
                  <a:pt x="104" y="60"/>
                </a:moveTo>
                <a:cubicBezTo>
                  <a:pt x="116" y="60"/>
                  <a:pt x="116" y="60"/>
                  <a:pt x="116" y="60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04" y="72"/>
                  <a:pt x="104" y="72"/>
                  <a:pt x="104" y="72"/>
                </a:cubicBezTo>
                <a:lnTo>
                  <a:pt x="104" y="60"/>
                </a:lnTo>
                <a:close/>
                <a:moveTo>
                  <a:pt x="88" y="72"/>
                </a:moveTo>
                <a:cubicBezTo>
                  <a:pt x="97" y="72"/>
                  <a:pt x="104" y="79"/>
                  <a:pt x="104" y="88"/>
                </a:cubicBezTo>
                <a:cubicBezTo>
                  <a:pt x="104" y="97"/>
                  <a:pt x="97" y="104"/>
                  <a:pt x="88" y="104"/>
                </a:cubicBezTo>
                <a:cubicBezTo>
                  <a:pt x="79" y="104"/>
                  <a:pt x="72" y="97"/>
                  <a:pt x="72" y="88"/>
                </a:cubicBezTo>
                <a:cubicBezTo>
                  <a:pt x="72" y="79"/>
                  <a:pt x="79" y="72"/>
                  <a:pt x="88" y="72"/>
                </a:cubicBezTo>
                <a:moveTo>
                  <a:pt x="120" y="112"/>
                </a:moveTo>
                <a:cubicBezTo>
                  <a:pt x="120" y="116"/>
                  <a:pt x="116" y="120"/>
                  <a:pt x="112" y="120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0" y="120"/>
                  <a:pt x="56" y="116"/>
                  <a:pt x="56" y="112"/>
                </a:cubicBezTo>
                <a:cubicBezTo>
                  <a:pt x="56" y="84"/>
                  <a:pt x="56" y="84"/>
                  <a:pt x="56" y="84"/>
                </a:cubicBezTo>
                <a:cubicBezTo>
                  <a:pt x="64" y="84"/>
                  <a:pt x="64" y="84"/>
                  <a:pt x="64" y="84"/>
                </a:cubicBezTo>
                <a:cubicBezTo>
                  <a:pt x="64" y="85"/>
                  <a:pt x="64" y="87"/>
                  <a:pt x="64" y="88"/>
                </a:cubicBezTo>
                <a:cubicBezTo>
                  <a:pt x="64" y="101"/>
                  <a:pt x="75" y="112"/>
                  <a:pt x="88" y="112"/>
                </a:cubicBezTo>
                <a:cubicBezTo>
                  <a:pt x="101" y="112"/>
                  <a:pt x="112" y="101"/>
                  <a:pt x="112" y="88"/>
                </a:cubicBezTo>
                <a:cubicBezTo>
                  <a:pt x="112" y="87"/>
                  <a:pt x="112" y="85"/>
                  <a:pt x="112" y="84"/>
                </a:cubicBezTo>
                <a:cubicBezTo>
                  <a:pt x="120" y="84"/>
                  <a:pt x="120" y="84"/>
                  <a:pt x="120" y="84"/>
                </a:cubicBezTo>
                <a:lnTo>
                  <a:pt x="120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335"/>
          <p:cNvSpPr>
            <a:spLocks noEditPoints="1"/>
          </p:cNvSpPr>
          <p:nvPr/>
        </p:nvSpPr>
        <p:spPr bwMode="auto">
          <a:xfrm>
            <a:off x="2818474" y="4286050"/>
            <a:ext cx="334275" cy="335898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88 w 176"/>
              <a:gd name="T37" fmla="*/ 40 h 176"/>
              <a:gd name="T38" fmla="*/ 40 w 176"/>
              <a:gd name="T39" fmla="*/ 88 h 176"/>
              <a:gd name="T40" fmla="*/ 88 w 176"/>
              <a:gd name="T41" fmla="*/ 136 h 176"/>
              <a:gd name="T42" fmla="*/ 136 w 176"/>
              <a:gd name="T43" fmla="*/ 88 h 176"/>
              <a:gd name="T44" fmla="*/ 88 w 176"/>
              <a:gd name="T45" fmla="*/ 40 h 176"/>
              <a:gd name="T46" fmla="*/ 48 w 176"/>
              <a:gd name="T47" fmla="*/ 88 h 176"/>
              <a:gd name="T48" fmla="*/ 51 w 176"/>
              <a:gd name="T49" fmla="*/ 72 h 176"/>
              <a:gd name="T50" fmla="*/ 70 w 176"/>
              <a:gd name="T51" fmla="*/ 124 h 176"/>
              <a:gd name="T52" fmla="*/ 48 w 176"/>
              <a:gd name="T53" fmla="*/ 88 h 176"/>
              <a:gd name="T54" fmla="*/ 88 w 176"/>
              <a:gd name="T55" fmla="*/ 128 h 176"/>
              <a:gd name="T56" fmla="*/ 77 w 176"/>
              <a:gd name="T57" fmla="*/ 126 h 176"/>
              <a:gd name="T58" fmla="*/ 89 w 176"/>
              <a:gd name="T59" fmla="*/ 92 h 176"/>
              <a:gd name="T60" fmla="*/ 101 w 176"/>
              <a:gd name="T61" fmla="*/ 126 h 176"/>
              <a:gd name="T62" fmla="*/ 88 w 176"/>
              <a:gd name="T63" fmla="*/ 128 h 176"/>
              <a:gd name="T64" fmla="*/ 94 w 176"/>
              <a:gd name="T65" fmla="*/ 69 h 176"/>
              <a:gd name="T66" fmla="*/ 98 w 176"/>
              <a:gd name="T67" fmla="*/ 69 h 176"/>
              <a:gd name="T68" fmla="*/ 98 w 176"/>
              <a:gd name="T69" fmla="*/ 65 h 176"/>
              <a:gd name="T70" fmla="*/ 87 w 176"/>
              <a:gd name="T71" fmla="*/ 66 h 176"/>
              <a:gd name="T72" fmla="*/ 76 w 176"/>
              <a:gd name="T73" fmla="*/ 65 h 176"/>
              <a:gd name="T74" fmla="*/ 76 w 176"/>
              <a:gd name="T75" fmla="*/ 69 h 176"/>
              <a:gd name="T76" fmla="*/ 80 w 176"/>
              <a:gd name="T77" fmla="*/ 69 h 176"/>
              <a:gd name="T78" fmla="*/ 87 w 176"/>
              <a:gd name="T79" fmla="*/ 86 h 176"/>
              <a:gd name="T80" fmla="*/ 78 w 176"/>
              <a:gd name="T81" fmla="*/ 113 h 176"/>
              <a:gd name="T82" fmla="*/ 63 w 176"/>
              <a:gd name="T83" fmla="*/ 69 h 176"/>
              <a:gd name="T84" fmla="*/ 68 w 176"/>
              <a:gd name="T85" fmla="*/ 69 h 176"/>
              <a:gd name="T86" fmla="*/ 67 w 176"/>
              <a:gd name="T87" fmla="*/ 65 h 176"/>
              <a:gd name="T88" fmla="*/ 57 w 176"/>
              <a:gd name="T89" fmla="*/ 66 h 176"/>
              <a:gd name="T90" fmla="*/ 55 w 176"/>
              <a:gd name="T91" fmla="*/ 66 h 176"/>
              <a:gd name="T92" fmla="*/ 88 w 176"/>
              <a:gd name="T93" fmla="*/ 48 h 176"/>
              <a:gd name="T94" fmla="*/ 114 w 176"/>
              <a:gd name="T95" fmla="*/ 58 h 176"/>
              <a:gd name="T96" fmla="*/ 108 w 176"/>
              <a:gd name="T97" fmla="*/ 65 h 176"/>
              <a:gd name="T98" fmla="*/ 112 w 176"/>
              <a:gd name="T99" fmla="*/ 75 h 176"/>
              <a:gd name="T100" fmla="*/ 115 w 176"/>
              <a:gd name="T101" fmla="*/ 86 h 176"/>
              <a:gd name="T102" fmla="*/ 112 w 176"/>
              <a:gd name="T103" fmla="*/ 99 h 176"/>
              <a:gd name="T104" fmla="*/ 108 w 176"/>
              <a:gd name="T105" fmla="*/ 113 h 176"/>
              <a:gd name="T106" fmla="*/ 94 w 176"/>
              <a:gd name="T107" fmla="*/ 69 h 176"/>
              <a:gd name="T108" fmla="*/ 128 w 176"/>
              <a:gd name="T109" fmla="*/ 88 h 176"/>
              <a:gd name="T110" fmla="*/ 109 w 176"/>
              <a:gd name="T111" fmla="*/ 122 h 176"/>
              <a:gd name="T112" fmla="*/ 121 w 176"/>
              <a:gd name="T113" fmla="*/ 87 h 176"/>
              <a:gd name="T114" fmla="*/ 124 w 176"/>
              <a:gd name="T115" fmla="*/ 73 h 176"/>
              <a:gd name="T116" fmla="*/ 124 w 176"/>
              <a:gd name="T117" fmla="*/ 70 h 176"/>
              <a:gd name="T118" fmla="*/ 128 w 176"/>
              <a:gd name="T119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48" y="88"/>
                </a:moveTo>
                <a:cubicBezTo>
                  <a:pt x="48" y="82"/>
                  <a:pt x="49" y="77"/>
                  <a:pt x="51" y="72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57" y="117"/>
                  <a:pt x="48" y="104"/>
                  <a:pt x="48" y="88"/>
                </a:cubicBezTo>
                <a:moveTo>
                  <a:pt x="88" y="128"/>
                </a:moveTo>
                <a:cubicBezTo>
                  <a:pt x="84" y="128"/>
                  <a:pt x="80" y="127"/>
                  <a:pt x="77" y="126"/>
                </a:cubicBezTo>
                <a:cubicBezTo>
                  <a:pt x="89" y="92"/>
                  <a:pt x="89" y="92"/>
                  <a:pt x="89" y="92"/>
                </a:cubicBezTo>
                <a:cubicBezTo>
                  <a:pt x="89" y="92"/>
                  <a:pt x="100" y="121"/>
                  <a:pt x="101" y="126"/>
                </a:cubicBezTo>
                <a:cubicBezTo>
                  <a:pt x="97" y="127"/>
                  <a:pt x="93" y="128"/>
                  <a:pt x="88" y="128"/>
                </a:cubicBezTo>
                <a:moveTo>
                  <a:pt x="94" y="69"/>
                </a:moveTo>
                <a:cubicBezTo>
                  <a:pt x="96" y="69"/>
                  <a:pt x="98" y="69"/>
                  <a:pt x="98" y="69"/>
                </a:cubicBezTo>
                <a:cubicBezTo>
                  <a:pt x="100" y="68"/>
                  <a:pt x="100" y="65"/>
                  <a:pt x="98" y="65"/>
                </a:cubicBezTo>
                <a:cubicBezTo>
                  <a:pt x="98" y="65"/>
                  <a:pt x="91" y="66"/>
                  <a:pt x="87" y="66"/>
                </a:cubicBezTo>
                <a:cubicBezTo>
                  <a:pt x="83" y="66"/>
                  <a:pt x="76" y="65"/>
                  <a:pt x="76" y="65"/>
                </a:cubicBezTo>
                <a:cubicBezTo>
                  <a:pt x="74" y="65"/>
                  <a:pt x="74" y="68"/>
                  <a:pt x="76" y="69"/>
                </a:cubicBezTo>
                <a:cubicBezTo>
                  <a:pt x="76" y="69"/>
                  <a:pt x="78" y="69"/>
                  <a:pt x="80" y="69"/>
                </a:cubicBezTo>
                <a:cubicBezTo>
                  <a:pt x="87" y="86"/>
                  <a:pt x="87" y="86"/>
                  <a:pt x="87" y="86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63" y="69"/>
                  <a:pt x="63" y="69"/>
                  <a:pt x="63" y="69"/>
                </a:cubicBezTo>
                <a:cubicBezTo>
                  <a:pt x="66" y="69"/>
                  <a:pt x="68" y="69"/>
                  <a:pt x="68" y="69"/>
                </a:cubicBezTo>
                <a:cubicBezTo>
                  <a:pt x="70" y="68"/>
                  <a:pt x="70" y="65"/>
                  <a:pt x="67" y="65"/>
                </a:cubicBezTo>
                <a:cubicBezTo>
                  <a:pt x="67" y="65"/>
                  <a:pt x="61" y="66"/>
                  <a:pt x="57" y="66"/>
                </a:cubicBezTo>
                <a:cubicBezTo>
                  <a:pt x="56" y="66"/>
                  <a:pt x="55" y="66"/>
                  <a:pt x="55" y="66"/>
                </a:cubicBezTo>
                <a:cubicBezTo>
                  <a:pt x="62" y="55"/>
                  <a:pt x="74" y="48"/>
                  <a:pt x="88" y="48"/>
                </a:cubicBezTo>
                <a:cubicBezTo>
                  <a:pt x="98" y="48"/>
                  <a:pt x="107" y="52"/>
                  <a:pt x="114" y="58"/>
                </a:cubicBezTo>
                <a:cubicBezTo>
                  <a:pt x="111" y="58"/>
                  <a:pt x="108" y="62"/>
                  <a:pt x="108" y="65"/>
                </a:cubicBezTo>
                <a:cubicBezTo>
                  <a:pt x="108" y="69"/>
                  <a:pt x="110" y="71"/>
                  <a:pt x="112" y="75"/>
                </a:cubicBezTo>
                <a:cubicBezTo>
                  <a:pt x="114" y="77"/>
                  <a:pt x="115" y="81"/>
                  <a:pt x="115" y="86"/>
                </a:cubicBezTo>
                <a:cubicBezTo>
                  <a:pt x="115" y="89"/>
                  <a:pt x="114" y="93"/>
                  <a:pt x="112" y="99"/>
                </a:cubicBezTo>
                <a:cubicBezTo>
                  <a:pt x="108" y="113"/>
                  <a:pt x="108" y="113"/>
                  <a:pt x="108" y="113"/>
                </a:cubicBezTo>
                <a:lnTo>
                  <a:pt x="94" y="69"/>
                </a:lnTo>
                <a:close/>
                <a:moveTo>
                  <a:pt x="128" y="88"/>
                </a:moveTo>
                <a:cubicBezTo>
                  <a:pt x="128" y="102"/>
                  <a:pt x="120" y="115"/>
                  <a:pt x="109" y="122"/>
                </a:cubicBezTo>
                <a:cubicBezTo>
                  <a:pt x="121" y="87"/>
                  <a:pt x="121" y="87"/>
                  <a:pt x="121" y="87"/>
                </a:cubicBezTo>
                <a:cubicBezTo>
                  <a:pt x="123" y="81"/>
                  <a:pt x="124" y="77"/>
                  <a:pt x="124" y="73"/>
                </a:cubicBezTo>
                <a:cubicBezTo>
                  <a:pt x="124" y="72"/>
                  <a:pt x="124" y="71"/>
                  <a:pt x="124" y="70"/>
                </a:cubicBezTo>
                <a:cubicBezTo>
                  <a:pt x="126" y="76"/>
                  <a:pt x="128" y="82"/>
                  <a:pt x="128" y="8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336"/>
          <p:cNvSpPr>
            <a:spLocks noEditPoints="1"/>
          </p:cNvSpPr>
          <p:nvPr/>
        </p:nvSpPr>
        <p:spPr bwMode="auto">
          <a:xfrm>
            <a:off x="3457815" y="4286050"/>
            <a:ext cx="334275" cy="335898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88 w 176"/>
              <a:gd name="T37" fmla="*/ 40 h 176"/>
              <a:gd name="T38" fmla="*/ 40 w 176"/>
              <a:gd name="T39" fmla="*/ 88 h 176"/>
              <a:gd name="T40" fmla="*/ 88 w 176"/>
              <a:gd name="T41" fmla="*/ 136 h 176"/>
              <a:gd name="T42" fmla="*/ 136 w 176"/>
              <a:gd name="T43" fmla="*/ 88 h 176"/>
              <a:gd name="T44" fmla="*/ 88 w 176"/>
              <a:gd name="T45" fmla="*/ 40 h 176"/>
              <a:gd name="T46" fmla="*/ 88 w 176"/>
              <a:gd name="T47" fmla="*/ 48 h 176"/>
              <a:gd name="T48" fmla="*/ 113 w 176"/>
              <a:gd name="T49" fmla="*/ 57 h 176"/>
              <a:gd name="T50" fmla="*/ 92 w 176"/>
              <a:gd name="T51" fmla="*/ 70 h 176"/>
              <a:gd name="T52" fmla="*/ 76 w 176"/>
              <a:gd name="T53" fmla="*/ 50 h 176"/>
              <a:gd name="T54" fmla="*/ 88 w 176"/>
              <a:gd name="T55" fmla="*/ 48 h 176"/>
              <a:gd name="T56" fmla="*/ 68 w 176"/>
              <a:gd name="T57" fmla="*/ 53 h 176"/>
              <a:gd name="T58" fmla="*/ 84 w 176"/>
              <a:gd name="T59" fmla="*/ 73 h 176"/>
              <a:gd name="T60" fmla="*/ 49 w 176"/>
              <a:gd name="T61" fmla="*/ 80 h 176"/>
              <a:gd name="T62" fmla="*/ 68 w 176"/>
              <a:gd name="T63" fmla="*/ 53 h 176"/>
              <a:gd name="T64" fmla="*/ 48 w 176"/>
              <a:gd name="T65" fmla="*/ 88 h 176"/>
              <a:gd name="T66" fmla="*/ 88 w 176"/>
              <a:gd name="T67" fmla="*/ 80 h 176"/>
              <a:gd name="T68" fmla="*/ 92 w 176"/>
              <a:gd name="T69" fmla="*/ 88 h 176"/>
              <a:gd name="T70" fmla="*/ 59 w 176"/>
              <a:gd name="T71" fmla="*/ 115 h 176"/>
              <a:gd name="T72" fmla="*/ 48 w 176"/>
              <a:gd name="T73" fmla="*/ 88 h 176"/>
              <a:gd name="T74" fmla="*/ 88 w 176"/>
              <a:gd name="T75" fmla="*/ 128 h 176"/>
              <a:gd name="T76" fmla="*/ 65 w 176"/>
              <a:gd name="T77" fmla="*/ 121 h 176"/>
              <a:gd name="T78" fmla="*/ 95 w 176"/>
              <a:gd name="T79" fmla="*/ 96 h 176"/>
              <a:gd name="T80" fmla="*/ 100 w 176"/>
              <a:gd name="T81" fmla="*/ 126 h 176"/>
              <a:gd name="T82" fmla="*/ 88 w 176"/>
              <a:gd name="T83" fmla="*/ 128 h 176"/>
              <a:gd name="T84" fmla="*/ 108 w 176"/>
              <a:gd name="T85" fmla="*/ 123 h 176"/>
              <a:gd name="T86" fmla="*/ 103 w 176"/>
              <a:gd name="T87" fmla="*/ 94 h 176"/>
              <a:gd name="T88" fmla="*/ 116 w 176"/>
              <a:gd name="T89" fmla="*/ 92 h 176"/>
              <a:gd name="T90" fmla="*/ 128 w 176"/>
              <a:gd name="T91" fmla="*/ 93 h 176"/>
              <a:gd name="T92" fmla="*/ 108 w 176"/>
              <a:gd name="T93" fmla="*/ 123 h 176"/>
              <a:gd name="T94" fmla="*/ 116 w 176"/>
              <a:gd name="T95" fmla="*/ 84 h 176"/>
              <a:gd name="T96" fmla="*/ 100 w 176"/>
              <a:gd name="T97" fmla="*/ 86 h 176"/>
              <a:gd name="T98" fmla="*/ 96 w 176"/>
              <a:gd name="T99" fmla="*/ 77 h 176"/>
              <a:gd name="T100" fmla="*/ 119 w 176"/>
              <a:gd name="T101" fmla="*/ 63 h 176"/>
              <a:gd name="T102" fmla="*/ 128 w 176"/>
              <a:gd name="T103" fmla="*/ 85 h 176"/>
              <a:gd name="T104" fmla="*/ 116 w 176"/>
              <a:gd name="T105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88" y="48"/>
                </a:moveTo>
                <a:cubicBezTo>
                  <a:pt x="98" y="48"/>
                  <a:pt x="106" y="51"/>
                  <a:pt x="113" y="57"/>
                </a:cubicBezTo>
                <a:cubicBezTo>
                  <a:pt x="107" y="62"/>
                  <a:pt x="100" y="67"/>
                  <a:pt x="92" y="70"/>
                </a:cubicBezTo>
                <a:cubicBezTo>
                  <a:pt x="87" y="63"/>
                  <a:pt x="82" y="56"/>
                  <a:pt x="76" y="50"/>
                </a:cubicBezTo>
                <a:cubicBezTo>
                  <a:pt x="80" y="49"/>
                  <a:pt x="84" y="48"/>
                  <a:pt x="88" y="48"/>
                </a:cubicBezTo>
                <a:moveTo>
                  <a:pt x="68" y="53"/>
                </a:moveTo>
                <a:cubicBezTo>
                  <a:pt x="74" y="59"/>
                  <a:pt x="80" y="66"/>
                  <a:pt x="84" y="73"/>
                </a:cubicBezTo>
                <a:cubicBezTo>
                  <a:pt x="73" y="77"/>
                  <a:pt x="61" y="80"/>
                  <a:pt x="49" y="80"/>
                </a:cubicBezTo>
                <a:cubicBezTo>
                  <a:pt x="51" y="69"/>
                  <a:pt x="58" y="59"/>
                  <a:pt x="68" y="53"/>
                </a:cubicBezTo>
                <a:moveTo>
                  <a:pt x="48" y="88"/>
                </a:moveTo>
                <a:cubicBezTo>
                  <a:pt x="62" y="88"/>
                  <a:pt x="76" y="85"/>
                  <a:pt x="88" y="80"/>
                </a:cubicBezTo>
                <a:cubicBezTo>
                  <a:pt x="90" y="83"/>
                  <a:pt x="91" y="86"/>
                  <a:pt x="92" y="88"/>
                </a:cubicBezTo>
                <a:cubicBezTo>
                  <a:pt x="78" y="94"/>
                  <a:pt x="67" y="103"/>
                  <a:pt x="59" y="115"/>
                </a:cubicBezTo>
                <a:cubicBezTo>
                  <a:pt x="52" y="108"/>
                  <a:pt x="48" y="99"/>
                  <a:pt x="48" y="88"/>
                </a:cubicBezTo>
                <a:moveTo>
                  <a:pt x="88" y="128"/>
                </a:moveTo>
                <a:cubicBezTo>
                  <a:pt x="79" y="128"/>
                  <a:pt x="71" y="125"/>
                  <a:pt x="65" y="121"/>
                </a:cubicBezTo>
                <a:cubicBezTo>
                  <a:pt x="72" y="109"/>
                  <a:pt x="82" y="101"/>
                  <a:pt x="95" y="96"/>
                </a:cubicBezTo>
                <a:cubicBezTo>
                  <a:pt x="98" y="105"/>
                  <a:pt x="100" y="116"/>
                  <a:pt x="100" y="126"/>
                </a:cubicBezTo>
                <a:cubicBezTo>
                  <a:pt x="96" y="127"/>
                  <a:pt x="92" y="128"/>
                  <a:pt x="88" y="128"/>
                </a:cubicBezTo>
                <a:moveTo>
                  <a:pt x="108" y="123"/>
                </a:moveTo>
                <a:cubicBezTo>
                  <a:pt x="107" y="113"/>
                  <a:pt x="106" y="103"/>
                  <a:pt x="103" y="94"/>
                </a:cubicBezTo>
                <a:cubicBezTo>
                  <a:pt x="107" y="93"/>
                  <a:pt x="111" y="92"/>
                  <a:pt x="116" y="92"/>
                </a:cubicBezTo>
                <a:cubicBezTo>
                  <a:pt x="120" y="92"/>
                  <a:pt x="124" y="93"/>
                  <a:pt x="128" y="93"/>
                </a:cubicBezTo>
                <a:cubicBezTo>
                  <a:pt x="126" y="106"/>
                  <a:pt x="118" y="117"/>
                  <a:pt x="108" y="123"/>
                </a:cubicBezTo>
                <a:moveTo>
                  <a:pt x="116" y="84"/>
                </a:moveTo>
                <a:cubicBezTo>
                  <a:pt x="110" y="84"/>
                  <a:pt x="105" y="85"/>
                  <a:pt x="100" y="86"/>
                </a:cubicBezTo>
                <a:cubicBezTo>
                  <a:pt x="99" y="83"/>
                  <a:pt x="97" y="80"/>
                  <a:pt x="96" y="77"/>
                </a:cubicBezTo>
                <a:cubicBezTo>
                  <a:pt x="104" y="73"/>
                  <a:pt x="112" y="68"/>
                  <a:pt x="119" y="63"/>
                </a:cubicBezTo>
                <a:cubicBezTo>
                  <a:pt x="124" y="69"/>
                  <a:pt x="127" y="77"/>
                  <a:pt x="128" y="85"/>
                </a:cubicBezTo>
                <a:cubicBezTo>
                  <a:pt x="124" y="84"/>
                  <a:pt x="120" y="84"/>
                  <a:pt x="116" y="8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337"/>
          <p:cNvSpPr>
            <a:spLocks noEditPoints="1"/>
          </p:cNvSpPr>
          <p:nvPr/>
        </p:nvSpPr>
        <p:spPr bwMode="auto">
          <a:xfrm>
            <a:off x="4126365" y="4286050"/>
            <a:ext cx="274235" cy="335898"/>
          </a:xfrm>
          <a:custGeom>
            <a:avLst/>
            <a:gdLst>
              <a:gd name="T0" fmla="*/ 66 w 144"/>
              <a:gd name="T1" fmla="*/ 105 h 176"/>
              <a:gd name="T2" fmla="*/ 77 w 144"/>
              <a:gd name="T3" fmla="*/ 103 h 176"/>
              <a:gd name="T4" fmla="*/ 71 w 144"/>
              <a:gd name="T5" fmla="*/ 96 h 176"/>
              <a:gd name="T6" fmla="*/ 68 w 144"/>
              <a:gd name="T7" fmla="*/ 115 h 176"/>
              <a:gd name="T8" fmla="*/ 68 w 144"/>
              <a:gd name="T9" fmla="*/ 123 h 176"/>
              <a:gd name="T10" fmla="*/ 59 w 144"/>
              <a:gd name="T11" fmla="*/ 127 h 176"/>
              <a:gd name="T12" fmla="*/ 79 w 144"/>
              <a:gd name="T13" fmla="*/ 119 h 176"/>
              <a:gd name="T14" fmla="*/ 45 w 144"/>
              <a:gd name="T15" fmla="*/ 96 h 176"/>
              <a:gd name="T16" fmla="*/ 36 w 144"/>
              <a:gd name="T17" fmla="*/ 128 h 176"/>
              <a:gd name="T18" fmla="*/ 43 w 144"/>
              <a:gd name="T19" fmla="*/ 117 h 176"/>
              <a:gd name="T20" fmla="*/ 55 w 144"/>
              <a:gd name="T21" fmla="*/ 113 h 176"/>
              <a:gd name="T22" fmla="*/ 54 w 144"/>
              <a:gd name="T23" fmla="*/ 99 h 176"/>
              <a:gd name="T24" fmla="*/ 45 w 144"/>
              <a:gd name="T25" fmla="*/ 111 h 176"/>
              <a:gd name="T26" fmla="*/ 43 w 144"/>
              <a:gd name="T27" fmla="*/ 102 h 176"/>
              <a:gd name="T28" fmla="*/ 51 w 144"/>
              <a:gd name="T29" fmla="*/ 106 h 176"/>
              <a:gd name="T30" fmla="*/ 104 w 144"/>
              <a:gd name="T31" fmla="*/ 0 h 176"/>
              <a:gd name="T32" fmla="*/ 0 w 144"/>
              <a:gd name="T33" fmla="*/ 16 h 176"/>
              <a:gd name="T34" fmla="*/ 16 w 144"/>
              <a:gd name="T35" fmla="*/ 176 h 176"/>
              <a:gd name="T36" fmla="*/ 144 w 144"/>
              <a:gd name="T37" fmla="*/ 160 h 176"/>
              <a:gd name="T38" fmla="*/ 104 w 144"/>
              <a:gd name="T39" fmla="*/ 0 h 176"/>
              <a:gd name="T40" fmla="*/ 128 w 144"/>
              <a:gd name="T41" fmla="*/ 168 h 176"/>
              <a:gd name="T42" fmla="*/ 8 w 144"/>
              <a:gd name="T43" fmla="*/ 160 h 176"/>
              <a:gd name="T44" fmla="*/ 16 w 144"/>
              <a:gd name="T45" fmla="*/ 8 h 176"/>
              <a:gd name="T46" fmla="*/ 88 w 144"/>
              <a:gd name="T47" fmla="*/ 48 h 176"/>
              <a:gd name="T48" fmla="*/ 136 w 144"/>
              <a:gd name="T49" fmla="*/ 56 h 176"/>
              <a:gd name="T50" fmla="*/ 96 w 144"/>
              <a:gd name="T51" fmla="*/ 48 h 176"/>
              <a:gd name="T52" fmla="*/ 100 w 144"/>
              <a:gd name="T53" fmla="*/ 8 h 176"/>
              <a:gd name="T54" fmla="*/ 96 w 144"/>
              <a:gd name="T55" fmla="*/ 48 h 176"/>
              <a:gd name="T56" fmla="*/ 84 w 144"/>
              <a:gd name="T57" fmla="*/ 128 h 176"/>
              <a:gd name="T58" fmla="*/ 106 w 144"/>
              <a:gd name="T59" fmla="*/ 124 h 176"/>
              <a:gd name="T60" fmla="*/ 105 w 144"/>
              <a:gd name="T61" fmla="*/ 99 h 176"/>
              <a:gd name="T62" fmla="*/ 84 w 144"/>
              <a:gd name="T63" fmla="*/ 97 h 176"/>
              <a:gd name="T64" fmla="*/ 93 w 144"/>
              <a:gd name="T65" fmla="*/ 123 h 176"/>
              <a:gd name="T66" fmla="*/ 91 w 144"/>
              <a:gd name="T67" fmla="*/ 102 h 176"/>
              <a:gd name="T68" fmla="*/ 103 w 144"/>
              <a:gd name="T69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4" h="176">
                <a:moveTo>
                  <a:pt x="72" y="109"/>
                </a:moveTo>
                <a:cubicBezTo>
                  <a:pt x="68" y="108"/>
                  <a:pt x="66" y="107"/>
                  <a:pt x="66" y="105"/>
                </a:cubicBezTo>
                <a:cubicBezTo>
                  <a:pt x="66" y="103"/>
                  <a:pt x="68" y="102"/>
                  <a:pt x="71" y="102"/>
                </a:cubicBezTo>
                <a:cubicBezTo>
                  <a:pt x="73" y="102"/>
                  <a:pt x="76" y="103"/>
                  <a:pt x="77" y="103"/>
                </a:cubicBezTo>
                <a:cubicBezTo>
                  <a:pt x="78" y="97"/>
                  <a:pt x="78" y="97"/>
                  <a:pt x="78" y="97"/>
                </a:cubicBezTo>
                <a:cubicBezTo>
                  <a:pt x="77" y="97"/>
                  <a:pt x="74" y="96"/>
                  <a:pt x="71" y="96"/>
                </a:cubicBezTo>
                <a:cubicBezTo>
                  <a:pt x="64" y="96"/>
                  <a:pt x="59" y="100"/>
                  <a:pt x="59" y="105"/>
                </a:cubicBezTo>
                <a:cubicBezTo>
                  <a:pt x="59" y="110"/>
                  <a:pt x="63" y="113"/>
                  <a:pt x="68" y="115"/>
                </a:cubicBezTo>
                <a:cubicBezTo>
                  <a:pt x="71" y="116"/>
                  <a:pt x="73" y="117"/>
                  <a:pt x="73" y="119"/>
                </a:cubicBezTo>
                <a:cubicBezTo>
                  <a:pt x="73" y="121"/>
                  <a:pt x="71" y="123"/>
                  <a:pt x="68" y="123"/>
                </a:cubicBezTo>
                <a:cubicBezTo>
                  <a:pt x="65" y="123"/>
                  <a:pt x="62" y="122"/>
                  <a:pt x="60" y="121"/>
                </a:cubicBezTo>
                <a:cubicBezTo>
                  <a:pt x="59" y="127"/>
                  <a:pt x="59" y="127"/>
                  <a:pt x="59" y="127"/>
                </a:cubicBezTo>
                <a:cubicBezTo>
                  <a:pt x="61" y="128"/>
                  <a:pt x="64" y="128"/>
                  <a:pt x="67" y="128"/>
                </a:cubicBezTo>
                <a:cubicBezTo>
                  <a:pt x="76" y="128"/>
                  <a:pt x="79" y="124"/>
                  <a:pt x="79" y="119"/>
                </a:cubicBezTo>
                <a:cubicBezTo>
                  <a:pt x="79" y="114"/>
                  <a:pt x="77" y="111"/>
                  <a:pt x="72" y="109"/>
                </a:cubicBezTo>
                <a:moveTo>
                  <a:pt x="45" y="96"/>
                </a:moveTo>
                <a:cubicBezTo>
                  <a:pt x="41" y="96"/>
                  <a:pt x="38" y="96"/>
                  <a:pt x="36" y="97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3" y="117"/>
                  <a:pt x="44" y="117"/>
                  <a:pt x="45" y="117"/>
                </a:cubicBezTo>
                <a:cubicBezTo>
                  <a:pt x="49" y="117"/>
                  <a:pt x="53" y="116"/>
                  <a:pt x="55" y="113"/>
                </a:cubicBezTo>
                <a:cubicBezTo>
                  <a:pt x="57" y="112"/>
                  <a:pt x="58" y="109"/>
                  <a:pt x="58" y="106"/>
                </a:cubicBezTo>
                <a:cubicBezTo>
                  <a:pt x="58" y="103"/>
                  <a:pt x="56" y="100"/>
                  <a:pt x="54" y="99"/>
                </a:cubicBezTo>
                <a:cubicBezTo>
                  <a:pt x="52" y="97"/>
                  <a:pt x="49" y="96"/>
                  <a:pt x="45" y="96"/>
                </a:cubicBezTo>
                <a:moveTo>
                  <a:pt x="45" y="111"/>
                </a:moveTo>
                <a:cubicBezTo>
                  <a:pt x="44" y="111"/>
                  <a:pt x="43" y="111"/>
                  <a:pt x="43" y="111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43" y="102"/>
                  <a:pt x="44" y="101"/>
                  <a:pt x="46" y="101"/>
                </a:cubicBezTo>
                <a:cubicBezTo>
                  <a:pt x="49" y="101"/>
                  <a:pt x="51" y="103"/>
                  <a:pt x="51" y="106"/>
                </a:cubicBezTo>
                <a:cubicBezTo>
                  <a:pt x="51" y="109"/>
                  <a:pt x="49" y="111"/>
                  <a:pt x="45" y="111"/>
                </a:cubicBezTo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84" y="97"/>
                </a:moveTo>
                <a:cubicBezTo>
                  <a:pt x="84" y="128"/>
                  <a:pt x="84" y="128"/>
                  <a:pt x="84" y="128"/>
                </a:cubicBezTo>
                <a:cubicBezTo>
                  <a:pt x="86" y="128"/>
                  <a:pt x="88" y="128"/>
                  <a:pt x="92" y="128"/>
                </a:cubicBezTo>
                <a:cubicBezTo>
                  <a:pt x="98" y="128"/>
                  <a:pt x="102" y="127"/>
                  <a:pt x="106" y="124"/>
                </a:cubicBezTo>
                <a:cubicBezTo>
                  <a:pt x="108" y="122"/>
                  <a:pt x="110" y="117"/>
                  <a:pt x="110" y="111"/>
                </a:cubicBezTo>
                <a:cubicBezTo>
                  <a:pt x="110" y="106"/>
                  <a:pt x="109" y="102"/>
                  <a:pt x="105" y="99"/>
                </a:cubicBezTo>
                <a:cubicBezTo>
                  <a:pt x="103" y="97"/>
                  <a:pt x="99" y="96"/>
                  <a:pt x="93" y="96"/>
                </a:cubicBezTo>
                <a:cubicBezTo>
                  <a:pt x="90" y="96"/>
                  <a:pt x="87" y="96"/>
                  <a:pt x="84" y="97"/>
                </a:cubicBezTo>
                <a:moveTo>
                  <a:pt x="103" y="112"/>
                </a:moveTo>
                <a:cubicBezTo>
                  <a:pt x="103" y="119"/>
                  <a:pt x="99" y="123"/>
                  <a:pt x="93" y="123"/>
                </a:cubicBezTo>
                <a:cubicBezTo>
                  <a:pt x="92" y="123"/>
                  <a:pt x="92" y="123"/>
                  <a:pt x="91" y="123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2" y="102"/>
                  <a:pt x="93" y="102"/>
                  <a:pt x="94" y="102"/>
                </a:cubicBezTo>
                <a:cubicBezTo>
                  <a:pt x="100" y="102"/>
                  <a:pt x="103" y="105"/>
                  <a:pt x="103" y="11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338"/>
          <p:cNvSpPr>
            <a:spLocks noEditPoints="1"/>
          </p:cNvSpPr>
          <p:nvPr/>
        </p:nvSpPr>
        <p:spPr bwMode="auto">
          <a:xfrm>
            <a:off x="4765706" y="4286050"/>
            <a:ext cx="274235" cy="335898"/>
          </a:xfrm>
          <a:custGeom>
            <a:avLst/>
            <a:gdLst>
              <a:gd name="T0" fmla="*/ 63 w 144"/>
              <a:gd name="T1" fmla="*/ 96 h 176"/>
              <a:gd name="T2" fmla="*/ 54 w 144"/>
              <a:gd name="T3" fmla="*/ 128 h 176"/>
              <a:gd name="T4" fmla="*/ 61 w 144"/>
              <a:gd name="T5" fmla="*/ 128 h 176"/>
              <a:gd name="T6" fmla="*/ 63 w 144"/>
              <a:gd name="T7" fmla="*/ 120 h 176"/>
              <a:gd name="T8" fmla="*/ 72 w 144"/>
              <a:gd name="T9" fmla="*/ 120 h 176"/>
              <a:gd name="T10" fmla="*/ 74 w 144"/>
              <a:gd name="T11" fmla="*/ 128 h 176"/>
              <a:gd name="T12" fmla="*/ 81 w 144"/>
              <a:gd name="T13" fmla="*/ 128 h 176"/>
              <a:gd name="T14" fmla="*/ 72 w 144"/>
              <a:gd name="T15" fmla="*/ 96 h 176"/>
              <a:gd name="T16" fmla="*/ 63 w 144"/>
              <a:gd name="T17" fmla="*/ 96 h 176"/>
              <a:gd name="T18" fmla="*/ 64 w 144"/>
              <a:gd name="T19" fmla="*/ 114 h 176"/>
              <a:gd name="T20" fmla="*/ 66 w 144"/>
              <a:gd name="T21" fmla="*/ 108 h 176"/>
              <a:gd name="T22" fmla="*/ 67 w 144"/>
              <a:gd name="T23" fmla="*/ 102 h 176"/>
              <a:gd name="T24" fmla="*/ 67 w 144"/>
              <a:gd name="T25" fmla="*/ 102 h 176"/>
              <a:gd name="T26" fmla="*/ 69 w 144"/>
              <a:gd name="T27" fmla="*/ 108 h 176"/>
              <a:gd name="T28" fmla="*/ 71 w 144"/>
              <a:gd name="T29" fmla="*/ 114 h 176"/>
              <a:gd name="T30" fmla="*/ 64 w 144"/>
              <a:gd name="T31" fmla="*/ 114 h 176"/>
              <a:gd name="T32" fmla="*/ 104 w 144"/>
              <a:gd name="T33" fmla="*/ 0 h 176"/>
              <a:gd name="T34" fmla="*/ 16 w 144"/>
              <a:gd name="T35" fmla="*/ 0 h 176"/>
              <a:gd name="T36" fmla="*/ 0 w 144"/>
              <a:gd name="T37" fmla="*/ 16 h 176"/>
              <a:gd name="T38" fmla="*/ 0 w 144"/>
              <a:gd name="T39" fmla="*/ 160 h 176"/>
              <a:gd name="T40" fmla="*/ 16 w 144"/>
              <a:gd name="T41" fmla="*/ 176 h 176"/>
              <a:gd name="T42" fmla="*/ 128 w 144"/>
              <a:gd name="T43" fmla="*/ 176 h 176"/>
              <a:gd name="T44" fmla="*/ 144 w 144"/>
              <a:gd name="T45" fmla="*/ 160 h 176"/>
              <a:gd name="T46" fmla="*/ 144 w 144"/>
              <a:gd name="T47" fmla="*/ 44 h 176"/>
              <a:gd name="T48" fmla="*/ 104 w 144"/>
              <a:gd name="T49" fmla="*/ 0 h 176"/>
              <a:gd name="T50" fmla="*/ 136 w 144"/>
              <a:gd name="T51" fmla="*/ 160 h 176"/>
              <a:gd name="T52" fmla="*/ 128 w 144"/>
              <a:gd name="T53" fmla="*/ 168 h 176"/>
              <a:gd name="T54" fmla="*/ 16 w 144"/>
              <a:gd name="T55" fmla="*/ 168 h 176"/>
              <a:gd name="T56" fmla="*/ 8 w 144"/>
              <a:gd name="T57" fmla="*/ 160 h 176"/>
              <a:gd name="T58" fmla="*/ 8 w 144"/>
              <a:gd name="T59" fmla="*/ 16 h 176"/>
              <a:gd name="T60" fmla="*/ 16 w 144"/>
              <a:gd name="T61" fmla="*/ 8 h 176"/>
              <a:gd name="T62" fmla="*/ 88 w 144"/>
              <a:gd name="T63" fmla="*/ 8 h 176"/>
              <a:gd name="T64" fmla="*/ 88 w 144"/>
              <a:gd name="T65" fmla="*/ 48 h 176"/>
              <a:gd name="T66" fmla="*/ 96 w 144"/>
              <a:gd name="T67" fmla="*/ 56 h 176"/>
              <a:gd name="T68" fmla="*/ 136 w 144"/>
              <a:gd name="T69" fmla="*/ 56 h 176"/>
              <a:gd name="T70" fmla="*/ 136 w 144"/>
              <a:gd name="T71" fmla="*/ 160 h 176"/>
              <a:gd name="T72" fmla="*/ 96 w 144"/>
              <a:gd name="T73" fmla="*/ 48 h 176"/>
              <a:gd name="T74" fmla="*/ 96 w 144"/>
              <a:gd name="T75" fmla="*/ 8 h 176"/>
              <a:gd name="T76" fmla="*/ 100 w 144"/>
              <a:gd name="T77" fmla="*/ 8 h 176"/>
              <a:gd name="T78" fmla="*/ 136 w 144"/>
              <a:gd name="T79" fmla="*/ 48 h 176"/>
              <a:gd name="T80" fmla="*/ 96 w 144"/>
              <a:gd name="T81" fmla="*/ 48 h 176"/>
              <a:gd name="T82" fmla="*/ 84 w 144"/>
              <a:gd name="T83" fmla="*/ 128 h 176"/>
              <a:gd name="T84" fmla="*/ 91 w 144"/>
              <a:gd name="T85" fmla="*/ 128 h 176"/>
              <a:gd name="T86" fmla="*/ 91 w 144"/>
              <a:gd name="T87" fmla="*/ 96 h 176"/>
              <a:gd name="T88" fmla="*/ 84 w 144"/>
              <a:gd name="T89" fmla="*/ 96 h 176"/>
              <a:gd name="T90" fmla="*/ 84 w 144"/>
              <a:gd name="T91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4" h="176">
                <a:moveTo>
                  <a:pt x="63" y="96"/>
                </a:moveTo>
                <a:cubicBezTo>
                  <a:pt x="54" y="128"/>
                  <a:pt x="54" y="128"/>
                  <a:pt x="54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3" y="120"/>
                  <a:pt x="63" y="120"/>
                  <a:pt x="63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72" y="96"/>
                  <a:pt x="72" y="96"/>
                  <a:pt x="72" y="96"/>
                </a:cubicBezTo>
                <a:lnTo>
                  <a:pt x="63" y="96"/>
                </a:lnTo>
                <a:close/>
                <a:moveTo>
                  <a:pt x="64" y="114"/>
                </a:moveTo>
                <a:cubicBezTo>
                  <a:pt x="66" y="108"/>
                  <a:pt x="66" y="108"/>
                  <a:pt x="66" y="108"/>
                </a:cubicBezTo>
                <a:cubicBezTo>
                  <a:pt x="66" y="106"/>
                  <a:pt x="67" y="104"/>
                  <a:pt x="67" y="102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8" y="104"/>
                  <a:pt x="68" y="106"/>
                  <a:pt x="69" y="108"/>
                </a:cubicBezTo>
                <a:cubicBezTo>
                  <a:pt x="71" y="114"/>
                  <a:pt x="71" y="114"/>
                  <a:pt x="71" y="114"/>
                </a:cubicBezTo>
                <a:lnTo>
                  <a:pt x="64" y="114"/>
                </a:lnTo>
                <a:close/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84" y="128"/>
                </a:moveTo>
                <a:cubicBezTo>
                  <a:pt x="91" y="128"/>
                  <a:pt x="91" y="128"/>
                  <a:pt x="91" y="128"/>
                </a:cubicBezTo>
                <a:cubicBezTo>
                  <a:pt x="91" y="96"/>
                  <a:pt x="91" y="96"/>
                  <a:pt x="91" y="96"/>
                </a:cubicBezTo>
                <a:cubicBezTo>
                  <a:pt x="84" y="96"/>
                  <a:pt x="84" y="96"/>
                  <a:pt x="84" y="96"/>
                </a:cubicBezTo>
                <a:lnTo>
                  <a:pt x="84" y="1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339"/>
          <p:cNvSpPr>
            <a:spLocks noEditPoints="1"/>
          </p:cNvSpPr>
          <p:nvPr/>
        </p:nvSpPr>
        <p:spPr bwMode="auto">
          <a:xfrm>
            <a:off x="5405047" y="4286050"/>
            <a:ext cx="274235" cy="335898"/>
          </a:xfrm>
          <a:custGeom>
            <a:avLst/>
            <a:gdLst>
              <a:gd name="T0" fmla="*/ 36 w 144"/>
              <a:gd name="T1" fmla="*/ 97 h 176"/>
              <a:gd name="T2" fmla="*/ 43 w 144"/>
              <a:gd name="T3" fmla="*/ 128 h 176"/>
              <a:gd name="T4" fmla="*/ 45 w 144"/>
              <a:gd name="T5" fmla="*/ 117 h 176"/>
              <a:gd name="T6" fmla="*/ 58 w 144"/>
              <a:gd name="T7" fmla="*/ 106 h 176"/>
              <a:gd name="T8" fmla="*/ 45 w 144"/>
              <a:gd name="T9" fmla="*/ 96 h 176"/>
              <a:gd name="T10" fmla="*/ 43 w 144"/>
              <a:gd name="T11" fmla="*/ 111 h 176"/>
              <a:gd name="T12" fmla="*/ 46 w 144"/>
              <a:gd name="T13" fmla="*/ 101 h 176"/>
              <a:gd name="T14" fmla="*/ 45 w 144"/>
              <a:gd name="T15" fmla="*/ 111 h 176"/>
              <a:gd name="T16" fmla="*/ 60 w 144"/>
              <a:gd name="T17" fmla="*/ 97 h 176"/>
              <a:gd name="T18" fmla="*/ 68 w 144"/>
              <a:gd name="T19" fmla="*/ 128 h 176"/>
              <a:gd name="T20" fmla="*/ 86 w 144"/>
              <a:gd name="T21" fmla="*/ 111 h 176"/>
              <a:gd name="T22" fmla="*/ 69 w 144"/>
              <a:gd name="T23" fmla="*/ 96 h 176"/>
              <a:gd name="T24" fmla="*/ 67 w 144"/>
              <a:gd name="T25" fmla="*/ 123 h 176"/>
              <a:gd name="T26" fmla="*/ 70 w 144"/>
              <a:gd name="T27" fmla="*/ 102 h 176"/>
              <a:gd name="T28" fmla="*/ 69 w 144"/>
              <a:gd name="T29" fmla="*/ 123 h 176"/>
              <a:gd name="T30" fmla="*/ 16 w 144"/>
              <a:gd name="T31" fmla="*/ 0 h 176"/>
              <a:gd name="T32" fmla="*/ 0 w 144"/>
              <a:gd name="T33" fmla="*/ 160 h 176"/>
              <a:gd name="T34" fmla="*/ 128 w 144"/>
              <a:gd name="T35" fmla="*/ 176 h 176"/>
              <a:gd name="T36" fmla="*/ 144 w 144"/>
              <a:gd name="T37" fmla="*/ 44 h 176"/>
              <a:gd name="T38" fmla="*/ 136 w 144"/>
              <a:gd name="T39" fmla="*/ 160 h 176"/>
              <a:gd name="T40" fmla="*/ 16 w 144"/>
              <a:gd name="T41" fmla="*/ 168 h 176"/>
              <a:gd name="T42" fmla="*/ 8 w 144"/>
              <a:gd name="T43" fmla="*/ 16 h 176"/>
              <a:gd name="T44" fmla="*/ 88 w 144"/>
              <a:gd name="T45" fmla="*/ 8 h 176"/>
              <a:gd name="T46" fmla="*/ 96 w 144"/>
              <a:gd name="T47" fmla="*/ 56 h 176"/>
              <a:gd name="T48" fmla="*/ 136 w 144"/>
              <a:gd name="T49" fmla="*/ 160 h 176"/>
              <a:gd name="T50" fmla="*/ 96 w 144"/>
              <a:gd name="T51" fmla="*/ 8 h 176"/>
              <a:gd name="T52" fmla="*/ 136 w 144"/>
              <a:gd name="T53" fmla="*/ 48 h 176"/>
              <a:gd name="T54" fmla="*/ 92 w 144"/>
              <a:gd name="T55" fmla="*/ 128 h 176"/>
              <a:gd name="T56" fmla="*/ 99 w 144"/>
              <a:gd name="T57" fmla="*/ 115 h 176"/>
              <a:gd name="T58" fmla="*/ 110 w 144"/>
              <a:gd name="T59" fmla="*/ 109 h 176"/>
              <a:gd name="T60" fmla="*/ 99 w 144"/>
              <a:gd name="T61" fmla="*/ 102 h 176"/>
              <a:gd name="T62" fmla="*/ 110 w 144"/>
              <a:gd name="T63" fmla="*/ 96 h 176"/>
              <a:gd name="T64" fmla="*/ 92 w 144"/>
              <a:gd name="T65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45" y="96"/>
                </a:moveTo>
                <a:cubicBezTo>
                  <a:pt x="41" y="96"/>
                  <a:pt x="38" y="96"/>
                  <a:pt x="36" y="97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4" y="117"/>
                  <a:pt x="44" y="117"/>
                  <a:pt x="45" y="117"/>
                </a:cubicBezTo>
                <a:cubicBezTo>
                  <a:pt x="49" y="117"/>
                  <a:pt x="53" y="116"/>
                  <a:pt x="55" y="113"/>
                </a:cubicBezTo>
                <a:cubicBezTo>
                  <a:pt x="57" y="112"/>
                  <a:pt x="58" y="109"/>
                  <a:pt x="58" y="106"/>
                </a:cubicBezTo>
                <a:cubicBezTo>
                  <a:pt x="58" y="103"/>
                  <a:pt x="56" y="100"/>
                  <a:pt x="54" y="99"/>
                </a:cubicBezTo>
                <a:cubicBezTo>
                  <a:pt x="52" y="97"/>
                  <a:pt x="49" y="96"/>
                  <a:pt x="45" y="96"/>
                </a:cubicBezTo>
                <a:moveTo>
                  <a:pt x="45" y="111"/>
                </a:moveTo>
                <a:cubicBezTo>
                  <a:pt x="44" y="111"/>
                  <a:pt x="43" y="111"/>
                  <a:pt x="43" y="111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43" y="102"/>
                  <a:pt x="44" y="101"/>
                  <a:pt x="46" y="101"/>
                </a:cubicBezTo>
                <a:cubicBezTo>
                  <a:pt x="49" y="101"/>
                  <a:pt x="51" y="103"/>
                  <a:pt x="51" y="106"/>
                </a:cubicBezTo>
                <a:cubicBezTo>
                  <a:pt x="51" y="109"/>
                  <a:pt x="49" y="111"/>
                  <a:pt x="45" y="111"/>
                </a:cubicBezTo>
                <a:moveTo>
                  <a:pt x="69" y="96"/>
                </a:moveTo>
                <a:cubicBezTo>
                  <a:pt x="66" y="96"/>
                  <a:pt x="63" y="96"/>
                  <a:pt x="60" y="97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2" y="128"/>
                  <a:pt x="64" y="128"/>
                  <a:pt x="68" y="128"/>
                </a:cubicBezTo>
                <a:cubicBezTo>
                  <a:pt x="74" y="128"/>
                  <a:pt x="78" y="127"/>
                  <a:pt x="82" y="124"/>
                </a:cubicBezTo>
                <a:cubicBezTo>
                  <a:pt x="84" y="122"/>
                  <a:pt x="86" y="117"/>
                  <a:pt x="86" y="111"/>
                </a:cubicBezTo>
                <a:cubicBezTo>
                  <a:pt x="86" y="106"/>
                  <a:pt x="85" y="102"/>
                  <a:pt x="81" y="99"/>
                </a:cubicBezTo>
                <a:cubicBezTo>
                  <a:pt x="79" y="97"/>
                  <a:pt x="75" y="96"/>
                  <a:pt x="69" y="96"/>
                </a:cubicBezTo>
                <a:moveTo>
                  <a:pt x="69" y="123"/>
                </a:moveTo>
                <a:cubicBezTo>
                  <a:pt x="68" y="123"/>
                  <a:pt x="68" y="123"/>
                  <a:pt x="67" y="123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8" y="102"/>
                  <a:pt x="69" y="102"/>
                  <a:pt x="70" y="102"/>
                </a:cubicBezTo>
                <a:cubicBezTo>
                  <a:pt x="76" y="102"/>
                  <a:pt x="79" y="105"/>
                  <a:pt x="79" y="112"/>
                </a:cubicBezTo>
                <a:cubicBezTo>
                  <a:pt x="79" y="119"/>
                  <a:pt x="75" y="123"/>
                  <a:pt x="69" y="123"/>
                </a:cubicBezTo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92" y="128"/>
                </a:moveTo>
                <a:cubicBezTo>
                  <a:pt x="99" y="128"/>
                  <a:pt x="99" y="128"/>
                  <a:pt x="99" y="128"/>
                </a:cubicBezTo>
                <a:cubicBezTo>
                  <a:pt x="99" y="115"/>
                  <a:pt x="99" y="115"/>
                  <a:pt x="99" y="115"/>
                </a:cubicBezTo>
                <a:cubicBezTo>
                  <a:pt x="110" y="115"/>
                  <a:pt x="110" y="115"/>
                  <a:pt x="110" y="115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2"/>
                  <a:pt x="99" y="102"/>
                  <a:pt x="99" y="102"/>
                </a:cubicBezTo>
                <a:cubicBezTo>
                  <a:pt x="110" y="102"/>
                  <a:pt x="110" y="102"/>
                  <a:pt x="110" y="102"/>
                </a:cubicBezTo>
                <a:cubicBezTo>
                  <a:pt x="110" y="96"/>
                  <a:pt x="110" y="96"/>
                  <a:pt x="110" y="96"/>
                </a:cubicBezTo>
                <a:cubicBezTo>
                  <a:pt x="92" y="96"/>
                  <a:pt x="92" y="96"/>
                  <a:pt x="92" y="96"/>
                </a:cubicBezTo>
                <a:lnTo>
                  <a:pt x="92" y="1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340"/>
          <p:cNvSpPr>
            <a:spLocks noEditPoints="1"/>
          </p:cNvSpPr>
          <p:nvPr/>
        </p:nvSpPr>
        <p:spPr bwMode="auto">
          <a:xfrm>
            <a:off x="6044389" y="4286050"/>
            <a:ext cx="274235" cy="335898"/>
          </a:xfrm>
          <a:custGeom>
            <a:avLst/>
            <a:gdLst>
              <a:gd name="T0" fmla="*/ 56 w 144"/>
              <a:gd name="T1" fmla="*/ 115 h 176"/>
              <a:gd name="T2" fmla="*/ 61 w 144"/>
              <a:gd name="T3" fmla="*/ 115 h 176"/>
              <a:gd name="T4" fmla="*/ 61 w 144"/>
              <a:gd name="T5" fmla="*/ 122 h 176"/>
              <a:gd name="T6" fmla="*/ 57 w 144"/>
              <a:gd name="T7" fmla="*/ 123 h 176"/>
              <a:gd name="T8" fmla="*/ 48 w 144"/>
              <a:gd name="T9" fmla="*/ 112 h 176"/>
              <a:gd name="T10" fmla="*/ 58 w 144"/>
              <a:gd name="T11" fmla="*/ 102 h 176"/>
              <a:gd name="T12" fmla="*/ 65 w 144"/>
              <a:gd name="T13" fmla="*/ 103 h 176"/>
              <a:gd name="T14" fmla="*/ 66 w 144"/>
              <a:gd name="T15" fmla="*/ 98 h 176"/>
              <a:gd name="T16" fmla="*/ 58 w 144"/>
              <a:gd name="T17" fmla="*/ 96 h 176"/>
              <a:gd name="T18" fmla="*/ 41 w 144"/>
              <a:gd name="T19" fmla="*/ 113 h 176"/>
              <a:gd name="T20" fmla="*/ 45 w 144"/>
              <a:gd name="T21" fmla="*/ 124 h 176"/>
              <a:gd name="T22" fmla="*/ 57 w 144"/>
              <a:gd name="T23" fmla="*/ 128 h 176"/>
              <a:gd name="T24" fmla="*/ 67 w 144"/>
              <a:gd name="T25" fmla="*/ 127 h 176"/>
              <a:gd name="T26" fmla="*/ 67 w 144"/>
              <a:gd name="T27" fmla="*/ 110 h 176"/>
              <a:gd name="T28" fmla="*/ 56 w 144"/>
              <a:gd name="T29" fmla="*/ 110 h 176"/>
              <a:gd name="T30" fmla="*/ 56 w 144"/>
              <a:gd name="T31" fmla="*/ 115 h 176"/>
              <a:gd name="T32" fmla="*/ 74 w 144"/>
              <a:gd name="T33" fmla="*/ 128 h 176"/>
              <a:gd name="T34" fmla="*/ 81 w 144"/>
              <a:gd name="T35" fmla="*/ 128 h 176"/>
              <a:gd name="T36" fmla="*/ 81 w 144"/>
              <a:gd name="T37" fmla="*/ 96 h 176"/>
              <a:gd name="T38" fmla="*/ 74 w 144"/>
              <a:gd name="T39" fmla="*/ 96 h 176"/>
              <a:gd name="T40" fmla="*/ 74 w 144"/>
              <a:gd name="T41" fmla="*/ 128 h 176"/>
              <a:gd name="T42" fmla="*/ 104 w 144"/>
              <a:gd name="T43" fmla="*/ 0 h 176"/>
              <a:gd name="T44" fmla="*/ 16 w 144"/>
              <a:gd name="T45" fmla="*/ 0 h 176"/>
              <a:gd name="T46" fmla="*/ 0 w 144"/>
              <a:gd name="T47" fmla="*/ 16 h 176"/>
              <a:gd name="T48" fmla="*/ 0 w 144"/>
              <a:gd name="T49" fmla="*/ 160 h 176"/>
              <a:gd name="T50" fmla="*/ 16 w 144"/>
              <a:gd name="T51" fmla="*/ 176 h 176"/>
              <a:gd name="T52" fmla="*/ 128 w 144"/>
              <a:gd name="T53" fmla="*/ 176 h 176"/>
              <a:gd name="T54" fmla="*/ 144 w 144"/>
              <a:gd name="T55" fmla="*/ 160 h 176"/>
              <a:gd name="T56" fmla="*/ 144 w 144"/>
              <a:gd name="T57" fmla="*/ 44 h 176"/>
              <a:gd name="T58" fmla="*/ 104 w 144"/>
              <a:gd name="T59" fmla="*/ 0 h 176"/>
              <a:gd name="T60" fmla="*/ 136 w 144"/>
              <a:gd name="T61" fmla="*/ 160 h 176"/>
              <a:gd name="T62" fmla="*/ 128 w 144"/>
              <a:gd name="T63" fmla="*/ 168 h 176"/>
              <a:gd name="T64" fmla="*/ 16 w 144"/>
              <a:gd name="T65" fmla="*/ 168 h 176"/>
              <a:gd name="T66" fmla="*/ 8 w 144"/>
              <a:gd name="T67" fmla="*/ 160 h 176"/>
              <a:gd name="T68" fmla="*/ 8 w 144"/>
              <a:gd name="T69" fmla="*/ 16 h 176"/>
              <a:gd name="T70" fmla="*/ 16 w 144"/>
              <a:gd name="T71" fmla="*/ 8 h 176"/>
              <a:gd name="T72" fmla="*/ 88 w 144"/>
              <a:gd name="T73" fmla="*/ 8 h 176"/>
              <a:gd name="T74" fmla="*/ 88 w 144"/>
              <a:gd name="T75" fmla="*/ 48 h 176"/>
              <a:gd name="T76" fmla="*/ 96 w 144"/>
              <a:gd name="T77" fmla="*/ 56 h 176"/>
              <a:gd name="T78" fmla="*/ 136 w 144"/>
              <a:gd name="T79" fmla="*/ 56 h 176"/>
              <a:gd name="T80" fmla="*/ 136 w 144"/>
              <a:gd name="T81" fmla="*/ 160 h 176"/>
              <a:gd name="T82" fmla="*/ 96 w 144"/>
              <a:gd name="T83" fmla="*/ 48 h 176"/>
              <a:gd name="T84" fmla="*/ 96 w 144"/>
              <a:gd name="T85" fmla="*/ 8 h 176"/>
              <a:gd name="T86" fmla="*/ 100 w 144"/>
              <a:gd name="T87" fmla="*/ 8 h 176"/>
              <a:gd name="T88" fmla="*/ 136 w 144"/>
              <a:gd name="T89" fmla="*/ 48 h 176"/>
              <a:gd name="T90" fmla="*/ 96 w 144"/>
              <a:gd name="T91" fmla="*/ 48 h 176"/>
              <a:gd name="T92" fmla="*/ 86 w 144"/>
              <a:gd name="T93" fmla="*/ 128 h 176"/>
              <a:gd name="T94" fmla="*/ 93 w 144"/>
              <a:gd name="T95" fmla="*/ 128 h 176"/>
              <a:gd name="T96" fmla="*/ 93 w 144"/>
              <a:gd name="T97" fmla="*/ 115 h 176"/>
              <a:gd name="T98" fmla="*/ 104 w 144"/>
              <a:gd name="T99" fmla="*/ 115 h 176"/>
              <a:gd name="T100" fmla="*/ 104 w 144"/>
              <a:gd name="T101" fmla="*/ 109 h 176"/>
              <a:gd name="T102" fmla="*/ 93 w 144"/>
              <a:gd name="T103" fmla="*/ 109 h 176"/>
              <a:gd name="T104" fmla="*/ 93 w 144"/>
              <a:gd name="T105" fmla="*/ 102 h 176"/>
              <a:gd name="T106" fmla="*/ 104 w 144"/>
              <a:gd name="T107" fmla="*/ 102 h 176"/>
              <a:gd name="T108" fmla="*/ 104 w 144"/>
              <a:gd name="T109" fmla="*/ 96 h 176"/>
              <a:gd name="T110" fmla="*/ 86 w 144"/>
              <a:gd name="T111" fmla="*/ 96 h 176"/>
              <a:gd name="T112" fmla="*/ 86 w 144"/>
              <a:gd name="T113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4" h="176">
                <a:moveTo>
                  <a:pt x="56" y="115"/>
                </a:moveTo>
                <a:cubicBezTo>
                  <a:pt x="61" y="115"/>
                  <a:pt x="61" y="115"/>
                  <a:pt x="61" y="115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0" y="122"/>
                  <a:pt x="59" y="123"/>
                  <a:pt x="57" y="123"/>
                </a:cubicBezTo>
                <a:cubicBezTo>
                  <a:pt x="52" y="123"/>
                  <a:pt x="48" y="119"/>
                  <a:pt x="48" y="112"/>
                </a:cubicBezTo>
                <a:cubicBezTo>
                  <a:pt x="48" y="105"/>
                  <a:pt x="52" y="102"/>
                  <a:pt x="58" y="102"/>
                </a:cubicBezTo>
                <a:cubicBezTo>
                  <a:pt x="61" y="102"/>
                  <a:pt x="63" y="102"/>
                  <a:pt x="65" y="103"/>
                </a:cubicBezTo>
                <a:cubicBezTo>
                  <a:pt x="66" y="98"/>
                  <a:pt x="66" y="98"/>
                  <a:pt x="66" y="98"/>
                </a:cubicBezTo>
                <a:cubicBezTo>
                  <a:pt x="65" y="97"/>
                  <a:pt x="62" y="96"/>
                  <a:pt x="58" y="96"/>
                </a:cubicBezTo>
                <a:cubicBezTo>
                  <a:pt x="48" y="96"/>
                  <a:pt x="41" y="102"/>
                  <a:pt x="41" y="113"/>
                </a:cubicBezTo>
                <a:cubicBezTo>
                  <a:pt x="41" y="117"/>
                  <a:pt x="42" y="121"/>
                  <a:pt x="45" y="124"/>
                </a:cubicBezTo>
                <a:cubicBezTo>
                  <a:pt x="48" y="127"/>
                  <a:pt x="52" y="128"/>
                  <a:pt x="57" y="128"/>
                </a:cubicBezTo>
                <a:cubicBezTo>
                  <a:pt x="61" y="128"/>
                  <a:pt x="65" y="127"/>
                  <a:pt x="67" y="127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56" y="110"/>
                  <a:pt x="56" y="110"/>
                  <a:pt x="56" y="110"/>
                </a:cubicBezTo>
                <a:lnTo>
                  <a:pt x="56" y="115"/>
                </a:lnTo>
                <a:close/>
                <a:moveTo>
                  <a:pt x="74" y="128"/>
                </a:moveTo>
                <a:cubicBezTo>
                  <a:pt x="81" y="128"/>
                  <a:pt x="81" y="128"/>
                  <a:pt x="81" y="128"/>
                </a:cubicBezTo>
                <a:cubicBezTo>
                  <a:pt x="81" y="96"/>
                  <a:pt x="81" y="96"/>
                  <a:pt x="81" y="96"/>
                </a:cubicBezTo>
                <a:cubicBezTo>
                  <a:pt x="74" y="96"/>
                  <a:pt x="74" y="96"/>
                  <a:pt x="74" y="96"/>
                </a:cubicBezTo>
                <a:lnTo>
                  <a:pt x="74" y="128"/>
                </a:lnTo>
                <a:close/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86" y="128"/>
                </a:moveTo>
                <a:cubicBezTo>
                  <a:pt x="93" y="128"/>
                  <a:pt x="93" y="128"/>
                  <a:pt x="93" y="128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93" y="109"/>
                  <a:pt x="93" y="109"/>
                  <a:pt x="93" y="109"/>
                </a:cubicBezTo>
                <a:cubicBezTo>
                  <a:pt x="93" y="102"/>
                  <a:pt x="93" y="102"/>
                  <a:pt x="93" y="102"/>
                </a:cubicBezTo>
                <a:cubicBezTo>
                  <a:pt x="104" y="102"/>
                  <a:pt x="104" y="102"/>
                  <a:pt x="104" y="102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86" y="96"/>
                  <a:pt x="86" y="96"/>
                  <a:pt x="86" y="96"/>
                </a:cubicBezTo>
                <a:lnTo>
                  <a:pt x="86" y="1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341"/>
          <p:cNvSpPr>
            <a:spLocks noEditPoints="1"/>
          </p:cNvSpPr>
          <p:nvPr/>
        </p:nvSpPr>
        <p:spPr bwMode="auto">
          <a:xfrm>
            <a:off x="6683730" y="4286050"/>
            <a:ext cx="272613" cy="335898"/>
          </a:xfrm>
          <a:custGeom>
            <a:avLst/>
            <a:gdLst>
              <a:gd name="T0" fmla="*/ 39 w 144"/>
              <a:gd name="T1" fmla="*/ 123 h 176"/>
              <a:gd name="T2" fmla="*/ 35 w 144"/>
              <a:gd name="T3" fmla="*/ 128 h 176"/>
              <a:gd name="T4" fmla="*/ 51 w 144"/>
              <a:gd name="T5" fmla="*/ 116 h 176"/>
              <a:gd name="T6" fmla="*/ 44 w 144"/>
              <a:gd name="T7" fmla="*/ 96 h 176"/>
              <a:gd name="T8" fmla="*/ 104 w 144"/>
              <a:gd name="T9" fmla="*/ 0 h 176"/>
              <a:gd name="T10" fmla="*/ 0 w 144"/>
              <a:gd name="T11" fmla="*/ 16 h 176"/>
              <a:gd name="T12" fmla="*/ 16 w 144"/>
              <a:gd name="T13" fmla="*/ 176 h 176"/>
              <a:gd name="T14" fmla="*/ 144 w 144"/>
              <a:gd name="T15" fmla="*/ 160 h 176"/>
              <a:gd name="T16" fmla="*/ 104 w 144"/>
              <a:gd name="T17" fmla="*/ 0 h 176"/>
              <a:gd name="T18" fmla="*/ 128 w 144"/>
              <a:gd name="T19" fmla="*/ 168 h 176"/>
              <a:gd name="T20" fmla="*/ 8 w 144"/>
              <a:gd name="T21" fmla="*/ 160 h 176"/>
              <a:gd name="T22" fmla="*/ 16 w 144"/>
              <a:gd name="T23" fmla="*/ 8 h 176"/>
              <a:gd name="T24" fmla="*/ 88 w 144"/>
              <a:gd name="T25" fmla="*/ 48 h 176"/>
              <a:gd name="T26" fmla="*/ 136 w 144"/>
              <a:gd name="T27" fmla="*/ 56 h 176"/>
              <a:gd name="T28" fmla="*/ 96 w 144"/>
              <a:gd name="T29" fmla="*/ 48 h 176"/>
              <a:gd name="T30" fmla="*/ 100 w 144"/>
              <a:gd name="T31" fmla="*/ 8 h 176"/>
              <a:gd name="T32" fmla="*/ 96 w 144"/>
              <a:gd name="T33" fmla="*/ 48 h 176"/>
              <a:gd name="T34" fmla="*/ 85 w 144"/>
              <a:gd name="T35" fmla="*/ 124 h 176"/>
              <a:gd name="T36" fmla="*/ 107 w 144"/>
              <a:gd name="T37" fmla="*/ 127 h 176"/>
              <a:gd name="T38" fmla="*/ 96 w 144"/>
              <a:gd name="T39" fmla="*/ 110 h 176"/>
              <a:gd name="T40" fmla="*/ 101 w 144"/>
              <a:gd name="T41" fmla="*/ 115 h 176"/>
              <a:gd name="T42" fmla="*/ 97 w 144"/>
              <a:gd name="T43" fmla="*/ 123 h 176"/>
              <a:gd name="T44" fmla="*/ 98 w 144"/>
              <a:gd name="T45" fmla="*/ 102 h 176"/>
              <a:gd name="T46" fmla="*/ 106 w 144"/>
              <a:gd name="T47" fmla="*/ 98 h 176"/>
              <a:gd name="T48" fmla="*/ 81 w 144"/>
              <a:gd name="T49" fmla="*/ 113 h 176"/>
              <a:gd name="T50" fmla="*/ 58 w 144"/>
              <a:gd name="T51" fmla="*/ 97 h 176"/>
              <a:gd name="T52" fmla="*/ 65 w 144"/>
              <a:gd name="T53" fmla="*/ 128 h 176"/>
              <a:gd name="T54" fmla="*/ 67 w 144"/>
              <a:gd name="T55" fmla="*/ 117 h 176"/>
              <a:gd name="T56" fmla="*/ 80 w 144"/>
              <a:gd name="T57" fmla="*/ 106 h 176"/>
              <a:gd name="T58" fmla="*/ 67 w 144"/>
              <a:gd name="T59" fmla="*/ 96 h 176"/>
              <a:gd name="T60" fmla="*/ 65 w 144"/>
              <a:gd name="T61" fmla="*/ 111 h 176"/>
              <a:gd name="T62" fmla="*/ 68 w 144"/>
              <a:gd name="T63" fmla="*/ 101 h 176"/>
              <a:gd name="T64" fmla="*/ 67 w 144"/>
              <a:gd name="T65" fmla="*/ 11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44" y="116"/>
                </a:moveTo>
                <a:cubicBezTo>
                  <a:pt x="44" y="121"/>
                  <a:pt x="42" y="123"/>
                  <a:pt x="39" y="123"/>
                </a:cubicBezTo>
                <a:cubicBezTo>
                  <a:pt x="38" y="123"/>
                  <a:pt x="37" y="122"/>
                  <a:pt x="36" y="122"/>
                </a:cubicBezTo>
                <a:cubicBezTo>
                  <a:pt x="35" y="128"/>
                  <a:pt x="35" y="128"/>
                  <a:pt x="35" y="128"/>
                </a:cubicBezTo>
                <a:cubicBezTo>
                  <a:pt x="37" y="128"/>
                  <a:pt x="39" y="129"/>
                  <a:pt x="40" y="129"/>
                </a:cubicBezTo>
                <a:cubicBezTo>
                  <a:pt x="47" y="129"/>
                  <a:pt x="51" y="125"/>
                  <a:pt x="51" y="116"/>
                </a:cubicBezTo>
                <a:cubicBezTo>
                  <a:pt x="51" y="96"/>
                  <a:pt x="51" y="96"/>
                  <a:pt x="51" y="96"/>
                </a:cubicBezTo>
                <a:cubicBezTo>
                  <a:pt x="44" y="96"/>
                  <a:pt x="44" y="96"/>
                  <a:pt x="44" y="96"/>
                </a:cubicBezTo>
                <a:lnTo>
                  <a:pt x="44" y="116"/>
                </a:lnTo>
                <a:close/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81" y="113"/>
                </a:moveTo>
                <a:cubicBezTo>
                  <a:pt x="81" y="117"/>
                  <a:pt x="82" y="121"/>
                  <a:pt x="85" y="124"/>
                </a:cubicBezTo>
                <a:cubicBezTo>
                  <a:pt x="88" y="127"/>
                  <a:pt x="92" y="128"/>
                  <a:pt x="97" y="128"/>
                </a:cubicBezTo>
                <a:cubicBezTo>
                  <a:pt x="101" y="128"/>
                  <a:pt x="105" y="127"/>
                  <a:pt x="107" y="127"/>
                </a:cubicBezTo>
                <a:cubicBezTo>
                  <a:pt x="107" y="110"/>
                  <a:pt x="107" y="110"/>
                  <a:pt x="107" y="110"/>
                </a:cubicBezTo>
                <a:cubicBezTo>
                  <a:pt x="96" y="110"/>
                  <a:pt x="96" y="110"/>
                  <a:pt x="96" y="110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101" y="115"/>
                  <a:pt x="101" y="115"/>
                  <a:pt x="101" y="115"/>
                </a:cubicBezTo>
                <a:cubicBezTo>
                  <a:pt x="101" y="122"/>
                  <a:pt x="101" y="122"/>
                  <a:pt x="101" y="122"/>
                </a:cubicBezTo>
                <a:cubicBezTo>
                  <a:pt x="100" y="122"/>
                  <a:pt x="99" y="123"/>
                  <a:pt x="97" y="123"/>
                </a:cubicBezTo>
                <a:cubicBezTo>
                  <a:pt x="92" y="123"/>
                  <a:pt x="88" y="119"/>
                  <a:pt x="88" y="112"/>
                </a:cubicBezTo>
                <a:cubicBezTo>
                  <a:pt x="88" y="105"/>
                  <a:pt x="92" y="102"/>
                  <a:pt x="98" y="102"/>
                </a:cubicBezTo>
                <a:cubicBezTo>
                  <a:pt x="101" y="102"/>
                  <a:pt x="103" y="102"/>
                  <a:pt x="105" y="103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05" y="97"/>
                  <a:pt x="102" y="96"/>
                  <a:pt x="98" y="96"/>
                </a:cubicBezTo>
                <a:cubicBezTo>
                  <a:pt x="88" y="96"/>
                  <a:pt x="81" y="102"/>
                  <a:pt x="81" y="113"/>
                </a:cubicBezTo>
                <a:moveTo>
                  <a:pt x="67" y="96"/>
                </a:moveTo>
                <a:cubicBezTo>
                  <a:pt x="63" y="96"/>
                  <a:pt x="60" y="96"/>
                  <a:pt x="58" y="97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6" y="117"/>
                  <a:pt x="66" y="117"/>
                  <a:pt x="67" y="117"/>
                </a:cubicBezTo>
                <a:cubicBezTo>
                  <a:pt x="71" y="117"/>
                  <a:pt x="75" y="116"/>
                  <a:pt x="77" y="113"/>
                </a:cubicBezTo>
                <a:cubicBezTo>
                  <a:pt x="79" y="112"/>
                  <a:pt x="80" y="109"/>
                  <a:pt x="80" y="106"/>
                </a:cubicBezTo>
                <a:cubicBezTo>
                  <a:pt x="80" y="103"/>
                  <a:pt x="78" y="100"/>
                  <a:pt x="76" y="99"/>
                </a:cubicBezTo>
                <a:cubicBezTo>
                  <a:pt x="74" y="97"/>
                  <a:pt x="71" y="96"/>
                  <a:pt x="67" y="96"/>
                </a:cubicBezTo>
                <a:moveTo>
                  <a:pt x="67" y="111"/>
                </a:moveTo>
                <a:cubicBezTo>
                  <a:pt x="66" y="111"/>
                  <a:pt x="65" y="111"/>
                  <a:pt x="65" y="111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65" y="102"/>
                  <a:pt x="66" y="101"/>
                  <a:pt x="68" y="101"/>
                </a:cubicBezTo>
                <a:cubicBezTo>
                  <a:pt x="71" y="101"/>
                  <a:pt x="73" y="103"/>
                  <a:pt x="73" y="106"/>
                </a:cubicBezTo>
                <a:cubicBezTo>
                  <a:pt x="73" y="109"/>
                  <a:pt x="71" y="111"/>
                  <a:pt x="67" y="11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342"/>
          <p:cNvSpPr>
            <a:spLocks noEditPoints="1"/>
          </p:cNvSpPr>
          <p:nvPr/>
        </p:nvSpPr>
        <p:spPr bwMode="auto">
          <a:xfrm>
            <a:off x="7323071" y="4286050"/>
            <a:ext cx="272613" cy="335898"/>
          </a:xfrm>
          <a:custGeom>
            <a:avLst/>
            <a:gdLst>
              <a:gd name="T0" fmla="*/ 75 w 144"/>
              <a:gd name="T1" fmla="*/ 119 h 176"/>
              <a:gd name="T2" fmla="*/ 70 w 144"/>
              <a:gd name="T3" fmla="*/ 108 h 176"/>
              <a:gd name="T4" fmla="*/ 56 w 144"/>
              <a:gd name="T5" fmla="*/ 96 h 176"/>
              <a:gd name="T6" fmla="*/ 62 w 144"/>
              <a:gd name="T7" fmla="*/ 128 h 176"/>
              <a:gd name="T8" fmla="*/ 62 w 144"/>
              <a:gd name="T9" fmla="*/ 105 h 176"/>
              <a:gd name="T10" fmla="*/ 67 w 144"/>
              <a:gd name="T11" fmla="*/ 116 h 176"/>
              <a:gd name="T12" fmla="*/ 81 w 144"/>
              <a:gd name="T13" fmla="*/ 128 h 176"/>
              <a:gd name="T14" fmla="*/ 75 w 144"/>
              <a:gd name="T15" fmla="*/ 96 h 176"/>
              <a:gd name="T16" fmla="*/ 41 w 144"/>
              <a:gd name="T17" fmla="*/ 96 h 176"/>
              <a:gd name="T18" fmla="*/ 32 w 144"/>
              <a:gd name="T19" fmla="*/ 128 h 176"/>
              <a:gd name="T20" fmla="*/ 39 w 144"/>
              <a:gd name="T21" fmla="*/ 117 h 176"/>
              <a:gd name="T22" fmla="*/ 51 w 144"/>
              <a:gd name="T23" fmla="*/ 113 h 176"/>
              <a:gd name="T24" fmla="*/ 50 w 144"/>
              <a:gd name="T25" fmla="*/ 99 h 176"/>
              <a:gd name="T26" fmla="*/ 41 w 144"/>
              <a:gd name="T27" fmla="*/ 111 h 176"/>
              <a:gd name="T28" fmla="*/ 39 w 144"/>
              <a:gd name="T29" fmla="*/ 102 h 176"/>
              <a:gd name="T30" fmla="*/ 47 w 144"/>
              <a:gd name="T31" fmla="*/ 106 h 176"/>
              <a:gd name="T32" fmla="*/ 87 w 144"/>
              <a:gd name="T33" fmla="*/ 113 h 176"/>
              <a:gd name="T34" fmla="*/ 103 w 144"/>
              <a:gd name="T35" fmla="*/ 128 h 176"/>
              <a:gd name="T36" fmla="*/ 113 w 144"/>
              <a:gd name="T37" fmla="*/ 110 h 176"/>
              <a:gd name="T38" fmla="*/ 102 w 144"/>
              <a:gd name="T39" fmla="*/ 115 h 176"/>
              <a:gd name="T40" fmla="*/ 107 w 144"/>
              <a:gd name="T41" fmla="*/ 122 h 176"/>
              <a:gd name="T42" fmla="*/ 94 w 144"/>
              <a:gd name="T43" fmla="*/ 112 h 176"/>
              <a:gd name="T44" fmla="*/ 111 w 144"/>
              <a:gd name="T45" fmla="*/ 103 h 176"/>
              <a:gd name="T46" fmla="*/ 104 w 144"/>
              <a:gd name="T47" fmla="*/ 96 h 176"/>
              <a:gd name="T48" fmla="*/ 104 w 144"/>
              <a:gd name="T49" fmla="*/ 0 h 176"/>
              <a:gd name="T50" fmla="*/ 0 w 144"/>
              <a:gd name="T51" fmla="*/ 16 h 176"/>
              <a:gd name="T52" fmla="*/ 16 w 144"/>
              <a:gd name="T53" fmla="*/ 176 h 176"/>
              <a:gd name="T54" fmla="*/ 144 w 144"/>
              <a:gd name="T55" fmla="*/ 160 h 176"/>
              <a:gd name="T56" fmla="*/ 104 w 144"/>
              <a:gd name="T57" fmla="*/ 0 h 176"/>
              <a:gd name="T58" fmla="*/ 128 w 144"/>
              <a:gd name="T59" fmla="*/ 168 h 176"/>
              <a:gd name="T60" fmla="*/ 8 w 144"/>
              <a:gd name="T61" fmla="*/ 160 h 176"/>
              <a:gd name="T62" fmla="*/ 16 w 144"/>
              <a:gd name="T63" fmla="*/ 8 h 176"/>
              <a:gd name="T64" fmla="*/ 88 w 144"/>
              <a:gd name="T65" fmla="*/ 48 h 176"/>
              <a:gd name="T66" fmla="*/ 136 w 144"/>
              <a:gd name="T67" fmla="*/ 56 h 176"/>
              <a:gd name="T68" fmla="*/ 96 w 144"/>
              <a:gd name="T69" fmla="*/ 48 h 176"/>
              <a:gd name="T70" fmla="*/ 100 w 144"/>
              <a:gd name="T71" fmla="*/ 8 h 176"/>
              <a:gd name="T72" fmla="*/ 96 w 144"/>
              <a:gd name="T73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4" h="176">
                <a:moveTo>
                  <a:pt x="75" y="106"/>
                </a:moveTo>
                <a:cubicBezTo>
                  <a:pt x="75" y="110"/>
                  <a:pt x="75" y="115"/>
                  <a:pt x="75" y="119"/>
                </a:cubicBezTo>
                <a:cubicBezTo>
                  <a:pt x="75" y="119"/>
                  <a:pt x="75" y="119"/>
                  <a:pt x="75" y="119"/>
                </a:cubicBezTo>
                <a:cubicBezTo>
                  <a:pt x="74" y="115"/>
                  <a:pt x="72" y="111"/>
                  <a:pt x="70" y="108"/>
                </a:cubicBezTo>
                <a:cubicBezTo>
                  <a:pt x="64" y="96"/>
                  <a:pt x="64" y="96"/>
                  <a:pt x="64" y="96"/>
                </a:cubicBezTo>
                <a:cubicBezTo>
                  <a:pt x="56" y="96"/>
                  <a:pt x="56" y="96"/>
                  <a:pt x="56" y="96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62" y="128"/>
                  <a:pt x="62" y="128"/>
                  <a:pt x="62" y="128"/>
                </a:cubicBezTo>
                <a:cubicBezTo>
                  <a:pt x="62" y="118"/>
                  <a:pt x="62" y="118"/>
                  <a:pt x="62" y="118"/>
                </a:cubicBezTo>
                <a:cubicBezTo>
                  <a:pt x="62" y="113"/>
                  <a:pt x="62" y="109"/>
                  <a:pt x="62" y="105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4" y="108"/>
                  <a:pt x="66" y="112"/>
                  <a:pt x="67" y="116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81" y="96"/>
                  <a:pt x="81" y="96"/>
                  <a:pt x="81" y="96"/>
                </a:cubicBezTo>
                <a:cubicBezTo>
                  <a:pt x="75" y="96"/>
                  <a:pt x="75" y="96"/>
                  <a:pt x="75" y="96"/>
                </a:cubicBezTo>
                <a:lnTo>
                  <a:pt x="75" y="106"/>
                </a:lnTo>
                <a:close/>
                <a:moveTo>
                  <a:pt x="41" y="96"/>
                </a:moveTo>
                <a:cubicBezTo>
                  <a:pt x="37" y="96"/>
                  <a:pt x="34" y="96"/>
                  <a:pt x="32" y="97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39" y="117"/>
                  <a:pt x="39" y="117"/>
                  <a:pt x="39" y="117"/>
                </a:cubicBezTo>
                <a:cubicBezTo>
                  <a:pt x="40" y="117"/>
                  <a:pt x="40" y="117"/>
                  <a:pt x="41" y="117"/>
                </a:cubicBezTo>
                <a:cubicBezTo>
                  <a:pt x="45" y="117"/>
                  <a:pt x="49" y="116"/>
                  <a:pt x="51" y="113"/>
                </a:cubicBezTo>
                <a:cubicBezTo>
                  <a:pt x="53" y="112"/>
                  <a:pt x="54" y="109"/>
                  <a:pt x="54" y="106"/>
                </a:cubicBezTo>
                <a:cubicBezTo>
                  <a:pt x="54" y="103"/>
                  <a:pt x="52" y="100"/>
                  <a:pt x="50" y="99"/>
                </a:cubicBezTo>
                <a:cubicBezTo>
                  <a:pt x="48" y="97"/>
                  <a:pt x="45" y="96"/>
                  <a:pt x="41" y="96"/>
                </a:cubicBezTo>
                <a:moveTo>
                  <a:pt x="41" y="111"/>
                </a:moveTo>
                <a:cubicBezTo>
                  <a:pt x="40" y="111"/>
                  <a:pt x="39" y="111"/>
                  <a:pt x="39" y="111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39" y="102"/>
                  <a:pt x="40" y="101"/>
                  <a:pt x="42" y="101"/>
                </a:cubicBezTo>
                <a:cubicBezTo>
                  <a:pt x="45" y="101"/>
                  <a:pt x="47" y="103"/>
                  <a:pt x="47" y="106"/>
                </a:cubicBezTo>
                <a:cubicBezTo>
                  <a:pt x="47" y="109"/>
                  <a:pt x="45" y="111"/>
                  <a:pt x="41" y="111"/>
                </a:cubicBezTo>
                <a:moveTo>
                  <a:pt x="87" y="113"/>
                </a:moveTo>
                <a:cubicBezTo>
                  <a:pt x="87" y="117"/>
                  <a:pt x="88" y="121"/>
                  <a:pt x="91" y="124"/>
                </a:cubicBezTo>
                <a:cubicBezTo>
                  <a:pt x="94" y="127"/>
                  <a:pt x="98" y="128"/>
                  <a:pt x="103" y="128"/>
                </a:cubicBezTo>
                <a:cubicBezTo>
                  <a:pt x="107" y="128"/>
                  <a:pt x="111" y="127"/>
                  <a:pt x="113" y="127"/>
                </a:cubicBezTo>
                <a:cubicBezTo>
                  <a:pt x="113" y="110"/>
                  <a:pt x="113" y="110"/>
                  <a:pt x="113" y="110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102" y="115"/>
                  <a:pt x="102" y="115"/>
                  <a:pt x="102" y="115"/>
                </a:cubicBezTo>
                <a:cubicBezTo>
                  <a:pt x="107" y="115"/>
                  <a:pt x="107" y="115"/>
                  <a:pt x="107" y="115"/>
                </a:cubicBezTo>
                <a:cubicBezTo>
                  <a:pt x="107" y="122"/>
                  <a:pt x="107" y="122"/>
                  <a:pt x="107" y="122"/>
                </a:cubicBezTo>
                <a:cubicBezTo>
                  <a:pt x="106" y="122"/>
                  <a:pt x="105" y="123"/>
                  <a:pt x="103" y="123"/>
                </a:cubicBezTo>
                <a:cubicBezTo>
                  <a:pt x="98" y="123"/>
                  <a:pt x="94" y="119"/>
                  <a:pt x="94" y="112"/>
                </a:cubicBezTo>
                <a:cubicBezTo>
                  <a:pt x="94" y="105"/>
                  <a:pt x="98" y="102"/>
                  <a:pt x="104" y="102"/>
                </a:cubicBezTo>
                <a:cubicBezTo>
                  <a:pt x="107" y="102"/>
                  <a:pt x="109" y="102"/>
                  <a:pt x="111" y="103"/>
                </a:cubicBezTo>
                <a:cubicBezTo>
                  <a:pt x="112" y="98"/>
                  <a:pt x="112" y="98"/>
                  <a:pt x="112" y="98"/>
                </a:cubicBezTo>
                <a:cubicBezTo>
                  <a:pt x="111" y="97"/>
                  <a:pt x="108" y="96"/>
                  <a:pt x="104" y="96"/>
                </a:cubicBezTo>
                <a:cubicBezTo>
                  <a:pt x="94" y="96"/>
                  <a:pt x="87" y="102"/>
                  <a:pt x="87" y="113"/>
                </a:cubicBezTo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290336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949396" y="411510"/>
            <a:ext cx="12452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Location</a:t>
            </a:r>
            <a:endParaRPr lang="uk-UA" sz="2400" dirty="0"/>
          </a:p>
        </p:txBody>
      </p:sp>
      <p:sp>
        <p:nvSpPr>
          <p:cNvPr id="116" name="Freeform 343"/>
          <p:cNvSpPr>
            <a:spLocks noEditPoints="1"/>
          </p:cNvSpPr>
          <p:nvPr/>
        </p:nvSpPr>
        <p:spPr bwMode="auto">
          <a:xfrm>
            <a:off x="1574073" y="1092001"/>
            <a:ext cx="243404" cy="334275"/>
          </a:xfrm>
          <a:custGeom>
            <a:avLst/>
            <a:gdLst>
              <a:gd name="T0" fmla="*/ 64 w 128"/>
              <a:gd name="T1" fmla="*/ 0 h 176"/>
              <a:gd name="T2" fmla="*/ 0 w 128"/>
              <a:gd name="T3" fmla="*/ 64 h 176"/>
              <a:gd name="T4" fmla="*/ 64 w 128"/>
              <a:gd name="T5" fmla="*/ 176 h 176"/>
              <a:gd name="T6" fmla="*/ 128 w 128"/>
              <a:gd name="T7" fmla="*/ 64 h 176"/>
              <a:gd name="T8" fmla="*/ 64 w 128"/>
              <a:gd name="T9" fmla="*/ 0 h 176"/>
              <a:gd name="T10" fmla="*/ 64 w 128"/>
              <a:gd name="T11" fmla="*/ 164 h 176"/>
              <a:gd name="T12" fmla="*/ 8 w 128"/>
              <a:gd name="T13" fmla="*/ 64 h 176"/>
              <a:gd name="T14" fmla="*/ 64 w 128"/>
              <a:gd name="T15" fmla="*/ 8 h 176"/>
              <a:gd name="T16" fmla="*/ 120 w 128"/>
              <a:gd name="T17" fmla="*/ 64 h 176"/>
              <a:gd name="T18" fmla="*/ 64 w 128"/>
              <a:gd name="T19" fmla="*/ 164 h 176"/>
              <a:gd name="T20" fmla="*/ 64 w 128"/>
              <a:gd name="T21" fmla="*/ 32 h 176"/>
              <a:gd name="T22" fmla="*/ 32 w 128"/>
              <a:gd name="T23" fmla="*/ 64 h 176"/>
              <a:gd name="T24" fmla="*/ 64 w 128"/>
              <a:gd name="T25" fmla="*/ 96 h 176"/>
              <a:gd name="T26" fmla="*/ 96 w 128"/>
              <a:gd name="T27" fmla="*/ 64 h 176"/>
              <a:gd name="T28" fmla="*/ 64 w 128"/>
              <a:gd name="T29" fmla="*/ 32 h 176"/>
              <a:gd name="T30" fmla="*/ 64 w 128"/>
              <a:gd name="T31" fmla="*/ 88 h 176"/>
              <a:gd name="T32" fmla="*/ 40 w 128"/>
              <a:gd name="T33" fmla="*/ 64 h 176"/>
              <a:gd name="T34" fmla="*/ 64 w 128"/>
              <a:gd name="T35" fmla="*/ 40 h 176"/>
              <a:gd name="T36" fmla="*/ 88 w 128"/>
              <a:gd name="T37" fmla="*/ 64 h 176"/>
              <a:gd name="T38" fmla="*/ 64 w 128"/>
              <a:gd name="T39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8" h="176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116"/>
                  <a:pt x="64" y="176"/>
                  <a:pt x="64" y="176"/>
                </a:cubicBezTo>
                <a:cubicBezTo>
                  <a:pt x="64" y="176"/>
                  <a:pt x="128" y="116"/>
                  <a:pt x="128" y="64"/>
                </a:cubicBezTo>
                <a:cubicBezTo>
                  <a:pt x="128" y="29"/>
                  <a:pt x="99" y="0"/>
                  <a:pt x="64" y="0"/>
                </a:cubicBezTo>
                <a:moveTo>
                  <a:pt x="64" y="164"/>
                </a:moveTo>
                <a:cubicBezTo>
                  <a:pt x="64" y="164"/>
                  <a:pt x="8" y="112"/>
                  <a:pt x="8" y="64"/>
                </a:cubicBezTo>
                <a:cubicBezTo>
                  <a:pt x="8" y="33"/>
                  <a:pt x="33" y="8"/>
                  <a:pt x="64" y="8"/>
                </a:cubicBezTo>
                <a:cubicBezTo>
                  <a:pt x="95" y="8"/>
                  <a:pt x="120" y="33"/>
                  <a:pt x="120" y="64"/>
                </a:cubicBezTo>
                <a:cubicBezTo>
                  <a:pt x="120" y="112"/>
                  <a:pt x="64" y="164"/>
                  <a:pt x="64" y="164"/>
                </a:cubicBezTo>
                <a:moveTo>
                  <a:pt x="64" y="32"/>
                </a:moveTo>
                <a:cubicBezTo>
                  <a:pt x="46" y="32"/>
                  <a:pt x="32" y="46"/>
                  <a:pt x="32" y="64"/>
                </a:cubicBezTo>
                <a:cubicBezTo>
                  <a:pt x="32" y="82"/>
                  <a:pt x="46" y="96"/>
                  <a:pt x="64" y="96"/>
                </a:cubicBezTo>
                <a:cubicBezTo>
                  <a:pt x="82" y="96"/>
                  <a:pt x="96" y="82"/>
                  <a:pt x="96" y="64"/>
                </a:cubicBezTo>
                <a:cubicBezTo>
                  <a:pt x="96" y="46"/>
                  <a:pt x="82" y="32"/>
                  <a:pt x="64" y="32"/>
                </a:cubicBezTo>
                <a:moveTo>
                  <a:pt x="64" y="88"/>
                </a:moveTo>
                <a:cubicBezTo>
                  <a:pt x="51" y="88"/>
                  <a:pt x="40" y="77"/>
                  <a:pt x="40" y="64"/>
                </a:cubicBezTo>
                <a:cubicBezTo>
                  <a:pt x="40" y="51"/>
                  <a:pt x="51" y="40"/>
                  <a:pt x="64" y="40"/>
                </a:cubicBezTo>
                <a:cubicBezTo>
                  <a:pt x="77" y="40"/>
                  <a:pt x="88" y="51"/>
                  <a:pt x="88" y="64"/>
                </a:cubicBezTo>
                <a:cubicBezTo>
                  <a:pt x="88" y="77"/>
                  <a:pt x="77" y="88"/>
                  <a:pt x="64" y="8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344"/>
          <p:cNvSpPr>
            <a:spLocks noEditPoints="1"/>
          </p:cNvSpPr>
          <p:nvPr/>
        </p:nvSpPr>
        <p:spPr bwMode="auto">
          <a:xfrm>
            <a:off x="2167979" y="1092001"/>
            <a:ext cx="334275" cy="334275"/>
          </a:xfrm>
          <a:custGeom>
            <a:avLst/>
            <a:gdLst>
              <a:gd name="T0" fmla="*/ 24 w 176"/>
              <a:gd name="T1" fmla="*/ 52 h 176"/>
              <a:gd name="T2" fmla="*/ 80 w 176"/>
              <a:gd name="T3" fmla="*/ 52 h 176"/>
              <a:gd name="T4" fmla="*/ 52 w 176"/>
              <a:gd name="T5" fmla="*/ 72 h 176"/>
              <a:gd name="T6" fmla="*/ 52 w 176"/>
              <a:gd name="T7" fmla="*/ 32 h 176"/>
              <a:gd name="T8" fmla="*/ 52 w 176"/>
              <a:gd name="T9" fmla="*/ 72 h 176"/>
              <a:gd name="T10" fmla="*/ 131 w 176"/>
              <a:gd name="T11" fmla="*/ 88 h 176"/>
              <a:gd name="T12" fmla="*/ 139 w 176"/>
              <a:gd name="T13" fmla="*/ 80 h 176"/>
              <a:gd name="T14" fmla="*/ 133 w 176"/>
              <a:gd name="T15" fmla="*/ 75 h 176"/>
              <a:gd name="T16" fmla="*/ 129 w 176"/>
              <a:gd name="T17" fmla="*/ 88 h 176"/>
              <a:gd name="T18" fmla="*/ 52 w 176"/>
              <a:gd name="T19" fmla="*/ 144 h 176"/>
              <a:gd name="T20" fmla="*/ 49 w 176"/>
              <a:gd name="T21" fmla="*/ 153 h 176"/>
              <a:gd name="T22" fmla="*/ 54 w 176"/>
              <a:gd name="T23" fmla="*/ 156 h 176"/>
              <a:gd name="T24" fmla="*/ 56 w 176"/>
              <a:gd name="T25" fmla="*/ 148 h 176"/>
              <a:gd name="T26" fmla="*/ 88 w 176"/>
              <a:gd name="T27" fmla="*/ 167 h 176"/>
              <a:gd name="T28" fmla="*/ 87 w 176"/>
              <a:gd name="T29" fmla="*/ 175 h 176"/>
              <a:gd name="T30" fmla="*/ 96 w 176"/>
              <a:gd name="T31" fmla="*/ 176 h 176"/>
              <a:gd name="T32" fmla="*/ 96 w 176"/>
              <a:gd name="T33" fmla="*/ 168 h 176"/>
              <a:gd name="T34" fmla="*/ 66 w 176"/>
              <a:gd name="T35" fmla="*/ 161 h 176"/>
              <a:gd name="T36" fmla="*/ 62 w 176"/>
              <a:gd name="T37" fmla="*/ 167 h 176"/>
              <a:gd name="T38" fmla="*/ 71 w 176"/>
              <a:gd name="T39" fmla="*/ 172 h 176"/>
              <a:gd name="T40" fmla="*/ 73 w 176"/>
              <a:gd name="T41" fmla="*/ 164 h 176"/>
              <a:gd name="T42" fmla="*/ 112 w 176"/>
              <a:gd name="T43" fmla="*/ 168 h 176"/>
              <a:gd name="T44" fmla="*/ 112 w 176"/>
              <a:gd name="T45" fmla="*/ 176 h 176"/>
              <a:gd name="T46" fmla="*/ 121 w 176"/>
              <a:gd name="T47" fmla="*/ 175 h 176"/>
              <a:gd name="T48" fmla="*/ 120 w 176"/>
              <a:gd name="T49" fmla="*/ 167 h 176"/>
              <a:gd name="T50" fmla="*/ 145 w 176"/>
              <a:gd name="T51" fmla="*/ 63 h 176"/>
              <a:gd name="T52" fmla="*/ 148 w 176"/>
              <a:gd name="T53" fmla="*/ 70 h 176"/>
              <a:gd name="T54" fmla="*/ 157 w 176"/>
              <a:gd name="T55" fmla="*/ 64 h 176"/>
              <a:gd name="T56" fmla="*/ 152 w 176"/>
              <a:gd name="T57" fmla="*/ 58 h 176"/>
              <a:gd name="T58" fmla="*/ 149 w 176"/>
              <a:gd name="T59" fmla="*/ 142 h 176"/>
              <a:gd name="T60" fmla="*/ 149 w 176"/>
              <a:gd name="T61" fmla="*/ 149 h 176"/>
              <a:gd name="T62" fmla="*/ 153 w 176"/>
              <a:gd name="T63" fmla="*/ 154 h 176"/>
              <a:gd name="T64" fmla="*/ 158 w 176"/>
              <a:gd name="T65" fmla="*/ 146 h 176"/>
              <a:gd name="T66" fmla="*/ 152 w 176"/>
              <a:gd name="T67" fmla="*/ 138 h 176"/>
              <a:gd name="T68" fmla="*/ 170 w 176"/>
              <a:gd name="T69" fmla="*/ 47 h 176"/>
              <a:gd name="T70" fmla="*/ 165 w 176"/>
              <a:gd name="T71" fmla="*/ 54 h 176"/>
              <a:gd name="T72" fmla="*/ 170 w 176"/>
              <a:gd name="T73" fmla="*/ 55 h 176"/>
              <a:gd name="T74" fmla="*/ 175 w 176"/>
              <a:gd name="T75" fmla="*/ 48 h 176"/>
              <a:gd name="T76" fmla="*/ 143 w 176"/>
              <a:gd name="T77" fmla="*/ 118 h 176"/>
              <a:gd name="T78" fmla="*/ 138 w 176"/>
              <a:gd name="T79" fmla="*/ 123 h 176"/>
              <a:gd name="T80" fmla="*/ 146 w 176"/>
              <a:gd name="T81" fmla="*/ 131 h 176"/>
              <a:gd name="T82" fmla="*/ 149 w 176"/>
              <a:gd name="T83" fmla="*/ 124 h 176"/>
              <a:gd name="T84" fmla="*/ 131 w 176"/>
              <a:gd name="T85" fmla="*/ 100 h 176"/>
              <a:gd name="T86" fmla="*/ 123 w 176"/>
              <a:gd name="T87" fmla="*/ 101 h 176"/>
              <a:gd name="T88" fmla="*/ 129 w 176"/>
              <a:gd name="T89" fmla="*/ 112 h 176"/>
              <a:gd name="T90" fmla="*/ 133 w 176"/>
              <a:gd name="T91" fmla="*/ 106 h 176"/>
              <a:gd name="T92" fmla="*/ 135 w 176"/>
              <a:gd name="T93" fmla="*/ 163 h 176"/>
              <a:gd name="T94" fmla="*/ 137 w 176"/>
              <a:gd name="T95" fmla="*/ 171 h 176"/>
              <a:gd name="T96" fmla="*/ 146 w 176"/>
              <a:gd name="T97" fmla="*/ 166 h 176"/>
              <a:gd name="T98" fmla="*/ 142 w 176"/>
              <a:gd name="T99" fmla="*/ 160 h 176"/>
              <a:gd name="T100" fmla="*/ 0 w 176"/>
              <a:gd name="T101" fmla="*/ 52 h 176"/>
              <a:gd name="T102" fmla="*/ 104 w 176"/>
              <a:gd name="T103" fmla="*/ 52 h 176"/>
              <a:gd name="T104" fmla="*/ 52 w 176"/>
              <a:gd name="T105" fmla="*/ 125 h 176"/>
              <a:gd name="T106" fmla="*/ 8 w 176"/>
              <a:gd name="T107" fmla="*/ 52 h 176"/>
              <a:gd name="T108" fmla="*/ 96 w 176"/>
              <a:gd name="T109" fmla="*/ 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52" y="24"/>
                </a:moveTo>
                <a:cubicBezTo>
                  <a:pt x="37" y="24"/>
                  <a:pt x="24" y="37"/>
                  <a:pt x="24" y="52"/>
                </a:cubicBezTo>
                <a:cubicBezTo>
                  <a:pt x="24" y="68"/>
                  <a:pt x="37" y="80"/>
                  <a:pt x="52" y="80"/>
                </a:cubicBezTo>
                <a:cubicBezTo>
                  <a:pt x="67" y="80"/>
                  <a:pt x="80" y="68"/>
                  <a:pt x="80" y="52"/>
                </a:cubicBezTo>
                <a:cubicBezTo>
                  <a:pt x="80" y="37"/>
                  <a:pt x="67" y="24"/>
                  <a:pt x="52" y="24"/>
                </a:cubicBezTo>
                <a:moveTo>
                  <a:pt x="52" y="72"/>
                </a:moveTo>
                <a:cubicBezTo>
                  <a:pt x="41" y="72"/>
                  <a:pt x="32" y="6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63" y="32"/>
                  <a:pt x="72" y="41"/>
                  <a:pt x="72" y="52"/>
                </a:cubicBezTo>
                <a:cubicBezTo>
                  <a:pt x="72" y="63"/>
                  <a:pt x="63" y="72"/>
                  <a:pt x="52" y="72"/>
                </a:cubicBezTo>
                <a:moveTo>
                  <a:pt x="129" y="88"/>
                </a:moveTo>
                <a:cubicBezTo>
                  <a:pt x="129" y="88"/>
                  <a:pt x="130" y="88"/>
                  <a:pt x="131" y="88"/>
                </a:cubicBezTo>
                <a:cubicBezTo>
                  <a:pt x="132" y="88"/>
                  <a:pt x="133" y="88"/>
                  <a:pt x="134" y="87"/>
                </a:cubicBezTo>
                <a:cubicBezTo>
                  <a:pt x="135" y="84"/>
                  <a:pt x="137" y="82"/>
                  <a:pt x="139" y="80"/>
                </a:cubicBezTo>
                <a:cubicBezTo>
                  <a:pt x="140" y="79"/>
                  <a:pt x="140" y="76"/>
                  <a:pt x="138" y="75"/>
                </a:cubicBezTo>
                <a:cubicBezTo>
                  <a:pt x="136" y="73"/>
                  <a:pt x="134" y="73"/>
                  <a:pt x="133" y="75"/>
                </a:cubicBezTo>
                <a:cubicBezTo>
                  <a:pt x="131" y="78"/>
                  <a:pt x="129" y="80"/>
                  <a:pt x="127" y="82"/>
                </a:cubicBezTo>
                <a:cubicBezTo>
                  <a:pt x="126" y="84"/>
                  <a:pt x="127" y="87"/>
                  <a:pt x="129" y="88"/>
                </a:cubicBezTo>
                <a:moveTo>
                  <a:pt x="56" y="148"/>
                </a:moveTo>
                <a:cubicBezTo>
                  <a:pt x="56" y="146"/>
                  <a:pt x="54" y="144"/>
                  <a:pt x="52" y="144"/>
                </a:cubicBezTo>
                <a:cubicBezTo>
                  <a:pt x="50" y="144"/>
                  <a:pt x="48" y="146"/>
                  <a:pt x="48" y="148"/>
                </a:cubicBezTo>
                <a:cubicBezTo>
                  <a:pt x="48" y="148"/>
                  <a:pt x="48" y="151"/>
                  <a:pt x="49" y="153"/>
                </a:cubicBezTo>
                <a:cubicBezTo>
                  <a:pt x="50" y="155"/>
                  <a:pt x="51" y="156"/>
                  <a:pt x="53" y="156"/>
                </a:cubicBezTo>
                <a:cubicBezTo>
                  <a:pt x="53" y="156"/>
                  <a:pt x="54" y="156"/>
                  <a:pt x="54" y="156"/>
                </a:cubicBezTo>
                <a:cubicBezTo>
                  <a:pt x="56" y="155"/>
                  <a:pt x="57" y="153"/>
                  <a:pt x="56" y="151"/>
                </a:cubicBezTo>
                <a:cubicBezTo>
                  <a:pt x="56" y="149"/>
                  <a:pt x="56" y="148"/>
                  <a:pt x="56" y="148"/>
                </a:cubicBezTo>
                <a:moveTo>
                  <a:pt x="96" y="168"/>
                </a:moveTo>
                <a:cubicBezTo>
                  <a:pt x="93" y="168"/>
                  <a:pt x="91" y="168"/>
                  <a:pt x="88" y="167"/>
                </a:cubicBezTo>
                <a:cubicBezTo>
                  <a:pt x="86" y="167"/>
                  <a:pt x="84" y="168"/>
                  <a:pt x="84" y="171"/>
                </a:cubicBezTo>
                <a:cubicBezTo>
                  <a:pt x="83" y="173"/>
                  <a:pt x="85" y="175"/>
                  <a:pt x="87" y="175"/>
                </a:cubicBezTo>
                <a:cubicBezTo>
                  <a:pt x="90" y="175"/>
                  <a:pt x="93" y="176"/>
                  <a:pt x="96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8" y="176"/>
                  <a:pt x="100" y="174"/>
                  <a:pt x="100" y="172"/>
                </a:cubicBezTo>
                <a:cubicBezTo>
                  <a:pt x="100" y="170"/>
                  <a:pt x="98" y="168"/>
                  <a:pt x="96" y="168"/>
                </a:cubicBezTo>
                <a:moveTo>
                  <a:pt x="73" y="164"/>
                </a:moveTo>
                <a:cubicBezTo>
                  <a:pt x="70" y="163"/>
                  <a:pt x="68" y="162"/>
                  <a:pt x="66" y="161"/>
                </a:cubicBezTo>
                <a:cubicBezTo>
                  <a:pt x="64" y="159"/>
                  <a:pt x="61" y="160"/>
                  <a:pt x="60" y="162"/>
                </a:cubicBezTo>
                <a:cubicBezTo>
                  <a:pt x="59" y="164"/>
                  <a:pt x="60" y="166"/>
                  <a:pt x="62" y="167"/>
                </a:cubicBezTo>
                <a:cubicBezTo>
                  <a:pt x="64" y="169"/>
                  <a:pt x="67" y="170"/>
                  <a:pt x="70" y="171"/>
                </a:cubicBezTo>
                <a:cubicBezTo>
                  <a:pt x="70" y="171"/>
                  <a:pt x="71" y="172"/>
                  <a:pt x="71" y="172"/>
                </a:cubicBezTo>
                <a:cubicBezTo>
                  <a:pt x="73" y="172"/>
                  <a:pt x="74" y="171"/>
                  <a:pt x="75" y="169"/>
                </a:cubicBezTo>
                <a:cubicBezTo>
                  <a:pt x="76" y="167"/>
                  <a:pt x="75" y="164"/>
                  <a:pt x="73" y="164"/>
                </a:cubicBezTo>
                <a:moveTo>
                  <a:pt x="120" y="167"/>
                </a:moveTo>
                <a:cubicBezTo>
                  <a:pt x="118" y="167"/>
                  <a:pt x="115" y="168"/>
                  <a:pt x="112" y="168"/>
                </a:cubicBezTo>
                <a:cubicBezTo>
                  <a:pt x="110" y="168"/>
                  <a:pt x="108" y="170"/>
                  <a:pt x="108" y="172"/>
                </a:cubicBezTo>
                <a:cubicBezTo>
                  <a:pt x="109" y="174"/>
                  <a:pt x="110" y="176"/>
                  <a:pt x="112" y="176"/>
                </a:cubicBezTo>
                <a:cubicBezTo>
                  <a:pt x="112" y="176"/>
                  <a:pt x="113" y="176"/>
                  <a:pt x="113" y="176"/>
                </a:cubicBezTo>
                <a:cubicBezTo>
                  <a:pt x="116" y="176"/>
                  <a:pt x="118" y="175"/>
                  <a:pt x="121" y="175"/>
                </a:cubicBezTo>
                <a:cubicBezTo>
                  <a:pt x="123" y="175"/>
                  <a:pt x="125" y="173"/>
                  <a:pt x="125" y="170"/>
                </a:cubicBezTo>
                <a:cubicBezTo>
                  <a:pt x="124" y="168"/>
                  <a:pt x="122" y="167"/>
                  <a:pt x="120" y="167"/>
                </a:cubicBezTo>
                <a:moveTo>
                  <a:pt x="152" y="58"/>
                </a:moveTo>
                <a:cubicBezTo>
                  <a:pt x="150" y="59"/>
                  <a:pt x="147" y="61"/>
                  <a:pt x="145" y="63"/>
                </a:cubicBezTo>
                <a:cubicBezTo>
                  <a:pt x="143" y="64"/>
                  <a:pt x="143" y="67"/>
                  <a:pt x="144" y="69"/>
                </a:cubicBezTo>
                <a:cubicBezTo>
                  <a:pt x="145" y="70"/>
                  <a:pt x="146" y="70"/>
                  <a:pt x="148" y="70"/>
                </a:cubicBezTo>
                <a:cubicBezTo>
                  <a:pt x="148" y="70"/>
                  <a:pt x="149" y="70"/>
                  <a:pt x="150" y="69"/>
                </a:cubicBezTo>
                <a:cubicBezTo>
                  <a:pt x="152" y="68"/>
                  <a:pt x="154" y="66"/>
                  <a:pt x="157" y="64"/>
                </a:cubicBezTo>
                <a:cubicBezTo>
                  <a:pt x="158" y="63"/>
                  <a:pt x="159" y="61"/>
                  <a:pt x="157" y="59"/>
                </a:cubicBezTo>
                <a:cubicBezTo>
                  <a:pt x="156" y="57"/>
                  <a:pt x="154" y="57"/>
                  <a:pt x="152" y="58"/>
                </a:cubicBezTo>
                <a:moveTo>
                  <a:pt x="152" y="138"/>
                </a:moveTo>
                <a:cubicBezTo>
                  <a:pt x="150" y="138"/>
                  <a:pt x="149" y="140"/>
                  <a:pt x="149" y="142"/>
                </a:cubicBezTo>
                <a:cubicBezTo>
                  <a:pt x="150" y="144"/>
                  <a:pt x="150" y="145"/>
                  <a:pt x="150" y="146"/>
                </a:cubicBezTo>
                <a:cubicBezTo>
                  <a:pt x="150" y="147"/>
                  <a:pt x="150" y="148"/>
                  <a:pt x="149" y="149"/>
                </a:cubicBezTo>
                <a:cubicBezTo>
                  <a:pt x="149" y="151"/>
                  <a:pt x="150" y="153"/>
                  <a:pt x="153" y="154"/>
                </a:cubicBezTo>
                <a:cubicBezTo>
                  <a:pt x="153" y="154"/>
                  <a:pt x="153" y="154"/>
                  <a:pt x="153" y="154"/>
                </a:cubicBezTo>
                <a:cubicBezTo>
                  <a:pt x="155" y="154"/>
                  <a:pt x="157" y="152"/>
                  <a:pt x="157" y="150"/>
                </a:cubicBezTo>
                <a:cubicBezTo>
                  <a:pt x="158" y="149"/>
                  <a:pt x="158" y="148"/>
                  <a:pt x="158" y="146"/>
                </a:cubicBezTo>
                <a:cubicBezTo>
                  <a:pt x="158" y="144"/>
                  <a:pt x="158" y="142"/>
                  <a:pt x="157" y="141"/>
                </a:cubicBezTo>
                <a:cubicBezTo>
                  <a:pt x="157" y="138"/>
                  <a:pt x="155" y="137"/>
                  <a:pt x="152" y="138"/>
                </a:cubicBezTo>
                <a:moveTo>
                  <a:pt x="175" y="48"/>
                </a:moveTo>
                <a:cubicBezTo>
                  <a:pt x="174" y="46"/>
                  <a:pt x="172" y="46"/>
                  <a:pt x="170" y="47"/>
                </a:cubicBezTo>
                <a:cubicBezTo>
                  <a:pt x="170" y="47"/>
                  <a:pt x="169" y="47"/>
                  <a:pt x="166" y="49"/>
                </a:cubicBezTo>
                <a:cubicBezTo>
                  <a:pt x="164" y="50"/>
                  <a:pt x="164" y="52"/>
                  <a:pt x="165" y="54"/>
                </a:cubicBezTo>
                <a:cubicBezTo>
                  <a:pt x="166" y="55"/>
                  <a:pt x="167" y="56"/>
                  <a:pt x="168" y="56"/>
                </a:cubicBezTo>
                <a:cubicBezTo>
                  <a:pt x="169" y="56"/>
                  <a:pt x="170" y="56"/>
                  <a:pt x="170" y="55"/>
                </a:cubicBezTo>
                <a:cubicBezTo>
                  <a:pt x="172" y="54"/>
                  <a:pt x="174" y="54"/>
                  <a:pt x="174" y="54"/>
                </a:cubicBezTo>
                <a:cubicBezTo>
                  <a:pt x="176" y="53"/>
                  <a:pt x="176" y="50"/>
                  <a:pt x="175" y="48"/>
                </a:cubicBezTo>
                <a:moveTo>
                  <a:pt x="149" y="124"/>
                </a:moveTo>
                <a:cubicBezTo>
                  <a:pt x="147" y="122"/>
                  <a:pt x="145" y="120"/>
                  <a:pt x="143" y="118"/>
                </a:cubicBezTo>
                <a:cubicBezTo>
                  <a:pt x="142" y="116"/>
                  <a:pt x="139" y="116"/>
                  <a:pt x="138" y="118"/>
                </a:cubicBezTo>
                <a:cubicBezTo>
                  <a:pt x="136" y="119"/>
                  <a:pt x="136" y="122"/>
                  <a:pt x="138" y="123"/>
                </a:cubicBezTo>
                <a:cubicBezTo>
                  <a:pt x="139" y="125"/>
                  <a:pt x="141" y="127"/>
                  <a:pt x="143" y="129"/>
                </a:cubicBezTo>
                <a:cubicBezTo>
                  <a:pt x="144" y="130"/>
                  <a:pt x="145" y="131"/>
                  <a:pt x="146" y="131"/>
                </a:cubicBezTo>
                <a:cubicBezTo>
                  <a:pt x="147" y="131"/>
                  <a:pt x="148" y="130"/>
                  <a:pt x="148" y="130"/>
                </a:cubicBezTo>
                <a:cubicBezTo>
                  <a:pt x="150" y="128"/>
                  <a:pt x="150" y="126"/>
                  <a:pt x="149" y="124"/>
                </a:cubicBezTo>
                <a:moveTo>
                  <a:pt x="133" y="106"/>
                </a:moveTo>
                <a:cubicBezTo>
                  <a:pt x="132" y="104"/>
                  <a:pt x="131" y="102"/>
                  <a:pt x="131" y="100"/>
                </a:cubicBezTo>
                <a:cubicBezTo>
                  <a:pt x="130" y="98"/>
                  <a:pt x="128" y="96"/>
                  <a:pt x="126" y="96"/>
                </a:cubicBezTo>
                <a:cubicBezTo>
                  <a:pt x="124" y="97"/>
                  <a:pt x="122" y="99"/>
                  <a:pt x="123" y="101"/>
                </a:cubicBezTo>
                <a:cubicBezTo>
                  <a:pt x="123" y="104"/>
                  <a:pt x="124" y="107"/>
                  <a:pt x="126" y="110"/>
                </a:cubicBezTo>
                <a:cubicBezTo>
                  <a:pt x="126" y="111"/>
                  <a:pt x="128" y="112"/>
                  <a:pt x="129" y="112"/>
                </a:cubicBezTo>
                <a:cubicBezTo>
                  <a:pt x="130" y="112"/>
                  <a:pt x="131" y="112"/>
                  <a:pt x="131" y="112"/>
                </a:cubicBezTo>
                <a:cubicBezTo>
                  <a:pt x="133" y="111"/>
                  <a:pt x="134" y="108"/>
                  <a:pt x="133" y="106"/>
                </a:cubicBezTo>
                <a:moveTo>
                  <a:pt x="142" y="160"/>
                </a:moveTo>
                <a:cubicBezTo>
                  <a:pt x="140" y="161"/>
                  <a:pt x="138" y="162"/>
                  <a:pt x="135" y="163"/>
                </a:cubicBezTo>
                <a:cubicBezTo>
                  <a:pt x="133" y="164"/>
                  <a:pt x="132" y="166"/>
                  <a:pt x="133" y="168"/>
                </a:cubicBezTo>
                <a:cubicBezTo>
                  <a:pt x="134" y="170"/>
                  <a:pt x="135" y="171"/>
                  <a:pt x="137" y="171"/>
                </a:cubicBezTo>
                <a:cubicBezTo>
                  <a:pt x="137" y="171"/>
                  <a:pt x="138" y="171"/>
                  <a:pt x="138" y="171"/>
                </a:cubicBezTo>
                <a:cubicBezTo>
                  <a:pt x="141" y="169"/>
                  <a:pt x="144" y="168"/>
                  <a:pt x="146" y="166"/>
                </a:cubicBezTo>
                <a:cubicBezTo>
                  <a:pt x="148" y="165"/>
                  <a:pt x="149" y="162"/>
                  <a:pt x="147" y="161"/>
                </a:cubicBezTo>
                <a:cubicBezTo>
                  <a:pt x="146" y="159"/>
                  <a:pt x="144" y="158"/>
                  <a:pt x="142" y="160"/>
                </a:cubicBezTo>
                <a:moveTo>
                  <a:pt x="52" y="0"/>
                </a:moveTo>
                <a:cubicBezTo>
                  <a:pt x="23" y="0"/>
                  <a:pt x="0" y="23"/>
                  <a:pt x="0" y="52"/>
                </a:cubicBezTo>
                <a:cubicBezTo>
                  <a:pt x="0" y="95"/>
                  <a:pt x="52" y="136"/>
                  <a:pt x="52" y="136"/>
                </a:cubicBezTo>
                <a:cubicBezTo>
                  <a:pt x="52" y="136"/>
                  <a:pt x="104" y="95"/>
                  <a:pt x="104" y="52"/>
                </a:cubicBezTo>
                <a:cubicBezTo>
                  <a:pt x="104" y="23"/>
                  <a:pt x="81" y="0"/>
                  <a:pt x="52" y="0"/>
                </a:cubicBezTo>
                <a:moveTo>
                  <a:pt x="52" y="125"/>
                </a:moveTo>
                <a:cubicBezTo>
                  <a:pt x="47" y="121"/>
                  <a:pt x="40" y="114"/>
                  <a:pt x="32" y="105"/>
                </a:cubicBezTo>
                <a:cubicBezTo>
                  <a:pt x="21" y="92"/>
                  <a:pt x="8" y="72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76" y="8"/>
                  <a:pt x="96" y="28"/>
                  <a:pt x="96" y="52"/>
                </a:cubicBezTo>
                <a:cubicBezTo>
                  <a:pt x="96" y="83"/>
                  <a:pt x="64" y="114"/>
                  <a:pt x="52" y="125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345"/>
          <p:cNvSpPr>
            <a:spLocks noEditPoints="1"/>
          </p:cNvSpPr>
          <p:nvPr/>
        </p:nvSpPr>
        <p:spPr bwMode="auto">
          <a:xfrm>
            <a:off x="2898191" y="1092001"/>
            <a:ext cx="152533" cy="334275"/>
          </a:xfrm>
          <a:custGeom>
            <a:avLst/>
            <a:gdLst>
              <a:gd name="T0" fmla="*/ 40 w 80"/>
              <a:gd name="T1" fmla="*/ 0 h 176"/>
              <a:gd name="T2" fmla="*/ 0 w 80"/>
              <a:gd name="T3" fmla="*/ 40 h 176"/>
              <a:gd name="T4" fmla="*/ 22 w 80"/>
              <a:gd name="T5" fmla="*/ 76 h 176"/>
              <a:gd name="T6" fmla="*/ 40 w 80"/>
              <a:gd name="T7" fmla="*/ 176 h 176"/>
              <a:gd name="T8" fmla="*/ 58 w 80"/>
              <a:gd name="T9" fmla="*/ 76 h 176"/>
              <a:gd name="T10" fmla="*/ 80 w 80"/>
              <a:gd name="T11" fmla="*/ 40 h 176"/>
              <a:gd name="T12" fmla="*/ 40 w 80"/>
              <a:gd name="T13" fmla="*/ 0 h 176"/>
              <a:gd name="T14" fmla="*/ 40 w 80"/>
              <a:gd name="T15" fmla="*/ 140 h 176"/>
              <a:gd name="T16" fmla="*/ 30 w 80"/>
              <a:gd name="T17" fmla="*/ 79 h 176"/>
              <a:gd name="T18" fmla="*/ 40 w 80"/>
              <a:gd name="T19" fmla="*/ 80 h 176"/>
              <a:gd name="T20" fmla="*/ 50 w 80"/>
              <a:gd name="T21" fmla="*/ 79 h 176"/>
              <a:gd name="T22" fmla="*/ 40 w 80"/>
              <a:gd name="T23" fmla="*/ 140 h 176"/>
              <a:gd name="T24" fmla="*/ 40 w 80"/>
              <a:gd name="T25" fmla="*/ 72 h 176"/>
              <a:gd name="T26" fmla="*/ 8 w 80"/>
              <a:gd name="T27" fmla="*/ 40 h 176"/>
              <a:gd name="T28" fmla="*/ 40 w 80"/>
              <a:gd name="T29" fmla="*/ 8 h 176"/>
              <a:gd name="T30" fmla="*/ 72 w 80"/>
              <a:gd name="T31" fmla="*/ 40 h 176"/>
              <a:gd name="T32" fmla="*/ 40 w 80"/>
              <a:gd name="T33" fmla="*/ 72 h 176"/>
              <a:gd name="T34" fmla="*/ 40 w 80"/>
              <a:gd name="T35" fmla="*/ 16 h 176"/>
              <a:gd name="T36" fmla="*/ 16 w 80"/>
              <a:gd name="T37" fmla="*/ 40 h 176"/>
              <a:gd name="T38" fmla="*/ 20 w 80"/>
              <a:gd name="T39" fmla="*/ 44 h 176"/>
              <a:gd name="T40" fmla="*/ 24 w 80"/>
              <a:gd name="T41" fmla="*/ 40 h 176"/>
              <a:gd name="T42" fmla="*/ 40 w 80"/>
              <a:gd name="T43" fmla="*/ 24 h 176"/>
              <a:gd name="T44" fmla="*/ 44 w 80"/>
              <a:gd name="T45" fmla="*/ 20 h 176"/>
              <a:gd name="T46" fmla="*/ 40 w 80"/>
              <a:gd name="T47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0" h="176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56"/>
                  <a:pt x="9" y="69"/>
                  <a:pt x="22" y="76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58" y="76"/>
                  <a:pt x="58" y="76"/>
                  <a:pt x="58" y="76"/>
                </a:cubicBezTo>
                <a:cubicBezTo>
                  <a:pt x="71" y="69"/>
                  <a:pt x="80" y="56"/>
                  <a:pt x="80" y="40"/>
                </a:cubicBezTo>
                <a:cubicBezTo>
                  <a:pt x="80" y="18"/>
                  <a:pt x="62" y="0"/>
                  <a:pt x="40" y="0"/>
                </a:cubicBezTo>
                <a:moveTo>
                  <a:pt x="40" y="140"/>
                </a:moveTo>
                <a:cubicBezTo>
                  <a:pt x="30" y="79"/>
                  <a:pt x="30" y="79"/>
                  <a:pt x="30" y="79"/>
                </a:cubicBezTo>
                <a:cubicBezTo>
                  <a:pt x="33" y="80"/>
                  <a:pt x="37" y="80"/>
                  <a:pt x="40" y="80"/>
                </a:cubicBezTo>
                <a:cubicBezTo>
                  <a:pt x="43" y="80"/>
                  <a:pt x="47" y="80"/>
                  <a:pt x="50" y="79"/>
                </a:cubicBezTo>
                <a:lnTo>
                  <a:pt x="40" y="140"/>
                </a:lnTo>
                <a:close/>
                <a:moveTo>
                  <a:pt x="40" y="72"/>
                </a:moveTo>
                <a:cubicBezTo>
                  <a:pt x="22" y="72"/>
                  <a:pt x="8" y="58"/>
                  <a:pt x="8" y="40"/>
                </a:cubicBezTo>
                <a:cubicBezTo>
                  <a:pt x="8" y="22"/>
                  <a:pt x="22" y="8"/>
                  <a:pt x="40" y="8"/>
                </a:cubicBezTo>
                <a:cubicBezTo>
                  <a:pt x="58" y="8"/>
                  <a:pt x="72" y="22"/>
                  <a:pt x="72" y="40"/>
                </a:cubicBezTo>
                <a:cubicBezTo>
                  <a:pt x="72" y="58"/>
                  <a:pt x="58" y="72"/>
                  <a:pt x="40" y="72"/>
                </a:cubicBezTo>
                <a:moveTo>
                  <a:pt x="40" y="16"/>
                </a:moveTo>
                <a:cubicBezTo>
                  <a:pt x="40" y="16"/>
                  <a:pt x="16" y="16"/>
                  <a:pt x="16" y="40"/>
                </a:cubicBezTo>
                <a:cubicBezTo>
                  <a:pt x="16" y="42"/>
                  <a:pt x="18" y="44"/>
                  <a:pt x="20" y="44"/>
                </a:cubicBezTo>
                <a:cubicBezTo>
                  <a:pt x="22" y="44"/>
                  <a:pt x="24" y="42"/>
                  <a:pt x="24" y="40"/>
                </a:cubicBezTo>
                <a:cubicBezTo>
                  <a:pt x="24" y="24"/>
                  <a:pt x="40" y="24"/>
                  <a:pt x="40" y="24"/>
                </a:cubicBezTo>
                <a:cubicBezTo>
                  <a:pt x="42" y="24"/>
                  <a:pt x="44" y="22"/>
                  <a:pt x="44" y="20"/>
                </a:cubicBezTo>
                <a:cubicBezTo>
                  <a:pt x="44" y="18"/>
                  <a:pt x="42" y="16"/>
                  <a:pt x="40" y="1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346"/>
          <p:cNvSpPr>
            <a:spLocks noEditPoints="1"/>
          </p:cNvSpPr>
          <p:nvPr/>
        </p:nvSpPr>
        <p:spPr bwMode="auto">
          <a:xfrm>
            <a:off x="3446662" y="1092001"/>
            <a:ext cx="334275" cy="334275"/>
          </a:xfrm>
          <a:custGeom>
            <a:avLst/>
            <a:gdLst>
              <a:gd name="T0" fmla="*/ 94 w 176"/>
              <a:gd name="T1" fmla="*/ 94 h 176"/>
              <a:gd name="T2" fmla="*/ 94 w 176"/>
              <a:gd name="T3" fmla="*/ 82 h 176"/>
              <a:gd name="T4" fmla="*/ 82 w 176"/>
              <a:gd name="T5" fmla="*/ 82 h 176"/>
              <a:gd name="T6" fmla="*/ 82 w 176"/>
              <a:gd name="T7" fmla="*/ 94 h 176"/>
              <a:gd name="T8" fmla="*/ 94 w 176"/>
              <a:gd name="T9" fmla="*/ 94 h 176"/>
              <a:gd name="T10" fmla="*/ 37 w 176"/>
              <a:gd name="T11" fmla="*/ 139 h 176"/>
              <a:gd name="T12" fmla="*/ 105 w 176"/>
              <a:gd name="T13" fmla="*/ 105 h 176"/>
              <a:gd name="T14" fmla="*/ 139 w 176"/>
              <a:gd name="T15" fmla="*/ 37 h 176"/>
              <a:gd name="T16" fmla="*/ 71 w 176"/>
              <a:gd name="T17" fmla="*/ 71 h 176"/>
              <a:gd name="T18" fmla="*/ 37 w 176"/>
              <a:gd name="T19" fmla="*/ 139 h 176"/>
              <a:gd name="T20" fmla="*/ 122 w 176"/>
              <a:gd name="T21" fmla="*/ 54 h 176"/>
              <a:gd name="T22" fmla="*/ 99 w 176"/>
              <a:gd name="T23" fmla="*/ 99 h 176"/>
              <a:gd name="T24" fmla="*/ 54 w 176"/>
              <a:gd name="T25" fmla="*/ 122 h 176"/>
              <a:gd name="T26" fmla="*/ 77 w 176"/>
              <a:gd name="T27" fmla="*/ 77 h 176"/>
              <a:gd name="T28" fmla="*/ 122 w 176"/>
              <a:gd name="T29" fmla="*/ 54 h 176"/>
              <a:gd name="T30" fmla="*/ 88 w 176"/>
              <a:gd name="T31" fmla="*/ 0 h 176"/>
              <a:gd name="T32" fmla="*/ 0 w 176"/>
              <a:gd name="T33" fmla="*/ 88 h 176"/>
              <a:gd name="T34" fmla="*/ 88 w 176"/>
              <a:gd name="T35" fmla="*/ 176 h 176"/>
              <a:gd name="T36" fmla="*/ 176 w 176"/>
              <a:gd name="T37" fmla="*/ 88 h 176"/>
              <a:gd name="T38" fmla="*/ 88 w 176"/>
              <a:gd name="T39" fmla="*/ 0 h 176"/>
              <a:gd name="T40" fmla="*/ 92 w 176"/>
              <a:gd name="T41" fmla="*/ 168 h 176"/>
              <a:gd name="T42" fmla="*/ 92 w 176"/>
              <a:gd name="T43" fmla="*/ 156 h 176"/>
              <a:gd name="T44" fmla="*/ 88 w 176"/>
              <a:gd name="T45" fmla="*/ 152 h 176"/>
              <a:gd name="T46" fmla="*/ 84 w 176"/>
              <a:gd name="T47" fmla="*/ 156 h 176"/>
              <a:gd name="T48" fmla="*/ 84 w 176"/>
              <a:gd name="T49" fmla="*/ 168 h 176"/>
              <a:gd name="T50" fmla="*/ 8 w 176"/>
              <a:gd name="T51" fmla="*/ 92 h 176"/>
              <a:gd name="T52" fmla="*/ 20 w 176"/>
              <a:gd name="T53" fmla="*/ 92 h 176"/>
              <a:gd name="T54" fmla="*/ 24 w 176"/>
              <a:gd name="T55" fmla="*/ 88 h 176"/>
              <a:gd name="T56" fmla="*/ 20 w 176"/>
              <a:gd name="T57" fmla="*/ 84 h 176"/>
              <a:gd name="T58" fmla="*/ 8 w 176"/>
              <a:gd name="T59" fmla="*/ 84 h 176"/>
              <a:gd name="T60" fmla="*/ 84 w 176"/>
              <a:gd name="T61" fmla="*/ 8 h 176"/>
              <a:gd name="T62" fmla="*/ 84 w 176"/>
              <a:gd name="T63" fmla="*/ 20 h 176"/>
              <a:gd name="T64" fmla="*/ 88 w 176"/>
              <a:gd name="T65" fmla="*/ 24 h 176"/>
              <a:gd name="T66" fmla="*/ 92 w 176"/>
              <a:gd name="T67" fmla="*/ 20 h 176"/>
              <a:gd name="T68" fmla="*/ 92 w 176"/>
              <a:gd name="T69" fmla="*/ 8 h 176"/>
              <a:gd name="T70" fmla="*/ 168 w 176"/>
              <a:gd name="T71" fmla="*/ 84 h 176"/>
              <a:gd name="T72" fmla="*/ 156 w 176"/>
              <a:gd name="T73" fmla="*/ 84 h 176"/>
              <a:gd name="T74" fmla="*/ 152 w 176"/>
              <a:gd name="T75" fmla="*/ 88 h 176"/>
              <a:gd name="T76" fmla="*/ 156 w 176"/>
              <a:gd name="T77" fmla="*/ 92 h 176"/>
              <a:gd name="T78" fmla="*/ 168 w 176"/>
              <a:gd name="T79" fmla="*/ 92 h 176"/>
              <a:gd name="T80" fmla="*/ 92 w 176"/>
              <a:gd name="T81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94" y="94"/>
                </a:moveTo>
                <a:cubicBezTo>
                  <a:pt x="97" y="91"/>
                  <a:pt x="97" y="85"/>
                  <a:pt x="94" y="82"/>
                </a:cubicBezTo>
                <a:cubicBezTo>
                  <a:pt x="91" y="79"/>
                  <a:pt x="85" y="79"/>
                  <a:pt x="82" y="82"/>
                </a:cubicBezTo>
                <a:cubicBezTo>
                  <a:pt x="79" y="85"/>
                  <a:pt x="79" y="91"/>
                  <a:pt x="82" y="94"/>
                </a:cubicBezTo>
                <a:cubicBezTo>
                  <a:pt x="85" y="97"/>
                  <a:pt x="91" y="97"/>
                  <a:pt x="94" y="94"/>
                </a:cubicBezTo>
                <a:moveTo>
                  <a:pt x="37" y="139"/>
                </a:moveTo>
                <a:cubicBezTo>
                  <a:pt x="105" y="105"/>
                  <a:pt x="105" y="105"/>
                  <a:pt x="105" y="105"/>
                </a:cubicBezTo>
                <a:cubicBezTo>
                  <a:pt x="139" y="37"/>
                  <a:pt x="139" y="37"/>
                  <a:pt x="139" y="37"/>
                </a:cubicBezTo>
                <a:cubicBezTo>
                  <a:pt x="71" y="71"/>
                  <a:pt x="71" y="71"/>
                  <a:pt x="71" y="71"/>
                </a:cubicBezTo>
                <a:lnTo>
                  <a:pt x="37" y="139"/>
                </a:lnTo>
                <a:close/>
                <a:moveTo>
                  <a:pt x="122" y="54"/>
                </a:moveTo>
                <a:cubicBezTo>
                  <a:pt x="99" y="99"/>
                  <a:pt x="99" y="99"/>
                  <a:pt x="99" y="99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77" y="77"/>
                  <a:pt x="77" y="77"/>
                  <a:pt x="77" y="77"/>
                </a:cubicBezTo>
                <a:lnTo>
                  <a:pt x="122" y="54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92" y="168"/>
                </a:moveTo>
                <a:cubicBezTo>
                  <a:pt x="92" y="156"/>
                  <a:pt x="92" y="156"/>
                  <a:pt x="92" y="156"/>
                </a:cubicBezTo>
                <a:cubicBezTo>
                  <a:pt x="92" y="154"/>
                  <a:pt x="90" y="152"/>
                  <a:pt x="88" y="152"/>
                </a:cubicBezTo>
                <a:cubicBezTo>
                  <a:pt x="86" y="152"/>
                  <a:pt x="84" y="154"/>
                  <a:pt x="84" y="156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43" y="166"/>
                  <a:pt x="10" y="133"/>
                  <a:pt x="8" y="92"/>
                </a:cubicBezTo>
                <a:cubicBezTo>
                  <a:pt x="20" y="92"/>
                  <a:pt x="20" y="92"/>
                  <a:pt x="20" y="92"/>
                </a:cubicBezTo>
                <a:cubicBezTo>
                  <a:pt x="22" y="92"/>
                  <a:pt x="24" y="90"/>
                  <a:pt x="24" y="88"/>
                </a:cubicBezTo>
                <a:cubicBezTo>
                  <a:pt x="24" y="86"/>
                  <a:pt x="22" y="84"/>
                  <a:pt x="20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10" y="43"/>
                  <a:pt x="43" y="10"/>
                  <a:pt x="84" y="8"/>
                </a:cubicBezTo>
                <a:cubicBezTo>
                  <a:pt x="84" y="20"/>
                  <a:pt x="84" y="20"/>
                  <a:pt x="84" y="20"/>
                </a:cubicBezTo>
                <a:cubicBezTo>
                  <a:pt x="84" y="22"/>
                  <a:pt x="86" y="24"/>
                  <a:pt x="88" y="24"/>
                </a:cubicBezTo>
                <a:cubicBezTo>
                  <a:pt x="90" y="24"/>
                  <a:pt x="92" y="22"/>
                  <a:pt x="92" y="20"/>
                </a:cubicBezTo>
                <a:cubicBezTo>
                  <a:pt x="92" y="8"/>
                  <a:pt x="92" y="8"/>
                  <a:pt x="92" y="8"/>
                </a:cubicBezTo>
                <a:cubicBezTo>
                  <a:pt x="133" y="10"/>
                  <a:pt x="166" y="43"/>
                  <a:pt x="168" y="84"/>
                </a:cubicBezTo>
                <a:cubicBezTo>
                  <a:pt x="156" y="84"/>
                  <a:pt x="156" y="84"/>
                  <a:pt x="156" y="84"/>
                </a:cubicBezTo>
                <a:cubicBezTo>
                  <a:pt x="154" y="84"/>
                  <a:pt x="152" y="86"/>
                  <a:pt x="152" y="88"/>
                </a:cubicBezTo>
                <a:cubicBezTo>
                  <a:pt x="152" y="90"/>
                  <a:pt x="154" y="92"/>
                  <a:pt x="156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6" y="133"/>
                  <a:pt x="133" y="166"/>
                  <a:pt x="92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347"/>
          <p:cNvSpPr>
            <a:spLocks noEditPoints="1"/>
          </p:cNvSpPr>
          <p:nvPr/>
        </p:nvSpPr>
        <p:spPr bwMode="auto">
          <a:xfrm>
            <a:off x="4086003" y="1092001"/>
            <a:ext cx="334275" cy="334275"/>
          </a:xfrm>
          <a:custGeom>
            <a:avLst/>
            <a:gdLst>
              <a:gd name="T0" fmla="*/ 173 w 176"/>
              <a:gd name="T1" fmla="*/ 16 h 176"/>
              <a:gd name="T2" fmla="*/ 173 w 176"/>
              <a:gd name="T3" fmla="*/ 16 h 176"/>
              <a:gd name="T4" fmla="*/ 117 w 176"/>
              <a:gd name="T5" fmla="*/ 0 h 176"/>
              <a:gd name="T6" fmla="*/ 117 w 176"/>
              <a:gd name="T7" fmla="*/ 0 h 176"/>
              <a:gd name="T8" fmla="*/ 116 w 176"/>
              <a:gd name="T9" fmla="*/ 0 h 176"/>
              <a:gd name="T10" fmla="*/ 115 w 176"/>
              <a:gd name="T11" fmla="*/ 0 h 176"/>
              <a:gd name="T12" fmla="*/ 115 w 176"/>
              <a:gd name="T13" fmla="*/ 0 h 176"/>
              <a:gd name="T14" fmla="*/ 60 w 176"/>
              <a:gd name="T15" fmla="*/ 16 h 176"/>
              <a:gd name="T16" fmla="*/ 5 w 176"/>
              <a:gd name="T17" fmla="*/ 0 h 176"/>
              <a:gd name="T18" fmla="*/ 5 w 176"/>
              <a:gd name="T19" fmla="*/ 0 h 176"/>
              <a:gd name="T20" fmla="*/ 4 w 176"/>
              <a:gd name="T21" fmla="*/ 0 h 176"/>
              <a:gd name="T22" fmla="*/ 0 w 176"/>
              <a:gd name="T23" fmla="*/ 4 h 176"/>
              <a:gd name="T24" fmla="*/ 0 w 176"/>
              <a:gd name="T25" fmla="*/ 156 h 176"/>
              <a:gd name="T26" fmla="*/ 3 w 176"/>
              <a:gd name="T27" fmla="*/ 160 h 176"/>
              <a:gd name="T28" fmla="*/ 3 w 176"/>
              <a:gd name="T29" fmla="*/ 160 h 176"/>
              <a:gd name="T30" fmla="*/ 59 w 176"/>
              <a:gd name="T31" fmla="*/ 176 h 176"/>
              <a:gd name="T32" fmla="*/ 59 w 176"/>
              <a:gd name="T33" fmla="*/ 176 h 176"/>
              <a:gd name="T34" fmla="*/ 60 w 176"/>
              <a:gd name="T35" fmla="*/ 176 h 176"/>
              <a:gd name="T36" fmla="*/ 61 w 176"/>
              <a:gd name="T37" fmla="*/ 176 h 176"/>
              <a:gd name="T38" fmla="*/ 61 w 176"/>
              <a:gd name="T39" fmla="*/ 176 h 176"/>
              <a:gd name="T40" fmla="*/ 116 w 176"/>
              <a:gd name="T41" fmla="*/ 160 h 176"/>
              <a:gd name="T42" fmla="*/ 171 w 176"/>
              <a:gd name="T43" fmla="*/ 176 h 176"/>
              <a:gd name="T44" fmla="*/ 171 w 176"/>
              <a:gd name="T45" fmla="*/ 176 h 176"/>
              <a:gd name="T46" fmla="*/ 172 w 176"/>
              <a:gd name="T47" fmla="*/ 176 h 176"/>
              <a:gd name="T48" fmla="*/ 176 w 176"/>
              <a:gd name="T49" fmla="*/ 172 h 176"/>
              <a:gd name="T50" fmla="*/ 176 w 176"/>
              <a:gd name="T51" fmla="*/ 20 h 176"/>
              <a:gd name="T52" fmla="*/ 173 w 176"/>
              <a:gd name="T53" fmla="*/ 16 h 176"/>
              <a:gd name="T54" fmla="*/ 56 w 176"/>
              <a:gd name="T55" fmla="*/ 167 h 176"/>
              <a:gd name="T56" fmla="*/ 8 w 176"/>
              <a:gd name="T57" fmla="*/ 153 h 176"/>
              <a:gd name="T58" fmla="*/ 8 w 176"/>
              <a:gd name="T59" fmla="*/ 9 h 176"/>
              <a:gd name="T60" fmla="*/ 56 w 176"/>
              <a:gd name="T61" fmla="*/ 23 h 176"/>
              <a:gd name="T62" fmla="*/ 56 w 176"/>
              <a:gd name="T63" fmla="*/ 167 h 176"/>
              <a:gd name="T64" fmla="*/ 112 w 176"/>
              <a:gd name="T65" fmla="*/ 153 h 176"/>
              <a:gd name="T66" fmla="*/ 64 w 176"/>
              <a:gd name="T67" fmla="*/ 167 h 176"/>
              <a:gd name="T68" fmla="*/ 64 w 176"/>
              <a:gd name="T69" fmla="*/ 23 h 176"/>
              <a:gd name="T70" fmla="*/ 112 w 176"/>
              <a:gd name="T71" fmla="*/ 9 h 176"/>
              <a:gd name="T72" fmla="*/ 112 w 176"/>
              <a:gd name="T73" fmla="*/ 153 h 176"/>
              <a:gd name="T74" fmla="*/ 168 w 176"/>
              <a:gd name="T75" fmla="*/ 167 h 176"/>
              <a:gd name="T76" fmla="*/ 120 w 176"/>
              <a:gd name="T77" fmla="*/ 153 h 176"/>
              <a:gd name="T78" fmla="*/ 120 w 176"/>
              <a:gd name="T79" fmla="*/ 9 h 176"/>
              <a:gd name="T80" fmla="*/ 168 w 176"/>
              <a:gd name="T81" fmla="*/ 23 h 176"/>
              <a:gd name="T82" fmla="*/ 168 w 176"/>
              <a:gd name="T83" fmla="*/ 16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76">
                <a:moveTo>
                  <a:pt x="173" y="16"/>
                </a:moveTo>
                <a:cubicBezTo>
                  <a:pt x="173" y="16"/>
                  <a:pt x="173" y="16"/>
                  <a:pt x="173" y="16"/>
                </a:cubicBezTo>
                <a:cubicBezTo>
                  <a:pt x="117" y="0"/>
                  <a:pt x="117" y="0"/>
                  <a:pt x="117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17" y="0"/>
                  <a:pt x="116" y="0"/>
                  <a:pt x="116" y="0"/>
                </a:cubicBezTo>
                <a:cubicBezTo>
                  <a:pt x="116" y="0"/>
                  <a:pt x="115" y="0"/>
                  <a:pt x="11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60" y="16"/>
                  <a:pt x="60" y="16"/>
                  <a:pt x="60" y="16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1" y="159"/>
                  <a:pt x="3" y="160"/>
                </a:cubicBezTo>
                <a:cubicBezTo>
                  <a:pt x="3" y="160"/>
                  <a:pt x="3" y="160"/>
                  <a:pt x="3" y="160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176"/>
                  <a:pt x="60" y="176"/>
                  <a:pt x="60" y="176"/>
                </a:cubicBezTo>
                <a:cubicBezTo>
                  <a:pt x="60" y="176"/>
                  <a:pt x="61" y="176"/>
                  <a:pt x="61" y="176"/>
                </a:cubicBezTo>
                <a:cubicBezTo>
                  <a:pt x="61" y="176"/>
                  <a:pt x="61" y="176"/>
                  <a:pt x="61" y="17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71" y="176"/>
                  <a:pt x="171" y="176"/>
                  <a:pt x="171" y="176"/>
                </a:cubicBezTo>
                <a:cubicBezTo>
                  <a:pt x="171" y="176"/>
                  <a:pt x="171" y="176"/>
                  <a:pt x="171" y="176"/>
                </a:cubicBezTo>
                <a:cubicBezTo>
                  <a:pt x="171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5" y="17"/>
                  <a:pt x="173" y="16"/>
                </a:cubicBezTo>
                <a:moveTo>
                  <a:pt x="56" y="167"/>
                </a:moveTo>
                <a:cubicBezTo>
                  <a:pt x="8" y="153"/>
                  <a:pt x="8" y="153"/>
                  <a:pt x="8" y="153"/>
                </a:cubicBezTo>
                <a:cubicBezTo>
                  <a:pt x="8" y="9"/>
                  <a:pt x="8" y="9"/>
                  <a:pt x="8" y="9"/>
                </a:cubicBezTo>
                <a:cubicBezTo>
                  <a:pt x="56" y="23"/>
                  <a:pt x="56" y="23"/>
                  <a:pt x="56" y="23"/>
                </a:cubicBezTo>
                <a:lnTo>
                  <a:pt x="56" y="167"/>
                </a:lnTo>
                <a:close/>
                <a:moveTo>
                  <a:pt x="112" y="153"/>
                </a:moveTo>
                <a:cubicBezTo>
                  <a:pt x="64" y="167"/>
                  <a:pt x="64" y="167"/>
                  <a:pt x="64" y="167"/>
                </a:cubicBezTo>
                <a:cubicBezTo>
                  <a:pt x="64" y="23"/>
                  <a:pt x="64" y="23"/>
                  <a:pt x="64" y="23"/>
                </a:cubicBezTo>
                <a:cubicBezTo>
                  <a:pt x="112" y="9"/>
                  <a:pt x="112" y="9"/>
                  <a:pt x="112" y="9"/>
                </a:cubicBezTo>
                <a:lnTo>
                  <a:pt x="112" y="153"/>
                </a:lnTo>
                <a:close/>
                <a:moveTo>
                  <a:pt x="168" y="167"/>
                </a:moveTo>
                <a:cubicBezTo>
                  <a:pt x="120" y="153"/>
                  <a:pt x="120" y="153"/>
                  <a:pt x="120" y="153"/>
                </a:cubicBezTo>
                <a:cubicBezTo>
                  <a:pt x="120" y="9"/>
                  <a:pt x="120" y="9"/>
                  <a:pt x="120" y="9"/>
                </a:cubicBezTo>
                <a:cubicBezTo>
                  <a:pt x="168" y="23"/>
                  <a:pt x="168" y="23"/>
                  <a:pt x="168" y="23"/>
                </a:cubicBezTo>
                <a:lnTo>
                  <a:pt x="168" y="16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348"/>
          <p:cNvSpPr>
            <a:spLocks noEditPoints="1"/>
          </p:cNvSpPr>
          <p:nvPr/>
        </p:nvSpPr>
        <p:spPr bwMode="auto">
          <a:xfrm>
            <a:off x="4723722" y="1092001"/>
            <a:ext cx="335898" cy="334275"/>
          </a:xfrm>
          <a:custGeom>
            <a:avLst/>
            <a:gdLst>
              <a:gd name="T0" fmla="*/ 108 w 176"/>
              <a:gd name="T1" fmla="*/ 56 h 176"/>
              <a:gd name="T2" fmla="*/ 92 w 176"/>
              <a:gd name="T3" fmla="*/ 56 h 176"/>
              <a:gd name="T4" fmla="*/ 32 w 176"/>
              <a:gd name="T5" fmla="*/ 128 h 176"/>
              <a:gd name="T6" fmla="*/ 32 w 176"/>
              <a:gd name="T7" fmla="*/ 112 h 176"/>
              <a:gd name="T8" fmla="*/ 32 w 176"/>
              <a:gd name="T9" fmla="*/ 128 h 176"/>
              <a:gd name="T10" fmla="*/ 81 w 176"/>
              <a:gd name="T11" fmla="*/ 61 h 176"/>
              <a:gd name="T12" fmla="*/ 80 w 176"/>
              <a:gd name="T13" fmla="*/ 72 h 176"/>
              <a:gd name="T14" fmla="*/ 41 w 176"/>
              <a:gd name="T15" fmla="*/ 99 h 176"/>
              <a:gd name="T16" fmla="*/ 30 w 176"/>
              <a:gd name="T17" fmla="*/ 103 h 176"/>
              <a:gd name="T18" fmla="*/ 41 w 176"/>
              <a:gd name="T19" fmla="*/ 99 h 176"/>
              <a:gd name="T20" fmla="*/ 47 w 176"/>
              <a:gd name="T21" fmla="*/ 83 h 176"/>
              <a:gd name="T22" fmla="*/ 45 w 176"/>
              <a:gd name="T23" fmla="*/ 94 h 176"/>
              <a:gd name="T24" fmla="*/ 134 w 176"/>
              <a:gd name="T25" fmla="*/ 76 h 176"/>
              <a:gd name="T26" fmla="*/ 141 w 176"/>
              <a:gd name="T27" fmla="*/ 71 h 176"/>
              <a:gd name="T28" fmla="*/ 136 w 176"/>
              <a:gd name="T29" fmla="*/ 65 h 176"/>
              <a:gd name="T30" fmla="*/ 134 w 176"/>
              <a:gd name="T31" fmla="*/ 76 h 176"/>
              <a:gd name="T32" fmla="*/ 173 w 176"/>
              <a:gd name="T33" fmla="*/ 16 h 176"/>
              <a:gd name="T34" fmla="*/ 117 w 176"/>
              <a:gd name="T35" fmla="*/ 0 h 176"/>
              <a:gd name="T36" fmla="*/ 115 w 176"/>
              <a:gd name="T37" fmla="*/ 0 h 176"/>
              <a:gd name="T38" fmla="*/ 60 w 176"/>
              <a:gd name="T39" fmla="*/ 16 h 176"/>
              <a:gd name="T40" fmla="*/ 5 w 176"/>
              <a:gd name="T41" fmla="*/ 0 h 176"/>
              <a:gd name="T42" fmla="*/ 0 w 176"/>
              <a:gd name="T43" fmla="*/ 4 h 176"/>
              <a:gd name="T44" fmla="*/ 3 w 176"/>
              <a:gd name="T45" fmla="*/ 160 h 176"/>
              <a:gd name="T46" fmla="*/ 59 w 176"/>
              <a:gd name="T47" fmla="*/ 176 h 176"/>
              <a:gd name="T48" fmla="*/ 60 w 176"/>
              <a:gd name="T49" fmla="*/ 176 h 176"/>
              <a:gd name="T50" fmla="*/ 61 w 176"/>
              <a:gd name="T51" fmla="*/ 176 h 176"/>
              <a:gd name="T52" fmla="*/ 171 w 176"/>
              <a:gd name="T53" fmla="*/ 176 h 176"/>
              <a:gd name="T54" fmla="*/ 172 w 176"/>
              <a:gd name="T55" fmla="*/ 176 h 176"/>
              <a:gd name="T56" fmla="*/ 176 w 176"/>
              <a:gd name="T57" fmla="*/ 20 h 176"/>
              <a:gd name="T58" fmla="*/ 56 w 176"/>
              <a:gd name="T59" fmla="*/ 167 h 176"/>
              <a:gd name="T60" fmla="*/ 8 w 176"/>
              <a:gd name="T61" fmla="*/ 9 h 176"/>
              <a:gd name="T62" fmla="*/ 56 w 176"/>
              <a:gd name="T63" fmla="*/ 167 h 176"/>
              <a:gd name="T64" fmla="*/ 64 w 176"/>
              <a:gd name="T65" fmla="*/ 167 h 176"/>
              <a:gd name="T66" fmla="*/ 67 w 176"/>
              <a:gd name="T67" fmla="*/ 83 h 176"/>
              <a:gd name="T68" fmla="*/ 69 w 176"/>
              <a:gd name="T69" fmla="*/ 72 h 176"/>
              <a:gd name="T70" fmla="*/ 64 w 176"/>
              <a:gd name="T71" fmla="*/ 23 h 176"/>
              <a:gd name="T72" fmla="*/ 112 w 176"/>
              <a:gd name="T73" fmla="*/ 153 h 176"/>
              <a:gd name="T74" fmla="*/ 120 w 176"/>
              <a:gd name="T75" fmla="*/ 153 h 176"/>
              <a:gd name="T76" fmla="*/ 125 w 176"/>
              <a:gd name="T77" fmla="*/ 65 h 176"/>
              <a:gd name="T78" fmla="*/ 122 w 176"/>
              <a:gd name="T79" fmla="*/ 55 h 176"/>
              <a:gd name="T80" fmla="*/ 120 w 176"/>
              <a:gd name="T81" fmla="*/ 9 h 176"/>
              <a:gd name="T82" fmla="*/ 168 w 176"/>
              <a:gd name="T83" fmla="*/ 167 h 176"/>
              <a:gd name="T84" fmla="*/ 140 w 176"/>
              <a:gd name="T85" fmla="*/ 112 h 176"/>
              <a:gd name="T86" fmla="*/ 137 w 176"/>
              <a:gd name="T87" fmla="*/ 119 h 176"/>
              <a:gd name="T88" fmla="*/ 137 w 176"/>
              <a:gd name="T89" fmla="*/ 129 h 176"/>
              <a:gd name="T90" fmla="*/ 140 w 176"/>
              <a:gd name="T91" fmla="*/ 136 h 176"/>
              <a:gd name="T92" fmla="*/ 148 w 176"/>
              <a:gd name="T93" fmla="*/ 130 h 176"/>
              <a:gd name="T94" fmla="*/ 156 w 176"/>
              <a:gd name="T95" fmla="*/ 136 h 176"/>
              <a:gd name="T96" fmla="*/ 159 w 176"/>
              <a:gd name="T97" fmla="*/ 129 h 176"/>
              <a:gd name="T98" fmla="*/ 159 w 176"/>
              <a:gd name="T99" fmla="*/ 119 h 176"/>
              <a:gd name="T100" fmla="*/ 156 w 176"/>
              <a:gd name="T101" fmla="*/ 112 h 176"/>
              <a:gd name="T102" fmla="*/ 148 w 176"/>
              <a:gd name="T103" fmla="*/ 118 h 176"/>
              <a:gd name="T104" fmla="*/ 142 w 176"/>
              <a:gd name="T105" fmla="*/ 88 h 176"/>
              <a:gd name="T106" fmla="*/ 146 w 176"/>
              <a:gd name="T107" fmla="*/ 78 h 176"/>
              <a:gd name="T108" fmla="*/ 142 w 176"/>
              <a:gd name="T109" fmla="*/ 88 h 176"/>
              <a:gd name="T110" fmla="*/ 151 w 176"/>
              <a:gd name="T111" fmla="*/ 103 h 176"/>
              <a:gd name="T112" fmla="*/ 143 w 176"/>
              <a:gd name="T113" fmla="*/ 9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100" y="64"/>
                </a:moveTo>
                <a:cubicBezTo>
                  <a:pt x="104" y="64"/>
                  <a:pt x="108" y="60"/>
                  <a:pt x="108" y="56"/>
                </a:cubicBezTo>
                <a:cubicBezTo>
                  <a:pt x="108" y="52"/>
                  <a:pt x="104" y="48"/>
                  <a:pt x="100" y="48"/>
                </a:cubicBezTo>
                <a:cubicBezTo>
                  <a:pt x="96" y="48"/>
                  <a:pt x="92" y="52"/>
                  <a:pt x="92" y="56"/>
                </a:cubicBezTo>
                <a:cubicBezTo>
                  <a:pt x="92" y="60"/>
                  <a:pt x="96" y="64"/>
                  <a:pt x="100" y="64"/>
                </a:cubicBezTo>
                <a:moveTo>
                  <a:pt x="32" y="128"/>
                </a:moveTo>
                <a:cubicBezTo>
                  <a:pt x="36" y="128"/>
                  <a:pt x="40" y="124"/>
                  <a:pt x="40" y="120"/>
                </a:cubicBezTo>
                <a:cubicBezTo>
                  <a:pt x="40" y="116"/>
                  <a:pt x="36" y="112"/>
                  <a:pt x="32" y="112"/>
                </a:cubicBezTo>
                <a:cubicBezTo>
                  <a:pt x="28" y="112"/>
                  <a:pt x="24" y="116"/>
                  <a:pt x="24" y="120"/>
                </a:cubicBezTo>
                <a:cubicBezTo>
                  <a:pt x="24" y="124"/>
                  <a:pt x="28" y="128"/>
                  <a:pt x="32" y="128"/>
                </a:cubicBezTo>
                <a:moveTo>
                  <a:pt x="85" y="68"/>
                </a:moveTo>
                <a:cubicBezTo>
                  <a:pt x="81" y="61"/>
                  <a:pt x="81" y="61"/>
                  <a:pt x="81" y="61"/>
                </a:cubicBezTo>
                <a:cubicBezTo>
                  <a:pt x="78" y="63"/>
                  <a:pt x="76" y="65"/>
                  <a:pt x="74" y="67"/>
                </a:cubicBezTo>
                <a:cubicBezTo>
                  <a:pt x="80" y="72"/>
                  <a:pt x="80" y="72"/>
                  <a:pt x="80" y="72"/>
                </a:cubicBezTo>
                <a:cubicBezTo>
                  <a:pt x="82" y="70"/>
                  <a:pt x="83" y="69"/>
                  <a:pt x="85" y="68"/>
                </a:cubicBezTo>
                <a:moveTo>
                  <a:pt x="41" y="99"/>
                </a:moveTo>
                <a:cubicBezTo>
                  <a:pt x="34" y="95"/>
                  <a:pt x="34" y="95"/>
                  <a:pt x="34" y="95"/>
                </a:cubicBezTo>
                <a:cubicBezTo>
                  <a:pt x="32" y="97"/>
                  <a:pt x="31" y="100"/>
                  <a:pt x="30" y="103"/>
                </a:cubicBezTo>
                <a:cubicBezTo>
                  <a:pt x="38" y="105"/>
                  <a:pt x="38" y="105"/>
                  <a:pt x="38" y="105"/>
                </a:cubicBezTo>
                <a:cubicBezTo>
                  <a:pt x="39" y="103"/>
                  <a:pt x="39" y="101"/>
                  <a:pt x="41" y="99"/>
                </a:cubicBezTo>
                <a:moveTo>
                  <a:pt x="51" y="90"/>
                </a:moveTo>
                <a:cubicBezTo>
                  <a:pt x="47" y="83"/>
                  <a:pt x="47" y="83"/>
                  <a:pt x="47" y="83"/>
                </a:cubicBezTo>
                <a:cubicBezTo>
                  <a:pt x="44" y="85"/>
                  <a:pt x="42" y="86"/>
                  <a:pt x="40" y="88"/>
                </a:cubicBezTo>
                <a:cubicBezTo>
                  <a:pt x="45" y="94"/>
                  <a:pt x="45" y="94"/>
                  <a:pt x="45" y="94"/>
                </a:cubicBezTo>
                <a:cubicBezTo>
                  <a:pt x="47" y="93"/>
                  <a:pt x="49" y="91"/>
                  <a:pt x="51" y="90"/>
                </a:cubicBezTo>
                <a:moveTo>
                  <a:pt x="134" y="76"/>
                </a:moveTo>
                <a:cubicBezTo>
                  <a:pt x="135" y="76"/>
                  <a:pt x="135" y="76"/>
                  <a:pt x="135" y="76"/>
                </a:cubicBezTo>
                <a:cubicBezTo>
                  <a:pt x="141" y="71"/>
                  <a:pt x="141" y="71"/>
                  <a:pt x="141" y="71"/>
                </a:cubicBezTo>
                <a:cubicBezTo>
                  <a:pt x="140" y="70"/>
                  <a:pt x="140" y="70"/>
                  <a:pt x="140" y="70"/>
                </a:cubicBezTo>
                <a:cubicBezTo>
                  <a:pt x="139" y="69"/>
                  <a:pt x="137" y="67"/>
                  <a:pt x="136" y="65"/>
                </a:cubicBezTo>
                <a:cubicBezTo>
                  <a:pt x="129" y="70"/>
                  <a:pt x="129" y="70"/>
                  <a:pt x="129" y="70"/>
                </a:cubicBezTo>
                <a:cubicBezTo>
                  <a:pt x="131" y="72"/>
                  <a:pt x="132" y="74"/>
                  <a:pt x="134" y="76"/>
                </a:cubicBezTo>
                <a:moveTo>
                  <a:pt x="173" y="16"/>
                </a:moveTo>
                <a:cubicBezTo>
                  <a:pt x="173" y="16"/>
                  <a:pt x="173" y="16"/>
                  <a:pt x="173" y="16"/>
                </a:cubicBezTo>
                <a:cubicBezTo>
                  <a:pt x="117" y="0"/>
                  <a:pt x="117" y="0"/>
                  <a:pt x="117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17" y="0"/>
                  <a:pt x="116" y="0"/>
                  <a:pt x="116" y="0"/>
                </a:cubicBezTo>
                <a:cubicBezTo>
                  <a:pt x="116" y="0"/>
                  <a:pt x="115" y="0"/>
                  <a:pt x="11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60" y="16"/>
                  <a:pt x="60" y="16"/>
                  <a:pt x="60" y="16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1" y="159"/>
                  <a:pt x="3" y="160"/>
                </a:cubicBezTo>
                <a:cubicBezTo>
                  <a:pt x="3" y="160"/>
                  <a:pt x="3" y="160"/>
                  <a:pt x="3" y="160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176"/>
                  <a:pt x="60" y="176"/>
                  <a:pt x="60" y="176"/>
                </a:cubicBezTo>
                <a:cubicBezTo>
                  <a:pt x="60" y="176"/>
                  <a:pt x="61" y="176"/>
                  <a:pt x="61" y="176"/>
                </a:cubicBezTo>
                <a:cubicBezTo>
                  <a:pt x="61" y="176"/>
                  <a:pt x="61" y="176"/>
                  <a:pt x="61" y="17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71" y="176"/>
                  <a:pt x="171" y="176"/>
                  <a:pt x="171" y="176"/>
                </a:cubicBezTo>
                <a:cubicBezTo>
                  <a:pt x="171" y="176"/>
                  <a:pt x="171" y="176"/>
                  <a:pt x="171" y="176"/>
                </a:cubicBezTo>
                <a:cubicBezTo>
                  <a:pt x="171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5" y="17"/>
                  <a:pt x="173" y="16"/>
                </a:cubicBezTo>
                <a:moveTo>
                  <a:pt x="56" y="167"/>
                </a:moveTo>
                <a:cubicBezTo>
                  <a:pt x="8" y="153"/>
                  <a:pt x="8" y="153"/>
                  <a:pt x="8" y="153"/>
                </a:cubicBezTo>
                <a:cubicBezTo>
                  <a:pt x="8" y="9"/>
                  <a:pt x="8" y="9"/>
                  <a:pt x="8" y="9"/>
                </a:cubicBezTo>
                <a:cubicBezTo>
                  <a:pt x="56" y="23"/>
                  <a:pt x="56" y="23"/>
                  <a:pt x="56" y="23"/>
                </a:cubicBezTo>
                <a:lnTo>
                  <a:pt x="56" y="167"/>
                </a:lnTo>
                <a:close/>
                <a:moveTo>
                  <a:pt x="112" y="153"/>
                </a:moveTo>
                <a:cubicBezTo>
                  <a:pt x="64" y="167"/>
                  <a:pt x="64" y="167"/>
                  <a:pt x="64" y="167"/>
                </a:cubicBezTo>
                <a:cubicBezTo>
                  <a:pt x="64" y="76"/>
                  <a:pt x="64" y="76"/>
                  <a:pt x="64" y="76"/>
                </a:cubicBezTo>
                <a:cubicBezTo>
                  <a:pt x="67" y="83"/>
                  <a:pt x="67" y="83"/>
                  <a:pt x="67" y="83"/>
                </a:cubicBezTo>
                <a:cubicBezTo>
                  <a:pt x="70" y="82"/>
                  <a:pt x="72" y="80"/>
                  <a:pt x="75" y="78"/>
                </a:cubicBezTo>
                <a:cubicBezTo>
                  <a:pt x="69" y="72"/>
                  <a:pt x="69" y="72"/>
                  <a:pt x="69" y="72"/>
                </a:cubicBezTo>
                <a:cubicBezTo>
                  <a:pt x="68" y="74"/>
                  <a:pt x="66" y="75"/>
                  <a:pt x="64" y="76"/>
                </a:cubicBezTo>
                <a:cubicBezTo>
                  <a:pt x="64" y="23"/>
                  <a:pt x="64" y="23"/>
                  <a:pt x="64" y="23"/>
                </a:cubicBezTo>
                <a:cubicBezTo>
                  <a:pt x="112" y="9"/>
                  <a:pt x="112" y="9"/>
                  <a:pt x="112" y="9"/>
                </a:cubicBezTo>
                <a:lnTo>
                  <a:pt x="112" y="153"/>
                </a:lnTo>
                <a:close/>
                <a:moveTo>
                  <a:pt x="168" y="167"/>
                </a:moveTo>
                <a:cubicBezTo>
                  <a:pt x="120" y="153"/>
                  <a:pt x="120" y="153"/>
                  <a:pt x="120" y="153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22" y="64"/>
                  <a:pt x="123" y="64"/>
                  <a:pt x="125" y="65"/>
                </a:cubicBezTo>
                <a:cubicBezTo>
                  <a:pt x="130" y="59"/>
                  <a:pt x="130" y="59"/>
                  <a:pt x="130" y="59"/>
                </a:cubicBezTo>
                <a:cubicBezTo>
                  <a:pt x="127" y="57"/>
                  <a:pt x="125" y="56"/>
                  <a:pt x="122" y="55"/>
                </a:cubicBezTo>
                <a:cubicBezTo>
                  <a:pt x="120" y="59"/>
                  <a:pt x="120" y="59"/>
                  <a:pt x="120" y="59"/>
                </a:cubicBezTo>
                <a:cubicBezTo>
                  <a:pt x="120" y="9"/>
                  <a:pt x="120" y="9"/>
                  <a:pt x="120" y="9"/>
                </a:cubicBezTo>
                <a:cubicBezTo>
                  <a:pt x="168" y="23"/>
                  <a:pt x="168" y="23"/>
                  <a:pt x="168" y="23"/>
                </a:cubicBezTo>
                <a:lnTo>
                  <a:pt x="168" y="167"/>
                </a:lnTo>
                <a:close/>
                <a:moveTo>
                  <a:pt x="143" y="113"/>
                </a:moveTo>
                <a:cubicBezTo>
                  <a:pt x="142" y="112"/>
                  <a:pt x="141" y="112"/>
                  <a:pt x="140" y="112"/>
                </a:cubicBezTo>
                <a:cubicBezTo>
                  <a:pt x="138" y="112"/>
                  <a:pt x="136" y="114"/>
                  <a:pt x="136" y="116"/>
                </a:cubicBezTo>
                <a:cubicBezTo>
                  <a:pt x="136" y="117"/>
                  <a:pt x="136" y="118"/>
                  <a:pt x="137" y="119"/>
                </a:cubicBezTo>
                <a:cubicBezTo>
                  <a:pt x="142" y="124"/>
                  <a:pt x="142" y="124"/>
                  <a:pt x="142" y="124"/>
                </a:cubicBezTo>
                <a:cubicBezTo>
                  <a:pt x="137" y="129"/>
                  <a:pt x="137" y="129"/>
                  <a:pt x="137" y="129"/>
                </a:cubicBezTo>
                <a:cubicBezTo>
                  <a:pt x="136" y="130"/>
                  <a:pt x="136" y="131"/>
                  <a:pt x="136" y="132"/>
                </a:cubicBezTo>
                <a:cubicBezTo>
                  <a:pt x="136" y="134"/>
                  <a:pt x="138" y="136"/>
                  <a:pt x="140" y="136"/>
                </a:cubicBezTo>
                <a:cubicBezTo>
                  <a:pt x="141" y="136"/>
                  <a:pt x="142" y="136"/>
                  <a:pt x="143" y="135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53" y="135"/>
                  <a:pt x="153" y="135"/>
                  <a:pt x="153" y="135"/>
                </a:cubicBezTo>
                <a:cubicBezTo>
                  <a:pt x="154" y="136"/>
                  <a:pt x="155" y="136"/>
                  <a:pt x="156" y="136"/>
                </a:cubicBezTo>
                <a:cubicBezTo>
                  <a:pt x="158" y="136"/>
                  <a:pt x="160" y="134"/>
                  <a:pt x="160" y="132"/>
                </a:cubicBezTo>
                <a:cubicBezTo>
                  <a:pt x="160" y="131"/>
                  <a:pt x="160" y="130"/>
                  <a:pt x="159" y="129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9" y="119"/>
                  <a:pt x="159" y="119"/>
                  <a:pt x="159" y="119"/>
                </a:cubicBezTo>
                <a:cubicBezTo>
                  <a:pt x="160" y="118"/>
                  <a:pt x="160" y="117"/>
                  <a:pt x="160" y="116"/>
                </a:cubicBezTo>
                <a:cubicBezTo>
                  <a:pt x="160" y="114"/>
                  <a:pt x="158" y="112"/>
                  <a:pt x="156" y="112"/>
                </a:cubicBezTo>
                <a:cubicBezTo>
                  <a:pt x="155" y="112"/>
                  <a:pt x="154" y="112"/>
                  <a:pt x="153" y="113"/>
                </a:cubicBezTo>
                <a:cubicBezTo>
                  <a:pt x="148" y="118"/>
                  <a:pt x="148" y="118"/>
                  <a:pt x="148" y="118"/>
                </a:cubicBezTo>
                <a:lnTo>
                  <a:pt x="143" y="113"/>
                </a:lnTo>
                <a:close/>
                <a:moveTo>
                  <a:pt x="142" y="88"/>
                </a:moveTo>
                <a:cubicBezTo>
                  <a:pt x="150" y="86"/>
                  <a:pt x="150" y="86"/>
                  <a:pt x="150" y="86"/>
                </a:cubicBezTo>
                <a:cubicBezTo>
                  <a:pt x="149" y="83"/>
                  <a:pt x="148" y="80"/>
                  <a:pt x="146" y="78"/>
                </a:cubicBezTo>
                <a:cubicBezTo>
                  <a:pt x="139" y="82"/>
                  <a:pt x="139" y="82"/>
                  <a:pt x="139" y="82"/>
                </a:cubicBezTo>
                <a:cubicBezTo>
                  <a:pt x="140" y="84"/>
                  <a:pt x="141" y="86"/>
                  <a:pt x="142" y="88"/>
                </a:cubicBezTo>
                <a:moveTo>
                  <a:pt x="143" y="102"/>
                </a:moveTo>
                <a:cubicBezTo>
                  <a:pt x="151" y="103"/>
                  <a:pt x="151" y="103"/>
                  <a:pt x="151" y="103"/>
                </a:cubicBezTo>
                <a:cubicBezTo>
                  <a:pt x="151" y="100"/>
                  <a:pt x="151" y="97"/>
                  <a:pt x="151" y="94"/>
                </a:cubicBezTo>
                <a:cubicBezTo>
                  <a:pt x="143" y="95"/>
                  <a:pt x="143" y="95"/>
                  <a:pt x="143" y="95"/>
                </a:cubicBezTo>
                <a:cubicBezTo>
                  <a:pt x="143" y="97"/>
                  <a:pt x="143" y="99"/>
                  <a:pt x="143" y="10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349"/>
          <p:cNvSpPr>
            <a:spLocks noEditPoints="1"/>
          </p:cNvSpPr>
          <p:nvPr/>
        </p:nvSpPr>
        <p:spPr bwMode="auto">
          <a:xfrm>
            <a:off x="5363063" y="1092001"/>
            <a:ext cx="335898" cy="334275"/>
          </a:xfrm>
          <a:custGeom>
            <a:avLst/>
            <a:gdLst>
              <a:gd name="T0" fmla="*/ 88 w 176"/>
              <a:gd name="T1" fmla="*/ 0 h 176"/>
              <a:gd name="T2" fmla="*/ 88 w 176"/>
              <a:gd name="T3" fmla="*/ 0 h 176"/>
              <a:gd name="T4" fmla="*/ 88 w 176"/>
              <a:gd name="T5" fmla="*/ 0 h 176"/>
              <a:gd name="T6" fmla="*/ 0 w 176"/>
              <a:gd name="T7" fmla="*/ 88 h 176"/>
              <a:gd name="T8" fmla="*/ 88 w 176"/>
              <a:gd name="T9" fmla="*/ 176 h 176"/>
              <a:gd name="T10" fmla="*/ 176 w 176"/>
              <a:gd name="T11" fmla="*/ 88 h 176"/>
              <a:gd name="T12" fmla="*/ 88 w 176"/>
              <a:gd name="T13" fmla="*/ 0 h 176"/>
              <a:gd name="T14" fmla="*/ 92 w 176"/>
              <a:gd name="T15" fmla="*/ 168 h 176"/>
              <a:gd name="T16" fmla="*/ 92 w 176"/>
              <a:gd name="T17" fmla="*/ 140 h 176"/>
              <a:gd name="T18" fmla="*/ 88 w 176"/>
              <a:gd name="T19" fmla="*/ 136 h 176"/>
              <a:gd name="T20" fmla="*/ 84 w 176"/>
              <a:gd name="T21" fmla="*/ 140 h 176"/>
              <a:gd name="T22" fmla="*/ 84 w 176"/>
              <a:gd name="T23" fmla="*/ 168 h 176"/>
              <a:gd name="T24" fmla="*/ 8 w 176"/>
              <a:gd name="T25" fmla="*/ 92 h 176"/>
              <a:gd name="T26" fmla="*/ 36 w 176"/>
              <a:gd name="T27" fmla="*/ 92 h 176"/>
              <a:gd name="T28" fmla="*/ 40 w 176"/>
              <a:gd name="T29" fmla="*/ 88 h 176"/>
              <a:gd name="T30" fmla="*/ 36 w 176"/>
              <a:gd name="T31" fmla="*/ 84 h 176"/>
              <a:gd name="T32" fmla="*/ 8 w 176"/>
              <a:gd name="T33" fmla="*/ 84 h 176"/>
              <a:gd name="T34" fmla="*/ 84 w 176"/>
              <a:gd name="T35" fmla="*/ 8 h 176"/>
              <a:gd name="T36" fmla="*/ 84 w 176"/>
              <a:gd name="T37" fmla="*/ 36 h 176"/>
              <a:gd name="T38" fmla="*/ 88 w 176"/>
              <a:gd name="T39" fmla="*/ 40 h 176"/>
              <a:gd name="T40" fmla="*/ 92 w 176"/>
              <a:gd name="T41" fmla="*/ 36 h 176"/>
              <a:gd name="T42" fmla="*/ 92 w 176"/>
              <a:gd name="T43" fmla="*/ 8 h 176"/>
              <a:gd name="T44" fmla="*/ 168 w 176"/>
              <a:gd name="T45" fmla="*/ 84 h 176"/>
              <a:gd name="T46" fmla="*/ 140 w 176"/>
              <a:gd name="T47" fmla="*/ 84 h 176"/>
              <a:gd name="T48" fmla="*/ 136 w 176"/>
              <a:gd name="T49" fmla="*/ 88 h 176"/>
              <a:gd name="T50" fmla="*/ 140 w 176"/>
              <a:gd name="T51" fmla="*/ 92 h 176"/>
              <a:gd name="T52" fmla="*/ 168 w 176"/>
              <a:gd name="T53" fmla="*/ 92 h 176"/>
              <a:gd name="T54" fmla="*/ 92 w 176"/>
              <a:gd name="T55" fmla="*/ 168 h 176"/>
              <a:gd name="T56" fmla="*/ 88 w 176"/>
              <a:gd name="T57" fmla="*/ 68 h 176"/>
              <a:gd name="T58" fmla="*/ 68 w 176"/>
              <a:gd name="T59" fmla="*/ 88 h 176"/>
              <a:gd name="T60" fmla="*/ 88 w 176"/>
              <a:gd name="T61" fmla="*/ 108 h 176"/>
              <a:gd name="T62" fmla="*/ 108 w 176"/>
              <a:gd name="T63" fmla="*/ 88 h 176"/>
              <a:gd name="T64" fmla="*/ 88 w 176"/>
              <a:gd name="T65" fmla="*/ 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92" y="168"/>
                </a:moveTo>
                <a:cubicBezTo>
                  <a:pt x="92" y="140"/>
                  <a:pt x="92" y="140"/>
                  <a:pt x="92" y="140"/>
                </a:cubicBezTo>
                <a:cubicBezTo>
                  <a:pt x="92" y="138"/>
                  <a:pt x="90" y="136"/>
                  <a:pt x="88" y="136"/>
                </a:cubicBezTo>
                <a:cubicBezTo>
                  <a:pt x="86" y="136"/>
                  <a:pt x="84" y="138"/>
                  <a:pt x="84" y="140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43" y="166"/>
                  <a:pt x="10" y="133"/>
                  <a:pt x="8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8" y="92"/>
                  <a:pt x="40" y="90"/>
                  <a:pt x="40" y="88"/>
                </a:cubicBezTo>
                <a:cubicBezTo>
                  <a:pt x="40" y="86"/>
                  <a:pt x="38" y="84"/>
                  <a:pt x="36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10" y="43"/>
                  <a:pt x="43" y="10"/>
                  <a:pt x="84" y="8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8"/>
                  <a:pt x="86" y="40"/>
                  <a:pt x="88" y="40"/>
                </a:cubicBezTo>
                <a:cubicBezTo>
                  <a:pt x="90" y="40"/>
                  <a:pt x="92" y="38"/>
                  <a:pt x="92" y="36"/>
                </a:cubicBezTo>
                <a:cubicBezTo>
                  <a:pt x="92" y="8"/>
                  <a:pt x="92" y="8"/>
                  <a:pt x="92" y="8"/>
                </a:cubicBezTo>
                <a:cubicBezTo>
                  <a:pt x="133" y="10"/>
                  <a:pt x="166" y="43"/>
                  <a:pt x="168" y="84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38" y="84"/>
                  <a:pt x="136" y="86"/>
                  <a:pt x="136" y="88"/>
                </a:cubicBezTo>
                <a:cubicBezTo>
                  <a:pt x="136" y="90"/>
                  <a:pt x="138" y="92"/>
                  <a:pt x="140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6" y="133"/>
                  <a:pt x="133" y="166"/>
                  <a:pt x="92" y="168"/>
                </a:cubicBezTo>
                <a:moveTo>
                  <a:pt x="88" y="68"/>
                </a:moveTo>
                <a:cubicBezTo>
                  <a:pt x="77" y="68"/>
                  <a:pt x="68" y="77"/>
                  <a:pt x="68" y="88"/>
                </a:cubicBezTo>
                <a:cubicBezTo>
                  <a:pt x="68" y="99"/>
                  <a:pt x="77" y="108"/>
                  <a:pt x="88" y="108"/>
                </a:cubicBezTo>
                <a:cubicBezTo>
                  <a:pt x="99" y="108"/>
                  <a:pt x="108" y="99"/>
                  <a:pt x="108" y="88"/>
                </a:cubicBezTo>
                <a:cubicBezTo>
                  <a:pt x="108" y="77"/>
                  <a:pt x="99" y="68"/>
                  <a:pt x="88" y="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350"/>
          <p:cNvSpPr>
            <a:spLocks noEditPoints="1"/>
          </p:cNvSpPr>
          <p:nvPr/>
        </p:nvSpPr>
        <p:spPr bwMode="auto">
          <a:xfrm>
            <a:off x="6002404" y="1092001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4 w 176"/>
              <a:gd name="T11" fmla="*/ 168 h 176"/>
              <a:gd name="T12" fmla="*/ 8 w 176"/>
              <a:gd name="T13" fmla="*/ 92 h 176"/>
              <a:gd name="T14" fmla="*/ 25 w 176"/>
              <a:gd name="T15" fmla="*/ 92 h 176"/>
              <a:gd name="T16" fmla="*/ 33 w 176"/>
              <a:gd name="T17" fmla="*/ 100 h 176"/>
              <a:gd name="T18" fmla="*/ 84 w 176"/>
              <a:gd name="T19" fmla="*/ 144 h 176"/>
              <a:gd name="T20" fmla="*/ 84 w 176"/>
              <a:gd name="T21" fmla="*/ 168 h 176"/>
              <a:gd name="T22" fmla="*/ 84 w 176"/>
              <a:gd name="T23" fmla="*/ 136 h 176"/>
              <a:gd name="T24" fmla="*/ 41 w 176"/>
              <a:gd name="T25" fmla="*/ 99 h 176"/>
              <a:gd name="T26" fmla="*/ 47 w 176"/>
              <a:gd name="T27" fmla="*/ 92 h 176"/>
              <a:gd name="T28" fmla="*/ 68 w 176"/>
              <a:gd name="T29" fmla="*/ 92 h 176"/>
              <a:gd name="T30" fmla="*/ 84 w 176"/>
              <a:gd name="T31" fmla="*/ 108 h 176"/>
              <a:gd name="T32" fmla="*/ 84 w 176"/>
              <a:gd name="T33" fmla="*/ 136 h 176"/>
              <a:gd name="T34" fmla="*/ 84 w 176"/>
              <a:gd name="T35" fmla="*/ 68 h 176"/>
              <a:gd name="T36" fmla="*/ 68 w 176"/>
              <a:gd name="T37" fmla="*/ 84 h 176"/>
              <a:gd name="T38" fmla="*/ 47 w 176"/>
              <a:gd name="T39" fmla="*/ 84 h 176"/>
              <a:gd name="T40" fmla="*/ 41 w 176"/>
              <a:gd name="T41" fmla="*/ 77 h 176"/>
              <a:gd name="T42" fmla="*/ 84 w 176"/>
              <a:gd name="T43" fmla="*/ 40 h 176"/>
              <a:gd name="T44" fmla="*/ 84 w 176"/>
              <a:gd name="T45" fmla="*/ 68 h 176"/>
              <a:gd name="T46" fmla="*/ 84 w 176"/>
              <a:gd name="T47" fmla="*/ 32 h 176"/>
              <a:gd name="T48" fmla="*/ 33 w 176"/>
              <a:gd name="T49" fmla="*/ 76 h 176"/>
              <a:gd name="T50" fmla="*/ 25 w 176"/>
              <a:gd name="T51" fmla="*/ 84 h 176"/>
              <a:gd name="T52" fmla="*/ 8 w 176"/>
              <a:gd name="T53" fmla="*/ 84 h 176"/>
              <a:gd name="T54" fmla="*/ 84 w 176"/>
              <a:gd name="T55" fmla="*/ 8 h 176"/>
              <a:gd name="T56" fmla="*/ 84 w 176"/>
              <a:gd name="T57" fmla="*/ 32 h 176"/>
              <a:gd name="T58" fmla="*/ 92 w 176"/>
              <a:gd name="T59" fmla="*/ 8 h 176"/>
              <a:gd name="T60" fmla="*/ 168 w 176"/>
              <a:gd name="T61" fmla="*/ 84 h 176"/>
              <a:gd name="T62" fmla="*/ 144 w 176"/>
              <a:gd name="T63" fmla="*/ 84 h 176"/>
              <a:gd name="T64" fmla="*/ 135 w 176"/>
              <a:gd name="T65" fmla="*/ 57 h 176"/>
              <a:gd name="T66" fmla="*/ 136 w 176"/>
              <a:gd name="T67" fmla="*/ 52 h 176"/>
              <a:gd name="T68" fmla="*/ 124 w 176"/>
              <a:gd name="T69" fmla="*/ 40 h 176"/>
              <a:gd name="T70" fmla="*/ 119 w 176"/>
              <a:gd name="T71" fmla="*/ 41 h 176"/>
              <a:gd name="T72" fmla="*/ 92 w 176"/>
              <a:gd name="T73" fmla="*/ 32 h 176"/>
              <a:gd name="T74" fmla="*/ 92 w 176"/>
              <a:gd name="T75" fmla="*/ 8 h 176"/>
              <a:gd name="T76" fmla="*/ 92 w 176"/>
              <a:gd name="T77" fmla="*/ 40 h 176"/>
              <a:gd name="T78" fmla="*/ 113 w 176"/>
              <a:gd name="T79" fmla="*/ 47 h 176"/>
              <a:gd name="T80" fmla="*/ 112 w 176"/>
              <a:gd name="T81" fmla="*/ 52 h 176"/>
              <a:gd name="T82" fmla="*/ 124 w 176"/>
              <a:gd name="T83" fmla="*/ 64 h 176"/>
              <a:gd name="T84" fmla="*/ 129 w 176"/>
              <a:gd name="T85" fmla="*/ 63 h 176"/>
              <a:gd name="T86" fmla="*/ 136 w 176"/>
              <a:gd name="T87" fmla="*/ 84 h 176"/>
              <a:gd name="T88" fmla="*/ 108 w 176"/>
              <a:gd name="T89" fmla="*/ 84 h 176"/>
              <a:gd name="T90" fmla="*/ 92 w 176"/>
              <a:gd name="T91" fmla="*/ 68 h 176"/>
              <a:gd name="T92" fmla="*/ 92 w 176"/>
              <a:gd name="T93" fmla="*/ 40 h 176"/>
              <a:gd name="T94" fmla="*/ 92 w 176"/>
              <a:gd name="T95" fmla="*/ 108 h 176"/>
              <a:gd name="T96" fmla="*/ 108 w 176"/>
              <a:gd name="T97" fmla="*/ 92 h 176"/>
              <a:gd name="T98" fmla="*/ 136 w 176"/>
              <a:gd name="T99" fmla="*/ 92 h 176"/>
              <a:gd name="T100" fmla="*/ 92 w 176"/>
              <a:gd name="T101" fmla="*/ 136 h 176"/>
              <a:gd name="T102" fmla="*/ 92 w 176"/>
              <a:gd name="T103" fmla="*/ 108 h 176"/>
              <a:gd name="T104" fmla="*/ 92 w 176"/>
              <a:gd name="T105" fmla="*/ 168 h 176"/>
              <a:gd name="T106" fmla="*/ 92 w 176"/>
              <a:gd name="T107" fmla="*/ 144 h 176"/>
              <a:gd name="T108" fmla="*/ 144 w 176"/>
              <a:gd name="T109" fmla="*/ 92 h 176"/>
              <a:gd name="T110" fmla="*/ 168 w 176"/>
              <a:gd name="T111" fmla="*/ 92 h 176"/>
              <a:gd name="T112" fmla="*/ 92 w 176"/>
              <a:gd name="T11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4" y="168"/>
                </a:moveTo>
                <a:cubicBezTo>
                  <a:pt x="43" y="166"/>
                  <a:pt x="10" y="133"/>
                  <a:pt x="8" y="92"/>
                </a:cubicBezTo>
                <a:cubicBezTo>
                  <a:pt x="25" y="92"/>
                  <a:pt x="25" y="92"/>
                  <a:pt x="25" y="92"/>
                </a:cubicBezTo>
                <a:cubicBezTo>
                  <a:pt x="26" y="96"/>
                  <a:pt x="29" y="99"/>
                  <a:pt x="33" y="100"/>
                </a:cubicBezTo>
                <a:cubicBezTo>
                  <a:pt x="38" y="124"/>
                  <a:pt x="59" y="142"/>
                  <a:pt x="84" y="144"/>
                </a:cubicBezTo>
                <a:lnTo>
                  <a:pt x="84" y="168"/>
                </a:lnTo>
                <a:close/>
                <a:moveTo>
                  <a:pt x="84" y="136"/>
                </a:moveTo>
                <a:cubicBezTo>
                  <a:pt x="63" y="134"/>
                  <a:pt x="46" y="119"/>
                  <a:pt x="41" y="99"/>
                </a:cubicBezTo>
                <a:cubicBezTo>
                  <a:pt x="44" y="97"/>
                  <a:pt x="46" y="95"/>
                  <a:pt x="47" y="92"/>
                </a:cubicBezTo>
                <a:cubicBezTo>
                  <a:pt x="68" y="92"/>
                  <a:pt x="68" y="92"/>
                  <a:pt x="68" y="92"/>
                </a:cubicBezTo>
                <a:cubicBezTo>
                  <a:pt x="70" y="100"/>
                  <a:pt x="76" y="106"/>
                  <a:pt x="84" y="108"/>
                </a:cubicBezTo>
                <a:lnTo>
                  <a:pt x="84" y="136"/>
                </a:lnTo>
                <a:close/>
                <a:moveTo>
                  <a:pt x="84" y="68"/>
                </a:moveTo>
                <a:cubicBezTo>
                  <a:pt x="76" y="70"/>
                  <a:pt x="70" y="76"/>
                  <a:pt x="68" y="84"/>
                </a:cubicBezTo>
                <a:cubicBezTo>
                  <a:pt x="47" y="84"/>
                  <a:pt x="47" y="84"/>
                  <a:pt x="47" y="84"/>
                </a:cubicBezTo>
                <a:cubicBezTo>
                  <a:pt x="46" y="81"/>
                  <a:pt x="44" y="79"/>
                  <a:pt x="41" y="77"/>
                </a:cubicBezTo>
                <a:cubicBezTo>
                  <a:pt x="46" y="57"/>
                  <a:pt x="63" y="42"/>
                  <a:pt x="84" y="40"/>
                </a:cubicBezTo>
                <a:lnTo>
                  <a:pt x="84" y="68"/>
                </a:lnTo>
                <a:close/>
                <a:moveTo>
                  <a:pt x="84" y="32"/>
                </a:moveTo>
                <a:cubicBezTo>
                  <a:pt x="59" y="34"/>
                  <a:pt x="38" y="52"/>
                  <a:pt x="33" y="76"/>
                </a:cubicBezTo>
                <a:cubicBezTo>
                  <a:pt x="29" y="77"/>
                  <a:pt x="26" y="80"/>
                  <a:pt x="25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10" y="43"/>
                  <a:pt x="43" y="10"/>
                  <a:pt x="84" y="8"/>
                </a:cubicBezTo>
                <a:lnTo>
                  <a:pt x="84" y="32"/>
                </a:lnTo>
                <a:close/>
                <a:moveTo>
                  <a:pt x="92" y="8"/>
                </a:moveTo>
                <a:cubicBezTo>
                  <a:pt x="133" y="10"/>
                  <a:pt x="166" y="43"/>
                  <a:pt x="168" y="84"/>
                </a:cubicBezTo>
                <a:cubicBezTo>
                  <a:pt x="144" y="84"/>
                  <a:pt x="144" y="84"/>
                  <a:pt x="144" y="84"/>
                </a:cubicBezTo>
                <a:cubicBezTo>
                  <a:pt x="143" y="74"/>
                  <a:pt x="140" y="65"/>
                  <a:pt x="135" y="57"/>
                </a:cubicBezTo>
                <a:cubicBezTo>
                  <a:pt x="136" y="56"/>
                  <a:pt x="136" y="54"/>
                  <a:pt x="136" y="52"/>
                </a:cubicBezTo>
                <a:cubicBezTo>
                  <a:pt x="136" y="45"/>
                  <a:pt x="131" y="40"/>
                  <a:pt x="124" y="40"/>
                </a:cubicBezTo>
                <a:cubicBezTo>
                  <a:pt x="122" y="40"/>
                  <a:pt x="120" y="40"/>
                  <a:pt x="119" y="41"/>
                </a:cubicBezTo>
                <a:cubicBezTo>
                  <a:pt x="111" y="36"/>
                  <a:pt x="102" y="33"/>
                  <a:pt x="92" y="32"/>
                </a:cubicBezTo>
                <a:lnTo>
                  <a:pt x="92" y="8"/>
                </a:lnTo>
                <a:close/>
                <a:moveTo>
                  <a:pt x="92" y="40"/>
                </a:moveTo>
                <a:cubicBezTo>
                  <a:pt x="100" y="41"/>
                  <a:pt x="107" y="43"/>
                  <a:pt x="113" y="47"/>
                </a:cubicBezTo>
                <a:cubicBezTo>
                  <a:pt x="112" y="49"/>
                  <a:pt x="112" y="50"/>
                  <a:pt x="112" y="52"/>
                </a:cubicBezTo>
                <a:cubicBezTo>
                  <a:pt x="112" y="59"/>
                  <a:pt x="117" y="64"/>
                  <a:pt x="124" y="64"/>
                </a:cubicBezTo>
                <a:cubicBezTo>
                  <a:pt x="126" y="64"/>
                  <a:pt x="127" y="64"/>
                  <a:pt x="129" y="63"/>
                </a:cubicBezTo>
                <a:cubicBezTo>
                  <a:pt x="133" y="69"/>
                  <a:pt x="135" y="76"/>
                  <a:pt x="136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6" y="76"/>
                  <a:pt x="100" y="70"/>
                  <a:pt x="92" y="68"/>
                </a:cubicBezTo>
                <a:lnTo>
                  <a:pt x="92" y="40"/>
                </a:lnTo>
                <a:close/>
                <a:moveTo>
                  <a:pt x="92" y="108"/>
                </a:moveTo>
                <a:cubicBezTo>
                  <a:pt x="100" y="106"/>
                  <a:pt x="106" y="100"/>
                  <a:pt x="108" y="92"/>
                </a:cubicBezTo>
                <a:cubicBezTo>
                  <a:pt x="136" y="92"/>
                  <a:pt x="136" y="92"/>
                  <a:pt x="136" y="92"/>
                </a:cubicBezTo>
                <a:cubicBezTo>
                  <a:pt x="134" y="115"/>
                  <a:pt x="115" y="134"/>
                  <a:pt x="92" y="136"/>
                </a:cubicBezTo>
                <a:lnTo>
                  <a:pt x="92" y="108"/>
                </a:lnTo>
                <a:close/>
                <a:moveTo>
                  <a:pt x="92" y="168"/>
                </a:moveTo>
                <a:cubicBezTo>
                  <a:pt x="92" y="144"/>
                  <a:pt x="92" y="144"/>
                  <a:pt x="92" y="144"/>
                </a:cubicBezTo>
                <a:cubicBezTo>
                  <a:pt x="120" y="142"/>
                  <a:pt x="142" y="120"/>
                  <a:pt x="144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6" y="133"/>
                  <a:pt x="133" y="166"/>
                  <a:pt x="92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351"/>
          <p:cNvSpPr>
            <a:spLocks noEditPoints="1"/>
          </p:cNvSpPr>
          <p:nvPr/>
        </p:nvSpPr>
        <p:spPr bwMode="auto">
          <a:xfrm>
            <a:off x="6672577" y="1092001"/>
            <a:ext cx="272613" cy="334275"/>
          </a:xfrm>
          <a:custGeom>
            <a:avLst/>
            <a:gdLst>
              <a:gd name="T0" fmla="*/ 144 w 144"/>
              <a:gd name="T1" fmla="*/ 12 h 176"/>
              <a:gd name="T2" fmla="*/ 142 w 144"/>
              <a:gd name="T3" fmla="*/ 8 h 176"/>
              <a:gd name="T4" fmla="*/ 100 w 144"/>
              <a:gd name="T5" fmla="*/ 0 h 176"/>
              <a:gd name="T6" fmla="*/ 70 w 144"/>
              <a:gd name="T7" fmla="*/ 5 h 176"/>
              <a:gd name="T8" fmla="*/ 52 w 144"/>
              <a:gd name="T9" fmla="*/ 8 h 176"/>
              <a:gd name="T10" fmla="*/ 29 w 144"/>
              <a:gd name="T11" fmla="*/ 4 h 176"/>
              <a:gd name="T12" fmla="*/ 4 w 144"/>
              <a:gd name="T13" fmla="*/ 0 h 176"/>
              <a:gd name="T14" fmla="*/ 0 w 144"/>
              <a:gd name="T15" fmla="*/ 4 h 176"/>
              <a:gd name="T16" fmla="*/ 0 w 144"/>
              <a:gd name="T17" fmla="*/ 172 h 176"/>
              <a:gd name="T18" fmla="*/ 4 w 144"/>
              <a:gd name="T19" fmla="*/ 176 h 176"/>
              <a:gd name="T20" fmla="*/ 8 w 144"/>
              <a:gd name="T21" fmla="*/ 172 h 176"/>
              <a:gd name="T22" fmla="*/ 8 w 144"/>
              <a:gd name="T23" fmla="*/ 104 h 176"/>
              <a:gd name="T24" fmla="*/ 27 w 144"/>
              <a:gd name="T25" fmla="*/ 108 h 176"/>
              <a:gd name="T26" fmla="*/ 52 w 144"/>
              <a:gd name="T27" fmla="*/ 112 h 176"/>
              <a:gd name="T28" fmla="*/ 73 w 144"/>
              <a:gd name="T29" fmla="*/ 108 h 176"/>
              <a:gd name="T30" fmla="*/ 100 w 144"/>
              <a:gd name="T31" fmla="*/ 104 h 176"/>
              <a:gd name="T32" fmla="*/ 138 w 144"/>
              <a:gd name="T33" fmla="*/ 112 h 176"/>
              <a:gd name="T34" fmla="*/ 144 w 144"/>
              <a:gd name="T35" fmla="*/ 110 h 176"/>
              <a:gd name="T36" fmla="*/ 144 w 144"/>
              <a:gd name="T37" fmla="*/ 108 h 176"/>
              <a:gd name="T38" fmla="*/ 144 w 144"/>
              <a:gd name="T39" fmla="*/ 108 h 176"/>
              <a:gd name="T40" fmla="*/ 144 w 144"/>
              <a:gd name="T41" fmla="*/ 12 h 176"/>
              <a:gd name="T42" fmla="*/ 136 w 144"/>
              <a:gd name="T43" fmla="*/ 102 h 176"/>
              <a:gd name="T44" fmla="*/ 100 w 144"/>
              <a:gd name="T45" fmla="*/ 96 h 176"/>
              <a:gd name="T46" fmla="*/ 70 w 144"/>
              <a:gd name="T47" fmla="*/ 101 h 176"/>
              <a:gd name="T48" fmla="*/ 52 w 144"/>
              <a:gd name="T49" fmla="*/ 104 h 176"/>
              <a:gd name="T50" fmla="*/ 29 w 144"/>
              <a:gd name="T51" fmla="*/ 100 h 176"/>
              <a:gd name="T52" fmla="*/ 8 w 144"/>
              <a:gd name="T53" fmla="*/ 96 h 176"/>
              <a:gd name="T54" fmla="*/ 8 w 144"/>
              <a:gd name="T55" fmla="*/ 8 h 176"/>
              <a:gd name="T56" fmla="*/ 27 w 144"/>
              <a:gd name="T57" fmla="*/ 12 h 176"/>
              <a:gd name="T58" fmla="*/ 52 w 144"/>
              <a:gd name="T59" fmla="*/ 16 h 176"/>
              <a:gd name="T60" fmla="*/ 73 w 144"/>
              <a:gd name="T61" fmla="*/ 12 h 176"/>
              <a:gd name="T62" fmla="*/ 100 w 144"/>
              <a:gd name="T63" fmla="*/ 8 h 176"/>
              <a:gd name="T64" fmla="*/ 136 w 144"/>
              <a:gd name="T65" fmla="*/ 15 h 176"/>
              <a:gd name="T66" fmla="*/ 136 w 144"/>
              <a:gd name="T67" fmla="*/ 10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4" h="176">
                <a:moveTo>
                  <a:pt x="144" y="12"/>
                </a:moveTo>
                <a:cubicBezTo>
                  <a:pt x="144" y="11"/>
                  <a:pt x="143" y="9"/>
                  <a:pt x="142" y="8"/>
                </a:cubicBezTo>
                <a:cubicBezTo>
                  <a:pt x="141" y="8"/>
                  <a:pt x="125" y="0"/>
                  <a:pt x="100" y="0"/>
                </a:cubicBezTo>
                <a:cubicBezTo>
                  <a:pt x="84" y="0"/>
                  <a:pt x="77" y="3"/>
                  <a:pt x="70" y="5"/>
                </a:cubicBezTo>
                <a:cubicBezTo>
                  <a:pt x="65" y="6"/>
                  <a:pt x="61" y="8"/>
                  <a:pt x="52" y="8"/>
                </a:cubicBezTo>
                <a:cubicBezTo>
                  <a:pt x="41" y="8"/>
                  <a:pt x="35" y="6"/>
                  <a:pt x="29" y="4"/>
                </a:cubicBezTo>
                <a:cubicBezTo>
                  <a:pt x="23" y="2"/>
                  <a:pt x="17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" y="176"/>
                  <a:pt x="8" y="174"/>
                  <a:pt x="8" y="172"/>
                </a:cubicBezTo>
                <a:cubicBezTo>
                  <a:pt x="8" y="104"/>
                  <a:pt x="8" y="104"/>
                  <a:pt x="8" y="104"/>
                </a:cubicBezTo>
                <a:cubicBezTo>
                  <a:pt x="17" y="104"/>
                  <a:pt x="22" y="106"/>
                  <a:pt x="27" y="108"/>
                </a:cubicBezTo>
                <a:cubicBezTo>
                  <a:pt x="33" y="110"/>
                  <a:pt x="39" y="112"/>
                  <a:pt x="52" y="112"/>
                </a:cubicBezTo>
                <a:cubicBezTo>
                  <a:pt x="62" y="112"/>
                  <a:pt x="67" y="110"/>
                  <a:pt x="73" y="108"/>
                </a:cubicBezTo>
                <a:cubicBezTo>
                  <a:pt x="79" y="106"/>
                  <a:pt x="85" y="104"/>
                  <a:pt x="100" y="104"/>
                </a:cubicBezTo>
                <a:cubicBezTo>
                  <a:pt x="123" y="104"/>
                  <a:pt x="138" y="112"/>
                  <a:pt x="138" y="112"/>
                </a:cubicBezTo>
                <a:cubicBezTo>
                  <a:pt x="140" y="113"/>
                  <a:pt x="143" y="112"/>
                  <a:pt x="144" y="110"/>
                </a:cubicBezTo>
                <a:cubicBezTo>
                  <a:pt x="144" y="109"/>
                  <a:pt x="144" y="109"/>
                  <a:pt x="144" y="108"/>
                </a:cubicBezTo>
                <a:cubicBezTo>
                  <a:pt x="144" y="108"/>
                  <a:pt x="144" y="108"/>
                  <a:pt x="144" y="108"/>
                </a:cubicBezTo>
                <a:cubicBezTo>
                  <a:pt x="144" y="12"/>
                  <a:pt x="144" y="12"/>
                  <a:pt x="144" y="12"/>
                </a:cubicBezTo>
                <a:close/>
                <a:moveTo>
                  <a:pt x="136" y="102"/>
                </a:moveTo>
                <a:cubicBezTo>
                  <a:pt x="129" y="100"/>
                  <a:pt x="116" y="96"/>
                  <a:pt x="100" y="96"/>
                </a:cubicBezTo>
                <a:cubicBezTo>
                  <a:pt x="84" y="96"/>
                  <a:pt x="77" y="99"/>
                  <a:pt x="70" y="101"/>
                </a:cubicBezTo>
                <a:cubicBezTo>
                  <a:pt x="65" y="102"/>
                  <a:pt x="61" y="104"/>
                  <a:pt x="52" y="104"/>
                </a:cubicBezTo>
                <a:cubicBezTo>
                  <a:pt x="41" y="104"/>
                  <a:pt x="35" y="102"/>
                  <a:pt x="29" y="100"/>
                </a:cubicBezTo>
                <a:cubicBezTo>
                  <a:pt x="24" y="98"/>
                  <a:pt x="18" y="96"/>
                  <a:pt x="8" y="96"/>
                </a:cubicBezTo>
                <a:cubicBezTo>
                  <a:pt x="8" y="8"/>
                  <a:pt x="8" y="8"/>
                  <a:pt x="8" y="8"/>
                </a:cubicBezTo>
                <a:cubicBezTo>
                  <a:pt x="17" y="8"/>
                  <a:pt x="22" y="10"/>
                  <a:pt x="27" y="12"/>
                </a:cubicBezTo>
                <a:cubicBezTo>
                  <a:pt x="33" y="14"/>
                  <a:pt x="39" y="16"/>
                  <a:pt x="52" y="16"/>
                </a:cubicBezTo>
                <a:cubicBezTo>
                  <a:pt x="62" y="16"/>
                  <a:pt x="67" y="14"/>
                  <a:pt x="73" y="12"/>
                </a:cubicBezTo>
                <a:cubicBezTo>
                  <a:pt x="79" y="10"/>
                  <a:pt x="85" y="8"/>
                  <a:pt x="100" y="8"/>
                </a:cubicBezTo>
                <a:cubicBezTo>
                  <a:pt x="118" y="8"/>
                  <a:pt x="131" y="13"/>
                  <a:pt x="136" y="15"/>
                </a:cubicBezTo>
                <a:lnTo>
                  <a:pt x="136" y="10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352"/>
          <p:cNvSpPr>
            <a:spLocks noEditPoints="1"/>
          </p:cNvSpPr>
          <p:nvPr/>
        </p:nvSpPr>
        <p:spPr bwMode="auto">
          <a:xfrm>
            <a:off x="7311918" y="1092001"/>
            <a:ext cx="272613" cy="334275"/>
          </a:xfrm>
          <a:custGeom>
            <a:avLst/>
            <a:gdLst>
              <a:gd name="T0" fmla="*/ 143 w 144"/>
              <a:gd name="T1" fmla="*/ 98 h 176"/>
              <a:gd name="T2" fmla="*/ 121 w 144"/>
              <a:gd name="T3" fmla="*/ 60 h 176"/>
              <a:gd name="T4" fmla="*/ 143 w 144"/>
              <a:gd name="T5" fmla="*/ 22 h 176"/>
              <a:gd name="T6" fmla="*/ 143 w 144"/>
              <a:gd name="T7" fmla="*/ 22 h 176"/>
              <a:gd name="T8" fmla="*/ 144 w 144"/>
              <a:gd name="T9" fmla="*/ 20 h 176"/>
              <a:gd name="T10" fmla="*/ 140 w 144"/>
              <a:gd name="T11" fmla="*/ 16 h 176"/>
              <a:gd name="T12" fmla="*/ 80 w 144"/>
              <a:gd name="T13" fmla="*/ 16 h 176"/>
              <a:gd name="T14" fmla="*/ 80 w 144"/>
              <a:gd name="T15" fmla="*/ 4 h 176"/>
              <a:gd name="T16" fmla="*/ 76 w 144"/>
              <a:gd name="T17" fmla="*/ 0 h 176"/>
              <a:gd name="T18" fmla="*/ 4 w 144"/>
              <a:gd name="T19" fmla="*/ 0 h 176"/>
              <a:gd name="T20" fmla="*/ 0 w 144"/>
              <a:gd name="T21" fmla="*/ 4 h 176"/>
              <a:gd name="T22" fmla="*/ 0 w 144"/>
              <a:gd name="T23" fmla="*/ 172 h 176"/>
              <a:gd name="T24" fmla="*/ 4 w 144"/>
              <a:gd name="T25" fmla="*/ 176 h 176"/>
              <a:gd name="T26" fmla="*/ 8 w 144"/>
              <a:gd name="T27" fmla="*/ 172 h 176"/>
              <a:gd name="T28" fmla="*/ 8 w 144"/>
              <a:gd name="T29" fmla="*/ 88 h 176"/>
              <a:gd name="T30" fmla="*/ 56 w 144"/>
              <a:gd name="T31" fmla="*/ 88 h 176"/>
              <a:gd name="T32" fmla="*/ 56 w 144"/>
              <a:gd name="T33" fmla="*/ 100 h 176"/>
              <a:gd name="T34" fmla="*/ 60 w 144"/>
              <a:gd name="T35" fmla="*/ 104 h 176"/>
              <a:gd name="T36" fmla="*/ 140 w 144"/>
              <a:gd name="T37" fmla="*/ 104 h 176"/>
              <a:gd name="T38" fmla="*/ 144 w 144"/>
              <a:gd name="T39" fmla="*/ 100 h 176"/>
              <a:gd name="T40" fmla="*/ 143 w 144"/>
              <a:gd name="T41" fmla="*/ 98 h 176"/>
              <a:gd name="T42" fmla="*/ 8 w 144"/>
              <a:gd name="T43" fmla="*/ 8 h 176"/>
              <a:gd name="T44" fmla="*/ 72 w 144"/>
              <a:gd name="T45" fmla="*/ 8 h 176"/>
              <a:gd name="T46" fmla="*/ 72 w 144"/>
              <a:gd name="T47" fmla="*/ 80 h 176"/>
              <a:gd name="T48" fmla="*/ 8 w 144"/>
              <a:gd name="T49" fmla="*/ 80 h 176"/>
              <a:gd name="T50" fmla="*/ 8 w 144"/>
              <a:gd name="T51" fmla="*/ 8 h 176"/>
              <a:gd name="T52" fmla="*/ 64 w 144"/>
              <a:gd name="T53" fmla="*/ 96 h 176"/>
              <a:gd name="T54" fmla="*/ 64 w 144"/>
              <a:gd name="T55" fmla="*/ 88 h 176"/>
              <a:gd name="T56" fmla="*/ 76 w 144"/>
              <a:gd name="T57" fmla="*/ 88 h 176"/>
              <a:gd name="T58" fmla="*/ 80 w 144"/>
              <a:gd name="T59" fmla="*/ 84 h 176"/>
              <a:gd name="T60" fmla="*/ 80 w 144"/>
              <a:gd name="T61" fmla="*/ 24 h 176"/>
              <a:gd name="T62" fmla="*/ 133 w 144"/>
              <a:gd name="T63" fmla="*/ 24 h 176"/>
              <a:gd name="T64" fmla="*/ 113 w 144"/>
              <a:gd name="T65" fmla="*/ 58 h 176"/>
              <a:gd name="T66" fmla="*/ 113 w 144"/>
              <a:gd name="T67" fmla="*/ 58 h 176"/>
              <a:gd name="T68" fmla="*/ 112 w 144"/>
              <a:gd name="T69" fmla="*/ 60 h 176"/>
              <a:gd name="T70" fmla="*/ 113 w 144"/>
              <a:gd name="T71" fmla="*/ 62 h 176"/>
              <a:gd name="T72" fmla="*/ 113 w 144"/>
              <a:gd name="T73" fmla="*/ 62 h 176"/>
              <a:gd name="T74" fmla="*/ 133 w 144"/>
              <a:gd name="T75" fmla="*/ 96 h 176"/>
              <a:gd name="T76" fmla="*/ 64 w 144"/>
              <a:gd name="T77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4" h="176">
                <a:moveTo>
                  <a:pt x="143" y="98"/>
                </a:moveTo>
                <a:cubicBezTo>
                  <a:pt x="121" y="60"/>
                  <a:pt x="121" y="60"/>
                  <a:pt x="121" y="60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4" y="21"/>
                  <a:pt x="144" y="21"/>
                  <a:pt x="144" y="20"/>
                </a:cubicBezTo>
                <a:cubicBezTo>
                  <a:pt x="144" y="18"/>
                  <a:pt x="142" y="16"/>
                  <a:pt x="140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4"/>
                  <a:pt x="80" y="4"/>
                  <a:pt x="80" y="4"/>
                </a:cubicBezTo>
                <a:cubicBezTo>
                  <a:pt x="80" y="2"/>
                  <a:pt x="78" y="0"/>
                  <a:pt x="76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" y="176"/>
                  <a:pt x="8" y="174"/>
                  <a:pt x="8" y="172"/>
                </a:cubicBezTo>
                <a:cubicBezTo>
                  <a:pt x="8" y="88"/>
                  <a:pt x="8" y="88"/>
                  <a:pt x="8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2"/>
                  <a:pt x="58" y="104"/>
                  <a:pt x="6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2" y="104"/>
                  <a:pt x="144" y="102"/>
                  <a:pt x="144" y="100"/>
                </a:cubicBezTo>
                <a:cubicBezTo>
                  <a:pt x="144" y="99"/>
                  <a:pt x="144" y="99"/>
                  <a:pt x="143" y="98"/>
                </a:cubicBezTo>
                <a:close/>
                <a:moveTo>
                  <a:pt x="8" y="8"/>
                </a:moveTo>
                <a:cubicBezTo>
                  <a:pt x="72" y="8"/>
                  <a:pt x="72" y="8"/>
                  <a:pt x="72" y="8"/>
                </a:cubicBezTo>
                <a:cubicBezTo>
                  <a:pt x="72" y="80"/>
                  <a:pt x="72" y="80"/>
                  <a:pt x="72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8"/>
                </a:lnTo>
                <a:close/>
                <a:moveTo>
                  <a:pt x="64" y="96"/>
                </a:moveTo>
                <a:cubicBezTo>
                  <a:pt x="64" y="88"/>
                  <a:pt x="64" y="88"/>
                  <a:pt x="64" y="88"/>
                </a:cubicBezTo>
                <a:cubicBezTo>
                  <a:pt x="76" y="88"/>
                  <a:pt x="76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24"/>
                  <a:pt x="80" y="24"/>
                  <a:pt x="80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12" y="59"/>
                  <a:pt x="112" y="59"/>
                  <a:pt x="112" y="60"/>
                </a:cubicBezTo>
                <a:cubicBezTo>
                  <a:pt x="112" y="61"/>
                  <a:pt x="112" y="61"/>
                  <a:pt x="113" y="62"/>
                </a:cubicBezTo>
                <a:cubicBezTo>
                  <a:pt x="113" y="62"/>
                  <a:pt x="113" y="62"/>
                  <a:pt x="113" y="62"/>
                </a:cubicBezTo>
                <a:cubicBezTo>
                  <a:pt x="133" y="96"/>
                  <a:pt x="133" y="96"/>
                  <a:pt x="133" y="96"/>
                </a:cubicBezTo>
                <a:lnTo>
                  <a:pt x="64" y="9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353"/>
          <p:cNvSpPr>
            <a:spLocks noEditPoints="1"/>
          </p:cNvSpPr>
          <p:nvPr/>
        </p:nvSpPr>
        <p:spPr bwMode="auto">
          <a:xfrm>
            <a:off x="1528638" y="1731343"/>
            <a:ext cx="335898" cy="334275"/>
          </a:xfrm>
          <a:custGeom>
            <a:avLst/>
            <a:gdLst>
              <a:gd name="T0" fmla="*/ 0 w 176"/>
              <a:gd name="T1" fmla="*/ 88 h 176"/>
              <a:gd name="T2" fmla="*/ 176 w 176"/>
              <a:gd name="T3" fmla="*/ 88 h 176"/>
              <a:gd name="T4" fmla="*/ 64 w 176"/>
              <a:gd name="T5" fmla="*/ 12 h 176"/>
              <a:gd name="T6" fmla="*/ 59 w 176"/>
              <a:gd name="T7" fmla="*/ 18 h 176"/>
              <a:gd name="T8" fmla="*/ 50 w 176"/>
              <a:gd name="T9" fmla="*/ 34 h 176"/>
              <a:gd name="T10" fmla="*/ 36 w 176"/>
              <a:gd name="T11" fmla="*/ 27 h 176"/>
              <a:gd name="T12" fmla="*/ 31 w 176"/>
              <a:gd name="T13" fmla="*/ 32 h 176"/>
              <a:gd name="T14" fmla="*/ 46 w 176"/>
              <a:gd name="T15" fmla="*/ 44 h 176"/>
              <a:gd name="T16" fmla="*/ 42 w 176"/>
              <a:gd name="T17" fmla="*/ 66 h 176"/>
              <a:gd name="T18" fmla="*/ 40 w 176"/>
              <a:gd name="T19" fmla="*/ 77 h 176"/>
              <a:gd name="T20" fmla="*/ 8 w 176"/>
              <a:gd name="T21" fmla="*/ 84 h 176"/>
              <a:gd name="T22" fmla="*/ 8 w 176"/>
              <a:gd name="T23" fmla="*/ 92 h 176"/>
              <a:gd name="T24" fmla="*/ 40 w 176"/>
              <a:gd name="T25" fmla="*/ 99 h 176"/>
              <a:gd name="T26" fmla="*/ 42 w 176"/>
              <a:gd name="T27" fmla="*/ 110 h 176"/>
              <a:gd name="T28" fmla="*/ 46 w 176"/>
              <a:gd name="T29" fmla="*/ 132 h 176"/>
              <a:gd name="T30" fmla="*/ 31 w 176"/>
              <a:gd name="T31" fmla="*/ 144 h 176"/>
              <a:gd name="T32" fmla="*/ 36 w 176"/>
              <a:gd name="T33" fmla="*/ 149 h 176"/>
              <a:gd name="T34" fmla="*/ 50 w 176"/>
              <a:gd name="T35" fmla="*/ 142 h 176"/>
              <a:gd name="T36" fmla="*/ 59 w 176"/>
              <a:gd name="T37" fmla="*/ 158 h 176"/>
              <a:gd name="T38" fmla="*/ 64 w 176"/>
              <a:gd name="T39" fmla="*/ 164 h 176"/>
              <a:gd name="T40" fmla="*/ 84 w 176"/>
              <a:gd name="T41" fmla="*/ 168 h 176"/>
              <a:gd name="T42" fmla="*/ 84 w 176"/>
              <a:gd name="T43" fmla="*/ 132 h 176"/>
              <a:gd name="T44" fmla="*/ 84 w 176"/>
              <a:gd name="T45" fmla="*/ 124 h 176"/>
              <a:gd name="T46" fmla="*/ 48 w 176"/>
              <a:gd name="T47" fmla="*/ 92 h 176"/>
              <a:gd name="T48" fmla="*/ 84 w 176"/>
              <a:gd name="T49" fmla="*/ 124 h 176"/>
              <a:gd name="T50" fmla="*/ 48 w 176"/>
              <a:gd name="T51" fmla="*/ 84 h 176"/>
              <a:gd name="T52" fmla="*/ 84 w 176"/>
              <a:gd name="T53" fmla="*/ 52 h 176"/>
              <a:gd name="T54" fmla="*/ 84 w 176"/>
              <a:gd name="T55" fmla="*/ 44 h 176"/>
              <a:gd name="T56" fmla="*/ 84 w 176"/>
              <a:gd name="T57" fmla="*/ 8 h 176"/>
              <a:gd name="T58" fmla="*/ 168 w 176"/>
              <a:gd name="T59" fmla="*/ 84 h 176"/>
              <a:gd name="T60" fmla="*/ 136 w 176"/>
              <a:gd name="T61" fmla="*/ 77 h 176"/>
              <a:gd name="T62" fmla="*/ 134 w 176"/>
              <a:gd name="T63" fmla="*/ 66 h 176"/>
              <a:gd name="T64" fmla="*/ 130 w 176"/>
              <a:gd name="T65" fmla="*/ 44 h 176"/>
              <a:gd name="T66" fmla="*/ 145 w 176"/>
              <a:gd name="T67" fmla="*/ 32 h 176"/>
              <a:gd name="T68" fmla="*/ 140 w 176"/>
              <a:gd name="T69" fmla="*/ 27 h 176"/>
              <a:gd name="T70" fmla="*/ 126 w 176"/>
              <a:gd name="T71" fmla="*/ 34 h 176"/>
              <a:gd name="T72" fmla="*/ 117 w 176"/>
              <a:gd name="T73" fmla="*/ 18 h 176"/>
              <a:gd name="T74" fmla="*/ 112 w 176"/>
              <a:gd name="T75" fmla="*/ 12 h 176"/>
              <a:gd name="T76" fmla="*/ 92 w 176"/>
              <a:gd name="T77" fmla="*/ 8 h 176"/>
              <a:gd name="T78" fmla="*/ 92 w 176"/>
              <a:gd name="T79" fmla="*/ 44 h 176"/>
              <a:gd name="T80" fmla="*/ 92 w 176"/>
              <a:gd name="T81" fmla="*/ 52 h 176"/>
              <a:gd name="T82" fmla="*/ 128 w 176"/>
              <a:gd name="T83" fmla="*/ 84 h 176"/>
              <a:gd name="T84" fmla="*/ 92 w 176"/>
              <a:gd name="T85" fmla="*/ 52 h 176"/>
              <a:gd name="T86" fmla="*/ 128 w 176"/>
              <a:gd name="T87" fmla="*/ 92 h 176"/>
              <a:gd name="T88" fmla="*/ 92 w 176"/>
              <a:gd name="T89" fmla="*/ 124 h 176"/>
              <a:gd name="T90" fmla="*/ 92 w 176"/>
              <a:gd name="T91" fmla="*/ 168 h 176"/>
              <a:gd name="T92" fmla="*/ 119 w 176"/>
              <a:gd name="T93" fmla="*/ 137 h 176"/>
              <a:gd name="T94" fmla="*/ 112 w 176"/>
              <a:gd name="T95" fmla="*/ 164 h 176"/>
              <a:gd name="T96" fmla="*/ 117 w 176"/>
              <a:gd name="T97" fmla="*/ 158 h 176"/>
              <a:gd name="T98" fmla="*/ 126 w 176"/>
              <a:gd name="T99" fmla="*/ 142 h 176"/>
              <a:gd name="T100" fmla="*/ 140 w 176"/>
              <a:gd name="T101" fmla="*/ 149 h 176"/>
              <a:gd name="T102" fmla="*/ 145 w 176"/>
              <a:gd name="T103" fmla="*/ 144 h 176"/>
              <a:gd name="T104" fmla="*/ 130 w 176"/>
              <a:gd name="T105" fmla="*/ 132 h 176"/>
              <a:gd name="T106" fmla="*/ 134 w 176"/>
              <a:gd name="T107" fmla="*/ 110 h 176"/>
              <a:gd name="T108" fmla="*/ 136 w 176"/>
              <a:gd name="T109" fmla="*/ 99 h 176"/>
              <a:gd name="T110" fmla="*/ 168 w 176"/>
              <a:gd name="T111" fmla="*/ 9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64" y="12"/>
                </a:moveTo>
                <a:cubicBezTo>
                  <a:pt x="63" y="13"/>
                  <a:pt x="61" y="15"/>
                  <a:pt x="59" y="18"/>
                </a:cubicBezTo>
                <a:cubicBezTo>
                  <a:pt x="59" y="18"/>
                  <a:pt x="59" y="18"/>
                  <a:pt x="59" y="18"/>
                </a:cubicBezTo>
                <a:cubicBezTo>
                  <a:pt x="56" y="23"/>
                  <a:pt x="53" y="28"/>
                  <a:pt x="50" y="34"/>
                </a:cubicBezTo>
                <a:cubicBezTo>
                  <a:pt x="50" y="34"/>
                  <a:pt x="50" y="34"/>
                  <a:pt x="50" y="34"/>
                </a:cubicBezTo>
                <a:cubicBezTo>
                  <a:pt x="50" y="35"/>
                  <a:pt x="50" y="35"/>
                  <a:pt x="50" y="36"/>
                </a:cubicBezTo>
                <a:cubicBezTo>
                  <a:pt x="45" y="33"/>
                  <a:pt x="40" y="30"/>
                  <a:pt x="36" y="27"/>
                </a:cubicBezTo>
                <a:cubicBezTo>
                  <a:pt x="44" y="20"/>
                  <a:pt x="54" y="15"/>
                  <a:pt x="64" y="12"/>
                </a:cubicBezTo>
                <a:moveTo>
                  <a:pt x="31" y="32"/>
                </a:moveTo>
                <a:cubicBezTo>
                  <a:pt x="35" y="36"/>
                  <a:pt x="41" y="40"/>
                  <a:pt x="47" y="43"/>
                </a:cubicBezTo>
                <a:cubicBezTo>
                  <a:pt x="47" y="43"/>
                  <a:pt x="47" y="44"/>
                  <a:pt x="46" y="44"/>
                </a:cubicBezTo>
                <a:cubicBezTo>
                  <a:pt x="45" y="50"/>
                  <a:pt x="43" y="57"/>
                  <a:pt x="42" y="63"/>
                </a:cubicBezTo>
                <a:cubicBezTo>
                  <a:pt x="42" y="64"/>
                  <a:pt x="42" y="65"/>
                  <a:pt x="42" y="66"/>
                </a:cubicBezTo>
                <a:cubicBezTo>
                  <a:pt x="41" y="69"/>
                  <a:pt x="41" y="71"/>
                  <a:pt x="41" y="74"/>
                </a:cubicBezTo>
                <a:cubicBezTo>
                  <a:pt x="41" y="75"/>
                  <a:pt x="40" y="76"/>
                  <a:pt x="40" y="77"/>
                </a:cubicBezTo>
                <a:cubicBezTo>
                  <a:pt x="40" y="79"/>
                  <a:pt x="40" y="82"/>
                  <a:pt x="40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9" y="64"/>
                  <a:pt x="18" y="46"/>
                  <a:pt x="31" y="32"/>
                </a:cubicBezTo>
                <a:moveTo>
                  <a:pt x="8" y="92"/>
                </a:moveTo>
                <a:cubicBezTo>
                  <a:pt x="40" y="92"/>
                  <a:pt x="40" y="92"/>
                  <a:pt x="40" y="92"/>
                </a:cubicBezTo>
                <a:cubicBezTo>
                  <a:pt x="40" y="94"/>
                  <a:pt x="40" y="97"/>
                  <a:pt x="40" y="99"/>
                </a:cubicBezTo>
                <a:cubicBezTo>
                  <a:pt x="40" y="100"/>
                  <a:pt x="41" y="101"/>
                  <a:pt x="41" y="102"/>
                </a:cubicBezTo>
                <a:cubicBezTo>
                  <a:pt x="41" y="105"/>
                  <a:pt x="41" y="107"/>
                  <a:pt x="42" y="110"/>
                </a:cubicBezTo>
                <a:cubicBezTo>
                  <a:pt x="42" y="111"/>
                  <a:pt x="42" y="112"/>
                  <a:pt x="42" y="113"/>
                </a:cubicBezTo>
                <a:cubicBezTo>
                  <a:pt x="43" y="119"/>
                  <a:pt x="45" y="126"/>
                  <a:pt x="46" y="132"/>
                </a:cubicBezTo>
                <a:cubicBezTo>
                  <a:pt x="47" y="132"/>
                  <a:pt x="47" y="133"/>
                  <a:pt x="47" y="133"/>
                </a:cubicBezTo>
                <a:cubicBezTo>
                  <a:pt x="41" y="136"/>
                  <a:pt x="35" y="140"/>
                  <a:pt x="31" y="144"/>
                </a:cubicBezTo>
                <a:cubicBezTo>
                  <a:pt x="18" y="130"/>
                  <a:pt x="9" y="112"/>
                  <a:pt x="8" y="92"/>
                </a:cubicBezTo>
                <a:moveTo>
                  <a:pt x="36" y="149"/>
                </a:moveTo>
                <a:cubicBezTo>
                  <a:pt x="40" y="146"/>
                  <a:pt x="45" y="143"/>
                  <a:pt x="50" y="140"/>
                </a:cubicBezTo>
                <a:cubicBezTo>
                  <a:pt x="50" y="141"/>
                  <a:pt x="50" y="141"/>
                  <a:pt x="50" y="142"/>
                </a:cubicBezTo>
                <a:cubicBezTo>
                  <a:pt x="50" y="142"/>
                  <a:pt x="50" y="142"/>
                  <a:pt x="50" y="142"/>
                </a:cubicBezTo>
                <a:cubicBezTo>
                  <a:pt x="53" y="148"/>
                  <a:pt x="56" y="153"/>
                  <a:pt x="59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61" y="161"/>
                  <a:pt x="63" y="163"/>
                  <a:pt x="64" y="164"/>
                </a:cubicBezTo>
                <a:cubicBezTo>
                  <a:pt x="54" y="161"/>
                  <a:pt x="44" y="156"/>
                  <a:pt x="36" y="149"/>
                </a:cubicBezTo>
                <a:moveTo>
                  <a:pt x="84" y="168"/>
                </a:moveTo>
                <a:cubicBezTo>
                  <a:pt x="73" y="165"/>
                  <a:pt x="63" y="154"/>
                  <a:pt x="57" y="137"/>
                </a:cubicBezTo>
                <a:cubicBezTo>
                  <a:pt x="65" y="134"/>
                  <a:pt x="74" y="133"/>
                  <a:pt x="84" y="132"/>
                </a:cubicBezTo>
                <a:lnTo>
                  <a:pt x="84" y="168"/>
                </a:lnTo>
                <a:close/>
                <a:moveTo>
                  <a:pt x="84" y="124"/>
                </a:moveTo>
                <a:cubicBezTo>
                  <a:pt x="73" y="125"/>
                  <a:pt x="63" y="127"/>
                  <a:pt x="54" y="130"/>
                </a:cubicBezTo>
                <a:cubicBezTo>
                  <a:pt x="51" y="119"/>
                  <a:pt x="48" y="106"/>
                  <a:pt x="48" y="92"/>
                </a:cubicBezTo>
                <a:cubicBezTo>
                  <a:pt x="84" y="92"/>
                  <a:pt x="84" y="92"/>
                  <a:pt x="84" y="92"/>
                </a:cubicBezTo>
                <a:lnTo>
                  <a:pt x="84" y="124"/>
                </a:lnTo>
                <a:close/>
                <a:moveTo>
                  <a:pt x="84" y="84"/>
                </a:moveTo>
                <a:cubicBezTo>
                  <a:pt x="48" y="84"/>
                  <a:pt x="48" y="84"/>
                  <a:pt x="48" y="84"/>
                </a:cubicBezTo>
                <a:cubicBezTo>
                  <a:pt x="48" y="70"/>
                  <a:pt x="51" y="57"/>
                  <a:pt x="54" y="46"/>
                </a:cubicBezTo>
                <a:cubicBezTo>
                  <a:pt x="63" y="49"/>
                  <a:pt x="73" y="51"/>
                  <a:pt x="84" y="52"/>
                </a:cubicBezTo>
                <a:lnTo>
                  <a:pt x="84" y="84"/>
                </a:lnTo>
                <a:close/>
                <a:moveTo>
                  <a:pt x="84" y="44"/>
                </a:moveTo>
                <a:cubicBezTo>
                  <a:pt x="74" y="43"/>
                  <a:pt x="65" y="42"/>
                  <a:pt x="57" y="39"/>
                </a:cubicBezTo>
                <a:cubicBezTo>
                  <a:pt x="63" y="22"/>
                  <a:pt x="73" y="11"/>
                  <a:pt x="84" y="8"/>
                </a:cubicBezTo>
                <a:lnTo>
                  <a:pt x="84" y="44"/>
                </a:lnTo>
                <a:close/>
                <a:moveTo>
                  <a:pt x="168" y="84"/>
                </a:moveTo>
                <a:cubicBezTo>
                  <a:pt x="136" y="84"/>
                  <a:pt x="136" y="84"/>
                  <a:pt x="136" y="84"/>
                </a:cubicBezTo>
                <a:cubicBezTo>
                  <a:pt x="136" y="82"/>
                  <a:pt x="136" y="79"/>
                  <a:pt x="136" y="77"/>
                </a:cubicBezTo>
                <a:cubicBezTo>
                  <a:pt x="136" y="76"/>
                  <a:pt x="135" y="75"/>
                  <a:pt x="135" y="74"/>
                </a:cubicBezTo>
                <a:cubicBezTo>
                  <a:pt x="135" y="71"/>
                  <a:pt x="135" y="69"/>
                  <a:pt x="134" y="66"/>
                </a:cubicBezTo>
                <a:cubicBezTo>
                  <a:pt x="134" y="65"/>
                  <a:pt x="134" y="64"/>
                  <a:pt x="134" y="63"/>
                </a:cubicBezTo>
                <a:cubicBezTo>
                  <a:pt x="133" y="57"/>
                  <a:pt x="131" y="50"/>
                  <a:pt x="130" y="44"/>
                </a:cubicBezTo>
                <a:cubicBezTo>
                  <a:pt x="129" y="44"/>
                  <a:pt x="129" y="43"/>
                  <a:pt x="129" y="43"/>
                </a:cubicBezTo>
                <a:cubicBezTo>
                  <a:pt x="135" y="40"/>
                  <a:pt x="141" y="36"/>
                  <a:pt x="145" y="32"/>
                </a:cubicBezTo>
                <a:cubicBezTo>
                  <a:pt x="158" y="46"/>
                  <a:pt x="167" y="64"/>
                  <a:pt x="168" y="84"/>
                </a:cubicBezTo>
                <a:moveTo>
                  <a:pt x="140" y="27"/>
                </a:moveTo>
                <a:cubicBezTo>
                  <a:pt x="136" y="30"/>
                  <a:pt x="131" y="33"/>
                  <a:pt x="126" y="36"/>
                </a:cubicBezTo>
                <a:cubicBezTo>
                  <a:pt x="126" y="35"/>
                  <a:pt x="126" y="35"/>
                  <a:pt x="126" y="34"/>
                </a:cubicBezTo>
                <a:cubicBezTo>
                  <a:pt x="126" y="34"/>
                  <a:pt x="126" y="34"/>
                  <a:pt x="126" y="34"/>
                </a:cubicBezTo>
                <a:cubicBezTo>
                  <a:pt x="123" y="28"/>
                  <a:pt x="120" y="23"/>
                  <a:pt x="117" y="18"/>
                </a:cubicBezTo>
                <a:cubicBezTo>
                  <a:pt x="117" y="18"/>
                  <a:pt x="117" y="18"/>
                  <a:pt x="117" y="18"/>
                </a:cubicBezTo>
                <a:cubicBezTo>
                  <a:pt x="115" y="15"/>
                  <a:pt x="113" y="13"/>
                  <a:pt x="112" y="12"/>
                </a:cubicBezTo>
                <a:cubicBezTo>
                  <a:pt x="122" y="15"/>
                  <a:pt x="132" y="20"/>
                  <a:pt x="140" y="27"/>
                </a:cubicBezTo>
                <a:moveTo>
                  <a:pt x="92" y="8"/>
                </a:moveTo>
                <a:cubicBezTo>
                  <a:pt x="103" y="11"/>
                  <a:pt x="113" y="22"/>
                  <a:pt x="119" y="39"/>
                </a:cubicBezTo>
                <a:cubicBezTo>
                  <a:pt x="111" y="42"/>
                  <a:pt x="102" y="43"/>
                  <a:pt x="92" y="44"/>
                </a:cubicBezTo>
                <a:lnTo>
                  <a:pt x="92" y="8"/>
                </a:lnTo>
                <a:close/>
                <a:moveTo>
                  <a:pt x="92" y="52"/>
                </a:moveTo>
                <a:cubicBezTo>
                  <a:pt x="103" y="51"/>
                  <a:pt x="113" y="49"/>
                  <a:pt x="122" y="46"/>
                </a:cubicBezTo>
                <a:cubicBezTo>
                  <a:pt x="125" y="57"/>
                  <a:pt x="128" y="70"/>
                  <a:pt x="128" y="84"/>
                </a:cubicBezTo>
                <a:cubicBezTo>
                  <a:pt x="92" y="84"/>
                  <a:pt x="92" y="84"/>
                  <a:pt x="92" y="84"/>
                </a:cubicBezTo>
                <a:lnTo>
                  <a:pt x="92" y="52"/>
                </a:lnTo>
                <a:close/>
                <a:moveTo>
                  <a:pt x="92" y="92"/>
                </a:moveTo>
                <a:cubicBezTo>
                  <a:pt x="128" y="92"/>
                  <a:pt x="128" y="92"/>
                  <a:pt x="128" y="92"/>
                </a:cubicBezTo>
                <a:cubicBezTo>
                  <a:pt x="128" y="106"/>
                  <a:pt x="125" y="119"/>
                  <a:pt x="122" y="130"/>
                </a:cubicBezTo>
                <a:cubicBezTo>
                  <a:pt x="113" y="127"/>
                  <a:pt x="103" y="125"/>
                  <a:pt x="92" y="124"/>
                </a:cubicBezTo>
                <a:lnTo>
                  <a:pt x="92" y="92"/>
                </a:lnTo>
                <a:close/>
                <a:moveTo>
                  <a:pt x="92" y="168"/>
                </a:moveTo>
                <a:cubicBezTo>
                  <a:pt x="92" y="132"/>
                  <a:pt x="92" y="132"/>
                  <a:pt x="92" y="132"/>
                </a:cubicBezTo>
                <a:cubicBezTo>
                  <a:pt x="102" y="133"/>
                  <a:pt x="111" y="134"/>
                  <a:pt x="119" y="137"/>
                </a:cubicBezTo>
                <a:cubicBezTo>
                  <a:pt x="113" y="154"/>
                  <a:pt x="103" y="165"/>
                  <a:pt x="92" y="168"/>
                </a:cubicBezTo>
                <a:moveTo>
                  <a:pt x="112" y="164"/>
                </a:moveTo>
                <a:cubicBezTo>
                  <a:pt x="113" y="163"/>
                  <a:pt x="115" y="161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ubicBezTo>
                  <a:pt x="120" y="153"/>
                  <a:pt x="123" y="148"/>
                  <a:pt x="126" y="142"/>
                </a:cubicBezTo>
                <a:cubicBezTo>
                  <a:pt x="126" y="142"/>
                  <a:pt x="126" y="142"/>
                  <a:pt x="126" y="142"/>
                </a:cubicBezTo>
                <a:cubicBezTo>
                  <a:pt x="126" y="141"/>
                  <a:pt x="126" y="141"/>
                  <a:pt x="126" y="140"/>
                </a:cubicBezTo>
                <a:cubicBezTo>
                  <a:pt x="131" y="143"/>
                  <a:pt x="136" y="146"/>
                  <a:pt x="140" y="149"/>
                </a:cubicBezTo>
                <a:cubicBezTo>
                  <a:pt x="132" y="156"/>
                  <a:pt x="122" y="161"/>
                  <a:pt x="112" y="164"/>
                </a:cubicBezTo>
                <a:moveTo>
                  <a:pt x="145" y="144"/>
                </a:moveTo>
                <a:cubicBezTo>
                  <a:pt x="141" y="140"/>
                  <a:pt x="135" y="136"/>
                  <a:pt x="129" y="133"/>
                </a:cubicBezTo>
                <a:cubicBezTo>
                  <a:pt x="129" y="133"/>
                  <a:pt x="129" y="132"/>
                  <a:pt x="130" y="132"/>
                </a:cubicBezTo>
                <a:cubicBezTo>
                  <a:pt x="131" y="126"/>
                  <a:pt x="133" y="119"/>
                  <a:pt x="134" y="113"/>
                </a:cubicBezTo>
                <a:cubicBezTo>
                  <a:pt x="134" y="112"/>
                  <a:pt x="134" y="111"/>
                  <a:pt x="134" y="110"/>
                </a:cubicBezTo>
                <a:cubicBezTo>
                  <a:pt x="135" y="107"/>
                  <a:pt x="135" y="105"/>
                  <a:pt x="135" y="102"/>
                </a:cubicBezTo>
                <a:cubicBezTo>
                  <a:pt x="135" y="101"/>
                  <a:pt x="136" y="100"/>
                  <a:pt x="136" y="99"/>
                </a:cubicBezTo>
                <a:cubicBezTo>
                  <a:pt x="136" y="97"/>
                  <a:pt x="136" y="94"/>
                  <a:pt x="136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7" y="112"/>
                  <a:pt x="158" y="130"/>
                  <a:pt x="145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354"/>
          <p:cNvSpPr>
            <a:spLocks noEditPoints="1"/>
          </p:cNvSpPr>
          <p:nvPr/>
        </p:nvSpPr>
        <p:spPr bwMode="auto">
          <a:xfrm>
            <a:off x="2167979" y="1731343"/>
            <a:ext cx="334275" cy="334275"/>
          </a:xfrm>
          <a:custGeom>
            <a:avLst/>
            <a:gdLst>
              <a:gd name="T0" fmla="*/ 0 w 176"/>
              <a:gd name="T1" fmla="*/ 104 h 176"/>
              <a:gd name="T2" fmla="*/ 144 w 176"/>
              <a:gd name="T3" fmla="*/ 104 h 176"/>
              <a:gd name="T4" fmla="*/ 50 w 176"/>
              <a:gd name="T5" fmla="*/ 44 h 176"/>
              <a:gd name="T6" fmla="*/ 32 w 176"/>
              <a:gd name="T7" fmla="*/ 55 h 176"/>
              <a:gd name="T8" fmla="*/ 26 w 176"/>
              <a:gd name="T9" fmla="*/ 60 h 176"/>
              <a:gd name="T10" fmla="*/ 32 w 176"/>
              <a:gd name="T11" fmla="*/ 100 h 176"/>
              <a:gd name="T12" fmla="*/ 26 w 176"/>
              <a:gd name="T13" fmla="*/ 60 h 176"/>
              <a:gd name="T14" fmla="*/ 32 w 176"/>
              <a:gd name="T15" fmla="*/ 108 h 176"/>
              <a:gd name="T16" fmla="*/ 26 w 176"/>
              <a:gd name="T17" fmla="*/ 148 h 176"/>
              <a:gd name="T18" fmla="*/ 32 w 176"/>
              <a:gd name="T19" fmla="*/ 153 h 176"/>
              <a:gd name="T20" fmla="*/ 50 w 176"/>
              <a:gd name="T21" fmla="*/ 164 h 176"/>
              <a:gd name="T22" fmla="*/ 68 w 176"/>
              <a:gd name="T23" fmla="*/ 167 h 176"/>
              <a:gd name="T24" fmla="*/ 68 w 176"/>
              <a:gd name="T25" fmla="*/ 140 h 176"/>
              <a:gd name="T26" fmla="*/ 68 w 176"/>
              <a:gd name="T27" fmla="*/ 132 h 176"/>
              <a:gd name="T28" fmla="*/ 40 w 176"/>
              <a:gd name="T29" fmla="*/ 108 h 176"/>
              <a:gd name="T30" fmla="*/ 68 w 176"/>
              <a:gd name="T31" fmla="*/ 132 h 176"/>
              <a:gd name="T32" fmla="*/ 40 w 176"/>
              <a:gd name="T33" fmla="*/ 100 h 176"/>
              <a:gd name="T34" fmla="*/ 68 w 176"/>
              <a:gd name="T35" fmla="*/ 76 h 176"/>
              <a:gd name="T36" fmla="*/ 68 w 176"/>
              <a:gd name="T37" fmla="*/ 68 h 176"/>
              <a:gd name="T38" fmla="*/ 68 w 176"/>
              <a:gd name="T39" fmla="*/ 41 h 176"/>
              <a:gd name="T40" fmla="*/ 112 w 176"/>
              <a:gd name="T41" fmla="*/ 55 h 176"/>
              <a:gd name="T42" fmla="*/ 94 w 176"/>
              <a:gd name="T43" fmla="*/ 44 h 176"/>
              <a:gd name="T44" fmla="*/ 76 w 176"/>
              <a:gd name="T45" fmla="*/ 41 h 176"/>
              <a:gd name="T46" fmla="*/ 76 w 176"/>
              <a:gd name="T47" fmla="*/ 68 h 176"/>
              <a:gd name="T48" fmla="*/ 76 w 176"/>
              <a:gd name="T49" fmla="*/ 76 h 176"/>
              <a:gd name="T50" fmla="*/ 104 w 176"/>
              <a:gd name="T51" fmla="*/ 100 h 176"/>
              <a:gd name="T52" fmla="*/ 76 w 176"/>
              <a:gd name="T53" fmla="*/ 76 h 176"/>
              <a:gd name="T54" fmla="*/ 104 w 176"/>
              <a:gd name="T55" fmla="*/ 108 h 176"/>
              <a:gd name="T56" fmla="*/ 76 w 176"/>
              <a:gd name="T57" fmla="*/ 132 h 176"/>
              <a:gd name="T58" fmla="*/ 76 w 176"/>
              <a:gd name="T59" fmla="*/ 167 h 176"/>
              <a:gd name="T60" fmla="*/ 97 w 176"/>
              <a:gd name="T61" fmla="*/ 144 h 176"/>
              <a:gd name="T62" fmla="*/ 94 w 176"/>
              <a:gd name="T63" fmla="*/ 164 h 176"/>
              <a:gd name="T64" fmla="*/ 112 w 176"/>
              <a:gd name="T65" fmla="*/ 153 h 176"/>
              <a:gd name="T66" fmla="*/ 118 w 176"/>
              <a:gd name="T67" fmla="*/ 148 h 176"/>
              <a:gd name="T68" fmla="*/ 112 w 176"/>
              <a:gd name="T69" fmla="*/ 108 h 176"/>
              <a:gd name="T70" fmla="*/ 118 w 176"/>
              <a:gd name="T71" fmla="*/ 148 h 176"/>
              <a:gd name="T72" fmla="*/ 107 w 176"/>
              <a:gd name="T73" fmla="*/ 68 h 176"/>
              <a:gd name="T74" fmla="*/ 136 w 176"/>
              <a:gd name="T75" fmla="*/ 100 h 176"/>
              <a:gd name="T76" fmla="*/ 104 w 176"/>
              <a:gd name="T77" fmla="*/ 0 h 176"/>
              <a:gd name="T78" fmla="*/ 66 w 176"/>
              <a:gd name="T79" fmla="*/ 24 h 176"/>
              <a:gd name="T80" fmla="*/ 82 w 176"/>
              <a:gd name="T81" fmla="*/ 12 h 176"/>
              <a:gd name="T82" fmla="*/ 83 w 176"/>
              <a:gd name="T83" fmla="*/ 25 h 176"/>
              <a:gd name="T84" fmla="*/ 100 w 176"/>
              <a:gd name="T85" fmla="*/ 29 h 176"/>
              <a:gd name="T86" fmla="*/ 108 w 176"/>
              <a:gd name="T87" fmla="*/ 9 h 176"/>
              <a:gd name="T88" fmla="*/ 113 w 176"/>
              <a:gd name="T89" fmla="*/ 35 h 176"/>
              <a:gd name="T90" fmla="*/ 131 w 176"/>
              <a:gd name="T91" fmla="*/ 39 h 176"/>
              <a:gd name="T92" fmla="*/ 147 w 176"/>
              <a:gd name="T93" fmla="*/ 76 h 176"/>
              <a:gd name="T94" fmla="*/ 151 w 176"/>
              <a:gd name="T95" fmla="*/ 115 h 176"/>
              <a:gd name="T96" fmla="*/ 176 w 176"/>
              <a:gd name="T97" fmla="*/ 72 h 176"/>
              <a:gd name="T98" fmla="*/ 126 w 176"/>
              <a:gd name="T99" fmla="*/ 12 h 176"/>
              <a:gd name="T100" fmla="*/ 136 w 176"/>
              <a:gd name="T101" fmla="*/ 28 h 176"/>
              <a:gd name="T102" fmla="*/ 144 w 176"/>
              <a:gd name="T103" fmla="*/ 68 h 176"/>
              <a:gd name="T104" fmla="*/ 150 w 176"/>
              <a:gd name="T105" fmla="*/ 28 h 176"/>
              <a:gd name="T106" fmla="*/ 144 w 176"/>
              <a:gd name="T107" fmla="*/ 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76">
                <a:moveTo>
                  <a:pt x="72" y="32"/>
                </a:move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64"/>
                  <a:pt x="112" y="32"/>
                  <a:pt x="72" y="32"/>
                </a:cubicBezTo>
                <a:moveTo>
                  <a:pt x="50" y="44"/>
                </a:moveTo>
                <a:cubicBezTo>
                  <a:pt x="46" y="49"/>
                  <a:pt x="43" y="54"/>
                  <a:pt x="40" y="60"/>
                </a:cubicBezTo>
                <a:cubicBezTo>
                  <a:pt x="37" y="59"/>
                  <a:pt x="34" y="57"/>
                  <a:pt x="32" y="55"/>
                </a:cubicBezTo>
                <a:cubicBezTo>
                  <a:pt x="37" y="50"/>
                  <a:pt x="43" y="47"/>
                  <a:pt x="50" y="44"/>
                </a:cubicBezTo>
                <a:moveTo>
                  <a:pt x="26" y="60"/>
                </a:moveTo>
                <a:cubicBezTo>
                  <a:pt x="29" y="63"/>
                  <a:pt x="33" y="66"/>
                  <a:pt x="37" y="68"/>
                </a:cubicBezTo>
                <a:cubicBezTo>
                  <a:pt x="34" y="77"/>
                  <a:pt x="32" y="88"/>
                  <a:pt x="32" y="100"/>
                </a:cubicBezTo>
                <a:cubicBezTo>
                  <a:pt x="8" y="100"/>
                  <a:pt x="8" y="100"/>
                  <a:pt x="8" y="100"/>
                </a:cubicBezTo>
                <a:cubicBezTo>
                  <a:pt x="9" y="84"/>
                  <a:pt x="16" y="70"/>
                  <a:pt x="26" y="60"/>
                </a:cubicBezTo>
                <a:moveTo>
                  <a:pt x="8" y="108"/>
                </a:moveTo>
                <a:cubicBezTo>
                  <a:pt x="32" y="108"/>
                  <a:pt x="32" y="108"/>
                  <a:pt x="32" y="108"/>
                </a:cubicBezTo>
                <a:cubicBezTo>
                  <a:pt x="32" y="120"/>
                  <a:pt x="34" y="131"/>
                  <a:pt x="37" y="140"/>
                </a:cubicBezTo>
                <a:cubicBezTo>
                  <a:pt x="33" y="142"/>
                  <a:pt x="29" y="145"/>
                  <a:pt x="26" y="148"/>
                </a:cubicBezTo>
                <a:cubicBezTo>
                  <a:pt x="16" y="138"/>
                  <a:pt x="9" y="124"/>
                  <a:pt x="8" y="108"/>
                </a:cubicBezTo>
                <a:moveTo>
                  <a:pt x="32" y="153"/>
                </a:moveTo>
                <a:cubicBezTo>
                  <a:pt x="34" y="151"/>
                  <a:pt x="37" y="149"/>
                  <a:pt x="40" y="148"/>
                </a:cubicBezTo>
                <a:cubicBezTo>
                  <a:pt x="43" y="154"/>
                  <a:pt x="46" y="159"/>
                  <a:pt x="50" y="164"/>
                </a:cubicBezTo>
                <a:cubicBezTo>
                  <a:pt x="43" y="161"/>
                  <a:pt x="37" y="158"/>
                  <a:pt x="32" y="153"/>
                </a:cubicBezTo>
                <a:moveTo>
                  <a:pt x="68" y="167"/>
                </a:moveTo>
                <a:cubicBezTo>
                  <a:pt x="60" y="165"/>
                  <a:pt x="52" y="157"/>
                  <a:pt x="47" y="144"/>
                </a:cubicBezTo>
                <a:cubicBezTo>
                  <a:pt x="53" y="142"/>
                  <a:pt x="61" y="141"/>
                  <a:pt x="68" y="140"/>
                </a:cubicBezTo>
                <a:lnTo>
                  <a:pt x="68" y="167"/>
                </a:lnTo>
                <a:close/>
                <a:moveTo>
                  <a:pt x="68" y="132"/>
                </a:moveTo>
                <a:cubicBezTo>
                  <a:pt x="60" y="133"/>
                  <a:pt x="52" y="134"/>
                  <a:pt x="45" y="137"/>
                </a:cubicBezTo>
                <a:cubicBezTo>
                  <a:pt x="42" y="128"/>
                  <a:pt x="40" y="119"/>
                  <a:pt x="40" y="108"/>
                </a:cubicBezTo>
                <a:cubicBezTo>
                  <a:pt x="68" y="108"/>
                  <a:pt x="68" y="108"/>
                  <a:pt x="68" y="108"/>
                </a:cubicBezTo>
                <a:lnTo>
                  <a:pt x="68" y="132"/>
                </a:lnTo>
                <a:close/>
                <a:moveTo>
                  <a:pt x="68" y="100"/>
                </a:moveTo>
                <a:cubicBezTo>
                  <a:pt x="40" y="100"/>
                  <a:pt x="40" y="100"/>
                  <a:pt x="40" y="100"/>
                </a:cubicBezTo>
                <a:cubicBezTo>
                  <a:pt x="40" y="89"/>
                  <a:pt x="42" y="80"/>
                  <a:pt x="45" y="71"/>
                </a:cubicBezTo>
                <a:cubicBezTo>
                  <a:pt x="52" y="74"/>
                  <a:pt x="60" y="75"/>
                  <a:pt x="68" y="76"/>
                </a:cubicBezTo>
                <a:lnTo>
                  <a:pt x="68" y="100"/>
                </a:lnTo>
                <a:close/>
                <a:moveTo>
                  <a:pt x="68" y="68"/>
                </a:moveTo>
                <a:cubicBezTo>
                  <a:pt x="61" y="67"/>
                  <a:pt x="53" y="66"/>
                  <a:pt x="47" y="64"/>
                </a:cubicBezTo>
                <a:cubicBezTo>
                  <a:pt x="52" y="51"/>
                  <a:pt x="60" y="43"/>
                  <a:pt x="68" y="41"/>
                </a:cubicBezTo>
                <a:lnTo>
                  <a:pt x="68" y="68"/>
                </a:lnTo>
                <a:close/>
                <a:moveTo>
                  <a:pt x="112" y="55"/>
                </a:moveTo>
                <a:cubicBezTo>
                  <a:pt x="110" y="57"/>
                  <a:pt x="107" y="59"/>
                  <a:pt x="104" y="60"/>
                </a:cubicBezTo>
                <a:cubicBezTo>
                  <a:pt x="101" y="54"/>
                  <a:pt x="98" y="49"/>
                  <a:pt x="94" y="44"/>
                </a:cubicBezTo>
                <a:cubicBezTo>
                  <a:pt x="101" y="47"/>
                  <a:pt x="107" y="50"/>
                  <a:pt x="112" y="55"/>
                </a:cubicBezTo>
                <a:moveTo>
                  <a:pt x="76" y="41"/>
                </a:moveTo>
                <a:cubicBezTo>
                  <a:pt x="84" y="43"/>
                  <a:pt x="92" y="51"/>
                  <a:pt x="97" y="64"/>
                </a:cubicBezTo>
                <a:cubicBezTo>
                  <a:pt x="91" y="66"/>
                  <a:pt x="83" y="67"/>
                  <a:pt x="76" y="68"/>
                </a:cubicBezTo>
                <a:lnTo>
                  <a:pt x="76" y="41"/>
                </a:lnTo>
                <a:close/>
                <a:moveTo>
                  <a:pt x="76" y="76"/>
                </a:moveTo>
                <a:cubicBezTo>
                  <a:pt x="84" y="75"/>
                  <a:pt x="92" y="74"/>
                  <a:pt x="99" y="71"/>
                </a:cubicBezTo>
                <a:cubicBezTo>
                  <a:pt x="102" y="80"/>
                  <a:pt x="104" y="89"/>
                  <a:pt x="104" y="100"/>
                </a:cubicBezTo>
                <a:cubicBezTo>
                  <a:pt x="76" y="100"/>
                  <a:pt x="76" y="100"/>
                  <a:pt x="76" y="100"/>
                </a:cubicBezTo>
                <a:lnTo>
                  <a:pt x="76" y="76"/>
                </a:lnTo>
                <a:close/>
                <a:moveTo>
                  <a:pt x="76" y="108"/>
                </a:moveTo>
                <a:cubicBezTo>
                  <a:pt x="104" y="108"/>
                  <a:pt x="104" y="108"/>
                  <a:pt x="104" y="108"/>
                </a:cubicBezTo>
                <a:cubicBezTo>
                  <a:pt x="104" y="119"/>
                  <a:pt x="102" y="128"/>
                  <a:pt x="99" y="137"/>
                </a:cubicBezTo>
                <a:cubicBezTo>
                  <a:pt x="92" y="134"/>
                  <a:pt x="84" y="133"/>
                  <a:pt x="76" y="132"/>
                </a:cubicBezTo>
                <a:lnTo>
                  <a:pt x="76" y="108"/>
                </a:lnTo>
                <a:close/>
                <a:moveTo>
                  <a:pt x="76" y="167"/>
                </a:moveTo>
                <a:cubicBezTo>
                  <a:pt x="76" y="140"/>
                  <a:pt x="76" y="140"/>
                  <a:pt x="76" y="140"/>
                </a:cubicBezTo>
                <a:cubicBezTo>
                  <a:pt x="83" y="141"/>
                  <a:pt x="91" y="142"/>
                  <a:pt x="97" y="144"/>
                </a:cubicBezTo>
                <a:cubicBezTo>
                  <a:pt x="92" y="157"/>
                  <a:pt x="84" y="165"/>
                  <a:pt x="76" y="167"/>
                </a:cubicBezTo>
                <a:moveTo>
                  <a:pt x="94" y="164"/>
                </a:moveTo>
                <a:cubicBezTo>
                  <a:pt x="98" y="159"/>
                  <a:pt x="101" y="154"/>
                  <a:pt x="104" y="148"/>
                </a:cubicBezTo>
                <a:cubicBezTo>
                  <a:pt x="107" y="149"/>
                  <a:pt x="110" y="151"/>
                  <a:pt x="112" y="153"/>
                </a:cubicBezTo>
                <a:cubicBezTo>
                  <a:pt x="107" y="158"/>
                  <a:pt x="101" y="161"/>
                  <a:pt x="94" y="164"/>
                </a:cubicBezTo>
                <a:moveTo>
                  <a:pt x="118" y="148"/>
                </a:moveTo>
                <a:cubicBezTo>
                  <a:pt x="115" y="145"/>
                  <a:pt x="111" y="142"/>
                  <a:pt x="107" y="140"/>
                </a:cubicBezTo>
                <a:cubicBezTo>
                  <a:pt x="110" y="131"/>
                  <a:pt x="112" y="120"/>
                  <a:pt x="112" y="108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5" y="124"/>
                  <a:pt x="128" y="138"/>
                  <a:pt x="118" y="148"/>
                </a:cubicBezTo>
                <a:moveTo>
                  <a:pt x="112" y="100"/>
                </a:moveTo>
                <a:cubicBezTo>
                  <a:pt x="112" y="88"/>
                  <a:pt x="110" y="77"/>
                  <a:pt x="107" y="68"/>
                </a:cubicBezTo>
                <a:cubicBezTo>
                  <a:pt x="111" y="66"/>
                  <a:pt x="115" y="63"/>
                  <a:pt x="118" y="60"/>
                </a:cubicBezTo>
                <a:cubicBezTo>
                  <a:pt x="128" y="70"/>
                  <a:pt x="135" y="84"/>
                  <a:pt x="136" y="100"/>
                </a:cubicBezTo>
                <a:lnTo>
                  <a:pt x="112" y="100"/>
                </a:lnTo>
                <a:close/>
                <a:moveTo>
                  <a:pt x="104" y="0"/>
                </a:moveTo>
                <a:cubicBezTo>
                  <a:pt x="81" y="0"/>
                  <a:pt x="60" y="11"/>
                  <a:pt x="47" y="28"/>
                </a:cubicBezTo>
                <a:cubicBezTo>
                  <a:pt x="53" y="26"/>
                  <a:pt x="59" y="25"/>
                  <a:pt x="66" y="24"/>
                </a:cubicBezTo>
                <a:cubicBezTo>
                  <a:pt x="65" y="24"/>
                  <a:pt x="64" y="23"/>
                  <a:pt x="64" y="23"/>
                </a:cubicBezTo>
                <a:cubicBezTo>
                  <a:pt x="69" y="18"/>
                  <a:pt x="75" y="15"/>
                  <a:pt x="82" y="12"/>
                </a:cubicBezTo>
                <a:cubicBezTo>
                  <a:pt x="79" y="15"/>
                  <a:pt x="76" y="20"/>
                  <a:pt x="74" y="24"/>
                </a:cubicBezTo>
                <a:cubicBezTo>
                  <a:pt x="77" y="24"/>
                  <a:pt x="80" y="24"/>
                  <a:pt x="83" y="25"/>
                </a:cubicBezTo>
                <a:cubicBezTo>
                  <a:pt x="87" y="16"/>
                  <a:pt x="93" y="10"/>
                  <a:pt x="100" y="9"/>
                </a:cubicBezTo>
                <a:cubicBezTo>
                  <a:pt x="100" y="29"/>
                  <a:pt x="100" y="29"/>
                  <a:pt x="100" y="29"/>
                </a:cubicBezTo>
                <a:cubicBezTo>
                  <a:pt x="103" y="30"/>
                  <a:pt x="105" y="31"/>
                  <a:pt x="108" y="33"/>
                </a:cubicBezTo>
                <a:cubicBezTo>
                  <a:pt x="108" y="9"/>
                  <a:pt x="108" y="9"/>
                  <a:pt x="108" y="9"/>
                </a:cubicBezTo>
                <a:cubicBezTo>
                  <a:pt x="116" y="11"/>
                  <a:pt x="124" y="19"/>
                  <a:pt x="129" y="32"/>
                </a:cubicBezTo>
                <a:cubicBezTo>
                  <a:pt x="124" y="33"/>
                  <a:pt x="119" y="35"/>
                  <a:pt x="113" y="35"/>
                </a:cubicBezTo>
                <a:cubicBezTo>
                  <a:pt x="116" y="37"/>
                  <a:pt x="119" y="39"/>
                  <a:pt x="122" y="42"/>
                </a:cubicBezTo>
                <a:cubicBezTo>
                  <a:pt x="125" y="41"/>
                  <a:pt x="128" y="40"/>
                  <a:pt x="131" y="39"/>
                </a:cubicBezTo>
                <a:cubicBezTo>
                  <a:pt x="133" y="44"/>
                  <a:pt x="134" y="49"/>
                  <a:pt x="135" y="54"/>
                </a:cubicBezTo>
                <a:cubicBezTo>
                  <a:pt x="140" y="61"/>
                  <a:pt x="144" y="68"/>
                  <a:pt x="147" y="76"/>
                </a:cubicBezTo>
                <a:cubicBezTo>
                  <a:pt x="168" y="76"/>
                  <a:pt x="168" y="76"/>
                  <a:pt x="168" y="76"/>
                </a:cubicBezTo>
                <a:cubicBezTo>
                  <a:pt x="167" y="91"/>
                  <a:pt x="161" y="105"/>
                  <a:pt x="151" y="115"/>
                </a:cubicBezTo>
                <a:cubicBezTo>
                  <a:pt x="150" y="120"/>
                  <a:pt x="149" y="124"/>
                  <a:pt x="148" y="129"/>
                </a:cubicBezTo>
                <a:cubicBezTo>
                  <a:pt x="165" y="116"/>
                  <a:pt x="176" y="95"/>
                  <a:pt x="176" y="72"/>
                </a:cubicBezTo>
                <a:cubicBezTo>
                  <a:pt x="176" y="32"/>
                  <a:pt x="144" y="0"/>
                  <a:pt x="104" y="0"/>
                </a:cubicBezTo>
                <a:moveTo>
                  <a:pt x="126" y="12"/>
                </a:moveTo>
                <a:cubicBezTo>
                  <a:pt x="133" y="15"/>
                  <a:pt x="139" y="18"/>
                  <a:pt x="144" y="23"/>
                </a:cubicBezTo>
                <a:cubicBezTo>
                  <a:pt x="142" y="25"/>
                  <a:pt x="139" y="27"/>
                  <a:pt x="136" y="28"/>
                </a:cubicBezTo>
                <a:cubicBezTo>
                  <a:pt x="133" y="22"/>
                  <a:pt x="130" y="17"/>
                  <a:pt x="126" y="12"/>
                </a:cubicBezTo>
                <a:moveTo>
                  <a:pt x="144" y="68"/>
                </a:moveTo>
                <a:cubicBezTo>
                  <a:pt x="144" y="56"/>
                  <a:pt x="142" y="45"/>
                  <a:pt x="139" y="36"/>
                </a:cubicBezTo>
                <a:cubicBezTo>
                  <a:pt x="143" y="34"/>
                  <a:pt x="147" y="31"/>
                  <a:pt x="150" y="28"/>
                </a:cubicBezTo>
                <a:cubicBezTo>
                  <a:pt x="160" y="38"/>
                  <a:pt x="167" y="52"/>
                  <a:pt x="168" y="68"/>
                </a:cubicBezTo>
                <a:lnTo>
                  <a:pt x="144" y="6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355"/>
          <p:cNvSpPr>
            <a:spLocks noEditPoints="1"/>
          </p:cNvSpPr>
          <p:nvPr/>
        </p:nvSpPr>
        <p:spPr bwMode="auto">
          <a:xfrm>
            <a:off x="2807321" y="1731343"/>
            <a:ext cx="334275" cy="334275"/>
          </a:xfrm>
          <a:custGeom>
            <a:avLst/>
            <a:gdLst>
              <a:gd name="T0" fmla="*/ 80 w 176"/>
              <a:gd name="T1" fmla="*/ 95 h 176"/>
              <a:gd name="T2" fmla="*/ 75 w 176"/>
              <a:gd name="T3" fmla="*/ 132 h 176"/>
              <a:gd name="T4" fmla="*/ 88 w 176"/>
              <a:gd name="T5" fmla="*/ 148 h 176"/>
              <a:gd name="T6" fmla="*/ 98 w 176"/>
              <a:gd name="T7" fmla="*/ 105 h 176"/>
              <a:gd name="T8" fmla="*/ 132 w 176"/>
              <a:gd name="T9" fmla="*/ 113 h 176"/>
              <a:gd name="T10" fmla="*/ 132 w 176"/>
              <a:gd name="T11" fmla="*/ 105 h 176"/>
              <a:gd name="T12" fmla="*/ 85 w 176"/>
              <a:gd name="T13" fmla="*/ 65 h 176"/>
              <a:gd name="T14" fmla="*/ 84 w 176"/>
              <a:gd name="T15" fmla="*/ 48 h 176"/>
              <a:gd name="T16" fmla="*/ 76 w 176"/>
              <a:gd name="T17" fmla="*/ 46 h 176"/>
              <a:gd name="T18" fmla="*/ 66 w 176"/>
              <a:gd name="T19" fmla="*/ 37 h 176"/>
              <a:gd name="T20" fmla="*/ 42 w 176"/>
              <a:gd name="T21" fmla="*/ 33 h 176"/>
              <a:gd name="T22" fmla="*/ 31 w 176"/>
              <a:gd name="T23" fmla="*/ 79 h 176"/>
              <a:gd name="T24" fmla="*/ 56 w 176"/>
              <a:gd name="T25" fmla="*/ 94 h 176"/>
              <a:gd name="T26" fmla="*/ 62 w 176"/>
              <a:gd name="T27" fmla="*/ 82 h 176"/>
              <a:gd name="T28" fmla="*/ 88 w 176"/>
              <a:gd name="T29" fmla="*/ 0 h 176"/>
              <a:gd name="T30" fmla="*/ 88 w 176"/>
              <a:gd name="T31" fmla="*/ 176 h 176"/>
              <a:gd name="T32" fmla="*/ 88 w 176"/>
              <a:gd name="T33" fmla="*/ 0 h 176"/>
              <a:gd name="T34" fmla="*/ 8 w 176"/>
              <a:gd name="T35" fmla="*/ 88 h 176"/>
              <a:gd name="T36" fmla="*/ 168 w 176"/>
              <a:gd name="T37" fmla="*/ 88 h 176"/>
              <a:gd name="T38" fmla="*/ 160 w 176"/>
              <a:gd name="T39" fmla="*/ 81 h 176"/>
              <a:gd name="T40" fmla="*/ 159 w 176"/>
              <a:gd name="T41" fmla="*/ 75 h 176"/>
              <a:gd name="T42" fmla="*/ 157 w 176"/>
              <a:gd name="T43" fmla="*/ 68 h 176"/>
              <a:gd name="T44" fmla="*/ 155 w 176"/>
              <a:gd name="T45" fmla="*/ 60 h 176"/>
              <a:gd name="T46" fmla="*/ 152 w 176"/>
              <a:gd name="T47" fmla="*/ 55 h 176"/>
              <a:gd name="T48" fmla="*/ 149 w 176"/>
              <a:gd name="T49" fmla="*/ 50 h 176"/>
              <a:gd name="T50" fmla="*/ 146 w 176"/>
              <a:gd name="T51" fmla="*/ 45 h 176"/>
              <a:gd name="T52" fmla="*/ 136 w 176"/>
              <a:gd name="T53" fmla="*/ 34 h 176"/>
              <a:gd name="T54" fmla="*/ 132 w 176"/>
              <a:gd name="T55" fmla="*/ 31 h 176"/>
              <a:gd name="T56" fmla="*/ 106 w 176"/>
              <a:gd name="T57" fmla="*/ 29 h 176"/>
              <a:gd name="T58" fmla="*/ 110 w 176"/>
              <a:gd name="T59" fmla="*/ 48 h 176"/>
              <a:gd name="T60" fmla="*/ 132 w 176"/>
              <a:gd name="T61" fmla="*/ 56 h 176"/>
              <a:gd name="T62" fmla="*/ 144 w 176"/>
              <a:gd name="T63" fmla="*/ 99 h 176"/>
              <a:gd name="T64" fmla="*/ 158 w 176"/>
              <a:gd name="T65" fmla="*/ 103 h 176"/>
              <a:gd name="T66" fmla="*/ 159 w 176"/>
              <a:gd name="T67" fmla="*/ 97 h 176"/>
              <a:gd name="T68" fmla="*/ 160 w 176"/>
              <a:gd name="T69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76">
                <a:moveTo>
                  <a:pt x="98" y="105"/>
                </a:moveTo>
                <a:cubicBezTo>
                  <a:pt x="90" y="98"/>
                  <a:pt x="91" y="95"/>
                  <a:pt x="80" y="95"/>
                </a:cubicBezTo>
                <a:cubicBezTo>
                  <a:pt x="69" y="95"/>
                  <a:pt x="62" y="97"/>
                  <a:pt x="65" y="112"/>
                </a:cubicBezTo>
                <a:cubicBezTo>
                  <a:pt x="68" y="127"/>
                  <a:pt x="76" y="121"/>
                  <a:pt x="75" y="132"/>
                </a:cubicBezTo>
                <a:cubicBezTo>
                  <a:pt x="74" y="144"/>
                  <a:pt x="77" y="146"/>
                  <a:pt x="79" y="149"/>
                </a:cubicBezTo>
                <a:cubicBezTo>
                  <a:pt x="81" y="152"/>
                  <a:pt x="86" y="160"/>
                  <a:pt x="88" y="148"/>
                </a:cubicBezTo>
                <a:cubicBezTo>
                  <a:pt x="90" y="137"/>
                  <a:pt x="94" y="131"/>
                  <a:pt x="98" y="125"/>
                </a:cubicBezTo>
                <a:cubicBezTo>
                  <a:pt x="102" y="120"/>
                  <a:pt x="107" y="113"/>
                  <a:pt x="98" y="105"/>
                </a:cubicBezTo>
                <a:moveTo>
                  <a:pt x="132" y="105"/>
                </a:moveTo>
                <a:cubicBezTo>
                  <a:pt x="130" y="107"/>
                  <a:pt x="130" y="110"/>
                  <a:pt x="132" y="113"/>
                </a:cubicBezTo>
                <a:cubicBezTo>
                  <a:pt x="134" y="115"/>
                  <a:pt x="139" y="117"/>
                  <a:pt x="141" y="113"/>
                </a:cubicBezTo>
                <a:cubicBezTo>
                  <a:pt x="142" y="108"/>
                  <a:pt x="135" y="103"/>
                  <a:pt x="132" y="105"/>
                </a:cubicBezTo>
                <a:moveTo>
                  <a:pt x="69" y="79"/>
                </a:moveTo>
                <a:cubicBezTo>
                  <a:pt x="69" y="73"/>
                  <a:pt x="78" y="67"/>
                  <a:pt x="85" y="65"/>
                </a:cubicBezTo>
                <a:cubicBezTo>
                  <a:pt x="91" y="62"/>
                  <a:pt x="97" y="61"/>
                  <a:pt x="96" y="56"/>
                </a:cubicBezTo>
                <a:cubicBezTo>
                  <a:pt x="95" y="51"/>
                  <a:pt x="93" y="48"/>
                  <a:pt x="84" y="48"/>
                </a:cubicBezTo>
                <a:cubicBezTo>
                  <a:pt x="74" y="48"/>
                  <a:pt x="78" y="61"/>
                  <a:pt x="70" y="53"/>
                </a:cubicBezTo>
                <a:cubicBezTo>
                  <a:pt x="62" y="45"/>
                  <a:pt x="72" y="47"/>
                  <a:pt x="76" y="46"/>
                </a:cubicBezTo>
                <a:cubicBezTo>
                  <a:pt x="80" y="44"/>
                  <a:pt x="84" y="37"/>
                  <a:pt x="77" y="36"/>
                </a:cubicBezTo>
                <a:cubicBezTo>
                  <a:pt x="70" y="36"/>
                  <a:pt x="71" y="39"/>
                  <a:pt x="66" y="37"/>
                </a:cubicBezTo>
                <a:cubicBezTo>
                  <a:pt x="60" y="35"/>
                  <a:pt x="58" y="44"/>
                  <a:pt x="54" y="43"/>
                </a:cubicBezTo>
                <a:cubicBezTo>
                  <a:pt x="52" y="42"/>
                  <a:pt x="46" y="38"/>
                  <a:pt x="42" y="33"/>
                </a:cubicBezTo>
                <a:cubicBezTo>
                  <a:pt x="33" y="40"/>
                  <a:pt x="27" y="49"/>
                  <a:pt x="22" y="59"/>
                </a:cubicBezTo>
                <a:cubicBezTo>
                  <a:pt x="23" y="72"/>
                  <a:pt x="31" y="79"/>
                  <a:pt x="31" y="79"/>
                </a:cubicBezTo>
                <a:cubicBezTo>
                  <a:pt x="31" y="79"/>
                  <a:pt x="35" y="88"/>
                  <a:pt x="57" y="99"/>
                </a:cubicBezTo>
                <a:cubicBezTo>
                  <a:pt x="57" y="99"/>
                  <a:pt x="61" y="99"/>
                  <a:pt x="56" y="94"/>
                </a:cubicBezTo>
                <a:cubicBezTo>
                  <a:pt x="51" y="89"/>
                  <a:pt x="46" y="83"/>
                  <a:pt x="52" y="79"/>
                </a:cubicBezTo>
                <a:cubicBezTo>
                  <a:pt x="58" y="76"/>
                  <a:pt x="60" y="76"/>
                  <a:pt x="62" y="82"/>
                </a:cubicBezTo>
                <a:cubicBezTo>
                  <a:pt x="63" y="88"/>
                  <a:pt x="68" y="85"/>
                  <a:pt x="69" y="79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60" y="81"/>
                </a:moveTo>
                <a:cubicBezTo>
                  <a:pt x="160" y="81"/>
                  <a:pt x="160" y="80"/>
                  <a:pt x="159" y="79"/>
                </a:cubicBezTo>
                <a:cubicBezTo>
                  <a:pt x="159" y="78"/>
                  <a:pt x="159" y="76"/>
                  <a:pt x="159" y="75"/>
                </a:cubicBezTo>
                <a:cubicBezTo>
                  <a:pt x="159" y="74"/>
                  <a:pt x="158" y="73"/>
                  <a:pt x="158" y="72"/>
                </a:cubicBezTo>
                <a:cubicBezTo>
                  <a:pt x="158" y="71"/>
                  <a:pt x="158" y="70"/>
                  <a:pt x="157" y="68"/>
                </a:cubicBezTo>
                <a:cubicBezTo>
                  <a:pt x="157" y="67"/>
                  <a:pt x="157" y="67"/>
                  <a:pt x="157" y="66"/>
                </a:cubicBezTo>
                <a:cubicBezTo>
                  <a:pt x="156" y="64"/>
                  <a:pt x="155" y="62"/>
                  <a:pt x="155" y="60"/>
                </a:cubicBezTo>
                <a:cubicBezTo>
                  <a:pt x="154" y="60"/>
                  <a:pt x="154" y="59"/>
                  <a:pt x="153" y="58"/>
                </a:cubicBezTo>
                <a:cubicBezTo>
                  <a:pt x="153" y="57"/>
                  <a:pt x="152" y="56"/>
                  <a:pt x="152" y="55"/>
                </a:cubicBezTo>
                <a:cubicBezTo>
                  <a:pt x="151" y="54"/>
                  <a:pt x="151" y="53"/>
                  <a:pt x="150" y="52"/>
                </a:cubicBezTo>
                <a:cubicBezTo>
                  <a:pt x="150" y="51"/>
                  <a:pt x="149" y="50"/>
                  <a:pt x="149" y="50"/>
                </a:cubicBezTo>
                <a:cubicBezTo>
                  <a:pt x="148" y="49"/>
                  <a:pt x="148" y="48"/>
                  <a:pt x="147" y="47"/>
                </a:cubicBezTo>
                <a:cubicBezTo>
                  <a:pt x="147" y="46"/>
                  <a:pt x="146" y="46"/>
                  <a:pt x="146" y="45"/>
                </a:cubicBezTo>
                <a:cubicBezTo>
                  <a:pt x="143" y="41"/>
                  <a:pt x="140" y="38"/>
                  <a:pt x="136" y="35"/>
                </a:cubicBezTo>
                <a:cubicBezTo>
                  <a:pt x="136" y="35"/>
                  <a:pt x="136" y="34"/>
                  <a:pt x="136" y="34"/>
                </a:cubicBezTo>
                <a:cubicBezTo>
                  <a:pt x="134" y="33"/>
                  <a:pt x="133" y="32"/>
                  <a:pt x="132" y="31"/>
                </a:cubicBezTo>
                <a:cubicBezTo>
                  <a:pt x="132" y="31"/>
                  <a:pt x="132" y="31"/>
                  <a:pt x="132" y="31"/>
                </a:cubicBezTo>
                <a:cubicBezTo>
                  <a:pt x="126" y="26"/>
                  <a:pt x="120" y="23"/>
                  <a:pt x="113" y="20"/>
                </a:cubicBezTo>
                <a:cubicBezTo>
                  <a:pt x="111" y="24"/>
                  <a:pt x="109" y="28"/>
                  <a:pt x="106" y="29"/>
                </a:cubicBezTo>
                <a:cubicBezTo>
                  <a:pt x="103" y="31"/>
                  <a:pt x="103" y="39"/>
                  <a:pt x="110" y="38"/>
                </a:cubicBezTo>
                <a:cubicBezTo>
                  <a:pt x="110" y="38"/>
                  <a:pt x="108" y="40"/>
                  <a:pt x="110" y="48"/>
                </a:cubicBezTo>
                <a:cubicBezTo>
                  <a:pt x="112" y="55"/>
                  <a:pt x="115" y="57"/>
                  <a:pt x="125" y="52"/>
                </a:cubicBezTo>
                <a:cubicBezTo>
                  <a:pt x="129" y="51"/>
                  <a:pt x="132" y="52"/>
                  <a:pt x="132" y="56"/>
                </a:cubicBezTo>
                <a:cubicBezTo>
                  <a:pt x="131" y="65"/>
                  <a:pt x="124" y="65"/>
                  <a:pt x="129" y="80"/>
                </a:cubicBezTo>
                <a:cubicBezTo>
                  <a:pt x="133" y="89"/>
                  <a:pt x="141" y="92"/>
                  <a:pt x="144" y="99"/>
                </a:cubicBezTo>
                <a:cubicBezTo>
                  <a:pt x="145" y="103"/>
                  <a:pt x="151" y="107"/>
                  <a:pt x="157" y="109"/>
                </a:cubicBezTo>
                <a:cubicBezTo>
                  <a:pt x="157" y="107"/>
                  <a:pt x="158" y="105"/>
                  <a:pt x="158" y="103"/>
                </a:cubicBezTo>
                <a:cubicBezTo>
                  <a:pt x="158" y="103"/>
                  <a:pt x="159" y="102"/>
                  <a:pt x="159" y="101"/>
                </a:cubicBezTo>
                <a:cubicBezTo>
                  <a:pt x="159" y="100"/>
                  <a:pt x="159" y="98"/>
                  <a:pt x="159" y="97"/>
                </a:cubicBezTo>
                <a:cubicBezTo>
                  <a:pt x="160" y="96"/>
                  <a:pt x="160" y="95"/>
                  <a:pt x="160" y="95"/>
                </a:cubicBezTo>
                <a:cubicBezTo>
                  <a:pt x="160" y="92"/>
                  <a:pt x="160" y="90"/>
                  <a:pt x="160" y="88"/>
                </a:cubicBezTo>
                <a:cubicBezTo>
                  <a:pt x="160" y="86"/>
                  <a:pt x="160" y="84"/>
                  <a:pt x="160" y="8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356"/>
          <p:cNvSpPr>
            <a:spLocks noEditPoints="1"/>
          </p:cNvSpPr>
          <p:nvPr/>
        </p:nvSpPr>
        <p:spPr bwMode="auto">
          <a:xfrm>
            <a:off x="3446662" y="1731343"/>
            <a:ext cx="334275" cy="334275"/>
          </a:xfrm>
          <a:custGeom>
            <a:avLst/>
            <a:gdLst>
              <a:gd name="T0" fmla="*/ 168 w 176"/>
              <a:gd name="T1" fmla="*/ 36 h 176"/>
              <a:gd name="T2" fmla="*/ 175 w 176"/>
              <a:gd name="T3" fmla="*/ 7 h 176"/>
              <a:gd name="T4" fmla="*/ 169 w 176"/>
              <a:gd name="T5" fmla="*/ 1 h 176"/>
              <a:gd name="T6" fmla="*/ 140 w 176"/>
              <a:gd name="T7" fmla="*/ 8 h 176"/>
              <a:gd name="T8" fmla="*/ 140 w 176"/>
              <a:gd name="T9" fmla="*/ 40 h 176"/>
              <a:gd name="T10" fmla="*/ 8 w 176"/>
              <a:gd name="T11" fmla="*/ 36 h 176"/>
              <a:gd name="T12" fmla="*/ 40 w 176"/>
              <a:gd name="T13" fmla="*/ 36 h 176"/>
              <a:gd name="T14" fmla="*/ 32 w 176"/>
              <a:gd name="T15" fmla="*/ 12 h 176"/>
              <a:gd name="T16" fmla="*/ 4 w 176"/>
              <a:gd name="T17" fmla="*/ 0 h 176"/>
              <a:gd name="T18" fmla="*/ 26 w 176"/>
              <a:gd name="T19" fmla="*/ 32 h 176"/>
              <a:gd name="T20" fmla="*/ 88 w 176"/>
              <a:gd name="T21" fmla="*/ 136 h 176"/>
              <a:gd name="T22" fmla="*/ 69 w 176"/>
              <a:gd name="T23" fmla="*/ 53 h 176"/>
              <a:gd name="T24" fmla="*/ 69 w 176"/>
              <a:gd name="T25" fmla="*/ 53 h 176"/>
              <a:gd name="T26" fmla="*/ 60 w 176"/>
              <a:gd name="T27" fmla="*/ 84 h 176"/>
              <a:gd name="T28" fmla="*/ 48 w 176"/>
              <a:gd name="T29" fmla="*/ 92 h 176"/>
              <a:gd name="T30" fmla="*/ 57 w 176"/>
              <a:gd name="T31" fmla="*/ 113 h 176"/>
              <a:gd name="T32" fmla="*/ 66 w 176"/>
              <a:gd name="T33" fmla="*/ 117 h 176"/>
              <a:gd name="T34" fmla="*/ 84 w 176"/>
              <a:gd name="T35" fmla="*/ 127 h 176"/>
              <a:gd name="T36" fmla="*/ 84 w 176"/>
              <a:gd name="T37" fmla="*/ 127 h 176"/>
              <a:gd name="T38" fmla="*/ 68 w 176"/>
              <a:gd name="T39" fmla="*/ 92 h 176"/>
              <a:gd name="T40" fmla="*/ 84 w 176"/>
              <a:gd name="T41" fmla="*/ 84 h 176"/>
              <a:gd name="T42" fmla="*/ 84 w 176"/>
              <a:gd name="T43" fmla="*/ 72 h 176"/>
              <a:gd name="T44" fmla="*/ 73 w 176"/>
              <a:gd name="T45" fmla="*/ 62 h 176"/>
              <a:gd name="T46" fmla="*/ 128 w 176"/>
              <a:gd name="T47" fmla="*/ 84 h 176"/>
              <a:gd name="T48" fmla="*/ 119 w 176"/>
              <a:gd name="T49" fmla="*/ 63 h 176"/>
              <a:gd name="T50" fmla="*/ 110 w 176"/>
              <a:gd name="T51" fmla="*/ 59 h 176"/>
              <a:gd name="T52" fmla="*/ 92 w 176"/>
              <a:gd name="T53" fmla="*/ 49 h 176"/>
              <a:gd name="T54" fmla="*/ 92 w 176"/>
              <a:gd name="T55" fmla="*/ 49 h 176"/>
              <a:gd name="T56" fmla="*/ 108 w 176"/>
              <a:gd name="T57" fmla="*/ 84 h 176"/>
              <a:gd name="T58" fmla="*/ 92 w 176"/>
              <a:gd name="T59" fmla="*/ 127 h 176"/>
              <a:gd name="T60" fmla="*/ 92 w 176"/>
              <a:gd name="T61" fmla="*/ 127 h 176"/>
              <a:gd name="T62" fmla="*/ 108 w 176"/>
              <a:gd name="T63" fmla="*/ 92 h 176"/>
              <a:gd name="T64" fmla="*/ 107 w 176"/>
              <a:gd name="T65" fmla="*/ 123 h 176"/>
              <a:gd name="T66" fmla="*/ 107 w 176"/>
              <a:gd name="T67" fmla="*/ 123 h 176"/>
              <a:gd name="T68" fmla="*/ 116 w 176"/>
              <a:gd name="T69" fmla="*/ 92 h 176"/>
              <a:gd name="T70" fmla="*/ 36 w 176"/>
              <a:gd name="T71" fmla="*/ 136 h 176"/>
              <a:gd name="T72" fmla="*/ 12 w 176"/>
              <a:gd name="T73" fmla="*/ 144 h 176"/>
              <a:gd name="T74" fmla="*/ 0 w 176"/>
              <a:gd name="T75" fmla="*/ 172 h 176"/>
              <a:gd name="T76" fmla="*/ 32 w 176"/>
              <a:gd name="T77" fmla="*/ 150 h 176"/>
              <a:gd name="T78" fmla="*/ 40 w 176"/>
              <a:gd name="T79" fmla="*/ 164 h 176"/>
              <a:gd name="T80" fmla="*/ 150 w 176"/>
              <a:gd name="T81" fmla="*/ 144 h 176"/>
              <a:gd name="T82" fmla="*/ 164 w 176"/>
              <a:gd name="T83" fmla="*/ 136 h 176"/>
              <a:gd name="T84" fmla="*/ 136 w 176"/>
              <a:gd name="T85" fmla="*/ 164 h 176"/>
              <a:gd name="T86" fmla="*/ 144 w 176"/>
              <a:gd name="T87" fmla="*/ 150 h 176"/>
              <a:gd name="T88" fmla="*/ 176 w 176"/>
              <a:gd name="T89" fmla="*/ 1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140" y="40"/>
                </a:moveTo>
                <a:cubicBezTo>
                  <a:pt x="164" y="40"/>
                  <a:pt x="164" y="40"/>
                  <a:pt x="164" y="40"/>
                </a:cubicBezTo>
                <a:cubicBezTo>
                  <a:pt x="166" y="40"/>
                  <a:pt x="168" y="38"/>
                  <a:pt x="168" y="36"/>
                </a:cubicBezTo>
                <a:cubicBezTo>
                  <a:pt x="168" y="34"/>
                  <a:pt x="166" y="32"/>
                  <a:pt x="164" y="32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75" y="7"/>
                  <a:pt x="175" y="7"/>
                  <a:pt x="175" y="7"/>
                </a:cubicBezTo>
                <a:cubicBezTo>
                  <a:pt x="176" y="6"/>
                  <a:pt x="176" y="5"/>
                  <a:pt x="176" y="4"/>
                </a:cubicBezTo>
                <a:cubicBezTo>
                  <a:pt x="176" y="2"/>
                  <a:pt x="174" y="0"/>
                  <a:pt x="172" y="0"/>
                </a:cubicBezTo>
                <a:cubicBezTo>
                  <a:pt x="171" y="0"/>
                  <a:pt x="170" y="0"/>
                  <a:pt x="169" y="1"/>
                </a:cubicBezTo>
                <a:cubicBezTo>
                  <a:pt x="144" y="26"/>
                  <a:pt x="144" y="26"/>
                  <a:pt x="144" y="26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10"/>
                  <a:pt x="142" y="8"/>
                  <a:pt x="140" y="8"/>
                </a:cubicBezTo>
                <a:cubicBezTo>
                  <a:pt x="138" y="8"/>
                  <a:pt x="136" y="10"/>
                  <a:pt x="136" y="12"/>
                </a:cubicBezTo>
                <a:cubicBezTo>
                  <a:pt x="136" y="36"/>
                  <a:pt x="136" y="36"/>
                  <a:pt x="136" y="36"/>
                </a:cubicBezTo>
                <a:cubicBezTo>
                  <a:pt x="136" y="38"/>
                  <a:pt x="138" y="40"/>
                  <a:pt x="140" y="40"/>
                </a:cubicBezTo>
                <a:moveTo>
                  <a:pt x="26" y="32"/>
                </a:moveTo>
                <a:cubicBezTo>
                  <a:pt x="12" y="32"/>
                  <a:pt x="12" y="32"/>
                  <a:pt x="12" y="32"/>
                </a:cubicBezTo>
                <a:cubicBezTo>
                  <a:pt x="10" y="32"/>
                  <a:pt x="8" y="34"/>
                  <a:pt x="8" y="36"/>
                </a:cubicBezTo>
                <a:cubicBezTo>
                  <a:pt x="8" y="38"/>
                  <a:pt x="10" y="40"/>
                  <a:pt x="12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10"/>
                  <a:pt x="38" y="8"/>
                  <a:pt x="36" y="8"/>
                </a:cubicBezTo>
                <a:cubicBezTo>
                  <a:pt x="34" y="8"/>
                  <a:pt x="32" y="10"/>
                  <a:pt x="32" y="12"/>
                </a:cubicBezTo>
                <a:cubicBezTo>
                  <a:pt x="32" y="26"/>
                  <a:pt x="32" y="26"/>
                  <a:pt x="32" y="26"/>
                </a:cubicBez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lnTo>
                  <a:pt x="26" y="32"/>
                </a:lnTo>
                <a:close/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69" y="53"/>
                </a:moveTo>
                <a:cubicBezTo>
                  <a:pt x="68" y="55"/>
                  <a:pt x="67" y="57"/>
                  <a:pt x="66" y="59"/>
                </a:cubicBezTo>
                <a:cubicBezTo>
                  <a:pt x="65" y="58"/>
                  <a:pt x="64" y="58"/>
                  <a:pt x="63" y="57"/>
                </a:cubicBezTo>
                <a:cubicBezTo>
                  <a:pt x="65" y="55"/>
                  <a:pt x="67" y="54"/>
                  <a:pt x="69" y="53"/>
                </a:cubicBezTo>
                <a:moveTo>
                  <a:pt x="57" y="63"/>
                </a:moveTo>
                <a:cubicBezTo>
                  <a:pt x="59" y="64"/>
                  <a:pt x="61" y="65"/>
                  <a:pt x="63" y="66"/>
                </a:cubicBezTo>
                <a:cubicBezTo>
                  <a:pt x="61" y="72"/>
                  <a:pt x="60" y="78"/>
                  <a:pt x="60" y="84"/>
                </a:cubicBezTo>
                <a:cubicBezTo>
                  <a:pt x="48" y="84"/>
                  <a:pt x="48" y="84"/>
                  <a:pt x="48" y="84"/>
                </a:cubicBezTo>
                <a:cubicBezTo>
                  <a:pt x="49" y="76"/>
                  <a:pt x="52" y="68"/>
                  <a:pt x="57" y="63"/>
                </a:cubicBezTo>
                <a:moveTo>
                  <a:pt x="48" y="92"/>
                </a:moveTo>
                <a:cubicBezTo>
                  <a:pt x="60" y="92"/>
                  <a:pt x="60" y="92"/>
                  <a:pt x="60" y="92"/>
                </a:cubicBezTo>
                <a:cubicBezTo>
                  <a:pt x="60" y="98"/>
                  <a:pt x="61" y="104"/>
                  <a:pt x="63" y="110"/>
                </a:cubicBezTo>
                <a:cubicBezTo>
                  <a:pt x="61" y="111"/>
                  <a:pt x="59" y="112"/>
                  <a:pt x="57" y="113"/>
                </a:cubicBezTo>
                <a:cubicBezTo>
                  <a:pt x="52" y="108"/>
                  <a:pt x="49" y="100"/>
                  <a:pt x="48" y="92"/>
                </a:cubicBezTo>
                <a:moveTo>
                  <a:pt x="63" y="119"/>
                </a:moveTo>
                <a:cubicBezTo>
                  <a:pt x="64" y="118"/>
                  <a:pt x="65" y="118"/>
                  <a:pt x="66" y="117"/>
                </a:cubicBezTo>
                <a:cubicBezTo>
                  <a:pt x="67" y="119"/>
                  <a:pt x="68" y="121"/>
                  <a:pt x="69" y="123"/>
                </a:cubicBezTo>
                <a:cubicBezTo>
                  <a:pt x="67" y="122"/>
                  <a:pt x="65" y="121"/>
                  <a:pt x="63" y="119"/>
                </a:cubicBezTo>
                <a:moveTo>
                  <a:pt x="84" y="127"/>
                </a:moveTo>
                <a:cubicBezTo>
                  <a:pt x="80" y="125"/>
                  <a:pt x="76" y="121"/>
                  <a:pt x="73" y="114"/>
                </a:cubicBezTo>
                <a:cubicBezTo>
                  <a:pt x="76" y="113"/>
                  <a:pt x="80" y="112"/>
                  <a:pt x="84" y="112"/>
                </a:cubicBezTo>
                <a:lnTo>
                  <a:pt x="84" y="127"/>
                </a:lnTo>
                <a:close/>
                <a:moveTo>
                  <a:pt x="84" y="104"/>
                </a:moveTo>
                <a:cubicBezTo>
                  <a:pt x="79" y="104"/>
                  <a:pt x="75" y="105"/>
                  <a:pt x="70" y="107"/>
                </a:cubicBezTo>
                <a:cubicBezTo>
                  <a:pt x="69" y="102"/>
                  <a:pt x="69" y="97"/>
                  <a:pt x="68" y="92"/>
                </a:cubicBezTo>
                <a:cubicBezTo>
                  <a:pt x="84" y="92"/>
                  <a:pt x="84" y="92"/>
                  <a:pt x="84" y="92"/>
                </a:cubicBezTo>
                <a:lnTo>
                  <a:pt x="84" y="104"/>
                </a:lnTo>
                <a:close/>
                <a:moveTo>
                  <a:pt x="84" y="84"/>
                </a:moveTo>
                <a:cubicBezTo>
                  <a:pt x="68" y="84"/>
                  <a:pt x="68" y="84"/>
                  <a:pt x="68" y="84"/>
                </a:cubicBezTo>
                <a:cubicBezTo>
                  <a:pt x="69" y="79"/>
                  <a:pt x="69" y="74"/>
                  <a:pt x="70" y="69"/>
                </a:cubicBezTo>
                <a:cubicBezTo>
                  <a:pt x="75" y="71"/>
                  <a:pt x="79" y="72"/>
                  <a:pt x="84" y="72"/>
                </a:cubicBezTo>
                <a:lnTo>
                  <a:pt x="84" y="84"/>
                </a:lnTo>
                <a:close/>
                <a:moveTo>
                  <a:pt x="84" y="64"/>
                </a:moveTo>
                <a:cubicBezTo>
                  <a:pt x="80" y="64"/>
                  <a:pt x="76" y="63"/>
                  <a:pt x="73" y="62"/>
                </a:cubicBezTo>
                <a:cubicBezTo>
                  <a:pt x="76" y="55"/>
                  <a:pt x="80" y="51"/>
                  <a:pt x="84" y="49"/>
                </a:cubicBezTo>
                <a:lnTo>
                  <a:pt x="84" y="64"/>
                </a:lnTo>
                <a:close/>
                <a:moveTo>
                  <a:pt x="128" y="84"/>
                </a:moveTo>
                <a:cubicBezTo>
                  <a:pt x="116" y="84"/>
                  <a:pt x="116" y="84"/>
                  <a:pt x="116" y="84"/>
                </a:cubicBezTo>
                <a:cubicBezTo>
                  <a:pt x="116" y="78"/>
                  <a:pt x="115" y="72"/>
                  <a:pt x="113" y="66"/>
                </a:cubicBezTo>
                <a:cubicBezTo>
                  <a:pt x="115" y="65"/>
                  <a:pt x="117" y="64"/>
                  <a:pt x="119" y="63"/>
                </a:cubicBezTo>
                <a:cubicBezTo>
                  <a:pt x="124" y="68"/>
                  <a:pt x="127" y="76"/>
                  <a:pt x="128" y="84"/>
                </a:cubicBezTo>
                <a:moveTo>
                  <a:pt x="113" y="57"/>
                </a:moveTo>
                <a:cubicBezTo>
                  <a:pt x="112" y="58"/>
                  <a:pt x="111" y="58"/>
                  <a:pt x="110" y="59"/>
                </a:cubicBezTo>
                <a:cubicBezTo>
                  <a:pt x="109" y="57"/>
                  <a:pt x="108" y="55"/>
                  <a:pt x="107" y="53"/>
                </a:cubicBezTo>
                <a:cubicBezTo>
                  <a:pt x="109" y="54"/>
                  <a:pt x="111" y="55"/>
                  <a:pt x="113" y="57"/>
                </a:cubicBezTo>
                <a:moveTo>
                  <a:pt x="92" y="49"/>
                </a:moveTo>
                <a:cubicBezTo>
                  <a:pt x="96" y="51"/>
                  <a:pt x="100" y="55"/>
                  <a:pt x="103" y="62"/>
                </a:cubicBezTo>
                <a:cubicBezTo>
                  <a:pt x="100" y="63"/>
                  <a:pt x="96" y="64"/>
                  <a:pt x="92" y="64"/>
                </a:cubicBezTo>
                <a:lnTo>
                  <a:pt x="92" y="49"/>
                </a:lnTo>
                <a:close/>
                <a:moveTo>
                  <a:pt x="92" y="72"/>
                </a:moveTo>
                <a:cubicBezTo>
                  <a:pt x="97" y="72"/>
                  <a:pt x="101" y="71"/>
                  <a:pt x="106" y="69"/>
                </a:cubicBezTo>
                <a:cubicBezTo>
                  <a:pt x="107" y="74"/>
                  <a:pt x="107" y="79"/>
                  <a:pt x="108" y="84"/>
                </a:cubicBezTo>
                <a:cubicBezTo>
                  <a:pt x="92" y="84"/>
                  <a:pt x="92" y="84"/>
                  <a:pt x="92" y="84"/>
                </a:cubicBezTo>
                <a:lnTo>
                  <a:pt x="92" y="72"/>
                </a:lnTo>
                <a:close/>
                <a:moveTo>
                  <a:pt x="92" y="127"/>
                </a:moveTo>
                <a:cubicBezTo>
                  <a:pt x="92" y="112"/>
                  <a:pt x="92" y="112"/>
                  <a:pt x="92" y="112"/>
                </a:cubicBezTo>
                <a:cubicBezTo>
                  <a:pt x="96" y="112"/>
                  <a:pt x="100" y="113"/>
                  <a:pt x="103" y="114"/>
                </a:cubicBezTo>
                <a:cubicBezTo>
                  <a:pt x="100" y="121"/>
                  <a:pt x="96" y="125"/>
                  <a:pt x="92" y="127"/>
                </a:cubicBezTo>
                <a:moveTo>
                  <a:pt x="92" y="104"/>
                </a:moveTo>
                <a:cubicBezTo>
                  <a:pt x="92" y="92"/>
                  <a:pt x="92" y="92"/>
                  <a:pt x="92" y="92"/>
                </a:cubicBezTo>
                <a:cubicBezTo>
                  <a:pt x="108" y="92"/>
                  <a:pt x="108" y="92"/>
                  <a:pt x="108" y="92"/>
                </a:cubicBezTo>
                <a:cubicBezTo>
                  <a:pt x="107" y="97"/>
                  <a:pt x="107" y="102"/>
                  <a:pt x="106" y="107"/>
                </a:cubicBezTo>
                <a:cubicBezTo>
                  <a:pt x="101" y="105"/>
                  <a:pt x="97" y="104"/>
                  <a:pt x="92" y="104"/>
                </a:cubicBezTo>
                <a:moveTo>
                  <a:pt x="107" y="123"/>
                </a:moveTo>
                <a:cubicBezTo>
                  <a:pt x="108" y="121"/>
                  <a:pt x="109" y="119"/>
                  <a:pt x="110" y="117"/>
                </a:cubicBezTo>
                <a:cubicBezTo>
                  <a:pt x="111" y="118"/>
                  <a:pt x="112" y="118"/>
                  <a:pt x="113" y="119"/>
                </a:cubicBezTo>
                <a:cubicBezTo>
                  <a:pt x="111" y="121"/>
                  <a:pt x="109" y="122"/>
                  <a:pt x="107" y="123"/>
                </a:cubicBezTo>
                <a:moveTo>
                  <a:pt x="119" y="113"/>
                </a:moveTo>
                <a:cubicBezTo>
                  <a:pt x="117" y="112"/>
                  <a:pt x="115" y="111"/>
                  <a:pt x="113" y="110"/>
                </a:cubicBezTo>
                <a:cubicBezTo>
                  <a:pt x="115" y="104"/>
                  <a:pt x="116" y="98"/>
                  <a:pt x="116" y="92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27" y="100"/>
                  <a:pt x="124" y="108"/>
                  <a:pt x="119" y="113"/>
                </a:cubicBezTo>
                <a:moveTo>
                  <a:pt x="36" y="136"/>
                </a:moveTo>
                <a:cubicBezTo>
                  <a:pt x="12" y="136"/>
                  <a:pt x="12" y="136"/>
                  <a:pt x="12" y="136"/>
                </a:cubicBezTo>
                <a:cubicBezTo>
                  <a:pt x="10" y="136"/>
                  <a:pt x="8" y="138"/>
                  <a:pt x="8" y="140"/>
                </a:cubicBezTo>
                <a:cubicBezTo>
                  <a:pt x="8" y="142"/>
                  <a:pt x="10" y="144"/>
                  <a:pt x="12" y="144"/>
                </a:cubicBezTo>
                <a:cubicBezTo>
                  <a:pt x="26" y="144"/>
                  <a:pt x="26" y="144"/>
                  <a:pt x="26" y="144"/>
                </a:cubicBezTo>
                <a:cubicBezTo>
                  <a:pt x="1" y="169"/>
                  <a:pt x="1" y="169"/>
                  <a:pt x="1" y="169"/>
                </a:cubicBezTo>
                <a:cubicBezTo>
                  <a:pt x="0" y="170"/>
                  <a:pt x="0" y="171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32" y="150"/>
                  <a:pt x="32" y="150"/>
                  <a:pt x="32" y="150"/>
                </a:cubicBezTo>
                <a:cubicBezTo>
                  <a:pt x="32" y="164"/>
                  <a:pt x="32" y="164"/>
                  <a:pt x="32" y="164"/>
                </a:cubicBezTo>
                <a:cubicBezTo>
                  <a:pt x="32" y="166"/>
                  <a:pt x="34" y="168"/>
                  <a:pt x="36" y="168"/>
                </a:cubicBezTo>
                <a:cubicBezTo>
                  <a:pt x="38" y="168"/>
                  <a:pt x="40" y="166"/>
                  <a:pt x="40" y="164"/>
                </a:cubicBezTo>
                <a:cubicBezTo>
                  <a:pt x="40" y="140"/>
                  <a:pt x="40" y="140"/>
                  <a:pt x="40" y="140"/>
                </a:cubicBezTo>
                <a:cubicBezTo>
                  <a:pt x="40" y="138"/>
                  <a:pt x="38" y="136"/>
                  <a:pt x="36" y="136"/>
                </a:cubicBezTo>
                <a:moveTo>
                  <a:pt x="150" y="144"/>
                </a:moveTo>
                <a:cubicBezTo>
                  <a:pt x="164" y="144"/>
                  <a:pt x="164" y="144"/>
                  <a:pt x="164" y="144"/>
                </a:cubicBezTo>
                <a:cubicBezTo>
                  <a:pt x="166" y="144"/>
                  <a:pt x="168" y="142"/>
                  <a:pt x="168" y="140"/>
                </a:cubicBezTo>
                <a:cubicBezTo>
                  <a:pt x="168" y="138"/>
                  <a:pt x="166" y="136"/>
                  <a:pt x="164" y="136"/>
                </a:cubicBezTo>
                <a:cubicBezTo>
                  <a:pt x="140" y="136"/>
                  <a:pt x="140" y="136"/>
                  <a:pt x="140" y="136"/>
                </a:cubicBezTo>
                <a:cubicBezTo>
                  <a:pt x="138" y="136"/>
                  <a:pt x="136" y="138"/>
                  <a:pt x="136" y="140"/>
                </a:cubicBezTo>
                <a:cubicBezTo>
                  <a:pt x="136" y="164"/>
                  <a:pt x="136" y="164"/>
                  <a:pt x="136" y="164"/>
                </a:cubicBezTo>
                <a:cubicBezTo>
                  <a:pt x="136" y="166"/>
                  <a:pt x="138" y="168"/>
                  <a:pt x="140" y="168"/>
                </a:cubicBezTo>
                <a:cubicBezTo>
                  <a:pt x="142" y="168"/>
                  <a:pt x="144" y="166"/>
                  <a:pt x="144" y="164"/>
                </a:cubicBezTo>
                <a:cubicBezTo>
                  <a:pt x="144" y="150"/>
                  <a:pt x="144" y="150"/>
                  <a:pt x="144" y="150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lnTo>
                  <a:pt x="150" y="1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357"/>
          <p:cNvSpPr>
            <a:spLocks noEditPoints="1"/>
          </p:cNvSpPr>
          <p:nvPr/>
        </p:nvSpPr>
        <p:spPr bwMode="auto">
          <a:xfrm>
            <a:off x="4131439" y="1731343"/>
            <a:ext cx="243404" cy="334275"/>
          </a:xfrm>
          <a:custGeom>
            <a:avLst/>
            <a:gdLst>
              <a:gd name="T0" fmla="*/ 85 w 128"/>
              <a:gd name="T1" fmla="*/ 32 h 176"/>
              <a:gd name="T2" fmla="*/ 99 w 128"/>
              <a:gd name="T3" fmla="*/ 37 h 176"/>
              <a:gd name="T4" fmla="*/ 106 w 128"/>
              <a:gd name="T5" fmla="*/ 63 h 176"/>
              <a:gd name="T6" fmla="*/ 112 w 128"/>
              <a:gd name="T7" fmla="*/ 56 h 176"/>
              <a:gd name="T8" fmla="*/ 83 w 128"/>
              <a:gd name="T9" fmla="*/ 21 h 176"/>
              <a:gd name="T10" fmla="*/ 67 w 128"/>
              <a:gd name="T11" fmla="*/ 61 h 176"/>
              <a:gd name="T12" fmla="*/ 64 w 128"/>
              <a:gd name="T13" fmla="*/ 83 h 176"/>
              <a:gd name="T14" fmla="*/ 70 w 128"/>
              <a:gd name="T15" fmla="*/ 96 h 176"/>
              <a:gd name="T16" fmla="*/ 72 w 128"/>
              <a:gd name="T17" fmla="*/ 92 h 176"/>
              <a:gd name="T18" fmla="*/ 78 w 128"/>
              <a:gd name="T19" fmla="*/ 67 h 176"/>
              <a:gd name="T20" fmla="*/ 99 w 128"/>
              <a:gd name="T21" fmla="*/ 66 h 176"/>
              <a:gd name="T22" fmla="*/ 104 w 128"/>
              <a:gd name="T23" fmla="*/ 71 h 176"/>
              <a:gd name="T24" fmla="*/ 72 w 128"/>
              <a:gd name="T25" fmla="*/ 112 h 176"/>
              <a:gd name="T26" fmla="*/ 72 w 128"/>
              <a:gd name="T27" fmla="*/ 0 h 176"/>
              <a:gd name="T28" fmla="*/ 72 w 128"/>
              <a:gd name="T29" fmla="*/ 112 h 176"/>
              <a:gd name="T30" fmla="*/ 120 w 128"/>
              <a:gd name="T31" fmla="*/ 56 h 176"/>
              <a:gd name="T32" fmla="*/ 24 w 128"/>
              <a:gd name="T33" fmla="*/ 56 h 176"/>
              <a:gd name="T34" fmla="*/ 122 w 128"/>
              <a:gd name="T35" fmla="*/ 98 h 176"/>
              <a:gd name="T36" fmla="*/ 119 w 128"/>
              <a:gd name="T37" fmla="*/ 99 h 176"/>
              <a:gd name="T38" fmla="*/ 8 w 128"/>
              <a:gd name="T39" fmla="*/ 56 h 176"/>
              <a:gd name="T40" fmla="*/ 28 w 128"/>
              <a:gd name="T41" fmla="*/ 9 h 176"/>
              <a:gd name="T42" fmla="*/ 26 w 128"/>
              <a:gd name="T43" fmla="*/ 2 h 176"/>
              <a:gd name="T44" fmla="*/ 23 w 128"/>
              <a:gd name="T45" fmla="*/ 3 h 176"/>
              <a:gd name="T46" fmla="*/ 68 w 128"/>
              <a:gd name="T47" fmla="*/ 128 h 176"/>
              <a:gd name="T48" fmla="*/ 44 w 128"/>
              <a:gd name="T49" fmla="*/ 168 h 176"/>
              <a:gd name="T50" fmla="*/ 44 w 128"/>
              <a:gd name="T51" fmla="*/ 176 h 176"/>
              <a:gd name="T52" fmla="*/ 104 w 128"/>
              <a:gd name="T53" fmla="*/ 172 h 176"/>
              <a:gd name="T54" fmla="*/ 76 w 128"/>
              <a:gd name="T55" fmla="*/ 168 h 176"/>
              <a:gd name="T56" fmla="*/ 125 w 128"/>
              <a:gd name="T57" fmla="*/ 105 h 176"/>
              <a:gd name="T58" fmla="*/ 126 w 128"/>
              <a:gd name="T59" fmla="*/ 102 h 176"/>
              <a:gd name="T60" fmla="*/ 37 w 128"/>
              <a:gd name="T61" fmla="*/ 51 h 176"/>
              <a:gd name="T62" fmla="*/ 53 w 128"/>
              <a:gd name="T63" fmla="*/ 60 h 176"/>
              <a:gd name="T64" fmla="*/ 56 w 128"/>
              <a:gd name="T65" fmla="*/ 53 h 176"/>
              <a:gd name="T66" fmla="*/ 70 w 128"/>
              <a:gd name="T67" fmla="*/ 42 h 176"/>
              <a:gd name="T68" fmla="*/ 69 w 128"/>
              <a:gd name="T69" fmla="*/ 32 h 176"/>
              <a:gd name="T70" fmla="*/ 65 w 128"/>
              <a:gd name="T71" fmla="*/ 31 h 176"/>
              <a:gd name="T72" fmla="*/ 59 w 128"/>
              <a:gd name="T73" fmla="*/ 26 h 176"/>
              <a:gd name="T74" fmla="*/ 46 w 128"/>
              <a:gd name="T75" fmla="*/ 26 h 176"/>
              <a:gd name="T76" fmla="*/ 37 w 128"/>
              <a:gd name="T77" fmla="*/ 5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8" h="176">
                <a:moveTo>
                  <a:pt x="85" y="27"/>
                </a:moveTo>
                <a:cubicBezTo>
                  <a:pt x="85" y="27"/>
                  <a:pt x="84" y="28"/>
                  <a:pt x="85" y="32"/>
                </a:cubicBezTo>
                <a:cubicBezTo>
                  <a:pt x="87" y="37"/>
                  <a:pt x="89" y="38"/>
                  <a:pt x="95" y="35"/>
                </a:cubicBezTo>
                <a:cubicBezTo>
                  <a:pt x="97" y="34"/>
                  <a:pt x="99" y="35"/>
                  <a:pt x="99" y="37"/>
                </a:cubicBezTo>
                <a:cubicBezTo>
                  <a:pt x="98" y="43"/>
                  <a:pt x="94" y="43"/>
                  <a:pt x="97" y="51"/>
                </a:cubicBezTo>
                <a:cubicBezTo>
                  <a:pt x="99" y="57"/>
                  <a:pt x="104" y="59"/>
                  <a:pt x="106" y="63"/>
                </a:cubicBezTo>
                <a:cubicBezTo>
                  <a:pt x="107" y="65"/>
                  <a:pt x="108" y="66"/>
                  <a:pt x="110" y="67"/>
                </a:cubicBezTo>
                <a:cubicBezTo>
                  <a:pt x="111" y="64"/>
                  <a:pt x="112" y="60"/>
                  <a:pt x="112" y="56"/>
                </a:cubicBezTo>
                <a:cubicBezTo>
                  <a:pt x="112" y="39"/>
                  <a:pt x="101" y="24"/>
                  <a:pt x="86" y="18"/>
                </a:cubicBezTo>
                <a:cubicBezTo>
                  <a:pt x="85" y="20"/>
                  <a:pt x="84" y="21"/>
                  <a:pt x="83" y="21"/>
                </a:cubicBezTo>
                <a:cubicBezTo>
                  <a:pt x="81" y="22"/>
                  <a:pt x="81" y="27"/>
                  <a:pt x="85" y="27"/>
                </a:cubicBezTo>
                <a:moveTo>
                  <a:pt x="67" y="61"/>
                </a:moveTo>
                <a:cubicBezTo>
                  <a:pt x="61" y="61"/>
                  <a:pt x="56" y="62"/>
                  <a:pt x="58" y="71"/>
                </a:cubicBezTo>
                <a:cubicBezTo>
                  <a:pt x="60" y="80"/>
                  <a:pt x="65" y="76"/>
                  <a:pt x="64" y="83"/>
                </a:cubicBezTo>
                <a:cubicBezTo>
                  <a:pt x="64" y="90"/>
                  <a:pt x="65" y="91"/>
                  <a:pt x="66" y="93"/>
                </a:cubicBezTo>
                <a:cubicBezTo>
                  <a:pt x="67" y="94"/>
                  <a:pt x="68" y="96"/>
                  <a:pt x="70" y="96"/>
                </a:cubicBezTo>
                <a:cubicBezTo>
                  <a:pt x="70" y="96"/>
                  <a:pt x="70" y="96"/>
                  <a:pt x="70" y="96"/>
                </a:cubicBezTo>
                <a:cubicBezTo>
                  <a:pt x="71" y="96"/>
                  <a:pt x="72" y="95"/>
                  <a:pt x="72" y="92"/>
                </a:cubicBezTo>
                <a:cubicBezTo>
                  <a:pt x="73" y="86"/>
                  <a:pt x="75" y="82"/>
                  <a:pt x="78" y="79"/>
                </a:cubicBezTo>
                <a:cubicBezTo>
                  <a:pt x="81" y="75"/>
                  <a:pt x="83" y="71"/>
                  <a:pt x="78" y="67"/>
                </a:cubicBezTo>
                <a:cubicBezTo>
                  <a:pt x="73" y="62"/>
                  <a:pt x="74" y="61"/>
                  <a:pt x="67" y="61"/>
                </a:cubicBezTo>
                <a:moveTo>
                  <a:pt x="99" y="66"/>
                </a:moveTo>
                <a:cubicBezTo>
                  <a:pt x="97" y="67"/>
                  <a:pt x="97" y="70"/>
                  <a:pt x="99" y="71"/>
                </a:cubicBezTo>
                <a:cubicBezTo>
                  <a:pt x="100" y="72"/>
                  <a:pt x="103" y="74"/>
                  <a:pt x="104" y="71"/>
                </a:cubicBezTo>
                <a:cubicBezTo>
                  <a:pt x="105" y="68"/>
                  <a:pt x="101" y="65"/>
                  <a:pt x="99" y="66"/>
                </a:cubicBezTo>
                <a:moveTo>
                  <a:pt x="72" y="112"/>
                </a:moveTo>
                <a:cubicBezTo>
                  <a:pt x="103" y="112"/>
                  <a:pt x="128" y="87"/>
                  <a:pt x="128" y="56"/>
                </a:cubicBezTo>
                <a:cubicBezTo>
                  <a:pt x="128" y="25"/>
                  <a:pt x="103" y="0"/>
                  <a:pt x="72" y="0"/>
                </a:cubicBezTo>
                <a:cubicBezTo>
                  <a:pt x="41" y="0"/>
                  <a:pt x="16" y="25"/>
                  <a:pt x="16" y="56"/>
                </a:cubicBezTo>
                <a:cubicBezTo>
                  <a:pt x="16" y="87"/>
                  <a:pt x="41" y="112"/>
                  <a:pt x="72" y="112"/>
                </a:cubicBezTo>
                <a:moveTo>
                  <a:pt x="72" y="8"/>
                </a:moveTo>
                <a:cubicBezTo>
                  <a:pt x="99" y="8"/>
                  <a:pt x="120" y="29"/>
                  <a:pt x="120" y="56"/>
                </a:cubicBezTo>
                <a:cubicBezTo>
                  <a:pt x="120" y="83"/>
                  <a:pt x="99" y="104"/>
                  <a:pt x="72" y="104"/>
                </a:cubicBezTo>
                <a:cubicBezTo>
                  <a:pt x="45" y="104"/>
                  <a:pt x="24" y="83"/>
                  <a:pt x="24" y="56"/>
                </a:cubicBezTo>
                <a:cubicBezTo>
                  <a:pt x="24" y="29"/>
                  <a:pt x="45" y="8"/>
                  <a:pt x="72" y="8"/>
                </a:cubicBezTo>
                <a:moveTo>
                  <a:pt x="122" y="98"/>
                </a:moveTo>
                <a:cubicBezTo>
                  <a:pt x="121" y="98"/>
                  <a:pt x="120" y="98"/>
                  <a:pt x="119" y="99"/>
                </a:cubicBezTo>
                <a:cubicBezTo>
                  <a:pt x="119" y="99"/>
                  <a:pt x="119" y="99"/>
                  <a:pt x="119" y="99"/>
                </a:cubicBezTo>
                <a:cubicBezTo>
                  <a:pt x="108" y="112"/>
                  <a:pt x="91" y="120"/>
                  <a:pt x="72" y="120"/>
                </a:cubicBezTo>
                <a:cubicBezTo>
                  <a:pt x="37" y="120"/>
                  <a:pt x="8" y="91"/>
                  <a:pt x="8" y="56"/>
                </a:cubicBezTo>
                <a:cubicBezTo>
                  <a:pt x="8" y="38"/>
                  <a:pt x="16" y="21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9" y="8"/>
                  <a:pt x="30" y="7"/>
                  <a:pt x="30" y="6"/>
                </a:cubicBezTo>
                <a:cubicBezTo>
                  <a:pt x="30" y="4"/>
                  <a:pt x="28" y="2"/>
                  <a:pt x="26" y="2"/>
                </a:cubicBezTo>
                <a:cubicBezTo>
                  <a:pt x="25" y="2"/>
                  <a:pt x="24" y="3"/>
                  <a:pt x="23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9" y="16"/>
                  <a:pt x="0" y="35"/>
                  <a:pt x="0" y="56"/>
                </a:cubicBezTo>
                <a:cubicBezTo>
                  <a:pt x="0" y="94"/>
                  <a:pt x="30" y="126"/>
                  <a:pt x="68" y="128"/>
                </a:cubicBezTo>
                <a:cubicBezTo>
                  <a:pt x="68" y="168"/>
                  <a:pt x="68" y="168"/>
                  <a:pt x="68" y="168"/>
                </a:cubicBezTo>
                <a:cubicBezTo>
                  <a:pt x="44" y="168"/>
                  <a:pt x="44" y="168"/>
                  <a:pt x="44" y="168"/>
                </a:cubicBezTo>
                <a:cubicBezTo>
                  <a:pt x="42" y="168"/>
                  <a:pt x="40" y="170"/>
                  <a:pt x="40" y="172"/>
                </a:cubicBezTo>
                <a:cubicBezTo>
                  <a:pt x="40" y="174"/>
                  <a:pt x="42" y="176"/>
                  <a:pt x="44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102" y="176"/>
                  <a:pt x="104" y="174"/>
                  <a:pt x="104" y="172"/>
                </a:cubicBezTo>
                <a:cubicBezTo>
                  <a:pt x="104" y="170"/>
                  <a:pt x="102" y="168"/>
                  <a:pt x="100" y="168"/>
                </a:cubicBezTo>
                <a:cubicBezTo>
                  <a:pt x="76" y="168"/>
                  <a:pt x="76" y="168"/>
                  <a:pt x="76" y="16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95" y="127"/>
                  <a:pt x="112" y="118"/>
                  <a:pt x="125" y="105"/>
                </a:cubicBezTo>
                <a:cubicBezTo>
                  <a:pt x="125" y="105"/>
                  <a:pt x="125" y="105"/>
                  <a:pt x="125" y="105"/>
                </a:cubicBezTo>
                <a:cubicBezTo>
                  <a:pt x="125" y="104"/>
                  <a:pt x="126" y="103"/>
                  <a:pt x="126" y="102"/>
                </a:cubicBezTo>
                <a:cubicBezTo>
                  <a:pt x="126" y="100"/>
                  <a:pt x="124" y="98"/>
                  <a:pt x="122" y="98"/>
                </a:cubicBezTo>
                <a:moveTo>
                  <a:pt x="37" y="51"/>
                </a:moveTo>
                <a:cubicBezTo>
                  <a:pt x="37" y="51"/>
                  <a:pt x="39" y="56"/>
                  <a:pt x="53" y="63"/>
                </a:cubicBezTo>
                <a:cubicBezTo>
                  <a:pt x="53" y="63"/>
                  <a:pt x="56" y="63"/>
                  <a:pt x="53" y="60"/>
                </a:cubicBezTo>
                <a:cubicBezTo>
                  <a:pt x="50" y="57"/>
                  <a:pt x="46" y="53"/>
                  <a:pt x="50" y="51"/>
                </a:cubicBezTo>
                <a:cubicBezTo>
                  <a:pt x="54" y="49"/>
                  <a:pt x="55" y="49"/>
                  <a:pt x="56" y="53"/>
                </a:cubicBezTo>
                <a:cubicBezTo>
                  <a:pt x="57" y="57"/>
                  <a:pt x="60" y="55"/>
                  <a:pt x="60" y="51"/>
                </a:cubicBezTo>
                <a:cubicBezTo>
                  <a:pt x="61" y="48"/>
                  <a:pt x="66" y="44"/>
                  <a:pt x="70" y="42"/>
                </a:cubicBezTo>
                <a:cubicBezTo>
                  <a:pt x="74" y="41"/>
                  <a:pt x="77" y="40"/>
                  <a:pt x="77" y="37"/>
                </a:cubicBezTo>
                <a:cubicBezTo>
                  <a:pt x="76" y="35"/>
                  <a:pt x="75" y="32"/>
                  <a:pt x="69" y="32"/>
                </a:cubicBezTo>
                <a:cubicBezTo>
                  <a:pt x="63" y="32"/>
                  <a:pt x="66" y="40"/>
                  <a:pt x="61" y="36"/>
                </a:cubicBezTo>
                <a:cubicBezTo>
                  <a:pt x="56" y="31"/>
                  <a:pt x="62" y="32"/>
                  <a:pt x="65" y="31"/>
                </a:cubicBezTo>
                <a:cubicBezTo>
                  <a:pt x="67" y="30"/>
                  <a:pt x="70" y="26"/>
                  <a:pt x="65" y="25"/>
                </a:cubicBezTo>
                <a:cubicBezTo>
                  <a:pt x="61" y="25"/>
                  <a:pt x="62" y="27"/>
                  <a:pt x="59" y="26"/>
                </a:cubicBezTo>
                <a:cubicBezTo>
                  <a:pt x="55" y="25"/>
                  <a:pt x="54" y="30"/>
                  <a:pt x="52" y="29"/>
                </a:cubicBezTo>
                <a:cubicBezTo>
                  <a:pt x="50" y="29"/>
                  <a:pt x="48" y="27"/>
                  <a:pt x="46" y="26"/>
                </a:cubicBezTo>
                <a:cubicBezTo>
                  <a:pt x="40" y="31"/>
                  <a:pt x="36" y="37"/>
                  <a:pt x="34" y="45"/>
                </a:cubicBezTo>
                <a:cubicBezTo>
                  <a:pt x="35" y="49"/>
                  <a:pt x="37" y="51"/>
                  <a:pt x="37" y="5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358"/>
          <p:cNvSpPr>
            <a:spLocks noEditPoints="1"/>
          </p:cNvSpPr>
          <p:nvPr/>
        </p:nvSpPr>
        <p:spPr bwMode="auto">
          <a:xfrm>
            <a:off x="4754553" y="1731343"/>
            <a:ext cx="274235" cy="334275"/>
          </a:xfrm>
          <a:custGeom>
            <a:avLst/>
            <a:gdLst>
              <a:gd name="T0" fmla="*/ 119 w 144"/>
              <a:gd name="T1" fmla="*/ 89 h 176"/>
              <a:gd name="T2" fmla="*/ 84 w 144"/>
              <a:gd name="T3" fmla="*/ 88 h 176"/>
              <a:gd name="T4" fmla="*/ 124 w 144"/>
              <a:gd name="T5" fmla="*/ 72 h 176"/>
              <a:gd name="T6" fmla="*/ 128 w 144"/>
              <a:gd name="T7" fmla="*/ 20 h 176"/>
              <a:gd name="T8" fmla="*/ 84 w 144"/>
              <a:gd name="T9" fmla="*/ 16 h 176"/>
              <a:gd name="T10" fmla="*/ 76 w 144"/>
              <a:gd name="T11" fmla="*/ 0 h 176"/>
              <a:gd name="T12" fmla="*/ 60 w 144"/>
              <a:gd name="T13" fmla="*/ 8 h 176"/>
              <a:gd name="T14" fmla="*/ 28 w 144"/>
              <a:gd name="T15" fmla="*/ 16 h 176"/>
              <a:gd name="T16" fmla="*/ 1 w 144"/>
              <a:gd name="T17" fmla="*/ 41 h 176"/>
              <a:gd name="T18" fmla="*/ 1 w 144"/>
              <a:gd name="T19" fmla="*/ 47 h 176"/>
              <a:gd name="T20" fmla="*/ 28 w 144"/>
              <a:gd name="T21" fmla="*/ 72 h 176"/>
              <a:gd name="T22" fmla="*/ 60 w 144"/>
              <a:gd name="T23" fmla="*/ 88 h 176"/>
              <a:gd name="T24" fmla="*/ 16 w 144"/>
              <a:gd name="T25" fmla="*/ 92 h 176"/>
              <a:gd name="T26" fmla="*/ 20 w 144"/>
              <a:gd name="T27" fmla="*/ 144 h 176"/>
              <a:gd name="T28" fmla="*/ 60 w 144"/>
              <a:gd name="T29" fmla="*/ 168 h 176"/>
              <a:gd name="T30" fmla="*/ 76 w 144"/>
              <a:gd name="T31" fmla="*/ 176 h 176"/>
              <a:gd name="T32" fmla="*/ 84 w 144"/>
              <a:gd name="T33" fmla="*/ 144 h 176"/>
              <a:gd name="T34" fmla="*/ 119 w 144"/>
              <a:gd name="T35" fmla="*/ 143 h 176"/>
              <a:gd name="T36" fmla="*/ 144 w 144"/>
              <a:gd name="T37" fmla="*/ 116 h 176"/>
              <a:gd name="T38" fmla="*/ 68 w 144"/>
              <a:gd name="T39" fmla="*/ 8 h 176"/>
              <a:gd name="T40" fmla="*/ 76 w 144"/>
              <a:gd name="T41" fmla="*/ 16 h 176"/>
              <a:gd name="T42" fmla="*/ 68 w 144"/>
              <a:gd name="T43" fmla="*/ 8 h 176"/>
              <a:gd name="T44" fmla="*/ 10 w 144"/>
              <a:gd name="T45" fmla="*/ 44 h 176"/>
              <a:gd name="T46" fmla="*/ 120 w 144"/>
              <a:gd name="T47" fmla="*/ 24 h 176"/>
              <a:gd name="T48" fmla="*/ 30 w 144"/>
              <a:gd name="T49" fmla="*/ 64 h 176"/>
              <a:gd name="T50" fmla="*/ 68 w 144"/>
              <a:gd name="T51" fmla="*/ 88 h 176"/>
              <a:gd name="T52" fmla="*/ 76 w 144"/>
              <a:gd name="T53" fmla="*/ 72 h 176"/>
              <a:gd name="T54" fmla="*/ 76 w 144"/>
              <a:gd name="T55" fmla="*/ 168 h 176"/>
              <a:gd name="T56" fmla="*/ 68 w 144"/>
              <a:gd name="T57" fmla="*/ 144 h 176"/>
              <a:gd name="T58" fmla="*/ 76 w 144"/>
              <a:gd name="T59" fmla="*/ 168 h 176"/>
              <a:gd name="T60" fmla="*/ 24 w 144"/>
              <a:gd name="T61" fmla="*/ 136 h 176"/>
              <a:gd name="T62" fmla="*/ 114 w 144"/>
              <a:gd name="T63" fmla="*/ 96 h 176"/>
              <a:gd name="T64" fmla="*/ 114 w 144"/>
              <a:gd name="T65" fmla="*/ 1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143" y="113"/>
                </a:moveTo>
                <a:cubicBezTo>
                  <a:pt x="119" y="89"/>
                  <a:pt x="119" y="89"/>
                  <a:pt x="119" y="89"/>
                </a:cubicBezTo>
                <a:cubicBezTo>
                  <a:pt x="118" y="88"/>
                  <a:pt x="117" y="88"/>
                  <a:pt x="116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72"/>
                  <a:pt x="84" y="72"/>
                  <a:pt x="84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6" y="72"/>
                  <a:pt x="128" y="70"/>
                  <a:pt x="128" y="68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8"/>
                  <a:pt x="126" y="16"/>
                  <a:pt x="124" y="16"/>
                </a:cubicBezTo>
                <a:cubicBezTo>
                  <a:pt x="84" y="16"/>
                  <a:pt x="84" y="16"/>
                  <a:pt x="84" y="16"/>
                </a:cubicBezTo>
                <a:cubicBezTo>
                  <a:pt x="84" y="8"/>
                  <a:pt x="84" y="8"/>
                  <a:pt x="84" y="8"/>
                </a:cubicBezTo>
                <a:cubicBezTo>
                  <a:pt x="84" y="4"/>
                  <a:pt x="80" y="0"/>
                  <a:pt x="76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4" y="0"/>
                  <a:pt x="60" y="4"/>
                  <a:pt x="60" y="8"/>
                </a:cubicBezTo>
                <a:cubicBezTo>
                  <a:pt x="60" y="16"/>
                  <a:pt x="60" y="16"/>
                  <a:pt x="60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7" y="16"/>
                  <a:pt x="26" y="16"/>
                  <a:pt x="25" y="1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0" y="43"/>
                  <a:pt x="0" y="44"/>
                </a:cubicBezTo>
                <a:cubicBezTo>
                  <a:pt x="0" y="45"/>
                  <a:pt x="0" y="46"/>
                  <a:pt x="1" y="47"/>
                </a:cubicBezTo>
                <a:cubicBezTo>
                  <a:pt x="25" y="71"/>
                  <a:pt x="25" y="71"/>
                  <a:pt x="25" y="71"/>
                </a:cubicBezTo>
                <a:cubicBezTo>
                  <a:pt x="26" y="72"/>
                  <a:pt x="27" y="72"/>
                  <a:pt x="28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88"/>
                  <a:pt x="60" y="88"/>
                  <a:pt x="60" y="88"/>
                </a:cubicBezTo>
                <a:cubicBezTo>
                  <a:pt x="20" y="88"/>
                  <a:pt x="20" y="88"/>
                  <a:pt x="20" y="88"/>
                </a:cubicBezTo>
                <a:cubicBezTo>
                  <a:pt x="18" y="88"/>
                  <a:pt x="16" y="90"/>
                  <a:pt x="16" y="92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6" y="142"/>
                  <a:pt x="18" y="144"/>
                  <a:pt x="20" y="144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172"/>
                  <a:pt x="64" y="176"/>
                  <a:pt x="68" y="176"/>
                </a:cubicBezTo>
                <a:cubicBezTo>
                  <a:pt x="76" y="176"/>
                  <a:pt x="76" y="176"/>
                  <a:pt x="76" y="176"/>
                </a:cubicBezTo>
                <a:cubicBezTo>
                  <a:pt x="80" y="176"/>
                  <a:pt x="84" y="172"/>
                  <a:pt x="84" y="168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117" y="144"/>
                  <a:pt x="118" y="144"/>
                  <a:pt x="119" y="143"/>
                </a:cubicBezTo>
                <a:cubicBezTo>
                  <a:pt x="143" y="119"/>
                  <a:pt x="143" y="119"/>
                  <a:pt x="143" y="119"/>
                </a:cubicBezTo>
                <a:cubicBezTo>
                  <a:pt x="144" y="118"/>
                  <a:pt x="144" y="117"/>
                  <a:pt x="144" y="116"/>
                </a:cubicBezTo>
                <a:cubicBezTo>
                  <a:pt x="144" y="115"/>
                  <a:pt x="144" y="114"/>
                  <a:pt x="143" y="113"/>
                </a:cubicBezTo>
                <a:moveTo>
                  <a:pt x="68" y="8"/>
                </a:moveTo>
                <a:cubicBezTo>
                  <a:pt x="76" y="8"/>
                  <a:pt x="76" y="8"/>
                  <a:pt x="76" y="8"/>
                </a:cubicBezTo>
                <a:cubicBezTo>
                  <a:pt x="76" y="16"/>
                  <a:pt x="76" y="16"/>
                  <a:pt x="76" y="16"/>
                </a:cubicBezTo>
                <a:cubicBezTo>
                  <a:pt x="68" y="16"/>
                  <a:pt x="68" y="16"/>
                  <a:pt x="68" y="16"/>
                </a:cubicBezTo>
                <a:lnTo>
                  <a:pt x="68" y="8"/>
                </a:lnTo>
                <a:close/>
                <a:moveTo>
                  <a:pt x="30" y="64"/>
                </a:moveTo>
                <a:cubicBezTo>
                  <a:pt x="10" y="44"/>
                  <a:pt x="10" y="44"/>
                  <a:pt x="10" y="44"/>
                </a:cubicBezTo>
                <a:cubicBezTo>
                  <a:pt x="30" y="24"/>
                  <a:pt x="30" y="24"/>
                  <a:pt x="30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64"/>
                  <a:pt x="120" y="64"/>
                  <a:pt x="120" y="64"/>
                </a:cubicBezTo>
                <a:lnTo>
                  <a:pt x="30" y="64"/>
                </a:lnTo>
                <a:close/>
                <a:moveTo>
                  <a:pt x="76" y="88"/>
                </a:moveTo>
                <a:cubicBezTo>
                  <a:pt x="68" y="88"/>
                  <a:pt x="68" y="88"/>
                  <a:pt x="68" y="88"/>
                </a:cubicBezTo>
                <a:cubicBezTo>
                  <a:pt x="68" y="72"/>
                  <a:pt x="68" y="72"/>
                  <a:pt x="68" y="72"/>
                </a:cubicBezTo>
                <a:cubicBezTo>
                  <a:pt x="76" y="72"/>
                  <a:pt x="76" y="72"/>
                  <a:pt x="76" y="72"/>
                </a:cubicBezTo>
                <a:lnTo>
                  <a:pt x="76" y="88"/>
                </a:lnTo>
                <a:close/>
                <a:moveTo>
                  <a:pt x="76" y="168"/>
                </a:moveTo>
                <a:cubicBezTo>
                  <a:pt x="68" y="168"/>
                  <a:pt x="68" y="168"/>
                  <a:pt x="68" y="168"/>
                </a:cubicBezTo>
                <a:cubicBezTo>
                  <a:pt x="68" y="144"/>
                  <a:pt x="68" y="144"/>
                  <a:pt x="68" y="144"/>
                </a:cubicBezTo>
                <a:cubicBezTo>
                  <a:pt x="76" y="144"/>
                  <a:pt x="76" y="144"/>
                  <a:pt x="76" y="144"/>
                </a:cubicBezTo>
                <a:lnTo>
                  <a:pt x="76" y="168"/>
                </a:lnTo>
                <a:close/>
                <a:moveTo>
                  <a:pt x="114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24" y="96"/>
                  <a:pt x="24" y="96"/>
                  <a:pt x="24" y="96"/>
                </a:cubicBezTo>
                <a:cubicBezTo>
                  <a:pt x="114" y="96"/>
                  <a:pt x="114" y="96"/>
                  <a:pt x="114" y="96"/>
                </a:cubicBezTo>
                <a:cubicBezTo>
                  <a:pt x="134" y="116"/>
                  <a:pt x="134" y="116"/>
                  <a:pt x="134" y="116"/>
                </a:cubicBezTo>
                <a:lnTo>
                  <a:pt x="114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359"/>
          <p:cNvSpPr>
            <a:spLocks noEditPoints="1"/>
          </p:cNvSpPr>
          <p:nvPr/>
        </p:nvSpPr>
        <p:spPr bwMode="auto">
          <a:xfrm>
            <a:off x="5393894" y="1731343"/>
            <a:ext cx="274235" cy="334275"/>
          </a:xfrm>
          <a:custGeom>
            <a:avLst/>
            <a:gdLst>
              <a:gd name="T0" fmla="*/ 68 w 144"/>
              <a:gd name="T1" fmla="*/ 64 h 176"/>
              <a:gd name="T2" fmla="*/ 120 w 144"/>
              <a:gd name="T3" fmla="*/ 60 h 176"/>
              <a:gd name="T4" fmla="*/ 68 w 144"/>
              <a:gd name="T5" fmla="*/ 56 h 176"/>
              <a:gd name="T6" fmla="*/ 116 w 144"/>
              <a:gd name="T7" fmla="*/ 72 h 176"/>
              <a:gd name="T8" fmla="*/ 88 w 144"/>
              <a:gd name="T9" fmla="*/ 76 h 176"/>
              <a:gd name="T10" fmla="*/ 116 w 144"/>
              <a:gd name="T11" fmla="*/ 80 h 176"/>
              <a:gd name="T12" fmla="*/ 116 w 144"/>
              <a:gd name="T13" fmla="*/ 72 h 176"/>
              <a:gd name="T14" fmla="*/ 84 w 144"/>
              <a:gd name="T15" fmla="*/ 16 h 176"/>
              <a:gd name="T16" fmla="*/ 76 w 144"/>
              <a:gd name="T17" fmla="*/ 0 h 176"/>
              <a:gd name="T18" fmla="*/ 60 w 144"/>
              <a:gd name="T19" fmla="*/ 8 h 176"/>
              <a:gd name="T20" fmla="*/ 8 w 144"/>
              <a:gd name="T21" fmla="*/ 16 h 176"/>
              <a:gd name="T22" fmla="*/ 0 w 144"/>
              <a:gd name="T23" fmla="*/ 112 h 176"/>
              <a:gd name="T24" fmla="*/ 60 w 144"/>
              <a:gd name="T25" fmla="*/ 120 h 176"/>
              <a:gd name="T26" fmla="*/ 68 w 144"/>
              <a:gd name="T27" fmla="*/ 176 h 176"/>
              <a:gd name="T28" fmla="*/ 84 w 144"/>
              <a:gd name="T29" fmla="*/ 168 h 176"/>
              <a:gd name="T30" fmla="*/ 136 w 144"/>
              <a:gd name="T31" fmla="*/ 120 h 176"/>
              <a:gd name="T32" fmla="*/ 144 w 144"/>
              <a:gd name="T33" fmla="*/ 24 h 176"/>
              <a:gd name="T34" fmla="*/ 68 w 144"/>
              <a:gd name="T35" fmla="*/ 8 h 176"/>
              <a:gd name="T36" fmla="*/ 76 w 144"/>
              <a:gd name="T37" fmla="*/ 16 h 176"/>
              <a:gd name="T38" fmla="*/ 68 w 144"/>
              <a:gd name="T39" fmla="*/ 8 h 176"/>
              <a:gd name="T40" fmla="*/ 68 w 144"/>
              <a:gd name="T41" fmla="*/ 168 h 176"/>
              <a:gd name="T42" fmla="*/ 76 w 144"/>
              <a:gd name="T43" fmla="*/ 120 h 176"/>
              <a:gd name="T44" fmla="*/ 136 w 144"/>
              <a:gd name="T45" fmla="*/ 112 h 176"/>
              <a:gd name="T46" fmla="*/ 8 w 144"/>
              <a:gd name="T47" fmla="*/ 24 h 176"/>
              <a:gd name="T48" fmla="*/ 136 w 144"/>
              <a:gd name="T49" fmla="*/ 112 h 176"/>
              <a:gd name="T50" fmla="*/ 100 w 144"/>
              <a:gd name="T51" fmla="*/ 48 h 176"/>
              <a:gd name="T52" fmla="*/ 100 w 144"/>
              <a:gd name="T53" fmla="*/ 40 h 176"/>
              <a:gd name="T54" fmla="*/ 24 w 144"/>
              <a:gd name="T55" fmla="*/ 44 h 176"/>
              <a:gd name="T56" fmla="*/ 28 w 144"/>
              <a:gd name="T57" fmla="*/ 80 h 176"/>
              <a:gd name="T58" fmla="*/ 80 w 144"/>
              <a:gd name="T59" fmla="*/ 76 h 176"/>
              <a:gd name="T60" fmla="*/ 28 w 144"/>
              <a:gd name="T61" fmla="*/ 72 h 176"/>
              <a:gd name="T62" fmla="*/ 28 w 144"/>
              <a:gd name="T63" fmla="*/ 80 h 176"/>
              <a:gd name="T64" fmla="*/ 108 w 144"/>
              <a:gd name="T65" fmla="*/ 96 h 176"/>
              <a:gd name="T66" fmla="*/ 108 w 144"/>
              <a:gd name="T67" fmla="*/ 88 h 176"/>
              <a:gd name="T68" fmla="*/ 24 w 144"/>
              <a:gd name="T69" fmla="*/ 92 h 176"/>
              <a:gd name="T70" fmla="*/ 28 w 144"/>
              <a:gd name="T71" fmla="*/ 64 h 176"/>
              <a:gd name="T72" fmla="*/ 56 w 144"/>
              <a:gd name="T73" fmla="*/ 60 h 176"/>
              <a:gd name="T74" fmla="*/ 28 w 144"/>
              <a:gd name="T75" fmla="*/ 56 h 176"/>
              <a:gd name="T76" fmla="*/ 28 w 144"/>
              <a:gd name="T77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4" h="176">
                <a:moveTo>
                  <a:pt x="64" y="60"/>
                </a:moveTo>
                <a:cubicBezTo>
                  <a:pt x="64" y="62"/>
                  <a:pt x="66" y="64"/>
                  <a:pt x="68" y="64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8" y="64"/>
                  <a:pt x="120" y="62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cubicBezTo>
                  <a:pt x="68" y="56"/>
                  <a:pt x="68" y="56"/>
                  <a:pt x="68" y="56"/>
                </a:cubicBezTo>
                <a:cubicBezTo>
                  <a:pt x="66" y="56"/>
                  <a:pt x="64" y="58"/>
                  <a:pt x="64" y="60"/>
                </a:cubicBezTo>
                <a:moveTo>
                  <a:pt x="116" y="72"/>
                </a:moveTo>
                <a:cubicBezTo>
                  <a:pt x="92" y="72"/>
                  <a:pt x="92" y="72"/>
                  <a:pt x="92" y="72"/>
                </a:cubicBezTo>
                <a:cubicBezTo>
                  <a:pt x="90" y="72"/>
                  <a:pt x="88" y="74"/>
                  <a:pt x="88" y="76"/>
                </a:cubicBezTo>
                <a:cubicBezTo>
                  <a:pt x="88" y="78"/>
                  <a:pt x="90" y="80"/>
                  <a:pt x="9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8" y="80"/>
                  <a:pt x="120" y="78"/>
                  <a:pt x="120" y="76"/>
                </a:cubicBezTo>
                <a:cubicBezTo>
                  <a:pt x="120" y="74"/>
                  <a:pt x="118" y="72"/>
                  <a:pt x="116" y="72"/>
                </a:cubicBezTo>
                <a:moveTo>
                  <a:pt x="136" y="16"/>
                </a:moveTo>
                <a:cubicBezTo>
                  <a:pt x="84" y="16"/>
                  <a:pt x="84" y="16"/>
                  <a:pt x="84" y="16"/>
                </a:cubicBezTo>
                <a:cubicBezTo>
                  <a:pt x="84" y="8"/>
                  <a:pt x="84" y="8"/>
                  <a:pt x="84" y="8"/>
                </a:cubicBezTo>
                <a:cubicBezTo>
                  <a:pt x="84" y="4"/>
                  <a:pt x="80" y="0"/>
                  <a:pt x="76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4" y="0"/>
                  <a:pt x="60" y="4"/>
                  <a:pt x="60" y="8"/>
                </a:cubicBezTo>
                <a:cubicBezTo>
                  <a:pt x="60" y="16"/>
                  <a:pt x="60" y="16"/>
                  <a:pt x="60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20"/>
                  <a:pt x="0" y="24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6"/>
                  <a:pt x="4" y="120"/>
                  <a:pt x="8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172"/>
                  <a:pt x="64" y="176"/>
                  <a:pt x="68" y="176"/>
                </a:cubicBezTo>
                <a:cubicBezTo>
                  <a:pt x="76" y="176"/>
                  <a:pt x="76" y="176"/>
                  <a:pt x="76" y="176"/>
                </a:cubicBezTo>
                <a:cubicBezTo>
                  <a:pt x="80" y="176"/>
                  <a:pt x="84" y="172"/>
                  <a:pt x="84" y="168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40" y="120"/>
                  <a:pt x="144" y="116"/>
                  <a:pt x="144" y="112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4" y="20"/>
                  <a:pt x="140" y="16"/>
                  <a:pt x="136" y="16"/>
                </a:cubicBezTo>
                <a:moveTo>
                  <a:pt x="68" y="8"/>
                </a:moveTo>
                <a:cubicBezTo>
                  <a:pt x="76" y="8"/>
                  <a:pt x="76" y="8"/>
                  <a:pt x="76" y="8"/>
                </a:cubicBezTo>
                <a:cubicBezTo>
                  <a:pt x="76" y="16"/>
                  <a:pt x="76" y="16"/>
                  <a:pt x="76" y="16"/>
                </a:cubicBezTo>
                <a:cubicBezTo>
                  <a:pt x="68" y="16"/>
                  <a:pt x="68" y="16"/>
                  <a:pt x="68" y="16"/>
                </a:cubicBezTo>
                <a:lnTo>
                  <a:pt x="68" y="8"/>
                </a:lnTo>
                <a:close/>
                <a:moveTo>
                  <a:pt x="76" y="168"/>
                </a:moveTo>
                <a:cubicBezTo>
                  <a:pt x="68" y="168"/>
                  <a:pt x="68" y="168"/>
                  <a:pt x="68" y="168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6" y="120"/>
                  <a:pt x="76" y="120"/>
                  <a:pt x="76" y="120"/>
                </a:cubicBezTo>
                <a:lnTo>
                  <a:pt x="76" y="168"/>
                </a:lnTo>
                <a:close/>
                <a:moveTo>
                  <a:pt x="136" y="112"/>
                </a:moveTo>
                <a:cubicBezTo>
                  <a:pt x="8" y="112"/>
                  <a:pt x="8" y="112"/>
                  <a:pt x="8" y="112"/>
                </a:cubicBezTo>
                <a:cubicBezTo>
                  <a:pt x="8" y="24"/>
                  <a:pt x="8" y="24"/>
                  <a:pt x="8" y="24"/>
                </a:cubicBezTo>
                <a:cubicBezTo>
                  <a:pt x="136" y="24"/>
                  <a:pt x="136" y="24"/>
                  <a:pt x="136" y="24"/>
                </a:cubicBezTo>
                <a:lnTo>
                  <a:pt x="136" y="112"/>
                </a:lnTo>
                <a:close/>
                <a:moveTo>
                  <a:pt x="28" y="48"/>
                </a:moveTo>
                <a:cubicBezTo>
                  <a:pt x="100" y="48"/>
                  <a:pt x="100" y="48"/>
                  <a:pt x="100" y="48"/>
                </a:cubicBezTo>
                <a:cubicBezTo>
                  <a:pt x="102" y="48"/>
                  <a:pt x="104" y="46"/>
                  <a:pt x="104" y="44"/>
                </a:cubicBezTo>
                <a:cubicBezTo>
                  <a:pt x="104" y="42"/>
                  <a:pt x="102" y="40"/>
                  <a:pt x="100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4" y="42"/>
                  <a:pt x="24" y="44"/>
                </a:cubicBezTo>
                <a:cubicBezTo>
                  <a:pt x="24" y="46"/>
                  <a:pt x="26" y="48"/>
                  <a:pt x="28" y="48"/>
                </a:cubicBezTo>
                <a:moveTo>
                  <a:pt x="28" y="80"/>
                </a:moveTo>
                <a:cubicBezTo>
                  <a:pt x="76" y="80"/>
                  <a:pt x="76" y="80"/>
                  <a:pt x="76" y="80"/>
                </a:cubicBezTo>
                <a:cubicBezTo>
                  <a:pt x="78" y="80"/>
                  <a:pt x="80" y="78"/>
                  <a:pt x="80" y="76"/>
                </a:cubicBezTo>
                <a:cubicBezTo>
                  <a:pt x="80" y="74"/>
                  <a:pt x="78" y="72"/>
                  <a:pt x="76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6" y="72"/>
                  <a:pt x="24" y="74"/>
                  <a:pt x="24" y="76"/>
                </a:cubicBezTo>
                <a:cubicBezTo>
                  <a:pt x="24" y="78"/>
                  <a:pt x="26" y="80"/>
                  <a:pt x="28" y="80"/>
                </a:cubicBezTo>
                <a:moveTo>
                  <a:pt x="28" y="96"/>
                </a:moveTo>
                <a:cubicBezTo>
                  <a:pt x="108" y="96"/>
                  <a:pt x="108" y="96"/>
                  <a:pt x="108" y="96"/>
                </a:cubicBez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cubicBezTo>
                  <a:pt x="28" y="88"/>
                  <a:pt x="28" y="88"/>
                  <a:pt x="28" y="88"/>
                </a:cubicBezTo>
                <a:cubicBezTo>
                  <a:pt x="26" y="88"/>
                  <a:pt x="24" y="90"/>
                  <a:pt x="24" y="92"/>
                </a:cubicBezTo>
                <a:cubicBezTo>
                  <a:pt x="24" y="94"/>
                  <a:pt x="26" y="96"/>
                  <a:pt x="28" y="96"/>
                </a:cubicBezTo>
                <a:moveTo>
                  <a:pt x="28" y="64"/>
                </a:moveTo>
                <a:cubicBezTo>
                  <a:pt x="52" y="64"/>
                  <a:pt x="52" y="64"/>
                  <a:pt x="52" y="64"/>
                </a:cubicBezTo>
                <a:cubicBezTo>
                  <a:pt x="54" y="64"/>
                  <a:pt x="56" y="62"/>
                  <a:pt x="56" y="60"/>
                </a:cubicBezTo>
                <a:cubicBezTo>
                  <a:pt x="56" y="58"/>
                  <a:pt x="54" y="56"/>
                  <a:pt x="52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6" y="56"/>
                  <a:pt x="24" y="58"/>
                  <a:pt x="24" y="60"/>
                </a:cubicBezTo>
                <a:cubicBezTo>
                  <a:pt x="24" y="62"/>
                  <a:pt x="26" y="64"/>
                  <a:pt x="28" y="6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360"/>
          <p:cNvSpPr>
            <a:spLocks noEditPoints="1"/>
          </p:cNvSpPr>
          <p:nvPr/>
        </p:nvSpPr>
        <p:spPr bwMode="auto">
          <a:xfrm>
            <a:off x="6002404" y="1760551"/>
            <a:ext cx="334275" cy="274235"/>
          </a:xfrm>
          <a:custGeom>
            <a:avLst/>
            <a:gdLst>
              <a:gd name="T0" fmla="*/ 108 w 176"/>
              <a:gd name="T1" fmla="*/ 56 h 144"/>
              <a:gd name="T2" fmla="*/ 84 w 176"/>
              <a:gd name="T3" fmla="*/ 56 h 144"/>
              <a:gd name="T4" fmla="*/ 80 w 176"/>
              <a:gd name="T5" fmla="*/ 60 h 144"/>
              <a:gd name="T6" fmla="*/ 84 w 176"/>
              <a:gd name="T7" fmla="*/ 64 h 144"/>
              <a:gd name="T8" fmla="*/ 96 w 176"/>
              <a:gd name="T9" fmla="*/ 64 h 144"/>
              <a:gd name="T10" fmla="*/ 64 w 176"/>
              <a:gd name="T11" fmla="*/ 116 h 144"/>
              <a:gd name="T12" fmla="*/ 64 w 176"/>
              <a:gd name="T13" fmla="*/ 116 h 144"/>
              <a:gd name="T14" fmla="*/ 64 w 176"/>
              <a:gd name="T15" fmla="*/ 116 h 144"/>
              <a:gd name="T16" fmla="*/ 68 w 176"/>
              <a:gd name="T17" fmla="*/ 120 h 144"/>
              <a:gd name="T18" fmla="*/ 72 w 176"/>
              <a:gd name="T19" fmla="*/ 116 h 144"/>
              <a:gd name="T20" fmla="*/ 72 w 176"/>
              <a:gd name="T21" fmla="*/ 116 h 144"/>
              <a:gd name="T22" fmla="*/ 104 w 176"/>
              <a:gd name="T23" fmla="*/ 68 h 144"/>
              <a:gd name="T24" fmla="*/ 104 w 176"/>
              <a:gd name="T25" fmla="*/ 84 h 144"/>
              <a:gd name="T26" fmla="*/ 108 w 176"/>
              <a:gd name="T27" fmla="*/ 88 h 144"/>
              <a:gd name="T28" fmla="*/ 112 w 176"/>
              <a:gd name="T29" fmla="*/ 84 h 144"/>
              <a:gd name="T30" fmla="*/ 112 w 176"/>
              <a:gd name="T31" fmla="*/ 60 h 144"/>
              <a:gd name="T32" fmla="*/ 108 w 176"/>
              <a:gd name="T33" fmla="*/ 56 h 144"/>
              <a:gd name="T34" fmla="*/ 174 w 176"/>
              <a:gd name="T35" fmla="*/ 120 h 144"/>
              <a:gd name="T36" fmla="*/ 102 w 176"/>
              <a:gd name="T37" fmla="*/ 8 h 144"/>
              <a:gd name="T38" fmla="*/ 88 w 176"/>
              <a:gd name="T39" fmla="*/ 0 h 144"/>
              <a:gd name="T40" fmla="*/ 74 w 176"/>
              <a:gd name="T41" fmla="*/ 8 h 144"/>
              <a:gd name="T42" fmla="*/ 2 w 176"/>
              <a:gd name="T43" fmla="*/ 120 h 144"/>
              <a:gd name="T44" fmla="*/ 0 w 176"/>
              <a:gd name="T45" fmla="*/ 128 h 144"/>
              <a:gd name="T46" fmla="*/ 16 w 176"/>
              <a:gd name="T47" fmla="*/ 144 h 144"/>
              <a:gd name="T48" fmla="*/ 160 w 176"/>
              <a:gd name="T49" fmla="*/ 144 h 144"/>
              <a:gd name="T50" fmla="*/ 176 w 176"/>
              <a:gd name="T51" fmla="*/ 128 h 144"/>
              <a:gd name="T52" fmla="*/ 174 w 176"/>
              <a:gd name="T53" fmla="*/ 120 h 144"/>
              <a:gd name="T54" fmla="*/ 160 w 176"/>
              <a:gd name="T55" fmla="*/ 136 h 144"/>
              <a:gd name="T56" fmla="*/ 16 w 176"/>
              <a:gd name="T57" fmla="*/ 136 h 144"/>
              <a:gd name="T58" fmla="*/ 8 w 176"/>
              <a:gd name="T59" fmla="*/ 128 h 144"/>
              <a:gd name="T60" fmla="*/ 9 w 176"/>
              <a:gd name="T61" fmla="*/ 125 h 144"/>
              <a:gd name="T62" fmla="*/ 9 w 176"/>
              <a:gd name="T63" fmla="*/ 124 h 144"/>
              <a:gd name="T64" fmla="*/ 81 w 176"/>
              <a:gd name="T65" fmla="*/ 12 h 144"/>
              <a:gd name="T66" fmla="*/ 81 w 176"/>
              <a:gd name="T67" fmla="*/ 12 h 144"/>
              <a:gd name="T68" fmla="*/ 88 w 176"/>
              <a:gd name="T69" fmla="*/ 8 h 144"/>
              <a:gd name="T70" fmla="*/ 95 w 176"/>
              <a:gd name="T71" fmla="*/ 11 h 144"/>
              <a:gd name="T72" fmla="*/ 95 w 176"/>
              <a:gd name="T73" fmla="*/ 12 h 144"/>
              <a:gd name="T74" fmla="*/ 167 w 176"/>
              <a:gd name="T75" fmla="*/ 124 h 144"/>
              <a:gd name="T76" fmla="*/ 168 w 176"/>
              <a:gd name="T77" fmla="*/ 125 h 144"/>
              <a:gd name="T78" fmla="*/ 168 w 176"/>
              <a:gd name="T79" fmla="*/ 128 h 144"/>
              <a:gd name="T80" fmla="*/ 160 w 176"/>
              <a:gd name="T8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44">
                <a:moveTo>
                  <a:pt x="108" y="56"/>
                </a:moveTo>
                <a:cubicBezTo>
                  <a:pt x="84" y="56"/>
                  <a:pt x="84" y="56"/>
                  <a:pt x="84" y="56"/>
                </a:cubicBezTo>
                <a:cubicBezTo>
                  <a:pt x="82" y="56"/>
                  <a:pt x="80" y="58"/>
                  <a:pt x="80" y="60"/>
                </a:cubicBezTo>
                <a:cubicBezTo>
                  <a:pt x="80" y="62"/>
                  <a:pt x="82" y="64"/>
                  <a:pt x="84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84" y="75"/>
                  <a:pt x="64" y="95"/>
                  <a:pt x="64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18"/>
                  <a:pt x="66" y="120"/>
                  <a:pt x="68" y="120"/>
                </a:cubicBezTo>
                <a:cubicBezTo>
                  <a:pt x="70" y="120"/>
                  <a:pt x="72" y="118"/>
                  <a:pt x="72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2" y="97"/>
                  <a:pt x="93" y="77"/>
                  <a:pt x="104" y="68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4" y="86"/>
                  <a:pt x="106" y="88"/>
                  <a:pt x="108" y="88"/>
                </a:cubicBezTo>
                <a:cubicBezTo>
                  <a:pt x="110" y="88"/>
                  <a:pt x="112" y="86"/>
                  <a:pt x="112" y="84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8"/>
                  <a:pt x="110" y="56"/>
                  <a:pt x="108" y="56"/>
                </a:cubicBezTo>
                <a:moveTo>
                  <a:pt x="174" y="120"/>
                </a:moveTo>
                <a:cubicBezTo>
                  <a:pt x="102" y="8"/>
                  <a:pt x="102" y="8"/>
                  <a:pt x="102" y="8"/>
                </a:cubicBezTo>
                <a:cubicBezTo>
                  <a:pt x="102" y="8"/>
                  <a:pt x="98" y="0"/>
                  <a:pt x="88" y="0"/>
                </a:cubicBezTo>
                <a:cubicBezTo>
                  <a:pt x="78" y="0"/>
                  <a:pt x="74" y="8"/>
                  <a:pt x="74" y="8"/>
                </a:cubicBezTo>
                <a:cubicBezTo>
                  <a:pt x="2" y="120"/>
                  <a:pt x="2" y="120"/>
                  <a:pt x="2" y="120"/>
                </a:cubicBezTo>
                <a:cubicBezTo>
                  <a:pt x="2" y="120"/>
                  <a:pt x="0" y="123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22"/>
                  <a:pt x="174" y="120"/>
                  <a:pt x="174" y="120"/>
                </a:cubicBezTo>
                <a:moveTo>
                  <a:pt x="160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126"/>
                  <a:pt x="8" y="125"/>
                  <a:pt x="9" y="125"/>
                </a:cubicBezTo>
                <a:cubicBezTo>
                  <a:pt x="9" y="125"/>
                  <a:pt x="9" y="125"/>
                  <a:pt x="9" y="124"/>
                </a:cubicBezTo>
                <a:cubicBezTo>
                  <a:pt x="81" y="12"/>
                  <a:pt x="81" y="12"/>
                  <a:pt x="81" y="12"/>
                </a:cubicBezTo>
                <a:cubicBezTo>
                  <a:pt x="81" y="12"/>
                  <a:pt x="81" y="12"/>
                  <a:pt x="81" y="12"/>
                </a:cubicBezTo>
                <a:cubicBezTo>
                  <a:pt x="81" y="12"/>
                  <a:pt x="83" y="8"/>
                  <a:pt x="88" y="8"/>
                </a:cubicBezTo>
                <a:cubicBezTo>
                  <a:pt x="93" y="8"/>
                  <a:pt x="94" y="11"/>
                  <a:pt x="95" y="11"/>
                </a:cubicBezTo>
                <a:cubicBezTo>
                  <a:pt x="95" y="12"/>
                  <a:pt x="95" y="12"/>
                  <a:pt x="95" y="12"/>
                </a:cubicBezTo>
                <a:cubicBezTo>
                  <a:pt x="167" y="124"/>
                  <a:pt x="167" y="124"/>
                  <a:pt x="167" y="124"/>
                </a:cubicBezTo>
                <a:cubicBezTo>
                  <a:pt x="167" y="125"/>
                  <a:pt x="167" y="125"/>
                  <a:pt x="168" y="125"/>
                </a:cubicBezTo>
                <a:cubicBezTo>
                  <a:pt x="168" y="125"/>
                  <a:pt x="168" y="126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361"/>
          <p:cNvSpPr>
            <a:spLocks noEditPoints="1"/>
          </p:cNvSpPr>
          <p:nvPr/>
        </p:nvSpPr>
        <p:spPr bwMode="auto">
          <a:xfrm>
            <a:off x="6641746" y="1731343"/>
            <a:ext cx="334275" cy="334275"/>
          </a:xfrm>
          <a:custGeom>
            <a:avLst/>
            <a:gdLst>
              <a:gd name="T0" fmla="*/ 168 w 176"/>
              <a:gd name="T1" fmla="*/ 16 h 176"/>
              <a:gd name="T2" fmla="*/ 144 w 176"/>
              <a:gd name="T3" fmla="*/ 8 h 176"/>
              <a:gd name="T4" fmla="*/ 140 w 176"/>
              <a:gd name="T5" fmla="*/ 0 h 176"/>
              <a:gd name="T6" fmla="*/ 136 w 176"/>
              <a:gd name="T7" fmla="*/ 8 h 176"/>
              <a:gd name="T8" fmla="*/ 40 w 176"/>
              <a:gd name="T9" fmla="*/ 4 h 176"/>
              <a:gd name="T10" fmla="*/ 32 w 176"/>
              <a:gd name="T11" fmla="*/ 4 h 176"/>
              <a:gd name="T12" fmla="*/ 16 w 176"/>
              <a:gd name="T13" fmla="*/ 8 h 176"/>
              <a:gd name="T14" fmla="*/ 8 w 176"/>
              <a:gd name="T15" fmla="*/ 96 h 176"/>
              <a:gd name="T16" fmla="*/ 0 w 176"/>
              <a:gd name="T17" fmla="*/ 112 h 176"/>
              <a:gd name="T18" fmla="*/ 24 w 176"/>
              <a:gd name="T19" fmla="*/ 120 h 176"/>
              <a:gd name="T20" fmla="*/ 28 w 176"/>
              <a:gd name="T21" fmla="*/ 176 h 176"/>
              <a:gd name="T22" fmla="*/ 32 w 176"/>
              <a:gd name="T23" fmla="*/ 166 h 176"/>
              <a:gd name="T24" fmla="*/ 44 w 176"/>
              <a:gd name="T25" fmla="*/ 176 h 176"/>
              <a:gd name="T26" fmla="*/ 48 w 176"/>
              <a:gd name="T27" fmla="*/ 120 h 176"/>
              <a:gd name="T28" fmla="*/ 128 w 176"/>
              <a:gd name="T29" fmla="*/ 172 h 176"/>
              <a:gd name="T30" fmla="*/ 135 w 176"/>
              <a:gd name="T31" fmla="*/ 175 h 176"/>
              <a:gd name="T32" fmla="*/ 144 w 176"/>
              <a:gd name="T33" fmla="*/ 172 h 176"/>
              <a:gd name="T34" fmla="*/ 152 w 176"/>
              <a:gd name="T35" fmla="*/ 172 h 176"/>
              <a:gd name="T36" fmla="*/ 168 w 176"/>
              <a:gd name="T37" fmla="*/ 120 h 176"/>
              <a:gd name="T38" fmla="*/ 176 w 176"/>
              <a:gd name="T39" fmla="*/ 104 h 176"/>
              <a:gd name="T40" fmla="*/ 16 w 176"/>
              <a:gd name="T41" fmla="*/ 16 h 176"/>
              <a:gd name="T42" fmla="*/ 160 w 176"/>
              <a:gd name="T43" fmla="*/ 96 h 176"/>
              <a:gd name="T44" fmla="*/ 16 w 176"/>
              <a:gd name="T45" fmla="*/ 16 h 176"/>
              <a:gd name="T46" fmla="*/ 34 w 176"/>
              <a:gd name="T47" fmla="*/ 156 h 176"/>
              <a:gd name="T48" fmla="*/ 40 w 176"/>
              <a:gd name="T49" fmla="*/ 162 h 176"/>
              <a:gd name="T50" fmla="*/ 32 w 176"/>
              <a:gd name="T51" fmla="*/ 134 h 176"/>
              <a:gd name="T52" fmla="*/ 32 w 176"/>
              <a:gd name="T53" fmla="*/ 146 h 176"/>
              <a:gd name="T54" fmla="*/ 32 w 176"/>
              <a:gd name="T55" fmla="*/ 122 h 176"/>
              <a:gd name="T56" fmla="*/ 40 w 176"/>
              <a:gd name="T57" fmla="*/ 120 h 176"/>
              <a:gd name="T58" fmla="*/ 136 w 176"/>
              <a:gd name="T59" fmla="*/ 162 h 176"/>
              <a:gd name="T60" fmla="*/ 142 w 176"/>
              <a:gd name="T61" fmla="*/ 156 h 176"/>
              <a:gd name="T62" fmla="*/ 144 w 176"/>
              <a:gd name="T63" fmla="*/ 146 h 176"/>
              <a:gd name="T64" fmla="*/ 144 w 176"/>
              <a:gd name="T65" fmla="*/ 134 h 176"/>
              <a:gd name="T66" fmla="*/ 144 w 176"/>
              <a:gd name="T67" fmla="*/ 122 h 176"/>
              <a:gd name="T68" fmla="*/ 136 w 176"/>
              <a:gd name="T69" fmla="*/ 120 h 176"/>
              <a:gd name="T70" fmla="*/ 144 w 176"/>
              <a:gd name="T71" fmla="*/ 122 h 176"/>
              <a:gd name="T72" fmla="*/ 8 w 176"/>
              <a:gd name="T73" fmla="*/ 112 h 176"/>
              <a:gd name="T74" fmla="*/ 168 w 176"/>
              <a:gd name="T75" fmla="*/ 10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68" y="96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12"/>
                  <a:pt x="164" y="8"/>
                  <a:pt x="160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8" y="0"/>
                  <a:pt x="136" y="2"/>
                  <a:pt x="136" y="4"/>
                </a:cubicBezTo>
                <a:cubicBezTo>
                  <a:pt x="136" y="8"/>
                  <a:pt x="136" y="8"/>
                  <a:pt x="136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2"/>
                  <a:pt x="38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8"/>
                  <a:pt x="32" y="8"/>
                  <a:pt x="32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2" y="8"/>
                  <a:pt x="8" y="12"/>
                  <a:pt x="8" y="16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6"/>
                  <a:pt x="4" y="120"/>
                  <a:pt x="8" y="120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30" y="176"/>
                  <a:pt x="32" y="174"/>
                  <a:pt x="32" y="172"/>
                </a:cubicBezTo>
                <a:cubicBezTo>
                  <a:pt x="32" y="166"/>
                  <a:pt x="32" y="166"/>
                  <a:pt x="32" y="166"/>
                </a:cubicBezTo>
                <a:cubicBezTo>
                  <a:pt x="41" y="175"/>
                  <a:pt x="41" y="175"/>
                  <a:pt x="41" y="175"/>
                </a:cubicBezTo>
                <a:cubicBezTo>
                  <a:pt x="42" y="176"/>
                  <a:pt x="43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3" y="176"/>
                  <a:pt x="134" y="176"/>
                  <a:pt x="135" y="175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4"/>
                  <a:pt x="146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2" y="120"/>
                  <a:pt x="176" y="116"/>
                  <a:pt x="176" y="112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" y="16"/>
                </a:moveTo>
                <a:cubicBezTo>
                  <a:pt x="160" y="16"/>
                  <a:pt x="160" y="16"/>
                  <a:pt x="160" y="1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16"/>
                </a:lnTo>
                <a:close/>
                <a:moveTo>
                  <a:pt x="40" y="162"/>
                </a:moveTo>
                <a:cubicBezTo>
                  <a:pt x="34" y="156"/>
                  <a:pt x="34" y="156"/>
                  <a:pt x="34" y="156"/>
                </a:cubicBezTo>
                <a:cubicBezTo>
                  <a:pt x="40" y="150"/>
                  <a:pt x="40" y="150"/>
                  <a:pt x="40" y="150"/>
                </a:cubicBezTo>
                <a:lnTo>
                  <a:pt x="40" y="162"/>
                </a:lnTo>
                <a:close/>
                <a:moveTo>
                  <a:pt x="32" y="146"/>
                </a:moveTo>
                <a:cubicBezTo>
                  <a:pt x="32" y="134"/>
                  <a:pt x="32" y="134"/>
                  <a:pt x="32" y="134"/>
                </a:cubicBezTo>
                <a:cubicBezTo>
                  <a:pt x="38" y="140"/>
                  <a:pt x="38" y="140"/>
                  <a:pt x="38" y="140"/>
                </a:cubicBezTo>
                <a:lnTo>
                  <a:pt x="32" y="146"/>
                </a:lnTo>
                <a:close/>
                <a:moveTo>
                  <a:pt x="40" y="130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40" y="120"/>
                  <a:pt x="40" y="120"/>
                  <a:pt x="40" y="120"/>
                </a:cubicBezTo>
                <a:lnTo>
                  <a:pt x="40" y="130"/>
                </a:lnTo>
                <a:close/>
                <a:moveTo>
                  <a:pt x="136" y="162"/>
                </a:moveTo>
                <a:cubicBezTo>
                  <a:pt x="136" y="150"/>
                  <a:pt x="136" y="150"/>
                  <a:pt x="136" y="150"/>
                </a:cubicBezTo>
                <a:cubicBezTo>
                  <a:pt x="142" y="156"/>
                  <a:pt x="142" y="156"/>
                  <a:pt x="142" y="156"/>
                </a:cubicBezTo>
                <a:lnTo>
                  <a:pt x="136" y="162"/>
                </a:lnTo>
                <a:close/>
                <a:moveTo>
                  <a:pt x="144" y="146"/>
                </a:moveTo>
                <a:cubicBezTo>
                  <a:pt x="138" y="140"/>
                  <a:pt x="138" y="140"/>
                  <a:pt x="138" y="140"/>
                </a:cubicBezTo>
                <a:cubicBezTo>
                  <a:pt x="144" y="134"/>
                  <a:pt x="144" y="134"/>
                  <a:pt x="144" y="134"/>
                </a:cubicBezTo>
                <a:lnTo>
                  <a:pt x="144" y="146"/>
                </a:lnTo>
                <a:close/>
                <a:moveTo>
                  <a:pt x="144" y="122"/>
                </a:moveTo>
                <a:cubicBezTo>
                  <a:pt x="136" y="130"/>
                  <a:pt x="136" y="130"/>
                  <a:pt x="136" y="13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44" y="120"/>
                  <a:pt x="144" y="120"/>
                  <a:pt x="144" y="120"/>
                </a:cubicBezTo>
                <a:lnTo>
                  <a:pt x="144" y="122"/>
                </a:lnTo>
                <a:close/>
                <a:moveTo>
                  <a:pt x="168" y="112"/>
                </a:moveTo>
                <a:cubicBezTo>
                  <a:pt x="8" y="112"/>
                  <a:pt x="8" y="112"/>
                  <a:pt x="8" y="112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362"/>
          <p:cNvSpPr>
            <a:spLocks noEditPoints="1"/>
          </p:cNvSpPr>
          <p:nvPr/>
        </p:nvSpPr>
        <p:spPr bwMode="auto">
          <a:xfrm>
            <a:off x="7281087" y="1731343"/>
            <a:ext cx="334275" cy="334275"/>
          </a:xfrm>
          <a:custGeom>
            <a:avLst/>
            <a:gdLst>
              <a:gd name="T0" fmla="*/ 100 w 176"/>
              <a:gd name="T1" fmla="*/ 32 h 176"/>
              <a:gd name="T2" fmla="*/ 97 w 176"/>
              <a:gd name="T3" fmla="*/ 39 h 176"/>
              <a:gd name="T4" fmla="*/ 56 w 176"/>
              <a:gd name="T5" fmla="*/ 52 h 176"/>
              <a:gd name="T6" fmla="*/ 56 w 176"/>
              <a:gd name="T7" fmla="*/ 60 h 176"/>
              <a:gd name="T8" fmla="*/ 97 w 176"/>
              <a:gd name="T9" fmla="*/ 73 h 176"/>
              <a:gd name="T10" fmla="*/ 100 w 176"/>
              <a:gd name="T11" fmla="*/ 80 h 176"/>
              <a:gd name="T12" fmla="*/ 123 w 176"/>
              <a:gd name="T13" fmla="*/ 59 h 176"/>
              <a:gd name="T14" fmla="*/ 123 w 176"/>
              <a:gd name="T15" fmla="*/ 53 h 176"/>
              <a:gd name="T16" fmla="*/ 168 w 176"/>
              <a:gd name="T17" fmla="*/ 96 h 176"/>
              <a:gd name="T18" fmla="*/ 160 w 176"/>
              <a:gd name="T19" fmla="*/ 8 h 176"/>
              <a:gd name="T20" fmla="*/ 144 w 176"/>
              <a:gd name="T21" fmla="*/ 4 h 176"/>
              <a:gd name="T22" fmla="*/ 136 w 176"/>
              <a:gd name="T23" fmla="*/ 4 h 176"/>
              <a:gd name="T24" fmla="*/ 40 w 176"/>
              <a:gd name="T25" fmla="*/ 8 h 176"/>
              <a:gd name="T26" fmla="*/ 36 w 176"/>
              <a:gd name="T27" fmla="*/ 0 h 176"/>
              <a:gd name="T28" fmla="*/ 32 w 176"/>
              <a:gd name="T29" fmla="*/ 8 h 176"/>
              <a:gd name="T30" fmla="*/ 8 w 176"/>
              <a:gd name="T31" fmla="*/ 16 h 176"/>
              <a:gd name="T32" fmla="*/ 0 w 176"/>
              <a:gd name="T33" fmla="*/ 104 h 176"/>
              <a:gd name="T34" fmla="*/ 8 w 176"/>
              <a:gd name="T35" fmla="*/ 120 h 176"/>
              <a:gd name="T36" fmla="*/ 24 w 176"/>
              <a:gd name="T37" fmla="*/ 172 h 176"/>
              <a:gd name="T38" fmla="*/ 32 w 176"/>
              <a:gd name="T39" fmla="*/ 172 h 176"/>
              <a:gd name="T40" fmla="*/ 41 w 176"/>
              <a:gd name="T41" fmla="*/ 175 h 176"/>
              <a:gd name="T42" fmla="*/ 48 w 176"/>
              <a:gd name="T43" fmla="*/ 172 h 176"/>
              <a:gd name="T44" fmla="*/ 128 w 176"/>
              <a:gd name="T45" fmla="*/ 120 h 176"/>
              <a:gd name="T46" fmla="*/ 132 w 176"/>
              <a:gd name="T47" fmla="*/ 176 h 176"/>
              <a:gd name="T48" fmla="*/ 144 w 176"/>
              <a:gd name="T49" fmla="*/ 166 h 176"/>
              <a:gd name="T50" fmla="*/ 148 w 176"/>
              <a:gd name="T51" fmla="*/ 176 h 176"/>
              <a:gd name="T52" fmla="*/ 152 w 176"/>
              <a:gd name="T53" fmla="*/ 120 h 176"/>
              <a:gd name="T54" fmla="*/ 176 w 176"/>
              <a:gd name="T55" fmla="*/ 112 h 176"/>
              <a:gd name="T56" fmla="*/ 168 w 176"/>
              <a:gd name="T57" fmla="*/ 96 h 176"/>
              <a:gd name="T58" fmla="*/ 160 w 176"/>
              <a:gd name="T59" fmla="*/ 16 h 176"/>
              <a:gd name="T60" fmla="*/ 16 w 176"/>
              <a:gd name="T61" fmla="*/ 96 h 176"/>
              <a:gd name="T62" fmla="*/ 40 w 176"/>
              <a:gd name="T63" fmla="*/ 162 h 176"/>
              <a:gd name="T64" fmla="*/ 40 w 176"/>
              <a:gd name="T65" fmla="*/ 150 h 176"/>
              <a:gd name="T66" fmla="*/ 32 w 176"/>
              <a:gd name="T67" fmla="*/ 146 h 176"/>
              <a:gd name="T68" fmla="*/ 38 w 176"/>
              <a:gd name="T69" fmla="*/ 140 h 176"/>
              <a:gd name="T70" fmla="*/ 40 w 176"/>
              <a:gd name="T71" fmla="*/ 130 h 176"/>
              <a:gd name="T72" fmla="*/ 32 w 176"/>
              <a:gd name="T73" fmla="*/ 120 h 176"/>
              <a:gd name="T74" fmla="*/ 40 w 176"/>
              <a:gd name="T75" fmla="*/ 130 h 176"/>
              <a:gd name="T76" fmla="*/ 136 w 176"/>
              <a:gd name="T77" fmla="*/ 150 h 176"/>
              <a:gd name="T78" fmla="*/ 136 w 176"/>
              <a:gd name="T79" fmla="*/ 162 h 176"/>
              <a:gd name="T80" fmla="*/ 138 w 176"/>
              <a:gd name="T81" fmla="*/ 140 h 176"/>
              <a:gd name="T82" fmla="*/ 144 w 176"/>
              <a:gd name="T83" fmla="*/ 146 h 176"/>
              <a:gd name="T84" fmla="*/ 136 w 176"/>
              <a:gd name="T85" fmla="*/ 130 h 176"/>
              <a:gd name="T86" fmla="*/ 144 w 176"/>
              <a:gd name="T87" fmla="*/ 120 h 176"/>
              <a:gd name="T88" fmla="*/ 168 w 176"/>
              <a:gd name="T89" fmla="*/ 112 h 176"/>
              <a:gd name="T90" fmla="*/ 8 w 176"/>
              <a:gd name="T91" fmla="*/ 104 h 176"/>
              <a:gd name="T92" fmla="*/ 168 w 176"/>
              <a:gd name="T93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103" y="33"/>
                </a:moveTo>
                <a:cubicBezTo>
                  <a:pt x="102" y="32"/>
                  <a:pt x="101" y="32"/>
                  <a:pt x="100" y="32"/>
                </a:cubicBezTo>
                <a:cubicBezTo>
                  <a:pt x="98" y="32"/>
                  <a:pt x="96" y="34"/>
                  <a:pt x="96" y="36"/>
                </a:cubicBezTo>
                <a:cubicBezTo>
                  <a:pt x="96" y="37"/>
                  <a:pt x="96" y="38"/>
                  <a:pt x="97" y="39"/>
                </a:cubicBezTo>
                <a:cubicBezTo>
                  <a:pt x="110" y="52"/>
                  <a:pt x="110" y="52"/>
                  <a:pt x="110" y="52"/>
                </a:cubicBezTo>
                <a:cubicBezTo>
                  <a:pt x="56" y="52"/>
                  <a:pt x="56" y="52"/>
                  <a:pt x="56" y="52"/>
                </a:cubicBezTo>
                <a:cubicBezTo>
                  <a:pt x="54" y="52"/>
                  <a:pt x="52" y="54"/>
                  <a:pt x="52" y="56"/>
                </a:cubicBezTo>
                <a:cubicBezTo>
                  <a:pt x="52" y="58"/>
                  <a:pt x="54" y="60"/>
                  <a:pt x="56" y="60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97" y="73"/>
                  <a:pt x="97" y="73"/>
                  <a:pt x="97" y="73"/>
                </a:cubicBezTo>
                <a:cubicBezTo>
                  <a:pt x="96" y="74"/>
                  <a:pt x="96" y="75"/>
                  <a:pt x="96" y="76"/>
                </a:cubicBezTo>
                <a:cubicBezTo>
                  <a:pt x="96" y="78"/>
                  <a:pt x="98" y="80"/>
                  <a:pt x="100" y="80"/>
                </a:cubicBezTo>
                <a:cubicBezTo>
                  <a:pt x="101" y="80"/>
                  <a:pt x="102" y="80"/>
                  <a:pt x="103" y="7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4" y="58"/>
                  <a:pt x="124" y="57"/>
                  <a:pt x="124" y="56"/>
                </a:cubicBezTo>
                <a:cubicBezTo>
                  <a:pt x="124" y="55"/>
                  <a:pt x="124" y="54"/>
                  <a:pt x="123" y="53"/>
                </a:cubicBezTo>
                <a:lnTo>
                  <a:pt x="103" y="33"/>
                </a:lnTo>
                <a:close/>
                <a:moveTo>
                  <a:pt x="168" y="96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12"/>
                  <a:pt x="164" y="8"/>
                  <a:pt x="160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8" y="0"/>
                  <a:pt x="136" y="2"/>
                  <a:pt x="136" y="4"/>
                </a:cubicBezTo>
                <a:cubicBezTo>
                  <a:pt x="136" y="8"/>
                  <a:pt x="136" y="8"/>
                  <a:pt x="136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2"/>
                  <a:pt x="38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8"/>
                  <a:pt x="32" y="8"/>
                  <a:pt x="32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2" y="8"/>
                  <a:pt x="8" y="12"/>
                  <a:pt x="8" y="16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6"/>
                  <a:pt x="4" y="120"/>
                  <a:pt x="8" y="120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30" y="176"/>
                  <a:pt x="32" y="174"/>
                  <a:pt x="32" y="172"/>
                </a:cubicBezTo>
                <a:cubicBezTo>
                  <a:pt x="32" y="166"/>
                  <a:pt x="32" y="166"/>
                  <a:pt x="32" y="166"/>
                </a:cubicBezTo>
                <a:cubicBezTo>
                  <a:pt x="41" y="175"/>
                  <a:pt x="41" y="175"/>
                  <a:pt x="41" y="175"/>
                </a:cubicBezTo>
                <a:cubicBezTo>
                  <a:pt x="42" y="176"/>
                  <a:pt x="43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3" y="176"/>
                  <a:pt x="134" y="176"/>
                  <a:pt x="135" y="175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4"/>
                  <a:pt x="146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2" y="120"/>
                  <a:pt x="176" y="116"/>
                  <a:pt x="176" y="112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" y="16"/>
                </a:moveTo>
                <a:cubicBezTo>
                  <a:pt x="160" y="16"/>
                  <a:pt x="160" y="16"/>
                  <a:pt x="160" y="1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16"/>
                </a:lnTo>
                <a:close/>
                <a:moveTo>
                  <a:pt x="40" y="162"/>
                </a:moveTo>
                <a:cubicBezTo>
                  <a:pt x="34" y="156"/>
                  <a:pt x="34" y="156"/>
                  <a:pt x="34" y="156"/>
                </a:cubicBezTo>
                <a:cubicBezTo>
                  <a:pt x="40" y="150"/>
                  <a:pt x="40" y="150"/>
                  <a:pt x="40" y="150"/>
                </a:cubicBezTo>
                <a:lnTo>
                  <a:pt x="40" y="162"/>
                </a:lnTo>
                <a:close/>
                <a:moveTo>
                  <a:pt x="32" y="146"/>
                </a:moveTo>
                <a:cubicBezTo>
                  <a:pt x="32" y="134"/>
                  <a:pt x="32" y="134"/>
                  <a:pt x="32" y="134"/>
                </a:cubicBezTo>
                <a:cubicBezTo>
                  <a:pt x="38" y="140"/>
                  <a:pt x="38" y="140"/>
                  <a:pt x="38" y="140"/>
                </a:cubicBezTo>
                <a:lnTo>
                  <a:pt x="32" y="146"/>
                </a:lnTo>
                <a:close/>
                <a:moveTo>
                  <a:pt x="40" y="130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40" y="120"/>
                  <a:pt x="40" y="120"/>
                  <a:pt x="40" y="120"/>
                </a:cubicBezTo>
                <a:lnTo>
                  <a:pt x="40" y="130"/>
                </a:lnTo>
                <a:close/>
                <a:moveTo>
                  <a:pt x="136" y="162"/>
                </a:moveTo>
                <a:cubicBezTo>
                  <a:pt x="136" y="150"/>
                  <a:pt x="136" y="150"/>
                  <a:pt x="136" y="150"/>
                </a:cubicBezTo>
                <a:cubicBezTo>
                  <a:pt x="142" y="156"/>
                  <a:pt x="142" y="156"/>
                  <a:pt x="142" y="156"/>
                </a:cubicBezTo>
                <a:lnTo>
                  <a:pt x="136" y="162"/>
                </a:lnTo>
                <a:close/>
                <a:moveTo>
                  <a:pt x="144" y="146"/>
                </a:moveTo>
                <a:cubicBezTo>
                  <a:pt x="138" y="140"/>
                  <a:pt x="138" y="140"/>
                  <a:pt x="138" y="140"/>
                </a:cubicBezTo>
                <a:cubicBezTo>
                  <a:pt x="144" y="134"/>
                  <a:pt x="144" y="134"/>
                  <a:pt x="144" y="134"/>
                </a:cubicBezTo>
                <a:lnTo>
                  <a:pt x="144" y="146"/>
                </a:lnTo>
                <a:close/>
                <a:moveTo>
                  <a:pt x="144" y="122"/>
                </a:moveTo>
                <a:cubicBezTo>
                  <a:pt x="136" y="130"/>
                  <a:pt x="136" y="130"/>
                  <a:pt x="136" y="13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44" y="120"/>
                  <a:pt x="144" y="120"/>
                  <a:pt x="144" y="120"/>
                </a:cubicBezTo>
                <a:lnTo>
                  <a:pt x="144" y="122"/>
                </a:lnTo>
                <a:close/>
                <a:moveTo>
                  <a:pt x="168" y="112"/>
                </a:moveTo>
                <a:cubicBezTo>
                  <a:pt x="8" y="112"/>
                  <a:pt x="8" y="112"/>
                  <a:pt x="8" y="112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403"/>
          <p:cNvSpPr>
            <a:spLocks noEditPoints="1"/>
          </p:cNvSpPr>
          <p:nvPr/>
        </p:nvSpPr>
        <p:spPr bwMode="auto">
          <a:xfrm>
            <a:off x="1528638" y="3121984"/>
            <a:ext cx="335898" cy="334275"/>
          </a:xfrm>
          <a:custGeom>
            <a:avLst/>
            <a:gdLst>
              <a:gd name="T0" fmla="*/ 48 w 176"/>
              <a:gd name="T1" fmla="*/ 48 h 176"/>
              <a:gd name="T2" fmla="*/ 31 w 176"/>
              <a:gd name="T3" fmla="*/ 26 h 176"/>
              <a:gd name="T4" fmla="*/ 26 w 176"/>
              <a:gd name="T5" fmla="*/ 31 h 176"/>
              <a:gd name="T6" fmla="*/ 32 w 176"/>
              <a:gd name="T7" fmla="*/ 88 h 176"/>
              <a:gd name="T8" fmla="*/ 4 w 176"/>
              <a:gd name="T9" fmla="*/ 84 h 176"/>
              <a:gd name="T10" fmla="*/ 4 w 176"/>
              <a:gd name="T11" fmla="*/ 92 h 176"/>
              <a:gd name="T12" fmla="*/ 32 w 176"/>
              <a:gd name="T13" fmla="*/ 88 h 176"/>
              <a:gd name="T14" fmla="*/ 92 w 176"/>
              <a:gd name="T15" fmla="*/ 28 h 176"/>
              <a:gd name="T16" fmla="*/ 88 w 176"/>
              <a:gd name="T17" fmla="*/ 0 h 176"/>
              <a:gd name="T18" fmla="*/ 84 w 176"/>
              <a:gd name="T19" fmla="*/ 28 h 176"/>
              <a:gd name="T20" fmla="*/ 133 w 176"/>
              <a:gd name="T21" fmla="*/ 48 h 176"/>
              <a:gd name="T22" fmla="*/ 150 w 176"/>
              <a:gd name="T23" fmla="*/ 26 h 176"/>
              <a:gd name="T24" fmla="*/ 128 w 176"/>
              <a:gd name="T25" fmla="*/ 43 h 176"/>
              <a:gd name="T26" fmla="*/ 133 w 176"/>
              <a:gd name="T27" fmla="*/ 48 h 176"/>
              <a:gd name="T28" fmla="*/ 26 w 176"/>
              <a:gd name="T29" fmla="*/ 145 h 176"/>
              <a:gd name="T30" fmla="*/ 31 w 176"/>
              <a:gd name="T31" fmla="*/ 150 h 176"/>
              <a:gd name="T32" fmla="*/ 48 w 176"/>
              <a:gd name="T33" fmla="*/ 128 h 176"/>
              <a:gd name="T34" fmla="*/ 172 w 176"/>
              <a:gd name="T35" fmla="*/ 84 h 176"/>
              <a:gd name="T36" fmla="*/ 144 w 176"/>
              <a:gd name="T37" fmla="*/ 88 h 176"/>
              <a:gd name="T38" fmla="*/ 172 w 176"/>
              <a:gd name="T39" fmla="*/ 92 h 176"/>
              <a:gd name="T40" fmla="*/ 172 w 176"/>
              <a:gd name="T41" fmla="*/ 84 h 176"/>
              <a:gd name="T42" fmla="*/ 128 w 176"/>
              <a:gd name="T43" fmla="*/ 128 h 176"/>
              <a:gd name="T44" fmla="*/ 145 w 176"/>
              <a:gd name="T45" fmla="*/ 150 h 176"/>
              <a:gd name="T46" fmla="*/ 150 w 176"/>
              <a:gd name="T47" fmla="*/ 145 h 176"/>
              <a:gd name="T48" fmla="*/ 88 w 176"/>
              <a:gd name="T49" fmla="*/ 40 h 176"/>
              <a:gd name="T50" fmla="*/ 88 w 176"/>
              <a:gd name="T51" fmla="*/ 136 h 176"/>
              <a:gd name="T52" fmla="*/ 88 w 176"/>
              <a:gd name="T53" fmla="*/ 40 h 176"/>
              <a:gd name="T54" fmla="*/ 48 w 176"/>
              <a:gd name="T55" fmla="*/ 88 h 176"/>
              <a:gd name="T56" fmla="*/ 128 w 176"/>
              <a:gd name="T57" fmla="*/ 88 h 176"/>
              <a:gd name="T58" fmla="*/ 88 w 176"/>
              <a:gd name="T59" fmla="*/ 144 h 176"/>
              <a:gd name="T60" fmla="*/ 84 w 176"/>
              <a:gd name="T61" fmla="*/ 172 h 176"/>
              <a:gd name="T62" fmla="*/ 92 w 176"/>
              <a:gd name="T63" fmla="*/ 172 h 176"/>
              <a:gd name="T64" fmla="*/ 88 w 176"/>
              <a:gd name="T6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43" y="48"/>
                </a:moveTo>
                <a:cubicBezTo>
                  <a:pt x="44" y="50"/>
                  <a:pt x="47" y="50"/>
                  <a:pt x="48" y="48"/>
                </a:cubicBezTo>
                <a:cubicBezTo>
                  <a:pt x="50" y="47"/>
                  <a:pt x="50" y="44"/>
                  <a:pt x="48" y="43"/>
                </a:cubicBezTo>
                <a:cubicBezTo>
                  <a:pt x="31" y="26"/>
                  <a:pt x="31" y="26"/>
                  <a:pt x="31" y="26"/>
                </a:cubicBezTo>
                <a:cubicBezTo>
                  <a:pt x="30" y="24"/>
                  <a:pt x="27" y="24"/>
                  <a:pt x="26" y="26"/>
                </a:cubicBezTo>
                <a:cubicBezTo>
                  <a:pt x="24" y="27"/>
                  <a:pt x="24" y="30"/>
                  <a:pt x="26" y="31"/>
                </a:cubicBezTo>
                <a:lnTo>
                  <a:pt x="43" y="48"/>
                </a:lnTo>
                <a:close/>
                <a:moveTo>
                  <a:pt x="32" y="88"/>
                </a:moveTo>
                <a:cubicBezTo>
                  <a:pt x="32" y="86"/>
                  <a:pt x="30" y="84"/>
                  <a:pt x="28" y="84"/>
                </a:cubicBezTo>
                <a:cubicBezTo>
                  <a:pt x="4" y="84"/>
                  <a:pt x="4" y="84"/>
                  <a:pt x="4" y="84"/>
                </a:cubicBezTo>
                <a:cubicBezTo>
                  <a:pt x="2" y="84"/>
                  <a:pt x="0" y="86"/>
                  <a:pt x="0" y="88"/>
                </a:cubicBezTo>
                <a:cubicBezTo>
                  <a:pt x="0" y="90"/>
                  <a:pt x="2" y="92"/>
                  <a:pt x="4" y="92"/>
                </a:cubicBezTo>
                <a:cubicBezTo>
                  <a:pt x="28" y="92"/>
                  <a:pt x="28" y="92"/>
                  <a:pt x="28" y="92"/>
                </a:cubicBezTo>
                <a:cubicBezTo>
                  <a:pt x="30" y="92"/>
                  <a:pt x="32" y="90"/>
                  <a:pt x="32" y="88"/>
                </a:cubicBezTo>
                <a:moveTo>
                  <a:pt x="88" y="32"/>
                </a:moveTo>
                <a:cubicBezTo>
                  <a:pt x="90" y="32"/>
                  <a:pt x="92" y="30"/>
                  <a:pt x="92" y="28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30"/>
                  <a:pt x="86" y="32"/>
                  <a:pt x="88" y="32"/>
                </a:cubicBezTo>
                <a:moveTo>
                  <a:pt x="133" y="48"/>
                </a:moveTo>
                <a:cubicBezTo>
                  <a:pt x="150" y="31"/>
                  <a:pt x="150" y="31"/>
                  <a:pt x="150" y="31"/>
                </a:cubicBezTo>
                <a:cubicBezTo>
                  <a:pt x="152" y="30"/>
                  <a:pt x="152" y="27"/>
                  <a:pt x="150" y="26"/>
                </a:cubicBezTo>
                <a:cubicBezTo>
                  <a:pt x="149" y="24"/>
                  <a:pt x="146" y="24"/>
                  <a:pt x="145" y="26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26" y="44"/>
                  <a:pt x="126" y="47"/>
                  <a:pt x="128" y="48"/>
                </a:cubicBezTo>
                <a:cubicBezTo>
                  <a:pt x="129" y="50"/>
                  <a:pt x="132" y="50"/>
                  <a:pt x="133" y="48"/>
                </a:cubicBezTo>
                <a:moveTo>
                  <a:pt x="43" y="128"/>
                </a:moveTo>
                <a:cubicBezTo>
                  <a:pt x="26" y="145"/>
                  <a:pt x="26" y="145"/>
                  <a:pt x="26" y="145"/>
                </a:cubicBezTo>
                <a:cubicBezTo>
                  <a:pt x="24" y="146"/>
                  <a:pt x="24" y="149"/>
                  <a:pt x="26" y="150"/>
                </a:cubicBezTo>
                <a:cubicBezTo>
                  <a:pt x="27" y="152"/>
                  <a:pt x="30" y="152"/>
                  <a:pt x="31" y="150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50" y="132"/>
                  <a:pt x="50" y="129"/>
                  <a:pt x="48" y="128"/>
                </a:cubicBezTo>
                <a:cubicBezTo>
                  <a:pt x="47" y="126"/>
                  <a:pt x="44" y="126"/>
                  <a:pt x="43" y="128"/>
                </a:cubicBezTo>
                <a:moveTo>
                  <a:pt x="172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146" y="84"/>
                  <a:pt x="144" y="86"/>
                  <a:pt x="144" y="88"/>
                </a:cubicBezTo>
                <a:cubicBezTo>
                  <a:pt x="144" y="90"/>
                  <a:pt x="146" y="92"/>
                  <a:pt x="148" y="92"/>
                </a:cubicBezTo>
                <a:cubicBezTo>
                  <a:pt x="172" y="92"/>
                  <a:pt x="172" y="92"/>
                  <a:pt x="172" y="92"/>
                </a:cubicBezTo>
                <a:cubicBezTo>
                  <a:pt x="174" y="92"/>
                  <a:pt x="176" y="90"/>
                  <a:pt x="176" y="88"/>
                </a:cubicBezTo>
                <a:cubicBezTo>
                  <a:pt x="176" y="86"/>
                  <a:pt x="174" y="84"/>
                  <a:pt x="172" y="84"/>
                </a:cubicBezTo>
                <a:moveTo>
                  <a:pt x="133" y="128"/>
                </a:moveTo>
                <a:cubicBezTo>
                  <a:pt x="132" y="126"/>
                  <a:pt x="129" y="126"/>
                  <a:pt x="128" y="128"/>
                </a:cubicBezTo>
                <a:cubicBezTo>
                  <a:pt x="126" y="129"/>
                  <a:pt x="126" y="132"/>
                  <a:pt x="128" y="133"/>
                </a:cubicBezTo>
                <a:cubicBezTo>
                  <a:pt x="145" y="150"/>
                  <a:pt x="145" y="150"/>
                  <a:pt x="145" y="150"/>
                </a:cubicBezTo>
                <a:cubicBezTo>
                  <a:pt x="146" y="152"/>
                  <a:pt x="149" y="152"/>
                  <a:pt x="150" y="150"/>
                </a:cubicBezTo>
                <a:cubicBezTo>
                  <a:pt x="152" y="149"/>
                  <a:pt x="152" y="146"/>
                  <a:pt x="150" y="145"/>
                </a:cubicBezTo>
                <a:lnTo>
                  <a:pt x="133" y="128"/>
                </a:lnTo>
                <a:close/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88" y="128"/>
                </a:moveTo>
                <a:cubicBezTo>
                  <a:pt x="66" y="128"/>
                  <a:pt x="48" y="110"/>
                  <a:pt x="48" y="88"/>
                </a:cubicBezTo>
                <a:cubicBezTo>
                  <a:pt x="48" y="66"/>
                  <a:pt x="66" y="48"/>
                  <a:pt x="88" y="48"/>
                </a:cubicBezTo>
                <a:cubicBezTo>
                  <a:pt x="110" y="48"/>
                  <a:pt x="128" y="66"/>
                  <a:pt x="128" y="88"/>
                </a:cubicBezTo>
                <a:cubicBezTo>
                  <a:pt x="128" y="110"/>
                  <a:pt x="110" y="128"/>
                  <a:pt x="88" y="128"/>
                </a:cubicBezTo>
                <a:moveTo>
                  <a:pt x="88" y="144"/>
                </a:moveTo>
                <a:cubicBezTo>
                  <a:pt x="86" y="144"/>
                  <a:pt x="84" y="146"/>
                  <a:pt x="84" y="148"/>
                </a:cubicBezTo>
                <a:cubicBezTo>
                  <a:pt x="84" y="172"/>
                  <a:pt x="84" y="172"/>
                  <a:pt x="84" y="172"/>
                </a:cubicBezTo>
                <a:cubicBezTo>
                  <a:pt x="84" y="174"/>
                  <a:pt x="86" y="176"/>
                  <a:pt x="88" y="176"/>
                </a:cubicBezTo>
                <a:cubicBezTo>
                  <a:pt x="90" y="176"/>
                  <a:pt x="92" y="174"/>
                  <a:pt x="92" y="172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6"/>
                  <a:pt x="90" y="144"/>
                  <a:pt x="88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404"/>
          <p:cNvSpPr>
            <a:spLocks noEditPoints="1"/>
          </p:cNvSpPr>
          <p:nvPr/>
        </p:nvSpPr>
        <p:spPr bwMode="auto">
          <a:xfrm>
            <a:off x="2167979" y="3121984"/>
            <a:ext cx="334275" cy="334275"/>
          </a:xfrm>
          <a:custGeom>
            <a:avLst/>
            <a:gdLst>
              <a:gd name="T0" fmla="*/ 43 w 176"/>
              <a:gd name="T1" fmla="*/ 48 h 176"/>
              <a:gd name="T2" fmla="*/ 48 w 176"/>
              <a:gd name="T3" fmla="*/ 48 h 176"/>
              <a:gd name="T4" fmla="*/ 48 w 176"/>
              <a:gd name="T5" fmla="*/ 43 h 176"/>
              <a:gd name="T6" fmla="*/ 31 w 176"/>
              <a:gd name="T7" fmla="*/ 26 h 176"/>
              <a:gd name="T8" fmla="*/ 26 w 176"/>
              <a:gd name="T9" fmla="*/ 26 h 176"/>
              <a:gd name="T10" fmla="*/ 26 w 176"/>
              <a:gd name="T11" fmla="*/ 31 h 176"/>
              <a:gd name="T12" fmla="*/ 43 w 176"/>
              <a:gd name="T13" fmla="*/ 48 h 176"/>
              <a:gd name="T14" fmla="*/ 133 w 176"/>
              <a:gd name="T15" fmla="*/ 48 h 176"/>
              <a:gd name="T16" fmla="*/ 150 w 176"/>
              <a:gd name="T17" fmla="*/ 31 h 176"/>
              <a:gd name="T18" fmla="*/ 150 w 176"/>
              <a:gd name="T19" fmla="*/ 26 h 176"/>
              <a:gd name="T20" fmla="*/ 145 w 176"/>
              <a:gd name="T21" fmla="*/ 26 h 176"/>
              <a:gd name="T22" fmla="*/ 128 w 176"/>
              <a:gd name="T23" fmla="*/ 43 h 176"/>
              <a:gd name="T24" fmla="*/ 128 w 176"/>
              <a:gd name="T25" fmla="*/ 48 h 176"/>
              <a:gd name="T26" fmla="*/ 133 w 176"/>
              <a:gd name="T27" fmla="*/ 48 h 176"/>
              <a:gd name="T28" fmla="*/ 88 w 176"/>
              <a:gd name="T29" fmla="*/ 32 h 176"/>
              <a:gd name="T30" fmla="*/ 92 w 176"/>
              <a:gd name="T31" fmla="*/ 28 h 176"/>
              <a:gd name="T32" fmla="*/ 92 w 176"/>
              <a:gd name="T33" fmla="*/ 4 h 176"/>
              <a:gd name="T34" fmla="*/ 88 w 176"/>
              <a:gd name="T35" fmla="*/ 0 h 176"/>
              <a:gd name="T36" fmla="*/ 84 w 176"/>
              <a:gd name="T37" fmla="*/ 4 h 176"/>
              <a:gd name="T38" fmla="*/ 84 w 176"/>
              <a:gd name="T39" fmla="*/ 28 h 176"/>
              <a:gd name="T40" fmla="*/ 88 w 176"/>
              <a:gd name="T41" fmla="*/ 32 h 176"/>
              <a:gd name="T42" fmla="*/ 172 w 176"/>
              <a:gd name="T43" fmla="*/ 88 h 176"/>
              <a:gd name="T44" fmla="*/ 136 w 176"/>
              <a:gd name="T45" fmla="*/ 88 h 176"/>
              <a:gd name="T46" fmla="*/ 88 w 176"/>
              <a:gd name="T47" fmla="*/ 40 h 176"/>
              <a:gd name="T48" fmla="*/ 40 w 176"/>
              <a:gd name="T49" fmla="*/ 88 h 176"/>
              <a:gd name="T50" fmla="*/ 4 w 176"/>
              <a:gd name="T51" fmla="*/ 88 h 176"/>
              <a:gd name="T52" fmla="*/ 0 w 176"/>
              <a:gd name="T53" fmla="*/ 92 h 176"/>
              <a:gd name="T54" fmla="*/ 4 w 176"/>
              <a:gd name="T55" fmla="*/ 96 h 176"/>
              <a:gd name="T56" fmla="*/ 172 w 176"/>
              <a:gd name="T57" fmla="*/ 96 h 176"/>
              <a:gd name="T58" fmla="*/ 176 w 176"/>
              <a:gd name="T59" fmla="*/ 92 h 176"/>
              <a:gd name="T60" fmla="*/ 172 w 176"/>
              <a:gd name="T61" fmla="*/ 88 h 176"/>
              <a:gd name="T62" fmla="*/ 48 w 176"/>
              <a:gd name="T63" fmla="*/ 88 h 176"/>
              <a:gd name="T64" fmla="*/ 88 w 176"/>
              <a:gd name="T65" fmla="*/ 48 h 176"/>
              <a:gd name="T66" fmla="*/ 128 w 176"/>
              <a:gd name="T67" fmla="*/ 88 h 176"/>
              <a:gd name="T68" fmla="*/ 48 w 176"/>
              <a:gd name="T69" fmla="*/ 88 h 176"/>
              <a:gd name="T70" fmla="*/ 112 w 176"/>
              <a:gd name="T71" fmla="*/ 144 h 176"/>
              <a:gd name="T72" fmla="*/ 104 w 176"/>
              <a:gd name="T73" fmla="*/ 144 h 176"/>
              <a:gd name="T74" fmla="*/ 104 w 176"/>
              <a:gd name="T75" fmla="*/ 124 h 176"/>
              <a:gd name="T76" fmla="*/ 100 w 176"/>
              <a:gd name="T77" fmla="*/ 120 h 176"/>
              <a:gd name="T78" fmla="*/ 76 w 176"/>
              <a:gd name="T79" fmla="*/ 120 h 176"/>
              <a:gd name="T80" fmla="*/ 72 w 176"/>
              <a:gd name="T81" fmla="*/ 124 h 176"/>
              <a:gd name="T82" fmla="*/ 72 w 176"/>
              <a:gd name="T83" fmla="*/ 144 h 176"/>
              <a:gd name="T84" fmla="*/ 64 w 176"/>
              <a:gd name="T85" fmla="*/ 144 h 176"/>
              <a:gd name="T86" fmla="*/ 60 w 176"/>
              <a:gd name="T87" fmla="*/ 148 h 176"/>
              <a:gd name="T88" fmla="*/ 61 w 176"/>
              <a:gd name="T89" fmla="*/ 151 h 176"/>
              <a:gd name="T90" fmla="*/ 85 w 176"/>
              <a:gd name="T91" fmla="*/ 175 h 176"/>
              <a:gd name="T92" fmla="*/ 88 w 176"/>
              <a:gd name="T93" fmla="*/ 176 h 176"/>
              <a:gd name="T94" fmla="*/ 91 w 176"/>
              <a:gd name="T95" fmla="*/ 175 h 176"/>
              <a:gd name="T96" fmla="*/ 115 w 176"/>
              <a:gd name="T97" fmla="*/ 151 h 176"/>
              <a:gd name="T98" fmla="*/ 116 w 176"/>
              <a:gd name="T99" fmla="*/ 148 h 176"/>
              <a:gd name="T100" fmla="*/ 112 w 176"/>
              <a:gd name="T101" fmla="*/ 144 h 176"/>
              <a:gd name="T102" fmla="*/ 88 w 176"/>
              <a:gd name="T103" fmla="*/ 166 h 176"/>
              <a:gd name="T104" fmla="*/ 74 w 176"/>
              <a:gd name="T105" fmla="*/ 152 h 176"/>
              <a:gd name="T106" fmla="*/ 76 w 176"/>
              <a:gd name="T107" fmla="*/ 152 h 176"/>
              <a:gd name="T108" fmla="*/ 80 w 176"/>
              <a:gd name="T109" fmla="*/ 148 h 176"/>
              <a:gd name="T110" fmla="*/ 80 w 176"/>
              <a:gd name="T111" fmla="*/ 128 h 176"/>
              <a:gd name="T112" fmla="*/ 96 w 176"/>
              <a:gd name="T113" fmla="*/ 128 h 176"/>
              <a:gd name="T114" fmla="*/ 96 w 176"/>
              <a:gd name="T115" fmla="*/ 148 h 176"/>
              <a:gd name="T116" fmla="*/ 100 w 176"/>
              <a:gd name="T117" fmla="*/ 152 h 176"/>
              <a:gd name="T118" fmla="*/ 102 w 176"/>
              <a:gd name="T119" fmla="*/ 152 h 176"/>
              <a:gd name="T120" fmla="*/ 88 w 176"/>
              <a:gd name="T121" fmla="*/ 1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43" y="48"/>
                </a:moveTo>
                <a:cubicBezTo>
                  <a:pt x="44" y="50"/>
                  <a:pt x="47" y="50"/>
                  <a:pt x="48" y="48"/>
                </a:cubicBezTo>
                <a:cubicBezTo>
                  <a:pt x="50" y="47"/>
                  <a:pt x="50" y="44"/>
                  <a:pt x="48" y="43"/>
                </a:cubicBezTo>
                <a:cubicBezTo>
                  <a:pt x="31" y="26"/>
                  <a:pt x="31" y="26"/>
                  <a:pt x="31" y="26"/>
                </a:cubicBezTo>
                <a:cubicBezTo>
                  <a:pt x="30" y="24"/>
                  <a:pt x="27" y="24"/>
                  <a:pt x="26" y="26"/>
                </a:cubicBezTo>
                <a:cubicBezTo>
                  <a:pt x="24" y="27"/>
                  <a:pt x="24" y="30"/>
                  <a:pt x="26" y="31"/>
                </a:cubicBezTo>
                <a:lnTo>
                  <a:pt x="43" y="48"/>
                </a:lnTo>
                <a:close/>
                <a:moveTo>
                  <a:pt x="133" y="48"/>
                </a:moveTo>
                <a:cubicBezTo>
                  <a:pt x="150" y="31"/>
                  <a:pt x="150" y="31"/>
                  <a:pt x="150" y="31"/>
                </a:cubicBezTo>
                <a:cubicBezTo>
                  <a:pt x="152" y="30"/>
                  <a:pt x="152" y="27"/>
                  <a:pt x="150" y="26"/>
                </a:cubicBezTo>
                <a:cubicBezTo>
                  <a:pt x="149" y="24"/>
                  <a:pt x="146" y="24"/>
                  <a:pt x="145" y="26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26" y="44"/>
                  <a:pt x="126" y="47"/>
                  <a:pt x="128" y="48"/>
                </a:cubicBezTo>
                <a:cubicBezTo>
                  <a:pt x="129" y="50"/>
                  <a:pt x="132" y="50"/>
                  <a:pt x="133" y="48"/>
                </a:cubicBezTo>
                <a:moveTo>
                  <a:pt x="88" y="32"/>
                </a:moveTo>
                <a:cubicBezTo>
                  <a:pt x="90" y="32"/>
                  <a:pt x="92" y="30"/>
                  <a:pt x="92" y="28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30"/>
                  <a:pt x="86" y="32"/>
                  <a:pt x="88" y="32"/>
                </a:cubicBezTo>
                <a:moveTo>
                  <a:pt x="172" y="88"/>
                </a:moveTo>
                <a:cubicBezTo>
                  <a:pt x="136" y="88"/>
                  <a:pt x="136" y="88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cubicBezTo>
                  <a:pt x="61" y="40"/>
                  <a:pt x="40" y="61"/>
                  <a:pt x="40" y="88"/>
                </a:cubicBezTo>
                <a:cubicBezTo>
                  <a:pt x="4" y="88"/>
                  <a:pt x="4" y="88"/>
                  <a:pt x="4" y="88"/>
                </a:cubicBezTo>
                <a:cubicBezTo>
                  <a:pt x="2" y="88"/>
                  <a:pt x="0" y="90"/>
                  <a:pt x="0" y="92"/>
                </a:cubicBezTo>
                <a:cubicBezTo>
                  <a:pt x="0" y="94"/>
                  <a:pt x="2" y="96"/>
                  <a:pt x="4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90"/>
                  <a:pt x="174" y="88"/>
                  <a:pt x="172" y="88"/>
                </a:cubicBezTo>
                <a:moveTo>
                  <a:pt x="48" y="88"/>
                </a:moveTo>
                <a:cubicBezTo>
                  <a:pt x="48" y="66"/>
                  <a:pt x="66" y="48"/>
                  <a:pt x="88" y="48"/>
                </a:cubicBezTo>
                <a:cubicBezTo>
                  <a:pt x="110" y="48"/>
                  <a:pt x="128" y="66"/>
                  <a:pt x="128" y="88"/>
                </a:cubicBezTo>
                <a:lnTo>
                  <a:pt x="48" y="88"/>
                </a:lnTo>
                <a:close/>
                <a:moveTo>
                  <a:pt x="112" y="144"/>
                </a:moveTo>
                <a:cubicBezTo>
                  <a:pt x="104" y="144"/>
                  <a:pt x="104" y="144"/>
                  <a:pt x="104" y="144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2"/>
                  <a:pt x="102" y="120"/>
                  <a:pt x="100" y="120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4" y="120"/>
                  <a:pt x="72" y="122"/>
                  <a:pt x="72" y="12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2" y="144"/>
                  <a:pt x="60" y="146"/>
                  <a:pt x="60" y="148"/>
                </a:cubicBezTo>
                <a:cubicBezTo>
                  <a:pt x="60" y="149"/>
                  <a:pt x="60" y="150"/>
                  <a:pt x="61" y="151"/>
                </a:cubicBezTo>
                <a:cubicBezTo>
                  <a:pt x="85" y="175"/>
                  <a:pt x="85" y="175"/>
                  <a:pt x="85" y="175"/>
                </a:cubicBezTo>
                <a:cubicBezTo>
                  <a:pt x="86" y="176"/>
                  <a:pt x="87" y="176"/>
                  <a:pt x="88" y="176"/>
                </a:cubicBezTo>
                <a:cubicBezTo>
                  <a:pt x="89" y="176"/>
                  <a:pt x="90" y="176"/>
                  <a:pt x="91" y="175"/>
                </a:cubicBezTo>
                <a:cubicBezTo>
                  <a:pt x="115" y="151"/>
                  <a:pt x="115" y="151"/>
                  <a:pt x="115" y="151"/>
                </a:cubicBezTo>
                <a:cubicBezTo>
                  <a:pt x="116" y="150"/>
                  <a:pt x="116" y="149"/>
                  <a:pt x="116" y="148"/>
                </a:cubicBezTo>
                <a:cubicBezTo>
                  <a:pt x="116" y="146"/>
                  <a:pt x="114" y="144"/>
                  <a:pt x="112" y="144"/>
                </a:cubicBezTo>
                <a:moveTo>
                  <a:pt x="88" y="166"/>
                </a:moveTo>
                <a:cubicBezTo>
                  <a:pt x="74" y="152"/>
                  <a:pt x="74" y="152"/>
                  <a:pt x="74" y="152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8" y="152"/>
                  <a:pt x="80" y="150"/>
                  <a:pt x="80" y="14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96" y="150"/>
                  <a:pt x="98" y="152"/>
                  <a:pt x="100" y="152"/>
                </a:cubicBezTo>
                <a:cubicBezTo>
                  <a:pt x="102" y="152"/>
                  <a:pt x="102" y="152"/>
                  <a:pt x="102" y="152"/>
                </a:cubicBezTo>
                <a:lnTo>
                  <a:pt x="88" y="16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405"/>
          <p:cNvSpPr>
            <a:spLocks noEditPoints="1"/>
          </p:cNvSpPr>
          <p:nvPr/>
        </p:nvSpPr>
        <p:spPr bwMode="auto">
          <a:xfrm>
            <a:off x="2807321" y="3121984"/>
            <a:ext cx="334275" cy="334275"/>
          </a:xfrm>
          <a:custGeom>
            <a:avLst/>
            <a:gdLst>
              <a:gd name="T0" fmla="*/ 172 w 176"/>
              <a:gd name="T1" fmla="*/ 168 h 176"/>
              <a:gd name="T2" fmla="*/ 136 w 176"/>
              <a:gd name="T3" fmla="*/ 168 h 176"/>
              <a:gd name="T4" fmla="*/ 88 w 176"/>
              <a:gd name="T5" fmla="*/ 120 h 176"/>
              <a:gd name="T6" fmla="*/ 40 w 176"/>
              <a:gd name="T7" fmla="*/ 168 h 176"/>
              <a:gd name="T8" fmla="*/ 4 w 176"/>
              <a:gd name="T9" fmla="*/ 168 h 176"/>
              <a:gd name="T10" fmla="*/ 0 w 176"/>
              <a:gd name="T11" fmla="*/ 172 h 176"/>
              <a:gd name="T12" fmla="*/ 4 w 176"/>
              <a:gd name="T13" fmla="*/ 176 h 176"/>
              <a:gd name="T14" fmla="*/ 172 w 176"/>
              <a:gd name="T15" fmla="*/ 176 h 176"/>
              <a:gd name="T16" fmla="*/ 176 w 176"/>
              <a:gd name="T17" fmla="*/ 172 h 176"/>
              <a:gd name="T18" fmla="*/ 172 w 176"/>
              <a:gd name="T19" fmla="*/ 168 h 176"/>
              <a:gd name="T20" fmla="*/ 48 w 176"/>
              <a:gd name="T21" fmla="*/ 168 h 176"/>
              <a:gd name="T22" fmla="*/ 88 w 176"/>
              <a:gd name="T23" fmla="*/ 128 h 176"/>
              <a:gd name="T24" fmla="*/ 128 w 176"/>
              <a:gd name="T25" fmla="*/ 168 h 176"/>
              <a:gd name="T26" fmla="*/ 48 w 176"/>
              <a:gd name="T27" fmla="*/ 168 h 176"/>
              <a:gd name="T28" fmla="*/ 133 w 176"/>
              <a:gd name="T29" fmla="*/ 128 h 176"/>
              <a:gd name="T30" fmla="*/ 150 w 176"/>
              <a:gd name="T31" fmla="*/ 111 h 176"/>
              <a:gd name="T32" fmla="*/ 150 w 176"/>
              <a:gd name="T33" fmla="*/ 106 h 176"/>
              <a:gd name="T34" fmla="*/ 145 w 176"/>
              <a:gd name="T35" fmla="*/ 106 h 176"/>
              <a:gd name="T36" fmla="*/ 128 w 176"/>
              <a:gd name="T37" fmla="*/ 123 h 176"/>
              <a:gd name="T38" fmla="*/ 128 w 176"/>
              <a:gd name="T39" fmla="*/ 128 h 176"/>
              <a:gd name="T40" fmla="*/ 133 w 176"/>
              <a:gd name="T41" fmla="*/ 128 h 176"/>
              <a:gd name="T42" fmla="*/ 84 w 176"/>
              <a:gd name="T43" fmla="*/ 84 h 176"/>
              <a:gd name="T44" fmla="*/ 84 w 176"/>
              <a:gd name="T45" fmla="*/ 108 h 176"/>
              <a:gd name="T46" fmla="*/ 88 w 176"/>
              <a:gd name="T47" fmla="*/ 112 h 176"/>
              <a:gd name="T48" fmla="*/ 92 w 176"/>
              <a:gd name="T49" fmla="*/ 108 h 176"/>
              <a:gd name="T50" fmla="*/ 92 w 176"/>
              <a:gd name="T51" fmla="*/ 84 h 176"/>
              <a:gd name="T52" fmla="*/ 88 w 176"/>
              <a:gd name="T53" fmla="*/ 80 h 176"/>
              <a:gd name="T54" fmla="*/ 84 w 176"/>
              <a:gd name="T55" fmla="*/ 84 h 176"/>
              <a:gd name="T56" fmla="*/ 43 w 176"/>
              <a:gd name="T57" fmla="*/ 128 h 176"/>
              <a:gd name="T58" fmla="*/ 48 w 176"/>
              <a:gd name="T59" fmla="*/ 128 h 176"/>
              <a:gd name="T60" fmla="*/ 48 w 176"/>
              <a:gd name="T61" fmla="*/ 123 h 176"/>
              <a:gd name="T62" fmla="*/ 31 w 176"/>
              <a:gd name="T63" fmla="*/ 106 h 176"/>
              <a:gd name="T64" fmla="*/ 26 w 176"/>
              <a:gd name="T65" fmla="*/ 106 h 176"/>
              <a:gd name="T66" fmla="*/ 26 w 176"/>
              <a:gd name="T67" fmla="*/ 111 h 176"/>
              <a:gd name="T68" fmla="*/ 43 w 176"/>
              <a:gd name="T69" fmla="*/ 128 h 176"/>
              <a:gd name="T70" fmla="*/ 64 w 176"/>
              <a:gd name="T71" fmla="*/ 32 h 176"/>
              <a:gd name="T72" fmla="*/ 72 w 176"/>
              <a:gd name="T73" fmla="*/ 32 h 176"/>
              <a:gd name="T74" fmla="*/ 72 w 176"/>
              <a:gd name="T75" fmla="*/ 52 h 176"/>
              <a:gd name="T76" fmla="*/ 76 w 176"/>
              <a:gd name="T77" fmla="*/ 56 h 176"/>
              <a:gd name="T78" fmla="*/ 100 w 176"/>
              <a:gd name="T79" fmla="*/ 56 h 176"/>
              <a:gd name="T80" fmla="*/ 104 w 176"/>
              <a:gd name="T81" fmla="*/ 52 h 176"/>
              <a:gd name="T82" fmla="*/ 104 w 176"/>
              <a:gd name="T83" fmla="*/ 32 h 176"/>
              <a:gd name="T84" fmla="*/ 112 w 176"/>
              <a:gd name="T85" fmla="*/ 32 h 176"/>
              <a:gd name="T86" fmla="*/ 116 w 176"/>
              <a:gd name="T87" fmla="*/ 28 h 176"/>
              <a:gd name="T88" fmla="*/ 115 w 176"/>
              <a:gd name="T89" fmla="*/ 25 h 176"/>
              <a:gd name="T90" fmla="*/ 91 w 176"/>
              <a:gd name="T91" fmla="*/ 1 h 176"/>
              <a:gd name="T92" fmla="*/ 88 w 176"/>
              <a:gd name="T93" fmla="*/ 0 h 176"/>
              <a:gd name="T94" fmla="*/ 85 w 176"/>
              <a:gd name="T95" fmla="*/ 1 h 176"/>
              <a:gd name="T96" fmla="*/ 61 w 176"/>
              <a:gd name="T97" fmla="*/ 25 h 176"/>
              <a:gd name="T98" fmla="*/ 60 w 176"/>
              <a:gd name="T99" fmla="*/ 28 h 176"/>
              <a:gd name="T100" fmla="*/ 64 w 176"/>
              <a:gd name="T101" fmla="*/ 32 h 176"/>
              <a:gd name="T102" fmla="*/ 88 w 176"/>
              <a:gd name="T103" fmla="*/ 10 h 176"/>
              <a:gd name="T104" fmla="*/ 102 w 176"/>
              <a:gd name="T105" fmla="*/ 24 h 176"/>
              <a:gd name="T106" fmla="*/ 100 w 176"/>
              <a:gd name="T107" fmla="*/ 24 h 176"/>
              <a:gd name="T108" fmla="*/ 96 w 176"/>
              <a:gd name="T109" fmla="*/ 28 h 176"/>
              <a:gd name="T110" fmla="*/ 96 w 176"/>
              <a:gd name="T111" fmla="*/ 48 h 176"/>
              <a:gd name="T112" fmla="*/ 80 w 176"/>
              <a:gd name="T113" fmla="*/ 48 h 176"/>
              <a:gd name="T114" fmla="*/ 80 w 176"/>
              <a:gd name="T115" fmla="*/ 28 h 176"/>
              <a:gd name="T116" fmla="*/ 76 w 176"/>
              <a:gd name="T117" fmla="*/ 24 h 176"/>
              <a:gd name="T118" fmla="*/ 74 w 176"/>
              <a:gd name="T119" fmla="*/ 24 h 176"/>
              <a:gd name="T120" fmla="*/ 88 w 176"/>
              <a:gd name="T121" fmla="*/ 1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72" y="168"/>
                </a:moveTo>
                <a:cubicBezTo>
                  <a:pt x="136" y="168"/>
                  <a:pt x="136" y="168"/>
                  <a:pt x="136" y="168"/>
                </a:cubicBezTo>
                <a:cubicBezTo>
                  <a:pt x="136" y="141"/>
                  <a:pt x="115" y="120"/>
                  <a:pt x="88" y="120"/>
                </a:cubicBezTo>
                <a:cubicBezTo>
                  <a:pt x="61" y="120"/>
                  <a:pt x="40" y="141"/>
                  <a:pt x="40" y="168"/>
                </a:cubicBezTo>
                <a:cubicBezTo>
                  <a:pt x="4" y="168"/>
                  <a:pt x="4" y="168"/>
                  <a:pt x="4" y="168"/>
                </a:cubicBezTo>
                <a:cubicBezTo>
                  <a:pt x="2" y="168"/>
                  <a:pt x="0" y="170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0"/>
                  <a:pt x="174" y="168"/>
                  <a:pt x="172" y="168"/>
                </a:cubicBezTo>
                <a:moveTo>
                  <a:pt x="48" y="168"/>
                </a:moveTo>
                <a:cubicBezTo>
                  <a:pt x="48" y="146"/>
                  <a:pt x="66" y="128"/>
                  <a:pt x="88" y="128"/>
                </a:cubicBezTo>
                <a:cubicBezTo>
                  <a:pt x="110" y="128"/>
                  <a:pt x="128" y="146"/>
                  <a:pt x="128" y="168"/>
                </a:cubicBezTo>
                <a:lnTo>
                  <a:pt x="48" y="168"/>
                </a:lnTo>
                <a:close/>
                <a:moveTo>
                  <a:pt x="133" y="128"/>
                </a:moveTo>
                <a:cubicBezTo>
                  <a:pt x="150" y="111"/>
                  <a:pt x="150" y="111"/>
                  <a:pt x="150" y="111"/>
                </a:cubicBezTo>
                <a:cubicBezTo>
                  <a:pt x="152" y="110"/>
                  <a:pt x="152" y="107"/>
                  <a:pt x="150" y="106"/>
                </a:cubicBezTo>
                <a:cubicBezTo>
                  <a:pt x="149" y="104"/>
                  <a:pt x="146" y="104"/>
                  <a:pt x="145" y="106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6" y="124"/>
                  <a:pt x="126" y="127"/>
                  <a:pt x="128" y="128"/>
                </a:cubicBezTo>
                <a:cubicBezTo>
                  <a:pt x="129" y="130"/>
                  <a:pt x="132" y="130"/>
                  <a:pt x="133" y="128"/>
                </a:cubicBezTo>
                <a:moveTo>
                  <a:pt x="84" y="84"/>
                </a:moveTo>
                <a:cubicBezTo>
                  <a:pt x="84" y="108"/>
                  <a:pt x="84" y="108"/>
                  <a:pt x="84" y="108"/>
                </a:cubicBezTo>
                <a:cubicBezTo>
                  <a:pt x="84" y="110"/>
                  <a:pt x="86" y="112"/>
                  <a:pt x="88" y="112"/>
                </a:cubicBezTo>
                <a:cubicBezTo>
                  <a:pt x="90" y="112"/>
                  <a:pt x="92" y="110"/>
                  <a:pt x="92" y="108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82"/>
                  <a:pt x="90" y="80"/>
                  <a:pt x="88" y="80"/>
                </a:cubicBezTo>
                <a:cubicBezTo>
                  <a:pt x="86" y="80"/>
                  <a:pt x="84" y="82"/>
                  <a:pt x="84" y="84"/>
                </a:cubicBezTo>
                <a:moveTo>
                  <a:pt x="43" y="128"/>
                </a:moveTo>
                <a:cubicBezTo>
                  <a:pt x="44" y="130"/>
                  <a:pt x="47" y="130"/>
                  <a:pt x="48" y="128"/>
                </a:cubicBezTo>
                <a:cubicBezTo>
                  <a:pt x="50" y="127"/>
                  <a:pt x="50" y="124"/>
                  <a:pt x="48" y="123"/>
                </a:cubicBezTo>
                <a:cubicBezTo>
                  <a:pt x="31" y="106"/>
                  <a:pt x="31" y="106"/>
                  <a:pt x="31" y="106"/>
                </a:cubicBezTo>
                <a:cubicBezTo>
                  <a:pt x="30" y="104"/>
                  <a:pt x="27" y="104"/>
                  <a:pt x="26" y="106"/>
                </a:cubicBezTo>
                <a:cubicBezTo>
                  <a:pt x="24" y="107"/>
                  <a:pt x="24" y="110"/>
                  <a:pt x="26" y="111"/>
                </a:cubicBezTo>
                <a:lnTo>
                  <a:pt x="43" y="128"/>
                </a:lnTo>
                <a:close/>
                <a:moveTo>
                  <a:pt x="64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4"/>
                  <a:pt x="74" y="56"/>
                  <a:pt x="76" y="56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102" y="56"/>
                  <a:pt x="104" y="54"/>
                  <a:pt x="104" y="52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4" y="32"/>
                  <a:pt x="116" y="30"/>
                  <a:pt x="116" y="28"/>
                </a:cubicBezTo>
                <a:cubicBezTo>
                  <a:pt x="116" y="27"/>
                  <a:pt x="116" y="26"/>
                  <a:pt x="115" y="25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6"/>
                  <a:pt x="60" y="27"/>
                  <a:pt x="60" y="28"/>
                </a:cubicBezTo>
                <a:cubicBezTo>
                  <a:pt x="60" y="30"/>
                  <a:pt x="62" y="32"/>
                  <a:pt x="64" y="32"/>
                </a:cubicBezTo>
                <a:moveTo>
                  <a:pt x="88" y="10"/>
                </a:moveTo>
                <a:cubicBezTo>
                  <a:pt x="102" y="24"/>
                  <a:pt x="102" y="24"/>
                  <a:pt x="102" y="24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98" y="24"/>
                  <a:pt x="96" y="26"/>
                  <a:pt x="96" y="28"/>
                </a:cubicBezTo>
                <a:cubicBezTo>
                  <a:pt x="96" y="48"/>
                  <a:pt x="96" y="48"/>
                  <a:pt x="96" y="48"/>
                </a:cubicBezTo>
                <a:cubicBezTo>
                  <a:pt x="80" y="48"/>
                  <a:pt x="80" y="48"/>
                  <a:pt x="80" y="48"/>
                </a:cubicBezTo>
                <a:cubicBezTo>
                  <a:pt x="80" y="28"/>
                  <a:pt x="80" y="28"/>
                  <a:pt x="80" y="28"/>
                </a:cubicBezTo>
                <a:cubicBezTo>
                  <a:pt x="80" y="26"/>
                  <a:pt x="78" y="24"/>
                  <a:pt x="76" y="24"/>
                </a:cubicBezTo>
                <a:cubicBezTo>
                  <a:pt x="74" y="24"/>
                  <a:pt x="74" y="24"/>
                  <a:pt x="74" y="24"/>
                </a:cubicBezTo>
                <a:lnTo>
                  <a:pt x="88" y="1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407"/>
          <p:cNvSpPr>
            <a:spLocks noEditPoints="1"/>
          </p:cNvSpPr>
          <p:nvPr/>
        </p:nvSpPr>
        <p:spPr bwMode="auto">
          <a:xfrm>
            <a:off x="3446662" y="3121986"/>
            <a:ext cx="334275" cy="334275"/>
          </a:xfrm>
          <a:custGeom>
            <a:avLst/>
            <a:gdLst>
              <a:gd name="T0" fmla="*/ 93 w 176"/>
              <a:gd name="T1" fmla="*/ 76 h 176"/>
              <a:gd name="T2" fmla="*/ 104 w 176"/>
              <a:gd name="T3" fmla="*/ 68 h 176"/>
              <a:gd name="T4" fmla="*/ 115 w 176"/>
              <a:gd name="T5" fmla="*/ 76 h 176"/>
              <a:gd name="T6" fmla="*/ 111 w 176"/>
              <a:gd name="T7" fmla="*/ 63 h 176"/>
              <a:gd name="T8" fmla="*/ 120 w 176"/>
              <a:gd name="T9" fmla="*/ 56 h 176"/>
              <a:gd name="T10" fmla="*/ 108 w 176"/>
              <a:gd name="T11" fmla="*/ 56 h 176"/>
              <a:gd name="T12" fmla="*/ 104 w 176"/>
              <a:gd name="T13" fmla="*/ 44 h 176"/>
              <a:gd name="T14" fmla="*/ 100 w 176"/>
              <a:gd name="T15" fmla="*/ 56 h 176"/>
              <a:gd name="T16" fmla="*/ 88 w 176"/>
              <a:gd name="T17" fmla="*/ 56 h 176"/>
              <a:gd name="T18" fmla="*/ 97 w 176"/>
              <a:gd name="T19" fmla="*/ 63 h 176"/>
              <a:gd name="T20" fmla="*/ 93 w 176"/>
              <a:gd name="T21" fmla="*/ 76 h 176"/>
              <a:gd name="T22" fmla="*/ 144 w 176"/>
              <a:gd name="T23" fmla="*/ 84 h 176"/>
              <a:gd name="T24" fmla="*/ 140 w 176"/>
              <a:gd name="T25" fmla="*/ 96 h 176"/>
              <a:gd name="T26" fmla="*/ 128 w 176"/>
              <a:gd name="T27" fmla="*/ 96 h 176"/>
              <a:gd name="T28" fmla="*/ 137 w 176"/>
              <a:gd name="T29" fmla="*/ 103 h 176"/>
              <a:gd name="T30" fmla="*/ 133 w 176"/>
              <a:gd name="T31" fmla="*/ 116 h 176"/>
              <a:gd name="T32" fmla="*/ 144 w 176"/>
              <a:gd name="T33" fmla="*/ 108 h 176"/>
              <a:gd name="T34" fmla="*/ 155 w 176"/>
              <a:gd name="T35" fmla="*/ 116 h 176"/>
              <a:gd name="T36" fmla="*/ 151 w 176"/>
              <a:gd name="T37" fmla="*/ 103 h 176"/>
              <a:gd name="T38" fmla="*/ 160 w 176"/>
              <a:gd name="T39" fmla="*/ 96 h 176"/>
              <a:gd name="T40" fmla="*/ 148 w 176"/>
              <a:gd name="T41" fmla="*/ 96 h 176"/>
              <a:gd name="T42" fmla="*/ 144 w 176"/>
              <a:gd name="T43" fmla="*/ 84 h 176"/>
              <a:gd name="T44" fmla="*/ 60 w 176"/>
              <a:gd name="T45" fmla="*/ 56 h 176"/>
              <a:gd name="T46" fmla="*/ 80 w 176"/>
              <a:gd name="T47" fmla="*/ 0 h 176"/>
              <a:gd name="T48" fmla="*/ 0 w 176"/>
              <a:gd name="T49" fmla="*/ 88 h 176"/>
              <a:gd name="T50" fmla="*/ 88 w 176"/>
              <a:gd name="T51" fmla="*/ 176 h 176"/>
              <a:gd name="T52" fmla="*/ 160 w 176"/>
              <a:gd name="T53" fmla="*/ 144 h 176"/>
              <a:gd name="T54" fmla="*/ 148 w 176"/>
              <a:gd name="T55" fmla="*/ 144 h 176"/>
              <a:gd name="T56" fmla="*/ 60 w 176"/>
              <a:gd name="T57" fmla="*/ 56 h 176"/>
              <a:gd name="T58" fmla="*/ 88 w 176"/>
              <a:gd name="T59" fmla="*/ 168 h 176"/>
              <a:gd name="T60" fmla="*/ 8 w 176"/>
              <a:gd name="T61" fmla="*/ 88 h 176"/>
              <a:gd name="T62" fmla="*/ 63 w 176"/>
              <a:gd name="T63" fmla="*/ 12 h 176"/>
              <a:gd name="T64" fmla="*/ 52 w 176"/>
              <a:gd name="T65" fmla="*/ 56 h 176"/>
              <a:gd name="T66" fmla="*/ 140 w 176"/>
              <a:gd name="T67" fmla="*/ 152 h 176"/>
              <a:gd name="T68" fmla="*/ 88 w 176"/>
              <a:gd name="T69" fmla="*/ 168 h 176"/>
              <a:gd name="T70" fmla="*/ 176 w 176"/>
              <a:gd name="T71" fmla="*/ 16 h 176"/>
              <a:gd name="T72" fmla="*/ 160 w 176"/>
              <a:gd name="T73" fmla="*/ 16 h 176"/>
              <a:gd name="T74" fmla="*/ 154 w 176"/>
              <a:gd name="T75" fmla="*/ 0 h 176"/>
              <a:gd name="T76" fmla="*/ 148 w 176"/>
              <a:gd name="T77" fmla="*/ 16 h 176"/>
              <a:gd name="T78" fmla="*/ 132 w 176"/>
              <a:gd name="T79" fmla="*/ 16 h 176"/>
              <a:gd name="T80" fmla="*/ 145 w 176"/>
              <a:gd name="T81" fmla="*/ 26 h 176"/>
              <a:gd name="T82" fmla="*/ 139 w 176"/>
              <a:gd name="T83" fmla="*/ 44 h 176"/>
              <a:gd name="T84" fmla="*/ 154 w 176"/>
              <a:gd name="T85" fmla="*/ 33 h 176"/>
              <a:gd name="T86" fmla="*/ 169 w 176"/>
              <a:gd name="T87" fmla="*/ 44 h 176"/>
              <a:gd name="T88" fmla="*/ 163 w 176"/>
              <a:gd name="T89" fmla="*/ 26 h 176"/>
              <a:gd name="T90" fmla="*/ 176 w 176"/>
              <a:gd name="T91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76">
                <a:moveTo>
                  <a:pt x="93" y="76"/>
                </a:moveTo>
                <a:cubicBezTo>
                  <a:pt x="104" y="68"/>
                  <a:pt x="104" y="68"/>
                  <a:pt x="104" y="68"/>
                </a:cubicBezTo>
                <a:cubicBezTo>
                  <a:pt x="115" y="76"/>
                  <a:pt x="115" y="76"/>
                  <a:pt x="115" y="76"/>
                </a:cubicBezTo>
                <a:cubicBezTo>
                  <a:pt x="111" y="63"/>
                  <a:pt x="111" y="63"/>
                  <a:pt x="111" y="63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88" y="56"/>
                  <a:pt x="88" y="56"/>
                  <a:pt x="88" y="56"/>
                </a:cubicBezTo>
                <a:cubicBezTo>
                  <a:pt x="97" y="63"/>
                  <a:pt x="97" y="63"/>
                  <a:pt x="97" y="63"/>
                </a:cubicBezTo>
                <a:lnTo>
                  <a:pt x="93" y="76"/>
                </a:lnTo>
                <a:close/>
                <a:moveTo>
                  <a:pt x="144" y="84"/>
                </a:moveTo>
                <a:cubicBezTo>
                  <a:pt x="140" y="96"/>
                  <a:pt x="140" y="96"/>
                  <a:pt x="140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37" y="103"/>
                  <a:pt x="137" y="103"/>
                  <a:pt x="137" y="103"/>
                </a:cubicBezTo>
                <a:cubicBezTo>
                  <a:pt x="133" y="116"/>
                  <a:pt x="133" y="116"/>
                  <a:pt x="133" y="116"/>
                </a:cubicBezTo>
                <a:cubicBezTo>
                  <a:pt x="144" y="108"/>
                  <a:pt x="144" y="108"/>
                  <a:pt x="144" y="108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1" y="103"/>
                  <a:pt x="151" y="103"/>
                  <a:pt x="151" y="103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48" y="96"/>
                  <a:pt x="148" y="96"/>
                  <a:pt x="148" y="96"/>
                </a:cubicBezTo>
                <a:lnTo>
                  <a:pt x="144" y="84"/>
                </a:lnTo>
                <a:close/>
                <a:moveTo>
                  <a:pt x="60" y="56"/>
                </a:moveTo>
                <a:cubicBezTo>
                  <a:pt x="60" y="35"/>
                  <a:pt x="67" y="15"/>
                  <a:pt x="80" y="0"/>
                </a:cubicBezTo>
                <a:cubicBezTo>
                  <a:pt x="35" y="4"/>
                  <a:pt x="0" y="42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16" y="176"/>
                  <a:pt x="144" y="163"/>
                  <a:pt x="160" y="144"/>
                </a:cubicBezTo>
                <a:cubicBezTo>
                  <a:pt x="157" y="144"/>
                  <a:pt x="151" y="144"/>
                  <a:pt x="148" y="144"/>
                </a:cubicBezTo>
                <a:cubicBezTo>
                  <a:pt x="99" y="144"/>
                  <a:pt x="60" y="104"/>
                  <a:pt x="60" y="56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52"/>
                  <a:pt x="31" y="22"/>
                  <a:pt x="63" y="12"/>
                </a:cubicBezTo>
                <a:cubicBezTo>
                  <a:pt x="56" y="25"/>
                  <a:pt x="52" y="40"/>
                  <a:pt x="52" y="56"/>
                </a:cubicBezTo>
                <a:cubicBezTo>
                  <a:pt x="52" y="106"/>
                  <a:pt x="91" y="147"/>
                  <a:pt x="140" y="152"/>
                </a:cubicBezTo>
                <a:cubicBezTo>
                  <a:pt x="125" y="162"/>
                  <a:pt x="106" y="168"/>
                  <a:pt x="88" y="168"/>
                </a:cubicBezTo>
                <a:moveTo>
                  <a:pt x="176" y="16"/>
                </a:moveTo>
                <a:cubicBezTo>
                  <a:pt x="160" y="16"/>
                  <a:pt x="160" y="16"/>
                  <a:pt x="160" y="16"/>
                </a:cubicBezTo>
                <a:cubicBezTo>
                  <a:pt x="154" y="0"/>
                  <a:pt x="154" y="0"/>
                  <a:pt x="154" y="0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32" y="16"/>
                  <a:pt x="132" y="16"/>
                  <a:pt x="132" y="16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39" y="44"/>
                  <a:pt x="139" y="44"/>
                  <a:pt x="139" y="44"/>
                </a:cubicBezTo>
                <a:cubicBezTo>
                  <a:pt x="154" y="33"/>
                  <a:pt x="154" y="33"/>
                  <a:pt x="154" y="33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3" y="26"/>
                  <a:pt x="163" y="26"/>
                  <a:pt x="163" y="26"/>
                </a:cubicBezTo>
                <a:lnTo>
                  <a:pt x="176" y="1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408"/>
          <p:cNvSpPr>
            <a:spLocks noEditPoints="1"/>
          </p:cNvSpPr>
          <p:nvPr/>
        </p:nvSpPr>
        <p:spPr bwMode="auto">
          <a:xfrm>
            <a:off x="4086003" y="3121986"/>
            <a:ext cx="334275" cy="334275"/>
          </a:xfrm>
          <a:custGeom>
            <a:avLst/>
            <a:gdLst>
              <a:gd name="T0" fmla="*/ 136 w 176"/>
              <a:gd name="T1" fmla="*/ 72 h 176"/>
              <a:gd name="T2" fmla="*/ 120 w 176"/>
              <a:gd name="T3" fmla="*/ 88 h 176"/>
              <a:gd name="T4" fmla="*/ 136 w 176"/>
              <a:gd name="T5" fmla="*/ 104 h 176"/>
              <a:gd name="T6" fmla="*/ 152 w 176"/>
              <a:gd name="T7" fmla="*/ 88 h 176"/>
              <a:gd name="T8" fmla="*/ 136 w 176"/>
              <a:gd name="T9" fmla="*/ 72 h 176"/>
              <a:gd name="T10" fmla="*/ 136 w 176"/>
              <a:gd name="T11" fmla="*/ 96 h 176"/>
              <a:gd name="T12" fmla="*/ 128 w 176"/>
              <a:gd name="T13" fmla="*/ 88 h 176"/>
              <a:gd name="T14" fmla="*/ 136 w 176"/>
              <a:gd name="T15" fmla="*/ 80 h 176"/>
              <a:gd name="T16" fmla="*/ 144 w 176"/>
              <a:gd name="T17" fmla="*/ 88 h 176"/>
              <a:gd name="T18" fmla="*/ 136 w 176"/>
              <a:gd name="T19" fmla="*/ 96 h 176"/>
              <a:gd name="T20" fmla="*/ 116 w 176"/>
              <a:gd name="T21" fmla="*/ 136 h 176"/>
              <a:gd name="T22" fmla="*/ 112 w 176"/>
              <a:gd name="T23" fmla="*/ 140 h 176"/>
              <a:gd name="T24" fmla="*/ 116 w 176"/>
              <a:gd name="T25" fmla="*/ 144 h 176"/>
              <a:gd name="T26" fmla="*/ 120 w 176"/>
              <a:gd name="T27" fmla="*/ 140 h 176"/>
              <a:gd name="T28" fmla="*/ 116 w 176"/>
              <a:gd name="T29" fmla="*/ 136 h 176"/>
              <a:gd name="T30" fmla="*/ 40 w 176"/>
              <a:gd name="T31" fmla="*/ 96 h 176"/>
              <a:gd name="T32" fmla="*/ 32 w 176"/>
              <a:gd name="T33" fmla="*/ 104 h 176"/>
              <a:gd name="T34" fmla="*/ 40 w 176"/>
              <a:gd name="T35" fmla="*/ 112 h 176"/>
              <a:gd name="T36" fmla="*/ 48 w 176"/>
              <a:gd name="T37" fmla="*/ 104 h 176"/>
              <a:gd name="T38" fmla="*/ 40 w 176"/>
              <a:gd name="T39" fmla="*/ 96 h 176"/>
              <a:gd name="T40" fmla="*/ 76 w 176"/>
              <a:gd name="T41" fmla="*/ 112 h 176"/>
              <a:gd name="T42" fmla="*/ 64 w 176"/>
              <a:gd name="T43" fmla="*/ 124 h 176"/>
              <a:gd name="T44" fmla="*/ 76 w 176"/>
              <a:gd name="T45" fmla="*/ 136 h 176"/>
              <a:gd name="T46" fmla="*/ 88 w 176"/>
              <a:gd name="T47" fmla="*/ 124 h 176"/>
              <a:gd name="T48" fmla="*/ 76 w 176"/>
              <a:gd name="T49" fmla="*/ 112 h 176"/>
              <a:gd name="T50" fmla="*/ 76 w 176"/>
              <a:gd name="T51" fmla="*/ 128 h 176"/>
              <a:gd name="T52" fmla="*/ 72 w 176"/>
              <a:gd name="T53" fmla="*/ 124 h 176"/>
              <a:gd name="T54" fmla="*/ 76 w 176"/>
              <a:gd name="T55" fmla="*/ 120 h 176"/>
              <a:gd name="T56" fmla="*/ 80 w 176"/>
              <a:gd name="T57" fmla="*/ 124 h 176"/>
              <a:gd name="T58" fmla="*/ 76 w 176"/>
              <a:gd name="T59" fmla="*/ 128 h 176"/>
              <a:gd name="T60" fmla="*/ 100 w 176"/>
              <a:gd name="T61" fmla="*/ 88 h 176"/>
              <a:gd name="T62" fmla="*/ 96 w 176"/>
              <a:gd name="T63" fmla="*/ 92 h 176"/>
              <a:gd name="T64" fmla="*/ 100 w 176"/>
              <a:gd name="T65" fmla="*/ 96 h 176"/>
              <a:gd name="T66" fmla="*/ 104 w 176"/>
              <a:gd name="T67" fmla="*/ 92 h 176"/>
              <a:gd name="T68" fmla="*/ 100 w 176"/>
              <a:gd name="T69" fmla="*/ 88 h 176"/>
              <a:gd name="T70" fmla="*/ 88 w 176"/>
              <a:gd name="T71" fmla="*/ 0 h 176"/>
              <a:gd name="T72" fmla="*/ 0 w 176"/>
              <a:gd name="T73" fmla="*/ 88 h 176"/>
              <a:gd name="T74" fmla="*/ 88 w 176"/>
              <a:gd name="T75" fmla="*/ 176 h 176"/>
              <a:gd name="T76" fmla="*/ 176 w 176"/>
              <a:gd name="T77" fmla="*/ 88 h 176"/>
              <a:gd name="T78" fmla="*/ 88 w 176"/>
              <a:gd name="T79" fmla="*/ 0 h 176"/>
              <a:gd name="T80" fmla="*/ 88 w 176"/>
              <a:gd name="T81" fmla="*/ 168 h 176"/>
              <a:gd name="T82" fmla="*/ 8 w 176"/>
              <a:gd name="T83" fmla="*/ 88 h 176"/>
              <a:gd name="T84" fmla="*/ 88 w 176"/>
              <a:gd name="T85" fmla="*/ 8 h 176"/>
              <a:gd name="T86" fmla="*/ 168 w 176"/>
              <a:gd name="T87" fmla="*/ 88 h 176"/>
              <a:gd name="T88" fmla="*/ 88 w 176"/>
              <a:gd name="T89" fmla="*/ 168 h 176"/>
              <a:gd name="T90" fmla="*/ 64 w 176"/>
              <a:gd name="T91" fmla="*/ 32 h 176"/>
              <a:gd name="T92" fmla="*/ 40 w 176"/>
              <a:gd name="T93" fmla="*/ 56 h 176"/>
              <a:gd name="T94" fmla="*/ 64 w 176"/>
              <a:gd name="T95" fmla="*/ 80 h 176"/>
              <a:gd name="T96" fmla="*/ 88 w 176"/>
              <a:gd name="T97" fmla="*/ 56 h 176"/>
              <a:gd name="T98" fmla="*/ 64 w 176"/>
              <a:gd name="T99" fmla="*/ 32 h 176"/>
              <a:gd name="T100" fmla="*/ 64 w 176"/>
              <a:gd name="T101" fmla="*/ 72 h 176"/>
              <a:gd name="T102" fmla="*/ 48 w 176"/>
              <a:gd name="T103" fmla="*/ 56 h 176"/>
              <a:gd name="T104" fmla="*/ 64 w 176"/>
              <a:gd name="T105" fmla="*/ 40 h 176"/>
              <a:gd name="T106" fmla="*/ 80 w 176"/>
              <a:gd name="T107" fmla="*/ 56 h 176"/>
              <a:gd name="T108" fmla="*/ 64 w 176"/>
              <a:gd name="T109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36" y="72"/>
                </a:moveTo>
                <a:cubicBezTo>
                  <a:pt x="127" y="72"/>
                  <a:pt x="120" y="79"/>
                  <a:pt x="120" y="88"/>
                </a:cubicBezTo>
                <a:cubicBezTo>
                  <a:pt x="120" y="97"/>
                  <a:pt x="127" y="104"/>
                  <a:pt x="136" y="104"/>
                </a:cubicBezTo>
                <a:cubicBezTo>
                  <a:pt x="145" y="104"/>
                  <a:pt x="152" y="97"/>
                  <a:pt x="152" y="88"/>
                </a:cubicBezTo>
                <a:cubicBezTo>
                  <a:pt x="152" y="79"/>
                  <a:pt x="145" y="72"/>
                  <a:pt x="136" y="72"/>
                </a:cubicBezTo>
                <a:moveTo>
                  <a:pt x="136" y="96"/>
                </a:moveTo>
                <a:cubicBezTo>
                  <a:pt x="132" y="96"/>
                  <a:pt x="128" y="92"/>
                  <a:pt x="128" y="88"/>
                </a:cubicBezTo>
                <a:cubicBezTo>
                  <a:pt x="128" y="84"/>
                  <a:pt x="132" y="80"/>
                  <a:pt x="136" y="80"/>
                </a:cubicBezTo>
                <a:cubicBezTo>
                  <a:pt x="140" y="80"/>
                  <a:pt x="144" y="84"/>
                  <a:pt x="144" y="88"/>
                </a:cubicBezTo>
                <a:cubicBezTo>
                  <a:pt x="144" y="92"/>
                  <a:pt x="140" y="96"/>
                  <a:pt x="136" y="96"/>
                </a:cubicBezTo>
                <a:moveTo>
                  <a:pt x="116" y="136"/>
                </a:moveTo>
                <a:cubicBezTo>
                  <a:pt x="114" y="136"/>
                  <a:pt x="112" y="138"/>
                  <a:pt x="112" y="140"/>
                </a:cubicBezTo>
                <a:cubicBezTo>
                  <a:pt x="112" y="142"/>
                  <a:pt x="114" y="144"/>
                  <a:pt x="116" y="144"/>
                </a:cubicBezTo>
                <a:cubicBezTo>
                  <a:pt x="118" y="144"/>
                  <a:pt x="120" y="142"/>
                  <a:pt x="120" y="140"/>
                </a:cubicBezTo>
                <a:cubicBezTo>
                  <a:pt x="120" y="138"/>
                  <a:pt x="118" y="136"/>
                  <a:pt x="116" y="136"/>
                </a:cubicBezTo>
                <a:moveTo>
                  <a:pt x="40" y="96"/>
                </a:moveTo>
                <a:cubicBezTo>
                  <a:pt x="36" y="96"/>
                  <a:pt x="32" y="100"/>
                  <a:pt x="32" y="104"/>
                </a:cubicBezTo>
                <a:cubicBezTo>
                  <a:pt x="32" y="108"/>
                  <a:pt x="36" y="112"/>
                  <a:pt x="40" y="112"/>
                </a:cubicBezTo>
                <a:cubicBezTo>
                  <a:pt x="44" y="112"/>
                  <a:pt x="48" y="108"/>
                  <a:pt x="48" y="104"/>
                </a:cubicBezTo>
                <a:cubicBezTo>
                  <a:pt x="48" y="100"/>
                  <a:pt x="44" y="96"/>
                  <a:pt x="40" y="96"/>
                </a:cubicBezTo>
                <a:moveTo>
                  <a:pt x="76" y="112"/>
                </a:moveTo>
                <a:cubicBezTo>
                  <a:pt x="69" y="112"/>
                  <a:pt x="64" y="117"/>
                  <a:pt x="64" y="124"/>
                </a:cubicBezTo>
                <a:cubicBezTo>
                  <a:pt x="64" y="131"/>
                  <a:pt x="69" y="136"/>
                  <a:pt x="76" y="136"/>
                </a:cubicBezTo>
                <a:cubicBezTo>
                  <a:pt x="83" y="136"/>
                  <a:pt x="88" y="131"/>
                  <a:pt x="88" y="124"/>
                </a:cubicBezTo>
                <a:cubicBezTo>
                  <a:pt x="88" y="117"/>
                  <a:pt x="83" y="112"/>
                  <a:pt x="76" y="112"/>
                </a:cubicBezTo>
                <a:moveTo>
                  <a:pt x="76" y="128"/>
                </a:moveTo>
                <a:cubicBezTo>
                  <a:pt x="74" y="128"/>
                  <a:pt x="72" y="126"/>
                  <a:pt x="72" y="124"/>
                </a:cubicBezTo>
                <a:cubicBezTo>
                  <a:pt x="72" y="122"/>
                  <a:pt x="74" y="120"/>
                  <a:pt x="76" y="120"/>
                </a:cubicBezTo>
                <a:cubicBezTo>
                  <a:pt x="78" y="120"/>
                  <a:pt x="80" y="122"/>
                  <a:pt x="80" y="124"/>
                </a:cubicBezTo>
                <a:cubicBezTo>
                  <a:pt x="80" y="126"/>
                  <a:pt x="78" y="128"/>
                  <a:pt x="76" y="128"/>
                </a:cubicBezTo>
                <a:moveTo>
                  <a:pt x="100" y="88"/>
                </a:moveTo>
                <a:cubicBezTo>
                  <a:pt x="98" y="88"/>
                  <a:pt x="96" y="90"/>
                  <a:pt x="96" y="92"/>
                </a:cubicBezTo>
                <a:cubicBezTo>
                  <a:pt x="96" y="94"/>
                  <a:pt x="98" y="96"/>
                  <a:pt x="100" y="96"/>
                </a:cubicBezTo>
                <a:cubicBezTo>
                  <a:pt x="102" y="96"/>
                  <a:pt x="104" y="94"/>
                  <a:pt x="104" y="92"/>
                </a:cubicBezTo>
                <a:cubicBezTo>
                  <a:pt x="104" y="90"/>
                  <a:pt x="102" y="88"/>
                  <a:pt x="100" y="88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64" y="32"/>
                </a:moveTo>
                <a:cubicBezTo>
                  <a:pt x="51" y="32"/>
                  <a:pt x="40" y="43"/>
                  <a:pt x="40" y="56"/>
                </a:cubicBezTo>
                <a:cubicBezTo>
                  <a:pt x="40" y="69"/>
                  <a:pt x="51" y="80"/>
                  <a:pt x="64" y="80"/>
                </a:cubicBezTo>
                <a:cubicBezTo>
                  <a:pt x="77" y="80"/>
                  <a:pt x="88" y="69"/>
                  <a:pt x="88" y="56"/>
                </a:cubicBezTo>
                <a:cubicBezTo>
                  <a:pt x="88" y="43"/>
                  <a:pt x="77" y="32"/>
                  <a:pt x="64" y="32"/>
                </a:cubicBezTo>
                <a:moveTo>
                  <a:pt x="64" y="72"/>
                </a:moveTo>
                <a:cubicBezTo>
                  <a:pt x="55" y="72"/>
                  <a:pt x="48" y="65"/>
                  <a:pt x="48" y="56"/>
                </a:cubicBezTo>
                <a:cubicBezTo>
                  <a:pt x="48" y="47"/>
                  <a:pt x="55" y="40"/>
                  <a:pt x="64" y="40"/>
                </a:cubicBezTo>
                <a:cubicBezTo>
                  <a:pt x="73" y="40"/>
                  <a:pt x="80" y="47"/>
                  <a:pt x="80" y="56"/>
                </a:cubicBezTo>
                <a:cubicBezTo>
                  <a:pt x="80" y="65"/>
                  <a:pt x="73" y="72"/>
                  <a:pt x="64" y="7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409"/>
          <p:cNvSpPr>
            <a:spLocks noEditPoints="1"/>
          </p:cNvSpPr>
          <p:nvPr/>
        </p:nvSpPr>
        <p:spPr bwMode="auto">
          <a:xfrm>
            <a:off x="4720476" y="3167421"/>
            <a:ext cx="344011" cy="243404"/>
          </a:xfrm>
          <a:custGeom>
            <a:avLst/>
            <a:gdLst>
              <a:gd name="T0" fmla="*/ 177 w 181"/>
              <a:gd name="T1" fmla="*/ 38 h 128"/>
              <a:gd name="T2" fmla="*/ 145 w 181"/>
              <a:gd name="T3" fmla="*/ 18 h 128"/>
              <a:gd name="T4" fmla="*/ 152 w 181"/>
              <a:gd name="T5" fmla="*/ 27 h 128"/>
              <a:gd name="T6" fmla="*/ 170 w 181"/>
              <a:gd name="T7" fmla="*/ 40 h 128"/>
              <a:gd name="T8" fmla="*/ 167 w 181"/>
              <a:gd name="T9" fmla="*/ 51 h 128"/>
              <a:gd name="T10" fmla="*/ 154 w 181"/>
              <a:gd name="T11" fmla="*/ 65 h 128"/>
              <a:gd name="T12" fmla="*/ 154 w 181"/>
              <a:gd name="T13" fmla="*/ 64 h 128"/>
              <a:gd name="T14" fmla="*/ 90 w 181"/>
              <a:gd name="T15" fmla="*/ 0 h 128"/>
              <a:gd name="T16" fmla="*/ 26 w 181"/>
              <a:gd name="T17" fmla="*/ 64 h 128"/>
              <a:gd name="T18" fmla="*/ 33 w 181"/>
              <a:gd name="T19" fmla="*/ 94 h 128"/>
              <a:gd name="T20" fmla="*/ 10 w 181"/>
              <a:gd name="T21" fmla="*/ 80 h 128"/>
              <a:gd name="T22" fmla="*/ 13 w 181"/>
              <a:gd name="T23" fmla="*/ 69 h 128"/>
              <a:gd name="T24" fmla="*/ 18 w 181"/>
              <a:gd name="T25" fmla="*/ 62 h 128"/>
              <a:gd name="T26" fmla="*/ 19 w 181"/>
              <a:gd name="T27" fmla="*/ 50 h 128"/>
              <a:gd name="T28" fmla="*/ 3 w 181"/>
              <a:gd name="T29" fmla="*/ 82 h 128"/>
              <a:gd name="T30" fmla="*/ 39 w 181"/>
              <a:gd name="T31" fmla="*/ 103 h 128"/>
              <a:gd name="T32" fmla="*/ 90 w 181"/>
              <a:gd name="T33" fmla="*/ 128 h 128"/>
              <a:gd name="T34" fmla="*/ 153 w 181"/>
              <a:gd name="T35" fmla="*/ 76 h 128"/>
              <a:gd name="T36" fmla="*/ 177 w 181"/>
              <a:gd name="T37" fmla="*/ 38 h 128"/>
              <a:gd name="T38" fmla="*/ 90 w 181"/>
              <a:gd name="T39" fmla="*/ 120 h 128"/>
              <a:gd name="T40" fmla="*/ 51 w 181"/>
              <a:gd name="T41" fmla="*/ 104 h 128"/>
              <a:gd name="T42" fmla="*/ 55 w 181"/>
              <a:gd name="T43" fmla="*/ 104 h 128"/>
              <a:gd name="T44" fmla="*/ 101 w 181"/>
              <a:gd name="T45" fmla="*/ 98 h 128"/>
              <a:gd name="T46" fmla="*/ 143 w 181"/>
              <a:gd name="T47" fmla="*/ 81 h 128"/>
              <a:gd name="T48" fmla="*/ 90 w 181"/>
              <a:gd name="T49" fmla="*/ 120 h 128"/>
              <a:gd name="T50" fmla="*/ 146 w 181"/>
              <a:gd name="T51" fmla="*/ 71 h 128"/>
              <a:gd name="T52" fmla="*/ 99 w 181"/>
              <a:gd name="T53" fmla="*/ 90 h 128"/>
              <a:gd name="T54" fmla="*/ 55 w 181"/>
              <a:gd name="T55" fmla="*/ 96 h 128"/>
              <a:gd name="T56" fmla="*/ 44 w 181"/>
              <a:gd name="T57" fmla="*/ 95 h 128"/>
              <a:gd name="T58" fmla="*/ 34 w 181"/>
              <a:gd name="T59" fmla="*/ 64 h 128"/>
              <a:gd name="T60" fmla="*/ 90 w 181"/>
              <a:gd name="T61" fmla="*/ 8 h 128"/>
              <a:gd name="T62" fmla="*/ 146 w 181"/>
              <a:gd name="T63" fmla="*/ 64 h 128"/>
              <a:gd name="T64" fmla="*/ 146 w 181"/>
              <a:gd name="T65" fmla="*/ 7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1" h="128">
                <a:moveTo>
                  <a:pt x="177" y="38"/>
                </a:moveTo>
                <a:cubicBezTo>
                  <a:pt x="174" y="27"/>
                  <a:pt x="162" y="20"/>
                  <a:pt x="145" y="18"/>
                </a:cubicBezTo>
                <a:cubicBezTo>
                  <a:pt x="148" y="21"/>
                  <a:pt x="150" y="24"/>
                  <a:pt x="152" y="27"/>
                </a:cubicBezTo>
                <a:cubicBezTo>
                  <a:pt x="162" y="30"/>
                  <a:pt x="168" y="34"/>
                  <a:pt x="170" y="40"/>
                </a:cubicBezTo>
                <a:cubicBezTo>
                  <a:pt x="171" y="43"/>
                  <a:pt x="170" y="47"/>
                  <a:pt x="167" y="51"/>
                </a:cubicBezTo>
                <a:cubicBezTo>
                  <a:pt x="165" y="55"/>
                  <a:pt x="160" y="60"/>
                  <a:pt x="154" y="65"/>
                </a:cubicBezTo>
                <a:cubicBezTo>
                  <a:pt x="154" y="65"/>
                  <a:pt x="154" y="64"/>
                  <a:pt x="154" y="64"/>
                </a:cubicBezTo>
                <a:cubicBezTo>
                  <a:pt x="154" y="29"/>
                  <a:pt x="125" y="0"/>
                  <a:pt x="90" y="0"/>
                </a:cubicBezTo>
                <a:cubicBezTo>
                  <a:pt x="55" y="0"/>
                  <a:pt x="26" y="29"/>
                  <a:pt x="26" y="64"/>
                </a:cubicBezTo>
                <a:cubicBezTo>
                  <a:pt x="26" y="75"/>
                  <a:pt x="29" y="85"/>
                  <a:pt x="33" y="94"/>
                </a:cubicBezTo>
                <a:cubicBezTo>
                  <a:pt x="21" y="91"/>
                  <a:pt x="12" y="86"/>
                  <a:pt x="10" y="80"/>
                </a:cubicBezTo>
                <a:cubicBezTo>
                  <a:pt x="9" y="77"/>
                  <a:pt x="10" y="73"/>
                  <a:pt x="13" y="69"/>
                </a:cubicBezTo>
                <a:cubicBezTo>
                  <a:pt x="14" y="67"/>
                  <a:pt x="16" y="65"/>
                  <a:pt x="18" y="62"/>
                </a:cubicBezTo>
                <a:cubicBezTo>
                  <a:pt x="18" y="58"/>
                  <a:pt x="19" y="54"/>
                  <a:pt x="19" y="50"/>
                </a:cubicBezTo>
                <a:cubicBezTo>
                  <a:pt x="6" y="61"/>
                  <a:pt x="0" y="72"/>
                  <a:pt x="3" y="82"/>
                </a:cubicBezTo>
                <a:cubicBezTo>
                  <a:pt x="6" y="93"/>
                  <a:pt x="20" y="101"/>
                  <a:pt x="39" y="103"/>
                </a:cubicBezTo>
                <a:cubicBezTo>
                  <a:pt x="51" y="118"/>
                  <a:pt x="69" y="128"/>
                  <a:pt x="90" y="128"/>
                </a:cubicBezTo>
                <a:cubicBezTo>
                  <a:pt x="121" y="128"/>
                  <a:pt x="147" y="105"/>
                  <a:pt x="153" y="76"/>
                </a:cubicBezTo>
                <a:cubicBezTo>
                  <a:pt x="171" y="64"/>
                  <a:pt x="181" y="50"/>
                  <a:pt x="177" y="38"/>
                </a:cubicBezTo>
                <a:moveTo>
                  <a:pt x="90" y="120"/>
                </a:moveTo>
                <a:cubicBezTo>
                  <a:pt x="75" y="120"/>
                  <a:pt x="61" y="114"/>
                  <a:pt x="51" y="104"/>
                </a:cubicBezTo>
                <a:cubicBezTo>
                  <a:pt x="52" y="104"/>
                  <a:pt x="53" y="104"/>
                  <a:pt x="55" y="104"/>
                </a:cubicBezTo>
                <a:cubicBezTo>
                  <a:pt x="69" y="104"/>
                  <a:pt x="84" y="102"/>
                  <a:pt x="101" y="98"/>
                </a:cubicBezTo>
                <a:cubicBezTo>
                  <a:pt x="117" y="94"/>
                  <a:pt x="131" y="88"/>
                  <a:pt x="143" y="81"/>
                </a:cubicBezTo>
                <a:cubicBezTo>
                  <a:pt x="136" y="104"/>
                  <a:pt x="115" y="120"/>
                  <a:pt x="90" y="120"/>
                </a:cubicBezTo>
                <a:moveTo>
                  <a:pt x="146" y="71"/>
                </a:moveTo>
                <a:cubicBezTo>
                  <a:pt x="134" y="78"/>
                  <a:pt x="118" y="85"/>
                  <a:pt x="99" y="90"/>
                </a:cubicBezTo>
                <a:cubicBezTo>
                  <a:pt x="84" y="94"/>
                  <a:pt x="69" y="96"/>
                  <a:pt x="55" y="96"/>
                </a:cubicBezTo>
                <a:cubicBezTo>
                  <a:pt x="51" y="96"/>
                  <a:pt x="47" y="96"/>
                  <a:pt x="44" y="95"/>
                </a:cubicBezTo>
                <a:cubicBezTo>
                  <a:pt x="38" y="86"/>
                  <a:pt x="34" y="76"/>
                  <a:pt x="34" y="64"/>
                </a:cubicBezTo>
                <a:cubicBezTo>
                  <a:pt x="34" y="33"/>
                  <a:pt x="59" y="8"/>
                  <a:pt x="90" y="8"/>
                </a:cubicBezTo>
                <a:cubicBezTo>
                  <a:pt x="121" y="8"/>
                  <a:pt x="146" y="33"/>
                  <a:pt x="146" y="64"/>
                </a:cubicBezTo>
                <a:cubicBezTo>
                  <a:pt x="146" y="66"/>
                  <a:pt x="146" y="69"/>
                  <a:pt x="146" y="7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410"/>
          <p:cNvSpPr>
            <a:spLocks noEditPoints="1"/>
          </p:cNvSpPr>
          <p:nvPr/>
        </p:nvSpPr>
        <p:spPr bwMode="auto">
          <a:xfrm>
            <a:off x="5408498" y="3121986"/>
            <a:ext cx="243404" cy="334275"/>
          </a:xfrm>
          <a:custGeom>
            <a:avLst/>
            <a:gdLst>
              <a:gd name="T0" fmla="*/ 64 w 128"/>
              <a:gd name="T1" fmla="*/ 152 h 176"/>
              <a:gd name="T2" fmla="*/ 24 w 128"/>
              <a:gd name="T3" fmla="*/ 112 h 176"/>
              <a:gd name="T4" fmla="*/ 20 w 128"/>
              <a:gd name="T5" fmla="*/ 108 h 176"/>
              <a:gd name="T6" fmla="*/ 16 w 128"/>
              <a:gd name="T7" fmla="*/ 112 h 176"/>
              <a:gd name="T8" fmla="*/ 64 w 128"/>
              <a:gd name="T9" fmla="*/ 160 h 176"/>
              <a:gd name="T10" fmla="*/ 68 w 128"/>
              <a:gd name="T11" fmla="*/ 156 h 176"/>
              <a:gd name="T12" fmla="*/ 64 w 128"/>
              <a:gd name="T13" fmla="*/ 152 h 176"/>
              <a:gd name="T14" fmla="*/ 64 w 128"/>
              <a:gd name="T15" fmla="*/ 0 h 176"/>
              <a:gd name="T16" fmla="*/ 0 w 128"/>
              <a:gd name="T17" fmla="*/ 112 h 176"/>
              <a:gd name="T18" fmla="*/ 64 w 128"/>
              <a:gd name="T19" fmla="*/ 176 h 176"/>
              <a:gd name="T20" fmla="*/ 128 w 128"/>
              <a:gd name="T21" fmla="*/ 112 h 176"/>
              <a:gd name="T22" fmla="*/ 64 w 128"/>
              <a:gd name="T23" fmla="*/ 0 h 176"/>
              <a:gd name="T24" fmla="*/ 64 w 128"/>
              <a:gd name="T25" fmla="*/ 168 h 176"/>
              <a:gd name="T26" fmla="*/ 8 w 128"/>
              <a:gd name="T27" fmla="*/ 110 h 176"/>
              <a:gd name="T28" fmla="*/ 64 w 128"/>
              <a:gd name="T29" fmla="*/ 9 h 176"/>
              <a:gd name="T30" fmla="*/ 120 w 128"/>
              <a:gd name="T31" fmla="*/ 110 h 176"/>
              <a:gd name="T32" fmla="*/ 64 w 128"/>
              <a:gd name="T3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8" h="176">
                <a:moveTo>
                  <a:pt x="64" y="152"/>
                </a:moveTo>
                <a:cubicBezTo>
                  <a:pt x="42" y="152"/>
                  <a:pt x="24" y="134"/>
                  <a:pt x="24" y="112"/>
                </a:cubicBezTo>
                <a:cubicBezTo>
                  <a:pt x="24" y="110"/>
                  <a:pt x="22" y="108"/>
                  <a:pt x="20" y="108"/>
                </a:cubicBezTo>
                <a:cubicBezTo>
                  <a:pt x="18" y="108"/>
                  <a:pt x="16" y="110"/>
                  <a:pt x="16" y="112"/>
                </a:cubicBezTo>
                <a:cubicBezTo>
                  <a:pt x="16" y="139"/>
                  <a:pt x="37" y="160"/>
                  <a:pt x="64" y="160"/>
                </a:cubicBezTo>
                <a:cubicBezTo>
                  <a:pt x="66" y="160"/>
                  <a:pt x="68" y="158"/>
                  <a:pt x="68" y="156"/>
                </a:cubicBezTo>
                <a:cubicBezTo>
                  <a:pt x="68" y="154"/>
                  <a:pt x="66" y="152"/>
                  <a:pt x="64" y="152"/>
                </a:cubicBezTo>
                <a:moveTo>
                  <a:pt x="64" y="0"/>
                </a:moveTo>
                <a:cubicBezTo>
                  <a:pt x="56" y="0"/>
                  <a:pt x="0" y="68"/>
                  <a:pt x="0" y="112"/>
                </a:cubicBezTo>
                <a:cubicBezTo>
                  <a:pt x="0" y="147"/>
                  <a:pt x="29" y="176"/>
                  <a:pt x="64" y="176"/>
                </a:cubicBezTo>
                <a:cubicBezTo>
                  <a:pt x="99" y="176"/>
                  <a:pt x="128" y="147"/>
                  <a:pt x="128" y="112"/>
                </a:cubicBezTo>
                <a:cubicBezTo>
                  <a:pt x="128" y="68"/>
                  <a:pt x="72" y="0"/>
                  <a:pt x="64" y="0"/>
                </a:cubicBezTo>
                <a:moveTo>
                  <a:pt x="64" y="168"/>
                </a:moveTo>
                <a:cubicBezTo>
                  <a:pt x="33" y="168"/>
                  <a:pt x="8" y="142"/>
                  <a:pt x="8" y="110"/>
                </a:cubicBezTo>
                <a:cubicBezTo>
                  <a:pt x="8" y="72"/>
                  <a:pt x="60" y="9"/>
                  <a:pt x="64" y="9"/>
                </a:cubicBezTo>
                <a:cubicBezTo>
                  <a:pt x="68" y="9"/>
                  <a:pt x="120" y="72"/>
                  <a:pt x="120" y="110"/>
                </a:cubicBezTo>
                <a:cubicBezTo>
                  <a:pt x="120" y="142"/>
                  <a:pt x="95" y="168"/>
                  <a:pt x="64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411"/>
          <p:cNvSpPr>
            <a:spLocks noEditPoints="1"/>
          </p:cNvSpPr>
          <p:nvPr/>
        </p:nvSpPr>
        <p:spPr bwMode="auto">
          <a:xfrm>
            <a:off x="6002404" y="3121986"/>
            <a:ext cx="334275" cy="334275"/>
          </a:xfrm>
          <a:custGeom>
            <a:avLst/>
            <a:gdLst>
              <a:gd name="T0" fmla="*/ 88 w 176"/>
              <a:gd name="T1" fmla="*/ 56 h 176"/>
              <a:gd name="T2" fmla="*/ 80 w 176"/>
              <a:gd name="T3" fmla="*/ 64 h 176"/>
              <a:gd name="T4" fmla="*/ 88 w 176"/>
              <a:gd name="T5" fmla="*/ 72 h 176"/>
              <a:gd name="T6" fmla="*/ 96 w 176"/>
              <a:gd name="T7" fmla="*/ 64 h 176"/>
              <a:gd name="T8" fmla="*/ 88 w 176"/>
              <a:gd name="T9" fmla="*/ 56 h 176"/>
              <a:gd name="T10" fmla="*/ 92 w 176"/>
              <a:gd name="T11" fmla="*/ 8 h 176"/>
              <a:gd name="T12" fmla="*/ 92 w 176"/>
              <a:gd name="T13" fmla="*/ 4 h 176"/>
              <a:gd name="T14" fmla="*/ 88 w 176"/>
              <a:gd name="T15" fmla="*/ 0 h 176"/>
              <a:gd name="T16" fmla="*/ 84 w 176"/>
              <a:gd name="T17" fmla="*/ 4 h 176"/>
              <a:gd name="T18" fmla="*/ 84 w 176"/>
              <a:gd name="T19" fmla="*/ 8 h 176"/>
              <a:gd name="T20" fmla="*/ 0 w 176"/>
              <a:gd name="T21" fmla="*/ 92 h 176"/>
              <a:gd name="T22" fmla="*/ 4 w 176"/>
              <a:gd name="T23" fmla="*/ 96 h 176"/>
              <a:gd name="T24" fmla="*/ 84 w 176"/>
              <a:gd name="T25" fmla="*/ 96 h 176"/>
              <a:gd name="T26" fmla="*/ 84 w 176"/>
              <a:gd name="T27" fmla="*/ 152 h 176"/>
              <a:gd name="T28" fmla="*/ 68 w 176"/>
              <a:gd name="T29" fmla="*/ 168 h 176"/>
              <a:gd name="T30" fmla="*/ 52 w 176"/>
              <a:gd name="T31" fmla="*/ 152 h 176"/>
              <a:gd name="T32" fmla="*/ 48 w 176"/>
              <a:gd name="T33" fmla="*/ 148 h 176"/>
              <a:gd name="T34" fmla="*/ 44 w 176"/>
              <a:gd name="T35" fmla="*/ 152 h 176"/>
              <a:gd name="T36" fmla="*/ 68 w 176"/>
              <a:gd name="T37" fmla="*/ 176 h 176"/>
              <a:gd name="T38" fmla="*/ 92 w 176"/>
              <a:gd name="T39" fmla="*/ 156 h 176"/>
              <a:gd name="T40" fmla="*/ 92 w 176"/>
              <a:gd name="T41" fmla="*/ 156 h 176"/>
              <a:gd name="T42" fmla="*/ 92 w 176"/>
              <a:gd name="T43" fmla="*/ 96 h 176"/>
              <a:gd name="T44" fmla="*/ 172 w 176"/>
              <a:gd name="T45" fmla="*/ 96 h 176"/>
              <a:gd name="T46" fmla="*/ 176 w 176"/>
              <a:gd name="T47" fmla="*/ 92 h 176"/>
              <a:gd name="T48" fmla="*/ 92 w 176"/>
              <a:gd name="T49" fmla="*/ 8 h 176"/>
              <a:gd name="T50" fmla="*/ 8 w 176"/>
              <a:gd name="T51" fmla="*/ 88 h 176"/>
              <a:gd name="T52" fmla="*/ 88 w 176"/>
              <a:gd name="T53" fmla="*/ 16 h 176"/>
              <a:gd name="T54" fmla="*/ 168 w 176"/>
              <a:gd name="T55" fmla="*/ 88 h 176"/>
              <a:gd name="T56" fmla="*/ 8 w 176"/>
              <a:gd name="T57" fmla="*/ 88 h 176"/>
              <a:gd name="T58" fmla="*/ 32 w 176"/>
              <a:gd name="T59" fmla="*/ 64 h 176"/>
              <a:gd name="T60" fmla="*/ 24 w 176"/>
              <a:gd name="T61" fmla="*/ 72 h 176"/>
              <a:gd name="T62" fmla="*/ 32 w 176"/>
              <a:gd name="T63" fmla="*/ 80 h 176"/>
              <a:gd name="T64" fmla="*/ 40 w 176"/>
              <a:gd name="T65" fmla="*/ 72 h 176"/>
              <a:gd name="T66" fmla="*/ 32 w 176"/>
              <a:gd name="T67" fmla="*/ 64 h 176"/>
              <a:gd name="T68" fmla="*/ 64 w 176"/>
              <a:gd name="T69" fmla="*/ 40 h 176"/>
              <a:gd name="T70" fmla="*/ 56 w 176"/>
              <a:gd name="T71" fmla="*/ 48 h 176"/>
              <a:gd name="T72" fmla="*/ 64 w 176"/>
              <a:gd name="T73" fmla="*/ 56 h 176"/>
              <a:gd name="T74" fmla="*/ 72 w 176"/>
              <a:gd name="T75" fmla="*/ 48 h 176"/>
              <a:gd name="T76" fmla="*/ 64 w 176"/>
              <a:gd name="T77" fmla="*/ 40 h 176"/>
              <a:gd name="T78" fmla="*/ 136 w 176"/>
              <a:gd name="T79" fmla="*/ 64 h 176"/>
              <a:gd name="T80" fmla="*/ 128 w 176"/>
              <a:gd name="T81" fmla="*/ 72 h 176"/>
              <a:gd name="T82" fmla="*/ 136 w 176"/>
              <a:gd name="T83" fmla="*/ 80 h 176"/>
              <a:gd name="T84" fmla="*/ 144 w 176"/>
              <a:gd name="T85" fmla="*/ 72 h 176"/>
              <a:gd name="T86" fmla="*/ 136 w 176"/>
              <a:gd name="T87" fmla="*/ 64 h 176"/>
              <a:gd name="T88" fmla="*/ 112 w 176"/>
              <a:gd name="T89" fmla="*/ 32 h 176"/>
              <a:gd name="T90" fmla="*/ 104 w 176"/>
              <a:gd name="T91" fmla="*/ 40 h 176"/>
              <a:gd name="T92" fmla="*/ 112 w 176"/>
              <a:gd name="T93" fmla="*/ 48 h 176"/>
              <a:gd name="T94" fmla="*/ 120 w 176"/>
              <a:gd name="T95" fmla="*/ 40 h 176"/>
              <a:gd name="T96" fmla="*/ 112 w 176"/>
              <a:gd name="T97" fmla="*/ 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76">
                <a:moveTo>
                  <a:pt x="88" y="56"/>
                </a:moveTo>
                <a:cubicBezTo>
                  <a:pt x="84" y="56"/>
                  <a:pt x="80" y="60"/>
                  <a:pt x="80" y="64"/>
                </a:cubicBezTo>
                <a:cubicBezTo>
                  <a:pt x="80" y="68"/>
                  <a:pt x="84" y="72"/>
                  <a:pt x="88" y="72"/>
                </a:cubicBezTo>
                <a:cubicBezTo>
                  <a:pt x="92" y="72"/>
                  <a:pt x="96" y="68"/>
                  <a:pt x="96" y="64"/>
                </a:cubicBezTo>
                <a:cubicBezTo>
                  <a:pt x="96" y="60"/>
                  <a:pt x="92" y="56"/>
                  <a:pt x="88" y="56"/>
                </a:cubicBezTo>
                <a:moveTo>
                  <a:pt x="92" y="8"/>
                </a:move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8"/>
                  <a:pt x="84" y="8"/>
                  <a:pt x="84" y="8"/>
                </a:cubicBezTo>
                <a:cubicBezTo>
                  <a:pt x="37" y="10"/>
                  <a:pt x="0" y="47"/>
                  <a:pt x="0" y="92"/>
                </a:cubicBezTo>
                <a:cubicBezTo>
                  <a:pt x="0" y="94"/>
                  <a:pt x="2" y="96"/>
                  <a:pt x="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152"/>
                  <a:pt x="84" y="152"/>
                  <a:pt x="84" y="152"/>
                </a:cubicBezTo>
                <a:cubicBezTo>
                  <a:pt x="84" y="161"/>
                  <a:pt x="77" y="168"/>
                  <a:pt x="68" y="168"/>
                </a:cubicBezTo>
                <a:cubicBezTo>
                  <a:pt x="59" y="168"/>
                  <a:pt x="52" y="161"/>
                  <a:pt x="52" y="152"/>
                </a:cubicBezTo>
                <a:cubicBezTo>
                  <a:pt x="52" y="150"/>
                  <a:pt x="50" y="148"/>
                  <a:pt x="48" y="148"/>
                </a:cubicBezTo>
                <a:cubicBezTo>
                  <a:pt x="46" y="148"/>
                  <a:pt x="44" y="150"/>
                  <a:pt x="44" y="152"/>
                </a:cubicBezTo>
                <a:cubicBezTo>
                  <a:pt x="44" y="165"/>
                  <a:pt x="55" y="176"/>
                  <a:pt x="68" y="176"/>
                </a:cubicBezTo>
                <a:cubicBezTo>
                  <a:pt x="80" y="176"/>
                  <a:pt x="90" y="167"/>
                  <a:pt x="92" y="156"/>
                </a:cubicBezTo>
                <a:cubicBezTo>
                  <a:pt x="92" y="156"/>
                  <a:pt x="92" y="156"/>
                  <a:pt x="92" y="156"/>
                </a:cubicBezTo>
                <a:cubicBezTo>
                  <a:pt x="92" y="96"/>
                  <a:pt x="92" y="96"/>
                  <a:pt x="92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47"/>
                  <a:pt x="139" y="10"/>
                  <a:pt x="92" y="8"/>
                </a:cubicBezTo>
                <a:moveTo>
                  <a:pt x="8" y="88"/>
                </a:moveTo>
                <a:cubicBezTo>
                  <a:pt x="10" y="48"/>
                  <a:pt x="45" y="16"/>
                  <a:pt x="88" y="16"/>
                </a:cubicBezTo>
                <a:cubicBezTo>
                  <a:pt x="131" y="16"/>
                  <a:pt x="166" y="48"/>
                  <a:pt x="168" y="88"/>
                </a:cubicBezTo>
                <a:lnTo>
                  <a:pt x="8" y="88"/>
                </a:lnTo>
                <a:close/>
                <a:moveTo>
                  <a:pt x="32" y="64"/>
                </a:moveTo>
                <a:cubicBezTo>
                  <a:pt x="28" y="64"/>
                  <a:pt x="24" y="68"/>
                  <a:pt x="24" y="72"/>
                </a:cubicBezTo>
                <a:cubicBezTo>
                  <a:pt x="24" y="76"/>
                  <a:pt x="28" y="80"/>
                  <a:pt x="32" y="80"/>
                </a:cubicBezTo>
                <a:cubicBezTo>
                  <a:pt x="36" y="80"/>
                  <a:pt x="40" y="76"/>
                  <a:pt x="40" y="72"/>
                </a:cubicBezTo>
                <a:cubicBezTo>
                  <a:pt x="40" y="68"/>
                  <a:pt x="36" y="64"/>
                  <a:pt x="32" y="64"/>
                </a:cubicBezTo>
                <a:moveTo>
                  <a:pt x="64" y="40"/>
                </a:moveTo>
                <a:cubicBezTo>
                  <a:pt x="60" y="40"/>
                  <a:pt x="56" y="44"/>
                  <a:pt x="56" y="48"/>
                </a:cubicBezTo>
                <a:cubicBezTo>
                  <a:pt x="56" y="52"/>
                  <a:pt x="60" y="56"/>
                  <a:pt x="64" y="56"/>
                </a:cubicBezTo>
                <a:cubicBezTo>
                  <a:pt x="68" y="56"/>
                  <a:pt x="72" y="52"/>
                  <a:pt x="72" y="48"/>
                </a:cubicBezTo>
                <a:cubicBezTo>
                  <a:pt x="72" y="44"/>
                  <a:pt x="68" y="40"/>
                  <a:pt x="64" y="40"/>
                </a:cubicBezTo>
                <a:moveTo>
                  <a:pt x="136" y="64"/>
                </a:moveTo>
                <a:cubicBezTo>
                  <a:pt x="132" y="64"/>
                  <a:pt x="128" y="68"/>
                  <a:pt x="128" y="72"/>
                </a:cubicBezTo>
                <a:cubicBezTo>
                  <a:pt x="128" y="76"/>
                  <a:pt x="132" y="80"/>
                  <a:pt x="136" y="80"/>
                </a:cubicBezTo>
                <a:cubicBezTo>
                  <a:pt x="140" y="80"/>
                  <a:pt x="144" y="76"/>
                  <a:pt x="144" y="72"/>
                </a:cubicBezTo>
                <a:cubicBezTo>
                  <a:pt x="144" y="68"/>
                  <a:pt x="140" y="64"/>
                  <a:pt x="136" y="64"/>
                </a:cubicBezTo>
                <a:moveTo>
                  <a:pt x="112" y="32"/>
                </a:moveTo>
                <a:cubicBezTo>
                  <a:pt x="108" y="32"/>
                  <a:pt x="104" y="36"/>
                  <a:pt x="104" y="40"/>
                </a:cubicBezTo>
                <a:cubicBezTo>
                  <a:pt x="104" y="44"/>
                  <a:pt x="108" y="48"/>
                  <a:pt x="112" y="48"/>
                </a:cubicBezTo>
                <a:cubicBezTo>
                  <a:pt x="116" y="48"/>
                  <a:pt x="120" y="44"/>
                  <a:pt x="120" y="40"/>
                </a:cubicBezTo>
                <a:cubicBezTo>
                  <a:pt x="120" y="36"/>
                  <a:pt x="116" y="32"/>
                  <a:pt x="112" y="3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412"/>
          <p:cNvSpPr>
            <a:spLocks noEditPoints="1"/>
          </p:cNvSpPr>
          <p:nvPr/>
        </p:nvSpPr>
        <p:spPr bwMode="auto">
          <a:xfrm>
            <a:off x="6641746" y="3198252"/>
            <a:ext cx="334275" cy="181742"/>
          </a:xfrm>
          <a:custGeom>
            <a:avLst/>
            <a:gdLst>
              <a:gd name="T0" fmla="*/ 88 w 176"/>
              <a:gd name="T1" fmla="*/ 0 h 96"/>
              <a:gd name="T2" fmla="*/ 0 w 176"/>
              <a:gd name="T3" fmla="*/ 92 h 96"/>
              <a:gd name="T4" fmla="*/ 4 w 176"/>
              <a:gd name="T5" fmla="*/ 96 h 96"/>
              <a:gd name="T6" fmla="*/ 76 w 176"/>
              <a:gd name="T7" fmla="*/ 96 h 96"/>
              <a:gd name="T8" fmla="*/ 80 w 176"/>
              <a:gd name="T9" fmla="*/ 92 h 96"/>
              <a:gd name="T10" fmla="*/ 88 w 176"/>
              <a:gd name="T11" fmla="*/ 80 h 96"/>
              <a:gd name="T12" fmla="*/ 96 w 176"/>
              <a:gd name="T13" fmla="*/ 92 h 96"/>
              <a:gd name="T14" fmla="*/ 100 w 176"/>
              <a:gd name="T15" fmla="*/ 96 h 96"/>
              <a:gd name="T16" fmla="*/ 172 w 176"/>
              <a:gd name="T17" fmla="*/ 96 h 96"/>
              <a:gd name="T18" fmla="*/ 176 w 176"/>
              <a:gd name="T19" fmla="*/ 92 h 96"/>
              <a:gd name="T20" fmla="*/ 88 w 176"/>
              <a:gd name="T21" fmla="*/ 0 h 96"/>
              <a:gd name="T22" fmla="*/ 104 w 176"/>
              <a:gd name="T23" fmla="*/ 88 h 96"/>
              <a:gd name="T24" fmla="*/ 88 w 176"/>
              <a:gd name="T25" fmla="*/ 72 h 96"/>
              <a:gd name="T26" fmla="*/ 72 w 176"/>
              <a:gd name="T27" fmla="*/ 88 h 96"/>
              <a:gd name="T28" fmla="*/ 56 w 176"/>
              <a:gd name="T29" fmla="*/ 88 h 96"/>
              <a:gd name="T30" fmla="*/ 88 w 176"/>
              <a:gd name="T31" fmla="*/ 56 h 96"/>
              <a:gd name="T32" fmla="*/ 120 w 176"/>
              <a:gd name="T33" fmla="*/ 88 h 96"/>
              <a:gd name="T34" fmla="*/ 104 w 176"/>
              <a:gd name="T35" fmla="*/ 88 h 96"/>
              <a:gd name="T36" fmla="*/ 128 w 176"/>
              <a:gd name="T37" fmla="*/ 88 h 96"/>
              <a:gd name="T38" fmla="*/ 88 w 176"/>
              <a:gd name="T39" fmla="*/ 48 h 96"/>
              <a:gd name="T40" fmla="*/ 48 w 176"/>
              <a:gd name="T41" fmla="*/ 88 h 96"/>
              <a:gd name="T42" fmla="*/ 32 w 176"/>
              <a:gd name="T43" fmla="*/ 88 h 96"/>
              <a:gd name="T44" fmla="*/ 88 w 176"/>
              <a:gd name="T45" fmla="*/ 32 h 96"/>
              <a:gd name="T46" fmla="*/ 144 w 176"/>
              <a:gd name="T47" fmla="*/ 88 h 96"/>
              <a:gd name="T48" fmla="*/ 128 w 176"/>
              <a:gd name="T49" fmla="*/ 88 h 96"/>
              <a:gd name="T50" fmla="*/ 152 w 176"/>
              <a:gd name="T51" fmla="*/ 88 h 96"/>
              <a:gd name="T52" fmla="*/ 88 w 176"/>
              <a:gd name="T53" fmla="*/ 24 h 96"/>
              <a:gd name="T54" fmla="*/ 24 w 176"/>
              <a:gd name="T55" fmla="*/ 88 h 96"/>
              <a:gd name="T56" fmla="*/ 8 w 176"/>
              <a:gd name="T57" fmla="*/ 88 h 96"/>
              <a:gd name="T58" fmla="*/ 88 w 176"/>
              <a:gd name="T59" fmla="*/ 8 h 96"/>
              <a:gd name="T60" fmla="*/ 168 w 176"/>
              <a:gd name="T61" fmla="*/ 88 h 96"/>
              <a:gd name="T62" fmla="*/ 152 w 176"/>
              <a:gd name="T63" fmla="*/ 8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96">
                <a:moveTo>
                  <a:pt x="88" y="0"/>
                </a:moveTo>
                <a:cubicBezTo>
                  <a:pt x="39" y="0"/>
                  <a:pt x="0" y="41"/>
                  <a:pt x="0" y="92"/>
                </a:cubicBezTo>
                <a:cubicBezTo>
                  <a:pt x="0" y="94"/>
                  <a:pt x="2" y="96"/>
                  <a:pt x="4" y="96"/>
                </a:cubicBezTo>
                <a:cubicBezTo>
                  <a:pt x="76" y="96"/>
                  <a:pt x="76" y="96"/>
                  <a:pt x="76" y="96"/>
                </a:cubicBezTo>
                <a:cubicBezTo>
                  <a:pt x="78" y="96"/>
                  <a:pt x="80" y="94"/>
                  <a:pt x="80" y="92"/>
                </a:cubicBezTo>
                <a:cubicBezTo>
                  <a:pt x="80" y="85"/>
                  <a:pt x="84" y="80"/>
                  <a:pt x="88" y="80"/>
                </a:cubicBezTo>
                <a:cubicBezTo>
                  <a:pt x="92" y="80"/>
                  <a:pt x="96" y="85"/>
                  <a:pt x="96" y="92"/>
                </a:cubicBezTo>
                <a:cubicBezTo>
                  <a:pt x="96" y="94"/>
                  <a:pt x="98" y="96"/>
                  <a:pt x="100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41"/>
                  <a:pt x="137" y="0"/>
                  <a:pt x="88" y="0"/>
                </a:cubicBezTo>
                <a:moveTo>
                  <a:pt x="104" y="88"/>
                </a:moveTo>
                <a:cubicBezTo>
                  <a:pt x="102" y="79"/>
                  <a:pt x="96" y="72"/>
                  <a:pt x="88" y="72"/>
                </a:cubicBezTo>
                <a:cubicBezTo>
                  <a:pt x="80" y="72"/>
                  <a:pt x="74" y="79"/>
                  <a:pt x="72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8" y="70"/>
                  <a:pt x="72" y="56"/>
                  <a:pt x="88" y="56"/>
                </a:cubicBezTo>
                <a:cubicBezTo>
                  <a:pt x="104" y="56"/>
                  <a:pt x="118" y="70"/>
                  <a:pt x="120" y="88"/>
                </a:cubicBezTo>
                <a:lnTo>
                  <a:pt x="104" y="88"/>
                </a:lnTo>
                <a:close/>
                <a:moveTo>
                  <a:pt x="128" y="88"/>
                </a:moveTo>
                <a:cubicBezTo>
                  <a:pt x="126" y="66"/>
                  <a:pt x="109" y="48"/>
                  <a:pt x="88" y="48"/>
                </a:cubicBezTo>
                <a:cubicBezTo>
                  <a:pt x="67" y="48"/>
                  <a:pt x="50" y="66"/>
                  <a:pt x="48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34" y="57"/>
                  <a:pt x="58" y="32"/>
                  <a:pt x="88" y="32"/>
                </a:cubicBezTo>
                <a:cubicBezTo>
                  <a:pt x="118" y="32"/>
                  <a:pt x="142" y="57"/>
                  <a:pt x="144" y="88"/>
                </a:cubicBezTo>
                <a:lnTo>
                  <a:pt x="128" y="88"/>
                </a:lnTo>
                <a:close/>
                <a:moveTo>
                  <a:pt x="152" y="88"/>
                </a:moveTo>
                <a:cubicBezTo>
                  <a:pt x="150" y="52"/>
                  <a:pt x="122" y="24"/>
                  <a:pt x="88" y="24"/>
                </a:cubicBezTo>
                <a:cubicBezTo>
                  <a:pt x="54" y="24"/>
                  <a:pt x="26" y="52"/>
                  <a:pt x="24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10" y="43"/>
                  <a:pt x="45" y="8"/>
                  <a:pt x="88" y="8"/>
                </a:cubicBezTo>
                <a:cubicBezTo>
                  <a:pt x="131" y="8"/>
                  <a:pt x="166" y="43"/>
                  <a:pt x="168" y="88"/>
                </a:cubicBezTo>
                <a:lnTo>
                  <a:pt x="152" y="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413"/>
          <p:cNvSpPr>
            <a:spLocks noEditPoints="1"/>
          </p:cNvSpPr>
          <p:nvPr/>
        </p:nvSpPr>
        <p:spPr bwMode="auto">
          <a:xfrm>
            <a:off x="7281087" y="3167421"/>
            <a:ext cx="334275" cy="243404"/>
          </a:xfrm>
          <a:custGeom>
            <a:avLst/>
            <a:gdLst>
              <a:gd name="T0" fmla="*/ 152 w 176"/>
              <a:gd name="T1" fmla="*/ 51 h 128"/>
              <a:gd name="T2" fmla="*/ 152 w 176"/>
              <a:gd name="T3" fmla="*/ 48 h 128"/>
              <a:gd name="T4" fmla="*/ 104 w 176"/>
              <a:gd name="T5" fmla="*/ 0 h 128"/>
              <a:gd name="T6" fmla="*/ 62 w 176"/>
              <a:gd name="T7" fmla="*/ 26 h 128"/>
              <a:gd name="T8" fmla="*/ 52 w 176"/>
              <a:gd name="T9" fmla="*/ 24 h 128"/>
              <a:gd name="T10" fmla="*/ 24 w 176"/>
              <a:gd name="T11" fmla="*/ 52 h 128"/>
              <a:gd name="T12" fmla="*/ 25 w 176"/>
              <a:gd name="T13" fmla="*/ 58 h 128"/>
              <a:gd name="T14" fmla="*/ 0 w 176"/>
              <a:gd name="T15" fmla="*/ 92 h 128"/>
              <a:gd name="T16" fmla="*/ 36 w 176"/>
              <a:gd name="T17" fmla="*/ 128 h 128"/>
              <a:gd name="T18" fmla="*/ 136 w 176"/>
              <a:gd name="T19" fmla="*/ 128 h 128"/>
              <a:gd name="T20" fmla="*/ 176 w 176"/>
              <a:gd name="T21" fmla="*/ 88 h 128"/>
              <a:gd name="T22" fmla="*/ 152 w 176"/>
              <a:gd name="T23" fmla="*/ 51 h 128"/>
              <a:gd name="T24" fmla="*/ 136 w 176"/>
              <a:gd name="T25" fmla="*/ 120 h 128"/>
              <a:gd name="T26" fmla="*/ 36 w 176"/>
              <a:gd name="T27" fmla="*/ 120 h 128"/>
              <a:gd name="T28" fmla="*/ 8 w 176"/>
              <a:gd name="T29" fmla="*/ 92 h 128"/>
              <a:gd name="T30" fmla="*/ 27 w 176"/>
              <a:gd name="T31" fmla="*/ 65 h 128"/>
              <a:gd name="T32" fmla="*/ 34 w 176"/>
              <a:gd name="T33" fmla="*/ 63 h 128"/>
              <a:gd name="T34" fmla="*/ 32 w 176"/>
              <a:gd name="T35" fmla="*/ 56 h 128"/>
              <a:gd name="T36" fmla="*/ 32 w 176"/>
              <a:gd name="T37" fmla="*/ 52 h 128"/>
              <a:gd name="T38" fmla="*/ 52 w 176"/>
              <a:gd name="T39" fmla="*/ 32 h 128"/>
              <a:gd name="T40" fmla="*/ 59 w 176"/>
              <a:gd name="T41" fmla="*/ 33 h 128"/>
              <a:gd name="T42" fmla="*/ 65 w 176"/>
              <a:gd name="T43" fmla="*/ 36 h 128"/>
              <a:gd name="T44" fmla="*/ 69 w 176"/>
              <a:gd name="T45" fmla="*/ 29 h 128"/>
              <a:gd name="T46" fmla="*/ 104 w 176"/>
              <a:gd name="T47" fmla="*/ 8 h 128"/>
              <a:gd name="T48" fmla="*/ 144 w 176"/>
              <a:gd name="T49" fmla="*/ 48 h 128"/>
              <a:gd name="T50" fmla="*/ 144 w 176"/>
              <a:gd name="T51" fmla="*/ 50 h 128"/>
              <a:gd name="T52" fmla="*/ 144 w 176"/>
              <a:gd name="T53" fmla="*/ 51 h 128"/>
              <a:gd name="T54" fmla="*/ 143 w 176"/>
              <a:gd name="T55" fmla="*/ 56 h 128"/>
              <a:gd name="T56" fmla="*/ 149 w 176"/>
              <a:gd name="T57" fmla="*/ 59 h 128"/>
              <a:gd name="T58" fmla="*/ 168 w 176"/>
              <a:gd name="T59" fmla="*/ 88 h 128"/>
              <a:gd name="T60" fmla="*/ 136 w 176"/>
              <a:gd name="T61" fmla="*/ 1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6" h="128">
                <a:moveTo>
                  <a:pt x="152" y="51"/>
                </a:moveTo>
                <a:cubicBezTo>
                  <a:pt x="152" y="50"/>
                  <a:pt x="152" y="49"/>
                  <a:pt x="152" y="48"/>
                </a:cubicBezTo>
                <a:cubicBezTo>
                  <a:pt x="152" y="21"/>
                  <a:pt x="131" y="0"/>
                  <a:pt x="104" y="0"/>
                </a:cubicBezTo>
                <a:cubicBezTo>
                  <a:pt x="86" y="0"/>
                  <a:pt x="70" y="10"/>
                  <a:pt x="62" y="26"/>
                </a:cubicBezTo>
                <a:cubicBezTo>
                  <a:pt x="59" y="25"/>
                  <a:pt x="55" y="24"/>
                  <a:pt x="52" y="24"/>
                </a:cubicBezTo>
                <a:cubicBezTo>
                  <a:pt x="37" y="24"/>
                  <a:pt x="24" y="37"/>
                  <a:pt x="24" y="52"/>
                </a:cubicBezTo>
                <a:cubicBezTo>
                  <a:pt x="24" y="54"/>
                  <a:pt x="24" y="56"/>
                  <a:pt x="25" y="58"/>
                </a:cubicBezTo>
                <a:cubicBezTo>
                  <a:pt x="10" y="63"/>
                  <a:pt x="0" y="76"/>
                  <a:pt x="0" y="92"/>
                </a:cubicBezTo>
                <a:cubicBezTo>
                  <a:pt x="0" y="112"/>
                  <a:pt x="16" y="128"/>
                  <a:pt x="36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58" y="128"/>
                  <a:pt x="176" y="110"/>
                  <a:pt x="176" y="88"/>
                </a:cubicBezTo>
                <a:cubicBezTo>
                  <a:pt x="176" y="72"/>
                  <a:pt x="166" y="57"/>
                  <a:pt x="152" y="51"/>
                </a:cubicBezTo>
                <a:moveTo>
                  <a:pt x="136" y="120"/>
                </a:moveTo>
                <a:cubicBezTo>
                  <a:pt x="36" y="120"/>
                  <a:pt x="36" y="120"/>
                  <a:pt x="36" y="120"/>
                </a:cubicBezTo>
                <a:cubicBezTo>
                  <a:pt x="21" y="120"/>
                  <a:pt x="8" y="107"/>
                  <a:pt x="8" y="92"/>
                </a:cubicBezTo>
                <a:cubicBezTo>
                  <a:pt x="8" y="80"/>
                  <a:pt x="16" y="69"/>
                  <a:pt x="27" y="65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5"/>
                  <a:pt x="32" y="5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54" y="32"/>
                  <a:pt x="57" y="32"/>
                  <a:pt x="59" y="33"/>
                </a:cubicBezTo>
                <a:cubicBezTo>
                  <a:pt x="65" y="36"/>
                  <a:pt x="65" y="36"/>
                  <a:pt x="65" y="36"/>
                </a:cubicBezTo>
                <a:cubicBezTo>
                  <a:pt x="69" y="29"/>
                  <a:pt x="69" y="29"/>
                  <a:pt x="69" y="29"/>
                </a:cubicBezTo>
                <a:cubicBezTo>
                  <a:pt x="76" y="16"/>
                  <a:pt x="89" y="8"/>
                  <a:pt x="104" y="8"/>
                </a:cubicBezTo>
                <a:cubicBezTo>
                  <a:pt x="126" y="8"/>
                  <a:pt x="144" y="26"/>
                  <a:pt x="144" y="48"/>
                </a:cubicBezTo>
                <a:cubicBezTo>
                  <a:pt x="144" y="49"/>
                  <a:pt x="144" y="49"/>
                  <a:pt x="144" y="50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60" y="64"/>
                  <a:pt x="168" y="75"/>
                  <a:pt x="168" y="88"/>
                </a:cubicBezTo>
                <a:cubicBezTo>
                  <a:pt x="168" y="106"/>
                  <a:pt x="154" y="120"/>
                  <a:pt x="136" y="12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414"/>
          <p:cNvSpPr>
            <a:spLocks noEditPoints="1"/>
          </p:cNvSpPr>
          <p:nvPr/>
        </p:nvSpPr>
        <p:spPr bwMode="auto">
          <a:xfrm>
            <a:off x="1528638" y="3835970"/>
            <a:ext cx="335898" cy="197969"/>
          </a:xfrm>
          <a:custGeom>
            <a:avLst/>
            <a:gdLst>
              <a:gd name="T0" fmla="*/ 152 w 176"/>
              <a:gd name="T1" fmla="*/ 41 h 104"/>
              <a:gd name="T2" fmla="*/ 152 w 176"/>
              <a:gd name="T3" fmla="*/ 40 h 104"/>
              <a:gd name="T4" fmla="*/ 128 w 176"/>
              <a:gd name="T5" fmla="*/ 16 h 104"/>
              <a:gd name="T6" fmla="*/ 112 w 176"/>
              <a:gd name="T7" fmla="*/ 22 h 104"/>
              <a:gd name="T8" fmla="*/ 72 w 176"/>
              <a:gd name="T9" fmla="*/ 0 h 104"/>
              <a:gd name="T10" fmla="*/ 25 w 176"/>
              <a:gd name="T11" fmla="*/ 41 h 104"/>
              <a:gd name="T12" fmla="*/ 0 w 176"/>
              <a:gd name="T13" fmla="*/ 72 h 104"/>
              <a:gd name="T14" fmla="*/ 32 w 176"/>
              <a:gd name="T15" fmla="*/ 104 h 104"/>
              <a:gd name="T16" fmla="*/ 144 w 176"/>
              <a:gd name="T17" fmla="*/ 104 h 104"/>
              <a:gd name="T18" fmla="*/ 176 w 176"/>
              <a:gd name="T19" fmla="*/ 72 h 104"/>
              <a:gd name="T20" fmla="*/ 152 w 176"/>
              <a:gd name="T21" fmla="*/ 41 h 104"/>
              <a:gd name="T22" fmla="*/ 144 w 176"/>
              <a:gd name="T23" fmla="*/ 96 h 104"/>
              <a:gd name="T24" fmla="*/ 32 w 176"/>
              <a:gd name="T25" fmla="*/ 96 h 104"/>
              <a:gd name="T26" fmla="*/ 8 w 176"/>
              <a:gd name="T27" fmla="*/ 72 h 104"/>
              <a:gd name="T28" fmla="*/ 26 w 176"/>
              <a:gd name="T29" fmla="*/ 49 h 104"/>
              <a:gd name="T30" fmla="*/ 32 w 176"/>
              <a:gd name="T31" fmla="*/ 42 h 104"/>
              <a:gd name="T32" fmla="*/ 72 w 176"/>
              <a:gd name="T33" fmla="*/ 8 h 104"/>
              <a:gd name="T34" fmla="*/ 106 w 176"/>
              <a:gd name="T35" fmla="*/ 26 h 104"/>
              <a:gd name="T36" fmla="*/ 111 w 176"/>
              <a:gd name="T37" fmla="*/ 30 h 104"/>
              <a:gd name="T38" fmla="*/ 112 w 176"/>
              <a:gd name="T39" fmla="*/ 30 h 104"/>
              <a:gd name="T40" fmla="*/ 117 w 176"/>
              <a:gd name="T41" fmla="*/ 28 h 104"/>
              <a:gd name="T42" fmla="*/ 128 w 176"/>
              <a:gd name="T43" fmla="*/ 24 h 104"/>
              <a:gd name="T44" fmla="*/ 144 w 176"/>
              <a:gd name="T45" fmla="*/ 40 h 104"/>
              <a:gd name="T46" fmla="*/ 144 w 176"/>
              <a:gd name="T47" fmla="*/ 41 h 104"/>
              <a:gd name="T48" fmla="*/ 150 w 176"/>
              <a:gd name="T49" fmla="*/ 49 h 104"/>
              <a:gd name="T50" fmla="*/ 168 w 176"/>
              <a:gd name="T51" fmla="*/ 72 h 104"/>
              <a:gd name="T52" fmla="*/ 144 w 176"/>
              <a:gd name="T53" fmla="*/ 9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04"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8" y="15"/>
                  <a:pt x="106" y="26"/>
                </a:cubicBezTo>
                <a:cubicBezTo>
                  <a:pt x="107" y="28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415"/>
          <p:cNvSpPr>
            <a:spLocks noEditPoints="1"/>
          </p:cNvSpPr>
          <p:nvPr/>
        </p:nvSpPr>
        <p:spPr bwMode="auto">
          <a:xfrm>
            <a:off x="2167979" y="3790535"/>
            <a:ext cx="334275" cy="274235"/>
          </a:xfrm>
          <a:custGeom>
            <a:avLst/>
            <a:gdLst>
              <a:gd name="T0" fmla="*/ 160 w 176"/>
              <a:gd name="T1" fmla="*/ 84 h 144"/>
              <a:gd name="T2" fmla="*/ 176 w 176"/>
              <a:gd name="T3" fmla="*/ 48 h 144"/>
              <a:gd name="T4" fmla="*/ 128 w 176"/>
              <a:gd name="T5" fmla="*/ 0 h 144"/>
              <a:gd name="T6" fmla="*/ 81 w 176"/>
              <a:gd name="T7" fmla="*/ 41 h 144"/>
              <a:gd name="T8" fmla="*/ 72 w 176"/>
              <a:gd name="T9" fmla="*/ 40 h 144"/>
              <a:gd name="T10" fmla="*/ 25 w 176"/>
              <a:gd name="T11" fmla="*/ 81 h 144"/>
              <a:gd name="T12" fmla="*/ 0 w 176"/>
              <a:gd name="T13" fmla="*/ 112 h 144"/>
              <a:gd name="T14" fmla="*/ 32 w 176"/>
              <a:gd name="T15" fmla="*/ 144 h 144"/>
              <a:gd name="T16" fmla="*/ 144 w 176"/>
              <a:gd name="T17" fmla="*/ 144 h 144"/>
              <a:gd name="T18" fmla="*/ 176 w 176"/>
              <a:gd name="T19" fmla="*/ 112 h 144"/>
              <a:gd name="T20" fmla="*/ 160 w 176"/>
              <a:gd name="T21" fmla="*/ 84 h 144"/>
              <a:gd name="T22" fmla="*/ 128 w 176"/>
              <a:gd name="T23" fmla="*/ 8 h 144"/>
              <a:gd name="T24" fmla="*/ 168 w 176"/>
              <a:gd name="T25" fmla="*/ 48 h 144"/>
              <a:gd name="T26" fmla="*/ 152 w 176"/>
              <a:gd name="T27" fmla="*/ 80 h 144"/>
              <a:gd name="T28" fmla="*/ 128 w 176"/>
              <a:gd name="T29" fmla="*/ 56 h 144"/>
              <a:gd name="T30" fmla="*/ 112 w 176"/>
              <a:gd name="T31" fmla="*/ 62 h 144"/>
              <a:gd name="T32" fmla="*/ 88 w 176"/>
              <a:gd name="T33" fmla="*/ 43 h 144"/>
              <a:gd name="T34" fmla="*/ 128 w 176"/>
              <a:gd name="T35" fmla="*/ 8 h 144"/>
              <a:gd name="T36" fmla="*/ 144 w 176"/>
              <a:gd name="T37" fmla="*/ 136 h 144"/>
              <a:gd name="T38" fmla="*/ 32 w 176"/>
              <a:gd name="T39" fmla="*/ 136 h 144"/>
              <a:gd name="T40" fmla="*/ 8 w 176"/>
              <a:gd name="T41" fmla="*/ 112 h 144"/>
              <a:gd name="T42" fmla="*/ 26 w 176"/>
              <a:gd name="T43" fmla="*/ 89 h 144"/>
              <a:gd name="T44" fmla="*/ 32 w 176"/>
              <a:gd name="T45" fmla="*/ 82 h 144"/>
              <a:gd name="T46" fmla="*/ 72 w 176"/>
              <a:gd name="T47" fmla="*/ 48 h 144"/>
              <a:gd name="T48" fmla="*/ 102 w 176"/>
              <a:gd name="T49" fmla="*/ 62 h 144"/>
              <a:gd name="T50" fmla="*/ 111 w 176"/>
              <a:gd name="T51" fmla="*/ 70 h 144"/>
              <a:gd name="T52" fmla="*/ 112 w 176"/>
              <a:gd name="T53" fmla="*/ 70 h 144"/>
              <a:gd name="T54" fmla="*/ 117 w 176"/>
              <a:gd name="T55" fmla="*/ 68 h 144"/>
              <a:gd name="T56" fmla="*/ 128 w 176"/>
              <a:gd name="T57" fmla="*/ 64 h 144"/>
              <a:gd name="T58" fmla="*/ 144 w 176"/>
              <a:gd name="T59" fmla="*/ 80 h 144"/>
              <a:gd name="T60" fmla="*/ 144 w 176"/>
              <a:gd name="T61" fmla="*/ 81 h 144"/>
              <a:gd name="T62" fmla="*/ 150 w 176"/>
              <a:gd name="T63" fmla="*/ 89 h 144"/>
              <a:gd name="T64" fmla="*/ 168 w 176"/>
              <a:gd name="T65" fmla="*/ 112 h 144"/>
              <a:gd name="T66" fmla="*/ 144 w 176"/>
              <a:gd name="T67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44">
                <a:moveTo>
                  <a:pt x="160" y="84"/>
                </a:moveTo>
                <a:cubicBezTo>
                  <a:pt x="170" y="75"/>
                  <a:pt x="176" y="62"/>
                  <a:pt x="176" y="48"/>
                </a:cubicBezTo>
                <a:cubicBezTo>
                  <a:pt x="176" y="21"/>
                  <a:pt x="155" y="0"/>
                  <a:pt x="128" y="0"/>
                </a:cubicBezTo>
                <a:cubicBezTo>
                  <a:pt x="104" y="0"/>
                  <a:pt x="84" y="18"/>
                  <a:pt x="81" y="41"/>
                </a:cubicBezTo>
                <a:cubicBezTo>
                  <a:pt x="78" y="40"/>
                  <a:pt x="75" y="40"/>
                  <a:pt x="72" y="40"/>
                </a:cubicBezTo>
                <a:cubicBezTo>
                  <a:pt x="48" y="40"/>
                  <a:pt x="28" y="58"/>
                  <a:pt x="25" y="81"/>
                </a:cubicBezTo>
                <a:cubicBezTo>
                  <a:pt x="10" y="84"/>
                  <a:pt x="0" y="97"/>
                  <a:pt x="0" y="112"/>
                </a:cubicBezTo>
                <a:cubicBezTo>
                  <a:pt x="0" y="130"/>
                  <a:pt x="14" y="144"/>
                  <a:pt x="32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62" y="144"/>
                  <a:pt x="176" y="130"/>
                  <a:pt x="176" y="112"/>
                </a:cubicBezTo>
                <a:cubicBezTo>
                  <a:pt x="176" y="100"/>
                  <a:pt x="169" y="90"/>
                  <a:pt x="160" y="84"/>
                </a:cubicBezTo>
                <a:moveTo>
                  <a:pt x="128" y="8"/>
                </a:moveTo>
                <a:cubicBezTo>
                  <a:pt x="150" y="8"/>
                  <a:pt x="168" y="26"/>
                  <a:pt x="168" y="48"/>
                </a:cubicBezTo>
                <a:cubicBezTo>
                  <a:pt x="168" y="61"/>
                  <a:pt x="162" y="73"/>
                  <a:pt x="152" y="80"/>
                </a:cubicBezTo>
                <a:cubicBezTo>
                  <a:pt x="152" y="67"/>
                  <a:pt x="141" y="56"/>
                  <a:pt x="128" y="56"/>
                </a:cubicBezTo>
                <a:cubicBezTo>
                  <a:pt x="122" y="56"/>
                  <a:pt x="116" y="58"/>
                  <a:pt x="112" y="62"/>
                </a:cubicBezTo>
                <a:cubicBezTo>
                  <a:pt x="107" y="53"/>
                  <a:pt x="98" y="47"/>
                  <a:pt x="88" y="43"/>
                </a:cubicBezTo>
                <a:cubicBezTo>
                  <a:pt x="91" y="23"/>
                  <a:pt x="108" y="8"/>
                  <a:pt x="128" y="8"/>
                </a:cubicBezTo>
                <a:moveTo>
                  <a:pt x="144" y="136"/>
                </a:moveTo>
                <a:cubicBezTo>
                  <a:pt x="32" y="136"/>
                  <a:pt x="32" y="136"/>
                  <a:pt x="32" y="136"/>
                </a:cubicBezTo>
                <a:cubicBezTo>
                  <a:pt x="19" y="136"/>
                  <a:pt x="8" y="125"/>
                  <a:pt x="8" y="112"/>
                </a:cubicBezTo>
                <a:cubicBezTo>
                  <a:pt x="8" y="101"/>
                  <a:pt x="16" y="91"/>
                  <a:pt x="26" y="89"/>
                </a:cubicBezTo>
                <a:cubicBezTo>
                  <a:pt x="30" y="88"/>
                  <a:pt x="32" y="85"/>
                  <a:pt x="32" y="82"/>
                </a:cubicBezTo>
                <a:cubicBezTo>
                  <a:pt x="35" y="63"/>
                  <a:pt x="52" y="48"/>
                  <a:pt x="72" y="48"/>
                </a:cubicBezTo>
                <a:cubicBezTo>
                  <a:pt x="86" y="48"/>
                  <a:pt x="94" y="51"/>
                  <a:pt x="102" y="62"/>
                </a:cubicBezTo>
                <a:cubicBezTo>
                  <a:pt x="103" y="64"/>
                  <a:pt x="109" y="70"/>
                  <a:pt x="111" y="70"/>
                </a:cubicBezTo>
                <a:cubicBezTo>
                  <a:pt x="111" y="70"/>
                  <a:pt x="112" y="70"/>
                  <a:pt x="112" y="70"/>
                </a:cubicBezTo>
                <a:cubicBezTo>
                  <a:pt x="114" y="70"/>
                  <a:pt x="116" y="69"/>
                  <a:pt x="117" y="68"/>
                </a:cubicBezTo>
                <a:cubicBezTo>
                  <a:pt x="120" y="65"/>
                  <a:pt x="124" y="64"/>
                  <a:pt x="128" y="64"/>
                </a:cubicBezTo>
                <a:cubicBezTo>
                  <a:pt x="137" y="64"/>
                  <a:pt x="144" y="71"/>
                  <a:pt x="144" y="80"/>
                </a:cubicBezTo>
                <a:cubicBezTo>
                  <a:pt x="144" y="81"/>
                  <a:pt x="144" y="81"/>
                  <a:pt x="144" y="81"/>
                </a:cubicBezTo>
                <a:cubicBezTo>
                  <a:pt x="144" y="84"/>
                  <a:pt x="146" y="88"/>
                  <a:pt x="150" y="89"/>
                </a:cubicBezTo>
                <a:cubicBezTo>
                  <a:pt x="161" y="92"/>
                  <a:pt x="168" y="101"/>
                  <a:pt x="168" y="112"/>
                </a:cubicBezTo>
                <a:cubicBezTo>
                  <a:pt x="168" y="125"/>
                  <a:pt x="157" y="136"/>
                  <a:pt x="144" y="13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416"/>
          <p:cNvSpPr>
            <a:spLocks noEditPoints="1"/>
          </p:cNvSpPr>
          <p:nvPr/>
        </p:nvSpPr>
        <p:spPr bwMode="auto">
          <a:xfrm>
            <a:off x="2807320" y="3775931"/>
            <a:ext cx="334275" cy="303444"/>
          </a:xfrm>
          <a:custGeom>
            <a:avLst/>
            <a:gdLst>
              <a:gd name="T0" fmla="*/ 152 w 176"/>
              <a:gd name="T1" fmla="*/ 41 h 160"/>
              <a:gd name="T2" fmla="*/ 152 w 176"/>
              <a:gd name="T3" fmla="*/ 40 h 160"/>
              <a:gd name="T4" fmla="*/ 128 w 176"/>
              <a:gd name="T5" fmla="*/ 16 h 160"/>
              <a:gd name="T6" fmla="*/ 112 w 176"/>
              <a:gd name="T7" fmla="*/ 22 h 160"/>
              <a:gd name="T8" fmla="*/ 72 w 176"/>
              <a:gd name="T9" fmla="*/ 0 h 160"/>
              <a:gd name="T10" fmla="*/ 25 w 176"/>
              <a:gd name="T11" fmla="*/ 41 h 160"/>
              <a:gd name="T12" fmla="*/ 0 w 176"/>
              <a:gd name="T13" fmla="*/ 72 h 160"/>
              <a:gd name="T14" fmla="*/ 32 w 176"/>
              <a:gd name="T15" fmla="*/ 104 h 160"/>
              <a:gd name="T16" fmla="*/ 144 w 176"/>
              <a:gd name="T17" fmla="*/ 104 h 160"/>
              <a:gd name="T18" fmla="*/ 176 w 176"/>
              <a:gd name="T19" fmla="*/ 72 h 160"/>
              <a:gd name="T20" fmla="*/ 152 w 176"/>
              <a:gd name="T21" fmla="*/ 41 h 160"/>
              <a:gd name="T22" fmla="*/ 144 w 176"/>
              <a:gd name="T23" fmla="*/ 96 h 160"/>
              <a:gd name="T24" fmla="*/ 32 w 176"/>
              <a:gd name="T25" fmla="*/ 96 h 160"/>
              <a:gd name="T26" fmla="*/ 8 w 176"/>
              <a:gd name="T27" fmla="*/ 72 h 160"/>
              <a:gd name="T28" fmla="*/ 26 w 176"/>
              <a:gd name="T29" fmla="*/ 49 h 160"/>
              <a:gd name="T30" fmla="*/ 32 w 176"/>
              <a:gd name="T31" fmla="*/ 42 h 160"/>
              <a:gd name="T32" fmla="*/ 72 w 176"/>
              <a:gd name="T33" fmla="*/ 8 h 160"/>
              <a:gd name="T34" fmla="*/ 102 w 176"/>
              <a:gd name="T35" fmla="*/ 22 h 160"/>
              <a:gd name="T36" fmla="*/ 111 w 176"/>
              <a:gd name="T37" fmla="*/ 30 h 160"/>
              <a:gd name="T38" fmla="*/ 112 w 176"/>
              <a:gd name="T39" fmla="*/ 30 h 160"/>
              <a:gd name="T40" fmla="*/ 117 w 176"/>
              <a:gd name="T41" fmla="*/ 28 h 160"/>
              <a:gd name="T42" fmla="*/ 128 w 176"/>
              <a:gd name="T43" fmla="*/ 24 h 160"/>
              <a:gd name="T44" fmla="*/ 144 w 176"/>
              <a:gd name="T45" fmla="*/ 40 h 160"/>
              <a:gd name="T46" fmla="*/ 144 w 176"/>
              <a:gd name="T47" fmla="*/ 41 h 160"/>
              <a:gd name="T48" fmla="*/ 150 w 176"/>
              <a:gd name="T49" fmla="*/ 49 h 160"/>
              <a:gd name="T50" fmla="*/ 168 w 176"/>
              <a:gd name="T51" fmla="*/ 72 h 160"/>
              <a:gd name="T52" fmla="*/ 144 w 176"/>
              <a:gd name="T53" fmla="*/ 96 h 160"/>
              <a:gd name="T54" fmla="*/ 80 w 176"/>
              <a:gd name="T55" fmla="*/ 128 h 160"/>
              <a:gd name="T56" fmla="*/ 88 w 176"/>
              <a:gd name="T57" fmla="*/ 136 h 160"/>
              <a:gd name="T58" fmla="*/ 96 w 176"/>
              <a:gd name="T59" fmla="*/ 128 h 160"/>
              <a:gd name="T60" fmla="*/ 88 w 176"/>
              <a:gd name="T61" fmla="*/ 112 h 160"/>
              <a:gd name="T62" fmla="*/ 80 w 176"/>
              <a:gd name="T63" fmla="*/ 128 h 160"/>
              <a:gd name="T64" fmla="*/ 40 w 176"/>
              <a:gd name="T65" fmla="*/ 152 h 160"/>
              <a:gd name="T66" fmla="*/ 48 w 176"/>
              <a:gd name="T67" fmla="*/ 160 h 160"/>
              <a:gd name="T68" fmla="*/ 56 w 176"/>
              <a:gd name="T69" fmla="*/ 152 h 160"/>
              <a:gd name="T70" fmla="*/ 48 w 176"/>
              <a:gd name="T71" fmla="*/ 136 h 160"/>
              <a:gd name="T72" fmla="*/ 40 w 176"/>
              <a:gd name="T73" fmla="*/ 152 h 160"/>
              <a:gd name="T74" fmla="*/ 120 w 176"/>
              <a:gd name="T75" fmla="*/ 144 h 160"/>
              <a:gd name="T76" fmla="*/ 128 w 176"/>
              <a:gd name="T77" fmla="*/ 152 h 160"/>
              <a:gd name="T78" fmla="*/ 136 w 176"/>
              <a:gd name="T79" fmla="*/ 144 h 160"/>
              <a:gd name="T80" fmla="*/ 128 w 176"/>
              <a:gd name="T81" fmla="*/ 128 h 160"/>
              <a:gd name="T82" fmla="*/ 120 w 176"/>
              <a:gd name="T83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60"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  <a:moveTo>
                  <a:pt x="80" y="128"/>
                </a:moveTo>
                <a:cubicBezTo>
                  <a:pt x="80" y="132"/>
                  <a:pt x="84" y="136"/>
                  <a:pt x="88" y="136"/>
                </a:cubicBezTo>
                <a:cubicBezTo>
                  <a:pt x="92" y="136"/>
                  <a:pt x="96" y="132"/>
                  <a:pt x="96" y="128"/>
                </a:cubicBezTo>
                <a:cubicBezTo>
                  <a:pt x="96" y="120"/>
                  <a:pt x="88" y="112"/>
                  <a:pt x="88" y="112"/>
                </a:cubicBezTo>
                <a:cubicBezTo>
                  <a:pt x="88" y="112"/>
                  <a:pt x="80" y="120"/>
                  <a:pt x="80" y="128"/>
                </a:cubicBezTo>
                <a:moveTo>
                  <a:pt x="40" y="152"/>
                </a:moveTo>
                <a:cubicBezTo>
                  <a:pt x="40" y="156"/>
                  <a:pt x="44" y="160"/>
                  <a:pt x="48" y="160"/>
                </a:cubicBezTo>
                <a:cubicBezTo>
                  <a:pt x="52" y="160"/>
                  <a:pt x="56" y="156"/>
                  <a:pt x="56" y="152"/>
                </a:cubicBezTo>
                <a:cubicBezTo>
                  <a:pt x="56" y="144"/>
                  <a:pt x="48" y="136"/>
                  <a:pt x="48" y="136"/>
                </a:cubicBezTo>
                <a:cubicBezTo>
                  <a:pt x="48" y="136"/>
                  <a:pt x="40" y="144"/>
                  <a:pt x="40" y="152"/>
                </a:cubicBezTo>
                <a:moveTo>
                  <a:pt x="120" y="144"/>
                </a:moveTo>
                <a:cubicBezTo>
                  <a:pt x="120" y="148"/>
                  <a:pt x="124" y="152"/>
                  <a:pt x="128" y="152"/>
                </a:cubicBezTo>
                <a:cubicBezTo>
                  <a:pt x="132" y="152"/>
                  <a:pt x="136" y="148"/>
                  <a:pt x="136" y="144"/>
                </a:cubicBezTo>
                <a:cubicBezTo>
                  <a:pt x="136" y="136"/>
                  <a:pt x="128" y="128"/>
                  <a:pt x="128" y="128"/>
                </a:cubicBezTo>
                <a:cubicBezTo>
                  <a:pt x="128" y="128"/>
                  <a:pt x="120" y="136"/>
                  <a:pt x="120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417"/>
          <p:cNvSpPr>
            <a:spLocks noEditPoints="1"/>
          </p:cNvSpPr>
          <p:nvPr/>
        </p:nvSpPr>
        <p:spPr bwMode="auto">
          <a:xfrm>
            <a:off x="3446662" y="3790535"/>
            <a:ext cx="334275" cy="274235"/>
          </a:xfrm>
          <a:custGeom>
            <a:avLst/>
            <a:gdLst>
              <a:gd name="T0" fmla="*/ 80 w 176"/>
              <a:gd name="T1" fmla="*/ 116 h 144"/>
              <a:gd name="T2" fmla="*/ 76 w 176"/>
              <a:gd name="T3" fmla="*/ 112 h 144"/>
              <a:gd name="T4" fmla="*/ 73 w 176"/>
              <a:gd name="T5" fmla="*/ 113 h 144"/>
              <a:gd name="T6" fmla="*/ 49 w 176"/>
              <a:gd name="T7" fmla="*/ 137 h 144"/>
              <a:gd name="T8" fmla="*/ 48 w 176"/>
              <a:gd name="T9" fmla="*/ 140 h 144"/>
              <a:gd name="T10" fmla="*/ 52 w 176"/>
              <a:gd name="T11" fmla="*/ 144 h 144"/>
              <a:gd name="T12" fmla="*/ 55 w 176"/>
              <a:gd name="T13" fmla="*/ 143 h 144"/>
              <a:gd name="T14" fmla="*/ 79 w 176"/>
              <a:gd name="T15" fmla="*/ 119 h 144"/>
              <a:gd name="T16" fmla="*/ 80 w 176"/>
              <a:gd name="T17" fmla="*/ 116 h 144"/>
              <a:gd name="T18" fmla="*/ 56 w 176"/>
              <a:gd name="T19" fmla="*/ 116 h 144"/>
              <a:gd name="T20" fmla="*/ 52 w 176"/>
              <a:gd name="T21" fmla="*/ 112 h 144"/>
              <a:gd name="T22" fmla="*/ 49 w 176"/>
              <a:gd name="T23" fmla="*/ 113 h 144"/>
              <a:gd name="T24" fmla="*/ 25 w 176"/>
              <a:gd name="T25" fmla="*/ 137 h 144"/>
              <a:gd name="T26" fmla="*/ 24 w 176"/>
              <a:gd name="T27" fmla="*/ 140 h 144"/>
              <a:gd name="T28" fmla="*/ 28 w 176"/>
              <a:gd name="T29" fmla="*/ 144 h 144"/>
              <a:gd name="T30" fmla="*/ 31 w 176"/>
              <a:gd name="T31" fmla="*/ 143 h 144"/>
              <a:gd name="T32" fmla="*/ 55 w 176"/>
              <a:gd name="T33" fmla="*/ 119 h 144"/>
              <a:gd name="T34" fmla="*/ 56 w 176"/>
              <a:gd name="T35" fmla="*/ 116 h 144"/>
              <a:gd name="T36" fmla="*/ 104 w 176"/>
              <a:gd name="T37" fmla="*/ 116 h 144"/>
              <a:gd name="T38" fmla="*/ 100 w 176"/>
              <a:gd name="T39" fmla="*/ 112 h 144"/>
              <a:gd name="T40" fmla="*/ 97 w 176"/>
              <a:gd name="T41" fmla="*/ 113 h 144"/>
              <a:gd name="T42" fmla="*/ 73 w 176"/>
              <a:gd name="T43" fmla="*/ 137 h 144"/>
              <a:gd name="T44" fmla="*/ 72 w 176"/>
              <a:gd name="T45" fmla="*/ 140 h 144"/>
              <a:gd name="T46" fmla="*/ 76 w 176"/>
              <a:gd name="T47" fmla="*/ 144 h 144"/>
              <a:gd name="T48" fmla="*/ 79 w 176"/>
              <a:gd name="T49" fmla="*/ 143 h 144"/>
              <a:gd name="T50" fmla="*/ 103 w 176"/>
              <a:gd name="T51" fmla="*/ 119 h 144"/>
              <a:gd name="T52" fmla="*/ 104 w 176"/>
              <a:gd name="T53" fmla="*/ 116 h 144"/>
              <a:gd name="T54" fmla="*/ 124 w 176"/>
              <a:gd name="T55" fmla="*/ 112 h 144"/>
              <a:gd name="T56" fmla="*/ 121 w 176"/>
              <a:gd name="T57" fmla="*/ 113 h 144"/>
              <a:gd name="T58" fmla="*/ 97 w 176"/>
              <a:gd name="T59" fmla="*/ 137 h 144"/>
              <a:gd name="T60" fmla="*/ 96 w 176"/>
              <a:gd name="T61" fmla="*/ 140 h 144"/>
              <a:gd name="T62" fmla="*/ 100 w 176"/>
              <a:gd name="T63" fmla="*/ 144 h 144"/>
              <a:gd name="T64" fmla="*/ 103 w 176"/>
              <a:gd name="T65" fmla="*/ 143 h 144"/>
              <a:gd name="T66" fmla="*/ 127 w 176"/>
              <a:gd name="T67" fmla="*/ 119 h 144"/>
              <a:gd name="T68" fmla="*/ 128 w 176"/>
              <a:gd name="T69" fmla="*/ 116 h 144"/>
              <a:gd name="T70" fmla="*/ 124 w 176"/>
              <a:gd name="T71" fmla="*/ 112 h 144"/>
              <a:gd name="T72" fmla="*/ 152 w 176"/>
              <a:gd name="T73" fmla="*/ 41 h 144"/>
              <a:gd name="T74" fmla="*/ 152 w 176"/>
              <a:gd name="T75" fmla="*/ 40 h 144"/>
              <a:gd name="T76" fmla="*/ 128 w 176"/>
              <a:gd name="T77" fmla="*/ 16 h 144"/>
              <a:gd name="T78" fmla="*/ 112 w 176"/>
              <a:gd name="T79" fmla="*/ 22 h 144"/>
              <a:gd name="T80" fmla="*/ 72 w 176"/>
              <a:gd name="T81" fmla="*/ 0 h 144"/>
              <a:gd name="T82" fmla="*/ 25 w 176"/>
              <a:gd name="T83" fmla="*/ 41 h 144"/>
              <a:gd name="T84" fmla="*/ 0 w 176"/>
              <a:gd name="T85" fmla="*/ 72 h 144"/>
              <a:gd name="T86" fmla="*/ 32 w 176"/>
              <a:gd name="T87" fmla="*/ 104 h 144"/>
              <a:gd name="T88" fmla="*/ 144 w 176"/>
              <a:gd name="T89" fmla="*/ 104 h 144"/>
              <a:gd name="T90" fmla="*/ 176 w 176"/>
              <a:gd name="T91" fmla="*/ 72 h 144"/>
              <a:gd name="T92" fmla="*/ 152 w 176"/>
              <a:gd name="T93" fmla="*/ 41 h 144"/>
              <a:gd name="T94" fmla="*/ 144 w 176"/>
              <a:gd name="T95" fmla="*/ 96 h 144"/>
              <a:gd name="T96" fmla="*/ 32 w 176"/>
              <a:gd name="T97" fmla="*/ 96 h 144"/>
              <a:gd name="T98" fmla="*/ 8 w 176"/>
              <a:gd name="T99" fmla="*/ 72 h 144"/>
              <a:gd name="T100" fmla="*/ 26 w 176"/>
              <a:gd name="T101" fmla="*/ 49 h 144"/>
              <a:gd name="T102" fmla="*/ 32 w 176"/>
              <a:gd name="T103" fmla="*/ 42 h 144"/>
              <a:gd name="T104" fmla="*/ 72 w 176"/>
              <a:gd name="T105" fmla="*/ 8 h 144"/>
              <a:gd name="T106" fmla="*/ 102 w 176"/>
              <a:gd name="T107" fmla="*/ 22 h 144"/>
              <a:gd name="T108" fmla="*/ 111 w 176"/>
              <a:gd name="T109" fmla="*/ 30 h 144"/>
              <a:gd name="T110" fmla="*/ 112 w 176"/>
              <a:gd name="T111" fmla="*/ 30 h 144"/>
              <a:gd name="T112" fmla="*/ 117 w 176"/>
              <a:gd name="T113" fmla="*/ 28 h 144"/>
              <a:gd name="T114" fmla="*/ 128 w 176"/>
              <a:gd name="T115" fmla="*/ 24 h 144"/>
              <a:gd name="T116" fmla="*/ 144 w 176"/>
              <a:gd name="T117" fmla="*/ 40 h 144"/>
              <a:gd name="T118" fmla="*/ 144 w 176"/>
              <a:gd name="T119" fmla="*/ 41 h 144"/>
              <a:gd name="T120" fmla="*/ 150 w 176"/>
              <a:gd name="T121" fmla="*/ 49 h 144"/>
              <a:gd name="T122" fmla="*/ 168 w 176"/>
              <a:gd name="T123" fmla="*/ 72 h 144"/>
              <a:gd name="T124" fmla="*/ 144 w 176"/>
              <a:gd name="T125" fmla="*/ 9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144">
                <a:moveTo>
                  <a:pt x="80" y="116"/>
                </a:moveTo>
                <a:cubicBezTo>
                  <a:pt x="80" y="114"/>
                  <a:pt x="78" y="112"/>
                  <a:pt x="76" y="112"/>
                </a:cubicBezTo>
                <a:cubicBezTo>
                  <a:pt x="75" y="112"/>
                  <a:pt x="74" y="112"/>
                  <a:pt x="73" y="113"/>
                </a:cubicBezTo>
                <a:cubicBezTo>
                  <a:pt x="49" y="137"/>
                  <a:pt x="49" y="137"/>
                  <a:pt x="49" y="137"/>
                </a:cubicBezTo>
                <a:cubicBezTo>
                  <a:pt x="48" y="138"/>
                  <a:pt x="48" y="139"/>
                  <a:pt x="48" y="140"/>
                </a:cubicBezTo>
                <a:cubicBezTo>
                  <a:pt x="48" y="142"/>
                  <a:pt x="50" y="144"/>
                  <a:pt x="52" y="144"/>
                </a:cubicBezTo>
                <a:cubicBezTo>
                  <a:pt x="53" y="144"/>
                  <a:pt x="54" y="144"/>
                  <a:pt x="55" y="143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80" y="118"/>
                  <a:pt x="80" y="117"/>
                  <a:pt x="80" y="116"/>
                </a:cubicBezTo>
                <a:moveTo>
                  <a:pt x="56" y="116"/>
                </a:moveTo>
                <a:cubicBezTo>
                  <a:pt x="56" y="114"/>
                  <a:pt x="54" y="112"/>
                  <a:pt x="52" y="112"/>
                </a:cubicBezTo>
                <a:cubicBezTo>
                  <a:pt x="51" y="112"/>
                  <a:pt x="50" y="112"/>
                  <a:pt x="49" y="113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4" y="138"/>
                  <a:pt x="24" y="139"/>
                  <a:pt x="24" y="140"/>
                </a:cubicBezTo>
                <a:cubicBezTo>
                  <a:pt x="24" y="142"/>
                  <a:pt x="26" y="144"/>
                  <a:pt x="28" y="144"/>
                </a:cubicBezTo>
                <a:cubicBezTo>
                  <a:pt x="29" y="144"/>
                  <a:pt x="30" y="144"/>
                  <a:pt x="31" y="143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6" y="118"/>
                  <a:pt x="56" y="117"/>
                  <a:pt x="56" y="116"/>
                </a:cubicBezTo>
                <a:moveTo>
                  <a:pt x="104" y="116"/>
                </a:moveTo>
                <a:cubicBezTo>
                  <a:pt x="104" y="114"/>
                  <a:pt x="102" y="112"/>
                  <a:pt x="100" y="112"/>
                </a:cubicBezTo>
                <a:cubicBezTo>
                  <a:pt x="99" y="112"/>
                  <a:pt x="98" y="112"/>
                  <a:pt x="97" y="113"/>
                </a:cubicBezTo>
                <a:cubicBezTo>
                  <a:pt x="73" y="137"/>
                  <a:pt x="73" y="137"/>
                  <a:pt x="73" y="137"/>
                </a:cubicBezTo>
                <a:cubicBezTo>
                  <a:pt x="72" y="138"/>
                  <a:pt x="72" y="139"/>
                  <a:pt x="72" y="140"/>
                </a:cubicBezTo>
                <a:cubicBezTo>
                  <a:pt x="72" y="142"/>
                  <a:pt x="74" y="144"/>
                  <a:pt x="76" y="144"/>
                </a:cubicBezTo>
                <a:cubicBezTo>
                  <a:pt x="77" y="144"/>
                  <a:pt x="78" y="144"/>
                  <a:pt x="79" y="143"/>
                </a:cubicBezTo>
                <a:cubicBezTo>
                  <a:pt x="103" y="119"/>
                  <a:pt x="103" y="119"/>
                  <a:pt x="103" y="119"/>
                </a:cubicBezTo>
                <a:cubicBezTo>
                  <a:pt x="104" y="118"/>
                  <a:pt x="104" y="117"/>
                  <a:pt x="104" y="116"/>
                </a:cubicBezTo>
                <a:moveTo>
                  <a:pt x="124" y="112"/>
                </a:moveTo>
                <a:cubicBezTo>
                  <a:pt x="123" y="112"/>
                  <a:pt x="122" y="112"/>
                  <a:pt x="121" y="113"/>
                </a:cubicBezTo>
                <a:cubicBezTo>
                  <a:pt x="97" y="137"/>
                  <a:pt x="97" y="137"/>
                  <a:pt x="97" y="137"/>
                </a:cubicBezTo>
                <a:cubicBezTo>
                  <a:pt x="96" y="138"/>
                  <a:pt x="96" y="139"/>
                  <a:pt x="96" y="140"/>
                </a:cubicBezTo>
                <a:cubicBezTo>
                  <a:pt x="96" y="142"/>
                  <a:pt x="98" y="144"/>
                  <a:pt x="100" y="144"/>
                </a:cubicBezTo>
                <a:cubicBezTo>
                  <a:pt x="101" y="144"/>
                  <a:pt x="102" y="144"/>
                  <a:pt x="103" y="143"/>
                </a:cubicBezTo>
                <a:cubicBezTo>
                  <a:pt x="127" y="119"/>
                  <a:pt x="127" y="119"/>
                  <a:pt x="127" y="119"/>
                </a:cubicBezTo>
                <a:cubicBezTo>
                  <a:pt x="128" y="118"/>
                  <a:pt x="128" y="117"/>
                  <a:pt x="128" y="116"/>
                </a:cubicBezTo>
                <a:cubicBezTo>
                  <a:pt x="128" y="114"/>
                  <a:pt x="126" y="112"/>
                  <a:pt x="124" y="112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418"/>
          <p:cNvSpPr>
            <a:spLocks noEditPoints="1"/>
          </p:cNvSpPr>
          <p:nvPr/>
        </p:nvSpPr>
        <p:spPr bwMode="auto">
          <a:xfrm>
            <a:off x="4086003" y="3775931"/>
            <a:ext cx="334275" cy="303444"/>
          </a:xfrm>
          <a:custGeom>
            <a:avLst/>
            <a:gdLst>
              <a:gd name="T0" fmla="*/ 72 w 176"/>
              <a:gd name="T1" fmla="*/ 132 h 160"/>
              <a:gd name="T2" fmla="*/ 76 w 176"/>
              <a:gd name="T3" fmla="*/ 160 h 160"/>
              <a:gd name="T4" fmla="*/ 80 w 176"/>
              <a:gd name="T5" fmla="*/ 132 h 160"/>
              <a:gd name="T6" fmla="*/ 100 w 176"/>
              <a:gd name="T7" fmla="*/ 120 h 160"/>
              <a:gd name="T8" fmla="*/ 96 w 176"/>
              <a:gd name="T9" fmla="*/ 148 h 160"/>
              <a:gd name="T10" fmla="*/ 104 w 176"/>
              <a:gd name="T11" fmla="*/ 148 h 160"/>
              <a:gd name="T12" fmla="*/ 100 w 176"/>
              <a:gd name="T13" fmla="*/ 120 h 160"/>
              <a:gd name="T14" fmla="*/ 24 w 176"/>
              <a:gd name="T15" fmla="*/ 116 h 160"/>
              <a:gd name="T16" fmla="*/ 28 w 176"/>
              <a:gd name="T17" fmla="*/ 144 h 160"/>
              <a:gd name="T18" fmla="*/ 32 w 176"/>
              <a:gd name="T19" fmla="*/ 116 h 160"/>
              <a:gd name="T20" fmla="*/ 52 w 176"/>
              <a:gd name="T21" fmla="*/ 120 h 160"/>
              <a:gd name="T22" fmla="*/ 48 w 176"/>
              <a:gd name="T23" fmla="*/ 140 h 160"/>
              <a:gd name="T24" fmla="*/ 56 w 176"/>
              <a:gd name="T25" fmla="*/ 140 h 160"/>
              <a:gd name="T26" fmla="*/ 52 w 176"/>
              <a:gd name="T27" fmla="*/ 120 h 160"/>
              <a:gd name="T28" fmla="*/ 152 w 176"/>
              <a:gd name="T29" fmla="*/ 40 h 160"/>
              <a:gd name="T30" fmla="*/ 112 w 176"/>
              <a:gd name="T31" fmla="*/ 22 h 160"/>
              <a:gd name="T32" fmla="*/ 25 w 176"/>
              <a:gd name="T33" fmla="*/ 41 h 160"/>
              <a:gd name="T34" fmla="*/ 32 w 176"/>
              <a:gd name="T35" fmla="*/ 104 h 160"/>
              <a:gd name="T36" fmla="*/ 176 w 176"/>
              <a:gd name="T37" fmla="*/ 72 h 160"/>
              <a:gd name="T38" fmla="*/ 144 w 176"/>
              <a:gd name="T39" fmla="*/ 96 h 160"/>
              <a:gd name="T40" fmla="*/ 8 w 176"/>
              <a:gd name="T41" fmla="*/ 72 h 160"/>
              <a:gd name="T42" fmla="*/ 32 w 176"/>
              <a:gd name="T43" fmla="*/ 42 h 160"/>
              <a:gd name="T44" fmla="*/ 102 w 176"/>
              <a:gd name="T45" fmla="*/ 22 h 160"/>
              <a:gd name="T46" fmla="*/ 112 w 176"/>
              <a:gd name="T47" fmla="*/ 30 h 160"/>
              <a:gd name="T48" fmla="*/ 128 w 176"/>
              <a:gd name="T49" fmla="*/ 24 h 160"/>
              <a:gd name="T50" fmla="*/ 144 w 176"/>
              <a:gd name="T51" fmla="*/ 41 h 160"/>
              <a:gd name="T52" fmla="*/ 168 w 176"/>
              <a:gd name="T53" fmla="*/ 72 h 160"/>
              <a:gd name="T54" fmla="*/ 124 w 176"/>
              <a:gd name="T55" fmla="*/ 112 h 160"/>
              <a:gd name="T56" fmla="*/ 120 w 176"/>
              <a:gd name="T57" fmla="*/ 140 h 160"/>
              <a:gd name="T58" fmla="*/ 128 w 176"/>
              <a:gd name="T59" fmla="*/ 140 h 160"/>
              <a:gd name="T60" fmla="*/ 124 w 176"/>
              <a:gd name="T61" fmla="*/ 112 h 160"/>
              <a:gd name="T62" fmla="*/ 144 w 176"/>
              <a:gd name="T63" fmla="*/ 116 h 160"/>
              <a:gd name="T64" fmla="*/ 148 w 176"/>
              <a:gd name="T65" fmla="*/ 136 h 160"/>
              <a:gd name="T66" fmla="*/ 152 w 176"/>
              <a:gd name="T67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60">
                <a:moveTo>
                  <a:pt x="76" y="128"/>
                </a:moveTo>
                <a:cubicBezTo>
                  <a:pt x="74" y="128"/>
                  <a:pt x="72" y="130"/>
                  <a:pt x="72" y="132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8"/>
                  <a:pt x="74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0"/>
                  <a:pt x="78" y="128"/>
                  <a:pt x="76" y="128"/>
                </a:cubicBezTo>
                <a:moveTo>
                  <a:pt x="100" y="120"/>
                </a:moveTo>
                <a:cubicBezTo>
                  <a:pt x="98" y="120"/>
                  <a:pt x="96" y="122"/>
                  <a:pt x="96" y="124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96" y="150"/>
                  <a:pt x="98" y="152"/>
                  <a:pt x="100" y="152"/>
                </a:cubicBezTo>
                <a:cubicBezTo>
                  <a:pt x="102" y="152"/>
                  <a:pt x="104" y="150"/>
                  <a:pt x="104" y="148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2"/>
                  <a:pt x="102" y="120"/>
                  <a:pt x="100" y="120"/>
                </a:cubicBezTo>
                <a:moveTo>
                  <a:pt x="28" y="112"/>
                </a:moveTo>
                <a:cubicBezTo>
                  <a:pt x="26" y="112"/>
                  <a:pt x="24" y="114"/>
                  <a:pt x="24" y="116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2"/>
                  <a:pt x="26" y="144"/>
                  <a:pt x="28" y="144"/>
                </a:cubicBezTo>
                <a:cubicBezTo>
                  <a:pt x="30" y="144"/>
                  <a:pt x="32" y="142"/>
                  <a:pt x="32" y="140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4"/>
                  <a:pt x="30" y="112"/>
                  <a:pt x="28" y="112"/>
                </a:cubicBezTo>
                <a:moveTo>
                  <a:pt x="52" y="120"/>
                </a:moveTo>
                <a:cubicBezTo>
                  <a:pt x="50" y="120"/>
                  <a:pt x="48" y="122"/>
                  <a:pt x="48" y="124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2"/>
                  <a:pt x="50" y="144"/>
                  <a:pt x="52" y="144"/>
                </a:cubicBezTo>
                <a:cubicBezTo>
                  <a:pt x="54" y="144"/>
                  <a:pt x="56" y="142"/>
                  <a:pt x="56" y="140"/>
                </a:cubicBezTo>
                <a:cubicBezTo>
                  <a:pt x="56" y="124"/>
                  <a:pt x="56" y="124"/>
                  <a:pt x="56" y="124"/>
                </a:cubicBezTo>
                <a:cubicBezTo>
                  <a:pt x="56" y="122"/>
                  <a:pt x="54" y="120"/>
                  <a:pt x="52" y="120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  <a:moveTo>
                  <a:pt x="124" y="112"/>
                </a:moveTo>
                <a:cubicBezTo>
                  <a:pt x="122" y="112"/>
                  <a:pt x="120" y="114"/>
                  <a:pt x="120" y="116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2"/>
                  <a:pt x="122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14"/>
                  <a:pt x="126" y="112"/>
                  <a:pt x="124" y="112"/>
                </a:cubicBezTo>
                <a:moveTo>
                  <a:pt x="148" y="112"/>
                </a:moveTo>
                <a:cubicBezTo>
                  <a:pt x="146" y="112"/>
                  <a:pt x="144" y="114"/>
                  <a:pt x="144" y="116"/>
                </a:cubicBezTo>
                <a:cubicBezTo>
                  <a:pt x="144" y="132"/>
                  <a:pt x="144" y="132"/>
                  <a:pt x="144" y="132"/>
                </a:cubicBezTo>
                <a:cubicBezTo>
                  <a:pt x="144" y="134"/>
                  <a:pt x="146" y="136"/>
                  <a:pt x="148" y="136"/>
                </a:cubicBezTo>
                <a:cubicBezTo>
                  <a:pt x="150" y="136"/>
                  <a:pt x="152" y="134"/>
                  <a:pt x="152" y="132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2" y="114"/>
                  <a:pt x="150" y="112"/>
                  <a:pt x="148" y="11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419"/>
          <p:cNvSpPr>
            <a:spLocks noEditPoints="1"/>
          </p:cNvSpPr>
          <p:nvPr/>
        </p:nvSpPr>
        <p:spPr bwMode="auto">
          <a:xfrm>
            <a:off x="4723722" y="3761326"/>
            <a:ext cx="335898" cy="334275"/>
          </a:xfrm>
          <a:custGeom>
            <a:avLst/>
            <a:gdLst>
              <a:gd name="T0" fmla="*/ 64 w 176"/>
              <a:gd name="T1" fmla="*/ 112 h 176"/>
              <a:gd name="T2" fmla="*/ 56 w 176"/>
              <a:gd name="T3" fmla="*/ 120 h 176"/>
              <a:gd name="T4" fmla="*/ 64 w 176"/>
              <a:gd name="T5" fmla="*/ 128 h 176"/>
              <a:gd name="T6" fmla="*/ 72 w 176"/>
              <a:gd name="T7" fmla="*/ 120 h 176"/>
              <a:gd name="T8" fmla="*/ 64 w 176"/>
              <a:gd name="T9" fmla="*/ 112 h 176"/>
              <a:gd name="T10" fmla="*/ 40 w 176"/>
              <a:gd name="T11" fmla="*/ 152 h 176"/>
              <a:gd name="T12" fmla="*/ 32 w 176"/>
              <a:gd name="T13" fmla="*/ 160 h 176"/>
              <a:gd name="T14" fmla="*/ 40 w 176"/>
              <a:gd name="T15" fmla="*/ 168 h 176"/>
              <a:gd name="T16" fmla="*/ 48 w 176"/>
              <a:gd name="T17" fmla="*/ 160 h 176"/>
              <a:gd name="T18" fmla="*/ 40 w 176"/>
              <a:gd name="T19" fmla="*/ 152 h 176"/>
              <a:gd name="T20" fmla="*/ 24 w 176"/>
              <a:gd name="T21" fmla="*/ 128 h 176"/>
              <a:gd name="T22" fmla="*/ 16 w 176"/>
              <a:gd name="T23" fmla="*/ 136 h 176"/>
              <a:gd name="T24" fmla="*/ 24 w 176"/>
              <a:gd name="T25" fmla="*/ 144 h 176"/>
              <a:gd name="T26" fmla="*/ 32 w 176"/>
              <a:gd name="T27" fmla="*/ 136 h 176"/>
              <a:gd name="T28" fmla="*/ 24 w 176"/>
              <a:gd name="T29" fmla="*/ 128 h 176"/>
              <a:gd name="T30" fmla="*/ 88 w 176"/>
              <a:gd name="T31" fmla="*/ 144 h 176"/>
              <a:gd name="T32" fmla="*/ 80 w 176"/>
              <a:gd name="T33" fmla="*/ 152 h 176"/>
              <a:gd name="T34" fmla="*/ 88 w 176"/>
              <a:gd name="T35" fmla="*/ 160 h 176"/>
              <a:gd name="T36" fmla="*/ 96 w 176"/>
              <a:gd name="T37" fmla="*/ 152 h 176"/>
              <a:gd name="T38" fmla="*/ 88 w 176"/>
              <a:gd name="T39" fmla="*/ 144 h 176"/>
              <a:gd name="T40" fmla="*/ 128 w 176"/>
              <a:gd name="T41" fmla="*/ 128 h 176"/>
              <a:gd name="T42" fmla="*/ 120 w 176"/>
              <a:gd name="T43" fmla="*/ 120 h 176"/>
              <a:gd name="T44" fmla="*/ 112 w 176"/>
              <a:gd name="T45" fmla="*/ 128 h 176"/>
              <a:gd name="T46" fmla="*/ 120 w 176"/>
              <a:gd name="T47" fmla="*/ 136 h 176"/>
              <a:gd name="T48" fmla="*/ 128 w 176"/>
              <a:gd name="T49" fmla="*/ 128 h 176"/>
              <a:gd name="T50" fmla="*/ 152 w 176"/>
              <a:gd name="T51" fmla="*/ 41 h 176"/>
              <a:gd name="T52" fmla="*/ 152 w 176"/>
              <a:gd name="T53" fmla="*/ 40 h 176"/>
              <a:gd name="T54" fmla="*/ 128 w 176"/>
              <a:gd name="T55" fmla="*/ 16 h 176"/>
              <a:gd name="T56" fmla="*/ 112 w 176"/>
              <a:gd name="T57" fmla="*/ 22 h 176"/>
              <a:gd name="T58" fmla="*/ 72 w 176"/>
              <a:gd name="T59" fmla="*/ 0 h 176"/>
              <a:gd name="T60" fmla="*/ 25 w 176"/>
              <a:gd name="T61" fmla="*/ 41 h 176"/>
              <a:gd name="T62" fmla="*/ 0 w 176"/>
              <a:gd name="T63" fmla="*/ 72 h 176"/>
              <a:gd name="T64" fmla="*/ 32 w 176"/>
              <a:gd name="T65" fmla="*/ 104 h 176"/>
              <a:gd name="T66" fmla="*/ 144 w 176"/>
              <a:gd name="T67" fmla="*/ 104 h 176"/>
              <a:gd name="T68" fmla="*/ 176 w 176"/>
              <a:gd name="T69" fmla="*/ 72 h 176"/>
              <a:gd name="T70" fmla="*/ 152 w 176"/>
              <a:gd name="T71" fmla="*/ 41 h 176"/>
              <a:gd name="T72" fmla="*/ 144 w 176"/>
              <a:gd name="T73" fmla="*/ 96 h 176"/>
              <a:gd name="T74" fmla="*/ 32 w 176"/>
              <a:gd name="T75" fmla="*/ 96 h 176"/>
              <a:gd name="T76" fmla="*/ 8 w 176"/>
              <a:gd name="T77" fmla="*/ 72 h 176"/>
              <a:gd name="T78" fmla="*/ 26 w 176"/>
              <a:gd name="T79" fmla="*/ 49 h 176"/>
              <a:gd name="T80" fmla="*/ 32 w 176"/>
              <a:gd name="T81" fmla="*/ 42 h 176"/>
              <a:gd name="T82" fmla="*/ 72 w 176"/>
              <a:gd name="T83" fmla="*/ 8 h 176"/>
              <a:gd name="T84" fmla="*/ 102 w 176"/>
              <a:gd name="T85" fmla="*/ 22 h 176"/>
              <a:gd name="T86" fmla="*/ 111 w 176"/>
              <a:gd name="T87" fmla="*/ 30 h 176"/>
              <a:gd name="T88" fmla="*/ 112 w 176"/>
              <a:gd name="T89" fmla="*/ 30 h 176"/>
              <a:gd name="T90" fmla="*/ 117 w 176"/>
              <a:gd name="T91" fmla="*/ 28 h 176"/>
              <a:gd name="T92" fmla="*/ 128 w 176"/>
              <a:gd name="T93" fmla="*/ 24 h 176"/>
              <a:gd name="T94" fmla="*/ 144 w 176"/>
              <a:gd name="T95" fmla="*/ 40 h 176"/>
              <a:gd name="T96" fmla="*/ 144 w 176"/>
              <a:gd name="T97" fmla="*/ 41 h 176"/>
              <a:gd name="T98" fmla="*/ 150 w 176"/>
              <a:gd name="T99" fmla="*/ 49 h 176"/>
              <a:gd name="T100" fmla="*/ 168 w 176"/>
              <a:gd name="T101" fmla="*/ 72 h 176"/>
              <a:gd name="T102" fmla="*/ 144 w 176"/>
              <a:gd name="T103" fmla="*/ 96 h 176"/>
              <a:gd name="T104" fmla="*/ 152 w 176"/>
              <a:gd name="T105" fmla="*/ 136 h 176"/>
              <a:gd name="T106" fmla="*/ 144 w 176"/>
              <a:gd name="T107" fmla="*/ 144 h 176"/>
              <a:gd name="T108" fmla="*/ 152 w 176"/>
              <a:gd name="T109" fmla="*/ 152 h 176"/>
              <a:gd name="T110" fmla="*/ 160 w 176"/>
              <a:gd name="T111" fmla="*/ 144 h 176"/>
              <a:gd name="T112" fmla="*/ 152 w 176"/>
              <a:gd name="T113" fmla="*/ 136 h 176"/>
              <a:gd name="T114" fmla="*/ 128 w 176"/>
              <a:gd name="T115" fmla="*/ 160 h 176"/>
              <a:gd name="T116" fmla="*/ 120 w 176"/>
              <a:gd name="T117" fmla="*/ 168 h 176"/>
              <a:gd name="T118" fmla="*/ 128 w 176"/>
              <a:gd name="T119" fmla="*/ 176 h 176"/>
              <a:gd name="T120" fmla="*/ 136 w 176"/>
              <a:gd name="T121" fmla="*/ 168 h 176"/>
              <a:gd name="T122" fmla="*/ 128 w 176"/>
              <a:gd name="T12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6">
                <a:moveTo>
                  <a:pt x="64" y="112"/>
                </a:moveTo>
                <a:cubicBezTo>
                  <a:pt x="60" y="112"/>
                  <a:pt x="56" y="116"/>
                  <a:pt x="56" y="120"/>
                </a:cubicBezTo>
                <a:cubicBezTo>
                  <a:pt x="56" y="124"/>
                  <a:pt x="60" y="128"/>
                  <a:pt x="64" y="128"/>
                </a:cubicBezTo>
                <a:cubicBezTo>
                  <a:pt x="68" y="128"/>
                  <a:pt x="72" y="124"/>
                  <a:pt x="72" y="120"/>
                </a:cubicBezTo>
                <a:cubicBezTo>
                  <a:pt x="72" y="116"/>
                  <a:pt x="68" y="112"/>
                  <a:pt x="64" y="112"/>
                </a:cubicBezTo>
                <a:moveTo>
                  <a:pt x="40" y="152"/>
                </a:moveTo>
                <a:cubicBezTo>
                  <a:pt x="36" y="152"/>
                  <a:pt x="32" y="156"/>
                  <a:pt x="32" y="160"/>
                </a:cubicBezTo>
                <a:cubicBezTo>
                  <a:pt x="32" y="164"/>
                  <a:pt x="36" y="168"/>
                  <a:pt x="40" y="168"/>
                </a:cubicBezTo>
                <a:cubicBezTo>
                  <a:pt x="44" y="168"/>
                  <a:pt x="48" y="164"/>
                  <a:pt x="48" y="160"/>
                </a:cubicBezTo>
                <a:cubicBezTo>
                  <a:pt x="48" y="156"/>
                  <a:pt x="44" y="152"/>
                  <a:pt x="40" y="152"/>
                </a:cubicBezTo>
                <a:moveTo>
                  <a:pt x="24" y="128"/>
                </a:moveTo>
                <a:cubicBezTo>
                  <a:pt x="20" y="128"/>
                  <a:pt x="16" y="132"/>
                  <a:pt x="16" y="136"/>
                </a:cubicBezTo>
                <a:cubicBezTo>
                  <a:pt x="16" y="140"/>
                  <a:pt x="20" y="144"/>
                  <a:pt x="24" y="144"/>
                </a:cubicBezTo>
                <a:cubicBezTo>
                  <a:pt x="28" y="144"/>
                  <a:pt x="32" y="140"/>
                  <a:pt x="32" y="136"/>
                </a:cubicBezTo>
                <a:cubicBezTo>
                  <a:pt x="32" y="132"/>
                  <a:pt x="28" y="128"/>
                  <a:pt x="24" y="128"/>
                </a:cubicBezTo>
                <a:moveTo>
                  <a:pt x="88" y="144"/>
                </a:moveTo>
                <a:cubicBezTo>
                  <a:pt x="84" y="144"/>
                  <a:pt x="80" y="148"/>
                  <a:pt x="80" y="152"/>
                </a:cubicBezTo>
                <a:cubicBezTo>
                  <a:pt x="80" y="156"/>
                  <a:pt x="84" y="160"/>
                  <a:pt x="88" y="160"/>
                </a:cubicBezTo>
                <a:cubicBezTo>
                  <a:pt x="92" y="160"/>
                  <a:pt x="96" y="156"/>
                  <a:pt x="96" y="152"/>
                </a:cubicBezTo>
                <a:cubicBezTo>
                  <a:pt x="96" y="148"/>
                  <a:pt x="92" y="144"/>
                  <a:pt x="88" y="144"/>
                </a:cubicBezTo>
                <a:moveTo>
                  <a:pt x="128" y="128"/>
                </a:moveTo>
                <a:cubicBezTo>
                  <a:pt x="128" y="124"/>
                  <a:pt x="124" y="120"/>
                  <a:pt x="120" y="120"/>
                </a:cubicBezTo>
                <a:cubicBezTo>
                  <a:pt x="116" y="120"/>
                  <a:pt x="112" y="124"/>
                  <a:pt x="112" y="128"/>
                </a:cubicBezTo>
                <a:cubicBezTo>
                  <a:pt x="112" y="132"/>
                  <a:pt x="116" y="136"/>
                  <a:pt x="120" y="136"/>
                </a:cubicBezTo>
                <a:cubicBezTo>
                  <a:pt x="124" y="136"/>
                  <a:pt x="128" y="132"/>
                  <a:pt x="128" y="128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  <a:moveTo>
                  <a:pt x="152" y="136"/>
                </a:moveTo>
                <a:cubicBezTo>
                  <a:pt x="148" y="136"/>
                  <a:pt x="144" y="140"/>
                  <a:pt x="144" y="144"/>
                </a:cubicBezTo>
                <a:cubicBezTo>
                  <a:pt x="144" y="148"/>
                  <a:pt x="148" y="152"/>
                  <a:pt x="152" y="152"/>
                </a:cubicBezTo>
                <a:cubicBezTo>
                  <a:pt x="156" y="152"/>
                  <a:pt x="160" y="148"/>
                  <a:pt x="160" y="144"/>
                </a:cubicBezTo>
                <a:cubicBezTo>
                  <a:pt x="160" y="140"/>
                  <a:pt x="156" y="136"/>
                  <a:pt x="152" y="136"/>
                </a:cubicBezTo>
                <a:moveTo>
                  <a:pt x="128" y="160"/>
                </a:moveTo>
                <a:cubicBezTo>
                  <a:pt x="124" y="160"/>
                  <a:pt x="120" y="164"/>
                  <a:pt x="120" y="168"/>
                </a:cubicBezTo>
                <a:cubicBezTo>
                  <a:pt x="120" y="172"/>
                  <a:pt x="124" y="176"/>
                  <a:pt x="128" y="176"/>
                </a:cubicBezTo>
                <a:cubicBezTo>
                  <a:pt x="132" y="176"/>
                  <a:pt x="136" y="172"/>
                  <a:pt x="136" y="168"/>
                </a:cubicBezTo>
                <a:cubicBezTo>
                  <a:pt x="136" y="164"/>
                  <a:pt x="132" y="160"/>
                  <a:pt x="128" y="16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420"/>
          <p:cNvSpPr>
            <a:spLocks noEditPoints="1"/>
          </p:cNvSpPr>
          <p:nvPr/>
        </p:nvSpPr>
        <p:spPr bwMode="auto">
          <a:xfrm>
            <a:off x="5363062" y="3761326"/>
            <a:ext cx="335898" cy="334275"/>
          </a:xfrm>
          <a:custGeom>
            <a:avLst/>
            <a:gdLst>
              <a:gd name="T0" fmla="*/ 96 w 176"/>
              <a:gd name="T1" fmla="*/ 124 h 176"/>
              <a:gd name="T2" fmla="*/ 92 w 176"/>
              <a:gd name="T3" fmla="*/ 120 h 176"/>
              <a:gd name="T4" fmla="*/ 89 w 176"/>
              <a:gd name="T5" fmla="*/ 121 h 176"/>
              <a:gd name="T6" fmla="*/ 65 w 176"/>
              <a:gd name="T7" fmla="*/ 145 h 176"/>
              <a:gd name="T8" fmla="*/ 64 w 176"/>
              <a:gd name="T9" fmla="*/ 148 h 176"/>
              <a:gd name="T10" fmla="*/ 68 w 176"/>
              <a:gd name="T11" fmla="*/ 152 h 176"/>
              <a:gd name="T12" fmla="*/ 82 w 176"/>
              <a:gd name="T13" fmla="*/ 152 h 176"/>
              <a:gd name="T14" fmla="*/ 65 w 176"/>
              <a:gd name="T15" fmla="*/ 169 h 176"/>
              <a:gd name="T16" fmla="*/ 64 w 176"/>
              <a:gd name="T17" fmla="*/ 172 h 176"/>
              <a:gd name="T18" fmla="*/ 68 w 176"/>
              <a:gd name="T19" fmla="*/ 176 h 176"/>
              <a:gd name="T20" fmla="*/ 71 w 176"/>
              <a:gd name="T21" fmla="*/ 175 h 176"/>
              <a:gd name="T22" fmla="*/ 95 w 176"/>
              <a:gd name="T23" fmla="*/ 151 h 176"/>
              <a:gd name="T24" fmla="*/ 96 w 176"/>
              <a:gd name="T25" fmla="*/ 148 h 176"/>
              <a:gd name="T26" fmla="*/ 92 w 176"/>
              <a:gd name="T27" fmla="*/ 144 h 176"/>
              <a:gd name="T28" fmla="*/ 92 w 176"/>
              <a:gd name="T29" fmla="*/ 144 h 176"/>
              <a:gd name="T30" fmla="*/ 78 w 176"/>
              <a:gd name="T31" fmla="*/ 144 h 176"/>
              <a:gd name="T32" fmla="*/ 95 w 176"/>
              <a:gd name="T33" fmla="*/ 127 h 176"/>
              <a:gd name="T34" fmla="*/ 96 w 176"/>
              <a:gd name="T35" fmla="*/ 124 h 176"/>
              <a:gd name="T36" fmla="*/ 52 w 176"/>
              <a:gd name="T37" fmla="*/ 128 h 176"/>
              <a:gd name="T38" fmla="*/ 49 w 176"/>
              <a:gd name="T39" fmla="*/ 129 h 176"/>
              <a:gd name="T40" fmla="*/ 25 w 176"/>
              <a:gd name="T41" fmla="*/ 153 h 176"/>
              <a:gd name="T42" fmla="*/ 24 w 176"/>
              <a:gd name="T43" fmla="*/ 156 h 176"/>
              <a:gd name="T44" fmla="*/ 28 w 176"/>
              <a:gd name="T45" fmla="*/ 160 h 176"/>
              <a:gd name="T46" fmla="*/ 31 w 176"/>
              <a:gd name="T47" fmla="*/ 159 h 176"/>
              <a:gd name="T48" fmla="*/ 55 w 176"/>
              <a:gd name="T49" fmla="*/ 135 h 176"/>
              <a:gd name="T50" fmla="*/ 56 w 176"/>
              <a:gd name="T51" fmla="*/ 132 h 176"/>
              <a:gd name="T52" fmla="*/ 52 w 176"/>
              <a:gd name="T53" fmla="*/ 128 h 176"/>
              <a:gd name="T54" fmla="*/ 152 w 176"/>
              <a:gd name="T55" fmla="*/ 41 h 176"/>
              <a:gd name="T56" fmla="*/ 152 w 176"/>
              <a:gd name="T57" fmla="*/ 40 h 176"/>
              <a:gd name="T58" fmla="*/ 128 w 176"/>
              <a:gd name="T59" fmla="*/ 16 h 176"/>
              <a:gd name="T60" fmla="*/ 112 w 176"/>
              <a:gd name="T61" fmla="*/ 22 h 176"/>
              <a:gd name="T62" fmla="*/ 72 w 176"/>
              <a:gd name="T63" fmla="*/ 0 h 176"/>
              <a:gd name="T64" fmla="*/ 25 w 176"/>
              <a:gd name="T65" fmla="*/ 41 h 176"/>
              <a:gd name="T66" fmla="*/ 0 w 176"/>
              <a:gd name="T67" fmla="*/ 72 h 176"/>
              <a:gd name="T68" fmla="*/ 32 w 176"/>
              <a:gd name="T69" fmla="*/ 104 h 176"/>
              <a:gd name="T70" fmla="*/ 144 w 176"/>
              <a:gd name="T71" fmla="*/ 104 h 176"/>
              <a:gd name="T72" fmla="*/ 176 w 176"/>
              <a:gd name="T73" fmla="*/ 72 h 176"/>
              <a:gd name="T74" fmla="*/ 152 w 176"/>
              <a:gd name="T75" fmla="*/ 41 h 176"/>
              <a:gd name="T76" fmla="*/ 144 w 176"/>
              <a:gd name="T77" fmla="*/ 96 h 176"/>
              <a:gd name="T78" fmla="*/ 32 w 176"/>
              <a:gd name="T79" fmla="*/ 96 h 176"/>
              <a:gd name="T80" fmla="*/ 8 w 176"/>
              <a:gd name="T81" fmla="*/ 72 h 176"/>
              <a:gd name="T82" fmla="*/ 26 w 176"/>
              <a:gd name="T83" fmla="*/ 49 h 176"/>
              <a:gd name="T84" fmla="*/ 32 w 176"/>
              <a:gd name="T85" fmla="*/ 42 h 176"/>
              <a:gd name="T86" fmla="*/ 72 w 176"/>
              <a:gd name="T87" fmla="*/ 8 h 176"/>
              <a:gd name="T88" fmla="*/ 102 w 176"/>
              <a:gd name="T89" fmla="*/ 22 h 176"/>
              <a:gd name="T90" fmla="*/ 111 w 176"/>
              <a:gd name="T91" fmla="*/ 30 h 176"/>
              <a:gd name="T92" fmla="*/ 112 w 176"/>
              <a:gd name="T93" fmla="*/ 30 h 176"/>
              <a:gd name="T94" fmla="*/ 117 w 176"/>
              <a:gd name="T95" fmla="*/ 28 h 176"/>
              <a:gd name="T96" fmla="*/ 128 w 176"/>
              <a:gd name="T97" fmla="*/ 24 h 176"/>
              <a:gd name="T98" fmla="*/ 144 w 176"/>
              <a:gd name="T99" fmla="*/ 40 h 176"/>
              <a:gd name="T100" fmla="*/ 144 w 176"/>
              <a:gd name="T101" fmla="*/ 41 h 176"/>
              <a:gd name="T102" fmla="*/ 150 w 176"/>
              <a:gd name="T103" fmla="*/ 49 h 176"/>
              <a:gd name="T104" fmla="*/ 168 w 176"/>
              <a:gd name="T105" fmla="*/ 72 h 176"/>
              <a:gd name="T106" fmla="*/ 144 w 176"/>
              <a:gd name="T107" fmla="*/ 96 h 176"/>
              <a:gd name="T108" fmla="*/ 136 w 176"/>
              <a:gd name="T109" fmla="*/ 128 h 176"/>
              <a:gd name="T110" fmla="*/ 133 w 176"/>
              <a:gd name="T111" fmla="*/ 129 h 176"/>
              <a:gd name="T112" fmla="*/ 109 w 176"/>
              <a:gd name="T113" fmla="*/ 153 h 176"/>
              <a:gd name="T114" fmla="*/ 108 w 176"/>
              <a:gd name="T115" fmla="*/ 156 h 176"/>
              <a:gd name="T116" fmla="*/ 112 w 176"/>
              <a:gd name="T117" fmla="*/ 160 h 176"/>
              <a:gd name="T118" fmla="*/ 115 w 176"/>
              <a:gd name="T119" fmla="*/ 159 h 176"/>
              <a:gd name="T120" fmla="*/ 139 w 176"/>
              <a:gd name="T121" fmla="*/ 135 h 176"/>
              <a:gd name="T122" fmla="*/ 140 w 176"/>
              <a:gd name="T123" fmla="*/ 132 h 176"/>
              <a:gd name="T124" fmla="*/ 136 w 176"/>
              <a:gd name="T125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176">
                <a:moveTo>
                  <a:pt x="96" y="124"/>
                </a:moveTo>
                <a:cubicBezTo>
                  <a:pt x="96" y="122"/>
                  <a:pt x="94" y="120"/>
                  <a:pt x="92" y="120"/>
                </a:cubicBezTo>
                <a:cubicBezTo>
                  <a:pt x="91" y="120"/>
                  <a:pt x="90" y="120"/>
                  <a:pt x="89" y="121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4" y="146"/>
                  <a:pt x="64" y="147"/>
                  <a:pt x="64" y="148"/>
                </a:cubicBezTo>
                <a:cubicBezTo>
                  <a:pt x="64" y="150"/>
                  <a:pt x="66" y="152"/>
                  <a:pt x="68" y="152"/>
                </a:cubicBezTo>
                <a:cubicBezTo>
                  <a:pt x="82" y="152"/>
                  <a:pt x="82" y="152"/>
                  <a:pt x="82" y="152"/>
                </a:cubicBezTo>
                <a:cubicBezTo>
                  <a:pt x="65" y="169"/>
                  <a:pt x="65" y="169"/>
                  <a:pt x="65" y="169"/>
                </a:cubicBezTo>
                <a:cubicBezTo>
                  <a:pt x="64" y="170"/>
                  <a:pt x="64" y="171"/>
                  <a:pt x="64" y="172"/>
                </a:cubicBezTo>
                <a:cubicBezTo>
                  <a:pt x="64" y="174"/>
                  <a:pt x="66" y="176"/>
                  <a:pt x="68" y="176"/>
                </a:cubicBezTo>
                <a:cubicBezTo>
                  <a:pt x="69" y="176"/>
                  <a:pt x="70" y="176"/>
                  <a:pt x="71" y="175"/>
                </a:cubicBezTo>
                <a:cubicBezTo>
                  <a:pt x="95" y="151"/>
                  <a:pt x="95" y="151"/>
                  <a:pt x="95" y="151"/>
                </a:cubicBezTo>
                <a:cubicBezTo>
                  <a:pt x="96" y="150"/>
                  <a:pt x="96" y="149"/>
                  <a:pt x="96" y="148"/>
                </a:cubicBezTo>
                <a:cubicBezTo>
                  <a:pt x="96" y="146"/>
                  <a:pt x="94" y="144"/>
                  <a:pt x="92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78" y="144"/>
                  <a:pt x="78" y="144"/>
                  <a:pt x="78" y="144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96" y="126"/>
                  <a:pt x="96" y="125"/>
                  <a:pt x="96" y="124"/>
                </a:cubicBezTo>
                <a:moveTo>
                  <a:pt x="52" y="128"/>
                </a:moveTo>
                <a:cubicBezTo>
                  <a:pt x="51" y="128"/>
                  <a:pt x="50" y="128"/>
                  <a:pt x="49" y="129"/>
                </a:cubicBezTo>
                <a:cubicBezTo>
                  <a:pt x="25" y="153"/>
                  <a:pt x="25" y="153"/>
                  <a:pt x="25" y="153"/>
                </a:cubicBezTo>
                <a:cubicBezTo>
                  <a:pt x="24" y="154"/>
                  <a:pt x="24" y="155"/>
                  <a:pt x="24" y="156"/>
                </a:cubicBezTo>
                <a:cubicBezTo>
                  <a:pt x="24" y="158"/>
                  <a:pt x="26" y="160"/>
                  <a:pt x="28" y="160"/>
                </a:cubicBezTo>
                <a:cubicBezTo>
                  <a:pt x="29" y="160"/>
                  <a:pt x="30" y="160"/>
                  <a:pt x="31" y="159"/>
                </a:cubicBezTo>
                <a:cubicBezTo>
                  <a:pt x="55" y="135"/>
                  <a:pt x="55" y="135"/>
                  <a:pt x="55" y="135"/>
                </a:cubicBezTo>
                <a:cubicBezTo>
                  <a:pt x="56" y="134"/>
                  <a:pt x="56" y="133"/>
                  <a:pt x="56" y="132"/>
                </a:cubicBezTo>
                <a:cubicBezTo>
                  <a:pt x="56" y="130"/>
                  <a:pt x="54" y="128"/>
                  <a:pt x="52" y="128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  <a:moveTo>
                  <a:pt x="136" y="128"/>
                </a:moveTo>
                <a:cubicBezTo>
                  <a:pt x="135" y="128"/>
                  <a:pt x="134" y="128"/>
                  <a:pt x="133" y="129"/>
                </a:cubicBezTo>
                <a:cubicBezTo>
                  <a:pt x="109" y="153"/>
                  <a:pt x="109" y="153"/>
                  <a:pt x="109" y="153"/>
                </a:cubicBezTo>
                <a:cubicBezTo>
                  <a:pt x="108" y="154"/>
                  <a:pt x="108" y="155"/>
                  <a:pt x="108" y="156"/>
                </a:cubicBezTo>
                <a:cubicBezTo>
                  <a:pt x="108" y="158"/>
                  <a:pt x="110" y="160"/>
                  <a:pt x="112" y="160"/>
                </a:cubicBezTo>
                <a:cubicBezTo>
                  <a:pt x="113" y="160"/>
                  <a:pt x="114" y="160"/>
                  <a:pt x="115" y="159"/>
                </a:cubicBezTo>
                <a:cubicBezTo>
                  <a:pt x="139" y="135"/>
                  <a:pt x="139" y="135"/>
                  <a:pt x="139" y="135"/>
                </a:cubicBezTo>
                <a:cubicBezTo>
                  <a:pt x="140" y="134"/>
                  <a:pt x="140" y="133"/>
                  <a:pt x="140" y="132"/>
                </a:cubicBezTo>
                <a:cubicBezTo>
                  <a:pt x="140" y="130"/>
                  <a:pt x="138" y="128"/>
                  <a:pt x="136" y="12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421"/>
          <p:cNvSpPr>
            <a:spLocks noEditPoints="1"/>
          </p:cNvSpPr>
          <p:nvPr/>
        </p:nvSpPr>
        <p:spPr bwMode="auto">
          <a:xfrm>
            <a:off x="6002404" y="3761326"/>
            <a:ext cx="334275" cy="334275"/>
          </a:xfrm>
          <a:custGeom>
            <a:avLst/>
            <a:gdLst>
              <a:gd name="T0" fmla="*/ 96 w 176"/>
              <a:gd name="T1" fmla="*/ 124 h 176"/>
              <a:gd name="T2" fmla="*/ 92 w 176"/>
              <a:gd name="T3" fmla="*/ 120 h 176"/>
              <a:gd name="T4" fmla="*/ 89 w 176"/>
              <a:gd name="T5" fmla="*/ 121 h 176"/>
              <a:gd name="T6" fmla="*/ 65 w 176"/>
              <a:gd name="T7" fmla="*/ 145 h 176"/>
              <a:gd name="T8" fmla="*/ 64 w 176"/>
              <a:gd name="T9" fmla="*/ 148 h 176"/>
              <a:gd name="T10" fmla="*/ 68 w 176"/>
              <a:gd name="T11" fmla="*/ 152 h 176"/>
              <a:gd name="T12" fmla="*/ 82 w 176"/>
              <a:gd name="T13" fmla="*/ 152 h 176"/>
              <a:gd name="T14" fmla="*/ 65 w 176"/>
              <a:gd name="T15" fmla="*/ 169 h 176"/>
              <a:gd name="T16" fmla="*/ 64 w 176"/>
              <a:gd name="T17" fmla="*/ 172 h 176"/>
              <a:gd name="T18" fmla="*/ 68 w 176"/>
              <a:gd name="T19" fmla="*/ 176 h 176"/>
              <a:gd name="T20" fmla="*/ 71 w 176"/>
              <a:gd name="T21" fmla="*/ 175 h 176"/>
              <a:gd name="T22" fmla="*/ 95 w 176"/>
              <a:gd name="T23" fmla="*/ 151 h 176"/>
              <a:gd name="T24" fmla="*/ 96 w 176"/>
              <a:gd name="T25" fmla="*/ 148 h 176"/>
              <a:gd name="T26" fmla="*/ 92 w 176"/>
              <a:gd name="T27" fmla="*/ 144 h 176"/>
              <a:gd name="T28" fmla="*/ 92 w 176"/>
              <a:gd name="T29" fmla="*/ 144 h 176"/>
              <a:gd name="T30" fmla="*/ 78 w 176"/>
              <a:gd name="T31" fmla="*/ 144 h 176"/>
              <a:gd name="T32" fmla="*/ 95 w 176"/>
              <a:gd name="T33" fmla="*/ 127 h 176"/>
              <a:gd name="T34" fmla="*/ 96 w 176"/>
              <a:gd name="T35" fmla="*/ 124 h 176"/>
              <a:gd name="T36" fmla="*/ 152 w 176"/>
              <a:gd name="T37" fmla="*/ 41 h 176"/>
              <a:gd name="T38" fmla="*/ 152 w 176"/>
              <a:gd name="T39" fmla="*/ 40 h 176"/>
              <a:gd name="T40" fmla="*/ 128 w 176"/>
              <a:gd name="T41" fmla="*/ 16 h 176"/>
              <a:gd name="T42" fmla="*/ 112 w 176"/>
              <a:gd name="T43" fmla="*/ 22 h 176"/>
              <a:gd name="T44" fmla="*/ 72 w 176"/>
              <a:gd name="T45" fmla="*/ 0 h 176"/>
              <a:gd name="T46" fmla="*/ 25 w 176"/>
              <a:gd name="T47" fmla="*/ 41 h 176"/>
              <a:gd name="T48" fmla="*/ 0 w 176"/>
              <a:gd name="T49" fmla="*/ 72 h 176"/>
              <a:gd name="T50" fmla="*/ 32 w 176"/>
              <a:gd name="T51" fmla="*/ 104 h 176"/>
              <a:gd name="T52" fmla="*/ 144 w 176"/>
              <a:gd name="T53" fmla="*/ 104 h 176"/>
              <a:gd name="T54" fmla="*/ 176 w 176"/>
              <a:gd name="T55" fmla="*/ 72 h 176"/>
              <a:gd name="T56" fmla="*/ 152 w 176"/>
              <a:gd name="T57" fmla="*/ 41 h 176"/>
              <a:gd name="T58" fmla="*/ 144 w 176"/>
              <a:gd name="T59" fmla="*/ 96 h 176"/>
              <a:gd name="T60" fmla="*/ 32 w 176"/>
              <a:gd name="T61" fmla="*/ 96 h 176"/>
              <a:gd name="T62" fmla="*/ 8 w 176"/>
              <a:gd name="T63" fmla="*/ 72 h 176"/>
              <a:gd name="T64" fmla="*/ 26 w 176"/>
              <a:gd name="T65" fmla="*/ 49 h 176"/>
              <a:gd name="T66" fmla="*/ 32 w 176"/>
              <a:gd name="T67" fmla="*/ 42 h 176"/>
              <a:gd name="T68" fmla="*/ 72 w 176"/>
              <a:gd name="T69" fmla="*/ 8 h 176"/>
              <a:gd name="T70" fmla="*/ 102 w 176"/>
              <a:gd name="T71" fmla="*/ 22 h 176"/>
              <a:gd name="T72" fmla="*/ 111 w 176"/>
              <a:gd name="T73" fmla="*/ 30 h 176"/>
              <a:gd name="T74" fmla="*/ 112 w 176"/>
              <a:gd name="T75" fmla="*/ 30 h 176"/>
              <a:gd name="T76" fmla="*/ 117 w 176"/>
              <a:gd name="T77" fmla="*/ 28 h 176"/>
              <a:gd name="T78" fmla="*/ 128 w 176"/>
              <a:gd name="T79" fmla="*/ 24 h 176"/>
              <a:gd name="T80" fmla="*/ 144 w 176"/>
              <a:gd name="T81" fmla="*/ 40 h 176"/>
              <a:gd name="T82" fmla="*/ 144 w 176"/>
              <a:gd name="T83" fmla="*/ 41 h 176"/>
              <a:gd name="T84" fmla="*/ 150 w 176"/>
              <a:gd name="T85" fmla="*/ 49 h 176"/>
              <a:gd name="T86" fmla="*/ 168 w 176"/>
              <a:gd name="T87" fmla="*/ 72 h 176"/>
              <a:gd name="T88" fmla="*/ 144 w 176"/>
              <a:gd name="T89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96" y="124"/>
                </a:moveTo>
                <a:cubicBezTo>
                  <a:pt x="96" y="122"/>
                  <a:pt x="94" y="120"/>
                  <a:pt x="92" y="120"/>
                </a:cubicBezTo>
                <a:cubicBezTo>
                  <a:pt x="91" y="120"/>
                  <a:pt x="90" y="120"/>
                  <a:pt x="89" y="121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4" y="146"/>
                  <a:pt x="64" y="147"/>
                  <a:pt x="64" y="148"/>
                </a:cubicBezTo>
                <a:cubicBezTo>
                  <a:pt x="64" y="150"/>
                  <a:pt x="66" y="152"/>
                  <a:pt x="68" y="152"/>
                </a:cubicBezTo>
                <a:cubicBezTo>
                  <a:pt x="82" y="152"/>
                  <a:pt x="82" y="152"/>
                  <a:pt x="82" y="152"/>
                </a:cubicBezTo>
                <a:cubicBezTo>
                  <a:pt x="65" y="169"/>
                  <a:pt x="65" y="169"/>
                  <a:pt x="65" y="169"/>
                </a:cubicBezTo>
                <a:cubicBezTo>
                  <a:pt x="64" y="170"/>
                  <a:pt x="64" y="171"/>
                  <a:pt x="64" y="172"/>
                </a:cubicBezTo>
                <a:cubicBezTo>
                  <a:pt x="64" y="174"/>
                  <a:pt x="66" y="176"/>
                  <a:pt x="68" y="176"/>
                </a:cubicBezTo>
                <a:cubicBezTo>
                  <a:pt x="69" y="176"/>
                  <a:pt x="70" y="176"/>
                  <a:pt x="71" y="175"/>
                </a:cubicBezTo>
                <a:cubicBezTo>
                  <a:pt x="95" y="151"/>
                  <a:pt x="95" y="151"/>
                  <a:pt x="95" y="151"/>
                </a:cubicBezTo>
                <a:cubicBezTo>
                  <a:pt x="96" y="150"/>
                  <a:pt x="96" y="149"/>
                  <a:pt x="96" y="148"/>
                </a:cubicBezTo>
                <a:cubicBezTo>
                  <a:pt x="96" y="146"/>
                  <a:pt x="94" y="144"/>
                  <a:pt x="92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78" y="144"/>
                  <a:pt x="78" y="144"/>
                  <a:pt x="78" y="144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96" y="126"/>
                  <a:pt x="96" y="125"/>
                  <a:pt x="96" y="124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422"/>
          <p:cNvSpPr>
            <a:spLocks noEditPoints="1"/>
          </p:cNvSpPr>
          <p:nvPr/>
        </p:nvSpPr>
        <p:spPr bwMode="auto">
          <a:xfrm>
            <a:off x="6641746" y="3784044"/>
            <a:ext cx="334275" cy="288840"/>
          </a:xfrm>
          <a:custGeom>
            <a:avLst/>
            <a:gdLst>
              <a:gd name="T0" fmla="*/ 20 w 176"/>
              <a:gd name="T1" fmla="*/ 48 h 152"/>
              <a:gd name="T2" fmla="*/ 80 w 176"/>
              <a:gd name="T3" fmla="*/ 48 h 152"/>
              <a:gd name="T4" fmla="*/ 104 w 176"/>
              <a:gd name="T5" fmla="*/ 24 h 152"/>
              <a:gd name="T6" fmla="*/ 80 w 176"/>
              <a:gd name="T7" fmla="*/ 0 h 152"/>
              <a:gd name="T8" fmla="*/ 76 w 176"/>
              <a:gd name="T9" fmla="*/ 0 h 152"/>
              <a:gd name="T10" fmla="*/ 72 w 176"/>
              <a:gd name="T11" fmla="*/ 4 h 152"/>
              <a:gd name="T12" fmla="*/ 76 w 176"/>
              <a:gd name="T13" fmla="*/ 8 h 152"/>
              <a:gd name="T14" fmla="*/ 80 w 176"/>
              <a:gd name="T15" fmla="*/ 8 h 152"/>
              <a:gd name="T16" fmla="*/ 96 w 176"/>
              <a:gd name="T17" fmla="*/ 24 h 152"/>
              <a:gd name="T18" fmla="*/ 80 w 176"/>
              <a:gd name="T19" fmla="*/ 40 h 152"/>
              <a:gd name="T20" fmla="*/ 20 w 176"/>
              <a:gd name="T21" fmla="*/ 40 h 152"/>
              <a:gd name="T22" fmla="*/ 16 w 176"/>
              <a:gd name="T23" fmla="*/ 44 h 152"/>
              <a:gd name="T24" fmla="*/ 20 w 176"/>
              <a:gd name="T25" fmla="*/ 48 h 152"/>
              <a:gd name="T26" fmla="*/ 144 w 176"/>
              <a:gd name="T27" fmla="*/ 48 h 152"/>
              <a:gd name="T28" fmla="*/ 128 w 176"/>
              <a:gd name="T29" fmla="*/ 32 h 152"/>
              <a:gd name="T30" fmla="*/ 124 w 176"/>
              <a:gd name="T31" fmla="*/ 32 h 152"/>
              <a:gd name="T32" fmla="*/ 120 w 176"/>
              <a:gd name="T33" fmla="*/ 36 h 152"/>
              <a:gd name="T34" fmla="*/ 124 w 176"/>
              <a:gd name="T35" fmla="*/ 40 h 152"/>
              <a:gd name="T36" fmla="*/ 128 w 176"/>
              <a:gd name="T37" fmla="*/ 40 h 152"/>
              <a:gd name="T38" fmla="*/ 136 w 176"/>
              <a:gd name="T39" fmla="*/ 48 h 152"/>
              <a:gd name="T40" fmla="*/ 128 w 176"/>
              <a:gd name="T41" fmla="*/ 56 h 152"/>
              <a:gd name="T42" fmla="*/ 4 w 176"/>
              <a:gd name="T43" fmla="*/ 56 h 152"/>
              <a:gd name="T44" fmla="*/ 0 w 176"/>
              <a:gd name="T45" fmla="*/ 60 h 152"/>
              <a:gd name="T46" fmla="*/ 4 w 176"/>
              <a:gd name="T47" fmla="*/ 64 h 152"/>
              <a:gd name="T48" fmla="*/ 128 w 176"/>
              <a:gd name="T49" fmla="*/ 64 h 152"/>
              <a:gd name="T50" fmla="*/ 144 w 176"/>
              <a:gd name="T51" fmla="*/ 48 h 152"/>
              <a:gd name="T52" fmla="*/ 152 w 176"/>
              <a:gd name="T53" fmla="*/ 72 h 152"/>
              <a:gd name="T54" fmla="*/ 20 w 176"/>
              <a:gd name="T55" fmla="*/ 72 h 152"/>
              <a:gd name="T56" fmla="*/ 16 w 176"/>
              <a:gd name="T57" fmla="*/ 76 h 152"/>
              <a:gd name="T58" fmla="*/ 20 w 176"/>
              <a:gd name="T59" fmla="*/ 80 h 152"/>
              <a:gd name="T60" fmla="*/ 152 w 176"/>
              <a:gd name="T61" fmla="*/ 80 h 152"/>
              <a:gd name="T62" fmla="*/ 168 w 176"/>
              <a:gd name="T63" fmla="*/ 96 h 152"/>
              <a:gd name="T64" fmla="*/ 152 w 176"/>
              <a:gd name="T65" fmla="*/ 112 h 152"/>
              <a:gd name="T66" fmla="*/ 148 w 176"/>
              <a:gd name="T67" fmla="*/ 112 h 152"/>
              <a:gd name="T68" fmla="*/ 144 w 176"/>
              <a:gd name="T69" fmla="*/ 116 h 152"/>
              <a:gd name="T70" fmla="*/ 148 w 176"/>
              <a:gd name="T71" fmla="*/ 120 h 152"/>
              <a:gd name="T72" fmla="*/ 152 w 176"/>
              <a:gd name="T73" fmla="*/ 120 h 152"/>
              <a:gd name="T74" fmla="*/ 176 w 176"/>
              <a:gd name="T75" fmla="*/ 96 h 152"/>
              <a:gd name="T76" fmla="*/ 152 w 176"/>
              <a:gd name="T77" fmla="*/ 72 h 152"/>
              <a:gd name="T78" fmla="*/ 96 w 176"/>
              <a:gd name="T79" fmla="*/ 88 h 152"/>
              <a:gd name="T80" fmla="*/ 36 w 176"/>
              <a:gd name="T81" fmla="*/ 88 h 152"/>
              <a:gd name="T82" fmla="*/ 32 w 176"/>
              <a:gd name="T83" fmla="*/ 92 h 152"/>
              <a:gd name="T84" fmla="*/ 36 w 176"/>
              <a:gd name="T85" fmla="*/ 96 h 152"/>
              <a:gd name="T86" fmla="*/ 96 w 176"/>
              <a:gd name="T87" fmla="*/ 96 h 152"/>
              <a:gd name="T88" fmla="*/ 120 w 176"/>
              <a:gd name="T89" fmla="*/ 120 h 152"/>
              <a:gd name="T90" fmla="*/ 96 w 176"/>
              <a:gd name="T91" fmla="*/ 144 h 152"/>
              <a:gd name="T92" fmla="*/ 92 w 176"/>
              <a:gd name="T93" fmla="*/ 144 h 152"/>
              <a:gd name="T94" fmla="*/ 88 w 176"/>
              <a:gd name="T95" fmla="*/ 148 h 152"/>
              <a:gd name="T96" fmla="*/ 92 w 176"/>
              <a:gd name="T97" fmla="*/ 152 h 152"/>
              <a:gd name="T98" fmla="*/ 96 w 176"/>
              <a:gd name="T99" fmla="*/ 152 h 152"/>
              <a:gd name="T100" fmla="*/ 128 w 176"/>
              <a:gd name="T101" fmla="*/ 120 h 152"/>
              <a:gd name="T102" fmla="*/ 96 w 176"/>
              <a:gd name="T103" fmla="*/ 8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52">
                <a:moveTo>
                  <a:pt x="20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93" y="48"/>
                  <a:pt x="104" y="37"/>
                  <a:pt x="104" y="24"/>
                </a:cubicBezTo>
                <a:cubicBezTo>
                  <a:pt x="104" y="11"/>
                  <a:pt x="93" y="0"/>
                  <a:pt x="8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4" y="0"/>
                  <a:pt x="72" y="2"/>
                  <a:pt x="72" y="4"/>
                </a:cubicBezTo>
                <a:cubicBezTo>
                  <a:pt x="72" y="6"/>
                  <a:pt x="74" y="8"/>
                  <a:pt x="76" y="8"/>
                </a:cubicBezTo>
                <a:cubicBezTo>
                  <a:pt x="80" y="8"/>
                  <a:pt x="80" y="8"/>
                  <a:pt x="80" y="8"/>
                </a:cubicBezTo>
                <a:cubicBezTo>
                  <a:pt x="89" y="8"/>
                  <a:pt x="96" y="15"/>
                  <a:pt x="96" y="24"/>
                </a:cubicBezTo>
                <a:cubicBezTo>
                  <a:pt x="96" y="33"/>
                  <a:pt x="89" y="40"/>
                  <a:pt x="80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18" y="40"/>
                  <a:pt x="16" y="42"/>
                  <a:pt x="16" y="44"/>
                </a:cubicBezTo>
                <a:cubicBezTo>
                  <a:pt x="16" y="46"/>
                  <a:pt x="18" y="48"/>
                  <a:pt x="20" y="48"/>
                </a:cubicBezTo>
                <a:moveTo>
                  <a:pt x="144" y="48"/>
                </a:moveTo>
                <a:cubicBezTo>
                  <a:pt x="144" y="39"/>
                  <a:pt x="137" y="32"/>
                  <a:pt x="128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2" y="32"/>
                  <a:pt x="120" y="34"/>
                  <a:pt x="120" y="36"/>
                </a:cubicBezTo>
                <a:cubicBezTo>
                  <a:pt x="120" y="38"/>
                  <a:pt x="122" y="40"/>
                  <a:pt x="124" y="4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32" y="40"/>
                  <a:pt x="136" y="44"/>
                  <a:pt x="136" y="48"/>
                </a:cubicBezTo>
                <a:cubicBezTo>
                  <a:pt x="136" y="52"/>
                  <a:pt x="132" y="56"/>
                  <a:pt x="128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2" y="56"/>
                  <a:pt x="0" y="58"/>
                  <a:pt x="0" y="60"/>
                </a:cubicBezTo>
                <a:cubicBezTo>
                  <a:pt x="0" y="62"/>
                  <a:pt x="2" y="64"/>
                  <a:pt x="4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37" y="64"/>
                  <a:pt x="144" y="57"/>
                  <a:pt x="144" y="48"/>
                </a:cubicBezTo>
                <a:moveTo>
                  <a:pt x="152" y="72"/>
                </a:moveTo>
                <a:cubicBezTo>
                  <a:pt x="20" y="72"/>
                  <a:pt x="20" y="72"/>
                  <a:pt x="20" y="72"/>
                </a:cubicBezTo>
                <a:cubicBezTo>
                  <a:pt x="18" y="72"/>
                  <a:pt x="16" y="74"/>
                  <a:pt x="16" y="76"/>
                </a:cubicBezTo>
                <a:cubicBezTo>
                  <a:pt x="16" y="78"/>
                  <a:pt x="18" y="80"/>
                  <a:pt x="20" y="80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161" y="80"/>
                  <a:pt x="168" y="87"/>
                  <a:pt x="168" y="96"/>
                </a:cubicBezTo>
                <a:cubicBezTo>
                  <a:pt x="168" y="105"/>
                  <a:pt x="161" y="112"/>
                  <a:pt x="152" y="112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6" y="112"/>
                  <a:pt x="144" y="114"/>
                  <a:pt x="144" y="116"/>
                </a:cubicBezTo>
                <a:cubicBezTo>
                  <a:pt x="144" y="118"/>
                  <a:pt x="146" y="120"/>
                  <a:pt x="148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65" y="120"/>
                  <a:pt x="176" y="109"/>
                  <a:pt x="176" y="96"/>
                </a:cubicBezTo>
                <a:cubicBezTo>
                  <a:pt x="176" y="83"/>
                  <a:pt x="165" y="72"/>
                  <a:pt x="152" y="72"/>
                </a:cubicBezTo>
                <a:moveTo>
                  <a:pt x="9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34" y="88"/>
                  <a:pt x="32" y="90"/>
                  <a:pt x="32" y="92"/>
                </a:cubicBezTo>
                <a:cubicBezTo>
                  <a:pt x="32" y="94"/>
                  <a:pt x="34" y="96"/>
                  <a:pt x="36" y="96"/>
                </a:cubicBezTo>
                <a:cubicBezTo>
                  <a:pt x="96" y="96"/>
                  <a:pt x="96" y="96"/>
                  <a:pt x="96" y="96"/>
                </a:cubicBezTo>
                <a:cubicBezTo>
                  <a:pt x="109" y="96"/>
                  <a:pt x="120" y="107"/>
                  <a:pt x="120" y="120"/>
                </a:cubicBezTo>
                <a:cubicBezTo>
                  <a:pt x="120" y="133"/>
                  <a:pt x="109" y="144"/>
                  <a:pt x="96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90" y="144"/>
                  <a:pt x="88" y="146"/>
                  <a:pt x="88" y="148"/>
                </a:cubicBezTo>
                <a:cubicBezTo>
                  <a:pt x="88" y="150"/>
                  <a:pt x="90" y="152"/>
                  <a:pt x="92" y="152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14" y="152"/>
                  <a:pt x="128" y="138"/>
                  <a:pt x="128" y="120"/>
                </a:cubicBezTo>
                <a:cubicBezTo>
                  <a:pt x="128" y="102"/>
                  <a:pt x="114" y="88"/>
                  <a:pt x="96" y="8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423"/>
          <p:cNvSpPr>
            <a:spLocks noEditPoints="1"/>
          </p:cNvSpPr>
          <p:nvPr/>
        </p:nvSpPr>
        <p:spPr bwMode="auto">
          <a:xfrm>
            <a:off x="7281087" y="3761326"/>
            <a:ext cx="334275" cy="334275"/>
          </a:xfrm>
          <a:custGeom>
            <a:avLst/>
            <a:gdLst>
              <a:gd name="T0" fmla="*/ 48 w 176"/>
              <a:gd name="T1" fmla="*/ 32 h 176"/>
              <a:gd name="T2" fmla="*/ 32 w 176"/>
              <a:gd name="T3" fmla="*/ 48 h 176"/>
              <a:gd name="T4" fmla="*/ 48 w 176"/>
              <a:gd name="T5" fmla="*/ 64 h 176"/>
              <a:gd name="T6" fmla="*/ 64 w 176"/>
              <a:gd name="T7" fmla="*/ 48 h 176"/>
              <a:gd name="T8" fmla="*/ 48 w 176"/>
              <a:gd name="T9" fmla="*/ 32 h 176"/>
              <a:gd name="T10" fmla="*/ 48 w 176"/>
              <a:gd name="T11" fmla="*/ 56 h 176"/>
              <a:gd name="T12" fmla="*/ 40 w 176"/>
              <a:gd name="T13" fmla="*/ 48 h 176"/>
              <a:gd name="T14" fmla="*/ 48 w 176"/>
              <a:gd name="T15" fmla="*/ 40 h 176"/>
              <a:gd name="T16" fmla="*/ 56 w 176"/>
              <a:gd name="T17" fmla="*/ 48 h 176"/>
              <a:gd name="T18" fmla="*/ 48 w 176"/>
              <a:gd name="T19" fmla="*/ 56 h 176"/>
              <a:gd name="T20" fmla="*/ 118 w 176"/>
              <a:gd name="T21" fmla="*/ 114 h 176"/>
              <a:gd name="T22" fmla="*/ 110 w 176"/>
              <a:gd name="T23" fmla="*/ 116 h 176"/>
              <a:gd name="T24" fmla="*/ 100 w 176"/>
              <a:gd name="T25" fmla="*/ 114 h 176"/>
              <a:gd name="T26" fmla="*/ 92 w 176"/>
              <a:gd name="T27" fmla="*/ 108 h 176"/>
              <a:gd name="T28" fmla="*/ 87 w 176"/>
              <a:gd name="T29" fmla="*/ 99 h 176"/>
              <a:gd name="T30" fmla="*/ 85 w 176"/>
              <a:gd name="T31" fmla="*/ 87 h 176"/>
              <a:gd name="T32" fmla="*/ 87 w 176"/>
              <a:gd name="T33" fmla="*/ 77 h 176"/>
              <a:gd name="T34" fmla="*/ 92 w 176"/>
              <a:gd name="T35" fmla="*/ 68 h 176"/>
              <a:gd name="T36" fmla="*/ 100 w 176"/>
              <a:gd name="T37" fmla="*/ 62 h 176"/>
              <a:gd name="T38" fmla="*/ 110 w 176"/>
              <a:gd name="T39" fmla="*/ 60 h 176"/>
              <a:gd name="T40" fmla="*/ 117 w 176"/>
              <a:gd name="T41" fmla="*/ 62 h 176"/>
              <a:gd name="T42" fmla="*/ 125 w 176"/>
              <a:gd name="T43" fmla="*/ 68 h 176"/>
              <a:gd name="T44" fmla="*/ 134 w 176"/>
              <a:gd name="T45" fmla="*/ 60 h 176"/>
              <a:gd name="T46" fmla="*/ 123 w 176"/>
              <a:gd name="T47" fmla="*/ 51 h 176"/>
              <a:gd name="T48" fmla="*/ 110 w 176"/>
              <a:gd name="T49" fmla="*/ 48 h 176"/>
              <a:gd name="T50" fmla="*/ 94 w 176"/>
              <a:gd name="T51" fmla="*/ 51 h 176"/>
              <a:gd name="T52" fmla="*/ 83 w 176"/>
              <a:gd name="T53" fmla="*/ 59 h 176"/>
              <a:gd name="T54" fmla="*/ 75 w 176"/>
              <a:gd name="T55" fmla="*/ 72 h 176"/>
              <a:gd name="T56" fmla="*/ 72 w 176"/>
              <a:gd name="T57" fmla="*/ 88 h 176"/>
              <a:gd name="T58" fmla="*/ 75 w 176"/>
              <a:gd name="T59" fmla="*/ 105 h 176"/>
              <a:gd name="T60" fmla="*/ 83 w 176"/>
              <a:gd name="T61" fmla="*/ 117 h 176"/>
              <a:gd name="T62" fmla="*/ 94 w 176"/>
              <a:gd name="T63" fmla="*/ 125 h 176"/>
              <a:gd name="T64" fmla="*/ 110 w 176"/>
              <a:gd name="T65" fmla="*/ 128 h 176"/>
              <a:gd name="T66" fmla="*/ 124 w 176"/>
              <a:gd name="T67" fmla="*/ 125 h 176"/>
              <a:gd name="T68" fmla="*/ 136 w 176"/>
              <a:gd name="T69" fmla="*/ 114 h 176"/>
              <a:gd name="T70" fmla="*/ 126 w 176"/>
              <a:gd name="T71" fmla="*/ 107 h 176"/>
              <a:gd name="T72" fmla="*/ 118 w 176"/>
              <a:gd name="T73" fmla="*/ 114 h 176"/>
              <a:gd name="T74" fmla="*/ 160 w 176"/>
              <a:gd name="T75" fmla="*/ 0 h 176"/>
              <a:gd name="T76" fmla="*/ 16 w 176"/>
              <a:gd name="T77" fmla="*/ 0 h 176"/>
              <a:gd name="T78" fmla="*/ 0 w 176"/>
              <a:gd name="T79" fmla="*/ 16 h 176"/>
              <a:gd name="T80" fmla="*/ 0 w 176"/>
              <a:gd name="T81" fmla="*/ 160 h 176"/>
              <a:gd name="T82" fmla="*/ 16 w 176"/>
              <a:gd name="T83" fmla="*/ 176 h 176"/>
              <a:gd name="T84" fmla="*/ 160 w 176"/>
              <a:gd name="T85" fmla="*/ 176 h 176"/>
              <a:gd name="T86" fmla="*/ 176 w 176"/>
              <a:gd name="T87" fmla="*/ 160 h 176"/>
              <a:gd name="T88" fmla="*/ 176 w 176"/>
              <a:gd name="T89" fmla="*/ 16 h 176"/>
              <a:gd name="T90" fmla="*/ 160 w 176"/>
              <a:gd name="T91" fmla="*/ 0 h 176"/>
              <a:gd name="T92" fmla="*/ 168 w 176"/>
              <a:gd name="T93" fmla="*/ 160 h 176"/>
              <a:gd name="T94" fmla="*/ 160 w 176"/>
              <a:gd name="T95" fmla="*/ 168 h 176"/>
              <a:gd name="T96" fmla="*/ 16 w 176"/>
              <a:gd name="T97" fmla="*/ 168 h 176"/>
              <a:gd name="T98" fmla="*/ 8 w 176"/>
              <a:gd name="T99" fmla="*/ 160 h 176"/>
              <a:gd name="T100" fmla="*/ 8 w 176"/>
              <a:gd name="T101" fmla="*/ 16 h 176"/>
              <a:gd name="T102" fmla="*/ 16 w 176"/>
              <a:gd name="T103" fmla="*/ 8 h 176"/>
              <a:gd name="T104" fmla="*/ 160 w 176"/>
              <a:gd name="T105" fmla="*/ 8 h 176"/>
              <a:gd name="T106" fmla="*/ 168 w 176"/>
              <a:gd name="T107" fmla="*/ 16 h 176"/>
              <a:gd name="T108" fmla="*/ 168 w 176"/>
              <a:gd name="T10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48" y="32"/>
                </a:moveTo>
                <a:cubicBezTo>
                  <a:pt x="39" y="32"/>
                  <a:pt x="32" y="39"/>
                  <a:pt x="32" y="48"/>
                </a:cubicBezTo>
                <a:cubicBezTo>
                  <a:pt x="32" y="57"/>
                  <a:pt x="39" y="64"/>
                  <a:pt x="48" y="64"/>
                </a:cubicBezTo>
                <a:cubicBezTo>
                  <a:pt x="57" y="64"/>
                  <a:pt x="64" y="57"/>
                  <a:pt x="64" y="48"/>
                </a:cubicBezTo>
                <a:cubicBezTo>
                  <a:pt x="64" y="39"/>
                  <a:pt x="57" y="32"/>
                  <a:pt x="48" y="32"/>
                </a:cubicBezTo>
                <a:moveTo>
                  <a:pt x="48" y="56"/>
                </a:moveTo>
                <a:cubicBezTo>
                  <a:pt x="44" y="56"/>
                  <a:pt x="40" y="52"/>
                  <a:pt x="40" y="48"/>
                </a:cubicBezTo>
                <a:cubicBezTo>
                  <a:pt x="40" y="44"/>
                  <a:pt x="44" y="40"/>
                  <a:pt x="48" y="40"/>
                </a:cubicBezTo>
                <a:cubicBezTo>
                  <a:pt x="52" y="40"/>
                  <a:pt x="56" y="44"/>
                  <a:pt x="56" y="48"/>
                </a:cubicBezTo>
                <a:cubicBezTo>
                  <a:pt x="56" y="52"/>
                  <a:pt x="52" y="56"/>
                  <a:pt x="48" y="56"/>
                </a:cubicBezTo>
                <a:moveTo>
                  <a:pt x="118" y="114"/>
                </a:moveTo>
                <a:cubicBezTo>
                  <a:pt x="115" y="115"/>
                  <a:pt x="112" y="116"/>
                  <a:pt x="110" y="116"/>
                </a:cubicBezTo>
                <a:cubicBezTo>
                  <a:pt x="106" y="116"/>
                  <a:pt x="103" y="115"/>
                  <a:pt x="100" y="114"/>
                </a:cubicBezTo>
                <a:cubicBezTo>
                  <a:pt x="97" y="112"/>
                  <a:pt x="94" y="110"/>
                  <a:pt x="92" y="108"/>
                </a:cubicBezTo>
                <a:cubicBezTo>
                  <a:pt x="90" y="105"/>
                  <a:pt x="88" y="102"/>
                  <a:pt x="87" y="99"/>
                </a:cubicBezTo>
                <a:cubicBezTo>
                  <a:pt x="86" y="95"/>
                  <a:pt x="85" y="92"/>
                  <a:pt x="85" y="87"/>
                </a:cubicBezTo>
                <a:cubicBezTo>
                  <a:pt x="85" y="84"/>
                  <a:pt x="86" y="80"/>
                  <a:pt x="87" y="77"/>
                </a:cubicBezTo>
                <a:cubicBezTo>
                  <a:pt x="88" y="74"/>
                  <a:pt x="90" y="71"/>
                  <a:pt x="92" y="68"/>
                </a:cubicBezTo>
                <a:cubicBezTo>
                  <a:pt x="94" y="66"/>
                  <a:pt x="97" y="64"/>
                  <a:pt x="100" y="62"/>
                </a:cubicBezTo>
                <a:cubicBezTo>
                  <a:pt x="103" y="61"/>
                  <a:pt x="106" y="60"/>
                  <a:pt x="110" y="60"/>
                </a:cubicBezTo>
                <a:cubicBezTo>
                  <a:pt x="112" y="60"/>
                  <a:pt x="115" y="61"/>
                  <a:pt x="117" y="62"/>
                </a:cubicBezTo>
                <a:cubicBezTo>
                  <a:pt x="119" y="63"/>
                  <a:pt x="122" y="65"/>
                  <a:pt x="125" y="68"/>
                </a:cubicBezTo>
                <a:cubicBezTo>
                  <a:pt x="134" y="60"/>
                  <a:pt x="134" y="60"/>
                  <a:pt x="134" y="60"/>
                </a:cubicBezTo>
                <a:cubicBezTo>
                  <a:pt x="131" y="56"/>
                  <a:pt x="127" y="53"/>
                  <a:pt x="123" y="51"/>
                </a:cubicBezTo>
                <a:cubicBezTo>
                  <a:pt x="119" y="49"/>
                  <a:pt x="114" y="48"/>
                  <a:pt x="110" y="48"/>
                </a:cubicBezTo>
                <a:cubicBezTo>
                  <a:pt x="104" y="48"/>
                  <a:pt x="99" y="49"/>
                  <a:pt x="94" y="51"/>
                </a:cubicBezTo>
                <a:cubicBezTo>
                  <a:pt x="90" y="53"/>
                  <a:pt x="86" y="55"/>
                  <a:pt x="83" y="59"/>
                </a:cubicBezTo>
                <a:cubicBezTo>
                  <a:pt x="79" y="62"/>
                  <a:pt x="77" y="67"/>
                  <a:pt x="75" y="72"/>
                </a:cubicBezTo>
                <a:cubicBezTo>
                  <a:pt x="73" y="77"/>
                  <a:pt x="72" y="82"/>
                  <a:pt x="72" y="88"/>
                </a:cubicBezTo>
                <a:cubicBezTo>
                  <a:pt x="72" y="94"/>
                  <a:pt x="73" y="100"/>
                  <a:pt x="75" y="105"/>
                </a:cubicBezTo>
                <a:cubicBezTo>
                  <a:pt x="77" y="109"/>
                  <a:pt x="79" y="114"/>
                  <a:pt x="83" y="117"/>
                </a:cubicBezTo>
                <a:cubicBezTo>
                  <a:pt x="86" y="121"/>
                  <a:pt x="90" y="123"/>
                  <a:pt x="94" y="125"/>
                </a:cubicBezTo>
                <a:cubicBezTo>
                  <a:pt x="99" y="127"/>
                  <a:pt x="104" y="128"/>
                  <a:pt x="110" y="128"/>
                </a:cubicBezTo>
                <a:cubicBezTo>
                  <a:pt x="115" y="128"/>
                  <a:pt x="120" y="127"/>
                  <a:pt x="124" y="125"/>
                </a:cubicBezTo>
                <a:cubicBezTo>
                  <a:pt x="129" y="123"/>
                  <a:pt x="133" y="119"/>
                  <a:pt x="136" y="114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23" y="110"/>
                  <a:pt x="121" y="112"/>
                  <a:pt x="118" y="114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424"/>
          <p:cNvSpPr>
            <a:spLocks noEditPoints="1"/>
          </p:cNvSpPr>
          <p:nvPr/>
        </p:nvSpPr>
        <p:spPr bwMode="auto">
          <a:xfrm>
            <a:off x="1528638" y="4399045"/>
            <a:ext cx="335898" cy="334275"/>
          </a:xfrm>
          <a:custGeom>
            <a:avLst/>
            <a:gdLst>
              <a:gd name="T0" fmla="*/ 48 w 176"/>
              <a:gd name="T1" fmla="*/ 32 h 176"/>
              <a:gd name="T2" fmla="*/ 32 w 176"/>
              <a:gd name="T3" fmla="*/ 48 h 176"/>
              <a:gd name="T4" fmla="*/ 48 w 176"/>
              <a:gd name="T5" fmla="*/ 64 h 176"/>
              <a:gd name="T6" fmla="*/ 64 w 176"/>
              <a:gd name="T7" fmla="*/ 48 h 176"/>
              <a:gd name="T8" fmla="*/ 48 w 176"/>
              <a:gd name="T9" fmla="*/ 32 h 176"/>
              <a:gd name="T10" fmla="*/ 48 w 176"/>
              <a:gd name="T11" fmla="*/ 56 h 176"/>
              <a:gd name="T12" fmla="*/ 40 w 176"/>
              <a:gd name="T13" fmla="*/ 48 h 176"/>
              <a:gd name="T14" fmla="*/ 48 w 176"/>
              <a:gd name="T15" fmla="*/ 40 h 176"/>
              <a:gd name="T16" fmla="*/ 56 w 176"/>
              <a:gd name="T17" fmla="*/ 48 h 176"/>
              <a:gd name="T18" fmla="*/ 48 w 176"/>
              <a:gd name="T19" fmla="*/ 56 h 176"/>
              <a:gd name="T20" fmla="*/ 80 w 176"/>
              <a:gd name="T21" fmla="*/ 128 h 176"/>
              <a:gd name="T22" fmla="*/ 92 w 176"/>
              <a:gd name="T23" fmla="*/ 128 h 176"/>
              <a:gd name="T24" fmla="*/ 92 w 176"/>
              <a:gd name="T25" fmla="*/ 96 h 176"/>
              <a:gd name="T26" fmla="*/ 124 w 176"/>
              <a:gd name="T27" fmla="*/ 96 h 176"/>
              <a:gd name="T28" fmla="*/ 124 w 176"/>
              <a:gd name="T29" fmla="*/ 84 h 176"/>
              <a:gd name="T30" fmla="*/ 92 w 176"/>
              <a:gd name="T31" fmla="*/ 84 h 176"/>
              <a:gd name="T32" fmla="*/ 92 w 176"/>
              <a:gd name="T33" fmla="*/ 60 h 176"/>
              <a:gd name="T34" fmla="*/ 128 w 176"/>
              <a:gd name="T35" fmla="*/ 60 h 176"/>
              <a:gd name="T36" fmla="*/ 128 w 176"/>
              <a:gd name="T37" fmla="*/ 48 h 176"/>
              <a:gd name="T38" fmla="*/ 80 w 176"/>
              <a:gd name="T39" fmla="*/ 48 h 176"/>
              <a:gd name="T40" fmla="*/ 80 w 176"/>
              <a:gd name="T41" fmla="*/ 128 h 176"/>
              <a:gd name="T42" fmla="*/ 160 w 176"/>
              <a:gd name="T43" fmla="*/ 0 h 176"/>
              <a:gd name="T44" fmla="*/ 16 w 176"/>
              <a:gd name="T45" fmla="*/ 0 h 176"/>
              <a:gd name="T46" fmla="*/ 0 w 176"/>
              <a:gd name="T47" fmla="*/ 16 h 176"/>
              <a:gd name="T48" fmla="*/ 0 w 176"/>
              <a:gd name="T49" fmla="*/ 160 h 176"/>
              <a:gd name="T50" fmla="*/ 16 w 176"/>
              <a:gd name="T51" fmla="*/ 176 h 176"/>
              <a:gd name="T52" fmla="*/ 160 w 176"/>
              <a:gd name="T53" fmla="*/ 176 h 176"/>
              <a:gd name="T54" fmla="*/ 176 w 176"/>
              <a:gd name="T55" fmla="*/ 160 h 176"/>
              <a:gd name="T56" fmla="*/ 176 w 176"/>
              <a:gd name="T57" fmla="*/ 16 h 176"/>
              <a:gd name="T58" fmla="*/ 160 w 176"/>
              <a:gd name="T59" fmla="*/ 0 h 176"/>
              <a:gd name="T60" fmla="*/ 168 w 176"/>
              <a:gd name="T61" fmla="*/ 160 h 176"/>
              <a:gd name="T62" fmla="*/ 160 w 176"/>
              <a:gd name="T63" fmla="*/ 168 h 176"/>
              <a:gd name="T64" fmla="*/ 16 w 176"/>
              <a:gd name="T65" fmla="*/ 168 h 176"/>
              <a:gd name="T66" fmla="*/ 8 w 176"/>
              <a:gd name="T67" fmla="*/ 160 h 176"/>
              <a:gd name="T68" fmla="*/ 8 w 176"/>
              <a:gd name="T69" fmla="*/ 16 h 176"/>
              <a:gd name="T70" fmla="*/ 16 w 176"/>
              <a:gd name="T71" fmla="*/ 8 h 176"/>
              <a:gd name="T72" fmla="*/ 160 w 176"/>
              <a:gd name="T73" fmla="*/ 8 h 176"/>
              <a:gd name="T74" fmla="*/ 168 w 176"/>
              <a:gd name="T75" fmla="*/ 16 h 176"/>
              <a:gd name="T76" fmla="*/ 168 w 176"/>
              <a:gd name="T77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48" y="32"/>
                </a:moveTo>
                <a:cubicBezTo>
                  <a:pt x="39" y="32"/>
                  <a:pt x="32" y="39"/>
                  <a:pt x="32" y="48"/>
                </a:cubicBezTo>
                <a:cubicBezTo>
                  <a:pt x="32" y="57"/>
                  <a:pt x="39" y="64"/>
                  <a:pt x="48" y="64"/>
                </a:cubicBezTo>
                <a:cubicBezTo>
                  <a:pt x="57" y="64"/>
                  <a:pt x="64" y="57"/>
                  <a:pt x="64" y="48"/>
                </a:cubicBezTo>
                <a:cubicBezTo>
                  <a:pt x="64" y="39"/>
                  <a:pt x="57" y="32"/>
                  <a:pt x="48" y="32"/>
                </a:cubicBezTo>
                <a:moveTo>
                  <a:pt x="48" y="56"/>
                </a:moveTo>
                <a:cubicBezTo>
                  <a:pt x="44" y="56"/>
                  <a:pt x="40" y="52"/>
                  <a:pt x="40" y="48"/>
                </a:cubicBezTo>
                <a:cubicBezTo>
                  <a:pt x="40" y="44"/>
                  <a:pt x="44" y="40"/>
                  <a:pt x="48" y="40"/>
                </a:cubicBezTo>
                <a:cubicBezTo>
                  <a:pt x="52" y="40"/>
                  <a:pt x="56" y="44"/>
                  <a:pt x="56" y="48"/>
                </a:cubicBezTo>
                <a:cubicBezTo>
                  <a:pt x="56" y="52"/>
                  <a:pt x="52" y="56"/>
                  <a:pt x="48" y="56"/>
                </a:cubicBezTo>
                <a:moveTo>
                  <a:pt x="80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96"/>
                  <a:pt x="92" y="96"/>
                  <a:pt x="92" y="96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60"/>
                  <a:pt x="92" y="60"/>
                  <a:pt x="92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80" y="48"/>
                  <a:pt x="80" y="48"/>
                  <a:pt x="80" y="48"/>
                </a:cubicBezTo>
                <a:lnTo>
                  <a:pt x="80" y="128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425"/>
          <p:cNvSpPr>
            <a:spLocks noEditPoints="1"/>
          </p:cNvSpPr>
          <p:nvPr/>
        </p:nvSpPr>
        <p:spPr bwMode="auto">
          <a:xfrm>
            <a:off x="2167979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426"/>
          <p:cNvSpPr>
            <a:spLocks noEditPoints="1"/>
          </p:cNvSpPr>
          <p:nvPr/>
        </p:nvSpPr>
        <p:spPr bwMode="auto">
          <a:xfrm>
            <a:off x="2807320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98 w 176"/>
              <a:gd name="T11" fmla="*/ 167 h 176"/>
              <a:gd name="T12" fmla="*/ 88 w 176"/>
              <a:gd name="T13" fmla="*/ 168 h 176"/>
              <a:gd name="T14" fmla="*/ 8 w 176"/>
              <a:gd name="T15" fmla="*/ 88 h 176"/>
              <a:gd name="T16" fmla="*/ 88 w 176"/>
              <a:gd name="T17" fmla="*/ 8 h 176"/>
              <a:gd name="T18" fmla="*/ 98 w 176"/>
              <a:gd name="T19" fmla="*/ 9 h 176"/>
              <a:gd name="T20" fmla="*/ 128 w 176"/>
              <a:gd name="T21" fmla="*/ 88 h 176"/>
              <a:gd name="T22" fmla="*/ 98 w 176"/>
              <a:gd name="T23" fmla="*/ 16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98" y="167"/>
                </a:moveTo>
                <a:cubicBezTo>
                  <a:pt x="95" y="168"/>
                  <a:pt x="92" y="168"/>
                  <a:pt x="88" y="168"/>
                </a:cubicBez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92" y="8"/>
                  <a:pt x="95" y="8"/>
                  <a:pt x="98" y="9"/>
                </a:cubicBezTo>
                <a:cubicBezTo>
                  <a:pt x="117" y="30"/>
                  <a:pt x="128" y="58"/>
                  <a:pt x="128" y="88"/>
                </a:cubicBezTo>
                <a:cubicBezTo>
                  <a:pt x="128" y="118"/>
                  <a:pt x="117" y="146"/>
                  <a:pt x="98" y="16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427"/>
          <p:cNvSpPr>
            <a:spLocks noEditPoints="1"/>
          </p:cNvSpPr>
          <p:nvPr/>
        </p:nvSpPr>
        <p:spPr bwMode="auto">
          <a:xfrm>
            <a:off x="3446662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88 w 176"/>
              <a:gd name="T1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lnTo>
                  <a:pt x="88" y="16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428"/>
          <p:cNvSpPr>
            <a:spLocks noEditPoints="1"/>
          </p:cNvSpPr>
          <p:nvPr/>
        </p:nvSpPr>
        <p:spPr bwMode="auto">
          <a:xfrm>
            <a:off x="4086003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78 w 176"/>
              <a:gd name="T11" fmla="*/ 167 h 176"/>
              <a:gd name="T12" fmla="*/ 8 w 176"/>
              <a:gd name="T13" fmla="*/ 88 h 176"/>
              <a:gd name="T14" fmla="*/ 78 w 176"/>
              <a:gd name="T15" fmla="*/ 9 h 176"/>
              <a:gd name="T16" fmla="*/ 48 w 176"/>
              <a:gd name="T17" fmla="*/ 88 h 176"/>
              <a:gd name="T18" fmla="*/ 78 w 176"/>
              <a:gd name="T19" fmla="*/ 16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78" y="167"/>
                </a:moveTo>
                <a:cubicBezTo>
                  <a:pt x="39" y="162"/>
                  <a:pt x="8" y="129"/>
                  <a:pt x="8" y="88"/>
                </a:cubicBezTo>
                <a:cubicBezTo>
                  <a:pt x="8" y="47"/>
                  <a:pt x="39" y="14"/>
                  <a:pt x="78" y="9"/>
                </a:cubicBezTo>
                <a:cubicBezTo>
                  <a:pt x="59" y="30"/>
                  <a:pt x="48" y="58"/>
                  <a:pt x="48" y="88"/>
                </a:cubicBezTo>
                <a:cubicBezTo>
                  <a:pt x="48" y="118"/>
                  <a:pt x="59" y="146"/>
                  <a:pt x="78" y="16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Oval 429"/>
          <p:cNvSpPr>
            <a:spLocks noChangeArrowheads="1"/>
          </p:cNvSpPr>
          <p:nvPr/>
        </p:nvSpPr>
        <p:spPr bwMode="auto">
          <a:xfrm>
            <a:off x="4723722" y="4399045"/>
            <a:ext cx="335898" cy="33427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430"/>
          <p:cNvSpPr>
            <a:spLocks noEditPoints="1"/>
          </p:cNvSpPr>
          <p:nvPr/>
        </p:nvSpPr>
        <p:spPr bwMode="auto">
          <a:xfrm>
            <a:off x="5363062" y="4399045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98 w 176"/>
              <a:gd name="T11" fmla="*/ 167 h 176"/>
              <a:gd name="T12" fmla="*/ 128 w 176"/>
              <a:gd name="T13" fmla="*/ 88 h 176"/>
              <a:gd name="T14" fmla="*/ 98 w 176"/>
              <a:gd name="T15" fmla="*/ 9 h 176"/>
              <a:gd name="T16" fmla="*/ 168 w 176"/>
              <a:gd name="T17" fmla="*/ 88 h 176"/>
              <a:gd name="T18" fmla="*/ 98 w 176"/>
              <a:gd name="T19" fmla="*/ 16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98" y="167"/>
                </a:moveTo>
                <a:cubicBezTo>
                  <a:pt x="117" y="146"/>
                  <a:pt x="128" y="118"/>
                  <a:pt x="128" y="88"/>
                </a:cubicBezTo>
                <a:cubicBezTo>
                  <a:pt x="128" y="58"/>
                  <a:pt x="117" y="30"/>
                  <a:pt x="98" y="9"/>
                </a:cubicBezTo>
                <a:cubicBezTo>
                  <a:pt x="137" y="14"/>
                  <a:pt x="168" y="47"/>
                  <a:pt x="168" y="88"/>
                </a:cubicBezTo>
                <a:cubicBezTo>
                  <a:pt x="168" y="129"/>
                  <a:pt x="137" y="162"/>
                  <a:pt x="98" y="16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431"/>
          <p:cNvSpPr>
            <a:spLocks noEditPoints="1"/>
          </p:cNvSpPr>
          <p:nvPr/>
        </p:nvSpPr>
        <p:spPr bwMode="auto">
          <a:xfrm>
            <a:off x="6002404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8 w 176"/>
              <a:gd name="T13" fmla="*/ 8 h 176"/>
              <a:gd name="T14" fmla="*/ 168 w 176"/>
              <a:gd name="T15" fmla="*/ 88 h 176"/>
              <a:gd name="T16" fmla="*/ 88 w 176"/>
              <a:gd name="T1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88" y="8"/>
                  <a:pt x="88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432"/>
          <p:cNvSpPr>
            <a:spLocks noEditPoints="1"/>
          </p:cNvSpPr>
          <p:nvPr/>
        </p:nvSpPr>
        <p:spPr bwMode="auto">
          <a:xfrm>
            <a:off x="6641746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78 w 176"/>
              <a:gd name="T13" fmla="*/ 167 h 176"/>
              <a:gd name="T14" fmla="*/ 48 w 176"/>
              <a:gd name="T15" fmla="*/ 88 h 176"/>
              <a:gd name="T16" fmla="*/ 78 w 176"/>
              <a:gd name="T17" fmla="*/ 9 h 176"/>
              <a:gd name="T18" fmla="*/ 88 w 176"/>
              <a:gd name="T19" fmla="*/ 8 h 176"/>
              <a:gd name="T20" fmla="*/ 168 w 176"/>
              <a:gd name="T21" fmla="*/ 88 h 176"/>
              <a:gd name="T22" fmla="*/ 88 w 176"/>
              <a:gd name="T2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85" y="168"/>
                  <a:pt x="81" y="168"/>
                  <a:pt x="78" y="167"/>
                </a:cubicBezTo>
                <a:cubicBezTo>
                  <a:pt x="59" y="146"/>
                  <a:pt x="48" y="118"/>
                  <a:pt x="48" y="88"/>
                </a:cubicBezTo>
                <a:cubicBezTo>
                  <a:pt x="48" y="58"/>
                  <a:pt x="59" y="30"/>
                  <a:pt x="78" y="9"/>
                </a:cubicBezTo>
                <a:cubicBezTo>
                  <a:pt x="81" y="8"/>
                  <a:pt x="85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433"/>
          <p:cNvSpPr>
            <a:spLocks noEditPoints="1"/>
          </p:cNvSpPr>
          <p:nvPr/>
        </p:nvSpPr>
        <p:spPr bwMode="auto">
          <a:xfrm>
            <a:off x="7371958" y="4399045"/>
            <a:ext cx="152533" cy="334275"/>
          </a:xfrm>
          <a:custGeom>
            <a:avLst/>
            <a:gdLst>
              <a:gd name="T0" fmla="*/ 48 w 80"/>
              <a:gd name="T1" fmla="*/ 113 h 176"/>
              <a:gd name="T2" fmla="*/ 48 w 80"/>
              <a:gd name="T3" fmla="*/ 64 h 176"/>
              <a:gd name="T4" fmla="*/ 40 w 80"/>
              <a:gd name="T5" fmla="*/ 56 h 176"/>
              <a:gd name="T6" fmla="*/ 32 w 80"/>
              <a:gd name="T7" fmla="*/ 64 h 176"/>
              <a:gd name="T8" fmla="*/ 32 w 80"/>
              <a:gd name="T9" fmla="*/ 113 h 176"/>
              <a:gd name="T10" fmla="*/ 16 w 80"/>
              <a:gd name="T11" fmla="*/ 136 h 176"/>
              <a:gd name="T12" fmla="*/ 40 w 80"/>
              <a:gd name="T13" fmla="*/ 160 h 176"/>
              <a:gd name="T14" fmla="*/ 64 w 80"/>
              <a:gd name="T15" fmla="*/ 136 h 176"/>
              <a:gd name="T16" fmla="*/ 48 w 80"/>
              <a:gd name="T17" fmla="*/ 113 h 176"/>
              <a:gd name="T18" fmla="*/ 64 w 80"/>
              <a:gd name="T19" fmla="*/ 104 h 176"/>
              <a:gd name="T20" fmla="*/ 64 w 80"/>
              <a:gd name="T21" fmla="*/ 24 h 176"/>
              <a:gd name="T22" fmla="*/ 40 w 80"/>
              <a:gd name="T23" fmla="*/ 0 h 176"/>
              <a:gd name="T24" fmla="*/ 16 w 80"/>
              <a:gd name="T25" fmla="*/ 24 h 176"/>
              <a:gd name="T26" fmla="*/ 16 w 80"/>
              <a:gd name="T27" fmla="*/ 104 h 176"/>
              <a:gd name="T28" fmla="*/ 0 w 80"/>
              <a:gd name="T29" fmla="*/ 136 h 176"/>
              <a:gd name="T30" fmla="*/ 40 w 80"/>
              <a:gd name="T31" fmla="*/ 176 h 176"/>
              <a:gd name="T32" fmla="*/ 80 w 80"/>
              <a:gd name="T33" fmla="*/ 136 h 176"/>
              <a:gd name="T34" fmla="*/ 64 w 80"/>
              <a:gd name="T35" fmla="*/ 104 h 176"/>
              <a:gd name="T36" fmla="*/ 40 w 80"/>
              <a:gd name="T37" fmla="*/ 168 h 176"/>
              <a:gd name="T38" fmla="*/ 8 w 80"/>
              <a:gd name="T39" fmla="*/ 136 h 176"/>
              <a:gd name="T40" fmla="*/ 24 w 80"/>
              <a:gd name="T41" fmla="*/ 108 h 176"/>
              <a:gd name="T42" fmla="*/ 24 w 80"/>
              <a:gd name="T43" fmla="*/ 24 h 176"/>
              <a:gd name="T44" fmla="*/ 40 w 80"/>
              <a:gd name="T45" fmla="*/ 8 h 176"/>
              <a:gd name="T46" fmla="*/ 56 w 80"/>
              <a:gd name="T47" fmla="*/ 24 h 176"/>
              <a:gd name="T48" fmla="*/ 56 w 80"/>
              <a:gd name="T49" fmla="*/ 108 h 176"/>
              <a:gd name="T50" fmla="*/ 72 w 80"/>
              <a:gd name="T51" fmla="*/ 136 h 176"/>
              <a:gd name="T52" fmla="*/ 40 w 80"/>
              <a:gd name="T5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0" h="176">
                <a:moveTo>
                  <a:pt x="48" y="113"/>
                </a:moveTo>
                <a:cubicBezTo>
                  <a:pt x="48" y="64"/>
                  <a:pt x="48" y="64"/>
                  <a:pt x="48" y="64"/>
                </a:cubicBezTo>
                <a:cubicBezTo>
                  <a:pt x="48" y="60"/>
                  <a:pt x="44" y="56"/>
                  <a:pt x="40" y="56"/>
                </a:cubicBezTo>
                <a:cubicBezTo>
                  <a:pt x="36" y="56"/>
                  <a:pt x="32" y="60"/>
                  <a:pt x="32" y="64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23" y="117"/>
                  <a:pt x="16" y="126"/>
                  <a:pt x="16" y="136"/>
                </a:cubicBezTo>
                <a:cubicBezTo>
                  <a:pt x="16" y="149"/>
                  <a:pt x="27" y="160"/>
                  <a:pt x="40" y="160"/>
                </a:cubicBezTo>
                <a:cubicBezTo>
                  <a:pt x="53" y="160"/>
                  <a:pt x="64" y="149"/>
                  <a:pt x="64" y="136"/>
                </a:cubicBezTo>
                <a:cubicBezTo>
                  <a:pt x="64" y="126"/>
                  <a:pt x="57" y="117"/>
                  <a:pt x="48" y="113"/>
                </a:cubicBezTo>
                <a:moveTo>
                  <a:pt x="64" y="104"/>
                </a:moveTo>
                <a:cubicBezTo>
                  <a:pt x="64" y="24"/>
                  <a:pt x="64" y="24"/>
                  <a:pt x="64" y="24"/>
                </a:cubicBezTo>
                <a:cubicBezTo>
                  <a:pt x="64" y="11"/>
                  <a:pt x="53" y="0"/>
                  <a:pt x="40" y="0"/>
                </a:cubicBezTo>
                <a:cubicBezTo>
                  <a:pt x="27" y="0"/>
                  <a:pt x="16" y="11"/>
                  <a:pt x="16" y="2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6" y="111"/>
                  <a:pt x="0" y="123"/>
                  <a:pt x="0" y="136"/>
                </a:cubicBezTo>
                <a:cubicBezTo>
                  <a:pt x="0" y="158"/>
                  <a:pt x="18" y="176"/>
                  <a:pt x="40" y="176"/>
                </a:cubicBezTo>
                <a:cubicBezTo>
                  <a:pt x="62" y="176"/>
                  <a:pt x="80" y="158"/>
                  <a:pt x="80" y="136"/>
                </a:cubicBezTo>
                <a:cubicBezTo>
                  <a:pt x="80" y="123"/>
                  <a:pt x="74" y="111"/>
                  <a:pt x="64" y="104"/>
                </a:cubicBezTo>
                <a:moveTo>
                  <a:pt x="40" y="168"/>
                </a:moveTo>
                <a:cubicBezTo>
                  <a:pt x="22" y="168"/>
                  <a:pt x="8" y="154"/>
                  <a:pt x="8" y="136"/>
                </a:cubicBezTo>
                <a:cubicBezTo>
                  <a:pt x="8" y="124"/>
                  <a:pt x="14" y="114"/>
                  <a:pt x="24" y="108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31" y="8"/>
                  <a:pt x="40" y="8"/>
                </a:cubicBezTo>
                <a:cubicBezTo>
                  <a:pt x="49" y="8"/>
                  <a:pt x="56" y="15"/>
                  <a:pt x="56" y="24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66" y="114"/>
                  <a:pt x="72" y="124"/>
                  <a:pt x="72" y="136"/>
                </a:cubicBezTo>
                <a:cubicBezTo>
                  <a:pt x="72" y="154"/>
                  <a:pt x="58" y="168"/>
                  <a:pt x="40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TextBox 172"/>
          <p:cNvSpPr txBox="1"/>
          <p:nvPr/>
        </p:nvSpPr>
        <p:spPr>
          <a:xfrm>
            <a:off x="3936124" y="2463335"/>
            <a:ext cx="12717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Weather</a:t>
            </a:r>
            <a:endParaRPr lang="uk-UA" sz="2400" dirty="0"/>
          </a:p>
        </p:txBody>
      </p:sp>
    </p:spTree>
    <p:extLst>
      <p:ext uri="{BB962C8B-B14F-4D97-AF65-F5344CB8AC3E}">
        <p14:creationId xmlns:p14="http://schemas.microsoft.com/office/powerpoint/2010/main" val="178696045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4036857" y="411510"/>
            <a:ext cx="10702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Arrows</a:t>
            </a:r>
            <a:endParaRPr lang="uk-UA" sz="2400" dirty="0"/>
          </a:p>
        </p:txBody>
      </p:sp>
      <p:sp>
        <p:nvSpPr>
          <p:cNvPr id="29" name="Freeform 363"/>
          <p:cNvSpPr>
            <a:spLocks noEditPoints="1"/>
          </p:cNvSpPr>
          <p:nvPr/>
        </p:nvSpPr>
        <p:spPr bwMode="auto">
          <a:xfrm>
            <a:off x="1528638" y="1088659"/>
            <a:ext cx="335898" cy="335898"/>
          </a:xfrm>
          <a:custGeom>
            <a:avLst/>
            <a:gdLst>
              <a:gd name="T0" fmla="*/ 172 w 176"/>
              <a:gd name="T1" fmla="*/ 0 h 176"/>
              <a:gd name="T2" fmla="*/ 28 w 176"/>
              <a:gd name="T3" fmla="*/ 0 h 176"/>
              <a:gd name="T4" fmla="*/ 24 w 176"/>
              <a:gd name="T5" fmla="*/ 4 h 176"/>
              <a:gd name="T6" fmla="*/ 24 w 176"/>
              <a:gd name="T7" fmla="*/ 64 h 176"/>
              <a:gd name="T8" fmla="*/ 28 w 176"/>
              <a:gd name="T9" fmla="*/ 68 h 176"/>
              <a:gd name="T10" fmla="*/ 32 w 176"/>
              <a:gd name="T11" fmla="*/ 64 h 176"/>
              <a:gd name="T12" fmla="*/ 32 w 176"/>
              <a:gd name="T13" fmla="*/ 8 h 176"/>
              <a:gd name="T14" fmla="*/ 168 w 176"/>
              <a:gd name="T15" fmla="*/ 8 h 176"/>
              <a:gd name="T16" fmla="*/ 168 w 176"/>
              <a:gd name="T17" fmla="*/ 168 h 176"/>
              <a:gd name="T18" fmla="*/ 32 w 176"/>
              <a:gd name="T19" fmla="*/ 168 h 176"/>
              <a:gd name="T20" fmla="*/ 32 w 176"/>
              <a:gd name="T21" fmla="*/ 112 h 176"/>
              <a:gd name="T22" fmla="*/ 28 w 176"/>
              <a:gd name="T23" fmla="*/ 108 h 176"/>
              <a:gd name="T24" fmla="*/ 24 w 176"/>
              <a:gd name="T25" fmla="*/ 112 h 176"/>
              <a:gd name="T26" fmla="*/ 24 w 176"/>
              <a:gd name="T27" fmla="*/ 172 h 176"/>
              <a:gd name="T28" fmla="*/ 28 w 176"/>
              <a:gd name="T29" fmla="*/ 176 h 176"/>
              <a:gd name="T30" fmla="*/ 172 w 176"/>
              <a:gd name="T31" fmla="*/ 176 h 176"/>
              <a:gd name="T32" fmla="*/ 176 w 176"/>
              <a:gd name="T33" fmla="*/ 172 h 176"/>
              <a:gd name="T34" fmla="*/ 176 w 176"/>
              <a:gd name="T35" fmla="*/ 4 h 176"/>
              <a:gd name="T36" fmla="*/ 172 w 176"/>
              <a:gd name="T37" fmla="*/ 0 h 176"/>
              <a:gd name="T38" fmla="*/ 105 w 176"/>
              <a:gd name="T39" fmla="*/ 117 h 176"/>
              <a:gd name="T40" fmla="*/ 104 w 176"/>
              <a:gd name="T41" fmla="*/ 120 h 176"/>
              <a:gd name="T42" fmla="*/ 108 w 176"/>
              <a:gd name="T43" fmla="*/ 124 h 176"/>
              <a:gd name="T44" fmla="*/ 111 w 176"/>
              <a:gd name="T45" fmla="*/ 123 h 176"/>
              <a:gd name="T46" fmla="*/ 143 w 176"/>
              <a:gd name="T47" fmla="*/ 91 h 176"/>
              <a:gd name="T48" fmla="*/ 144 w 176"/>
              <a:gd name="T49" fmla="*/ 88 h 176"/>
              <a:gd name="T50" fmla="*/ 143 w 176"/>
              <a:gd name="T51" fmla="*/ 85 h 176"/>
              <a:gd name="T52" fmla="*/ 111 w 176"/>
              <a:gd name="T53" fmla="*/ 53 h 176"/>
              <a:gd name="T54" fmla="*/ 108 w 176"/>
              <a:gd name="T55" fmla="*/ 52 h 176"/>
              <a:gd name="T56" fmla="*/ 104 w 176"/>
              <a:gd name="T57" fmla="*/ 56 h 176"/>
              <a:gd name="T58" fmla="*/ 105 w 176"/>
              <a:gd name="T59" fmla="*/ 59 h 176"/>
              <a:gd name="T60" fmla="*/ 130 w 176"/>
              <a:gd name="T61" fmla="*/ 84 h 176"/>
              <a:gd name="T62" fmla="*/ 4 w 176"/>
              <a:gd name="T63" fmla="*/ 84 h 176"/>
              <a:gd name="T64" fmla="*/ 0 w 176"/>
              <a:gd name="T65" fmla="*/ 88 h 176"/>
              <a:gd name="T66" fmla="*/ 4 w 176"/>
              <a:gd name="T67" fmla="*/ 92 h 176"/>
              <a:gd name="T68" fmla="*/ 130 w 176"/>
              <a:gd name="T69" fmla="*/ 92 h 176"/>
              <a:gd name="T70" fmla="*/ 105 w 176"/>
              <a:gd name="T71" fmla="*/ 11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72" y="0"/>
                </a:moveTo>
                <a:cubicBezTo>
                  <a:pt x="28" y="0"/>
                  <a:pt x="28" y="0"/>
                  <a:pt x="28" y="0"/>
                </a:cubicBezTo>
                <a:cubicBezTo>
                  <a:pt x="26" y="0"/>
                  <a:pt x="24" y="2"/>
                  <a:pt x="24" y="4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6"/>
                  <a:pt x="26" y="68"/>
                  <a:pt x="28" y="68"/>
                </a:cubicBezTo>
                <a:cubicBezTo>
                  <a:pt x="30" y="68"/>
                  <a:pt x="32" y="66"/>
                  <a:pt x="32" y="64"/>
                </a:cubicBezTo>
                <a:cubicBezTo>
                  <a:pt x="32" y="8"/>
                  <a:pt x="32" y="8"/>
                  <a:pt x="32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0"/>
                  <a:pt x="30" y="108"/>
                  <a:pt x="28" y="108"/>
                </a:cubicBezTo>
                <a:cubicBezTo>
                  <a:pt x="26" y="108"/>
                  <a:pt x="24" y="110"/>
                  <a:pt x="24" y="112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05" y="117"/>
                </a:moveTo>
                <a:cubicBezTo>
                  <a:pt x="104" y="118"/>
                  <a:pt x="104" y="119"/>
                  <a:pt x="104" y="120"/>
                </a:cubicBezTo>
                <a:cubicBezTo>
                  <a:pt x="104" y="122"/>
                  <a:pt x="106" y="124"/>
                  <a:pt x="108" y="124"/>
                </a:cubicBezTo>
                <a:cubicBezTo>
                  <a:pt x="109" y="124"/>
                  <a:pt x="110" y="124"/>
                  <a:pt x="111" y="123"/>
                </a:cubicBezTo>
                <a:cubicBezTo>
                  <a:pt x="143" y="91"/>
                  <a:pt x="143" y="91"/>
                  <a:pt x="143" y="91"/>
                </a:cubicBezTo>
                <a:cubicBezTo>
                  <a:pt x="144" y="90"/>
                  <a:pt x="144" y="89"/>
                  <a:pt x="144" y="88"/>
                </a:cubicBezTo>
                <a:cubicBezTo>
                  <a:pt x="144" y="87"/>
                  <a:pt x="144" y="86"/>
                  <a:pt x="143" y="85"/>
                </a:cubicBezTo>
                <a:cubicBezTo>
                  <a:pt x="111" y="53"/>
                  <a:pt x="111" y="53"/>
                  <a:pt x="111" y="53"/>
                </a:cubicBezTo>
                <a:cubicBezTo>
                  <a:pt x="110" y="52"/>
                  <a:pt x="109" y="52"/>
                  <a:pt x="108" y="52"/>
                </a:cubicBezTo>
                <a:cubicBezTo>
                  <a:pt x="106" y="52"/>
                  <a:pt x="104" y="54"/>
                  <a:pt x="104" y="56"/>
                </a:cubicBezTo>
                <a:cubicBezTo>
                  <a:pt x="104" y="57"/>
                  <a:pt x="104" y="58"/>
                  <a:pt x="105" y="59"/>
                </a:cubicBezTo>
                <a:cubicBezTo>
                  <a:pt x="130" y="84"/>
                  <a:pt x="130" y="84"/>
                  <a:pt x="130" y="84"/>
                </a:cubicBezTo>
                <a:cubicBezTo>
                  <a:pt x="4" y="84"/>
                  <a:pt x="4" y="84"/>
                  <a:pt x="4" y="84"/>
                </a:cubicBezTo>
                <a:cubicBezTo>
                  <a:pt x="2" y="84"/>
                  <a:pt x="0" y="86"/>
                  <a:pt x="0" y="88"/>
                </a:cubicBezTo>
                <a:cubicBezTo>
                  <a:pt x="0" y="90"/>
                  <a:pt x="2" y="92"/>
                  <a:pt x="4" y="92"/>
                </a:cubicBezTo>
                <a:cubicBezTo>
                  <a:pt x="130" y="92"/>
                  <a:pt x="130" y="92"/>
                  <a:pt x="130" y="92"/>
                </a:cubicBezTo>
                <a:lnTo>
                  <a:pt x="105" y="11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64"/>
          <p:cNvSpPr>
            <a:spLocks noEditPoints="1"/>
          </p:cNvSpPr>
          <p:nvPr/>
        </p:nvSpPr>
        <p:spPr bwMode="auto">
          <a:xfrm>
            <a:off x="2167979" y="1088659"/>
            <a:ext cx="334275" cy="335898"/>
          </a:xfrm>
          <a:custGeom>
            <a:avLst/>
            <a:gdLst>
              <a:gd name="T0" fmla="*/ 148 w 176"/>
              <a:gd name="T1" fmla="*/ 108 h 176"/>
              <a:gd name="T2" fmla="*/ 144 w 176"/>
              <a:gd name="T3" fmla="*/ 112 h 176"/>
              <a:gd name="T4" fmla="*/ 144 w 176"/>
              <a:gd name="T5" fmla="*/ 168 h 176"/>
              <a:gd name="T6" fmla="*/ 8 w 176"/>
              <a:gd name="T7" fmla="*/ 168 h 176"/>
              <a:gd name="T8" fmla="*/ 8 w 176"/>
              <a:gd name="T9" fmla="*/ 8 h 176"/>
              <a:gd name="T10" fmla="*/ 144 w 176"/>
              <a:gd name="T11" fmla="*/ 8 h 176"/>
              <a:gd name="T12" fmla="*/ 144 w 176"/>
              <a:gd name="T13" fmla="*/ 64 h 176"/>
              <a:gd name="T14" fmla="*/ 148 w 176"/>
              <a:gd name="T15" fmla="*/ 68 h 176"/>
              <a:gd name="T16" fmla="*/ 152 w 176"/>
              <a:gd name="T17" fmla="*/ 64 h 176"/>
              <a:gd name="T18" fmla="*/ 152 w 176"/>
              <a:gd name="T19" fmla="*/ 4 h 176"/>
              <a:gd name="T20" fmla="*/ 148 w 176"/>
              <a:gd name="T21" fmla="*/ 0 h 176"/>
              <a:gd name="T22" fmla="*/ 4 w 176"/>
              <a:gd name="T23" fmla="*/ 0 h 176"/>
              <a:gd name="T24" fmla="*/ 0 w 176"/>
              <a:gd name="T25" fmla="*/ 4 h 176"/>
              <a:gd name="T26" fmla="*/ 0 w 176"/>
              <a:gd name="T27" fmla="*/ 172 h 176"/>
              <a:gd name="T28" fmla="*/ 4 w 176"/>
              <a:gd name="T29" fmla="*/ 176 h 176"/>
              <a:gd name="T30" fmla="*/ 148 w 176"/>
              <a:gd name="T31" fmla="*/ 176 h 176"/>
              <a:gd name="T32" fmla="*/ 152 w 176"/>
              <a:gd name="T33" fmla="*/ 172 h 176"/>
              <a:gd name="T34" fmla="*/ 152 w 176"/>
              <a:gd name="T35" fmla="*/ 112 h 176"/>
              <a:gd name="T36" fmla="*/ 148 w 176"/>
              <a:gd name="T37" fmla="*/ 108 h 176"/>
              <a:gd name="T38" fmla="*/ 172 w 176"/>
              <a:gd name="T39" fmla="*/ 84 h 176"/>
              <a:gd name="T40" fmla="*/ 46 w 176"/>
              <a:gd name="T41" fmla="*/ 84 h 176"/>
              <a:gd name="T42" fmla="*/ 71 w 176"/>
              <a:gd name="T43" fmla="*/ 59 h 176"/>
              <a:gd name="T44" fmla="*/ 72 w 176"/>
              <a:gd name="T45" fmla="*/ 56 h 176"/>
              <a:gd name="T46" fmla="*/ 68 w 176"/>
              <a:gd name="T47" fmla="*/ 52 h 176"/>
              <a:gd name="T48" fmla="*/ 65 w 176"/>
              <a:gd name="T49" fmla="*/ 53 h 176"/>
              <a:gd name="T50" fmla="*/ 33 w 176"/>
              <a:gd name="T51" fmla="*/ 85 h 176"/>
              <a:gd name="T52" fmla="*/ 32 w 176"/>
              <a:gd name="T53" fmla="*/ 88 h 176"/>
              <a:gd name="T54" fmla="*/ 33 w 176"/>
              <a:gd name="T55" fmla="*/ 91 h 176"/>
              <a:gd name="T56" fmla="*/ 65 w 176"/>
              <a:gd name="T57" fmla="*/ 123 h 176"/>
              <a:gd name="T58" fmla="*/ 68 w 176"/>
              <a:gd name="T59" fmla="*/ 124 h 176"/>
              <a:gd name="T60" fmla="*/ 72 w 176"/>
              <a:gd name="T61" fmla="*/ 120 h 176"/>
              <a:gd name="T62" fmla="*/ 71 w 176"/>
              <a:gd name="T63" fmla="*/ 117 h 176"/>
              <a:gd name="T64" fmla="*/ 46 w 176"/>
              <a:gd name="T65" fmla="*/ 92 h 176"/>
              <a:gd name="T66" fmla="*/ 172 w 176"/>
              <a:gd name="T67" fmla="*/ 92 h 176"/>
              <a:gd name="T68" fmla="*/ 176 w 176"/>
              <a:gd name="T69" fmla="*/ 88 h 176"/>
              <a:gd name="T70" fmla="*/ 172 w 176"/>
              <a:gd name="T71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48" y="108"/>
                </a:moveTo>
                <a:cubicBezTo>
                  <a:pt x="146" y="108"/>
                  <a:pt x="144" y="110"/>
                  <a:pt x="144" y="112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8"/>
                  <a:pt x="8" y="8"/>
                  <a:pt x="8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44" y="66"/>
                  <a:pt x="146" y="68"/>
                  <a:pt x="148" y="68"/>
                </a:cubicBezTo>
                <a:cubicBezTo>
                  <a:pt x="150" y="68"/>
                  <a:pt x="152" y="66"/>
                  <a:pt x="152" y="64"/>
                </a:cubicBezTo>
                <a:cubicBezTo>
                  <a:pt x="152" y="4"/>
                  <a:pt x="152" y="4"/>
                  <a:pt x="152" y="4"/>
                </a:cubicBezTo>
                <a:cubicBezTo>
                  <a:pt x="152" y="2"/>
                  <a:pt x="150" y="0"/>
                  <a:pt x="148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48" y="176"/>
                  <a:pt x="148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2" y="110"/>
                  <a:pt x="150" y="108"/>
                  <a:pt x="148" y="108"/>
                </a:cubicBezTo>
                <a:moveTo>
                  <a:pt x="172" y="84"/>
                </a:moveTo>
                <a:cubicBezTo>
                  <a:pt x="46" y="84"/>
                  <a:pt x="46" y="84"/>
                  <a:pt x="46" y="84"/>
                </a:cubicBezTo>
                <a:cubicBezTo>
                  <a:pt x="71" y="59"/>
                  <a:pt x="71" y="59"/>
                  <a:pt x="71" y="59"/>
                </a:cubicBezTo>
                <a:cubicBezTo>
                  <a:pt x="72" y="58"/>
                  <a:pt x="72" y="57"/>
                  <a:pt x="72" y="56"/>
                </a:cubicBezTo>
                <a:cubicBezTo>
                  <a:pt x="72" y="54"/>
                  <a:pt x="70" y="52"/>
                  <a:pt x="68" y="52"/>
                </a:cubicBezTo>
                <a:cubicBezTo>
                  <a:pt x="67" y="52"/>
                  <a:pt x="66" y="52"/>
                  <a:pt x="65" y="53"/>
                </a:cubicBezTo>
                <a:cubicBezTo>
                  <a:pt x="33" y="85"/>
                  <a:pt x="33" y="85"/>
                  <a:pt x="33" y="85"/>
                </a:cubicBezTo>
                <a:cubicBezTo>
                  <a:pt x="32" y="86"/>
                  <a:pt x="32" y="87"/>
                  <a:pt x="32" y="88"/>
                </a:cubicBezTo>
                <a:cubicBezTo>
                  <a:pt x="32" y="89"/>
                  <a:pt x="32" y="90"/>
                  <a:pt x="33" y="91"/>
                </a:cubicBezTo>
                <a:cubicBezTo>
                  <a:pt x="65" y="123"/>
                  <a:pt x="65" y="123"/>
                  <a:pt x="65" y="123"/>
                </a:cubicBezTo>
                <a:cubicBezTo>
                  <a:pt x="66" y="124"/>
                  <a:pt x="67" y="124"/>
                  <a:pt x="68" y="124"/>
                </a:cubicBezTo>
                <a:cubicBezTo>
                  <a:pt x="70" y="124"/>
                  <a:pt x="72" y="122"/>
                  <a:pt x="72" y="120"/>
                </a:cubicBezTo>
                <a:cubicBezTo>
                  <a:pt x="72" y="119"/>
                  <a:pt x="72" y="118"/>
                  <a:pt x="71" y="117"/>
                </a:cubicBezTo>
                <a:cubicBezTo>
                  <a:pt x="46" y="92"/>
                  <a:pt x="46" y="92"/>
                  <a:pt x="46" y="92"/>
                </a:cubicBezTo>
                <a:cubicBezTo>
                  <a:pt x="172" y="92"/>
                  <a:pt x="172" y="92"/>
                  <a:pt x="172" y="92"/>
                </a:cubicBezTo>
                <a:cubicBezTo>
                  <a:pt x="174" y="92"/>
                  <a:pt x="176" y="90"/>
                  <a:pt x="176" y="88"/>
                </a:cubicBezTo>
                <a:cubicBezTo>
                  <a:pt x="176" y="86"/>
                  <a:pt x="174" y="84"/>
                  <a:pt x="172" y="8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65"/>
          <p:cNvSpPr>
            <a:spLocks/>
          </p:cNvSpPr>
          <p:nvPr/>
        </p:nvSpPr>
        <p:spPr bwMode="auto">
          <a:xfrm>
            <a:off x="2890078" y="1088659"/>
            <a:ext cx="168760" cy="335898"/>
          </a:xfrm>
          <a:custGeom>
            <a:avLst/>
            <a:gdLst>
              <a:gd name="T0" fmla="*/ 84 w 88"/>
              <a:gd name="T1" fmla="*/ 128 h 176"/>
              <a:gd name="T2" fmla="*/ 81 w 88"/>
              <a:gd name="T3" fmla="*/ 129 h 176"/>
              <a:gd name="T4" fmla="*/ 48 w 88"/>
              <a:gd name="T5" fmla="*/ 162 h 176"/>
              <a:gd name="T6" fmla="*/ 48 w 88"/>
              <a:gd name="T7" fmla="*/ 4 h 176"/>
              <a:gd name="T8" fmla="*/ 44 w 88"/>
              <a:gd name="T9" fmla="*/ 0 h 176"/>
              <a:gd name="T10" fmla="*/ 40 w 88"/>
              <a:gd name="T11" fmla="*/ 4 h 176"/>
              <a:gd name="T12" fmla="*/ 40 w 88"/>
              <a:gd name="T13" fmla="*/ 162 h 176"/>
              <a:gd name="T14" fmla="*/ 7 w 88"/>
              <a:gd name="T15" fmla="*/ 129 h 176"/>
              <a:gd name="T16" fmla="*/ 4 w 88"/>
              <a:gd name="T17" fmla="*/ 128 h 176"/>
              <a:gd name="T18" fmla="*/ 0 w 88"/>
              <a:gd name="T19" fmla="*/ 132 h 176"/>
              <a:gd name="T20" fmla="*/ 1 w 88"/>
              <a:gd name="T21" fmla="*/ 135 h 176"/>
              <a:gd name="T22" fmla="*/ 41 w 88"/>
              <a:gd name="T23" fmla="*/ 175 h 176"/>
              <a:gd name="T24" fmla="*/ 44 w 88"/>
              <a:gd name="T25" fmla="*/ 176 h 176"/>
              <a:gd name="T26" fmla="*/ 47 w 88"/>
              <a:gd name="T27" fmla="*/ 175 h 176"/>
              <a:gd name="T28" fmla="*/ 87 w 88"/>
              <a:gd name="T29" fmla="*/ 135 h 176"/>
              <a:gd name="T30" fmla="*/ 88 w 88"/>
              <a:gd name="T31" fmla="*/ 132 h 176"/>
              <a:gd name="T32" fmla="*/ 84 w 88"/>
              <a:gd name="T33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8" h="176">
                <a:moveTo>
                  <a:pt x="84" y="128"/>
                </a:moveTo>
                <a:cubicBezTo>
                  <a:pt x="83" y="128"/>
                  <a:pt x="82" y="128"/>
                  <a:pt x="81" y="129"/>
                </a:cubicBezTo>
                <a:cubicBezTo>
                  <a:pt x="48" y="162"/>
                  <a:pt x="48" y="162"/>
                  <a:pt x="48" y="162"/>
                </a:cubicBezTo>
                <a:cubicBezTo>
                  <a:pt x="48" y="4"/>
                  <a:pt x="48" y="4"/>
                  <a:pt x="48" y="4"/>
                </a:cubicBezTo>
                <a:cubicBezTo>
                  <a:pt x="48" y="2"/>
                  <a:pt x="46" y="0"/>
                  <a:pt x="44" y="0"/>
                </a:cubicBezTo>
                <a:cubicBezTo>
                  <a:pt x="42" y="0"/>
                  <a:pt x="40" y="2"/>
                  <a:pt x="40" y="4"/>
                </a:cubicBezTo>
                <a:cubicBezTo>
                  <a:pt x="40" y="162"/>
                  <a:pt x="40" y="162"/>
                  <a:pt x="40" y="162"/>
                </a:cubicBezTo>
                <a:cubicBezTo>
                  <a:pt x="7" y="129"/>
                  <a:pt x="7" y="129"/>
                  <a:pt x="7" y="129"/>
                </a:cubicBezTo>
                <a:cubicBezTo>
                  <a:pt x="6" y="128"/>
                  <a:pt x="5" y="128"/>
                  <a:pt x="4" y="128"/>
                </a:cubicBezTo>
                <a:cubicBezTo>
                  <a:pt x="2" y="128"/>
                  <a:pt x="0" y="130"/>
                  <a:pt x="0" y="132"/>
                </a:cubicBezTo>
                <a:cubicBezTo>
                  <a:pt x="0" y="133"/>
                  <a:pt x="0" y="134"/>
                  <a:pt x="1" y="135"/>
                </a:cubicBezTo>
                <a:cubicBezTo>
                  <a:pt x="41" y="175"/>
                  <a:pt x="41" y="175"/>
                  <a:pt x="41" y="175"/>
                </a:cubicBezTo>
                <a:cubicBezTo>
                  <a:pt x="42" y="176"/>
                  <a:pt x="43" y="176"/>
                  <a:pt x="44" y="176"/>
                </a:cubicBezTo>
                <a:cubicBezTo>
                  <a:pt x="45" y="176"/>
                  <a:pt x="46" y="176"/>
                  <a:pt x="47" y="17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8" y="134"/>
                  <a:pt x="88" y="133"/>
                  <a:pt x="88" y="132"/>
                </a:cubicBezTo>
                <a:cubicBezTo>
                  <a:pt x="88" y="130"/>
                  <a:pt x="86" y="128"/>
                  <a:pt x="84" y="12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66"/>
          <p:cNvSpPr>
            <a:spLocks/>
          </p:cNvSpPr>
          <p:nvPr/>
        </p:nvSpPr>
        <p:spPr bwMode="auto">
          <a:xfrm>
            <a:off x="3529419" y="1088659"/>
            <a:ext cx="167137" cy="335898"/>
          </a:xfrm>
          <a:custGeom>
            <a:avLst/>
            <a:gdLst>
              <a:gd name="T0" fmla="*/ 87 w 88"/>
              <a:gd name="T1" fmla="*/ 41 h 176"/>
              <a:gd name="T2" fmla="*/ 47 w 88"/>
              <a:gd name="T3" fmla="*/ 1 h 176"/>
              <a:gd name="T4" fmla="*/ 44 w 88"/>
              <a:gd name="T5" fmla="*/ 0 h 176"/>
              <a:gd name="T6" fmla="*/ 41 w 88"/>
              <a:gd name="T7" fmla="*/ 1 h 176"/>
              <a:gd name="T8" fmla="*/ 1 w 88"/>
              <a:gd name="T9" fmla="*/ 41 h 176"/>
              <a:gd name="T10" fmla="*/ 0 w 88"/>
              <a:gd name="T11" fmla="*/ 44 h 176"/>
              <a:gd name="T12" fmla="*/ 4 w 88"/>
              <a:gd name="T13" fmla="*/ 48 h 176"/>
              <a:gd name="T14" fmla="*/ 7 w 88"/>
              <a:gd name="T15" fmla="*/ 47 h 176"/>
              <a:gd name="T16" fmla="*/ 40 w 88"/>
              <a:gd name="T17" fmla="*/ 14 h 176"/>
              <a:gd name="T18" fmla="*/ 40 w 88"/>
              <a:gd name="T19" fmla="*/ 172 h 176"/>
              <a:gd name="T20" fmla="*/ 44 w 88"/>
              <a:gd name="T21" fmla="*/ 176 h 176"/>
              <a:gd name="T22" fmla="*/ 48 w 88"/>
              <a:gd name="T23" fmla="*/ 172 h 176"/>
              <a:gd name="T24" fmla="*/ 48 w 88"/>
              <a:gd name="T25" fmla="*/ 14 h 176"/>
              <a:gd name="T26" fmla="*/ 81 w 88"/>
              <a:gd name="T27" fmla="*/ 47 h 176"/>
              <a:gd name="T28" fmla="*/ 84 w 88"/>
              <a:gd name="T29" fmla="*/ 48 h 176"/>
              <a:gd name="T30" fmla="*/ 88 w 88"/>
              <a:gd name="T31" fmla="*/ 44 h 176"/>
              <a:gd name="T32" fmla="*/ 87 w 88"/>
              <a:gd name="T33" fmla="*/ 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8" h="176">
                <a:moveTo>
                  <a:pt x="87" y="41"/>
                </a:moveTo>
                <a:cubicBezTo>
                  <a:pt x="47" y="1"/>
                  <a:pt x="47" y="1"/>
                  <a:pt x="47" y="1"/>
                </a:cubicBezTo>
                <a:cubicBezTo>
                  <a:pt x="46" y="0"/>
                  <a:pt x="45" y="0"/>
                  <a:pt x="44" y="0"/>
                </a:cubicBezTo>
                <a:cubicBezTo>
                  <a:pt x="43" y="0"/>
                  <a:pt x="42" y="0"/>
                  <a:pt x="41" y="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0" y="43"/>
                  <a:pt x="0" y="44"/>
                </a:cubicBezTo>
                <a:cubicBezTo>
                  <a:pt x="0" y="46"/>
                  <a:pt x="2" y="48"/>
                  <a:pt x="4" y="48"/>
                </a:cubicBezTo>
                <a:cubicBezTo>
                  <a:pt x="5" y="48"/>
                  <a:pt x="6" y="48"/>
                  <a:pt x="7" y="47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40" y="174"/>
                  <a:pt x="42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4"/>
                  <a:pt x="48" y="14"/>
                  <a:pt x="48" y="14"/>
                </a:cubicBezTo>
                <a:cubicBezTo>
                  <a:pt x="81" y="47"/>
                  <a:pt x="81" y="47"/>
                  <a:pt x="81" y="47"/>
                </a:cubicBezTo>
                <a:cubicBezTo>
                  <a:pt x="82" y="48"/>
                  <a:pt x="83" y="48"/>
                  <a:pt x="84" y="48"/>
                </a:cubicBezTo>
                <a:cubicBezTo>
                  <a:pt x="86" y="48"/>
                  <a:pt x="88" y="46"/>
                  <a:pt x="88" y="44"/>
                </a:cubicBezTo>
                <a:cubicBezTo>
                  <a:pt x="88" y="43"/>
                  <a:pt x="88" y="42"/>
                  <a:pt x="87" y="4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7"/>
          <p:cNvSpPr>
            <a:spLocks/>
          </p:cNvSpPr>
          <p:nvPr/>
        </p:nvSpPr>
        <p:spPr bwMode="auto">
          <a:xfrm>
            <a:off x="4086003" y="1173039"/>
            <a:ext cx="334275" cy="167137"/>
          </a:xfrm>
          <a:custGeom>
            <a:avLst/>
            <a:gdLst>
              <a:gd name="T0" fmla="*/ 172 w 176"/>
              <a:gd name="T1" fmla="*/ 40 h 88"/>
              <a:gd name="T2" fmla="*/ 14 w 176"/>
              <a:gd name="T3" fmla="*/ 40 h 88"/>
              <a:gd name="T4" fmla="*/ 47 w 176"/>
              <a:gd name="T5" fmla="*/ 7 h 88"/>
              <a:gd name="T6" fmla="*/ 48 w 176"/>
              <a:gd name="T7" fmla="*/ 4 h 88"/>
              <a:gd name="T8" fmla="*/ 44 w 176"/>
              <a:gd name="T9" fmla="*/ 0 h 88"/>
              <a:gd name="T10" fmla="*/ 41 w 176"/>
              <a:gd name="T11" fmla="*/ 1 h 88"/>
              <a:gd name="T12" fmla="*/ 1 w 176"/>
              <a:gd name="T13" fmla="*/ 41 h 88"/>
              <a:gd name="T14" fmla="*/ 0 w 176"/>
              <a:gd name="T15" fmla="*/ 44 h 88"/>
              <a:gd name="T16" fmla="*/ 1 w 176"/>
              <a:gd name="T17" fmla="*/ 47 h 88"/>
              <a:gd name="T18" fmla="*/ 41 w 176"/>
              <a:gd name="T19" fmla="*/ 87 h 88"/>
              <a:gd name="T20" fmla="*/ 44 w 176"/>
              <a:gd name="T21" fmla="*/ 88 h 88"/>
              <a:gd name="T22" fmla="*/ 48 w 176"/>
              <a:gd name="T23" fmla="*/ 84 h 88"/>
              <a:gd name="T24" fmla="*/ 47 w 176"/>
              <a:gd name="T25" fmla="*/ 81 h 88"/>
              <a:gd name="T26" fmla="*/ 14 w 176"/>
              <a:gd name="T27" fmla="*/ 48 h 88"/>
              <a:gd name="T28" fmla="*/ 172 w 176"/>
              <a:gd name="T29" fmla="*/ 48 h 88"/>
              <a:gd name="T30" fmla="*/ 176 w 176"/>
              <a:gd name="T31" fmla="*/ 44 h 88"/>
              <a:gd name="T32" fmla="*/ 172 w 176"/>
              <a:gd name="T33" fmla="*/ 4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88">
                <a:moveTo>
                  <a:pt x="172" y="40"/>
                </a:moveTo>
                <a:cubicBezTo>
                  <a:pt x="14" y="40"/>
                  <a:pt x="14" y="40"/>
                  <a:pt x="14" y="40"/>
                </a:cubicBezTo>
                <a:cubicBezTo>
                  <a:pt x="47" y="7"/>
                  <a:pt x="47" y="7"/>
                  <a:pt x="47" y="7"/>
                </a:cubicBezTo>
                <a:cubicBezTo>
                  <a:pt x="48" y="6"/>
                  <a:pt x="48" y="5"/>
                  <a:pt x="48" y="4"/>
                </a:cubicBezTo>
                <a:cubicBezTo>
                  <a:pt x="48" y="2"/>
                  <a:pt x="46" y="0"/>
                  <a:pt x="44" y="0"/>
                </a:cubicBezTo>
                <a:cubicBezTo>
                  <a:pt x="43" y="0"/>
                  <a:pt x="42" y="0"/>
                  <a:pt x="41" y="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0" y="43"/>
                  <a:pt x="0" y="44"/>
                </a:cubicBezTo>
                <a:cubicBezTo>
                  <a:pt x="0" y="45"/>
                  <a:pt x="0" y="46"/>
                  <a:pt x="1" y="47"/>
                </a:cubicBezTo>
                <a:cubicBezTo>
                  <a:pt x="41" y="87"/>
                  <a:pt x="41" y="87"/>
                  <a:pt x="41" y="87"/>
                </a:cubicBezTo>
                <a:cubicBezTo>
                  <a:pt x="42" y="88"/>
                  <a:pt x="43" y="88"/>
                  <a:pt x="44" y="88"/>
                </a:cubicBezTo>
                <a:cubicBezTo>
                  <a:pt x="46" y="88"/>
                  <a:pt x="48" y="86"/>
                  <a:pt x="48" y="84"/>
                </a:cubicBezTo>
                <a:cubicBezTo>
                  <a:pt x="48" y="83"/>
                  <a:pt x="48" y="82"/>
                  <a:pt x="47" y="81"/>
                </a:cubicBezTo>
                <a:cubicBezTo>
                  <a:pt x="14" y="48"/>
                  <a:pt x="14" y="48"/>
                  <a:pt x="14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4" y="48"/>
                  <a:pt x="176" y="46"/>
                  <a:pt x="176" y="44"/>
                </a:cubicBezTo>
                <a:cubicBezTo>
                  <a:pt x="176" y="42"/>
                  <a:pt x="174" y="40"/>
                  <a:pt x="172" y="4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68"/>
          <p:cNvSpPr>
            <a:spLocks/>
          </p:cNvSpPr>
          <p:nvPr/>
        </p:nvSpPr>
        <p:spPr bwMode="auto">
          <a:xfrm>
            <a:off x="4723722" y="1173039"/>
            <a:ext cx="335898" cy="167137"/>
          </a:xfrm>
          <a:custGeom>
            <a:avLst/>
            <a:gdLst>
              <a:gd name="T0" fmla="*/ 175 w 176"/>
              <a:gd name="T1" fmla="*/ 41 h 88"/>
              <a:gd name="T2" fmla="*/ 135 w 176"/>
              <a:gd name="T3" fmla="*/ 1 h 88"/>
              <a:gd name="T4" fmla="*/ 132 w 176"/>
              <a:gd name="T5" fmla="*/ 0 h 88"/>
              <a:gd name="T6" fmla="*/ 128 w 176"/>
              <a:gd name="T7" fmla="*/ 4 h 88"/>
              <a:gd name="T8" fmla="*/ 129 w 176"/>
              <a:gd name="T9" fmla="*/ 7 h 88"/>
              <a:gd name="T10" fmla="*/ 162 w 176"/>
              <a:gd name="T11" fmla="*/ 40 h 88"/>
              <a:gd name="T12" fmla="*/ 4 w 176"/>
              <a:gd name="T13" fmla="*/ 40 h 88"/>
              <a:gd name="T14" fmla="*/ 0 w 176"/>
              <a:gd name="T15" fmla="*/ 44 h 88"/>
              <a:gd name="T16" fmla="*/ 4 w 176"/>
              <a:gd name="T17" fmla="*/ 48 h 88"/>
              <a:gd name="T18" fmla="*/ 162 w 176"/>
              <a:gd name="T19" fmla="*/ 48 h 88"/>
              <a:gd name="T20" fmla="*/ 129 w 176"/>
              <a:gd name="T21" fmla="*/ 81 h 88"/>
              <a:gd name="T22" fmla="*/ 128 w 176"/>
              <a:gd name="T23" fmla="*/ 84 h 88"/>
              <a:gd name="T24" fmla="*/ 132 w 176"/>
              <a:gd name="T25" fmla="*/ 88 h 88"/>
              <a:gd name="T26" fmla="*/ 135 w 176"/>
              <a:gd name="T27" fmla="*/ 87 h 88"/>
              <a:gd name="T28" fmla="*/ 175 w 176"/>
              <a:gd name="T29" fmla="*/ 47 h 88"/>
              <a:gd name="T30" fmla="*/ 176 w 176"/>
              <a:gd name="T31" fmla="*/ 44 h 88"/>
              <a:gd name="T32" fmla="*/ 175 w 176"/>
              <a:gd name="T33" fmla="*/ 4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88">
                <a:moveTo>
                  <a:pt x="175" y="41"/>
                </a:moveTo>
                <a:cubicBezTo>
                  <a:pt x="135" y="1"/>
                  <a:pt x="135" y="1"/>
                  <a:pt x="135" y="1"/>
                </a:cubicBezTo>
                <a:cubicBezTo>
                  <a:pt x="134" y="0"/>
                  <a:pt x="133" y="0"/>
                  <a:pt x="132" y="0"/>
                </a:cubicBezTo>
                <a:cubicBezTo>
                  <a:pt x="130" y="0"/>
                  <a:pt x="128" y="2"/>
                  <a:pt x="128" y="4"/>
                </a:cubicBezTo>
                <a:cubicBezTo>
                  <a:pt x="128" y="5"/>
                  <a:pt x="128" y="6"/>
                  <a:pt x="129" y="7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4" y="40"/>
                  <a:pt x="4" y="40"/>
                  <a:pt x="4" y="40"/>
                </a:cubicBezTo>
                <a:cubicBezTo>
                  <a:pt x="2" y="40"/>
                  <a:pt x="0" y="42"/>
                  <a:pt x="0" y="44"/>
                </a:cubicBezTo>
                <a:cubicBezTo>
                  <a:pt x="0" y="46"/>
                  <a:pt x="2" y="48"/>
                  <a:pt x="4" y="48"/>
                </a:cubicBezTo>
                <a:cubicBezTo>
                  <a:pt x="162" y="48"/>
                  <a:pt x="162" y="48"/>
                  <a:pt x="162" y="48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28" y="82"/>
                  <a:pt x="128" y="83"/>
                  <a:pt x="128" y="84"/>
                </a:cubicBezTo>
                <a:cubicBezTo>
                  <a:pt x="128" y="86"/>
                  <a:pt x="130" y="88"/>
                  <a:pt x="132" y="88"/>
                </a:cubicBezTo>
                <a:cubicBezTo>
                  <a:pt x="133" y="88"/>
                  <a:pt x="134" y="88"/>
                  <a:pt x="135" y="87"/>
                </a:cubicBezTo>
                <a:cubicBezTo>
                  <a:pt x="175" y="47"/>
                  <a:pt x="175" y="47"/>
                  <a:pt x="175" y="47"/>
                </a:cubicBezTo>
                <a:cubicBezTo>
                  <a:pt x="176" y="46"/>
                  <a:pt x="176" y="45"/>
                  <a:pt x="176" y="44"/>
                </a:cubicBezTo>
                <a:cubicBezTo>
                  <a:pt x="176" y="43"/>
                  <a:pt x="176" y="42"/>
                  <a:pt x="175" y="4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69"/>
          <p:cNvSpPr>
            <a:spLocks/>
          </p:cNvSpPr>
          <p:nvPr/>
        </p:nvSpPr>
        <p:spPr bwMode="auto">
          <a:xfrm>
            <a:off x="5379290" y="1181153"/>
            <a:ext cx="303444" cy="150911"/>
          </a:xfrm>
          <a:custGeom>
            <a:avLst/>
            <a:gdLst>
              <a:gd name="T0" fmla="*/ 156 w 160"/>
              <a:gd name="T1" fmla="*/ 0 h 80"/>
              <a:gd name="T2" fmla="*/ 153 w 160"/>
              <a:gd name="T3" fmla="*/ 1 h 80"/>
              <a:gd name="T4" fmla="*/ 80 w 160"/>
              <a:gd name="T5" fmla="*/ 70 h 80"/>
              <a:gd name="T6" fmla="*/ 7 w 160"/>
              <a:gd name="T7" fmla="*/ 1 h 80"/>
              <a:gd name="T8" fmla="*/ 4 w 160"/>
              <a:gd name="T9" fmla="*/ 0 h 80"/>
              <a:gd name="T10" fmla="*/ 0 w 160"/>
              <a:gd name="T11" fmla="*/ 4 h 80"/>
              <a:gd name="T12" fmla="*/ 1 w 160"/>
              <a:gd name="T13" fmla="*/ 7 h 80"/>
              <a:gd name="T14" fmla="*/ 77 w 160"/>
              <a:gd name="T15" fmla="*/ 79 h 80"/>
              <a:gd name="T16" fmla="*/ 80 w 160"/>
              <a:gd name="T17" fmla="*/ 80 h 80"/>
              <a:gd name="T18" fmla="*/ 83 w 160"/>
              <a:gd name="T19" fmla="*/ 79 h 80"/>
              <a:gd name="T20" fmla="*/ 159 w 160"/>
              <a:gd name="T21" fmla="*/ 7 h 80"/>
              <a:gd name="T22" fmla="*/ 160 w 160"/>
              <a:gd name="T23" fmla="*/ 4 h 80"/>
              <a:gd name="T24" fmla="*/ 156 w 160"/>
              <a:gd name="T2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80">
                <a:moveTo>
                  <a:pt x="156" y="0"/>
                </a:moveTo>
                <a:cubicBezTo>
                  <a:pt x="155" y="0"/>
                  <a:pt x="154" y="0"/>
                  <a:pt x="153" y="1"/>
                </a:cubicBezTo>
                <a:cubicBezTo>
                  <a:pt x="80" y="70"/>
                  <a:pt x="80" y="70"/>
                  <a:pt x="80" y="70"/>
                </a:cubicBez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cubicBezTo>
                  <a:pt x="77" y="79"/>
                  <a:pt x="77" y="79"/>
                  <a:pt x="77" y="79"/>
                </a:cubicBezTo>
                <a:cubicBezTo>
                  <a:pt x="78" y="80"/>
                  <a:pt x="79" y="80"/>
                  <a:pt x="80" y="80"/>
                </a:cubicBezTo>
                <a:cubicBezTo>
                  <a:pt x="81" y="80"/>
                  <a:pt x="82" y="80"/>
                  <a:pt x="83" y="79"/>
                </a:cubicBezTo>
                <a:cubicBezTo>
                  <a:pt x="159" y="7"/>
                  <a:pt x="159" y="7"/>
                  <a:pt x="159" y="7"/>
                </a:cubicBezTo>
                <a:cubicBezTo>
                  <a:pt x="160" y="6"/>
                  <a:pt x="160" y="5"/>
                  <a:pt x="160" y="4"/>
                </a:cubicBezTo>
                <a:cubicBezTo>
                  <a:pt x="160" y="2"/>
                  <a:pt x="158" y="0"/>
                  <a:pt x="156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70"/>
          <p:cNvSpPr>
            <a:spLocks/>
          </p:cNvSpPr>
          <p:nvPr/>
        </p:nvSpPr>
        <p:spPr bwMode="auto">
          <a:xfrm>
            <a:off x="6017009" y="1181153"/>
            <a:ext cx="305066" cy="150911"/>
          </a:xfrm>
          <a:custGeom>
            <a:avLst/>
            <a:gdLst>
              <a:gd name="T0" fmla="*/ 159 w 160"/>
              <a:gd name="T1" fmla="*/ 73 h 80"/>
              <a:gd name="T2" fmla="*/ 83 w 160"/>
              <a:gd name="T3" fmla="*/ 1 h 80"/>
              <a:gd name="T4" fmla="*/ 80 w 160"/>
              <a:gd name="T5" fmla="*/ 0 h 80"/>
              <a:gd name="T6" fmla="*/ 77 w 160"/>
              <a:gd name="T7" fmla="*/ 1 h 80"/>
              <a:gd name="T8" fmla="*/ 1 w 160"/>
              <a:gd name="T9" fmla="*/ 73 h 80"/>
              <a:gd name="T10" fmla="*/ 0 w 160"/>
              <a:gd name="T11" fmla="*/ 76 h 80"/>
              <a:gd name="T12" fmla="*/ 4 w 160"/>
              <a:gd name="T13" fmla="*/ 80 h 80"/>
              <a:gd name="T14" fmla="*/ 7 w 160"/>
              <a:gd name="T15" fmla="*/ 79 h 80"/>
              <a:gd name="T16" fmla="*/ 80 w 160"/>
              <a:gd name="T17" fmla="*/ 10 h 80"/>
              <a:gd name="T18" fmla="*/ 153 w 160"/>
              <a:gd name="T19" fmla="*/ 79 h 80"/>
              <a:gd name="T20" fmla="*/ 156 w 160"/>
              <a:gd name="T21" fmla="*/ 80 h 80"/>
              <a:gd name="T22" fmla="*/ 160 w 160"/>
              <a:gd name="T23" fmla="*/ 76 h 80"/>
              <a:gd name="T24" fmla="*/ 159 w 160"/>
              <a:gd name="T25" fmla="*/ 73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80">
                <a:moveTo>
                  <a:pt x="159" y="73"/>
                </a:moveTo>
                <a:cubicBezTo>
                  <a:pt x="83" y="1"/>
                  <a:pt x="83" y="1"/>
                  <a:pt x="83" y="1"/>
                </a:cubicBezTo>
                <a:cubicBezTo>
                  <a:pt x="82" y="0"/>
                  <a:pt x="81" y="0"/>
                  <a:pt x="80" y="0"/>
                </a:cubicBezTo>
                <a:cubicBezTo>
                  <a:pt x="79" y="0"/>
                  <a:pt x="78" y="0"/>
                  <a:pt x="77" y="1"/>
                </a:cubicBezTo>
                <a:cubicBezTo>
                  <a:pt x="1" y="73"/>
                  <a:pt x="1" y="73"/>
                  <a:pt x="1" y="73"/>
                </a:cubicBezTo>
                <a:cubicBezTo>
                  <a:pt x="0" y="74"/>
                  <a:pt x="0" y="75"/>
                  <a:pt x="0" y="76"/>
                </a:cubicBezTo>
                <a:cubicBezTo>
                  <a:pt x="0" y="78"/>
                  <a:pt x="2" y="80"/>
                  <a:pt x="4" y="80"/>
                </a:cubicBezTo>
                <a:cubicBezTo>
                  <a:pt x="5" y="80"/>
                  <a:pt x="6" y="80"/>
                  <a:pt x="7" y="79"/>
                </a:cubicBezTo>
                <a:cubicBezTo>
                  <a:pt x="80" y="10"/>
                  <a:pt x="80" y="10"/>
                  <a:pt x="80" y="10"/>
                </a:cubicBezTo>
                <a:cubicBezTo>
                  <a:pt x="153" y="79"/>
                  <a:pt x="153" y="79"/>
                  <a:pt x="153" y="79"/>
                </a:cubicBezTo>
                <a:cubicBezTo>
                  <a:pt x="154" y="80"/>
                  <a:pt x="155" y="80"/>
                  <a:pt x="156" y="80"/>
                </a:cubicBezTo>
                <a:cubicBezTo>
                  <a:pt x="158" y="80"/>
                  <a:pt x="160" y="78"/>
                  <a:pt x="160" y="76"/>
                </a:cubicBezTo>
                <a:cubicBezTo>
                  <a:pt x="160" y="75"/>
                  <a:pt x="160" y="74"/>
                  <a:pt x="159" y="73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71"/>
          <p:cNvSpPr>
            <a:spLocks/>
          </p:cNvSpPr>
          <p:nvPr/>
        </p:nvSpPr>
        <p:spPr bwMode="auto">
          <a:xfrm>
            <a:off x="6732617" y="1104886"/>
            <a:ext cx="152533" cy="303444"/>
          </a:xfrm>
          <a:custGeom>
            <a:avLst/>
            <a:gdLst>
              <a:gd name="T0" fmla="*/ 10 w 80"/>
              <a:gd name="T1" fmla="*/ 80 h 160"/>
              <a:gd name="T2" fmla="*/ 79 w 80"/>
              <a:gd name="T3" fmla="*/ 7 h 160"/>
              <a:gd name="T4" fmla="*/ 80 w 80"/>
              <a:gd name="T5" fmla="*/ 4 h 160"/>
              <a:gd name="T6" fmla="*/ 76 w 80"/>
              <a:gd name="T7" fmla="*/ 0 h 160"/>
              <a:gd name="T8" fmla="*/ 73 w 80"/>
              <a:gd name="T9" fmla="*/ 1 h 160"/>
              <a:gd name="T10" fmla="*/ 1 w 80"/>
              <a:gd name="T11" fmla="*/ 77 h 160"/>
              <a:gd name="T12" fmla="*/ 0 w 80"/>
              <a:gd name="T13" fmla="*/ 80 h 160"/>
              <a:gd name="T14" fmla="*/ 1 w 80"/>
              <a:gd name="T15" fmla="*/ 83 h 160"/>
              <a:gd name="T16" fmla="*/ 73 w 80"/>
              <a:gd name="T17" fmla="*/ 159 h 160"/>
              <a:gd name="T18" fmla="*/ 76 w 80"/>
              <a:gd name="T19" fmla="*/ 160 h 160"/>
              <a:gd name="T20" fmla="*/ 80 w 80"/>
              <a:gd name="T21" fmla="*/ 156 h 160"/>
              <a:gd name="T22" fmla="*/ 79 w 80"/>
              <a:gd name="T23" fmla="*/ 153 h 160"/>
              <a:gd name="T24" fmla="*/ 10 w 80"/>
              <a:gd name="T2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0" h="160">
                <a:moveTo>
                  <a:pt x="10" y="80"/>
                </a:moveTo>
                <a:cubicBezTo>
                  <a:pt x="79" y="7"/>
                  <a:pt x="79" y="7"/>
                  <a:pt x="79" y="7"/>
                </a:cubicBezTo>
                <a:cubicBezTo>
                  <a:pt x="80" y="6"/>
                  <a:pt x="80" y="5"/>
                  <a:pt x="80" y="4"/>
                </a:cubicBezTo>
                <a:cubicBezTo>
                  <a:pt x="80" y="2"/>
                  <a:pt x="78" y="0"/>
                  <a:pt x="76" y="0"/>
                </a:cubicBezTo>
                <a:cubicBezTo>
                  <a:pt x="75" y="0"/>
                  <a:pt x="74" y="0"/>
                  <a:pt x="73" y="1"/>
                </a:cubicBezTo>
                <a:cubicBezTo>
                  <a:pt x="1" y="77"/>
                  <a:pt x="1" y="77"/>
                  <a:pt x="1" y="77"/>
                </a:cubicBezTo>
                <a:cubicBezTo>
                  <a:pt x="0" y="78"/>
                  <a:pt x="0" y="79"/>
                  <a:pt x="0" y="80"/>
                </a:cubicBezTo>
                <a:cubicBezTo>
                  <a:pt x="0" y="81"/>
                  <a:pt x="0" y="82"/>
                  <a:pt x="1" y="83"/>
                </a:cubicBezTo>
                <a:cubicBezTo>
                  <a:pt x="73" y="159"/>
                  <a:pt x="73" y="159"/>
                  <a:pt x="73" y="159"/>
                </a:cubicBezTo>
                <a:cubicBezTo>
                  <a:pt x="74" y="160"/>
                  <a:pt x="75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55"/>
                  <a:pt x="80" y="154"/>
                  <a:pt x="79" y="153"/>
                </a:cubicBezTo>
                <a:lnTo>
                  <a:pt x="10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72"/>
          <p:cNvSpPr>
            <a:spLocks/>
          </p:cNvSpPr>
          <p:nvPr/>
        </p:nvSpPr>
        <p:spPr bwMode="auto">
          <a:xfrm>
            <a:off x="7371958" y="1104886"/>
            <a:ext cx="152533" cy="303444"/>
          </a:xfrm>
          <a:custGeom>
            <a:avLst/>
            <a:gdLst>
              <a:gd name="T0" fmla="*/ 79 w 80"/>
              <a:gd name="T1" fmla="*/ 77 h 160"/>
              <a:gd name="T2" fmla="*/ 7 w 80"/>
              <a:gd name="T3" fmla="*/ 1 h 160"/>
              <a:gd name="T4" fmla="*/ 4 w 80"/>
              <a:gd name="T5" fmla="*/ 0 h 160"/>
              <a:gd name="T6" fmla="*/ 0 w 80"/>
              <a:gd name="T7" fmla="*/ 4 h 160"/>
              <a:gd name="T8" fmla="*/ 1 w 80"/>
              <a:gd name="T9" fmla="*/ 7 h 160"/>
              <a:gd name="T10" fmla="*/ 70 w 80"/>
              <a:gd name="T11" fmla="*/ 80 h 160"/>
              <a:gd name="T12" fmla="*/ 1 w 80"/>
              <a:gd name="T13" fmla="*/ 153 h 160"/>
              <a:gd name="T14" fmla="*/ 0 w 80"/>
              <a:gd name="T15" fmla="*/ 156 h 160"/>
              <a:gd name="T16" fmla="*/ 4 w 80"/>
              <a:gd name="T17" fmla="*/ 160 h 160"/>
              <a:gd name="T18" fmla="*/ 7 w 80"/>
              <a:gd name="T19" fmla="*/ 159 h 160"/>
              <a:gd name="T20" fmla="*/ 79 w 80"/>
              <a:gd name="T21" fmla="*/ 83 h 160"/>
              <a:gd name="T22" fmla="*/ 80 w 80"/>
              <a:gd name="T23" fmla="*/ 80 h 160"/>
              <a:gd name="T24" fmla="*/ 79 w 80"/>
              <a:gd name="T25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0" h="160">
                <a:moveTo>
                  <a:pt x="79" y="77"/>
                </a:move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cubicBezTo>
                  <a:pt x="70" y="80"/>
                  <a:pt x="70" y="80"/>
                  <a:pt x="70" y="80"/>
                </a:cubicBezTo>
                <a:cubicBezTo>
                  <a:pt x="1" y="153"/>
                  <a:pt x="1" y="153"/>
                  <a:pt x="1" y="153"/>
                </a:cubicBezTo>
                <a:cubicBezTo>
                  <a:pt x="0" y="154"/>
                  <a:pt x="0" y="155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5" y="160"/>
                  <a:pt x="6" y="160"/>
                  <a:pt x="7" y="159"/>
                </a:cubicBezTo>
                <a:cubicBezTo>
                  <a:pt x="79" y="83"/>
                  <a:pt x="79" y="83"/>
                  <a:pt x="79" y="83"/>
                </a:cubicBezTo>
                <a:cubicBezTo>
                  <a:pt x="80" y="82"/>
                  <a:pt x="80" y="81"/>
                  <a:pt x="80" y="80"/>
                </a:cubicBezTo>
                <a:cubicBezTo>
                  <a:pt x="80" y="79"/>
                  <a:pt x="80" y="78"/>
                  <a:pt x="79" y="7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73"/>
          <p:cNvSpPr>
            <a:spLocks noEditPoints="1"/>
          </p:cNvSpPr>
          <p:nvPr/>
        </p:nvSpPr>
        <p:spPr bwMode="auto">
          <a:xfrm>
            <a:off x="1528638" y="1728001"/>
            <a:ext cx="335898" cy="334275"/>
          </a:xfrm>
          <a:custGeom>
            <a:avLst/>
            <a:gdLst>
              <a:gd name="T0" fmla="*/ 132 w 176"/>
              <a:gd name="T1" fmla="*/ 72 h 176"/>
              <a:gd name="T2" fmla="*/ 129 w 176"/>
              <a:gd name="T3" fmla="*/ 73 h 176"/>
              <a:gd name="T4" fmla="*/ 88 w 176"/>
              <a:gd name="T5" fmla="*/ 111 h 176"/>
              <a:gd name="T6" fmla="*/ 47 w 176"/>
              <a:gd name="T7" fmla="*/ 73 h 176"/>
              <a:gd name="T8" fmla="*/ 44 w 176"/>
              <a:gd name="T9" fmla="*/ 72 h 176"/>
              <a:gd name="T10" fmla="*/ 40 w 176"/>
              <a:gd name="T11" fmla="*/ 76 h 176"/>
              <a:gd name="T12" fmla="*/ 41 w 176"/>
              <a:gd name="T13" fmla="*/ 79 h 176"/>
              <a:gd name="T14" fmla="*/ 85 w 176"/>
              <a:gd name="T15" fmla="*/ 119 h 176"/>
              <a:gd name="T16" fmla="*/ 88 w 176"/>
              <a:gd name="T17" fmla="*/ 120 h 176"/>
              <a:gd name="T18" fmla="*/ 91 w 176"/>
              <a:gd name="T19" fmla="*/ 119 h 176"/>
              <a:gd name="T20" fmla="*/ 135 w 176"/>
              <a:gd name="T21" fmla="*/ 79 h 176"/>
              <a:gd name="T22" fmla="*/ 136 w 176"/>
              <a:gd name="T23" fmla="*/ 76 h 176"/>
              <a:gd name="T24" fmla="*/ 132 w 176"/>
              <a:gd name="T25" fmla="*/ 72 h 176"/>
              <a:gd name="T26" fmla="*/ 88 w 176"/>
              <a:gd name="T27" fmla="*/ 0 h 176"/>
              <a:gd name="T28" fmla="*/ 0 w 176"/>
              <a:gd name="T29" fmla="*/ 88 h 176"/>
              <a:gd name="T30" fmla="*/ 88 w 176"/>
              <a:gd name="T31" fmla="*/ 176 h 176"/>
              <a:gd name="T32" fmla="*/ 176 w 176"/>
              <a:gd name="T33" fmla="*/ 88 h 176"/>
              <a:gd name="T34" fmla="*/ 88 w 176"/>
              <a:gd name="T35" fmla="*/ 0 h 176"/>
              <a:gd name="T36" fmla="*/ 88 w 176"/>
              <a:gd name="T37" fmla="*/ 168 h 176"/>
              <a:gd name="T38" fmla="*/ 8 w 176"/>
              <a:gd name="T39" fmla="*/ 88 h 176"/>
              <a:gd name="T40" fmla="*/ 88 w 176"/>
              <a:gd name="T41" fmla="*/ 8 h 176"/>
              <a:gd name="T42" fmla="*/ 168 w 176"/>
              <a:gd name="T43" fmla="*/ 88 h 176"/>
              <a:gd name="T44" fmla="*/ 88 w 176"/>
              <a:gd name="T4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132" y="72"/>
                </a:moveTo>
                <a:cubicBezTo>
                  <a:pt x="131" y="72"/>
                  <a:pt x="130" y="72"/>
                  <a:pt x="129" y="73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47" y="73"/>
                  <a:pt x="47" y="73"/>
                  <a:pt x="47" y="73"/>
                </a:cubicBezTo>
                <a:cubicBezTo>
                  <a:pt x="46" y="72"/>
                  <a:pt x="45" y="72"/>
                  <a:pt x="44" y="72"/>
                </a:cubicBezTo>
                <a:cubicBezTo>
                  <a:pt x="42" y="72"/>
                  <a:pt x="40" y="74"/>
                  <a:pt x="40" y="76"/>
                </a:cubicBezTo>
                <a:cubicBezTo>
                  <a:pt x="40" y="77"/>
                  <a:pt x="40" y="78"/>
                  <a:pt x="41" y="79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6" y="120"/>
                  <a:pt x="87" y="120"/>
                  <a:pt x="88" y="120"/>
                </a:cubicBezTo>
                <a:cubicBezTo>
                  <a:pt x="89" y="120"/>
                  <a:pt x="90" y="120"/>
                  <a:pt x="91" y="119"/>
                </a:cubicBezTo>
                <a:cubicBezTo>
                  <a:pt x="135" y="79"/>
                  <a:pt x="135" y="79"/>
                  <a:pt x="135" y="79"/>
                </a:cubicBezTo>
                <a:cubicBezTo>
                  <a:pt x="136" y="78"/>
                  <a:pt x="136" y="77"/>
                  <a:pt x="136" y="76"/>
                </a:cubicBezTo>
                <a:cubicBezTo>
                  <a:pt x="136" y="74"/>
                  <a:pt x="134" y="72"/>
                  <a:pt x="132" y="7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74"/>
          <p:cNvSpPr>
            <a:spLocks noEditPoints="1"/>
          </p:cNvSpPr>
          <p:nvPr/>
        </p:nvSpPr>
        <p:spPr bwMode="auto">
          <a:xfrm>
            <a:off x="2167979" y="1728001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91 w 176"/>
              <a:gd name="T21" fmla="*/ 57 h 176"/>
              <a:gd name="T22" fmla="*/ 88 w 176"/>
              <a:gd name="T23" fmla="*/ 56 h 176"/>
              <a:gd name="T24" fmla="*/ 85 w 176"/>
              <a:gd name="T25" fmla="*/ 57 h 176"/>
              <a:gd name="T26" fmla="*/ 41 w 176"/>
              <a:gd name="T27" fmla="*/ 97 h 176"/>
              <a:gd name="T28" fmla="*/ 40 w 176"/>
              <a:gd name="T29" fmla="*/ 100 h 176"/>
              <a:gd name="T30" fmla="*/ 44 w 176"/>
              <a:gd name="T31" fmla="*/ 104 h 176"/>
              <a:gd name="T32" fmla="*/ 47 w 176"/>
              <a:gd name="T33" fmla="*/ 103 h 176"/>
              <a:gd name="T34" fmla="*/ 88 w 176"/>
              <a:gd name="T35" fmla="*/ 65 h 176"/>
              <a:gd name="T36" fmla="*/ 129 w 176"/>
              <a:gd name="T37" fmla="*/ 103 h 176"/>
              <a:gd name="T38" fmla="*/ 132 w 176"/>
              <a:gd name="T39" fmla="*/ 104 h 176"/>
              <a:gd name="T40" fmla="*/ 136 w 176"/>
              <a:gd name="T41" fmla="*/ 100 h 176"/>
              <a:gd name="T42" fmla="*/ 135 w 176"/>
              <a:gd name="T43" fmla="*/ 97 h 176"/>
              <a:gd name="T44" fmla="*/ 91 w 176"/>
              <a:gd name="T45" fmla="*/ 5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91" y="57"/>
                </a:moveTo>
                <a:cubicBezTo>
                  <a:pt x="90" y="56"/>
                  <a:pt x="89" y="56"/>
                  <a:pt x="88" y="56"/>
                </a:cubicBezTo>
                <a:cubicBezTo>
                  <a:pt x="87" y="56"/>
                  <a:pt x="86" y="56"/>
                  <a:pt x="85" y="57"/>
                </a:cubicBezTo>
                <a:cubicBezTo>
                  <a:pt x="41" y="97"/>
                  <a:pt x="41" y="97"/>
                  <a:pt x="41" y="97"/>
                </a:cubicBezTo>
                <a:cubicBezTo>
                  <a:pt x="40" y="98"/>
                  <a:pt x="40" y="99"/>
                  <a:pt x="40" y="100"/>
                </a:cubicBezTo>
                <a:cubicBezTo>
                  <a:pt x="40" y="102"/>
                  <a:pt x="42" y="104"/>
                  <a:pt x="44" y="104"/>
                </a:cubicBezTo>
                <a:cubicBezTo>
                  <a:pt x="45" y="104"/>
                  <a:pt x="46" y="104"/>
                  <a:pt x="47" y="103"/>
                </a:cubicBezTo>
                <a:cubicBezTo>
                  <a:pt x="88" y="65"/>
                  <a:pt x="88" y="65"/>
                  <a:pt x="88" y="65"/>
                </a:cubicBezTo>
                <a:cubicBezTo>
                  <a:pt x="129" y="103"/>
                  <a:pt x="129" y="103"/>
                  <a:pt x="129" y="103"/>
                </a:cubicBezTo>
                <a:cubicBezTo>
                  <a:pt x="130" y="104"/>
                  <a:pt x="131" y="104"/>
                  <a:pt x="132" y="104"/>
                </a:cubicBezTo>
                <a:cubicBezTo>
                  <a:pt x="134" y="104"/>
                  <a:pt x="136" y="102"/>
                  <a:pt x="136" y="100"/>
                </a:cubicBezTo>
                <a:cubicBezTo>
                  <a:pt x="136" y="99"/>
                  <a:pt x="136" y="98"/>
                  <a:pt x="135" y="97"/>
                </a:cubicBezTo>
                <a:lnTo>
                  <a:pt x="91" y="5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5"/>
          <p:cNvSpPr>
            <a:spLocks noEditPoints="1"/>
          </p:cNvSpPr>
          <p:nvPr/>
        </p:nvSpPr>
        <p:spPr bwMode="auto">
          <a:xfrm>
            <a:off x="2807321" y="1728001"/>
            <a:ext cx="334275" cy="334275"/>
          </a:xfrm>
          <a:custGeom>
            <a:avLst/>
            <a:gdLst>
              <a:gd name="T0" fmla="*/ 104 w 176"/>
              <a:gd name="T1" fmla="*/ 44 h 176"/>
              <a:gd name="T2" fmla="*/ 100 w 176"/>
              <a:gd name="T3" fmla="*/ 40 h 176"/>
              <a:gd name="T4" fmla="*/ 97 w 176"/>
              <a:gd name="T5" fmla="*/ 41 h 176"/>
              <a:gd name="T6" fmla="*/ 57 w 176"/>
              <a:gd name="T7" fmla="*/ 85 h 176"/>
              <a:gd name="T8" fmla="*/ 56 w 176"/>
              <a:gd name="T9" fmla="*/ 88 h 176"/>
              <a:gd name="T10" fmla="*/ 57 w 176"/>
              <a:gd name="T11" fmla="*/ 91 h 176"/>
              <a:gd name="T12" fmla="*/ 97 w 176"/>
              <a:gd name="T13" fmla="*/ 135 h 176"/>
              <a:gd name="T14" fmla="*/ 100 w 176"/>
              <a:gd name="T15" fmla="*/ 136 h 176"/>
              <a:gd name="T16" fmla="*/ 104 w 176"/>
              <a:gd name="T17" fmla="*/ 132 h 176"/>
              <a:gd name="T18" fmla="*/ 103 w 176"/>
              <a:gd name="T19" fmla="*/ 129 h 176"/>
              <a:gd name="T20" fmla="*/ 65 w 176"/>
              <a:gd name="T21" fmla="*/ 88 h 176"/>
              <a:gd name="T22" fmla="*/ 103 w 176"/>
              <a:gd name="T23" fmla="*/ 47 h 176"/>
              <a:gd name="T24" fmla="*/ 104 w 176"/>
              <a:gd name="T25" fmla="*/ 44 h 176"/>
              <a:gd name="T26" fmla="*/ 88 w 176"/>
              <a:gd name="T27" fmla="*/ 0 h 176"/>
              <a:gd name="T28" fmla="*/ 0 w 176"/>
              <a:gd name="T29" fmla="*/ 88 h 176"/>
              <a:gd name="T30" fmla="*/ 88 w 176"/>
              <a:gd name="T31" fmla="*/ 176 h 176"/>
              <a:gd name="T32" fmla="*/ 176 w 176"/>
              <a:gd name="T33" fmla="*/ 88 h 176"/>
              <a:gd name="T34" fmla="*/ 88 w 176"/>
              <a:gd name="T35" fmla="*/ 0 h 176"/>
              <a:gd name="T36" fmla="*/ 88 w 176"/>
              <a:gd name="T37" fmla="*/ 168 h 176"/>
              <a:gd name="T38" fmla="*/ 8 w 176"/>
              <a:gd name="T39" fmla="*/ 88 h 176"/>
              <a:gd name="T40" fmla="*/ 88 w 176"/>
              <a:gd name="T41" fmla="*/ 8 h 176"/>
              <a:gd name="T42" fmla="*/ 168 w 176"/>
              <a:gd name="T43" fmla="*/ 88 h 176"/>
              <a:gd name="T44" fmla="*/ 88 w 176"/>
              <a:gd name="T4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104" y="44"/>
                </a:moveTo>
                <a:cubicBezTo>
                  <a:pt x="104" y="42"/>
                  <a:pt x="102" y="40"/>
                  <a:pt x="100" y="40"/>
                </a:cubicBezTo>
                <a:cubicBezTo>
                  <a:pt x="99" y="40"/>
                  <a:pt x="98" y="40"/>
                  <a:pt x="97" y="41"/>
                </a:cubicBezTo>
                <a:cubicBezTo>
                  <a:pt x="57" y="85"/>
                  <a:pt x="57" y="85"/>
                  <a:pt x="57" y="85"/>
                </a:cubicBezTo>
                <a:cubicBezTo>
                  <a:pt x="56" y="86"/>
                  <a:pt x="56" y="87"/>
                  <a:pt x="56" y="88"/>
                </a:cubicBezTo>
                <a:cubicBezTo>
                  <a:pt x="56" y="89"/>
                  <a:pt x="56" y="90"/>
                  <a:pt x="57" y="91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8" y="136"/>
                  <a:pt x="99" y="136"/>
                  <a:pt x="100" y="136"/>
                </a:cubicBezTo>
                <a:cubicBezTo>
                  <a:pt x="102" y="136"/>
                  <a:pt x="104" y="134"/>
                  <a:pt x="104" y="132"/>
                </a:cubicBezTo>
                <a:cubicBezTo>
                  <a:pt x="104" y="131"/>
                  <a:pt x="104" y="130"/>
                  <a:pt x="103" y="129"/>
                </a:cubicBezTo>
                <a:cubicBezTo>
                  <a:pt x="65" y="88"/>
                  <a:pt x="65" y="88"/>
                  <a:pt x="65" y="88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4" y="46"/>
                  <a:pt x="104" y="45"/>
                  <a:pt x="104" y="4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76"/>
          <p:cNvSpPr>
            <a:spLocks noEditPoints="1"/>
          </p:cNvSpPr>
          <p:nvPr/>
        </p:nvSpPr>
        <p:spPr bwMode="auto">
          <a:xfrm>
            <a:off x="3446662" y="1728001"/>
            <a:ext cx="334275" cy="334275"/>
          </a:xfrm>
          <a:custGeom>
            <a:avLst/>
            <a:gdLst>
              <a:gd name="T0" fmla="*/ 79 w 176"/>
              <a:gd name="T1" fmla="*/ 41 h 176"/>
              <a:gd name="T2" fmla="*/ 76 w 176"/>
              <a:gd name="T3" fmla="*/ 40 h 176"/>
              <a:gd name="T4" fmla="*/ 72 w 176"/>
              <a:gd name="T5" fmla="*/ 44 h 176"/>
              <a:gd name="T6" fmla="*/ 73 w 176"/>
              <a:gd name="T7" fmla="*/ 47 h 176"/>
              <a:gd name="T8" fmla="*/ 111 w 176"/>
              <a:gd name="T9" fmla="*/ 88 h 176"/>
              <a:gd name="T10" fmla="*/ 73 w 176"/>
              <a:gd name="T11" fmla="*/ 129 h 176"/>
              <a:gd name="T12" fmla="*/ 72 w 176"/>
              <a:gd name="T13" fmla="*/ 132 h 176"/>
              <a:gd name="T14" fmla="*/ 76 w 176"/>
              <a:gd name="T15" fmla="*/ 136 h 176"/>
              <a:gd name="T16" fmla="*/ 79 w 176"/>
              <a:gd name="T17" fmla="*/ 135 h 176"/>
              <a:gd name="T18" fmla="*/ 119 w 176"/>
              <a:gd name="T19" fmla="*/ 91 h 176"/>
              <a:gd name="T20" fmla="*/ 120 w 176"/>
              <a:gd name="T21" fmla="*/ 88 h 176"/>
              <a:gd name="T22" fmla="*/ 119 w 176"/>
              <a:gd name="T23" fmla="*/ 85 h 176"/>
              <a:gd name="T24" fmla="*/ 79 w 176"/>
              <a:gd name="T25" fmla="*/ 41 h 176"/>
              <a:gd name="T26" fmla="*/ 88 w 176"/>
              <a:gd name="T27" fmla="*/ 0 h 176"/>
              <a:gd name="T28" fmla="*/ 0 w 176"/>
              <a:gd name="T29" fmla="*/ 88 h 176"/>
              <a:gd name="T30" fmla="*/ 88 w 176"/>
              <a:gd name="T31" fmla="*/ 176 h 176"/>
              <a:gd name="T32" fmla="*/ 176 w 176"/>
              <a:gd name="T33" fmla="*/ 88 h 176"/>
              <a:gd name="T34" fmla="*/ 88 w 176"/>
              <a:gd name="T35" fmla="*/ 0 h 176"/>
              <a:gd name="T36" fmla="*/ 88 w 176"/>
              <a:gd name="T37" fmla="*/ 168 h 176"/>
              <a:gd name="T38" fmla="*/ 8 w 176"/>
              <a:gd name="T39" fmla="*/ 88 h 176"/>
              <a:gd name="T40" fmla="*/ 88 w 176"/>
              <a:gd name="T41" fmla="*/ 8 h 176"/>
              <a:gd name="T42" fmla="*/ 168 w 176"/>
              <a:gd name="T43" fmla="*/ 88 h 176"/>
              <a:gd name="T44" fmla="*/ 88 w 176"/>
              <a:gd name="T4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79" y="41"/>
                </a:moveTo>
                <a:cubicBezTo>
                  <a:pt x="78" y="40"/>
                  <a:pt x="77" y="40"/>
                  <a:pt x="76" y="40"/>
                </a:cubicBezTo>
                <a:cubicBezTo>
                  <a:pt x="74" y="40"/>
                  <a:pt x="72" y="42"/>
                  <a:pt x="72" y="44"/>
                </a:cubicBezTo>
                <a:cubicBezTo>
                  <a:pt x="72" y="45"/>
                  <a:pt x="72" y="46"/>
                  <a:pt x="73" y="47"/>
                </a:cubicBezTo>
                <a:cubicBezTo>
                  <a:pt x="111" y="88"/>
                  <a:pt x="111" y="88"/>
                  <a:pt x="111" y="88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72" y="130"/>
                  <a:pt x="72" y="131"/>
                  <a:pt x="72" y="132"/>
                </a:cubicBezTo>
                <a:cubicBezTo>
                  <a:pt x="72" y="134"/>
                  <a:pt x="74" y="136"/>
                  <a:pt x="76" y="136"/>
                </a:cubicBezTo>
                <a:cubicBezTo>
                  <a:pt x="77" y="136"/>
                  <a:pt x="78" y="136"/>
                  <a:pt x="79" y="135"/>
                </a:cubicBezTo>
                <a:cubicBezTo>
                  <a:pt x="119" y="91"/>
                  <a:pt x="119" y="91"/>
                  <a:pt x="119" y="91"/>
                </a:cubicBezTo>
                <a:cubicBezTo>
                  <a:pt x="120" y="90"/>
                  <a:pt x="120" y="89"/>
                  <a:pt x="120" y="88"/>
                </a:cubicBezTo>
                <a:cubicBezTo>
                  <a:pt x="120" y="87"/>
                  <a:pt x="120" y="86"/>
                  <a:pt x="119" y="85"/>
                </a:cubicBezTo>
                <a:lnTo>
                  <a:pt x="79" y="41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77"/>
          <p:cNvSpPr>
            <a:spLocks noEditPoints="1"/>
          </p:cNvSpPr>
          <p:nvPr/>
        </p:nvSpPr>
        <p:spPr bwMode="auto">
          <a:xfrm>
            <a:off x="4086003" y="1728001"/>
            <a:ext cx="334275" cy="334275"/>
          </a:xfrm>
          <a:custGeom>
            <a:avLst/>
            <a:gdLst>
              <a:gd name="T0" fmla="*/ 56 w 176"/>
              <a:gd name="T1" fmla="*/ 80 h 176"/>
              <a:gd name="T2" fmla="*/ 52 w 176"/>
              <a:gd name="T3" fmla="*/ 84 h 176"/>
              <a:gd name="T4" fmla="*/ 53 w 176"/>
              <a:gd name="T5" fmla="*/ 87 h 176"/>
              <a:gd name="T6" fmla="*/ 85 w 176"/>
              <a:gd name="T7" fmla="*/ 119 h 176"/>
              <a:gd name="T8" fmla="*/ 88 w 176"/>
              <a:gd name="T9" fmla="*/ 120 h 176"/>
              <a:gd name="T10" fmla="*/ 91 w 176"/>
              <a:gd name="T11" fmla="*/ 119 h 176"/>
              <a:gd name="T12" fmla="*/ 123 w 176"/>
              <a:gd name="T13" fmla="*/ 87 h 176"/>
              <a:gd name="T14" fmla="*/ 124 w 176"/>
              <a:gd name="T15" fmla="*/ 84 h 176"/>
              <a:gd name="T16" fmla="*/ 120 w 176"/>
              <a:gd name="T17" fmla="*/ 80 h 176"/>
              <a:gd name="T18" fmla="*/ 117 w 176"/>
              <a:gd name="T19" fmla="*/ 81 h 176"/>
              <a:gd name="T20" fmla="*/ 92 w 176"/>
              <a:gd name="T21" fmla="*/ 106 h 176"/>
              <a:gd name="T22" fmla="*/ 92 w 176"/>
              <a:gd name="T23" fmla="*/ 4 h 176"/>
              <a:gd name="T24" fmla="*/ 88 w 176"/>
              <a:gd name="T25" fmla="*/ 0 h 176"/>
              <a:gd name="T26" fmla="*/ 84 w 176"/>
              <a:gd name="T27" fmla="*/ 4 h 176"/>
              <a:gd name="T28" fmla="*/ 84 w 176"/>
              <a:gd name="T29" fmla="*/ 106 h 176"/>
              <a:gd name="T30" fmla="*/ 59 w 176"/>
              <a:gd name="T31" fmla="*/ 81 h 176"/>
              <a:gd name="T32" fmla="*/ 56 w 176"/>
              <a:gd name="T33" fmla="*/ 80 h 176"/>
              <a:gd name="T34" fmla="*/ 106 w 176"/>
              <a:gd name="T35" fmla="*/ 2 h 176"/>
              <a:gd name="T36" fmla="*/ 104 w 176"/>
              <a:gd name="T37" fmla="*/ 1 h 176"/>
              <a:gd name="T38" fmla="*/ 100 w 176"/>
              <a:gd name="T39" fmla="*/ 5 h 176"/>
              <a:gd name="T40" fmla="*/ 104 w 176"/>
              <a:gd name="T41" fmla="*/ 9 h 176"/>
              <a:gd name="T42" fmla="*/ 104 w 176"/>
              <a:gd name="T43" fmla="*/ 10 h 176"/>
              <a:gd name="T44" fmla="*/ 168 w 176"/>
              <a:gd name="T45" fmla="*/ 88 h 176"/>
              <a:gd name="T46" fmla="*/ 88 w 176"/>
              <a:gd name="T47" fmla="*/ 168 h 176"/>
              <a:gd name="T48" fmla="*/ 8 w 176"/>
              <a:gd name="T49" fmla="*/ 88 h 176"/>
              <a:gd name="T50" fmla="*/ 72 w 176"/>
              <a:gd name="T51" fmla="*/ 10 h 176"/>
              <a:gd name="T52" fmla="*/ 72 w 176"/>
              <a:gd name="T53" fmla="*/ 9 h 176"/>
              <a:gd name="T54" fmla="*/ 76 w 176"/>
              <a:gd name="T55" fmla="*/ 5 h 176"/>
              <a:gd name="T56" fmla="*/ 72 w 176"/>
              <a:gd name="T57" fmla="*/ 1 h 176"/>
              <a:gd name="T58" fmla="*/ 70 w 176"/>
              <a:gd name="T59" fmla="*/ 2 h 176"/>
              <a:gd name="T60" fmla="*/ 0 w 176"/>
              <a:gd name="T61" fmla="*/ 88 h 176"/>
              <a:gd name="T62" fmla="*/ 88 w 176"/>
              <a:gd name="T63" fmla="*/ 176 h 176"/>
              <a:gd name="T64" fmla="*/ 176 w 176"/>
              <a:gd name="T65" fmla="*/ 88 h 176"/>
              <a:gd name="T66" fmla="*/ 106 w 176"/>
              <a:gd name="T67" fmla="*/ 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76">
                <a:moveTo>
                  <a:pt x="56" y="80"/>
                </a:moveTo>
                <a:cubicBezTo>
                  <a:pt x="54" y="80"/>
                  <a:pt x="52" y="82"/>
                  <a:pt x="52" y="84"/>
                </a:cubicBezTo>
                <a:cubicBezTo>
                  <a:pt x="52" y="85"/>
                  <a:pt x="52" y="86"/>
                  <a:pt x="53" y="87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6" y="120"/>
                  <a:pt x="87" y="120"/>
                  <a:pt x="88" y="120"/>
                </a:cubicBezTo>
                <a:cubicBezTo>
                  <a:pt x="89" y="120"/>
                  <a:pt x="90" y="120"/>
                  <a:pt x="91" y="119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4" y="86"/>
                  <a:pt x="124" y="85"/>
                  <a:pt x="124" y="84"/>
                </a:cubicBezTo>
                <a:cubicBezTo>
                  <a:pt x="124" y="82"/>
                  <a:pt x="122" y="80"/>
                  <a:pt x="120" y="80"/>
                </a:cubicBezTo>
                <a:cubicBezTo>
                  <a:pt x="119" y="80"/>
                  <a:pt x="118" y="80"/>
                  <a:pt x="117" y="81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59" y="81"/>
                  <a:pt x="59" y="81"/>
                  <a:pt x="59" y="81"/>
                </a:cubicBezTo>
                <a:cubicBezTo>
                  <a:pt x="58" y="80"/>
                  <a:pt x="57" y="80"/>
                  <a:pt x="56" y="80"/>
                </a:cubicBezTo>
                <a:moveTo>
                  <a:pt x="106" y="2"/>
                </a:moveTo>
                <a:cubicBezTo>
                  <a:pt x="105" y="2"/>
                  <a:pt x="105" y="1"/>
                  <a:pt x="104" y="1"/>
                </a:cubicBezTo>
                <a:cubicBezTo>
                  <a:pt x="102" y="1"/>
                  <a:pt x="100" y="3"/>
                  <a:pt x="100" y="5"/>
                </a:cubicBezTo>
                <a:cubicBezTo>
                  <a:pt x="100" y="8"/>
                  <a:pt x="102" y="9"/>
                  <a:pt x="104" y="9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41" y="17"/>
                  <a:pt x="168" y="49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cubicBezTo>
                  <a:pt x="44" y="168"/>
                  <a:pt x="8" y="132"/>
                  <a:pt x="8" y="88"/>
                </a:cubicBezTo>
                <a:cubicBezTo>
                  <a:pt x="8" y="49"/>
                  <a:pt x="35" y="17"/>
                  <a:pt x="72" y="10"/>
                </a:cubicBezTo>
                <a:cubicBezTo>
                  <a:pt x="72" y="9"/>
                  <a:pt x="72" y="9"/>
                  <a:pt x="72" y="9"/>
                </a:cubicBezTo>
                <a:cubicBezTo>
                  <a:pt x="74" y="9"/>
                  <a:pt x="76" y="8"/>
                  <a:pt x="76" y="5"/>
                </a:cubicBezTo>
                <a:cubicBezTo>
                  <a:pt x="76" y="3"/>
                  <a:pt x="74" y="1"/>
                  <a:pt x="72" y="1"/>
                </a:cubicBezTo>
                <a:cubicBezTo>
                  <a:pt x="71" y="1"/>
                  <a:pt x="71" y="2"/>
                  <a:pt x="70" y="2"/>
                </a:cubicBezTo>
                <a:cubicBezTo>
                  <a:pt x="30" y="10"/>
                  <a:pt x="0" y="45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45"/>
                  <a:pt x="146" y="10"/>
                  <a:pt x="106" y="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378"/>
          <p:cNvSpPr>
            <a:spLocks noEditPoints="1"/>
          </p:cNvSpPr>
          <p:nvPr/>
        </p:nvSpPr>
        <p:spPr bwMode="auto">
          <a:xfrm>
            <a:off x="4723722" y="1804267"/>
            <a:ext cx="335898" cy="181742"/>
          </a:xfrm>
          <a:custGeom>
            <a:avLst/>
            <a:gdLst>
              <a:gd name="T0" fmla="*/ 176 w 176"/>
              <a:gd name="T1" fmla="*/ 4 h 96"/>
              <a:gd name="T2" fmla="*/ 172 w 176"/>
              <a:gd name="T3" fmla="*/ 0 h 96"/>
              <a:gd name="T4" fmla="*/ 4 w 176"/>
              <a:gd name="T5" fmla="*/ 0 h 96"/>
              <a:gd name="T6" fmla="*/ 0 w 176"/>
              <a:gd name="T7" fmla="*/ 4 h 96"/>
              <a:gd name="T8" fmla="*/ 1 w 176"/>
              <a:gd name="T9" fmla="*/ 7 h 96"/>
              <a:gd name="T10" fmla="*/ 1 w 176"/>
              <a:gd name="T11" fmla="*/ 7 h 96"/>
              <a:gd name="T12" fmla="*/ 85 w 176"/>
              <a:gd name="T13" fmla="*/ 95 h 96"/>
              <a:gd name="T14" fmla="*/ 85 w 176"/>
              <a:gd name="T15" fmla="*/ 95 h 96"/>
              <a:gd name="T16" fmla="*/ 88 w 176"/>
              <a:gd name="T17" fmla="*/ 96 h 96"/>
              <a:gd name="T18" fmla="*/ 91 w 176"/>
              <a:gd name="T19" fmla="*/ 95 h 96"/>
              <a:gd name="T20" fmla="*/ 91 w 176"/>
              <a:gd name="T21" fmla="*/ 95 h 96"/>
              <a:gd name="T22" fmla="*/ 175 w 176"/>
              <a:gd name="T23" fmla="*/ 7 h 96"/>
              <a:gd name="T24" fmla="*/ 175 w 176"/>
              <a:gd name="T25" fmla="*/ 7 h 96"/>
              <a:gd name="T26" fmla="*/ 176 w 176"/>
              <a:gd name="T27" fmla="*/ 4 h 96"/>
              <a:gd name="T28" fmla="*/ 88 w 176"/>
              <a:gd name="T29" fmla="*/ 86 h 96"/>
              <a:gd name="T30" fmla="*/ 13 w 176"/>
              <a:gd name="T31" fmla="*/ 8 h 96"/>
              <a:gd name="T32" fmla="*/ 163 w 176"/>
              <a:gd name="T33" fmla="*/ 8 h 96"/>
              <a:gd name="T34" fmla="*/ 88 w 176"/>
              <a:gd name="T35" fmla="*/ 8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6" h="96">
                <a:moveTo>
                  <a:pt x="176" y="4"/>
                </a:moveTo>
                <a:cubicBezTo>
                  <a:pt x="176" y="2"/>
                  <a:pt x="174" y="0"/>
                  <a:pt x="172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85" y="95"/>
                  <a:pt x="85" y="95"/>
                  <a:pt x="85" y="95"/>
                </a:cubicBezTo>
                <a:cubicBezTo>
                  <a:pt x="85" y="95"/>
                  <a:pt x="85" y="95"/>
                  <a:pt x="85" y="95"/>
                </a:cubicBezTo>
                <a:cubicBezTo>
                  <a:pt x="86" y="96"/>
                  <a:pt x="87" y="96"/>
                  <a:pt x="88" y="96"/>
                </a:cubicBezTo>
                <a:cubicBezTo>
                  <a:pt x="89" y="96"/>
                  <a:pt x="90" y="96"/>
                  <a:pt x="91" y="95"/>
                </a:cubicBezTo>
                <a:cubicBezTo>
                  <a:pt x="91" y="95"/>
                  <a:pt x="91" y="95"/>
                  <a:pt x="91" y="95"/>
                </a:cubicBezTo>
                <a:cubicBezTo>
                  <a:pt x="175" y="7"/>
                  <a:pt x="175" y="7"/>
                  <a:pt x="175" y="7"/>
                </a:cubicBezTo>
                <a:cubicBezTo>
                  <a:pt x="175" y="7"/>
                  <a:pt x="175" y="7"/>
                  <a:pt x="175" y="7"/>
                </a:cubicBezTo>
                <a:cubicBezTo>
                  <a:pt x="176" y="6"/>
                  <a:pt x="176" y="5"/>
                  <a:pt x="176" y="4"/>
                </a:cubicBezTo>
                <a:moveTo>
                  <a:pt x="88" y="86"/>
                </a:moveTo>
                <a:cubicBezTo>
                  <a:pt x="13" y="8"/>
                  <a:pt x="13" y="8"/>
                  <a:pt x="13" y="8"/>
                </a:cubicBezTo>
                <a:cubicBezTo>
                  <a:pt x="163" y="8"/>
                  <a:pt x="163" y="8"/>
                  <a:pt x="163" y="8"/>
                </a:cubicBezTo>
                <a:lnTo>
                  <a:pt x="88" y="8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379"/>
          <p:cNvSpPr>
            <a:spLocks noEditPoints="1"/>
          </p:cNvSpPr>
          <p:nvPr/>
        </p:nvSpPr>
        <p:spPr bwMode="auto">
          <a:xfrm>
            <a:off x="5363063" y="1804267"/>
            <a:ext cx="335898" cy="181742"/>
          </a:xfrm>
          <a:custGeom>
            <a:avLst/>
            <a:gdLst>
              <a:gd name="T0" fmla="*/ 175 w 176"/>
              <a:gd name="T1" fmla="*/ 89 h 96"/>
              <a:gd name="T2" fmla="*/ 175 w 176"/>
              <a:gd name="T3" fmla="*/ 89 h 96"/>
              <a:gd name="T4" fmla="*/ 91 w 176"/>
              <a:gd name="T5" fmla="*/ 1 h 96"/>
              <a:gd name="T6" fmla="*/ 91 w 176"/>
              <a:gd name="T7" fmla="*/ 1 h 96"/>
              <a:gd name="T8" fmla="*/ 88 w 176"/>
              <a:gd name="T9" fmla="*/ 0 h 96"/>
              <a:gd name="T10" fmla="*/ 85 w 176"/>
              <a:gd name="T11" fmla="*/ 1 h 96"/>
              <a:gd name="T12" fmla="*/ 85 w 176"/>
              <a:gd name="T13" fmla="*/ 1 h 96"/>
              <a:gd name="T14" fmla="*/ 1 w 176"/>
              <a:gd name="T15" fmla="*/ 89 h 96"/>
              <a:gd name="T16" fmla="*/ 1 w 176"/>
              <a:gd name="T17" fmla="*/ 89 h 96"/>
              <a:gd name="T18" fmla="*/ 0 w 176"/>
              <a:gd name="T19" fmla="*/ 92 h 96"/>
              <a:gd name="T20" fmla="*/ 4 w 176"/>
              <a:gd name="T21" fmla="*/ 96 h 96"/>
              <a:gd name="T22" fmla="*/ 172 w 176"/>
              <a:gd name="T23" fmla="*/ 96 h 96"/>
              <a:gd name="T24" fmla="*/ 176 w 176"/>
              <a:gd name="T25" fmla="*/ 92 h 96"/>
              <a:gd name="T26" fmla="*/ 175 w 176"/>
              <a:gd name="T27" fmla="*/ 89 h 96"/>
              <a:gd name="T28" fmla="*/ 13 w 176"/>
              <a:gd name="T29" fmla="*/ 88 h 96"/>
              <a:gd name="T30" fmla="*/ 88 w 176"/>
              <a:gd name="T31" fmla="*/ 10 h 96"/>
              <a:gd name="T32" fmla="*/ 163 w 176"/>
              <a:gd name="T33" fmla="*/ 88 h 96"/>
              <a:gd name="T34" fmla="*/ 13 w 176"/>
              <a:gd name="T35" fmla="*/ 8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6" h="96">
                <a:moveTo>
                  <a:pt x="175" y="89"/>
                </a:moveTo>
                <a:cubicBezTo>
                  <a:pt x="175" y="89"/>
                  <a:pt x="175" y="89"/>
                  <a:pt x="175" y="89"/>
                </a:cubicBezTo>
                <a:cubicBezTo>
                  <a:pt x="91" y="1"/>
                  <a:pt x="91" y="1"/>
                  <a:pt x="91" y="1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85" y="1"/>
                  <a:pt x="85" y="1"/>
                  <a:pt x="85" y="1"/>
                </a:cubicBezTo>
                <a:cubicBezTo>
                  <a:pt x="1" y="89"/>
                  <a:pt x="1" y="89"/>
                  <a:pt x="1" y="89"/>
                </a:cubicBezTo>
                <a:cubicBezTo>
                  <a:pt x="1" y="89"/>
                  <a:pt x="1" y="89"/>
                  <a:pt x="1" y="89"/>
                </a:cubicBezTo>
                <a:cubicBezTo>
                  <a:pt x="0" y="90"/>
                  <a:pt x="0" y="91"/>
                  <a:pt x="0" y="92"/>
                </a:cubicBezTo>
                <a:cubicBezTo>
                  <a:pt x="0" y="94"/>
                  <a:pt x="2" y="96"/>
                  <a:pt x="4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91"/>
                  <a:pt x="176" y="90"/>
                  <a:pt x="175" y="89"/>
                </a:cubicBezTo>
                <a:moveTo>
                  <a:pt x="13" y="88"/>
                </a:moveTo>
                <a:cubicBezTo>
                  <a:pt x="88" y="10"/>
                  <a:pt x="88" y="10"/>
                  <a:pt x="88" y="10"/>
                </a:cubicBezTo>
                <a:cubicBezTo>
                  <a:pt x="163" y="88"/>
                  <a:pt x="163" y="88"/>
                  <a:pt x="163" y="88"/>
                </a:cubicBezTo>
                <a:lnTo>
                  <a:pt x="13" y="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380"/>
          <p:cNvSpPr>
            <a:spLocks noEditPoints="1"/>
          </p:cNvSpPr>
          <p:nvPr/>
        </p:nvSpPr>
        <p:spPr bwMode="auto">
          <a:xfrm>
            <a:off x="6078671" y="1728001"/>
            <a:ext cx="183364" cy="334275"/>
          </a:xfrm>
          <a:custGeom>
            <a:avLst/>
            <a:gdLst>
              <a:gd name="T0" fmla="*/ 92 w 96"/>
              <a:gd name="T1" fmla="*/ 0 h 176"/>
              <a:gd name="T2" fmla="*/ 89 w 96"/>
              <a:gd name="T3" fmla="*/ 1 h 176"/>
              <a:gd name="T4" fmla="*/ 89 w 96"/>
              <a:gd name="T5" fmla="*/ 1 h 176"/>
              <a:gd name="T6" fmla="*/ 1 w 96"/>
              <a:gd name="T7" fmla="*/ 85 h 176"/>
              <a:gd name="T8" fmla="*/ 1 w 96"/>
              <a:gd name="T9" fmla="*/ 85 h 176"/>
              <a:gd name="T10" fmla="*/ 0 w 96"/>
              <a:gd name="T11" fmla="*/ 88 h 176"/>
              <a:gd name="T12" fmla="*/ 1 w 96"/>
              <a:gd name="T13" fmla="*/ 91 h 176"/>
              <a:gd name="T14" fmla="*/ 1 w 96"/>
              <a:gd name="T15" fmla="*/ 91 h 176"/>
              <a:gd name="T16" fmla="*/ 89 w 96"/>
              <a:gd name="T17" fmla="*/ 175 h 176"/>
              <a:gd name="T18" fmla="*/ 89 w 96"/>
              <a:gd name="T19" fmla="*/ 175 h 176"/>
              <a:gd name="T20" fmla="*/ 92 w 96"/>
              <a:gd name="T21" fmla="*/ 176 h 176"/>
              <a:gd name="T22" fmla="*/ 96 w 96"/>
              <a:gd name="T23" fmla="*/ 172 h 176"/>
              <a:gd name="T24" fmla="*/ 96 w 96"/>
              <a:gd name="T25" fmla="*/ 4 h 176"/>
              <a:gd name="T26" fmla="*/ 92 w 96"/>
              <a:gd name="T27" fmla="*/ 0 h 176"/>
              <a:gd name="T28" fmla="*/ 88 w 96"/>
              <a:gd name="T29" fmla="*/ 163 h 176"/>
              <a:gd name="T30" fmla="*/ 10 w 96"/>
              <a:gd name="T31" fmla="*/ 88 h 176"/>
              <a:gd name="T32" fmla="*/ 88 w 96"/>
              <a:gd name="T33" fmla="*/ 13 h 176"/>
              <a:gd name="T34" fmla="*/ 88 w 96"/>
              <a:gd name="T35" fmla="*/ 16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6" h="176">
                <a:moveTo>
                  <a:pt x="92" y="0"/>
                </a:moveTo>
                <a:cubicBezTo>
                  <a:pt x="91" y="0"/>
                  <a:pt x="90" y="0"/>
                  <a:pt x="89" y="1"/>
                </a:cubicBezTo>
                <a:cubicBezTo>
                  <a:pt x="89" y="1"/>
                  <a:pt x="89" y="1"/>
                  <a:pt x="89" y="1"/>
                </a:cubicBezTo>
                <a:cubicBezTo>
                  <a:pt x="1" y="85"/>
                  <a:pt x="1" y="85"/>
                  <a:pt x="1" y="85"/>
                </a:cubicBezTo>
                <a:cubicBezTo>
                  <a:pt x="1" y="85"/>
                  <a:pt x="1" y="85"/>
                  <a:pt x="1" y="85"/>
                </a:cubicBezTo>
                <a:cubicBezTo>
                  <a:pt x="0" y="86"/>
                  <a:pt x="0" y="87"/>
                  <a:pt x="0" y="88"/>
                </a:cubicBezTo>
                <a:cubicBezTo>
                  <a:pt x="0" y="89"/>
                  <a:pt x="0" y="90"/>
                  <a:pt x="1" y="91"/>
                </a:cubicBezTo>
                <a:cubicBezTo>
                  <a:pt x="1" y="91"/>
                  <a:pt x="1" y="91"/>
                  <a:pt x="1" y="91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90" y="176"/>
                  <a:pt x="91" y="176"/>
                  <a:pt x="92" y="176"/>
                </a:cubicBezTo>
                <a:cubicBezTo>
                  <a:pt x="94" y="176"/>
                  <a:pt x="96" y="174"/>
                  <a:pt x="96" y="172"/>
                </a:cubicBezTo>
                <a:cubicBezTo>
                  <a:pt x="96" y="4"/>
                  <a:pt x="96" y="4"/>
                  <a:pt x="96" y="4"/>
                </a:cubicBezTo>
                <a:cubicBezTo>
                  <a:pt x="96" y="2"/>
                  <a:pt x="94" y="0"/>
                  <a:pt x="92" y="0"/>
                </a:cubicBezTo>
                <a:moveTo>
                  <a:pt x="88" y="163"/>
                </a:moveTo>
                <a:cubicBezTo>
                  <a:pt x="10" y="88"/>
                  <a:pt x="10" y="88"/>
                  <a:pt x="10" y="88"/>
                </a:cubicBezTo>
                <a:cubicBezTo>
                  <a:pt x="88" y="13"/>
                  <a:pt x="88" y="13"/>
                  <a:pt x="88" y="13"/>
                </a:cubicBezTo>
                <a:lnTo>
                  <a:pt x="88" y="16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381"/>
          <p:cNvSpPr>
            <a:spLocks noEditPoints="1"/>
          </p:cNvSpPr>
          <p:nvPr/>
        </p:nvSpPr>
        <p:spPr bwMode="auto">
          <a:xfrm>
            <a:off x="6718012" y="1728001"/>
            <a:ext cx="181742" cy="334275"/>
          </a:xfrm>
          <a:custGeom>
            <a:avLst/>
            <a:gdLst>
              <a:gd name="T0" fmla="*/ 96 w 96"/>
              <a:gd name="T1" fmla="*/ 88 h 176"/>
              <a:gd name="T2" fmla="*/ 95 w 96"/>
              <a:gd name="T3" fmla="*/ 85 h 176"/>
              <a:gd name="T4" fmla="*/ 95 w 96"/>
              <a:gd name="T5" fmla="*/ 85 h 176"/>
              <a:gd name="T6" fmla="*/ 7 w 96"/>
              <a:gd name="T7" fmla="*/ 1 h 176"/>
              <a:gd name="T8" fmla="*/ 7 w 96"/>
              <a:gd name="T9" fmla="*/ 1 h 176"/>
              <a:gd name="T10" fmla="*/ 4 w 96"/>
              <a:gd name="T11" fmla="*/ 0 h 176"/>
              <a:gd name="T12" fmla="*/ 0 w 96"/>
              <a:gd name="T13" fmla="*/ 4 h 176"/>
              <a:gd name="T14" fmla="*/ 0 w 96"/>
              <a:gd name="T15" fmla="*/ 172 h 176"/>
              <a:gd name="T16" fmla="*/ 4 w 96"/>
              <a:gd name="T17" fmla="*/ 176 h 176"/>
              <a:gd name="T18" fmla="*/ 7 w 96"/>
              <a:gd name="T19" fmla="*/ 175 h 176"/>
              <a:gd name="T20" fmla="*/ 7 w 96"/>
              <a:gd name="T21" fmla="*/ 175 h 176"/>
              <a:gd name="T22" fmla="*/ 95 w 96"/>
              <a:gd name="T23" fmla="*/ 91 h 176"/>
              <a:gd name="T24" fmla="*/ 95 w 96"/>
              <a:gd name="T25" fmla="*/ 91 h 176"/>
              <a:gd name="T26" fmla="*/ 96 w 96"/>
              <a:gd name="T27" fmla="*/ 88 h 176"/>
              <a:gd name="T28" fmla="*/ 8 w 96"/>
              <a:gd name="T29" fmla="*/ 163 h 176"/>
              <a:gd name="T30" fmla="*/ 8 w 96"/>
              <a:gd name="T31" fmla="*/ 13 h 176"/>
              <a:gd name="T32" fmla="*/ 86 w 96"/>
              <a:gd name="T33" fmla="*/ 88 h 176"/>
              <a:gd name="T34" fmla="*/ 8 w 96"/>
              <a:gd name="T35" fmla="*/ 16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6" h="176">
                <a:moveTo>
                  <a:pt x="96" y="88"/>
                </a:moveTo>
                <a:cubicBezTo>
                  <a:pt x="96" y="87"/>
                  <a:pt x="96" y="86"/>
                  <a:pt x="95" y="85"/>
                </a:cubicBezTo>
                <a:cubicBezTo>
                  <a:pt x="95" y="85"/>
                  <a:pt x="95" y="85"/>
                  <a:pt x="95" y="85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95" y="91"/>
                  <a:pt x="95" y="91"/>
                  <a:pt x="95" y="91"/>
                </a:cubicBezTo>
                <a:cubicBezTo>
                  <a:pt x="95" y="91"/>
                  <a:pt x="95" y="91"/>
                  <a:pt x="95" y="91"/>
                </a:cubicBezTo>
                <a:cubicBezTo>
                  <a:pt x="96" y="90"/>
                  <a:pt x="96" y="89"/>
                  <a:pt x="96" y="88"/>
                </a:cubicBezTo>
                <a:moveTo>
                  <a:pt x="8" y="163"/>
                </a:moveTo>
                <a:cubicBezTo>
                  <a:pt x="8" y="13"/>
                  <a:pt x="8" y="13"/>
                  <a:pt x="8" y="13"/>
                </a:cubicBezTo>
                <a:cubicBezTo>
                  <a:pt x="86" y="88"/>
                  <a:pt x="86" y="88"/>
                  <a:pt x="86" y="88"/>
                </a:cubicBezTo>
                <a:lnTo>
                  <a:pt x="8" y="16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382"/>
          <p:cNvSpPr>
            <a:spLocks/>
          </p:cNvSpPr>
          <p:nvPr/>
        </p:nvSpPr>
        <p:spPr bwMode="auto">
          <a:xfrm>
            <a:off x="7281087" y="1728001"/>
            <a:ext cx="334275" cy="334275"/>
          </a:xfrm>
          <a:custGeom>
            <a:avLst/>
            <a:gdLst>
              <a:gd name="T0" fmla="*/ 175 w 176"/>
              <a:gd name="T1" fmla="*/ 85 h 176"/>
              <a:gd name="T2" fmla="*/ 151 w 176"/>
              <a:gd name="T3" fmla="*/ 61 h 176"/>
              <a:gd name="T4" fmla="*/ 148 w 176"/>
              <a:gd name="T5" fmla="*/ 60 h 176"/>
              <a:gd name="T6" fmla="*/ 144 w 176"/>
              <a:gd name="T7" fmla="*/ 64 h 176"/>
              <a:gd name="T8" fmla="*/ 145 w 176"/>
              <a:gd name="T9" fmla="*/ 67 h 176"/>
              <a:gd name="T10" fmla="*/ 162 w 176"/>
              <a:gd name="T11" fmla="*/ 84 h 176"/>
              <a:gd name="T12" fmla="*/ 92 w 176"/>
              <a:gd name="T13" fmla="*/ 84 h 176"/>
              <a:gd name="T14" fmla="*/ 92 w 176"/>
              <a:gd name="T15" fmla="*/ 14 h 176"/>
              <a:gd name="T16" fmla="*/ 109 w 176"/>
              <a:gd name="T17" fmla="*/ 31 h 176"/>
              <a:gd name="T18" fmla="*/ 112 w 176"/>
              <a:gd name="T19" fmla="*/ 32 h 176"/>
              <a:gd name="T20" fmla="*/ 116 w 176"/>
              <a:gd name="T21" fmla="*/ 28 h 176"/>
              <a:gd name="T22" fmla="*/ 115 w 176"/>
              <a:gd name="T23" fmla="*/ 25 h 176"/>
              <a:gd name="T24" fmla="*/ 91 w 176"/>
              <a:gd name="T25" fmla="*/ 1 h 176"/>
              <a:gd name="T26" fmla="*/ 88 w 176"/>
              <a:gd name="T27" fmla="*/ 0 h 176"/>
              <a:gd name="T28" fmla="*/ 85 w 176"/>
              <a:gd name="T29" fmla="*/ 1 h 176"/>
              <a:gd name="T30" fmla="*/ 61 w 176"/>
              <a:gd name="T31" fmla="*/ 25 h 176"/>
              <a:gd name="T32" fmla="*/ 60 w 176"/>
              <a:gd name="T33" fmla="*/ 28 h 176"/>
              <a:gd name="T34" fmla="*/ 64 w 176"/>
              <a:gd name="T35" fmla="*/ 32 h 176"/>
              <a:gd name="T36" fmla="*/ 67 w 176"/>
              <a:gd name="T37" fmla="*/ 31 h 176"/>
              <a:gd name="T38" fmla="*/ 84 w 176"/>
              <a:gd name="T39" fmla="*/ 14 h 176"/>
              <a:gd name="T40" fmla="*/ 84 w 176"/>
              <a:gd name="T41" fmla="*/ 84 h 176"/>
              <a:gd name="T42" fmla="*/ 14 w 176"/>
              <a:gd name="T43" fmla="*/ 84 h 176"/>
              <a:gd name="T44" fmla="*/ 31 w 176"/>
              <a:gd name="T45" fmla="*/ 67 h 176"/>
              <a:gd name="T46" fmla="*/ 32 w 176"/>
              <a:gd name="T47" fmla="*/ 64 h 176"/>
              <a:gd name="T48" fmla="*/ 28 w 176"/>
              <a:gd name="T49" fmla="*/ 60 h 176"/>
              <a:gd name="T50" fmla="*/ 25 w 176"/>
              <a:gd name="T51" fmla="*/ 61 h 176"/>
              <a:gd name="T52" fmla="*/ 1 w 176"/>
              <a:gd name="T53" fmla="*/ 85 h 176"/>
              <a:gd name="T54" fmla="*/ 0 w 176"/>
              <a:gd name="T55" fmla="*/ 88 h 176"/>
              <a:gd name="T56" fmla="*/ 1 w 176"/>
              <a:gd name="T57" fmla="*/ 91 h 176"/>
              <a:gd name="T58" fmla="*/ 25 w 176"/>
              <a:gd name="T59" fmla="*/ 115 h 176"/>
              <a:gd name="T60" fmla="*/ 28 w 176"/>
              <a:gd name="T61" fmla="*/ 116 h 176"/>
              <a:gd name="T62" fmla="*/ 32 w 176"/>
              <a:gd name="T63" fmla="*/ 112 h 176"/>
              <a:gd name="T64" fmla="*/ 31 w 176"/>
              <a:gd name="T65" fmla="*/ 109 h 176"/>
              <a:gd name="T66" fmla="*/ 14 w 176"/>
              <a:gd name="T67" fmla="*/ 92 h 176"/>
              <a:gd name="T68" fmla="*/ 84 w 176"/>
              <a:gd name="T69" fmla="*/ 92 h 176"/>
              <a:gd name="T70" fmla="*/ 84 w 176"/>
              <a:gd name="T71" fmla="*/ 162 h 176"/>
              <a:gd name="T72" fmla="*/ 67 w 176"/>
              <a:gd name="T73" fmla="*/ 145 h 176"/>
              <a:gd name="T74" fmla="*/ 64 w 176"/>
              <a:gd name="T75" fmla="*/ 144 h 176"/>
              <a:gd name="T76" fmla="*/ 60 w 176"/>
              <a:gd name="T77" fmla="*/ 148 h 176"/>
              <a:gd name="T78" fmla="*/ 61 w 176"/>
              <a:gd name="T79" fmla="*/ 151 h 176"/>
              <a:gd name="T80" fmla="*/ 85 w 176"/>
              <a:gd name="T81" fmla="*/ 175 h 176"/>
              <a:gd name="T82" fmla="*/ 88 w 176"/>
              <a:gd name="T83" fmla="*/ 176 h 176"/>
              <a:gd name="T84" fmla="*/ 91 w 176"/>
              <a:gd name="T85" fmla="*/ 175 h 176"/>
              <a:gd name="T86" fmla="*/ 115 w 176"/>
              <a:gd name="T87" fmla="*/ 151 h 176"/>
              <a:gd name="T88" fmla="*/ 116 w 176"/>
              <a:gd name="T89" fmla="*/ 148 h 176"/>
              <a:gd name="T90" fmla="*/ 112 w 176"/>
              <a:gd name="T91" fmla="*/ 144 h 176"/>
              <a:gd name="T92" fmla="*/ 109 w 176"/>
              <a:gd name="T93" fmla="*/ 145 h 176"/>
              <a:gd name="T94" fmla="*/ 92 w 176"/>
              <a:gd name="T95" fmla="*/ 162 h 176"/>
              <a:gd name="T96" fmla="*/ 92 w 176"/>
              <a:gd name="T97" fmla="*/ 92 h 176"/>
              <a:gd name="T98" fmla="*/ 162 w 176"/>
              <a:gd name="T99" fmla="*/ 92 h 176"/>
              <a:gd name="T100" fmla="*/ 145 w 176"/>
              <a:gd name="T101" fmla="*/ 109 h 176"/>
              <a:gd name="T102" fmla="*/ 144 w 176"/>
              <a:gd name="T103" fmla="*/ 112 h 176"/>
              <a:gd name="T104" fmla="*/ 148 w 176"/>
              <a:gd name="T105" fmla="*/ 116 h 176"/>
              <a:gd name="T106" fmla="*/ 151 w 176"/>
              <a:gd name="T107" fmla="*/ 115 h 176"/>
              <a:gd name="T108" fmla="*/ 175 w 176"/>
              <a:gd name="T109" fmla="*/ 91 h 176"/>
              <a:gd name="T110" fmla="*/ 176 w 176"/>
              <a:gd name="T111" fmla="*/ 88 h 176"/>
              <a:gd name="T112" fmla="*/ 175 w 176"/>
              <a:gd name="T113" fmla="*/ 8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175" y="85"/>
                </a:moveTo>
                <a:cubicBezTo>
                  <a:pt x="151" y="61"/>
                  <a:pt x="151" y="61"/>
                  <a:pt x="151" y="61"/>
                </a:cubicBezTo>
                <a:cubicBezTo>
                  <a:pt x="150" y="60"/>
                  <a:pt x="149" y="60"/>
                  <a:pt x="148" y="60"/>
                </a:cubicBezTo>
                <a:cubicBezTo>
                  <a:pt x="146" y="60"/>
                  <a:pt x="144" y="62"/>
                  <a:pt x="144" y="64"/>
                </a:cubicBezTo>
                <a:cubicBezTo>
                  <a:pt x="144" y="65"/>
                  <a:pt x="144" y="66"/>
                  <a:pt x="145" y="67"/>
                </a:cubicBezTo>
                <a:cubicBezTo>
                  <a:pt x="162" y="84"/>
                  <a:pt x="162" y="84"/>
                  <a:pt x="16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14"/>
                  <a:pt x="92" y="14"/>
                  <a:pt x="92" y="14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0" y="32"/>
                  <a:pt x="111" y="32"/>
                  <a:pt x="112" y="32"/>
                </a:cubicBezTo>
                <a:cubicBezTo>
                  <a:pt x="114" y="32"/>
                  <a:pt x="116" y="30"/>
                  <a:pt x="116" y="28"/>
                </a:cubicBezTo>
                <a:cubicBezTo>
                  <a:pt x="116" y="27"/>
                  <a:pt x="116" y="26"/>
                  <a:pt x="115" y="25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6"/>
                  <a:pt x="60" y="27"/>
                  <a:pt x="60" y="28"/>
                </a:cubicBezTo>
                <a:cubicBezTo>
                  <a:pt x="60" y="30"/>
                  <a:pt x="62" y="32"/>
                  <a:pt x="64" y="32"/>
                </a:cubicBezTo>
                <a:cubicBezTo>
                  <a:pt x="65" y="32"/>
                  <a:pt x="66" y="32"/>
                  <a:pt x="67" y="31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84"/>
                  <a:pt x="84" y="84"/>
                  <a:pt x="84" y="84"/>
                </a:cubicBezTo>
                <a:cubicBezTo>
                  <a:pt x="14" y="84"/>
                  <a:pt x="14" y="84"/>
                  <a:pt x="14" y="84"/>
                </a:cubicBezTo>
                <a:cubicBezTo>
                  <a:pt x="31" y="67"/>
                  <a:pt x="31" y="67"/>
                  <a:pt x="31" y="67"/>
                </a:cubicBezTo>
                <a:cubicBezTo>
                  <a:pt x="32" y="66"/>
                  <a:pt x="32" y="65"/>
                  <a:pt x="32" y="64"/>
                </a:cubicBezTo>
                <a:cubicBezTo>
                  <a:pt x="32" y="62"/>
                  <a:pt x="30" y="60"/>
                  <a:pt x="28" y="60"/>
                </a:cubicBezTo>
                <a:cubicBezTo>
                  <a:pt x="27" y="60"/>
                  <a:pt x="26" y="60"/>
                  <a:pt x="25" y="61"/>
                </a:cubicBezTo>
                <a:cubicBezTo>
                  <a:pt x="1" y="85"/>
                  <a:pt x="1" y="85"/>
                  <a:pt x="1" y="85"/>
                </a:cubicBezTo>
                <a:cubicBezTo>
                  <a:pt x="0" y="86"/>
                  <a:pt x="0" y="87"/>
                  <a:pt x="0" y="88"/>
                </a:cubicBezTo>
                <a:cubicBezTo>
                  <a:pt x="0" y="89"/>
                  <a:pt x="0" y="90"/>
                  <a:pt x="1" y="91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6" y="116"/>
                  <a:pt x="27" y="116"/>
                  <a:pt x="28" y="116"/>
                </a:cubicBezTo>
                <a:cubicBezTo>
                  <a:pt x="30" y="116"/>
                  <a:pt x="32" y="114"/>
                  <a:pt x="32" y="112"/>
                </a:cubicBezTo>
                <a:cubicBezTo>
                  <a:pt x="32" y="111"/>
                  <a:pt x="32" y="110"/>
                  <a:pt x="31" y="109"/>
                </a:cubicBezTo>
                <a:cubicBezTo>
                  <a:pt x="14" y="92"/>
                  <a:pt x="14" y="92"/>
                  <a:pt x="1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67" y="145"/>
                  <a:pt x="67" y="145"/>
                  <a:pt x="67" y="145"/>
                </a:cubicBezTo>
                <a:cubicBezTo>
                  <a:pt x="66" y="144"/>
                  <a:pt x="65" y="144"/>
                  <a:pt x="64" y="144"/>
                </a:cubicBezTo>
                <a:cubicBezTo>
                  <a:pt x="62" y="144"/>
                  <a:pt x="60" y="146"/>
                  <a:pt x="60" y="148"/>
                </a:cubicBezTo>
                <a:cubicBezTo>
                  <a:pt x="60" y="149"/>
                  <a:pt x="60" y="150"/>
                  <a:pt x="61" y="151"/>
                </a:cubicBezTo>
                <a:cubicBezTo>
                  <a:pt x="85" y="175"/>
                  <a:pt x="85" y="175"/>
                  <a:pt x="85" y="175"/>
                </a:cubicBezTo>
                <a:cubicBezTo>
                  <a:pt x="86" y="176"/>
                  <a:pt x="87" y="176"/>
                  <a:pt x="88" y="176"/>
                </a:cubicBezTo>
                <a:cubicBezTo>
                  <a:pt x="89" y="176"/>
                  <a:pt x="90" y="176"/>
                  <a:pt x="91" y="175"/>
                </a:cubicBezTo>
                <a:cubicBezTo>
                  <a:pt x="115" y="151"/>
                  <a:pt x="115" y="151"/>
                  <a:pt x="115" y="151"/>
                </a:cubicBezTo>
                <a:cubicBezTo>
                  <a:pt x="116" y="150"/>
                  <a:pt x="116" y="149"/>
                  <a:pt x="116" y="148"/>
                </a:cubicBezTo>
                <a:cubicBezTo>
                  <a:pt x="116" y="146"/>
                  <a:pt x="114" y="144"/>
                  <a:pt x="112" y="144"/>
                </a:cubicBezTo>
                <a:cubicBezTo>
                  <a:pt x="111" y="144"/>
                  <a:pt x="110" y="144"/>
                  <a:pt x="109" y="145"/>
                </a:cubicBezTo>
                <a:cubicBezTo>
                  <a:pt x="92" y="162"/>
                  <a:pt x="92" y="162"/>
                  <a:pt x="92" y="162"/>
                </a:cubicBezTo>
                <a:cubicBezTo>
                  <a:pt x="92" y="92"/>
                  <a:pt x="92" y="92"/>
                  <a:pt x="92" y="92"/>
                </a:cubicBezTo>
                <a:cubicBezTo>
                  <a:pt x="162" y="92"/>
                  <a:pt x="162" y="92"/>
                  <a:pt x="162" y="92"/>
                </a:cubicBezTo>
                <a:cubicBezTo>
                  <a:pt x="145" y="109"/>
                  <a:pt x="145" y="109"/>
                  <a:pt x="145" y="109"/>
                </a:cubicBezTo>
                <a:cubicBezTo>
                  <a:pt x="144" y="110"/>
                  <a:pt x="144" y="111"/>
                  <a:pt x="144" y="112"/>
                </a:cubicBezTo>
                <a:cubicBezTo>
                  <a:pt x="144" y="114"/>
                  <a:pt x="146" y="116"/>
                  <a:pt x="148" y="116"/>
                </a:cubicBezTo>
                <a:cubicBezTo>
                  <a:pt x="149" y="116"/>
                  <a:pt x="150" y="116"/>
                  <a:pt x="151" y="115"/>
                </a:cubicBezTo>
                <a:cubicBezTo>
                  <a:pt x="175" y="91"/>
                  <a:pt x="175" y="91"/>
                  <a:pt x="175" y="91"/>
                </a:cubicBezTo>
                <a:cubicBezTo>
                  <a:pt x="176" y="90"/>
                  <a:pt x="176" y="89"/>
                  <a:pt x="176" y="88"/>
                </a:cubicBezTo>
                <a:cubicBezTo>
                  <a:pt x="176" y="87"/>
                  <a:pt x="176" y="86"/>
                  <a:pt x="175" y="85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383"/>
          <p:cNvSpPr>
            <a:spLocks noEditPoints="1"/>
          </p:cNvSpPr>
          <p:nvPr/>
        </p:nvSpPr>
        <p:spPr bwMode="auto">
          <a:xfrm>
            <a:off x="1528638" y="2367342"/>
            <a:ext cx="335898" cy="334275"/>
          </a:xfrm>
          <a:custGeom>
            <a:avLst/>
            <a:gdLst>
              <a:gd name="T0" fmla="*/ 132 w 176"/>
              <a:gd name="T1" fmla="*/ 64 h 176"/>
              <a:gd name="T2" fmla="*/ 129 w 176"/>
              <a:gd name="T3" fmla="*/ 65 h 176"/>
              <a:gd name="T4" fmla="*/ 129 w 176"/>
              <a:gd name="T5" fmla="*/ 65 h 176"/>
              <a:gd name="T6" fmla="*/ 88 w 176"/>
              <a:gd name="T7" fmla="*/ 103 h 176"/>
              <a:gd name="T8" fmla="*/ 47 w 176"/>
              <a:gd name="T9" fmla="*/ 65 h 176"/>
              <a:gd name="T10" fmla="*/ 47 w 176"/>
              <a:gd name="T11" fmla="*/ 65 h 176"/>
              <a:gd name="T12" fmla="*/ 44 w 176"/>
              <a:gd name="T13" fmla="*/ 64 h 176"/>
              <a:gd name="T14" fmla="*/ 40 w 176"/>
              <a:gd name="T15" fmla="*/ 68 h 176"/>
              <a:gd name="T16" fmla="*/ 41 w 176"/>
              <a:gd name="T17" fmla="*/ 71 h 176"/>
              <a:gd name="T18" fmla="*/ 41 w 176"/>
              <a:gd name="T19" fmla="*/ 71 h 176"/>
              <a:gd name="T20" fmla="*/ 85 w 176"/>
              <a:gd name="T21" fmla="*/ 111 h 176"/>
              <a:gd name="T22" fmla="*/ 85 w 176"/>
              <a:gd name="T23" fmla="*/ 111 h 176"/>
              <a:gd name="T24" fmla="*/ 88 w 176"/>
              <a:gd name="T25" fmla="*/ 112 h 176"/>
              <a:gd name="T26" fmla="*/ 91 w 176"/>
              <a:gd name="T27" fmla="*/ 111 h 176"/>
              <a:gd name="T28" fmla="*/ 91 w 176"/>
              <a:gd name="T29" fmla="*/ 111 h 176"/>
              <a:gd name="T30" fmla="*/ 135 w 176"/>
              <a:gd name="T31" fmla="*/ 71 h 176"/>
              <a:gd name="T32" fmla="*/ 135 w 176"/>
              <a:gd name="T33" fmla="*/ 71 h 176"/>
              <a:gd name="T34" fmla="*/ 136 w 176"/>
              <a:gd name="T35" fmla="*/ 68 h 176"/>
              <a:gd name="T36" fmla="*/ 132 w 176"/>
              <a:gd name="T37" fmla="*/ 64 h 176"/>
              <a:gd name="T38" fmla="*/ 160 w 176"/>
              <a:gd name="T39" fmla="*/ 0 h 176"/>
              <a:gd name="T40" fmla="*/ 16 w 176"/>
              <a:gd name="T41" fmla="*/ 0 h 176"/>
              <a:gd name="T42" fmla="*/ 0 w 176"/>
              <a:gd name="T43" fmla="*/ 16 h 176"/>
              <a:gd name="T44" fmla="*/ 0 w 176"/>
              <a:gd name="T45" fmla="*/ 160 h 176"/>
              <a:gd name="T46" fmla="*/ 16 w 176"/>
              <a:gd name="T47" fmla="*/ 176 h 176"/>
              <a:gd name="T48" fmla="*/ 160 w 176"/>
              <a:gd name="T49" fmla="*/ 176 h 176"/>
              <a:gd name="T50" fmla="*/ 176 w 176"/>
              <a:gd name="T51" fmla="*/ 160 h 176"/>
              <a:gd name="T52" fmla="*/ 176 w 176"/>
              <a:gd name="T53" fmla="*/ 16 h 176"/>
              <a:gd name="T54" fmla="*/ 160 w 176"/>
              <a:gd name="T55" fmla="*/ 0 h 176"/>
              <a:gd name="T56" fmla="*/ 168 w 176"/>
              <a:gd name="T57" fmla="*/ 160 h 176"/>
              <a:gd name="T58" fmla="*/ 160 w 176"/>
              <a:gd name="T59" fmla="*/ 168 h 176"/>
              <a:gd name="T60" fmla="*/ 16 w 176"/>
              <a:gd name="T61" fmla="*/ 168 h 176"/>
              <a:gd name="T62" fmla="*/ 8 w 176"/>
              <a:gd name="T63" fmla="*/ 160 h 176"/>
              <a:gd name="T64" fmla="*/ 8 w 176"/>
              <a:gd name="T65" fmla="*/ 16 h 176"/>
              <a:gd name="T66" fmla="*/ 16 w 176"/>
              <a:gd name="T67" fmla="*/ 8 h 176"/>
              <a:gd name="T68" fmla="*/ 160 w 176"/>
              <a:gd name="T69" fmla="*/ 8 h 176"/>
              <a:gd name="T70" fmla="*/ 168 w 176"/>
              <a:gd name="T71" fmla="*/ 16 h 176"/>
              <a:gd name="T72" fmla="*/ 168 w 176"/>
              <a:gd name="T7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32" y="64"/>
                </a:moveTo>
                <a:cubicBezTo>
                  <a:pt x="131" y="64"/>
                  <a:pt x="130" y="64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88" y="103"/>
                  <a:pt x="88" y="103"/>
                  <a:pt x="88" y="103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6" y="64"/>
                  <a:pt x="45" y="64"/>
                  <a:pt x="44" y="64"/>
                </a:cubicBezTo>
                <a:cubicBezTo>
                  <a:pt x="42" y="64"/>
                  <a:pt x="40" y="66"/>
                  <a:pt x="40" y="68"/>
                </a:cubicBezTo>
                <a:cubicBezTo>
                  <a:pt x="40" y="69"/>
                  <a:pt x="41" y="70"/>
                  <a:pt x="41" y="71"/>
                </a:cubicBezTo>
                <a:cubicBezTo>
                  <a:pt x="41" y="71"/>
                  <a:pt x="41" y="71"/>
                  <a:pt x="41" y="71"/>
                </a:cubicBezTo>
                <a:cubicBezTo>
                  <a:pt x="85" y="111"/>
                  <a:pt x="85" y="111"/>
                  <a:pt x="85" y="111"/>
                </a:cubicBezTo>
                <a:cubicBezTo>
                  <a:pt x="85" y="111"/>
                  <a:pt x="85" y="111"/>
                  <a:pt x="85" y="111"/>
                </a:cubicBezTo>
                <a:cubicBezTo>
                  <a:pt x="86" y="112"/>
                  <a:pt x="87" y="112"/>
                  <a:pt x="88" y="112"/>
                </a:cubicBezTo>
                <a:cubicBezTo>
                  <a:pt x="89" y="112"/>
                  <a:pt x="90" y="112"/>
                  <a:pt x="91" y="111"/>
                </a:cubicBezTo>
                <a:cubicBezTo>
                  <a:pt x="91" y="111"/>
                  <a:pt x="91" y="111"/>
                  <a:pt x="91" y="111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35" y="70"/>
                  <a:pt x="136" y="69"/>
                  <a:pt x="136" y="68"/>
                </a:cubicBezTo>
                <a:cubicBezTo>
                  <a:pt x="136" y="66"/>
                  <a:pt x="134" y="64"/>
                  <a:pt x="132" y="64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384"/>
          <p:cNvSpPr>
            <a:spLocks noEditPoints="1"/>
          </p:cNvSpPr>
          <p:nvPr/>
        </p:nvSpPr>
        <p:spPr bwMode="auto">
          <a:xfrm>
            <a:off x="2167979" y="2367342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35 w 176"/>
              <a:gd name="T37" fmla="*/ 105 h 176"/>
              <a:gd name="T38" fmla="*/ 91 w 176"/>
              <a:gd name="T39" fmla="*/ 65 h 176"/>
              <a:gd name="T40" fmla="*/ 91 w 176"/>
              <a:gd name="T41" fmla="*/ 65 h 176"/>
              <a:gd name="T42" fmla="*/ 88 w 176"/>
              <a:gd name="T43" fmla="*/ 64 h 176"/>
              <a:gd name="T44" fmla="*/ 85 w 176"/>
              <a:gd name="T45" fmla="*/ 65 h 176"/>
              <a:gd name="T46" fmla="*/ 85 w 176"/>
              <a:gd name="T47" fmla="*/ 65 h 176"/>
              <a:gd name="T48" fmla="*/ 41 w 176"/>
              <a:gd name="T49" fmla="*/ 105 h 176"/>
              <a:gd name="T50" fmla="*/ 41 w 176"/>
              <a:gd name="T51" fmla="*/ 105 h 176"/>
              <a:gd name="T52" fmla="*/ 40 w 176"/>
              <a:gd name="T53" fmla="*/ 108 h 176"/>
              <a:gd name="T54" fmla="*/ 44 w 176"/>
              <a:gd name="T55" fmla="*/ 112 h 176"/>
              <a:gd name="T56" fmla="*/ 47 w 176"/>
              <a:gd name="T57" fmla="*/ 111 h 176"/>
              <a:gd name="T58" fmla="*/ 47 w 176"/>
              <a:gd name="T59" fmla="*/ 111 h 176"/>
              <a:gd name="T60" fmla="*/ 88 w 176"/>
              <a:gd name="T61" fmla="*/ 73 h 176"/>
              <a:gd name="T62" fmla="*/ 129 w 176"/>
              <a:gd name="T63" fmla="*/ 111 h 176"/>
              <a:gd name="T64" fmla="*/ 129 w 176"/>
              <a:gd name="T65" fmla="*/ 111 h 176"/>
              <a:gd name="T66" fmla="*/ 132 w 176"/>
              <a:gd name="T67" fmla="*/ 112 h 176"/>
              <a:gd name="T68" fmla="*/ 136 w 176"/>
              <a:gd name="T69" fmla="*/ 108 h 176"/>
              <a:gd name="T70" fmla="*/ 135 w 176"/>
              <a:gd name="T71" fmla="*/ 10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35" y="105"/>
                </a:moveTo>
                <a:cubicBezTo>
                  <a:pt x="91" y="65"/>
                  <a:pt x="91" y="65"/>
                  <a:pt x="91" y="65"/>
                </a:cubicBezTo>
                <a:cubicBezTo>
                  <a:pt x="91" y="65"/>
                  <a:pt x="91" y="65"/>
                  <a:pt x="91" y="65"/>
                </a:cubicBezTo>
                <a:cubicBezTo>
                  <a:pt x="90" y="64"/>
                  <a:pt x="89" y="64"/>
                  <a:pt x="88" y="64"/>
                </a:cubicBezTo>
                <a:cubicBezTo>
                  <a:pt x="87" y="64"/>
                  <a:pt x="86" y="64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41" y="105"/>
                  <a:pt x="41" y="105"/>
                  <a:pt x="41" y="105"/>
                </a:cubicBezTo>
                <a:cubicBezTo>
                  <a:pt x="41" y="105"/>
                  <a:pt x="41" y="105"/>
                  <a:pt x="41" y="105"/>
                </a:cubicBezTo>
                <a:cubicBezTo>
                  <a:pt x="41" y="106"/>
                  <a:pt x="40" y="107"/>
                  <a:pt x="40" y="108"/>
                </a:cubicBezTo>
                <a:cubicBezTo>
                  <a:pt x="40" y="110"/>
                  <a:pt x="42" y="112"/>
                  <a:pt x="44" y="112"/>
                </a:cubicBezTo>
                <a:cubicBezTo>
                  <a:pt x="45" y="112"/>
                  <a:pt x="46" y="112"/>
                  <a:pt x="47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88" y="73"/>
                  <a:pt x="88" y="73"/>
                  <a:pt x="88" y="73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30" y="112"/>
                  <a:pt x="131" y="112"/>
                  <a:pt x="132" y="112"/>
                </a:cubicBezTo>
                <a:cubicBezTo>
                  <a:pt x="134" y="112"/>
                  <a:pt x="136" y="110"/>
                  <a:pt x="136" y="108"/>
                </a:cubicBezTo>
                <a:cubicBezTo>
                  <a:pt x="136" y="107"/>
                  <a:pt x="135" y="106"/>
                  <a:pt x="135" y="10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385"/>
          <p:cNvSpPr>
            <a:spLocks noEditPoints="1"/>
          </p:cNvSpPr>
          <p:nvPr/>
        </p:nvSpPr>
        <p:spPr bwMode="auto">
          <a:xfrm>
            <a:off x="2807321" y="2367342"/>
            <a:ext cx="334275" cy="334275"/>
          </a:xfrm>
          <a:custGeom>
            <a:avLst/>
            <a:gdLst>
              <a:gd name="T0" fmla="*/ 100 w 176"/>
              <a:gd name="T1" fmla="*/ 40 h 176"/>
              <a:gd name="T2" fmla="*/ 97 w 176"/>
              <a:gd name="T3" fmla="*/ 41 h 176"/>
              <a:gd name="T4" fmla="*/ 97 w 176"/>
              <a:gd name="T5" fmla="*/ 41 h 176"/>
              <a:gd name="T6" fmla="*/ 57 w 176"/>
              <a:gd name="T7" fmla="*/ 85 h 176"/>
              <a:gd name="T8" fmla="*/ 57 w 176"/>
              <a:gd name="T9" fmla="*/ 85 h 176"/>
              <a:gd name="T10" fmla="*/ 56 w 176"/>
              <a:gd name="T11" fmla="*/ 88 h 176"/>
              <a:gd name="T12" fmla="*/ 57 w 176"/>
              <a:gd name="T13" fmla="*/ 91 h 176"/>
              <a:gd name="T14" fmla="*/ 57 w 176"/>
              <a:gd name="T15" fmla="*/ 91 h 176"/>
              <a:gd name="T16" fmla="*/ 97 w 176"/>
              <a:gd name="T17" fmla="*/ 135 h 176"/>
              <a:gd name="T18" fmla="*/ 97 w 176"/>
              <a:gd name="T19" fmla="*/ 135 h 176"/>
              <a:gd name="T20" fmla="*/ 100 w 176"/>
              <a:gd name="T21" fmla="*/ 136 h 176"/>
              <a:gd name="T22" fmla="*/ 104 w 176"/>
              <a:gd name="T23" fmla="*/ 132 h 176"/>
              <a:gd name="T24" fmla="*/ 103 w 176"/>
              <a:gd name="T25" fmla="*/ 129 h 176"/>
              <a:gd name="T26" fmla="*/ 103 w 176"/>
              <a:gd name="T27" fmla="*/ 129 h 176"/>
              <a:gd name="T28" fmla="*/ 65 w 176"/>
              <a:gd name="T29" fmla="*/ 88 h 176"/>
              <a:gd name="T30" fmla="*/ 103 w 176"/>
              <a:gd name="T31" fmla="*/ 47 h 176"/>
              <a:gd name="T32" fmla="*/ 103 w 176"/>
              <a:gd name="T33" fmla="*/ 47 h 176"/>
              <a:gd name="T34" fmla="*/ 104 w 176"/>
              <a:gd name="T35" fmla="*/ 44 h 176"/>
              <a:gd name="T36" fmla="*/ 100 w 176"/>
              <a:gd name="T37" fmla="*/ 40 h 176"/>
              <a:gd name="T38" fmla="*/ 160 w 176"/>
              <a:gd name="T39" fmla="*/ 0 h 176"/>
              <a:gd name="T40" fmla="*/ 16 w 176"/>
              <a:gd name="T41" fmla="*/ 0 h 176"/>
              <a:gd name="T42" fmla="*/ 0 w 176"/>
              <a:gd name="T43" fmla="*/ 16 h 176"/>
              <a:gd name="T44" fmla="*/ 0 w 176"/>
              <a:gd name="T45" fmla="*/ 160 h 176"/>
              <a:gd name="T46" fmla="*/ 16 w 176"/>
              <a:gd name="T47" fmla="*/ 176 h 176"/>
              <a:gd name="T48" fmla="*/ 160 w 176"/>
              <a:gd name="T49" fmla="*/ 176 h 176"/>
              <a:gd name="T50" fmla="*/ 176 w 176"/>
              <a:gd name="T51" fmla="*/ 160 h 176"/>
              <a:gd name="T52" fmla="*/ 176 w 176"/>
              <a:gd name="T53" fmla="*/ 16 h 176"/>
              <a:gd name="T54" fmla="*/ 160 w 176"/>
              <a:gd name="T55" fmla="*/ 0 h 176"/>
              <a:gd name="T56" fmla="*/ 168 w 176"/>
              <a:gd name="T57" fmla="*/ 160 h 176"/>
              <a:gd name="T58" fmla="*/ 160 w 176"/>
              <a:gd name="T59" fmla="*/ 168 h 176"/>
              <a:gd name="T60" fmla="*/ 16 w 176"/>
              <a:gd name="T61" fmla="*/ 168 h 176"/>
              <a:gd name="T62" fmla="*/ 8 w 176"/>
              <a:gd name="T63" fmla="*/ 160 h 176"/>
              <a:gd name="T64" fmla="*/ 8 w 176"/>
              <a:gd name="T65" fmla="*/ 16 h 176"/>
              <a:gd name="T66" fmla="*/ 16 w 176"/>
              <a:gd name="T67" fmla="*/ 8 h 176"/>
              <a:gd name="T68" fmla="*/ 160 w 176"/>
              <a:gd name="T69" fmla="*/ 8 h 176"/>
              <a:gd name="T70" fmla="*/ 168 w 176"/>
              <a:gd name="T71" fmla="*/ 16 h 176"/>
              <a:gd name="T72" fmla="*/ 168 w 176"/>
              <a:gd name="T7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00" y="40"/>
                </a:moveTo>
                <a:cubicBezTo>
                  <a:pt x="99" y="40"/>
                  <a:pt x="98" y="41"/>
                  <a:pt x="97" y="41"/>
                </a:cubicBezTo>
                <a:cubicBezTo>
                  <a:pt x="97" y="41"/>
                  <a:pt x="97" y="41"/>
                  <a:pt x="97" y="41"/>
                </a:cubicBezTo>
                <a:cubicBezTo>
                  <a:pt x="57" y="85"/>
                  <a:pt x="57" y="85"/>
                  <a:pt x="57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6" y="86"/>
                  <a:pt x="56" y="87"/>
                  <a:pt x="56" y="88"/>
                </a:cubicBezTo>
                <a:cubicBezTo>
                  <a:pt x="56" y="89"/>
                  <a:pt x="56" y="90"/>
                  <a:pt x="57" y="91"/>
                </a:cubicBezTo>
                <a:cubicBezTo>
                  <a:pt x="57" y="91"/>
                  <a:pt x="57" y="91"/>
                  <a:pt x="57" y="91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8" y="135"/>
                  <a:pt x="99" y="136"/>
                  <a:pt x="100" y="136"/>
                </a:cubicBezTo>
                <a:cubicBezTo>
                  <a:pt x="102" y="136"/>
                  <a:pt x="104" y="134"/>
                  <a:pt x="104" y="132"/>
                </a:cubicBezTo>
                <a:cubicBezTo>
                  <a:pt x="104" y="131"/>
                  <a:pt x="104" y="130"/>
                  <a:pt x="103" y="129"/>
                </a:cubicBezTo>
                <a:cubicBezTo>
                  <a:pt x="103" y="129"/>
                  <a:pt x="103" y="129"/>
                  <a:pt x="103" y="129"/>
                </a:cubicBezTo>
                <a:cubicBezTo>
                  <a:pt x="65" y="88"/>
                  <a:pt x="65" y="88"/>
                  <a:pt x="65" y="88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4" y="46"/>
                  <a:pt x="104" y="45"/>
                  <a:pt x="104" y="44"/>
                </a:cubicBezTo>
                <a:cubicBezTo>
                  <a:pt x="104" y="42"/>
                  <a:pt x="102" y="40"/>
                  <a:pt x="100" y="40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386"/>
          <p:cNvSpPr>
            <a:spLocks noEditPoints="1"/>
          </p:cNvSpPr>
          <p:nvPr/>
        </p:nvSpPr>
        <p:spPr bwMode="auto">
          <a:xfrm>
            <a:off x="3446662" y="2367342"/>
            <a:ext cx="334275" cy="334275"/>
          </a:xfrm>
          <a:custGeom>
            <a:avLst/>
            <a:gdLst>
              <a:gd name="T0" fmla="*/ 119 w 176"/>
              <a:gd name="T1" fmla="*/ 85 h 176"/>
              <a:gd name="T2" fmla="*/ 119 w 176"/>
              <a:gd name="T3" fmla="*/ 85 h 176"/>
              <a:gd name="T4" fmla="*/ 79 w 176"/>
              <a:gd name="T5" fmla="*/ 41 h 176"/>
              <a:gd name="T6" fmla="*/ 79 w 176"/>
              <a:gd name="T7" fmla="*/ 41 h 176"/>
              <a:gd name="T8" fmla="*/ 76 w 176"/>
              <a:gd name="T9" fmla="*/ 40 h 176"/>
              <a:gd name="T10" fmla="*/ 72 w 176"/>
              <a:gd name="T11" fmla="*/ 44 h 176"/>
              <a:gd name="T12" fmla="*/ 73 w 176"/>
              <a:gd name="T13" fmla="*/ 47 h 176"/>
              <a:gd name="T14" fmla="*/ 73 w 176"/>
              <a:gd name="T15" fmla="*/ 47 h 176"/>
              <a:gd name="T16" fmla="*/ 111 w 176"/>
              <a:gd name="T17" fmla="*/ 88 h 176"/>
              <a:gd name="T18" fmla="*/ 73 w 176"/>
              <a:gd name="T19" fmla="*/ 129 h 176"/>
              <a:gd name="T20" fmla="*/ 73 w 176"/>
              <a:gd name="T21" fmla="*/ 129 h 176"/>
              <a:gd name="T22" fmla="*/ 72 w 176"/>
              <a:gd name="T23" fmla="*/ 132 h 176"/>
              <a:gd name="T24" fmla="*/ 76 w 176"/>
              <a:gd name="T25" fmla="*/ 136 h 176"/>
              <a:gd name="T26" fmla="*/ 79 w 176"/>
              <a:gd name="T27" fmla="*/ 135 h 176"/>
              <a:gd name="T28" fmla="*/ 79 w 176"/>
              <a:gd name="T29" fmla="*/ 135 h 176"/>
              <a:gd name="T30" fmla="*/ 119 w 176"/>
              <a:gd name="T31" fmla="*/ 91 h 176"/>
              <a:gd name="T32" fmla="*/ 119 w 176"/>
              <a:gd name="T33" fmla="*/ 91 h 176"/>
              <a:gd name="T34" fmla="*/ 120 w 176"/>
              <a:gd name="T35" fmla="*/ 88 h 176"/>
              <a:gd name="T36" fmla="*/ 119 w 176"/>
              <a:gd name="T37" fmla="*/ 85 h 176"/>
              <a:gd name="T38" fmla="*/ 160 w 176"/>
              <a:gd name="T39" fmla="*/ 0 h 176"/>
              <a:gd name="T40" fmla="*/ 16 w 176"/>
              <a:gd name="T41" fmla="*/ 0 h 176"/>
              <a:gd name="T42" fmla="*/ 0 w 176"/>
              <a:gd name="T43" fmla="*/ 16 h 176"/>
              <a:gd name="T44" fmla="*/ 0 w 176"/>
              <a:gd name="T45" fmla="*/ 160 h 176"/>
              <a:gd name="T46" fmla="*/ 16 w 176"/>
              <a:gd name="T47" fmla="*/ 176 h 176"/>
              <a:gd name="T48" fmla="*/ 160 w 176"/>
              <a:gd name="T49" fmla="*/ 176 h 176"/>
              <a:gd name="T50" fmla="*/ 176 w 176"/>
              <a:gd name="T51" fmla="*/ 160 h 176"/>
              <a:gd name="T52" fmla="*/ 176 w 176"/>
              <a:gd name="T53" fmla="*/ 16 h 176"/>
              <a:gd name="T54" fmla="*/ 160 w 176"/>
              <a:gd name="T55" fmla="*/ 0 h 176"/>
              <a:gd name="T56" fmla="*/ 168 w 176"/>
              <a:gd name="T57" fmla="*/ 160 h 176"/>
              <a:gd name="T58" fmla="*/ 160 w 176"/>
              <a:gd name="T59" fmla="*/ 168 h 176"/>
              <a:gd name="T60" fmla="*/ 16 w 176"/>
              <a:gd name="T61" fmla="*/ 168 h 176"/>
              <a:gd name="T62" fmla="*/ 8 w 176"/>
              <a:gd name="T63" fmla="*/ 160 h 176"/>
              <a:gd name="T64" fmla="*/ 8 w 176"/>
              <a:gd name="T65" fmla="*/ 16 h 176"/>
              <a:gd name="T66" fmla="*/ 16 w 176"/>
              <a:gd name="T67" fmla="*/ 8 h 176"/>
              <a:gd name="T68" fmla="*/ 160 w 176"/>
              <a:gd name="T69" fmla="*/ 8 h 176"/>
              <a:gd name="T70" fmla="*/ 168 w 176"/>
              <a:gd name="T71" fmla="*/ 16 h 176"/>
              <a:gd name="T72" fmla="*/ 168 w 176"/>
              <a:gd name="T7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19" y="85"/>
                </a:moveTo>
                <a:cubicBezTo>
                  <a:pt x="119" y="85"/>
                  <a:pt x="119" y="85"/>
                  <a:pt x="119" y="85"/>
                </a:cubicBezTo>
                <a:cubicBezTo>
                  <a:pt x="79" y="41"/>
                  <a:pt x="79" y="41"/>
                  <a:pt x="79" y="41"/>
                </a:cubicBezTo>
                <a:cubicBezTo>
                  <a:pt x="79" y="41"/>
                  <a:pt x="79" y="41"/>
                  <a:pt x="79" y="41"/>
                </a:cubicBezTo>
                <a:cubicBezTo>
                  <a:pt x="78" y="41"/>
                  <a:pt x="77" y="40"/>
                  <a:pt x="76" y="40"/>
                </a:cubicBezTo>
                <a:cubicBezTo>
                  <a:pt x="74" y="40"/>
                  <a:pt x="72" y="42"/>
                  <a:pt x="72" y="44"/>
                </a:cubicBezTo>
                <a:cubicBezTo>
                  <a:pt x="72" y="45"/>
                  <a:pt x="72" y="46"/>
                  <a:pt x="73" y="47"/>
                </a:cubicBezTo>
                <a:cubicBezTo>
                  <a:pt x="73" y="47"/>
                  <a:pt x="73" y="47"/>
                  <a:pt x="73" y="47"/>
                </a:cubicBezTo>
                <a:cubicBezTo>
                  <a:pt x="111" y="88"/>
                  <a:pt x="111" y="88"/>
                  <a:pt x="111" y="88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72" y="130"/>
                  <a:pt x="72" y="131"/>
                  <a:pt x="72" y="132"/>
                </a:cubicBezTo>
                <a:cubicBezTo>
                  <a:pt x="72" y="134"/>
                  <a:pt x="74" y="136"/>
                  <a:pt x="76" y="136"/>
                </a:cubicBezTo>
                <a:cubicBezTo>
                  <a:pt x="77" y="136"/>
                  <a:pt x="78" y="135"/>
                  <a:pt x="79" y="135"/>
                </a:cubicBezTo>
                <a:cubicBezTo>
                  <a:pt x="79" y="135"/>
                  <a:pt x="79" y="135"/>
                  <a:pt x="79" y="135"/>
                </a:cubicBezTo>
                <a:cubicBezTo>
                  <a:pt x="119" y="91"/>
                  <a:pt x="119" y="91"/>
                  <a:pt x="119" y="91"/>
                </a:cubicBezTo>
                <a:cubicBezTo>
                  <a:pt x="119" y="91"/>
                  <a:pt x="119" y="91"/>
                  <a:pt x="119" y="91"/>
                </a:cubicBezTo>
                <a:cubicBezTo>
                  <a:pt x="120" y="90"/>
                  <a:pt x="120" y="89"/>
                  <a:pt x="120" y="88"/>
                </a:cubicBezTo>
                <a:cubicBezTo>
                  <a:pt x="120" y="87"/>
                  <a:pt x="120" y="86"/>
                  <a:pt x="119" y="85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387"/>
          <p:cNvSpPr>
            <a:spLocks noEditPoints="1"/>
          </p:cNvSpPr>
          <p:nvPr/>
        </p:nvSpPr>
        <p:spPr bwMode="auto">
          <a:xfrm>
            <a:off x="4137929" y="2367342"/>
            <a:ext cx="228800" cy="334275"/>
          </a:xfrm>
          <a:custGeom>
            <a:avLst/>
            <a:gdLst>
              <a:gd name="T0" fmla="*/ 116 w 120"/>
              <a:gd name="T1" fmla="*/ 112 h 176"/>
              <a:gd name="T2" fmla="*/ 80 w 120"/>
              <a:gd name="T3" fmla="*/ 112 h 176"/>
              <a:gd name="T4" fmla="*/ 80 w 120"/>
              <a:gd name="T5" fmla="*/ 16 h 176"/>
              <a:gd name="T6" fmla="*/ 64 w 120"/>
              <a:gd name="T7" fmla="*/ 0 h 176"/>
              <a:gd name="T8" fmla="*/ 56 w 120"/>
              <a:gd name="T9" fmla="*/ 0 h 176"/>
              <a:gd name="T10" fmla="*/ 40 w 120"/>
              <a:gd name="T11" fmla="*/ 16 h 176"/>
              <a:gd name="T12" fmla="*/ 40 w 120"/>
              <a:gd name="T13" fmla="*/ 112 h 176"/>
              <a:gd name="T14" fmla="*/ 4 w 120"/>
              <a:gd name="T15" fmla="*/ 112 h 176"/>
              <a:gd name="T16" fmla="*/ 0 w 120"/>
              <a:gd name="T17" fmla="*/ 116 h 176"/>
              <a:gd name="T18" fmla="*/ 1 w 120"/>
              <a:gd name="T19" fmla="*/ 119 h 176"/>
              <a:gd name="T20" fmla="*/ 57 w 120"/>
              <a:gd name="T21" fmla="*/ 175 h 176"/>
              <a:gd name="T22" fmla="*/ 60 w 120"/>
              <a:gd name="T23" fmla="*/ 176 h 176"/>
              <a:gd name="T24" fmla="*/ 63 w 120"/>
              <a:gd name="T25" fmla="*/ 175 h 176"/>
              <a:gd name="T26" fmla="*/ 119 w 120"/>
              <a:gd name="T27" fmla="*/ 119 h 176"/>
              <a:gd name="T28" fmla="*/ 120 w 120"/>
              <a:gd name="T29" fmla="*/ 116 h 176"/>
              <a:gd name="T30" fmla="*/ 116 w 120"/>
              <a:gd name="T31" fmla="*/ 112 h 176"/>
              <a:gd name="T32" fmla="*/ 60 w 120"/>
              <a:gd name="T33" fmla="*/ 166 h 176"/>
              <a:gd name="T34" fmla="*/ 14 w 120"/>
              <a:gd name="T35" fmla="*/ 120 h 176"/>
              <a:gd name="T36" fmla="*/ 48 w 120"/>
              <a:gd name="T37" fmla="*/ 120 h 176"/>
              <a:gd name="T38" fmla="*/ 48 w 120"/>
              <a:gd name="T39" fmla="*/ 16 h 176"/>
              <a:gd name="T40" fmla="*/ 56 w 120"/>
              <a:gd name="T41" fmla="*/ 8 h 176"/>
              <a:gd name="T42" fmla="*/ 64 w 120"/>
              <a:gd name="T43" fmla="*/ 8 h 176"/>
              <a:gd name="T44" fmla="*/ 72 w 120"/>
              <a:gd name="T45" fmla="*/ 16 h 176"/>
              <a:gd name="T46" fmla="*/ 72 w 120"/>
              <a:gd name="T47" fmla="*/ 120 h 176"/>
              <a:gd name="T48" fmla="*/ 106 w 120"/>
              <a:gd name="T49" fmla="*/ 120 h 176"/>
              <a:gd name="T50" fmla="*/ 60 w 120"/>
              <a:gd name="T51" fmla="*/ 1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176">
                <a:moveTo>
                  <a:pt x="116" y="112"/>
                </a:moveTo>
                <a:cubicBezTo>
                  <a:pt x="80" y="112"/>
                  <a:pt x="80" y="112"/>
                  <a:pt x="80" y="112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7"/>
                  <a:pt x="73" y="0"/>
                  <a:pt x="64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7" y="0"/>
                  <a:pt x="40" y="7"/>
                  <a:pt x="40" y="16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" y="112"/>
                  <a:pt x="4" y="112"/>
                  <a:pt x="4" y="112"/>
                </a:cubicBezTo>
                <a:cubicBezTo>
                  <a:pt x="2" y="112"/>
                  <a:pt x="0" y="114"/>
                  <a:pt x="0" y="116"/>
                </a:cubicBezTo>
                <a:cubicBezTo>
                  <a:pt x="0" y="117"/>
                  <a:pt x="0" y="118"/>
                  <a:pt x="1" y="119"/>
                </a:cubicBezTo>
                <a:cubicBezTo>
                  <a:pt x="57" y="175"/>
                  <a:pt x="57" y="175"/>
                  <a:pt x="57" y="175"/>
                </a:cubicBezTo>
                <a:cubicBezTo>
                  <a:pt x="58" y="176"/>
                  <a:pt x="59" y="176"/>
                  <a:pt x="60" y="176"/>
                </a:cubicBezTo>
                <a:cubicBezTo>
                  <a:pt x="61" y="176"/>
                  <a:pt x="62" y="176"/>
                  <a:pt x="63" y="175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0" y="118"/>
                  <a:pt x="120" y="117"/>
                  <a:pt x="120" y="116"/>
                </a:cubicBezTo>
                <a:cubicBezTo>
                  <a:pt x="120" y="114"/>
                  <a:pt x="118" y="112"/>
                  <a:pt x="116" y="112"/>
                </a:cubicBezTo>
                <a:moveTo>
                  <a:pt x="60" y="166"/>
                </a:moveTo>
                <a:cubicBezTo>
                  <a:pt x="14" y="120"/>
                  <a:pt x="14" y="120"/>
                  <a:pt x="14" y="12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12"/>
                  <a:pt x="52" y="8"/>
                  <a:pt x="56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8" y="8"/>
                  <a:pt x="72" y="12"/>
                  <a:pt x="72" y="16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106" y="120"/>
                  <a:pt x="106" y="120"/>
                  <a:pt x="106" y="120"/>
                </a:cubicBezTo>
                <a:lnTo>
                  <a:pt x="60" y="16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388"/>
          <p:cNvSpPr>
            <a:spLocks noEditPoints="1"/>
          </p:cNvSpPr>
          <p:nvPr/>
        </p:nvSpPr>
        <p:spPr bwMode="auto">
          <a:xfrm>
            <a:off x="4777271" y="2367342"/>
            <a:ext cx="228800" cy="334275"/>
          </a:xfrm>
          <a:custGeom>
            <a:avLst/>
            <a:gdLst>
              <a:gd name="T0" fmla="*/ 119 w 120"/>
              <a:gd name="T1" fmla="*/ 57 h 176"/>
              <a:gd name="T2" fmla="*/ 63 w 120"/>
              <a:gd name="T3" fmla="*/ 1 h 176"/>
              <a:gd name="T4" fmla="*/ 60 w 120"/>
              <a:gd name="T5" fmla="*/ 0 h 176"/>
              <a:gd name="T6" fmla="*/ 57 w 120"/>
              <a:gd name="T7" fmla="*/ 1 h 176"/>
              <a:gd name="T8" fmla="*/ 1 w 120"/>
              <a:gd name="T9" fmla="*/ 57 h 176"/>
              <a:gd name="T10" fmla="*/ 0 w 120"/>
              <a:gd name="T11" fmla="*/ 60 h 176"/>
              <a:gd name="T12" fmla="*/ 4 w 120"/>
              <a:gd name="T13" fmla="*/ 64 h 176"/>
              <a:gd name="T14" fmla="*/ 40 w 120"/>
              <a:gd name="T15" fmla="*/ 64 h 176"/>
              <a:gd name="T16" fmla="*/ 40 w 120"/>
              <a:gd name="T17" fmla="*/ 160 h 176"/>
              <a:gd name="T18" fmla="*/ 56 w 120"/>
              <a:gd name="T19" fmla="*/ 176 h 176"/>
              <a:gd name="T20" fmla="*/ 64 w 120"/>
              <a:gd name="T21" fmla="*/ 176 h 176"/>
              <a:gd name="T22" fmla="*/ 80 w 120"/>
              <a:gd name="T23" fmla="*/ 160 h 176"/>
              <a:gd name="T24" fmla="*/ 80 w 120"/>
              <a:gd name="T25" fmla="*/ 64 h 176"/>
              <a:gd name="T26" fmla="*/ 116 w 120"/>
              <a:gd name="T27" fmla="*/ 64 h 176"/>
              <a:gd name="T28" fmla="*/ 120 w 120"/>
              <a:gd name="T29" fmla="*/ 60 h 176"/>
              <a:gd name="T30" fmla="*/ 119 w 120"/>
              <a:gd name="T31" fmla="*/ 57 h 176"/>
              <a:gd name="T32" fmla="*/ 72 w 120"/>
              <a:gd name="T33" fmla="*/ 56 h 176"/>
              <a:gd name="T34" fmla="*/ 72 w 120"/>
              <a:gd name="T35" fmla="*/ 160 h 176"/>
              <a:gd name="T36" fmla="*/ 64 w 120"/>
              <a:gd name="T37" fmla="*/ 168 h 176"/>
              <a:gd name="T38" fmla="*/ 56 w 120"/>
              <a:gd name="T39" fmla="*/ 168 h 176"/>
              <a:gd name="T40" fmla="*/ 48 w 120"/>
              <a:gd name="T41" fmla="*/ 160 h 176"/>
              <a:gd name="T42" fmla="*/ 48 w 120"/>
              <a:gd name="T43" fmla="*/ 56 h 176"/>
              <a:gd name="T44" fmla="*/ 14 w 120"/>
              <a:gd name="T45" fmla="*/ 56 h 176"/>
              <a:gd name="T46" fmla="*/ 60 w 120"/>
              <a:gd name="T47" fmla="*/ 10 h 176"/>
              <a:gd name="T48" fmla="*/ 106 w 120"/>
              <a:gd name="T49" fmla="*/ 56 h 176"/>
              <a:gd name="T50" fmla="*/ 72 w 120"/>
              <a:gd name="T51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176">
                <a:moveTo>
                  <a:pt x="119" y="57"/>
                </a:moveTo>
                <a:cubicBezTo>
                  <a:pt x="63" y="1"/>
                  <a:pt x="63" y="1"/>
                  <a:pt x="63" y="1"/>
                </a:cubicBezTo>
                <a:cubicBezTo>
                  <a:pt x="62" y="0"/>
                  <a:pt x="61" y="0"/>
                  <a:pt x="60" y="0"/>
                </a:cubicBezTo>
                <a:cubicBezTo>
                  <a:pt x="59" y="0"/>
                  <a:pt x="58" y="0"/>
                  <a:pt x="57" y="1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8"/>
                  <a:pt x="0" y="59"/>
                  <a:pt x="0" y="60"/>
                </a:cubicBezTo>
                <a:cubicBezTo>
                  <a:pt x="0" y="62"/>
                  <a:pt x="2" y="64"/>
                  <a:pt x="4" y="64"/>
                </a:cubicBezTo>
                <a:cubicBezTo>
                  <a:pt x="40" y="64"/>
                  <a:pt x="40" y="64"/>
                  <a:pt x="40" y="64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69"/>
                  <a:pt x="47" y="176"/>
                  <a:pt x="56" y="176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73" y="176"/>
                  <a:pt x="80" y="169"/>
                  <a:pt x="80" y="160"/>
                </a:cubicBezTo>
                <a:cubicBezTo>
                  <a:pt x="80" y="64"/>
                  <a:pt x="80" y="64"/>
                  <a:pt x="80" y="64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8" y="64"/>
                  <a:pt x="120" y="62"/>
                  <a:pt x="120" y="60"/>
                </a:cubicBezTo>
                <a:cubicBezTo>
                  <a:pt x="120" y="59"/>
                  <a:pt x="120" y="58"/>
                  <a:pt x="119" y="57"/>
                </a:cubicBezTo>
                <a:moveTo>
                  <a:pt x="72" y="56"/>
                </a:moveTo>
                <a:cubicBezTo>
                  <a:pt x="72" y="160"/>
                  <a:pt x="72" y="160"/>
                  <a:pt x="72" y="160"/>
                </a:cubicBezTo>
                <a:cubicBezTo>
                  <a:pt x="72" y="164"/>
                  <a:pt x="68" y="168"/>
                  <a:pt x="64" y="168"/>
                </a:cubicBezTo>
                <a:cubicBezTo>
                  <a:pt x="56" y="168"/>
                  <a:pt x="56" y="168"/>
                  <a:pt x="56" y="168"/>
                </a:cubicBezTo>
                <a:cubicBezTo>
                  <a:pt x="52" y="168"/>
                  <a:pt x="48" y="164"/>
                  <a:pt x="48" y="160"/>
                </a:cubicBezTo>
                <a:cubicBezTo>
                  <a:pt x="48" y="56"/>
                  <a:pt x="48" y="56"/>
                  <a:pt x="48" y="56"/>
                </a:cubicBezTo>
                <a:cubicBezTo>
                  <a:pt x="14" y="56"/>
                  <a:pt x="14" y="56"/>
                  <a:pt x="14" y="56"/>
                </a:cubicBezTo>
                <a:cubicBezTo>
                  <a:pt x="60" y="10"/>
                  <a:pt x="60" y="10"/>
                  <a:pt x="60" y="10"/>
                </a:cubicBezTo>
                <a:cubicBezTo>
                  <a:pt x="106" y="56"/>
                  <a:pt x="106" y="56"/>
                  <a:pt x="106" y="56"/>
                </a:cubicBezTo>
                <a:lnTo>
                  <a:pt x="72" y="5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389"/>
          <p:cNvSpPr>
            <a:spLocks noEditPoints="1"/>
          </p:cNvSpPr>
          <p:nvPr/>
        </p:nvSpPr>
        <p:spPr bwMode="auto">
          <a:xfrm>
            <a:off x="5363063" y="2419268"/>
            <a:ext cx="335898" cy="228800"/>
          </a:xfrm>
          <a:custGeom>
            <a:avLst/>
            <a:gdLst>
              <a:gd name="T0" fmla="*/ 160 w 176"/>
              <a:gd name="T1" fmla="*/ 40 h 120"/>
              <a:gd name="T2" fmla="*/ 64 w 176"/>
              <a:gd name="T3" fmla="*/ 40 h 120"/>
              <a:gd name="T4" fmla="*/ 64 w 176"/>
              <a:gd name="T5" fmla="*/ 4 h 120"/>
              <a:gd name="T6" fmla="*/ 60 w 176"/>
              <a:gd name="T7" fmla="*/ 0 h 120"/>
              <a:gd name="T8" fmla="*/ 57 w 176"/>
              <a:gd name="T9" fmla="*/ 1 h 120"/>
              <a:gd name="T10" fmla="*/ 1 w 176"/>
              <a:gd name="T11" fmla="*/ 57 h 120"/>
              <a:gd name="T12" fmla="*/ 0 w 176"/>
              <a:gd name="T13" fmla="*/ 60 h 120"/>
              <a:gd name="T14" fmla="*/ 1 w 176"/>
              <a:gd name="T15" fmla="*/ 63 h 120"/>
              <a:gd name="T16" fmla="*/ 57 w 176"/>
              <a:gd name="T17" fmla="*/ 119 h 120"/>
              <a:gd name="T18" fmla="*/ 60 w 176"/>
              <a:gd name="T19" fmla="*/ 120 h 120"/>
              <a:gd name="T20" fmla="*/ 64 w 176"/>
              <a:gd name="T21" fmla="*/ 116 h 120"/>
              <a:gd name="T22" fmla="*/ 64 w 176"/>
              <a:gd name="T23" fmla="*/ 80 h 120"/>
              <a:gd name="T24" fmla="*/ 160 w 176"/>
              <a:gd name="T25" fmla="*/ 80 h 120"/>
              <a:gd name="T26" fmla="*/ 176 w 176"/>
              <a:gd name="T27" fmla="*/ 64 h 120"/>
              <a:gd name="T28" fmla="*/ 176 w 176"/>
              <a:gd name="T29" fmla="*/ 56 h 120"/>
              <a:gd name="T30" fmla="*/ 160 w 176"/>
              <a:gd name="T31" fmla="*/ 40 h 120"/>
              <a:gd name="T32" fmla="*/ 168 w 176"/>
              <a:gd name="T33" fmla="*/ 64 h 120"/>
              <a:gd name="T34" fmla="*/ 160 w 176"/>
              <a:gd name="T35" fmla="*/ 72 h 120"/>
              <a:gd name="T36" fmla="*/ 56 w 176"/>
              <a:gd name="T37" fmla="*/ 72 h 120"/>
              <a:gd name="T38" fmla="*/ 56 w 176"/>
              <a:gd name="T39" fmla="*/ 106 h 120"/>
              <a:gd name="T40" fmla="*/ 10 w 176"/>
              <a:gd name="T41" fmla="*/ 60 h 120"/>
              <a:gd name="T42" fmla="*/ 56 w 176"/>
              <a:gd name="T43" fmla="*/ 14 h 120"/>
              <a:gd name="T44" fmla="*/ 56 w 176"/>
              <a:gd name="T45" fmla="*/ 48 h 120"/>
              <a:gd name="T46" fmla="*/ 160 w 176"/>
              <a:gd name="T47" fmla="*/ 48 h 120"/>
              <a:gd name="T48" fmla="*/ 168 w 176"/>
              <a:gd name="T49" fmla="*/ 56 h 120"/>
              <a:gd name="T50" fmla="*/ 168 w 176"/>
              <a:gd name="T51" fmla="*/ 6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76" h="120">
                <a:moveTo>
                  <a:pt x="160" y="40"/>
                </a:moveTo>
                <a:cubicBezTo>
                  <a:pt x="64" y="40"/>
                  <a:pt x="64" y="40"/>
                  <a:pt x="64" y="40"/>
                </a:cubicBezTo>
                <a:cubicBezTo>
                  <a:pt x="64" y="4"/>
                  <a:pt x="64" y="4"/>
                  <a:pt x="64" y="4"/>
                </a:cubicBezTo>
                <a:cubicBezTo>
                  <a:pt x="64" y="2"/>
                  <a:pt x="62" y="0"/>
                  <a:pt x="60" y="0"/>
                </a:cubicBezTo>
                <a:cubicBezTo>
                  <a:pt x="59" y="0"/>
                  <a:pt x="58" y="0"/>
                  <a:pt x="57" y="1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8"/>
                  <a:pt x="0" y="59"/>
                  <a:pt x="0" y="60"/>
                </a:cubicBezTo>
                <a:cubicBezTo>
                  <a:pt x="0" y="61"/>
                  <a:pt x="0" y="62"/>
                  <a:pt x="1" y="63"/>
                </a:cubicBezTo>
                <a:cubicBezTo>
                  <a:pt x="57" y="119"/>
                  <a:pt x="57" y="119"/>
                  <a:pt x="57" y="119"/>
                </a:cubicBezTo>
                <a:cubicBezTo>
                  <a:pt x="58" y="120"/>
                  <a:pt x="59" y="120"/>
                  <a:pt x="60" y="120"/>
                </a:cubicBezTo>
                <a:cubicBezTo>
                  <a:pt x="62" y="120"/>
                  <a:pt x="64" y="118"/>
                  <a:pt x="64" y="116"/>
                </a:cubicBezTo>
                <a:cubicBezTo>
                  <a:pt x="64" y="80"/>
                  <a:pt x="64" y="80"/>
                  <a:pt x="64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9" y="80"/>
                  <a:pt x="176" y="73"/>
                  <a:pt x="176" y="64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47"/>
                  <a:pt x="169" y="40"/>
                  <a:pt x="160" y="40"/>
                </a:cubicBezTo>
                <a:moveTo>
                  <a:pt x="168" y="64"/>
                </a:moveTo>
                <a:cubicBezTo>
                  <a:pt x="168" y="68"/>
                  <a:pt x="164" y="72"/>
                  <a:pt x="160" y="72"/>
                </a:cubicBezTo>
                <a:cubicBezTo>
                  <a:pt x="56" y="72"/>
                  <a:pt x="56" y="72"/>
                  <a:pt x="56" y="72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10" y="60"/>
                  <a:pt x="10" y="60"/>
                  <a:pt x="10" y="60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48"/>
                  <a:pt x="56" y="48"/>
                  <a:pt x="56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4" y="48"/>
                  <a:pt x="168" y="52"/>
                  <a:pt x="168" y="56"/>
                </a:cubicBezTo>
                <a:lnTo>
                  <a:pt x="168" y="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390"/>
          <p:cNvSpPr>
            <a:spLocks noEditPoints="1"/>
          </p:cNvSpPr>
          <p:nvPr/>
        </p:nvSpPr>
        <p:spPr bwMode="auto">
          <a:xfrm>
            <a:off x="6002404" y="2419268"/>
            <a:ext cx="334275" cy="228800"/>
          </a:xfrm>
          <a:custGeom>
            <a:avLst/>
            <a:gdLst>
              <a:gd name="T0" fmla="*/ 175 w 176"/>
              <a:gd name="T1" fmla="*/ 57 h 120"/>
              <a:gd name="T2" fmla="*/ 119 w 176"/>
              <a:gd name="T3" fmla="*/ 1 h 120"/>
              <a:gd name="T4" fmla="*/ 116 w 176"/>
              <a:gd name="T5" fmla="*/ 0 h 120"/>
              <a:gd name="T6" fmla="*/ 112 w 176"/>
              <a:gd name="T7" fmla="*/ 4 h 120"/>
              <a:gd name="T8" fmla="*/ 112 w 176"/>
              <a:gd name="T9" fmla="*/ 40 h 120"/>
              <a:gd name="T10" fmla="*/ 16 w 176"/>
              <a:gd name="T11" fmla="*/ 40 h 120"/>
              <a:gd name="T12" fmla="*/ 0 w 176"/>
              <a:gd name="T13" fmla="*/ 56 h 120"/>
              <a:gd name="T14" fmla="*/ 0 w 176"/>
              <a:gd name="T15" fmla="*/ 64 h 120"/>
              <a:gd name="T16" fmla="*/ 16 w 176"/>
              <a:gd name="T17" fmla="*/ 80 h 120"/>
              <a:gd name="T18" fmla="*/ 112 w 176"/>
              <a:gd name="T19" fmla="*/ 80 h 120"/>
              <a:gd name="T20" fmla="*/ 112 w 176"/>
              <a:gd name="T21" fmla="*/ 116 h 120"/>
              <a:gd name="T22" fmla="*/ 116 w 176"/>
              <a:gd name="T23" fmla="*/ 120 h 120"/>
              <a:gd name="T24" fmla="*/ 119 w 176"/>
              <a:gd name="T25" fmla="*/ 119 h 120"/>
              <a:gd name="T26" fmla="*/ 175 w 176"/>
              <a:gd name="T27" fmla="*/ 63 h 120"/>
              <a:gd name="T28" fmla="*/ 176 w 176"/>
              <a:gd name="T29" fmla="*/ 60 h 120"/>
              <a:gd name="T30" fmla="*/ 175 w 176"/>
              <a:gd name="T31" fmla="*/ 57 h 120"/>
              <a:gd name="T32" fmla="*/ 120 w 176"/>
              <a:gd name="T33" fmla="*/ 106 h 120"/>
              <a:gd name="T34" fmla="*/ 120 w 176"/>
              <a:gd name="T35" fmla="*/ 72 h 120"/>
              <a:gd name="T36" fmla="*/ 16 w 176"/>
              <a:gd name="T37" fmla="*/ 72 h 120"/>
              <a:gd name="T38" fmla="*/ 8 w 176"/>
              <a:gd name="T39" fmla="*/ 64 h 120"/>
              <a:gd name="T40" fmla="*/ 8 w 176"/>
              <a:gd name="T41" fmla="*/ 56 h 120"/>
              <a:gd name="T42" fmla="*/ 16 w 176"/>
              <a:gd name="T43" fmla="*/ 48 h 120"/>
              <a:gd name="T44" fmla="*/ 120 w 176"/>
              <a:gd name="T45" fmla="*/ 48 h 120"/>
              <a:gd name="T46" fmla="*/ 120 w 176"/>
              <a:gd name="T47" fmla="*/ 14 h 120"/>
              <a:gd name="T48" fmla="*/ 166 w 176"/>
              <a:gd name="T49" fmla="*/ 60 h 120"/>
              <a:gd name="T50" fmla="*/ 120 w 176"/>
              <a:gd name="T51" fmla="*/ 106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76" h="120">
                <a:moveTo>
                  <a:pt x="175" y="57"/>
                </a:moveTo>
                <a:cubicBezTo>
                  <a:pt x="119" y="1"/>
                  <a:pt x="119" y="1"/>
                  <a:pt x="119" y="1"/>
                </a:cubicBezTo>
                <a:cubicBezTo>
                  <a:pt x="118" y="0"/>
                  <a:pt x="117" y="0"/>
                  <a:pt x="116" y="0"/>
                </a:cubicBezTo>
                <a:cubicBezTo>
                  <a:pt x="114" y="0"/>
                  <a:pt x="112" y="2"/>
                  <a:pt x="112" y="4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7" y="40"/>
                  <a:pt x="0" y="47"/>
                  <a:pt x="0" y="5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73"/>
                  <a:pt x="7" y="80"/>
                  <a:pt x="16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18"/>
                  <a:pt x="114" y="120"/>
                  <a:pt x="116" y="120"/>
                </a:cubicBezTo>
                <a:cubicBezTo>
                  <a:pt x="117" y="120"/>
                  <a:pt x="118" y="120"/>
                  <a:pt x="119" y="119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6" y="62"/>
                  <a:pt x="176" y="61"/>
                  <a:pt x="176" y="60"/>
                </a:cubicBezTo>
                <a:cubicBezTo>
                  <a:pt x="176" y="59"/>
                  <a:pt x="176" y="58"/>
                  <a:pt x="175" y="57"/>
                </a:cubicBezTo>
                <a:moveTo>
                  <a:pt x="120" y="106"/>
                </a:moveTo>
                <a:cubicBezTo>
                  <a:pt x="120" y="72"/>
                  <a:pt x="120" y="72"/>
                  <a:pt x="120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2" y="72"/>
                  <a:pt x="8" y="68"/>
                  <a:pt x="8" y="64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2"/>
                  <a:pt x="12" y="48"/>
                  <a:pt x="16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14"/>
                  <a:pt x="120" y="14"/>
                  <a:pt x="120" y="14"/>
                </a:cubicBezTo>
                <a:cubicBezTo>
                  <a:pt x="166" y="60"/>
                  <a:pt x="166" y="60"/>
                  <a:pt x="166" y="60"/>
                </a:cubicBezTo>
                <a:lnTo>
                  <a:pt x="120" y="10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391"/>
          <p:cNvSpPr>
            <a:spLocks/>
          </p:cNvSpPr>
          <p:nvPr/>
        </p:nvSpPr>
        <p:spPr bwMode="auto">
          <a:xfrm>
            <a:off x="6687181" y="2367342"/>
            <a:ext cx="243404" cy="334275"/>
          </a:xfrm>
          <a:custGeom>
            <a:avLst/>
            <a:gdLst>
              <a:gd name="T0" fmla="*/ 127 w 128"/>
              <a:gd name="T1" fmla="*/ 41 h 176"/>
              <a:gd name="T2" fmla="*/ 87 w 128"/>
              <a:gd name="T3" fmla="*/ 1 h 176"/>
              <a:gd name="T4" fmla="*/ 84 w 128"/>
              <a:gd name="T5" fmla="*/ 0 h 176"/>
              <a:gd name="T6" fmla="*/ 80 w 128"/>
              <a:gd name="T7" fmla="*/ 4 h 176"/>
              <a:gd name="T8" fmla="*/ 81 w 128"/>
              <a:gd name="T9" fmla="*/ 7 h 176"/>
              <a:gd name="T10" fmla="*/ 114 w 128"/>
              <a:gd name="T11" fmla="*/ 40 h 176"/>
              <a:gd name="T12" fmla="*/ 4 w 128"/>
              <a:gd name="T13" fmla="*/ 40 h 176"/>
              <a:gd name="T14" fmla="*/ 0 w 128"/>
              <a:gd name="T15" fmla="*/ 44 h 176"/>
              <a:gd name="T16" fmla="*/ 0 w 128"/>
              <a:gd name="T17" fmla="*/ 172 h 176"/>
              <a:gd name="T18" fmla="*/ 4 w 128"/>
              <a:gd name="T19" fmla="*/ 176 h 176"/>
              <a:gd name="T20" fmla="*/ 8 w 128"/>
              <a:gd name="T21" fmla="*/ 172 h 176"/>
              <a:gd name="T22" fmla="*/ 8 w 128"/>
              <a:gd name="T23" fmla="*/ 48 h 176"/>
              <a:gd name="T24" fmla="*/ 114 w 128"/>
              <a:gd name="T25" fmla="*/ 48 h 176"/>
              <a:gd name="T26" fmla="*/ 81 w 128"/>
              <a:gd name="T27" fmla="*/ 81 h 176"/>
              <a:gd name="T28" fmla="*/ 80 w 128"/>
              <a:gd name="T29" fmla="*/ 84 h 176"/>
              <a:gd name="T30" fmla="*/ 84 w 128"/>
              <a:gd name="T31" fmla="*/ 88 h 176"/>
              <a:gd name="T32" fmla="*/ 87 w 128"/>
              <a:gd name="T33" fmla="*/ 87 h 176"/>
              <a:gd name="T34" fmla="*/ 127 w 128"/>
              <a:gd name="T35" fmla="*/ 47 h 176"/>
              <a:gd name="T36" fmla="*/ 128 w 128"/>
              <a:gd name="T37" fmla="*/ 44 h 176"/>
              <a:gd name="T38" fmla="*/ 127 w 128"/>
              <a:gd name="T39" fmla="*/ 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8" h="176">
                <a:moveTo>
                  <a:pt x="127" y="41"/>
                </a:moveTo>
                <a:cubicBezTo>
                  <a:pt x="87" y="1"/>
                  <a:pt x="87" y="1"/>
                  <a:pt x="87" y="1"/>
                </a:cubicBezTo>
                <a:cubicBezTo>
                  <a:pt x="86" y="0"/>
                  <a:pt x="85" y="0"/>
                  <a:pt x="84" y="0"/>
                </a:cubicBezTo>
                <a:cubicBezTo>
                  <a:pt x="82" y="0"/>
                  <a:pt x="80" y="2"/>
                  <a:pt x="80" y="4"/>
                </a:cubicBezTo>
                <a:cubicBezTo>
                  <a:pt x="80" y="5"/>
                  <a:pt x="80" y="6"/>
                  <a:pt x="81" y="7"/>
                </a:cubicBezTo>
                <a:cubicBezTo>
                  <a:pt x="114" y="40"/>
                  <a:pt x="114" y="40"/>
                  <a:pt x="114" y="40"/>
                </a:cubicBezTo>
                <a:cubicBezTo>
                  <a:pt x="4" y="40"/>
                  <a:pt x="4" y="40"/>
                  <a:pt x="4" y="40"/>
                </a:cubicBezTo>
                <a:cubicBezTo>
                  <a:pt x="2" y="40"/>
                  <a:pt x="0" y="42"/>
                  <a:pt x="0" y="4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" y="176"/>
                  <a:pt x="8" y="174"/>
                  <a:pt x="8" y="172"/>
                </a:cubicBezTo>
                <a:cubicBezTo>
                  <a:pt x="8" y="48"/>
                  <a:pt x="8" y="48"/>
                  <a:pt x="8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81" y="81"/>
                  <a:pt x="81" y="81"/>
                  <a:pt x="81" y="81"/>
                </a:cubicBezTo>
                <a:cubicBezTo>
                  <a:pt x="80" y="82"/>
                  <a:pt x="80" y="83"/>
                  <a:pt x="80" y="84"/>
                </a:cubicBezTo>
                <a:cubicBezTo>
                  <a:pt x="80" y="86"/>
                  <a:pt x="82" y="88"/>
                  <a:pt x="84" y="88"/>
                </a:cubicBezTo>
                <a:cubicBezTo>
                  <a:pt x="85" y="88"/>
                  <a:pt x="86" y="88"/>
                  <a:pt x="87" y="87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28" y="46"/>
                  <a:pt x="128" y="45"/>
                  <a:pt x="128" y="44"/>
                </a:cubicBezTo>
                <a:cubicBezTo>
                  <a:pt x="128" y="43"/>
                  <a:pt x="128" y="42"/>
                  <a:pt x="127" y="4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392"/>
          <p:cNvSpPr>
            <a:spLocks noEditPoints="1"/>
          </p:cNvSpPr>
          <p:nvPr/>
        </p:nvSpPr>
        <p:spPr bwMode="auto">
          <a:xfrm>
            <a:off x="7281087" y="2412778"/>
            <a:ext cx="334275" cy="243404"/>
          </a:xfrm>
          <a:custGeom>
            <a:avLst/>
            <a:gdLst>
              <a:gd name="T0" fmla="*/ 175 w 176"/>
              <a:gd name="T1" fmla="*/ 41 h 128"/>
              <a:gd name="T2" fmla="*/ 135 w 176"/>
              <a:gd name="T3" fmla="*/ 1 h 128"/>
              <a:gd name="T4" fmla="*/ 132 w 176"/>
              <a:gd name="T5" fmla="*/ 0 h 128"/>
              <a:gd name="T6" fmla="*/ 128 w 176"/>
              <a:gd name="T7" fmla="*/ 4 h 128"/>
              <a:gd name="T8" fmla="*/ 128 w 176"/>
              <a:gd name="T9" fmla="*/ 40 h 128"/>
              <a:gd name="T10" fmla="*/ 4 w 176"/>
              <a:gd name="T11" fmla="*/ 40 h 128"/>
              <a:gd name="T12" fmla="*/ 0 w 176"/>
              <a:gd name="T13" fmla="*/ 44 h 128"/>
              <a:gd name="T14" fmla="*/ 0 w 176"/>
              <a:gd name="T15" fmla="*/ 124 h 128"/>
              <a:gd name="T16" fmla="*/ 4 w 176"/>
              <a:gd name="T17" fmla="*/ 128 h 128"/>
              <a:gd name="T18" fmla="*/ 8 w 176"/>
              <a:gd name="T19" fmla="*/ 124 h 128"/>
              <a:gd name="T20" fmla="*/ 8 w 176"/>
              <a:gd name="T21" fmla="*/ 48 h 128"/>
              <a:gd name="T22" fmla="*/ 128 w 176"/>
              <a:gd name="T23" fmla="*/ 48 h 128"/>
              <a:gd name="T24" fmla="*/ 128 w 176"/>
              <a:gd name="T25" fmla="*/ 84 h 128"/>
              <a:gd name="T26" fmla="*/ 132 w 176"/>
              <a:gd name="T27" fmla="*/ 88 h 128"/>
              <a:gd name="T28" fmla="*/ 135 w 176"/>
              <a:gd name="T29" fmla="*/ 87 h 128"/>
              <a:gd name="T30" fmla="*/ 175 w 176"/>
              <a:gd name="T31" fmla="*/ 47 h 128"/>
              <a:gd name="T32" fmla="*/ 176 w 176"/>
              <a:gd name="T33" fmla="*/ 44 h 128"/>
              <a:gd name="T34" fmla="*/ 175 w 176"/>
              <a:gd name="T35" fmla="*/ 41 h 128"/>
              <a:gd name="T36" fmla="*/ 136 w 176"/>
              <a:gd name="T37" fmla="*/ 74 h 128"/>
              <a:gd name="T38" fmla="*/ 136 w 176"/>
              <a:gd name="T39" fmla="*/ 14 h 128"/>
              <a:gd name="T40" fmla="*/ 166 w 176"/>
              <a:gd name="T41" fmla="*/ 44 h 128"/>
              <a:gd name="T42" fmla="*/ 136 w 176"/>
              <a:gd name="T43" fmla="*/ 7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6" h="128">
                <a:moveTo>
                  <a:pt x="175" y="41"/>
                </a:moveTo>
                <a:cubicBezTo>
                  <a:pt x="135" y="1"/>
                  <a:pt x="135" y="1"/>
                  <a:pt x="135" y="1"/>
                </a:cubicBezTo>
                <a:cubicBezTo>
                  <a:pt x="134" y="0"/>
                  <a:pt x="133" y="0"/>
                  <a:pt x="132" y="0"/>
                </a:cubicBezTo>
                <a:cubicBezTo>
                  <a:pt x="130" y="0"/>
                  <a:pt x="128" y="2"/>
                  <a:pt x="128" y="4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4" y="40"/>
                  <a:pt x="4" y="40"/>
                  <a:pt x="4" y="40"/>
                </a:cubicBezTo>
                <a:cubicBezTo>
                  <a:pt x="2" y="40"/>
                  <a:pt x="0" y="42"/>
                  <a:pt x="0" y="4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6" y="128"/>
                  <a:pt x="8" y="126"/>
                  <a:pt x="8" y="124"/>
                </a:cubicBezTo>
                <a:cubicBezTo>
                  <a:pt x="8" y="48"/>
                  <a:pt x="8" y="48"/>
                  <a:pt x="8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28" y="86"/>
                  <a:pt x="130" y="88"/>
                  <a:pt x="132" y="88"/>
                </a:cubicBezTo>
                <a:cubicBezTo>
                  <a:pt x="133" y="88"/>
                  <a:pt x="134" y="88"/>
                  <a:pt x="135" y="87"/>
                </a:cubicBezTo>
                <a:cubicBezTo>
                  <a:pt x="175" y="47"/>
                  <a:pt x="175" y="47"/>
                  <a:pt x="175" y="47"/>
                </a:cubicBezTo>
                <a:cubicBezTo>
                  <a:pt x="176" y="46"/>
                  <a:pt x="176" y="45"/>
                  <a:pt x="176" y="44"/>
                </a:cubicBezTo>
                <a:cubicBezTo>
                  <a:pt x="176" y="43"/>
                  <a:pt x="176" y="42"/>
                  <a:pt x="175" y="41"/>
                </a:cubicBezTo>
                <a:moveTo>
                  <a:pt x="136" y="74"/>
                </a:moveTo>
                <a:cubicBezTo>
                  <a:pt x="136" y="14"/>
                  <a:pt x="136" y="14"/>
                  <a:pt x="136" y="14"/>
                </a:cubicBezTo>
                <a:cubicBezTo>
                  <a:pt x="166" y="44"/>
                  <a:pt x="166" y="44"/>
                  <a:pt x="166" y="44"/>
                </a:cubicBezTo>
                <a:lnTo>
                  <a:pt x="136" y="7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393"/>
          <p:cNvSpPr>
            <a:spLocks noEditPoints="1"/>
          </p:cNvSpPr>
          <p:nvPr/>
        </p:nvSpPr>
        <p:spPr bwMode="auto">
          <a:xfrm>
            <a:off x="1528638" y="3005061"/>
            <a:ext cx="335898" cy="334275"/>
          </a:xfrm>
          <a:custGeom>
            <a:avLst/>
            <a:gdLst>
              <a:gd name="T0" fmla="*/ 76 w 176"/>
              <a:gd name="T1" fmla="*/ 96 h 176"/>
              <a:gd name="T2" fmla="*/ 73 w 176"/>
              <a:gd name="T3" fmla="*/ 97 h 176"/>
              <a:gd name="T4" fmla="*/ 8 w 176"/>
              <a:gd name="T5" fmla="*/ 162 h 176"/>
              <a:gd name="T6" fmla="*/ 8 w 176"/>
              <a:gd name="T7" fmla="*/ 116 h 176"/>
              <a:gd name="T8" fmla="*/ 4 w 176"/>
              <a:gd name="T9" fmla="*/ 112 h 176"/>
              <a:gd name="T10" fmla="*/ 0 w 176"/>
              <a:gd name="T11" fmla="*/ 116 h 176"/>
              <a:gd name="T12" fmla="*/ 0 w 176"/>
              <a:gd name="T13" fmla="*/ 172 h 176"/>
              <a:gd name="T14" fmla="*/ 4 w 176"/>
              <a:gd name="T15" fmla="*/ 176 h 176"/>
              <a:gd name="T16" fmla="*/ 60 w 176"/>
              <a:gd name="T17" fmla="*/ 176 h 176"/>
              <a:gd name="T18" fmla="*/ 64 w 176"/>
              <a:gd name="T19" fmla="*/ 172 h 176"/>
              <a:gd name="T20" fmla="*/ 60 w 176"/>
              <a:gd name="T21" fmla="*/ 168 h 176"/>
              <a:gd name="T22" fmla="*/ 14 w 176"/>
              <a:gd name="T23" fmla="*/ 168 h 176"/>
              <a:gd name="T24" fmla="*/ 79 w 176"/>
              <a:gd name="T25" fmla="*/ 103 h 176"/>
              <a:gd name="T26" fmla="*/ 80 w 176"/>
              <a:gd name="T27" fmla="*/ 100 h 176"/>
              <a:gd name="T28" fmla="*/ 76 w 176"/>
              <a:gd name="T29" fmla="*/ 96 h 176"/>
              <a:gd name="T30" fmla="*/ 172 w 176"/>
              <a:gd name="T31" fmla="*/ 0 h 176"/>
              <a:gd name="T32" fmla="*/ 116 w 176"/>
              <a:gd name="T33" fmla="*/ 0 h 176"/>
              <a:gd name="T34" fmla="*/ 112 w 176"/>
              <a:gd name="T35" fmla="*/ 4 h 176"/>
              <a:gd name="T36" fmla="*/ 116 w 176"/>
              <a:gd name="T37" fmla="*/ 8 h 176"/>
              <a:gd name="T38" fmla="*/ 162 w 176"/>
              <a:gd name="T39" fmla="*/ 8 h 176"/>
              <a:gd name="T40" fmla="*/ 97 w 176"/>
              <a:gd name="T41" fmla="*/ 73 h 176"/>
              <a:gd name="T42" fmla="*/ 96 w 176"/>
              <a:gd name="T43" fmla="*/ 76 h 176"/>
              <a:gd name="T44" fmla="*/ 100 w 176"/>
              <a:gd name="T45" fmla="*/ 80 h 176"/>
              <a:gd name="T46" fmla="*/ 103 w 176"/>
              <a:gd name="T47" fmla="*/ 79 h 176"/>
              <a:gd name="T48" fmla="*/ 168 w 176"/>
              <a:gd name="T49" fmla="*/ 14 h 176"/>
              <a:gd name="T50" fmla="*/ 168 w 176"/>
              <a:gd name="T51" fmla="*/ 60 h 176"/>
              <a:gd name="T52" fmla="*/ 172 w 176"/>
              <a:gd name="T53" fmla="*/ 64 h 176"/>
              <a:gd name="T54" fmla="*/ 176 w 176"/>
              <a:gd name="T55" fmla="*/ 60 h 176"/>
              <a:gd name="T56" fmla="*/ 176 w 176"/>
              <a:gd name="T57" fmla="*/ 4 h 176"/>
              <a:gd name="T58" fmla="*/ 172 w 176"/>
              <a:gd name="T59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76">
                <a:moveTo>
                  <a:pt x="76" y="96"/>
                </a:moveTo>
                <a:cubicBezTo>
                  <a:pt x="75" y="96"/>
                  <a:pt x="74" y="96"/>
                  <a:pt x="73" y="97"/>
                </a:cubicBezTo>
                <a:cubicBezTo>
                  <a:pt x="8" y="162"/>
                  <a:pt x="8" y="162"/>
                  <a:pt x="8" y="162"/>
                </a:cubicBezTo>
                <a:cubicBezTo>
                  <a:pt x="8" y="116"/>
                  <a:pt x="8" y="116"/>
                  <a:pt x="8" y="116"/>
                </a:cubicBezTo>
                <a:cubicBezTo>
                  <a:pt x="8" y="114"/>
                  <a:pt x="6" y="112"/>
                  <a:pt x="4" y="112"/>
                </a:cubicBezTo>
                <a:cubicBezTo>
                  <a:pt x="2" y="112"/>
                  <a:pt x="0" y="114"/>
                  <a:pt x="0" y="116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62" y="176"/>
                  <a:pt x="64" y="174"/>
                  <a:pt x="64" y="172"/>
                </a:cubicBezTo>
                <a:cubicBezTo>
                  <a:pt x="64" y="170"/>
                  <a:pt x="62" y="168"/>
                  <a:pt x="60" y="168"/>
                </a:cubicBezTo>
                <a:cubicBezTo>
                  <a:pt x="14" y="168"/>
                  <a:pt x="14" y="168"/>
                  <a:pt x="14" y="168"/>
                </a:cubicBezTo>
                <a:cubicBezTo>
                  <a:pt x="79" y="103"/>
                  <a:pt x="79" y="103"/>
                  <a:pt x="79" y="103"/>
                </a:cubicBezTo>
                <a:cubicBezTo>
                  <a:pt x="80" y="102"/>
                  <a:pt x="80" y="101"/>
                  <a:pt x="80" y="100"/>
                </a:cubicBezTo>
                <a:cubicBezTo>
                  <a:pt x="80" y="98"/>
                  <a:pt x="78" y="96"/>
                  <a:pt x="76" y="96"/>
                </a:cubicBezTo>
                <a:moveTo>
                  <a:pt x="172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14" y="0"/>
                  <a:pt x="112" y="2"/>
                  <a:pt x="112" y="4"/>
                </a:cubicBezTo>
                <a:cubicBezTo>
                  <a:pt x="112" y="6"/>
                  <a:pt x="114" y="8"/>
                  <a:pt x="116" y="8"/>
                </a:cubicBezTo>
                <a:cubicBezTo>
                  <a:pt x="162" y="8"/>
                  <a:pt x="162" y="8"/>
                  <a:pt x="162" y="8"/>
                </a:cubicBezTo>
                <a:cubicBezTo>
                  <a:pt x="97" y="73"/>
                  <a:pt x="97" y="73"/>
                  <a:pt x="97" y="73"/>
                </a:cubicBezTo>
                <a:cubicBezTo>
                  <a:pt x="96" y="74"/>
                  <a:pt x="96" y="75"/>
                  <a:pt x="96" y="76"/>
                </a:cubicBezTo>
                <a:cubicBezTo>
                  <a:pt x="96" y="78"/>
                  <a:pt x="98" y="80"/>
                  <a:pt x="100" y="80"/>
                </a:cubicBezTo>
                <a:cubicBezTo>
                  <a:pt x="101" y="80"/>
                  <a:pt x="102" y="80"/>
                  <a:pt x="103" y="79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8" y="60"/>
                  <a:pt x="168" y="60"/>
                  <a:pt x="168" y="60"/>
                </a:cubicBezTo>
                <a:cubicBezTo>
                  <a:pt x="168" y="62"/>
                  <a:pt x="170" y="64"/>
                  <a:pt x="172" y="64"/>
                </a:cubicBezTo>
                <a:cubicBezTo>
                  <a:pt x="174" y="64"/>
                  <a:pt x="176" y="62"/>
                  <a:pt x="176" y="60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394"/>
          <p:cNvSpPr>
            <a:spLocks noEditPoints="1"/>
          </p:cNvSpPr>
          <p:nvPr/>
        </p:nvSpPr>
        <p:spPr bwMode="auto">
          <a:xfrm>
            <a:off x="2167979" y="3005061"/>
            <a:ext cx="334275" cy="334275"/>
          </a:xfrm>
          <a:custGeom>
            <a:avLst/>
            <a:gdLst>
              <a:gd name="T0" fmla="*/ 76 w 176"/>
              <a:gd name="T1" fmla="*/ 96 h 176"/>
              <a:gd name="T2" fmla="*/ 20 w 176"/>
              <a:gd name="T3" fmla="*/ 96 h 176"/>
              <a:gd name="T4" fmla="*/ 16 w 176"/>
              <a:gd name="T5" fmla="*/ 100 h 176"/>
              <a:gd name="T6" fmla="*/ 20 w 176"/>
              <a:gd name="T7" fmla="*/ 104 h 176"/>
              <a:gd name="T8" fmla="*/ 66 w 176"/>
              <a:gd name="T9" fmla="*/ 104 h 176"/>
              <a:gd name="T10" fmla="*/ 1 w 176"/>
              <a:gd name="T11" fmla="*/ 169 h 176"/>
              <a:gd name="T12" fmla="*/ 0 w 176"/>
              <a:gd name="T13" fmla="*/ 172 h 176"/>
              <a:gd name="T14" fmla="*/ 4 w 176"/>
              <a:gd name="T15" fmla="*/ 176 h 176"/>
              <a:gd name="T16" fmla="*/ 7 w 176"/>
              <a:gd name="T17" fmla="*/ 175 h 176"/>
              <a:gd name="T18" fmla="*/ 72 w 176"/>
              <a:gd name="T19" fmla="*/ 110 h 176"/>
              <a:gd name="T20" fmla="*/ 72 w 176"/>
              <a:gd name="T21" fmla="*/ 156 h 176"/>
              <a:gd name="T22" fmla="*/ 76 w 176"/>
              <a:gd name="T23" fmla="*/ 160 h 176"/>
              <a:gd name="T24" fmla="*/ 80 w 176"/>
              <a:gd name="T25" fmla="*/ 156 h 176"/>
              <a:gd name="T26" fmla="*/ 80 w 176"/>
              <a:gd name="T27" fmla="*/ 100 h 176"/>
              <a:gd name="T28" fmla="*/ 76 w 176"/>
              <a:gd name="T29" fmla="*/ 96 h 176"/>
              <a:gd name="T30" fmla="*/ 176 w 176"/>
              <a:gd name="T31" fmla="*/ 4 h 176"/>
              <a:gd name="T32" fmla="*/ 172 w 176"/>
              <a:gd name="T33" fmla="*/ 0 h 176"/>
              <a:gd name="T34" fmla="*/ 169 w 176"/>
              <a:gd name="T35" fmla="*/ 1 h 176"/>
              <a:gd name="T36" fmla="*/ 104 w 176"/>
              <a:gd name="T37" fmla="*/ 66 h 176"/>
              <a:gd name="T38" fmla="*/ 104 w 176"/>
              <a:gd name="T39" fmla="*/ 20 h 176"/>
              <a:gd name="T40" fmla="*/ 100 w 176"/>
              <a:gd name="T41" fmla="*/ 16 h 176"/>
              <a:gd name="T42" fmla="*/ 96 w 176"/>
              <a:gd name="T43" fmla="*/ 20 h 176"/>
              <a:gd name="T44" fmla="*/ 96 w 176"/>
              <a:gd name="T45" fmla="*/ 76 h 176"/>
              <a:gd name="T46" fmla="*/ 100 w 176"/>
              <a:gd name="T47" fmla="*/ 80 h 176"/>
              <a:gd name="T48" fmla="*/ 156 w 176"/>
              <a:gd name="T49" fmla="*/ 80 h 176"/>
              <a:gd name="T50" fmla="*/ 160 w 176"/>
              <a:gd name="T51" fmla="*/ 76 h 176"/>
              <a:gd name="T52" fmla="*/ 156 w 176"/>
              <a:gd name="T53" fmla="*/ 72 h 176"/>
              <a:gd name="T54" fmla="*/ 110 w 176"/>
              <a:gd name="T55" fmla="*/ 72 h 176"/>
              <a:gd name="T56" fmla="*/ 175 w 176"/>
              <a:gd name="T57" fmla="*/ 7 h 176"/>
              <a:gd name="T58" fmla="*/ 176 w 176"/>
              <a:gd name="T59" fmla="*/ 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76">
                <a:moveTo>
                  <a:pt x="76" y="96"/>
                </a:moveTo>
                <a:cubicBezTo>
                  <a:pt x="20" y="96"/>
                  <a:pt x="20" y="96"/>
                  <a:pt x="20" y="96"/>
                </a:cubicBezTo>
                <a:cubicBezTo>
                  <a:pt x="18" y="96"/>
                  <a:pt x="16" y="98"/>
                  <a:pt x="16" y="100"/>
                </a:cubicBezTo>
                <a:cubicBezTo>
                  <a:pt x="16" y="102"/>
                  <a:pt x="18" y="104"/>
                  <a:pt x="20" y="104"/>
                </a:cubicBezTo>
                <a:cubicBezTo>
                  <a:pt x="66" y="104"/>
                  <a:pt x="66" y="104"/>
                  <a:pt x="66" y="104"/>
                </a:cubicBezTo>
                <a:cubicBezTo>
                  <a:pt x="1" y="169"/>
                  <a:pt x="1" y="169"/>
                  <a:pt x="1" y="169"/>
                </a:cubicBezTo>
                <a:cubicBezTo>
                  <a:pt x="0" y="170"/>
                  <a:pt x="0" y="171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72" y="110"/>
                  <a:pt x="72" y="110"/>
                  <a:pt x="72" y="110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8"/>
                  <a:pt x="74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98"/>
                  <a:pt x="78" y="96"/>
                  <a:pt x="76" y="96"/>
                </a:cubicBezTo>
                <a:moveTo>
                  <a:pt x="176" y="4"/>
                </a:moveTo>
                <a:cubicBezTo>
                  <a:pt x="176" y="2"/>
                  <a:pt x="174" y="0"/>
                  <a:pt x="172" y="0"/>
                </a:cubicBezTo>
                <a:cubicBezTo>
                  <a:pt x="171" y="0"/>
                  <a:pt x="170" y="0"/>
                  <a:pt x="169" y="1"/>
                </a:cubicBezTo>
                <a:cubicBezTo>
                  <a:pt x="104" y="66"/>
                  <a:pt x="104" y="66"/>
                  <a:pt x="104" y="66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104" y="18"/>
                  <a:pt x="102" y="16"/>
                  <a:pt x="100" y="16"/>
                </a:cubicBezTo>
                <a:cubicBezTo>
                  <a:pt x="98" y="16"/>
                  <a:pt x="96" y="18"/>
                  <a:pt x="96" y="20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8"/>
                  <a:pt x="98" y="80"/>
                  <a:pt x="100" y="80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158" y="80"/>
                  <a:pt x="160" y="78"/>
                  <a:pt x="160" y="76"/>
                </a:cubicBezTo>
                <a:cubicBezTo>
                  <a:pt x="160" y="74"/>
                  <a:pt x="158" y="72"/>
                  <a:pt x="156" y="72"/>
                </a:cubicBezTo>
                <a:cubicBezTo>
                  <a:pt x="110" y="72"/>
                  <a:pt x="110" y="72"/>
                  <a:pt x="110" y="72"/>
                </a:cubicBezTo>
                <a:cubicBezTo>
                  <a:pt x="175" y="7"/>
                  <a:pt x="175" y="7"/>
                  <a:pt x="175" y="7"/>
                </a:cubicBezTo>
                <a:cubicBezTo>
                  <a:pt x="176" y="6"/>
                  <a:pt x="176" y="5"/>
                  <a:pt x="176" y="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395"/>
          <p:cNvSpPr>
            <a:spLocks noEditPoints="1"/>
          </p:cNvSpPr>
          <p:nvPr/>
        </p:nvSpPr>
        <p:spPr bwMode="auto">
          <a:xfrm>
            <a:off x="2807321" y="3005061"/>
            <a:ext cx="334275" cy="334275"/>
          </a:xfrm>
          <a:custGeom>
            <a:avLst/>
            <a:gdLst>
              <a:gd name="T0" fmla="*/ 140 w 176"/>
              <a:gd name="T1" fmla="*/ 56 h 176"/>
              <a:gd name="T2" fmla="*/ 136 w 176"/>
              <a:gd name="T3" fmla="*/ 60 h 176"/>
              <a:gd name="T4" fmla="*/ 136 w 176"/>
              <a:gd name="T5" fmla="*/ 168 h 176"/>
              <a:gd name="T6" fmla="*/ 8 w 176"/>
              <a:gd name="T7" fmla="*/ 168 h 176"/>
              <a:gd name="T8" fmla="*/ 8 w 176"/>
              <a:gd name="T9" fmla="*/ 40 h 176"/>
              <a:gd name="T10" fmla="*/ 116 w 176"/>
              <a:gd name="T11" fmla="*/ 40 h 176"/>
              <a:gd name="T12" fmla="*/ 120 w 176"/>
              <a:gd name="T13" fmla="*/ 36 h 176"/>
              <a:gd name="T14" fmla="*/ 116 w 176"/>
              <a:gd name="T15" fmla="*/ 32 h 176"/>
              <a:gd name="T16" fmla="*/ 4 w 176"/>
              <a:gd name="T17" fmla="*/ 32 h 176"/>
              <a:gd name="T18" fmla="*/ 0 w 176"/>
              <a:gd name="T19" fmla="*/ 36 h 176"/>
              <a:gd name="T20" fmla="*/ 0 w 176"/>
              <a:gd name="T21" fmla="*/ 172 h 176"/>
              <a:gd name="T22" fmla="*/ 4 w 176"/>
              <a:gd name="T23" fmla="*/ 176 h 176"/>
              <a:gd name="T24" fmla="*/ 140 w 176"/>
              <a:gd name="T25" fmla="*/ 176 h 176"/>
              <a:gd name="T26" fmla="*/ 144 w 176"/>
              <a:gd name="T27" fmla="*/ 172 h 176"/>
              <a:gd name="T28" fmla="*/ 144 w 176"/>
              <a:gd name="T29" fmla="*/ 60 h 176"/>
              <a:gd name="T30" fmla="*/ 140 w 176"/>
              <a:gd name="T31" fmla="*/ 56 h 176"/>
              <a:gd name="T32" fmla="*/ 172 w 176"/>
              <a:gd name="T33" fmla="*/ 0 h 176"/>
              <a:gd name="T34" fmla="*/ 132 w 176"/>
              <a:gd name="T35" fmla="*/ 0 h 176"/>
              <a:gd name="T36" fmla="*/ 128 w 176"/>
              <a:gd name="T37" fmla="*/ 4 h 176"/>
              <a:gd name="T38" fmla="*/ 132 w 176"/>
              <a:gd name="T39" fmla="*/ 8 h 176"/>
              <a:gd name="T40" fmla="*/ 162 w 176"/>
              <a:gd name="T41" fmla="*/ 8 h 176"/>
              <a:gd name="T42" fmla="*/ 49 w 176"/>
              <a:gd name="T43" fmla="*/ 121 h 176"/>
              <a:gd name="T44" fmla="*/ 48 w 176"/>
              <a:gd name="T45" fmla="*/ 124 h 176"/>
              <a:gd name="T46" fmla="*/ 52 w 176"/>
              <a:gd name="T47" fmla="*/ 128 h 176"/>
              <a:gd name="T48" fmla="*/ 55 w 176"/>
              <a:gd name="T49" fmla="*/ 127 h 176"/>
              <a:gd name="T50" fmla="*/ 168 w 176"/>
              <a:gd name="T51" fmla="*/ 14 h 176"/>
              <a:gd name="T52" fmla="*/ 168 w 176"/>
              <a:gd name="T53" fmla="*/ 44 h 176"/>
              <a:gd name="T54" fmla="*/ 172 w 176"/>
              <a:gd name="T55" fmla="*/ 48 h 176"/>
              <a:gd name="T56" fmla="*/ 176 w 176"/>
              <a:gd name="T57" fmla="*/ 44 h 176"/>
              <a:gd name="T58" fmla="*/ 176 w 176"/>
              <a:gd name="T59" fmla="*/ 4 h 176"/>
              <a:gd name="T60" fmla="*/ 172 w 176"/>
              <a:gd name="T61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6" h="176">
                <a:moveTo>
                  <a:pt x="140" y="56"/>
                </a:moveTo>
                <a:cubicBezTo>
                  <a:pt x="138" y="56"/>
                  <a:pt x="136" y="58"/>
                  <a:pt x="136" y="60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40"/>
                  <a:pt x="8" y="40"/>
                  <a:pt x="8" y="40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8" y="40"/>
                  <a:pt x="120" y="38"/>
                  <a:pt x="120" y="36"/>
                </a:cubicBezTo>
                <a:cubicBezTo>
                  <a:pt x="120" y="34"/>
                  <a:pt x="118" y="32"/>
                  <a:pt x="116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0" y="34"/>
                  <a:pt x="0" y="36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4" y="58"/>
                  <a:pt x="142" y="56"/>
                  <a:pt x="140" y="56"/>
                </a:cubicBezTo>
                <a:moveTo>
                  <a:pt x="172" y="0"/>
                </a:moveTo>
                <a:cubicBezTo>
                  <a:pt x="132" y="0"/>
                  <a:pt x="132" y="0"/>
                  <a:pt x="132" y="0"/>
                </a:cubicBezTo>
                <a:cubicBezTo>
                  <a:pt x="130" y="0"/>
                  <a:pt x="128" y="2"/>
                  <a:pt x="128" y="4"/>
                </a:cubicBezTo>
                <a:cubicBezTo>
                  <a:pt x="128" y="6"/>
                  <a:pt x="130" y="8"/>
                  <a:pt x="132" y="8"/>
                </a:cubicBezTo>
                <a:cubicBezTo>
                  <a:pt x="162" y="8"/>
                  <a:pt x="162" y="8"/>
                  <a:pt x="162" y="8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8" y="122"/>
                  <a:pt x="48" y="123"/>
                  <a:pt x="48" y="124"/>
                </a:cubicBezTo>
                <a:cubicBezTo>
                  <a:pt x="48" y="126"/>
                  <a:pt x="50" y="128"/>
                  <a:pt x="52" y="128"/>
                </a:cubicBezTo>
                <a:cubicBezTo>
                  <a:pt x="53" y="128"/>
                  <a:pt x="54" y="128"/>
                  <a:pt x="55" y="127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8" y="44"/>
                  <a:pt x="168" y="44"/>
                  <a:pt x="168" y="44"/>
                </a:cubicBezTo>
                <a:cubicBezTo>
                  <a:pt x="168" y="46"/>
                  <a:pt x="170" y="48"/>
                  <a:pt x="172" y="48"/>
                </a:cubicBezTo>
                <a:cubicBezTo>
                  <a:pt x="174" y="48"/>
                  <a:pt x="176" y="46"/>
                  <a:pt x="176" y="44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396"/>
          <p:cNvSpPr>
            <a:spLocks noEditPoints="1"/>
          </p:cNvSpPr>
          <p:nvPr/>
        </p:nvSpPr>
        <p:spPr bwMode="auto">
          <a:xfrm>
            <a:off x="3446662" y="3005061"/>
            <a:ext cx="334275" cy="334275"/>
          </a:xfrm>
          <a:custGeom>
            <a:avLst/>
            <a:gdLst>
              <a:gd name="T0" fmla="*/ 172 w 176"/>
              <a:gd name="T1" fmla="*/ 120 h 176"/>
              <a:gd name="T2" fmla="*/ 152 w 176"/>
              <a:gd name="T3" fmla="*/ 120 h 176"/>
              <a:gd name="T4" fmla="*/ 4 w 176"/>
              <a:gd name="T5" fmla="*/ 0 h 176"/>
              <a:gd name="T6" fmla="*/ 0 w 176"/>
              <a:gd name="T7" fmla="*/ 4 h 176"/>
              <a:gd name="T8" fmla="*/ 4 w 176"/>
              <a:gd name="T9" fmla="*/ 8 h 176"/>
              <a:gd name="T10" fmla="*/ 91 w 176"/>
              <a:gd name="T11" fmla="*/ 67 h 176"/>
              <a:gd name="T12" fmla="*/ 104 w 176"/>
              <a:gd name="T13" fmla="*/ 120 h 176"/>
              <a:gd name="T14" fmla="*/ 84 w 176"/>
              <a:gd name="T15" fmla="*/ 120 h 176"/>
              <a:gd name="T16" fmla="*/ 80 w 176"/>
              <a:gd name="T17" fmla="*/ 124 h 176"/>
              <a:gd name="T18" fmla="*/ 81 w 176"/>
              <a:gd name="T19" fmla="*/ 127 h 176"/>
              <a:gd name="T20" fmla="*/ 125 w 176"/>
              <a:gd name="T21" fmla="*/ 175 h 176"/>
              <a:gd name="T22" fmla="*/ 128 w 176"/>
              <a:gd name="T23" fmla="*/ 176 h 176"/>
              <a:gd name="T24" fmla="*/ 131 w 176"/>
              <a:gd name="T25" fmla="*/ 175 h 176"/>
              <a:gd name="T26" fmla="*/ 175 w 176"/>
              <a:gd name="T27" fmla="*/ 127 h 176"/>
              <a:gd name="T28" fmla="*/ 176 w 176"/>
              <a:gd name="T29" fmla="*/ 124 h 176"/>
              <a:gd name="T30" fmla="*/ 172 w 176"/>
              <a:gd name="T31" fmla="*/ 120 h 176"/>
              <a:gd name="T32" fmla="*/ 128 w 176"/>
              <a:gd name="T33" fmla="*/ 166 h 176"/>
              <a:gd name="T34" fmla="*/ 93 w 176"/>
              <a:gd name="T35" fmla="*/ 128 h 176"/>
              <a:gd name="T36" fmla="*/ 108 w 176"/>
              <a:gd name="T37" fmla="*/ 128 h 176"/>
              <a:gd name="T38" fmla="*/ 112 w 176"/>
              <a:gd name="T39" fmla="*/ 124 h 176"/>
              <a:gd name="T40" fmla="*/ 112 w 176"/>
              <a:gd name="T41" fmla="*/ 120 h 176"/>
              <a:gd name="T42" fmla="*/ 61 w 176"/>
              <a:gd name="T43" fmla="*/ 16 h 176"/>
              <a:gd name="T44" fmla="*/ 144 w 176"/>
              <a:gd name="T45" fmla="*/ 120 h 176"/>
              <a:gd name="T46" fmla="*/ 144 w 176"/>
              <a:gd name="T47" fmla="*/ 124 h 176"/>
              <a:gd name="T48" fmla="*/ 148 w 176"/>
              <a:gd name="T49" fmla="*/ 128 h 176"/>
              <a:gd name="T50" fmla="*/ 163 w 176"/>
              <a:gd name="T51" fmla="*/ 128 h 176"/>
              <a:gd name="T52" fmla="*/ 128 w 176"/>
              <a:gd name="T53" fmla="*/ 1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72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0" y="99"/>
                  <a:pt x="13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45" y="8"/>
                  <a:pt x="75" y="28"/>
                  <a:pt x="91" y="67"/>
                </a:cubicBezTo>
                <a:cubicBezTo>
                  <a:pt x="101" y="90"/>
                  <a:pt x="103" y="111"/>
                  <a:pt x="104" y="120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82" y="120"/>
                  <a:pt x="80" y="122"/>
                  <a:pt x="80" y="124"/>
                </a:cubicBezTo>
                <a:cubicBezTo>
                  <a:pt x="80" y="125"/>
                  <a:pt x="80" y="126"/>
                  <a:pt x="81" y="127"/>
                </a:cubicBezTo>
                <a:cubicBezTo>
                  <a:pt x="125" y="175"/>
                  <a:pt x="125" y="175"/>
                  <a:pt x="125" y="175"/>
                </a:cubicBezTo>
                <a:cubicBezTo>
                  <a:pt x="126" y="176"/>
                  <a:pt x="127" y="176"/>
                  <a:pt x="128" y="176"/>
                </a:cubicBezTo>
                <a:cubicBezTo>
                  <a:pt x="129" y="176"/>
                  <a:pt x="130" y="176"/>
                  <a:pt x="131" y="175"/>
                </a:cubicBezTo>
                <a:cubicBezTo>
                  <a:pt x="175" y="127"/>
                  <a:pt x="175" y="127"/>
                  <a:pt x="175" y="127"/>
                </a:cubicBezTo>
                <a:cubicBezTo>
                  <a:pt x="176" y="126"/>
                  <a:pt x="176" y="125"/>
                  <a:pt x="176" y="124"/>
                </a:cubicBezTo>
                <a:cubicBezTo>
                  <a:pt x="176" y="122"/>
                  <a:pt x="174" y="120"/>
                  <a:pt x="172" y="120"/>
                </a:cubicBezTo>
                <a:moveTo>
                  <a:pt x="128" y="166"/>
                </a:moveTo>
                <a:cubicBezTo>
                  <a:pt x="93" y="128"/>
                  <a:pt x="93" y="128"/>
                  <a:pt x="93" y="12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10" y="128"/>
                  <a:pt x="112" y="126"/>
                  <a:pt x="112" y="124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1" y="104"/>
                  <a:pt x="105" y="46"/>
                  <a:pt x="61" y="16"/>
                </a:cubicBezTo>
                <a:cubicBezTo>
                  <a:pt x="134" y="39"/>
                  <a:pt x="143" y="103"/>
                  <a:pt x="144" y="120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144" y="126"/>
                  <a:pt x="146" y="128"/>
                  <a:pt x="148" y="128"/>
                </a:cubicBezTo>
                <a:cubicBezTo>
                  <a:pt x="163" y="128"/>
                  <a:pt x="163" y="128"/>
                  <a:pt x="163" y="128"/>
                </a:cubicBezTo>
                <a:lnTo>
                  <a:pt x="128" y="16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397"/>
          <p:cNvSpPr>
            <a:spLocks noEditPoints="1"/>
          </p:cNvSpPr>
          <p:nvPr/>
        </p:nvSpPr>
        <p:spPr bwMode="auto">
          <a:xfrm>
            <a:off x="4086003" y="3005061"/>
            <a:ext cx="334275" cy="334275"/>
          </a:xfrm>
          <a:custGeom>
            <a:avLst/>
            <a:gdLst>
              <a:gd name="T0" fmla="*/ 175 w 176"/>
              <a:gd name="T1" fmla="*/ 49 h 176"/>
              <a:gd name="T2" fmla="*/ 131 w 176"/>
              <a:gd name="T3" fmla="*/ 1 h 176"/>
              <a:gd name="T4" fmla="*/ 128 w 176"/>
              <a:gd name="T5" fmla="*/ 0 h 176"/>
              <a:gd name="T6" fmla="*/ 125 w 176"/>
              <a:gd name="T7" fmla="*/ 1 h 176"/>
              <a:gd name="T8" fmla="*/ 81 w 176"/>
              <a:gd name="T9" fmla="*/ 49 h 176"/>
              <a:gd name="T10" fmla="*/ 80 w 176"/>
              <a:gd name="T11" fmla="*/ 52 h 176"/>
              <a:gd name="T12" fmla="*/ 84 w 176"/>
              <a:gd name="T13" fmla="*/ 56 h 176"/>
              <a:gd name="T14" fmla="*/ 104 w 176"/>
              <a:gd name="T15" fmla="*/ 56 h 176"/>
              <a:gd name="T16" fmla="*/ 91 w 176"/>
              <a:gd name="T17" fmla="*/ 109 h 176"/>
              <a:gd name="T18" fmla="*/ 4 w 176"/>
              <a:gd name="T19" fmla="*/ 168 h 176"/>
              <a:gd name="T20" fmla="*/ 0 w 176"/>
              <a:gd name="T21" fmla="*/ 172 h 176"/>
              <a:gd name="T22" fmla="*/ 4 w 176"/>
              <a:gd name="T23" fmla="*/ 176 h 176"/>
              <a:gd name="T24" fmla="*/ 152 w 176"/>
              <a:gd name="T25" fmla="*/ 56 h 176"/>
              <a:gd name="T26" fmla="*/ 172 w 176"/>
              <a:gd name="T27" fmla="*/ 56 h 176"/>
              <a:gd name="T28" fmla="*/ 176 w 176"/>
              <a:gd name="T29" fmla="*/ 52 h 176"/>
              <a:gd name="T30" fmla="*/ 175 w 176"/>
              <a:gd name="T31" fmla="*/ 49 h 176"/>
              <a:gd name="T32" fmla="*/ 148 w 176"/>
              <a:gd name="T33" fmla="*/ 48 h 176"/>
              <a:gd name="T34" fmla="*/ 144 w 176"/>
              <a:gd name="T35" fmla="*/ 52 h 176"/>
              <a:gd name="T36" fmla="*/ 144 w 176"/>
              <a:gd name="T37" fmla="*/ 56 h 176"/>
              <a:gd name="T38" fmla="*/ 61 w 176"/>
              <a:gd name="T39" fmla="*/ 160 h 176"/>
              <a:gd name="T40" fmla="*/ 112 w 176"/>
              <a:gd name="T41" fmla="*/ 56 h 176"/>
              <a:gd name="T42" fmla="*/ 112 w 176"/>
              <a:gd name="T43" fmla="*/ 52 h 176"/>
              <a:gd name="T44" fmla="*/ 108 w 176"/>
              <a:gd name="T45" fmla="*/ 48 h 176"/>
              <a:gd name="T46" fmla="*/ 93 w 176"/>
              <a:gd name="T47" fmla="*/ 48 h 176"/>
              <a:gd name="T48" fmla="*/ 128 w 176"/>
              <a:gd name="T49" fmla="*/ 10 h 176"/>
              <a:gd name="T50" fmla="*/ 163 w 176"/>
              <a:gd name="T51" fmla="*/ 48 h 176"/>
              <a:gd name="T52" fmla="*/ 148 w 176"/>
              <a:gd name="T53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75" y="49"/>
                </a:moveTo>
                <a:cubicBezTo>
                  <a:pt x="131" y="1"/>
                  <a:pt x="131" y="1"/>
                  <a:pt x="131" y="1"/>
                </a:cubicBezTo>
                <a:cubicBezTo>
                  <a:pt x="130" y="0"/>
                  <a:pt x="129" y="0"/>
                  <a:pt x="128" y="0"/>
                </a:cubicBezTo>
                <a:cubicBezTo>
                  <a:pt x="127" y="0"/>
                  <a:pt x="126" y="0"/>
                  <a:pt x="125" y="1"/>
                </a:cubicBezTo>
                <a:cubicBezTo>
                  <a:pt x="81" y="49"/>
                  <a:pt x="81" y="49"/>
                  <a:pt x="81" y="49"/>
                </a:cubicBezTo>
                <a:cubicBezTo>
                  <a:pt x="80" y="50"/>
                  <a:pt x="80" y="51"/>
                  <a:pt x="80" y="52"/>
                </a:cubicBezTo>
                <a:cubicBezTo>
                  <a:pt x="80" y="54"/>
                  <a:pt x="82" y="56"/>
                  <a:pt x="84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3" y="64"/>
                  <a:pt x="101" y="86"/>
                  <a:pt x="91" y="109"/>
                </a:cubicBezTo>
                <a:cubicBezTo>
                  <a:pt x="75" y="148"/>
                  <a:pt x="45" y="168"/>
                  <a:pt x="4" y="168"/>
                </a:cubicBezTo>
                <a:cubicBezTo>
                  <a:pt x="2" y="168"/>
                  <a:pt x="0" y="170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35" y="176"/>
                  <a:pt x="150" y="77"/>
                  <a:pt x="152" y="56"/>
                </a:cubicBezTo>
                <a:cubicBezTo>
                  <a:pt x="172" y="56"/>
                  <a:pt x="172" y="56"/>
                  <a:pt x="172" y="56"/>
                </a:cubicBezTo>
                <a:cubicBezTo>
                  <a:pt x="174" y="56"/>
                  <a:pt x="176" y="54"/>
                  <a:pt x="176" y="52"/>
                </a:cubicBezTo>
                <a:cubicBezTo>
                  <a:pt x="176" y="51"/>
                  <a:pt x="176" y="50"/>
                  <a:pt x="175" y="49"/>
                </a:cubicBezTo>
                <a:moveTo>
                  <a:pt x="148" y="48"/>
                </a:moveTo>
                <a:cubicBezTo>
                  <a:pt x="146" y="48"/>
                  <a:pt x="144" y="50"/>
                  <a:pt x="144" y="52"/>
                </a:cubicBezTo>
                <a:cubicBezTo>
                  <a:pt x="144" y="56"/>
                  <a:pt x="144" y="56"/>
                  <a:pt x="144" y="56"/>
                </a:cubicBezTo>
                <a:cubicBezTo>
                  <a:pt x="143" y="73"/>
                  <a:pt x="134" y="137"/>
                  <a:pt x="61" y="160"/>
                </a:cubicBezTo>
                <a:cubicBezTo>
                  <a:pt x="105" y="130"/>
                  <a:pt x="111" y="72"/>
                  <a:pt x="112" y="56"/>
                </a:cubicBezTo>
                <a:cubicBezTo>
                  <a:pt x="112" y="52"/>
                  <a:pt x="112" y="52"/>
                  <a:pt x="112" y="52"/>
                </a:cubicBezTo>
                <a:cubicBezTo>
                  <a:pt x="112" y="50"/>
                  <a:pt x="110" y="48"/>
                  <a:pt x="108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128" y="10"/>
                  <a:pt x="128" y="10"/>
                  <a:pt x="128" y="10"/>
                </a:cubicBezTo>
                <a:cubicBezTo>
                  <a:pt x="163" y="48"/>
                  <a:pt x="163" y="48"/>
                  <a:pt x="163" y="48"/>
                </a:cubicBezTo>
                <a:lnTo>
                  <a:pt x="148" y="4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398"/>
          <p:cNvSpPr>
            <a:spLocks noEditPoints="1"/>
          </p:cNvSpPr>
          <p:nvPr/>
        </p:nvSpPr>
        <p:spPr bwMode="auto">
          <a:xfrm>
            <a:off x="4723722" y="3005061"/>
            <a:ext cx="335898" cy="334275"/>
          </a:xfrm>
          <a:custGeom>
            <a:avLst/>
            <a:gdLst>
              <a:gd name="T0" fmla="*/ 56 w 176"/>
              <a:gd name="T1" fmla="*/ 24 h 176"/>
              <a:gd name="T2" fmla="*/ 56 w 176"/>
              <a:gd name="T3" fmla="*/ 4 h 176"/>
              <a:gd name="T4" fmla="*/ 52 w 176"/>
              <a:gd name="T5" fmla="*/ 0 h 176"/>
              <a:gd name="T6" fmla="*/ 49 w 176"/>
              <a:gd name="T7" fmla="*/ 1 h 176"/>
              <a:gd name="T8" fmla="*/ 1 w 176"/>
              <a:gd name="T9" fmla="*/ 45 h 176"/>
              <a:gd name="T10" fmla="*/ 0 w 176"/>
              <a:gd name="T11" fmla="*/ 48 h 176"/>
              <a:gd name="T12" fmla="*/ 1 w 176"/>
              <a:gd name="T13" fmla="*/ 51 h 176"/>
              <a:gd name="T14" fmla="*/ 49 w 176"/>
              <a:gd name="T15" fmla="*/ 95 h 176"/>
              <a:gd name="T16" fmla="*/ 52 w 176"/>
              <a:gd name="T17" fmla="*/ 96 h 176"/>
              <a:gd name="T18" fmla="*/ 56 w 176"/>
              <a:gd name="T19" fmla="*/ 92 h 176"/>
              <a:gd name="T20" fmla="*/ 56 w 176"/>
              <a:gd name="T21" fmla="*/ 72 h 176"/>
              <a:gd name="T22" fmla="*/ 109 w 176"/>
              <a:gd name="T23" fmla="*/ 85 h 176"/>
              <a:gd name="T24" fmla="*/ 168 w 176"/>
              <a:gd name="T25" fmla="*/ 172 h 176"/>
              <a:gd name="T26" fmla="*/ 172 w 176"/>
              <a:gd name="T27" fmla="*/ 176 h 176"/>
              <a:gd name="T28" fmla="*/ 176 w 176"/>
              <a:gd name="T29" fmla="*/ 172 h 176"/>
              <a:gd name="T30" fmla="*/ 56 w 176"/>
              <a:gd name="T31" fmla="*/ 24 h 176"/>
              <a:gd name="T32" fmla="*/ 56 w 176"/>
              <a:gd name="T33" fmla="*/ 64 h 176"/>
              <a:gd name="T34" fmla="*/ 52 w 176"/>
              <a:gd name="T35" fmla="*/ 64 h 176"/>
              <a:gd name="T36" fmla="*/ 48 w 176"/>
              <a:gd name="T37" fmla="*/ 68 h 176"/>
              <a:gd name="T38" fmla="*/ 48 w 176"/>
              <a:gd name="T39" fmla="*/ 83 h 176"/>
              <a:gd name="T40" fmla="*/ 10 w 176"/>
              <a:gd name="T41" fmla="*/ 48 h 176"/>
              <a:gd name="T42" fmla="*/ 48 w 176"/>
              <a:gd name="T43" fmla="*/ 13 h 176"/>
              <a:gd name="T44" fmla="*/ 48 w 176"/>
              <a:gd name="T45" fmla="*/ 28 h 176"/>
              <a:gd name="T46" fmla="*/ 52 w 176"/>
              <a:gd name="T47" fmla="*/ 32 h 176"/>
              <a:gd name="T48" fmla="*/ 56 w 176"/>
              <a:gd name="T49" fmla="*/ 32 h 176"/>
              <a:gd name="T50" fmla="*/ 160 w 176"/>
              <a:gd name="T51" fmla="*/ 115 h 176"/>
              <a:gd name="T52" fmla="*/ 56 w 176"/>
              <a:gd name="T53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56" y="24"/>
                </a:moveTo>
                <a:cubicBezTo>
                  <a:pt x="56" y="4"/>
                  <a:pt x="56" y="4"/>
                  <a:pt x="56" y="4"/>
                </a:cubicBezTo>
                <a:cubicBezTo>
                  <a:pt x="56" y="2"/>
                  <a:pt x="54" y="0"/>
                  <a:pt x="52" y="0"/>
                </a:cubicBezTo>
                <a:cubicBezTo>
                  <a:pt x="51" y="0"/>
                  <a:pt x="50" y="0"/>
                  <a:pt x="49" y="1"/>
                </a:cubicBezTo>
                <a:cubicBezTo>
                  <a:pt x="1" y="45"/>
                  <a:pt x="1" y="45"/>
                  <a:pt x="1" y="45"/>
                </a:cubicBezTo>
                <a:cubicBezTo>
                  <a:pt x="0" y="46"/>
                  <a:pt x="0" y="47"/>
                  <a:pt x="0" y="48"/>
                </a:cubicBezTo>
                <a:cubicBezTo>
                  <a:pt x="0" y="49"/>
                  <a:pt x="0" y="50"/>
                  <a:pt x="1" y="51"/>
                </a:cubicBezTo>
                <a:cubicBezTo>
                  <a:pt x="49" y="95"/>
                  <a:pt x="49" y="95"/>
                  <a:pt x="49" y="95"/>
                </a:cubicBezTo>
                <a:cubicBezTo>
                  <a:pt x="50" y="96"/>
                  <a:pt x="51" y="96"/>
                  <a:pt x="52" y="96"/>
                </a:cubicBezTo>
                <a:cubicBezTo>
                  <a:pt x="54" y="96"/>
                  <a:pt x="56" y="94"/>
                  <a:pt x="56" y="92"/>
                </a:cubicBezTo>
                <a:cubicBezTo>
                  <a:pt x="56" y="72"/>
                  <a:pt x="56" y="72"/>
                  <a:pt x="56" y="72"/>
                </a:cubicBezTo>
                <a:cubicBezTo>
                  <a:pt x="65" y="73"/>
                  <a:pt x="86" y="75"/>
                  <a:pt x="109" y="85"/>
                </a:cubicBezTo>
                <a:cubicBezTo>
                  <a:pt x="148" y="101"/>
                  <a:pt x="168" y="131"/>
                  <a:pt x="168" y="172"/>
                </a:cubicBezTo>
                <a:cubicBezTo>
                  <a:pt x="168" y="174"/>
                  <a:pt x="170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41"/>
                  <a:pt x="77" y="26"/>
                  <a:pt x="56" y="24"/>
                </a:cubicBezTo>
                <a:moveTo>
                  <a:pt x="56" y="64"/>
                </a:moveTo>
                <a:cubicBezTo>
                  <a:pt x="52" y="64"/>
                  <a:pt x="52" y="64"/>
                  <a:pt x="52" y="64"/>
                </a:cubicBezTo>
                <a:cubicBezTo>
                  <a:pt x="50" y="64"/>
                  <a:pt x="48" y="66"/>
                  <a:pt x="48" y="68"/>
                </a:cubicBezTo>
                <a:cubicBezTo>
                  <a:pt x="48" y="83"/>
                  <a:pt x="48" y="83"/>
                  <a:pt x="48" y="83"/>
                </a:cubicBezTo>
                <a:cubicBezTo>
                  <a:pt x="10" y="48"/>
                  <a:pt x="10" y="48"/>
                  <a:pt x="10" y="48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50" y="32"/>
                  <a:pt x="52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73" y="33"/>
                  <a:pt x="137" y="42"/>
                  <a:pt x="160" y="115"/>
                </a:cubicBezTo>
                <a:cubicBezTo>
                  <a:pt x="130" y="71"/>
                  <a:pt x="72" y="65"/>
                  <a:pt x="56" y="6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399"/>
          <p:cNvSpPr>
            <a:spLocks noEditPoints="1"/>
          </p:cNvSpPr>
          <p:nvPr/>
        </p:nvSpPr>
        <p:spPr bwMode="auto">
          <a:xfrm>
            <a:off x="5363063" y="3005061"/>
            <a:ext cx="335898" cy="334275"/>
          </a:xfrm>
          <a:custGeom>
            <a:avLst/>
            <a:gdLst>
              <a:gd name="T0" fmla="*/ 175 w 176"/>
              <a:gd name="T1" fmla="*/ 45 h 176"/>
              <a:gd name="T2" fmla="*/ 127 w 176"/>
              <a:gd name="T3" fmla="*/ 1 h 176"/>
              <a:gd name="T4" fmla="*/ 124 w 176"/>
              <a:gd name="T5" fmla="*/ 0 h 176"/>
              <a:gd name="T6" fmla="*/ 120 w 176"/>
              <a:gd name="T7" fmla="*/ 4 h 176"/>
              <a:gd name="T8" fmla="*/ 120 w 176"/>
              <a:gd name="T9" fmla="*/ 24 h 176"/>
              <a:gd name="T10" fmla="*/ 0 w 176"/>
              <a:gd name="T11" fmla="*/ 172 h 176"/>
              <a:gd name="T12" fmla="*/ 4 w 176"/>
              <a:gd name="T13" fmla="*/ 176 h 176"/>
              <a:gd name="T14" fmla="*/ 8 w 176"/>
              <a:gd name="T15" fmla="*/ 172 h 176"/>
              <a:gd name="T16" fmla="*/ 67 w 176"/>
              <a:gd name="T17" fmla="*/ 85 h 176"/>
              <a:gd name="T18" fmla="*/ 120 w 176"/>
              <a:gd name="T19" fmla="*/ 72 h 176"/>
              <a:gd name="T20" fmla="*/ 120 w 176"/>
              <a:gd name="T21" fmla="*/ 92 h 176"/>
              <a:gd name="T22" fmla="*/ 124 w 176"/>
              <a:gd name="T23" fmla="*/ 96 h 176"/>
              <a:gd name="T24" fmla="*/ 127 w 176"/>
              <a:gd name="T25" fmla="*/ 95 h 176"/>
              <a:gd name="T26" fmla="*/ 175 w 176"/>
              <a:gd name="T27" fmla="*/ 51 h 176"/>
              <a:gd name="T28" fmla="*/ 176 w 176"/>
              <a:gd name="T29" fmla="*/ 48 h 176"/>
              <a:gd name="T30" fmla="*/ 175 w 176"/>
              <a:gd name="T31" fmla="*/ 45 h 176"/>
              <a:gd name="T32" fmla="*/ 128 w 176"/>
              <a:gd name="T33" fmla="*/ 83 h 176"/>
              <a:gd name="T34" fmla="*/ 128 w 176"/>
              <a:gd name="T35" fmla="*/ 68 h 176"/>
              <a:gd name="T36" fmla="*/ 124 w 176"/>
              <a:gd name="T37" fmla="*/ 64 h 176"/>
              <a:gd name="T38" fmla="*/ 120 w 176"/>
              <a:gd name="T39" fmla="*/ 64 h 176"/>
              <a:gd name="T40" fmla="*/ 16 w 176"/>
              <a:gd name="T41" fmla="*/ 115 h 176"/>
              <a:gd name="T42" fmla="*/ 120 w 176"/>
              <a:gd name="T43" fmla="*/ 32 h 176"/>
              <a:gd name="T44" fmla="*/ 124 w 176"/>
              <a:gd name="T45" fmla="*/ 32 h 176"/>
              <a:gd name="T46" fmla="*/ 128 w 176"/>
              <a:gd name="T47" fmla="*/ 28 h 176"/>
              <a:gd name="T48" fmla="*/ 128 w 176"/>
              <a:gd name="T49" fmla="*/ 13 h 176"/>
              <a:gd name="T50" fmla="*/ 166 w 176"/>
              <a:gd name="T51" fmla="*/ 48 h 176"/>
              <a:gd name="T52" fmla="*/ 128 w 176"/>
              <a:gd name="T53" fmla="*/ 8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75" y="45"/>
                </a:moveTo>
                <a:cubicBezTo>
                  <a:pt x="127" y="1"/>
                  <a:pt x="127" y="1"/>
                  <a:pt x="127" y="1"/>
                </a:cubicBezTo>
                <a:cubicBezTo>
                  <a:pt x="126" y="0"/>
                  <a:pt x="125" y="0"/>
                  <a:pt x="124" y="0"/>
                </a:cubicBezTo>
                <a:cubicBezTo>
                  <a:pt x="122" y="0"/>
                  <a:pt x="120" y="2"/>
                  <a:pt x="120" y="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99" y="26"/>
                  <a:pt x="0" y="41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" y="176"/>
                  <a:pt x="8" y="174"/>
                  <a:pt x="8" y="172"/>
                </a:cubicBezTo>
                <a:cubicBezTo>
                  <a:pt x="8" y="131"/>
                  <a:pt x="28" y="101"/>
                  <a:pt x="67" y="85"/>
                </a:cubicBezTo>
                <a:cubicBezTo>
                  <a:pt x="90" y="75"/>
                  <a:pt x="112" y="73"/>
                  <a:pt x="120" y="72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94"/>
                  <a:pt x="122" y="96"/>
                  <a:pt x="124" y="96"/>
                </a:cubicBezTo>
                <a:cubicBezTo>
                  <a:pt x="125" y="96"/>
                  <a:pt x="126" y="96"/>
                  <a:pt x="127" y="95"/>
                </a:cubicBezTo>
                <a:cubicBezTo>
                  <a:pt x="175" y="51"/>
                  <a:pt x="175" y="51"/>
                  <a:pt x="175" y="51"/>
                </a:cubicBezTo>
                <a:cubicBezTo>
                  <a:pt x="176" y="50"/>
                  <a:pt x="176" y="49"/>
                  <a:pt x="176" y="48"/>
                </a:cubicBezTo>
                <a:cubicBezTo>
                  <a:pt x="176" y="47"/>
                  <a:pt x="176" y="46"/>
                  <a:pt x="175" y="45"/>
                </a:cubicBezTo>
                <a:moveTo>
                  <a:pt x="128" y="83"/>
                </a:moveTo>
                <a:cubicBezTo>
                  <a:pt x="128" y="68"/>
                  <a:pt x="128" y="68"/>
                  <a:pt x="128" y="68"/>
                </a:cubicBezTo>
                <a:cubicBezTo>
                  <a:pt x="128" y="66"/>
                  <a:pt x="126" y="64"/>
                  <a:pt x="124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04" y="65"/>
                  <a:pt x="46" y="71"/>
                  <a:pt x="16" y="115"/>
                </a:cubicBezTo>
                <a:cubicBezTo>
                  <a:pt x="39" y="42"/>
                  <a:pt x="103" y="33"/>
                  <a:pt x="120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6" y="32"/>
                  <a:pt x="128" y="30"/>
                  <a:pt x="128" y="28"/>
                </a:cubicBezTo>
                <a:cubicBezTo>
                  <a:pt x="128" y="13"/>
                  <a:pt x="128" y="13"/>
                  <a:pt x="128" y="13"/>
                </a:cubicBezTo>
                <a:cubicBezTo>
                  <a:pt x="166" y="48"/>
                  <a:pt x="166" y="48"/>
                  <a:pt x="166" y="48"/>
                </a:cubicBezTo>
                <a:lnTo>
                  <a:pt x="128" y="8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400"/>
          <p:cNvSpPr>
            <a:spLocks/>
          </p:cNvSpPr>
          <p:nvPr/>
        </p:nvSpPr>
        <p:spPr bwMode="auto">
          <a:xfrm>
            <a:off x="6002404" y="3066723"/>
            <a:ext cx="334275" cy="212573"/>
          </a:xfrm>
          <a:custGeom>
            <a:avLst/>
            <a:gdLst>
              <a:gd name="T0" fmla="*/ 130 w 176"/>
              <a:gd name="T1" fmla="*/ 8 h 112"/>
              <a:gd name="T2" fmla="*/ 84 w 176"/>
              <a:gd name="T3" fmla="*/ 54 h 112"/>
              <a:gd name="T4" fmla="*/ 84 w 176"/>
              <a:gd name="T5" fmla="*/ 58 h 112"/>
              <a:gd name="T6" fmla="*/ 46 w 176"/>
              <a:gd name="T7" fmla="*/ 96 h 112"/>
              <a:gd name="T8" fmla="*/ 8 w 176"/>
              <a:gd name="T9" fmla="*/ 58 h 112"/>
              <a:gd name="T10" fmla="*/ 8 w 176"/>
              <a:gd name="T11" fmla="*/ 54 h 112"/>
              <a:gd name="T12" fmla="*/ 46 w 176"/>
              <a:gd name="T13" fmla="*/ 16 h 112"/>
              <a:gd name="T14" fmla="*/ 68 w 176"/>
              <a:gd name="T15" fmla="*/ 24 h 112"/>
              <a:gd name="T16" fmla="*/ 52 w 176"/>
              <a:gd name="T17" fmla="*/ 24 h 112"/>
              <a:gd name="T18" fmla="*/ 48 w 176"/>
              <a:gd name="T19" fmla="*/ 28 h 112"/>
              <a:gd name="T20" fmla="*/ 52 w 176"/>
              <a:gd name="T21" fmla="*/ 32 h 112"/>
              <a:gd name="T22" fmla="*/ 76 w 176"/>
              <a:gd name="T23" fmla="*/ 32 h 112"/>
              <a:gd name="T24" fmla="*/ 80 w 176"/>
              <a:gd name="T25" fmla="*/ 28 h 112"/>
              <a:gd name="T26" fmla="*/ 80 w 176"/>
              <a:gd name="T27" fmla="*/ 4 h 112"/>
              <a:gd name="T28" fmla="*/ 76 w 176"/>
              <a:gd name="T29" fmla="*/ 0 h 112"/>
              <a:gd name="T30" fmla="*/ 72 w 176"/>
              <a:gd name="T31" fmla="*/ 4 h 112"/>
              <a:gd name="T32" fmla="*/ 72 w 176"/>
              <a:gd name="T33" fmla="*/ 17 h 112"/>
              <a:gd name="T34" fmla="*/ 46 w 176"/>
              <a:gd name="T35" fmla="*/ 8 h 112"/>
              <a:gd name="T36" fmla="*/ 0 w 176"/>
              <a:gd name="T37" fmla="*/ 54 h 112"/>
              <a:gd name="T38" fmla="*/ 0 w 176"/>
              <a:gd name="T39" fmla="*/ 58 h 112"/>
              <a:gd name="T40" fmla="*/ 46 w 176"/>
              <a:gd name="T41" fmla="*/ 104 h 112"/>
              <a:gd name="T42" fmla="*/ 92 w 176"/>
              <a:gd name="T43" fmla="*/ 58 h 112"/>
              <a:gd name="T44" fmla="*/ 92 w 176"/>
              <a:gd name="T45" fmla="*/ 54 h 112"/>
              <a:gd name="T46" fmla="*/ 130 w 176"/>
              <a:gd name="T47" fmla="*/ 16 h 112"/>
              <a:gd name="T48" fmla="*/ 168 w 176"/>
              <a:gd name="T49" fmla="*/ 54 h 112"/>
              <a:gd name="T50" fmla="*/ 168 w 176"/>
              <a:gd name="T51" fmla="*/ 58 h 112"/>
              <a:gd name="T52" fmla="*/ 130 w 176"/>
              <a:gd name="T53" fmla="*/ 96 h 112"/>
              <a:gd name="T54" fmla="*/ 108 w 176"/>
              <a:gd name="T55" fmla="*/ 88 h 112"/>
              <a:gd name="T56" fmla="*/ 124 w 176"/>
              <a:gd name="T57" fmla="*/ 88 h 112"/>
              <a:gd name="T58" fmla="*/ 128 w 176"/>
              <a:gd name="T59" fmla="*/ 84 h 112"/>
              <a:gd name="T60" fmla="*/ 124 w 176"/>
              <a:gd name="T61" fmla="*/ 80 h 112"/>
              <a:gd name="T62" fmla="*/ 100 w 176"/>
              <a:gd name="T63" fmla="*/ 80 h 112"/>
              <a:gd name="T64" fmla="*/ 96 w 176"/>
              <a:gd name="T65" fmla="*/ 84 h 112"/>
              <a:gd name="T66" fmla="*/ 96 w 176"/>
              <a:gd name="T67" fmla="*/ 108 h 112"/>
              <a:gd name="T68" fmla="*/ 100 w 176"/>
              <a:gd name="T69" fmla="*/ 112 h 112"/>
              <a:gd name="T70" fmla="*/ 104 w 176"/>
              <a:gd name="T71" fmla="*/ 108 h 112"/>
              <a:gd name="T72" fmla="*/ 104 w 176"/>
              <a:gd name="T73" fmla="*/ 95 h 112"/>
              <a:gd name="T74" fmla="*/ 130 w 176"/>
              <a:gd name="T75" fmla="*/ 104 h 112"/>
              <a:gd name="T76" fmla="*/ 176 w 176"/>
              <a:gd name="T77" fmla="*/ 58 h 112"/>
              <a:gd name="T78" fmla="*/ 176 w 176"/>
              <a:gd name="T79" fmla="*/ 54 h 112"/>
              <a:gd name="T80" fmla="*/ 130 w 176"/>
              <a:gd name="T81" fmla="*/ 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12">
                <a:moveTo>
                  <a:pt x="130" y="8"/>
                </a:moveTo>
                <a:cubicBezTo>
                  <a:pt x="105" y="8"/>
                  <a:pt x="84" y="29"/>
                  <a:pt x="84" y="54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79"/>
                  <a:pt x="67" y="96"/>
                  <a:pt x="46" y="96"/>
                </a:cubicBezTo>
                <a:cubicBezTo>
                  <a:pt x="25" y="96"/>
                  <a:pt x="8" y="79"/>
                  <a:pt x="8" y="58"/>
                </a:cubicBezTo>
                <a:cubicBezTo>
                  <a:pt x="8" y="54"/>
                  <a:pt x="8" y="54"/>
                  <a:pt x="8" y="54"/>
                </a:cubicBezTo>
                <a:cubicBezTo>
                  <a:pt x="8" y="33"/>
                  <a:pt x="25" y="16"/>
                  <a:pt x="46" y="16"/>
                </a:cubicBezTo>
                <a:cubicBezTo>
                  <a:pt x="54" y="16"/>
                  <a:pt x="62" y="19"/>
                  <a:pt x="68" y="24"/>
                </a:cubicBezTo>
                <a:cubicBezTo>
                  <a:pt x="52" y="24"/>
                  <a:pt x="52" y="24"/>
                  <a:pt x="52" y="24"/>
                </a:cubicBezTo>
                <a:cubicBezTo>
                  <a:pt x="50" y="24"/>
                  <a:pt x="48" y="26"/>
                  <a:pt x="48" y="28"/>
                </a:cubicBezTo>
                <a:cubicBezTo>
                  <a:pt x="48" y="30"/>
                  <a:pt x="50" y="32"/>
                  <a:pt x="52" y="32"/>
                </a:cubicBezTo>
                <a:cubicBezTo>
                  <a:pt x="76" y="32"/>
                  <a:pt x="76" y="32"/>
                  <a:pt x="76" y="32"/>
                </a:cubicBezTo>
                <a:cubicBezTo>
                  <a:pt x="78" y="32"/>
                  <a:pt x="80" y="30"/>
                  <a:pt x="80" y="28"/>
                </a:cubicBezTo>
                <a:cubicBezTo>
                  <a:pt x="80" y="4"/>
                  <a:pt x="80" y="4"/>
                  <a:pt x="80" y="4"/>
                </a:cubicBezTo>
                <a:cubicBezTo>
                  <a:pt x="80" y="2"/>
                  <a:pt x="78" y="0"/>
                  <a:pt x="76" y="0"/>
                </a:cubicBezTo>
                <a:cubicBezTo>
                  <a:pt x="74" y="0"/>
                  <a:pt x="72" y="2"/>
                  <a:pt x="72" y="4"/>
                </a:cubicBezTo>
                <a:cubicBezTo>
                  <a:pt x="72" y="17"/>
                  <a:pt x="72" y="17"/>
                  <a:pt x="72" y="17"/>
                </a:cubicBezTo>
                <a:cubicBezTo>
                  <a:pt x="64" y="11"/>
                  <a:pt x="55" y="8"/>
                  <a:pt x="46" y="8"/>
                </a:cubicBezTo>
                <a:cubicBezTo>
                  <a:pt x="21" y="8"/>
                  <a:pt x="0" y="29"/>
                  <a:pt x="0" y="54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83"/>
                  <a:pt x="21" y="104"/>
                  <a:pt x="46" y="104"/>
                </a:cubicBezTo>
                <a:cubicBezTo>
                  <a:pt x="71" y="104"/>
                  <a:pt x="92" y="83"/>
                  <a:pt x="92" y="58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33"/>
                  <a:pt x="109" y="16"/>
                  <a:pt x="130" y="16"/>
                </a:cubicBezTo>
                <a:cubicBezTo>
                  <a:pt x="151" y="16"/>
                  <a:pt x="168" y="33"/>
                  <a:pt x="168" y="54"/>
                </a:cubicBezTo>
                <a:cubicBezTo>
                  <a:pt x="168" y="58"/>
                  <a:pt x="168" y="58"/>
                  <a:pt x="168" y="58"/>
                </a:cubicBezTo>
                <a:cubicBezTo>
                  <a:pt x="168" y="79"/>
                  <a:pt x="151" y="96"/>
                  <a:pt x="130" y="96"/>
                </a:cubicBezTo>
                <a:cubicBezTo>
                  <a:pt x="122" y="96"/>
                  <a:pt x="114" y="93"/>
                  <a:pt x="108" y="88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6" y="88"/>
                  <a:pt x="128" y="86"/>
                  <a:pt x="128" y="84"/>
                </a:cubicBezTo>
                <a:cubicBezTo>
                  <a:pt x="128" y="82"/>
                  <a:pt x="126" y="80"/>
                  <a:pt x="124" y="80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98" y="80"/>
                  <a:pt x="96" y="82"/>
                  <a:pt x="96" y="84"/>
                </a:cubicBezTo>
                <a:cubicBezTo>
                  <a:pt x="96" y="108"/>
                  <a:pt x="96" y="108"/>
                  <a:pt x="96" y="108"/>
                </a:cubicBezTo>
                <a:cubicBezTo>
                  <a:pt x="96" y="110"/>
                  <a:pt x="98" y="112"/>
                  <a:pt x="100" y="112"/>
                </a:cubicBezTo>
                <a:cubicBezTo>
                  <a:pt x="102" y="112"/>
                  <a:pt x="104" y="110"/>
                  <a:pt x="104" y="108"/>
                </a:cubicBezTo>
                <a:cubicBezTo>
                  <a:pt x="104" y="95"/>
                  <a:pt x="104" y="95"/>
                  <a:pt x="104" y="95"/>
                </a:cubicBezTo>
                <a:cubicBezTo>
                  <a:pt x="112" y="101"/>
                  <a:pt x="121" y="104"/>
                  <a:pt x="130" y="104"/>
                </a:cubicBezTo>
                <a:cubicBezTo>
                  <a:pt x="155" y="104"/>
                  <a:pt x="176" y="83"/>
                  <a:pt x="176" y="58"/>
                </a:cubicBezTo>
                <a:cubicBezTo>
                  <a:pt x="176" y="54"/>
                  <a:pt x="176" y="54"/>
                  <a:pt x="176" y="54"/>
                </a:cubicBezTo>
                <a:cubicBezTo>
                  <a:pt x="176" y="29"/>
                  <a:pt x="155" y="8"/>
                  <a:pt x="130" y="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401"/>
          <p:cNvSpPr>
            <a:spLocks noEditPoints="1"/>
          </p:cNvSpPr>
          <p:nvPr/>
        </p:nvSpPr>
        <p:spPr bwMode="auto">
          <a:xfrm>
            <a:off x="6641746" y="3050496"/>
            <a:ext cx="334275" cy="243404"/>
          </a:xfrm>
          <a:custGeom>
            <a:avLst/>
            <a:gdLst>
              <a:gd name="T0" fmla="*/ 4 w 176"/>
              <a:gd name="T1" fmla="*/ 24 h 128"/>
              <a:gd name="T2" fmla="*/ 50 w 176"/>
              <a:gd name="T3" fmla="*/ 24 h 128"/>
              <a:gd name="T4" fmla="*/ 75 w 176"/>
              <a:gd name="T5" fmla="*/ 55 h 128"/>
              <a:gd name="T6" fmla="*/ 80 w 176"/>
              <a:gd name="T7" fmla="*/ 48 h 128"/>
              <a:gd name="T8" fmla="*/ 55 w 176"/>
              <a:gd name="T9" fmla="*/ 17 h 128"/>
              <a:gd name="T10" fmla="*/ 55 w 176"/>
              <a:gd name="T11" fmla="*/ 18 h 128"/>
              <a:gd name="T12" fmla="*/ 52 w 176"/>
              <a:gd name="T13" fmla="*/ 16 h 128"/>
              <a:gd name="T14" fmla="*/ 4 w 176"/>
              <a:gd name="T15" fmla="*/ 16 h 128"/>
              <a:gd name="T16" fmla="*/ 0 w 176"/>
              <a:gd name="T17" fmla="*/ 20 h 128"/>
              <a:gd name="T18" fmla="*/ 4 w 176"/>
              <a:gd name="T19" fmla="*/ 24 h 128"/>
              <a:gd name="T20" fmla="*/ 159 w 176"/>
              <a:gd name="T21" fmla="*/ 89 h 128"/>
              <a:gd name="T22" fmla="*/ 156 w 176"/>
              <a:gd name="T23" fmla="*/ 88 h 128"/>
              <a:gd name="T24" fmla="*/ 152 w 176"/>
              <a:gd name="T25" fmla="*/ 92 h 128"/>
              <a:gd name="T26" fmla="*/ 153 w 176"/>
              <a:gd name="T27" fmla="*/ 95 h 128"/>
              <a:gd name="T28" fmla="*/ 162 w 176"/>
              <a:gd name="T29" fmla="*/ 104 h 128"/>
              <a:gd name="T30" fmla="*/ 126 w 176"/>
              <a:gd name="T31" fmla="*/ 104 h 128"/>
              <a:gd name="T32" fmla="*/ 101 w 176"/>
              <a:gd name="T33" fmla="*/ 73 h 128"/>
              <a:gd name="T34" fmla="*/ 96 w 176"/>
              <a:gd name="T35" fmla="*/ 80 h 128"/>
              <a:gd name="T36" fmla="*/ 121 w 176"/>
              <a:gd name="T37" fmla="*/ 111 h 128"/>
              <a:gd name="T38" fmla="*/ 121 w 176"/>
              <a:gd name="T39" fmla="*/ 110 h 128"/>
              <a:gd name="T40" fmla="*/ 124 w 176"/>
              <a:gd name="T41" fmla="*/ 112 h 128"/>
              <a:gd name="T42" fmla="*/ 162 w 176"/>
              <a:gd name="T43" fmla="*/ 112 h 128"/>
              <a:gd name="T44" fmla="*/ 153 w 176"/>
              <a:gd name="T45" fmla="*/ 121 h 128"/>
              <a:gd name="T46" fmla="*/ 152 w 176"/>
              <a:gd name="T47" fmla="*/ 124 h 128"/>
              <a:gd name="T48" fmla="*/ 156 w 176"/>
              <a:gd name="T49" fmla="*/ 128 h 128"/>
              <a:gd name="T50" fmla="*/ 159 w 176"/>
              <a:gd name="T51" fmla="*/ 127 h 128"/>
              <a:gd name="T52" fmla="*/ 175 w 176"/>
              <a:gd name="T53" fmla="*/ 111 h 128"/>
              <a:gd name="T54" fmla="*/ 176 w 176"/>
              <a:gd name="T55" fmla="*/ 108 h 128"/>
              <a:gd name="T56" fmla="*/ 175 w 176"/>
              <a:gd name="T57" fmla="*/ 105 h 128"/>
              <a:gd name="T58" fmla="*/ 159 w 176"/>
              <a:gd name="T59" fmla="*/ 89 h 128"/>
              <a:gd name="T60" fmla="*/ 162 w 176"/>
              <a:gd name="T61" fmla="*/ 24 h 128"/>
              <a:gd name="T62" fmla="*/ 153 w 176"/>
              <a:gd name="T63" fmla="*/ 33 h 128"/>
              <a:gd name="T64" fmla="*/ 152 w 176"/>
              <a:gd name="T65" fmla="*/ 36 h 128"/>
              <a:gd name="T66" fmla="*/ 156 w 176"/>
              <a:gd name="T67" fmla="*/ 40 h 128"/>
              <a:gd name="T68" fmla="*/ 159 w 176"/>
              <a:gd name="T69" fmla="*/ 39 h 128"/>
              <a:gd name="T70" fmla="*/ 175 w 176"/>
              <a:gd name="T71" fmla="*/ 23 h 128"/>
              <a:gd name="T72" fmla="*/ 176 w 176"/>
              <a:gd name="T73" fmla="*/ 20 h 128"/>
              <a:gd name="T74" fmla="*/ 175 w 176"/>
              <a:gd name="T75" fmla="*/ 17 h 128"/>
              <a:gd name="T76" fmla="*/ 159 w 176"/>
              <a:gd name="T77" fmla="*/ 1 h 128"/>
              <a:gd name="T78" fmla="*/ 156 w 176"/>
              <a:gd name="T79" fmla="*/ 0 h 128"/>
              <a:gd name="T80" fmla="*/ 152 w 176"/>
              <a:gd name="T81" fmla="*/ 4 h 128"/>
              <a:gd name="T82" fmla="*/ 153 w 176"/>
              <a:gd name="T83" fmla="*/ 7 h 128"/>
              <a:gd name="T84" fmla="*/ 162 w 176"/>
              <a:gd name="T85" fmla="*/ 16 h 128"/>
              <a:gd name="T86" fmla="*/ 124 w 176"/>
              <a:gd name="T87" fmla="*/ 16 h 128"/>
              <a:gd name="T88" fmla="*/ 121 w 176"/>
              <a:gd name="T89" fmla="*/ 18 h 128"/>
              <a:gd name="T90" fmla="*/ 121 w 176"/>
              <a:gd name="T91" fmla="*/ 17 h 128"/>
              <a:gd name="T92" fmla="*/ 50 w 176"/>
              <a:gd name="T93" fmla="*/ 104 h 128"/>
              <a:gd name="T94" fmla="*/ 4 w 176"/>
              <a:gd name="T95" fmla="*/ 104 h 128"/>
              <a:gd name="T96" fmla="*/ 0 w 176"/>
              <a:gd name="T97" fmla="*/ 108 h 128"/>
              <a:gd name="T98" fmla="*/ 4 w 176"/>
              <a:gd name="T99" fmla="*/ 112 h 128"/>
              <a:gd name="T100" fmla="*/ 52 w 176"/>
              <a:gd name="T101" fmla="*/ 112 h 128"/>
              <a:gd name="T102" fmla="*/ 55 w 176"/>
              <a:gd name="T103" fmla="*/ 110 h 128"/>
              <a:gd name="T104" fmla="*/ 55 w 176"/>
              <a:gd name="T105" fmla="*/ 111 h 128"/>
              <a:gd name="T106" fmla="*/ 126 w 176"/>
              <a:gd name="T107" fmla="*/ 24 h 128"/>
              <a:gd name="T108" fmla="*/ 162 w 176"/>
              <a:gd name="T109" fmla="*/ 2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28">
                <a:moveTo>
                  <a:pt x="4" y="24"/>
                </a:moveTo>
                <a:cubicBezTo>
                  <a:pt x="50" y="24"/>
                  <a:pt x="50" y="24"/>
                  <a:pt x="50" y="24"/>
                </a:cubicBezTo>
                <a:cubicBezTo>
                  <a:pt x="75" y="55"/>
                  <a:pt x="75" y="55"/>
                  <a:pt x="75" y="55"/>
                </a:cubicBezTo>
                <a:cubicBezTo>
                  <a:pt x="80" y="48"/>
                  <a:pt x="80" y="48"/>
                  <a:pt x="80" y="48"/>
                </a:cubicBezTo>
                <a:cubicBezTo>
                  <a:pt x="55" y="17"/>
                  <a:pt x="55" y="17"/>
                  <a:pt x="55" y="17"/>
                </a:cubicBezTo>
                <a:cubicBezTo>
                  <a:pt x="55" y="18"/>
                  <a:pt x="55" y="18"/>
                  <a:pt x="55" y="18"/>
                </a:cubicBezTo>
                <a:cubicBezTo>
                  <a:pt x="54" y="17"/>
                  <a:pt x="53" y="16"/>
                  <a:pt x="52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2" y="16"/>
                  <a:pt x="0" y="18"/>
                  <a:pt x="0" y="20"/>
                </a:cubicBezTo>
                <a:cubicBezTo>
                  <a:pt x="0" y="22"/>
                  <a:pt x="2" y="24"/>
                  <a:pt x="4" y="24"/>
                </a:cubicBezTo>
                <a:moveTo>
                  <a:pt x="159" y="89"/>
                </a:moveTo>
                <a:cubicBezTo>
                  <a:pt x="158" y="88"/>
                  <a:pt x="157" y="88"/>
                  <a:pt x="156" y="88"/>
                </a:cubicBezTo>
                <a:cubicBezTo>
                  <a:pt x="154" y="88"/>
                  <a:pt x="152" y="90"/>
                  <a:pt x="152" y="92"/>
                </a:cubicBezTo>
                <a:cubicBezTo>
                  <a:pt x="152" y="93"/>
                  <a:pt x="152" y="94"/>
                  <a:pt x="153" y="95"/>
                </a:cubicBezTo>
                <a:cubicBezTo>
                  <a:pt x="162" y="104"/>
                  <a:pt x="162" y="104"/>
                  <a:pt x="162" y="104"/>
                </a:cubicBezTo>
                <a:cubicBezTo>
                  <a:pt x="126" y="104"/>
                  <a:pt x="126" y="104"/>
                  <a:pt x="126" y="104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96" y="80"/>
                  <a:pt x="96" y="80"/>
                  <a:pt x="96" y="80"/>
                </a:cubicBezTo>
                <a:cubicBezTo>
                  <a:pt x="121" y="111"/>
                  <a:pt x="121" y="111"/>
                  <a:pt x="121" y="111"/>
                </a:cubicBezTo>
                <a:cubicBezTo>
                  <a:pt x="121" y="110"/>
                  <a:pt x="121" y="110"/>
                  <a:pt x="121" y="110"/>
                </a:cubicBezTo>
                <a:cubicBezTo>
                  <a:pt x="122" y="111"/>
                  <a:pt x="123" y="112"/>
                  <a:pt x="124" y="112"/>
                </a:cubicBezTo>
                <a:cubicBezTo>
                  <a:pt x="162" y="112"/>
                  <a:pt x="162" y="112"/>
                  <a:pt x="162" y="112"/>
                </a:cubicBezTo>
                <a:cubicBezTo>
                  <a:pt x="153" y="121"/>
                  <a:pt x="153" y="121"/>
                  <a:pt x="153" y="121"/>
                </a:cubicBezTo>
                <a:cubicBezTo>
                  <a:pt x="152" y="122"/>
                  <a:pt x="152" y="123"/>
                  <a:pt x="152" y="124"/>
                </a:cubicBezTo>
                <a:cubicBezTo>
                  <a:pt x="152" y="126"/>
                  <a:pt x="154" y="128"/>
                  <a:pt x="156" y="128"/>
                </a:cubicBezTo>
                <a:cubicBezTo>
                  <a:pt x="157" y="128"/>
                  <a:pt x="158" y="128"/>
                  <a:pt x="159" y="127"/>
                </a:cubicBezTo>
                <a:cubicBezTo>
                  <a:pt x="175" y="111"/>
                  <a:pt x="175" y="111"/>
                  <a:pt x="175" y="111"/>
                </a:cubicBezTo>
                <a:cubicBezTo>
                  <a:pt x="176" y="110"/>
                  <a:pt x="176" y="109"/>
                  <a:pt x="176" y="108"/>
                </a:cubicBezTo>
                <a:cubicBezTo>
                  <a:pt x="176" y="107"/>
                  <a:pt x="176" y="106"/>
                  <a:pt x="175" y="105"/>
                </a:cubicBezTo>
                <a:lnTo>
                  <a:pt x="159" y="89"/>
                </a:lnTo>
                <a:close/>
                <a:moveTo>
                  <a:pt x="162" y="24"/>
                </a:moveTo>
                <a:cubicBezTo>
                  <a:pt x="153" y="33"/>
                  <a:pt x="153" y="33"/>
                  <a:pt x="153" y="33"/>
                </a:cubicBezTo>
                <a:cubicBezTo>
                  <a:pt x="152" y="34"/>
                  <a:pt x="152" y="35"/>
                  <a:pt x="152" y="36"/>
                </a:cubicBezTo>
                <a:cubicBezTo>
                  <a:pt x="152" y="38"/>
                  <a:pt x="154" y="40"/>
                  <a:pt x="156" y="40"/>
                </a:cubicBezTo>
                <a:cubicBezTo>
                  <a:pt x="157" y="40"/>
                  <a:pt x="158" y="40"/>
                  <a:pt x="159" y="39"/>
                </a:cubicBezTo>
                <a:cubicBezTo>
                  <a:pt x="175" y="23"/>
                  <a:pt x="175" y="23"/>
                  <a:pt x="175" y="23"/>
                </a:cubicBezTo>
                <a:cubicBezTo>
                  <a:pt x="176" y="22"/>
                  <a:pt x="176" y="21"/>
                  <a:pt x="176" y="20"/>
                </a:cubicBezTo>
                <a:cubicBezTo>
                  <a:pt x="176" y="19"/>
                  <a:pt x="176" y="18"/>
                  <a:pt x="175" y="17"/>
                </a:cubicBezTo>
                <a:cubicBezTo>
                  <a:pt x="159" y="1"/>
                  <a:pt x="159" y="1"/>
                  <a:pt x="159" y="1"/>
                </a:cubicBezTo>
                <a:cubicBezTo>
                  <a:pt x="158" y="0"/>
                  <a:pt x="157" y="0"/>
                  <a:pt x="156" y="0"/>
                </a:cubicBezTo>
                <a:cubicBezTo>
                  <a:pt x="154" y="0"/>
                  <a:pt x="152" y="2"/>
                  <a:pt x="152" y="4"/>
                </a:cubicBezTo>
                <a:cubicBezTo>
                  <a:pt x="152" y="5"/>
                  <a:pt x="152" y="6"/>
                  <a:pt x="153" y="7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124" y="16"/>
                  <a:pt x="124" y="16"/>
                  <a:pt x="124" y="16"/>
                </a:cubicBezTo>
                <a:cubicBezTo>
                  <a:pt x="123" y="16"/>
                  <a:pt x="122" y="17"/>
                  <a:pt x="121" y="18"/>
                </a:cubicBezTo>
                <a:cubicBezTo>
                  <a:pt x="121" y="17"/>
                  <a:pt x="121" y="17"/>
                  <a:pt x="121" y="17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4" y="104"/>
                  <a:pt x="4" y="104"/>
                  <a:pt x="4" y="104"/>
                </a:cubicBezTo>
                <a:cubicBezTo>
                  <a:pt x="2" y="104"/>
                  <a:pt x="0" y="106"/>
                  <a:pt x="0" y="108"/>
                </a:cubicBezTo>
                <a:cubicBezTo>
                  <a:pt x="0" y="110"/>
                  <a:pt x="2" y="112"/>
                  <a:pt x="4" y="112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3" y="112"/>
                  <a:pt x="54" y="111"/>
                  <a:pt x="55" y="110"/>
                </a:cubicBezTo>
                <a:cubicBezTo>
                  <a:pt x="55" y="111"/>
                  <a:pt x="55" y="111"/>
                  <a:pt x="55" y="111"/>
                </a:cubicBezTo>
                <a:cubicBezTo>
                  <a:pt x="126" y="24"/>
                  <a:pt x="126" y="24"/>
                  <a:pt x="126" y="24"/>
                </a:cubicBezTo>
                <a:lnTo>
                  <a:pt x="162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402"/>
          <p:cNvSpPr>
            <a:spLocks noEditPoints="1"/>
          </p:cNvSpPr>
          <p:nvPr/>
        </p:nvSpPr>
        <p:spPr bwMode="auto">
          <a:xfrm>
            <a:off x="7281087" y="3035892"/>
            <a:ext cx="334275" cy="274235"/>
          </a:xfrm>
          <a:custGeom>
            <a:avLst/>
            <a:gdLst>
              <a:gd name="T0" fmla="*/ 175 w 176"/>
              <a:gd name="T1" fmla="*/ 69 h 144"/>
              <a:gd name="T2" fmla="*/ 151 w 176"/>
              <a:gd name="T3" fmla="*/ 45 h 144"/>
              <a:gd name="T4" fmla="*/ 148 w 176"/>
              <a:gd name="T5" fmla="*/ 44 h 144"/>
              <a:gd name="T6" fmla="*/ 144 w 176"/>
              <a:gd name="T7" fmla="*/ 48 h 144"/>
              <a:gd name="T8" fmla="*/ 145 w 176"/>
              <a:gd name="T9" fmla="*/ 51 h 144"/>
              <a:gd name="T10" fmla="*/ 162 w 176"/>
              <a:gd name="T11" fmla="*/ 68 h 144"/>
              <a:gd name="T12" fmla="*/ 66 w 176"/>
              <a:gd name="T13" fmla="*/ 68 h 144"/>
              <a:gd name="T14" fmla="*/ 120 w 176"/>
              <a:gd name="T15" fmla="*/ 14 h 144"/>
              <a:gd name="T16" fmla="*/ 120 w 176"/>
              <a:gd name="T17" fmla="*/ 36 h 144"/>
              <a:gd name="T18" fmla="*/ 124 w 176"/>
              <a:gd name="T19" fmla="*/ 40 h 144"/>
              <a:gd name="T20" fmla="*/ 128 w 176"/>
              <a:gd name="T21" fmla="*/ 36 h 144"/>
              <a:gd name="T22" fmla="*/ 128 w 176"/>
              <a:gd name="T23" fmla="*/ 4 h 144"/>
              <a:gd name="T24" fmla="*/ 124 w 176"/>
              <a:gd name="T25" fmla="*/ 0 h 144"/>
              <a:gd name="T26" fmla="*/ 92 w 176"/>
              <a:gd name="T27" fmla="*/ 0 h 144"/>
              <a:gd name="T28" fmla="*/ 88 w 176"/>
              <a:gd name="T29" fmla="*/ 4 h 144"/>
              <a:gd name="T30" fmla="*/ 92 w 176"/>
              <a:gd name="T31" fmla="*/ 8 h 144"/>
              <a:gd name="T32" fmla="*/ 114 w 176"/>
              <a:gd name="T33" fmla="*/ 8 h 144"/>
              <a:gd name="T34" fmla="*/ 54 w 176"/>
              <a:gd name="T35" fmla="*/ 68 h 144"/>
              <a:gd name="T36" fmla="*/ 31 w 176"/>
              <a:gd name="T37" fmla="*/ 68 h 144"/>
              <a:gd name="T38" fmla="*/ 16 w 176"/>
              <a:gd name="T39" fmla="*/ 56 h 144"/>
              <a:gd name="T40" fmla="*/ 0 w 176"/>
              <a:gd name="T41" fmla="*/ 72 h 144"/>
              <a:gd name="T42" fmla="*/ 16 w 176"/>
              <a:gd name="T43" fmla="*/ 88 h 144"/>
              <a:gd name="T44" fmla="*/ 31 w 176"/>
              <a:gd name="T45" fmla="*/ 76 h 144"/>
              <a:gd name="T46" fmla="*/ 54 w 176"/>
              <a:gd name="T47" fmla="*/ 76 h 144"/>
              <a:gd name="T48" fmla="*/ 114 w 176"/>
              <a:gd name="T49" fmla="*/ 136 h 144"/>
              <a:gd name="T50" fmla="*/ 92 w 176"/>
              <a:gd name="T51" fmla="*/ 136 h 144"/>
              <a:gd name="T52" fmla="*/ 88 w 176"/>
              <a:gd name="T53" fmla="*/ 140 h 144"/>
              <a:gd name="T54" fmla="*/ 92 w 176"/>
              <a:gd name="T55" fmla="*/ 144 h 144"/>
              <a:gd name="T56" fmla="*/ 124 w 176"/>
              <a:gd name="T57" fmla="*/ 144 h 144"/>
              <a:gd name="T58" fmla="*/ 128 w 176"/>
              <a:gd name="T59" fmla="*/ 140 h 144"/>
              <a:gd name="T60" fmla="*/ 128 w 176"/>
              <a:gd name="T61" fmla="*/ 108 h 144"/>
              <a:gd name="T62" fmla="*/ 124 w 176"/>
              <a:gd name="T63" fmla="*/ 104 h 144"/>
              <a:gd name="T64" fmla="*/ 120 w 176"/>
              <a:gd name="T65" fmla="*/ 108 h 144"/>
              <a:gd name="T66" fmla="*/ 120 w 176"/>
              <a:gd name="T67" fmla="*/ 130 h 144"/>
              <a:gd name="T68" fmla="*/ 66 w 176"/>
              <a:gd name="T69" fmla="*/ 76 h 144"/>
              <a:gd name="T70" fmla="*/ 162 w 176"/>
              <a:gd name="T71" fmla="*/ 76 h 144"/>
              <a:gd name="T72" fmla="*/ 145 w 176"/>
              <a:gd name="T73" fmla="*/ 93 h 144"/>
              <a:gd name="T74" fmla="*/ 144 w 176"/>
              <a:gd name="T75" fmla="*/ 96 h 144"/>
              <a:gd name="T76" fmla="*/ 148 w 176"/>
              <a:gd name="T77" fmla="*/ 100 h 144"/>
              <a:gd name="T78" fmla="*/ 151 w 176"/>
              <a:gd name="T79" fmla="*/ 99 h 144"/>
              <a:gd name="T80" fmla="*/ 175 w 176"/>
              <a:gd name="T81" fmla="*/ 75 h 144"/>
              <a:gd name="T82" fmla="*/ 176 w 176"/>
              <a:gd name="T83" fmla="*/ 72 h 144"/>
              <a:gd name="T84" fmla="*/ 175 w 176"/>
              <a:gd name="T85" fmla="*/ 69 h 144"/>
              <a:gd name="T86" fmla="*/ 16 w 176"/>
              <a:gd name="T87" fmla="*/ 80 h 144"/>
              <a:gd name="T88" fmla="*/ 8 w 176"/>
              <a:gd name="T89" fmla="*/ 72 h 144"/>
              <a:gd name="T90" fmla="*/ 16 w 176"/>
              <a:gd name="T91" fmla="*/ 64 h 144"/>
              <a:gd name="T92" fmla="*/ 24 w 176"/>
              <a:gd name="T93" fmla="*/ 72 h 144"/>
              <a:gd name="T94" fmla="*/ 16 w 176"/>
              <a:gd name="T95" fmla="*/ 8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44">
                <a:moveTo>
                  <a:pt x="175" y="69"/>
                </a:moveTo>
                <a:cubicBezTo>
                  <a:pt x="151" y="45"/>
                  <a:pt x="151" y="45"/>
                  <a:pt x="151" y="45"/>
                </a:cubicBezTo>
                <a:cubicBezTo>
                  <a:pt x="150" y="44"/>
                  <a:pt x="149" y="44"/>
                  <a:pt x="148" y="44"/>
                </a:cubicBezTo>
                <a:cubicBezTo>
                  <a:pt x="146" y="44"/>
                  <a:pt x="144" y="46"/>
                  <a:pt x="144" y="48"/>
                </a:cubicBezTo>
                <a:cubicBezTo>
                  <a:pt x="144" y="49"/>
                  <a:pt x="144" y="50"/>
                  <a:pt x="145" y="51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120" y="14"/>
                  <a:pt x="120" y="14"/>
                  <a:pt x="120" y="14"/>
                </a:cubicBezTo>
                <a:cubicBezTo>
                  <a:pt x="120" y="36"/>
                  <a:pt x="120" y="36"/>
                  <a:pt x="120" y="36"/>
                </a:cubicBezTo>
                <a:cubicBezTo>
                  <a:pt x="120" y="38"/>
                  <a:pt x="122" y="40"/>
                  <a:pt x="124" y="40"/>
                </a:cubicBezTo>
                <a:cubicBezTo>
                  <a:pt x="126" y="40"/>
                  <a:pt x="128" y="38"/>
                  <a:pt x="128" y="36"/>
                </a:cubicBezTo>
                <a:cubicBezTo>
                  <a:pt x="128" y="4"/>
                  <a:pt x="128" y="4"/>
                  <a:pt x="128" y="4"/>
                </a:cubicBezTo>
                <a:cubicBezTo>
                  <a:pt x="128" y="2"/>
                  <a:pt x="126" y="0"/>
                  <a:pt x="124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0" y="0"/>
                  <a:pt x="88" y="2"/>
                  <a:pt x="88" y="4"/>
                </a:cubicBezTo>
                <a:cubicBezTo>
                  <a:pt x="88" y="6"/>
                  <a:pt x="90" y="8"/>
                  <a:pt x="92" y="8"/>
                </a:cubicBezTo>
                <a:cubicBezTo>
                  <a:pt x="114" y="8"/>
                  <a:pt x="114" y="8"/>
                  <a:pt x="114" y="8"/>
                </a:cubicBezTo>
                <a:cubicBezTo>
                  <a:pt x="54" y="68"/>
                  <a:pt x="54" y="68"/>
                  <a:pt x="54" y="68"/>
                </a:cubicBezTo>
                <a:cubicBezTo>
                  <a:pt x="31" y="68"/>
                  <a:pt x="31" y="68"/>
                  <a:pt x="31" y="68"/>
                </a:cubicBezTo>
                <a:cubicBezTo>
                  <a:pt x="30" y="61"/>
                  <a:pt x="23" y="56"/>
                  <a:pt x="16" y="56"/>
                </a:cubicBezTo>
                <a:cubicBezTo>
                  <a:pt x="7" y="56"/>
                  <a:pt x="0" y="63"/>
                  <a:pt x="0" y="72"/>
                </a:cubicBezTo>
                <a:cubicBezTo>
                  <a:pt x="0" y="81"/>
                  <a:pt x="7" y="88"/>
                  <a:pt x="16" y="88"/>
                </a:cubicBezTo>
                <a:cubicBezTo>
                  <a:pt x="23" y="88"/>
                  <a:pt x="30" y="83"/>
                  <a:pt x="31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90" y="136"/>
                  <a:pt x="88" y="138"/>
                  <a:pt x="88" y="140"/>
                </a:cubicBezTo>
                <a:cubicBezTo>
                  <a:pt x="88" y="142"/>
                  <a:pt x="90" y="144"/>
                  <a:pt x="92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8" y="106"/>
                  <a:pt x="126" y="104"/>
                  <a:pt x="124" y="104"/>
                </a:cubicBezTo>
                <a:cubicBezTo>
                  <a:pt x="122" y="104"/>
                  <a:pt x="120" y="106"/>
                  <a:pt x="120" y="108"/>
                </a:cubicBezTo>
                <a:cubicBezTo>
                  <a:pt x="120" y="130"/>
                  <a:pt x="120" y="130"/>
                  <a:pt x="120" y="130"/>
                </a:cubicBezTo>
                <a:cubicBezTo>
                  <a:pt x="66" y="76"/>
                  <a:pt x="66" y="76"/>
                  <a:pt x="66" y="76"/>
                </a:cubicBezTo>
                <a:cubicBezTo>
                  <a:pt x="162" y="76"/>
                  <a:pt x="162" y="76"/>
                  <a:pt x="162" y="76"/>
                </a:cubicBezTo>
                <a:cubicBezTo>
                  <a:pt x="145" y="93"/>
                  <a:pt x="145" y="93"/>
                  <a:pt x="145" y="93"/>
                </a:cubicBezTo>
                <a:cubicBezTo>
                  <a:pt x="144" y="94"/>
                  <a:pt x="144" y="95"/>
                  <a:pt x="144" y="96"/>
                </a:cubicBezTo>
                <a:cubicBezTo>
                  <a:pt x="144" y="98"/>
                  <a:pt x="146" y="100"/>
                  <a:pt x="148" y="100"/>
                </a:cubicBezTo>
                <a:cubicBezTo>
                  <a:pt x="149" y="100"/>
                  <a:pt x="150" y="100"/>
                  <a:pt x="151" y="99"/>
                </a:cubicBezTo>
                <a:cubicBezTo>
                  <a:pt x="175" y="75"/>
                  <a:pt x="175" y="75"/>
                  <a:pt x="175" y="75"/>
                </a:cubicBezTo>
                <a:cubicBezTo>
                  <a:pt x="176" y="74"/>
                  <a:pt x="176" y="73"/>
                  <a:pt x="176" y="72"/>
                </a:cubicBezTo>
                <a:cubicBezTo>
                  <a:pt x="176" y="71"/>
                  <a:pt x="176" y="70"/>
                  <a:pt x="175" y="69"/>
                </a:cubicBezTo>
                <a:moveTo>
                  <a:pt x="16" y="80"/>
                </a:moveTo>
                <a:cubicBezTo>
                  <a:pt x="12" y="80"/>
                  <a:pt x="8" y="76"/>
                  <a:pt x="8" y="72"/>
                </a:cubicBezTo>
                <a:cubicBezTo>
                  <a:pt x="8" y="68"/>
                  <a:pt x="12" y="64"/>
                  <a:pt x="16" y="64"/>
                </a:cubicBezTo>
                <a:cubicBezTo>
                  <a:pt x="20" y="64"/>
                  <a:pt x="24" y="68"/>
                  <a:pt x="24" y="72"/>
                </a:cubicBezTo>
                <a:cubicBezTo>
                  <a:pt x="24" y="76"/>
                  <a:pt x="20" y="80"/>
                  <a:pt x="16" y="8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377480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586801" y="411510"/>
            <a:ext cx="197041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Miscellaneous</a:t>
            </a:r>
            <a:endParaRPr lang="uk-UA" sz="2400" dirty="0"/>
          </a:p>
        </p:txBody>
      </p:sp>
      <p:sp>
        <p:nvSpPr>
          <p:cNvPr id="79" name="Freeform 434"/>
          <p:cNvSpPr>
            <a:spLocks noEditPoints="1"/>
          </p:cNvSpPr>
          <p:nvPr/>
        </p:nvSpPr>
        <p:spPr bwMode="auto">
          <a:xfrm>
            <a:off x="1524581" y="1118979"/>
            <a:ext cx="335898" cy="334275"/>
          </a:xfrm>
          <a:custGeom>
            <a:avLst/>
            <a:gdLst>
              <a:gd name="T0" fmla="*/ 126 w 176"/>
              <a:gd name="T1" fmla="*/ 85 h 176"/>
              <a:gd name="T2" fmla="*/ 127 w 176"/>
              <a:gd name="T3" fmla="*/ 85 h 176"/>
              <a:gd name="T4" fmla="*/ 126 w 176"/>
              <a:gd name="T5" fmla="*/ 84 h 176"/>
              <a:gd name="T6" fmla="*/ 125 w 176"/>
              <a:gd name="T7" fmla="*/ 84 h 176"/>
              <a:gd name="T8" fmla="*/ 71 w 176"/>
              <a:gd name="T9" fmla="*/ 53 h 176"/>
              <a:gd name="T10" fmla="*/ 70 w 176"/>
              <a:gd name="T11" fmla="*/ 53 h 176"/>
              <a:gd name="T12" fmla="*/ 68 w 176"/>
              <a:gd name="T13" fmla="*/ 52 h 176"/>
              <a:gd name="T14" fmla="*/ 64 w 176"/>
              <a:gd name="T15" fmla="*/ 56 h 176"/>
              <a:gd name="T16" fmla="*/ 64 w 176"/>
              <a:gd name="T17" fmla="*/ 120 h 176"/>
              <a:gd name="T18" fmla="*/ 68 w 176"/>
              <a:gd name="T19" fmla="*/ 124 h 176"/>
              <a:gd name="T20" fmla="*/ 70 w 176"/>
              <a:gd name="T21" fmla="*/ 123 h 176"/>
              <a:gd name="T22" fmla="*/ 71 w 176"/>
              <a:gd name="T23" fmla="*/ 123 h 176"/>
              <a:gd name="T24" fmla="*/ 125 w 176"/>
              <a:gd name="T25" fmla="*/ 92 h 176"/>
              <a:gd name="T26" fmla="*/ 126 w 176"/>
              <a:gd name="T27" fmla="*/ 92 h 176"/>
              <a:gd name="T28" fmla="*/ 127 w 176"/>
              <a:gd name="T29" fmla="*/ 91 h 176"/>
              <a:gd name="T30" fmla="*/ 126 w 176"/>
              <a:gd name="T31" fmla="*/ 91 h 176"/>
              <a:gd name="T32" fmla="*/ 128 w 176"/>
              <a:gd name="T33" fmla="*/ 88 h 176"/>
              <a:gd name="T34" fmla="*/ 126 w 176"/>
              <a:gd name="T35" fmla="*/ 85 h 176"/>
              <a:gd name="T36" fmla="*/ 72 w 176"/>
              <a:gd name="T37" fmla="*/ 113 h 176"/>
              <a:gd name="T38" fmla="*/ 72 w 176"/>
              <a:gd name="T39" fmla="*/ 63 h 176"/>
              <a:gd name="T40" fmla="*/ 116 w 176"/>
              <a:gd name="T41" fmla="*/ 88 h 176"/>
              <a:gd name="T42" fmla="*/ 72 w 176"/>
              <a:gd name="T43" fmla="*/ 113 h 176"/>
              <a:gd name="T44" fmla="*/ 88 w 176"/>
              <a:gd name="T45" fmla="*/ 0 h 176"/>
              <a:gd name="T46" fmla="*/ 0 w 176"/>
              <a:gd name="T47" fmla="*/ 88 h 176"/>
              <a:gd name="T48" fmla="*/ 88 w 176"/>
              <a:gd name="T49" fmla="*/ 176 h 176"/>
              <a:gd name="T50" fmla="*/ 176 w 176"/>
              <a:gd name="T51" fmla="*/ 88 h 176"/>
              <a:gd name="T52" fmla="*/ 88 w 176"/>
              <a:gd name="T53" fmla="*/ 0 h 176"/>
              <a:gd name="T54" fmla="*/ 88 w 176"/>
              <a:gd name="T55" fmla="*/ 168 h 176"/>
              <a:gd name="T56" fmla="*/ 8 w 176"/>
              <a:gd name="T57" fmla="*/ 88 h 176"/>
              <a:gd name="T58" fmla="*/ 88 w 176"/>
              <a:gd name="T59" fmla="*/ 8 h 176"/>
              <a:gd name="T60" fmla="*/ 168 w 176"/>
              <a:gd name="T61" fmla="*/ 88 h 176"/>
              <a:gd name="T62" fmla="*/ 88 w 176"/>
              <a:gd name="T6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26" y="85"/>
                </a:moveTo>
                <a:cubicBezTo>
                  <a:pt x="127" y="85"/>
                  <a:pt x="127" y="85"/>
                  <a:pt x="127" y="85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5" y="84"/>
                </a:cubicBezTo>
                <a:cubicBezTo>
                  <a:pt x="71" y="53"/>
                  <a:pt x="71" y="53"/>
                  <a:pt x="71" y="53"/>
                </a:cubicBezTo>
                <a:cubicBezTo>
                  <a:pt x="70" y="53"/>
                  <a:pt x="70" y="53"/>
                  <a:pt x="70" y="53"/>
                </a:cubicBezTo>
                <a:cubicBezTo>
                  <a:pt x="70" y="52"/>
                  <a:pt x="69" y="52"/>
                  <a:pt x="68" y="52"/>
                </a:cubicBezTo>
                <a:cubicBezTo>
                  <a:pt x="66" y="52"/>
                  <a:pt x="64" y="54"/>
                  <a:pt x="64" y="56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4" y="122"/>
                  <a:pt x="66" y="124"/>
                  <a:pt x="68" y="124"/>
                </a:cubicBezTo>
                <a:cubicBezTo>
                  <a:pt x="69" y="124"/>
                  <a:pt x="70" y="124"/>
                  <a:pt x="70" y="123"/>
                </a:cubicBezTo>
                <a:cubicBezTo>
                  <a:pt x="71" y="123"/>
                  <a:pt x="71" y="123"/>
                  <a:pt x="71" y="123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26" y="92"/>
                  <a:pt x="126" y="92"/>
                  <a:pt x="126" y="92"/>
                </a:cubicBezTo>
                <a:cubicBezTo>
                  <a:pt x="127" y="91"/>
                  <a:pt x="127" y="91"/>
                  <a:pt x="127" y="91"/>
                </a:cubicBezTo>
                <a:cubicBezTo>
                  <a:pt x="126" y="91"/>
                  <a:pt x="126" y="91"/>
                  <a:pt x="126" y="91"/>
                </a:cubicBezTo>
                <a:cubicBezTo>
                  <a:pt x="127" y="90"/>
                  <a:pt x="128" y="89"/>
                  <a:pt x="128" y="88"/>
                </a:cubicBezTo>
                <a:cubicBezTo>
                  <a:pt x="128" y="87"/>
                  <a:pt x="127" y="86"/>
                  <a:pt x="126" y="85"/>
                </a:cubicBezTo>
                <a:moveTo>
                  <a:pt x="72" y="113"/>
                </a:moveTo>
                <a:cubicBezTo>
                  <a:pt x="72" y="63"/>
                  <a:pt x="72" y="63"/>
                  <a:pt x="72" y="63"/>
                </a:cubicBezTo>
                <a:cubicBezTo>
                  <a:pt x="116" y="88"/>
                  <a:pt x="116" y="88"/>
                  <a:pt x="116" y="88"/>
                </a:cubicBezTo>
                <a:lnTo>
                  <a:pt x="72" y="113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435"/>
          <p:cNvSpPr>
            <a:spLocks noEditPoints="1"/>
          </p:cNvSpPr>
          <p:nvPr/>
        </p:nvSpPr>
        <p:spPr bwMode="auto">
          <a:xfrm>
            <a:off x="2163922" y="1118979"/>
            <a:ext cx="334275" cy="334275"/>
          </a:xfrm>
          <a:custGeom>
            <a:avLst/>
            <a:gdLst>
              <a:gd name="T0" fmla="*/ 76 w 176"/>
              <a:gd name="T1" fmla="*/ 56 h 176"/>
              <a:gd name="T2" fmla="*/ 60 w 176"/>
              <a:gd name="T3" fmla="*/ 56 h 176"/>
              <a:gd name="T4" fmla="*/ 56 w 176"/>
              <a:gd name="T5" fmla="*/ 60 h 176"/>
              <a:gd name="T6" fmla="*/ 56 w 176"/>
              <a:gd name="T7" fmla="*/ 116 h 176"/>
              <a:gd name="T8" fmla="*/ 60 w 176"/>
              <a:gd name="T9" fmla="*/ 120 h 176"/>
              <a:gd name="T10" fmla="*/ 76 w 176"/>
              <a:gd name="T11" fmla="*/ 120 h 176"/>
              <a:gd name="T12" fmla="*/ 80 w 176"/>
              <a:gd name="T13" fmla="*/ 116 h 176"/>
              <a:gd name="T14" fmla="*/ 80 w 176"/>
              <a:gd name="T15" fmla="*/ 60 h 176"/>
              <a:gd name="T16" fmla="*/ 76 w 176"/>
              <a:gd name="T17" fmla="*/ 56 h 176"/>
              <a:gd name="T18" fmla="*/ 72 w 176"/>
              <a:gd name="T19" fmla="*/ 112 h 176"/>
              <a:gd name="T20" fmla="*/ 64 w 176"/>
              <a:gd name="T21" fmla="*/ 112 h 176"/>
              <a:gd name="T22" fmla="*/ 64 w 176"/>
              <a:gd name="T23" fmla="*/ 64 h 176"/>
              <a:gd name="T24" fmla="*/ 72 w 176"/>
              <a:gd name="T25" fmla="*/ 64 h 176"/>
              <a:gd name="T26" fmla="*/ 72 w 176"/>
              <a:gd name="T27" fmla="*/ 112 h 176"/>
              <a:gd name="T28" fmla="*/ 88 w 176"/>
              <a:gd name="T29" fmla="*/ 0 h 176"/>
              <a:gd name="T30" fmla="*/ 0 w 176"/>
              <a:gd name="T31" fmla="*/ 88 h 176"/>
              <a:gd name="T32" fmla="*/ 88 w 176"/>
              <a:gd name="T33" fmla="*/ 176 h 176"/>
              <a:gd name="T34" fmla="*/ 176 w 176"/>
              <a:gd name="T35" fmla="*/ 88 h 176"/>
              <a:gd name="T36" fmla="*/ 88 w 176"/>
              <a:gd name="T37" fmla="*/ 0 h 176"/>
              <a:gd name="T38" fmla="*/ 88 w 176"/>
              <a:gd name="T39" fmla="*/ 168 h 176"/>
              <a:gd name="T40" fmla="*/ 8 w 176"/>
              <a:gd name="T41" fmla="*/ 88 h 176"/>
              <a:gd name="T42" fmla="*/ 88 w 176"/>
              <a:gd name="T43" fmla="*/ 8 h 176"/>
              <a:gd name="T44" fmla="*/ 168 w 176"/>
              <a:gd name="T45" fmla="*/ 88 h 176"/>
              <a:gd name="T46" fmla="*/ 88 w 176"/>
              <a:gd name="T47" fmla="*/ 168 h 176"/>
              <a:gd name="T48" fmla="*/ 116 w 176"/>
              <a:gd name="T49" fmla="*/ 56 h 176"/>
              <a:gd name="T50" fmla="*/ 100 w 176"/>
              <a:gd name="T51" fmla="*/ 56 h 176"/>
              <a:gd name="T52" fmla="*/ 96 w 176"/>
              <a:gd name="T53" fmla="*/ 60 h 176"/>
              <a:gd name="T54" fmla="*/ 96 w 176"/>
              <a:gd name="T55" fmla="*/ 116 h 176"/>
              <a:gd name="T56" fmla="*/ 100 w 176"/>
              <a:gd name="T57" fmla="*/ 120 h 176"/>
              <a:gd name="T58" fmla="*/ 116 w 176"/>
              <a:gd name="T59" fmla="*/ 120 h 176"/>
              <a:gd name="T60" fmla="*/ 120 w 176"/>
              <a:gd name="T61" fmla="*/ 116 h 176"/>
              <a:gd name="T62" fmla="*/ 120 w 176"/>
              <a:gd name="T63" fmla="*/ 60 h 176"/>
              <a:gd name="T64" fmla="*/ 116 w 176"/>
              <a:gd name="T65" fmla="*/ 56 h 176"/>
              <a:gd name="T66" fmla="*/ 112 w 176"/>
              <a:gd name="T67" fmla="*/ 112 h 176"/>
              <a:gd name="T68" fmla="*/ 104 w 176"/>
              <a:gd name="T69" fmla="*/ 112 h 176"/>
              <a:gd name="T70" fmla="*/ 104 w 176"/>
              <a:gd name="T71" fmla="*/ 64 h 176"/>
              <a:gd name="T72" fmla="*/ 112 w 176"/>
              <a:gd name="T73" fmla="*/ 64 h 176"/>
              <a:gd name="T74" fmla="*/ 112 w 176"/>
              <a:gd name="T75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76" y="56"/>
                </a:moveTo>
                <a:cubicBezTo>
                  <a:pt x="60" y="56"/>
                  <a:pt x="60" y="56"/>
                  <a:pt x="60" y="56"/>
                </a:cubicBezTo>
                <a:cubicBezTo>
                  <a:pt x="58" y="56"/>
                  <a:pt x="56" y="58"/>
                  <a:pt x="56" y="60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18"/>
                  <a:pt x="58" y="120"/>
                  <a:pt x="60" y="120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8" y="120"/>
                  <a:pt x="80" y="118"/>
                  <a:pt x="80" y="116"/>
                </a:cubicBezTo>
                <a:cubicBezTo>
                  <a:pt x="80" y="60"/>
                  <a:pt x="80" y="60"/>
                  <a:pt x="80" y="60"/>
                </a:cubicBezTo>
                <a:cubicBezTo>
                  <a:pt x="80" y="58"/>
                  <a:pt x="78" y="56"/>
                  <a:pt x="76" y="56"/>
                </a:cubicBezTo>
                <a:moveTo>
                  <a:pt x="72" y="112"/>
                </a:moveTo>
                <a:cubicBezTo>
                  <a:pt x="64" y="112"/>
                  <a:pt x="64" y="112"/>
                  <a:pt x="64" y="112"/>
                </a:cubicBezTo>
                <a:cubicBezTo>
                  <a:pt x="64" y="64"/>
                  <a:pt x="64" y="64"/>
                  <a:pt x="64" y="64"/>
                </a:cubicBezTo>
                <a:cubicBezTo>
                  <a:pt x="72" y="64"/>
                  <a:pt x="72" y="64"/>
                  <a:pt x="72" y="64"/>
                </a:cubicBezTo>
                <a:lnTo>
                  <a:pt x="72" y="112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6" y="56"/>
                </a:moveTo>
                <a:cubicBezTo>
                  <a:pt x="100" y="56"/>
                  <a:pt x="100" y="56"/>
                  <a:pt x="100" y="56"/>
                </a:cubicBezTo>
                <a:cubicBezTo>
                  <a:pt x="98" y="56"/>
                  <a:pt x="96" y="58"/>
                  <a:pt x="96" y="60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18"/>
                  <a:pt x="98" y="120"/>
                  <a:pt x="100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8" y="120"/>
                  <a:pt x="120" y="118"/>
                  <a:pt x="120" y="116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moveTo>
                  <a:pt x="112" y="112"/>
                </a:moveTo>
                <a:cubicBezTo>
                  <a:pt x="104" y="112"/>
                  <a:pt x="104" y="112"/>
                  <a:pt x="104" y="112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436"/>
          <p:cNvSpPr>
            <a:spLocks noEditPoints="1"/>
          </p:cNvSpPr>
          <p:nvPr/>
        </p:nvSpPr>
        <p:spPr bwMode="auto">
          <a:xfrm>
            <a:off x="2803263" y="1118979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16 w 176"/>
              <a:gd name="T21" fmla="*/ 56 h 176"/>
              <a:gd name="T22" fmla="*/ 60 w 176"/>
              <a:gd name="T23" fmla="*/ 56 h 176"/>
              <a:gd name="T24" fmla="*/ 56 w 176"/>
              <a:gd name="T25" fmla="*/ 60 h 176"/>
              <a:gd name="T26" fmla="*/ 56 w 176"/>
              <a:gd name="T27" fmla="*/ 116 h 176"/>
              <a:gd name="T28" fmla="*/ 60 w 176"/>
              <a:gd name="T29" fmla="*/ 120 h 176"/>
              <a:gd name="T30" fmla="*/ 116 w 176"/>
              <a:gd name="T31" fmla="*/ 120 h 176"/>
              <a:gd name="T32" fmla="*/ 120 w 176"/>
              <a:gd name="T33" fmla="*/ 116 h 176"/>
              <a:gd name="T34" fmla="*/ 120 w 176"/>
              <a:gd name="T35" fmla="*/ 60 h 176"/>
              <a:gd name="T36" fmla="*/ 116 w 176"/>
              <a:gd name="T37" fmla="*/ 56 h 176"/>
              <a:gd name="T38" fmla="*/ 112 w 176"/>
              <a:gd name="T39" fmla="*/ 112 h 176"/>
              <a:gd name="T40" fmla="*/ 64 w 176"/>
              <a:gd name="T41" fmla="*/ 112 h 176"/>
              <a:gd name="T42" fmla="*/ 64 w 176"/>
              <a:gd name="T43" fmla="*/ 64 h 176"/>
              <a:gd name="T44" fmla="*/ 112 w 176"/>
              <a:gd name="T45" fmla="*/ 64 h 176"/>
              <a:gd name="T46" fmla="*/ 112 w 176"/>
              <a:gd name="T47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6" y="56"/>
                </a:moveTo>
                <a:cubicBezTo>
                  <a:pt x="60" y="56"/>
                  <a:pt x="60" y="56"/>
                  <a:pt x="60" y="56"/>
                </a:cubicBezTo>
                <a:cubicBezTo>
                  <a:pt x="58" y="56"/>
                  <a:pt x="56" y="58"/>
                  <a:pt x="56" y="60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18"/>
                  <a:pt x="58" y="120"/>
                  <a:pt x="60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8" y="120"/>
                  <a:pt x="120" y="118"/>
                  <a:pt x="120" y="116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moveTo>
                  <a:pt x="112" y="112"/>
                </a:moveTo>
                <a:cubicBezTo>
                  <a:pt x="64" y="112"/>
                  <a:pt x="64" y="112"/>
                  <a:pt x="64" y="112"/>
                </a:cubicBezTo>
                <a:cubicBezTo>
                  <a:pt x="64" y="64"/>
                  <a:pt x="64" y="64"/>
                  <a:pt x="6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437"/>
          <p:cNvSpPr>
            <a:spLocks noEditPoints="1"/>
          </p:cNvSpPr>
          <p:nvPr/>
        </p:nvSpPr>
        <p:spPr bwMode="auto">
          <a:xfrm>
            <a:off x="3442605" y="1118979"/>
            <a:ext cx="334275" cy="334275"/>
          </a:xfrm>
          <a:custGeom>
            <a:avLst/>
            <a:gdLst>
              <a:gd name="T0" fmla="*/ 88 w 176"/>
              <a:gd name="T1" fmla="*/ 56 h 176"/>
              <a:gd name="T2" fmla="*/ 56 w 176"/>
              <a:gd name="T3" fmla="*/ 88 h 176"/>
              <a:gd name="T4" fmla="*/ 88 w 176"/>
              <a:gd name="T5" fmla="*/ 120 h 176"/>
              <a:gd name="T6" fmla="*/ 120 w 176"/>
              <a:gd name="T7" fmla="*/ 88 h 176"/>
              <a:gd name="T8" fmla="*/ 88 w 176"/>
              <a:gd name="T9" fmla="*/ 56 h 176"/>
              <a:gd name="T10" fmla="*/ 88 w 176"/>
              <a:gd name="T11" fmla="*/ 112 h 176"/>
              <a:gd name="T12" fmla="*/ 64 w 176"/>
              <a:gd name="T13" fmla="*/ 88 h 176"/>
              <a:gd name="T14" fmla="*/ 88 w 176"/>
              <a:gd name="T15" fmla="*/ 64 h 176"/>
              <a:gd name="T16" fmla="*/ 112 w 176"/>
              <a:gd name="T17" fmla="*/ 88 h 176"/>
              <a:gd name="T18" fmla="*/ 88 w 176"/>
              <a:gd name="T19" fmla="*/ 112 h 176"/>
              <a:gd name="T20" fmla="*/ 88 w 176"/>
              <a:gd name="T21" fmla="*/ 0 h 176"/>
              <a:gd name="T22" fmla="*/ 0 w 176"/>
              <a:gd name="T23" fmla="*/ 88 h 176"/>
              <a:gd name="T24" fmla="*/ 88 w 176"/>
              <a:gd name="T25" fmla="*/ 176 h 176"/>
              <a:gd name="T26" fmla="*/ 176 w 176"/>
              <a:gd name="T27" fmla="*/ 88 h 176"/>
              <a:gd name="T28" fmla="*/ 88 w 176"/>
              <a:gd name="T29" fmla="*/ 0 h 176"/>
              <a:gd name="T30" fmla="*/ 88 w 176"/>
              <a:gd name="T31" fmla="*/ 168 h 176"/>
              <a:gd name="T32" fmla="*/ 8 w 176"/>
              <a:gd name="T33" fmla="*/ 88 h 176"/>
              <a:gd name="T34" fmla="*/ 88 w 176"/>
              <a:gd name="T35" fmla="*/ 8 h 176"/>
              <a:gd name="T36" fmla="*/ 168 w 176"/>
              <a:gd name="T37" fmla="*/ 88 h 176"/>
              <a:gd name="T38" fmla="*/ 88 w 176"/>
              <a:gd name="T3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76" h="176">
                <a:moveTo>
                  <a:pt x="88" y="56"/>
                </a:moveTo>
                <a:cubicBezTo>
                  <a:pt x="70" y="56"/>
                  <a:pt x="56" y="70"/>
                  <a:pt x="56" y="88"/>
                </a:cubicBezTo>
                <a:cubicBezTo>
                  <a:pt x="56" y="106"/>
                  <a:pt x="70" y="120"/>
                  <a:pt x="88" y="120"/>
                </a:cubicBezTo>
                <a:cubicBezTo>
                  <a:pt x="106" y="120"/>
                  <a:pt x="120" y="106"/>
                  <a:pt x="120" y="88"/>
                </a:cubicBezTo>
                <a:cubicBezTo>
                  <a:pt x="120" y="70"/>
                  <a:pt x="106" y="56"/>
                  <a:pt x="88" y="56"/>
                </a:cubicBezTo>
                <a:moveTo>
                  <a:pt x="88" y="112"/>
                </a:moveTo>
                <a:cubicBezTo>
                  <a:pt x="75" y="112"/>
                  <a:pt x="64" y="101"/>
                  <a:pt x="64" y="88"/>
                </a:cubicBezTo>
                <a:cubicBezTo>
                  <a:pt x="64" y="75"/>
                  <a:pt x="75" y="64"/>
                  <a:pt x="88" y="64"/>
                </a:cubicBezTo>
                <a:cubicBezTo>
                  <a:pt x="101" y="64"/>
                  <a:pt x="112" y="75"/>
                  <a:pt x="112" y="88"/>
                </a:cubicBezTo>
                <a:cubicBezTo>
                  <a:pt x="112" y="101"/>
                  <a:pt x="101" y="112"/>
                  <a:pt x="88" y="11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438"/>
          <p:cNvSpPr>
            <a:spLocks noEditPoints="1"/>
          </p:cNvSpPr>
          <p:nvPr/>
        </p:nvSpPr>
        <p:spPr bwMode="auto">
          <a:xfrm>
            <a:off x="4081946" y="1118979"/>
            <a:ext cx="334275" cy="334275"/>
          </a:xfrm>
          <a:custGeom>
            <a:avLst/>
            <a:gdLst>
              <a:gd name="T0" fmla="*/ 54 w 176"/>
              <a:gd name="T1" fmla="*/ 53 h 176"/>
              <a:gd name="T2" fmla="*/ 52 w 176"/>
              <a:gd name="T3" fmla="*/ 52 h 176"/>
              <a:gd name="T4" fmla="*/ 48 w 176"/>
              <a:gd name="T5" fmla="*/ 56 h 176"/>
              <a:gd name="T6" fmla="*/ 48 w 176"/>
              <a:gd name="T7" fmla="*/ 120 h 176"/>
              <a:gd name="T8" fmla="*/ 52 w 176"/>
              <a:gd name="T9" fmla="*/ 124 h 176"/>
              <a:gd name="T10" fmla="*/ 54 w 176"/>
              <a:gd name="T11" fmla="*/ 123 h 176"/>
              <a:gd name="T12" fmla="*/ 55 w 176"/>
              <a:gd name="T13" fmla="*/ 123 h 176"/>
              <a:gd name="T14" fmla="*/ 72 w 176"/>
              <a:gd name="T15" fmla="*/ 113 h 176"/>
              <a:gd name="T16" fmla="*/ 72 w 176"/>
              <a:gd name="T17" fmla="*/ 104 h 176"/>
              <a:gd name="T18" fmla="*/ 56 w 176"/>
              <a:gd name="T19" fmla="*/ 113 h 176"/>
              <a:gd name="T20" fmla="*/ 56 w 176"/>
              <a:gd name="T21" fmla="*/ 63 h 176"/>
              <a:gd name="T22" fmla="*/ 72 w 176"/>
              <a:gd name="T23" fmla="*/ 72 h 176"/>
              <a:gd name="T24" fmla="*/ 72 w 176"/>
              <a:gd name="T25" fmla="*/ 63 h 176"/>
              <a:gd name="T26" fmla="*/ 55 w 176"/>
              <a:gd name="T27" fmla="*/ 53 h 176"/>
              <a:gd name="T28" fmla="*/ 54 w 176"/>
              <a:gd name="T29" fmla="*/ 53 h 176"/>
              <a:gd name="T30" fmla="*/ 88 w 176"/>
              <a:gd name="T31" fmla="*/ 0 h 176"/>
              <a:gd name="T32" fmla="*/ 0 w 176"/>
              <a:gd name="T33" fmla="*/ 88 h 176"/>
              <a:gd name="T34" fmla="*/ 88 w 176"/>
              <a:gd name="T35" fmla="*/ 176 h 176"/>
              <a:gd name="T36" fmla="*/ 176 w 176"/>
              <a:gd name="T37" fmla="*/ 88 h 176"/>
              <a:gd name="T38" fmla="*/ 88 w 176"/>
              <a:gd name="T39" fmla="*/ 0 h 176"/>
              <a:gd name="T40" fmla="*/ 88 w 176"/>
              <a:gd name="T41" fmla="*/ 168 h 176"/>
              <a:gd name="T42" fmla="*/ 8 w 176"/>
              <a:gd name="T43" fmla="*/ 88 h 176"/>
              <a:gd name="T44" fmla="*/ 88 w 176"/>
              <a:gd name="T45" fmla="*/ 8 h 176"/>
              <a:gd name="T46" fmla="*/ 168 w 176"/>
              <a:gd name="T47" fmla="*/ 88 h 176"/>
              <a:gd name="T48" fmla="*/ 88 w 176"/>
              <a:gd name="T49" fmla="*/ 168 h 176"/>
              <a:gd name="T50" fmla="*/ 142 w 176"/>
              <a:gd name="T51" fmla="*/ 85 h 176"/>
              <a:gd name="T52" fmla="*/ 143 w 176"/>
              <a:gd name="T53" fmla="*/ 85 h 176"/>
              <a:gd name="T54" fmla="*/ 142 w 176"/>
              <a:gd name="T55" fmla="*/ 84 h 176"/>
              <a:gd name="T56" fmla="*/ 141 w 176"/>
              <a:gd name="T57" fmla="*/ 84 h 176"/>
              <a:gd name="T58" fmla="*/ 87 w 176"/>
              <a:gd name="T59" fmla="*/ 53 h 176"/>
              <a:gd name="T60" fmla="*/ 86 w 176"/>
              <a:gd name="T61" fmla="*/ 53 h 176"/>
              <a:gd name="T62" fmla="*/ 84 w 176"/>
              <a:gd name="T63" fmla="*/ 52 h 176"/>
              <a:gd name="T64" fmla="*/ 80 w 176"/>
              <a:gd name="T65" fmla="*/ 56 h 176"/>
              <a:gd name="T66" fmla="*/ 80 w 176"/>
              <a:gd name="T67" fmla="*/ 120 h 176"/>
              <a:gd name="T68" fmla="*/ 84 w 176"/>
              <a:gd name="T69" fmla="*/ 124 h 176"/>
              <a:gd name="T70" fmla="*/ 86 w 176"/>
              <a:gd name="T71" fmla="*/ 123 h 176"/>
              <a:gd name="T72" fmla="*/ 87 w 176"/>
              <a:gd name="T73" fmla="*/ 123 h 176"/>
              <a:gd name="T74" fmla="*/ 141 w 176"/>
              <a:gd name="T75" fmla="*/ 92 h 176"/>
              <a:gd name="T76" fmla="*/ 142 w 176"/>
              <a:gd name="T77" fmla="*/ 92 h 176"/>
              <a:gd name="T78" fmla="*/ 143 w 176"/>
              <a:gd name="T79" fmla="*/ 91 h 176"/>
              <a:gd name="T80" fmla="*/ 142 w 176"/>
              <a:gd name="T81" fmla="*/ 91 h 176"/>
              <a:gd name="T82" fmla="*/ 144 w 176"/>
              <a:gd name="T83" fmla="*/ 88 h 176"/>
              <a:gd name="T84" fmla="*/ 142 w 176"/>
              <a:gd name="T85" fmla="*/ 85 h 176"/>
              <a:gd name="T86" fmla="*/ 88 w 176"/>
              <a:gd name="T87" fmla="*/ 113 h 176"/>
              <a:gd name="T88" fmla="*/ 88 w 176"/>
              <a:gd name="T89" fmla="*/ 63 h 176"/>
              <a:gd name="T90" fmla="*/ 132 w 176"/>
              <a:gd name="T91" fmla="*/ 88 h 176"/>
              <a:gd name="T92" fmla="*/ 88 w 176"/>
              <a:gd name="T93" fmla="*/ 11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54" y="53"/>
                </a:moveTo>
                <a:cubicBezTo>
                  <a:pt x="54" y="52"/>
                  <a:pt x="53" y="52"/>
                  <a:pt x="52" y="52"/>
                </a:cubicBezTo>
                <a:cubicBezTo>
                  <a:pt x="50" y="52"/>
                  <a:pt x="48" y="54"/>
                  <a:pt x="48" y="56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2"/>
                  <a:pt x="50" y="124"/>
                  <a:pt x="52" y="124"/>
                </a:cubicBezTo>
                <a:cubicBezTo>
                  <a:pt x="53" y="124"/>
                  <a:pt x="54" y="124"/>
                  <a:pt x="54" y="123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63"/>
                  <a:pt x="56" y="63"/>
                  <a:pt x="56" y="63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63"/>
                  <a:pt x="72" y="63"/>
                  <a:pt x="72" y="63"/>
                </a:cubicBezTo>
                <a:cubicBezTo>
                  <a:pt x="55" y="53"/>
                  <a:pt x="55" y="53"/>
                  <a:pt x="55" y="53"/>
                </a:cubicBezTo>
                <a:lnTo>
                  <a:pt x="54" y="53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42" y="85"/>
                </a:moveTo>
                <a:cubicBezTo>
                  <a:pt x="143" y="85"/>
                  <a:pt x="143" y="85"/>
                  <a:pt x="143" y="85"/>
                </a:cubicBezTo>
                <a:cubicBezTo>
                  <a:pt x="142" y="84"/>
                  <a:pt x="142" y="84"/>
                  <a:pt x="142" y="84"/>
                </a:cubicBezTo>
                <a:cubicBezTo>
                  <a:pt x="142" y="84"/>
                  <a:pt x="142" y="84"/>
                  <a:pt x="141" y="84"/>
                </a:cubicBezTo>
                <a:cubicBezTo>
                  <a:pt x="87" y="53"/>
                  <a:pt x="87" y="53"/>
                  <a:pt x="87" y="53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2"/>
                  <a:pt x="85" y="52"/>
                  <a:pt x="84" y="52"/>
                </a:cubicBezTo>
                <a:cubicBezTo>
                  <a:pt x="82" y="52"/>
                  <a:pt x="80" y="54"/>
                  <a:pt x="80" y="56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80" y="122"/>
                  <a:pt x="82" y="124"/>
                  <a:pt x="84" y="124"/>
                </a:cubicBezTo>
                <a:cubicBezTo>
                  <a:pt x="85" y="124"/>
                  <a:pt x="86" y="124"/>
                  <a:pt x="86" y="123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141" y="92"/>
                  <a:pt x="141" y="92"/>
                  <a:pt x="141" y="92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3" y="91"/>
                  <a:pt x="143" y="91"/>
                  <a:pt x="143" y="91"/>
                </a:cubicBezTo>
                <a:cubicBezTo>
                  <a:pt x="142" y="91"/>
                  <a:pt x="142" y="91"/>
                  <a:pt x="142" y="91"/>
                </a:cubicBezTo>
                <a:cubicBezTo>
                  <a:pt x="143" y="90"/>
                  <a:pt x="144" y="89"/>
                  <a:pt x="144" y="88"/>
                </a:cubicBezTo>
                <a:cubicBezTo>
                  <a:pt x="144" y="87"/>
                  <a:pt x="143" y="86"/>
                  <a:pt x="142" y="85"/>
                </a:cubicBezTo>
                <a:moveTo>
                  <a:pt x="88" y="113"/>
                </a:moveTo>
                <a:cubicBezTo>
                  <a:pt x="88" y="63"/>
                  <a:pt x="88" y="63"/>
                  <a:pt x="88" y="63"/>
                </a:cubicBezTo>
                <a:cubicBezTo>
                  <a:pt x="132" y="88"/>
                  <a:pt x="132" y="88"/>
                  <a:pt x="132" y="88"/>
                </a:cubicBezTo>
                <a:lnTo>
                  <a:pt x="88" y="11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439"/>
          <p:cNvSpPr>
            <a:spLocks noEditPoints="1"/>
          </p:cNvSpPr>
          <p:nvPr/>
        </p:nvSpPr>
        <p:spPr bwMode="auto">
          <a:xfrm>
            <a:off x="4719665" y="1118979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24 w 176"/>
              <a:gd name="T21" fmla="*/ 52 h 176"/>
              <a:gd name="T22" fmla="*/ 108 w 176"/>
              <a:gd name="T23" fmla="*/ 52 h 176"/>
              <a:gd name="T24" fmla="*/ 104 w 176"/>
              <a:gd name="T25" fmla="*/ 56 h 176"/>
              <a:gd name="T26" fmla="*/ 104 w 176"/>
              <a:gd name="T27" fmla="*/ 81 h 176"/>
              <a:gd name="T28" fmla="*/ 55 w 176"/>
              <a:gd name="T29" fmla="*/ 53 h 176"/>
              <a:gd name="T30" fmla="*/ 54 w 176"/>
              <a:gd name="T31" fmla="*/ 53 h 176"/>
              <a:gd name="T32" fmla="*/ 52 w 176"/>
              <a:gd name="T33" fmla="*/ 52 h 176"/>
              <a:gd name="T34" fmla="*/ 48 w 176"/>
              <a:gd name="T35" fmla="*/ 56 h 176"/>
              <a:gd name="T36" fmla="*/ 48 w 176"/>
              <a:gd name="T37" fmla="*/ 120 h 176"/>
              <a:gd name="T38" fmla="*/ 52 w 176"/>
              <a:gd name="T39" fmla="*/ 124 h 176"/>
              <a:gd name="T40" fmla="*/ 54 w 176"/>
              <a:gd name="T41" fmla="*/ 123 h 176"/>
              <a:gd name="T42" fmla="*/ 55 w 176"/>
              <a:gd name="T43" fmla="*/ 123 h 176"/>
              <a:gd name="T44" fmla="*/ 104 w 176"/>
              <a:gd name="T45" fmla="*/ 95 h 176"/>
              <a:gd name="T46" fmla="*/ 104 w 176"/>
              <a:gd name="T47" fmla="*/ 120 h 176"/>
              <a:gd name="T48" fmla="*/ 108 w 176"/>
              <a:gd name="T49" fmla="*/ 124 h 176"/>
              <a:gd name="T50" fmla="*/ 124 w 176"/>
              <a:gd name="T51" fmla="*/ 124 h 176"/>
              <a:gd name="T52" fmla="*/ 128 w 176"/>
              <a:gd name="T53" fmla="*/ 120 h 176"/>
              <a:gd name="T54" fmla="*/ 128 w 176"/>
              <a:gd name="T55" fmla="*/ 56 h 176"/>
              <a:gd name="T56" fmla="*/ 124 w 176"/>
              <a:gd name="T57" fmla="*/ 52 h 176"/>
              <a:gd name="T58" fmla="*/ 56 w 176"/>
              <a:gd name="T59" fmla="*/ 113 h 176"/>
              <a:gd name="T60" fmla="*/ 56 w 176"/>
              <a:gd name="T61" fmla="*/ 63 h 176"/>
              <a:gd name="T62" fmla="*/ 100 w 176"/>
              <a:gd name="T63" fmla="*/ 88 h 176"/>
              <a:gd name="T64" fmla="*/ 56 w 176"/>
              <a:gd name="T65" fmla="*/ 113 h 176"/>
              <a:gd name="T66" fmla="*/ 120 w 176"/>
              <a:gd name="T67" fmla="*/ 116 h 176"/>
              <a:gd name="T68" fmla="*/ 112 w 176"/>
              <a:gd name="T69" fmla="*/ 116 h 176"/>
              <a:gd name="T70" fmla="*/ 112 w 176"/>
              <a:gd name="T71" fmla="*/ 60 h 176"/>
              <a:gd name="T72" fmla="*/ 120 w 176"/>
              <a:gd name="T73" fmla="*/ 60 h 176"/>
              <a:gd name="T74" fmla="*/ 120 w 176"/>
              <a:gd name="T75" fmla="*/ 1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24" y="52"/>
                </a:moveTo>
                <a:cubicBezTo>
                  <a:pt x="108" y="52"/>
                  <a:pt x="108" y="52"/>
                  <a:pt x="108" y="52"/>
                </a:cubicBezTo>
                <a:cubicBezTo>
                  <a:pt x="106" y="52"/>
                  <a:pt x="104" y="54"/>
                  <a:pt x="104" y="56"/>
                </a:cubicBezTo>
                <a:cubicBezTo>
                  <a:pt x="104" y="81"/>
                  <a:pt x="104" y="81"/>
                  <a:pt x="104" y="81"/>
                </a:cubicBezTo>
                <a:cubicBezTo>
                  <a:pt x="55" y="53"/>
                  <a:pt x="55" y="53"/>
                  <a:pt x="55" y="53"/>
                </a:cubicBezTo>
                <a:cubicBezTo>
                  <a:pt x="54" y="53"/>
                  <a:pt x="54" y="53"/>
                  <a:pt x="54" y="53"/>
                </a:cubicBezTo>
                <a:cubicBezTo>
                  <a:pt x="54" y="52"/>
                  <a:pt x="53" y="52"/>
                  <a:pt x="52" y="52"/>
                </a:cubicBezTo>
                <a:cubicBezTo>
                  <a:pt x="50" y="52"/>
                  <a:pt x="48" y="54"/>
                  <a:pt x="48" y="56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2"/>
                  <a:pt x="50" y="124"/>
                  <a:pt x="52" y="124"/>
                </a:cubicBezTo>
                <a:cubicBezTo>
                  <a:pt x="53" y="124"/>
                  <a:pt x="54" y="124"/>
                  <a:pt x="54" y="123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104" y="95"/>
                  <a:pt x="104" y="95"/>
                  <a:pt x="104" y="95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4" y="122"/>
                  <a:pt x="106" y="124"/>
                  <a:pt x="108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26" y="124"/>
                  <a:pt x="128" y="122"/>
                  <a:pt x="128" y="120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8" y="54"/>
                  <a:pt x="126" y="52"/>
                  <a:pt x="124" y="52"/>
                </a:cubicBezTo>
                <a:moveTo>
                  <a:pt x="56" y="113"/>
                </a:moveTo>
                <a:cubicBezTo>
                  <a:pt x="56" y="63"/>
                  <a:pt x="56" y="63"/>
                  <a:pt x="56" y="63"/>
                </a:cubicBezTo>
                <a:cubicBezTo>
                  <a:pt x="100" y="88"/>
                  <a:pt x="100" y="88"/>
                  <a:pt x="100" y="88"/>
                </a:cubicBezTo>
                <a:lnTo>
                  <a:pt x="56" y="113"/>
                </a:lnTo>
                <a:close/>
                <a:moveTo>
                  <a:pt x="120" y="116"/>
                </a:moveTo>
                <a:cubicBezTo>
                  <a:pt x="112" y="116"/>
                  <a:pt x="112" y="116"/>
                  <a:pt x="112" y="116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20" y="60"/>
                  <a:pt x="120" y="60"/>
                  <a:pt x="120" y="60"/>
                </a:cubicBezTo>
                <a:lnTo>
                  <a:pt x="120" y="11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440"/>
          <p:cNvSpPr>
            <a:spLocks noEditPoints="1"/>
          </p:cNvSpPr>
          <p:nvPr/>
        </p:nvSpPr>
        <p:spPr bwMode="auto">
          <a:xfrm>
            <a:off x="5359005" y="1118979"/>
            <a:ext cx="335898" cy="334275"/>
          </a:xfrm>
          <a:custGeom>
            <a:avLst/>
            <a:gdLst>
              <a:gd name="T0" fmla="*/ 120 w 176"/>
              <a:gd name="T1" fmla="*/ 96 h 176"/>
              <a:gd name="T2" fmla="*/ 56 w 176"/>
              <a:gd name="T3" fmla="*/ 96 h 176"/>
              <a:gd name="T4" fmla="*/ 52 w 176"/>
              <a:gd name="T5" fmla="*/ 100 h 176"/>
              <a:gd name="T6" fmla="*/ 52 w 176"/>
              <a:gd name="T7" fmla="*/ 116 h 176"/>
              <a:gd name="T8" fmla="*/ 56 w 176"/>
              <a:gd name="T9" fmla="*/ 120 h 176"/>
              <a:gd name="T10" fmla="*/ 120 w 176"/>
              <a:gd name="T11" fmla="*/ 120 h 176"/>
              <a:gd name="T12" fmla="*/ 124 w 176"/>
              <a:gd name="T13" fmla="*/ 116 h 176"/>
              <a:gd name="T14" fmla="*/ 124 w 176"/>
              <a:gd name="T15" fmla="*/ 100 h 176"/>
              <a:gd name="T16" fmla="*/ 120 w 176"/>
              <a:gd name="T17" fmla="*/ 96 h 176"/>
              <a:gd name="T18" fmla="*/ 116 w 176"/>
              <a:gd name="T19" fmla="*/ 112 h 176"/>
              <a:gd name="T20" fmla="*/ 60 w 176"/>
              <a:gd name="T21" fmla="*/ 112 h 176"/>
              <a:gd name="T22" fmla="*/ 60 w 176"/>
              <a:gd name="T23" fmla="*/ 104 h 176"/>
              <a:gd name="T24" fmla="*/ 116 w 176"/>
              <a:gd name="T25" fmla="*/ 104 h 176"/>
              <a:gd name="T26" fmla="*/ 116 w 176"/>
              <a:gd name="T27" fmla="*/ 112 h 176"/>
              <a:gd name="T28" fmla="*/ 123 w 176"/>
              <a:gd name="T29" fmla="*/ 81 h 176"/>
              <a:gd name="T30" fmla="*/ 123 w 176"/>
              <a:gd name="T31" fmla="*/ 81 h 176"/>
              <a:gd name="T32" fmla="*/ 123 w 176"/>
              <a:gd name="T33" fmla="*/ 81 h 176"/>
              <a:gd name="T34" fmla="*/ 91 w 176"/>
              <a:gd name="T35" fmla="*/ 49 h 176"/>
              <a:gd name="T36" fmla="*/ 91 w 176"/>
              <a:gd name="T37" fmla="*/ 50 h 176"/>
              <a:gd name="T38" fmla="*/ 88 w 176"/>
              <a:gd name="T39" fmla="*/ 48 h 176"/>
              <a:gd name="T40" fmla="*/ 85 w 176"/>
              <a:gd name="T41" fmla="*/ 50 h 176"/>
              <a:gd name="T42" fmla="*/ 85 w 176"/>
              <a:gd name="T43" fmla="*/ 49 h 176"/>
              <a:gd name="T44" fmla="*/ 53 w 176"/>
              <a:gd name="T45" fmla="*/ 81 h 176"/>
              <a:gd name="T46" fmla="*/ 53 w 176"/>
              <a:gd name="T47" fmla="*/ 81 h 176"/>
              <a:gd name="T48" fmla="*/ 53 w 176"/>
              <a:gd name="T49" fmla="*/ 81 h 176"/>
              <a:gd name="T50" fmla="*/ 53 w 176"/>
              <a:gd name="T51" fmla="*/ 82 h 176"/>
              <a:gd name="T52" fmla="*/ 52 w 176"/>
              <a:gd name="T53" fmla="*/ 84 h 176"/>
              <a:gd name="T54" fmla="*/ 56 w 176"/>
              <a:gd name="T55" fmla="*/ 88 h 176"/>
              <a:gd name="T56" fmla="*/ 120 w 176"/>
              <a:gd name="T57" fmla="*/ 88 h 176"/>
              <a:gd name="T58" fmla="*/ 124 w 176"/>
              <a:gd name="T59" fmla="*/ 84 h 176"/>
              <a:gd name="T60" fmla="*/ 123 w 176"/>
              <a:gd name="T61" fmla="*/ 82 h 176"/>
              <a:gd name="T62" fmla="*/ 123 w 176"/>
              <a:gd name="T63" fmla="*/ 81 h 176"/>
              <a:gd name="T64" fmla="*/ 66 w 176"/>
              <a:gd name="T65" fmla="*/ 80 h 176"/>
              <a:gd name="T66" fmla="*/ 88 w 176"/>
              <a:gd name="T67" fmla="*/ 58 h 176"/>
              <a:gd name="T68" fmla="*/ 110 w 176"/>
              <a:gd name="T69" fmla="*/ 80 h 176"/>
              <a:gd name="T70" fmla="*/ 66 w 176"/>
              <a:gd name="T71" fmla="*/ 80 h 176"/>
              <a:gd name="T72" fmla="*/ 88 w 176"/>
              <a:gd name="T73" fmla="*/ 0 h 176"/>
              <a:gd name="T74" fmla="*/ 0 w 176"/>
              <a:gd name="T75" fmla="*/ 88 h 176"/>
              <a:gd name="T76" fmla="*/ 88 w 176"/>
              <a:gd name="T77" fmla="*/ 176 h 176"/>
              <a:gd name="T78" fmla="*/ 176 w 176"/>
              <a:gd name="T79" fmla="*/ 88 h 176"/>
              <a:gd name="T80" fmla="*/ 88 w 176"/>
              <a:gd name="T81" fmla="*/ 0 h 176"/>
              <a:gd name="T82" fmla="*/ 88 w 176"/>
              <a:gd name="T83" fmla="*/ 168 h 176"/>
              <a:gd name="T84" fmla="*/ 8 w 176"/>
              <a:gd name="T85" fmla="*/ 88 h 176"/>
              <a:gd name="T86" fmla="*/ 88 w 176"/>
              <a:gd name="T87" fmla="*/ 8 h 176"/>
              <a:gd name="T88" fmla="*/ 168 w 176"/>
              <a:gd name="T89" fmla="*/ 88 h 176"/>
              <a:gd name="T90" fmla="*/ 88 w 176"/>
              <a:gd name="T91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76">
                <a:moveTo>
                  <a:pt x="120" y="96"/>
                </a:moveTo>
                <a:cubicBezTo>
                  <a:pt x="56" y="96"/>
                  <a:pt x="56" y="96"/>
                  <a:pt x="56" y="96"/>
                </a:cubicBezTo>
                <a:cubicBezTo>
                  <a:pt x="54" y="96"/>
                  <a:pt x="52" y="98"/>
                  <a:pt x="52" y="100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52" y="118"/>
                  <a:pt x="54" y="120"/>
                  <a:pt x="56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2" y="120"/>
                  <a:pt x="124" y="118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8"/>
                  <a:pt x="122" y="96"/>
                  <a:pt x="120" y="96"/>
                </a:cubicBezTo>
                <a:moveTo>
                  <a:pt x="116" y="112"/>
                </a:moveTo>
                <a:cubicBezTo>
                  <a:pt x="60" y="112"/>
                  <a:pt x="60" y="112"/>
                  <a:pt x="60" y="112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116" y="104"/>
                  <a:pt x="116" y="104"/>
                  <a:pt x="116" y="104"/>
                </a:cubicBezTo>
                <a:lnTo>
                  <a:pt x="116" y="112"/>
                </a:lnTo>
                <a:close/>
                <a:moveTo>
                  <a:pt x="123" y="81"/>
                </a:moveTo>
                <a:cubicBezTo>
                  <a:pt x="123" y="81"/>
                  <a:pt x="123" y="81"/>
                  <a:pt x="123" y="81"/>
                </a:cubicBezTo>
                <a:cubicBezTo>
                  <a:pt x="123" y="81"/>
                  <a:pt x="123" y="81"/>
                  <a:pt x="123" y="81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50"/>
                  <a:pt x="91" y="50"/>
                  <a:pt x="91" y="50"/>
                </a:cubicBezTo>
                <a:cubicBezTo>
                  <a:pt x="90" y="49"/>
                  <a:pt x="89" y="48"/>
                  <a:pt x="88" y="48"/>
                </a:cubicBezTo>
                <a:cubicBezTo>
                  <a:pt x="87" y="48"/>
                  <a:pt x="86" y="49"/>
                  <a:pt x="85" y="50"/>
                </a:cubicBezTo>
                <a:cubicBezTo>
                  <a:pt x="85" y="49"/>
                  <a:pt x="85" y="49"/>
                  <a:pt x="85" y="49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2"/>
                  <a:pt x="53" y="82"/>
                  <a:pt x="53" y="82"/>
                </a:cubicBezTo>
                <a:cubicBezTo>
                  <a:pt x="52" y="82"/>
                  <a:pt x="52" y="83"/>
                  <a:pt x="52" y="84"/>
                </a:cubicBezTo>
                <a:cubicBezTo>
                  <a:pt x="52" y="86"/>
                  <a:pt x="54" y="88"/>
                  <a:pt x="56" y="88"/>
                </a:cubicBezTo>
                <a:cubicBezTo>
                  <a:pt x="120" y="88"/>
                  <a:pt x="120" y="88"/>
                  <a:pt x="120" y="88"/>
                </a:cubicBezTo>
                <a:cubicBezTo>
                  <a:pt x="122" y="88"/>
                  <a:pt x="124" y="86"/>
                  <a:pt x="124" y="84"/>
                </a:cubicBezTo>
                <a:cubicBezTo>
                  <a:pt x="124" y="83"/>
                  <a:pt x="124" y="82"/>
                  <a:pt x="123" y="82"/>
                </a:cubicBezTo>
                <a:lnTo>
                  <a:pt x="123" y="81"/>
                </a:lnTo>
                <a:close/>
                <a:moveTo>
                  <a:pt x="66" y="80"/>
                </a:moveTo>
                <a:cubicBezTo>
                  <a:pt x="88" y="58"/>
                  <a:pt x="88" y="58"/>
                  <a:pt x="88" y="58"/>
                </a:cubicBezTo>
                <a:cubicBezTo>
                  <a:pt x="110" y="80"/>
                  <a:pt x="110" y="80"/>
                  <a:pt x="110" y="80"/>
                </a:cubicBezTo>
                <a:lnTo>
                  <a:pt x="66" y="80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441"/>
          <p:cNvSpPr>
            <a:spLocks noEditPoints="1"/>
          </p:cNvSpPr>
          <p:nvPr/>
        </p:nvSpPr>
        <p:spPr bwMode="auto">
          <a:xfrm>
            <a:off x="5998347" y="1118979"/>
            <a:ext cx="334275" cy="334275"/>
          </a:xfrm>
          <a:custGeom>
            <a:avLst/>
            <a:gdLst>
              <a:gd name="T0" fmla="*/ 10 w 176"/>
              <a:gd name="T1" fmla="*/ 16 h 176"/>
              <a:gd name="T2" fmla="*/ 16 w 176"/>
              <a:gd name="T3" fmla="*/ 1 h 176"/>
              <a:gd name="T4" fmla="*/ 32 w 176"/>
              <a:gd name="T5" fmla="*/ 176 h 176"/>
              <a:gd name="T6" fmla="*/ 48 w 176"/>
              <a:gd name="T7" fmla="*/ 168 h 176"/>
              <a:gd name="T8" fmla="*/ 32 w 176"/>
              <a:gd name="T9" fmla="*/ 176 h 176"/>
              <a:gd name="T10" fmla="*/ 80 w 176"/>
              <a:gd name="T11" fmla="*/ 176 h 176"/>
              <a:gd name="T12" fmla="*/ 64 w 176"/>
              <a:gd name="T13" fmla="*/ 168 h 176"/>
              <a:gd name="T14" fmla="*/ 32 w 176"/>
              <a:gd name="T15" fmla="*/ 8 h 176"/>
              <a:gd name="T16" fmla="*/ 48 w 176"/>
              <a:gd name="T17" fmla="*/ 0 h 176"/>
              <a:gd name="T18" fmla="*/ 32 w 176"/>
              <a:gd name="T19" fmla="*/ 8 h 176"/>
              <a:gd name="T20" fmla="*/ 0 w 176"/>
              <a:gd name="T21" fmla="*/ 96 h 176"/>
              <a:gd name="T22" fmla="*/ 8 w 176"/>
              <a:gd name="T23" fmla="*/ 112 h 176"/>
              <a:gd name="T24" fmla="*/ 8 w 176"/>
              <a:gd name="T25" fmla="*/ 32 h 176"/>
              <a:gd name="T26" fmla="*/ 0 w 176"/>
              <a:gd name="T27" fmla="*/ 48 h 176"/>
              <a:gd name="T28" fmla="*/ 8 w 176"/>
              <a:gd name="T29" fmla="*/ 32 h 176"/>
              <a:gd name="T30" fmla="*/ 0 w 176"/>
              <a:gd name="T31" fmla="*/ 64 h 176"/>
              <a:gd name="T32" fmla="*/ 8 w 176"/>
              <a:gd name="T33" fmla="*/ 80 h 176"/>
              <a:gd name="T34" fmla="*/ 8 w 176"/>
              <a:gd name="T35" fmla="*/ 128 h 176"/>
              <a:gd name="T36" fmla="*/ 0 w 176"/>
              <a:gd name="T37" fmla="*/ 144 h 176"/>
              <a:gd name="T38" fmla="*/ 8 w 176"/>
              <a:gd name="T39" fmla="*/ 128 h 176"/>
              <a:gd name="T40" fmla="*/ 175 w 176"/>
              <a:gd name="T41" fmla="*/ 16 h 176"/>
              <a:gd name="T42" fmla="*/ 160 w 176"/>
              <a:gd name="T43" fmla="*/ 10 h 176"/>
              <a:gd name="T44" fmla="*/ 10 w 176"/>
              <a:gd name="T45" fmla="*/ 160 h 176"/>
              <a:gd name="T46" fmla="*/ 16 w 176"/>
              <a:gd name="T47" fmla="*/ 175 h 176"/>
              <a:gd name="T48" fmla="*/ 10 w 176"/>
              <a:gd name="T49" fmla="*/ 160 h 176"/>
              <a:gd name="T50" fmla="*/ 176 w 176"/>
              <a:gd name="T51" fmla="*/ 144 h 176"/>
              <a:gd name="T52" fmla="*/ 168 w 176"/>
              <a:gd name="T53" fmla="*/ 128 h 176"/>
              <a:gd name="T54" fmla="*/ 168 w 176"/>
              <a:gd name="T55" fmla="*/ 112 h 176"/>
              <a:gd name="T56" fmla="*/ 176 w 176"/>
              <a:gd name="T57" fmla="*/ 96 h 176"/>
              <a:gd name="T58" fmla="*/ 168 w 176"/>
              <a:gd name="T59" fmla="*/ 112 h 176"/>
              <a:gd name="T60" fmla="*/ 176 w 176"/>
              <a:gd name="T61" fmla="*/ 80 h 176"/>
              <a:gd name="T62" fmla="*/ 168 w 176"/>
              <a:gd name="T63" fmla="*/ 64 h 176"/>
              <a:gd name="T64" fmla="*/ 168 w 176"/>
              <a:gd name="T65" fmla="*/ 48 h 176"/>
              <a:gd name="T66" fmla="*/ 176 w 176"/>
              <a:gd name="T67" fmla="*/ 32 h 176"/>
              <a:gd name="T68" fmla="*/ 168 w 176"/>
              <a:gd name="T69" fmla="*/ 48 h 176"/>
              <a:gd name="T70" fmla="*/ 160 w 176"/>
              <a:gd name="T71" fmla="*/ 175 h 176"/>
              <a:gd name="T72" fmla="*/ 166 w 176"/>
              <a:gd name="T73" fmla="*/ 160 h 176"/>
              <a:gd name="T74" fmla="*/ 128 w 176"/>
              <a:gd name="T75" fmla="*/ 8 h 176"/>
              <a:gd name="T76" fmla="*/ 144 w 176"/>
              <a:gd name="T77" fmla="*/ 0 h 176"/>
              <a:gd name="T78" fmla="*/ 128 w 176"/>
              <a:gd name="T79" fmla="*/ 8 h 176"/>
              <a:gd name="T80" fmla="*/ 112 w 176"/>
              <a:gd name="T81" fmla="*/ 8 h 176"/>
              <a:gd name="T82" fmla="*/ 96 w 176"/>
              <a:gd name="T83" fmla="*/ 0 h 176"/>
              <a:gd name="T84" fmla="*/ 64 w 176"/>
              <a:gd name="T85" fmla="*/ 8 h 176"/>
              <a:gd name="T86" fmla="*/ 80 w 176"/>
              <a:gd name="T87" fmla="*/ 0 h 176"/>
              <a:gd name="T88" fmla="*/ 64 w 176"/>
              <a:gd name="T89" fmla="*/ 8 h 176"/>
              <a:gd name="T90" fmla="*/ 112 w 176"/>
              <a:gd name="T91" fmla="*/ 176 h 176"/>
              <a:gd name="T92" fmla="*/ 96 w 176"/>
              <a:gd name="T93" fmla="*/ 168 h 176"/>
              <a:gd name="T94" fmla="*/ 128 w 176"/>
              <a:gd name="T95" fmla="*/ 176 h 176"/>
              <a:gd name="T96" fmla="*/ 144 w 176"/>
              <a:gd name="T97" fmla="*/ 168 h 176"/>
              <a:gd name="T98" fmla="*/ 128 w 176"/>
              <a:gd name="T9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1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2" y="14"/>
                  <a:pt x="14" y="12"/>
                  <a:pt x="16" y="10"/>
                </a:cubicBezTo>
                <a:cubicBezTo>
                  <a:pt x="16" y="1"/>
                  <a:pt x="16" y="1"/>
                  <a:pt x="16" y="1"/>
                </a:cubicBezTo>
                <a:cubicBezTo>
                  <a:pt x="9" y="4"/>
                  <a:pt x="4" y="9"/>
                  <a:pt x="1" y="16"/>
                </a:cubicBezTo>
                <a:moveTo>
                  <a:pt x="32" y="176"/>
                </a:moveTo>
                <a:cubicBezTo>
                  <a:pt x="48" y="176"/>
                  <a:pt x="48" y="176"/>
                  <a:pt x="48" y="17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32" y="168"/>
                  <a:pt x="32" y="168"/>
                  <a:pt x="32" y="168"/>
                </a:cubicBezTo>
                <a:lnTo>
                  <a:pt x="32" y="176"/>
                </a:lnTo>
                <a:close/>
                <a:moveTo>
                  <a:pt x="64" y="176"/>
                </a:moveTo>
                <a:cubicBezTo>
                  <a:pt x="80" y="176"/>
                  <a:pt x="80" y="176"/>
                  <a:pt x="80" y="176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64" y="168"/>
                  <a:pt x="64" y="168"/>
                  <a:pt x="64" y="168"/>
                </a:cubicBezTo>
                <a:lnTo>
                  <a:pt x="64" y="176"/>
                </a:lnTo>
                <a:close/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0"/>
                  <a:pt x="48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8"/>
                </a:lnTo>
                <a:close/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0" y="112"/>
                  <a:pt x="0" y="112"/>
                  <a:pt x="0" y="112"/>
                </a:cubicBezTo>
                <a:cubicBezTo>
                  <a:pt x="8" y="112"/>
                  <a:pt x="8" y="112"/>
                  <a:pt x="8" y="112"/>
                </a:cubicBezTo>
                <a:lnTo>
                  <a:pt x="8" y="96"/>
                </a:lnTo>
                <a:close/>
                <a:moveTo>
                  <a:pt x="8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32"/>
                </a:lnTo>
                <a:close/>
                <a:moveTo>
                  <a:pt x="8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64"/>
                </a:lnTo>
                <a:close/>
                <a:moveTo>
                  <a:pt x="8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8" y="144"/>
                  <a:pt x="8" y="144"/>
                  <a:pt x="8" y="144"/>
                </a:cubicBezTo>
                <a:lnTo>
                  <a:pt x="8" y="128"/>
                </a:lnTo>
                <a:close/>
                <a:moveTo>
                  <a:pt x="166" y="16"/>
                </a:moveTo>
                <a:cubicBezTo>
                  <a:pt x="175" y="16"/>
                  <a:pt x="175" y="16"/>
                  <a:pt x="175" y="16"/>
                </a:cubicBezTo>
                <a:cubicBezTo>
                  <a:pt x="172" y="9"/>
                  <a:pt x="167" y="4"/>
                  <a:pt x="160" y="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2" y="12"/>
                  <a:pt x="164" y="14"/>
                  <a:pt x="166" y="16"/>
                </a:cubicBezTo>
                <a:moveTo>
                  <a:pt x="10" y="160"/>
                </a:moveTo>
                <a:cubicBezTo>
                  <a:pt x="1" y="160"/>
                  <a:pt x="1" y="160"/>
                  <a:pt x="1" y="160"/>
                </a:cubicBezTo>
                <a:cubicBezTo>
                  <a:pt x="4" y="167"/>
                  <a:pt x="9" y="172"/>
                  <a:pt x="16" y="175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4" y="164"/>
                  <a:pt x="12" y="162"/>
                  <a:pt x="10" y="160"/>
                </a:cubicBezTo>
                <a:moveTo>
                  <a:pt x="168" y="144"/>
                </a:moveTo>
                <a:cubicBezTo>
                  <a:pt x="176" y="144"/>
                  <a:pt x="176" y="144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44"/>
                </a:lnTo>
                <a:close/>
                <a:moveTo>
                  <a:pt x="168" y="112"/>
                </a:moveTo>
                <a:cubicBezTo>
                  <a:pt x="176" y="112"/>
                  <a:pt x="176" y="112"/>
                  <a:pt x="176" y="112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68" y="96"/>
                  <a:pt x="168" y="96"/>
                  <a:pt x="168" y="96"/>
                </a:cubicBezTo>
                <a:lnTo>
                  <a:pt x="168" y="112"/>
                </a:lnTo>
                <a:close/>
                <a:moveTo>
                  <a:pt x="168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0"/>
                </a:lnTo>
                <a:close/>
                <a:moveTo>
                  <a:pt x="168" y="48"/>
                </a:moveTo>
                <a:cubicBezTo>
                  <a:pt x="176" y="48"/>
                  <a:pt x="176" y="48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48"/>
                </a:lnTo>
                <a:close/>
                <a:moveTo>
                  <a:pt x="160" y="166"/>
                </a:moveTo>
                <a:cubicBezTo>
                  <a:pt x="160" y="175"/>
                  <a:pt x="160" y="175"/>
                  <a:pt x="160" y="175"/>
                </a:cubicBezTo>
                <a:cubicBezTo>
                  <a:pt x="167" y="172"/>
                  <a:pt x="172" y="167"/>
                  <a:pt x="175" y="160"/>
                </a:cubicBezTo>
                <a:cubicBezTo>
                  <a:pt x="166" y="160"/>
                  <a:pt x="166" y="160"/>
                  <a:pt x="166" y="160"/>
                </a:cubicBezTo>
                <a:cubicBezTo>
                  <a:pt x="164" y="162"/>
                  <a:pt x="162" y="164"/>
                  <a:pt x="160" y="166"/>
                </a:cubicBezTo>
                <a:moveTo>
                  <a:pt x="12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0"/>
                  <a:pt x="144" y="0"/>
                  <a:pt x="144" y="0"/>
                </a:cubicBezTo>
                <a:cubicBezTo>
                  <a:pt x="128" y="0"/>
                  <a:pt x="128" y="0"/>
                  <a:pt x="128" y="0"/>
                </a:cubicBezTo>
                <a:lnTo>
                  <a:pt x="128" y="8"/>
                </a:lnTo>
                <a:close/>
                <a:moveTo>
                  <a:pt x="96" y="8"/>
                </a:moveTo>
                <a:cubicBezTo>
                  <a:pt x="112" y="8"/>
                  <a:pt x="112" y="8"/>
                  <a:pt x="112" y="8"/>
                </a:cubicBezTo>
                <a:cubicBezTo>
                  <a:pt x="112" y="0"/>
                  <a:pt x="112" y="0"/>
                  <a:pt x="112" y="0"/>
                </a:cubicBezTo>
                <a:cubicBezTo>
                  <a:pt x="96" y="0"/>
                  <a:pt x="96" y="0"/>
                  <a:pt x="96" y="0"/>
                </a:cubicBezTo>
                <a:lnTo>
                  <a:pt x="96" y="8"/>
                </a:lnTo>
                <a:close/>
                <a:moveTo>
                  <a:pt x="64" y="8"/>
                </a:moveTo>
                <a:cubicBezTo>
                  <a:pt x="80" y="8"/>
                  <a:pt x="80" y="8"/>
                  <a:pt x="80" y="8"/>
                </a:cubicBezTo>
                <a:cubicBezTo>
                  <a:pt x="80" y="0"/>
                  <a:pt x="80" y="0"/>
                  <a:pt x="80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8"/>
                </a:lnTo>
                <a:close/>
                <a:moveTo>
                  <a:pt x="96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96" y="168"/>
                  <a:pt x="96" y="168"/>
                  <a:pt x="96" y="168"/>
                </a:cubicBezTo>
                <a:lnTo>
                  <a:pt x="96" y="176"/>
                </a:lnTo>
                <a:close/>
                <a:moveTo>
                  <a:pt x="128" y="176"/>
                </a:moveTo>
                <a:cubicBezTo>
                  <a:pt x="144" y="176"/>
                  <a:pt x="144" y="176"/>
                  <a:pt x="144" y="176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28" y="168"/>
                  <a:pt x="128" y="168"/>
                  <a:pt x="128" y="168"/>
                </a:cubicBezTo>
                <a:lnTo>
                  <a:pt x="128" y="17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442"/>
          <p:cNvSpPr>
            <a:spLocks noEditPoints="1"/>
          </p:cNvSpPr>
          <p:nvPr/>
        </p:nvSpPr>
        <p:spPr bwMode="auto">
          <a:xfrm>
            <a:off x="6637689" y="1118979"/>
            <a:ext cx="334275" cy="334275"/>
          </a:xfrm>
          <a:custGeom>
            <a:avLst/>
            <a:gdLst>
              <a:gd name="T0" fmla="*/ 0 w 176"/>
              <a:gd name="T1" fmla="*/ 96 h 176"/>
              <a:gd name="T2" fmla="*/ 8 w 176"/>
              <a:gd name="T3" fmla="*/ 112 h 176"/>
              <a:gd name="T4" fmla="*/ 8 w 176"/>
              <a:gd name="T5" fmla="*/ 128 h 176"/>
              <a:gd name="T6" fmla="*/ 0 w 176"/>
              <a:gd name="T7" fmla="*/ 144 h 176"/>
              <a:gd name="T8" fmla="*/ 8 w 176"/>
              <a:gd name="T9" fmla="*/ 128 h 176"/>
              <a:gd name="T10" fmla="*/ 10 w 176"/>
              <a:gd name="T11" fmla="*/ 16 h 176"/>
              <a:gd name="T12" fmla="*/ 16 w 176"/>
              <a:gd name="T13" fmla="*/ 1 h 176"/>
              <a:gd name="T14" fmla="*/ 10 w 176"/>
              <a:gd name="T15" fmla="*/ 160 h 176"/>
              <a:gd name="T16" fmla="*/ 16 w 176"/>
              <a:gd name="T17" fmla="*/ 175 h 176"/>
              <a:gd name="T18" fmla="*/ 10 w 176"/>
              <a:gd name="T19" fmla="*/ 160 h 176"/>
              <a:gd name="T20" fmla="*/ 48 w 176"/>
              <a:gd name="T21" fmla="*/ 176 h 176"/>
              <a:gd name="T22" fmla="*/ 32 w 176"/>
              <a:gd name="T23" fmla="*/ 168 h 176"/>
              <a:gd name="T24" fmla="*/ 112 w 176"/>
              <a:gd name="T25" fmla="*/ 0 h 176"/>
              <a:gd name="T26" fmla="*/ 96 w 176"/>
              <a:gd name="T27" fmla="*/ 8 h 176"/>
              <a:gd name="T28" fmla="*/ 112 w 176"/>
              <a:gd name="T29" fmla="*/ 0 h 176"/>
              <a:gd name="T30" fmla="*/ 175 w 176"/>
              <a:gd name="T31" fmla="*/ 16 h 176"/>
              <a:gd name="T32" fmla="*/ 160 w 176"/>
              <a:gd name="T33" fmla="*/ 10 h 176"/>
              <a:gd name="T34" fmla="*/ 8 w 176"/>
              <a:gd name="T35" fmla="*/ 32 h 176"/>
              <a:gd name="T36" fmla="*/ 0 w 176"/>
              <a:gd name="T37" fmla="*/ 48 h 176"/>
              <a:gd name="T38" fmla="*/ 8 w 176"/>
              <a:gd name="T39" fmla="*/ 32 h 176"/>
              <a:gd name="T40" fmla="*/ 64 w 176"/>
              <a:gd name="T41" fmla="*/ 0 h 176"/>
              <a:gd name="T42" fmla="*/ 80 w 176"/>
              <a:gd name="T43" fmla="*/ 8 h 176"/>
              <a:gd name="T44" fmla="*/ 8 w 176"/>
              <a:gd name="T45" fmla="*/ 64 h 176"/>
              <a:gd name="T46" fmla="*/ 0 w 176"/>
              <a:gd name="T47" fmla="*/ 80 h 176"/>
              <a:gd name="T48" fmla="*/ 8 w 176"/>
              <a:gd name="T49" fmla="*/ 64 h 176"/>
              <a:gd name="T50" fmla="*/ 176 w 176"/>
              <a:gd name="T51" fmla="*/ 112 h 176"/>
              <a:gd name="T52" fmla="*/ 168 w 176"/>
              <a:gd name="T53" fmla="*/ 96 h 176"/>
              <a:gd name="T54" fmla="*/ 32 w 176"/>
              <a:gd name="T55" fmla="*/ 8 h 176"/>
              <a:gd name="T56" fmla="*/ 48 w 176"/>
              <a:gd name="T57" fmla="*/ 0 h 176"/>
              <a:gd name="T58" fmla="*/ 32 w 176"/>
              <a:gd name="T59" fmla="*/ 8 h 176"/>
              <a:gd name="T60" fmla="*/ 144 w 176"/>
              <a:gd name="T61" fmla="*/ 8 h 176"/>
              <a:gd name="T62" fmla="*/ 128 w 176"/>
              <a:gd name="T63" fmla="*/ 0 h 176"/>
              <a:gd name="T64" fmla="*/ 168 w 176"/>
              <a:gd name="T65" fmla="*/ 144 h 176"/>
              <a:gd name="T66" fmla="*/ 176 w 176"/>
              <a:gd name="T67" fmla="*/ 128 h 176"/>
              <a:gd name="T68" fmla="*/ 168 w 176"/>
              <a:gd name="T69" fmla="*/ 144 h 176"/>
              <a:gd name="T70" fmla="*/ 176 w 176"/>
              <a:gd name="T71" fmla="*/ 80 h 176"/>
              <a:gd name="T72" fmla="*/ 168 w 176"/>
              <a:gd name="T73" fmla="*/ 64 h 176"/>
              <a:gd name="T74" fmla="*/ 168 w 176"/>
              <a:gd name="T75" fmla="*/ 48 h 176"/>
              <a:gd name="T76" fmla="*/ 176 w 176"/>
              <a:gd name="T77" fmla="*/ 32 h 176"/>
              <a:gd name="T78" fmla="*/ 168 w 176"/>
              <a:gd name="T79" fmla="*/ 48 h 176"/>
              <a:gd name="T80" fmla="*/ 160 w 176"/>
              <a:gd name="T81" fmla="*/ 175 h 176"/>
              <a:gd name="T82" fmla="*/ 166 w 176"/>
              <a:gd name="T83" fmla="*/ 160 h 176"/>
              <a:gd name="T84" fmla="*/ 96 w 176"/>
              <a:gd name="T85" fmla="*/ 176 h 176"/>
              <a:gd name="T86" fmla="*/ 112 w 176"/>
              <a:gd name="T87" fmla="*/ 168 h 176"/>
              <a:gd name="T88" fmla="*/ 96 w 176"/>
              <a:gd name="T89" fmla="*/ 176 h 176"/>
              <a:gd name="T90" fmla="*/ 144 w 176"/>
              <a:gd name="T91" fmla="*/ 176 h 176"/>
              <a:gd name="T92" fmla="*/ 128 w 176"/>
              <a:gd name="T93" fmla="*/ 168 h 176"/>
              <a:gd name="T94" fmla="*/ 64 w 176"/>
              <a:gd name="T95" fmla="*/ 176 h 176"/>
              <a:gd name="T96" fmla="*/ 80 w 176"/>
              <a:gd name="T97" fmla="*/ 168 h 176"/>
              <a:gd name="T98" fmla="*/ 64 w 176"/>
              <a:gd name="T99" fmla="*/ 176 h 176"/>
              <a:gd name="T100" fmla="*/ 60 w 176"/>
              <a:gd name="T101" fmla="*/ 56 h 176"/>
              <a:gd name="T102" fmla="*/ 56 w 176"/>
              <a:gd name="T103" fmla="*/ 116 h 176"/>
              <a:gd name="T104" fmla="*/ 116 w 176"/>
              <a:gd name="T105" fmla="*/ 120 h 176"/>
              <a:gd name="T106" fmla="*/ 120 w 176"/>
              <a:gd name="T107" fmla="*/ 60 h 176"/>
              <a:gd name="T108" fmla="*/ 112 w 176"/>
              <a:gd name="T109" fmla="*/ 112 h 176"/>
              <a:gd name="T110" fmla="*/ 64 w 176"/>
              <a:gd name="T111" fmla="*/ 64 h 176"/>
              <a:gd name="T112" fmla="*/ 112 w 176"/>
              <a:gd name="T113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0" y="112"/>
                  <a:pt x="0" y="112"/>
                  <a:pt x="0" y="112"/>
                </a:cubicBezTo>
                <a:cubicBezTo>
                  <a:pt x="8" y="112"/>
                  <a:pt x="8" y="112"/>
                  <a:pt x="8" y="112"/>
                </a:cubicBezTo>
                <a:lnTo>
                  <a:pt x="8" y="96"/>
                </a:lnTo>
                <a:close/>
                <a:moveTo>
                  <a:pt x="8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8" y="144"/>
                  <a:pt x="8" y="144"/>
                  <a:pt x="8" y="144"/>
                </a:cubicBezTo>
                <a:lnTo>
                  <a:pt x="8" y="128"/>
                </a:lnTo>
                <a:close/>
                <a:moveTo>
                  <a:pt x="1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2" y="14"/>
                  <a:pt x="14" y="12"/>
                  <a:pt x="16" y="10"/>
                </a:cubicBezTo>
                <a:cubicBezTo>
                  <a:pt x="16" y="1"/>
                  <a:pt x="16" y="1"/>
                  <a:pt x="16" y="1"/>
                </a:cubicBezTo>
                <a:cubicBezTo>
                  <a:pt x="9" y="4"/>
                  <a:pt x="4" y="9"/>
                  <a:pt x="1" y="16"/>
                </a:cubicBezTo>
                <a:moveTo>
                  <a:pt x="10" y="160"/>
                </a:moveTo>
                <a:cubicBezTo>
                  <a:pt x="1" y="160"/>
                  <a:pt x="1" y="160"/>
                  <a:pt x="1" y="160"/>
                </a:cubicBezTo>
                <a:cubicBezTo>
                  <a:pt x="4" y="167"/>
                  <a:pt x="9" y="172"/>
                  <a:pt x="16" y="175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4" y="164"/>
                  <a:pt x="12" y="162"/>
                  <a:pt x="10" y="160"/>
                </a:cubicBezTo>
                <a:moveTo>
                  <a:pt x="32" y="176"/>
                </a:moveTo>
                <a:cubicBezTo>
                  <a:pt x="48" y="176"/>
                  <a:pt x="48" y="176"/>
                  <a:pt x="48" y="17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32" y="168"/>
                  <a:pt x="32" y="168"/>
                  <a:pt x="32" y="168"/>
                </a:cubicBezTo>
                <a:lnTo>
                  <a:pt x="32" y="176"/>
                </a:lnTo>
                <a:close/>
                <a:moveTo>
                  <a:pt x="112" y="0"/>
                </a:moveTo>
                <a:cubicBezTo>
                  <a:pt x="96" y="0"/>
                  <a:pt x="96" y="0"/>
                  <a:pt x="96" y="0"/>
                </a:cubicBezTo>
                <a:cubicBezTo>
                  <a:pt x="96" y="8"/>
                  <a:pt x="96" y="8"/>
                  <a:pt x="96" y="8"/>
                </a:cubicBezTo>
                <a:cubicBezTo>
                  <a:pt x="112" y="8"/>
                  <a:pt x="112" y="8"/>
                  <a:pt x="112" y="8"/>
                </a:cubicBezTo>
                <a:lnTo>
                  <a:pt x="112" y="0"/>
                </a:lnTo>
                <a:close/>
                <a:moveTo>
                  <a:pt x="166" y="16"/>
                </a:moveTo>
                <a:cubicBezTo>
                  <a:pt x="175" y="16"/>
                  <a:pt x="175" y="16"/>
                  <a:pt x="175" y="16"/>
                </a:cubicBezTo>
                <a:cubicBezTo>
                  <a:pt x="172" y="9"/>
                  <a:pt x="167" y="4"/>
                  <a:pt x="160" y="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2" y="12"/>
                  <a:pt x="164" y="14"/>
                  <a:pt x="166" y="16"/>
                </a:cubicBezTo>
                <a:moveTo>
                  <a:pt x="8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32"/>
                </a:lnTo>
                <a:close/>
                <a:moveTo>
                  <a:pt x="80" y="0"/>
                </a:moveTo>
                <a:cubicBezTo>
                  <a:pt x="64" y="0"/>
                  <a:pt x="64" y="0"/>
                  <a:pt x="64" y="0"/>
                </a:cubicBezTo>
                <a:cubicBezTo>
                  <a:pt x="64" y="8"/>
                  <a:pt x="64" y="8"/>
                  <a:pt x="64" y="8"/>
                </a:cubicBezTo>
                <a:cubicBezTo>
                  <a:pt x="80" y="8"/>
                  <a:pt x="80" y="8"/>
                  <a:pt x="80" y="8"/>
                </a:cubicBezTo>
                <a:lnTo>
                  <a:pt x="80" y="0"/>
                </a:lnTo>
                <a:close/>
                <a:moveTo>
                  <a:pt x="8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64"/>
                </a:lnTo>
                <a:close/>
                <a:moveTo>
                  <a:pt x="168" y="112"/>
                </a:moveTo>
                <a:cubicBezTo>
                  <a:pt x="176" y="112"/>
                  <a:pt x="176" y="112"/>
                  <a:pt x="176" y="112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68" y="96"/>
                  <a:pt x="168" y="96"/>
                  <a:pt x="168" y="96"/>
                </a:cubicBezTo>
                <a:lnTo>
                  <a:pt x="168" y="112"/>
                </a:lnTo>
                <a:close/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0"/>
                  <a:pt x="48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8"/>
                </a:lnTo>
                <a:close/>
                <a:moveTo>
                  <a:pt x="12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0"/>
                  <a:pt x="144" y="0"/>
                  <a:pt x="144" y="0"/>
                </a:cubicBezTo>
                <a:cubicBezTo>
                  <a:pt x="128" y="0"/>
                  <a:pt x="128" y="0"/>
                  <a:pt x="128" y="0"/>
                </a:cubicBezTo>
                <a:lnTo>
                  <a:pt x="128" y="8"/>
                </a:lnTo>
                <a:close/>
                <a:moveTo>
                  <a:pt x="168" y="144"/>
                </a:moveTo>
                <a:cubicBezTo>
                  <a:pt x="176" y="144"/>
                  <a:pt x="176" y="144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44"/>
                </a:lnTo>
                <a:close/>
                <a:moveTo>
                  <a:pt x="168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0"/>
                </a:lnTo>
                <a:close/>
                <a:moveTo>
                  <a:pt x="168" y="48"/>
                </a:moveTo>
                <a:cubicBezTo>
                  <a:pt x="176" y="48"/>
                  <a:pt x="176" y="48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48"/>
                </a:lnTo>
                <a:close/>
                <a:moveTo>
                  <a:pt x="160" y="166"/>
                </a:moveTo>
                <a:cubicBezTo>
                  <a:pt x="160" y="175"/>
                  <a:pt x="160" y="175"/>
                  <a:pt x="160" y="175"/>
                </a:cubicBezTo>
                <a:cubicBezTo>
                  <a:pt x="167" y="172"/>
                  <a:pt x="172" y="167"/>
                  <a:pt x="175" y="160"/>
                </a:cubicBezTo>
                <a:cubicBezTo>
                  <a:pt x="166" y="160"/>
                  <a:pt x="166" y="160"/>
                  <a:pt x="166" y="160"/>
                </a:cubicBezTo>
                <a:cubicBezTo>
                  <a:pt x="164" y="162"/>
                  <a:pt x="162" y="164"/>
                  <a:pt x="160" y="166"/>
                </a:cubicBezTo>
                <a:moveTo>
                  <a:pt x="96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96" y="168"/>
                  <a:pt x="96" y="168"/>
                  <a:pt x="96" y="168"/>
                </a:cubicBezTo>
                <a:lnTo>
                  <a:pt x="96" y="176"/>
                </a:lnTo>
                <a:close/>
                <a:moveTo>
                  <a:pt x="128" y="176"/>
                </a:moveTo>
                <a:cubicBezTo>
                  <a:pt x="144" y="176"/>
                  <a:pt x="144" y="176"/>
                  <a:pt x="144" y="176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28" y="168"/>
                  <a:pt x="128" y="168"/>
                  <a:pt x="128" y="168"/>
                </a:cubicBezTo>
                <a:lnTo>
                  <a:pt x="128" y="176"/>
                </a:lnTo>
                <a:close/>
                <a:moveTo>
                  <a:pt x="64" y="176"/>
                </a:moveTo>
                <a:cubicBezTo>
                  <a:pt x="80" y="176"/>
                  <a:pt x="80" y="176"/>
                  <a:pt x="80" y="176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64" y="168"/>
                  <a:pt x="64" y="168"/>
                  <a:pt x="64" y="168"/>
                </a:cubicBezTo>
                <a:lnTo>
                  <a:pt x="64" y="176"/>
                </a:lnTo>
                <a:close/>
                <a:moveTo>
                  <a:pt x="116" y="56"/>
                </a:moveTo>
                <a:cubicBezTo>
                  <a:pt x="60" y="56"/>
                  <a:pt x="60" y="56"/>
                  <a:pt x="60" y="56"/>
                </a:cubicBezTo>
                <a:cubicBezTo>
                  <a:pt x="58" y="56"/>
                  <a:pt x="56" y="58"/>
                  <a:pt x="56" y="60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18"/>
                  <a:pt x="58" y="120"/>
                  <a:pt x="60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8" y="120"/>
                  <a:pt x="120" y="118"/>
                  <a:pt x="120" y="116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moveTo>
                  <a:pt x="112" y="112"/>
                </a:moveTo>
                <a:cubicBezTo>
                  <a:pt x="64" y="112"/>
                  <a:pt x="64" y="112"/>
                  <a:pt x="64" y="112"/>
                </a:cubicBezTo>
                <a:cubicBezTo>
                  <a:pt x="64" y="64"/>
                  <a:pt x="64" y="64"/>
                  <a:pt x="6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443"/>
          <p:cNvSpPr>
            <a:spLocks noEditPoints="1"/>
          </p:cNvSpPr>
          <p:nvPr/>
        </p:nvSpPr>
        <p:spPr bwMode="auto">
          <a:xfrm>
            <a:off x="7277030" y="1118979"/>
            <a:ext cx="334275" cy="334275"/>
          </a:xfrm>
          <a:custGeom>
            <a:avLst/>
            <a:gdLst>
              <a:gd name="T0" fmla="*/ 0 w 176"/>
              <a:gd name="T1" fmla="*/ 128 h 176"/>
              <a:gd name="T2" fmla="*/ 8 w 176"/>
              <a:gd name="T3" fmla="*/ 144 h 176"/>
              <a:gd name="T4" fmla="*/ 32 w 176"/>
              <a:gd name="T5" fmla="*/ 176 h 176"/>
              <a:gd name="T6" fmla="*/ 48 w 176"/>
              <a:gd name="T7" fmla="*/ 168 h 176"/>
              <a:gd name="T8" fmla="*/ 32 w 176"/>
              <a:gd name="T9" fmla="*/ 176 h 176"/>
              <a:gd name="T10" fmla="*/ 1 w 176"/>
              <a:gd name="T11" fmla="*/ 160 h 176"/>
              <a:gd name="T12" fmla="*/ 16 w 176"/>
              <a:gd name="T13" fmla="*/ 166 h 176"/>
              <a:gd name="T14" fmla="*/ 1 w 176"/>
              <a:gd name="T15" fmla="*/ 16 h 176"/>
              <a:gd name="T16" fmla="*/ 16 w 176"/>
              <a:gd name="T17" fmla="*/ 10 h 176"/>
              <a:gd name="T18" fmla="*/ 1 w 176"/>
              <a:gd name="T19" fmla="*/ 16 h 176"/>
              <a:gd name="T20" fmla="*/ 0 w 176"/>
              <a:gd name="T21" fmla="*/ 96 h 176"/>
              <a:gd name="T22" fmla="*/ 8 w 176"/>
              <a:gd name="T23" fmla="*/ 112 h 176"/>
              <a:gd name="T24" fmla="*/ 112 w 176"/>
              <a:gd name="T25" fmla="*/ 0 h 176"/>
              <a:gd name="T26" fmla="*/ 96 w 176"/>
              <a:gd name="T27" fmla="*/ 8 h 176"/>
              <a:gd name="T28" fmla="*/ 112 w 176"/>
              <a:gd name="T29" fmla="*/ 0 h 176"/>
              <a:gd name="T30" fmla="*/ 0 w 176"/>
              <a:gd name="T31" fmla="*/ 64 h 176"/>
              <a:gd name="T32" fmla="*/ 8 w 176"/>
              <a:gd name="T33" fmla="*/ 80 h 176"/>
              <a:gd name="T34" fmla="*/ 166 w 176"/>
              <a:gd name="T35" fmla="*/ 16 h 176"/>
              <a:gd name="T36" fmla="*/ 160 w 176"/>
              <a:gd name="T37" fmla="*/ 1 h 176"/>
              <a:gd name="T38" fmla="*/ 166 w 176"/>
              <a:gd name="T39" fmla="*/ 16 h 176"/>
              <a:gd name="T40" fmla="*/ 64 w 176"/>
              <a:gd name="T41" fmla="*/ 0 h 176"/>
              <a:gd name="T42" fmla="*/ 80 w 176"/>
              <a:gd name="T43" fmla="*/ 8 h 176"/>
              <a:gd name="T44" fmla="*/ 8 w 176"/>
              <a:gd name="T45" fmla="*/ 32 h 176"/>
              <a:gd name="T46" fmla="*/ 0 w 176"/>
              <a:gd name="T47" fmla="*/ 48 h 176"/>
              <a:gd name="T48" fmla="*/ 8 w 176"/>
              <a:gd name="T49" fmla="*/ 32 h 176"/>
              <a:gd name="T50" fmla="*/ 144 w 176"/>
              <a:gd name="T51" fmla="*/ 8 h 176"/>
              <a:gd name="T52" fmla="*/ 128 w 176"/>
              <a:gd name="T53" fmla="*/ 0 h 176"/>
              <a:gd name="T54" fmla="*/ 168 w 176"/>
              <a:gd name="T55" fmla="*/ 112 h 176"/>
              <a:gd name="T56" fmla="*/ 176 w 176"/>
              <a:gd name="T57" fmla="*/ 96 h 176"/>
              <a:gd name="T58" fmla="*/ 168 w 176"/>
              <a:gd name="T59" fmla="*/ 112 h 176"/>
              <a:gd name="T60" fmla="*/ 176 w 176"/>
              <a:gd name="T61" fmla="*/ 144 h 176"/>
              <a:gd name="T62" fmla="*/ 168 w 176"/>
              <a:gd name="T63" fmla="*/ 128 h 176"/>
              <a:gd name="T64" fmla="*/ 168 w 176"/>
              <a:gd name="T65" fmla="*/ 48 h 176"/>
              <a:gd name="T66" fmla="*/ 176 w 176"/>
              <a:gd name="T67" fmla="*/ 32 h 176"/>
              <a:gd name="T68" fmla="*/ 168 w 176"/>
              <a:gd name="T69" fmla="*/ 48 h 176"/>
              <a:gd name="T70" fmla="*/ 160 w 176"/>
              <a:gd name="T71" fmla="*/ 175 h 176"/>
              <a:gd name="T72" fmla="*/ 166 w 176"/>
              <a:gd name="T73" fmla="*/ 160 h 176"/>
              <a:gd name="T74" fmla="*/ 32 w 176"/>
              <a:gd name="T75" fmla="*/ 8 h 176"/>
              <a:gd name="T76" fmla="*/ 48 w 176"/>
              <a:gd name="T77" fmla="*/ 0 h 176"/>
              <a:gd name="T78" fmla="*/ 32 w 176"/>
              <a:gd name="T79" fmla="*/ 8 h 176"/>
              <a:gd name="T80" fmla="*/ 176 w 176"/>
              <a:gd name="T81" fmla="*/ 80 h 176"/>
              <a:gd name="T82" fmla="*/ 168 w 176"/>
              <a:gd name="T83" fmla="*/ 64 h 176"/>
              <a:gd name="T84" fmla="*/ 128 w 176"/>
              <a:gd name="T85" fmla="*/ 176 h 176"/>
              <a:gd name="T86" fmla="*/ 144 w 176"/>
              <a:gd name="T87" fmla="*/ 168 h 176"/>
              <a:gd name="T88" fmla="*/ 128 w 176"/>
              <a:gd name="T89" fmla="*/ 176 h 176"/>
              <a:gd name="T90" fmla="*/ 80 w 176"/>
              <a:gd name="T91" fmla="*/ 176 h 176"/>
              <a:gd name="T92" fmla="*/ 64 w 176"/>
              <a:gd name="T93" fmla="*/ 168 h 176"/>
              <a:gd name="T94" fmla="*/ 96 w 176"/>
              <a:gd name="T95" fmla="*/ 176 h 176"/>
              <a:gd name="T96" fmla="*/ 112 w 176"/>
              <a:gd name="T97" fmla="*/ 168 h 176"/>
              <a:gd name="T98" fmla="*/ 96 w 176"/>
              <a:gd name="T99" fmla="*/ 176 h 176"/>
              <a:gd name="T100" fmla="*/ 117 w 176"/>
              <a:gd name="T101" fmla="*/ 97 h 176"/>
              <a:gd name="T102" fmla="*/ 92 w 176"/>
              <a:gd name="T103" fmla="*/ 44 h 176"/>
              <a:gd name="T104" fmla="*/ 84 w 176"/>
              <a:gd name="T105" fmla="*/ 44 h 176"/>
              <a:gd name="T106" fmla="*/ 59 w 176"/>
              <a:gd name="T107" fmla="*/ 97 h 176"/>
              <a:gd name="T108" fmla="*/ 52 w 176"/>
              <a:gd name="T109" fmla="*/ 100 h 176"/>
              <a:gd name="T110" fmla="*/ 85 w 176"/>
              <a:gd name="T111" fmla="*/ 135 h 176"/>
              <a:gd name="T112" fmla="*/ 91 w 176"/>
              <a:gd name="T113" fmla="*/ 135 h 176"/>
              <a:gd name="T114" fmla="*/ 124 w 176"/>
              <a:gd name="T11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76">
                <a:moveTo>
                  <a:pt x="8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8" y="144"/>
                  <a:pt x="8" y="144"/>
                  <a:pt x="8" y="144"/>
                </a:cubicBezTo>
                <a:lnTo>
                  <a:pt x="8" y="128"/>
                </a:lnTo>
                <a:close/>
                <a:moveTo>
                  <a:pt x="32" y="176"/>
                </a:moveTo>
                <a:cubicBezTo>
                  <a:pt x="48" y="176"/>
                  <a:pt x="48" y="176"/>
                  <a:pt x="48" y="17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32" y="168"/>
                  <a:pt x="32" y="168"/>
                  <a:pt x="32" y="168"/>
                </a:cubicBezTo>
                <a:lnTo>
                  <a:pt x="32" y="176"/>
                </a:lnTo>
                <a:close/>
                <a:moveTo>
                  <a:pt x="10" y="160"/>
                </a:moveTo>
                <a:cubicBezTo>
                  <a:pt x="1" y="160"/>
                  <a:pt x="1" y="160"/>
                  <a:pt x="1" y="160"/>
                </a:cubicBezTo>
                <a:cubicBezTo>
                  <a:pt x="4" y="167"/>
                  <a:pt x="9" y="172"/>
                  <a:pt x="16" y="175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4" y="164"/>
                  <a:pt x="12" y="162"/>
                  <a:pt x="10" y="160"/>
                </a:cubicBezTo>
                <a:moveTo>
                  <a:pt x="1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2" y="14"/>
                  <a:pt x="14" y="12"/>
                  <a:pt x="16" y="10"/>
                </a:cubicBezTo>
                <a:cubicBezTo>
                  <a:pt x="16" y="1"/>
                  <a:pt x="16" y="1"/>
                  <a:pt x="16" y="1"/>
                </a:cubicBezTo>
                <a:cubicBezTo>
                  <a:pt x="9" y="4"/>
                  <a:pt x="4" y="9"/>
                  <a:pt x="1" y="16"/>
                </a:cubicBezTo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0" y="112"/>
                  <a:pt x="0" y="112"/>
                  <a:pt x="0" y="112"/>
                </a:cubicBezTo>
                <a:cubicBezTo>
                  <a:pt x="8" y="112"/>
                  <a:pt x="8" y="112"/>
                  <a:pt x="8" y="112"/>
                </a:cubicBezTo>
                <a:lnTo>
                  <a:pt x="8" y="96"/>
                </a:lnTo>
                <a:close/>
                <a:moveTo>
                  <a:pt x="112" y="0"/>
                </a:moveTo>
                <a:cubicBezTo>
                  <a:pt x="96" y="0"/>
                  <a:pt x="96" y="0"/>
                  <a:pt x="96" y="0"/>
                </a:cubicBezTo>
                <a:cubicBezTo>
                  <a:pt x="96" y="8"/>
                  <a:pt x="96" y="8"/>
                  <a:pt x="96" y="8"/>
                </a:cubicBezTo>
                <a:cubicBezTo>
                  <a:pt x="112" y="8"/>
                  <a:pt x="112" y="8"/>
                  <a:pt x="112" y="8"/>
                </a:cubicBezTo>
                <a:lnTo>
                  <a:pt x="112" y="0"/>
                </a:lnTo>
                <a:close/>
                <a:moveTo>
                  <a:pt x="8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64"/>
                </a:lnTo>
                <a:close/>
                <a:moveTo>
                  <a:pt x="166" y="16"/>
                </a:moveTo>
                <a:cubicBezTo>
                  <a:pt x="175" y="16"/>
                  <a:pt x="175" y="16"/>
                  <a:pt x="175" y="16"/>
                </a:cubicBezTo>
                <a:cubicBezTo>
                  <a:pt x="172" y="9"/>
                  <a:pt x="167" y="4"/>
                  <a:pt x="160" y="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2" y="12"/>
                  <a:pt x="164" y="14"/>
                  <a:pt x="166" y="16"/>
                </a:cubicBezTo>
                <a:moveTo>
                  <a:pt x="80" y="0"/>
                </a:moveTo>
                <a:cubicBezTo>
                  <a:pt x="64" y="0"/>
                  <a:pt x="64" y="0"/>
                  <a:pt x="64" y="0"/>
                </a:cubicBezTo>
                <a:cubicBezTo>
                  <a:pt x="64" y="8"/>
                  <a:pt x="64" y="8"/>
                  <a:pt x="64" y="8"/>
                </a:cubicBezTo>
                <a:cubicBezTo>
                  <a:pt x="80" y="8"/>
                  <a:pt x="80" y="8"/>
                  <a:pt x="80" y="8"/>
                </a:cubicBezTo>
                <a:lnTo>
                  <a:pt x="80" y="0"/>
                </a:lnTo>
                <a:close/>
                <a:moveTo>
                  <a:pt x="8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32"/>
                </a:lnTo>
                <a:close/>
                <a:moveTo>
                  <a:pt x="12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0"/>
                  <a:pt x="144" y="0"/>
                  <a:pt x="144" y="0"/>
                </a:cubicBezTo>
                <a:cubicBezTo>
                  <a:pt x="128" y="0"/>
                  <a:pt x="128" y="0"/>
                  <a:pt x="128" y="0"/>
                </a:cubicBezTo>
                <a:lnTo>
                  <a:pt x="128" y="8"/>
                </a:lnTo>
                <a:close/>
                <a:moveTo>
                  <a:pt x="168" y="112"/>
                </a:moveTo>
                <a:cubicBezTo>
                  <a:pt x="176" y="112"/>
                  <a:pt x="176" y="112"/>
                  <a:pt x="176" y="112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68" y="96"/>
                  <a:pt x="168" y="96"/>
                  <a:pt x="168" y="96"/>
                </a:cubicBezTo>
                <a:lnTo>
                  <a:pt x="168" y="112"/>
                </a:lnTo>
                <a:close/>
                <a:moveTo>
                  <a:pt x="168" y="144"/>
                </a:moveTo>
                <a:cubicBezTo>
                  <a:pt x="176" y="144"/>
                  <a:pt x="176" y="144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44"/>
                </a:lnTo>
                <a:close/>
                <a:moveTo>
                  <a:pt x="168" y="48"/>
                </a:moveTo>
                <a:cubicBezTo>
                  <a:pt x="176" y="48"/>
                  <a:pt x="176" y="48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48"/>
                </a:lnTo>
                <a:close/>
                <a:moveTo>
                  <a:pt x="160" y="166"/>
                </a:moveTo>
                <a:cubicBezTo>
                  <a:pt x="160" y="175"/>
                  <a:pt x="160" y="175"/>
                  <a:pt x="160" y="175"/>
                </a:cubicBezTo>
                <a:cubicBezTo>
                  <a:pt x="167" y="172"/>
                  <a:pt x="172" y="167"/>
                  <a:pt x="175" y="160"/>
                </a:cubicBezTo>
                <a:cubicBezTo>
                  <a:pt x="166" y="160"/>
                  <a:pt x="166" y="160"/>
                  <a:pt x="166" y="160"/>
                </a:cubicBezTo>
                <a:cubicBezTo>
                  <a:pt x="164" y="162"/>
                  <a:pt x="162" y="164"/>
                  <a:pt x="160" y="166"/>
                </a:cubicBezTo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0"/>
                  <a:pt x="48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8"/>
                </a:lnTo>
                <a:close/>
                <a:moveTo>
                  <a:pt x="168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0"/>
                </a:lnTo>
                <a:close/>
                <a:moveTo>
                  <a:pt x="128" y="176"/>
                </a:moveTo>
                <a:cubicBezTo>
                  <a:pt x="144" y="176"/>
                  <a:pt x="144" y="176"/>
                  <a:pt x="144" y="176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28" y="168"/>
                  <a:pt x="128" y="168"/>
                  <a:pt x="128" y="168"/>
                </a:cubicBezTo>
                <a:lnTo>
                  <a:pt x="128" y="176"/>
                </a:lnTo>
                <a:close/>
                <a:moveTo>
                  <a:pt x="64" y="176"/>
                </a:moveTo>
                <a:cubicBezTo>
                  <a:pt x="80" y="176"/>
                  <a:pt x="80" y="176"/>
                  <a:pt x="80" y="176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64" y="168"/>
                  <a:pt x="64" y="168"/>
                  <a:pt x="64" y="168"/>
                </a:cubicBezTo>
                <a:lnTo>
                  <a:pt x="64" y="176"/>
                </a:lnTo>
                <a:close/>
                <a:moveTo>
                  <a:pt x="96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96" y="168"/>
                  <a:pt x="96" y="168"/>
                  <a:pt x="96" y="168"/>
                </a:cubicBezTo>
                <a:lnTo>
                  <a:pt x="96" y="176"/>
                </a:lnTo>
                <a:close/>
                <a:moveTo>
                  <a:pt x="120" y="96"/>
                </a:moveTo>
                <a:cubicBezTo>
                  <a:pt x="119" y="96"/>
                  <a:pt x="118" y="96"/>
                  <a:pt x="117" y="97"/>
                </a:cubicBezTo>
                <a:cubicBezTo>
                  <a:pt x="92" y="122"/>
                  <a:pt x="92" y="122"/>
                  <a:pt x="92" y="122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2"/>
                  <a:pt x="90" y="40"/>
                  <a:pt x="88" y="40"/>
                </a:cubicBezTo>
                <a:cubicBezTo>
                  <a:pt x="86" y="40"/>
                  <a:pt x="84" y="42"/>
                  <a:pt x="84" y="44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59" y="97"/>
                  <a:pt x="59" y="97"/>
                  <a:pt x="59" y="97"/>
                </a:cubicBezTo>
                <a:cubicBezTo>
                  <a:pt x="58" y="96"/>
                  <a:pt x="57" y="96"/>
                  <a:pt x="56" y="96"/>
                </a:cubicBezTo>
                <a:cubicBezTo>
                  <a:pt x="54" y="96"/>
                  <a:pt x="52" y="98"/>
                  <a:pt x="52" y="100"/>
                </a:cubicBezTo>
                <a:cubicBezTo>
                  <a:pt x="52" y="101"/>
                  <a:pt x="52" y="102"/>
                  <a:pt x="53" y="103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6" y="136"/>
                  <a:pt x="87" y="136"/>
                  <a:pt x="88" y="136"/>
                </a:cubicBezTo>
                <a:cubicBezTo>
                  <a:pt x="89" y="136"/>
                  <a:pt x="90" y="136"/>
                  <a:pt x="91" y="135"/>
                </a:cubicBezTo>
                <a:cubicBezTo>
                  <a:pt x="123" y="103"/>
                  <a:pt x="123" y="103"/>
                  <a:pt x="123" y="103"/>
                </a:cubicBezTo>
                <a:cubicBezTo>
                  <a:pt x="124" y="102"/>
                  <a:pt x="124" y="101"/>
                  <a:pt x="124" y="100"/>
                </a:cubicBezTo>
                <a:cubicBezTo>
                  <a:pt x="124" y="98"/>
                  <a:pt x="122" y="96"/>
                  <a:pt x="120" y="9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444"/>
          <p:cNvSpPr>
            <a:spLocks noEditPoints="1"/>
          </p:cNvSpPr>
          <p:nvPr/>
        </p:nvSpPr>
        <p:spPr bwMode="auto">
          <a:xfrm>
            <a:off x="1524581" y="1758321"/>
            <a:ext cx="335898" cy="334275"/>
          </a:xfrm>
          <a:custGeom>
            <a:avLst/>
            <a:gdLst>
              <a:gd name="T0" fmla="*/ 0 w 176"/>
              <a:gd name="T1" fmla="*/ 128 h 176"/>
              <a:gd name="T2" fmla="*/ 8 w 176"/>
              <a:gd name="T3" fmla="*/ 144 h 176"/>
              <a:gd name="T4" fmla="*/ 8 w 176"/>
              <a:gd name="T5" fmla="*/ 64 h 176"/>
              <a:gd name="T6" fmla="*/ 0 w 176"/>
              <a:gd name="T7" fmla="*/ 80 h 176"/>
              <a:gd name="T8" fmla="*/ 8 w 176"/>
              <a:gd name="T9" fmla="*/ 64 h 176"/>
              <a:gd name="T10" fmla="*/ 0 w 176"/>
              <a:gd name="T11" fmla="*/ 96 h 176"/>
              <a:gd name="T12" fmla="*/ 8 w 176"/>
              <a:gd name="T13" fmla="*/ 112 h 176"/>
              <a:gd name="T14" fmla="*/ 10 w 176"/>
              <a:gd name="T15" fmla="*/ 160 h 176"/>
              <a:gd name="T16" fmla="*/ 16 w 176"/>
              <a:gd name="T17" fmla="*/ 175 h 176"/>
              <a:gd name="T18" fmla="*/ 10 w 176"/>
              <a:gd name="T19" fmla="*/ 160 h 176"/>
              <a:gd name="T20" fmla="*/ 10 w 176"/>
              <a:gd name="T21" fmla="*/ 16 h 176"/>
              <a:gd name="T22" fmla="*/ 16 w 176"/>
              <a:gd name="T23" fmla="*/ 1 h 176"/>
              <a:gd name="T24" fmla="*/ 112 w 176"/>
              <a:gd name="T25" fmla="*/ 0 h 176"/>
              <a:gd name="T26" fmla="*/ 96 w 176"/>
              <a:gd name="T27" fmla="*/ 8 h 176"/>
              <a:gd name="T28" fmla="*/ 112 w 176"/>
              <a:gd name="T29" fmla="*/ 0 h 176"/>
              <a:gd name="T30" fmla="*/ 48 w 176"/>
              <a:gd name="T31" fmla="*/ 176 h 176"/>
              <a:gd name="T32" fmla="*/ 32 w 176"/>
              <a:gd name="T33" fmla="*/ 168 h 176"/>
              <a:gd name="T34" fmla="*/ 8 w 176"/>
              <a:gd name="T35" fmla="*/ 32 h 176"/>
              <a:gd name="T36" fmla="*/ 0 w 176"/>
              <a:gd name="T37" fmla="*/ 48 h 176"/>
              <a:gd name="T38" fmla="*/ 8 w 176"/>
              <a:gd name="T39" fmla="*/ 32 h 176"/>
              <a:gd name="T40" fmla="*/ 175 w 176"/>
              <a:gd name="T41" fmla="*/ 16 h 176"/>
              <a:gd name="T42" fmla="*/ 160 w 176"/>
              <a:gd name="T43" fmla="*/ 10 h 176"/>
              <a:gd name="T44" fmla="*/ 80 w 176"/>
              <a:gd name="T45" fmla="*/ 0 h 176"/>
              <a:gd name="T46" fmla="*/ 64 w 176"/>
              <a:gd name="T47" fmla="*/ 8 h 176"/>
              <a:gd name="T48" fmla="*/ 80 w 176"/>
              <a:gd name="T49" fmla="*/ 0 h 176"/>
              <a:gd name="T50" fmla="*/ 80 w 176"/>
              <a:gd name="T51" fmla="*/ 176 h 176"/>
              <a:gd name="T52" fmla="*/ 64 w 176"/>
              <a:gd name="T53" fmla="*/ 168 h 176"/>
              <a:gd name="T54" fmla="*/ 168 w 176"/>
              <a:gd name="T55" fmla="*/ 144 h 176"/>
              <a:gd name="T56" fmla="*/ 176 w 176"/>
              <a:gd name="T57" fmla="*/ 128 h 176"/>
              <a:gd name="T58" fmla="*/ 168 w 176"/>
              <a:gd name="T59" fmla="*/ 144 h 176"/>
              <a:gd name="T60" fmla="*/ 160 w 176"/>
              <a:gd name="T61" fmla="*/ 175 h 176"/>
              <a:gd name="T62" fmla="*/ 166 w 176"/>
              <a:gd name="T63" fmla="*/ 160 h 176"/>
              <a:gd name="T64" fmla="*/ 168 w 176"/>
              <a:gd name="T65" fmla="*/ 80 h 176"/>
              <a:gd name="T66" fmla="*/ 176 w 176"/>
              <a:gd name="T67" fmla="*/ 64 h 176"/>
              <a:gd name="T68" fmla="*/ 168 w 176"/>
              <a:gd name="T69" fmla="*/ 80 h 176"/>
              <a:gd name="T70" fmla="*/ 144 w 176"/>
              <a:gd name="T71" fmla="*/ 8 h 176"/>
              <a:gd name="T72" fmla="*/ 128 w 176"/>
              <a:gd name="T73" fmla="*/ 0 h 176"/>
              <a:gd name="T74" fmla="*/ 168 w 176"/>
              <a:gd name="T75" fmla="*/ 112 h 176"/>
              <a:gd name="T76" fmla="*/ 176 w 176"/>
              <a:gd name="T77" fmla="*/ 96 h 176"/>
              <a:gd name="T78" fmla="*/ 168 w 176"/>
              <a:gd name="T79" fmla="*/ 112 h 176"/>
              <a:gd name="T80" fmla="*/ 88 w 176"/>
              <a:gd name="T81" fmla="*/ 40 h 176"/>
              <a:gd name="T82" fmla="*/ 53 w 176"/>
              <a:gd name="T83" fmla="*/ 73 h 176"/>
              <a:gd name="T84" fmla="*/ 56 w 176"/>
              <a:gd name="T85" fmla="*/ 80 h 176"/>
              <a:gd name="T86" fmla="*/ 84 w 176"/>
              <a:gd name="T87" fmla="*/ 54 h 176"/>
              <a:gd name="T88" fmla="*/ 88 w 176"/>
              <a:gd name="T89" fmla="*/ 136 h 176"/>
              <a:gd name="T90" fmla="*/ 92 w 176"/>
              <a:gd name="T91" fmla="*/ 54 h 176"/>
              <a:gd name="T92" fmla="*/ 120 w 176"/>
              <a:gd name="T93" fmla="*/ 80 h 176"/>
              <a:gd name="T94" fmla="*/ 123 w 176"/>
              <a:gd name="T95" fmla="*/ 73 h 176"/>
              <a:gd name="T96" fmla="*/ 168 w 176"/>
              <a:gd name="T97" fmla="*/ 48 h 176"/>
              <a:gd name="T98" fmla="*/ 176 w 176"/>
              <a:gd name="T99" fmla="*/ 32 h 176"/>
              <a:gd name="T100" fmla="*/ 168 w 176"/>
              <a:gd name="T101" fmla="*/ 48 h 176"/>
              <a:gd name="T102" fmla="*/ 144 w 176"/>
              <a:gd name="T103" fmla="*/ 176 h 176"/>
              <a:gd name="T104" fmla="*/ 128 w 176"/>
              <a:gd name="T105" fmla="*/ 168 h 176"/>
              <a:gd name="T106" fmla="*/ 96 w 176"/>
              <a:gd name="T107" fmla="*/ 176 h 176"/>
              <a:gd name="T108" fmla="*/ 112 w 176"/>
              <a:gd name="T109" fmla="*/ 168 h 176"/>
              <a:gd name="T110" fmla="*/ 96 w 176"/>
              <a:gd name="T111" fmla="*/ 176 h 176"/>
              <a:gd name="T112" fmla="*/ 48 w 176"/>
              <a:gd name="T113" fmla="*/ 8 h 176"/>
              <a:gd name="T114" fmla="*/ 32 w 176"/>
              <a:gd name="T115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76">
                <a:moveTo>
                  <a:pt x="8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8" y="144"/>
                  <a:pt x="8" y="144"/>
                  <a:pt x="8" y="144"/>
                </a:cubicBezTo>
                <a:lnTo>
                  <a:pt x="8" y="128"/>
                </a:lnTo>
                <a:close/>
                <a:moveTo>
                  <a:pt x="8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64"/>
                </a:lnTo>
                <a:close/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0" y="112"/>
                  <a:pt x="0" y="112"/>
                  <a:pt x="0" y="112"/>
                </a:cubicBezTo>
                <a:cubicBezTo>
                  <a:pt x="8" y="112"/>
                  <a:pt x="8" y="112"/>
                  <a:pt x="8" y="112"/>
                </a:cubicBezTo>
                <a:lnTo>
                  <a:pt x="8" y="96"/>
                </a:lnTo>
                <a:close/>
                <a:moveTo>
                  <a:pt x="10" y="160"/>
                </a:moveTo>
                <a:cubicBezTo>
                  <a:pt x="1" y="160"/>
                  <a:pt x="1" y="160"/>
                  <a:pt x="1" y="160"/>
                </a:cubicBezTo>
                <a:cubicBezTo>
                  <a:pt x="4" y="167"/>
                  <a:pt x="9" y="172"/>
                  <a:pt x="16" y="175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4" y="164"/>
                  <a:pt x="12" y="162"/>
                  <a:pt x="10" y="160"/>
                </a:cubicBezTo>
                <a:moveTo>
                  <a:pt x="1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2" y="14"/>
                  <a:pt x="14" y="12"/>
                  <a:pt x="16" y="10"/>
                </a:cubicBezTo>
                <a:cubicBezTo>
                  <a:pt x="16" y="1"/>
                  <a:pt x="16" y="1"/>
                  <a:pt x="16" y="1"/>
                </a:cubicBezTo>
                <a:cubicBezTo>
                  <a:pt x="9" y="4"/>
                  <a:pt x="4" y="9"/>
                  <a:pt x="1" y="16"/>
                </a:cubicBezTo>
                <a:moveTo>
                  <a:pt x="112" y="0"/>
                </a:moveTo>
                <a:cubicBezTo>
                  <a:pt x="96" y="0"/>
                  <a:pt x="96" y="0"/>
                  <a:pt x="96" y="0"/>
                </a:cubicBezTo>
                <a:cubicBezTo>
                  <a:pt x="96" y="8"/>
                  <a:pt x="96" y="8"/>
                  <a:pt x="96" y="8"/>
                </a:cubicBezTo>
                <a:cubicBezTo>
                  <a:pt x="112" y="8"/>
                  <a:pt x="112" y="8"/>
                  <a:pt x="112" y="8"/>
                </a:cubicBezTo>
                <a:lnTo>
                  <a:pt x="112" y="0"/>
                </a:lnTo>
                <a:close/>
                <a:moveTo>
                  <a:pt x="32" y="176"/>
                </a:moveTo>
                <a:cubicBezTo>
                  <a:pt x="48" y="176"/>
                  <a:pt x="48" y="176"/>
                  <a:pt x="48" y="17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32" y="168"/>
                  <a:pt x="32" y="168"/>
                  <a:pt x="32" y="168"/>
                </a:cubicBezTo>
                <a:lnTo>
                  <a:pt x="32" y="176"/>
                </a:lnTo>
                <a:close/>
                <a:moveTo>
                  <a:pt x="8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32"/>
                </a:lnTo>
                <a:close/>
                <a:moveTo>
                  <a:pt x="166" y="16"/>
                </a:moveTo>
                <a:cubicBezTo>
                  <a:pt x="175" y="16"/>
                  <a:pt x="175" y="16"/>
                  <a:pt x="175" y="16"/>
                </a:cubicBezTo>
                <a:cubicBezTo>
                  <a:pt x="172" y="9"/>
                  <a:pt x="167" y="4"/>
                  <a:pt x="160" y="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2" y="12"/>
                  <a:pt x="164" y="14"/>
                  <a:pt x="166" y="16"/>
                </a:cubicBezTo>
                <a:moveTo>
                  <a:pt x="80" y="0"/>
                </a:moveTo>
                <a:cubicBezTo>
                  <a:pt x="64" y="0"/>
                  <a:pt x="64" y="0"/>
                  <a:pt x="64" y="0"/>
                </a:cubicBezTo>
                <a:cubicBezTo>
                  <a:pt x="64" y="8"/>
                  <a:pt x="64" y="8"/>
                  <a:pt x="64" y="8"/>
                </a:cubicBezTo>
                <a:cubicBezTo>
                  <a:pt x="80" y="8"/>
                  <a:pt x="80" y="8"/>
                  <a:pt x="80" y="8"/>
                </a:cubicBezTo>
                <a:lnTo>
                  <a:pt x="80" y="0"/>
                </a:lnTo>
                <a:close/>
                <a:moveTo>
                  <a:pt x="64" y="176"/>
                </a:moveTo>
                <a:cubicBezTo>
                  <a:pt x="80" y="176"/>
                  <a:pt x="80" y="176"/>
                  <a:pt x="80" y="176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64" y="168"/>
                  <a:pt x="64" y="168"/>
                  <a:pt x="64" y="168"/>
                </a:cubicBezTo>
                <a:lnTo>
                  <a:pt x="64" y="176"/>
                </a:lnTo>
                <a:close/>
                <a:moveTo>
                  <a:pt x="168" y="144"/>
                </a:moveTo>
                <a:cubicBezTo>
                  <a:pt x="176" y="144"/>
                  <a:pt x="176" y="144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44"/>
                </a:lnTo>
                <a:close/>
                <a:moveTo>
                  <a:pt x="160" y="166"/>
                </a:moveTo>
                <a:cubicBezTo>
                  <a:pt x="160" y="175"/>
                  <a:pt x="160" y="175"/>
                  <a:pt x="160" y="175"/>
                </a:cubicBezTo>
                <a:cubicBezTo>
                  <a:pt x="167" y="172"/>
                  <a:pt x="172" y="167"/>
                  <a:pt x="175" y="160"/>
                </a:cubicBezTo>
                <a:cubicBezTo>
                  <a:pt x="166" y="160"/>
                  <a:pt x="166" y="160"/>
                  <a:pt x="166" y="160"/>
                </a:cubicBezTo>
                <a:cubicBezTo>
                  <a:pt x="164" y="162"/>
                  <a:pt x="162" y="164"/>
                  <a:pt x="160" y="166"/>
                </a:cubicBezTo>
                <a:moveTo>
                  <a:pt x="168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0"/>
                </a:lnTo>
                <a:close/>
                <a:moveTo>
                  <a:pt x="12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0"/>
                  <a:pt x="144" y="0"/>
                  <a:pt x="144" y="0"/>
                </a:cubicBezTo>
                <a:cubicBezTo>
                  <a:pt x="128" y="0"/>
                  <a:pt x="128" y="0"/>
                  <a:pt x="128" y="0"/>
                </a:cubicBezTo>
                <a:lnTo>
                  <a:pt x="128" y="8"/>
                </a:lnTo>
                <a:close/>
                <a:moveTo>
                  <a:pt x="168" y="112"/>
                </a:moveTo>
                <a:cubicBezTo>
                  <a:pt x="176" y="112"/>
                  <a:pt x="176" y="112"/>
                  <a:pt x="176" y="112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68" y="96"/>
                  <a:pt x="168" y="96"/>
                  <a:pt x="168" y="96"/>
                </a:cubicBezTo>
                <a:lnTo>
                  <a:pt x="168" y="112"/>
                </a:lnTo>
                <a:close/>
                <a:moveTo>
                  <a:pt x="91" y="41"/>
                </a:moveTo>
                <a:cubicBezTo>
                  <a:pt x="90" y="40"/>
                  <a:pt x="89" y="40"/>
                  <a:pt x="88" y="40"/>
                </a:cubicBezTo>
                <a:cubicBezTo>
                  <a:pt x="87" y="40"/>
                  <a:pt x="86" y="40"/>
                  <a:pt x="85" y="41"/>
                </a:cubicBezTo>
                <a:cubicBezTo>
                  <a:pt x="53" y="73"/>
                  <a:pt x="53" y="73"/>
                  <a:pt x="53" y="73"/>
                </a:cubicBezTo>
                <a:cubicBezTo>
                  <a:pt x="52" y="74"/>
                  <a:pt x="52" y="75"/>
                  <a:pt x="52" y="76"/>
                </a:cubicBezTo>
                <a:cubicBezTo>
                  <a:pt x="52" y="78"/>
                  <a:pt x="54" y="80"/>
                  <a:pt x="56" y="80"/>
                </a:cubicBezTo>
                <a:cubicBezTo>
                  <a:pt x="57" y="80"/>
                  <a:pt x="58" y="80"/>
                  <a:pt x="59" y="79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34"/>
                  <a:pt x="86" y="136"/>
                  <a:pt x="88" y="136"/>
                </a:cubicBezTo>
                <a:cubicBezTo>
                  <a:pt x="90" y="136"/>
                  <a:pt x="92" y="134"/>
                  <a:pt x="92" y="132"/>
                </a:cubicBezTo>
                <a:cubicBezTo>
                  <a:pt x="92" y="54"/>
                  <a:pt x="92" y="54"/>
                  <a:pt x="92" y="54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80"/>
                  <a:pt x="119" y="80"/>
                  <a:pt x="120" y="80"/>
                </a:cubicBezTo>
                <a:cubicBezTo>
                  <a:pt x="122" y="80"/>
                  <a:pt x="124" y="78"/>
                  <a:pt x="124" y="76"/>
                </a:cubicBezTo>
                <a:cubicBezTo>
                  <a:pt x="124" y="75"/>
                  <a:pt x="124" y="74"/>
                  <a:pt x="123" y="73"/>
                </a:cubicBezTo>
                <a:lnTo>
                  <a:pt x="91" y="41"/>
                </a:lnTo>
                <a:close/>
                <a:moveTo>
                  <a:pt x="168" y="48"/>
                </a:moveTo>
                <a:cubicBezTo>
                  <a:pt x="176" y="48"/>
                  <a:pt x="176" y="48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48"/>
                </a:lnTo>
                <a:close/>
                <a:moveTo>
                  <a:pt x="128" y="176"/>
                </a:moveTo>
                <a:cubicBezTo>
                  <a:pt x="144" y="176"/>
                  <a:pt x="144" y="176"/>
                  <a:pt x="144" y="176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28" y="168"/>
                  <a:pt x="128" y="168"/>
                  <a:pt x="128" y="168"/>
                </a:cubicBezTo>
                <a:lnTo>
                  <a:pt x="128" y="176"/>
                </a:lnTo>
                <a:close/>
                <a:moveTo>
                  <a:pt x="96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96" y="168"/>
                  <a:pt x="96" y="168"/>
                  <a:pt x="96" y="168"/>
                </a:cubicBezTo>
                <a:lnTo>
                  <a:pt x="96" y="176"/>
                </a:lnTo>
                <a:close/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0"/>
                  <a:pt x="48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445"/>
          <p:cNvSpPr>
            <a:spLocks noEditPoints="1"/>
          </p:cNvSpPr>
          <p:nvPr/>
        </p:nvSpPr>
        <p:spPr bwMode="auto">
          <a:xfrm>
            <a:off x="2163922" y="1758321"/>
            <a:ext cx="334275" cy="334275"/>
          </a:xfrm>
          <a:custGeom>
            <a:avLst/>
            <a:gdLst>
              <a:gd name="T0" fmla="*/ 71 w 176"/>
              <a:gd name="T1" fmla="*/ 2 h 176"/>
              <a:gd name="T2" fmla="*/ 59 w 176"/>
              <a:gd name="T3" fmla="*/ 13 h 176"/>
              <a:gd name="T4" fmla="*/ 45 w 176"/>
              <a:gd name="T5" fmla="*/ 20 h 176"/>
              <a:gd name="T6" fmla="*/ 28 w 176"/>
              <a:gd name="T7" fmla="*/ 23 h 176"/>
              <a:gd name="T8" fmla="*/ 45 w 176"/>
              <a:gd name="T9" fmla="*/ 20 h 176"/>
              <a:gd name="T10" fmla="*/ 42 w 176"/>
              <a:gd name="T11" fmla="*/ 163 h 176"/>
              <a:gd name="T12" fmla="*/ 34 w 176"/>
              <a:gd name="T13" fmla="*/ 147 h 176"/>
              <a:gd name="T14" fmla="*/ 56 w 176"/>
              <a:gd name="T15" fmla="*/ 170 h 176"/>
              <a:gd name="T16" fmla="*/ 73 w 176"/>
              <a:gd name="T17" fmla="*/ 167 h 176"/>
              <a:gd name="T18" fmla="*/ 56 w 176"/>
              <a:gd name="T19" fmla="*/ 170 h 176"/>
              <a:gd name="T20" fmla="*/ 88 w 176"/>
              <a:gd name="T21" fmla="*/ 0 h 176"/>
              <a:gd name="T22" fmla="*/ 87 w 176"/>
              <a:gd name="T23" fmla="*/ 0 h 176"/>
              <a:gd name="T24" fmla="*/ 103 w 176"/>
              <a:gd name="T25" fmla="*/ 9 h 176"/>
              <a:gd name="T26" fmla="*/ 9 w 176"/>
              <a:gd name="T27" fmla="*/ 127 h 176"/>
              <a:gd name="T28" fmla="*/ 24 w 176"/>
              <a:gd name="T29" fmla="*/ 136 h 176"/>
              <a:gd name="T30" fmla="*/ 9 w 176"/>
              <a:gd name="T31" fmla="*/ 127 h 176"/>
              <a:gd name="T32" fmla="*/ 3 w 176"/>
              <a:gd name="T33" fmla="*/ 64 h 176"/>
              <a:gd name="T34" fmla="*/ 8 w 176"/>
              <a:gd name="T35" fmla="*/ 81 h 176"/>
              <a:gd name="T36" fmla="*/ 8 w 176"/>
              <a:gd name="T37" fmla="*/ 96 h 176"/>
              <a:gd name="T38" fmla="*/ 3 w 176"/>
              <a:gd name="T39" fmla="*/ 112 h 176"/>
              <a:gd name="T40" fmla="*/ 8 w 176"/>
              <a:gd name="T41" fmla="*/ 96 h 176"/>
              <a:gd name="T42" fmla="*/ 18 w 176"/>
              <a:gd name="T43" fmla="*/ 35 h 176"/>
              <a:gd name="T44" fmla="*/ 16 w 176"/>
              <a:gd name="T45" fmla="*/ 53 h 176"/>
              <a:gd name="T46" fmla="*/ 160 w 176"/>
              <a:gd name="T47" fmla="*/ 124 h 176"/>
              <a:gd name="T48" fmla="*/ 172 w 176"/>
              <a:gd name="T49" fmla="*/ 112 h 176"/>
              <a:gd name="T50" fmla="*/ 160 w 176"/>
              <a:gd name="T51" fmla="*/ 124 h 176"/>
              <a:gd name="T52" fmla="*/ 147 w 176"/>
              <a:gd name="T53" fmla="*/ 153 h 176"/>
              <a:gd name="T54" fmla="*/ 152 w 176"/>
              <a:gd name="T55" fmla="*/ 136 h 176"/>
              <a:gd name="T56" fmla="*/ 172 w 176"/>
              <a:gd name="T57" fmla="*/ 64 h 176"/>
              <a:gd name="T58" fmla="*/ 160 w 176"/>
              <a:gd name="T59" fmla="*/ 52 h 176"/>
              <a:gd name="T60" fmla="*/ 172 w 176"/>
              <a:gd name="T61" fmla="*/ 64 h 176"/>
              <a:gd name="T62" fmla="*/ 168 w 176"/>
              <a:gd name="T63" fmla="*/ 81 h 176"/>
              <a:gd name="T64" fmla="*/ 168 w 176"/>
              <a:gd name="T65" fmla="*/ 95 h 176"/>
              <a:gd name="T66" fmla="*/ 176 w 176"/>
              <a:gd name="T67" fmla="*/ 88 h 176"/>
              <a:gd name="T68" fmla="*/ 134 w 176"/>
              <a:gd name="T69" fmla="*/ 13 h 176"/>
              <a:gd name="T70" fmla="*/ 117 w 176"/>
              <a:gd name="T71" fmla="*/ 13 h 176"/>
              <a:gd name="T72" fmla="*/ 134 w 176"/>
              <a:gd name="T73" fmla="*/ 13 h 176"/>
              <a:gd name="T74" fmla="*/ 158 w 176"/>
              <a:gd name="T75" fmla="*/ 35 h 176"/>
              <a:gd name="T76" fmla="*/ 142 w 176"/>
              <a:gd name="T77" fmla="*/ 29 h 176"/>
              <a:gd name="T78" fmla="*/ 88 w 176"/>
              <a:gd name="T79" fmla="*/ 168 h 176"/>
              <a:gd name="T80" fmla="*/ 104 w 176"/>
              <a:gd name="T81" fmla="*/ 174 h 176"/>
              <a:gd name="T82" fmla="*/ 88 w 176"/>
              <a:gd name="T83" fmla="*/ 168 h 176"/>
              <a:gd name="T84" fmla="*/ 120 w 176"/>
              <a:gd name="T85" fmla="*/ 170 h 176"/>
              <a:gd name="T86" fmla="*/ 130 w 176"/>
              <a:gd name="T87" fmla="*/ 1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73" y="9"/>
                </a:moveTo>
                <a:cubicBezTo>
                  <a:pt x="71" y="2"/>
                  <a:pt x="71" y="2"/>
                  <a:pt x="71" y="2"/>
                </a:cubicBezTo>
                <a:cubicBezTo>
                  <a:pt x="66" y="3"/>
                  <a:pt x="61" y="4"/>
                  <a:pt x="56" y="6"/>
                </a:cubicBezTo>
                <a:cubicBezTo>
                  <a:pt x="59" y="13"/>
                  <a:pt x="59" y="13"/>
                  <a:pt x="59" y="13"/>
                </a:cubicBezTo>
                <a:cubicBezTo>
                  <a:pt x="63" y="12"/>
                  <a:pt x="68" y="10"/>
                  <a:pt x="73" y="9"/>
                </a:cubicBezTo>
                <a:moveTo>
                  <a:pt x="45" y="20"/>
                </a:moveTo>
                <a:cubicBezTo>
                  <a:pt x="41" y="14"/>
                  <a:pt x="41" y="14"/>
                  <a:pt x="41" y="14"/>
                </a:cubicBezTo>
                <a:cubicBezTo>
                  <a:pt x="37" y="16"/>
                  <a:pt x="32" y="20"/>
                  <a:pt x="28" y="23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6"/>
                  <a:pt x="41" y="23"/>
                  <a:pt x="45" y="20"/>
                </a:cubicBezTo>
                <a:moveTo>
                  <a:pt x="29" y="153"/>
                </a:moveTo>
                <a:cubicBezTo>
                  <a:pt x="33" y="157"/>
                  <a:pt x="37" y="160"/>
                  <a:pt x="42" y="163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2" y="154"/>
                  <a:pt x="38" y="151"/>
                  <a:pt x="34" y="147"/>
                </a:cubicBezTo>
                <a:lnTo>
                  <a:pt x="29" y="153"/>
                </a:lnTo>
                <a:close/>
                <a:moveTo>
                  <a:pt x="56" y="170"/>
                </a:moveTo>
                <a:cubicBezTo>
                  <a:pt x="61" y="172"/>
                  <a:pt x="67" y="173"/>
                  <a:pt x="72" y="174"/>
                </a:cubicBezTo>
                <a:cubicBezTo>
                  <a:pt x="73" y="167"/>
                  <a:pt x="73" y="167"/>
                  <a:pt x="73" y="167"/>
                </a:cubicBezTo>
                <a:cubicBezTo>
                  <a:pt x="68" y="166"/>
                  <a:pt x="64" y="165"/>
                  <a:pt x="59" y="163"/>
                </a:cubicBezTo>
                <a:lnTo>
                  <a:pt x="56" y="170"/>
                </a:lnTo>
                <a:close/>
                <a:moveTo>
                  <a:pt x="104" y="2"/>
                </a:moveTo>
                <a:cubicBezTo>
                  <a:pt x="99" y="1"/>
                  <a:pt x="93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8"/>
                  <a:pt x="88" y="8"/>
                  <a:pt x="88" y="8"/>
                </a:cubicBezTo>
                <a:cubicBezTo>
                  <a:pt x="93" y="8"/>
                  <a:pt x="98" y="8"/>
                  <a:pt x="103" y="9"/>
                </a:cubicBezTo>
                <a:lnTo>
                  <a:pt x="104" y="2"/>
                </a:lnTo>
                <a:close/>
                <a:moveTo>
                  <a:pt x="9" y="127"/>
                </a:moveTo>
                <a:cubicBezTo>
                  <a:pt x="12" y="132"/>
                  <a:pt x="15" y="137"/>
                  <a:pt x="18" y="141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1" y="133"/>
                  <a:pt x="18" y="128"/>
                  <a:pt x="16" y="124"/>
                </a:cubicBezTo>
                <a:lnTo>
                  <a:pt x="9" y="127"/>
                </a:lnTo>
                <a:close/>
                <a:moveTo>
                  <a:pt x="11" y="66"/>
                </a:moveTo>
                <a:cubicBezTo>
                  <a:pt x="3" y="64"/>
                  <a:pt x="3" y="64"/>
                  <a:pt x="3" y="64"/>
                </a:cubicBezTo>
                <a:cubicBezTo>
                  <a:pt x="2" y="69"/>
                  <a:pt x="1" y="75"/>
                  <a:pt x="0" y="80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6"/>
                  <a:pt x="9" y="71"/>
                  <a:pt x="11" y="66"/>
                </a:cubicBezTo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1" y="102"/>
                  <a:pt x="2" y="107"/>
                  <a:pt x="3" y="112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9" y="105"/>
                  <a:pt x="8" y="101"/>
                  <a:pt x="8" y="96"/>
                </a:cubicBezTo>
                <a:moveTo>
                  <a:pt x="24" y="40"/>
                </a:moveTo>
                <a:cubicBezTo>
                  <a:pt x="18" y="35"/>
                  <a:pt x="18" y="35"/>
                  <a:pt x="18" y="35"/>
                </a:cubicBezTo>
                <a:cubicBezTo>
                  <a:pt x="14" y="40"/>
                  <a:pt x="11" y="44"/>
                  <a:pt x="9" y="49"/>
                </a:cubicBezTo>
                <a:cubicBezTo>
                  <a:pt x="16" y="53"/>
                  <a:pt x="16" y="53"/>
                  <a:pt x="16" y="53"/>
                </a:cubicBezTo>
                <a:cubicBezTo>
                  <a:pt x="18" y="48"/>
                  <a:pt x="21" y="44"/>
                  <a:pt x="24" y="40"/>
                </a:cubicBezTo>
                <a:moveTo>
                  <a:pt x="160" y="124"/>
                </a:moveTo>
                <a:cubicBezTo>
                  <a:pt x="167" y="127"/>
                  <a:pt x="167" y="127"/>
                  <a:pt x="167" y="127"/>
                </a:cubicBezTo>
                <a:cubicBezTo>
                  <a:pt x="169" y="122"/>
                  <a:pt x="171" y="117"/>
                  <a:pt x="172" y="112"/>
                </a:cubicBezTo>
                <a:cubicBezTo>
                  <a:pt x="165" y="110"/>
                  <a:pt x="165" y="110"/>
                  <a:pt x="165" y="110"/>
                </a:cubicBezTo>
                <a:cubicBezTo>
                  <a:pt x="164" y="115"/>
                  <a:pt x="162" y="119"/>
                  <a:pt x="160" y="124"/>
                </a:cubicBezTo>
                <a:moveTo>
                  <a:pt x="142" y="147"/>
                </a:moveTo>
                <a:cubicBezTo>
                  <a:pt x="147" y="153"/>
                  <a:pt x="147" y="153"/>
                  <a:pt x="147" y="153"/>
                </a:cubicBezTo>
                <a:cubicBezTo>
                  <a:pt x="151" y="149"/>
                  <a:pt x="155" y="145"/>
                  <a:pt x="158" y="141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49" y="140"/>
                  <a:pt x="146" y="144"/>
                  <a:pt x="142" y="147"/>
                </a:cubicBezTo>
                <a:moveTo>
                  <a:pt x="172" y="64"/>
                </a:moveTo>
                <a:cubicBezTo>
                  <a:pt x="171" y="59"/>
                  <a:pt x="169" y="54"/>
                  <a:pt x="166" y="49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2" y="57"/>
                  <a:pt x="164" y="61"/>
                  <a:pt x="165" y="66"/>
                </a:cubicBezTo>
                <a:lnTo>
                  <a:pt x="172" y="64"/>
                </a:lnTo>
                <a:close/>
                <a:moveTo>
                  <a:pt x="175" y="80"/>
                </a:moveTo>
                <a:cubicBezTo>
                  <a:pt x="168" y="81"/>
                  <a:pt x="168" y="81"/>
                  <a:pt x="168" y="81"/>
                </a:cubicBezTo>
                <a:cubicBezTo>
                  <a:pt x="168" y="83"/>
                  <a:pt x="168" y="85"/>
                  <a:pt x="168" y="88"/>
                </a:cubicBezTo>
                <a:cubicBezTo>
                  <a:pt x="168" y="90"/>
                  <a:pt x="168" y="93"/>
                  <a:pt x="168" y="95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6" y="93"/>
                  <a:pt x="176" y="91"/>
                  <a:pt x="176" y="88"/>
                </a:cubicBezTo>
                <a:cubicBezTo>
                  <a:pt x="176" y="85"/>
                  <a:pt x="176" y="82"/>
                  <a:pt x="175" y="80"/>
                </a:cubicBezTo>
                <a:moveTo>
                  <a:pt x="134" y="13"/>
                </a:moveTo>
                <a:cubicBezTo>
                  <a:pt x="129" y="10"/>
                  <a:pt x="125" y="8"/>
                  <a:pt x="120" y="6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21" y="15"/>
                  <a:pt x="126" y="17"/>
                  <a:pt x="130" y="20"/>
                </a:cubicBezTo>
                <a:lnTo>
                  <a:pt x="134" y="13"/>
                </a:lnTo>
                <a:close/>
                <a:moveTo>
                  <a:pt x="152" y="40"/>
                </a:moveTo>
                <a:cubicBezTo>
                  <a:pt x="158" y="35"/>
                  <a:pt x="158" y="35"/>
                  <a:pt x="158" y="35"/>
                </a:cubicBezTo>
                <a:cubicBezTo>
                  <a:pt x="155" y="31"/>
                  <a:pt x="151" y="27"/>
                  <a:pt x="147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5" y="32"/>
                  <a:pt x="149" y="36"/>
                  <a:pt x="152" y="40"/>
                </a:cubicBezTo>
                <a:moveTo>
                  <a:pt x="88" y="168"/>
                </a:moveTo>
                <a:cubicBezTo>
                  <a:pt x="88" y="176"/>
                  <a:pt x="88" y="176"/>
                  <a:pt x="88" y="176"/>
                </a:cubicBezTo>
                <a:cubicBezTo>
                  <a:pt x="93" y="176"/>
                  <a:pt x="99" y="175"/>
                  <a:pt x="104" y="174"/>
                </a:cubicBezTo>
                <a:cubicBezTo>
                  <a:pt x="103" y="167"/>
                  <a:pt x="103" y="167"/>
                  <a:pt x="103" y="167"/>
                </a:cubicBezTo>
                <a:cubicBezTo>
                  <a:pt x="98" y="168"/>
                  <a:pt x="93" y="168"/>
                  <a:pt x="88" y="168"/>
                </a:cubicBezTo>
                <a:moveTo>
                  <a:pt x="117" y="163"/>
                </a:moveTo>
                <a:cubicBezTo>
                  <a:pt x="120" y="170"/>
                  <a:pt x="120" y="170"/>
                  <a:pt x="120" y="170"/>
                </a:cubicBezTo>
                <a:cubicBezTo>
                  <a:pt x="125" y="168"/>
                  <a:pt x="130" y="165"/>
                  <a:pt x="134" y="163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26" y="159"/>
                  <a:pt x="122" y="161"/>
                  <a:pt x="117" y="163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446"/>
          <p:cNvSpPr>
            <a:spLocks noEditPoints="1"/>
          </p:cNvSpPr>
          <p:nvPr/>
        </p:nvSpPr>
        <p:spPr bwMode="auto">
          <a:xfrm>
            <a:off x="2803263" y="1758321"/>
            <a:ext cx="334275" cy="334275"/>
          </a:xfrm>
          <a:custGeom>
            <a:avLst/>
            <a:gdLst>
              <a:gd name="T0" fmla="*/ 0 w 176"/>
              <a:gd name="T1" fmla="*/ 96 h 176"/>
              <a:gd name="T2" fmla="*/ 11 w 176"/>
              <a:gd name="T3" fmla="*/ 110 h 176"/>
              <a:gd name="T4" fmla="*/ 11 w 176"/>
              <a:gd name="T5" fmla="*/ 66 h 176"/>
              <a:gd name="T6" fmla="*/ 0 w 176"/>
              <a:gd name="T7" fmla="*/ 80 h 176"/>
              <a:gd name="T8" fmla="*/ 11 w 176"/>
              <a:gd name="T9" fmla="*/ 66 h 176"/>
              <a:gd name="T10" fmla="*/ 18 w 176"/>
              <a:gd name="T11" fmla="*/ 141 h 176"/>
              <a:gd name="T12" fmla="*/ 16 w 176"/>
              <a:gd name="T13" fmla="*/ 124 h 176"/>
              <a:gd name="T14" fmla="*/ 103 w 176"/>
              <a:gd name="T15" fmla="*/ 9 h 176"/>
              <a:gd name="T16" fmla="*/ 88 w 176"/>
              <a:gd name="T17" fmla="*/ 0 h 176"/>
              <a:gd name="T18" fmla="*/ 87 w 176"/>
              <a:gd name="T19" fmla="*/ 0 h 176"/>
              <a:gd name="T20" fmla="*/ 103 w 176"/>
              <a:gd name="T21" fmla="*/ 9 h 176"/>
              <a:gd name="T22" fmla="*/ 42 w 176"/>
              <a:gd name="T23" fmla="*/ 163 h 176"/>
              <a:gd name="T24" fmla="*/ 34 w 176"/>
              <a:gd name="T25" fmla="*/ 147 h 176"/>
              <a:gd name="T26" fmla="*/ 24 w 176"/>
              <a:gd name="T27" fmla="*/ 40 h 176"/>
              <a:gd name="T28" fmla="*/ 9 w 176"/>
              <a:gd name="T29" fmla="*/ 49 h 176"/>
              <a:gd name="T30" fmla="*/ 24 w 176"/>
              <a:gd name="T31" fmla="*/ 40 h 176"/>
              <a:gd name="T32" fmla="*/ 120 w 176"/>
              <a:gd name="T33" fmla="*/ 6 h 176"/>
              <a:gd name="T34" fmla="*/ 130 w 176"/>
              <a:gd name="T35" fmla="*/ 20 h 176"/>
              <a:gd name="T36" fmla="*/ 73 w 176"/>
              <a:gd name="T37" fmla="*/ 9 h 176"/>
              <a:gd name="T38" fmla="*/ 56 w 176"/>
              <a:gd name="T39" fmla="*/ 6 h 176"/>
              <a:gd name="T40" fmla="*/ 73 w 176"/>
              <a:gd name="T41" fmla="*/ 9 h 176"/>
              <a:gd name="T42" fmla="*/ 41 w 176"/>
              <a:gd name="T43" fmla="*/ 14 h 176"/>
              <a:gd name="T44" fmla="*/ 34 w 176"/>
              <a:gd name="T45" fmla="*/ 29 h 176"/>
              <a:gd name="T46" fmla="*/ 142 w 176"/>
              <a:gd name="T47" fmla="*/ 147 h 176"/>
              <a:gd name="T48" fmla="*/ 158 w 176"/>
              <a:gd name="T49" fmla="*/ 141 h 176"/>
              <a:gd name="T50" fmla="*/ 142 w 176"/>
              <a:gd name="T51" fmla="*/ 147 h 176"/>
              <a:gd name="T52" fmla="*/ 167 w 176"/>
              <a:gd name="T53" fmla="*/ 127 h 176"/>
              <a:gd name="T54" fmla="*/ 165 w 176"/>
              <a:gd name="T55" fmla="*/ 110 h 176"/>
              <a:gd name="T56" fmla="*/ 56 w 176"/>
              <a:gd name="T57" fmla="*/ 170 h 176"/>
              <a:gd name="T58" fmla="*/ 73 w 176"/>
              <a:gd name="T59" fmla="*/ 167 h 176"/>
              <a:gd name="T60" fmla="*/ 56 w 176"/>
              <a:gd name="T61" fmla="*/ 170 h 176"/>
              <a:gd name="T62" fmla="*/ 168 w 176"/>
              <a:gd name="T63" fmla="*/ 81 h 176"/>
              <a:gd name="T64" fmla="*/ 168 w 176"/>
              <a:gd name="T65" fmla="*/ 95 h 176"/>
              <a:gd name="T66" fmla="*/ 176 w 176"/>
              <a:gd name="T67" fmla="*/ 88 h 176"/>
              <a:gd name="T68" fmla="*/ 172 w 176"/>
              <a:gd name="T69" fmla="*/ 64 h 176"/>
              <a:gd name="T70" fmla="*/ 160 w 176"/>
              <a:gd name="T71" fmla="*/ 52 h 176"/>
              <a:gd name="T72" fmla="*/ 172 w 176"/>
              <a:gd name="T73" fmla="*/ 64 h 176"/>
              <a:gd name="T74" fmla="*/ 158 w 176"/>
              <a:gd name="T75" fmla="*/ 35 h 176"/>
              <a:gd name="T76" fmla="*/ 142 w 176"/>
              <a:gd name="T77" fmla="*/ 29 h 176"/>
              <a:gd name="T78" fmla="*/ 88 w 176"/>
              <a:gd name="T79" fmla="*/ 168 h 176"/>
              <a:gd name="T80" fmla="*/ 104 w 176"/>
              <a:gd name="T81" fmla="*/ 174 h 176"/>
              <a:gd name="T82" fmla="*/ 88 w 176"/>
              <a:gd name="T83" fmla="*/ 168 h 176"/>
              <a:gd name="T84" fmla="*/ 48 w 176"/>
              <a:gd name="T85" fmla="*/ 88 h 176"/>
              <a:gd name="T86" fmla="*/ 128 w 176"/>
              <a:gd name="T87" fmla="*/ 88 h 176"/>
              <a:gd name="T88" fmla="*/ 88 w 176"/>
              <a:gd name="T89" fmla="*/ 120 h 176"/>
              <a:gd name="T90" fmla="*/ 88 w 176"/>
              <a:gd name="T91" fmla="*/ 56 h 176"/>
              <a:gd name="T92" fmla="*/ 88 w 176"/>
              <a:gd name="T93" fmla="*/ 120 h 176"/>
              <a:gd name="T94" fmla="*/ 120 w 176"/>
              <a:gd name="T95" fmla="*/ 170 h 176"/>
              <a:gd name="T96" fmla="*/ 130 w 176"/>
              <a:gd name="T97" fmla="*/ 1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76"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1" y="102"/>
                  <a:pt x="2" y="107"/>
                  <a:pt x="3" y="112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9" y="105"/>
                  <a:pt x="8" y="101"/>
                  <a:pt x="8" y="96"/>
                </a:cubicBezTo>
                <a:moveTo>
                  <a:pt x="11" y="66"/>
                </a:moveTo>
                <a:cubicBezTo>
                  <a:pt x="3" y="64"/>
                  <a:pt x="3" y="64"/>
                  <a:pt x="3" y="64"/>
                </a:cubicBezTo>
                <a:cubicBezTo>
                  <a:pt x="2" y="69"/>
                  <a:pt x="1" y="75"/>
                  <a:pt x="0" y="80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6"/>
                  <a:pt x="9" y="71"/>
                  <a:pt x="11" y="66"/>
                </a:cubicBezTo>
                <a:moveTo>
                  <a:pt x="9" y="127"/>
                </a:moveTo>
                <a:cubicBezTo>
                  <a:pt x="12" y="132"/>
                  <a:pt x="15" y="137"/>
                  <a:pt x="18" y="141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1" y="133"/>
                  <a:pt x="18" y="128"/>
                  <a:pt x="16" y="124"/>
                </a:cubicBezTo>
                <a:lnTo>
                  <a:pt x="9" y="127"/>
                </a:lnTo>
                <a:close/>
                <a:moveTo>
                  <a:pt x="103" y="9"/>
                </a:moveTo>
                <a:cubicBezTo>
                  <a:pt x="104" y="2"/>
                  <a:pt x="104" y="2"/>
                  <a:pt x="104" y="2"/>
                </a:cubicBezTo>
                <a:cubicBezTo>
                  <a:pt x="99" y="1"/>
                  <a:pt x="93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8"/>
                  <a:pt x="88" y="8"/>
                  <a:pt x="88" y="8"/>
                </a:cubicBezTo>
                <a:cubicBezTo>
                  <a:pt x="93" y="8"/>
                  <a:pt x="98" y="8"/>
                  <a:pt x="103" y="9"/>
                </a:cubicBezTo>
                <a:moveTo>
                  <a:pt x="29" y="153"/>
                </a:moveTo>
                <a:cubicBezTo>
                  <a:pt x="33" y="157"/>
                  <a:pt x="37" y="160"/>
                  <a:pt x="42" y="163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2" y="154"/>
                  <a:pt x="38" y="151"/>
                  <a:pt x="34" y="147"/>
                </a:cubicBezTo>
                <a:lnTo>
                  <a:pt x="29" y="153"/>
                </a:lnTo>
                <a:close/>
                <a:moveTo>
                  <a:pt x="24" y="40"/>
                </a:moveTo>
                <a:cubicBezTo>
                  <a:pt x="18" y="35"/>
                  <a:pt x="18" y="35"/>
                  <a:pt x="18" y="35"/>
                </a:cubicBezTo>
                <a:cubicBezTo>
                  <a:pt x="14" y="40"/>
                  <a:pt x="11" y="44"/>
                  <a:pt x="9" y="49"/>
                </a:cubicBezTo>
                <a:cubicBezTo>
                  <a:pt x="16" y="53"/>
                  <a:pt x="16" y="53"/>
                  <a:pt x="16" y="53"/>
                </a:cubicBezTo>
                <a:cubicBezTo>
                  <a:pt x="18" y="48"/>
                  <a:pt x="21" y="44"/>
                  <a:pt x="24" y="40"/>
                </a:cubicBezTo>
                <a:moveTo>
                  <a:pt x="134" y="13"/>
                </a:moveTo>
                <a:cubicBezTo>
                  <a:pt x="129" y="10"/>
                  <a:pt x="125" y="8"/>
                  <a:pt x="120" y="6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21" y="15"/>
                  <a:pt x="126" y="17"/>
                  <a:pt x="130" y="20"/>
                </a:cubicBezTo>
                <a:lnTo>
                  <a:pt x="134" y="13"/>
                </a:lnTo>
                <a:close/>
                <a:moveTo>
                  <a:pt x="73" y="9"/>
                </a:moveTo>
                <a:cubicBezTo>
                  <a:pt x="71" y="2"/>
                  <a:pt x="71" y="2"/>
                  <a:pt x="71" y="2"/>
                </a:cubicBezTo>
                <a:cubicBezTo>
                  <a:pt x="66" y="3"/>
                  <a:pt x="61" y="4"/>
                  <a:pt x="56" y="6"/>
                </a:cubicBezTo>
                <a:cubicBezTo>
                  <a:pt x="59" y="13"/>
                  <a:pt x="59" y="13"/>
                  <a:pt x="59" y="13"/>
                </a:cubicBezTo>
                <a:cubicBezTo>
                  <a:pt x="63" y="12"/>
                  <a:pt x="68" y="10"/>
                  <a:pt x="73" y="9"/>
                </a:cubicBezTo>
                <a:moveTo>
                  <a:pt x="45" y="20"/>
                </a:moveTo>
                <a:cubicBezTo>
                  <a:pt x="41" y="14"/>
                  <a:pt x="41" y="14"/>
                  <a:pt x="41" y="14"/>
                </a:cubicBezTo>
                <a:cubicBezTo>
                  <a:pt x="37" y="16"/>
                  <a:pt x="32" y="20"/>
                  <a:pt x="28" y="23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6"/>
                  <a:pt x="41" y="23"/>
                  <a:pt x="45" y="20"/>
                </a:cubicBezTo>
                <a:moveTo>
                  <a:pt x="142" y="147"/>
                </a:moveTo>
                <a:cubicBezTo>
                  <a:pt x="147" y="153"/>
                  <a:pt x="147" y="153"/>
                  <a:pt x="147" y="153"/>
                </a:cubicBezTo>
                <a:cubicBezTo>
                  <a:pt x="151" y="149"/>
                  <a:pt x="155" y="145"/>
                  <a:pt x="158" y="141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49" y="140"/>
                  <a:pt x="146" y="144"/>
                  <a:pt x="142" y="147"/>
                </a:cubicBezTo>
                <a:moveTo>
                  <a:pt x="160" y="124"/>
                </a:moveTo>
                <a:cubicBezTo>
                  <a:pt x="167" y="127"/>
                  <a:pt x="167" y="127"/>
                  <a:pt x="167" y="127"/>
                </a:cubicBezTo>
                <a:cubicBezTo>
                  <a:pt x="169" y="122"/>
                  <a:pt x="171" y="117"/>
                  <a:pt x="172" y="112"/>
                </a:cubicBezTo>
                <a:cubicBezTo>
                  <a:pt x="165" y="110"/>
                  <a:pt x="165" y="110"/>
                  <a:pt x="165" y="110"/>
                </a:cubicBezTo>
                <a:cubicBezTo>
                  <a:pt x="164" y="115"/>
                  <a:pt x="162" y="119"/>
                  <a:pt x="160" y="124"/>
                </a:cubicBezTo>
                <a:moveTo>
                  <a:pt x="56" y="170"/>
                </a:moveTo>
                <a:cubicBezTo>
                  <a:pt x="61" y="172"/>
                  <a:pt x="67" y="173"/>
                  <a:pt x="72" y="174"/>
                </a:cubicBezTo>
                <a:cubicBezTo>
                  <a:pt x="73" y="167"/>
                  <a:pt x="73" y="167"/>
                  <a:pt x="73" y="167"/>
                </a:cubicBezTo>
                <a:cubicBezTo>
                  <a:pt x="68" y="166"/>
                  <a:pt x="64" y="165"/>
                  <a:pt x="59" y="163"/>
                </a:cubicBezTo>
                <a:lnTo>
                  <a:pt x="56" y="170"/>
                </a:lnTo>
                <a:close/>
                <a:moveTo>
                  <a:pt x="175" y="80"/>
                </a:moveTo>
                <a:cubicBezTo>
                  <a:pt x="168" y="81"/>
                  <a:pt x="168" y="81"/>
                  <a:pt x="168" y="81"/>
                </a:cubicBezTo>
                <a:cubicBezTo>
                  <a:pt x="168" y="83"/>
                  <a:pt x="168" y="85"/>
                  <a:pt x="168" y="88"/>
                </a:cubicBezTo>
                <a:cubicBezTo>
                  <a:pt x="168" y="90"/>
                  <a:pt x="168" y="93"/>
                  <a:pt x="168" y="95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6" y="93"/>
                  <a:pt x="176" y="91"/>
                  <a:pt x="176" y="88"/>
                </a:cubicBezTo>
                <a:cubicBezTo>
                  <a:pt x="176" y="85"/>
                  <a:pt x="176" y="82"/>
                  <a:pt x="175" y="80"/>
                </a:cubicBezTo>
                <a:moveTo>
                  <a:pt x="172" y="64"/>
                </a:moveTo>
                <a:cubicBezTo>
                  <a:pt x="171" y="59"/>
                  <a:pt x="169" y="54"/>
                  <a:pt x="166" y="49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2" y="57"/>
                  <a:pt x="164" y="61"/>
                  <a:pt x="165" y="66"/>
                </a:cubicBezTo>
                <a:lnTo>
                  <a:pt x="172" y="64"/>
                </a:lnTo>
                <a:close/>
                <a:moveTo>
                  <a:pt x="152" y="40"/>
                </a:moveTo>
                <a:cubicBezTo>
                  <a:pt x="158" y="35"/>
                  <a:pt x="158" y="35"/>
                  <a:pt x="158" y="35"/>
                </a:cubicBezTo>
                <a:cubicBezTo>
                  <a:pt x="155" y="31"/>
                  <a:pt x="151" y="27"/>
                  <a:pt x="147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5" y="32"/>
                  <a:pt x="149" y="36"/>
                  <a:pt x="152" y="40"/>
                </a:cubicBezTo>
                <a:moveTo>
                  <a:pt x="88" y="168"/>
                </a:moveTo>
                <a:cubicBezTo>
                  <a:pt x="88" y="176"/>
                  <a:pt x="88" y="176"/>
                  <a:pt x="88" y="176"/>
                </a:cubicBezTo>
                <a:cubicBezTo>
                  <a:pt x="93" y="176"/>
                  <a:pt x="99" y="175"/>
                  <a:pt x="104" y="174"/>
                </a:cubicBezTo>
                <a:cubicBezTo>
                  <a:pt x="103" y="167"/>
                  <a:pt x="103" y="167"/>
                  <a:pt x="103" y="167"/>
                </a:cubicBezTo>
                <a:cubicBezTo>
                  <a:pt x="98" y="168"/>
                  <a:pt x="93" y="168"/>
                  <a:pt x="88" y="168"/>
                </a:cubicBezTo>
                <a:moveTo>
                  <a:pt x="88" y="48"/>
                </a:moveTo>
                <a:cubicBezTo>
                  <a:pt x="66" y="48"/>
                  <a:pt x="48" y="66"/>
                  <a:pt x="48" y="88"/>
                </a:cubicBezTo>
                <a:cubicBezTo>
                  <a:pt x="48" y="110"/>
                  <a:pt x="66" y="128"/>
                  <a:pt x="88" y="128"/>
                </a:cubicBezTo>
                <a:cubicBezTo>
                  <a:pt x="110" y="128"/>
                  <a:pt x="128" y="110"/>
                  <a:pt x="128" y="88"/>
                </a:cubicBezTo>
                <a:cubicBezTo>
                  <a:pt x="128" y="66"/>
                  <a:pt x="110" y="48"/>
                  <a:pt x="88" y="48"/>
                </a:cubicBezTo>
                <a:moveTo>
                  <a:pt x="88" y="120"/>
                </a:moveTo>
                <a:cubicBezTo>
                  <a:pt x="70" y="120"/>
                  <a:pt x="56" y="106"/>
                  <a:pt x="56" y="88"/>
                </a:cubicBezTo>
                <a:cubicBezTo>
                  <a:pt x="56" y="70"/>
                  <a:pt x="70" y="56"/>
                  <a:pt x="88" y="56"/>
                </a:cubicBezTo>
                <a:cubicBezTo>
                  <a:pt x="106" y="56"/>
                  <a:pt x="120" y="70"/>
                  <a:pt x="120" y="88"/>
                </a:cubicBezTo>
                <a:cubicBezTo>
                  <a:pt x="120" y="106"/>
                  <a:pt x="106" y="120"/>
                  <a:pt x="88" y="120"/>
                </a:cubicBezTo>
                <a:moveTo>
                  <a:pt x="117" y="163"/>
                </a:moveTo>
                <a:cubicBezTo>
                  <a:pt x="120" y="170"/>
                  <a:pt x="120" y="170"/>
                  <a:pt x="120" y="170"/>
                </a:cubicBezTo>
                <a:cubicBezTo>
                  <a:pt x="125" y="168"/>
                  <a:pt x="130" y="165"/>
                  <a:pt x="134" y="163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26" y="159"/>
                  <a:pt x="122" y="161"/>
                  <a:pt x="117" y="163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447"/>
          <p:cNvSpPr>
            <a:spLocks noEditPoints="1"/>
          </p:cNvSpPr>
          <p:nvPr/>
        </p:nvSpPr>
        <p:spPr bwMode="auto">
          <a:xfrm>
            <a:off x="3442605" y="1758321"/>
            <a:ext cx="334275" cy="334275"/>
          </a:xfrm>
          <a:custGeom>
            <a:avLst/>
            <a:gdLst>
              <a:gd name="T0" fmla="*/ 0 w 176"/>
              <a:gd name="T1" fmla="*/ 96 h 176"/>
              <a:gd name="T2" fmla="*/ 11 w 176"/>
              <a:gd name="T3" fmla="*/ 110 h 176"/>
              <a:gd name="T4" fmla="*/ 11 w 176"/>
              <a:gd name="T5" fmla="*/ 66 h 176"/>
              <a:gd name="T6" fmla="*/ 0 w 176"/>
              <a:gd name="T7" fmla="*/ 80 h 176"/>
              <a:gd name="T8" fmla="*/ 11 w 176"/>
              <a:gd name="T9" fmla="*/ 66 h 176"/>
              <a:gd name="T10" fmla="*/ 18 w 176"/>
              <a:gd name="T11" fmla="*/ 141 h 176"/>
              <a:gd name="T12" fmla="*/ 16 w 176"/>
              <a:gd name="T13" fmla="*/ 124 h 176"/>
              <a:gd name="T14" fmla="*/ 45 w 176"/>
              <a:gd name="T15" fmla="*/ 20 h 176"/>
              <a:gd name="T16" fmla="*/ 28 w 176"/>
              <a:gd name="T17" fmla="*/ 23 h 176"/>
              <a:gd name="T18" fmla="*/ 45 w 176"/>
              <a:gd name="T19" fmla="*/ 20 h 176"/>
              <a:gd name="T20" fmla="*/ 18 w 176"/>
              <a:gd name="T21" fmla="*/ 35 h 176"/>
              <a:gd name="T22" fmla="*/ 16 w 176"/>
              <a:gd name="T23" fmla="*/ 53 h 176"/>
              <a:gd name="T24" fmla="*/ 29 w 176"/>
              <a:gd name="T25" fmla="*/ 153 h 176"/>
              <a:gd name="T26" fmla="*/ 46 w 176"/>
              <a:gd name="T27" fmla="*/ 156 h 176"/>
              <a:gd name="T28" fmla="*/ 29 w 176"/>
              <a:gd name="T29" fmla="*/ 153 h 176"/>
              <a:gd name="T30" fmla="*/ 120 w 176"/>
              <a:gd name="T31" fmla="*/ 6 h 176"/>
              <a:gd name="T32" fmla="*/ 130 w 176"/>
              <a:gd name="T33" fmla="*/ 20 h 176"/>
              <a:gd name="T34" fmla="*/ 103 w 176"/>
              <a:gd name="T35" fmla="*/ 9 h 176"/>
              <a:gd name="T36" fmla="*/ 88 w 176"/>
              <a:gd name="T37" fmla="*/ 0 h 176"/>
              <a:gd name="T38" fmla="*/ 87 w 176"/>
              <a:gd name="T39" fmla="*/ 0 h 176"/>
              <a:gd name="T40" fmla="*/ 103 w 176"/>
              <a:gd name="T41" fmla="*/ 9 h 176"/>
              <a:gd name="T42" fmla="*/ 71 w 176"/>
              <a:gd name="T43" fmla="*/ 2 h 176"/>
              <a:gd name="T44" fmla="*/ 59 w 176"/>
              <a:gd name="T45" fmla="*/ 13 h 176"/>
              <a:gd name="T46" fmla="*/ 142 w 176"/>
              <a:gd name="T47" fmla="*/ 147 h 176"/>
              <a:gd name="T48" fmla="*/ 158 w 176"/>
              <a:gd name="T49" fmla="*/ 141 h 176"/>
              <a:gd name="T50" fmla="*/ 142 w 176"/>
              <a:gd name="T51" fmla="*/ 147 h 176"/>
              <a:gd name="T52" fmla="*/ 167 w 176"/>
              <a:gd name="T53" fmla="*/ 127 h 176"/>
              <a:gd name="T54" fmla="*/ 165 w 176"/>
              <a:gd name="T55" fmla="*/ 110 h 176"/>
              <a:gd name="T56" fmla="*/ 172 w 176"/>
              <a:gd name="T57" fmla="*/ 64 h 176"/>
              <a:gd name="T58" fmla="*/ 160 w 176"/>
              <a:gd name="T59" fmla="*/ 52 h 176"/>
              <a:gd name="T60" fmla="*/ 172 w 176"/>
              <a:gd name="T61" fmla="*/ 64 h 176"/>
              <a:gd name="T62" fmla="*/ 168 w 176"/>
              <a:gd name="T63" fmla="*/ 81 h 176"/>
              <a:gd name="T64" fmla="*/ 168 w 176"/>
              <a:gd name="T65" fmla="*/ 95 h 176"/>
              <a:gd name="T66" fmla="*/ 176 w 176"/>
              <a:gd name="T67" fmla="*/ 88 h 176"/>
              <a:gd name="T68" fmla="*/ 56 w 176"/>
              <a:gd name="T69" fmla="*/ 170 h 176"/>
              <a:gd name="T70" fmla="*/ 73 w 176"/>
              <a:gd name="T71" fmla="*/ 167 h 176"/>
              <a:gd name="T72" fmla="*/ 56 w 176"/>
              <a:gd name="T73" fmla="*/ 170 h 176"/>
              <a:gd name="T74" fmla="*/ 158 w 176"/>
              <a:gd name="T75" fmla="*/ 35 h 176"/>
              <a:gd name="T76" fmla="*/ 142 w 176"/>
              <a:gd name="T77" fmla="*/ 29 h 176"/>
              <a:gd name="T78" fmla="*/ 91 w 176"/>
              <a:gd name="T79" fmla="*/ 135 h 176"/>
              <a:gd name="T80" fmla="*/ 124 w 176"/>
              <a:gd name="T81" fmla="*/ 100 h 176"/>
              <a:gd name="T82" fmla="*/ 117 w 176"/>
              <a:gd name="T83" fmla="*/ 97 h 176"/>
              <a:gd name="T84" fmla="*/ 92 w 176"/>
              <a:gd name="T85" fmla="*/ 44 h 176"/>
              <a:gd name="T86" fmla="*/ 84 w 176"/>
              <a:gd name="T87" fmla="*/ 44 h 176"/>
              <a:gd name="T88" fmla="*/ 59 w 176"/>
              <a:gd name="T89" fmla="*/ 97 h 176"/>
              <a:gd name="T90" fmla="*/ 52 w 176"/>
              <a:gd name="T91" fmla="*/ 100 h 176"/>
              <a:gd name="T92" fmla="*/ 85 w 176"/>
              <a:gd name="T93" fmla="*/ 135 h 176"/>
              <a:gd name="T94" fmla="*/ 91 w 176"/>
              <a:gd name="T95" fmla="*/ 135 h 176"/>
              <a:gd name="T96" fmla="*/ 88 w 176"/>
              <a:gd name="T97" fmla="*/ 176 h 176"/>
              <a:gd name="T98" fmla="*/ 103 w 176"/>
              <a:gd name="T99" fmla="*/ 167 h 176"/>
              <a:gd name="T100" fmla="*/ 117 w 176"/>
              <a:gd name="T101" fmla="*/ 163 h 176"/>
              <a:gd name="T102" fmla="*/ 134 w 176"/>
              <a:gd name="T103" fmla="*/ 163 h 176"/>
              <a:gd name="T104" fmla="*/ 117 w 176"/>
              <a:gd name="T105" fmla="*/ 16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1" y="102"/>
                  <a:pt x="2" y="107"/>
                  <a:pt x="3" y="112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9" y="105"/>
                  <a:pt x="8" y="101"/>
                  <a:pt x="8" y="96"/>
                </a:cubicBezTo>
                <a:moveTo>
                  <a:pt x="11" y="66"/>
                </a:moveTo>
                <a:cubicBezTo>
                  <a:pt x="3" y="64"/>
                  <a:pt x="3" y="64"/>
                  <a:pt x="3" y="64"/>
                </a:cubicBezTo>
                <a:cubicBezTo>
                  <a:pt x="2" y="69"/>
                  <a:pt x="1" y="75"/>
                  <a:pt x="0" y="80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6"/>
                  <a:pt x="9" y="71"/>
                  <a:pt x="11" y="66"/>
                </a:cubicBezTo>
                <a:moveTo>
                  <a:pt x="9" y="127"/>
                </a:moveTo>
                <a:cubicBezTo>
                  <a:pt x="12" y="132"/>
                  <a:pt x="15" y="137"/>
                  <a:pt x="18" y="141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1" y="133"/>
                  <a:pt x="18" y="128"/>
                  <a:pt x="16" y="124"/>
                </a:cubicBezTo>
                <a:lnTo>
                  <a:pt x="9" y="127"/>
                </a:lnTo>
                <a:close/>
                <a:moveTo>
                  <a:pt x="45" y="20"/>
                </a:moveTo>
                <a:cubicBezTo>
                  <a:pt x="41" y="14"/>
                  <a:pt x="41" y="14"/>
                  <a:pt x="41" y="14"/>
                </a:cubicBezTo>
                <a:cubicBezTo>
                  <a:pt x="37" y="16"/>
                  <a:pt x="32" y="20"/>
                  <a:pt x="28" y="23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6"/>
                  <a:pt x="41" y="23"/>
                  <a:pt x="45" y="20"/>
                </a:cubicBezTo>
                <a:moveTo>
                  <a:pt x="24" y="40"/>
                </a:moveTo>
                <a:cubicBezTo>
                  <a:pt x="18" y="35"/>
                  <a:pt x="18" y="35"/>
                  <a:pt x="18" y="35"/>
                </a:cubicBezTo>
                <a:cubicBezTo>
                  <a:pt x="14" y="40"/>
                  <a:pt x="11" y="44"/>
                  <a:pt x="9" y="49"/>
                </a:cubicBezTo>
                <a:cubicBezTo>
                  <a:pt x="16" y="53"/>
                  <a:pt x="16" y="53"/>
                  <a:pt x="16" y="53"/>
                </a:cubicBezTo>
                <a:cubicBezTo>
                  <a:pt x="18" y="48"/>
                  <a:pt x="21" y="44"/>
                  <a:pt x="24" y="40"/>
                </a:cubicBezTo>
                <a:moveTo>
                  <a:pt x="29" y="153"/>
                </a:moveTo>
                <a:cubicBezTo>
                  <a:pt x="33" y="157"/>
                  <a:pt x="37" y="160"/>
                  <a:pt x="42" y="163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2" y="154"/>
                  <a:pt x="38" y="151"/>
                  <a:pt x="34" y="147"/>
                </a:cubicBezTo>
                <a:lnTo>
                  <a:pt x="29" y="153"/>
                </a:lnTo>
                <a:close/>
                <a:moveTo>
                  <a:pt x="134" y="13"/>
                </a:moveTo>
                <a:cubicBezTo>
                  <a:pt x="129" y="10"/>
                  <a:pt x="125" y="8"/>
                  <a:pt x="120" y="6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21" y="15"/>
                  <a:pt x="126" y="17"/>
                  <a:pt x="130" y="20"/>
                </a:cubicBezTo>
                <a:lnTo>
                  <a:pt x="134" y="13"/>
                </a:lnTo>
                <a:close/>
                <a:moveTo>
                  <a:pt x="103" y="9"/>
                </a:moveTo>
                <a:cubicBezTo>
                  <a:pt x="104" y="2"/>
                  <a:pt x="104" y="2"/>
                  <a:pt x="104" y="2"/>
                </a:cubicBezTo>
                <a:cubicBezTo>
                  <a:pt x="99" y="1"/>
                  <a:pt x="93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8"/>
                  <a:pt x="88" y="8"/>
                  <a:pt x="88" y="8"/>
                </a:cubicBezTo>
                <a:cubicBezTo>
                  <a:pt x="93" y="8"/>
                  <a:pt x="98" y="8"/>
                  <a:pt x="103" y="9"/>
                </a:cubicBezTo>
                <a:moveTo>
                  <a:pt x="73" y="9"/>
                </a:moveTo>
                <a:cubicBezTo>
                  <a:pt x="71" y="2"/>
                  <a:pt x="71" y="2"/>
                  <a:pt x="71" y="2"/>
                </a:cubicBezTo>
                <a:cubicBezTo>
                  <a:pt x="66" y="3"/>
                  <a:pt x="61" y="4"/>
                  <a:pt x="56" y="6"/>
                </a:cubicBezTo>
                <a:cubicBezTo>
                  <a:pt x="59" y="13"/>
                  <a:pt x="59" y="13"/>
                  <a:pt x="59" y="13"/>
                </a:cubicBezTo>
                <a:cubicBezTo>
                  <a:pt x="63" y="12"/>
                  <a:pt x="68" y="10"/>
                  <a:pt x="73" y="9"/>
                </a:cubicBezTo>
                <a:moveTo>
                  <a:pt x="142" y="147"/>
                </a:moveTo>
                <a:cubicBezTo>
                  <a:pt x="147" y="153"/>
                  <a:pt x="147" y="153"/>
                  <a:pt x="147" y="153"/>
                </a:cubicBezTo>
                <a:cubicBezTo>
                  <a:pt x="151" y="149"/>
                  <a:pt x="155" y="145"/>
                  <a:pt x="158" y="141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49" y="140"/>
                  <a:pt x="146" y="144"/>
                  <a:pt x="142" y="147"/>
                </a:cubicBezTo>
                <a:moveTo>
                  <a:pt x="160" y="124"/>
                </a:moveTo>
                <a:cubicBezTo>
                  <a:pt x="167" y="127"/>
                  <a:pt x="167" y="127"/>
                  <a:pt x="167" y="127"/>
                </a:cubicBezTo>
                <a:cubicBezTo>
                  <a:pt x="169" y="122"/>
                  <a:pt x="171" y="117"/>
                  <a:pt x="172" y="112"/>
                </a:cubicBezTo>
                <a:cubicBezTo>
                  <a:pt x="165" y="110"/>
                  <a:pt x="165" y="110"/>
                  <a:pt x="165" y="110"/>
                </a:cubicBezTo>
                <a:cubicBezTo>
                  <a:pt x="164" y="115"/>
                  <a:pt x="162" y="119"/>
                  <a:pt x="160" y="124"/>
                </a:cubicBezTo>
                <a:moveTo>
                  <a:pt x="172" y="64"/>
                </a:moveTo>
                <a:cubicBezTo>
                  <a:pt x="171" y="59"/>
                  <a:pt x="169" y="54"/>
                  <a:pt x="166" y="49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2" y="57"/>
                  <a:pt x="164" y="61"/>
                  <a:pt x="165" y="66"/>
                </a:cubicBezTo>
                <a:lnTo>
                  <a:pt x="172" y="64"/>
                </a:lnTo>
                <a:close/>
                <a:moveTo>
                  <a:pt x="175" y="80"/>
                </a:moveTo>
                <a:cubicBezTo>
                  <a:pt x="168" y="81"/>
                  <a:pt x="168" y="81"/>
                  <a:pt x="168" y="81"/>
                </a:cubicBezTo>
                <a:cubicBezTo>
                  <a:pt x="168" y="83"/>
                  <a:pt x="168" y="85"/>
                  <a:pt x="168" y="88"/>
                </a:cubicBezTo>
                <a:cubicBezTo>
                  <a:pt x="168" y="90"/>
                  <a:pt x="168" y="93"/>
                  <a:pt x="168" y="95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6" y="93"/>
                  <a:pt x="176" y="91"/>
                  <a:pt x="176" y="88"/>
                </a:cubicBezTo>
                <a:cubicBezTo>
                  <a:pt x="176" y="85"/>
                  <a:pt x="176" y="82"/>
                  <a:pt x="175" y="80"/>
                </a:cubicBezTo>
                <a:moveTo>
                  <a:pt x="56" y="170"/>
                </a:moveTo>
                <a:cubicBezTo>
                  <a:pt x="61" y="172"/>
                  <a:pt x="67" y="173"/>
                  <a:pt x="72" y="174"/>
                </a:cubicBezTo>
                <a:cubicBezTo>
                  <a:pt x="73" y="167"/>
                  <a:pt x="73" y="167"/>
                  <a:pt x="73" y="167"/>
                </a:cubicBezTo>
                <a:cubicBezTo>
                  <a:pt x="68" y="166"/>
                  <a:pt x="64" y="165"/>
                  <a:pt x="59" y="163"/>
                </a:cubicBezTo>
                <a:lnTo>
                  <a:pt x="56" y="170"/>
                </a:lnTo>
                <a:close/>
                <a:moveTo>
                  <a:pt x="152" y="40"/>
                </a:moveTo>
                <a:cubicBezTo>
                  <a:pt x="158" y="35"/>
                  <a:pt x="158" y="35"/>
                  <a:pt x="158" y="35"/>
                </a:cubicBezTo>
                <a:cubicBezTo>
                  <a:pt x="155" y="31"/>
                  <a:pt x="151" y="27"/>
                  <a:pt x="147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5" y="32"/>
                  <a:pt x="149" y="36"/>
                  <a:pt x="152" y="40"/>
                </a:cubicBezTo>
                <a:moveTo>
                  <a:pt x="91" y="135"/>
                </a:moveTo>
                <a:cubicBezTo>
                  <a:pt x="123" y="103"/>
                  <a:pt x="123" y="103"/>
                  <a:pt x="123" y="103"/>
                </a:cubicBezTo>
                <a:cubicBezTo>
                  <a:pt x="124" y="102"/>
                  <a:pt x="124" y="101"/>
                  <a:pt x="124" y="100"/>
                </a:cubicBezTo>
                <a:cubicBezTo>
                  <a:pt x="124" y="98"/>
                  <a:pt x="122" y="96"/>
                  <a:pt x="120" y="96"/>
                </a:cubicBezTo>
                <a:cubicBezTo>
                  <a:pt x="119" y="96"/>
                  <a:pt x="118" y="96"/>
                  <a:pt x="117" y="97"/>
                </a:cubicBezTo>
                <a:cubicBezTo>
                  <a:pt x="92" y="122"/>
                  <a:pt x="92" y="122"/>
                  <a:pt x="92" y="122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2"/>
                  <a:pt x="90" y="40"/>
                  <a:pt x="88" y="40"/>
                </a:cubicBezTo>
                <a:cubicBezTo>
                  <a:pt x="86" y="40"/>
                  <a:pt x="84" y="42"/>
                  <a:pt x="84" y="44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59" y="97"/>
                  <a:pt x="59" y="97"/>
                  <a:pt x="59" y="97"/>
                </a:cubicBezTo>
                <a:cubicBezTo>
                  <a:pt x="58" y="96"/>
                  <a:pt x="57" y="96"/>
                  <a:pt x="56" y="96"/>
                </a:cubicBezTo>
                <a:cubicBezTo>
                  <a:pt x="54" y="96"/>
                  <a:pt x="52" y="98"/>
                  <a:pt x="52" y="100"/>
                </a:cubicBezTo>
                <a:cubicBezTo>
                  <a:pt x="52" y="101"/>
                  <a:pt x="52" y="102"/>
                  <a:pt x="53" y="103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6" y="136"/>
                  <a:pt x="87" y="136"/>
                  <a:pt x="88" y="136"/>
                </a:cubicBezTo>
                <a:cubicBezTo>
                  <a:pt x="89" y="136"/>
                  <a:pt x="90" y="136"/>
                  <a:pt x="91" y="135"/>
                </a:cubicBezTo>
                <a:moveTo>
                  <a:pt x="88" y="168"/>
                </a:moveTo>
                <a:cubicBezTo>
                  <a:pt x="88" y="176"/>
                  <a:pt x="88" y="176"/>
                  <a:pt x="88" y="176"/>
                </a:cubicBezTo>
                <a:cubicBezTo>
                  <a:pt x="93" y="176"/>
                  <a:pt x="99" y="175"/>
                  <a:pt x="104" y="174"/>
                </a:cubicBezTo>
                <a:cubicBezTo>
                  <a:pt x="103" y="167"/>
                  <a:pt x="103" y="167"/>
                  <a:pt x="103" y="167"/>
                </a:cubicBezTo>
                <a:cubicBezTo>
                  <a:pt x="98" y="168"/>
                  <a:pt x="93" y="168"/>
                  <a:pt x="88" y="168"/>
                </a:cubicBezTo>
                <a:moveTo>
                  <a:pt x="117" y="163"/>
                </a:moveTo>
                <a:cubicBezTo>
                  <a:pt x="120" y="170"/>
                  <a:pt x="120" y="170"/>
                  <a:pt x="120" y="170"/>
                </a:cubicBezTo>
                <a:cubicBezTo>
                  <a:pt x="125" y="168"/>
                  <a:pt x="130" y="165"/>
                  <a:pt x="134" y="163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26" y="159"/>
                  <a:pt x="122" y="161"/>
                  <a:pt x="117" y="163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448"/>
          <p:cNvSpPr>
            <a:spLocks noEditPoints="1"/>
          </p:cNvSpPr>
          <p:nvPr/>
        </p:nvSpPr>
        <p:spPr bwMode="auto">
          <a:xfrm>
            <a:off x="4081946" y="1758321"/>
            <a:ext cx="334275" cy="334275"/>
          </a:xfrm>
          <a:custGeom>
            <a:avLst/>
            <a:gdLst>
              <a:gd name="T0" fmla="*/ 0 w 176"/>
              <a:gd name="T1" fmla="*/ 96 h 176"/>
              <a:gd name="T2" fmla="*/ 11 w 176"/>
              <a:gd name="T3" fmla="*/ 110 h 176"/>
              <a:gd name="T4" fmla="*/ 11 w 176"/>
              <a:gd name="T5" fmla="*/ 66 h 176"/>
              <a:gd name="T6" fmla="*/ 0 w 176"/>
              <a:gd name="T7" fmla="*/ 80 h 176"/>
              <a:gd name="T8" fmla="*/ 11 w 176"/>
              <a:gd name="T9" fmla="*/ 66 h 176"/>
              <a:gd name="T10" fmla="*/ 41 w 176"/>
              <a:gd name="T11" fmla="*/ 14 h 176"/>
              <a:gd name="T12" fmla="*/ 34 w 176"/>
              <a:gd name="T13" fmla="*/ 29 h 176"/>
              <a:gd name="T14" fmla="*/ 9 w 176"/>
              <a:gd name="T15" fmla="*/ 127 h 176"/>
              <a:gd name="T16" fmla="*/ 24 w 176"/>
              <a:gd name="T17" fmla="*/ 136 h 176"/>
              <a:gd name="T18" fmla="*/ 9 w 176"/>
              <a:gd name="T19" fmla="*/ 127 h 176"/>
              <a:gd name="T20" fmla="*/ 104 w 176"/>
              <a:gd name="T21" fmla="*/ 2 h 176"/>
              <a:gd name="T22" fmla="*/ 88 w 176"/>
              <a:gd name="T23" fmla="*/ 0 h 176"/>
              <a:gd name="T24" fmla="*/ 88 w 176"/>
              <a:gd name="T25" fmla="*/ 8 h 176"/>
              <a:gd name="T26" fmla="*/ 29 w 176"/>
              <a:gd name="T27" fmla="*/ 153 h 176"/>
              <a:gd name="T28" fmla="*/ 46 w 176"/>
              <a:gd name="T29" fmla="*/ 156 h 176"/>
              <a:gd name="T30" fmla="*/ 29 w 176"/>
              <a:gd name="T31" fmla="*/ 153 h 176"/>
              <a:gd name="T32" fmla="*/ 18 w 176"/>
              <a:gd name="T33" fmla="*/ 35 h 176"/>
              <a:gd name="T34" fmla="*/ 16 w 176"/>
              <a:gd name="T35" fmla="*/ 53 h 176"/>
              <a:gd name="T36" fmla="*/ 134 w 176"/>
              <a:gd name="T37" fmla="*/ 13 h 176"/>
              <a:gd name="T38" fmla="*/ 117 w 176"/>
              <a:gd name="T39" fmla="*/ 13 h 176"/>
              <a:gd name="T40" fmla="*/ 134 w 176"/>
              <a:gd name="T41" fmla="*/ 13 h 176"/>
              <a:gd name="T42" fmla="*/ 71 w 176"/>
              <a:gd name="T43" fmla="*/ 2 h 176"/>
              <a:gd name="T44" fmla="*/ 59 w 176"/>
              <a:gd name="T45" fmla="*/ 13 h 176"/>
              <a:gd name="T46" fmla="*/ 172 w 176"/>
              <a:gd name="T47" fmla="*/ 64 h 176"/>
              <a:gd name="T48" fmla="*/ 160 w 176"/>
              <a:gd name="T49" fmla="*/ 52 h 176"/>
              <a:gd name="T50" fmla="*/ 172 w 176"/>
              <a:gd name="T51" fmla="*/ 64 h 176"/>
              <a:gd name="T52" fmla="*/ 167 w 176"/>
              <a:gd name="T53" fmla="*/ 127 h 176"/>
              <a:gd name="T54" fmla="*/ 165 w 176"/>
              <a:gd name="T55" fmla="*/ 110 h 176"/>
              <a:gd name="T56" fmla="*/ 56 w 176"/>
              <a:gd name="T57" fmla="*/ 170 h 176"/>
              <a:gd name="T58" fmla="*/ 73 w 176"/>
              <a:gd name="T59" fmla="*/ 167 h 176"/>
              <a:gd name="T60" fmla="*/ 56 w 176"/>
              <a:gd name="T61" fmla="*/ 170 h 176"/>
              <a:gd name="T62" fmla="*/ 158 w 176"/>
              <a:gd name="T63" fmla="*/ 35 h 176"/>
              <a:gd name="T64" fmla="*/ 142 w 176"/>
              <a:gd name="T65" fmla="*/ 29 h 176"/>
              <a:gd name="T66" fmla="*/ 175 w 176"/>
              <a:gd name="T67" fmla="*/ 80 h 176"/>
              <a:gd name="T68" fmla="*/ 168 w 176"/>
              <a:gd name="T69" fmla="*/ 88 h 176"/>
              <a:gd name="T70" fmla="*/ 175 w 176"/>
              <a:gd name="T71" fmla="*/ 96 h 176"/>
              <a:gd name="T72" fmla="*/ 175 w 176"/>
              <a:gd name="T73" fmla="*/ 80 h 176"/>
              <a:gd name="T74" fmla="*/ 147 w 176"/>
              <a:gd name="T75" fmla="*/ 153 h 176"/>
              <a:gd name="T76" fmla="*/ 152 w 176"/>
              <a:gd name="T77" fmla="*/ 136 h 176"/>
              <a:gd name="T78" fmla="*/ 92 w 176"/>
              <a:gd name="T79" fmla="*/ 132 h 176"/>
              <a:gd name="T80" fmla="*/ 117 w 176"/>
              <a:gd name="T81" fmla="*/ 79 h 176"/>
              <a:gd name="T82" fmla="*/ 124 w 176"/>
              <a:gd name="T83" fmla="*/ 76 h 176"/>
              <a:gd name="T84" fmla="*/ 91 w 176"/>
              <a:gd name="T85" fmla="*/ 41 h 176"/>
              <a:gd name="T86" fmla="*/ 85 w 176"/>
              <a:gd name="T87" fmla="*/ 41 h 176"/>
              <a:gd name="T88" fmla="*/ 52 w 176"/>
              <a:gd name="T89" fmla="*/ 76 h 176"/>
              <a:gd name="T90" fmla="*/ 59 w 176"/>
              <a:gd name="T91" fmla="*/ 79 h 176"/>
              <a:gd name="T92" fmla="*/ 84 w 176"/>
              <a:gd name="T93" fmla="*/ 132 h 176"/>
              <a:gd name="T94" fmla="*/ 92 w 176"/>
              <a:gd name="T95" fmla="*/ 132 h 176"/>
              <a:gd name="T96" fmla="*/ 120 w 176"/>
              <a:gd name="T97" fmla="*/ 170 h 176"/>
              <a:gd name="T98" fmla="*/ 130 w 176"/>
              <a:gd name="T99" fmla="*/ 156 h 176"/>
              <a:gd name="T100" fmla="*/ 88 w 176"/>
              <a:gd name="T101" fmla="*/ 168 h 176"/>
              <a:gd name="T102" fmla="*/ 104 w 176"/>
              <a:gd name="T103" fmla="*/ 174 h 176"/>
              <a:gd name="T104" fmla="*/ 88 w 176"/>
              <a:gd name="T10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1" y="102"/>
                  <a:pt x="2" y="107"/>
                  <a:pt x="3" y="112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9" y="105"/>
                  <a:pt x="8" y="101"/>
                  <a:pt x="8" y="96"/>
                </a:cubicBezTo>
                <a:moveTo>
                  <a:pt x="11" y="66"/>
                </a:moveTo>
                <a:cubicBezTo>
                  <a:pt x="3" y="64"/>
                  <a:pt x="3" y="64"/>
                  <a:pt x="3" y="64"/>
                </a:cubicBezTo>
                <a:cubicBezTo>
                  <a:pt x="2" y="69"/>
                  <a:pt x="1" y="75"/>
                  <a:pt x="0" y="80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6"/>
                  <a:pt x="9" y="71"/>
                  <a:pt x="11" y="66"/>
                </a:cubicBezTo>
                <a:moveTo>
                  <a:pt x="45" y="20"/>
                </a:moveTo>
                <a:cubicBezTo>
                  <a:pt x="41" y="14"/>
                  <a:pt x="41" y="14"/>
                  <a:pt x="41" y="14"/>
                </a:cubicBezTo>
                <a:cubicBezTo>
                  <a:pt x="37" y="16"/>
                  <a:pt x="32" y="20"/>
                  <a:pt x="28" y="23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6"/>
                  <a:pt x="41" y="23"/>
                  <a:pt x="45" y="20"/>
                </a:cubicBezTo>
                <a:moveTo>
                  <a:pt x="9" y="127"/>
                </a:moveTo>
                <a:cubicBezTo>
                  <a:pt x="12" y="132"/>
                  <a:pt x="15" y="137"/>
                  <a:pt x="18" y="141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1" y="133"/>
                  <a:pt x="18" y="128"/>
                  <a:pt x="16" y="124"/>
                </a:cubicBezTo>
                <a:lnTo>
                  <a:pt x="9" y="127"/>
                </a:lnTo>
                <a:close/>
                <a:moveTo>
                  <a:pt x="103" y="9"/>
                </a:moveTo>
                <a:cubicBezTo>
                  <a:pt x="104" y="2"/>
                  <a:pt x="104" y="2"/>
                  <a:pt x="104" y="2"/>
                </a:cubicBezTo>
                <a:cubicBezTo>
                  <a:pt x="99" y="1"/>
                  <a:pt x="93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8"/>
                  <a:pt x="88" y="8"/>
                  <a:pt x="88" y="8"/>
                </a:cubicBezTo>
                <a:cubicBezTo>
                  <a:pt x="93" y="8"/>
                  <a:pt x="98" y="8"/>
                  <a:pt x="103" y="9"/>
                </a:cubicBezTo>
                <a:moveTo>
                  <a:pt x="29" y="153"/>
                </a:moveTo>
                <a:cubicBezTo>
                  <a:pt x="33" y="157"/>
                  <a:pt x="37" y="160"/>
                  <a:pt x="42" y="163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2" y="154"/>
                  <a:pt x="38" y="151"/>
                  <a:pt x="34" y="147"/>
                </a:cubicBezTo>
                <a:lnTo>
                  <a:pt x="29" y="153"/>
                </a:lnTo>
                <a:close/>
                <a:moveTo>
                  <a:pt x="24" y="40"/>
                </a:moveTo>
                <a:cubicBezTo>
                  <a:pt x="18" y="35"/>
                  <a:pt x="18" y="35"/>
                  <a:pt x="18" y="35"/>
                </a:cubicBezTo>
                <a:cubicBezTo>
                  <a:pt x="14" y="40"/>
                  <a:pt x="11" y="44"/>
                  <a:pt x="9" y="49"/>
                </a:cubicBezTo>
                <a:cubicBezTo>
                  <a:pt x="16" y="53"/>
                  <a:pt x="16" y="53"/>
                  <a:pt x="16" y="53"/>
                </a:cubicBezTo>
                <a:cubicBezTo>
                  <a:pt x="18" y="48"/>
                  <a:pt x="21" y="44"/>
                  <a:pt x="24" y="40"/>
                </a:cubicBezTo>
                <a:moveTo>
                  <a:pt x="134" y="13"/>
                </a:moveTo>
                <a:cubicBezTo>
                  <a:pt x="129" y="10"/>
                  <a:pt x="125" y="8"/>
                  <a:pt x="120" y="6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21" y="15"/>
                  <a:pt x="126" y="17"/>
                  <a:pt x="130" y="20"/>
                </a:cubicBezTo>
                <a:lnTo>
                  <a:pt x="134" y="13"/>
                </a:lnTo>
                <a:close/>
                <a:moveTo>
                  <a:pt x="73" y="9"/>
                </a:moveTo>
                <a:cubicBezTo>
                  <a:pt x="71" y="2"/>
                  <a:pt x="71" y="2"/>
                  <a:pt x="71" y="2"/>
                </a:cubicBezTo>
                <a:cubicBezTo>
                  <a:pt x="66" y="3"/>
                  <a:pt x="61" y="4"/>
                  <a:pt x="56" y="6"/>
                </a:cubicBezTo>
                <a:cubicBezTo>
                  <a:pt x="59" y="13"/>
                  <a:pt x="59" y="13"/>
                  <a:pt x="59" y="13"/>
                </a:cubicBezTo>
                <a:cubicBezTo>
                  <a:pt x="63" y="12"/>
                  <a:pt x="68" y="10"/>
                  <a:pt x="73" y="9"/>
                </a:cubicBezTo>
                <a:moveTo>
                  <a:pt x="172" y="64"/>
                </a:moveTo>
                <a:cubicBezTo>
                  <a:pt x="171" y="59"/>
                  <a:pt x="169" y="54"/>
                  <a:pt x="166" y="49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2" y="57"/>
                  <a:pt x="164" y="61"/>
                  <a:pt x="165" y="66"/>
                </a:cubicBezTo>
                <a:lnTo>
                  <a:pt x="172" y="64"/>
                </a:lnTo>
                <a:close/>
                <a:moveTo>
                  <a:pt x="160" y="124"/>
                </a:moveTo>
                <a:cubicBezTo>
                  <a:pt x="167" y="127"/>
                  <a:pt x="167" y="127"/>
                  <a:pt x="167" y="127"/>
                </a:cubicBezTo>
                <a:cubicBezTo>
                  <a:pt x="169" y="122"/>
                  <a:pt x="171" y="117"/>
                  <a:pt x="172" y="112"/>
                </a:cubicBezTo>
                <a:cubicBezTo>
                  <a:pt x="165" y="110"/>
                  <a:pt x="165" y="110"/>
                  <a:pt x="165" y="110"/>
                </a:cubicBezTo>
                <a:cubicBezTo>
                  <a:pt x="164" y="115"/>
                  <a:pt x="162" y="119"/>
                  <a:pt x="160" y="124"/>
                </a:cubicBezTo>
                <a:moveTo>
                  <a:pt x="56" y="170"/>
                </a:moveTo>
                <a:cubicBezTo>
                  <a:pt x="61" y="172"/>
                  <a:pt x="67" y="173"/>
                  <a:pt x="72" y="174"/>
                </a:cubicBezTo>
                <a:cubicBezTo>
                  <a:pt x="73" y="167"/>
                  <a:pt x="73" y="167"/>
                  <a:pt x="73" y="167"/>
                </a:cubicBezTo>
                <a:cubicBezTo>
                  <a:pt x="68" y="166"/>
                  <a:pt x="64" y="165"/>
                  <a:pt x="59" y="163"/>
                </a:cubicBezTo>
                <a:lnTo>
                  <a:pt x="56" y="170"/>
                </a:lnTo>
                <a:close/>
                <a:moveTo>
                  <a:pt x="152" y="40"/>
                </a:moveTo>
                <a:cubicBezTo>
                  <a:pt x="158" y="35"/>
                  <a:pt x="158" y="35"/>
                  <a:pt x="158" y="35"/>
                </a:cubicBezTo>
                <a:cubicBezTo>
                  <a:pt x="155" y="31"/>
                  <a:pt x="151" y="27"/>
                  <a:pt x="147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5" y="32"/>
                  <a:pt x="149" y="36"/>
                  <a:pt x="152" y="40"/>
                </a:cubicBezTo>
                <a:moveTo>
                  <a:pt x="175" y="80"/>
                </a:moveTo>
                <a:cubicBezTo>
                  <a:pt x="168" y="81"/>
                  <a:pt x="168" y="81"/>
                  <a:pt x="168" y="81"/>
                </a:cubicBezTo>
                <a:cubicBezTo>
                  <a:pt x="168" y="83"/>
                  <a:pt x="168" y="85"/>
                  <a:pt x="168" y="88"/>
                </a:cubicBezTo>
                <a:cubicBezTo>
                  <a:pt x="168" y="90"/>
                  <a:pt x="168" y="93"/>
                  <a:pt x="168" y="95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6" y="93"/>
                  <a:pt x="176" y="91"/>
                  <a:pt x="176" y="88"/>
                </a:cubicBezTo>
                <a:cubicBezTo>
                  <a:pt x="176" y="85"/>
                  <a:pt x="176" y="82"/>
                  <a:pt x="175" y="80"/>
                </a:cubicBezTo>
                <a:moveTo>
                  <a:pt x="142" y="147"/>
                </a:moveTo>
                <a:cubicBezTo>
                  <a:pt x="147" y="153"/>
                  <a:pt x="147" y="153"/>
                  <a:pt x="147" y="153"/>
                </a:cubicBezTo>
                <a:cubicBezTo>
                  <a:pt x="151" y="149"/>
                  <a:pt x="155" y="145"/>
                  <a:pt x="158" y="141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49" y="140"/>
                  <a:pt x="146" y="144"/>
                  <a:pt x="142" y="147"/>
                </a:cubicBezTo>
                <a:moveTo>
                  <a:pt x="92" y="132"/>
                </a:moveTo>
                <a:cubicBezTo>
                  <a:pt x="92" y="54"/>
                  <a:pt x="92" y="54"/>
                  <a:pt x="92" y="54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80"/>
                  <a:pt x="119" y="80"/>
                  <a:pt x="120" y="80"/>
                </a:cubicBezTo>
                <a:cubicBezTo>
                  <a:pt x="122" y="80"/>
                  <a:pt x="124" y="78"/>
                  <a:pt x="124" y="76"/>
                </a:cubicBezTo>
                <a:cubicBezTo>
                  <a:pt x="124" y="75"/>
                  <a:pt x="124" y="74"/>
                  <a:pt x="123" y="73"/>
                </a:cubicBezTo>
                <a:cubicBezTo>
                  <a:pt x="91" y="41"/>
                  <a:pt x="91" y="41"/>
                  <a:pt x="91" y="41"/>
                </a:cubicBezTo>
                <a:cubicBezTo>
                  <a:pt x="90" y="40"/>
                  <a:pt x="89" y="40"/>
                  <a:pt x="88" y="40"/>
                </a:cubicBezTo>
                <a:cubicBezTo>
                  <a:pt x="87" y="40"/>
                  <a:pt x="86" y="40"/>
                  <a:pt x="85" y="41"/>
                </a:cubicBezTo>
                <a:cubicBezTo>
                  <a:pt x="53" y="73"/>
                  <a:pt x="53" y="73"/>
                  <a:pt x="53" y="73"/>
                </a:cubicBezTo>
                <a:cubicBezTo>
                  <a:pt x="52" y="74"/>
                  <a:pt x="52" y="75"/>
                  <a:pt x="52" y="76"/>
                </a:cubicBezTo>
                <a:cubicBezTo>
                  <a:pt x="52" y="78"/>
                  <a:pt x="54" y="80"/>
                  <a:pt x="56" y="80"/>
                </a:cubicBezTo>
                <a:cubicBezTo>
                  <a:pt x="57" y="80"/>
                  <a:pt x="58" y="80"/>
                  <a:pt x="59" y="79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34"/>
                  <a:pt x="86" y="136"/>
                  <a:pt x="88" y="136"/>
                </a:cubicBezTo>
                <a:cubicBezTo>
                  <a:pt x="90" y="136"/>
                  <a:pt x="92" y="134"/>
                  <a:pt x="92" y="132"/>
                </a:cubicBezTo>
                <a:moveTo>
                  <a:pt x="117" y="163"/>
                </a:moveTo>
                <a:cubicBezTo>
                  <a:pt x="120" y="170"/>
                  <a:pt x="120" y="170"/>
                  <a:pt x="120" y="170"/>
                </a:cubicBezTo>
                <a:cubicBezTo>
                  <a:pt x="125" y="168"/>
                  <a:pt x="130" y="165"/>
                  <a:pt x="134" y="163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26" y="159"/>
                  <a:pt x="122" y="161"/>
                  <a:pt x="117" y="163"/>
                </a:cubicBezTo>
                <a:moveTo>
                  <a:pt x="88" y="168"/>
                </a:moveTo>
                <a:cubicBezTo>
                  <a:pt x="88" y="176"/>
                  <a:pt x="88" y="176"/>
                  <a:pt x="88" y="176"/>
                </a:cubicBezTo>
                <a:cubicBezTo>
                  <a:pt x="93" y="176"/>
                  <a:pt x="99" y="175"/>
                  <a:pt x="104" y="174"/>
                </a:cubicBezTo>
                <a:cubicBezTo>
                  <a:pt x="103" y="167"/>
                  <a:pt x="103" y="167"/>
                  <a:pt x="103" y="167"/>
                </a:cubicBezTo>
                <a:cubicBezTo>
                  <a:pt x="98" y="168"/>
                  <a:pt x="93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449"/>
          <p:cNvSpPr>
            <a:spLocks noEditPoints="1"/>
          </p:cNvSpPr>
          <p:nvPr/>
        </p:nvSpPr>
        <p:spPr bwMode="auto">
          <a:xfrm>
            <a:off x="4719665" y="1758321"/>
            <a:ext cx="335898" cy="334275"/>
          </a:xfrm>
          <a:custGeom>
            <a:avLst/>
            <a:gdLst>
              <a:gd name="T0" fmla="*/ 152 w 176"/>
              <a:gd name="T1" fmla="*/ 24 h 176"/>
              <a:gd name="T2" fmla="*/ 24 w 176"/>
              <a:gd name="T3" fmla="*/ 152 h 176"/>
              <a:gd name="T4" fmla="*/ 152 w 176"/>
              <a:gd name="T5" fmla="*/ 128 h 176"/>
              <a:gd name="T6" fmla="*/ 160 w 176"/>
              <a:gd name="T7" fmla="*/ 112 h 176"/>
              <a:gd name="T8" fmla="*/ 152 w 176"/>
              <a:gd name="T9" fmla="*/ 72 h 176"/>
              <a:gd name="T10" fmla="*/ 160 w 176"/>
              <a:gd name="T11" fmla="*/ 56 h 176"/>
              <a:gd name="T12" fmla="*/ 144 w 176"/>
              <a:gd name="T13" fmla="*/ 48 h 176"/>
              <a:gd name="T14" fmla="*/ 136 w 176"/>
              <a:gd name="T15" fmla="*/ 64 h 176"/>
              <a:gd name="T16" fmla="*/ 144 w 176"/>
              <a:gd name="T17" fmla="*/ 104 h 176"/>
              <a:gd name="T18" fmla="*/ 136 w 176"/>
              <a:gd name="T19" fmla="*/ 120 h 176"/>
              <a:gd name="T20" fmla="*/ 144 w 176"/>
              <a:gd name="T21" fmla="*/ 144 h 176"/>
              <a:gd name="T22" fmla="*/ 32 w 176"/>
              <a:gd name="T23" fmla="*/ 32 h 176"/>
              <a:gd name="T24" fmla="*/ 144 w 176"/>
              <a:gd name="T25" fmla="*/ 48 h 176"/>
              <a:gd name="T26" fmla="*/ 96 w 176"/>
              <a:gd name="T27" fmla="*/ 88 h 176"/>
              <a:gd name="T28" fmla="*/ 80 w 176"/>
              <a:gd name="T29" fmla="*/ 88 h 176"/>
              <a:gd name="T30" fmla="*/ 65 w 176"/>
              <a:gd name="T31" fmla="*/ 111 h 176"/>
              <a:gd name="T32" fmla="*/ 88 w 176"/>
              <a:gd name="T33" fmla="*/ 120 h 176"/>
              <a:gd name="T34" fmla="*/ 111 w 176"/>
              <a:gd name="T35" fmla="*/ 111 h 176"/>
              <a:gd name="T36" fmla="*/ 120 w 176"/>
              <a:gd name="T37" fmla="*/ 88 h 176"/>
              <a:gd name="T38" fmla="*/ 56 w 176"/>
              <a:gd name="T39" fmla="*/ 88 h 176"/>
              <a:gd name="T40" fmla="*/ 68 w 176"/>
              <a:gd name="T41" fmla="*/ 84 h 176"/>
              <a:gd name="T42" fmla="*/ 68 w 176"/>
              <a:gd name="T43" fmla="*/ 74 h 176"/>
              <a:gd name="T44" fmla="*/ 77 w 176"/>
              <a:gd name="T45" fmla="*/ 77 h 176"/>
              <a:gd name="T46" fmla="*/ 74 w 176"/>
              <a:gd name="T47" fmla="*/ 68 h 176"/>
              <a:gd name="T48" fmla="*/ 84 w 176"/>
              <a:gd name="T49" fmla="*/ 68 h 176"/>
              <a:gd name="T50" fmla="*/ 92 w 176"/>
              <a:gd name="T51" fmla="*/ 68 h 176"/>
              <a:gd name="T52" fmla="*/ 102 w 176"/>
              <a:gd name="T53" fmla="*/ 68 h 176"/>
              <a:gd name="T54" fmla="*/ 99 w 176"/>
              <a:gd name="T55" fmla="*/ 77 h 176"/>
              <a:gd name="T56" fmla="*/ 108 w 176"/>
              <a:gd name="T57" fmla="*/ 74 h 176"/>
              <a:gd name="T58" fmla="*/ 108 w 176"/>
              <a:gd name="T59" fmla="*/ 84 h 176"/>
              <a:gd name="T60" fmla="*/ 108 w 176"/>
              <a:gd name="T61" fmla="*/ 92 h 176"/>
              <a:gd name="T62" fmla="*/ 108 w 176"/>
              <a:gd name="T63" fmla="*/ 102 h 176"/>
              <a:gd name="T64" fmla="*/ 99 w 176"/>
              <a:gd name="T65" fmla="*/ 99 h 176"/>
              <a:gd name="T66" fmla="*/ 102 w 176"/>
              <a:gd name="T67" fmla="*/ 107 h 176"/>
              <a:gd name="T68" fmla="*/ 92 w 176"/>
              <a:gd name="T69" fmla="*/ 108 h 176"/>
              <a:gd name="T70" fmla="*/ 84 w 176"/>
              <a:gd name="T71" fmla="*/ 108 h 176"/>
              <a:gd name="T72" fmla="*/ 74 w 176"/>
              <a:gd name="T73" fmla="*/ 107 h 176"/>
              <a:gd name="T74" fmla="*/ 77 w 176"/>
              <a:gd name="T75" fmla="*/ 99 h 176"/>
              <a:gd name="T76" fmla="*/ 68 w 176"/>
              <a:gd name="T77" fmla="*/ 102 h 176"/>
              <a:gd name="T78" fmla="*/ 68 w 176"/>
              <a:gd name="T79" fmla="*/ 92 h 176"/>
              <a:gd name="T80" fmla="*/ 68 w 176"/>
              <a:gd name="T81" fmla="*/ 84 h 176"/>
              <a:gd name="T82" fmla="*/ 16 w 176"/>
              <a:gd name="T83" fmla="*/ 0 h 176"/>
              <a:gd name="T84" fmla="*/ 0 w 176"/>
              <a:gd name="T85" fmla="*/ 160 h 176"/>
              <a:gd name="T86" fmla="*/ 160 w 176"/>
              <a:gd name="T87" fmla="*/ 176 h 176"/>
              <a:gd name="T88" fmla="*/ 176 w 176"/>
              <a:gd name="T89" fmla="*/ 16 h 176"/>
              <a:gd name="T90" fmla="*/ 168 w 176"/>
              <a:gd name="T91" fmla="*/ 160 h 176"/>
              <a:gd name="T92" fmla="*/ 16 w 176"/>
              <a:gd name="T93" fmla="*/ 168 h 176"/>
              <a:gd name="T94" fmla="*/ 8 w 176"/>
              <a:gd name="T95" fmla="*/ 16 h 176"/>
              <a:gd name="T96" fmla="*/ 160 w 176"/>
              <a:gd name="T97" fmla="*/ 8 h 176"/>
              <a:gd name="T98" fmla="*/ 168 w 176"/>
              <a:gd name="T9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152" y="48"/>
                </a:moveTo>
                <a:cubicBezTo>
                  <a:pt x="152" y="24"/>
                  <a:pt x="152" y="24"/>
                  <a:pt x="15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56" y="128"/>
                  <a:pt x="160" y="124"/>
                  <a:pt x="160" y="120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08"/>
                  <a:pt x="156" y="104"/>
                  <a:pt x="152" y="104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6" y="72"/>
                  <a:pt x="160" y="68"/>
                  <a:pt x="160" y="64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52"/>
                  <a:pt x="156" y="48"/>
                  <a:pt x="152" y="48"/>
                </a:cubicBezTo>
                <a:moveTo>
                  <a:pt x="144" y="48"/>
                </a:moveTo>
                <a:cubicBezTo>
                  <a:pt x="140" y="48"/>
                  <a:pt x="136" y="52"/>
                  <a:pt x="136" y="56"/>
                </a:cubicBezTo>
                <a:cubicBezTo>
                  <a:pt x="136" y="64"/>
                  <a:pt x="136" y="64"/>
                  <a:pt x="136" y="64"/>
                </a:cubicBezTo>
                <a:cubicBezTo>
                  <a:pt x="136" y="68"/>
                  <a:pt x="140" y="72"/>
                  <a:pt x="144" y="72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0" y="104"/>
                  <a:pt x="136" y="108"/>
                  <a:pt x="136" y="112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36" y="124"/>
                  <a:pt x="140" y="128"/>
                  <a:pt x="144" y="128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32"/>
                  <a:pt x="32" y="32"/>
                  <a:pt x="32" y="32"/>
                </a:cubicBezTo>
                <a:cubicBezTo>
                  <a:pt x="144" y="32"/>
                  <a:pt x="144" y="32"/>
                  <a:pt x="144" y="32"/>
                </a:cubicBezTo>
                <a:lnTo>
                  <a:pt x="144" y="48"/>
                </a:lnTo>
                <a:close/>
                <a:moveTo>
                  <a:pt x="88" y="96"/>
                </a:moveTo>
                <a:cubicBezTo>
                  <a:pt x="92" y="96"/>
                  <a:pt x="96" y="92"/>
                  <a:pt x="96" y="88"/>
                </a:cubicBezTo>
                <a:cubicBezTo>
                  <a:pt x="96" y="84"/>
                  <a:pt x="92" y="80"/>
                  <a:pt x="88" y="80"/>
                </a:cubicBezTo>
                <a:cubicBezTo>
                  <a:pt x="84" y="80"/>
                  <a:pt x="80" y="84"/>
                  <a:pt x="80" y="88"/>
                </a:cubicBezTo>
                <a:cubicBezTo>
                  <a:pt x="80" y="92"/>
                  <a:pt x="84" y="96"/>
                  <a:pt x="88" y="96"/>
                </a:cubicBezTo>
                <a:moveTo>
                  <a:pt x="65" y="111"/>
                </a:moveTo>
                <a:cubicBezTo>
                  <a:pt x="65" y="111"/>
                  <a:pt x="65" y="111"/>
                  <a:pt x="65" y="111"/>
                </a:cubicBezTo>
                <a:cubicBezTo>
                  <a:pt x="71" y="116"/>
                  <a:pt x="79" y="120"/>
                  <a:pt x="88" y="120"/>
                </a:cubicBezTo>
                <a:cubicBezTo>
                  <a:pt x="97" y="120"/>
                  <a:pt x="105" y="116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6" y="105"/>
                  <a:pt x="120" y="97"/>
                  <a:pt x="120" y="88"/>
                </a:cubicBezTo>
                <a:cubicBezTo>
                  <a:pt x="120" y="70"/>
                  <a:pt x="106" y="56"/>
                  <a:pt x="88" y="56"/>
                </a:cubicBezTo>
                <a:cubicBezTo>
                  <a:pt x="70" y="56"/>
                  <a:pt x="56" y="70"/>
                  <a:pt x="56" y="88"/>
                </a:cubicBezTo>
                <a:cubicBezTo>
                  <a:pt x="56" y="97"/>
                  <a:pt x="60" y="105"/>
                  <a:pt x="65" y="111"/>
                </a:cubicBezTo>
                <a:close/>
                <a:moveTo>
                  <a:pt x="68" y="84"/>
                </a:moveTo>
                <a:cubicBezTo>
                  <a:pt x="64" y="84"/>
                  <a:pt x="64" y="84"/>
                  <a:pt x="64" y="84"/>
                </a:cubicBezTo>
                <a:cubicBezTo>
                  <a:pt x="65" y="80"/>
                  <a:pt x="66" y="77"/>
                  <a:pt x="68" y="74"/>
                </a:cubicBezTo>
                <a:cubicBezTo>
                  <a:pt x="71" y="77"/>
                  <a:pt x="71" y="77"/>
                  <a:pt x="71" y="77"/>
                </a:cubicBezTo>
                <a:cubicBezTo>
                  <a:pt x="73" y="78"/>
                  <a:pt x="75" y="78"/>
                  <a:pt x="77" y="77"/>
                </a:cubicBezTo>
                <a:cubicBezTo>
                  <a:pt x="78" y="75"/>
                  <a:pt x="78" y="73"/>
                  <a:pt x="77" y="71"/>
                </a:cubicBezTo>
                <a:cubicBezTo>
                  <a:pt x="74" y="68"/>
                  <a:pt x="74" y="68"/>
                  <a:pt x="74" y="68"/>
                </a:cubicBezTo>
                <a:cubicBezTo>
                  <a:pt x="77" y="66"/>
                  <a:pt x="80" y="65"/>
                  <a:pt x="84" y="64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70"/>
                  <a:pt x="86" y="72"/>
                  <a:pt x="88" y="72"/>
                </a:cubicBezTo>
                <a:cubicBezTo>
                  <a:pt x="90" y="72"/>
                  <a:pt x="92" y="70"/>
                  <a:pt x="92" y="68"/>
                </a:cubicBezTo>
                <a:cubicBezTo>
                  <a:pt x="92" y="64"/>
                  <a:pt x="92" y="64"/>
                  <a:pt x="92" y="64"/>
                </a:cubicBezTo>
                <a:cubicBezTo>
                  <a:pt x="96" y="65"/>
                  <a:pt x="99" y="66"/>
                  <a:pt x="102" y="68"/>
                </a:cubicBezTo>
                <a:cubicBezTo>
                  <a:pt x="99" y="71"/>
                  <a:pt x="99" y="71"/>
                  <a:pt x="99" y="71"/>
                </a:cubicBezTo>
                <a:cubicBezTo>
                  <a:pt x="98" y="73"/>
                  <a:pt x="98" y="75"/>
                  <a:pt x="99" y="77"/>
                </a:cubicBezTo>
                <a:cubicBezTo>
                  <a:pt x="101" y="78"/>
                  <a:pt x="103" y="78"/>
                  <a:pt x="105" y="77"/>
                </a:cubicBezTo>
                <a:cubicBezTo>
                  <a:pt x="108" y="74"/>
                  <a:pt x="108" y="74"/>
                  <a:pt x="108" y="74"/>
                </a:cubicBezTo>
                <a:cubicBezTo>
                  <a:pt x="110" y="77"/>
                  <a:pt x="111" y="80"/>
                  <a:pt x="11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6" y="84"/>
                  <a:pt x="104" y="86"/>
                  <a:pt x="104" y="88"/>
                </a:cubicBezTo>
                <a:cubicBezTo>
                  <a:pt x="104" y="90"/>
                  <a:pt x="106" y="92"/>
                  <a:pt x="108" y="92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1" y="96"/>
                  <a:pt x="110" y="99"/>
                  <a:pt x="108" y="102"/>
                </a:cubicBezTo>
                <a:cubicBezTo>
                  <a:pt x="105" y="99"/>
                  <a:pt x="105" y="99"/>
                  <a:pt x="105" y="99"/>
                </a:cubicBezTo>
                <a:cubicBezTo>
                  <a:pt x="103" y="98"/>
                  <a:pt x="101" y="98"/>
                  <a:pt x="99" y="99"/>
                </a:cubicBezTo>
                <a:cubicBezTo>
                  <a:pt x="98" y="101"/>
                  <a:pt x="98" y="103"/>
                  <a:pt x="99" y="105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99" y="110"/>
                  <a:pt x="96" y="111"/>
                  <a:pt x="92" y="112"/>
                </a:cubicBezTo>
                <a:cubicBezTo>
                  <a:pt x="92" y="108"/>
                  <a:pt x="92" y="108"/>
                  <a:pt x="92" y="108"/>
                </a:cubicBezTo>
                <a:cubicBezTo>
                  <a:pt x="92" y="106"/>
                  <a:pt x="90" y="104"/>
                  <a:pt x="88" y="104"/>
                </a:cubicBezTo>
                <a:cubicBezTo>
                  <a:pt x="86" y="104"/>
                  <a:pt x="84" y="106"/>
                  <a:pt x="84" y="108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0" y="111"/>
                  <a:pt x="77" y="110"/>
                  <a:pt x="74" y="107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8" y="103"/>
                  <a:pt x="78" y="101"/>
                  <a:pt x="77" y="99"/>
                </a:cubicBezTo>
                <a:cubicBezTo>
                  <a:pt x="75" y="98"/>
                  <a:pt x="73" y="98"/>
                  <a:pt x="71" y="99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6" y="99"/>
                  <a:pt x="65" y="96"/>
                  <a:pt x="64" y="92"/>
                </a:cubicBezTo>
                <a:cubicBezTo>
                  <a:pt x="68" y="92"/>
                  <a:pt x="68" y="92"/>
                  <a:pt x="68" y="92"/>
                </a:cubicBezTo>
                <a:cubicBezTo>
                  <a:pt x="70" y="92"/>
                  <a:pt x="72" y="90"/>
                  <a:pt x="72" y="88"/>
                </a:cubicBezTo>
                <a:cubicBezTo>
                  <a:pt x="72" y="86"/>
                  <a:pt x="70" y="84"/>
                  <a:pt x="68" y="84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450"/>
          <p:cNvSpPr>
            <a:spLocks noEditPoints="1"/>
          </p:cNvSpPr>
          <p:nvPr/>
        </p:nvSpPr>
        <p:spPr bwMode="auto">
          <a:xfrm>
            <a:off x="5359005" y="1758321"/>
            <a:ext cx="335898" cy="334275"/>
          </a:xfrm>
          <a:custGeom>
            <a:avLst/>
            <a:gdLst>
              <a:gd name="T0" fmla="*/ 136 w 176"/>
              <a:gd name="T1" fmla="*/ 24 h 176"/>
              <a:gd name="T2" fmla="*/ 40 w 176"/>
              <a:gd name="T3" fmla="*/ 24 h 176"/>
              <a:gd name="T4" fmla="*/ 40 w 176"/>
              <a:gd name="T5" fmla="*/ 72 h 176"/>
              <a:gd name="T6" fmla="*/ 136 w 176"/>
              <a:gd name="T7" fmla="*/ 72 h 176"/>
              <a:gd name="T8" fmla="*/ 136 w 176"/>
              <a:gd name="T9" fmla="*/ 24 h 176"/>
              <a:gd name="T10" fmla="*/ 128 w 176"/>
              <a:gd name="T11" fmla="*/ 64 h 176"/>
              <a:gd name="T12" fmla="*/ 48 w 176"/>
              <a:gd name="T13" fmla="*/ 64 h 176"/>
              <a:gd name="T14" fmla="*/ 48 w 176"/>
              <a:gd name="T15" fmla="*/ 32 h 176"/>
              <a:gd name="T16" fmla="*/ 128 w 176"/>
              <a:gd name="T17" fmla="*/ 32 h 176"/>
              <a:gd name="T18" fmla="*/ 128 w 176"/>
              <a:gd name="T19" fmla="*/ 64 h 176"/>
              <a:gd name="T20" fmla="*/ 96 w 176"/>
              <a:gd name="T21" fmla="*/ 48 h 176"/>
              <a:gd name="T22" fmla="*/ 80 w 176"/>
              <a:gd name="T23" fmla="*/ 48 h 176"/>
              <a:gd name="T24" fmla="*/ 80 w 176"/>
              <a:gd name="T25" fmla="*/ 56 h 176"/>
              <a:gd name="T26" fmla="*/ 96 w 176"/>
              <a:gd name="T27" fmla="*/ 56 h 176"/>
              <a:gd name="T28" fmla="*/ 96 w 176"/>
              <a:gd name="T29" fmla="*/ 48 h 176"/>
              <a:gd name="T30" fmla="*/ 172 w 176"/>
              <a:gd name="T31" fmla="*/ 0 h 176"/>
              <a:gd name="T32" fmla="*/ 4 w 176"/>
              <a:gd name="T33" fmla="*/ 0 h 176"/>
              <a:gd name="T34" fmla="*/ 0 w 176"/>
              <a:gd name="T35" fmla="*/ 4 h 176"/>
              <a:gd name="T36" fmla="*/ 4 w 176"/>
              <a:gd name="T37" fmla="*/ 8 h 176"/>
              <a:gd name="T38" fmla="*/ 16 w 176"/>
              <a:gd name="T39" fmla="*/ 8 h 176"/>
              <a:gd name="T40" fmla="*/ 16 w 176"/>
              <a:gd name="T41" fmla="*/ 144 h 176"/>
              <a:gd name="T42" fmla="*/ 32 w 176"/>
              <a:gd name="T43" fmla="*/ 160 h 176"/>
              <a:gd name="T44" fmla="*/ 40 w 176"/>
              <a:gd name="T45" fmla="*/ 160 h 176"/>
              <a:gd name="T46" fmla="*/ 40 w 176"/>
              <a:gd name="T47" fmla="*/ 172 h 176"/>
              <a:gd name="T48" fmla="*/ 44 w 176"/>
              <a:gd name="T49" fmla="*/ 176 h 176"/>
              <a:gd name="T50" fmla="*/ 48 w 176"/>
              <a:gd name="T51" fmla="*/ 172 h 176"/>
              <a:gd name="T52" fmla="*/ 48 w 176"/>
              <a:gd name="T53" fmla="*/ 160 h 176"/>
              <a:gd name="T54" fmla="*/ 128 w 176"/>
              <a:gd name="T55" fmla="*/ 160 h 176"/>
              <a:gd name="T56" fmla="*/ 128 w 176"/>
              <a:gd name="T57" fmla="*/ 172 h 176"/>
              <a:gd name="T58" fmla="*/ 132 w 176"/>
              <a:gd name="T59" fmla="*/ 176 h 176"/>
              <a:gd name="T60" fmla="*/ 136 w 176"/>
              <a:gd name="T61" fmla="*/ 172 h 176"/>
              <a:gd name="T62" fmla="*/ 136 w 176"/>
              <a:gd name="T63" fmla="*/ 160 h 176"/>
              <a:gd name="T64" fmla="*/ 144 w 176"/>
              <a:gd name="T65" fmla="*/ 160 h 176"/>
              <a:gd name="T66" fmla="*/ 160 w 176"/>
              <a:gd name="T67" fmla="*/ 144 h 176"/>
              <a:gd name="T68" fmla="*/ 160 w 176"/>
              <a:gd name="T69" fmla="*/ 8 h 176"/>
              <a:gd name="T70" fmla="*/ 172 w 176"/>
              <a:gd name="T71" fmla="*/ 8 h 176"/>
              <a:gd name="T72" fmla="*/ 176 w 176"/>
              <a:gd name="T73" fmla="*/ 4 h 176"/>
              <a:gd name="T74" fmla="*/ 172 w 176"/>
              <a:gd name="T75" fmla="*/ 0 h 176"/>
              <a:gd name="T76" fmla="*/ 152 w 176"/>
              <a:gd name="T77" fmla="*/ 144 h 176"/>
              <a:gd name="T78" fmla="*/ 144 w 176"/>
              <a:gd name="T79" fmla="*/ 152 h 176"/>
              <a:gd name="T80" fmla="*/ 32 w 176"/>
              <a:gd name="T81" fmla="*/ 152 h 176"/>
              <a:gd name="T82" fmla="*/ 24 w 176"/>
              <a:gd name="T83" fmla="*/ 144 h 176"/>
              <a:gd name="T84" fmla="*/ 24 w 176"/>
              <a:gd name="T85" fmla="*/ 8 h 176"/>
              <a:gd name="T86" fmla="*/ 152 w 176"/>
              <a:gd name="T87" fmla="*/ 8 h 176"/>
              <a:gd name="T88" fmla="*/ 152 w 176"/>
              <a:gd name="T89" fmla="*/ 144 h 176"/>
              <a:gd name="T90" fmla="*/ 96 w 176"/>
              <a:gd name="T91" fmla="*/ 112 h 176"/>
              <a:gd name="T92" fmla="*/ 80 w 176"/>
              <a:gd name="T93" fmla="*/ 112 h 176"/>
              <a:gd name="T94" fmla="*/ 80 w 176"/>
              <a:gd name="T95" fmla="*/ 120 h 176"/>
              <a:gd name="T96" fmla="*/ 96 w 176"/>
              <a:gd name="T97" fmla="*/ 120 h 176"/>
              <a:gd name="T98" fmla="*/ 96 w 176"/>
              <a:gd name="T99" fmla="*/ 112 h 176"/>
              <a:gd name="T100" fmla="*/ 136 w 176"/>
              <a:gd name="T101" fmla="*/ 88 h 176"/>
              <a:gd name="T102" fmla="*/ 40 w 176"/>
              <a:gd name="T103" fmla="*/ 88 h 176"/>
              <a:gd name="T104" fmla="*/ 40 w 176"/>
              <a:gd name="T105" fmla="*/ 136 h 176"/>
              <a:gd name="T106" fmla="*/ 136 w 176"/>
              <a:gd name="T107" fmla="*/ 136 h 176"/>
              <a:gd name="T108" fmla="*/ 136 w 176"/>
              <a:gd name="T109" fmla="*/ 88 h 176"/>
              <a:gd name="T110" fmla="*/ 128 w 176"/>
              <a:gd name="T111" fmla="*/ 128 h 176"/>
              <a:gd name="T112" fmla="*/ 48 w 176"/>
              <a:gd name="T113" fmla="*/ 128 h 176"/>
              <a:gd name="T114" fmla="*/ 48 w 176"/>
              <a:gd name="T115" fmla="*/ 96 h 176"/>
              <a:gd name="T116" fmla="*/ 128 w 176"/>
              <a:gd name="T117" fmla="*/ 96 h 176"/>
              <a:gd name="T118" fmla="*/ 128 w 176"/>
              <a:gd name="T119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76">
                <a:moveTo>
                  <a:pt x="13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40" y="72"/>
                  <a:pt x="40" y="72"/>
                  <a:pt x="40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24"/>
                </a:lnTo>
                <a:close/>
                <a:moveTo>
                  <a:pt x="128" y="64"/>
                </a:moveTo>
                <a:cubicBezTo>
                  <a:pt x="48" y="64"/>
                  <a:pt x="48" y="64"/>
                  <a:pt x="48" y="64"/>
                </a:cubicBezTo>
                <a:cubicBezTo>
                  <a:pt x="48" y="32"/>
                  <a:pt x="48" y="32"/>
                  <a:pt x="48" y="32"/>
                </a:cubicBezTo>
                <a:cubicBezTo>
                  <a:pt x="128" y="32"/>
                  <a:pt x="128" y="32"/>
                  <a:pt x="128" y="32"/>
                </a:cubicBezTo>
                <a:lnTo>
                  <a:pt x="128" y="64"/>
                </a:lnTo>
                <a:close/>
                <a:moveTo>
                  <a:pt x="96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56"/>
                  <a:pt x="80" y="56"/>
                  <a:pt x="80" y="56"/>
                </a:cubicBezTo>
                <a:cubicBezTo>
                  <a:pt x="96" y="56"/>
                  <a:pt x="96" y="56"/>
                  <a:pt x="96" y="56"/>
                </a:cubicBezTo>
                <a:lnTo>
                  <a:pt x="96" y="48"/>
                </a:lnTo>
                <a:close/>
                <a:moveTo>
                  <a:pt x="172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53"/>
                  <a:pt x="23" y="160"/>
                  <a:pt x="32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40" y="174"/>
                  <a:pt x="42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4" y="176"/>
                  <a:pt x="136" y="174"/>
                  <a:pt x="136" y="172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8"/>
                  <a:pt x="160" y="8"/>
                  <a:pt x="160" y="8"/>
                </a:cubicBezTo>
                <a:cubicBezTo>
                  <a:pt x="172" y="8"/>
                  <a:pt x="172" y="8"/>
                  <a:pt x="172" y="8"/>
                </a:cubicBezTo>
                <a:cubicBezTo>
                  <a:pt x="174" y="8"/>
                  <a:pt x="176" y="6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52" y="144"/>
                </a:moveTo>
                <a:cubicBezTo>
                  <a:pt x="152" y="148"/>
                  <a:pt x="148" y="152"/>
                  <a:pt x="144" y="152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28" y="152"/>
                  <a:pt x="24" y="148"/>
                  <a:pt x="24" y="144"/>
                </a:cubicBezTo>
                <a:cubicBezTo>
                  <a:pt x="24" y="8"/>
                  <a:pt x="24" y="8"/>
                  <a:pt x="24" y="8"/>
                </a:cubicBezTo>
                <a:cubicBezTo>
                  <a:pt x="152" y="8"/>
                  <a:pt x="152" y="8"/>
                  <a:pt x="152" y="8"/>
                </a:cubicBezTo>
                <a:lnTo>
                  <a:pt x="152" y="144"/>
                </a:lnTo>
                <a:close/>
                <a:moveTo>
                  <a:pt x="96" y="112"/>
                </a:moveTo>
                <a:cubicBezTo>
                  <a:pt x="80" y="112"/>
                  <a:pt x="80" y="112"/>
                  <a:pt x="80" y="112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96" y="120"/>
                  <a:pt x="96" y="120"/>
                  <a:pt x="96" y="120"/>
                </a:cubicBezTo>
                <a:lnTo>
                  <a:pt x="96" y="112"/>
                </a:lnTo>
                <a:close/>
                <a:moveTo>
                  <a:pt x="136" y="88"/>
                </a:moveTo>
                <a:cubicBezTo>
                  <a:pt x="40" y="88"/>
                  <a:pt x="40" y="88"/>
                  <a:pt x="40" y="88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88"/>
                </a:lnTo>
                <a:close/>
                <a:moveTo>
                  <a:pt x="128" y="128"/>
                </a:moveTo>
                <a:cubicBezTo>
                  <a:pt x="48" y="128"/>
                  <a:pt x="48" y="128"/>
                  <a:pt x="48" y="128"/>
                </a:cubicBezTo>
                <a:cubicBezTo>
                  <a:pt x="48" y="96"/>
                  <a:pt x="48" y="96"/>
                  <a:pt x="48" y="96"/>
                </a:cubicBezTo>
                <a:cubicBezTo>
                  <a:pt x="128" y="96"/>
                  <a:pt x="128" y="96"/>
                  <a:pt x="128" y="96"/>
                </a:cubicBezTo>
                <a:lnTo>
                  <a:pt x="128" y="1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451"/>
          <p:cNvSpPr>
            <a:spLocks noEditPoints="1"/>
          </p:cNvSpPr>
          <p:nvPr/>
        </p:nvSpPr>
        <p:spPr bwMode="auto">
          <a:xfrm>
            <a:off x="5998347" y="1758321"/>
            <a:ext cx="334275" cy="334275"/>
          </a:xfrm>
          <a:custGeom>
            <a:avLst/>
            <a:gdLst>
              <a:gd name="T0" fmla="*/ 40 w 176"/>
              <a:gd name="T1" fmla="*/ 24 h 176"/>
              <a:gd name="T2" fmla="*/ 136 w 176"/>
              <a:gd name="T3" fmla="*/ 56 h 176"/>
              <a:gd name="T4" fmla="*/ 128 w 176"/>
              <a:gd name="T5" fmla="*/ 48 h 176"/>
              <a:gd name="T6" fmla="*/ 96 w 176"/>
              <a:gd name="T7" fmla="*/ 40 h 176"/>
              <a:gd name="T8" fmla="*/ 80 w 176"/>
              <a:gd name="T9" fmla="*/ 48 h 176"/>
              <a:gd name="T10" fmla="*/ 48 w 176"/>
              <a:gd name="T11" fmla="*/ 32 h 176"/>
              <a:gd name="T12" fmla="*/ 128 w 176"/>
              <a:gd name="T13" fmla="*/ 48 h 176"/>
              <a:gd name="T14" fmla="*/ 40 w 176"/>
              <a:gd name="T15" fmla="*/ 104 h 176"/>
              <a:gd name="T16" fmla="*/ 136 w 176"/>
              <a:gd name="T17" fmla="*/ 136 h 176"/>
              <a:gd name="T18" fmla="*/ 128 w 176"/>
              <a:gd name="T19" fmla="*/ 128 h 176"/>
              <a:gd name="T20" fmla="*/ 96 w 176"/>
              <a:gd name="T21" fmla="*/ 120 h 176"/>
              <a:gd name="T22" fmla="*/ 80 w 176"/>
              <a:gd name="T23" fmla="*/ 128 h 176"/>
              <a:gd name="T24" fmla="*/ 48 w 176"/>
              <a:gd name="T25" fmla="*/ 112 h 176"/>
              <a:gd name="T26" fmla="*/ 128 w 176"/>
              <a:gd name="T27" fmla="*/ 128 h 176"/>
              <a:gd name="T28" fmla="*/ 40 w 176"/>
              <a:gd name="T29" fmla="*/ 64 h 176"/>
              <a:gd name="T30" fmla="*/ 136 w 176"/>
              <a:gd name="T31" fmla="*/ 96 h 176"/>
              <a:gd name="T32" fmla="*/ 128 w 176"/>
              <a:gd name="T33" fmla="*/ 88 h 176"/>
              <a:gd name="T34" fmla="*/ 96 w 176"/>
              <a:gd name="T35" fmla="*/ 80 h 176"/>
              <a:gd name="T36" fmla="*/ 80 w 176"/>
              <a:gd name="T37" fmla="*/ 88 h 176"/>
              <a:gd name="T38" fmla="*/ 48 w 176"/>
              <a:gd name="T39" fmla="*/ 72 h 176"/>
              <a:gd name="T40" fmla="*/ 128 w 176"/>
              <a:gd name="T41" fmla="*/ 88 h 176"/>
              <a:gd name="T42" fmla="*/ 4 w 176"/>
              <a:gd name="T43" fmla="*/ 0 h 176"/>
              <a:gd name="T44" fmla="*/ 4 w 176"/>
              <a:gd name="T45" fmla="*/ 8 h 176"/>
              <a:gd name="T46" fmla="*/ 16 w 176"/>
              <a:gd name="T47" fmla="*/ 144 h 176"/>
              <a:gd name="T48" fmla="*/ 40 w 176"/>
              <a:gd name="T49" fmla="*/ 160 h 176"/>
              <a:gd name="T50" fmla="*/ 44 w 176"/>
              <a:gd name="T51" fmla="*/ 176 h 176"/>
              <a:gd name="T52" fmla="*/ 48 w 176"/>
              <a:gd name="T53" fmla="*/ 160 h 176"/>
              <a:gd name="T54" fmla="*/ 128 w 176"/>
              <a:gd name="T55" fmla="*/ 172 h 176"/>
              <a:gd name="T56" fmla="*/ 136 w 176"/>
              <a:gd name="T57" fmla="*/ 172 h 176"/>
              <a:gd name="T58" fmla="*/ 144 w 176"/>
              <a:gd name="T59" fmla="*/ 160 h 176"/>
              <a:gd name="T60" fmla="*/ 160 w 176"/>
              <a:gd name="T61" fmla="*/ 8 h 176"/>
              <a:gd name="T62" fmla="*/ 176 w 176"/>
              <a:gd name="T63" fmla="*/ 4 h 176"/>
              <a:gd name="T64" fmla="*/ 152 w 176"/>
              <a:gd name="T65" fmla="*/ 144 h 176"/>
              <a:gd name="T66" fmla="*/ 32 w 176"/>
              <a:gd name="T67" fmla="*/ 152 h 176"/>
              <a:gd name="T68" fmla="*/ 24 w 176"/>
              <a:gd name="T69" fmla="*/ 8 h 176"/>
              <a:gd name="T70" fmla="*/ 152 w 176"/>
              <a:gd name="T71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3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40" y="56"/>
                  <a:pt x="40" y="56"/>
                  <a:pt x="40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24"/>
                </a:lnTo>
                <a:close/>
                <a:moveTo>
                  <a:pt x="128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40"/>
                  <a:pt x="96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48"/>
                  <a:pt x="80" y="48"/>
                  <a:pt x="80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128" y="32"/>
                  <a:pt x="128" y="32"/>
                  <a:pt x="128" y="32"/>
                </a:cubicBezTo>
                <a:lnTo>
                  <a:pt x="128" y="48"/>
                </a:lnTo>
                <a:close/>
                <a:moveTo>
                  <a:pt x="136" y="104"/>
                </a:moveTo>
                <a:cubicBezTo>
                  <a:pt x="40" y="104"/>
                  <a:pt x="40" y="104"/>
                  <a:pt x="40" y="104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104"/>
                </a:lnTo>
                <a:close/>
                <a:moveTo>
                  <a:pt x="128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128" y="112"/>
                  <a:pt x="128" y="112"/>
                  <a:pt x="128" y="112"/>
                </a:cubicBezTo>
                <a:lnTo>
                  <a:pt x="128" y="128"/>
                </a:lnTo>
                <a:close/>
                <a:moveTo>
                  <a:pt x="136" y="64"/>
                </a:moveTo>
                <a:cubicBezTo>
                  <a:pt x="40" y="64"/>
                  <a:pt x="40" y="64"/>
                  <a:pt x="40" y="64"/>
                </a:cubicBezTo>
                <a:cubicBezTo>
                  <a:pt x="40" y="96"/>
                  <a:pt x="40" y="96"/>
                  <a:pt x="40" y="96"/>
                </a:cubicBezTo>
                <a:cubicBezTo>
                  <a:pt x="136" y="96"/>
                  <a:pt x="136" y="96"/>
                  <a:pt x="136" y="96"/>
                </a:cubicBezTo>
                <a:lnTo>
                  <a:pt x="136" y="64"/>
                </a:lnTo>
                <a:close/>
                <a:moveTo>
                  <a:pt x="128" y="88"/>
                </a:moveTo>
                <a:cubicBezTo>
                  <a:pt x="96" y="88"/>
                  <a:pt x="96" y="88"/>
                  <a:pt x="96" y="88"/>
                </a:cubicBezTo>
                <a:cubicBezTo>
                  <a:pt x="96" y="80"/>
                  <a:pt x="96" y="80"/>
                  <a:pt x="96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8"/>
                  <a:pt x="80" y="88"/>
                  <a:pt x="80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72"/>
                  <a:pt x="48" y="72"/>
                  <a:pt x="48" y="72"/>
                </a:cubicBezTo>
                <a:cubicBezTo>
                  <a:pt x="128" y="72"/>
                  <a:pt x="128" y="72"/>
                  <a:pt x="128" y="72"/>
                </a:cubicBezTo>
                <a:lnTo>
                  <a:pt x="128" y="88"/>
                </a:lnTo>
                <a:close/>
                <a:moveTo>
                  <a:pt x="172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53"/>
                  <a:pt x="23" y="160"/>
                  <a:pt x="32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40" y="174"/>
                  <a:pt x="42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4" y="176"/>
                  <a:pt x="136" y="174"/>
                  <a:pt x="136" y="172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8"/>
                  <a:pt x="160" y="8"/>
                  <a:pt x="160" y="8"/>
                </a:cubicBezTo>
                <a:cubicBezTo>
                  <a:pt x="172" y="8"/>
                  <a:pt x="172" y="8"/>
                  <a:pt x="172" y="8"/>
                </a:cubicBezTo>
                <a:cubicBezTo>
                  <a:pt x="174" y="8"/>
                  <a:pt x="176" y="6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52" y="144"/>
                </a:moveTo>
                <a:cubicBezTo>
                  <a:pt x="152" y="148"/>
                  <a:pt x="148" y="152"/>
                  <a:pt x="144" y="152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28" y="152"/>
                  <a:pt x="24" y="148"/>
                  <a:pt x="24" y="144"/>
                </a:cubicBezTo>
                <a:cubicBezTo>
                  <a:pt x="24" y="8"/>
                  <a:pt x="24" y="8"/>
                  <a:pt x="24" y="8"/>
                </a:cubicBezTo>
                <a:cubicBezTo>
                  <a:pt x="152" y="8"/>
                  <a:pt x="152" y="8"/>
                  <a:pt x="152" y="8"/>
                </a:cubicBezTo>
                <a:lnTo>
                  <a:pt x="152" y="1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452"/>
          <p:cNvSpPr>
            <a:spLocks noEditPoints="1"/>
          </p:cNvSpPr>
          <p:nvPr/>
        </p:nvSpPr>
        <p:spPr bwMode="auto">
          <a:xfrm>
            <a:off x="6668519" y="1758321"/>
            <a:ext cx="272612" cy="334275"/>
          </a:xfrm>
          <a:custGeom>
            <a:avLst/>
            <a:gdLst>
              <a:gd name="T0" fmla="*/ 64 w 144"/>
              <a:gd name="T1" fmla="*/ 96 h 176"/>
              <a:gd name="T2" fmla="*/ 80 w 144"/>
              <a:gd name="T3" fmla="*/ 96 h 176"/>
              <a:gd name="T4" fmla="*/ 80 w 144"/>
              <a:gd name="T5" fmla="*/ 88 h 176"/>
              <a:gd name="T6" fmla="*/ 64 w 144"/>
              <a:gd name="T7" fmla="*/ 88 h 176"/>
              <a:gd name="T8" fmla="*/ 64 w 144"/>
              <a:gd name="T9" fmla="*/ 96 h 176"/>
              <a:gd name="T10" fmla="*/ 64 w 144"/>
              <a:gd name="T11" fmla="*/ 56 h 176"/>
              <a:gd name="T12" fmla="*/ 80 w 144"/>
              <a:gd name="T13" fmla="*/ 56 h 176"/>
              <a:gd name="T14" fmla="*/ 80 w 144"/>
              <a:gd name="T15" fmla="*/ 48 h 176"/>
              <a:gd name="T16" fmla="*/ 64 w 144"/>
              <a:gd name="T17" fmla="*/ 48 h 176"/>
              <a:gd name="T18" fmla="*/ 64 w 144"/>
              <a:gd name="T19" fmla="*/ 56 h 176"/>
              <a:gd name="T20" fmla="*/ 64 w 144"/>
              <a:gd name="T21" fmla="*/ 136 h 176"/>
              <a:gd name="T22" fmla="*/ 80 w 144"/>
              <a:gd name="T23" fmla="*/ 136 h 176"/>
              <a:gd name="T24" fmla="*/ 80 w 144"/>
              <a:gd name="T25" fmla="*/ 128 h 176"/>
              <a:gd name="T26" fmla="*/ 64 w 144"/>
              <a:gd name="T27" fmla="*/ 128 h 176"/>
              <a:gd name="T28" fmla="*/ 64 w 144"/>
              <a:gd name="T29" fmla="*/ 136 h 176"/>
              <a:gd name="T30" fmla="*/ 128 w 144"/>
              <a:gd name="T31" fmla="*/ 0 h 176"/>
              <a:gd name="T32" fmla="*/ 16 w 144"/>
              <a:gd name="T33" fmla="*/ 0 h 176"/>
              <a:gd name="T34" fmla="*/ 0 w 144"/>
              <a:gd name="T35" fmla="*/ 16 h 176"/>
              <a:gd name="T36" fmla="*/ 0 w 144"/>
              <a:gd name="T37" fmla="*/ 160 h 176"/>
              <a:gd name="T38" fmla="*/ 16 w 144"/>
              <a:gd name="T39" fmla="*/ 176 h 176"/>
              <a:gd name="T40" fmla="*/ 128 w 144"/>
              <a:gd name="T41" fmla="*/ 176 h 176"/>
              <a:gd name="T42" fmla="*/ 144 w 144"/>
              <a:gd name="T43" fmla="*/ 160 h 176"/>
              <a:gd name="T44" fmla="*/ 144 w 144"/>
              <a:gd name="T45" fmla="*/ 16 h 176"/>
              <a:gd name="T46" fmla="*/ 128 w 144"/>
              <a:gd name="T47" fmla="*/ 0 h 176"/>
              <a:gd name="T48" fmla="*/ 136 w 144"/>
              <a:gd name="T49" fmla="*/ 160 h 176"/>
              <a:gd name="T50" fmla="*/ 128 w 144"/>
              <a:gd name="T51" fmla="*/ 168 h 176"/>
              <a:gd name="T52" fmla="*/ 16 w 144"/>
              <a:gd name="T53" fmla="*/ 168 h 176"/>
              <a:gd name="T54" fmla="*/ 8 w 144"/>
              <a:gd name="T55" fmla="*/ 160 h 176"/>
              <a:gd name="T56" fmla="*/ 8 w 144"/>
              <a:gd name="T57" fmla="*/ 16 h 176"/>
              <a:gd name="T58" fmla="*/ 16 w 144"/>
              <a:gd name="T59" fmla="*/ 8 h 176"/>
              <a:gd name="T60" fmla="*/ 128 w 144"/>
              <a:gd name="T61" fmla="*/ 8 h 176"/>
              <a:gd name="T62" fmla="*/ 136 w 144"/>
              <a:gd name="T63" fmla="*/ 16 h 176"/>
              <a:gd name="T64" fmla="*/ 136 w 144"/>
              <a:gd name="T65" fmla="*/ 160 h 176"/>
              <a:gd name="T66" fmla="*/ 24 w 144"/>
              <a:gd name="T67" fmla="*/ 152 h 176"/>
              <a:gd name="T68" fmla="*/ 120 w 144"/>
              <a:gd name="T69" fmla="*/ 152 h 176"/>
              <a:gd name="T70" fmla="*/ 120 w 144"/>
              <a:gd name="T71" fmla="*/ 24 h 176"/>
              <a:gd name="T72" fmla="*/ 24 w 144"/>
              <a:gd name="T73" fmla="*/ 24 h 176"/>
              <a:gd name="T74" fmla="*/ 24 w 144"/>
              <a:gd name="T75" fmla="*/ 152 h 176"/>
              <a:gd name="T76" fmla="*/ 32 w 144"/>
              <a:gd name="T77" fmla="*/ 32 h 176"/>
              <a:gd name="T78" fmla="*/ 112 w 144"/>
              <a:gd name="T79" fmla="*/ 32 h 176"/>
              <a:gd name="T80" fmla="*/ 112 w 144"/>
              <a:gd name="T81" fmla="*/ 64 h 176"/>
              <a:gd name="T82" fmla="*/ 32 w 144"/>
              <a:gd name="T83" fmla="*/ 64 h 176"/>
              <a:gd name="T84" fmla="*/ 32 w 144"/>
              <a:gd name="T85" fmla="*/ 32 h 176"/>
              <a:gd name="T86" fmla="*/ 32 w 144"/>
              <a:gd name="T87" fmla="*/ 72 h 176"/>
              <a:gd name="T88" fmla="*/ 112 w 144"/>
              <a:gd name="T89" fmla="*/ 72 h 176"/>
              <a:gd name="T90" fmla="*/ 112 w 144"/>
              <a:gd name="T91" fmla="*/ 104 h 176"/>
              <a:gd name="T92" fmla="*/ 32 w 144"/>
              <a:gd name="T93" fmla="*/ 104 h 176"/>
              <a:gd name="T94" fmla="*/ 32 w 144"/>
              <a:gd name="T95" fmla="*/ 72 h 176"/>
              <a:gd name="T96" fmla="*/ 32 w 144"/>
              <a:gd name="T97" fmla="*/ 112 h 176"/>
              <a:gd name="T98" fmla="*/ 112 w 144"/>
              <a:gd name="T99" fmla="*/ 112 h 176"/>
              <a:gd name="T100" fmla="*/ 112 w 144"/>
              <a:gd name="T101" fmla="*/ 144 h 176"/>
              <a:gd name="T102" fmla="*/ 32 w 144"/>
              <a:gd name="T103" fmla="*/ 144 h 176"/>
              <a:gd name="T104" fmla="*/ 32 w 144"/>
              <a:gd name="T105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4" h="176">
                <a:moveTo>
                  <a:pt x="64" y="96"/>
                </a:moveTo>
                <a:cubicBezTo>
                  <a:pt x="80" y="96"/>
                  <a:pt x="80" y="96"/>
                  <a:pt x="80" y="96"/>
                </a:cubicBezTo>
                <a:cubicBezTo>
                  <a:pt x="80" y="88"/>
                  <a:pt x="80" y="88"/>
                  <a:pt x="80" y="88"/>
                </a:cubicBezTo>
                <a:cubicBezTo>
                  <a:pt x="64" y="88"/>
                  <a:pt x="64" y="88"/>
                  <a:pt x="64" y="88"/>
                </a:cubicBezTo>
                <a:lnTo>
                  <a:pt x="64" y="96"/>
                </a:lnTo>
                <a:close/>
                <a:moveTo>
                  <a:pt x="64" y="56"/>
                </a:moveTo>
                <a:cubicBezTo>
                  <a:pt x="80" y="56"/>
                  <a:pt x="80" y="56"/>
                  <a:pt x="80" y="56"/>
                </a:cubicBezTo>
                <a:cubicBezTo>
                  <a:pt x="80" y="48"/>
                  <a:pt x="80" y="48"/>
                  <a:pt x="80" y="48"/>
                </a:cubicBezTo>
                <a:cubicBezTo>
                  <a:pt x="64" y="48"/>
                  <a:pt x="64" y="48"/>
                  <a:pt x="64" y="48"/>
                </a:cubicBezTo>
                <a:lnTo>
                  <a:pt x="64" y="56"/>
                </a:lnTo>
                <a:close/>
                <a:moveTo>
                  <a:pt x="64" y="136"/>
                </a:moveTo>
                <a:cubicBezTo>
                  <a:pt x="80" y="136"/>
                  <a:pt x="80" y="136"/>
                  <a:pt x="80" y="136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4" y="128"/>
                  <a:pt x="64" y="128"/>
                  <a:pt x="64" y="128"/>
                </a:cubicBezTo>
                <a:lnTo>
                  <a:pt x="64" y="136"/>
                </a:lnTo>
                <a:close/>
                <a:moveTo>
                  <a:pt x="12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160"/>
                </a:lnTo>
                <a:close/>
                <a:moveTo>
                  <a:pt x="24" y="152"/>
                </a:moveTo>
                <a:cubicBezTo>
                  <a:pt x="120" y="152"/>
                  <a:pt x="120" y="152"/>
                  <a:pt x="120" y="15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24" y="24"/>
                  <a:pt x="24" y="24"/>
                  <a:pt x="24" y="24"/>
                </a:cubicBezTo>
                <a:lnTo>
                  <a:pt x="24" y="152"/>
                </a:lnTo>
                <a:close/>
                <a:moveTo>
                  <a:pt x="32" y="32"/>
                </a:moveTo>
                <a:cubicBezTo>
                  <a:pt x="112" y="32"/>
                  <a:pt x="112" y="32"/>
                  <a:pt x="112" y="32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32"/>
                </a:lnTo>
                <a:close/>
                <a:moveTo>
                  <a:pt x="32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32" y="104"/>
                  <a:pt x="32" y="104"/>
                  <a:pt x="32" y="104"/>
                </a:cubicBezTo>
                <a:lnTo>
                  <a:pt x="32" y="72"/>
                </a:lnTo>
                <a:close/>
                <a:moveTo>
                  <a:pt x="32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32" y="144"/>
                  <a:pt x="32" y="144"/>
                  <a:pt x="32" y="144"/>
                </a:cubicBezTo>
                <a:lnTo>
                  <a:pt x="32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453"/>
          <p:cNvSpPr>
            <a:spLocks noEditPoints="1"/>
          </p:cNvSpPr>
          <p:nvPr/>
        </p:nvSpPr>
        <p:spPr bwMode="auto">
          <a:xfrm>
            <a:off x="7277030" y="1758321"/>
            <a:ext cx="334275" cy="334275"/>
          </a:xfrm>
          <a:custGeom>
            <a:avLst/>
            <a:gdLst>
              <a:gd name="T0" fmla="*/ 124 w 176"/>
              <a:gd name="T1" fmla="*/ 36 h 176"/>
              <a:gd name="T2" fmla="*/ 123 w 176"/>
              <a:gd name="T3" fmla="*/ 36 h 176"/>
              <a:gd name="T4" fmla="*/ 123 w 176"/>
              <a:gd name="T5" fmla="*/ 36 h 176"/>
              <a:gd name="T6" fmla="*/ 94 w 176"/>
              <a:gd name="T7" fmla="*/ 32 h 176"/>
              <a:gd name="T8" fmla="*/ 92 w 176"/>
              <a:gd name="T9" fmla="*/ 32 h 176"/>
              <a:gd name="T10" fmla="*/ 92 w 176"/>
              <a:gd name="T11" fmla="*/ 32 h 176"/>
              <a:gd name="T12" fmla="*/ 91 w 176"/>
              <a:gd name="T13" fmla="*/ 32 h 176"/>
              <a:gd name="T14" fmla="*/ 91 w 176"/>
              <a:gd name="T15" fmla="*/ 32 h 176"/>
              <a:gd name="T16" fmla="*/ 88 w 176"/>
              <a:gd name="T17" fmla="*/ 36 h 176"/>
              <a:gd name="T18" fmla="*/ 88 w 176"/>
              <a:gd name="T19" fmla="*/ 108 h 176"/>
              <a:gd name="T20" fmla="*/ 76 w 176"/>
              <a:gd name="T21" fmla="*/ 104 h 176"/>
              <a:gd name="T22" fmla="*/ 68 w 176"/>
              <a:gd name="T23" fmla="*/ 104 h 176"/>
              <a:gd name="T24" fmla="*/ 48 w 176"/>
              <a:gd name="T25" fmla="*/ 124 h 176"/>
              <a:gd name="T26" fmla="*/ 68 w 176"/>
              <a:gd name="T27" fmla="*/ 144 h 176"/>
              <a:gd name="T28" fmla="*/ 76 w 176"/>
              <a:gd name="T29" fmla="*/ 144 h 176"/>
              <a:gd name="T30" fmla="*/ 96 w 176"/>
              <a:gd name="T31" fmla="*/ 124 h 176"/>
              <a:gd name="T32" fmla="*/ 96 w 176"/>
              <a:gd name="T33" fmla="*/ 64 h 176"/>
              <a:gd name="T34" fmla="*/ 122 w 176"/>
              <a:gd name="T35" fmla="*/ 68 h 176"/>
              <a:gd name="T36" fmla="*/ 124 w 176"/>
              <a:gd name="T37" fmla="*/ 68 h 176"/>
              <a:gd name="T38" fmla="*/ 124 w 176"/>
              <a:gd name="T39" fmla="*/ 68 h 176"/>
              <a:gd name="T40" fmla="*/ 125 w 176"/>
              <a:gd name="T41" fmla="*/ 68 h 176"/>
              <a:gd name="T42" fmla="*/ 125 w 176"/>
              <a:gd name="T43" fmla="*/ 68 h 176"/>
              <a:gd name="T44" fmla="*/ 128 w 176"/>
              <a:gd name="T45" fmla="*/ 64 h 176"/>
              <a:gd name="T46" fmla="*/ 128 w 176"/>
              <a:gd name="T47" fmla="*/ 40 h 176"/>
              <a:gd name="T48" fmla="*/ 124 w 176"/>
              <a:gd name="T49" fmla="*/ 36 h 176"/>
              <a:gd name="T50" fmla="*/ 76 w 176"/>
              <a:gd name="T51" fmla="*/ 136 h 176"/>
              <a:gd name="T52" fmla="*/ 68 w 176"/>
              <a:gd name="T53" fmla="*/ 136 h 176"/>
              <a:gd name="T54" fmla="*/ 56 w 176"/>
              <a:gd name="T55" fmla="*/ 124 h 176"/>
              <a:gd name="T56" fmla="*/ 68 w 176"/>
              <a:gd name="T57" fmla="*/ 112 h 176"/>
              <a:gd name="T58" fmla="*/ 76 w 176"/>
              <a:gd name="T59" fmla="*/ 112 h 176"/>
              <a:gd name="T60" fmla="*/ 88 w 176"/>
              <a:gd name="T61" fmla="*/ 124 h 176"/>
              <a:gd name="T62" fmla="*/ 76 w 176"/>
              <a:gd name="T63" fmla="*/ 136 h 176"/>
              <a:gd name="T64" fmla="*/ 120 w 176"/>
              <a:gd name="T65" fmla="*/ 60 h 176"/>
              <a:gd name="T66" fmla="*/ 96 w 176"/>
              <a:gd name="T67" fmla="*/ 57 h 176"/>
              <a:gd name="T68" fmla="*/ 96 w 176"/>
              <a:gd name="T69" fmla="*/ 40 h 176"/>
              <a:gd name="T70" fmla="*/ 120 w 176"/>
              <a:gd name="T71" fmla="*/ 43 h 176"/>
              <a:gd name="T72" fmla="*/ 120 w 176"/>
              <a:gd name="T73" fmla="*/ 60 h 176"/>
              <a:gd name="T74" fmla="*/ 88 w 176"/>
              <a:gd name="T75" fmla="*/ 0 h 176"/>
              <a:gd name="T76" fmla="*/ 0 w 176"/>
              <a:gd name="T77" fmla="*/ 88 h 176"/>
              <a:gd name="T78" fmla="*/ 88 w 176"/>
              <a:gd name="T79" fmla="*/ 176 h 176"/>
              <a:gd name="T80" fmla="*/ 176 w 176"/>
              <a:gd name="T81" fmla="*/ 88 h 176"/>
              <a:gd name="T82" fmla="*/ 88 w 176"/>
              <a:gd name="T83" fmla="*/ 0 h 176"/>
              <a:gd name="T84" fmla="*/ 88 w 176"/>
              <a:gd name="T85" fmla="*/ 168 h 176"/>
              <a:gd name="T86" fmla="*/ 8 w 176"/>
              <a:gd name="T87" fmla="*/ 88 h 176"/>
              <a:gd name="T88" fmla="*/ 88 w 176"/>
              <a:gd name="T89" fmla="*/ 8 h 176"/>
              <a:gd name="T90" fmla="*/ 168 w 176"/>
              <a:gd name="T91" fmla="*/ 88 h 176"/>
              <a:gd name="T92" fmla="*/ 88 w 176"/>
              <a:gd name="T9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124" y="36"/>
                </a:moveTo>
                <a:cubicBezTo>
                  <a:pt x="124" y="36"/>
                  <a:pt x="124" y="36"/>
                  <a:pt x="123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94" y="32"/>
                  <a:pt x="94" y="32"/>
                  <a:pt x="94" y="32"/>
                </a:cubicBezTo>
                <a:cubicBezTo>
                  <a:pt x="93" y="32"/>
                  <a:pt x="93" y="32"/>
                  <a:pt x="92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1" y="32"/>
                  <a:pt x="91" y="32"/>
                  <a:pt x="91" y="32"/>
                </a:cubicBezTo>
                <a:cubicBezTo>
                  <a:pt x="91" y="32"/>
                  <a:pt x="91" y="32"/>
                  <a:pt x="91" y="32"/>
                </a:cubicBezTo>
                <a:cubicBezTo>
                  <a:pt x="89" y="32"/>
                  <a:pt x="88" y="34"/>
                  <a:pt x="88" y="36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5" y="106"/>
                  <a:pt x="81" y="104"/>
                  <a:pt x="76" y="104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57" y="104"/>
                  <a:pt x="48" y="113"/>
                  <a:pt x="48" y="124"/>
                </a:cubicBezTo>
                <a:cubicBezTo>
                  <a:pt x="48" y="135"/>
                  <a:pt x="57" y="144"/>
                  <a:pt x="68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87" y="144"/>
                  <a:pt x="96" y="135"/>
                  <a:pt x="96" y="124"/>
                </a:cubicBezTo>
                <a:cubicBezTo>
                  <a:pt x="96" y="64"/>
                  <a:pt x="96" y="64"/>
                  <a:pt x="96" y="64"/>
                </a:cubicBezTo>
                <a:cubicBezTo>
                  <a:pt x="122" y="68"/>
                  <a:pt x="122" y="68"/>
                  <a:pt x="122" y="68"/>
                </a:cubicBezTo>
                <a:cubicBezTo>
                  <a:pt x="123" y="68"/>
                  <a:pt x="123" y="68"/>
                  <a:pt x="124" y="6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7" y="68"/>
                  <a:pt x="128" y="66"/>
                  <a:pt x="128" y="64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28" y="38"/>
                  <a:pt x="126" y="36"/>
                  <a:pt x="124" y="36"/>
                </a:cubicBezTo>
                <a:moveTo>
                  <a:pt x="76" y="136"/>
                </a:moveTo>
                <a:cubicBezTo>
                  <a:pt x="68" y="136"/>
                  <a:pt x="68" y="136"/>
                  <a:pt x="68" y="136"/>
                </a:cubicBezTo>
                <a:cubicBezTo>
                  <a:pt x="61" y="136"/>
                  <a:pt x="56" y="131"/>
                  <a:pt x="56" y="124"/>
                </a:cubicBezTo>
                <a:cubicBezTo>
                  <a:pt x="56" y="117"/>
                  <a:pt x="61" y="112"/>
                  <a:pt x="68" y="112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83" y="112"/>
                  <a:pt x="88" y="117"/>
                  <a:pt x="88" y="124"/>
                </a:cubicBezTo>
                <a:cubicBezTo>
                  <a:pt x="88" y="131"/>
                  <a:pt x="83" y="136"/>
                  <a:pt x="76" y="136"/>
                </a:cubicBezTo>
                <a:moveTo>
                  <a:pt x="120" y="60"/>
                </a:moveTo>
                <a:cubicBezTo>
                  <a:pt x="96" y="57"/>
                  <a:pt x="96" y="57"/>
                  <a:pt x="96" y="57"/>
                </a:cubicBezTo>
                <a:cubicBezTo>
                  <a:pt x="96" y="40"/>
                  <a:pt x="96" y="40"/>
                  <a:pt x="96" y="40"/>
                </a:cubicBezTo>
                <a:cubicBezTo>
                  <a:pt x="120" y="43"/>
                  <a:pt x="120" y="43"/>
                  <a:pt x="120" y="43"/>
                </a:cubicBezTo>
                <a:lnTo>
                  <a:pt x="120" y="60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454"/>
          <p:cNvSpPr>
            <a:spLocks noEditPoints="1"/>
          </p:cNvSpPr>
          <p:nvPr/>
        </p:nvSpPr>
        <p:spPr bwMode="auto">
          <a:xfrm>
            <a:off x="1524581" y="2396040"/>
            <a:ext cx="335898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24 w 176"/>
              <a:gd name="T37" fmla="*/ 36 h 176"/>
              <a:gd name="T38" fmla="*/ 123 w 176"/>
              <a:gd name="T39" fmla="*/ 36 h 176"/>
              <a:gd name="T40" fmla="*/ 123 w 176"/>
              <a:gd name="T41" fmla="*/ 36 h 176"/>
              <a:gd name="T42" fmla="*/ 94 w 176"/>
              <a:gd name="T43" fmla="*/ 32 h 176"/>
              <a:gd name="T44" fmla="*/ 92 w 176"/>
              <a:gd name="T45" fmla="*/ 32 h 176"/>
              <a:gd name="T46" fmla="*/ 92 w 176"/>
              <a:gd name="T47" fmla="*/ 32 h 176"/>
              <a:gd name="T48" fmla="*/ 91 w 176"/>
              <a:gd name="T49" fmla="*/ 32 h 176"/>
              <a:gd name="T50" fmla="*/ 91 w 176"/>
              <a:gd name="T51" fmla="*/ 32 h 176"/>
              <a:gd name="T52" fmla="*/ 88 w 176"/>
              <a:gd name="T53" fmla="*/ 36 h 176"/>
              <a:gd name="T54" fmla="*/ 88 w 176"/>
              <a:gd name="T55" fmla="*/ 108 h 176"/>
              <a:gd name="T56" fmla="*/ 76 w 176"/>
              <a:gd name="T57" fmla="*/ 104 h 176"/>
              <a:gd name="T58" fmla="*/ 68 w 176"/>
              <a:gd name="T59" fmla="*/ 104 h 176"/>
              <a:gd name="T60" fmla="*/ 48 w 176"/>
              <a:gd name="T61" fmla="*/ 124 h 176"/>
              <a:gd name="T62" fmla="*/ 68 w 176"/>
              <a:gd name="T63" fmla="*/ 144 h 176"/>
              <a:gd name="T64" fmla="*/ 76 w 176"/>
              <a:gd name="T65" fmla="*/ 144 h 176"/>
              <a:gd name="T66" fmla="*/ 96 w 176"/>
              <a:gd name="T67" fmla="*/ 124 h 176"/>
              <a:gd name="T68" fmla="*/ 96 w 176"/>
              <a:gd name="T69" fmla="*/ 64 h 176"/>
              <a:gd name="T70" fmla="*/ 122 w 176"/>
              <a:gd name="T71" fmla="*/ 68 h 176"/>
              <a:gd name="T72" fmla="*/ 124 w 176"/>
              <a:gd name="T73" fmla="*/ 68 h 176"/>
              <a:gd name="T74" fmla="*/ 124 w 176"/>
              <a:gd name="T75" fmla="*/ 68 h 176"/>
              <a:gd name="T76" fmla="*/ 125 w 176"/>
              <a:gd name="T77" fmla="*/ 68 h 176"/>
              <a:gd name="T78" fmla="*/ 125 w 176"/>
              <a:gd name="T79" fmla="*/ 68 h 176"/>
              <a:gd name="T80" fmla="*/ 128 w 176"/>
              <a:gd name="T81" fmla="*/ 64 h 176"/>
              <a:gd name="T82" fmla="*/ 128 w 176"/>
              <a:gd name="T83" fmla="*/ 40 h 176"/>
              <a:gd name="T84" fmla="*/ 124 w 176"/>
              <a:gd name="T85" fmla="*/ 36 h 176"/>
              <a:gd name="T86" fmla="*/ 76 w 176"/>
              <a:gd name="T87" fmla="*/ 136 h 176"/>
              <a:gd name="T88" fmla="*/ 68 w 176"/>
              <a:gd name="T89" fmla="*/ 136 h 176"/>
              <a:gd name="T90" fmla="*/ 56 w 176"/>
              <a:gd name="T91" fmla="*/ 124 h 176"/>
              <a:gd name="T92" fmla="*/ 68 w 176"/>
              <a:gd name="T93" fmla="*/ 112 h 176"/>
              <a:gd name="T94" fmla="*/ 76 w 176"/>
              <a:gd name="T95" fmla="*/ 112 h 176"/>
              <a:gd name="T96" fmla="*/ 88 w 176"/>
              <a:gd name="T97" fmla="*/ 124 h 176"/>
              <a:gd name="T98" fmla="*/ 76 w 176"/>
              <a:gd name="T99" fmla="*/ 136 h 176"/>
              <a:gd name="T100" fmla="*/ 120 w 176"/>
              <a:gd name="T101" fmla="*/ 60 h 176"/>
              <a:gd name="T102" fmla="*/ 96 w 176"/>
              <a:gd name="T103" fmla="*/ 57 h 176"/>
              <a:gd name="T104" fmla="*/ 96 w 176"/>
              <a:gd name="T105" fmla="*/ 40 h 176"/>
              <a:gd name="T106" fmla="*/ 120 w 176"/>
              <a:gd name="T107" fmla="*/ 43 h 176"/>
              <a:gd name="T108" fmla="*/ 120 w 176"/>
              <a:gd name="T109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24" y="36"/>
                </a:moveTo>
                <a:cubicBezTo>
                  <a:pt x="124" y="36"/>
                  <a:pt x="124" y="36"/>
                  <a:pt x="123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94" y="32"/>
                  <a:pt x="94" y="32"/>
                  <a:pt x="94" y="32"/>
                </a:cubicBezTo>
                <a:cubicBezTo>
                  <a:pt x="93" y="32"/>
                  <a:pt x="93" y="32"/>
                  <a:pt x="92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1" y="32"/>
                  <a:pt x="91" y="32"/>
                  <a:pt x="91" y="32"/>
                </a:cubicBezTo>
                <a:cubicBezTo>
                  <a:pt x="91" y="32"/>
                  <a:pt x="91" y="32"/>
                  <a:pt x="91" y="32"/>
                </a:cubicBezTo>
                <a:cubicBezTo>
                  <a:pt x="89" y="32"/>
                  <a:pt x="88" y="34"/>
                  <a:pt x="88" y="36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5" y="106"/>
                  <a:pt x="81" y="104"/>
                  <a:pt x="76" y="104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57" y="104"/>
                  <a:pt x="48" y="113"/>
                  <a:pt x="48" y="124"/>
                </a:cubicBezTo>
                <a:cubicBezTo>
                  <a:pt x="48" y="135"/>
                  <a:pt x="57" y="144"/>
                  <a:pt x="68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87" y="144"/>
                  <a:pt x="96" y="135"/>
                  <a:pt x="96" y="124"/>
                </a:cubicBezTo>
                <a:cubicBezTo>
                  <a:pt x="96" y="64"/>
                  <a:pt x="96" y="64"/>
                  <a:pt x="96" y="64"/>
                </a:cubicBezTo>
                <a:cubicBezTo>
                  <a:pt x="122" y="68"/>
                  <a:pt x="122" y="68"/>
                  <a:pt x="122" y="68"/>
                </a:cubicBezTo>
                <a:cubicBezTo>
                  <a:pt x="123" y="68"/>
                  <a:pt x="123" y="68"/>
                  <a:pt x="124" y="6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7" y="68"/>
                  <a:pt x="128" y="66"/>
                  <a:pt x="128" y="64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28" y="38"/>
                  <a:pt x="126" y="36"/>
                  <a:pt x="124" y="36"/>
                </a:cubicBezTo>
                <a:moveTo>
                  <a:pt x="76" y="136"/>
                </a:moveTo>
                <a:cubicBezTo>
                  <a:pt x="68" y="136"/>
                  <a:pt x="68" y="136"/>
                  <a:pt x="68" y="136"/>
                </a:cubicBezTo>
                <a:cubicBezTo>
                  <a:pt x="61" y="136"/>
                  <a:pt x="56" y="131"/>
                  <a:pt x="56" y="124"/>
                </a:cubicBezTo>
                <a:cubicBezTo>
                  <a:pt x="56" y="117"/>
                  <a:pt x="61" y="112"/>
                  <a:pt x="68" y="112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83" y="112"/>
                  <a:pt x="88" y="117"/>
                  <a:pt x="88" y="124"/>
                </a:cubicBezTo>
                <a:cubicBezTo>
                  <a:pt x="88" y="131"/>
                  <a:pt x="83" y="136"/>
                  <a:pt x="76" y="136"/>
                </a:cubicBezTo>
                <a:moveTo>
                  <a:pt x="120" y="60"/>
                </a:moveTo>
                <a:cubicBezTo>
                  <a:pt x="96" y="57"/>
                  <a:pt x="96" y="57"/>
                  <a:pt x="96" y="57"/>
                </a:cubicBezTo>
                <a:cubicBezTo>
                  <a:pt x="96" y="40"/>
                  <a:pt x="96" y="40"/>
                  <a:pt x="96" y="40"/>
                </a:cubicBezTo>
                <a:cubicBezTo>
                  <a:pt x="120" y="43"/>
                  <a:pt x="120" y="43"/>
                  <a:pt x="120" y="43"/>
                </a:cubicBezTo>
                <a:lnTo>
                  <a:pt x="120" y="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455"/>
          <p:cNvSpPr>
            <a:spLocks noEditPoints="1"/>
          </p:cNvSpPr>
          <p:nvPr/>
        </p:nvSpPr>
        <p:spPr bwMode="auto">
          <a:xfrm>
            <a:off x="2163922" y="2396040"/>
            <a:ext cx="334275" cy="334275"/>
          </a:xfrm>
          <a:custGeom>
            <a:avLst/>
            <a:gdLst>
              <a:gd name="T0" fmla="*/ 16 w 176"/>
              <a:gd name="T1" fmla="*/ 0 h 176"/>
              <a:gd name="T2" fmla="*/ 0 w 176"/>
              <a:gd name="T3" fmla="*/ 160 h 176"/>
              <a:gd name="T4" fmla="*/ 160 w 176"/>
              <a:gd name="T5" fmla="*/ 176 h 176"/>
              <a:gd name="T6" fmla="*/ 176 w 176"/>
              <a:gd name="T7" fmla="*/ 16 h 176"/>
              <a:gd name="T8" fmla="*/ 168 w 176"/>
              <a:gd name="T9" fmla="*/ 160 h 176"/>
              <a:gd name="T10" fmla="*/ 16 w 176"/>
              <a:gd name="T11" fmla="*/ 168 h 176"/>
              <a:gd name="T12" fmla="*/ 8 w 176"/>
              <a:gd name="T13" fmla="*/ 16 h 176"/>
              <a:gd name="T14" fmla="*/ 160 w 176"/>
              <a:gd name="T15" fmla="*/ 8 h 176"/>
              <a:gd name="T16" fmla="*/ 168 w 176"/>
              <a:gd name="T17" fmla="*/ 160 h 176"/>
              <a:gd name="T18" fmla="*/ 84 w 176"/>
              <a:gd name="T19" fmla="*/ 72 h 176"/>
              <a:gd name="T20" fmla="*/ 84 w 176"/>
              <a:gd name="T21" fmla="*/ 64 h 176"/>
              <a:gd name="T22" fmla="*/ 32 w 176"/>
              <a:gd name="T23" fmla="*/ 68 h 176"/>
              <a:gd name="T24" fmla="*/ 36 w 176"/>
              <a:gd name="T25" fmla="*/ 56 h 176"/>
              <a:gd name="T26" fmla="*/ 88 w 176"/>
              <a:gd name="T27" fmla="*/ 52 h 176"/>
              <a:gd name="T28" fmla="*/ 36 w 176"/>
              <a:gd name="T29" fmla="*/ 48 h 176"/>
              <a:gd name="T30" fmla="*/ 36 w 176"/>
              <a:gd name="T31" fmla="*/ 56 h 176"/>
              <a:gd name="T32" fmla="*/ 84 w 176"/>
              <a:gd name="T33" fmla="*/ 80 h 176"/>
              <a:gd name="T34" fmla="*/ 32 w 176"/>
              <a:gd name="T35" fmla="*/ 84 h 176"/>
              <a:gd name="T36" fmla="*/ 84 w 176"/>
              <a:gd name="T37" fmla="*/ 88 h 176"/>
              <a:gd name="T38" fmla="*/ 148 w 176"/>
              <a:gd name="T39" fmla="*/ 36 h 176"/>
              <a:gd name="T40" fmla="*/ 147 w 176"/>
              <a:gd name="T41" fmla="*/ 36 h 176"/>
              <a:gd name="T42" fmla="*/ 116 w 176"/>
              <a:gd name="T43" fmla="*/ 32 h 176"/>
              <a:gd name="T44" fmla="*/ 115 w 176"/>
              <a:gd name="T45" fmla="*/ 32 h 176"/>
              <a:gd name="T46" fmla="*/ 112 w 176"/>
              <a:gd name="T47" fmla="*/ 36 h 176"/>
              <a:gd name="T48" fmla="*/ 100 w 176"/>
              <a:gd name="T49" fmla="*/ 104 h 176"/>
              <a:gd name="T50" fmla="*/ 72 w 176"/>
              <a:gd name="T51" fmla="*/ 124 h 176"/>
              <a:gd name="T52" fmla="*/ 100 w 176"/>
              <a:gd name="T53" fmla="*/ 144 h 176"/>
              <a:gd name="T54" fmla="*/ 120 w 176"/>
              <a:gd name="T55" fmla="*/ 64 h 176"/>
              <a:gd name="T56" fmla="*/ 148 w 176"/>
              <a:gd name="T57" fmla="*/ 68 h 176"/>
              <a:gd name="T58" fmla="*/ 149 w 176"/>
              <a:gd name="T59" fmla="*/ 68 h 176"/>
              <a:gd name="T60" fmla="*/ 152 w 176"/>
              <a:gd name="T61" fmla="*/ 64 h 176"/>
              <a:gd name="T62" fmla="*/ 148 w 176"/>
              <a:gd name="T63" fmla="*/ 36 h 176"/>
              <a:gd name="T64" fmla="*/ 92 w 176"/>
              <a:gd name="T65" fmla="*/ 136 h 176"/>
              <a:gd name="T66" fmla="*/ 92 w 176"/>
              <a:gd name="T67" fmla="*/ 112 h 176"/>
              <a:gd name="T68" fmla="*/ 112 w 176"/>
              <a:gd name="T69" fmla="*/ 124 h 176"/>
              <a:gd name="T70" fmla="*/ 144 w 176"/>
              <a:gd name="T71" fmla="*/ 60 h 176"/>
              <a:gd name="T72" fmla="*/ 120 w 176"/>
              <a:gd name="T73" fmla="*/ 40 h 176"/>
              <a:gd name="T74" fmla="*/ 144 w 176"/>
              <a:gd name="T75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36" y="72"/>
                </a:moveTo>
                <a:cubicBezTo>
                  <a:pt x="84" y="72"/>
                  <a:pt x="84" y="72"/>
                  <a:pt x="84" y="72"/>
                </a:cubicBezTo>
                <a:cubicBezTo>
                  <a:pt x="86" y="72"/>
                  <a:pt x="88" y="70"/>
                  <a:pt x="88" y="68"/>
                </a:cubicBezTo>
                <a:cubicBezTo>
                  <a:pt x="88" y="66"/>
                  <a:pt x="86" y="64"/>
                  <a:pt x="84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4" y="64"/>
                  <a:pt x="32" y="66"/>
                  <a:pt x="32" y="68"/>
                </a:cubicBezTo>
                <a:cubicBezTo>
                  <a:pt x="32" y="70"/>
                  <a:pt x="34" y="72"/>
                  <a:pt x="36" y="72"/>
                </a:cubicBezTo>
                <a:moveTo>
                  <a:pt x="36" y="56"/>
                </a:moveTo>
                <a:cubicBezTo>
                  <a:pt x="84" y="56"/>
                  <a:pt x="84" y="56"/>
                  <a:pt x="84" y="56"/>
                </a:cubicBezTo>
                <a:cubicBezTo>
                  <a:pt x="86" y="56"/>
                  <a:pt x="88" y="54"/>
                  <a:pt x="88" y="52"/>
                </a:cubicBezTo>
                <a:cubicBezTo>
                  <a:pt x="88" y="50"/>
                  <a:pt x="86" y="48"/>
                  <a:pt x="84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moveTo>
                  <a:pt x="88" y="84"/>
                </a:moveTo>
                <a:cubicBezTo>
                  <a:pt x="88" y="82"/>
                  <a:pt x="86" y="80"/>
                  <a:pt x="84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4" y="80"/>
                  <a:pt x="32" y="82"/>
                  <a:pt x="32" y="84"/>
                </a:cubicBezTo>
                <a:cubicBezTo>
                  <a:pt x="32" y="86"/>
                  <a:pt x="34" y="88"/>
                  <a:pt x="36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6" y="88"/>
                  <a:pt x="88" y="86"/>
                  <a:pt x="88" y="84"/>
                </a:cubicBezTo>
                <a:moveTo>
                  <a:pt x="148" y="36"/>
                </a:moveTo>
                <a:cubicBezTo>
                  <a:pt x="148" y="36"/>
                  <a:pt x="148" y="36"/>
                  <a:pt x="147" y="36"/>
                </a:cubicBezTo>
                <a:cubicBezTo>
                  <a:pt x="147" y="36"/>
                  <a:pt x="147" y="36"/>
                  <a:pt x="147" y="36"/>
                </a:cubicBezTo>
                <a:cubicBezTo>
                  <a:pt x="118" y="32"/>
                  <a:pt x="118" y="32"/>
                  <a:pt x="118" y="32"/>
                </a:cubicBezTo>
                <a:cubicBezTo>
                  <a:pt x="117" y="32"/>
                  <a:pt x="117" y="32"/>
                  <a:pt x="116" y="32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5" y="32"/>
                  <a:pt x="115" y="32"/>
                  <a:pt x="115" y="32"/>
                </a:cubicBezTo>
                <a:cubicBezTo>
                  <a:pt x="115" y="32"/>
                  <a:pt x="115" y="32"/>
                  <a:pt x="115" y="32"/>
                </a:cubicBezTo>
                <a:cubicBezTo>
                  <a:pt x="113" y="32"/>
                  <a:pt x="112" y="34"/>
                  <a:pt x="112" y="36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09" y="106"/>
                  <a:pt x="105" y="104"/>
                  <a:pt x="100" y="104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81" y="104"/>
                  <a:pt x="72" y="113"/>
                  <a:pt x="72" y="124"/>
                </a:cubicBezTo>
                <a:cubicBezTo>
                  <a:pt x="72" y="135"/>
                  <a:pt x="81" y="144"/>
                  <a:pt x="92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11" y="144"/>
                  <a:pt x="120" y="135"/>
                  <a:pt x="120" y="12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46" y="68"/>
                  <a:pt x="146" y="68"/>
                  <a:pt x="146" y="68"/>
                </a:cubicBezTo>
                <a:cubicBezTo>
                  <a:pt x="147" y="68"/>
                  <a:pt x="147" y="68"/>
                  <a:pt x="148" y="68"/>
                </a:cubicBezTo>
                <a:cubicBezTo>
                  <a:pt x="148" y="68"/>
                  <a:pt x="148" y="68"/>
                  <a:pt x="148" y="68"/>
                </a:cubicBezTo>
                <a:cubicBezTo>
                  <a:pt x="149" y="68"/>
                  <a:pt x="149" y="68"/>
                  <a:pt x="149" y="68"/>
                </a:cubicBezTo>
                <a:cubicBezTo>
                  <a:pt x="149" y="68"/>
                  <a:pt x="149" y="68"/>
                  <a:pt x="149" y="68"/>
                </a:cubicBezTo>
                <a:cubicBezTo>
                  <a:pt x="151" y="68"/>
                  <a:pt x="152" y="66"/>
                  <a:pt x="152" y="64"/>
                </a:cubicBezTo>
                <a:cubicBezTo>
                  <a:pt x="152" y="40"/>
                  <a:pt x="152" y="40"/>
                  <a:pt x="152" y="40"/>
                </a:cubicBezTo>
                <a:cubicBezTo>
                  <a:pt x="152" y="38"/>
                  <a:pt x="150" y="36"/>
                  <a:pt x="148" y="36"/>
                </a:cubicBezTo>
                <a:moveTo>
                  <a:pt x="100" y="136"/>
                </a:moveTo>
                <a:cubicBezTo>
                  <a:pt x="92" y="136"/>
                  <a:pt x="92" y="136"/>
                  <a:pt x="92" y="136"/>
                </a:cubicBezTo>
                <a:cubicBezTo>
                  <a:pt x="85" y="136"/>
                  <a:pt x="80" y="131"/>
                  <a:pt x="80" y="124"/>
                </a:cubicBezTo>
                <a:cubicBezTo>
                  <a:pt x="80" y="117"/>
                  <a:pt x="85" y="112"/>
                  <a:pt x="92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7" y="112"/>
                  <a:pt x="112" y="117"/>
                  <a:pt x="112" y="124"/>
                </a:cubicBezTo>
                <a:cubicBezTo>
                  <a:pt x="112" y="131"/>
                  <a:pt x="107" y="136"/>
                  <a:pt x="100" y="136"/>
                </a:cubicBezTo>
                <a:moveTo>
                  <a:pt x="144" y="60"/>
                </a:moveTo>
                <a:cubicBezTo>
                  <a:pt x="120" y="57"/>
                  <a:pt x="120" y="57"/>
                  <a:pt x="120" y="57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44" y="43"/>
                  <a:pt x="144" y="43"/>
                  <a:pt x="144" y="43"/>
                </a:cubicBezTo>
                <a:lnTo>
                  <a:pt x="144" y="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456"/>
          <p:cNvSpPr>
            <a:spLocks noEditPoints="1"/>
          </p:cNvSpPr>
          <p:nvPr/>
        </p:nvSpPr>
        <p:spPr bwMode="auto">
          <a:xfrm>
            <a:off x="2803263" y="2396040"/>
            <a:ext cx="334275" cy="334275"/>
          </a:xfrm>
          <a:custGeom>
            <a:avLst/>
            <a:gdLst>
              <a:gd name="T0" fmla="*/ 140 w 176"/>
              <a:gd name="T1" fmla="*/ 24 h 176"/>
              <a:gd name="T2" fmla="*/ 139 w 176"/>
              <a:gd name="T3" fmla="*/ 24 h 176"/>
              <a:gd name="T4" fmla="*/ 139 w 176"/>
              <a:gd name="T5" fmla="*/ 24 h 176"/>
              <a:gd name="T6" fmla="*/ 67 w 176"/>
              <a:gd name="T7" fmla="*/ 40 h 176"/>
              <a:gd name="T8" fmla="*/ 67 w 176"/>
              <a:gd name="T9" fmla="*/ 40 h 176"/>
              <a:gd name="T10" fmla="*/ 64 w 176"/>
              <a:gd name="T11" fmla="*/ 44 h 176"/>
              <a:gd name="T12" fmla="*/ 64 w 176"/>
              <a:gd name="T13" fmla="*/ 116 h 176"/>
              <a:gd name="T14" fmla="*/ 52 w 176"/>
              <a:gd name="T15" fmla="*/ 112 h 176"/>
              <a:gd name="T16" fmla="*/ 44 w 176"/>
              <a:gd name="T17" fmla="*/ 112 h 176"/>
              <a:gd name="T18" fmla="*/ 24 w 176"/>
              <a:gd name="T19" fmla="*/ 132 h 176"/>
              <a:gd name="T20" fmla="*/ 44 w 176"/>
              <a:gd name="T21" fmla="*/ 152 h 176"/>
              <a:gd name="T22" fmla="*/ 52 w 176"/>
              <a:gd name="T23" fmla="*/ 152 h 176"/>
              <a:gd name="T24" fmla="*/ 72 w 176"/>
              <a:gd name="T25" fmla="*/ 132 h 176"/>
              <a:gd name="T26" fmla="*/ 72 w 176"/>
              <a:gd name="T27" fmla="*/ 71 h 176"/>
              <a:gd name="T28" fmla="*/ 136 w 176"/>
              <a:gd name="T29" fmla="*/ 57 h 176"/>
              <a:gd name="T30" fmla="*/ 136 w 176"/>
              <a:gd name="T31" fmla="*/ 100 h 176"/>
              <a:gd name="T32" fmla="*/ 124 w 176"/>
              <a:gd name="T33" fmla="*/ 96 h 176"/>
              <a:gd name="T34" fmla="*/ 116 w 176"/>
              <a:gd name="T35" fmla="*/ 96 h 176"/>
              <a:gd name="T36" fmla="*/ 96 w 176"/>
              <a:gd name="T37" fmla="*/ 116 h 176"/>
              <a:gd name="T38" fmla="*/ 116 w 176"/>
              <a:gd name="T39" fmla="*/ 136 h 176"/>
              <a:gd name="T40" fmla="*/ 124 w 176"/>
              <a:gd name="T41" fmla="*/ 136 h 176"/>
              <a:gd name="T42" fmla="*/ 144 w 176"/>
              <a:gd name="T43" fmla="*/ 116 h 176"/>
              <a:gd name="T44" fmla="*/ 144 w 176"/>
              <a:gd name="T45" fmla="*/ 28 h 176"/>
              <a:gd name="T46" fmla="*/ 140 w 176"/>
              <a:gd name="T47" fmla="*/ 24 h 176"/>
              <a:gd name="T48" fmla="*/ 52 w 176"/>
              <a:gd name="T49" fmla="*/ 144 h 176"/>
              <a:gd name="T50" fmla="*/ 44 w 176"/>
              <a:gd name="T51" fmla="*/ 144 h 176"/>
              <a:gd name="T52" fmla="*/ 32 w 176"/>
              <a:gd name="T53" fmla="*/ 132 h 176"/>
              <a:gd name="T54" fmla="*/ 44 w 176"/>
              <a:gd name="T55" fmla="*/ 120 h 176"/>
              <a:gd name="T56" fmla="*/ 52 w 176"/>
              <a:gd name="T57" fmla="*/ 120 h 176"/>
              <a:gd name="T58" fmla="*/ 64 w 176"/>
              <a:gd name="T59" fmla="*/ 132 h 176"/>
              <a:gd name="T60" fmla="*/ 52 w 176"/>
              <a:gd name="T61" fmla="*/ 144 h 176"/>
              <a:gd name="T62" fmla="*/ 124 w 176"/>
              <a:gd name="T63" fmla="*/ 128 h 176"/>
              <a:gd name="T64" fmla="*/ 116 w 176"/>
              <a:gd name="T65" fmla="*/ 128 h 176"/>
              <a:gd name="T66" fmla="*/ 104 w 176"/>
              <a:gd name="T67" fmla="*/ 116 h 176"/>
              <a:gd name="T68" fmla="*/ 116 w 176"/>
              <a:gd name="T69" fmla="*/ 104 h 176"/>
              <a:gd name="T70" fmla="*/ 124 w 176"/>
              <a:gd name="T71" fmla="*/ 104 h 176"/>
              <a:gd name="T72" fmla="*/ 136 w 176"/>
              <a:gd name="T73" fmla="*/ 116 h 176"/>
              <a:gd name="T74" fmla="*/ 124 w 176"/>
              <a:gd name="T75" fmla="*/ 128 h 176"/>
              <a:gd name="T76" fmla="*/ 136 w 176"/>
              <a:gd name="T77" fmla="*/ 49 h 176"/>
              <a:gd name="T78" fmla="*/ 72 w 176"/>
              <a:gd name="T79" fmla="*/ 63 h 176"/>
              <a:gd name="T80" fmla="*/ 72 w 176"/>
              <a:gd name="T81" fmla="*/ 47 h 176"/>
              <a:gd name="T82" fmla="*/ 136 w 176"/>
              <a:gd name="T83" fmla="*/ 33 h 176"/>
              <a:gd name="T84" fmla="*/ 136 w 176"/>
              <a:gd name="T85" fmla="*/ 49 h 176"/>
              <a:gd name="T86" fmla="*/ 160 w 176"/>
              <a:gd name="T87" fmla="*/ 0 h 176"/>
              <a:gd name="T88" fmla="*/ 16 w 176"/>
              <a:gd name="T89" fmla="*/ 0 h 176"/>
              <a:gd name="T90" fmla="*/ 0 w 176"/>
              <a:gd name="T91" fmla="*/ 16 h 176"/>
              <a:gd name="T92" fmla="*/ 0 w 176"/>
              <a:gd name="T93" fmla="*/ 160 h 176"/>
              <a:gd name="T94" fmla="*/ 16 w 176"/>
              <a:gd name="T95" fmla="*/ 176 h 176"/>
              <a:gd name="T96" fmla="*/ 160 w 176"/>
              <a:gd name="T97" fmla="*/ 176 h 176"/>
              <a:gd name="T98" fmla="*/ 176 w 176"/>
              <a:gd name="T99" fmla="*/ 160 h 176"/>
              <a:gd name="T100" fmla="*/ 176 w 176"/>
              <a:gd name="T101" fmla="*/ 16 h 176"/>
              <a:gd name="T102" fmla="*/ 160 w 176"/>
              <a:gd name="T103" fmla="*/ 0 h 176"/>
              <a:gd name="T104" fmla="*/ 168 w 176"/>
              <a:gd name="T105" fmla="*/ 160 h 176"/>
              <a:gd name="T106" fmla="*/ 160 w 176"/>
              <a:gd name="T107" fmla="*/ 168 h 176"/>
              <a:gd name="T108" fmla="*/ 16 w 176"/>
              <a:gd name="T109" fmla="*/ 168 h 176"/>
              <a:gd name="T110" fmla="*/ 8 w 176"/>
              <a:gd name="T111" fmla="*/ 160 h 176"/>
              <a:gd name="T112" fmla="*/ 8 w 176"/>
              <a:gd name="T113" fmla="*/ 16 h 176"/>
              <a:gd name="T114" fmla="*/ 16 w 176"/>
              <a:gd name="T115" fmla="*/ 8 h 176"/>
              <a:gd name="T116" fmla="*/ 160 w 176"/>
              <a:gd name="T117" fmla="*/ 8 h 176"/>
              <a:gd name="T118" fmla="*/ 168 w 176"/>
              <a:gd name="T119" fmla="*/ 16 h 176"/>
              <a:gd name="T120" fmla="*/ 168 w 176"/>
              <a:gd name="T12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40" y="24"/>
                </a:moveTo>
                <a:cubicBezTo>
                  <a:pt x="140" y="24"/>
                  <a:pt x="139" y="24"/>
                  <a:pt x="139" y="24"/>
                </a:cubicBezTo>
                <a:cubicBezTo>
                  <a:pt x="139" y="24"/>
                  <a:pt x="139" y="24"/>
                  <a:pt x="139" y="24"/>
                </a:cubicBezTo>
                <a:cubicBezTo>
                  <a:pt x="67" y="40"/>
                  <a:pt x="67" y="40"/>
                  <a:pt x="67" y="40"/>
                </a:cubicBezTo>
                <a:cubicBezTo>
                  <a:pt x="67" y="40"/>
                  <a:pt x="67" y="40"/>
                  <a:pt x="67" y="40"/>
                </a:cubicBezTo>
                <a:cubicBezTo>
                  <a:pt x="65" y="41"/>
                  <a:pt x="64" y="42"/>
                  <a:pt x="64" y="44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1" y="114"/>
                  <a:pt x="57" y="112"/>
                  <a:pt x="52" y="112"/>
                </a:cubicBezTo>
                <a:cubicBezTo>
                  <a:pt x="44" y="112"/>
                  <a:pt x="44" y="112"/>
                  <a:pt x="44" y="112"/>
                </a:cubicBezTo>
                <a:cubicBezTo>
                  <a:pt x="33" y="112"/>
                  <a:pt x="24" y="121"/>
                  <a:pt x="24" y="132"/>
                </a:cubicBezTo>
                <a:cubicBezTo>
                  <a:pt x="24" y="143"/>
                  <a:pt x="33" y="152"/>
                  <a:pt x="44" y="152"/>
                </a:cubicBezTo>
                <a:cubicBezTo>
                  <a:pt x="52" y="152"/>
                  <a:pt x="52" y="152"/>
                  <a:pt x="52" y="152"/>
                </a:cubicBezTo>
                <a:cubicBezTo>
                  <a:pt x="63" y="152"/>
                  <a:pt x="72" y="143"/>
                  <a:pt x="72" y="132"/>
                </a:cubicBezTo>
                <a:cubicBezTo>
                  <a:pt x="72" y="71"/>
                  <a:pt x="72" y="71"/>
                  <a:pt x="72" y="71"/>
                </a:cubicBezTo>
                <a:cubicBezTo>
                  <a:pt x="136" y="57"/>
                  <a:pt x="136" y="57"/>
                  <a:pt x="136" y="57"/>
                </a:cubicBezTo>
                <a:cubicBezTo>
                  <a:pt x="136" y="100"/>
                  <a:pt x="136" y="100"/>
                  <a:pt x="136" y="100"/>
                </a:cubicBezTo>
                <a:cubicBezTo>
                  <a:pt x="133" y="98"/>
                  <a:pt x="129" y="96"/>
                  <a:pt x="124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05" y="96"/>
                  <a:pt x="96" y="105"/>
                  <a:pt x="96" y="116"/>
                </a:cubicBezTo>
                <a:cubicBezTo>
                  <a:pt x="96" y="127"/>
                  <a:pt x="105" y="136"/>
                  <a:pt x="116" y="136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135" y="136"/>
                  <a:pt x="144" y="127"/>
                  <a:pt x="144" y="116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6"/>
                  <a:pt x="142" y="24"/>
                  <a:pt x="140" y="24"/>
                </a:cubicBezTo>
                <a:moveTo>
                  <a:pt x="52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39"/>
                  <a:pt x="32" y="132"/>
                </a:cubicBezTo>
                <a:cubicBezTo>
                  <a:pt x="32" y="125"/>
                  <a:pt x="37" y="120"/>
                  <a:pt x="44" y="120"/>
                </a:cubicBezTo>
                <a:cubicBezTo>
                  <a:pt x="52" y="120"/>
                  <a:pt x="52" y="120"/>
                  <a:pt x="52" y="120"/>
                </a:cubicBezTo>
                <a:cubicBezTo>
                  <a:pt x="59" y="120"/>
                  <a:pt x="64" y="125"/>
                  <a:pt x="64" y="132"/>
                </a:cubicBezTo>
                <a:cubicBezTo>
                  <a:pt x="64" y="139"/>
                  <a:pt x="59" y="144"/>
                  <a:pt x="52" y="144"/>
                </a:cubicBezTo>
                <a:moveTo>
                  <a:pt x="124" y="128"/>
                </a:moveTo>
                <a:cubicBezTo>
                  <a:pt x="116" y="128"/>
                  <a:pt x="116" y="128"/>
                  <a:pt x="116" y="128"/>
                </a:cubicBezTo>
                <a:cubicBezTo>
                  <a:pt x="109" y="128"/>
                  <a:pt x="104" y="123"/>
                  <a:pt x="104" y="116"/>
                </a:cubicBezTo>
                <a:cubicBezTo>
                  <a:pt x="104" y="109"/>
                  <a:pt x="109" y="104"/>
                  <a:pt x="116" y="104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31" y="104"/>
                  <a:pt x="136" y="109"/>
                  <a:pt x="136" y="116"/>
                </a:cubicBezTo>
                <a:cubicBezTo>
                  <a:pt x="136" y="123"/>
                  <a:pt x="131" y="128"/>
                  <a:pt x="124" y="128"/>
                </a:cubicBezTo>
                <a:moveTo>
                  <a:pt x="136" y="49"/>
                </a:moveTo>
                <a:cubicBezTo>
                  <a:pt x="72" y="63"/>
                  <a:pt x="72" y="63"/>
                  <a:pt x="72" y="63"/>
                </a:cubicBezTo>
                <a:cubicBezTo>
                  <a:pt x="72" y="47"/>
                  <a:pt x="72" y="47"/>
                  <a:pt x="72" y="47"/>
                </a:cubicBezTo>
                <a:cubicBezTo>
                  <a:pt x="136" y="33"/>
                  <a:pt x="136" y="33"/>
                  <a:pt x="136" y="33"/>
                </a:cubicBezTo>
                <a:lnTo>
                  <a:pt x="136" y="49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457"/>
          <p:cNvSpPr>
            <a:spLocks noEditPoints="1"/>
          </p:cNvSpPr>
          <p:nvPr/>
        </p:nvSpPr>
        <p:spPr bwMode="auto">
          <a:xfrm>
            <a:off x="3442605" y="2410644"/>
            <a:ext cx="334275" cy="305067"/>
          </a:xfrm>
          <a:custGeom>
            <a:avLst/>
            <a:gdLst>
              <a:gd name="T0" fmla="*/ 64 w 176"/>
              <a:gd name="T1" fmla="*/ 120 h 160"/>
              <a:gd name="T2" fmla="*/ 12 w 176"/>
              <a:gd name="T3" fmla="*/ 120 h 160"/>
              <a:gd name="T4" fmla="*/ 8 w 176"/>
              <a:gd name="T5" fmla="*/ 116 h 160"/>
              <a:gd name="T6" fmla="*/ 12 w 176"/>
              <a:gd name="T7" fmla="*/ 112 h 160"/>
              <a:gd name="T8" fmla="*/ 72 w 176"/>
              <a:gd name="T9" fmla="*/ 112 h 160"/>
              <a:gd name="T10" fmla="*/ 104 w 176"/>
              <a:gd name="T11" fmla="*/ 80 h 160"/>
              <a:gd name="T12" fmla="*/ 32 w 176"/>
              <a:gd name="T13" fmla="*/ 80 h 160"/>
              <a:gd name="T14" fmla="*/ 32 w 176"/>
              <a:gd name="T15" fmla="*/ 8 h 160"/>
              <a:gd name="T16" fmla="*/ 144 w 176"/>
              <a:gd name="T17" fmla="*/ 8 h 160"/>
              <a:gd name="T18" fmla="*/ 144 w 176"/>
              <a:gd name="T19" fmla="*/ 40 h 160"/>
              <a:gd name="T20" fmla="*/ 152 w 176"/>
              <a:gd name="T21" fmla="*/ 32 h 160"/>
              <a:gd name="T22" fmla="*/ 152 w 176"/>
              <a:gd name="T23" fmla="*/ 4 h 160"/>
              <a:gd name="T24" fmla="*/ 148 w 176"/>
              <a:gd name="T25" fmla="*/ 0 h 160"/>
              <a:gd name="T26" fmla="*/ 28 w 176"/>
              <a:gd name="T27" fmla="*/ 0 h 160"/>
              <a:gd name="T28" fmla="*/ 24 w 176"/>
              <a:gd name="T29" fmla="*/ 4 h 160"/>
              <a:gd name="T30" fmla="*/ 24 w 176"/>
              <a:gd name="T31" fmla="*/ 104 h 160"/>
              <a:gd name="T32" fmla="*/ 12 w 176"/>
              <a:gd name="T33" fmla="*/ 104 h 160"/>
              <a:gd name="T34" fmla="*/ 0 w 176"/>
              <a:gd name="T35" fmla="*/ 116 h 160"/>
              <a:gd name="T36" fmla="*/ 12 w 176"/>
              <a:gd name="T37" fmla="*/ 128 h 160"/>
              <a:gd name="T38" fmla="*/ 56 w 176"/>
              <a:gd name="T39" fmla="*/ 128 h 160"/>
              <a:gd name="T40" fmla="*/ 64 w 176"/>
              <a:gd name="T41" fmla="*/ 120 h 160"/>
              <a:gd name="T42" fmla="*/ 164 w 176"/>
              <a:gd name="T43" fmla="*/ 104 h 160"/>
              <a:gd name="T44" fmla="*/ 152 w 176"/>
              <a:gd name="T45" fmla="*/ 104 h 160"/>
              <a:gd name="T46" fmla="*/ 152 w 176"/>
              <a:gd name="T47" fmla="*/ 88 h 160"/>
              <a:gd name="T48" fmla="*/ 128 w 176"/>
              <a:gd name="T49" fmla="*/ 112 h 160"/>
              <a:gd name="T50" fmla="*/ 164 w 176"/>
              <a:gd name="T51" fmla="*/ 112 h 160"/>
              <a:gd name="T52" fmla="*/ 168 w 176"/>
              <a:gd name="T53" fmla="*/ 116 h 160"/>
              <a:gd name="T54" fmla="*/ 164 w 176"/>
              <a:gd name="T55" fmla="*/ 120 h 160"/>
              <a:gd name="T56" fmla="*/ 120 w 176"/>
              <a:gd name="T57" fmla="*/ 120 h 160"/>
              <a:gd name="T58" fmla="*/ 112 w 176"/>
              <a:gd name="T59" fmla="*/ 128 h 160"/>
              <a:gd name="T60" fmla="*/ 164 w 176"/>
              <a:gd name="T61" fmla="*/ 128 h 160"/>
              <a:gd name="T62" fmla="*/ 176 w 176"/>
              <a:gd name="T63" fmla="*/ 116 h 160"/>
              <a:gd name="T64" fmla="*/ 164 w 176"/>
              <a:gd name="T65" fmla="*/ 104 h 160"/>
              <a:gd name="T66" fmla="*/ 176 w 176"/>
              <a:gd name="T67" fmla="*/ 48 h 160"/>
              <a:gd name="T68" fmla="*/ 164 w 176"/>
              <a:gd name="T69" fmla="*/ 36 h 160"/>
              <a:gd name="T70" fmla="*/ 156 w 176"/>
              <a:gd name="T71" fmla="*/ 40 h 160"/>
              <a:gd name="T72" fmla="*/ 56 w 176"/>
              <a:gd name="T73" fmla="*/ 140 h 160"/>
              <a:gd name="T74" fmla="*/ 52 w 176"/>
              <a:gd name="T75" fmla="*/ 148 h 160"/>
              <a:gd name="T76" fmla="*/ 64 w 176"/>
              <a:gd name="T77" fmla="*/ 160 h 160"/>
              <a:gd name="T78" fmla="*/ 72 w 176"/>
              <a:gd name="T79" fmla="*/ 156 h 160"/>
              <a:gd name="T80" fmla="*/ 172 w 176"/>
              <a:gd name="T81" fmla="*/ 56 h 160"/>
              <a:gd name="T82" fmla="*/ 176 w 176"/>
              <a:gd name="T83" fmla="*/ 48 h 160"/>
              <a:gd name="T84" fmla="*/ 167 w 176"/>
              <a:gd name="T85" fmla="*/ 51 h 160"/>
              <a:gd name="T86" fmla="*/ 148 w 176"/>
              <a:gd name="T87" fmla="*/ 70 h 160"/>
              <a:gd name="T88" fmla="*/ 142 w 176"/>
              <a:gd name="T89" fmla="*/ 64 h 160"/>
              <a:gd name="T90" fmla="*/ 161 w 176"/>
              <a:gd name="T91" fmla="*/ 45 h 160"/>
              <a:gd name="T92" fmla="*/ 164 w 176"/>
              <a:gd name="T93" fmla="*/ 44 h 160"/>
              <a:gd name="T94" fmla="*/ 168 w 176"/>
              <a:gd name="T95" fmla="*/ 48 h 160"/>
              <a:gd name="T96" fmla="*/ 167 w 176"/>
              <a:gd name="T97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60">
                <a:moveTo>
                  <a:pt x="64" y="120"/>
                </a:moveTo>
                <a:cubicBezTo>
                  <a:pt x="12" y="120"/>
                  <a:pt x="12" y="120"/>
                  <a:pt x="12" y="120"/>
                </a:cubicBezTo>
                <a:cubicBezTo>
                  <a:pt x="10" y="120"/>
                  <a:pt x="8" y="118"/>
                  <a:pt x="8" y="116"/>
                </a:cubicBezTo>
                <a:cubicBezTo>
                  <a:pt x="8" y="114"/>
                  <a:pt x="10" y="112"/>
                  <a:pt x="12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"/>
                  <a:pt x="32" y="8"/>
                  <a:pt x="32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52" y="4"/>
                  <a:pt x="152" y="4"/>
                  <a:pt x="152" y="4"/>
                </a:cubicBezTo>
                <a:cubicBezTo>
                  <a:pt x="152" y="2"/>
                  <a:pt x="150" y="0"/>
                  <a:pt x="14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6" y="0"/>
                  <a:pt x="24" y="2"/>
                  <a:pt x="24" y="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109"/>
                  <a:pt x="0" y="116"/>
                </a:cubicBezTo>
                <a:cubicBezTo>
                  <a:pt x="0" y="123"/>
                  <a:pt x="5" y="128"/>
                  <a:pt x="12" y="128"/>
                </a:cubicBezTo>
                <a:cubicBezTo>
                  <a:pt x="56" y="128"/>
                  <a:pt x="56" y="128"/>
                  <a:pt x="56" y="128"/>
                </a:cubicBezTo>
                <a:lnTo>
                  <a:pt x="64" y="120"/>
                </a:lnTo>
                <a:close/>
                <a:moveTo>
                  <a:pt x="164" y="104"/>
                </a:moveTo>
                <a:cubicBezTo>
                  <a:pt x="152" y="104"/>
                  <a:pt x="152" y="104"/>
                  <a:pt x="152" y="104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28" y="112"/>
                  <a:pt x="128" y="112"/>
                  <a:pt x="128" y="112"/>
                </a:cubicBezTo>
                <a:cubicBezTo>
                  <a:pt x="164" y="112"/>
                  <a:pt x="164" y="112"/>
                  <a:pt x="164" y="112"/>
                </a:cubicBezTo>
                <a:cubicBezTo>
                  <a:pt x="166" y="112"/>
                  <a:pt x="168" y="114"/>
                  <a:pt x="168" y="116"/>
                </a:cubicBezTo>
                <a:cubicBezTo>
                  <a:pt x="168" y="118"/>
                  <a:pt x="166" y="120"/>
                  <a:pt x="164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64" y="128"/>
                  <a:pt x="164" y="128"/>
                  <a:pt x="164" y="128"/>
                </a:cubicBezTo>
                <a:cubicBezTo>
                  <a:pt x="171" y="128"/>
                  <a:pt x="176" y="123"/>
                  <a:pt x="176" y="116"/>
                </a:cubicBezTo>
                <a:cubicBezTo>
                  <a:pt x="176" y="109"/>
                  <a:pt x="171" y="104"/>
                  <a:pt x="164" y="104"/>
                </a:cubicBezTo>
                <a:moveTo>
                  <a:pt x="176" y="48"/>
                </a:moveTo>
                <a:cubicBezTo>
                  <a:pt x="176" y="41"/>
                  <a:pt x="171" y="36"/>
                  <a:pt x="164" y="36"/>
                </a:cubicBezTo>
                <a:cubicBezTo>
                  <a:pt x="161" y="36"/>
                  <a:pt x="158" y="37"/>
                  <a:pt x="156" y="4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3" y="142"/>
                  <a:pt x="52" y="145"/>
                  <a:pt x="52" y="148"/>
                </a:cubicBezTo>
                <a:cubicBezTo>
                  <a:pt x="52" y="155"/>
                  <a:pt x="57" y="160"/>
                  <a:pt x="64" y="160"/>
                </a:cubicBezTo>
                <a:cubicBezTo>
                  <a:pt x="67" y="160"/>
                  <a:pt x="70" y="159"/>
                  <a:pt x="72" y="156"/>
                </a:cubicBezTo>
                <a:cubicBezTo>
                  <a:pt x="172" y="56"/>
                  <a:pt x="172" y="56"/>
                  <a:pt x="172" y="56"/>
                </a:cubicBezTo>
                <a:cubicBezTo>
                  <a:pt x="175" y="54"/>
                  <a:pt x="176" y="51"/>
                  <a:pt x="176" y="48"/>
                </a:cubicBezTo>
                <a:moveTo>
                  <a:pt x="167" y="51"/>
                </a:moveTo>
                <a:cubicBezTo>
                  <a:pt x="148" y="70"/>
                  <a:pt x="148" y="70"/>
                  <a:pt x="148" y="70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2" y="44"/>
                  <a:pt x="163" y="44"/>
                  <a:pt x="164" y="44"/>
                </a:cubicBezTo>
                <a:cubicBezTo>
                  <a:pt x="166" y="44"/>
                  <a:pt x="168" y="46"/>
                  <a:pt x="168" y="48"/>
                </a:cubicBezTo>
                <a:cubicBezTo>
                  <a:pt x="168" y="49"/>
                  <a:pt x="168" y="50"/>
                  <a:pt x="167" y="5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458"/>
          <p:cNvSpPr>
            <a:spLocks noEditPoints="1"/>
          </p:cNvSpPr>
          <p:nvPr/>
        </p:nvSpPr>
        <p:spPr bwMode="auto">
          <a:xfrm>
            <a:off x="4081946" y="2486910"/>
            <a:ext cx="334275" cy="152533"/>
          </a:xfrm>
          <a:custGeom>
            <a:avLst/>
            <a:gdLst>
              <a:gd name="T0" fmla="*/ 156 w 176"/>
              <a:gd name="T1" fmla="*/ 0 h 80"/>
              <a:gd name="T2" fmla="*/ 154 w 176"/>
              <a:gd name="T3" fmla="*/ 0 h 80"/>
              <a:gd name="T4" fmla="*/ 154 w 176"/>
              <a:gd name="T5" fmla="*/ 0 h 80"/>
              <a:gd name="T6" fmla="*/ 109 w 176"/>
              <a:gd name="T7" fmla="*/ 23 h 80"/>
              <a:gd name="T8" fmla="*/ 92 w 176"/>
              <a:gd name="T9" fmla="*/ 16 h 80"/>
              <a:gd name="T10" fmla="*/ 84 w 176"/>
              <a:gd name="T11" fmla="*/ 16 h 80"/>
              <a:gd name="T12" fmla="*/ 67 w 176"/>
              <a:gd name="T13" fmla="*/ 23 h 80"/>
              <a:gd name="T14" fmla="*/ 22 w 176"/>
              <a:gd name="T15" fmla="*/ 0 h 80"/>
              <a:gd name="T16" fmla="*/ 22 w 176"/>
              <a:gd name="T17" fmla="*/ 0 h 80"/>
              <a:gd name="T18" fmla="*/ 20 w 176"/>
              <a:gd name="T19" fmla="*/ 0 h 80"/>
              <a:gd name="T20" fmla="*/ 0 w 176"/>
              <a:gd name="T21" fmla="*/ 40 h 80"/>
              <a:gd name="T22" fmla="*/ 20 w 176"/>
              <a:gd name="T23" fmla="*/ 80 h 80"/>
              <a:gd name="T24" fmla="*/ 22 w 176"/>
              <a:gd name="T25" fmla="*/ 80 h 80"/>
              <a:gd name="T26" fmla="*/ 22 w 176"/>
              <a:gd name="T27" fmla="*/ 80 h 80"/>
              <a:gd name="T28" fmla="*/ 67 w 176"/>
              <a:gd name="T29" fmla="*/ 57 h 80"/>
              <a:gd name="T30" fmla="*/ 84 w 176"/>
              <a:gd name="T31" fmla="*/ 64 h 80"/>
              <a:gd name="T32" fmla="*/ 92 w 176"/>
              <a:gd name="T33" fmla="*/ 64 h 80"/>
              <a:gd name="T34" fmla="*/ 109 w 176"/>
              <a:gd name="T35" fmla="*/ 57 h 80"/>
              <a:gd name="T36" fmla="*/ 154 w 176"/>
              <a:gd name="T37" fmla="*/ 80 h 80"/>
              <a:gd name="T38" fmla="*/ 154 w 176"/>
              <a:gd name="T39" fmla="*/ 80 h 80"/>
              <a:gd name="T40" fmla="*/ 156 w 176"/>
              <a:gd name="T41" fmla="*/ 80 h 80"/>
              <a:gd name="T42" fmla="*/ 176 w 176"/>
              <a:gd name="T43" fmla="*/ 40 h 80"/>
              <a:gd name="T44" fmla="*/ 156 w 176"/>
              <a:gd name="T45" fmla="*/ 0 h 80"/>
              <a:gd name="T46" fmla="*/ 62 w 176"/>
              <a:gd name="T47" fmla="*/ 50 h 80"/>
              <a:gd name="T48" fmla="*/ 19 w 176"/>
              <a:gd name="T49" fmla="*/ 72 h 80"/>
              <a:gd name="T50" fmla="*/ 8 w 176"/>
              <a:gd name="T51" fmla="*/ 40 h 80"/>
              <a:gd name="T52" fmla="*/ 19 w 176"/>
              <a:gd name="T53" fmla="*/ 8 h 80"/>
              <a:gd name="T54" fmla="*/ 62 w 176"/>
              <a:gd name="T55" fmla="*/ 30 h 80"/>
              <a:gd name="T56" fmla="*/ 60 w 176"/>
              <a:gd name="T57" fmla="*/ 40 h 80"/>
              <a:gd name="T58" fmla="*/ 62 w 176"/>
              <a:gd name="T59" fmla="*/ 50 h 80"/>
              <a:gd name="T60" fmla="*/ 92 w 176"/>
              <a:gd name="T61" fmla="*/ 56 h 80"/>
              <a:gd name="T62" fmla="*/ 84 w 176"/>
              <a:gd name="T63" fmla="*/ 56 h 80"/>
              <a:gd name="T64" fmla="*/ 68 w 176"/>
              <a:gd name="T65" fmla="*/ 40 h 80"/>
              <a:gd name="T66" fmla="*/ 84 w 176"/>
              <a:gd name="T67" fmla="*/ 24 h 80"/>
              <a:gd name="T68" fmla="*/ 92 w 176"/>
              <a:gd name="T69" fmla="*/ 24 h 80"/>
              <a:gd name="T70" fmla="*/ 108 w 176"/>
              <a:gd name="T71" fmla="*/ 40 h 80"/>
              <a:gd name="T72" fmla="*/ 92 w 176"/>
              <a:gd name="T73" fmla="*/ 56 h 80"/>
              <a:gd name="T74" fmla="*/ 157 w 176"/>
              <a:gd name="T75" fmla="*/ 72 h 80"/>
              <a:gd name="T76" fmla="*/ 114 w 176"/>
              <a:gd name="T77" fmla="*/ 50 h 80"/>
              <a:gd name="T78" fmla="*/ 116 w 176"/>
              <a:gd name="T79" fmla="*/ 40 h 80"/>
              <a:gd name="T80" fmla="*/ 114 w 176"/>
              <a:gd name="T81" fmla="*/ 30 h 80"/>
              <a:gd name="T82" fmla="*/ 157 w 176"/>
              <a:gd name="T83" fmla="*/ 8 h 80"/>
              <a:gd name="T84" fmla="*/ 168 w 176"/>
              <a:gd name="T85" fmla="*/ 40 h 80"/>
              <a:gd name="T86" fmla="*/ 157 w 176"/>
              <a:gd name="T87" fmla="*/ 7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80">
                <a:moveTo>
                  <a:pt x="156" y="0"/>
                </a:moveTo>
                <a:cubicBezTo>
                  <a:pt x="155" y="0"/>
                  <a:pt x="155" y="0"/>
                  <a:pt x="154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09" y="23"/>
                  <a:pt x="109" y="23"/>
                  <a:pt x="109" y="23"/>
                </a:cubicBezTo>
                <a:cubicBezTo>
                  <a:pt x="105" y="19"/>
                  <a:pt x="99" y="16"/>
                  <a:pt x="92" y="16"/>
                </a:cubicBezTo>
                <a:cubicBezTo>
                  <a:pt x="84" y="16"/>
                  <a:pt x="84" y="16"/>
                  <a:pt x="84" y="16"/>
                </a:cubicBezTo>
                <a:cubicBezTo>
                  <a:pt x="77" y="16"/>
                  <a:pt x="71" y="19"/>
                  <a:pt x="67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9" y="0"/>
                  <a:pt x="0" y="18"/>
                  <a:pt x="0" y="40"/>
                </a:cubicBezTo>
                <a:cubicBezTo>
                  <a:pt x="0" y="62"/>
                  <a:pt x="9" y="80"/>
                  <a:pt x="20" y="80"/>
                </a:cubicBezTo>
                <a:cubicBezTo>
                  <a:pt x="21" y="80"/>
                  <a:pt x="21" y="80"/>
                  <a:pt x="22" y="80"/>
                </a:cubicBezTo>
                <a:cubicBezTo>
                  <a:pt x="22" y="80"/>
                  <a:pt x="22" y="80"/>
                  <a:pt x="22" y="80"/>
                </a:cubicBezTo>
                <a:cubicBezTo>
                  <a:pt x="67" y="57"/>
                  <a:pt x="67" y="57"/>
                  <a:pt x="67" y="57"/>
                </a:cubicBezTo>
                <a:cubicBezTo>
                  <a:pt x="71" y="61"/>
                  <a:pt x="77" y="64"/>
                  <a:pt x="84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9" y="64"/>
                  <a:pt x="105" y="61"/>
                  <a:pt x="109" y="57"/>
                </a:cubicBezTo>
                <a:cubicBezTo>
                  <a:pt x="154" y="80"/>
                  <a:pt x="154" y="80"/>
                  <a:pt x="154" y="80"/>
                </a:cubicBezTo>
                <a:cubicBezTo>
                  <a:pt x="154" y="80"/>
                  <a:pt x="154" y="80"/>
                  <a:pt x="154" y="80"/>
                </a:cubicBezTo>
                <a:cubicBezTo>
                  <a:pt x="155" y="80"/>
                  <a:pt x="155" y="80"/>
                  <a:pt x="156" y="80"/>
                </a:cubicBezTo>
                <a:cubicBezTo>
                  <a:pt x="167" y="80"/>
                  <a:pt x="176" y="62"/>
                  <a:pt x="176" y="40"/>
                </a:cubicBezTo>
                <a:cubicBezTo>
                  <a:pt x="176" y="18"/>
                  <a:pt x="167" y="0"/>
                  <a:pt x="156" y="0"/>
                </a:cubicBezTo>
                <a:moveTo>
                  <a:pt x="62" y="50"/>
                </a:moveTo>
                <a:cubicBezTo>
                  <a:pt x="19" y="72"/>
                  <a:pt x="19" y="72"/>
                  <a:pt x="19" y="72"/>
                </a:cubicBezTo>
                <a:cubicBezTo>
                  <a:pt x="13" y="71"/>
                  <a:pt x="8" y="57"/>
                  <a:pt x="8" y="40"/>
                </a:cubicBezTo>
                <a:cubicBezTo>
                  <a:pt x="8" y="23"/>
                  <a:pt x="13" y="9"/>
                  <a:pt x="19" y="8"/>
                </a:cubicBezTo>
                <a:cubicBezTo>
                  <a:pt x="62" y="30"/>
                  <a:pt x="62" y="30"/>
                  <a:pt x="62" y="30"/>
                </a:cubicBezTo>
                <a:cubicBezTo>
                  <a:pt x="61" y="33"/>
                  <a:pt x="60" y="36"/>
                  <a:pt x="60" y="40"/>
                </a:cubicBezTo>
                <a:cubicBezTo>
                  <a:pt x="60" y="44"/>
                  <a:pt x="61" y="47"/>
                  <a:pt x="62" y="50"/>
                </a:cubicBezTo>
                <a:moveTo>
                  <a:pt x="92" y="56"/>
                </a:moveTo>
                <a:cubicBezTo>
                  <a:pt x="84" y="56"/>
                  <a:pt x="84" y="56"/>
                  <a:pt x="84" y="56"/>
                </a:cubicBezTo>
                <a:cubicBezTo>
                  <a:pt x="75" y="56"/>
                  <a:pt x="68" y="49"/>
                  <a:pt x="68" y="40"/>
                </a:cubicBezTo>
                <a:cubicBezTo>
                  <a:pt x="68" y="31"/>
                  <a:pt x="75" y="24"/>
                  <a:pt x="84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1" y="24"/>
                  <a:pt x="108" y="31"/>
                  <a:pt x="108" y="40"/>
                </a:cubicBezTo>
                <a:cubicBezTo>
                  <a:pt x="108" y="49"/>
                  <a:pt x="101" y="56"/>
                  <a:pt x="92" y="56"/>
                </a:cubicBezTo>
                <a:moveTo>
                  <a:pt x="157" y="72"/>
                </a:moveTo>
                <a:cubicBezTo>
                  <a:pt x="114" y="50"/>
                  <a:pt x="114" y="50"/>
                  <a:pt x="114" y="50"/>
                </a:cubicBezTo>
                <a:cubicBezTo>
                  <a:pt x="115" y="47"/>
                  <a:pt x="116" y="44"/>
                  <a:pt x="116" y="40"/>
                </a:cubicBezTo>
                <a:cubicBezTo>
                  <a:pt x="116" y="36"/>
                  <a:pt x="115" y="33"/>
                  <a:pt x="114" y="30"/>
                </a:cubicBezTo>
                <a:cubicBezTo>
                  <a:pt x="157" y="8"/>
                  <a:pt x="157" y="8"/>
                  <a:pt x="157" y="8"/>
                </a:cubicBezTo>
                <a:cubicBezTo>
                  <a:pt x="163" y="9"/>
                  <a:pt x="168" y="23"/>
                  <a:pt x="168" y="40"/>
                </a:cubicBezTo>
                <a:cubicBezTo>
                  <a:pt x="168" y="57"/>
                  <a:pt x="163" y="71"/>
                  <a:pt x="157" y="7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459"/>
          <p:cNvSpPr>
            <a:spLocks noEditPoints="1"/>
          </p:cNvSpPr>
          <p:nvPr/>
        </p:nvSpPr>
        <p:spPr bwMode="auto">
          <a:xfrm>
            <a:off x="4826763" y="2396040"/>
            <a:ext cx="121702" cy="334275"/>
          </a:xfrm>
          <a:custGeom>
            <a:avLst/>
            <a:gdLst>
              <a:gd name="T0" fmla="*/ 64 w 64"/>
              <a:gd name="T1" fmla="*/ 139 h 176"/>
              <a:gd name="T2" fmla="*/ 64 w 64"/>
              <a:gd name="T3" fmla="*/ 139 h 176"/>
              <a:gd name="T4" fmla="*/ 52 w 64"/>
              <a:gd name="T5" fmla="*/ 80 h 176"/>
              <a:gd name="T6" fmla="*/ 56 w 64"/>
              <a:gd name="T7" fmla="*/ 80 h 176"/>
              <a:gd name="T8" fmla="*/ 60 w 64"/>
              <a:gd name="T9" fmla="*/ 76 h 176"/>
              <a:gd name="T10" fmla="*/ 56 w 64"/>
              <a:gd name="T11" fmla="*/ 72 h 176"/>
              <a:gd name="T12" fmla="*/ 50 w 64"/>
              <a:gd name="T13" fmla="*/ 72 h 176"/>
              <a:gd name="T14" fmla="*/ 44 w 64"/>
              <a:gd name="T15" fmla="*/ 39 h 176"/>
              <a:gd name="T16" fmla="*/ 44 w 64"/>
              <a:gd name="T17" fmla="*/ 39 h 176"/>
              <a:gd name="T18" fmla="*/ 44 w 64"/>
              <a:gd name="T19" fmla="*/ 39 h 176"/>
              <a:gd name="T20" fmla="*/ 62 w 64"/>
              <a:gd name="T21" fmla="*/ 23 h 176"/>
              <a:gd name="T22" fmla="*/ 62 w 64"/>
              <a:gd name="T23" fmla="*/ 23 h 176"/>
              <a:gd name="T24" fmla="*/ 64 w 64"/>
              <a:gd name="T25" fmla="*/ 20 h 176"/>
              <a:gd name="T26" fmla="*/ 32 w 64"/>
              <a:gd name="T27" fmla="*/ 0 h 176"/>
              <a:gd name="T28" fmla="*/ 0 w 64"/>
              <a:gd name="T29" fmla="*/ 20 h 176"/>
              <a:gd name="T30" fmla="*/ 2 w 64"/>
              <a:gd name="T31" fmla="*/ 23 h 176"/>
              <a:gd name="T32" fmla="*/ 2 w 64"/>
              <a:gd name="T33" fmla="*/ 23 h 176"/>
              <a:gd name="T34" fmla="*/ 20 w 64"/>
              <a:gd name="T35" fmla="*/ 39 h 176"/>
              <a:gd name="T36" fmla="*/ 20 w 64"/>
              <a:gd name="T37" fmla="*/ 39 h 176"/>
              <a:gd name="T38" fmla="*/ 20 w 64"/>
              <a:gd name="T39" fmla="*/ 39 h 176"/>
              <a:gd name="T40" fmla="*/ 0 w 64"/>
              <a:gd name="T41" fmla="*/ 139 h 176"/>
              <a:gd name="T42" fmla="*/ 0 w 64"/>
              <a:gd name="T43" fmla="*/ 139 h 176"/>
              <a:gd name="T44" fmla="*/ 0 w 64"/>
              <a:gd name="T45" fmla="*/ 140 h 176"/>
              <a:gd name="T46" fmla="*/ 1 w 64"/>
              <a:gd name="T47" fmla="*/ 143 h 176"/>
              <a:gd name="T48" fmla="*/ 1 w 64"/>
              <a:gd name="T49" fmla="*/ 143 h 176"/>
              <a:gd name="T50" fmla="*/ 29 w 64"/>
              <a:gd name="T51" fmla="*/ 175 h 176"/>
              <a:gd name="T52" fmla="*/ 29 w 64"/>
              <a:gd name="T53" fmla="*/ 175 h 176"/>
              <a:gd name="T54" fmla="*/ 32 w 64"/>
              <a:gd name="T55" fmla="*/ 176 h 176"/>
              <a:gd name="T56" fmla="*/ 35 w 64"/>
              <a:gd name="T57" fmla="*/ 175 h 176"/>
              <a:gd name="T58" fmla="*/ 35 w 64"/>
              <a:gd name="T59" fmla="*/ 175 h 176"/>
              <a:gd name="T60" fmla="*/ 63 w 64"/>
              <a:gd name="T61" fmla="*/ 143 h 176"/>
              <a:gd name="T62" fmla="*/ 63 w 64"/>
              <a:gd name="T63" fmla="*/ 143 h 176"/>
              <a:gd name="T64" fmla="*/ 64 w 64"/>
              <a:gd name="T65" fmla="*/ 140 h 176"/>
              <a:gd name="T66" fmla="*/ 64 w 64"/>
              <a:gd name="T67" fmla="*/ 139 h 176"/>
              <a:gd name="T68" fmla="*/ 8 w 64"/>
              <a:gd name="T69" fmla="*/ 18 h 176"/>
              <a:gd name="T70" fmla="*/ 32 w 64"/>
              <a:gd name="T71" fmla="*/ 8 h 176"/>
              <a:gd name="T72" fmla="*/ 56 w 64"/>
              <a:gd name="T73" fmla="*/ 18 h 176"/>
              <a:gd name="T74" fmla="*/ 32 w 64"/>
              <a:gd name="T75" fmla="*/ 39 h 176"/>
              <a:gd name="T76" fmla="*/ 8 w 64"/>
              <a:gd name="T77" fmla="*/ 18 h 176"/>
              <a:gd name="T78" fmla="*/ 32 w 64"/>
              <a:gd name="T79" fmla="*/ 166 h 176"/>
              <a:gd name="T80" fmla="*/ 8 w 64"/>
              <a:gd name="T81" fmla="*/ 139 h 176"/>
              <a:gd name="T82" fmla="*/ 27 w 64"/>
              <a:gd name="T83" fmla="*/ 45 h 176"/>
              <a:gd name="T84" fmla="*/ 29 w 64"/>
              <a:gd name="T85" fmla="*/ 47 h 176"/>
              <a:gd name="T86" fmla="*/ 30 w 64"/>
              <a:gd name="T87" fmla="*/ 47 h 176"/>
              <a:gd name="T88" fmla="*/ 30 w 64"/>
              <a:gd name="T89" fmla="*/ 47 h 176"/>
              <a:gd name="T90" fmla="*/ 30 w 64"/>
              <a:gd name="T91" fmla="*/ 47 h 176"/>
              <a:gd name="T92" fmla="*/ 32 w 64"/>
              <a:gd name="T93" fmla="*/ 48 h 176"/>
              <a:gd name="T94" fmla="*/ 34 w 64"/>
              <a:gd name="T95" fmla="*/ 47 h 176"/>
              <a:gd name="T96" fmla="*/ 34 w 64"/>
              <a:gd name="T97" fmla="*/ 47 h 176"/>
              <a:gd name="T98" fmla="*/ 34 w 64"/>
              <a:gd name="T99" fmla="*/ 47 h 176"/>
              <a:gd name="T100" fmla="*/ 35 w 64"/>
              <a:gd name="T101" fmla="*/ 47 h 176"/>
              <a:gd name="T102" fmla="*/ 37 w 64"/>
              <a:gd name="T103" fmla="*/ 45 h 176"/>
              <a:gd name="T104" fmla="*/ 42 w 64"/>
              <a:gd name="T105" fmla="*/ 72 h 176"/>
              <a:gd name="T106" fmla="*/ 32 w 64"/>
              <a:gd name="T107" fmla="*/ 72 h 176"/>
              <a:gd name="T108" fmla="*/ 28 w 64"/>
              <a:gd name="T109" fmla="*/ 76 h 176"/>
              <a:gd name="T110" fmla="*/ 32 w 64"/>
              <a:gd name="T111" fmla="*/ 80 h 176"/>
              <a:gd name="T112" fmla="*/ 44 w 64"/>
              <a:gd name="T113" fmla="*/ 80 h 176"/>
              <a:gd name="T114" fmla="*/ 56 w 64"/>
              <a:gd name="T115" fmla="*/ 139 h 176"/>
              <a:gd name="T116" fmla="*/ 32 w 64"/>
              <a:gd name="T117" fmla="*/ 1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4" h="176">
                <a:moveTo>
                  <a:pt x="64" y="139"/>
                </a:moveTo>
                <a:cubicBezTo>
                  <a:pt x="64" y="139"/>
                  <a:pt x="64" y="139"/>
                  <a:pt x="64" y="139"/>
                </a:cubicBezTo>
                <a:cubicBezTo>
                  <a:pt x="52" y="80"/>
                  <a:pt x="52" y="80"/>
                  <a:pt x="52" y="80"/>
                </a:cubicBezTo>
                <a:cubicBezTo>
                  <a:pt x="56" y="80"/>
                  <a:pt x="56" y="80"/>
                  <a:pt x="56" y="80"/>
                </a:cubicBezTo>
                <a:cubicBezTo>
                  <a:pt x="58" y="80"/>
                  <a:pt x="60" y="78"/>
                  <a:pt x="60" y="76"/>
                </a:cubicBezTo>
                <a:cubicBezTo>
                  <a:pt x="60" y="74"/>
                  <a:pt x="58" y="72"/>
                  <a:pt x="56" y="72"/>
                </a:cubicBezTo>
                <a:cubicBezTo>
                  <a:pt x="50" y="72"/>
                  <a:pt x="50" y="72"/>
                  <a:pt x="50" y="72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62" y="23"/>
                  <a:pt x="62" y="23"/>
                  <a:pt x="62" y="23"/>
                </a:cubicBezTo>
                <a:cubicBezTo>
                  <a:pt x="62" y="23"/>
                  <a:pt x="62" y="23"/>
                  <a:pt x="62" y="23"/>
                </a:cubicBezTo>
                <a:cubicBezTo>
                  <a:pt x="63" y="23"/>
                  <a:pt x="64" y="21"/>
                  <a:pt x="64" y="20"/>
                </a:cubicBezTo>
                <a:cubicBezTo>
                  <a:pt x="64" y="9"/>
                  <a:pt x="50" y="0"/>
                  <a:pt x="32" y="0"/>
                </a:cubicBezTo>
                <a:cubicBezTo>
                  <a:pt x="14" y="0"/>
                  <a:pt x="0" y="9"/>
                  <a:pt x="0" y="20"/>
                </a:cubicBezTo>
                <a:cubicBezTo>
                  <a:pt x="0" y="21"/>
                  <a:pt x="1" y="23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1"/>
                  <a:pt x="0" y="142"/>
                  <a:pt x="1" y="143"/>
                </a:cubicBezTo>
                <a:cubicBezTo>
                  <a:pt x="1" y="143"/>
                  <a:pt x="1" y="143"/>
                  <a:pt x="1" y="143"/>
                </a:cubicBezTo>
                <a:cubicBezTo>
                  <a:pt x="29" y="175"/>
                  <a:pt x="29" y="175"/>
                  <a:pt x="29" y="175"/>
                </a:cubicBezTo>
                <a:cubicBezTo>
                  <a:pt x="29" y="175"/>
                  <a:pt x="29" y="175"/>
                  <a:pt x="29" y="175"/>
                </a:cubicBezTo>
                <a:cubicBezTo>
                  <a:pt x="30" y="175"/>
                  <a:pt x="31" y="176"/>
                  <a:pt x="32" y="176"/>
                </a:cubicBezTo>
                <a:cubicBezTo>
                  <a:pt x="33" y="176"/>
                  <a:pt x="34" y="175"/>
                  <a:pt x="35" y="175"/>
                </a:cubicBezTo>
                <a:cubicBezTo>
                  <a:pt x="35" y="175"/>
                  <a:pt x="35" y="175"/>
                  <a:pt x="35" y="175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4" y="142"/>
                  <a:pt x="64" y="141"/>
                  <a:pt x="64" y="140"/>
                </a:cubicBezTo>
                <a:cubicBezTo>
                  <a:pt x="64" y="140"/>
                  <a:pt x="64" y="140"/>
                  <a:pt x="64" y="139"/>
                </a:cubicBezTo>
                <a:moveTo>
                  <a:pt x="8" y="18"/>
                </a:moveTo>
                <a:cubicBezTo>
                  <a:pt x="10" y="13"/>
                  <a:pt x="20" y="8"/>
                  <a:pt x="32" y="8"/>
                </a:cubicBezTo>
                <a:cubicBezTo>
                  <a:pt x="44" y="8"/>
                  <a:pt x="54" y="13"/>
                  <a:pt x="56" y="18"/>
                </a:cubicBezTo>
                <a:cubicBezTo>
                  <a:pt x="32" y="39"/>
                  <a:pt x="32" y="39"/>
                  <a:pt x="32" y="39"/>
                </a:cubicBezTo>
                <a:lnTo>
                  <a:pt x="8" y="18"/>
                </a:lnTo>
                <a:close/>
                <a:moveTo>
                  <a:pt x="32" y="166"/>
                </a:moveTo>
                <a:cubicBezTo>
                  <a:pt x="8" y="139"/>
                  <a:pt x="8" y="139"/>
                  <a:pt x="8" y="139"/>
                </a:cubicBezTo>
                <a:cubicBezTo>
                  <a:pt x="27" y="45"/>
                  <a:pt x="27" y="45"/>
                  <a:pt x="27" y="45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30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31" y="48"/>
                  <a:pt x="31" y="48"/>
                  <a:pt x="32" y="48"/>
                </a:cubicBezTo>
                <a:cubicBezTo>
                  <a:pt x="33" y="48"/>
                  <a:pt x="33" y="48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7" y="45"/>
                  <a:pt x="37" y="45"/>
                  <a:pt x="37" y="45"/>
                </a:cubicBezTo>
                <a:cubicBezTo>
                  <a:pt x="42" y="72"/>
                  <a:pt x="42" y="72"/>
                  <a:pt x="42" y="72"/>
                </a:cubicBezTo>
                <a:cubicBezTo>
                  <a:pt x="32" y="72"/>
                  <a:pt x="32" y="72"/>
                  <a:pt x="32" y="72"/>
                </a:cubicBezTo>
                <a:cubicBezTo>
                  <a:pt x="30" y="72"/>
                  <a:pt x="28" y="74"/>
                  <a:pt x="28" y="76"/>
                </a:cubicBezTo>
                <a:cubicBezTo>
                  <a:pt x="28" y="78"/>
                  <a:pt x="30" y="80"/>
                  <a:pt x="32" y="80"/>
                </a:cubicBezTo>
                <a:cubicBezTo>
                  <a:pt x="44" y="80"/>
                  <a:pt x="44" y="80"/>
                  <a:pt x="44" y="80"/>
                </a:cubicBezTo>
                <a:cubicBezTo>
                  <a:pt x="56" y="139"/>
                  <a:pt x="56" y="139"/>
                  <a:pt x="56" y="139"/>
                </a:cubicBezTo>
                <a:lnTo>
                  <a:pt x="32" y="16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460"/>
          <p:cNvSpPr>
            <a:spLocks noEditPoints="1"/>
          </p:cNvSpPr>
          <p:nvPr/>
        </p:nvSpPr>
        <p:spPr bwMode="auto">
          <a:xfrm>
            <a:off x="5359005" y="2441475"/>
            <a:ext cx="335898" cy="243404"/>
          </a:xfrm>
          <a:custGeom>
            <a:avLst/>
            <a:gdLst>
              <a:gd name="T0" fmla="*/ 108 w 176"/>
              <a:gd name="T1" fmla="*/ 48 h 128"/>
              <a:gd name="T2" fmla="*/ 108 w 176"/>
              <a:gd name="T3" fmla="*/ 56 h 128"/>
              <a:gd name="T4" fmla="*/ 136 w 176"/>
              <a:gd name="T5" fmla="*/ 52 h 128"/>
              <a:gd name="T6" fmla="*/ 172 w 176"/>
              <a:gd name="T7" fmla="*/ 48 h 128"/>
              <a:gd name="T8" fmla="*/ 176 w 176"/>
              <a:gd name="T9" fmla="*/ 8 h 128"/>
              <a:gd name="T10" fmla="*/ 8 w 176"/>
              <a:gd name="T11" fmla="*/ 0 h 128"/>
              <a:gd name="T12" fmla="*/ 0 w 176"/>
              <a:gd name="T13" fmla="*/ 44 h 128"/>
              <a:gd name="T14" fmla="*/ 16 w 176"/>
              <a:gd name="T15" fmla="*/ 64 h 128"/>
              <a:gd name="T16" fmla="*/ 0 w 176"/>
              <a:gd name="T17" fmla="*/ 84 h 128"/>
              <a:gd name="T18" fmla="*/ 8 w 176"/>
              <a:gd name="T19" fmla="*/ 128 h 128"/>
              <a:gd name="T20" fmla="*/ 176 w 176"/>
              <a:gd name="T21" fmla="*/ 120 h 128"/>
              <a:gd name="T22" fmla="*/ 172 w 176"/>
              <a:gd name="T23" fmla="*/ 80 h 128"/>
              <a:gd name="T24" fmla="*/ 172 w 176"/>
              <a:gd name="T25" fmla="*/ 48 h 128"/>
              <a:gd name="T26" fmla="*/ 168 w 176"/>
              <a:gd name="T27" fmla="*/ 8 h 128"/>
              <a:gd name="T28" fmla="*/ 152 w 176"/>
              <a:gd name="T29" fmla="*/ 16 h 128"/>
              <a:gd name="T30" fmla="*/ 8 w 176"/>
              <a:gd name="T31" fmla="*/ 8 h 128"/>
              <a:gd name="T32" fmla="*/ 144 w 176"/>
              <a:gd name="T33" fmla="*/ 16 h 128"/>
              <a:gd name="T34" fmla="*/ 8 w 176"/>
              <a:gd name="T35" fmla="*/ 8 h 128"/>
              <a:gd name="T36" fmla="*/ 8 w 176"/>
              <a:gd name="T37" fmla="*/ 120 h 128"/>
              <a:gd name="T38" fmla="*/ 144 w 176"/>
              <a:gd name="T39" fmla="*/ 112 h 128"/>
              <a:gd name="T40" fmla="*/ 168 w 176"/>
              <a:gd name="T41" fmla="*/ 120 h 128"/>
              <a:gd name="T42" fmla="*/ 152 w 176"/>
              <a:gd name="T43" fmla="*/ 112 h 128"/>
              <a:gd name="T44" fmla="*/ 168 w 176"/>
              <a:gd name="T45" fmla="*/ 120 h 128"/>
              <a:gd name="T46" fmla="*/ 168 w 176"/>
              <a:gd name="T47" fmla="*/ 104 h 128"/>
              <a:gd name="T48" fmla="*/ 8 w 176"/>
              <a:gd name="T49" fmla="*/ 88 h 128"/>
              <a:gd name="T50" fmla="*/ 8 w 176"/>
              <a:gd name="T51" fmla="*/ 40 h 128"/>
              <a:gd name="T52" fmla="*/ 168 w 176"/>
              <a:gd name="T53" fmla="*/ 24 h 128"/>
              <a:gd name="T54" fmla="*/ 152 w 176"/>
              <a:gd name="T55" fmla="*/ 64 h 128"/>
              <a:gd name="T56" fmla="*/ 132 w 176"/>
              <a:gd name="T57" fmla="*/ 72 h 128"/>
              <a:gd name="T58" fmla="*/ 104 w 176"/>
              <a:gd name="T59" fmla="*/ 76 h 128"/>
              <a:gd name="T60" fmla="*/ 132 w 176"/>
              <a:gd name="T61" fmla="*/ 80 h 128"/>
              <a:gd name="T62" fmla="*/ 132 w 176"/>
              <a:gd name="T63" fmla="*/ 72 h 128"/>
              <a:gd name="T64" fmla="*/ 124 w 176"/>
              <a:gd name="T65" fmla="*/ 68 h 128"/>
              <a:gd name="T66" fmla="*/ 124 w 176"/>
              <a:gd name="T67" fmla="*/ 60 h 128"/>
              <a:gd name="T68" fmla="*/ 104 w 176"/>
              <a:gd name="T69" fmla="*/ 64 h 128"/>
              <a:gd name="T70" fmla="*/ 84 w 176"/>
              <a:gd name="T71" fmla="*/ 56 h 128"/>
              <a:gd name="T72" fmla="*/ 68 w 176"/>
              <a:gd name="T73" fmla="*/ 42 h 128"/>
              <a:gd name="T74" fmla="*/ 64 w 176"/>
              <a:gd name="T75" fmla="*/ 40 h 128"/>
              <a:gd name="T76" fmla="*/ 60 w 176"/>
              <a:gd name="T77" fmla="*/ 42 h 128"/>
              <a:gd name="T78" fmla="*/ 44 w 176"/>
              <a:gd name="T79" fmla="*/ 56 h 128"/>
              <a:gd name="T80" fmla="*/ 42 w 176"/>
              <a:gd name="T81" fmla="*/ 63 h 128"/>
              <a:gd name="T82" fmla="*/ 48 w 176"/>
              <a:gd name="T83" fmla="*/ 83 h 128"/>
              <a:gd name="T84" fmla="*/ 52 w 176"/>
              <a:gd name="T85" fmla="*/ 88 h 128"/>
              <a:gd name="T86" fmla="*/ 64 w 176"/>
              <a:gd name="T87" fmla="*/ 81 h 128"/>
              <a:gd name="T88" fmla="*/ 76 w 176"/>
              <a:gd name="T89" fmla="*/ 88 h 128"/>
              <a:gd name="T90" fmla="*/ 80 w 176"/>
              <a:gd name="T91" fmla="*/ 83 h 128"/>
              <a:gd name="T92" fmla="*/ 86 w 176"/>
              <a:gd name="T93" fmla="*/ 63 h 128"/>
              <a:gd name="T94" fmla="*/ 84 w 176"/>
              <a:gd name="T95" fmla="*/ 5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28">
                <a:moveTo>
                  <a:pt x="132" y="48"/>
                </a:moveTo>
                <a:cubicBezTo>
                  <a:pt x="108" y="48"/>
                  <a:pt x="108" y="48"/>
                  <a:pt x="108" y="48"/>
                </a:cubicBezTo>
                <a:cubicBezTo>
                  <a:pt x="106" y="48"/>
                  <a:pt x="104" y="50"/>
                  <a:pt x="104" y="52"/>
                </a:cubicBezTo>
                <a:cubicBezTo>
                  <a:pt x="104" y="54"/>
                  <a:pt x="106" y="56"/>
                  <a:pt x="108" y="5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4" y="56"/>
                  <a:pt x="136" y="54"/>
                  <a:pt x="136" y="52"/>
                </a:cubicBezTo>
                <a:cubicBezTo>
                  <a:pt x="136" y="50"/>
                  <a:pt x="134" y="48"/>
                  <a:pt x="132" y="48"/>
                </a:cubicBezTo>
                <a:moveTo>
                  <a:pt x="172" y="48"/>
                </a:moveTo>
                <a:cubicBezTo>
                  <a:pt x="174" y="48"/>
                  <a:pt x="176" y="46"/>
                  <a:pt x="176" y="4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6"/>
                  <a:pt x="2" y="48"/>
                  <a:pt x="4" y="48"/>
                </a:cubicBezTo>
                <a:cubicBezTo>
                  <a:pt x="11" y="48"/>
                  <a:pt x="16" y="55"/>
                  <a:pt x="16" y="64"/>
                </a:cubicBezTo>
                <a:cubicBezTo>
                  <a:pt x="16" y="73"/>
                  <a:pt x="11" y="80"/>
                  <a:pt x="4" y="80"/>
                </a:cubicBezTo>
                <a:cubicBezTo>
                  <a:pt x="2" y="80"/>
                  <a:pt x="0" y="82"/>
                  <a:pt x="0" y="8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4"/>
                  <a:pt x="176" y="84"/>
                  <a:pt x="176" y="84"/>
                </a:cubicBezTo>
                <a:cubicBezTo>
                  <a:pt x="176" y="82"/>
                  <a:pt x="174" y="80"/>
                  <a:pt x="172" y="80"/>
                </a:cubicBezTo>
                <a:cubicBezTo>
                  <a:pt x="165" y="80"/>
                  <a:pt x="160" y="73"/>
                  <a:pt x="160" y="64"/>
                </a:cubicBezTo>
                <a:cubicBezTo>
                  <a:pt x="160" y="55"/>
                  <a:pt x="165" y="48"/>
                  <a:pt x="172" y="48"/>
                </a:cubicBezTo>
                <a:moveTo>
                  <a:pt x="152" y="8"/>
                </a:moveTo>
                <a:cubicBezTo>
                  <a:pt x="168" y="8"/>
                  <a:pt x="168" y="8"/>
                  <a:pt x="168" y="8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52" y="16"/>
                  <a:pt x="152" y="16"/>
                  <a:pt x="152" y="16"/>
                </a:cubicBezTo>
                <a:lnTo>
                  <a:pt x="152" y="8"/>
                </a:lnTo>
                <a:close/>
                <a:moveTo>
                  <a:pt x="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8" y="16"/>
                  <a:pt x="8" y="16"/>
                  <a:pt x="8" y="16"/>
                </a:cubicBezTo>
                <a:lnTo>
                  <a:pt x="8" y="8"/>
                </a:lnTo>
                <a:close/>
                <a:moveTo>
                  <a:pt x="144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12"/>
                  <a:pt x="8" y="112"/>
                  <a:pt x="8" y="112"/>
                </a:cubicBezTo>
                <a:cubicBezTo>
                  <a:pt x="144" y="112"/>
                  <a:pt x="144" y="112"/>
                  <a:pt x="144" y="112"/>
                </a:cubicBezTo>
                <a:lnTo>
                  <a:pt x="144" y="120"/>
                </a:lnTo>
                <a:close/>
                <a:moveTo>
                  <a:pt x="168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68" y="112"/>
                  <a:pt x="168" y="112"/>
                  <a:pt x="168" y="112"/>
                </a:cubicBezTo>
                <a:lnTo>
                  <a:pt x="168" y="120"/>
                </a:lnTo>
                <a:close/>
                <a:moveTo>
                  <a:pt x="168" y="88"/>
                </a:moveTo>
                <a:cubicBezTo>
                  <a:pt x="168" y="104"/>
                  <a:pt x="168" y="104"/>
                  <a:pt x="168" y="104"/>
                </a:cubicBezTo>
                <a:cubicBezTo>
                  <a:pt x="8" y="104"/>
                  <a:pt x="8" y="104"/>
                  <a:pt x="8" y="104"/>
                </a:cubicBezTo>
                <a:cubicBezTo>
                  <a:pt x="8" y="88"/>
                  <a:pt x="8" y="88"/>
                  <a:pt x="8" y="88"/>
                </a:cubicBezTo>
                <a:cubicBezTo>
                  <a:pt x="17" y="85"/>
                  <a:pt x="24" y="76"/>
                  <a:pt x="24" y="64"/>
                </a:cubicBezTo>
                <a:cubicBezTo>
                  <a:pt x="24" y="52"/>
                  <a:pt x="17" y="43"/>
                  <a:pt x="8" y="40"/>
                </a:cubicBezTo>
                <a:cubicBezTo>
                  <a:pt x="8" y="24"/>
                  <a:pt x="8" y="24"/>
                  <a:pt x="8" y="2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59" y="43"/>
                  <a:pt x="152" y="52"/>
                  <a:pt x="152" y="64"/>
                </a:cubicBezTo>
                <a:cubicBezTo>
                  <a:pt x="152" y="76"/>
                  <a:pt x="159" y="85"/>
                  <a:pt x="168" y="88"/>
                </a:cubicBezTo>
                <a:moveTo>
                  <a:pt x="132" y="72"/>
                </a:moveTo>
                <a:cubicBezTo>
                  <a:pt x="108" y="72"/>
                  <a:pt x="108" y="72"/>
                  <a:pt x="108" y="72"/>
                </a:cubicBezTo>
                <a:cubicBezTo>
                  <a:pt x="106" y="72"/>
                  <a:pt x="104" y="74"/>
                  <a:pt x="104" y="76"/>
                </a:cubicBezTo>
                <a:cubicBezTo>
                  <a:pt x="104" y="78"/>
                  <a:pt x="106" y="80"/>
                  <a:pt x="108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4" y="80"/>
                  <a:pt x="136" y="78"/>
                  <a:pt x="136" y="76"/>
                </a:cubicBezTo>
                <a:cubicBezTo>
                  <a:pt x="136" y="74"/>
                  <a:pt x="134" y="72"/>
                  <a:pt x="132" y="72"/>
                </a:cubicBezTo>
                <a:moveTo>
                  <a:pt x="108" y="68"/>
                </a:moveTo>
                <a:cubicBezTo>
                  <a:pt x="124" y="68"/>
                  <a:pt x="124" y="68"/>
                  <a:pt x="124" y="68"/>
                </a:cubicBezTo>
                <a:cubicBezTo>
                  <a:pt x="126" y="68"/>
                  <a:pt x="128" y="66"/>
                  <a:pt x="128" y="64"/>
                </a:cubicBezTo>
                <a:cubicBezTo>
                  <a:pt x="128" y="62"/>
                  <a:pt x="126" y="60"/>
                  <a:pt x="124" y="60"/>
                </a:cubicBezTo>
                <a:cubicBezTo>
                  <a:pt x="108" y="60"/>
                  <a:pt x="108" y="60"/>
                  <a:pt x="108" y="60"/>
                </a:cubicBezTo>
                <a:cubicBezTo>
                  <a:pt x="106" y="60"/>
                  <a:pt x="104" y="62"/>
                  <a:pt x="104" y="64"/>
                </a:cubicBezTo>
                <a:cubicBezTo>
                  <a:pt x="104" y="66"/>
                  <a:pt x="106" y="68"/>
                  <a:pt x="108" y="68"/>
                </a:cubicBezTo>
                <a:moveTo>
                  <a:pt x="84" y="56"/>
                </a:moveTo>
                <a:cubicBezTo>
                  <a:pt x="74" y="56"/>
                  <a:pt x="74" y="56"/>
                  <a:pt x="74" y="56"/>
                </a:cubicBezTo>
                <a:cubicBezTo>
                  <a:pt x="68" y="42"/>
                  <a:pt x="68" y="42"/>
                  <a:pt x="68" y="42"/>
                </a:cubicBezTo>
                <a:cubicBezTo>
                  <a:pt x="68" y="42"/>
                  <a:pt x="68" y="42"/>
                  <a:pt x="68" y="42"/>
                </a:cubicBezTo>
                <a:cubicBezTo>
                  <a:pt x="67" y="41"/>
                  <a:pt x="66" y="40"/>
                  <a:pt x="64" y="40"/>
                </a:cubicBezTo>
                <a:cubicBezTo>
                  <a:pt x="62" y="40"/>
                  <a:pt x="61" y="41"/>
                  <a:pt x="60" y="42"/>
                </a:cubicBezTo>
                <a:cubicBezTo>
                  <a:pt x="60" y="42"/>
                  <a:pt x="60" y="42"/>
                  <a:pt x="60" y="42"/>
                </a:cubicBezTo>
                <a:cubicBezTo>
                  <a:pt x="54" y="56"/>
                  <a:pt x="54" y="56"/>
                  <a:pt x="5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2" y="56"/>
                  <a:pt x="40" y="58"/>
                  <a:pt x="40" y="60"/>
                </a:cubicBezTo>
                <a:cubicBezTo>
                  <a:pt x="40" y="63"/>
                  <a:pt x="42" y="63"/>
                  <a:pt x="42" y="63"/>
                </a:cubicBezTo>
                <a:cubicBezTo>
                  <a:pt x="52" y="70"/>
                  <a:pt x="52" y="70"/>
                  <a:pt x="52" y="70"/>
                </a:cubicBezTo>
                <a:cubicBezTo>
                  <a:pt x="48" y="83"/>
                  <a:pt x="48" y="83"/>
                  <a:pt x="48" y="83"/>
                </a:cubicBezTo>
                <a:cubicBezTo>
                  <a:pt x="48" y="83"/>
                  <a:pt x="48" y="84"/>
                  <a:pt x="48" y="84"/>
                </a:cubicBezTo>
                <a:cubicBezTo>
                  <a:pt x="48" y="86"/>
                  <a:pt x="50" y="88"/>
                  <a:pt x="52" y="88"/>
                </a:cubicBezTo>
                <a:cubicBezTo>
                  <a:pt x="53" y="88"/>
                  <a:pt x="54" y="88"/>
                  <a:pt x="54" y="87"/>
                </a:cubicBezTo>
                <a:cubicBezTo>
                  <a:pt x="64" y="81"/>
                  <a:pt x="64" y="81"/>
                  <a:pt x="64" y="81"/>
                </a:cubicBezTo>
                <a:cubicBezTo>
                  <a:pt x="74" y="87"/>
                  <a:pt x="74" y="87"/>
                  <a:pt x="74" y="87"/>
                </a:cubicBezTo>
                <a:cubicBezTo>
                  <a:pt x="74" y="87"/>
                  <a:pt x="74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84"/>
                  <a:pt x="80" y="83"/>
                  <a:pt x="80" y="83"/>
                </a:cubicBezTo>
                <a:cubicBezTo>
                  <a:pt x="76" y="70"/>
                  <a:pt x="76" y="70"/>
                  <a:pt x="76" y="70"/>
                </a:cubicBezTo>
                <a:cubicBezTo>
                  <a:pt x="86" y="63"/>
                  <a:pt x="86" y="63"/>
                  <a:pt x="86" y="63"/>
                </a:cubicBezTo>
                <a:cubicBezTo>
                  <a:pt x="86" y="63"/>
                  <a:pt x="88" y="63"/>
                  <a:pt x="88" y="60"/>
                </a:cubicBezTo>
                <a:cubicBezTo>
                  <a:pt x="88" y="58"/>
                  <a:pt x="86" y="56"/>
                  <a:pt x="84" y="5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461"/>
          <p:cNvSpPr>
            <a:spLocks noEditPoints="1"/>
          </p:cNvSpPr>
          <p:nvPr/>
        </p:nvSpPr>
        <p:spPr bwMode="auto">
          <a:xfrm>
            <a:off x="5998347" y="2426871"/>
            <a:ext cx="334275" cy="274235"/>
          </a:xfrm>
          <a:custGeom>
            <a:avLst/>
            <a:gdLst>
              <a:gd name="T0" fmla="*/ 8 w 176"/>
              <a:gd name="T1" fmla="*/ 32 h 144"/>
              <a:gd name="T2" fmla="*/ 0 w 176"/>
              <a:gd name="T3" fmla="*/ 76 h 144"/>
              <a:gd name="T4" fmla="*/ 8 w 176"/>
              <a:gd name="T5" fmla="*/ 88 h 144"/>
              <a:gd name="T6" fmla="*/ 0 w 176"/>
              <a:gd name="T7" fmla="*/ 100 h 144"/>
              <a:gd name="T8" fmla="*/ 8 w 176"/>
              <a:gd name="T9" fmla="*/ 144 h 144"/>
              <a:gd name="T10" fmla="*/ 152 w 176"/>
              <a:gd name="T11" fmla="*/ 136 h 144"/>
              <a:gd name="T12" fmla="*/ 148 w 176"/>
              <a:gd name="T13" fmla="*/ 96 h 144"/>
              <a:gd name="T14" fmla="*/ 148 w 176"/>
              <a:gd name="T15" fmla="*/ 80 h 144"/>
              <a:gd name="T16" fmla="*/ 152 w 176"/>
              <a:gd name="T17" fmla="*/ 40 h 144"/>
              <a:gd name="T18" fmla="*/ 8 w 176"/>
              <a:gd name="T19" fmla="*/ 40 h 144"/>
              <a:gd name="T20" fmla="*/ 128 w 176"/>
              <a:gd name="T21" fmla="*/ 48 h 144"/>
              <a:gd name="T22" fmla="*/ 8 w 176"/>
              <a:gd name="T23" fmla="*/ 40 h 144"/>
              <a:gd name="T24" fmla="*/ 8 w 176"/>
              <a:gd name="T25" fmla="*/ 136 h 144"/>
              <a:gd name="T26" fmla="*/ 128 w 176"/>
              <a:gd name="T27" fmla="*/ 128 h 144"/>
              <a:gd name="T28" fmla="*/ 144 w 176"/>
              <a:gd name="T29" fmla="*/ 136 h 144"/>
              <a:gd name="T30" fmla="*/ 136 w 176"/>
              <a:gd name="T31" fmla="*/ 128 h 144"/>
              <a:gd name="T32" fmla="*/ 144 w 176"/>
              <a:gd name="T33" fmla="*/ 136 h 144"/>
              <a:gd name="T34" fmla="*/ 136 w 176"/>
              <a:gd name="T35" fmla="*/ 88 h 144"/>
              <a:gd name="T36" fmla="*/ 144 w 176"/>
              <a:gd name="T37" fmla="*/ 120 h 144"/>
              <a:gd name="T38" fmla="*/ 8 w 176"/>
              <a:gd name="T39" fmla="*/ 103 h 144"/>
              <a:gd name="T40" fmla="*/ 8 w 176"/>
              <a:gd name="T41" fmla="*/ 73 h 144"/>
              <a:gd name="T42" fmla="*/ 144 w 176"/>
              <a:gd name="T43" fmla="*/ 56 h 144"/>
              <a:gd name="T44" fmla="*/ 144 w 176"/>
              <a:gd name="T45" fmla="*/ 48 h 144"/>
              <a:gd name="T46" fmla="*/ 136 w 176"/>
              <a:gd name="T47" fmla="*/ 40 h 144"/>
              <a:gd name="T48" fmla="*/ 144 w 176"/>
              <a:gd name="T49" fmla="*/ 48 h 144"/>
              <a:gd name="T50" fmla="*/ 50 w 176"/>
              <a:gd name="T51" fmla="*/ 93 h 144"/>
              <a:gd name="T52" fmla="*/ 47 w 176"/>
              <a:gd name="T53" fmla="*/ 105 h 144"/>
              <a:gd name="T54" fmla="*/ 52 w 176"/>
              <a:gd name="T55" fmla="*/ 107 h 144"/>
              <a:gd name="T56" fmla="*/ 68 w 176"/>
              <a:gd name="T57" fmla="*/ 107 h 144"/>
              <a:gd name="T58" fmla="*/ 73 w 176"/>
              <a:gd name="T59" fmla="*/ 105 h 144"/>
              <a:gd name="T60" fmla="*/ 70 w 176"/>
              <a:gd name="T61" fmla="*/ 93 h 144"/>
              <a:gd name="T62" fmla="*/ 80 w 176"/>
              <a:gd name="T63" fmla="*/ 85 h 144"/>
              <a:gd name="T64" fmla="*/ 69 w 176"/>
              <a:gd name="T65" fmla="*/ 81 h 144"/>
              <a:gd name="T66" fmla="*/ 63 w 176"/>
              <a:gd name="T67" fmla="*/ 70 h 144"/>
              <a:gd name="T68" fmla="*/ 57 w 176"/>
              <a:gd name="T69" fmla="*/ 70 h 144"/>
              <a:gd name="T70" fmla="*/ 51 w 176"/>
              <a:gd name="T71" fmla="*/ 81 h 144"/>
              <a:gd name="T72" fmla="*/ 40 w 176"/>
              <a:gd name="T73" fmla="*/ 85 h 144"/>
              <a:gd name="T74" fmla="*/ 168 w 176"/>
              <a:gd name="T75" fmla="*/ 0 h 144"/>
              <a:gd name="T76" fmla="*/ 24 w 176"/>
              <a:gd name="T77" fmla="*/ 8 h 144"/>
              <a:gd name="T78" fmla="*/ 28 w 176"/>
              <a:gd name="T79" fmla="*/ 24 h 144"/>
              <a:gd name="T80" fmla="*/ 32 w 176"/>
              <a:gd name="T81" fmla="*/ 8 h 144"/>
              <a:gd name="T82" fmla="*/ 168 w 176"/>
              <a:gd name="T83" fmla="*/ 104 h 144"/>
              <a:gd name="T84" fmla="*/ 160 w 176"/>
              <a:gd name="T85" fmla="*/ 108 h 144"/>
              <a:gd name="T86" fmla="*/ 168 w 176"/>
              <a:gd name="T87" fmla="*/ 112 h 144"/>
              <a:gd name="T88" fmla="*/ 176 w 176"/>
              <a:gd name="T89" fmla="*/ 8 h 144"/>
              <a:gd name="T90" fmla="*/ 92 w 176"/>
              <a:gd name="T91" fmla="*/ 104 h 144"/>
              <a:gd name="T92" fmla="*/ 112 w 176"/>
              <a:gd name="T93" fmla="*/ 100 h 144"/>
              <a:gd name="T94" fmla="*/ 92 w 176"/>
              <a:gd name="T95" fmla="*/ 96 h 144"/>
              <a:gd name="T96" fmla="*/ 92 w 176"/>
              <a:gd name="T97" fmla="*/ 104 h 144"/>
              <a:gd name="T98" fmla="*/ 100 w 176"/>
              <a:gd name="T99" fmla="*/ 92 h 144"/>
              <a:gd name="T100" fmla="*/ 100 w 176"/>
              <a:gd name="T101" fmla="*/ 84 h 144"/>
              <a:gd name="T102" fmla="*/ 88 w 176"/>
              <a:gd name="T103" fmla="*/ 88 h 144"/>
              <a:gd name="T104" fmla="*/ 92 w 176"/>
              <a:gd name="T105" fmla="*/ 80 h 144"/>
              <a:gd name="T106" fmla="*/ 112 w 176"/>
              <a:gd name="T107" fmla="*/ 76 h 144"/>
              <a:gd name="T108" fmla="*/ 92 w 176"/>
              <a:gd name="T109" fmla="*/ 72 h 144"/>
              <a:gd name="T110" fmla="*/ 92 w 176"/>
              <a:gd name="T111" fmla="*/ 8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44">
                <a:moveTo>
                  <a:pt x="144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80"/>
                  <a:pt x="4" y="80"/>
                </a:cubicBezTo>
                <a:cubicBezTo>
                  <a:pt x="6" y="80"/>
                  <a:pt x="8" y="84"/>
                  <a:pt x="8" y="88"/>
                </a:cubicBezTo>
                <a:cubicBezTo>
                  <a:pt x="8" y="92"/>
                  <a:pt x="6" y="96"/>
                  <a:pt x="4" y="96"/>
                </a:cubicBezTo>
                <a:cubicBezTo>
                  <a:pt x="2" y="96"/>
                  <a:pt x="0" y="98"/>
                  <a:pt x="0" y="100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8" y="144"/>
                  <a:pt x="152" y="140"/>
                  <a:pt x="152" y="136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98"/>
                  <a:pt x="150" y="96"/>
                  <a:pt x="148" y="96"/>
                </a:cubicBezTo>
                <a:cubicBezTo>
                  <a:pt x="146" y="96"/>
                  <a:pt x="144" y="92"/>
                  <a:pt x="144" y="88"/>
                </a:cubicBezTo>
                <a:cubicBezTo>
                  <a:pt x="144" y="84"/>
                  <a:pt x="146" y="80"/>
                  <a:pt x="148" y="80"/>
                </a:cubicBezTo>
                <a:cubicBezTo>
                  <a:pt x="150" y="80"/>
                  <a:pt x="152" y="78"/>
                  <a:pt x="152" y="76"/>
                </a:cubicBezTo>
                <a:cubicBezTo>
                  <a:pt x="152" y="40"/>
                  <a:pt x="152" y="40"/>
                  <a:pt x="152" y="40"/>
                </a:cubicBezTo>
                <a:cubicBezTo>
                  <a:pt x="152" y="36"/>
                  <a:pt x="148" y="32"/>
                  <a:pt x="144" y="32"/>
                </a:cubicBezTo>
                <a:moveTo>
                  <a:pt x="8" y="40"/>
                </a:moveTo>
                <a:cubicBezTo>
                  <a:pt x="128" y="40"/>
                  <a:pt x="128" y="40"/>
                  <a:pt x="128" y="40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40"/>
                </a:lnTo>
                <a:close/>
                <a:moveTo>
                  <a:pt x="128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28" y="128"/>
                  <a:pt x="128" y="128"/>
                  <a:pt x="128" y="128"/>
                </a:cubicBezTo>
                <a:lnTo>
                  <a:pt x="128" y="136"/>
                </a:lnTo>
                <a:close/>
                <a:moveTo>
                  <a:pt x="144" y="136"/>
                </a:moveTo>
                <a:cubicBezTo>
                  <a:pt x="136" y="136"/>
                  <a:pt x="136" y="136"/>
                  <a:pt x="136" y="136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36"/>
                </a:lnTo>
                <a:close/>
                <a:moveTo>
                  <a:pt x="144" y="73"/>
                </a:moveTo>
                <a:cubicBezTo>
                  <a:pt x="139" y="75"/>
                  <a:pt x="136" y="81"/>
                  <a:pt x="136" y="88"/>
                </a:cubicBezTo>
                <a:cubicBezTo>
                  <a:pt x="136" y="95"/>
                  <a:pt x="139" y="101"/>
                  <a:pt x="144" y="103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8" y="103"/>
                  <a:pt x="8" y="103"/>
                  <a:pt x="8" y="103"/>
                </a:cubicBezTo>
                <a:cubicBezTo>
                  <a:pt x="13" y="101"/>
                  <a:pt x="16" y="95"/>
                  <a:pt x="16" y="88"/>
                </a:cubicBezTo>
                <a:cubicBezTo>
                  <a:pt x="16" y="81"/>
                  <a:pt x="13" y="75"/>
                  <a:pt x="8" y="73"/>
                </a:cubicBezTo>
                <a:cubicBezTo>
                  <a:pt x="8" y="56"/>
                  <a:pt x="8" y="56"/>
                  <a:pt x="8" y="56"/>
                </a:cubicBezTo>
                <a:cubicBezTo>
                  <a:pt x="144" y="56"/>
                  <a:pt x="144" y="56"/>
                  <a:pt x="144" y="56"/>
                </a:cubicBezTo>
                <a:lnTo>
                  <a:pt x="144" y="73"/>
                </a:lnTo>
                <a:close/>
                <a:moveTo>
                  <a:pt x="144" y="48"/>
                </a:moveTo>
                <a:cubicBezTo>
                  <a:pt x="136" y="48"/>
                  <a:pt x="136" y="48"/>
                  <a:pt x="136" y="48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44" y="40"/>
                  <a:pt x="144" y="40"/>
                  <a:pt x="144" y="40"/>
                </a:cubicBezTo>
                <a:lnTo>
                  <a:pt x="144" y="48"/>
                </a:lnTo>
                <a:close/>
                <a:moveTo>
                  <a:pt x="41" y="87"/>
                </a:moveTo>
                <a:cubicBezTo>
                  <a:pt x="50" y="93"/>
                  <a:pt x="50" y="93"/>
                  <a:pt x="50" y="9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7" y="104"/>
                  <a:pt x="47" y="105"/>
                </a:cubicBezTo>
                <a:cubicBezTo>
                  <a:pt x="47" y="107"/>
                  <a:pt x="48" y="108"/>
                  <a:pt x="50" y="108"/>
                </a:cubicBezTo>
                <a:cubicBezTo>
                  <a:pt x="51" y="108"/>
                  <a:pt x="51" y="108"/>
                  <a:pt x="52" y="107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8" y="107"/>
                  <a:pt x="68" y="107"/>
                  <a:pt x="68" y="107"/>
                </a:cubicBezTo>
                <a:cubicBezTo>
                  <a:pt x="68" y="107"/>
                  <a:pt x="69" y="108"/>
                  <a:pt x="70" y="108"/>
                </a:cubicBezTo>
                <a:cubicBezTo>
                  <a:pt x="72" y="108"/>
                  <a:pt x="73" y="107"/>
                  <a:pt x="73" y="105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0" y="93"/>
                  <a:pt x="70" y="93"/>
                  <a:pt x="70" y="93"/>
                </a:cubicBezTo>
                <a:cubicBezTo>
                  <a:pt x="79" y="87"/>
                  <a:pt x="79" y="87"/>
                  <a:pt x="79" y="87"/>
                </a:cubicBezTo>
                <a:cubicBezTo>
                  <a:pt x="79" y="87"/>
                  <a:pt x="80" y="87"/>
                  <a:pt x="80" y="85"/>
                </a:cubicBezTo>
                <a:cubicBezTo>
                  <a:pt x="80" y="83"/>
                  <a:pt x="79" y="81"/>
                  <a:pt x="77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3" y="70"/>
                  <a:pt x="63" y="70"/>
                  <a:pt x="63" y="70"/>
                </a:cubicBezTo>
                <a:cubicBezTo>
                  <a:pt x="63" y="70"/>
                  <a:pt x="63" y="70"/>
                  <a:pt x="63" y="70"/>
                </a:cubicBezTo>
                <a:cubicBezTo>
                  <a:pt x="62" y="69"/>
                  <a:pt x="61" y="68"/>
                  <a:pt x="60" y="68"/>
                </a:cubicBezTo>
                <a:cubicBezTo>
                  <a:pt x="59" y="68"/>
                  <a:pt x="58" y="69"/>
                  <a:pt x="57" y="70"/>
                </a:cubicBezTo>
                <a:cubicBezTo>
                  <a:pt x="57" y="70"/>
                  <a:pt x="57" y="70"/>
                  <a:pt x="57" y="70"/>
                </a:cubicBezTo>
                <a:cubicBezTo>
                  <a:pt x="51" y="81"/>
                  <a:pt x="51" y="81"/>
                  <a:pt x="51" y="81"/>
                </a:cubicBezTo>
                <a:cubicBezTo>
                  <a:pt x="43" y="81"/>
                  <a:pt x="43" y="81"/>
                  <a:pt x="43" y="81"/>
                </a:cubicBezTo>
                <a:cubicBezTo>
                  <a:pt x="41" y="81"/>
                  <a:pt x="40" y="83"/>
                  <a:pt x="40" y="85"/>
                </a:cubicBezTo>
                <a:cubicBezTo>
                  <a:pt x="40" y="87"/>
                  <a:pt x="41" y="87"/>
                  <a:pt x="41" y="87"/>
                </a:cubicBezTo>
                <a:moveTo>
                  <a:pt x="168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4"/>
                  <a:pt x="24" y="8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2"/>
                  <a:pt x="26" y="24"/>
                  <a:pt x="28" y="24"/>
                </a:cubicBezTo>
                <a:cubicBezTo>
                  <a:pt x="30" y="24"/>
                  <a:pt x="32" y="22"/>
                  <a:pt x="32" y="20"/>
                </a:cubicBezTo>
                <a:cubicBezTo>
                  <a:pt x="32" y="8"/>
                  <a:pt x="32" y="8"/>
                  <a:pt x="32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4" y="104"/>
                  <a:pt x="164" y="104"/>
                  <a:pt x="164" y="104"/>
                </a:cubicBezTo>
                <a:cubicBezTo>
                  <a:pt x="162" y="104"/>
                  <a:pt x="160" y="106"/>
                  <a:pt x="160" y="108"/>
                </a:cubicBezTo>
                <a:cubicBezTo>
                  <a:pt x="160" y="110"/>
                  <a:pt x="162" y="112"/>
                  <a:pt x="164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72" y="112"/>
                  <a:pt x="176" y="108"/>
                  <a:pt x="176" y="10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92" y="104"/>
                </a:moveTo>
                <a:cubicBezTo>
                  <a:pt x="108" y="104"/>
                  <a:pt x="108" y="104"/>
                  <a:pt x="108" y="104"/>
                </a:cubicBezTo>
                <a:cubicBezTo>
                  <a:pt x="110" y="104"/>
                  <a:pt x="112" y="102"/>
                  <a:pt x="112" y="100"/>
                </a:cubicBezTo>
                <a:cubicBezTo>
                  <a:pt x="112" y="98"/>
                  <a:pt x="110" y="96"/>
                  <a:pt x="108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0" y="96"/>
                  <a:pt x="88" y="98"/>
                  <a:pt x="88" y="100"/>
                </a:cubicBezTo>
                <a:cubicBezTo>
                  <a:pt x="88" y="102"/>
                  <a:pt x="90" y="104"/>
                  <a:pt x="92" y="104"/>
                </a:cubicBezTo>
                <a:moveTo>
                  <a:pt x="92" y="92"/>
                </a:moveTo>
                <a:cubicBezTo>
                  <a:pt x="100" y="92"/>
                  <a:pt x="100" y="92"/>
                  <a:pt x="100" y="92"/>
                </a:cubicBezTo>
                <a:cubicBezTo>
                  <a:pt x="102" y="92"/>
                  <a:pt x="104" y="90"/>
                  <a:pt x="104" y="88"/>
                </a:cubicBezTo>
                <a:cubicBezTo>
                  <a:pt x="104" y="86"/>
                  <a:pt x="102" y="84"/>
                  <a:pt x="100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90" y="84"/>
                  <a:pt x="88" y="86"/>
                  <a:pt x="88" y="88"/>
                </a:cubicBezTo>
                <a:cubicBezTo>
                  <a:pt x="88" y="90"/>
                  <a:pt x="90" y="92"/>
                  <a:pt x="92" y="92"/>
                </a:cubicBezTo>
                <a:moveTo>
                  <a:pt x="92" y="80"/>
                </a:moveTo>
                <a:cubicBezTo>
                  <a:pt x="108" y="80"/>
                  <a:pt x="108" y="80"/>
                  <a:pt x="108" y="80"/>
                </a:cubicBezTo>
                <a:cubicBezTo>
                  <a:pt x="110" y="80"/>
                  <a:pt x="112" y="78"/>
                  <a:pt x="112" y="76"/>
                </a:cubicBezTo>
                <a:cubicBezTo>
                  <a:pt x="112" y="74"/>
                  <a:pt x="110" y="72"/>
                  <a:pt x="108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0" y="72"/>
                  <a:pt x="88" y="74"/>
                  <a:pt x="88" y="76"/>
                </a:cubicBezTo>
                <a:cubicBezTo>
                  <a:pt x="88" y="78"/>
                  <a:pt x="90" y="80"/>
                  <a:pt x="92" y="8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462"/>
          <p:cNvSpPr>
            <a:spLocks noEditPoints="1"/>
          </p:cNvSpPr>
          <p:nvPr/>
        </p:nvSpPr>
        <p:spPr bwMode="auto">
          <a:xfrm>
            <a:off x="6637689" y="2396040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6 w 176"/>
              <a:gd name="T37" fmla="*/ 160 h 176"/>
              <a:gd name="T38" fmla="*/ 160 w 176"/>
              <a:gd name="T39" fmla="*/ 160 h 176"/>
              <a:gd name="T40" fmla="*/ 160 w 176"/>
              <a:gd name="T41" fmla="*/ 16 h 176"/>
              <a:gd name="T42" fmla="*/ 16 w 176"/>
              <a:gd name="T43" fmla="*/ 16 h 176"/>
              <a:gd name="T44" fmla="*/ 16 w 176"/>
              <a:gd name="T45" fmla="*/ 160 h 176"/>
              <a:gd name="T46" fmla="*/ 24 w 176"/>
              <a:gd name="T47" fmla="*/ 24 h 176"/>
              <a:gd name="T48" fmla="*/ 152 w 176"/>
              <a:gd name="T49" fmla="*/ 24 h 176"/>
              <a:gd name="T50" fmla="*/ 152 w 176"/>
              <a:gd name="T51" fmla="*/ 152 h 176"/>
              <a:gd name="T52" fmla="*/ 24 w 176"/>
              <a:gd name="T53" fmla="*/ 152 h 176"/>
              <a:gd name="T54" fmla="*/ 24 w 176"/>
              <a:gd name="T55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160"/>
                </a:lnTo>
                <a:close/>
                <a:moveTo>
                  <a:pt x="24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463"/>
          <p:cNvSpPr>
            <a:spLocks noEditPoints="1"/>
          </p:cNvSpPr>
          <p:nvPr/>
        </p:nvSpPr>
        <p:spPr bwMode="auto">
          <a:xfrm>
            <a:off x="7277030" y="2396040"/>
            <a:ext cx="334275" cy="334275"/>
          </a:xfrm>
          <a:custGeom>
            <a:avLst/>
            <a:gdLst>
              <a:gd name="T0" fmla="*/ 16 w 176"/>
              <a:gd name="T1" fmla="*/ 160 h 176"/>
              <a:gd name="T2" fmla="*/ 84 w 176"/>
              <a:gd name="T3" fmla="*/ 160 h 176"/>
              <a:gd name="T4" fmla="*/ 84 w 176"/>
              <a:gd name="T5" fmla="*/ 92 h 176"/>
              <a:gd name="T6" fmla="*/ 16 w 176"/>
              <a:gd name="T7" fmla="*/ 92 h 176"/>
              <a:gd name="T8" fmla="*/ 16 w 176"/>
              <a:gd name="T9" fmla="*/ 160 h 176"/>
              <a:gd name="T10" fmla="*/ 24 w 176"/>
              <a:gd name="T11" fmla="*/ 100 h 176"/>
              <a:gd name="T12" fmla="*/ 76 w 176"/>
              <a:gd name="T13" fmla="*/ 100 h 176"/>
              <a:gd name="T14" fmla="*/ 76 w 176"/>
              <a:gd name="T15" fmla="*/ 152 h 176"/>
              <a:gd name="T16" fmla="*/ 24 w 176"/>
              <a:gd name="T17" fmla="*/ 152 h 176"/>
              <a:gd name="T18" fmla="*/ 24 w 176"/>
              <a:gd name="T19" fmla="*/ 100 h 176"/>
              <a:gd name="T20" fmla="*/ 16 w 176"/>
              <a:gd name="T21" fmla="*/ 84 h 176"/>
              <a:gd name="T22" fmla="*/ 84 w 176"/>
              <a:gd name="T23" fmla="*/ 84 h 176"/>
              <a:gd name="T24" fmla="*/ 84 w 176"/>
              <a:gd name="T25" fmla="*/ 16 h 176"/>
              <a:gd name="T26" fmla="*/ 16 w 176"/>
              <a:gd name="T27" fmla="*/ 16 h 176"/>
              <a:gd name="T28" fmla="*/ 16 w 176"/>
              <a:gd name="T29" fmla="*/ 84 h 176"/>
              <a:gd name="T30" fmla="*/ 24 w 176"/>
              <a:gd name="T31" fmla="*/ 24 h 176"/>
              <a:gd name="T32" fmla="*/ 76 w 176"/>
              <a:gd name="T33" fmla="*/ 24 h 176"/>
              <a:gd name="T34" fmla="*/ 76 w 176"/>
              <a:gd name="T35" fmla="*/ 76 h 176"/>
              <a:gd name="T36" fmla="*/ 24 w 176"/>
              <a:gd name="T37" fmla="*/ 76 h 176"/>
              <a:gd name="T38" fmla="*/ 24 w 176"/>
              <a:gd name="T39" fmla="*/ 24 h 176"/>
              <a:gd name="T40" fmla="*/ 160 w 176"/>
              <a:gd name="T41" fmla="*/ 0 h 176"/>
              <a:gd name="T42" fmla="*/ 16 w 176"/>
              <a:gd name="T43" fmla="*/ 0 h 176"/>
              <a:gd name="T44" fmla="*/ 0 w 176"/>
              <a:gd name="T45" fmla="*/ 16 h 176"/>
              <a:gd name="T46" fmla="*/ 0 w 176"/>
              <a:gd name="T47" fmla="*/ 160 h 176"/>
              <a:gd name="T48" fmla="*/ 16 w 176"/>
              <a:gd name="T49" fmla="*/ 176 h 176"/>
              <a:gd name="T50" fmla="*/ 160 w 176"/>
              <a:gd name="T51" fmla="*/ 176 h 176"/>
              <a:gd name="T52" fmla="*/ 176 w 176"/>
              <a:gd name="T53" fmla="*/ 160 h 176"/>
              <a:gd name="T54" fmla="*/ 176 w 176"/>
              <a:gd name="T55" fmla="*/ 16 h 176"/>
              <a:gd name="T56" fmla="*/ 160 w 176"/>
              <a:gd name="T57" fmla="*/ 0 h 176"/>
              <a:gd name="T58" fmla="*/ 168 w 176"/>
              <a:gd name="T59" fmla="*/ 160 h 176"/>
              <a:gd name="T60" fmla="*/ 160 w 176"/>
              <a:gd name="T61" fmla="*/ 168 h 176"/>
              <a:gd name="T62" fmla="*/ 16 w 176"/>
              <a:gd name="T63" fmla="*/ 168 h 176"/>
              <a:gd name="T64" fmla="*/ 8 w 176"/>
              <a:gd name="T65" fmla="*/ 16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60 h 176"/>
              <a:gd name="T76" fmla="*/ 92 w 176"/>
              <a:gd name="T77" fmla="*/ 84 h 176"/>
              <a:gd name="T78" fmla="*/ 160 w 176"/>
              <a:gd name="T79" fmla="*/ 84 h 176"/>
              <a:gd name="T80" fmla="*/ 160 w 176"/>
              <a:gd name="T81" fmla="*/ 16 h 176"/>
              <a:gd name="T82" fmla="*/ 92 w 176"/>
              <a:gd name="T83" fmla="*/ 16 h 176"/>
              <a:gd name="T84" fmla="*/ 92 w 176"/>
              <a:gd name="T85" fmla="*/ 84 h 176"/>
              <a:gd name="T86" fmla="*/ 100 w 176"/>
              <a:gd name="T87" fmla="*/ 24 h 176"/>
              <a:gd name="T88" fmla="*/ 152 w 176"/>
              <a:gd name="T89" fmla="*/ 24 h 176"/>
              <a:gd name="T90" fmla="*/ 152 w 176"/>
              <a:gd name="T91" fmla="*/ 76 h 176"/>
              <a:gd name="T92" fmla="*/ 100 w 176"/>
              <a:gd name="T93" fmla="*/ 76 h 176"/>
              <a:gd name="T94" fmla="*/ 100 w 176"/>
              <a:gd name="T95" fmla="*/ 24 h 176"/>
              <a:gd name="T96" fmla="*/ 92 w 176"/>
              <a:gd name="T97" fmla="*/ 160 h 176"/>
              <a:gd name="T98" fmla="*/ 160 w 176"/>
              <a:gd name="T99" fmla="*/ 160 h 176"/>
              <a:gd name="T100" fmla="*/ 160 w 176"/>
              <a:gd name="T101" fmla="*/ 92 h 176"/>
              <a:gd name="T102" fmla="*/ 92 w 176"/>
              <a:gd name="T103" fmla="*/ 92 h 176"/>
              <a:gd name="T104" fmla="*/ 92 w 176"/>
              <a:gd name="T105" fmla="*/ 160 h 176"/>
              <a:gd name="T106" fmla="*/ 100 w 176"/>
              <a:gd name="T107" fmla="*/ 100 h 176"/>
              <a:gd name="T108" fmla="*/ 152 w 176"/>
              <a:gd name="T109" fmla="*/ 100 h 176"/>
              <a:gd name="T110" fmla="*/ 152 w 176"/>
              <a:gd name="T111" fmla="*/ 152 h 176"/>
              <a:gd name="T112" fmla="*/ 100 w 176"/>
              <a:gd name="T113" fmla="*/ 152 h 176"/>
              <a:gd name="T114" fmla="*/ 100 w 176"/>
              <a:gd name="T11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76"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92"/>
                  <a:pt x="84" y="92"/>
                  <a:pt x="84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76" y="100"/>
                  <a:pt x="76" y="100"/>
                  <a:pt x="76" y="100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16" y="84"/>
                </a:moveTo>
                <a:cubicBezTo>
                  <a:pt x="84" y="84"/>
                  <a:pt x="84" y="84"/>
                  <a:pt x="84" y="84"/>
                </a:cubicBezTo>
                <a:cubicBezTo>
                  <a:pt x="84" y="16"/>
                  <a:pt x="84" y="16"/>
                  <a:pt x="8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4"/>
                </a:lnTo>
                <a:close/>
                <a:moveTo>
                  <a:pt x="24" y="24"/>
                </a:moveTo>
                <a:cubicBezTo>
                  <a:pt x="76" y="24"/>
                  <a:pt x="76" y="24"/>
                  <a:pt x="76" y="24"/>
                </a:cubicBezTo>
                <a:cubicBezTo>
                  <a:pt x="76" y="76"/>
                  <a:pt x="76" y="76"/>
                  <a:pt x="76" y="76"/>
                </a:cubicBezTo>
                <a:cubicBezTo>
                  <a:pt x="24" y="76"/>
                  <a:pt x="24" y="76"/>
                  <a:pt x="24" y="76"/>
                </a:cubicBezTo>
                <a:lnTo>
                  <a:pt x="24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2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84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00" y="76"/>
                  <a:pt x="100" y="76"/>
                  <a:pt x="100" y="76"/>
                </a:cubicBezTo>
                <a:lnTo>
                  <a:pt x="100" y="24"/>
                </a:lnTo>
                <a:close/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92" y="92"/>
                  <a:pt x="92" y="92"/>
                  <a:pt x="92" y="92"/>
                </a:cubicBezTo>
                <a:lnTo>
                  <a:pt x="92" y="160"/>
                </a:lnTo>
                <a:close/>
                <a:moveTo>
                  <a:pt x="100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10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464"/>
          <p:cNvSpPr>
            <a:spLocks noEditPoints="1"/>
          </p:cNvSpPr>
          <p:nvPr/>
        </p:nvSpPr>
        <p:spPr bwMode="auto">
          <a:xfrm>
            <a:off x="1524581" y="3035381"/>
            <a:ext cx="335898" cy="334275"/>
          </a:xfrm>
          <a:custGeom>
            <a:avLst/>
            <a:gdLst>
              <a:gd name="T0" fmla="*/ 92 w 176"/>
              <a:gd name="T1" fmla="*/ 160 h 176"/>
              <a:gd name="T2" fmla="*/ 160 w 176"/>
              <a:gd name="T3" fmla="*/ 160 h 176"/>
              <a:gd name="T4" fmla="*/ 160 w 176"/>
              <a:gd name="T5" fmla="*/ 16 h 176"/>
              <a:gd name="T6" fmla="*/ 92 w 176"/>
              <a:gd name="T7" fmla="*/ 16 h 176"/>
              <a:gd name="T8" fmla="*/ 92 w 176"/>
              <a:gd name="T9" fmla="*/ 160 h 176"/>
              <a:gd name="T10" fmla="*/ 100 w 176"/>
              <a:gd name="T11" fmla="*/ 24 h 176"/>
              <a:gd name="T12" fmla="*/ 152 w 176"/>
              <a:gd name="T13" fmla="*/ 24 h 176"/>
              <a:gd name="T14" fmla="*/ 152 w 176"/>
              <a:gd name="T15" fmla="*/ 152 h 176"/>
              <a:gd name="T16" fmla="*/ 100 w 176"/>
              <a:gd name="T17" fmla="*/ 152 h 176"/>
              <a:gd name="T18" fmla="*/ 100 w 176"/>
              <a:gd name="T19" fmla="*/ 24 h 176"/>
              <a:gd name="T20" fmla="*/ 160 w 176"/>
              <a:gd name="T21" fmla="*/ 0 h 176"/>
              <a:gd name="T22" fmla="*/ 16 w 176"/>
              <a:gd name="T23" fmla="*/ 0 h 176"/>
              <a:gd name="T24" fmla="*/ 0 w 176"/>
              <a:gd name="T25" fmla="*/ 16 h 176"/>
              <a:gd name="T26" fmla="*/ 0 w 176"/>
              <a:gd name="T27" fmla="*/ 160 h 176"/>
              <a:gd name="T28" fmla="*/ 16 w 176"/>
              <a:gd name="T29" fmla="*/ 176 h 176"/>
              <a:gd name="T30" fmla="*/ 160 w 176"/>
              <a:gd name="T31" fmla="*/ 176 h 176"/>
              <a:gd name="T32" fmla="*/ 176 w 176"/>
              <a:gd name="T33" fmla="*/ 160 h 176"/>
              <a:gd name="T34" fmla="*/ 176 w 176"/>
              <a:gd name="T35" fmla="*/ 16 h 176"/>
              <a:gd name="T36" fmla="*/ 160 w 176"/>
              <a:gd name="T37" fmla="*/ 0 h 176"/>
              <a:gd name="T38" fmla="*/ 168 w 176"/>
              <a:gd name="T39" fmla="*/ 160 h 176"/>
              <a:gd name="T40" fmla="*/ 160 w 176"/>
              <a:gd name="T41" fmla="*/ 168 h 176"/>
              <a:gd name="T42" fmla="*/ 16 w 176"/>
              <a:gd name="T43" fmla="*/ 168 h 176"/>
              <a:gd name="T44" fmla="*/ 8 w 176"/>
              <a:gd name="T45" fmla="*/ 160 h 176"/>
              <a:gd name="T46" fmla="*/ 8 w 176"/>
              <a:gd name="T47" fmla="*/ 16 h 176"/>
              <a:gd name="T48" fmla="*/ 16 w 176"/>
              <a:gd name="T49" fmla="*/ 8 h 176"/>
              <a:gd name="T50" fmla="*/ 160 w 176"/>
              <a:gd name="T51" fmla="*/ 8 h 176"/>
              <a:gd name="T52" fmla="*/ 168 w 176"/>
              <a:gd name="T53" fmla="*/ 16 h 176"/>
              <a:gd name="T54" fmla="*/ 168 w 176"/>
              <a:gd name="T55" fmla="*/ 160 h 176"/>
              <a:gd name="T56" fmla="*/ 16 w 176"/>
              <a:gd name="T57" fmla="*/ 160 h 176"/>
              <a:gd name="T58" fmla="*/ 84 w 176"/>
              <a:gd name="T59" fmla="*/ 160 h 176"/>
              <a:gd name="T60" fmla="*/ 84 w 176"/>
              <a:gd name="T61" fmla="*/ 16 h 176"/>
              <a:gd name="T62" fmla="*/ 16 w 176"/>
              <a:gd name="T63" fmla="*/ 16 h 176"/>
              <a:gd name="T64" fmla="*/ 16 w 176"/>
              <a:gd name="T65" fmla="*/ 160 h 176"/>
              <a:gd name="T66" fmla="*/ 24 w 176"/>
              <a:gd name="T67" fmla="*/ 24 h 176"/>
              <a:gd name="T68" fmla="*/ 76 w 176"/>
              <a:gd name="T69" fmla="*/ 24 h 176"/>
              <a:gd name="T70" fmla="*/ 76 w 176"/>
              <a:gd name="T71" fmla="*/ 152 h 176"/>
              <a:gd name="T72" fmla="*/ 24 w 176"/>
              <a:gd name="T73" fmla="*/ 152 h 176"/>
              <a:gd name="T74" fmla="*/ 24 w 176"/>
              <a:gd name="T75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160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16"/>
                  <a:pt x="84" y="16"/>
                  <a:pt x="8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160"/>
                </a:lnTo>
                <a:close/>
                <a:moveTo>
                  <a:pt x="24" y="24"/>
                </a:moveTo>
                <a:cubicBezTo>
                  <a:pt x="76" y="24"/>
                  <a:pt x="76" y="24"/>
                  <a:pt x="76" y="24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465"/>
          <p:cNvSpPr>
            <a:spLocks noEditPoints="1"/>
          </p:cNvSpPr>
          <p:nvPr/>
        </p:nvSpPr>
        <p:spPr bwMode="auto">
          <a:xfrm>
            <a:off x="2163922" y="3035381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6 w 176"/>
              <a:gd name="T37" fmla="*/ 160 h 176"/>
              <a:gd name="T38" fmla="*/ 160 w 176"/>
              <a:gd name="T39" fmla="*/ 160 h 176"/>
              <a:gd name="T40" fmla="*/ 160 w 176"/>
              <a:gd name="T41" fmla="*/ 92 h 176"/>
              <a:gd name="T42" fmla="*/ 16 w 176"/>
              <a:gd name="T43" fmla="*/ 92 h 176"/>
              <a:gd name="T44" fmla="*/ 16 w 176"/>
              <a:gd name="T45" fmla="*/ 160 h 176"/>
              <a:gd name="T46" fmla="*/ 24 w 176"/>
              <a:gd name="T47" fmla="*/ 100 h 176"/>
              <a:gd name="T48" fmla="*/ 152 w 176"/>
              <a:gd name="T49" fmla="*/ 100 h 176"/>
              <a:gd name="T50" fmla="*/ 152 w 176"/>
              <a:gd name="T51" fmla="*/ 152 h 176"/>
              <a:gd name="T52" fmla="*/ 24 w 176"/>
              <a:gd name="T53" fmla="*/ 152 h 176"/>
              <a:gd name="T54" fmla="*/ 24 w 176"/>
              <a:gd name="T55" fmla="*/ 100 h 176"/>
              <a:gd name="T56" fmla="*/ 16 w 176"/>
              <a:gd name="T57" fmla="*/ 84 h 176"/>
              <a:gd name="T58" fmla="*/ 160 w 176"/>
              <a:gd name="T59" fmla="*/ 84 h 176"/>
              <a:gd name="T60" fmla="*/ 160 w 176"/>
              <a:gd name="T61" fmla="*/ 16 h 176"/>
              <a:gd name="T62" fmla="*/ 16 w 176"/>
              <a:gd name="T63" fmla="*/ 16 h 176"/>
              <a:gd name="T64" fmla="*/ 16 w 176"/>
              <a:gd name="T65" fmla="*/ 84 h 176"/>
              <a:gd name="T66" fmla="*/ 24 w 176"/>
              <a:gd name="T67" fmla="*/ 24 h 176"/>
              <a:gd name="T68" fmla="*/ 152 w 176"/>
              <a:gd name="T69" fmla="*/ 24 h 176"/>
              <a:gd name="T70" fmla="*/ 152 w 176"/>
              <a:gd name="T71" fmla="*/ 76 h 176"/>
              <a:gd name="T72" fmla="*/ 24 w 176"/>
              <a:gd name="T73" fmla="*/ 76 h 176"/>
              <a:gd name="T74" fmla="*/ 24 w 176"/>
              <a:gd name="T75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16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4"/>
                </a:lnTo>
                <a:close/>
                <a:moveTo>
                  <a:pt x="24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24" y="76"/>
                  <a:pt x="24" y="76"/>
                  <a:pt x="24" y="76"/>
                </a:cubicBezTo>
                <a:lnTo>
                  <a:pt x="24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466"/>
          <p:cNvSpPr>
            <a:spLocks noEditPoints="1"/>
          </p:cNvSpPr>
          <p:nvPr/>
        </p:nvSpPr>
        <p:spPr bwMode="auto">
          <a:xfrm>
            <a:off x="2803263" y="3035381"/>
            <a:ext cx="334275" cy="334275"/>
          </a:xfrm>
          <a:custGeom>
            <a:avLst/>
            <a:gdLst>
              <a:gd name="T0" fmla="*/ 16 w 176"/>
              <a:gd name="T1" fmla="*/ 160 h 176"/>
              <a:gd name="T2" fmla="*/ 84 w 176"/>
              <a:gd name="T3" fmla="*/ 160 h 176"/>
              <a:gd name="T4" fmla="*/ 84 w 176"/>
              <a:gd name="T5" fmla="*/ 92 h 176"/>
              <a:gd name="T6" fmla="*/ 16 w 176"/>
              <a:gd name="T7" fmla="*/ 92 h 176"/>
              <a:gd name="T8" fmla="*/ 16 w 176"/>
              <a:gd name="T9" fmla="*/ 160 h 176"/>
              <a:gd name="T10" fmla="*/ 24 w 176"/>
              <a:gd name="T11" fmla="*/ 100 h 176"/>
              <a:gd name="T12" fmla="*/ 76 w 176"/>
              <a:gd name="T13" fmla="*/ 100 h 176"/>
              <a:gd name="T14" fmla="*/ 76 w 176"/>
              <a:gd name="T15" fmla="*/ 152 h 176"/>
              <a:gd name="T16" fmla="*/ 24 w 176"/>
              <a:gd name="T17" fmla="*/ 152 h 176"/>
              <a:gd name="T18" fmla="*/ 24 w 176"/>
              <a:gd name="T19" fmla="*/ 100 h 176"/>
              <a:gd name="T20" fmla="*/ 16 w 176"/>
              <a:gd name="T21" fmla="*/ 84 h 176"/>
              <a:gd name="T22" fmla="*/ 84 w 176"/>
              <a:gd name="T23" fmla="*/ 84 h 176"/>
              <a:gd name="T24" fmla="*/ 84 w 176"/>
              <a:gd name="T25" fmla="*/ 16 h 176"/>
              <a:gd name="T26" fmla="*/ 16 w 176"/>
              <a:gd name="T27" fmla="*/ 16 h 176"/>
              <a:gd name="T28" fmla="*/ 16 w 176"/>
              <a:gd name="T29" fmla="*/ 84 h 176"/>
              <a:gd name="T30" fmla="*/ 24 w 176"/>
              <a:gd name="T31" fmla="*/ 24 h 176"/>
              <a:gd name="T32" fmla="*/ 76 w 176"/>
              <a:gd name="T33" fmla="*/ 24 h 176"/>
              <a:gd name="T34" fmla="*/ 76 w 176"/>
              <a:gd name="T35" fmla="*/ 76 h 176"/>
              <a:gd name="T36" fmla="*/ 24 w 176"/>
              <a:gd name="T37" fmla="*/ 76 h 176"/>
              <a:gd name="T38" fmla="*/ 24 w 176"/>
              <a:gd name="T39" fmla="*/ 24 h 176"/>
              <a:gd name="T40" fmla="*/ 160 w 176"/>
              <a:gd name="T41" fmla="*/ 0 h 176"/>
              <a:gd name="T42" fmla="*/ 16 w 176"/>
              <a:gd name="T43" fmla="*/ 0 h 176"/>
              <a:gd name="T44" fmla="*/ 0 w 176"/>
              <a:gd name="T45" fmla="*/ 16 h 176"/>
              <a:gd name="T46" fmla="*/ 0 w 176"/>
              <a:gd name="T47" fmla="*/ 160 h 176"/>
              <a:gd name="T48" fmla="*/ 16 w 176"/>
              <a:gd name="T49" fmla="*/ 176 h 176"/>
              <a:gd name="T50" fmla="*/ 160 w 176"/>
              <a:gd name="T51" fmla="*/ 176 h 176"/>
              <a:gd name="T52" fmla="*/ 176 w 176"/>
              <a:gd name="T53" fmla="*/ 160 h 176"/>
              <a:gd name="T54" fmla="*/ 176 w 176"/>
              <a:gd name="T55" fmla="*/ 16 h 176"/>
              <a:gd name="T56" fmla="*/ 160 w 176"/>
              <a:gd name="T57" fmla="*/ 0 h 176"/>
              <a:gd name="T58" fmla="*/ 168 w 176"/>
              <a:gd name="T59" fmla="*/ 160 h 176"/>
              <a:gd name="T60" fmla="*/ 160 w 176"/>
              <a:gd name="T61" fmla="*/ 168 h 176"/>
              <a:gd name="T62" fmla="*/ 16 w 176"/>
              <a:gd name="T63" fmla="*/ 168 h 176"/>
              <a:gd name="T64" fmla="*/ 8 w 176"/>
              <a:gd name="T65" fmla="*/ 16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60 h 176"/>
              <a:gd name="T76" fmla="*/ 92 w 176"/>
              <a:gd name="T77" fmla="*/ 160 h 176"/>
              <a:gd name="T78" fmla="*/ 160 w 176"/>
              <a:gd name="T79" fmla="*/ 160 h 176"/>
              <a:gd name="T80" fmla="*/ 160 w 176"/>
              <a:gd name="T81" fmla="*/ 16 h 176"/>
              <a:gd name="T82" fmla="*/ 92 w 176"/>
              <a:gd name="T83" fmla="*/ 16 h 176"/>
              <a:gd name="T84" fmla="*/ 92 w 176"/>
              <a:gd name="T85" fmla="*/ 160 h 176"/>
              <a:gd name="T86" fmla="*/ 100 w 176"/>
              <a:gd name="T87" fmla="*/ 24 h 176"/>
              <a:gd name="T88" fmla="*/ 152 w 176"/>
              <a:gd name="T89" fmla="*/ 24 h 176"/>
              <a:gd name="T90" fmla="*/ 152 w 176"/>
              <a:gd name="T91" fmla="*/ 152 h 176"/>
              <a:gd name="T92" fmla="*/ 100 w 176"/>
              <a:gd name="T93" fmla="*/ 152 h 176"/>
              <a:gd name="T94" fmla="*/ 100 w 176"/>
              <a:gd name="T95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92"/>
                  <a:pt x="84" y="92"/>
                  <a:pt x="84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76" y="100"/>
                  <a:pt x="76" y="100"/>
                  <a:pt x="76" y="100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16" y="84"/>
                </a:moveTo>
                <a:cubicBezTo>
                  <a:pt x="84" y="84"/>
                  <a:pt x="84" y="84"/>
                  <a:pt x="84" y="84"/>
                </a:cubicBezTo>
                <a:cubicBezTo>
                  <a:pt x="84" y="16"/>
                  <a:pt x="84" y="16"/>
                  <a:pt x="8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4"/>
                </a:lnTo>
                <a:close/>
                <a:moveTo>
                  <a:pt x="24" y="24"/>
                </a:moveTo>
                <a:cubicBezTo>
                  <a:pt x="76" y="24"/>
                  <a:pt x="76" y="24"/>
                  <a:pt x="76" y="24"/>
                </a:cubicBezTo>
                <a:cubicBezTo>
                  <a:pt x="76" y="76"/>
                  <a:pt x="76" y="76"/>
                  <a:pt x="76" y="76"/>
                </a:cubicBezTo>
                <a:cubicBezTo>
                  <a:pt x="24" y="76"/>
                  <a:pt x="24" y="76"/>
                  <a:pt x="24" y="76"/>
                </a:cubicBezTo>
                <a:lnTo>
                  <a:pt x="24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160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467"/>
          <p:cNvSpPr>
            <a:spLocks noEditPoints="1"/>
          </p:cNvSpPr>
          <p:nvPr/>
        </p:nvSpPr>
        <p:spPr bwMode="auto">
          <a:xfrm>
            <a:off x="3442605" y="3035381"/>
            <a:ext cx="334275" cy="334275"/>
          </a:xfrm>
          <a:custGeom>
            <a:avLst/>
            <a:gdLst>
              <a:gd name="T0" fmla="*/ 84 w 176"/>
              <a:gd name="T1" fmla="*/ 16 h 176"/>
              <a:gd name="T2" fmla="*/ 16 w 176"/>
              <a:gd name="T3" fmla="*/ 16 h 176"/>
              <a:gd name="T4" fmla="*/ 16 w 176"/>
              <a:gd name="T5" fmla="*/ 84 h 176"/>
              <a:gd name="T6" fmla="*/ 84 w 176"/>
              <a:gd name="T7" fmla="*/ 84 h 176"/>
              <a:gd name="T8" fmla="*/ 84 w 176"/>
              <a:gd name="T9" fmla="*/ 16 h 176"/>
              <a:gd name="T10" fmla="*/ 76 w 176"/>
              <a:gd name="T11" fmla="*/ 76 h 176"/>
              <a:gd name="T12" fmla="*/ 24 w 176"/>
              <a:gd name="T13" fmla="*/ 76 h 176"/>
              <a:gd name="T14" fmla="*/ 24 w 176"/>
              <a:gd name="T15" fmla="*/ 24 h 176"/>
              <a:gd name="T16" fmla="*/ 76 w 176"/>
              <a:gd name="T17" fmla="*/ 24 h 176"/>
              <a:gd name="T18" fmla="*/ 76 w 176"/>
              <a:gd name="T19" fmla="*/ 76 h 176"/>
              <a:gd name="T20" fmla="*/ 16 w 176"/>
              <a:gd name="T21" fmla="*/ 160 h 176"/>
              <a:gd name="T22" fmla="*/ 160 w 176"/>
              <a:gd name="T23" fmla="*/ 160 h 176"/>
              <a:gd name="T24" fmla="*/ 160 w 176"/>
              <a:gd name="T25" fmla="*/ 92 h 176"/>
              <a:gd name="T26" fmla="*/ 16 w 176"/>
              <a:gd name="T27" fmla="*/ 92 h 176"/>
              <a:gd name="T28" fmla="*/ 16 w 176"/>
              <a:gd name="T29" fmla="*/ 160 h 176"/>
              <a:gd name="T30" fmla="*/ 24 w 176"/>
              <a:gd name="T31" fmla="*/ 100 h 176"/>
              <a:gd name="T32" fmla="*/ 152 w 176"/>
              <a:gd name="T33" fmla="*/ 100 h 176"/>
              <a:gd name="T34" fmla="*/ 152 w 176"/>
              <a:gd name="T35" fmla="*/ 152 h 176"/>
              <a:gd name="T36" fmla="*/ 24 w 176"/>
              <a:gd name="T37" fmla="*/ 152 h 176"/>
              <a:gd name="T38" fmla="*/ 24 w 176"/>
              <a:gd name="T39" fmla="*/ 100 h 176"/>
              <a:gd name="T40" fmla="*/ 92 w 176"/>
              <a:gd name="T41" fmla="*/ 84 h 176"/>
              <a:gd name="T42" fmla="*/ 160 w 176"/>
              <a:gd name="T43" fmla="*/ 84 h 176"/>
              <a:gd name="T44" fmla="*/ 160 w 176"/>
              <a:gd name="T45" fmla="*/ 16 h 176"/>
              <a:gd name="T46" fmla="*/ 92 w 176"/>
              <a:gd name="T47" fmla="*/ 16 h 176"/>
              <a:gd name="T48" fmla="*/ 92 w 176"/>
              <a:gd name="T49" fmla="*/ 84 h 176"/>
              <a:gd name="T50" fmla="*/ 100 w 176"/>
              <a:gd name="T51" fmla="*/ 24 h 176"/>
              <a:gd name="T52" fmla="*/ 152 w 176"/>
              <a:gd name="T53" fmla="*/ 24 h 176"/>
              <a:gd name="T54" fmla="*/ 152 w 176"/>
              <a:gd name="T55" fmla="*/ 76 h 176"/>
              <a:gd name="T56" fmla="*/ 100 w 176"/>
              <a:gd name="T57" fmla="*/ 76 h 176"/>
              <a:gd name="T58" fmla="*/ 100 w 176"/>
              <a:gd name="T59" fmla="*/ 24 h 176"/>
              <a:gd name="T60" fmla="*/ 160 w 176"/>
              <a:gd name="T61" fmla="*/ 0 h 176"/>
              <a:gd name="T62" fmla="*/ 16 w 176"/>
              <a:gd name="T63" fmla="*/ 0 h 176"/>
              <a:gd name="T64" fmla="*/ 0 w 176"/>
              <a:gd name="T65" fmla="*/ 16 h 176"/>
              <a:gd name="T66" fmla="*/ 0 w 176"/>
              <a:gd name="T67" fmla="*/ 160 h 176"/>
              <a:gd name="T68" fmla="*/ 16 w 176"/>
              <a:gd name="T69" fmla="*/ 176 h 176"/>
              <a:gd name="T70" fmla="*/ 160 w 176"/>
              <a:gd name="T71" fmla="*/ 176 h 176"/>
              <a:gd name="T72" fmla="*/ 176 w 176"/>
              <a:gd name="T73" fmla="*/ 160 h 176"/>
              <a:gd name="T74" fmla="*/ 176 w 176"/>
              <a:gd name="T75" fmla="*/ 16 h 176"/>
              <a:gd name="T76" fmla="*/ 160 w 176"/>
              <a:gd name="T77" fmla="*/ 0 h 176"/>
              <a:gd name="T78" fmla="*/ 168 w 176"/>
              <a:gd name="T79" fmla="*/ 160 h 176"/>
              <a:gd name="T80" fmla="*/ 160 w 176"/>
              <a:gd name="T81" fmla="*/ 168 h 176"/>
              <a:gd name="T82" fmla="*/ 16 w 176"/>
              <a:gd name="T83" fmla="*/ 168 h 176"/>
              <a:gd name="T84" fmla="*/ 8 w 176"/>
              <a:gd name="T85" fmla="*/ 160 h 176"/>
              <a:gd name="T86" fmla="*/ 8 w 176"/>
              <a:gd name="T87" fmla="*/ 16 h 176"/>
              <a:gd name="T88" fmla="*/ 16 w 176"/>
              <a:gd name="T89" fmla="*/ 8 h 176"/>
              <a:gd name="T90" fmla="*/ 160 w 176"/>
              <a:gd name="T91" fmla="*/ 8 h 176"/>
              <a:gd name="T92" fmla="*/ 168 w 176"/>
              <a:gd name="T93" fmla="*/ 16 h 176"/>
              <a:gd name="T94" fmla="*/ 168 w 176"/>
              <a:gd name="T95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84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84"/>
                  <a:pt x="16" y="84"/>
                  <a:pt x="16" y="84"/>
                </a:cubicBezTo>
                <a:cubicBezTo>
                  <a:pt x="84" y="84"/>
                  <a:pt x="84" y="84"/>
                  <a:pt x="84" y="84"/>
                </a:cubicBezTo>
                <a:lnTo>
                  <a:pt x="84" y="16"/>
                </a:lnTo>
                <a:close/>
                <a:moveTo>
                  <a:pt x="76" y="76"/>
                </a:moveTo>
                <a:cubicBezTo>
                  <a:pt x="24" y="76"/>
                  <a:pt x="24" y="76"/>
                  <a:pt x="24" y="76"/>
                </a:cubicBezTo>
                <a:cubicBezTo>
                  <a:pt x="24" y="24"/>
                  <a:pt x="24" y="24"/>
                  <a:pt x="24" y="24"/>
                </a:cubicBezTo>
                <a:cubicBezTo>
                  <a:pt x="76" y="24"/>
                  <a:pt x="76" y="24"/>
                  <a:pt x="76" y="24"/>
                </a:cubicBezTo>
                <a:lnTo>
                  <a:pt x="76" y="76"/>
                </a:lnTo>
                <a:close/>
                <a:moveTo>
                  <a:pt x="16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92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84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00" y="76"/>
                  <a:pt x="100" y="76"/>
                  <a:pt x="100" y="76"/>
                </a:cubicBezTo>
                <a:lnTo>
                  <a:pt x="100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468"/>
          <p:cNvSpPr>
            <a:spLocks noEditPoints="1"/>
          </p:cNvSpPr>
          <p:nvPr/>
        </p:nvSpPr>
        <p:spPr bwMode="auto">
          <a:xfrm>
            <a:off x="4081946" y="3035381"/>
            <a:ext cx="334275" cy="334275"/>
          </a:xfrm>
          <a:custGeom>
            <a:avLst/>
            <a:gdLst>
              <a:gd name="T0" fmla="*/ 16 w 176"/>
              <a:gd name="T1" fmla="*/ 160 h 176"/>
              <a:gd name="T2" fmla="*/ 84 w 176"/>
              <a:gd name="T3" fmla="*/ 160 h 176"/>
              <a:gd name="T4" fmla="*/ 84 w 176"/>
              <a:gd name="T5" fmla="*/ 16 h 176"/>
              <a:gd name="T6" fmla="*/ 16 w 176"/>
              <a:gd name="T7" fmla="*/ 16 h 176"/>
              <a:gd name="T8" fmla="*/ 16 w 176"/>
              <a:gd name="T9" fmla="*/ 160 h 176"/>
              <a:gd name="T10" fmla="*/ 24 w 176"/>
              <a:gd name="T11" fmla="*/ 24 h 176"/>
              <a:gd name="T12" fmla="*/ 76 w 176"/>
              <a:gd name="T13" fmla="*/ 24 h 176"/>
              <a:gd name="T14" fmla="*/ 76 w 176"/>
              <a:gd name="T15" fmla="*/ 152 h 176"/>
              <a:gd name="T16" fmla="*/ 24 w 176"/>
              <a:gd name="T17" fmla="*/ 152 h 176"/>
              <a:gd name="T18" fmla="*/ 24 w 176"/>
              <a:gd name="T19" fmla="*/ 24 h 176"/>
              <a:gd name="T20" fmla="*/ 92 w 176"/>
              <a:gd name="T21" fmla="*/ 84 h 176"/>
              <a:gd name="T22" fmla="*/ 160 w 176"/>
              <a:gd name="T23" fmla="*/ 84 h 176"/>
              <a:gd name="T24" fmla="*/ 160 w 176"/>
              <a:gd name="T25" fmla="*/ 16 h 176"/>
              <a:gd name="T26" fmla="*/ 92 w 176"/>
              <a:gd name="T27" fmla="*/ 16 h 176"/>
              <a:gd name="T28" fmla="*/ 92 w 176"/>
              <a:gd name="T29" fmla="*/ 84 h 176"/>
              <a:gd name="T30" fmla="*/ 100 w 176"/>
              <a:gd name="T31" fmla="*/ 24 h 176"/>
              <a:gd name="T32" fmla="*/ 152 w 176"/>
              <a:gd name="T33" fmla="*/ 24 h 176"/>
              <a:gd name="T34" fmla="*/ 152 w 176"/>
              <a:gd name="T35" fmla="*/ 76 h 176"/>
              <a:gd name="T36" fmla="*/ 100 w 176"/>
              <a:gd name="T37" fmla="*/ 76 h 176"/>
              <a:gd name="T38" fmla="*/ 100 w 176"/>
              <a:gd name="T39" fmla="*/ 24 h 176"/>
              <a:gd name="T40" fmla="*/ 160 w 176"/>
              <a:gd name="T41" fmla="*/ 0 h 176"/>
              <a:gd name="T42" fmla="*/ 16 w 176"/>
              <a:gd name="T43" fmla="*/ 0 h 176"/>
              <a:gd name="T44" fmla="*/ 0 w 176"/>
              <a:gd name="T45" fmla="*/ 16 h 176"/>
              <a:gd name="T46" fmla="*/ 0 w 176"/>
              <a:gd name="T47" fmla="*/ 160 h 176"/>
              <a:gd name="T48" fmla="*/ 16 w 176"/>
              <a:gd name="T49" fmla="*/ 176 h 176"/>
              <a:gd name="T50" fmla="*/ 160 w 176"/>
              <a:gd name="T51" fmla="*/ 176 h 176"/>
              <a:gd name="T52" fmla="*/ 176 w 176"/>
              <a:gd name="T53" fmla="*/ 160 h 176"/>
              <a:gd name="T54" fmla="*/ 176 w 176"/>
              <a:gd name="T55" fmla="*/ 16 h 176"/>
              <a:gd name="T56" fmla="*/ 160 w 176"/>
              <a:gd name="T57" fmla="*/ 0 h 176"/>
              <a:gd name="T58" fmla="*/ 168 w 176"/>
              <a:gd name="T59" fmla="*/ 160 h 176"/>
              <a:gd name="T60" fmla="*/ 160 w 176"/>
              <a:gd name="T61" fmla="*/ 168 h 176"/>
              <a:gd name="T62" fmla="*/ 16 w 176"/>
              <a:gd name="T63" fmla="*/ 168 h 176"/>
              <a:gd name="T64" fmla="*/ 8 w 176"/>
              <a:gd name="T65" fmla="*/ 16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60 h 176"/>
              <a:gd name="T76" fmla="*/ 92 w 176"/>
              <a:gd name="T77" fmla="*/ 160 h 176"/>
              <a:gd name="T78" fmla="*/ 160 w 176"/>
              <a:gd name="T79" fmla="*/ 160 h 176"/>
              <a:gd name="T80" fmla="*/ 160 w 176"/>
              <a:gd name="T81" fmla="*/ 92 h 176"/>
              <a:gd name="T82" fmla="*/ 92 w 176"/>
              <a:gd name="T83" fmla="*/ 92 h 176"/>
              <a:gd name="T84" fmla="*/ 92 w 176"/>
              <a:gd name="T85" fmla="*/ 160 h 176"/>
              <a:gd name="T86" fmla="*/ 100 w 176"/>
              <a:gd name="T87" fmla="*/ 100 h 176"/>
              <a:gd name="T88" fmla="*/ 152 w 176"/>
              <a:gd name="T89" fmla="*/ 100 h 176"/>
              <a:gd name="T90" fmla="*/ 152 w 176"/>
              <a:gd name="T91" fmla="*/ 152 h 176"/>
              <a:gd name="T92" fmla="*/ 100 w 176"/>
              <a:gd name="T93" fmla="*/ 152 h 176"/>
              <a:gd name="T94" fmla="*/ 100 w 176"/>
              <a:gd name="T9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16"/>
                  <a:pt x="84" y="16"/>
                  <a:pt x="8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160"/>
                </a:lnTo>
                <a:close/>
                <a:moveTo>
                  <a:pt x="24" y="24"/>
                </a:moveTo>
                <a:cubicBezTo>
                  <a:pt x="76" y="24"/>
                  <a:pt x="76" y="24"/>
                  <a:pt x="76" y="24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24"/>
                </a:lnTo>
                <a:close/>
                <a:moveTo>
                  <a:pt x="92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84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00" y="76"/>
                  <a:pt x="100" y="76"/>
                  <a:pt x="100" y="76"/>
                </a:cubicBezTo>
                <a:lnTo>
                  <a:pt x="100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92" y="92"/>
                  <a:pt x="92" y="92"/>
                  <a:pt x="92" y="92"/>
                </a:cubicBezTo>
                <a:lnTo>
                  <a:pt x="92" y="160"/>
                </a:lnTo>
                <a:close/>
                <a:moveTo>
                  <a:pt x="100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10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469"/>
          <p:cNvSpPr>
            <a:spLocks noEditPoints="1"/>
          </p:cNvSpPr>
          <p:nvPr/>
        </p:nvSpPr>
        <p:spPr bwMode="auto">
          <a:xfrm>
            <a:off x="4719665" y="3035381"/>
            <a:ext cx="335898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6 w 176"/>
              <a:gd name="T37" fmla="*/ 160 h 176"/>
              <a:gd name="T38" fmla="*/ 84 w 176"/>
              <a:gd name="T39" fmla="*/ 160 h 176"/>
              <a:gd name="T40" fmla="*/ 84 w 176"/>
              <a:gd name="T41" fmla="*/ 92 h 176"/>
              <a:gd name="T42" fmla="*/ 16 w 176"/>
              <a:gd name="T43" fmla="*/ 92 h 176"/>
              <a:gd name="T44" fmla="*/ 16 w 176"/>
              <a:gd name="T45" fmla="*/ 160 h 176"/>
              <a:gd name="T46" fmla="*/ 24 w 176"/>
              <a:gd name="T47" fmla="*/ 100 h 176"/>
              <a:gd name="T48" fmla="*/ 76 w 176"/>
              <a:gd name="T49" fmla="*/ 100 h 176"/>
              <a:gd name="T50" fmla="*/ 76 w 176"/>
              <a:gd name="T51" fmla="*/ 152 h 176"/>
              <a:gd name="T52" fmla="*/ 24 w 176"/>
              <a:gd name="T53" fmla="*/ 152 h 176"/>
              <a:gd name="T54" fmla="*/ 24 w 176"/>
              <a:gd name="T55" fmla="*/ 100 h 176"/>
              <a:gd name="T56" fmla="*/ 16 w 176"/>
              <a:gd name="T57" fmla="*/ 84 h 176"/>
              <a:gd name="T58" fmla="*/ 160 w 176"/>
              <a:gd name="T59" fmla="*/ 84 h 176"/>
              <a:gd name="T60" fmla="*/ 160 w 176"/>
              <a:gd name="T61" fmla="*/ 16 h 176"/>
              <a:gd name="T62" fmla="*/ 16 w 176"/>
              <a:gd name="T63" fmla="*/ 16 h 176"/>
              <a:gd name="T64" fmla="*/ 16 w 176"/>
              <a:gd name="T65" fmla="*/ 84 h 176"/>
              <a:gd name="T66" fmla="*/ 24 w 176"/>
              <a:gd name="T67" fmla="*/ 24 h 176"/>
              <a:gd name="T68" fmla="*/ 152 w 176"/>
              <a:gd name="T69" fmla="*/ 24 h 176"/>
              <a:gd name="T70" fmla="*/ 152 w 176"/>
              <a:gd name="T71" fmla="*/ 76 h 176"/>
              <a:gd name="T72" fmla="*/ 24 w 176"/>
              <a:gd name="T73" fmla="*/ 76 h 176"/>
              <a:gd name="T74" fmla="*/ 24 w 176"/>
              <a:gd name="T75" fmla="*/ 24 h 176"/>
              <a:gd name="T76" fmla="*/ 92 w 176"/>
              <a:gd name="T77" fmla="*/ 160 h 176"/>
              <a:gd name="T78" fmla="*/ 160 w 176"/>
              <a:gd name="T79" fmla="*/ 160 h 176"/>
              <a:gd name="T80" fmla="*/ 160 w 176"/>
              <a:gd name="T81" fmla="*/ 92 h 176"/>
              <a:gd name="T82" fmla="*/ 92 w 176"/>
              <a:gd name="T83" fmla="*/ 92 h 176"/>
              <a:gd name="T84" fmla="*/ 92 w 176"/>
              <a:gd name="T85" fmla="*/ 160 h 176"/>
              <a:gd name="T86" fmla="*/ 100 w 176"/>
              <a:gd name="T87" fmla="*/ 100 h 176"/>
              <a:gd name="T88" fmla="*/ 152 w 176"/>
              <a:gd name="T89" fmla="*/ 100 h 176"/>
              <a:gd name="T90" fmla="*/ 152 w 176"/>
              <a:gd name="T91" fmla="*/ 152 h 176"/>
              <a:gd name="T92" fmla="*/ 100 w 176"/>
              <a:gd name="T93" fmla="*/ 152 h 176"/>
              <a:gd name="T94" fmla="*/ 100 w 176"/>
              <a:gd name="T9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92"/>
                  <a:pt x="84" y="92"/>
                  <a:pt x="84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76" y="100"/>
                  <a:pt x="76" y="100"/>
                  <a:pt x="76" y="100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16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4"/>
                </a:lnTo>
                <a:close/>
                <a:moveTo>
                  <a:pt x="24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24" y="76"/>
                  <a:pt x="24" y="76"/>
                  <a:pt x="24" y="76"/>
                </a:cubicBezTo>
                <a:lnTo>
                  <a:pt x="24" y="24"/>
                </a:lnTo>
                <a:close/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92" y="92"/>
                  <a:pt x="92" y="92"/>
                  <a:pt x="92" y="92"/>
                </a:cubicBezTo>
                <a:lnTo>
                  <a:pt x="92" y="160"/>
                </a:lnTo>
                <a:close/>
                <a:moveTo>
                  <a:pt x="100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10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470"/>
          <p:cNvSpPr>
            <a:spLocks noEditPoints="1"/>
          </p:cNvSpPr>
          <p:nvPr/>
        </p:nvSpPr>
        <p:spPr bwMode="auto">
          <a:xfrm>
            <a:off x="5359005" y="3035381"/>
            <a:ext cx="335898" cy="334275"/>
          </a:xfrm>
          <a:custGeom>
            <a:avLst/>
            <a:gdLst>
              <a:gd name="T0" fmla="*/ 160 w 176"/>
              <a:gd name="T1" fmla="*/ 160 h 176"/>
              <a:gd name="T2" fmla="*/ 120 w 176"/>
              <a:gd name="T3" fmla="*/ 120 h 176"/>
              <a:gd name="T4" fmla="*/ 128 w 176"/>
              <a:gd name="T5" fmla="*/ 128 h 176"/>
              <a:gd name="T6" fmla="*/ 152 w 176"/>
              <a:gd name="T7" fmla="*/ 152 h 176"/>
              <a:gd name="T8" fmla="*/ 128 w 176"/>
              <a:gd name="T9" fmla="*/ 128 h 176"/>
              <a:gd name="T10" fmla="*/ 56 w 176"/>
              <a:gd name="T11" fmla="*/ 160 h 176"/>
              <a:gd name="T12" fmla="*/ 16 w 176"/>
              <a:gd name="T13" fmla="*/ 120 h 176"/>
              <a:gd name="T14" fmla="*/ 24 w 176"/>
              <a:gd name="T15" fmla="*/ 128 h 176"/>
              <a:gd name="T16" fmla="*/ 48 w 176"/>
              <a:gd name="T17" fmla="*/ 152 h 176"/>
              <a:gd name="T18" fmla="*/ 24 w 176"/>
              <a:gd name="T19" fmla="*/ 128 h 176"/>
              <a:gd name="T20" fmla="*/ 16 w 176"/>
              <a:gd name="T21" fmla="*/ 0 h 176"/>
              <a:gd name="T22" fmla="*/ 0 w 176"/>
              <a:gd name="T23" fmla="*/ 160 h 176"/>
              <a:gd name="T24" fmla="*/ 160 w 176"/>
              <a:gd name="T25" fmla="*/ 176 h 176"/>
              <a:gd name="T26" fmla="*/ 176 w 176"/>
              <a:gd name="T27" fmla="*/ 16 h 176"/>
              <a:gd name="T28" fmla="*/ 168 w 176"/>
              <a:gd name="T29" fmla="*/ 160 h 176"/>
              <a:gd name="T30" fmla="*/ 16 w 176"/>
              <a:gd name="T31" fmla="*/ 168 h 176"/>
              <a:gd name="T32" fmla="*/ 8 w 176"/>
              <a:gd name="T33" fmla="*/ 16 h 176"/>
              <a:gd name="T34" fmla="*/ 160 w 176"/>
              <a:gd name="T35" fmla="*/ 8 h 176"/>
              <a:gd name="T36" fmla="*/ 168 w 176"/>
              <a:gd name="T37" fmla="*/ 160 h 176"/>
              <a:gd name="T38" fmla="*/ 56 w 176"/>
              <a:gd name="T39" fmla="*/ 56 h 176"/>
              <a:gd name="T40" fmla="*/ 16 w 176"/>
              <a:gd name="T41" fmla="*/ 16 h 176"/>
              <a:gd name="T42" fmla="*/ 24 w 176"/>
              <a:gd name="T43" fmla="*/ 24 h 176"/>
              <a:gd name="T44" fmla="*/ 48 w 176"/>
              <a:gd name="T45" fmla="*/ 48 h 176"/>
              <a:gd name="T46" fmla="*/ 24 w 176"/>
              <a:gd name="T47" fmla="*/ 24 h 176"/>
              <a:gd name="T48" fmla="*/ 56 w 176"/>
              <a:gd name="T49" fmla="*/ 108 h 176"/>
              <a:gd name="T50" fmla="*/ 16 w 176"/>
              <a:gd name="T51" fmla="*/ 68 h 176"/>
              <a:gd name="T52" fmla="*/ 24 w 176"/>
              <a:gd name="T53" fmla="*/ 76 h 176"/>
              <a:gd name="T54" fmla="*/ 48 w 176"/>
              <a:gd name="T55" fmla="*/ 100 h 176"/>
              <a:gd name="T56" fmla="*/ 24 w 176"/>
              <a:gd name="T57" fmla="*/ 76 h 176"/>
              <a:gd name="T58" fmla="*/ 108 w 176"/>
              <a:gd name="T59" fmla="*/ 56 h 176"/>
              <a:gd name="T60" fmla="*/ 68 w 176"/>
              <a:gd name="T61" fmla="*/ 16 h 176"/>
              <a:gd name="T62" fmla="*/ 76 w 176"/>
              <a:gd name="T63" fmla="*/ 24 h 176"/>
              <a:gd name="T64" fmla="*/ 100 w 176"/>
              <a:gd name="T65" fmla="*/ 48 h 176"/>
              <a:gd name="T66" fmla="*/ 76 w 176"/>
              <a:gd name="T67" fmla="*/ 24 h 176"/>
              <a:gd name="T68" fmla="*/ 160 w 176"/>
              <a:gd name="T69" fmla="*/ 108 h 176"/>
              <a:gd name="T70" fmla="*/ 120 w 176"/>
              <a:gd name="T71" fmla="*/ 68 h 176"/>
              <a:gd name="T72" fmla="*/ 128 w 176"/>
              <a:gd name="T73" fmla="*/ 76 h 176"/>
              <a:gd name="T74" fmla="*/ 152 w 176"/>
              <a:gd name="T75" fmla="*/ 100 h 176"/>
              <a:gd name="T76" fmla="*/ 128 w 176"/>
              <a:gd name="T77" fmla="*/ 76 h 176"/>
              <a:gd name="T78" fmla="*/ 160 w 176"/>
              <a:gd name="T79" fmla="*/ 56 h 176"/>
              <a:gd name="T80" fmla="*/ 120 w 176"/>
              <a:gd name="T81" fmla="*/ 16 h 176"/>
              <a:gd name="T82" fmla="*/ 128 w 176"/>
              <a:gd name="T83" fmla="*/ 24 h 176"/>
              <a:gd name="T84" fmla="*/ 152 w 176"/>
              <a:gd name="T85" fmla="*/ 48 h 176"/>
              <a:gd name="T86" fmla="*/ 128 w 176"/>
              <a:gd name="T87" fmla="*/ 24 h 176"/>
              <a:gd name="T88" fmla="*/ 108 w 176"/>
              <a:gd name="T89" fmla="*/ 160 h 176"/>
              <a:gd name="T90" fmla="*/ 68 w 176"/>
              <a:gd name="T91" fmla="*/ 120 h 176"/>
              <a:gd name="T92" fmla="*/ 76 w 176"/>
              <a:gd name="T93" fmla="*/ 128 h 176"/>
              <a:gd name="T94" fmla="*/ 100 w 176"/>
              <a:gd name="T95" fmla="*/ 152 h 176"/>
              <a:gd name="T96" fmla="*/ 76 w 176"/>
              <a:gd name="T97" fmla="*/ 128 h 176"/>
              <a:gd name="T98" fmla="*/ 108 w 176"/>
              <a:gd name="T99" fmla="*/ 108 h 176"/>
              <a:gd name="T100" fmla="*/ 68 w 176"/>
              <a:gd name="T101" fmla="*/ 68 h 176"/>
              <a:gd name="T102" fmla="*/ 76 w 176"/>
              <a:gd name="T103" fmla="*/ 76 h 176"/>
              <a:gd name="T104" fmla="*/ 100 w 176"/>
              <a:gd name="T105" fmla="*/ 100 h 176"/>
              <a:gd name="T106" fmla="*/ 76 w 176"/>
              <a:gd name="T107" fmla="*/ 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76">
                <a:moveTo>
                  <a:pt x="120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20" y="120"/>
                  <a:pt x="120" y="120"/>
                  <a:pt x="120" y="120"/>
                </a:cubicBezTo>
                <a:lnTo>
                  <a:pt x="120" y="160"/>
                </a:lnTo>
                <a:close/>
                <a:moveTo>
                  <a:pt x="128" y="128"/>
                </a:moveTo>
                <a:cubicBezTo>
                  <a:pt x="152" y="128"/>
                  <a:pt x="152" y="128"/>
                  <a:pt x="152" y="128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28" y="152"/>
                  <a:pt x="128" y="152"/>
                  <a:pt x="128" y="152"/>
                </a:cubicBezTo>
                <a:lnTo>
                  <a:pt x="128" y="128"/>
                </a:lnTo>
                <a:close/>
                <a:moveTo>
                  <a:pt x="16" y="160"/>
                </a:moveTo>
                <a:cubicBezTo>
                  <a:pt x="56" y="160"/>
                  <a:pt x="56" y="160"/>
                  <a:pt x="56" y="16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16" y="120"/>
                  <a:pt x="16" y="120"/>
                  <a:pt x="16" y="120"/>
                </a:cubicBezTo>
                <a:lnTo>
                  <a:pt x="16" y="160"/>
                </a:lnTo>
                <a:close/>
                <a:moveTo>
                  <a:pt x="24" y="128"/>
                </a:moveTo>
                <a:cubicBezTo>
                  <a:pt x="48" y="128"/>
                  <a:pt x="48" y="128"/>
                  <a:pt x="48" y="128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28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56"/>
                </a:moveTo>
                <a:cubicBezTo>
                  <a:pt x="56" y="56"/>
                  <a:pt x="56" y="56"/>
                  <a:pt x="56" y="56"/>
                </a:cubicBezTo>
                <a:cubicBezTo>
                  <a:pt x="56" y="16"/>
                  <a:pt x="56" y="16"/>
                  <a:pt x="56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56"/>
                </a:lnTo>
                <a:close/>
                <a:moveTo>
                  <a:pt x="24" y="24"/>
                </a:moveTo>
                <a:cubicBezTo>
                  <a:pt x="48" y="24"/>
                  <a:pt x="48" y="24"/>
                  <a:pt x="48" y="24"/>
                </a:cubicBezTo>
                <a:cubicBezTo>
                  <a:pt x="48" y="48"/>
                  <a:pt x="48" y="48"/>
                  <a:pt x="48" y="48"/>
                </a:cubicBezTo>
                <a:cubicBezTo>
                  <a:pt x="24" y="48"/>
                  <a:pt x="24" y="48"/>
                  <a:pt x="24" y="48"/>
                </a:cubicBezTo>
                <a:lnTo>
                  <a:pt x="24" y="24"/>
                </a:lnTo>
                <a:close/>
                <a:moveTo>
                  <a:pt x="16" y="108"/>
                </a:moveTo>
                <a:cubicBezTo>
                  <a:pt x="56" y="108"/>
                  <a:pt x="56" y="108"/>
                  <a:pt x="56" y="108"/>
                </a:cubicBezTo>
                <a:cubicBezTo>
                  <a:pt x="56" y="68"/>
                  <a:pt x="56" y="68"/>
                  <a:pt x="56" y="68"/>
                </a:cubicBezTo>
                <a:cubicBezTo>
                  <a:pt x="16" y="68"/>
                  <a:pt x="16" y="68"/>
                  <a:pt x="16" y="68"/>
                </a:cubicBezTo>
                <a:lnTo>
                  <a:pt x="16" y="108"/>
                </a:lnTo>
                <a:close/>
                <a:moveTo>
                  <a:pt x="24" y="76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24" y="100"/>
                  <a:pt x="24" y="100"/>
                  <a:pt x="24" y="100"/>
                </a:cubicBezTo>
                <a:lnTo>
                  <a:pt x="24" y="76"/>
                </a:lnTo>
                <a:close/>
                <a:moveTo>
                  <a:pt x="68" y="56"/>
                </a:moveTo>
                <a:cubicBezTo>
                  <a:pt x="108" y="56"/>
                  <a:pt x="108" y="56"/>
                  <a:pt x="108" y="56"/>
                </a:cubicBezTo>
                <a:cubicBezTo>
                  <a:pt x="108" y="16"/>
                  <a:pt x="108" y="16"/>
                  <a:pt x="108" y="16"/>
                </a:cubicBezTo>
                <a:cubicBezTo>
                  <a:pt x="68" y="16"/>
                  <a:pt x="68" y="16"/>
                  <a:pt x="68" y="16"/>
                </a:cubicBezTo>
                <a:lnTo>
                  <a:pt x="68" y="56"/>
                </a:lnTo>
                <a:close/>
                <a:moveTo>
                  <a:pt x="76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76" y="48"/>
                  <a:pt x="76" y="48"/>
                  <a:pt x="76" y="48"/>
                </a:cubicBezTo>
                <a:lnTo>
                  <a:pt x="76" y="24"/>
                </a:lnTo>
                <a:close/>
                <a:moveTo>
                  <a:pt x="120" y="108"/>
                </a:moveTo>
                <a:cubicBezTo>
                  <a:pt x="160" y="108"/>
                  <a:pt x="160" y="108"/>
                  <a:pt x="160" y="108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20" y="68"/>
                  <a:pt x="120" y="68"/>
                  <a:pt x="120" y="68"/>
                </a:cubicBezTo>
                <a:lnTo>
                  <a:pt x="120" y="108"/>
                </a:lnTo>
                <a:close/>
                <a:moveTo>
                  <a:pt x="128" y="76"/>
                </a:moveTo>
                <a:cubicBezTo>
                  <a:pt x="152" y="76"/>
                  <a:pt x="152" y="76"/>
                  <a:pt x="152" y="76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28" y="100"/>
                  <a:pt x="128" y="100"/>
                  <a:pt x="128" y="100"/>
                </a:cubicBezTo>
                <a:lnTo>
                  <a:pt x="128" y="76"/>
                </a:lnTo>
                <a:close/>
                <a:moveTo>
                  <a:pt x="120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20" y="16"/>
                  <a:pt x="120" y="16"/>
                  <a:pt x="120" y="16"/>
                </a:cubicBezTo>
                <a:lnTo>
                  <a:pt x="120" y="56"/>
                </a:lnTo>
                <a:close/>
                <a:moveTo>
                  <a:pt x="12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28" y="48"/>
                  <a:pt x="128" y="48"/>
                  <a:pt x="128" y="48"/>
                </a:cubicBezTo>
                <a:lnTo>
                  <a:pt x="128" y="24"/>
                </a:lnTo>
                <a:close/>
                <a:moveTo>
                  <a:pt x="68" y="160"/>
                </a:moveTo>
                <a:cubicBezTo>
                  <a:pt x="108" y="160"/>
                  <a:pt x="108" y="160"/>
                  <a:pt x="108" y="160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68" y="120"/>
                  <a:pt x="68" y="120"/>
                  <a:pt x="68" y="120"/>
                </a:cubicBezTo>
                <a:lnTo>
                  <a:pt x="68" y="160"/>
                </a:lnTo>
                <a:close/>
                <a:moveTo>
                  <a:pt x="76" y="128"/>
                </a:moveTo>
                <a:cubicBezTo>
                  <a:pt x="100" y="128"/>
                  <a:pt x="100" y="128"/>
                  <a:pt x="100" y="128"/>
                </a:cubicBezTo>
                <a:cubicBezTo>
                  <a:pt x="100" y="152"/>
                  <a:pt x="100" y="152"/>
                  <a:pt x="100" y="152"/>
                </a:cubicBezTo>
                <a:cubicBezTo>
                  <a:pt x="76" y="152"/>
                  <a:pt x="76" y="152"/>
                  <a:pt x="76" y="152"/>
                </a:cubicBezTo>
                <a:lnTo>
                  <a:pt x="76" y="128"/>
                </a:lnTo>
                <a:close/>
                <a:moveTo>
                  <a:pt x="68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68" y="68"/>
                  <a:pt x="68" y="68"/>
                  <a:pt x="68" y="68"/>
                </a:cubicBezTo>
                <a:lnTo>
                  <a:pt x="68" y="108"/>
                </a:lnTo>
                <a:close/>
                <a:moveTo>
                  <a:pt x="76" y="76"/>
                </a:moveTo>
                <a:cubicBezTo>
                  <a:pt x="100" y="76"/>
                  <a:pt x="100" y="76"/>
                  <a:pt x="100" y="76"/>
                </a:cubicBezTo>
                <a:cubicBezTo>
                  <a:pt x="100" y="100"/>
                  <a:pt x="100" y="100"/>
                  <a:pt x="100" y="100"/>
                </a:cubicBezTo>
                <a:cubicBezTo>
                  <a:pt x="76" y="100"/>
                  <a:pt x="76" y="100"/>
                  <a:pt x="76" y="100"/>
                </a:cubicBezTo>
                <a:lnTo>
                  <a:pt x="76" y="7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471"/>
          <p:cNvSpPr>
            <a:spLocks noEditPoints="1"/>
          </p:cNvSpPr>
          <p:nvPr/>
        </p:nvSpPr>
        <p:spPr bwMode="auto">
          <a:xfrm>
            <a:off x="5998347" y="3035381"/>
            <a:ext cx="334275" cy="334275"/>
          </a:xfrm>
          <a:custGeom>
            <a:avLst/>
            <a:gdLst>
              <a:gd name="T0" fmla="*/ 16 w 176"/>
              <a:gd name="T1" fmla="*/ 96 h 176"/>
              <a:gd name="T2" fmla="*/ 0 w 176"/>
              <a:gd name="T3" fmla="*/ 160 h 176"/>
              <a:gd name="T4" fmla="*/ 64 w 176"/>
              <a:gd name="T5" fmla="*/ 176 h 176"/>
              <a:gd name="T6" fmla="*/ 80 w 176"/>
              <a:gd name="T7" fmla="*/ 112 h 176"/>
              <a:gd name="T8" fmla="*/ 72 w 176"/>
              <a:gd name="T9" fmla="*/ 160 h 176"/>
              <a:gd name="T10" fmla="*/ 16 w 176"/>
              <a:gd name="T11" fmla="*/ 168 h 176"/>
              <a:gd name="T12" fmla="*/ 8 w 176"/>
              <a:gd name="T13" fmla="*/ 112 h 176"/>
              <a:gd name="T14" fmla="*/ 64 w 176"/>
              <a:gd name="T15" fmla="*/ 104 h 176"/>
              <a:gd name="T16" fmla="*/ 72 w 176"/>
              <a:gd name="T17" fmla="*/ 160 h 176"/>
              <a:gd name="T18" fmla="*/ 16 w 176"/>
              <a:gd name="T19" fmla="*/ 0 h 176"/>
              <a:gd name="T20" fmla="*/ 0 w 176"/>
              <a:gd name="T21" fmla="*/ 64 h 176"/>
              <a:gd name="T22" fmla="*/ 64 w 176"/>
              <a:gd name="T23" fmla="*/ 80 h 176"/>
              <a:gd name="T24" fmla="*/ 80 w 176"/>
              <a:gd name="T25" fmla="*/ 16 h 176"/>
              <a:gd name="T26" fmla="*/ 72 w 176"/>
              <a:gd name="T27" fmla="*/ 64 h 176"/>
              <a:gd name="T28" fmla="*/ 16 w 176"/>
              <a:gd name="T29" fmla="*/ 72 h 176"/>
              <a:gd name="T30" fmla="*/ 8 w 176"/>
              <a:gd name="T31" fmla="*/ 16 h 176"/>
              <a:gd name="T32" fmla="*/ 64 w 176"/>
              <a:gd name="T33" fmla="*/ 8 h 176"/>
              <a:gd name="T34" fmla="*/ 72 w 176"/>
              <a:gd name="T35" fmla="*/ 64 h 176"/>
              <a:gd name="T36" fmla="*/ 112 w 176"/>
              <a:gd name="T37" fmla="*/ 0 h 176"/>
              <a:gd name="T38" fmla="*/ 96 w 176"/>
              <a:gd name="T39" fmla="*/ 64 h 176"/>
              <a:gd name="T40" fmla="*/ 160 w 176"/>
              <a:gd name="T41" fmla="*/ 80 h 176"/>
              <a:gd name="T42" fmla="*/ 176 w 176"/>
              <a:gd name="T43" fmla="*/ 16 h 176"/>
              <a:gd name="T44" fmla="*/ 168 w 176"/>
              <a:gd name="T45" fmla="*/ 64 h 176"/>
              <a:gd name="T46" fmla="*/ 112 w 176"/>
              <a:gd name="T47" fmla="*/ 72 h 176"/>
              <a:gd name="T48" fmla="*/ 104 w 176"/>
              <a:gd name="T49" fmla="*/ 16 h 176"/>
              <a:gd name="T50" fmla="*/ 160 w 176"/>
              <a:gd name="T51" fmla="*/ 8 h 176"/>
              <a:gd name="T52" fmla="*/ 168 w 176"/>
              <a:gd name="T53" fmla="*/ 64 h 176"/>
              <a:gd name="T54" fmla="*/ 112 w 176"/>
              <a:gd name="T55" fmla="*/ 96 h 176"/>
              <a:gd name="T56" fmla="*/ 96 w 176"/>
              <a:gd name="T57" fmla="*/ 160 h 176"/>
              <a:gd name="T58" fmla="*/ 160 w 176"/>
              <a:gd name="T59" fmla="*/ 176 h 176"/>
              <a:gd name="T60" fmla="*/ 176 w 176"/>
              <a:gd name="T61" fmla="*/ 112 h 176"/>
              <a:gd name="T62" fmla="*/ 168 w 176"/>
              <a:gd name="T63" fmla="*/ 160 h 176"/>
              <a:gd name="T64" fmla="*/ 112 w 176"/>
              <a:gd name="T65" fmla="*/ 168 h 176"/>
              <a:gd name="T66" fmla="*/ 104 w 176"/>
              <a:gd name="T67" fmla="*/ 112 h 176"/>
              <a:gd name="T68" fmla="*/ 160 w 176"/>
              <a:gd name="T69" fmla="*/ 104 h 176"/>
              <a:gd name="T70" fmla="*/ 168 w 176"/>
              <a:gd name="T7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64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73" y="176"/>
                  <a:pt x="80" y="169"/>
                  <a:pt x="80" y="160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80" y="103"/>
                  <a:pt x="73" y="96"/>
                  <a:pt x="64" y="96"/>
                </a:cubicBezTo>
                <a:moveTo>
                  <a:pt x="72" y="160"/>
                </a:moveTo>
                <a:cubicBezTo>
                  <a:pt x="72" y="164"/>
                  <a:pt x="68" y="168"/>
                  <a:pt x="6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12"/>
                  <a:pt x="8" y="112"/>
                  <a:pt x="8" y="112"/>
                </a:cubicBezTo>
                <a:cubicBezTo>
                  <a:pt x="8" y="108"/>
                  <a:pt x="12" y="104"/>
                  <a:pt x="16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8" y="104"/>
                  <a:pt x="72" y="108"/>
                  <a:pt x="72" y="112"/>
                </a:cubicBezTo>
                <a:lnTo>
                  <a:pt x="72" y="160"/>
                </a:lnTo>
                <a:close/>
                <a:moveTo>
                  <a:pt x="6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73"/>
                  <a:pt x="7" y="80"/>
                  <a:pt x="16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73" y="80"/>
                  <a:pt x="80" y="73"/>
                  <a:pt x="80" y="64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7"/>
                  <a:pt x="73" y="0"/>
                  <a:pt x="64" y="0"/>
                </a:cubicBezTo>
                <a:moveTo>
                  <a:pt x="72" y="64"/>
                </a:moveTo>
                <a:cubicBezTo>
                  <a:pt x="72" y="68"/>
                  <a:pt x="68" y="72"/>
                  <a:pt x="64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2" y="72"/>
                  <a:pt x="8" y="68"/>
                  <a:pt x="8" y="6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8" y="8"/>
                  <a:pt x="72" y="12"/>
                  <a:pt x="72" y="16"/>
                </a:cubicBezTo>
                <a:lnTo>
                  <a:pt x="72" y="64"/>
                </a:lnTo>
                <a:close/>
                <a:moveTo>
                  <a:pt x="160" y="0"/>
                </a:moveTo>
                <a:cubicBezTo>
                  <a:pt x="112" y="0"/>
                  <a:pt x="112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73"/>
                  <a:pt x="103" y="80"/>
                  <a:pt x="112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9" y="80"/>
                  <a:pt x="176" y="73"/>
                  <a:pt x="176" y="6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64"/>
                </a:moveTo>
                <a:cubicBezTo>
                  <a:pt x="168" y="68"/>
                  <a:pt x="164" y="72"/>
                  <a:pt x="160" y="72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08" y="72"/>
                  <a:pt x="104" y="68"/>
                  <a:pt x="104" y="64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2"/>
                  <a:pt x="108" y="8"/>
                  <a:pt x="112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64"/>
                </a:lnTo>
                <a:close/>
                <a:moveTo>
                  <a:pt x="160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03" y="96"/>
                  <a:pt x="96" y="103"/>
                  <a:pt x="96" y="112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6" y="169"/>
                  <a:pt x="103" y="176"/>
                  <a:pt x="112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12"/>
                  <a:pt x="176" y="112"/>
                  <a:pt x="176" y="112"/>
                </a:cubicBezTo>
                <a:cubicBezTo>
                  <a:pt x="176" y="103"/>
                  <a:pt x="169" y="96"/>
                  <a:pt x="160" y="96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108" y="168"/>
                  <a:pt x="104" y="164"/>
                  <a:pt x="104" y="160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4" y="108"/>
                  <a:pt x="108" y="104"/>
                  <a:pt x="112" y="104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4" y="104"/>
                  <a:pt x="168" y="108"/>
                  <a:pt x="168" y="112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472"/>
          <p:cNvSpPr>
            <a:spLocks noEditPoints="1"/>
          </p:cNvSpPr>
          <p:nvPr/>
        </p:nvSpPr>
        <p:spPr bwMode="auto">
          <a:xfrm>
            <a:off x="6637689" y="3035381"/>
            <a:ext cx="334275" cy="334275"/>
          </a:xfrm>
          <a:custGeom>
            <a:avLst/>
            <a:gdLst>
              <a:gd name="T0" fmla="*/ 8 w 176"/>
              <a:gd name="T1" fmla="*/ 64 h 176"/>
              <a:gd name="T2" fmla="*/ 0 w 176"/>
              <a:gd name="T3" fmla="*/ 104 h 176"/>
              <a:gd name="T4" fmla="*/ 40 w 176"/>
              <a:gd name="T5" fmla="*/ 112 h 176"/>
              <a:gd name="T6" fmla="*/ 48 w 176"/>
              <a:gd name="T7" fmla="*/ 72 h 176"/>
              <a:gd name="T8" fmla="*/ 40 w 176"/>
              <a:gd name="T9" fmla="*/ 104 h 176"/>
              <a:gd name="T10" fmla="*/ 8 w 176"/>
              <a:gd name="T11" fmla="*/ 72 h 176"/>
              <a:gd name="T12" fmla="*/ 40 w 176"/>
              <a:gd name="T13" fmla="*/ 104 h 176"/>
              <a:gd name="T14" fmla="*/ 72 w 176"/>
              <a:gd name="T15" fmla="*/ 0 h 176"/>
              <a:gd name="T16" fmla="*/ 64 w 176"/>
              <a:gd name="T17" fmla="*/ 40 h 176"/>
              <a:gd name="T18" fmla="*/ 104 w 176"/>
              <a:gd name="T19" fmla="*/ 48 h 176"/>
              <a:gd name="T20" fmla="*/ 112 w 176"/>
              <a:gd name="T21" fmla="*/ 8 h 176"/>
              <a:gd name="T22" fmla="*/ 104 w 176"/>
              <a:gd name="T23" fmla="*/ 40 h 176"/>
              <a:gd name="T24" fmla="*/ 72 w 176"/>
              <a:gd name="T25" fmla="*/ 8 h 176"/>
              <a:gd name="T26" fmla="*/ 104 w 176"/>
              <a:gd name="T27" fmla="*/ 40 h 176"/>
              <a:gd name="T28" fmla="*/ 8 w 176"/>
              <a:gd name="T29" fmla="*/ 128 h 176"/>
              <a:gd name="T30" fmla="*/ 0 w 176"/>
              <a:gd name="T31" fmla="*/ 168 h 176"/>
              <a:gd name="T32" fmla="*/ 40 w 176"/>
              <a:gd name="T33" fmla="*/ 176 h 176"/>
              <a:gd name="T34" fmla="*/ 48 w 176"/>
              <a:gd name="T35" fmla="*/ 136 h 176"/>
              <a:gd name="T36" fmla="*/ 40 w 176"/>
              <a:gd name="T37" fmla="*/ 168 h 176"/>
              <a:gd name="T38" fmla="*/ 8 w 176"/>
              <a:gd name="T39" fmla="*/ 136 h 176"/>
              <a:gd name="T40" fmla="*/ 40 w 176"/>
              <a:gd name="T41" fmla="*/ 168 h 176"/>
              <a:gd name="T42" fmla="*/ 136 w 176"/>
              <a:gd name="T43" fmla="*/ 0 h 176"/>
              <a:gd name="T44" fmla="*/ 128 w 176"/>
              <a:gd name="T45" fmla="*/ 40 h 176"/>
              <a:gd name="T46" fmla="*/ 168 w 176"/>
              <a:gd name="T47" fmla="*/ 48 h 176"/>
              <a:gd name="T48" fmla="*/ 176 w 176"/>
              <a:gd name="T49" fmla="*/ 8 h 176"/>
              <a:gd name="T50" fmla="*/ 168 w 176"/>
              <a:gd name="T51" fmla="*/ 40 h 176"/>
              <a:gd name="T52" fmla="*/ 136 w 176"/>
              <a:gd name="T53" fmla="*/ 8 h 176"/>
              <a:gd name="T54" fmla="*/ 168 w 176"/>
              <a:gd name="T55" fmla="*/ 40 h 176"/>
              <a:gd name="T56" fmla="*/ 136 w 176"/>
              <a:gd name="T57" fmla="*/ 128 h 176"/>
              <a:gd name="T58" fmla="*/ 128 w 176"/>
              <a:gd name="T59" fmla="*/ 168 h 176"/>
              <a:gd name="T60" fmla="*/ 168 w 176"/>
              <a:gd name="T61" fmla="*/ 176 h 176"/>
              <a:gd name="T62" fmla="*/ 176 w 176"/>
              <a:gd name="T63" fmla="*/ 136 h 176"/>
              <a:gd name="T64" fmla="*/ 168 w 176"/>
              <a:gd name="T65" fmla="*/ 168 h 176"/>
              <a:gd name="T66" fmla="*/ 136 w 176"/>
              <a:gd name="T67" fmla="*/ 136 h 176"/>
              <a:gd name="T68" fmla="*/ 168 w 176"/>
              <a:gd name="T69" fmla="*/ 168 h 176"/>
              <a:gd name="T70" fmla="*/ 8 w 176"/>
              <a:gd name="T71" fmla="*/ 0 h 176"/>
              <a:gd name="T72" fmla="*/ 0 w 176"/>
              <a:gd name="T73" fmla="*/ 40 h 176"/>
              <a:gd name="T74" fmla="*/ 40 w 176"/>
              <a:gd name="T75" fmla="*/ 48 h 176"/>
              <a:gd name="T76" fmla="*/ 48 w 176"/>
              <a:gd name="T77" fmla="*/ 8 h 176"/>
              <a:gd name="T78" fmla="*/ 40 w 176"/>
              <a:gd name="T79" fmla="*/ 40 h 176"/>
              <a:gd name="T80" fmla="*/ 8 w 176"/>
              <a:gd name="T81" fmla="*/ 8 h 176"/>
              <a:gd name="T82" fmla="*/ 40 w 176"/>
              <a:gd name="T83" fmla="*/ 40 h 176"/>
              <a:gd name="T84" fmla="*/ 72 w 176"/>
              <a:gd name="T85" fmla="*/ 64 h 176"/>
              <a:gd name="T86" fmla="*/ 64 w 176"/>
              <a:gd name="T87" fmla="*/ 104 h 176"/>
              <a:gd name="T88" fmla="*/ 104 w 176"/>
              <a:gd name="T89" fmla="*/ 112 h 176"/>
              <a:gd name="T90" fmla="*/ 112 w 176"/>
              <a:gd name="T91" fmla="*/ 72 h 176"/>
              <a:gd name="T92" fmla="*/ 104 w 176"/>
              <a:gd name="T93" fmla="*/ 104 h 176"/>
              <a:gd name="T94" fmla="*/ 72 w 176"/>
              <a:gd name="T95" fmla="*/ 72 h 176"/>
              <a:gd name="T96" fmla="*/ 104 w 176"/>
              <a:gd name="T97" fmla="*/ 104 h 176"/>
              <a:gd name="T98" fmla="*/ 72 w 176"/>
              <a:gd name="T99" fmla="*/ 128 h 176"/>
              <a:gd name="T100" fmla="*/ 64 w 176"/>
              <a:gd name="T101" fmla="*/ 168 h 176"/>
              <a:gd name="T102" fmla="*/ 104 w 176"/>
              <a:gd name="T103" fmla="*/ 176 h 176"/>
              <a:gd name="T104" fmla="*/ 112 w 176"/>
              <a:gd name="T105" fmla="*/ 136 h 176"/>
              <a:gd name="T106" fmla="*/ 104 w 176"/>
              <a:gd name="T107" fmla="*/ 168 h 176"/>
              <a:gd name="T108" fmla="*/ 72 w 176"/>
              <a:gd name="T109" fmla="*/ 136 h 176"/>
              <a:gd name="T110" fmla="*/ 104 w 176"/>
              <a:gd name="T111" fmla="*/ 168 h 176"/>
              <a:gd name="T112" fmla="*/ 136 w 176"/>
              <a:gd name="T113" fmla="*/ 64 h 176"/>
              <a:gd name="T114" fmla="*/ 128 w 176"/>
              <a:gd name="T115" fmla="*/ 104 h 176"/>
              <a:gd name="T116" fmla="*/ 168 w 176"/>
              <a:gd name="T117" fmla="*/ 112 h 176"/>
              <a:gd name="T118" fmla="*/ 176 w 176"/>
              <a:gd name="T119" fmla="*/ 72 h 176"/>
              <a:gd name="T120" fmla="*/ 168 w 176"/>
              <a:gd name="T121" fmla="*/ 104 h 176"/>
              <a:gd name="T122" fmla="*/ 136 w 176"/>
              <a:gd name="T123" fmla="*/ 72 h 176"/>
              <a:gd name="T124" fmla="*/ 168 w 176"/>
              <a:gd name="T125" fmla="*/ 10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176">
                <a:moveTo>
                  <a:pt x="40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4" y="112"/>
                  <a:pt x="48" y="108"/>
                  <a:pt x="48" y="104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68"/>
                  <a:pt x="44" y="64"/>
                  <a:pt x="40" y="64"/>
                </a:cubicBezTo>
                <a:moveTo>
                  <a:pt x="40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72"/>
                  <a:pt x="8" y="72"/>
                  <a:pt x="8" y="72"/>
                </a:cubicBezTo>
                <a:cubicBezTo>
                  <a:pt x="40" y="72"/>
                  <a:pt x="40" y="72"/>
                  <a:pt x="40" y="72"/>
                </a:cubicBezTo>
                <a:lnTo>
                  <a:pt x="40" y="104"/>
                </a:lnTo>
                <a:close/>
                <a:moveTo>
                  <a:pt x="104" y="0"/>
                </a:move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8" y="48"/>
                  <a:pt x="112" y="44"/>
                  <a:pt x="112" y="40"/>
                </a:cubicBezTo>
                <a:cubicBezTo>
                  <a:pt x="112" y="8"/>
                  <a:pt x="112" y="8"/>
                  <a:pt x="112" y="8"/>
                </a:cubicBezTo>
                <a:cubicBezTo>
                  <a:pt x="112" y="4"/>
                  <a:pt x="108" y="0"/>
                  <a:pt x="104" y="0"/>
                </a:cubicBezTo>
                <a:moveTo>
                  <a:pt x="104" y="40"/>
                </a:moveTo>
                <a:cubicBezTo>
                  <a:pt x="72" y="40"/>
                  <a:pt x="72" y="40"/>
                  <a:pt x="72" y="40"/>
                </a:cubicBezTo>
                <a:cubicBezTo>
                  <a:pt x="72" y="8"/>
                  <a:pt x="72" y="8"/>
                  <a:pt x="72" y="8"/>
                </a:cubicBezTo>
                <a:cubicBezTo>
                  <a:pt x="104" y="8"/>
                  <a:pt x="104" y="8"/>
                  <a:pt x="104" y="8"/>
                </a:cubicBezTo>
                <a:lnTo>
                  <a:pt x="104" y="40"/>
                </a:lnTo>
                <a:close/>
                <a:moveTo>
                  <a:pt x="40" y="128"/>
                </a:moveTo>
                <a:cubicBezTo>
                  <a:pt x="8" y="128"/>
                  <a:pt x="8" y="128"/>
                  <a:pt x="8" y="128"/>
                </a:cubicBezTo>
                <a:cubicBezTo>
                  <a:pt x="4" y="128"/>
                  <a:pt x="0" y="132"/>
                  <a:pt x="0" y="13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44" y="176"/>
                  <a:pt x="48" y="172"/>
                  <a:pt x="48" y="16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2"/>
                  <a:pt x="44" y="128"/>
                  <a:pt x="40" y="128"/>
                </a:cubicBezTo>
                <a:moveTo>
                  <a:pt x="40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36"/>
                  <a:pt x="8" y="136"/>
                  <a:pt x="8" y="136"/>
                </a:cubicBezTo>
                <a:cubicBezTo>
                  <a:pt x="40" y="136"/>
                  <a:pt x="40" y="136"/>
                  <a:pt x="40" y="136"/>
                </a:cubicBezTo>
                <a:lnTo>
                  <a:pt x="40" y="168"/>
                </a:lnTo>
                <a:close/>
                <a:moveTo>
                  <a:pt x="168" y="0"/>
                </a:moveTo>
                <a:cubicBezTo>
                  <a:pt x="136" y="0"/>
                  <a:pt x="136" y="0"/>
                  <a:pt x="136" y="0"/>
                </a:cubicBezTo>
                <a:cubicBezTo>
                  <a:pt x="132" y="0"/>
                  <a:pt x="128" y="4"/>
                  <a:pt x="128" y="8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28" y="44"/>
                  <a:pt x="132" y="48"/>
                  <a:pt x="136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72" y="48"/>
                  <a:pt x="176" y="44"/>
                  <a:pt x="176" y="4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40"/>
                </a:moveTo>
                <a:cubicBezTo>
                  <a:pt x="136" y="40"/>
                  <a:pt x="136" y="40"/>
                  <a:pt x="136" y="40"/>
                </a:cubicBezTo>
                <a:cubicBezTo>
                  <a:pt x="136" y="8"/>
                  <a:pt x="136" y="8"/>
                  <a:pt x="136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40"/>
                </a:lnTo>
                <a:close/>
                <a:moveTo>
                  <a:pt x="168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2" y="128"/>
                  <a:pt x="128" y="132"/>
                  <a:pt x="128" y="136"/>
                </a:cubicBezTo>
                <a:cubicBezTo>
                  <a:pt x="128" y="168"/>
                  <a:pt x="128" y="168"/>
                  <a:pt x="128" y="168"/>
                </a:cubicBezTo>
                <a:cubicBezTo>
                  <a:pt x="128" y="172"/>
                  <a:pt x="132" y="176"/>
                  <a:pt x="136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136"/>
                  <a:pt x="176" y="136"/>
                  <a:pt x="176" y="136"/>
                </a:cubicBezTo>
                <a:cubicBezTo>
                  <a:pt x="176" y="132"/>
                  <a:pt x="172" y="128"/>
                  <a:pt x="168" y="128"/>
                </a:cubicBezTo>
                <a:moveTo>
                  <a:pt x="168" y="168"/>
                </a:moveTo>
                <a:cubicBezTo>
                  <a:pt x="136" y="168"/>
                  <a:pt x="136" y="168"/>
                  <a:pt x="136" y="168"/>
                </a:cubicBezTo>
                <a:cubicBezTo>
                  <a:pt x="136" y="136"/>
                  <a:pt x="136" y="136"/>
                  <a:pt x="136" y="136"/>
                </a:cubicBezTo>
                <a:cubicBezTo>
                  <a:pt x="168" y="136"/>
                  <a:pt x="168" y="136"/>
                  <a:pt x="168" y="136"/>
                </a:cubicBezTo>
                <a:lnTo>
                  <a:pt x="168" y="168"/>
                </a:lnTo>
                <a:close/>
                <a:moveTo>
                  <a:pt x="40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4"/>
                  <a:pt x="4" y="48"/>
                  <a:pt x="8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4" y="48"/>
                  <a:pt x="48" y="44"/>
                  <a:pt x="48" y="40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4"/>
                  <a:pt x="44" y="0"/>
                  <a:pt x="40" y="0"/>
                </a:cubicBezTo>
                <a:moveTo>
                  <a:pt x="40" y="40"/>
                </a:moveTo>
                <a:cubicBezTo>
                  <a:pt x="8" y="40"/>
                  <a:pt x="8" y="40"/>
                  <a:pt x="8" y="40"/>
                </a:cubicBezTo>
                <a:cubicBezTo>
                  <a:pt x="8" y="8"/>
                  <a:pt x="8" y="8"/>
                  <a:pt x="8" y="8"/>
                </a:cubicBezTo>
                <a:cubicBezTo>
                  <a:pt x="40" y="8"/>
                  <a:pt x="40" y="8"/>
                  <a:pt x="40" y="8"/>
                </a:cubicBezTo>
                <a:lnTo>
                  <a:pt x="40" y="40"/>
                </a:lnTo>
                <a:close/>
                <a:moveTo>
                  <a:pt x="104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68" y="64"/>
                  <a:pt x="64" y="68"/>
                  <a:pt x="64" y="72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4" y="108"/>
                  <a:pt x="68" y="112"/>
                  <a:pt x="72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8" y="112"/>
                  <a:pt x="112" y="108"/>
                  <a:pt x="112" y="104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12" y="68"/>
                  <a:pt x="108" y="64"/>
                  <a:pt x="104" y="64"/>
                </a:cubicBezTo>
                <a:moveTo>
                  <a:pt x="104" y="104"/>
                </a:moveTo>
                <a:cubicBezTo>
                  <a:pt x="72" y="104"/>
                  <a:pt x="72" y="104"/>
                  <a:pt x="72" y="104"/>
                </a:cubicBezTo>
                <a:cubicBezTo>
                  <a:pt x="72" y="72"/>
                  <a:pt x="72" y="72"/>
                  <a:pt x="72" y="72"/>
                </a:cubicBezTo>
                <a:cubicBezTo>
                  <a:pt x="104" y="72"/>
                  <a:pt x="104" y="72"/>
                  <a:pt x="104" y="72"/>
                </a:cubicBezTo>
                <a:lnTo>
                  <a:pt x="104" y="104"/>
                </a:lnTo>
                <a:close/>
                <a:moveTo>
                  <a:pt x="104" y="128"/>
                </a:moveTo>
                <a:cubicBezTo>
                  <a:pt x="72" y="128"/>
                  <a:pt x="72" y="128"/>
                  <a:pt x="72" y="128"/>
                </a:cubicBezTo>
                <a:cubicBezTo>
                  <a:pt x="68" y="128"/>
                  <a:pt x="64" y="132"/>
                  <a:pt x="64" y="136"/>
                </a:cubicBezTo>
                <a:cubicBezTo>
                  <a:pt x="64" y="168"/>
                  <a:pt x="64" y="168"/>
                  <a:pt x="64" y="168"/>
                </a:cubicBezTo>
                <a:cubicBezTo>
                  <a:pt x="64" y="172"/>
                  <a:pt x="68" y="176"/>
                  <a:pt x="72" y="176"/>
                </a:cubicBezTo>
                <a:cubicBezTo>
                  <a:pt x="104" y="176"/>
                  <a:pt x="104" y="176"/>
                  <a:pt x="104" y="176"/>
                </a:cubicBezTo>
                <a:cubicBezTo>
                  <a:pt x="108" y="176"/>
                  <a:pt x="112" y="172"/>
                  <a:pt x="112" y="168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2" y="132"/>
                  <a:pt x="108" y="128"/>
                  <a:pt x="104" y="128"/>
                </a:cubicBezTo>
                <a:moveTo>
                  <a:pt x="104" y="168"/>
                </a:moveTo>
                <a:cubicBezTo>
                  <a:pt x="72" y="168"/>
                  <a:pt x="72" y="168"/>
                  <a:pt x="72" y="168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104" y="136"/>
                  <a:pt x="104" y="136"/>
                  <a:pt x="104" y="136"/>
                </a:cubicBezTo>
                <a:lnTo>
                  <a:pt x="104" y="168"/>
                </a:lnTo>
                <a:close/>
                <a:moveTo>
                  <a:pt x="168" y="64"/>
                </a:moveTo>
                <a:cubicBezTo>
                  <a:pt x="136" y="64"/>
                  <a:pt x="136" y="64"/>
                  <a:pt x="136" y="64"/>
                </a:cubicBezTo>
                <a:cubicBezTo>
                  <a:pt x="132" y="64"/>
                  <a:pt x="128" y="68"/>
                  <a:pt x="128" y="72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08"/>
                  <a:pt x="132" y="112"/>
                  <a:pt x="136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72" y="112"/>
                  <a:pt x="176" y="108"/>
                  <a:pt x="176" y="104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68" y="104"/>
                </a:moveTo>
                <a:cubicBezTo>
                  <a:pt x="136" y="104"/>
                  <a:pt x="136" y="104"/>
                  <a:pt x="136" y="104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10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473"/>
          <p:cNvSpPr>
            <a:spLocks noEditPoints="1"/>
          </p:cNvSpPr>
          <p:nvPr/>
        </p:nvSpPr>
        <p:spPr bwMode="auto">
          <a:xfrm>
            <a:off x="7277030" y="3035381"/>
            <a:ext cx="334275" cy="334275"/>
          </a:xfrm>
          <a:custGeom>
            <a:avLst/>
            <a:gdLst>
              <a:gd name="T0" fmla="*/ 40 w 176"/>
              <a:gd name="T1" fmla="*/ 64 h 176"/>
              <a:gd name="T2" fmla="*/ 8 w 176"/>
              <a:gd name="T3" fmla="*/ 64 h 176"/>
              <a:gd name="T4" fmla="*/ 0 w 176"/>
              <a:gd name="T5" fmla="*/ 72 h 176"/>
              <a:gd name="T6" fmla="*/ 0 w 176"/>
              <a:gd name="T7" fmla="*/ 168 h 176"/>
              <a:gd name="T8" fmla="*/ 8 w 176"/>
              <a:gd name="T9" fmla="*/ 176 h 176"/>
              <a:gd name="T10" fmla="*/ 40 w 176"/>
              <a:gd name="T11" fmla="*/ 176 h 176"/>
              <a:gd name="T12" fmla="*/ 48 w 176"/>
              <a:gd name="T13" fmla="*/ 168 h 176"/>
              <a:gd name="T14" fmla="*/ 48 w 176"/>
              <a:gd name="T15" fmla="*/ 72 h 176"/>
              <a:gd name="T16" fmla="*/ 40 w 176"/>
              <a:gd name="T17" fmla="*/ 64 h 176"/>
              <a:gd name="T18" fmla="*/ 40 w 176"/>
              <a:gd name="T19" fmla="*/ 168 h 176"/>
              <a:gd name="T20" fmla="*/ 8 w 176"/>
              <a:gd name="T21" fmla="*/ 168 h 176"/>
              <a:gd name="T22" fmla="*/ 8 w 176"/>
              <a:gd name="T23" fmla="*/ 72 h 176"/>
              <a:gd name="T24" fmla="*/ 40 w 176"/>
              <a:gd name="T25" fmla="*/ 72 h 176"/>
              <a:gd name="T26" fmla="*/ 40 w 176"/>
              <a:gd name="T27" fmla="*/ 168 h 176"/>
              <a:gd name="T28" fmla="*/ 168 w 176"/>
              <a:gd name="T29" fmla="*/ 0 h 176"/>
              <a:gd name="T30" fmla="*/ 8 w 176"/>
              <a:gd name="T31" fmla="*/ 0 h 176"/>
              <a:gd name="T32" fmla="*/ 0 w 176"/>
              <a:gd name="T33" fmla="*/ 8 h 176"/>
              <a:gd name="T34" fmla="*/ 0 w 176"/>
              <a:gd name="T35" fmla="*/ 40 h 176"/>
              <a:gd name="T36" fmla="*/ 8 w 176"/>
              <a:gd name="T37" fmla="*/ 48 h 176"/>
              <a:gd name="T38" fmla="*/ 168 w 176"/>
              <a:gd name="T39" fmla="*/ 48 h 176"/>
              <a:gd name="T40" fmla="*/ 176 w 176"/>
              <a:gd name="T41" fmla="*/ 40 h 176"/>
              <a:gd name="T42" fmla="*/ 176 w 176"/>
              <a:gd name="T43" fmla="*/ 8 h 176"/>
              <a:gd name="T44" fmla="*/ 168 w 176"/>
              <a:gd name="T45" fmla="*/ 0 h 176"/>
              <a:gd name="T46" fmla="*/ 168 w 176"/>
              <a:gd name="T47" fmla="*/ 40 h 176"/>
              <a:gd name="T48" fmla="*/ 8 w 176"/>
              <a:gd name="T49" fmla="*/ 40 h 176"/>
              <a:gd name="T50" fmla="*/ 8 w 176"/>
              <a:gd name="T51" fmla="*/ 8 h 176"/>
              <a:gd name="T52" fmla="*/ 168 w 176"/>
              <a:gd name="T53" fmla="*/ 8 h 176"/>
              <a:gd name="T54" fmla="*/ 168 w 176"/>
              <a:gd name="T55" fmla="*/ 40 h 176"/>
              <a:gd name="T56" fmla="*/ 168 w 176"/>
              <a:gd name="T57" fmla="*/ 64 h 176"/>
              <a:gd name="T58" fmla="*/ 72 w 176"/>
              <a:gd name="T59" fmla="*/ 64 h 176"/>
              <a:gd name="T60" fmla="*/ 64 w 176"/>
              <a:gd name="T61" fmla="*/ 72 h 176"/>
              <a:gd name="T62" fmla="*/ 64 w 176"/>
              <a:gd name="T63" fmla="*/ 168 h 176"/>
              <a:gd name="T64" fmla="*/ 72 w 176"/>
              <a:gd name="T65" fmla="*/ 176 h 176"/>
              <a:gd name="T66" fmla="*/ 168 w 176"/>
              <a:gd name="T67" fmla="*/ 176 h 176"/>
              <a:gd name="T68" fmla="*/ 176 w 176"/>
              <a:gd name="T69" fmla="*/ 168 h 176"/>
              <a:gd name="T70" fmla="*/ 176 w 176"/>
              <a:gd name="T71" fmla="*/ 72 h 176"/>
              <a:gd name="T72" fmla="*/ 168 w 176"/>
              <a:gd name="T73" fmla="*/ 64 h 176"/>
              <a:gd name="T74" fmla="*/ 168 w 176"/>
              <a:gd name="T75" fmla="*/ 168 h 176"/>
              <a:gd name="T76" fmla="*/ 72 w 176"/>
              <a:gd name="T77" fmla="*/ 168 h 176"/>
              <a:gd name="T78" fmla="*/ 72 w 176"/>
              <a:gd name="T79" fmla="*/ 72 h 176"/>
              <a:gd name="T80" fmla="*/ 168 w 176"/>
              <a:gd name="T81" fmla="*/ 72 h 176"/>
              <a:gd name="T82" fmla="*/ 168 w 176"/>
              <a:gd name="T8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76">
                <a:moveTo>
                  <a:pt x="40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44" y="176"/>
                  <a:pt x="48" y="172"/>
                  <a:pt x="48" y="168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68"/>
                  <a:pt x="44" y="64"/>
                  <a:pt x="40" y="64"/>
                </a:cubicBezTo>
                <a:moveTo>
                  <a:pt x="40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72"/>
                  <a:pt x="8" y="72"/>
                  <a:pt x="8" y="72"/>
                </a:cubicBezTo>
                <a:cubicBezTo>
                  <a:pt x="40" y="72"/>
                  <a:pt x="40" y="72"/>
                  <a:pt x="40" y="72"/>
                </a:cubicBezTo>
                <a:lnTo>
                  <a:pt x="40" y="168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4"/>
                  <a:pt x="4" y="48"/>
                  <a:pt x="8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72" y="48"/>
                  <a:pt x="176" y="44"/>
                  <a:pt x="176" y="4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40"/>
                </a:moveTo>
                <a:cubicBezTo>
                  <a:pt x="8" y="40"/>
                  <a:pt x="8" y="40"/>
                  <a:pt x="8" y="40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40"/>
                </a:lnTo>
                <a:close/>
                <a:moveTo>
                  <a:pt x="168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68" y="64"/>
                  <a:pt x="64" y="68"/>
                  <a:pt x="64" y="72"/>
                </a:cubicBezTo>
                <a:cubicBezTo>
                  <a:pt x="64" y="168"/>
                  <a:pt x="64" y="168"/>
                  <a:pt x="64" y="168"/>
                </a:cubicBezTo>
                <a:cubicBezTo>
                  <a:pt x="64" y="172"/>
                  <a:pt x="68" y="176"/>
                  <a:pt x="72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68" y="168"/>
                </a:moveTo>
                <a:cubicBezTo>
                  <a:pt x="72" y="168"/>
                  <a:pt x="72" y="168"/>
                  <a:pt x="72" y="168"/>
                </a:cubicBezTo>
                <a:cubicBezTo>
                  <a:pt x="72" y="72"/>
                  <a:pt x="72" y="72"/>
                  <a:pt x="72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16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474"/>
          <p:cNvSpPr>
            <a:spLocks noEditPoints="1"/>
          </p:cNvSpPr>
          <p:nvPr/>
        </p:nvSpPr>
        <p:spPr bwMode="auto">
          <a:xfrm>
            <a:off x="1524581" y="3673100"/>
            <a:ext cx="335898" cy="334275"/>
          </a:xfrm>
          <a:custGeom>
            <a:avLst/>
            <a:gdLst>
              <a:gd name="T0" fmla="*/ 88 w 176"/>
              <a:gd name="T1" fmla="*/ 64 h 176"/>
              <a:gd name="T2" fmla="*/ 64 w 176"/>
              <a:gd name="T3" fmla="*/ 88 h 176"/>
              <a:gd name="T4" fmla="*/ 88 w 176"/>
              <a:gd name="T5" fmla="*/ 112 h 176"/>
              <a:gd name="T6" fmla="*/ 112 w 176"/>
              <a:gd name="T7" fmla="*/ 88 h 176"/>
              <a:gd name="T8" fmla="*/ 88 w 176"/>
              <a:gd name="T9" fmla="*/ 64 h 176"/>
              <a:gd name="T10" fmla="*/ 88 w 176"/>
              <a:gd name="T11" fmla="*/ 104 h 176"/>
              <a:gd name="T12" fmla="*/ 72 w 176"/>
              <a:gd name="T13" fmla="*/ 88 h 176"/>
              <a:gd name="T14" fmla="*/ 88 w 176"/>
              <a:gd name="T15" fmla="*/ 72 h 176"/>
              <a:gd name="T16" fmla="*/ 104 w 176"/>
              <a:gd name="T17" fmla="*/ 88 h 176"/>
              <a:gd name="T18" fmla="*/ 88 w 176"/>
              <a:gd name="T19" fmla="*/ 104 h 176"/>
              <a:gd name="T20" fmla="*/ 88 w 176"/>
              <a:gd name="T21" fmla="*/ 32 h 176"/>
              <a:gd name="T22" fmla="*/ 32 w 176"/>
              <a:gd name="T23" fmla="*/ 88 h 176"/>
              <a:gd name="T24" fmla="*/ 88 w 176"/>
              <a:gd name="T25" fmla="*/ 144 h 176"/>
              <a:gd name="T26" fmla="*/ 144 w 176"/>
              <a:gd name="T27" fmla="*/ 88 h 176"/>
              <a:gd name="T28" fmla="*/ 88 w 176"/>
              <a:gd name="T29" fmla="*/ 32 h 176"/>
              <a:gd name="T30" fmla="*/ 88 w 176"/>
              <a:gd name="T31" fmla="*/ 136 h 176"/>
              <a:gd name="T32" fmla="*/ 40 w 176"/>
              <a:gd name="T33" fmla="*/ 88 h 176"/>
              <a:gd name="T34" fmla="*/ 88 w 176"/>
              <a:gd name="T35" fmla="*/ 40 h 176"/>
              <a:gd name="T36" fmla="*/ 136 w 176"/>
              <a:gd name="T37" fmla="*/ 88 h 176"/>
              <a:gd name="T38" fmla="*/ 88 w 176"/>
              <a:gd name="T39" fmla="*/ 136 h 176"/>
              <a:gd name="T40" fmla="*/ 149 w 176"/>
              <a:gd name="T41" fmla="*/ 151 h 176"/>
              <a:gd name="T42" fmla="*/ 176 w 176"/>
              <a:gd name="T43" fmla="*/ 88 h 176"/>
              <a:gd name="T44" fmla="*/ 88 w 176"/>
              <a:gd name="T45" fmla="*/ 0 h 176"/>
              <a:gd name="T46" fmla="*/ 0 w 176"/>
              <a:gd name="T47" fmla="*/ 88 h 176"/>
              <a:gd name="T48" fmla="*/ 27 w 176"/>
              <a:gd name="T49" fmla="*/ 151 h 176"/>
              <a:gd name="T50" fmla="*/ 17 w 176"/>
              <a:gd name="T51" fmla="*/ 169 h 176"/>
              <a:gd name="T52" fmla="*/ 16 w 176"/>
              <a:gd name="T53" fmla="*/ 172 h 176"/>
              <a:gd name="T54" fmla="*/ 20 w 176"/>
              <a:gd name="T55" fmla="*/ 176 h 176"/>
              <a:gd name="T56" fmla="*/ 23 w 176"/>
              <a:gd name="T57" fmla="*/ 175 h 176"/>
              <a:gd name="T58" fmla="*/ 24 w 176"/>
              <a:gd name="T59" fmla="*/ 173 h 176"/>
              <a:gd name="T60" fmla="*/ 33 w 176"/>
              <a:gd name="T61" fmla="*/ 157 h 176"/>
              <a:gd name="T62" fmla="*/ 88 w 176"/>
              <a:gd name="T63" fmla="*/ 176 h 176"/>
              <a:gd name="T64" fmla="*/ 143 w 176"/>
              <a:gd name="T65" fmla="*/ 157 h 176"/>
              <a:gd name="T66" fmla="*/ 152 w 176"/>
              <a:gd name="T67" fmla="*/ 173 h 176"/>
              <a:gd name="T68" fmla="*/ 156 w 176"/>
              <a:gd name="T69" fmla="*/ 176 h 176"/>
              <a:gd name="T70" fmla="*/ 160 w 176"/>
              <a:gd name="T71" fmla="*/ 172 h 176"/>
              <a:gd name="T72" fmla="*/ 159 w 176"/>
              <a:gd name="T73" fmla="*/ 169 h 176"/>
              <a:gd name="T74" fmla="*/ 149 w 176"/>
              <a:gd name="T75" fmla="*/ 151 h 176"/>
              <a:gd name="T76" fmla="*/ 88 w 176"/>
              <a:gd name="T77" fmla="*/ 168 h 176"/>
              <a:gd name="T78" fmla="*/ 8 w 176"/>
              <a:gd name="T79" fmla="*/ 88 h 176"/>
              <a:gd name="T80" fmla="*/ 88 w 176"/>
              <a:gd name="T81" fmla="*/ 8 h 176"/>
              <a:gd name="T82" fmla="*/ 168 w 176"/>
              <a:gd name="T83" fmla="*/ 88 h 176"/>
              <a:gd name="T84" fmla="*/ 88 w 176"/>
              <a:gd name="T8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76">
                <a:moveTo>
                  <a:pt x="88" y="64"/>
                </a:moveTo>
                <a:cubicBezTo>
                  <a:pt x="75" y="64"/>
                  <a:pt x="64" y="75"/>
                  <a:pt x="64" y="88"/>
                </a:cubicBezTo>
                <a:cubicBezTo>
                  <a:pt x="64" y="101"/>
                  <a:pt x="75" y="112"/>
                  <a:pt x="88" y="112"/>
                </a:cubicBezTo>
                <a:cubicBezTo>
                  <a:pt x="101" y="112"/>
                  <a:pt x="112" y="101"/>
                  <a:pt x="112" y="88"/>
                </a:cubicBezTo>
                <a:cubicBezTo>
                  <a:pt x="112" y="75"/>
                  <a:pt x="101" y="64"/>
                  <a:pt x="88" y="64"/>
                </a:cubicBezTo>
                <a:moveTo>
                  <a:pt x="88" y="104"/>
                </a:moveTo>
                <a:cubicBezTo>
                  <a:pt x="79" y="104"/>
                  <a:pt x="72" y="97"/>
                  <a:pt x="72" y="88"/>
                </a:cubicBezTo>
                <a:cubicBezTo>
                  <a:pt x="72" y="79"/>
                  <a:pt x="79" y="72"/>
                  <a:pt x="88" y="72"/>
                </a:cubicBezTo>
                <a:cubicBezTo>
                  <a:pt x="97" y="72"/>
                  <a:pt x="104" y="79"/>
                  <a:pt x="104" y="88"/>
                </a:cubicBezTo>
                <a:cubicBezTo>
                  <a:pt x="104" y="97"/>
                  <a:pt x="97" y="104"/>
                  <a:pt x="88" y="104"/>
                </a:cubicBezTo>
                <a:moveTo>
                  <a:pt x="88" y="32"/>
                </a:moveTo>
                <a:cubicBezTo>
                  <a:pt x="57" y="32"/>
                  <a:pt x="32" y="57"/>
                  <a:pt x="32" y="88"/>
                </a:cubicBezTo>
                <a:cubicBezTo>
                  <a:pt x="32" y="119"/>
                  <a:pt x="57" y="144"/>
                  <a:pt x="88" y="144"/>
                </a:cubicBezTo>
                <a:cubicBezTo>
                  <a:pt x="119" y="144"/>
                  <a:pt x="144" y="119"/>
                  <a:pt x="144" y="88"/>
                </a:cubicBezTo>
                <a:cubicBezTo>
                  <a:pt x="144" y="57"/>
                  <a:pt x="119" y="32"/>
                  <a:pt x="88" y="32"/>
                </a:cubicBezTo>
                <a:moveTo>
                  <a:pt x="88" y="136"/>
                </a:moveTo>
                <a:cubicBezTo>
                  <a:pt x="61" y="136"/>
                  <a:pt x="40" y="115"/>
                  <a:pt x="40" y="88"/>
                </a:cubicBezTo>
                <a:cubicBezTo>
                  <a:pt x="40" y="61"/>
                  <a:pt x="61" y="40"/>
                  <a:pt x="88" y="40"/>
                </a:cubicBezTo>
                <a:cubicBezTo>
                  <a:pt x="115" y="40"/>
                  <a:pt x="136" y="61"/>
                  <a:pt x="136" y="88"/>
                </a:cubicBezTo>
                <a:cubicBezTo>
                  <a:pt x="136" y="115"/>
                  <a:pt x="115" y="136"/>
                  <a:pt x="88" y="136"/>
                </a:cubicBezTo>
                <a:moveTo>
                  <a:pt x="149" y="151"/>
                </a:moveTo>
                <a:cubicBezTo>
                  <a:pt x="166" y="135"/>
                  <a:pt x="176" y="113"/>
                  <a:pt x="176" y="88"/>
                </a:cubicBezTo>
                <a:cubicBezTo>
                  <a:pt x="176" y="39"/>
                  <a:pt x="137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113"/>
                  <a:pt x="10" y="135"/>
                  <a:pt x="27" y="151"/>
                </a:cubicBezTo>
                <a:cubicBezTo>
                  <a:pt x="17" y="169"/>
                  <a:pt x="17" y="169"/>
                  <a:pt x="17" y="169"/>
                </a:cubicBezTo>
                <a:cubicBezTo>
                  <a:pt x="16" y="170"/>
                  <a:pt x="16" y="171"/>
                  <a:pt x="16" y="172"/>
                </a:cubicBezTo>
                <a:cubicBezTo>
                  <a:pt x="16" y="174"/>
                  <a:pt x="18" y="176"/>
                  <a:pt x="20" y="176"/>
                </a:cubicBezTo>
                <a:cubicBezTo>
                  <a:pt x="21" y="176"/>
                  <a:pt x="22" y="176"/>
                  <a:pt x="23" y="175"/>
                </a:cubicBezTo>
                <a:cubicBezTo>
                  <a:pt x="23" y="174"/>
                  <a:pt x="24" y="174"/>
                  <a:pt x="24" y="173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48" y="169"/>
                  <a:pt x="67" y="176"/>
                  <a:pt x="88" y="176"/>
                </a:cubicBezTo>
                <a:cubicBezTo>
                  <a:pt x="109" y="176"/>
                  <a:pt x="128" y="169"/>
                  <a:pt x="143" y="157"/>
                </a:cubicBezTo>
                <a:cubicBezTo>
                  <a:pt x="152" y="173"/>
                  <a:pt x="152" y="173"/>
                  <a:pt x="152" y="173"/>
                </a:cubicBezTo>
                <a:cubicBezTo>
                  <a:pt x="153" y="175"/>
                  <a:pt x="154" y="176"/>
                  <a:pt x="156" y="176"/>
                </a:cubicBezTo>
                <a:cubicBezTo>
                  <a:pt x="158" y="176"/>
                  <a:pt x="160" y="174"/>
                  <a:pt x="160" y="172"/>
                </a:cubicBezTo>
                <a:cubicBezTo>
                  <a:pt x="160" y="171"/>
                  <a:pt x="160" y="170"/>
                  <a:pt x="159" y="169"/>
                </a:cubicBezTo>
                <a:lnTo>
                  <a:pt x="149" y="151"/>
                </a:lnTo>
                <a:close/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475"/>
          <p:cNvSpPr>
            <a:spLocks noEditPoints="1"/>
          </p:cNvSpPr>
          <p:nvPr/>
        </p:nvSpPr>
        <p:spPr bwMode="auto">
          <a:xfrm>
            <a:off x="2225584" y="3673100"/>
            <a:ext cx="212573" cy="334275"/>
          </a:xfrm>
          <a:custGeom>
            <a:avLst/>
            <a:gdLst>
              <a:gd name="T0" fmla="*/ 108 w 112"/>
              <a:gd name="T1" fmla="*/ 0 h 176"/>
              <a:gd name="T2" fmla="*/ 4 w 112"/>
              <a:gd name="T3" fmla="*/ 0 h 176"/>
              <a:gd name="T4" fmla="*/ 0 w 112"/>
              <a:gd name="T5" fmla="*/ 4 h 176"/>
              <a:gd name="T6" fmla="*/ 0 w 112"/>
              <a:gd name="T7" fmla="*/ 48 h 176"/>
              <a:gd name="T8" fmla="*/ 52 w 112"/>
              <a:gd name="T9" fmla="*/ 104 h 176"/>
              <a:gd name="T10" fmla="*/ 52 w 112"/>
              <a:gd name="T11" fmla="*/ 168 h 176"/>
              <a:gd name="T12" fmla="*/ 20 w 112"/>
              <a:gd name="T13" fmla="*/ 168 h 176"/>
              <a:gd name="T14" fmla="*/ 16 w 112"/>
              <a:gd name="T15" fmla="*/ 172 h 176"/>
              <a:gd name="T16" fmla="*/ 20 w 112"/>
              <a:gd name="T17" fmla="*/ 176 h 176"/>
              <a:gd name="T18" fmla="*/ 92 w 112"/>
              <a:gd name="T19" fmla="*/ 176 h 176"/>
              <a:gd name="T20" fmla="*/ 96 w 112"/>
              <a:gd name="T21" fmla="*/ 172 h 176"/>
              <a:gd name="T22" fmla="*/ 92 w 112"/>
              <a:gd name="T23" fmla="*/ 168 h 176"/>
              <a:gd name="T24" fmla="*/ 60 w 112"/>
              <a:gd name="T25" fmla="*/ 168 h 176"/>
              <a:gd name="T26" fmla="*/ 60 w 112"/>
              <a:gd name="T27" fmla="*/ 104 h 176"/>
              <a:gd name="T28" fmla="*/ 112 w 112"/>
              <a:gd name="T29" fmla="*/ 48 h 176"/>
              <a:gd name="T30" fmla="*/ 112 w 112"/>
              <a:gd name="T31" fmla="*/ 4 h 176"/>
              <a:gd name="T32" fmla="*/ 108 w 112"/>
              <a:gd name="T33" fmla="*/ 0 h 176"/>
              <a:gd name="T34" fmla="*/ 104 w 112"/>
              <a:gd name="T35" fmla="*/ 48 h 176"/>
              <a:gd name="T36" fmla="*/ 56 w 112"/>
              <a:gd name="T37" fmla="*/ 96 h 176"/>
              <a:gd name="T38" fmla="*/ 8 w 112"/>
              <a:gd name="T39" fmla="*/ 48 h 176"/>
              <a:gd name="T40" fmla="*/ 8 w 112"/>
              <a:gd name="T41" fmla="*/ 30 h 176"/>
              <a:gd name="T42" fmla="*/ 34 w 112"/>
              <a:gd name="T43" fmla="*/ 36 h 176"/>
              <a:gd name="T44" fmla="*/ 58 w 112"/>
              <a:gd name="T45" fmla="*/ 46 h 176"/>
              <a:gd name="T46" fmla="*/ 69 w 112"/>
              <a:gd name="T47" fmla="*/ 48 h 176"/>
              <a:gd name="T48" fmla="*/ 104 w 112"/>
              <a:gd name="T49" fmla="*/ 34 h 176"/>
              <a:gd name="T50" fmla="*/ 104 w 112"/>
              <a:gd name="T51" fmla="*/ 48 h 176"/>
              <a:gd name="T52" fmla="*/ 104 w 112"/>
              <a:gd name="T53" fmla="*/ 23 h 176"/>
              <a:gd name="T54" fmla="*/ 60 w 112"/>
              <a:gd name="T55" fmla="*/ 38 h 176"/>
              <a:gd name="T56" fmla="*/ 38 w 112"/>
              <a:gd name="T57" fmla="*/ 29 h 176"/>
              <a:gd name="T58" fmla="*/ 8 w 112"/>
              <a:gd name="T59" fmla="*/ 22 h 176"/>
              <a:gd name="T60" fmla="*/ 8 w 112"/>
              <a:gd name="T61" fmla="*/ 8 h 176"/>
              <a:gd name="T62" fmla="*/ 104 w 112"/>
              <a:gd name="T63" fmla="*/ 8 h 176"/>
              <a:gd name="T64" fmla="*/ 104 w 112"/>
              <a:gd name="T65" fmla="*/ 2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2" h="176">
                <a:moveTo>
                  <a:pt x="108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78"/>
                  <a:pt x="23" y="102"/>
                  <a:pt x="52" y="104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20" y="168"/>
                  <a:pt x="20" y="168"/>
                  <a:pt x="20" y="168"/>
                </a:cubicBezTo>
                <a:cubicBezTo>
                  <a:pt x="18" y="168"/>
                  <a:pt x="16" y="170"/>
                  <a:pt x="16" y="172"/>
                </a:cubicBezTo>
                <a:cubicBezTo>
                  <a:pt x="16" y="174"/>
                  <a:pt x="18" y="176"/>
                  <a:pt x="20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4" y="176"/>
                  <a:pt x="96" y="174"/>
                  <a:pt x="96" y="172"/>
                </a:cubicBezTo>
                <a:cubicBezTo>
                  <a:pt x="96" y="170"/>
                  <a:pt x="94" y="168"/>
                  <a:pt x="9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89" y="102"/>
                  <a:pt x="112" y="78"/>
                  <a:pt x="112" y="48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2"/>
                  <a:pt x="110" y="0"/>
                  <a:pt x="108" y="0"/>
                </a:cubicBezTo>
                <a:moveTo>
                  <a:pt x="104" y="48"/>
                </a:moveTo>
                <a:cubicBezTo>
                  <a:pt x="104" y="75"/>
                  <a:pt x="83" y="96"/>
                  <a:pt x="56" y="96"/>
                </a:cubicBezTo>
                <a:cubicBezTo>
                  <a:pt x="29" y="96"/>
                  <a:pt x="8" y="75"/>
                  <a:pt x="8" y="48"/>
                </a:cubicBezTo>
                <a:cubicBezTo>
                  <a:pt x="8" y="30"/>
                  <a:pt x="8" y="30"/>
                  <a:pt x="8" y="30"/>
                </a:cubicBezTo>
                <a:cubicBezTo>
                  <a:pt x="19" y="29"/>
                  <a:pt x="25" y="31"/>
                  <a:pt x="34" y="36"/>
                </a:cubicBezTo>
                <a:cubicBezTo>
                  <a:pt x="40" y="39"/>
                  <a:pt x="47" y="43"/>
                  <a:pt x="58" y="46"/>
                </a:cubicBezTo>
                <a:cubicBezTo>
                  <a:pt x="62" y="47"/>
                  <a:pt x="65" y="48"/>
                  <a:pt x="69" y="48"/>
                </a:cubicBezTo>
                <a:cubicBezTo>
                  <a:pt x="84" y="48"/>
                  <a:pt x="97" y="40"/>
                  <a:pt x="104" y="34"/>
                </a:cubicBezTo>
                <a:lnTo>
                  <a:pt x="104" y="48"/>
                </a:lnTo>
                <a:close/>
                <a:moveTo>
                  <a:pt x="104" y="23"/>
                </a:moveTo>
                <a:cubicBezTo>
                  <a:pt x="103" y="24"/>
                  <a:pt x="81" y="45"/>
                  <a:pt x="60" y="38"/>
                </a:cubicBezTo>
                <a:cubicBezTo>
                  <a:pt x="50" y="35"/>
                  <a:pt x="44" y="32"/>
                  <a:pt x="38" y="29"/>
                </a:cubicBezTo>
                <a:cubicBezTo>
                  <a:pt x="28" y="24"/>
                  <a:pt x="21" y="20"/>
                  <a:pt x="8" y="22"/>
                </a:cubicBezTo>
                <a:cubicBezTo>
                  <a:pt x="8" y="8"/>
                  <a:pt x="8" y="8"/>
                  <a:pt x="8" y="8"/>
                </a:cubicBezTo>
                <a:cubicBezTo>
                  <a:pt x="104" y="8"/>
                  <a:pt x="104" y="8"/>
                  <a:pt x="104" y="8"/>
                </a:cubicBezTo>
                <a:lnTo>
                  <a:pt x="104" y="2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476"/>
          <p:cNvSpPr>
            <a:spLocks noEditPoints="1"/>
          </p:cNvSpPr>
          <p:nvPr/>
        </p:nvSpPr>
        <p:spPr bwMode="auto">
          <a:xfrm>
            <a:off x="2894134" y="3673100"/>
            <a:ext cx="152533" cy="334275"/>
          </a:xfrm>
          <a:custGeom>
            <a:avLst/>
            <a:gdLst>
              <a:gd name="T0" fmla="*/ 56 w 80"/>
              <a:gd name="T1" fmla="*/ 48 h 176"/>
              <a:gd name="T2" fmla="*/ 56 w 80"/>
              <a:gd name="T3" fmla="*/ 8 h 176"/>
              <a:gd name="T4" fmla="*/ 48 w 80"/>
              <a:gd name="T5" fmla="*/ 0 h 176"/>
              <a:gd name="T6" fmla="*/ 32 w 80"/>
              <a:gd name="T7" fmla="*/ 0 h 176"/>
              <a:gd name="T8" fmla="*/ 24 w 80"/>
              <a:gd name="T9" fmla="*/ 8 h 176"/>
              <a:gd name="T10" fmla="*/ 24 w 80"/>
              <a:gd name="T11" fmla="*/ 48 h 176"/>
              <a:gd name="T12" fmla="*/ 0 w 80"/>
              <a:gd name="T13" fmla="*/ 72 h 176"/>
              <a:gd name="T14" fmla="*/ 0 w 80"/>
              <a:gd name="T15" fmla="*/ 152 h 176"/>
              <a:gd name="T16" fmla="*/ 24 w 80"/>
              <a:gd name="T17" fmla="*/ 176 h 176"/>
              <a:gd name="T18" fmla="*/ 56 w 80"/>
              <a:gd name="T19" fmla="*/ 176 h 176"/>
              <a:gd name="T20" fmla="*/ 80 w 80"/>
              <a:gd name="T21" fmla="*/ 152 h 176"/>
              <a:gd name="T22" fmla="*/ 80 w 80"/>
              <a:gd name="T23" fmla="*/ 72 h 176"/>
              <a:gd name="T24" fmla="*/ 56 w 80"/>
              <a:gd name="T25" fmla="*/ 48 h 176"/>
              <a:gd name="T26" fmla="*/ 32 w 80"/>
              <a:gd name="T27" fmla="*/ 8 h 176"/>
              <a:gd name="T28" fmla="*/ 48 w 80"/>
              <a:gd name="T29" fmla="*/ 8 h 176"/>
              <a:gd name="T30" fmla="*/ 48 w 80"/>
              <a:gd name="T31" fmla="*/ 16 h 176"/>
              <a:gd name="T32" fmla="*/ 32 w 80"/>
              <a:gd name="T33" fmla="*/ 16 h 176"/>
              <a:gd name="T34" fmla="*/ 32 w 80"/>
              <a:gd name="T35" fmla="*/ 8 h 176"/>
              <a:gd name="T36" fmla="*/ 32 w 80"/>
              <a:gd name="T37" fmla="*/ 24 h 176"/>
              <a:gd name="T38" fmla="*/ 48 w 80"/>
              <a:gd name="T39" fmla="*/ 24 h 176"/>
              <a:gd name="T40" fmla="*/ 48 w 80"/>
              <a:gd name="T41" fmla="*/ 48 h 176"/>
              <a:gd name="T42" fmla="*/ 32 w 80"/>
              <a:gd name="T43" fmla="*/ 48 h 176"/>
              <a:gd name="T44" fmla="*/ 32 w 80"/>
              <a:gd name="T45" fmla="*/ 24 h 176"/>
              <a:gd name="T46" fmla="*/ 72 w 80"/>
              <a:gd name="T47" fmla="*/ 152 h 176"/>
              <a:gd name="T48" fmla="*/ 56 w 80"/>
              <a:gd name="T49" fmla="*/ 168 h 176"/>
              <a:gd name="T50" fmla="*/ 24 w 80"/>
              <a:gd name="T51" fmla="*/ 168 h 176"/>
              <a:gd name="T52" fmla="*/ 8 w 80"/>
              <a:gd name="T53" fmla="*/ 152 h 176"/>
              <a:gd name="T54" fmla="*/ 8 w 80"/>
              <a:gd name="T55" fmla="*/ 136 h 176"/>
              <a:gd name="T56" fmla="*/ 72 w 80"/>
              <a:gd name="T57" fmla="*/ 136 h 176"/>
              <a:gd name="T58" fmla="*/ 72 w 80"/>
              <a:gd name="T59" fmla="*/ 152 h 176"/>
              <a:gd name="T60" fmla="*/ 72 w 80"/>
              <a:gd name="T61" fmla="*/ 128 h 176"/>
              <a:gd name="T62" fmla="*/ 8 w 80"/>
              <a:gd name="T63" fmla="*/ 128 h 176"/>
              <a:gd name="T64" fmla="*/ 8 w 80"/>
              <a:gd name="T65" fmla="*/ 96 h 176"/>
              <a:gd name="T66" fmla="*/ 72 w 80"/>
              <a:gd name="T67" fmla="*/ 96 h 176"/>
              <a:gd name="T68" fmla="*/ 72 w 80"/>
              <a:gd name="T69" fmla="*/ 128 h 176"/>
              <a:gd name="T70" fmla="*/ 72 w 80"/>
              <a:gd name="T71" fmla="*/ 88 h 176"/>
              <a:gd name="T72" fmla="*/ 8 w 80"/>
              <a:gd name="T73" fmla="*/ 88 h 176"/>
              <a:gd name="T74" fmla="*/ 8 w 80"/>
              <a:gd name="T75" fmla="*/ 72 h 176"/>
              <a:gd name="T76" fmla="*/ 24 w 80"/>
              <a:gd name="T77" fmla="*/ 56 h 176"/>
              <a:gd name="T78" fmla="*/ 56 w 80"/>
              <a:gd name="T79" fmla="*/ 56 h 176"/>
              <a:gd name="T80" fmla="*/ 72 w 80"/>
              <a:gd name="T81" fmla="*/ 72 h 176"/>
              <a:gd name="T82" fmla="*/ 72 w 80"/>
              <a:gd name="T83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0" h="176">
                <a:moveTo>
                  <a:pt x="56" y="48"/>
                </a:moveTo>
                <a:cubicBezTo>
                  <a:pt x="56" y="8"/>
                  <a:pt x="56" y="8"/>
                  <a:pt x="56" y="8"/>
                </a:cubicBezTo>
                <a:cubicBezTo>
                  <a:pt x="56" y="4"/>
                  <a:pt x="52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4"/>
                  <a:pt x="24" y="8"/>
                </a:cubicBezTo>
                <a:cubicBezTo>
                  <a:pt x="24" y="48"/>
                  <a:pt x="24" y="48"/>
                  <a:pt x="24" y="48"/>
                </a:cubicBezTo>
                <a:cubicBezTo>
                  <a:pt x="11" y="48"/>
                  <a:pt x="0" y="59"/>
                  <a:pt x="0" y="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69" y="176"/>
                  <a:pt x="80" y="165"/>
                  <a:pt x="80" y="152"/>
                </a:cubicBezTo>
                <a:cubicBezTo>
                  <a:pt x="80" y="72"/>
                  <a:pt x="80" y="72"/>
                  <a:pt x="80" y="72"/>
                </a:cubicBezTo>
                <a:cubicBezTo>
                  <a:pt x="80" y="59"/>
                  <a:pt x="69" y="48"/>
                  <a:pt x="56" y="48"/>
                </a:cubicBezTo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16"/>
                  <a:pt x="48" y="16"/>
                  <a:pt x="48" y="16"/>
                </a:cubicBezTo>
                <a:cubicBezTo>
                  <a:pt x="32" y="16"/>
                  <a:pt x="32" y="16"/>
                  <a:pt x="32" y="16"/>
                </a:cubicBezTo>
                <a:lnTo>
                  <a:pt x="32" y="8"/>
                </a:lnTo>
                <a:close/>
                <a:moveTo>
                  <a:pt x="32" y="24"/>
                </a:moveTo>
                <a:cubicBezTo>
                  <a:pt x="48" y="24"/>
                  <a:pt x="48" y="24"/>
                  <a:pt x="48" y="24"/>
                </a:cubicBezTo>
                <a:cubicBezTo>
                  <a:pt x="48" y="48"/>
                  <a:pt x="48" y="48"/>
                  <a:pt x="48" y="48"/>
                </a:cubicBezTo>
                <a:cubicBezTo>
                  <a:pt x="32" y="48"/>
                  <a:pt x="32" y="48"/>
                  <a:pt x="32" y="48"/>
                </a:cubicBezTo>
                <a:lnTo>
                  <a:pt x="32" y="24"/>
                </a:lnTo>
                <a:close/>
                <a:moveTo>
                  <a:pt x="72" y="152"/>
                </a:moveTo>
                <a:cubicBezTo>
                  <a:pt x="72" y="161"/>
                  <a:pt x="65" y="168"/>
                  <a:pt x="56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8" y="136"/>
                  <a:pt x="8" y="136"/>
                  <a:pt x="8" y="136"/>
                </a:cubicBezTo>
                <a:cubicBezTo>
                  <a:pt x="72" y="136"/>
                  <a:pt x="72" y="136"/>
                  <a:pt x="72" y="136"/>
                </a:cubicBezTo>
                <a:lnTo>
                  <a:pt x="72" y="152"/>
                </a:lnTo>
                <a:close/>
                <a:moveTo>
                  <a:pt x="72" y="128"/>
                </a:moveTo>
                <a:cubicBezTo>
                  <a:pt x="8" y="128"/>
                  <a:pt x="8" y="128"/>
                  <a:pt x="8" y="128"/>
                </a:cubicBezTo>
                <a:cubicBezTo>
                  <a:pt x="8" y="96"/>
                  <a:pt x="8" y="96"/>
                  <a:pt x="8" y="96"/>
                </a:cubicBezTo>
                <a:cubicBezTo>
                  <a:pt x="72" y="96"/>
                  <a:pt x="72" y="96"/>
                  <a:pt x="72" y="96"/>
                </a:cubicBezTo>
                <a:lnTo>
                  <a:pt x="72" y="128"/>
                </a:lnTo>
                <a:close/>
                <a:moveTo>
                  <a:pt x="72" y="88"/>
                </a:moveTo>
                <a:cubicBezTo>
                  <a:pt x="8" y="88"/>
                  <a:pt x="8" y="88"/>
                  <a:pt x="8" y="88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3"/>
                  <a:pt x="15" y="56"/>
                  <a:pt x="24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65" y="56"/>
                  <a:pt x="72" y="63"/>
                  <a:pt x="72" y="72"/>
                </a:cubicBezTo>
                <a:lnTo>
                  <a:pt x="72" y="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477"/>
          <p:cNvSpPr>
            <a:spLocks noEditPoints="1"/>
          </p:cNvSpPr>
          <p:nvPr/>
        </p:nvSpPr>
        <p:spPr bwMode="auto">
          <a:xfrm>
            <a:off x="3502644" y="3673100"/>
            <a:ext cx="214195" cy="334275"/>
          </a:xfrm>
          <a:custGeom>
            <a:avLst/>
            <a:gdLst>
              <a:gd name="T0" fmla="*/ 104 w 112"/>
              <a:gd name="T1" fmla="*/ 0 h 176"/>
              <a:gd name="T2" fmla="*/ 8 w 112"/>
              <a:gd name="T3" fmla="*/ 0 h 176"/>
              <a:gd name="T4" fmla="*/ 0 w 112"/>
              <a:gd name="T5" fmla="*/ 8 h 176"/>
              <a:gd name="T6" fmla="*/ 0 w 112"/>
              <a:gd name="T7" fmla="*/ 16 h 176"/>
              <a:gd name="T8" fmla="*/ 8 w 112"/>
              <a:gd name="T9" fmla="*/ 24 h 176"/>
              <a:gd name="T10" fmla="*/ 16 w 112"/>
              <a:gd name="T11" fmla="*/ 24 h 176"/>
              <a:gd name="T12" fmla="*/ 16 w 112"/>
              <a:gd name="T13" fmla="*/ 136 h 176"/>
              <a:gd name="T14" fmla="*/ 56 w 112"/>
              <a:gd name="T15" fmla="*/ 176 h 176"/>
              <a:gd name="T16" fmla="*/ 96 w 112"/>
              <a:gd name="T17" fmla="*/ 136 h 176"/>
              <a:gd name="T18" fmla="*/ 96 w 112"/>
              <a:gd name="T19" fmla="*/ 24 h 176"/>
              <a:gd name="T20" fmla="*/ 104 w 112"/>
              <a:gd name="T21" fmla="*/ 24 h 176"/>
              <a:gd name="T22" fmla="*/ 112 w 112"/>
              <a:gd name="T23" fmla="*/ 16 h 176"/>
              <a:gd name="T24" fmla="*/ 112 w 112"/>
              <a:gd name="T25" fmla="*/ 8 h 176"/>
              <a:gd name="T26" fmla="*/ 104 w 112"/>
              <a:gd name="T27" fmla="*/ 0 h 176"/>
              <a:gd name="T28" fmla="*/ 88 w 112"/>
              <a:gd name="T29" fmla="*/ 136 h 176"/>
              <a:gd name="T30" fmla="*/ 56 w 112"/>
              <a:gd name="T31" fmla="*/ 168 h 176"/>
              <a:gd name="T32" fmla="*/ 24 w 112"/>
              <a:gd name="T33" fmla="*/ 136 h 176"/>
              <a:gd name="T34" fmla="*/ 24 w 112"/>
              <a:gd name="T35" fmla="*/ 52 h 176"/>
              <a:gd name="T36" fmla="*/ 43 w 112"/>
              <a:gd name="T37" fmla="*/ 56 h 176"/>
              <a:gd name="T38" fmla="*/ 54 w 112"/>
              <a:gd name="T39" fmla="*/ 54 h 176"/>
              <a:gd name="T40" fmla="*/ 78 w 112"/>
              <a:gd name="T41" fmla="*/ 45 h 176"/>
              <a:gd name="T42" fmla="*/ 88 w 112"/>
              <a:gd name="T43" fmla="*/ 41 h 176"/>
              <a:gd name="T44" fmla="*/ 88 w 112"/>
              <a:gd name="T45" fmla="*/ 136 h 176"/>
              <a:gd name="T46" fmla="*/ 88 w 112"/>
              <a:gd name="T47" fmla="*/ 33 h 176"/>
              <a:gd name="T48" fmla="*/ 74 w 112"/>
              <a:gd name="T49" fmla="*/ 38 h 176"/>
              <a:gd name="T50" fmla="*/ 52 w 112"/>
              <a:gd name="T51" fmla="*/ 47 h 176"/>
              <a:gd name="T52" fmla="*/ 24 w 112"/>
              <a:gd name="T53" fmla="*/ 44 h 176"/>
              <a:gd name="T54" fmla="*/ 24 w 112"/>
              <a:gd name="T55" fmla="*/ 24 h 176"/>
              <a:gd name="T56" fmla="*/ 88 w 112"/>
              <a:gd name="T57" fmla="*/ 24 h 176"/>
              <a:gd name="T58" fmla="*/ 88 w 112"/>
              <a:gd name="T59" fmla="*/ 33 h 176"/>
              <a:gd name="T60" fmla="*/ 104 w 112"/>
              <a:gd name="T61" fmla="*/ 16 h 176"/>
              <a:gd name="T62" fmla="*/ 8 w 112"/>
              <a:gd name="T63" fmla="*/ 16 h 176"/>
              <a:gd name="T64" fmla="*/ 8 w 112"/>
              <a:gd name="T65" fmla="*/ 8 h 176"/>
              <a:gd name="T66" fmla="*/ 104 w 112"/>
              <a:gd name="T67" fmla="*/ 8 h 176"/>
              <a:gd name="T68" fmla="*/ 104 w 112"/>
              <a:gd name="T69" fmla="*/ 16 h 176"/>
              <a:gd name="T70" fmla="*/ 52 w 112"/>
              <a:gd name="T71" fmla="*/ 112 h 176"/>
              <a:gd name="T72" fmla="*/ 48 w 112"/>
              <a:gd name="T73" fmla="*/ 116 h 176"/>
              <a:gd name="T74" fmla="*/ 52 w 112"/>
              <a:gd name="T75" fmla="*/ 120 h 176"/>
              <a:gd name="T76" fmla="*/ 56 w 112"/>
              <a:gd name="T77" fmla="*/ 116 h 176"/>
              <a:gd name="T78" fmla="*/ 52 w 112"/>
              <a:gd name="T79" fmla="*/ 112 h 176"/>
              <a:gd name="T80" fmla="*/ 48 w 112"/>
              <a:gd name="T81" fmla="*/ 88 h 176"/>
              <a:gd name="T82" fmla="*/ 40 w 112"/>
              <a:gd name="T83" fmla="*/ 80 h 176"/>
              <a:gd name="T84" fmla="*/ 32 w 112"/>
              <a:gd name="T85" fmla="*/ 88 h 176"/>
              <a:gd name="T86" fmla="*/ 40 w 112"/>
              <a:gd name="T87" fmla="*/ 96 h 176"/>
              <a:gd name="T88" fmla="*/ 48 w 112"/>
              <a:gd name="T89" fmla="*/ 88 h 176"/>
              <a:gd name="T90" fmla="*/ 44 w 112"/>
              <a:gd name="T91" fmla="*/ 144 h 176"/>
              <a:gd name="T92" fmla="*/ 40 w 112"/>
              <a:gd name="T93" fmla="*/ 148 h 176"/>
              <a:gd name="T94" fmla="*/ 44 w 112"/>
              <a:gd name="T95" fmla="*/ 152 h 176"/>
              <a:gd name="T96" fmla="*/ 48 w 112"/>
              <a:gd name="T97" fmla="*/ 148 h 176"/>
              <a:gd name="T98" fmla="*/ 44 w 112"/>
              <a:gd name="T99" fmla="*/ 144 h 176"/>
              <a:gd name="T100" fmla="*/ 72 w 112"/>
              <a:gd name="T101" fmla="*/ 64 h 176"/>
              <a:gd name="T102" fmla="*/ 64 w 112"/>
              <a:gd name="T103" fmla="*/ 72 h 176"/>
              <a:gd name="T104" fmla="*/ 72 w 112"/>
              <a:gd name="T105" fmla="*/ 80 h 176"/>
              <a:gd name="T106" fmla="*/ 80 w 112"/>
              <a:gd name="T107" fmla="*/ 72 h 176"/>
              <a:gd name="T108" fmla="*/ 72 w 112"/>
              <a:gd name="T109" fmla="*/ 64 h 176"/>
              <a:gd name="T110" fmla="*/ 68 w 112"/>
              <a:gd name="T111" fmla="*/ 128 h 176"/>
              <a:gd name="T112" fmla="*/ 64 w 112"/>
              <a:gd name="T113" fmla="*/ 132 h 176"/>
              <a:gd name="T114" fmla="*/ 68 w 112"/>
              <a:gd name="T115" fmla="*/ 136 h 176"/>
              <a:gd name="T116" fmla="*/ 72 w 112"/>
              <a:gd name="T117" fmla="*/ 132 h 176"/>
              <a:gd name="T118" fmla="*/ 68 w 112"/>
              <a:gd name="T119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12" h="176">
                <a:moveTo>
                  <a:pt x="104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20"/>
                  <a:pt x="4" y="24"/>
                  <a:pt x="8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58"/>
                  <a:pt x="34" y="176"/>
                  <a:pt x="56" y="176"/>
                </a:cubicBezTo>
                <a:cubicBezTo>
                  <a:pt x="78" y="176"/>
                  <a:pt x="96" y="158"/>
                  <a:pt x="96" y="136"/>
                </a:cubicBezTo>
                <a:cubicBezTo>
                  <a:pt x="96" y="24"/>
                  <a:pt x="96" y="24"/>
                  <a:pt x="96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8" y="24"/>
                  <a:pt x="112" y="20"/>
                  <a:pt x="112" y="16"/>
                </a:cubicBezTo>
                <a:cubicBezTo>
                  <a:pt x="112" y="8"/>
                  <a:pt x="112" y="8"/>
                  <a:pt x="112" y="8"/>
                </a:cubicBezTo>
                <a:cubicBezTo>
                  <a:pt x="112" y="4"/>
                  <a:pt x="108" y="0"/>
                  <a:pt x="104" y="0"/>
                </a:cubicBezTo>
                <a:moveTo>
                  <a:pt x="88" y="136"/>
                </a:moveTo>
                <a:cubicBezTo>
                  <a:pt x="88" y="154"/>
                  <a:pt x="74" y="168"/>
                  <a:pt x="56" y="168"/>
                </a:cubicBezTo>
                <a:cubicBezTo>
                  <a:pt x="38" y="168"/>
                  <a:pt x="24" y="154"/>
                  <a:pt x="24" y="136"/>
                </a:cubicBezTo>
                <a:cubicBezTo>
                  <a:pt x="24" y="52"/>
                  <a:pt x="24" y="52"/>
                  <a:pt x="24" y="52"/>
                </a:cubicBezTo>
                <a:cubicBezTo>
                  <a:pt x="30" y="54"/>
                  <a:pt x="36" y="56"/>
                  <a:pt x="43" y="56"/>
                </a:cubicBezTo>
                <a:cubicBezTo>
                  <a:pt x="47" y="56"/>
                  <a:pt x="50" y="55"/>
                  <a:pt x="54" y="54"/>
                </a:cubicBezTo>
                <a:cubicBezTo>
                  <a:pt x="65" y="51"/>
                  <a:pt x="72" y="48"/>
                  <a:pt x="78" y="45"/>
                </a:cubicBezTo>
                <a:cubicBezTo>
                  <a:pt x="82" y="43"/>
                  <a:pt x="85" y="42"/>
                  <a:pt x="88" y="41"/>
                </a:cubicBezTo>
                <a:lnTo>
                  <a:pt x="88" y="136"/>
                </a:lnTo>
                <a:close/>
                <a:moveTo>
                  <a:pt x="88" y="33"/>
                </a:moveTo>
                <a:cubicBezTo>
                  <a:pt x="83" y="34"/>
                  <a:pt x="79" y="36"/>
                  <a:pt x="74" y="38"/>
                </a:cubicBezTo>
                <a:cubicBezTo>
                  <a:pt x="68" y="41"/>
                  <a:pt x="62" y="44"/>
                  <a:pt x="52" y="47"/>
                </a:cubicBezTo>
                <a:cubicBezTo>
                  <a:pt x="42" y="50"/>
                  <a:pt x="32" y="48"/>
                  <a:pt x="24" y="44"/>
                </a:cubicBezTo>
                <a:cubicBezTo>
                  <a:pt x="24" y="24"/>
                  <a:pt x="24" y="24"/>
                  <a:pt x="24" y="24"/>
                </a:cubicBezTo>
                <a:cubicBezTo>
                  <a:pt x="88" y="24"/>
                  <a:pt x="88" y="24"/>
                  <a:pt x="88" y="24"/>
                </a:cubicBezTo>
                <a:lnTo>
                  <a:pt x="88" y="33"/>
                </a:lnTo>
                <a:close/>
                <a:moveTo>
                  <a:pt x="104" y="16"/>
                </a:moveTo>
                <a:cubicBezTo>
                  <a:pt x="8" y="16"/>
                  <a:pt x="8" y="16"/>
                  <a:pt x="8" y="16"/>
                </a:cubicBezTo>
                <a:cubicBezTo>
                  <a:pt x="8" y="8"/>
                  <a:pt x="8" y="8"/>
                  <a:pt x="8" y="8"/>
                </a:cubicBezTo>
                <a:cubicBezTo>
                  <a:pt x="104" y="8"/>
                  <a:pt x="104" y="8"/>
                  <a:pt x="104" y="8"/>
                </a:cubicBezTo>
                <a:lnTo>
                  <a:pt x="104" y="16"/>
                </a:lnTo>
                <a:close/>
                <a:moveTo>
                  <a:pt x="52" y="112"/>
                </a:moveTo>
                <a:cubicBezTo>
                  <a:pt x="50" y="112"/>
                  <a:pt x="48" y="114"/>
                  <a:pt x="48" y="116"/>
                </a:cubicBezTo>
                <a:cubicBezTo>
                  <a:pt x="48" y="118"/>
                  <a:pt x="50" y="120"/>
                  <a:pt x="52" y="120"/>
                </a:cubicBezTo>
                <a:cubicBezTo>
                  <a:pt x="54" y="120"/>
                  <a:pt x="56" y="118"/>
                  <a:pt x="56" y="116"/>
                </a:cubicBezTo>
                <a:cubicBezTo>
                  <a:pt x="56" y="114"/>
                  <a:pt x="54" y="112"/>
                  <a:pt x="52" y="112"/>
                </a:cubicBezTo>
                <a:moveTo>
                  <a:pt x="48" y="88"/>
                </a:moveTo>
                <a:cubicBezTo>
                  <a:pt x="48" y="84"/>
                  <a:pt x="44" y="80"/>
                  <a:pt x="40" y="80"/>
                </a:cubicBezTo>
                <a:cubicBezTo>
                  <a:pt x="36" y="80"/>
                  <a:pt x="32" y="84"/>
                  <a:pt x="32" y="88"/>
                </a:cubicBezTo>
                <a:cubicBezTo>
                  <a:pt x="32" y="92"/>
                  <a:pt x="36" y="96"/>
                  <a:pt x="40" y="96"/>
                </a:cubicBezTo>
                <a:cubicBezTo>
                  <a:pt x="44" y="96"/>
                  <a:pt x="48" y="92"/>
                  <a:pt x="48" y="88"/>
                </a:cubicBezTo>
                <a:moveTo>
                  <a:pt x="44" y="144"/>
                </a:moveTo>
                <a:cubicBezTo>
                  <a:pt x="42" y="144"/>
                  <a:pt x="40" y="146"/>
                  <a:pt x="40" y="148"/>
                </a:cubicBezTo>
                <a:cubicBezTo>
                  <a:pt x="40" y="150"/>
                  <a:pt x="42" y="152"/>
                  <a:pt x="44" y="152"/>
                </a:cubicBezTo>
                <a:cubicBezTo>
                  <a:pt x="46" y="152"/>
                  <a:pt x="48" y="150"/>
                  <a:pt x="48" y="148"/>
                </a:cubicBezTo>
                <a:cubicBezTo>
                  <a:pt x="48" y="146"/>
                  <a:pt x="46" y="144"/>
                  <a:pt x="44" y="144"/>
                </a:cubicBezTo>
                <a:moveTo>
                  <a:pt x="72" y="64"/>
                </a:moveTo>
                <a:cubicBezTo>
                  <a:pt x="68" y="64"/>
                  <a:pt x="64" y="68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76" y="80"/>
                  <a:pt x="80" y="76"/>
                  <a:pt x="80" y="72"/>
                </a:cubicBezTo>
                <a:cubicBezTo>
                  <a:pt x="80" y="68"/>
                  <a:pt x="76" y="64"/>
                  <a:pt x="72" y="64"/>
                </a:cubicBezTo>
                <a:moveTo>
                  <a:pt x="68" y="128"/>
                </a:moveTo>
                <a:cubicBezTo>
                  <a:pt x="66" y="128"/>
                  <a:pt x="64" y="130"/>
                  <a:pt x="64" y="132"/>
                </a:cubicBezTo>
                <a:cubicBezTo>
                  <a:pt x="64" y="134"/>
                  <a:pt x="66" y="136"/>
                  <a:pt x="68" y="136"/>
                </a:cubicBezTo>
                <a:cubicBezTo>
                  <a:pt x="70" y="136"/>
                  <a:pt x="72" y="134"/>
                  <a:pt x="72" y="132"/>
                </a:cubicBezTo>
                <a:cubicBezTo>
                  <a:pt x="72" y="130"/>
                  <a:pt x="70" y="128"/>
                  <a:pt x="68" y="12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478"/>
          <p:cNvSpPr>
            <a:spLocks noEditPoints="1"/>
          </p:cNvSpPr>
          <p:nvPr/>
        </p:nvSpPr>
        <p:spPr bwMode="auto">
          <a:xfrm>
            <a:off x="4111154" y="3673100"/>
            <a:ext cx="274235" cy="334275"/>
          </a:xfrm>
          <a:custGeom>
            <a:avLst/>
            <a:gdLst>
              <a:gd name="T0" fmla="*/ 32 w 144"/>
              <a:gd name="T1" fmla="*/ 136 h 176"/>
              <a:gd name="T2" fmla="*/ 48 w 144"/>
              <a:gd name="T3" fmla="*/ 136 h 176"/>
              <a:gd name="T4" fmla="*/ 52 w 144"/>
              <a:gd name="T5" fmla="*/ 96 h 176"/>
              <a:gd name="T6" fmla="*/ 52 w 144"/>
              <a:gd name="T7" fmla="*/ 104 h 176"/>
              <a:gd name="T8" fmla="*/ 52 w 144"/>
              <a:gd name="T9" fmla="*/ 96 h 176"/>
              <a:gd name="T10" fmla="*/ 104 w 144"/>
              <a:gd name="T11" fmla="*/ 132 h 176"/>
              <a:gd name="T12" fmla="*/ 112 w 144"/>
              <a:gd name="T13" fmla="*/ 132 h 176"/>
              <a:gd name="T14" fmla="*/ 112 w 144"/>
              <a:gd name="T15" fmla="*/ 64 h 176"/>
              <a:gd name="T16" fmla="*/ 120 w 144"/>
              <a:gd name="T17" fmla="*/ 24 h 176"/>
              <a:gd name="T18" fmla="*/ 128 w 144"/>
              <a:gd name="T19" fmla="*/ 8 h 176"/>
              <a:gd name="T20" fmla="*/ 24 w 144"/>
              <a:gd name="T21" fmla="*/ 0 h 176"/>
              <a:gd name="T22" fmla="*/ 16 w 144"/>
              <a:gd name="T23" fmla="*/ 16 h 176"/>
              <a:gd name="T24" fmla="*/ 32 w 144"/>
              <a:gd name="T25" fmla="*/ 24 h 176"/>
              <a:gd name="T26" fmla="*/ 0 w 144"/>
              <a:gd name="T27" fmla="*/ 124 h 176"/>
              <a:gd name="T28" fmla="*/ 122 w 144"/>
              <a:gd name="T29" fmla="*/ 176 h 176"/>
              <a:gd name="T30" fmla="*/ 112 w 144"/>
              <a:gd name="T31" fmla="*/ 64 h 176"/>
              <a:gd name="T32" fmla="*/ 120 w 144"/>
              <a:gd name="T33" fmla="*/ 8 h 176"/>
              <a:gd name="T34" fmla="*/ 24 w 144"/>
              <a:gd name="T35" fmla="*/ 16 h 176"/>
              <a:gd name="T36" fmla="*/ 104 w 144"/>
              <a:gd name="T37" fmla="*/ 24 h 176"/>
              <a:gd name="T38" fmla="*/ 74 w 144"/>
              <a:gd name="T39" fmla="*/ 43 h 176"/>
              <a:gd name="T40" fmla="*/ 40 w 144"/>
              <a:gd name="T41" fmla="*/ 24 h 176"/>
              <a:gd name="T42" fmla="*/ 118 w 144"/>
              <a:gd name="T43" fmla="*/ 168 h 176"/>
              <a:gd name="T44" fmla="*/ 8 w 144"/>
              <a:gd name="T45" fmla="*/ 124 h 176"/>
              <a:gd name="T46" fmla="*/ 40 w 144"/>
              <a:gd name="T47" fmla="*/ 64 h 176"/>
              <a:gd name="T48" fmla="*/ 57 w 144"/>
              <a:gd name="T49" fmla="*/ 56 h 176"/>
              <a:gd name="T50" fmla="*/ 104 w 144"/>
              <a:gd name="T51" fmla="*/ 43 h 176"/>
              <a:gd name="T52" fmla="*/ 108 w 144"/>
              <a:gd name="T53" fmla="*/ 71 h 176"/>
              <a:gd name="T54" fmla="*/ 118 w 144"/>
              <a:gd name="T55" fmla="*/ 168 h 176"/>
              <a:gd name="T56" fmla="*/ 72 w 144"/>
              <a:gd name="T57" fmla="*/ 84 h 176"/>
              <a:gd name="T58" fmla="*/ 96 w 144"/>
              <a:gd name="T59" fmla="*/ 84 h 176"/>
              <a:gd name="T60" fmla="*/ 84 w 144"/>
              <a:gd name="T61" fmla="*/ 88 h 176"/>
              <a:gd name="T62" fmla="*/ 84 w 144"/>
              <a:gd name="T63" fmla="*/ 80 h 176"/>
              <a:gd name="T64" fmla="*/ 84 w 144"/>
              <a:gd name="T65" fmla="*/ 88 h 176"/>
              <a:gd name="T66" fmla="*/ 64 w 144"/>
              <a:gd name="T67" fmla="*/ 120 h 176"/>
              <a:gd name="T68" fmla="*/ 80 w 144"/>
              <a:gd name="T69" fmla="*/ 120 h 176"/>
              <a:gd name="T70" fmla="*/ 84 w 144"/>
              <a:gd name="T71" fmla="*/ 144 h 176"/>
              <a:gd name="T72" fmla="*/ 84 w 144"/>
              <a:gd name="T73" fmla="*/ 152 h 176"/>
              <a:gd name="T74" fmla="*/ 84 w 144"/>
              <a:gd name="T7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4" h="176">
                <a:moveTo>
                  <a:pt x="40" y="128"/>
                </a:moveTo>
                <a:cubicBezTo>
                  <a:pt x="36" y="128"/>
                  <a:pt x="32" y="132"/>
                  <a:pt x="32" y="136"/>
                </a:cubicBezTo>
                <a:cubicBezTo>
                  <a:pt x="32" y="140"/>
                  <a:pt x="36" y="144"/>
                  <a:pt x="40" y="144"/>
                </a:cubicBezTo>
                <a:cubicBezTo>
                  <a:pt x="44" y="144"/>
                  <a:pt x="48" y="140"/>
                  <a:pt x="48" y="136"/>
                </a:cubicBezTo>
                <a:cubicBezTo>
                  <a:pt x="48" y="132"/>
                  <a:pt x="44" y="128"/>
                  <a:pt x="40" y="128"/>
                </a:cubicBezTo>
                <a:moveTo>
                  <a:pt x="52" y="96"/>
                </a:moveTo>
                <a:cubicBezTo>
                  <a:pt x="50" y="96"/>
                  <a:pt x="48" y="98"/>
                  <a:pt x="48" y="100"/>
                </a:cubicBezTo>
                <a:cubicBezTo>
                  <a:pt x="48" y="102"/>
                  <a:pt x="50" y="104"/>
                  <a:pt x="52" y="104"/>
                </a:cubicBezTo>
                <a:cubicBezTo>
                  <a:pt x="54" y="104"/>
                  <a:pt x="56" y="102"/>
                  <a:pt x="56" y="100"/>
                </a:cubicBezTo>
                <a:cubicBezTo>
                  <a:pt x="56" y="98"/>
                  <a:pt x="54" y="96"/>
                  <a:pt x="52" y="96"/>
                </a:cubicBezTo>
                <a:moveTo>
                  <a:pt x="108" y="128"/>
                </a:moveTo>
                <a:cubicBezTo>
                  <a:pt x="106" y="128"/>
                  <a:pt x="104" y="130"/>
                  <a:pt x="104" y="132"/>
                </a:cubicBezTo>
                <a:cubicBezTo>
                  <a:pt x="104" y="134"/>
                  <a:pt x="106" y="136"/>
                  <a:pt x="108" y="136"/>
                </a:cubicBezTo>
                <a:cubicBezTo>
                  <a:pt x="110" y="136"/>
                  <a:pt x="112" y="134"/>
                  <a:pt x="112" y="132"/>
                </a:cubicBezTo>
                <a:cubicBezTo>
                  <a:pt x="112" y="130"/>
                  <a:pt x="110" y="128"/>
                  <a:pt x="108" y="128"/>
                </a:cubicBezTo>
                <a:moveTo>
                  <a:pt x="112" y="64"/>
                </a:moveTo>
                <a:cubicBezTo>
                  <a:pt x="112" y="24"/>
                  <a:pt x="112" y="24"/>
                  <a:pt x="112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4" y="24"/>
                  <a:pt x="128" y="20"/>
                  <a:pt x="128" y="16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4"/>
                  <a:pt x="16" y="8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20"/>
                  <a:pt x="20" y="24"/>
                  <a:pt x="24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64"/>
                  <a:pt x="32" y="64"/>
                  <a:pt x="32" y="64"/>
                </a:cubicBezTo>
                <a:cubicBezTo>
                  <a:pt x="13" y="77"/>
                  <a:pt x="0" y="99"/>
                  <a:pt x="0" y="124"/>
                </a:cubicBezTo>
                <a:cubicBezTo>
                  <a:pt x="0" y="144"/>
                  <a:pt x="9" y="163"/>
                  <a:pt x="22" y="176"/>
                </a:cubicBezTo>
                <a:cubicBezTo>
                  <a:pt x="122" y="176"/>
                  <a:pt x="122" y="176"/>
                  <a:pt x="122" y="176"/>
                </a:cubicBezTo>
                <a:cubicBezTo>
                  <a:pt x="135" y="163"/>
                  <a:pt x="144" y="144"/>
                  <a:pt x="144" y="124"/>
                </a:cubicBezTo>
                <a:cubicBezTo>
                  <a:pt x="144" y="99"/>
                  <a:pt x="131" y="77"/>
                  <a:pt x="112" y="64"/>
                </a:cubicBezTo>
                <a:moveTo>
                  <a:pt x="24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24" y="16"/>
                  <a:pt x="24" y="16"/>
                  <a:pt x="24" y="16"/>
                </a:cubicBezTo>
                <a:lnTo>
                  <a:pt x="24" y="8"/>
                </a:lnTo>
                <a:close/>
                <a:moveTo>
                  <a:pt x="104" y="24"/>
                </a:moveTo>
                <a:cubicBezTo>
                  <a:pt x="104" y="35"/>
                  <a:pt x="104" y="35"/>
                  <a:pt x="104" y="35"/>
                </a:cubicBezTo>
                <a:cubicBezTo>
                  <a:pt x="96" y="35"/>
                  <a:pt x="86" y="37"/>
                  <a:pt x="74" y="43"/>
                </a:cubicBezTo>
                <a:cubicBezTo>
                  <a:pt x="61" y="51"/>
                  <a:pt x="49" y="49"/>
                  <a:pt x="40" y="45"/>
                </a:cubicBezTo>
                <a:cubicBezTo>
                  <a:pt x="40" y="24"/>
                  <a:pt x="40" y="24"/>
                  <a:pt x="40" y="24"/>
                </a:cubicBezTo>
                <a:lnTo>
                  <a:pt x="104" y="24"/>
                </a:lnTo>
                <a:close/>
                <a:moveTo>
                  <a:pt x="118" y="168"/>
                </a:moveTo>
                <a:cubicBezTo>
                  <a:pt x="26" y="168"/>
                  <a:pt x="26" y="168"/>
                  <a:pt x="26" y="168"/>
                </a:cubicBezTo>
                <a:cubicBezTo>
                  <a:pt x="14" y="156"/>
                  <a:pt x="8" y="141"/>
                  <a:pt x="8" y="124"/>
                </a:cubicBezTo>
                <a:cubicBezTo>
                  <a:pt x="8" y="103"/>
                  <a:pt x="19" y="83"/>
                  <a:pt x="36" y="71"/>
                </a:cubicBezTo>
                <a:cubicBezTo>
                  <a:pt x="39" y="69"/>
                  <a:pt x="40" y="67"/>
                  <a:pt x="40" y="64"/>
                </a:cubicBezTo>
                <a:cubicBezTo>
                  <a:pt x="40" y="53"/>
                  <a:pt x="40" y="53"/>
                  <a:pt x="40" y="53"/>
                </a:cubicBezTo>
                <a:cubicBezTo>
                  <a:pt x="45" y="55"/>
                  <a:pt x="50" y="56"/>
                  <a:pt x="57" y="56"/>
                </a:cubicBezTo>
                <a:cubicBezTo>
                  <a:pt x="63" y="56"/>
                  <a:pt x="71" y="55"/>
                  <a:pt x="78" y="50"/>
                </a:cubicBezTo>
                <a:cubicBezTo>
                  <a:pt x="88" y="45"/>
                  <a:pt x="97" y="43"/>
                  <a:pt x="104" y="43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67"/>
                  <a:pt x="105" y="69"/>
                  <a:pt x="108" y="71"/>
                </a:cubicBezTo>
                <a:cubicBezTo>
                  <a:pt x="125" y="83"/>
                  <a:pt x="136" y="103"/>
                  <a:pt x="136" y="124"/>
                </a:cubicBezTo>
                <a:cubicBezTo>
                  <a:pt x="136" y="141"/>
                  <a:pt x="130" y="156"/>
                  <a:pt x="118" y="168"/>
                </a:cubicBezTo>
                <a:moveTo>
                  <a:pt x="84" y="72"/>
                </a:moveTo>
                <a:cubicBezTo>
                  <a:pt x="77" y="72"/>
                  <a:pt x="72" y="77"/>
                  <a:pt x="72" y="84"/>
                </a:cubicBezTo>
                <a:cubicBezTo>
                  <a:pt x="72" y="91"/>
                  <a:pt x="77" y="96"/>
                  <a:pt x="84" y="96"/>
                </a:cubicBezTo>
                <a:cubicBezTo>
                  <a:pt x="91" y="96"/>
                  <a:pt x="96" y="91"/>
                  <a:pt x="96" y="84"/>
                </a:cubicBezTo>
                <a:cubicBezTo>
                  <a:pt x="96" y="77"/>
                  <a:pt x="91" y="72"/>
                  <a:pt x="84" y="72"/>
                </a:cubicBezTo>
                <a:moveTo>
                  <a:pt x="84" y="88"/>
                </a:moveTo>
                <a:cubicBezTo>
                  <a:pt x="82" y="88"/>
                  <a:pt x="80" y="86"/>
                  <a:pt x="80" y="84"/>
                </a:cubicBezTo>
                <a:cubicBezTo>
                  <a:pt x="80" y="82"/>
                  <a:pt x="82" y="80"/>
                  <a:pt x="84" y="80"/>
                </a:cubicBezTo>
                <a:cubicBezTo>
                  <a:pt x="86" y="80"/>
                  <a:pt x="88" y="82"/>
                  <a:pt x="88" y="84"/>
                </a:cubicBezTo>
                <a:cubicBezTo>
                  <a:pt x="88" y="86"/>
                  <a:pt x="86" y="88"/>
                  <a:pt x="84" y="88"/>
                </a:cubicBezTo>
                <a:moveTo>
                  <a:pt x="72" y="112"/>
                </a:moveTo>
                <a:cubicBezTo>
                  <a:pt x="68" y="112"/>
                  <a:pt x="64" y="116"/>
                  <a:pt x="64" y="120"/>
                </a:cubicBezTo>
                <a:cubicBezTo>
                  <a:pt x="64" y="124"/>
                  <a:pt x="68" y="128"/>
                  <a:pt x="72" y="128"/>
                </a:cubicBezTo>
                <a:cubicBezTo>
                  <a:pt x="76" y="128"/>
                  <a:pt x="80" y="124"/>
                  <a:pt x="80" y="120"/>
                </a:cubicBezTo>
                <a:cubicBezTo>
                  <a:pt x="80" y="116"/>
                  <a:pt x="76" y="112"/>
                  <a:pt x="72" y="112"/>
                </a:cubicBezTo>
                <a:moveTo>
                  <a:pt x="84" y="144"/>
                </a:moveTo>
                <a:cubicBezTo>
                  <a:pt x="82" y="144"/>
                  <a:pt x="80" y="146"/>
                  <a:pt x="80" y="148"/>
                </a:cubicBezTo>
                <a:cubicBezTo>
                  <a:pt x="80" y="150"/>
                  <a:pt x="82" y="152"/>
                  <a:pt x="84" y="152"/>
                </a:cubicBezTo>
                <a:cubicBezTo>
                  <a:pt x="86" y="152"/>
                  <a:pt x="88" y="150"/>
                  <a:pt x="88" y="148"/>
                </a:cubicBezTo>
                <a:cubicBezTo>
                  <a:pt x="88" y="146"/>
                  <a:pt x="86" y="144"/>
                  <a:pt x="84" y="14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479"/>
          <p:cNvSpPr>
            <a:spLocks noEditPoints="1"/>
          </p:cNvSpPr>
          <p:nvPr/>
        </p:nvSpPr>
        <p:spPr bwMode="auto">
          <a:xfrm>
            <a:off x="4750496" y="3673100"/>
            <a:ext cx="274235" cy="334275"/>
          </a:xfrm>
          <a:custGeom>
            <a:avLst/>
            <a:gdLst>
              <a:gd name="T0" fmla="*/ 32 w 144"/>
              <a:gd name="T1" fmla="*/ 140 h 176"/>
              <a:gd name="T2" fmla="*/ 40 w 144"/>
              <a:gd name="T3" fmla="*/ 140 h 176"/>
              <a:gd name="T4" fmla="*/ 40 w 144"/>
              <a:gd name="T5" fmla="*/ 88 h 176"/>
              <a:gd name="T6" fmla="*/ 40 w 144"/>
              <a:gd name="T7" fmla="*/ 104 h 176"/>
              <a:gd name="T8" fmla="*/ 40 w 144"/>
              <a:gd name="T9" fmla="*/ 88 h 176"/>
              <a:gd name="T10" fmla="*/ 112 w 144"/>
              <a:gd name="T11" fmla="*/ 100 h 176"/>
              <a:gd name="T12" fmla="*/ 120 w 144"/>
              <a:gd name="T13" fmla="*/ 100 h 176"/>
              <a:gd name="T14" fmla="*/ 112 w 144"/>
              <a:gd name="T15" fmla="*/ 24 h 176"/>
              <a:gd name="T16" fmla="*/ 128 w 144"/>
              <a:gd name="T17" fmla="*/ 16 h 176"/>
              <a:gd name="T18" fmla="*/ 120 w 144"/>
              <a:gd name="T19" fmla="*/ 0 h 176"/>
              <a:gd name="T20" fmla="*/ 16 w 144"/>
              <a:gd name="T21" fmla="*/ 8 h 176"/>
              <a:gd name="T22" fmla="*/ 24 w 144"/>
              <a:gd name="T23" fmla="*/ 24 h 176"/>
              <a:gd name="T24" fmla="*/ 0 w 144"/>
              <a:gd name="T25" fmla="*/ 128 h 176"/>
              <a:gd name="T26" fmla="*/ 96 w 144"/>
              <a:gd name="T27" fmla="*/ 176 h 176"/>
              <a:gd name="T28" fmla="*/ 112 w 144"/>
              <a:gd name="T29" fmla="*/ 24 h 176"/>
              <a:gd name="T30" fmla="*/ 120 w 144"/>
              <a:gd name="T31" fmla="*/ 8 h 176"/>
              <a:gd name="T32" fmla="*/ 24 w 144"/>
              <a:gd name="T33" fmla="*/ 16 h 176"/>
              <a:gd name="T34" fmla="*/ 40 w 144"/>
              <a:gd name="T35" fmla="*/ 24 h 176"/>
              <a:gd name="T36" fmla="*/ 115 w 144"/>
              <a:gd name="T37" fmla="*/ 66 h 176"/>
              <a:gd name="T38" fmla="*/ 30 w 144"/>
              <a:gd name="T39" fmla="*/ 64 h 176"/>
              <a:gd name="T40" fmla="*/ 96 w 144"/>
              <a:gd name="T41" fmla="*/ 168 h 176"/>
              <a:gd name="T42" fmla="*/ 8 w 144"/>
              <a:gd name="T43" fmla="*/ 128 h 176"/>
              <a:gd name="T44" fmla="*/ 25 w 144"/>
              <a:gd name="T45" fmla="*/ 74 h 176"/>
              <a:gd name="T46" fmla="*/ 87 w 144"/>
              <a:gd name="T47" fmla="*/ 84 h 176"/>
              <a:gd name="T48" fmla="*/ 122 w 144"/>
              <a:gd name="T49" fmla="*/ 80 h 176"/>
              <a:gd name="T50" fmla="*/ 96 w 144"/>
              <a:gd name="T51" fmla="*/ 168 h 176"/>
              <a:gd name="T52" fmla="*/ 96 w 144"/>
              <a:gd name="T53" fmla="*/ 120 h 176"/>
              <a:gd name="T54" fmla="*/ 112 w 144"/>
              <a:gd name="T55" fmla="*/ 120 h 176"/>
              <a:gd name="T56" fmla="*/ 68 w 144"/>
              <a:gd name="T57" fmla="*/ 112 h 176"/>
              <a:gd name="T58" fmla="*/ 68 w 144"/>
              <a:gd name="T59" fmla="*/ 136 h 176"/>
              <a:gd name="T60" fmla="*/ 68 w 144"/>
              <a:gd name="T61" fmla="*/ 112 h 176"/>
              <a:gd name="T62" fmla="*/ 64 w 144"/>
              <a:gd name="T63" fmla="*/ 124 h 176"/>
              <a:gd name="T64" fmla="*/ 72 w 144"/>
              <a:gd name="T65" fmla="*/ 124 h 176"/>
              <a:gd name="T66" fmla="*/ 92 w 144"/>
              <a:gd name="T67" fmla="*/ 152 h 176"/>
              <a:gd name="T68" fmla="*/ 92 w 144"/>
              <a:gd name="T69" fmla="*/ 160 h 176"/>
              <a:gd name="T70" fmla="*/ 92 w 144"/>
              <a:gd name="T71" fmla="*/ 1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4" h="176">
                <a:moveTo>
                  <a:pt x="36" y="136"/>
                </a:moveTo>
                <a:cubicBezTo>
                  <a:pt x="34" y="136"/>
                  <a:pt x="32" y="138"/>
                  <a:pt x="32" y="140"/>
                </a:cubicBezTo>
                <a:cubicBezTo>
                  <a:pt x="32" y="142"/>
                  <a:pt x="34" y="144"/>
                  <a:pt x="36" y="144"/>
                </a:cubicBezTo>
                <a:cubicBezTo>
                  <a:pt x="38" y="144"/>
                  <a:pt x="40" y="142"/>
                  <a:pt x="40" y="140"/>
                </a:cubicBezTo>
                <a:cubicBezTo>
                  <a:pt x="40" y="138"/>
                  <a:pt x="38" y="136"/>
                  <a:pt x="36" y="136"/>
                </a:cubicBezTo>
                <a:moveTo>
                  <a:pt x="40" y="88"/>
                </a:moveTo>
                <a:cubicBezTo>
                  <a:pt x="36" y="88"/>
                  <a:pt x="32" y="92"/>
                  <a:pt x="32" y="96"/>
                </a:cubicBezTo>
                <a:cubicBezTo>
                  <a:pt x="32" y="100"/>
                  <a:pt x="36" y="104"/>
                  <a:pt x="40" y="104"/>
                </a:cubicBezTo>
                <a:cubicBezTo>
                  <a:pt x="44" y="104"/>
                  <a:pt x="48" y="100"/>
                  <a:pt x="48" y="96"/>
                </a:cubicBezTo>
                <a:cubicBezTo>
                  <a:pt x="48" y="92"/>
                  <a:pt x="44" y="88"/>
                  <a:pt x="40" y="88"/>
                </a:cubicBezTo>
                <a:moveTo>
                  <a:pt x="116" y="96"/>
                </a:moveTo>
                <a:cubicBezTo>
                  <a:pt x="114" y="96"/>
                  <a:pt x="112" y="98"/>
                  <a:pt x="112" y="100"/>
                </a:cubicBezTo>
                <a:cubicBezTo>
                  <a:pt x="112" y="102"/>
                  <a:pt x="114" y="104"/>
                  <a:pt x="116" y="104"/>
                </a:cubicBezTo>
                <a:cubicBezTo>
                  <a:pt x="118" y="104"/>
                  <a:pt x="120" y="102"/>
                  <a:pt x="120" y="100"/>
                </a:cubicBezTo>
                <a:cubicBezTo>
                  <a:pt x="120" y="98"/>
                  <a:pt x="118" y="96"/>
                  <a:pt x="116" y="96"/>
                </a:cubicBezTo>
                <a:moveTo>
                  <a:pt x="112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24" y="24"/>
                  <a:pt x="128" y="20"/>
                  <a:pt x="128" y="16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4"/>
                  <a:pt x="16" y="8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20"/>
                  <a:pt x="20" y="24"/>
                  <a:pt x="24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29" y="73"/>
                  <a:pt x="0" y="82"/>
                  <a:pt x="0" y="128"/>
                </a:cubicBezTo>
                <a:cubicBezTo>
                  <a:pt x="0" y="155"/>
                  <a:pt x="21" y="176"/>
                  <a:pt x="48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123" y="176"/>
                  <a:pt x="144" y="155"/>
                  <a:pt x="144" y="128"/>
                </a:cubicBezTo>
                <a:cubicBezTo>
                  <a:pt x="144" y="82"/>
                  <a:pt x="115" y="73"/>
                  <a:pt x="112" y="24"/>
                </a:cubicBezTo>
                <a:moveTo>
                  <a:pt x="24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24" y="16"/>
                  <a:pt x="24" y="16"/>
                  <a:pt x="24" y="16"/>
                </a:cubicBezTo>
                <a:lnTo>
                  <a:pt x="24" y="8"/>
                </a:lnTo>
                <a:close/>
                <a:moveTo>
                  <a:pt x="40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105" y="42"/>
                  <a:pt x="110" y="55"/>
                  <a:pt x="115" y="66"/>
                </a:cubicBezTo>
                <a:cubicBezTo>
                  <a:pt x="109" y="71"/>
                  <a:pt x="90" y="83"/>
                  <a:pt x="69" y="71"/>
                </a:cubicBezTo>
                <a:cubicBezTo>
                  <a:pt x="53" y="62"/>
                  <a:pt x="39" y="63"/>
                  <a:pt x="30" y="64"/>
                </a:cubicBezTo>
                <a:cubicBezTo>
                  <a:pt x="35" y="54"/>
                  <a:pt x="39" y="41"/>
                  <a:pt x="40" y="24"/>
                </a:cubicBezTo>
                <a:moveTo>
                  <a:pt x="96" y="168"/>
                </a:moveTo>
                <a:cubicBezTo>
                  <a:pt x="48" y="168"/>
                  <a:pt x="48" y="168"/>
                  <a:pt x="48" y="168"/>
                </a:cubicBezTo>
                <a:cubicBezTo>
                  <a:pt x="26" y="168"/>
                  <a:pt x="8" y="150"/>
                  <a:pt x="8" y="128"/>
                </a:cubicBezTo>
                <a:cubicBezTo>
                  <a:pt x="8" y="107"/>
                  <a:pt x="15" y="95"/>
                  <a:pt x="22" y="80"/>
                </a:cubicBezTo>
                <a:cubicBezTo>
                  <a:pt x="23" y="79"/>
                  <a:pt x="24" y="77"/>
                  <a:pt x="25" y="74"/>
                </a:cubicBezTo>
                <a:cubicBezTo>
                  <a:pt x="26" y="74"/>
                  <a:pt x="43" y="65"/>
                  <a:pt x="65" y="78"/>
                </a:cubicBezTo>
                <a:cubicBezTo>
                  <a:pt x="73" y="83"/>
                  <a:pt x="80" y="84"/>
                  <a:pt x="87" y="84"/>
                </a:cubicBezTo>
                <a:cubicBezTo>
                  <a:pt x="101" y="84"/>
                  <a:pt x="112" y="78"/>
                  <a:pt x="118" y="73"/>
                </a:cubicBezTo>
                <a:cubicBezTo>
                  <a:pt x="119" y="76"/>
                  <a:pt x="121" y="78"/>
                  <a:pt x="122" y="80"/>
                </a:cubicBezTo>
                <a:cubicBezTo>
                  <a:pt x="129" y="95"/>
                  <a:pt x="136" y="107"/>
                  <a:pt x="136" y="128"/>
                </a:cubicBezTo>
                <a:cubicBezTo>
                  <a:pt x="136" y="150"/>
                  <a:pt x="118" y="168"/>
                  <a:pt x="96" y="168"/>
                </a:cubicBezTo>
                <a:moveTo>
                  <a:pt x="104" y="112"/>
                </a:moveTo>
                <a:cubicBezTo>
                  <a:pt x="100" y="112"/>
                  <a:pt x="96" y="116"/>
                  <a:pt x="96" y="120"/>
                </a:cubicBezTo>
                <a:cubicBezTo>
                  <a:pt x="96" y="124"/>
                  <a:pt x="100" y="128"/>
                  <a:pt x="104" y="128"/>
                </a:cubicBezTo>
                <a:cubicBezTo>
                  <a:pt x="108" y="128"/>
                  <a:pt x="112" y="124"/>
                  <a:pt x="112" y="120"/>
                </a:cubicBezTo>
                <a:cubicBezTo>
                  <a:pt x="112" y="116"/>
                  <a:pt x="108" y="112"/>
                  <a:pt x="104" y="112"/>
                </a:cubicBezTo>
                <a:moveTo>
                  <a:pt x="68" y="112"/>
                </a:moveTo>
                <a:cubicBezTo>
                  <a:pt x="61" y="112"/>
                  <a:pt x="56" y="117"/>
                  <a:pt x="56" y="124"/>
                </a:cubicBezTo>
                <a:cubicBezTo>
                  <a:pt x="56" y="131"/>
                  <a:pt x="61" y="136"/>
                  <a:pt x="68" y="136"/>
                </a:cubicBezTo>
                <a:cubicBezTo>
                  <a:pt x="75" y="136"/>
                  <a:pt x="80" y="131"/>
                  <a:pt x="80" y="124"/>
                </a:cubicBezTo>
                <a:cubicBezTo>
                  <a:pt x="80" y="117"/>
                  <a:pt x="75" y="112"/>
                  <a:pt x="68" y="112"/>
                </a:cubicBezTo>
                <a:moveTo>
                  <a:pt x="68" y="128"/>
                </a:moveTo>
                <a:cubicBezTo>
                  <a:pt x="66" y="128"/>
                  <a:pt x="64" y="126"/>
                  <a:pt x="64" y="124"/>
                </a:cubicBezTo>
                <a:cubicBezTo>
                  <a:pt x="64" y="122"/>
                  <a:pt x="66" y="120"/>
                  <a:pt x="68" y="120"/>
                </a:cubicBezTo>
                <a:cubicBezTo>
                  <a:pt x="70" y="120"/>
                  <a:pt x="72" y="122"/>
                  <a:pt x="72" y="124"/>
                </a:cubicBezTo>
                <a:cubicBezTo>
                  <a:pt x="72" y="126"/>
                  <a:pt x="70" y="128"/>
                  <a:pt x="68" y="128"/>
                </a:cubicBezTo>
                <a:moveTo>
                  <a:pt x="92" y="152"/>
                </a:moveTo>
                <a:cubicBezTo>
                  <a:pt x="90" y="152"/>
                  <a:pt x="88" y="154"/>
                  <a:pt x="88" y="156"/>
                </a:cubicBezTo>
                <a:cubicBezTo>
                  <a:pt x="88" y="158"/>
                  <a:pt x="90" y="160"/>
                  <a:pt x="92" y="160"/>
                </a:cubicBezTo>
                <a:cubicBezTo>
                  <a:pt x="94" y="160"/>
                  <a:pt x="96" y="158"/>
                  <a:pt x="96" y="156"/>
                </a:cubicBezTo>
                <a:cubicBezTo>
                  <a:pt x="96" y="154"/>
                  <a:pt x="94" y="152"/>
                  <a:pt x="92" y="15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480"/>
          <p:cNvSpPr>
            <a:spLocks noEditPoints="1"/>
          </p:cNvSpPr>
          <p:nvPr/>
        </p:nvSpPr>
        <p:spPr bwMode="auto">
          <a:xfrm>
            <a:off x="5375233" y="3673100"/>
            <a:ext cx="303444" cy="334275"/>
          </a:xfrm>
          <a:custGeom>
            <a:avLst/>
            <a:gdLst>
              <a:gd name="T0" fmla="*/ 40 w 160"/>
              <a:gd name="T1" fmla="*/ 140 h 176"/>
              <a:gd name="T2" fmla="*/ 48 w 160"/>
              <a:gd name="T3" fmla="*/ 140 h 176"/>
              <a:gd name="T4" fmla="*/ 112 w 160"/>
              <a:gd name="T5" fmla="*/ 48 h 176"/>
              <a:gd name="T6" fmla="*/ 120 w 160"/>
              <a:gd name="T7" fmla="*/ 24 h 176"/>
              <a:gd name="T8" fmla="*/ 128 w 160"/>
              <a:gd name="T9" fmla="*/ 8 h 176"/>
              <a:gd name="T10" fmla="*/ 40 w 160"/>
              <a:gd name="T11" fmla="*/ 0 h 176"/>
              <a:gd name="T12" fmla="*/ 32 w 160"/>
              <a:gd name="T13" fmla="*/ 16 h 176"/>
              <a:gd name="T14" fmla="*/ 48 w 160"/>
              <a:gd name="T15" fmla="*/ 24 h 176"/>
              <a:gd name="T16" fmla="*/ 0 w 160"/>
              <a:gd name="T17" fmla="*/ 136 h 176"/>
              <a:gd name="T18" fmla="*/ 120 w 160"/>
              <a:gd name="T19" fmla="*/ 176 h 176"/>
              <a:gd name="T20" fmla="*/ 112 w 160"/>
              <a:gd name="T21" fmla="*/ 48 h 176"/>
              <a:gd name="T22" fmla="*/ 120 w 160"/>
              <a:gd name="T23" fmla="*/ 8 h 176"/>
              <a:gd name="T24" fmla="*/ 40 w 160"/>
              <a:gd name="T25" fmla="*/ 16 h 176"/>
              <a:gd name="T26" fmla="*/ 104 w 160"/>
              <a:gd name="T27" fmla="*/ 24 h 176"/>
              <a:gd name="T28" fmla="*/ 79 w 160"/>
              <a:gd name="T29" fmla="*/ 44 h 176"/>
              <a:gd name="T30" fmla="*/ 56 w 160"/>
              <a:gd name="T31" fmla="*/ 48 h 176"/>
              <a:gd name="T32" fmla="*/ 104 w 160"/>
              <a:gd name="T33" fmla="*/ 24 h 176"/>
              <a:gd name="T34" fmla="*/ 40 w 160"/>
              <a:gd name="T35" fmla="*/ 168 h 176"/>
              <a:gd name="T36" fmla="*/ 37 w 160"/>
              <a:gd name="T37" fmla="*/ 79 h 176"/>
              <a:gd name="T38" fmla="*/ 61 w 160"/>
              <a:gd name="T39" fmla="*/ 56 h 176"/>
              <a:gd name="T40" fmla="*/ 104 w 160"/>
              <a:gd name="T41" fmla="*/ 44 h 176"/>
              <a:gd name="T42" fmla="*/ 123 w 160"/>
              <a:gd name="T43" fmla="*/ 79 h 176"/>
              <a:gd name="T44" fmla="*/ 120 w 160"/>
              <a:gd name="T45" fmla="*/ 168 h 176"/>
              <a:gd name="T46" fmla="*/ 40 w 160"/>
              <a:gd name="T47" fmla="*/ 108 h 176"/>
              <a:gd name="T48" fmla="*/ 64 w 160"/>
              <a:gd name="T49" fmla="*/ 108 h 176"/>
              <a:gd name="T50" fmla="*/ 52 w 160"/>
              <a:gd name="T51" fmla="*/ 112 h 176"/>
              <a:gd name="T52" fmla="*/ 52 w 160"/>
              <a:gd name="T53" fmla="*/ 104 h 176"/>
              <a:gd name="T54" fmla="*/ 52 w 160"/>
              <a:gd name="T55" fmla="*/ 112 h 176"/>
              <a:gd name="T56" fmla="*/ 120 w 160"/>
              <a:gd name="T57" fmla="*/ 148 h 176"/>
              <a:gd name="T58" fmla="*/ 128 w 160"/>
              <a:gd name="T59" fmla="*/ 148 h 176"/>
              <a:gd name="T60" fmla="*/ 116 w 160"/>
              <a:gd name="T61" fmla="*/ 120 h 176"/>
              <a:gd name="T62" fmla="*/ 116 w 160"/>
              <a:gd name="T63" fmla="*/ 128 h 176"/>
              <a:gd name="T64" fmla="*/ 116 w 160"/>
              <a:gd name="T65" fmla="*/ 120 h 176"/>
              <a:gd name="T66" fmla="*/ 88 w 160"/>
              <a:gd name="T67" fmla="*/ 96 h 176"/>
              <a:gd name="T68" fmla="*/ 104 w 160"/>
              <a:gd name="T69" fmla="*/ 96 h 176"/>
              <a:gd name="T70" fmla="*/ 80 w 160"/>
              <a:gd name="T71" fmla="*/ 128 h 176"/>
              <a:gd name="T72" fmla="*/ 80 w 160"/>
              <a:gd name="T73" fmla="*/ 144 h 176"/>
              <a:gd name="T74" fmla="*/ 80 w 160"/>
              <a:gd name="T75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76">
                <a:moveTo>
                  <a:pt x="44" y="136"/>
                </a:moveTo>
                <a:cubicBezTo>
                  <a:pt x="42" y="136"/>
                  <a:pt x="40" y="138"/>
                  <a:pt x="40" y="140"/>
                </a:cubicBezTo>
                <a:cubicBezTo>
                  <a:pt x="40" y="142"/>
                  <a:pt x="42" y="144"/>
                  <a:pt x="44" y="144"/>
                </a:cubicBezTo>
                <a:cubicBezTo>
                  <a:pt x="46" y="144"/>
                  <a:pt x="48" y="142"/>
                  <a:pt x="48" y="140"/>
                </a:cubicBezTo>
                <a:cubicBezTo>
                  <a:pt x="48" y="138"/>
                  <a:pt x="46" y="136"/>
                  <a:pt x="44" y="136"/>
                </a:cubicBezTo>
                <a:moveTo>
                  <a:pt x="112" y="48"/>
                </a:moveTo>
                <a:cubicBezTo>
                  <a:pt x="112" y="24"/>
                  <a:pt x="112" y="24"/>
                  <a:pt x="112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4" y="24"/>
                  <a:pt x="128" y="20"/>
                  <a:pt x="128" y="16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0"/>
                  <a:pt x="36" y="24"/>
                  <a:pt x="40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72"/>
                  <a:pt x="0" y="80"/>
                  <a:pt x="0" y="136"/>
                </a:cubicBezTo>
                <a:cubicBezTo>
                  <a:pt x="0" y="176"/>
                  <a:pt x="40" y="176"/>
                  <a:pt x="40" y="176"/>
                </a:cubicBezTo>
                <a:cubicBezTo>
                  <a:pt x="120" y="176"/>
                  <a:pt x="120" y="176"/>
                  <a:pt x="120" y="176"/>
                </a:cubicBezTo>
                <a:cubicBezTo>
                  <a:pt x="120" y="176"/>
                  <a:pt x="160" y="176"/>
                  <a:pt x="160" y="136"/>
                </a:cubicBezTo>
                <a:cubicBezTo>
                  <a:pt x="160" y="80"/>
                  <a:pt x="112" y="72"/>
                  <a:pt x="112" y="48"/>
                </a:cubicBezTo>
                <a:moveTo>
                  <a:pt x="40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40" y="16"/>
                  <a:pt x="40" y="16"/>
                  <a:pt x="40" y="16"/>
                </a:cubicBezTo>
                <a:lnTo>
                  <a:pt x="40" y="8"/>
                </a:lnTo>
                <a:close/>
                <a:moveTo>
                  <a:pt x="104" y="24"/>
                </a:moveTo>
                <a:cubicBezTo>
                  <a:pt x="104" y="36"/>
                  <a:pt x="104" y="36"/>
                  <a:pt x="104" y="36"/>
                </a:cubicBezTo>
                <a:cubicBezTo>
                  <a:pt x="97" y="37"/>
                  <a:pt x="88" y="39"/>
                  <a:pt x="79" y="44"/>
                </a:cubicBezTo>
                <a:cubicBezTo>
                  <a:pt x="71" y="48"/>
                  <a:pt x="63" y="49"/>
                  <a:pt x="56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6" y="24"/>
                  <a:pt x="56" y="24"/>
                  <a:pt x="56" y="24"/>
                </a:cubicBezTo>
                <a:lnTo>
                  <a:pt x="104" y="24"/>
                </a:lnTo>
                <a:close/>
                <a:moveTo>
                  <a:pt x="120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39" y="168"/>
                  <a:pt x="8" y="168"/>
                  <a:pt x="8" y="136"/>
                </a:cubicBezTo>
                <a:cubicBezTo>
                  <a:pt x="8" y="106"/>
                  <a:pt x="23" y="91"/>
                  <a:pt x="37" y="79"/>
                </a:cubicBezTo>
                <a:cubicBezTo>
                  <a:pt x="45" y="72"/>
                  <a:pt x="52" y="65"/>
                  <a:pt x="55" y="55"/>
                </a:cubicBezTo>
                <a:cubicBezTo>
                  <a:pt x="57" y="56"/>
                  <a:pt x="59" y="56"/>
                  <a:pt x="61" y="56"/>
                </a:cubicBezTo>
                <a:cubicBezTo>
                  <a:pt x="68" y="56"/>
                  <a:pt x="75" y="54"/>
                  <a:pt x="83" y="50"/>
                </a:cubicBezTo>
                <a:cubicBezTo>
                  <a:pt x="91" y="46"/>
                  <a:pt x="98" y="44"/>
                  <a:pt x="104" y="44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4" y="61"/>
                  <a:pt x="113" y="70"/>
                  <a:pt x="123" y="79"/>
                </a:cubicBezTo>
                <a:cubicBezTo>
                  <a:pt x="137" y="91"/>
                  <a:pt x="152" y="106"/>
                  <a:pt x="152" y="136"/>
                </a:cubicBezTo>
                <a:cubicBezTo>
                  <a:pt x="152" y="167"/>
                  <a:pt x="123" y="168"/>
                  <a:pt x="120" y="168"/>
                </a:cubicBezTo>
                <a:moveTo>
                  <a:pt x="52" y="96"/>
                </a:moveTo>
                <a:cubicBezTo>
                  <a:pt x="45" y="96"/>
                  <a:pt x="40" y="101"/>
                  <a:pt x="40" y="108"/>
                </a:cubicBezTo>
                <a:cubicBezTo>
                  <a:pt x="40" y="115"/>
                  <a:pt x="45" y="120"/>
                  <a:pt x="52" y="120"/>
                </a:cubicBezTo>
                <a:cubicBezTo>
                  <a:pt x="59" y="120"/>
                  <a:pt x="64" y="115"/>
                  <a:pt x="64" y="108"/>
                </a:cubicBezTo>
                <a:cubicBezTo>
                  <a:pt x="64" y="101"/>
                  <a:pt x="59" y="96"/>
                  <a:pt x="52" y="96"/>
                </a:cubicBezTo>
                <a:moveTo>
                  <a:pt x="52" y="112"/>
                </a:moveTo>
                <a:cubicBezTo>
                  <a:pt x="50" y="112"/>
                  <a:pt x="48" y="110"/>
                  <a:pt x="48" y="108"/>
                </a:cubicBezTo>
                <a:cubicBezTo>
                  <a:pt x="48" y="106"/>
                  <a:pt x="50" y="104"/>
                  <a:pt x="52" y="104"/>
                </a:cubicBezTo>
                <a:cubicBezTo>
                  <a:pt x="54" y="104"/>
                  <a:pt x="56" y="106"/>
                  <a:pt x="56" y="108"/>
                </a:cubicBezTo>
                <a:cubicBezTo>
                  <a:pt x="56" y="110"/>
                  <a:pt x="54" y="112"/>
                  <a:pt x="52" y="112"/>
                </a:cubicBezTo>
                <a:moveTo>
                  <a:pt x="124" y="144"/>
                </a:moveTo>
                <a:cubicBezTo>
                  <a:pt x="122" y="144"/>
                  <a:pt x="120" y="146"/>
                  <a:pt x="120" y="148"/>
                </a:cubicBezTo>
                <a:cubicBezTo>
                  <a:pt x="120" y="150"/>
                  <a:pt x="122" y="152"/>
                  <a:pt x="124" y="152"/>
                </a:cubicBezTo>
                <a:cubicBezTo>
                  <a:pt x="126" y="152"/>
                  <a:pt x="128" y="150"/>
                  <a:pt x="128" y="148"/>
                </a:cubicBezTo>
                <a:cubicBezTo>
                  <a:pt x="128" y="146"/>
                  <a:pt x="126" y="144"/>
                  <a:pt x="124" y="144"/>
                </a:cubicBezTo>
                <a:moveTo>
                  <a:pt x="116" y="120"/>
                </a:moveTo>
                <a:cubicBezTo>
                  <a:pt x="114" y="120"/>
                  <a:pt x="112" y="122"/>
                  <a:pt x="112" y="124"/>
                </a:cubicBezTo>
                <a:cubicBezTo>
                  <a:pt x="112" y="126"/>
                  <a:pt x="114" y="128"/>
                  <a:pt x="116" y="128"/>
                </a:cubicBezTo>
                <a:cubicBezTo>
                  <a:pt x="118" y="128"/>
                  <a:pt x="120" y="126"/>
                  <a:pt x="120" y="124"/>
                </a:cubicBezTo>
                <a:cubicBezTo>
                  <a:pt x="120" y="122"/>
                  <a:pt x="118" y="120"/>
                  <a:pt x="116" y="120"/>
                </a:cubicBezTo>
                <a:moveTo>
                  <a:pt x="96" y="88"/>
                </a:moveTo>
                <a:cubicBezTo>
                  <a:pt x="92" y="88"/>
                  <a:pt x="88" y="92"/>
                  <a:pt x="88" y="96"/>
                </a:cubicBezTo>
                <a:cubicBezTo>
                  <a:pt x="88" y="100"/>
                  <a:pt x="92" y="104"/>
                  <a:pt x="96" y="104"/>
                </a:cubicBezTo>
                <a:cubicBezTo>
                  <a:pt x="100" y="104"/>
                  <a:pt x="104" y="100"/>
                  <a:pt x="104" y="96"/>
                </a:cubicBezTo>
                <a:cubicBezTo>
                  <a:pt x="104" y="92"/>
                  <a:pt x="100" y="88"/>
                  <a:pt x="96" y="88"/>
                </a:cubicBezTo>
                <a:moveTo>
                  <a:pt x="80" y="128"/>
                </a:moveTo>
                <a:cubicBezTo>
                  <a:pt x="76" y="128"/>
                  <a:pt x="72" y="132"/>
                  <a:pt x="72" y="136"/>
                </a:cubicBezTo>
                <a:cubicBezTo>
                  <a:pt x="72" y="140"/>
                  <a:pt x="76" y="144"/>
                  <a:pt x="80" y="144"/>
                </a:cubicBezTo>
                <a:cubicBezTo>
                  <a:pt x="84" y="144"/>
                  <a:pt x="88" y="140"/>
                  <a:pt x="88" y="136"/>
                </a:cubicBezTo>
                <a:cubicBezTo>
                  <a:pt x="88" y="132"/>
                  <a:pt x="84" y="128"/>
                  <a:pt x="80" y="12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481"/>
          <p:cNvSpPr>
            <a:spLocks noEditPoints="1"/>
          </p:cNvSpPr>
          <p:nvPr/>
        </p:nvSpPr>
        <p:spPr bwMode="auto">
          <a:xfrm>
            <a:off x="6029178" y="3673100"/>
            <a:ext cx="274235" cy="334275"/>
          </a:xfrm>
          <a:custGeom>
            <a:avLst/>
            <a:gdLst>
              <a:gd name="T0" fmla="*/ 0 w 144"/>
              <a:gd name="T1" fmla="*/ 8 h 176"/>
              <a:gd name="T2" fmla="*/ 136 w 144"/>
              <a:gd name="T3" fmla="*/ 176 h 176"/>
              <a:gd name="T4" fmla="*/ 136 w 144"/>
              <a:gd name="T5" fmla="*/ 0 h 176"/>
              <a:gd name="T6" fmla="*/ 128 w 144"/>
              <a:gd name="T7" fmla="*/ 152 h 176"/>
              <a:gd name="T8" fmla="*/ 120 w 144"/>
              <a:gd name="T9" fmla="*/ 168 h 176"/>
              <a:gd name="T10" fmla="*/ 108 w 144"/>
              <a:gd name="T11" fmla="*/ 148 h 176"/>
              <a:gd name="T12" fmla="*/ 96 w 144"/>
              <a:gd name="T13" fmla="*/ 168 h 176"/>
              <a:gd name="T14" fmla="*/ 88 w 144"/>
              <a:gd name="T15" fmla="*/ 148 h 176"/>
              <a:gd name="T16" fmla="*/ 72 w 144"/>
              <a:gd name="T17" fmla="*/ 148 h 176"/>
              <a:gd name="T18" fmla="*/ 64 w 144"/>
              <a:gd name="T19" fmla="*/ 168 h 176"/>
              <a:gd name="T20" fmla="*/ 52 w 144"/>
              <a:gd name="T21" fmla="*/ 148 h 176"/>
              <a:gd name="T22" fmla="*/ 40 w 144"/>
              <a:gd name="T23" fmla="*/ 168 h 176"/>
              <a:gd name="T24" fmla="*/ 32 w 144"/>
              <a:gd name="T25" fmla="*/ 148 h 176"/>
              <a:gd name="T26" fmla="*/ 24 w 144"/>
              <a:gd name="T27" fmla="*/ 152 h 176"/>
              <a:gd name="T28" fmla="*/ 16 w 144"/>
              <a:gd name="T29" fmla="*/ 168 h 176"/>
              <a:gd name="T30" fmla="*/ 136 w 144"/>
              <a:gd name="T31" fmla="*/ 136 h 176"/>
              <a:gd name="T32" fmla="*/ 128 w 144"/>
              <a:gd name="T33" fmla="*/ 128 h 176"/>
              <a:gd name="T34" fmla="*/ 120 w 144"/>
              <a:gd name="T35" fmla="*/ 108 h 176"/>
              <a:gd name="T36" fmla="*/ 112 w 144"/>
              <a:gd name="T37" fmla="*/ 108 h 176"/>
              <a:gd name="T38" fmla="*/ 104 w 144"/>
              <a:gd name="T39" fmla="*/ 128 h 176"/>
              <a:gd name="T40" fmla="*/ 84 w 144"/>
              <a:gd name="T41" fmla="*/ 108 h 176"/>
              <a:gd name="T42" fmla="*/ 72 w 144"/>
              <a:gd name="T43" fmla="*/ 128 h 176"/>
              <a:gd name="T44" fmla="*/ 64 w 144"/>
              <a:gd name="T45" fmla="*/ 112 h 176"/>
              <a:gd name="T46" fmla="*/ 56 w 144"/>
              <a:gd name="T47" fmla="*/ 108 h 176"/>
              <a:gd name="T48" fmla="*/ 48 w 144"/>
              <a:gd name="T49" fmla="*/ 128 h 176"/>
              <a:gd name="T50" fmla="*/ 36 w 144"/>
              <a:gd name="T51" fmla="*/ 108 h 176"/>
              <a:gd name="T52" fmla="*/ 8 w 144"/>
              <a:gd name="T53" fmla="*/ 128 h 176"/>
              <a:gd name="T54" fmla="*/ 136 w 144"/>
              <a:gd name="T55" fmla="*/ 128 h 176"/>
              <a:gd name="T56" fmla="*/ 128 w 144"/>
              <a:gd name="T57" fmla="*/ 64 h 176"/>
              <a:gd name="T58" fmla="*/ 120 w 144"/>
              <a:gd name="T59" fmla="*/ 84 h 176"/>
              <a:gd name="T60" fmla="*/ 108 w 144"/>
              <a:gd name="T61" fmla="*/ 56 h 176"/>
              <a:gd name="T62" fmla="*/ 96 w 144"/>
              <a:gd name="T63" fmla="*/ 84 h 176"/>
              <a:gd name="T64" fmla="*/ 88 w 144"/>
              <a:gd name="T65" fmla="*/ 64 h 176"/>
              <a:gd name="T66" fmla="*/ 80 w 144"/>
              <a:gd name="T67" fmla="*/ 60 h 176"/>
              <a:gd name="T68" fmla="*/ 72 w 144"/>
              <a:gd name="T69" fmla="*/ 84 h 176"/>
              <a:gd name="T70" fmla="*/ 52 w 144"/>
              <a:gd name="T71" fmla="*/ 60 h 176"/>
              <a:gd name="T72" fmla="*/ 40 w 144"/>
              <a:gd name="T73" fmla="*/ 84 h 176"/>
              <a:gd name="T74" fmla="*/ 32 w 144"/>
              <a:gd name="T75" fmla="*/ 64 h 176"/>
              <a:gd name="T76" fmla="*/ 24 w 144"/>
              <a:gd name="T77" fmla="*/ 60 h 176"/>
              <a:gd name="T78" fmla="*/ 16 w 144"/>
              <a:gd name="T79" fmla="*/ 84 h 176"/>
              <a:gd name="T80" fmla="*/ 136 w 144"/>
              <a:gd name="T81" fmla="*/ 48 h 176"/>
              <a:gd name="T82" fmla="*/ 128 w 144"/>
              <a:gd name="T83" fmla="*/ 40 h 176"/>
              <a:gd name="T84" fmla="*/ 120 w 144"/>
              <a:gd name="T85" fmla="*/ 24 h 176"/>
              <a:gd name="T86" fmla="*/ 112 w 144"/>
              <a:gd name="T87" fmla="*/ 24 h 176"/>
              <a:gd name="T88" fmla="*/ 104 w 144"/>
              <a:gd name="T89" fmla="*/ 40 h 176"/>
              <a:gd name="T90" fmla="*/ 92 w 144"/>
              <a:gd name="T91" fmla="*/ 16 h 176"/>
              <a:gd name="T92" fmla="*/ 80 w 144"/>
              <a:gd name="T93" fmla="*/ 40 h 176"/>
              <a:gd name="T94" fmla="*/ 72 w 144"/>
              <a:gd name="T95" fmla="*/ 24 h 176"/>
              <a:gd name="T96" fmla="*/ 64 w 144"/>
              <a:gd name="T97" fmla="*/ 20 h 176"/>
              <a:gd name="T98" fmla="*/ 56 w 144"/>
              <a:gd name="T99" fmla="*/ 40 h 176"/>
              <a:gd name="T100" fmla="*/ 36 w 144"/>
              <a:gd name="T101" fmla="*/ 20 h 176"/>
              <a:gd name="T102" fmla="*/ 24 w 144"/>
              <a:gd name="T103" fmla="*/ 40 h 176"/>
              <a:gd name="T104" fmla="*/ 16 w 144"/>
              <a:gd name="T105" fmla="*/ 20 h 176"/>
              <a:gd name="T106" fmla="*/ 8 w 144"/>
              <a:gd name="T107" fmla="*/ 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4" h="176">
                <a:moveTo>
                  <a:pt x="136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moveTo>
                  <a:pt x="136" y="168"/>
                </a:moveTo>
                <a:cubicBezTo>
                  <a:pt x="128" y="168"/>
                  <a:pt x="128" y="168"/>
                  <a:pt x="128" y="168"/>
                </a:cubicBezTo>
                <a:cubicBezTo>
                  <a:pt x="128" y="152"/>
                  <a:pt x="128" y="152"/>
                  <a:pt x="128" y="152"/>
                </a:cubicBezTo>
                <a:cubicBezTo>
                  <a:pt x="128" y="150"/>
                  <a:pt x="126" y="148"/>
                  <a:pt x="124" y="148"/>
                </a:cubicBezTo>
                <a:cubicBezTo>
                  <a:pt x="122" y="148"/>
                  <a:pt x="120" y="150"/>
                  <a:pt x="120" y="152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112" y="152"/>
                  <a:pt x="112" y="152"/>
                  <a:pt x="112" y="152"/>
                </a:cubicBezTo>
                <a:cubicBezTo>
                  <a:pt x="112" y="150"/>
                  <a:pt x="110" y="148"/>
                  <a:pt x="108" y="148"/>
                </a:cubicBezTo>
                <a:cubicBezTo>
                  <a:pt x="106" y="148"/>
                  <a:pt x="104" y="150"/>
                  <a:pt x="104" y="152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96" y="146"/>
                  <a:pt x="94" y="144"/>
                  <a:pt x="92" y="144"/>
                </a:cubicBezTo>
                <a:cubicBezTo>
                  <a:pt x="90" y="144"/>
                  <a:pt x="88" y="146"/>
                  <a:pt x="88" y="148"/>
                </a:cubicBezTo>
                <a:cubicBezTo>
                  <a:pt x="88" y="168"/>
                  <a:pt x="88" y="168"/>
                  <a:pt x="88" y="168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72" y="148"/>
                  <a:pt x="72" y="148"/>
                  <a:pt x="72" y="148"/>
                </a:cubicBezTo>
                <a:cubicBezTo>
                  <a:pt x="72" y="146"/>
                  <a:pt x="70" y="144"/>
                  <a:pt x="68" y="144"/>
                </a:cubicBezTo>
                <a:cubicBezTo>
                  <a:pt x="66" y="144"/>
                  <a:pt x="64" y="146"/>
                  <a:pt x="64" y="148"/>
                </a:cubicBezTo>
                <a:cubicBezTo>
                  <a:pt x="64" y="168"/>
                  <a:pt x="64" y="168"/>
                  <a:pt x="64" y="168"/>
                </a:cubicBezTo>
                <a:cubicBezTo>
                  <a:pt x="56" y="168"/>
                  <a:pt x="56" y="168"/>
                  <a:pt x="56" y="168"/>
                </a:cubicBezTo>
                <a:cubicBezTo>
                  <a:pt x="56" y="152"/>
                  <a:pt x="56" y="152"/>
                  <a:pt x="56" y="152"/>
                </a:cubicBezTo>
                <a:cubicBezTo>
                  <a:pt x="56" y="150"/>
                  <a:pt x="54" y="148"/>
                  <a:pt x="52" y="148"/>
                </a:cubicBezTo>
                <a:cubicBezTo>
                  <a:pt x="50" y="148"/>
                  <a:pt x="48" y="150"/>
                  <a:pt x="48" y="152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40" y="148"/>
                  <a:pt x="40" y="148"/>
                  <a:pt x="40" y="148"/>
                </a:cubicBezTo>
                <a:cubicBezTo>
                  <a:pt x="40" y="146"/>
                  <a:pt x="38" y="144"/>
                  <a:pt x="36" y="144"/>
                </a:cubicBezTo>
                <a:cubicBezTo>
                  <a:pt x="34" y="144"/>
                  <a:pt x="32" y="146"/>
                  <a:pt x="32" y="148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24" y="150"/>
                  <a:pt x="22" y="148"/>
                  <a:pt x="20" y="148"/>
                </a:cubicBezTo>
                <a:cubicBezTo>
                  <a:pt x="18" y="148"/>
                  <a:pt x="16" y="150"/>
                  <a:pt x="16" y="15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36"/>
                  <a:pt x="8" y="136"/>
                  <a:pt x="8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168"/>
                </a:lnTo>
                <a:close/>
                <a:moveTo>
                  <a:pt x="136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8" y="106"/>
                  <a:pt x="126" y="104"/>
                  <a:pt x="124" y="104"/>
                </a:cubicBezTo>
                <a:cubicBezTo>
                  <a:pt x="122" y="104"/>
                  <a:pt x="120" y="106"/>
                  <a:pt x="120" y="108"/>
                </a:cubicBezTo>
                <a:cubicBezTo>
                  <a:pt x="120" y="128"/>
                  <a:pt x="120" y="128"/>
                  <a:pt x="120" y="12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12" y="106"/>
                  <a:pt x="110" y="104"/>
                  <a:pt x="108" y="104"/>
                </a:cubicBezTo>
                <a:cubicBezTo>
                  <a:pt x="106" y="104"/>
                  <a:pt x="104" y="106"/>
                  <a:pt x="104" y="108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8" y="110"/>
                  <a:pt x="86" y="108"/>
                  <a:pt x="84" y="108"/>
                </a:cubicBezTo>
                <a:cubicBezTo>
                  <a:pt x="82" y="108"/>
                  <a:pt x="80" y="110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110"/>
                  <a:pt x="70" y="108"/>
                  <a:pt x="68" y="108"/>
                </a:cubicBezTo>
                <a:cubicBezTo>
                  <a:pt x="66" y="108"/>
                  <a:pt x="64" y="110"/>
                  <a:pt x="64" y="112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56" y="106"/>
                  <a:pt x="54" y="104"/>
                  <a:pt x="52" y="104"/>
                </a:cubicBezTo>
                <a:cubicBezTo>
                  <a:pt x="50" y="104"/>
                  <a:pt x="48" y="106"/>
                  <a:pt x="48" y="10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0" y="110"/>
                  <a:pt x="38" y="108"/>
                  <a:pt x="36" y="108"/>
                </a:cubicBezTo>
                <a:cubicBezTo>
                  <a:pt x="34" y="108"/>
                  <a:pt x="32" y="110"/>
                  <a:pt x="32" y="112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92"/>
                  <a:pt x="8" y="92"/>
                  <a:pt x="8" y="92"/>
                </a:cubicBezTo>
                <a:cubicBezTo>
                  <a:pt x="136" y="92"/>
                  <a:pt x="136" y="92"/>
                  <a:pt x="136" y="92"/>
                </a:cubicBezTo>
                <a:lnTo>
                  <a:pt x="136" y="128"/>
                </a:lnTo>
                <a:close/>
                <a:moveTo>
                  <a:pt x="136" y="84"/>
                </a:moveTo>
                <a:cubicBezTo>
                  <a:pt x="128" y="84"/>
                  <a:pt x="128" y="84"/>
                  <a:pt x="128" y="8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62"/>
                  <a:pt x="126" y="60"/>
                  <a:pt x="124" y="60"/>
                </a:cubicBezTo>
                <a:cubicBezTo>
                  <a:pt x="122" y="60"/>
                  <a:pt x="120" y="62"/>
                  <a:pt x="120" y="64"/>
                </a:cubicBezTo>
                <a:cubicBezTo>
                  <a:pt x="120" y="84"/>
                  <a:pt x="120" y="84"/>
                  <a:pt x="120" y="84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8"/>
                  <a:pt x="110" y="56"/>
                  <a:pt x="108" y="56"/>
                </a:cubicBezTo>
                <a:cubicBezTo>
                  <a:pt x="106" y="56"/>
                  <a:pt x="104" y="58"/>
                  <a:pt x="104" y="60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2"/>
                  <a:pt x="94" y="60"/>
                  <a:pt x="92" y="60"/>
                </a:cubicBezTo>
                <a:cubicBezTo>
                  <a:pt x="90" y="60"/>
                  <a:pt x="88" y="62"/>
                  <a:pt x="88" y="64"/>
                </a:cubicBezTo>
                <a:cubicBezTo>
                  <a:pt x="88" y="84"/>
                  <a:pt x="88" y="84"/>
                  <a:pt x="88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80" y="60"/>
                  <a:pt x="80" y="60"/>
                  <a:pt x="80" y="60"/>
                </a:cubicBezTo>
                <a:cubicBezTo>
                  <a:pt x="80" y="58"/>
                  <a:pt x="78" y="56"/>
                  <a:pt x="76" y="56"/>
                </a:cubicBezTo>
                <a:cubicBezTo>
                  <a:pt x="74" y="56"/>
                  <a:pt x="72" y="58"/>
                  <a:pt x="72" y="60"/>
                </a:cubicBezTo>
                <a:cubicBezTo>
                  <a:pt x="72" y="84"/>
                  <a:pt x="72" y="84"/>
                  <a:pt x="72" y="84"/>
                </a:cubicBezTo>
                <a:cubicBezTo>
                  <a:pt x="56" y="84"/>
                  <a:pt x="56" y="84"/>
                  <a:pt x="56" y="8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2"/>
                  <a:pt x="54" y="60"/>
                  <a:pt x="52" y="60"/>
                </a:cubicBezTo>
                <a:cubicBezTo>
                  <a:pt x="50" y="60"/>
                  <a:pt x="48" y="62"/>
                  <a:pt x="48" y="64"/>
                </a:cubicBezTo>
                <a:cubicBezTo>
                  <a:pt x="48" y="84"/>
                  <a:pt x="48" y="84"/>
                  <a:pt x="48" y="84"/>
                </a:cubicBezTo>
                <a:cubicBezTo>
                  <a:pt x="40" y="84"/>
                  <a:pt x="40" y="84"/>
                  <a:pt x="40" y="84"/>
                </a:cubicBezTo>
                <a:cubicBezTo>
                  <a:pt x="40" y="64"/>
                  <a:pt x="40" y="64"/>
                  <a:pt x="40" y="64"/>
                </a:cubicBezTo>
                <a:cubicBezTo>
                  <a:pt x="40" y="62"/>
                  <a:pt x="38" y="60"/>
                  <a:pt x="36" y="60"/>
                </a:cubicBezTo>
                <a:cubicBezTo>
                  <a:pt x="34" y="60"/>
                  <a:pt x="32" y="62"/>
                  <a:pt x="32" y="64"/>
                </a:cubicBezTo>
                <a:cubicBezTo>
                  <a:pt x="32" y="84"/>
                  <a:pt x="32" y="84"/>
                  <a:pt x="32" y="84"/>
                </a:cubicBezTo>
                <a:cubicBezTo>
                  <a:pt x="24" y="84"/>
                  <a:pt x="24" y="84"/>
                  <a:pt x="24" y="8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58"/>
                  <a:pt x="22" y="56"/>
                  <a:pt x="20" y="56"/>
                </a:cubicBezTo>
                <a:cubicBezTo>
                  <a:pt x="18" y="56"/>
                  <a:pt x="16" y="58"/>
                  <a:pt x="16" y="60"/>
                </a:cubicBezTo>
                <a:cubicBezTo>
                  <a:pt x="16" y="84"/>
                  <a:pt x="16" y="84"/>
                  <a:pt x="16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8" y="48"/>
                  <a:pt x="8" y="48"/>
                  <a:pt x="8" y="48"/>
                </a:cubicBezTo>
                <a:cubicBezTo>
                  <a:pt x="136" y="48"/>
                  <a:pt x="136" y="48"/>
                  <a:pt x="136" y="48"/>
                </a:cubicBezTo>
                <a:lnTo>
                  <a:pt x="136" y="84"/>
                </a:lnTo>
                <a:close/>
                <a:moveTo>
                  <a:pt x="136" y="40"/>
                </a:moveTo>
                <a:cubicBezTo>
                  <a:pt x="128" y="40"/>
                  <a:pt x="128" y="40"/>
                  <a:pt x="128" y="40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128" y="22"/>
                  <a:pt x="126" y="20"/>
                  <a:pt x="124" y="20"/>
                </a:cubicBezTo>
                <a:cubicBezTo>
                  <a:pt x="122" y="20"/>
                  <a:pt x="120" y="22"/>
                  <a:pt x="120" y="24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2"/>
                  <a:pt x="110" y="20"/>
                  <a:pt x="108" y="20"/>
                </a:cubicBezTo>
                <a:cubicBezTo>
                  <a:pt x="106" y="20"/>
                  <a:pt x="104" y="22"/>
                  <a:pt x="104" y="24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96" y="40"/>
                  <a:pt x="96" y="40"/>
                  <a:pt x="96" y="40"/>
                </a:cubicBezTo>
                <a:cubicBezTo>
                  <a:pt x="96" y="20"/>
                  <a:pt x="96" y="20"/>
                  <a:pt x="96" y="20"/>
                </a:cubicBezTo>
                <a:cubicBezTo>
                  <a:pt x="96" y="18"/>
                  <a:pt x="94" y="16"/>
                  <a:pt x="92" y="16"/>
                </a:cubicBezTo>
                <a:cubicBezTo>
                  <a:pt x="90" y="16"/>
                  <a:pt x="88" y="18"/>
                  <a:pt x="88" y="20"/>
                </a:cubicBezTo>
                <a:cubicBezTo>
                  <a:pt x="88" y="40"/>
                  <a:pt x="88" y="40"/>
                  <a:pt x="88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2"/>
                  <a:pt x="78" y="20"/>
                  <a:pt x="76" y="20"/>
                </a:cubicBezTo>
                <a:cubicBezTo>
                  <a:pt x="74" y="20"/>
                  <a:pt x="72" y="22"/>
                  <a:pt x="72" y="24"/>
                </a:cubicBezTo>
                <a:cubicBezTo>
                  <a:pt x="72" y="40"/>
                  <a:pt x="72" y="40"/>
                  <a:pt x="72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18"/>
                  <a:pt x="62" y="16"/>
                  <a:pt x="60" y="16"/>
                </a:cubicBezTo>
                <a:cubicBezTo>
                  <a:pt x="58" y="16"/>
                  <a:pt x="56" y="18"/>
                  <a:pt x="56" y="20"/>
                </a:cubicBezTo>
                <a:cubicBezTo>
                  <a:pt x="56" y="40"/>
                  <a:pt x="56" y="40"/>
                  <a:pt x="56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2"/>
                  <a:pt x="38" y="20"/>
                  <a:pt x="36" y="20"/>
                </a:cubicBezTo>
                <a:cubicBezTo>
                  <a:pt x="34" y="20"/>
                  <a:pt x="32" y="22"/>
                  <a:pt x="32" y="24"/>
                </a:cubicBezTo>
                <a:cubicBezTo>
                  <a:pt x="32" y="40"/>
                  <a:pt x="32" y="40"/>
                  <a:pt x="32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18"/>
                  <a:pt x="22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40"/>
                  <a:pt x="16" y="40"/>
                  <a:pt x="16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lnTo>
                  <a:pt x="136" y="4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482"/>
          <p:cNvSpPr>
            <a:spLocks noEditPoints="1"/>
          </p:cNvSpPr>
          <p:nvPr/>
        </p:nvSpPr>
        <p:spPr bwMode="auto">
          <a:xfrm>
            <a:off x="6637689" y="3765593"/>
            <a:ext cx="334275" cy="150910"/>
          </a:xfrm>
          <a:custGeom>
            <a:avLst/>
            <a:gdLst>
              <a:gd name="T0" fmla="*/ 167 w 176"/>
              <a:gd name="T1" fmla="*/ 40 h 80"/>
              <a:gd name="T2" fmla="*/ 176 w 176"/>
              <a:gd name="T3" fmla="*/ 22 h 80"/>
              <a:gd name="T4" fmla="*/ 154 w 176"/>
              <a:gd name="T5" fmla="*/ 0 h 80"/>
              <a:gd name="T6" fmla="*/ 132 w 176"/>
              <a:gd name="T7" fmla="*/ 22 h 80"/>
              <a:gd name="T8" fmla="*/ 132 w 176"/>
              <a:gd name="T9" fmla="*/ 24 h 80"/>
              <a:gd name="T10" fmla="*/ 44 w 176"/>
              <a:gd name="T11" fmla="*/ 24 h 80"/>
              <a:gd name="T12" fmla="*/ 44 w 176"/>
              <a:gd name="T13" fmla="*/ 22 h 80"/>
              <a:gd name="T14" fmla="*/ 22 w 176"/>
              <a:gd name="T15" fmla="*/ 0 h 80"/>
              <a:gd name="T16" fmla="*/ 0 w 176"/>
              <a:gd name="T17" fmla="*/ 22 h 80"/>
              <a:gd name="T18" fmla="*/ 9 w 176"/>
              <a:gd name="T19" fmla="*/ 40 h 80"/>
              <a:gd name="T20" fmla="*/ 0 w 176"/>
              <a:gd name="T21" fmla="*/ 58 h 80"/>
              <a:gd name="T22" fmla="*/ 22 w 176"/>
              <a:gd name="T23" fmla="*/ 80 h 80"/>
              <a:gd name="T24" fmla="*/ 44 w 176"/>
              <a:gd name="T25" fmla="*/ 58 h 80"/>
              <a:gd name="T26" fmla="*/ 44 w 176"/>
              <a:gd name="T27" fmla="*/ 56 h 80"/>
              <a:gd name="T28" fmla="*/ 132 w 176"/>
              <a:gd name="T29" fmla="*/ 56 h 80"/>
              <a:gd name="T30" fmla="*/ 132 w 176"/>
              <a:gd name="T31" fmla="*/ 58 h 80"/>
              <a:gd name="T32" fmla="*/ 154 w 176"/>
              <a:gd name="T33" fmla="*/ 80 h 80"/>
              <a:gd name="T34" fmla="*/ 176 w 176"/>
              <a:gd name="T35" fmla="*/ 58 h 80"/>
              <a:gd name="T36" fmla="*/ 167 w 176"/>
              <a:gd name="T37" fmla="*/ 40 h 80"/>
              <a:gd name="T38" fmla="*/ 154 w 176"/>
              <a:gd name="T39" fmla="*/ 72 h 80"/>
              <a:gd name="T40" fmla="*/ 140 w 176"/>
              <a:gd name="T41" fmla="*/ 58 h 80"/>
              <a:gd name="T42" fmla="*/ 144 w 176"/>
              <a:gd name="T43" fmla="*/ 48 h 80"/>
              <a:gd name="T44" fmla="*/ 32 w 176"/>
              <a:gd name="T45" fmla="*/ 48 h 80"/>
              <a:gd name="T46" fmla="*/ 36 w 176"/>
              <a:gd name="T47" fmla="*/ 58 h 80"/>
              <a:gd name="T48" fmla="*/ 22 w 176"/>
              <a:gd name="T49" fmla="*/ 72 h 80"/>
              <a:gd name="T50" fmla="*/ 8 w 176"/>
              <a:gd name="T51" fmla="*/ 58 h 80"/>
              <a:gd name="T52" fmla="*/ 20 w 176"/>
              <a:gd name="T53" fmla="*/ 44 h 80"/>
              <a:gd name="T54" fmla="*/ 20 w 176"/>
              <a:gd name="T55" fmla="*/ 44 h 80"/>
              <a:gd name="T56" fmla="*/ 24 w 176"/>
              <a:gd name="T57" fmla="*/ 40 h 80"/>
              <a:gd name="T58" fmla="*/ 20 w 176"/>
              <a:gd name="T59" fmla="*/ 36 h 80"/>
              <a:gd name="T60" fmla="*/ 20 w 176"/>
              <a:gd name="T61" fmla="*/ 36 h 80"/>
              <a:gd name="T62" fmla="*/ 8 w 176"/>
              <a:gd name="T63" fmla="*/ 22 h 80"/>
              <a:gd name="T64" fmla="*/ 22 w 176"/>
              <a:gd name="T65" fmla="*/ 8 h 80"/>
              <a:gd name="T66" fmla="*/ 36 w 176"/>
              <a:gd name="T67" fmla="*/ 22 h 80"/>
              <a:gd name="T68" fmla="*/ 32 w 176"/>
              <a:gd name="T69" fmla="*/ 32 h 80"/>
              <a:gd name="T70" fmla="*/ 144 w 176"/>
              <a:gd name="T71" fmla="*/ 32 h 80"/>
              <a:gd name="T72" fmla="*/ 140 w 176"/>
              <a:gd name="T73" fmla="*/ 22 h 80"/>
              <a:gd name="T74" fmla="*/ 154 w 176"/>
              <a:gd name="T75" fmla="*/ 8 h 80"/>
              <a:gd name="T76" fmla="*/ 168 w 176"/>
              <a:gd name="T77" fmla="*/ 22 h 80"/>
              <a:gd name="T78" fmla="*/ 156 w 176"/>
              <a:gd name="T79" fmla="*/ 36 h 80"/>
              <a:gd name="T80" fmla="*/ 156 w 176"/>
              <a:gd name="T81" fmla="*/ 36 h 80"/>
              <a:gd name="T82" fmla="*/ 152 w 176"/>
              <a:gd name="T83" fmla="*/ 40 h 80"/>
              <a:gd name="T84" fmla="*/ 156 w 176"/>
              <a:gd name="T85" fmla="*/ 44 h 80"/>
              <a:gd name="T86" fmla="*/ 156 w 176"/>
              <a:gd name="T87" fmla="*/ 44 h 80"/>
              <a:gd name="T88" fmla="*/ 168 w 176"/>
              <a:gd name="T89" fmla="*/ 58 h 80"/>
              <a:gd name="T90" fmla="*/ 154 w 176"/>
              <a:gd name="T91" fmla="*/ 7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80">
                <a:moveTo>
                  <a:pt x="167" y="40"/>
                </a:moveTo>
                <a:cubicBezTo>
                  <a:pt x="172" y="36"/>
                  <a:pt x="176" y="29"/>
                  <a:pt x="176" y="22"/>
                </a:cubicBezTo>
                <a:cubicBezTo>
                  <a:pt x="176" y="10"/>
                  <a:pt x="166" y="0"/>
                  <a:pt x="154" y="0"/>
                </a:cubicBezTo>
                <a:cubicBezTo>
                  <a:pt x="142" y="0"/>
                  <a:pt x="132" y="10"/>
                  <a:pt x="132" y="22"/>
                </a:cubicBezTo>
                <a:cubicBezTo>
                  <a:pt x="132" y="23"/>
                  <a:pt x="132" y="23"/>
                  <a:pt x="132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3"/>
                  <a:pt x="44" y="23"/>
                  <a:pt x="44" y="22"/>
                </a:cubicBezTo>
                <a:cubicBezTo>
                  <a:pt x="44" y="10"/>
                  <a:pt x="34" y="0"/>
                  <a:pt x="22" y="0"/>
                </a:cubicBezTo>
                <a:cubicBezTo>
                  <a:pt x="10" y="0"/>
                  <a:pt x="0" y="10"/>
                  <a:pt x="0" y="22"/>
                </a:cubicBezTo>
                <a:cubicBezTo>
                  <a:pt x="0" y="29"/>
                  <a:pt x="4" y="36"/>
                  <a:pt x="9" y="40"/>
                </a:cubicBezTo>
                <a:cubicBezTo>
                  <a:pt x="4" y="44"/>
                  <a:pt x="0" y="51"/>
                  <a:pt x="0" y="58"/>
                </a:cubicBezTo>
                <a:cubicBezTo>
                  <a:pt x="0" y="70"/>
                  <a:pt x="10" y="80"/>
                  <a:pt x="22" y="80"/>
                </a:cubicBezTo>
                <a:cubicBezTo>
                  <a:pt x="34" y="80"/>
                  <a:pt x="44" y="70"/>
                  <a:pt x="44" y="58"/>
                </a:cubicBezTo>
                <a:cubicBezTo>
                  <a:pt x="44" y="57"/>
                  <a:pt x="44" y="57"/>
                  <a:pt x="44" y="5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2" y="57"/>
                  <a:pt x="132" y="57"/>
                  <a:pt x="132" y="58"/>
                </a:cubicBezTo>
                <a:cubicBezTo>
                  <a:pt x="132" y="70"/>
                  <a:pt x="142" y="80"/>
                  <a:pt x="154" y="80"/>
                </a:cubicBezTo>
                <a:cubicBezTo>
                  <a:pt x="166" y="80"/>
                  <a:pt x="176" y="70"/>
                  <a:pt x="176" y="58"/>
                </a:cubicBezTo>
                <a:cubicBezTo>
                  <a:pt x="176" y="51"/>
                  <a:pt x="172" y="44"/>
                  <a:pt x="167" y="40"/>
                </a:cubicBezTo>
                <a:moveTo>
                  <a:pt x="154" y="72"/>
                </a:moveTo>
                <a:cubicBezTo>
                  <a:pt x="146" y="72"/>
                  <a:pt x="140" y="66"/>
                  <a:pt x="140" y="58"/>
                </a:cubicBezTo>
                <a:cubicBezTo>
                  <a:pt x="140" y="54"/>
                  <a:pt x="142" y="51"/>
                  <a:pt x="144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4" y="51"/>
                  <a:pt x="36" y="54"/>
                  <a:pt x="36" y="58"/>
                </a:cubicBezTo>
                <a:cubicBezTo>
                  <a:pt x="36" y="66"/>
                  <a:pt x="30" y="72"/>
                  <a:pt x="22" y="72"/>
                </a:cubicBezTo>
                <a:cubicBezTo>
                  <a:pt x="14" y="72"/>
                  <a:pt x="8" y="66"/>
                  <a:pt x="8" y="58"/>
                </a:cubicBezTo>
                <a:cubicBezTo>
                  <a:pt x="8" y="51"/>
                  <a:pt x="13" y="45"/>
                  <a:pt x="20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2" y="44"/>
                  <a:pt x="24" y="42"/>
                  <a:pt x="24" y="40"/>
                </a:cubicBezTo>
                <a:cubicBezTo>
                  <a:pt x="24" y="38"/>
                  <a:pt x="22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13" y="35"/>
                  <a:pt x="8" y="29"/>
                  <a:pt x="8" y="22"/>
                </a:cubicBezTo>
                <a:cubicBezTo>
                  <a:pt x="8" y="14"/>
                  <a:pt x="14" y="8"/>
                  <a:pt x="22" y="8"/>
                </a:cubicBezTo>
                <a:cubicBezTo>
                  <a:pt x="30" y="8"/>
                  <a:pt x="36" y="14"/>
                  <a:pt x="36" y="22"/>
                </a:cubicBezTo>
                <a:cubicBezTo>
                  <a:pt x="36" y="26"/>
                  <a:pt x="34" y="29"/>
                  <a:pt x="32" y="32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2" y="29"/>
                  <a:pt x="140" y="26"/>
                  <a:pt x="140" y="22"/>
                </a:cubicBezTo>
                <a:cubicBezTo>
                  <a:pt x="140" y="14"/>
                  <a:pt x="146" y="8"/>
                  <a:pt x="154" y="8"/>
                </a:cubicBezTo>
                <a:cubicBezTo>
                  <a:pt x="162" y="8"/>
                  <a:pt x="168" y="14"/>
                  <a:pt x="168" y="22"/>
                </a:cubicBezTo>
                <a:cubicBezTo>
                  <a:pt x="168" y="29"/>
                  <a:pt x="163" y="35"/>
                  <a:pt x="156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54" y="36"/>
                  <a:pt x="152" y="38"/>
                  <a:pt x="152" y="40"/>
                </a:cubicBezTo>
                <a:cubicBezTo>
                  <a:pt x="152" y="42"/>
                  <a:pt x="154" y="44"/>
                  <a:pt x="156" y="44"/>
                </a:cubicBezTo>
                <a:cubicBezTo>
                  <a:pt x="156" y="44"/>
                  <a:pt x="156" y="44"/>
                  <a:pt x="156" y="44"/>
                </a:cubicBezTo>
                <a:cubicBezTo>
                  <a:pt x="163" y="45"/>
                  <a:pt x="168" y="51"/>
                  <a:pt x="168" y="58"/>
                </a:cubicBezTo>
                <a:cubicBezTo>
                  <a:pt x="168" y="66"/>
                  <a:pt x="162" y="72"/>
                  <a:pt x="154" y="7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483"/>
          <p:cNvSpPr>
            <a:spLocks noEditPoints="1"/>
          </p:cNvSpPr>
          <p:nvPr/>
        </p:nvSpPr>
        <p:spPr bwMode="auto">
          <a:xfrm>
            <a:off x="7272162" y="3669854"/>
            <a:ext cx="342388" cy="342388"/>
          </a:xfrm>
          <a:custGeom>
            <a:avLst/>
            <a:gdLst>
              <a:gd name="T0" fmla="*/ 40 w 180"/>
              <a:gd name="T1" fmla="*/ 63 h 180"/>
              <a:gd name="T2" fmla="*/ 64 w 180"/>
              <a:gd name="T3" fmla="*/ 81 h 180"/>
              <a:gd name="T4" fmla="*/ 65 w 180"/>
              <a:gd name="T5" fmla="*/ 76 h 180"/>
              <a:gd name="T6" fmla="*/ 34 w 180"/>
              <a:gd name="T7" fmla="*/ 58 h 180"/>
              <a:gd name="T8" fmla="*/ 14 w 180"/>
              <a:gd name="T9" fmla="*/ 38 h 180"/>
              <a:gd name="T10" fmla="*/ 32 w 180"/>
              <a:gd name="T11" fmla="*/ 36 h 180"/>
              <a:gd name="T12" fmla="*/ 37 w 180"/>
              <a:gd name="T13" fmla="*/ 32 h 180"/>
              <a:gd name="T14" fmla="*/ 38 w 180"/>
              <a:gd name="T15" fmla="*/ 14 h 180"/>
              <a:gd name="T16" fmla="*/ 58 w 180"/>
              <a:gd name="T17" fmla="*/ 34 h 180"/>
              <a:gd name="T18" fmla="*/ 76 w 180"/>
              <a:gd name="T19" fmla="*/ 64 h 180"/>
              <a:gd name="T20" fmla="*/ 81 w 180"/>
              <a:gd name="T21" fmla="*/ 64 h 180"/>
              <a:gd name="T22" fmla="*/ 63 w 180"/>
              <a:gd name="T23" fmla="*/ 40 h 180"/>
              <a:gd name="T24" fmla="*/ 64 w 180"/>
              <a:gd name="T25" fmla="*/ 8 h 180"/>
              <a:gd name="T26" fmla="*/ 26 w 180"/>
              <a:gd name="T27" fmla="*/ 26 h 180"/>
              <a:gd name="T28" fmla="*/ 8 w 180"/>
              <a:gd name="T29" fmla="*/ 63 h 180"/>
              <a:gd name="T30" fmla="*/ 140 w 180"/>
              <a:gd name="T31" fmla="*/ 116 h 180"/>
              <a:gd name="T32" fmla="*/ 121 w 180"/>
              <a:gd name="T33" fmla="*/ 98 h 180"/>
              <a:gd name="T34" fmla="*/ 115 w 180"/>
              <a:gd name="T35" fmla="*/ 104 h 180"/>
              <a:gd name="T36" fmla="*/ 142 w 180"/>
              <a:gd name="T37" fmla="*/ 131 h 180"/>
              <a:gd name="T38" fmla="*/ 166 w 180"/>
              <a:gd name="T39" fmla="*/ 122 h 180"/>
              <a:gd name="T40" fmla="*/ 148 w 180"/>
              <a:gd name="T41" fmla="*/ 143 h 180"/>
              <a:gd name="T42" fmla="*/ 144 w 180"/>
              <a:gd name="T43" fmla="*/ 144 h 180"/>
              <a:gd name="T44" fmla="*/ 143 w 180"/>
              <a:gd name="T45" fmla="*/ 148 h 180"/>
              <a:gd name="T46" fmla="*/ 122 w 180"/>
              <a:gd name="T47" fmla="*/ 166 h 180"/>
              <a:gd name="T48" fmla="*/ 131 w 180"/>
              <a:gd name="T49" fmla="*/ 142 h 180"/>
              <a:gd name="T50" fmla="*/ 104 w 180"/>
              <a:gd name="T51" fmla="*/ 115 h 180"/>
              <a:gd name="T52" fmla="*/ 98 w 180"/>
              <a:gd name="T53" fmla="*/ 121 h 180"/>
              <a:gd name="T54" fmla="*/ 116 w 180"/>
              <a:gd name="T55" fmla="*/ 140 h 180"/>
              <a:gd name="T56" fmla="*/ 147 w 180"/>
              <a:gd name="T57" fmla="*/ 171 h 180"/>
              <a:gd name="T58" fmla="*/ 171 w 180"/>
              <a:gd name="T59" fmla="*/ 147 h 180"/>
              <a:gd name="T60" fmla="*/ 140 w 180"/>
              <a:gd name="T61" fmla="*/ 116 h 180"/>
              <a:gd name="T62" fmla="*/ 140 w 180"/>
              <a:gd name="T63" fmla="*/ 63 h 180"/>
              <a:gd name="T64" fmla="*/ 172 w 180"/>
              <a:gd name="T65" fmla="*/ 63 h 180"/>
              <a:gd name="T66" fmla="*/ 154 w 180"/>
              <a:gd name="T67" fmla="*/ 26 h 180"/>
              <a:gd name="T68" fmla="*/ 116 w 180"/>
              <a:gd name="T69" fmla="*/ 8 h 180"/>
              <a:gd name="T70" fmla="*/ 117 w 180"/>
              <a:gd name="T71" fmla="*/ 40 h 180"/>
              <a:gd name="T72" fmla="*/ 40 w 180"/>
              <a:gd name="T73" fmla="*/ 116 h 180"/>
              <a:gd name="T74" fmla="*/ 8 w 180"/>
              <a:gd name="T75" fmla="*/ 147 h 180"/>
              <a:gd name="T76" fmla="*/ 32 w 180"/>
              <a:gd name="T77" fmla="*/ 172 h 180"/>
              <a:gd name="T78" fmla="*/ 63 w 180"/>
              <a:gd name="T79" fmla="*/ 140 h 180"/>
              <a:gd name="T80" fmla="*/ 58 w 180"/>
              <a:gd name="T81" fmla="*/ 166 h 180"/>
              <a:gd name="T82" fmla="*/ 37 w 180"/>
              <a:gd name="T83" fmla="*/ 148 h 180"/>
              <a:gd name="T84" fmla="*/ 36 w 180"/>
              <a:gd name="T85" fmla="*/ 144 h 180"/>
              <a:gd name="T86" fmla="*/ 32 w 180"/>
              <a:gd name="T87" fmla="*/ 143 h 180"/>
              <a:gd name="T88" fmla="*/ 14 w 180"/>
              <a:gd name="T89" fmla="*/ 122 h 180"/>
              <a:gd name="T90" fmla="*/ 38 w 180"/>
              <a:gd name="T91" fmla="*/ 131 h 180"/>
              <a:gd name="T92" fmla="*/ 131 w 180"/>
              <a:gd name="T93" fmla="*/ 38 h 180"/>
              <a:gd name="T94" fmla="*/ 122 w 180"/>
              <a:gd name="T95" fmla="*/ 14 h 180"/>
              <a:gd name="T96" fmla="*/ 143 w 180"/>
              <a:gd name="T97" fmla="*/ 32 h 180"/>
              <a:gd name="T98" fmla="*/ 144 w 180"/>
              <a:gd name="T99" fmla="*/ 36 h 180"/>
              <a:gd name="T100" fmla="*/ 148 w 180"/>
              <a:gd name="T101" fmla="*/ 36 h 180"/>
              <a:gd name="T102" fmla="*/ 166 w 180"/>
              <a:gd name="T103" fmla="*/ 58 h 180"/>
              <a:gd name="T104" fmla="*/ 142 w 180"/>
              <a:gd name="T105" fmla="*/ 49 h 180"/>
              <a:gd name="T106" fmla="*/ 58 w 180"/>
              <a:gd name="T107" fmla="*/ 146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0" h="180">
                <a:moveTo>
                  <a:pt x="40" y="63"/>
                </a:moveTo>
                <a:cubicBezTo>
                  <a:pt x="40" y="63"/>
                  <a:pt x="40" y="63"/>
                  <a:pt x="40" y="63"/>
                </a:cubicBezTo>
                <a:cubicBezTo>
                  <a:pt x="59" y="81"/>
                  <a:pt x="59" y="81"/>
                  <a:pt x="59" y="81"/>
                </a:cubicBezTo>
                <a:cubicBezTo>
                  <a:pt x="60" y="83"/>
                  <a:pt x="63" y="83"/>
                  <a:pt x="64" y="81"/>
                </a:cubicBezTo>
                <a:cubicBezTo>
                  <a:pt x="66" y="80"/>
                  <a:pt x="66" y="77"/>
                  <a:pt x="64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38" y="49"/>
                  <a:pt x="38" y="49"/>
                  <a:pt x="38" y="49"/>
                </a:cubicBezTo>
                <a:cubicBezTo>
                  <a:pt x="38" y="52"/>
                  <a:pt x="36" y="55"/>
                  <a:pt x="34" y="58"/>
                </a:cubicBezTo>
                <a:cubicBezTo>
                  <a:pt x="28" y="63"/>
                  <a:pt x="20" y="63"/>
                  <a:pt x="14" y="58"/>
                </a:cubicBezTo>
                <a:cubicBezTo>
                  <a:pt x="9" y="52"/>
                  <a:pt x="9" y="43"/>
                  <a:pt x="14" y="38"/>
                </a:cubicBezTo>
                <a:cubicBezTo>
                  <a:pt x="19" y="33"/>
                  <a:pt x="27" y="33"/>
                  <a:pt x="32" y="37"/>
                </a:cubicBezTo>
                <a:cubicBezTo>
                  <a:pt x="32" y="36"/>
                  <a:pt x="32" y="36"/>
                  <a:pt x="32" y="36"/>
                </a:cubicBezTo>
                <a:cubicBezTo>
                  <a:pt x="33" y="37"/>
                  <a:pt x="35" y="37"/>
                  <a:pt x="36" y="36"/>
                </a:cubicBezTo>
                <a:cubicBezTo>
                  <a:pt x="37" y="35"/>
                  <a:pt x="37" y="33"/>
                  <a:pt x="37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3" y="27"/>
                  <a:pt x="33" y="19"/>
                  <a:pt x="38" y="14"/>
                </a:cubicBezTo>
                <a:cubicBezTo>
                  <a:pt x="44" y="9"/>
                  <a:pt x="52" y="9"/>
                  <a:pt x="58" y="14"/>
                </a:cubicBezTo>
                <a:cubicBezTo>
                  <a:pt x="63" y="20"/>
                  <a:pt x="63" y="28"/>
                  <a:pt x="58" y="34"/>
                </a:cubicBezTo>
                <a:cubicBezTo>
                  <a:pt x="56" y="36"/>
                  <a:pt x="52" y="38"/>
                  <a:pt x="49" y="38"/>
                </a:cubicBezTo>
                <a:cubicBezTo>
                  <a:pt x="76" y="64"/>
                  <a:pt x="76" y="64"/>
                  <a:pt x="76" y="64"/>
                </a:cubicBezTo>
                <a:cubicBezTo>
                  <a:pt x="76" y="64"/>
                  <a:pt x="76" y="64"/>
                  <a:pt x="76" y="64"/>
                </a:cubicBezTo>
                <a:cubicBezTo>
                  <a:pt x="77" y="66"/>
                  <a:pt x="80" y="66"/>
                  <a:pt x="81" y="64"/>
                </a:cubicBezTo>
                <a:cubicBezTo>
                  <a:pt x="83" y="63"/>
                  <a:pt x="83" y="60"/>
                  <a:pt x="81" y="59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3" y="40"/>
                  <a:pt x="64" y="40"/>
                </a:cubicBezTo>
                <a:cubicBezTo>
                  <a:pt x="72" y="31"/>
                  <a:pt x="72" y="17"/>
                  <a:pt x="64" y="8"/>
                </a:cubicBezTo>
                <a:cubicBezTo>
                  <a:pt x="55" y="0"/>
                  <a:pt x="41" y="0"/>
                  <a:pt x="33" y="8"/>
                </a:cubicBezTo>
                <a:cubicBezTo>
                  <a:pt x="28" y="13"/>
                  <a:pt x="26" y="20"/>
                  <a:pt x="26" y="26"/>
                </a:cubicBezTo>
                <a:cubicBezTo>
                  <a:pt x="20" y="26"/>
                  <a:pt x="13" y="28"/>
                  <a:pt x="8" y="32"/>
                </a:cubicBezTo>
                <a:cubicBezTo>
                  <a:pt x="0" y="41"/>
                  <a:pt x="0" y="55"/>
                  <a:pt x="8" y="63"/>
                </a:cubicBezTo>
                <a:cubicBezTo>
                  <a:pt x="17" y="72"/>
                  <a:pt x="31" y="72"/>
                  <a:pt x="40" y="63"/>
                </a:cubicBezTo>
                <a:moveTo>
                  <a:pt x="140" y="116"/>
                </a:moveTo>
                <a:cubicBezTo>
                  <a:pt x="140" y="117"/>
                  <a:pt x="140" y="117"/>
                  <a:pt x="140" y="117"/>
                </a:cubicBezTo>
                <a:cubicBezTo>
                  <a:pt x="121" y="98"/>
                  <a:pt x="121" y="98"/>
                  <a:pt x="121" y="98"/>
                </a:cubicBezTo>
                <a:cubicBezTo>
                  <a:pt x="119" y="97"/>
                  <a:pt x="117" y="97"/>
                  <a:pt x="116" y="99"/>
                </a:cubicBezTo>
                <a:cubicBezTo>
                  <a:pt x="114" y="100"/>
                  <a:pt x="114" y="102"/>
                  <a:pt x="115" y="104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142" y="131"/>
                  <a:pt x="142" y="131"/>
                  <a:pt x="142" y="131"/>
                </a:cubicBezTo>
                <a:cubicBezTo>
                  <a:pt x="142" y="128"/>
                  <a:pt x="143" y="124"/>
                  <a:pt x="146" y="122"/>
                </a:cubicBezTo>
                <a:cubicBezTo>
                  <a:pt x="151" y="117"/>
                  <a:pt x="160" y="117"/>
                  <a:pt x="166" y="122"/>
                </a:cubicBezTo>
                <a:cubicBezTo>
                  <a:pt x="171" y="128"/>
                  <a:pt x="171" y="136"/>
                  <a:pt x="166" y="142"/>
                </a:cubicBezTo>
                <a:cubicBezTo>
                  <a:pt x="161" y="147"/>
                  <a:pt x="153" y="147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6" y="143"/>
                  <a:pt x="145" y="143"/>
                  <a:pt x="144" y="144"/>
                </a:cubicBezTo>
                <a:cubicBezTo>
                  <a:pt x="142" y="145"/>
                  <a:pt x="142" y="147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7" y="153"/>
                  <a:pt x="147" y="161"/>
                  <a:pt x="142" y="166"/>
                </a:cubicBezTo>
                <a:cubicBezTo>
                  <a:pt x="136" y="171"/>
                  <a:pt x="127" y="171"/>
                  <a:pt x="122" y="166"/>
                </a:cubicBezTo>
                <a:cubicBezTo>
                  <a:pt x="116" y="160"/>
                  <a:pt x="116" y="151"/>
                  <a:pt x="122" y="146"/>
                </a:cubicBezTo>
                <a:cubicBezTo>
                  <a:pt x="124" y="144"/>
                  <a:pt x="127" y="142"/>
                  <a:pt x="131" y="142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102" y="114"/>
                  <a:pt x="100" y="114"/>
                  <a:pt x="99" y="116"/>
                </a:cubicBezTo>
                <a:cubicBezTo>
                  <a:pt x="97" y="117"/>
                  <a:pt x="97" y="119"/>
                  <a:pt x="98" y="121"/>
                </a:cubicBezTo>
                <a:cubicBezTo>
                  <a:pt x="117" y="140"/>
                  <a:pt x="117" y="140"/>
                  <a:pt x="117" y="140"/>
                </a:cubicBezTo>
                <a:cubicBezTo>
                  <a:pt x="117" y="140"/>
                  <a:pt x="116" y="140"/>
                  <a:pt x="116" y="140"/>
                </a:cubicBezTo>
                <a:cubicBezTo>
                  <a:pt x="108" y="149"/>
                  <a:pt x="108" y="163"/>
                  <a:pt x="116" y="171"/>
                </a:cubicBezTo>
                <a:cubicBezTo>
                  <a:pt x="125" y="180"/>
                  <a:pt x="139" y="180"/>
                  <a:pt x="147" y="171"/>
                </a:cubicBezTo>
                <a:cubicBezTo>
                  <a:pt x="152" y="167"/>
                  <a:pt x="154" y="160"/>
                  <a:pt x="154" y="154"/>
                </a:cubicBezTo>
                <a:cubicBezTo>
                  <a:pt x="160" y="154"/>
                  <a:pt x="167" y="152"/>
                  <a:pt x="171" y="147"/>
                </a:cubicBezTo>
                <a:cubicBezTo>
                  <a:pt x="180" y="139"/>
                  <a:pt x="180" y="125"/>
                  <a:pt x="171" y="116"/>
                </a:cubicBezTo>
                <a:cubicBezTo>
                  <a:pt x="163" y="108"/>
                  <a:pt x="149" y="108"/>
                  <a:pt x="140" y="116"/>
                </a:cubicBezTo>
                <a:moveTo>
                  <a:pt x="63" y="140"/>
                </a:moveTo>
                <a:cubicBezTo>
                  <a:pt x="140" y="63"/>
                  <a:pt x="140" y="63"/>
                  <a:pt x="140" y="63"/>
                </a:cubicBezTo>
                <a:cubicBezTo>
                  <a:pt x="140" y="63"/>
                  <a:pt x="140" y="63"/>
                  <a:pt x="140" y="63"/>
                </a:cubicBezTo>
                <a:cubicBezTo>
                  <a:pt x="149" y="72"/>
                  <a:pt x="163" y="72"/>
                  <a:pt x="172" y="63"/>
                </a:cubicBezTo>
                <a:cubicBezTo>
                  <a:pt x="180" y="55"/>
                  <a:pt x="180" y="41"/>
                  <a:pt x="172" y="32"/>
                </a:cubicBezTo>
                <a:cubicBezTo>
                  <a:pt x="167" y="28"/>
                  <a:pt x="160" y="26"/>
                  <a:pt x="154" y="26"/>
                </a:cubicBezTo>
                <a:cubicBezTo>
                  <a:pt x="154" y="20"/>
                  <a:pt x="152" y="13"/>
                  <a:pt x="147" y="8"/>
                </a:cubicBezTo>
                <a:cubicBezTo>
                  <a:pt x="139" y="0"/>
                  <a:pt x="125" y="0"/>
                  <a:pt x="116" y="8"/>
                </a:cubicBezTo>
                <a:cubicBezTo>
                  <a:pt x="108" y="17"/>
                  <a:pt x="108" y="31"/>
                  <a:pt x="116" y="40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40" y="117"/>
                  <a:pt x="40" y="117"/>
                  <a:pt x="40" y="117"/>
                </a:cubicBezTo>
                <a:cubicBezTo>
                  <a:pt x="40" y="117"/>
                  <a:pt x="40" y="117"/>
                  <a:pt x="40" y="116"/>
                </a:cubicBezTo>
                <a:cubicBezTo>
                  <a:pt x="31" y="108"/>
                  <a:pt x="17" y="108"/>
                  <a:pt x="8" y="116"/>
                </a:cubicBezTo>
                <a:cubicBezTo>
                  <a:pt x="0" y="125"/>
                  <a:pt x="0" y="139"/>
                  <a:pt x="8" y="147"/>
                </a:cubicBezTo>
                <a:cubicBezTo>
                  <a:pt x="13" y="152"/>
                  <a:pt x="20" y="154"/>
                  <a:pt x="26" y="154"/>
                </a:cubicBezTo>
                <a:cubicBezTo>
                  <a:pt x="26" y="160"/>
                  <a:pt x="28" y="167"/>
                  <a:pt x="32" y="172"/>
                </a:cubicBezTo>
                <a:cubicBezTo>
                  <a:pt x="41" y="180"/>
                  <a:pt x="55" y="180"/>
                  <a:pt x="63" y="172"/>
                </a:cubicBezTo>
                <a:cubicBezTo>
                  <a:pt x="72" y="163"/>
                  <a:pt x="72" y="149"/>
                  <a:pt x="63" y="140"/>
                </a:cubicBezTo>
                <a:cubicBezTo>
                  <a:pt x="63" y="140"/>
                  <a:pt x="63" y="140"/>
                  <a:pt x="63" y="140"/>
                </a:cubicBezTo>
                <a:moveTo>
                  <a:pt x="58" y="166"/>
                </a:moveTo>
                <a:cubicBezTo>
                  <a:pt x="52" y="171"/>
                  <a:pt x="44" y="171"/>
                  <a:pt x="38" y="166"/>
                </a:cubicBezTo>
                <a:cubicBezTo>
                  <a:pt x="33" y="161"/>
                  <a:pt x="33" y="153"/>
                  <a:pt x="37" y="148"/>
                </a:cubicBezTo>
                <a:cubicBezTo>
                  <a:pt x="36" y="148"/>
                  <a:pt x="36" y="148"/>
                  <a:pt x="36" y="148"/>
                </a:cubicBezTo>
                <a:cubicBezTo>
                  <a:pt x="37" y="147"/>
                  <a:pt x="37" y="145"/>
                  <a:pt x="36" y="144"/>
                </a:cubicBezTo>
                <a:cubicBezTo>
                  <a:pt x="35" y="143"/>
                  <a:pt x="33" y="143"/>
                  <a:pt x="32" y="143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27" y="147"/>
                  <a:pt x="19" y="147"/>
                  <a:pt x="14" y="142"/>
                </a:cubicBezTo>
                <a:cubicBezTo>
                  <a:pt x="9" y="136"/>
                  <a:pt x="9" y="128"/>
                  <a:pt x="14" y="122"/>
                </a:cubicBezTo>
                <a:cubicBezTo>
                  <a:pt x="20" y="117"/>
                  <a:pt x="28" y="117"/>
                  <a:pt x="34" y="122"/>
                </a:cubicBezTo>
                <a:cubicBezTo>
                  <a:pt x="36" y="124"/>
                  <a:pt x="38" y="128"/>
                  <a:pt x="38" y="131"/>
                </a:cubicBezTo>
                <a:cubicBezTo>
                  <a:pt x="84" y="84"/>
                  <a:pt x="84" y="84"/>
                  <a:pt x="84" y="84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28" y="38"/>
                  <a:pt x="124" y="36"/>
                  <a:pt x="122" y="34"/>
                </a:cubicBezTo>
                <a:cubicBezTo>
                  <a:pt x="117" y="28"/>
                  <a:pt x="117" y="20"/>
                  <a:pt x="122" y="14"/>
                </a:cubicBezTo>
                <a:cubicBezTo>
                  <a:pt x="128" y="9"/>
                  <a:pt x="136" y="9"/>
                  <a:pt x="142" y="14"/>
                </a:cubicBezTo>
                <a:cubicBezTo>
                  <a:pt x="147" y="19"/>
                  <a:pt x="147" y="26"/>
                  <a:pt x="143" y="32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2" y="33"/>
                  <a:pt x="143" y="35"/>
                  <a:pt x="144" y="36"/>
                </a:cubicBezTo>
                <a:cubicBezTo>
                  <a:pt x="145" y="37"/>
                  <a:pt x="147" y="37"/>
                  <a:pt x="148" y="36"/>
                </a:cubicBezTo>
                <a:cubicBezTo>
                  <a:pt x="148" y="36"/>
                  <a:pt x="148" y="36"/>
                  <a:pt x="148" y="36"/>
                </a:cubicBezTo>
                <a:cubicBezTo>
                  <a:pt x="153" y="33"/>
                  <a:pt x="161" y="33"/>
                  <a:pt x="166" y="38"/>
                </a:cubicBezTo>
                <a:cubicBezTo>
                  <a:pt x="171" y="43"/>
                  <a:pt x="171" y="52"/>
                  <a:pt x="166" y="58"/>
                </a:cubicBezTo>
                <a:cubicBezTo>
                  <a:pt x="160" y="63"/>
                  <a:pt x="152" y="63"/>
                  <a:pt x="146" y="58"/>
                </a:cubicBezTo>
                <a:cubicBezTo>
                  <a:pt x="144" y="55"/>
                  <a:pt x="142" y="52"/>
                  <a:pt x="142" y="49"/>
                </a:cubicBezTo>
                <a:cubicBezTo>
                  <a:pt x="49" y="142"/>
                  <a:pt x="49" y="142"/>
                  <a:pt x="49" y="142"/>
                </a:cubicBezTo>
                <a:cubicBezTo>
                  <a:pt x="52" y="142"/>
                  <a:pt x="55" y="144"/>
                  <a:pt x="58" y="146"/>
                </a:cubicBezTo>
                <a:cubicBezTo>
                  <a:pt x="63" y="152"/>
                  <a:pt x="63" y="160"/>
                  <a:pt x="58" y="16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894452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586801" y="411510"/>
            <a:ext cx="197041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Miscellaneous</a:t>
            </a:r>
            <a:endParaRPr lang="uk-UA" sz="2400" dirty="0"/>
          </a:p>
        </p:txBody>
      </p:sp>
      <p:sp>
        <p:nvSpPr>
          <p:cNvPr id="129" name="Freeform 484"/>
          <p:cNvSpPr>
            <a:spLocks noEditPoints="1"/>
          </p:cNvSpPr>
          <p:nvPr/>
        </p:nvSpPr>
        <p:spPr bwMode="auto">
          <a:xfrm>
            <a:off x="1524581" y="1120466"/>
            <a:ext cx="335898" cy="334275"/>
          </a:xfrm>
          <a:custGeom>
            <a:avLst/>
            <a:gdLst>
              <a:gd name="T0" fmla="*/ 120 w 176"/>
              <a:gd name="T1" fmla="*/ 144 h 176"/>
              <a:gd name="T2" fmla="*/ 8 w 176"/>
              <a:gd name="T3" fmla="*/ 144 h 176"/>
              <a:gd name="T4" fmla="*/ 0 w 176"/>
              <a:gd name="T5" fmla="*/ 152 h 176"/>
              <a:gd name="T6" fmla="*/ 0 w 176"/>
              <a:gd name="T7" fmla="*/ 168 h 176"/>
              <a:gd name="T8" fmla="*/ 8 w 176"/>
              <a:gd name="T9" fmla="*/ 176 h 176"/>
              <a:gd name="T10" fmla="*/ 120 w 176"/>
              <a:gd name="T11" fmla="*/ 176 h 176"/>
              <a:gd name="T12" fmla="*/ 128 w 176"/>
              <a:gd name="T13" fmla="*/ 168 h 176"/>
              <a:gd name="T14" fmla="*/ 128 w 176"/>
              <a:gd name="T15" fmla="*/ 152 h 176"/>
              <a:gd name="T16" fmla="*/ 120 w 176"/>
              <a:gd name="T17" fmla="*/ 144 h 176"/>
              <a:gd name="T18" fmla="*/ 120 w 176"/>
              <a:gd name="T19" fmla="*/ 168 h 176"/>
              <a:gd name="T20" fmla="*/ 8 w 176"/>
              <a:gd name="T21" fmla="*/ 168 h 176"/>
              <a:gd name="T22" fmla="*/ 8 w 176"/>
              <a:gd name="T23" fmla="*/ 152 h 176"/>
              <a:gd name="T24" fmla="*/ 120 w 176"/>
              <a:gd name="T25" fmla="*/ 152 h 176"/>
              <a:gd name="T26" fmla="*/ 120 w 176"/>
              <a:gd name="T27" fmla="*/ 168 h 176"/>
              <a:gd name="T28" fmla="*/ 8 w 176"/>
              <a:gd name="T29" fmla="*/ 80 h 176"/>
              <a:gd name="T30" fmla="*/ 120 w 176"/>
              <a:gd name="T31" fmla="*/ 80 h 176"/>
              <a:gd name="T32" fmla="*/ 128 w 176"/>
              <a:gd name="T33" fmla="*/ 72 h 176"/>
              <a:gd name="T34" fmla="*/ 128 w 176"/>
              <a:gd name="T35" fmla="*/ 56 h 176"/>
              <a:gd name="T36" fmla="*/ 120 w 176"/>
              <a:gd name="T37" fmla="*/ 48 h 176"/>
              <a:gd name="T38" fmla="*/ 8 w 176"/>
              <a:gd name="T39" fmla="*/ 48 h 176"/>
              <a:gd name="T40" fmla="*/ 0 w 176"/>
              <a:gd name="T41" fmla="*/ 56 h 176"/>
              <a:gd name="T42" fmla="*/ 0 w 176"/>
              <a:gd name="T43" fmla="*/ 72 h 176"/>
              <a:gd name="T44" fmla="*/ 8 w 176"/>
              <a:gd name="T45" fmla="*/ 80 h 176"/>
              <a:gd name="T46" fmla="*/ 8 w 176"/>
              <a:gd name="T47" fmla="*/ 56 h 176"/>
              <a:gd name="T48" fmla="*/ 120 w 176"/>
              <a:gd name="T49" fmla="*/ 56 h 176"/>
              <a:gd name="T50" fmla="*/ 120 w 176"/>
              <a:gd name="T51" fmla="*/ 72 h 176"/>
              <a:gd name="T52" fmla="*/ 8 w 176"/>
              <a:gd name="T53" fmla="*/ 72 h 176"/>
              <a:gd name="T54" fmla="*/ 8 w 176"/>
              <a:gd name="T55" fmla="*/ 56 h 176"/>
              <a:gd name="T56" fmla="*/ 168 w 176"/>
              <a:gd name="T57" fmla="*/ 96 h 176"/>
              <a:gd name="T58" fmla="*/ 8 w 176"/>
              <a:gd name="T59" fmla="*/ 96 h 176"/>
              <a:gd name="T60" fmla="*/ 0 w 176"/>
              <a:gd name="T61" fmla="*/ 104 h 176"/>
              <a:gd name="T62" fmla="*/ 0 w 176"/>
              <a:gd name="T63" fmla="*/ 120 h 176"/>
              <a:gd name="T64" fmla="*/ 8 w 176"/>
              <a:gd name="T65" fmla="*/ 128 h 176"/>
              <a:gd name="T66" fmla="*/ 168 w 176"/>
              <a:gd name="T67" fmla="*/ 128 h 176"/>
              <a:gd name="T68" fmla="*/ 176 w 176"/>
              <a:gd name="T69" fmla="*/ 120 h 176"/>
              <a:gd name="T70" fmla="*/ 176 w 176"/>
              <a:gd name="T71" fmla="*/ 104 h 176"/>
              <a:gd name="T72" fmla="*/ 168 w 176"/>
              <a:gd name="T73" fmla="*/ 96 h 176"/>
              <a:gd name="T74" fmla="*/ 168 w 176"/>
              <a:gd name="T75" fmla="*/ 120 h 176"/>
              <a:gd name="T76" fmla="*/ 8 w 176"/>
              <a:gd name="T77" fmla="*/ 120 h 176"/>
              <a:gd name="T78" fmla="*/ 8 w 176"/>
              <a:gd name="T79" fmla="*/ 104 h 176"/>
              <a:gd name="T80" fmla="*/ 168 w 176"/>
              <a:gd name="T81" fmla="*/ 104 h 176"/>
              <a:gd name="T82" fmla="*/ 168 w 176"/>
              <a:gd name="T83" fmla="*/ 120 h 176"/>
              <a:gd name="T84" fmla="*/ 168 w 176"/>
              <a:gd name="T85" fmla="*/ 0 h 176"/>
              <a:gd name="T86" fmla="*/ 8 w 176"/>
              <a:gd name="T87" fmla="*/ 0 h 176"/>
              <a:gd name="T88" fmla="*/ 0 w 176"/>
              <a:gd name="T89" fmla="*/ 8 h 176"/>
              <a:gd name="T90" fmla="*/ 0 w 176"/>
              <a:gd name="T91" fmla="*/ 24 h 176"/>
              <a:gd name="T92" fmla="*/ 8 w 176"/>
              <a:gd name="T93" fmla="*/ 32 h 176"/>
              <a:gd name="T94" fmla="*/ 168 w 176"/>
              <a:gd name="T95" fmla="*/ 32 h 176"/>
              <a:gd name="T96" fmla="*/ 176 w 176"/>
              <a:gd name="T97" fmla="*/ 24 h 176"/>
              <a:gd name="T98" fmla="*/ 176 w 176"/>
              <a:gd name="T99" fmla="*/ 8 h 176"/>
              <a:gd name="T100" fmla="*/ 168 w 176"/>
              <a:gd name="T101" fmla="*/ 0 h 176"/>
              <a:gd name="T102" fmla="*/ 168 w 176"/>
              <a:gd name="T103" fmla="*/ 24 h 176"/>
              <a:gd name="T104" fmla="*/ 8 w 176"/>
              <a:gd name="T105" fmla="*/ 24 h 176"/>
              <a:gd name="T106" fmla="*/ 8 w 176"/>
              <a:gd name="T107" fmla="*/ 8 h 176"/>
              <a:gd name="T108" fmla="*/ 168 w 176"/>
              <a:gd name="T109" fmla="*/ 8 h 176"/>
              <a:gd name="T110" fmla="*/ 168 w 176"/>
              <a:gd name="T111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20" y="144"/>
                </a:move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0" y="148"/>
                  <a:pt x="0" y="15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20" y="176"/>
                  <a:pt x="120" y="176"/>
                  <a:pt x="120" y="176"/>
                </a:cubicBezTo>
                <a:cubicBezTo>
                  <a:pt x="124" y="176"/>
                  <a:pt x="128" y="172"/>
                  <a:pt x="128" y="168"/>
                </a:cubicBezTo>
                <a:cubicBezTo>
                  <a:pt x="128" y="152"/>
                  <a:pt x="128" y="152"/>
                  <a:pt x="128" y="152"/>
                </a:cubicBezTo>
                <a:cubicBezTo>
                  <a:pt x="128" y="148"/>
                  <a:pt x="124" y="144"/>
                  <a:pt x="120" y="144"/>
                </a:cubicBezTo>
                <a:moveTo>
                  <a:pt x="120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52"/>
                  <a:pt x="8" y="152"/>
                  <a:pt x="8" y="152"/>
                </a:cubicBezTo>
                <a:cubicBezTo>
                  <a:pt x="120" y="152"/>
                  <a:pt x="120" y="152"/>
                  <a:pt x="120" y="152"/>
                </a:cubicBezTo>
                <a:lnTo>
                  <a:pt x="120" y="168"/>
                </a:lnTo>
                <a:close/>
                <a:moveTo>
                  <a:pt x="8" y="80"/>
                </a:moveTo>
                <a:cubicBezTo>
                  <a:pt x="120" y="80"/>
                  <a:pt x="120" y="80"/>
                  <a:pt x="120" y="80"/>
                </a:cubicBezTo>
                <a:cubicBezTo>
                  <a:pt x="124" y="80"/>
                  <a:pt x="128" y="76"/>
                  <a:pt x="128" y="72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8" y="52"/>
                  <a:pt x="124" y="48"/>
                  <a:pt x="120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4" y="80"/>
                  <a:pt x="8" y="80"/>
                </a:cubicBezTo>
                <a:moveTo>
                  <a:pt x="8" y="56"/>
                </a:moveTo>
                <a:cubicBezTo>
                  <a:pt x="120" y="56"/>
                  <a:pt x="120" y="56"/>
                  <a:pt x="120" y="56"/>
                </a:cubicBezTo>
                <a:cubicBezTo>
                  <a:pt x="120" y="72"/>
                  <a:pt x="120" y="72"/>
                  <a:pt x="120" y="72"/>
                </a:cubicBezTo>
                <a:cubicBezTo>
                  <a:pt x="8" y="72"/>
                  <a:pt x="8" y="72"/>
                  <a:pt x="8" y="72"/>
                </a:cubicBezTo>
                <a:lnTo>
                  <a:pt x="8" y="56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20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485"/>
          <p:cNvSpPr>
            <a:spLocks noEditPoints="1"/>
          </p:cNvSpPr>
          <p:nvPr/>
        </p:nvSpPr>
        <p:spPr bwMode="auto">
          <a:xfrm>
            <a:off x="2163922" y="1120466"/>
            <a:ext cx="334275" cy="334275"/>
          </a:xfrm>
          <a:custGeom>
            <a:avLst/>
            <a:gdLst>
              <a:gd name="T0" fmla="*/ 144 w 176"/>
              <a:gd name="T1" fmla="*/ 144 h 176"/>
              <a:gd name="T2" fmla="*/ 32 w 176"/>
              <a:gd name="T3" fmla="*/ 144 h 176"/>
              <a:gd name="T4" fmla="*/ 24 w 176"/>
              <a:gd name="T5" fmla="*/ 152 h 176"/>
              <a:gd name="T6" fmla="*/ 24 w 176"/>
              <a:gd name="T7" fmla="*/ 168 h 176"/>
              <a:gd name="T8" fmla="*/ 32 w 176"/>
              <a:gd name="T9" fmla="*/ 176 h 176"/>
              <a:gd name="T10" fmla="*/ 144 w 176"/>
              <a:gd name="T11" fmla="*/ 176 h 176"/>
              <a:gd name="T12" fmla="*/ 152 w 176"/>
              <a:gd name="T13" fmla="*/ 168 h 176"/>
              <a:gd name="T14" fmla="*/ 152 w 176"/>
              <a:gd name="T15" fmla="*/ 152 h 176"/>
              <a:gd name="T16" fmla="*/ 144 w 176"/>
              <a:gd name="T17" fmla="*/ 144 h 176"/>
              <a:gd name="T18" fmla="*/ 144 w 176"/>
              <a:gd name="T19" fmla="*/ 168 h 176"/>
              <a:gd name="T20" fmla="*/ 32 w 176"/>
              <a:gd name="T21" fmla="*/ 168 h 176"/>
              <a:gd name="T22" fmla="*/ 32 w 176"/>
              <a:gd name="T23" fmla="*/ 152 h 176"/>
              <a:gd name="T24" fmla="*/ 144 w 176"/>
              <a:gd name="T25" fmla="*/ 152 h 176"/>
              <a:gd name="T26" fmla="*/ 144 w 176"/>
              <a:gd name="T27" fmla="*/ 168 h 176"/>
              <a:gd name="T28" fmla="*/ 144 w 176"/>
              <a:gd name="T29" fmla="*/ 80 h 176"/>
              <a:gd name="T30" fmla="*/ 152 w 176"/>
              <a:gd name="T31" fmla="*/ 72 h 176"/>
              <a:gd name="T32" fmla="*/ 152 w 176"/>
              <a:gd name="T33" fmla="*/ 56 h 176"/>
              <a:gd name="T34" fmla="*/ 144 w 176"/>
              <a:gd name="T35" fmla="*/ 48 h 176"/>
              <a:gd name="T36" fmla="*/ 32 w 176"/>
              <a:gd name="T37" fmla="*/ 48 h 176"/>
              <a:gd name="T38" fmla="*/ 24 w 176"/>
              <a:gd name="T39" fmla="*/ 56 h 176"/>
              <a:gd name="T40" fmla="*/ 24 w 176"/>
              <a:gd name="T41" fmla="*/ 72 h 176"/>
              <a:gd name="T42" fmla="*/ 32 w 176"/>
              <a:gd name="T43" fmla="*/ 80 h 176"/>
              <a:gd name="T44" fmla="*/ 144 w 176"/>
              <a:gd name="T45" fmla="*/ 80 h 176"/>
              <a:gd name="T46" fmla="*/ 32 w 176"/>
              <a:gd name="T47" fmla="*/ 56 h 176"/>
              <a:gd name="T48" fmla="*/ 144 w 176"/>
              <a:gd name="T49" fmla="*/ 56 h 176"/>
              <a:gd name="T50" fmla="*/ 144 w 176"/>
              <a:gd name="T51" fmla="*/ 72 h 176"/>
              <a:gd name="T52" fmla="*/ 32 w 176"/>
              <a:gd name="T53" fmla="*/ 72 h 176"/>
              <a:gd name="T54" fmla="*/ 32 w 176"/>
              <a:gd name="T55" fmla="*/ 56 h 176"/>
              <a:gd name="T56" fmla="*/ 168 w 176"/>
              <a:gd name="T57" fmla="*/ 96 h 176"/>
              <a:gd name="T58" fmla="*/ 8 w 176"/>
              <a:gd name="T59" fmla="*/ 96 h 176"/>
              <a:gd name="T60" fmla="*/ 0 w 176"/>
              <a:gd name="T61" fmla="*/ 104 h 176"/>
              <a:gd name="T62" fmla="*/ 0 w 176"/>
              <a:gd name="T63" fmla="*/ 120 h 176"/>
              <a:gd name="T64" fmla="*/ 8 w 176"/>
              <a:gd name="T65" fmla="*/ 128 h 176"/>
              <a:gd name="T66" fmla="*/ 168 w 176"/>
              <a:gd name="T67" fmla="*/ 128 h 176"/>
              <a:gd name="T68" fmla="*/ 176 w 176"/>
              <a:gd name="T69" fmla="*/ 120 h 176"/>
              <a:gd name="T70" fmla="*/ 176 w 176"/>
              <a:gd name="T71" fmla="*/ 104 h 176"/>
              <a:gd name="T72" fmla="*/ 168 w 176"/>
              <a:gd name="T73" fmla="*/ 96 h 176"/>
              <a:gd name="T74" fmla="*/ 168 w 176"/>
              <a:gd name="T75" fmla="*/ 120 h 176"/>
              <a:gd name="T76" fmla="*/ 8 w 176"/>
              <a:gd name="T77" fmla="*/ 120 h 176"/>
              <a:gd name="T78" fmla="*/ 8 w 176"/>
              <a:gd name="T79" fmla="*/ 104 h 176"/>
              <a:gd name="T80" fmla="*/ 168 w 176"/>
              <a:gd name="T81" fmla="*/ 104 h 176"/>
              <a:gd name="T82" fmla="*/ 168 w 176"/>
              <a:gd name="T83" fmla="*/ 120 h 176"/>
              <a:gd name="T84" fmla="*/ 168 w 176"/>
              <a:gd name="T85" fmla="*/ 0 h 176"/>
              <a:gd name="T86" fmla="*/ 8 w 176"/>
              <a:gd name="T87" fmla="*/ 0 h 176"/>
              <a:gd name="T88" fmla="*/ 0 w 176"/>
              <a:gd name="T89" fmla="*/ 8 h 176"/>
              <a:gd name="T90" fmla="*/ 0 w 176"/>
              <a:gd name="T91" fmla="*/ 24 h 176"/>
              <a:gd name="T92" fmla="*/ 8 w 176"/>
              <a:gd name="T93" fmla="*/ 32 h 176"/>
              <a:gd name="T94" fmla="*/ 168 w 176"/>
              <a:gd name="T95" fmla="*/ 32 h 176"/>
              <a:gd name="T96" fmla="*/ 176 w 176"/>
              <a:gd name="T97" fmla="*/ 24 h 176"/>
              <a:gd name="T98" fmla="*/ 176 w 176"/>
              <a:gd name="T99" fmla="*/ 8 h 176"/>
              <a:gd name="T100" fmla="*/ 168 w 176"/>
              <a:gd name="T101" fmla="*/ 0 h 176"/>
              <a:gd name="T102" fmla="*/ 168 w 176"/>
              <a:gd name="T103" fmla="*/ 24 h 176"/>
              <a:gd name="T104" fmla="*/ 8 w 176"/>
              <a:gd name="T105" fmla="*/ 24 h 176"/>
              <a:gd name="T106" fmla="*/ 8 w 176"/>
              <a:gd name="T107" fmla="*/ 8 h 176"/>
              <a:gd name="T108" fmla="*/ 168 w 176"/>
              <a:gd name="T109" fmla="*/ 8 h 176"/>
              <a:gd name="T110" fmla="*/ 168 w 176"/>
              <a:gd name="T111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44" y="144"/>
                </a:moveTo>
                <a:cubicBezTo>
                  <a:pt x="32" y="144"/>
                  <a:pt x="32" y="144"/>
                  <a:pt x="32" y="144"/>
                </a:cubicBezTo>
                <a:cubicBezTo>
                  <a:pt x="28" y="144"/>
                  <a:pt x="24" y="148"/>
                  <a:pt x="24" y="152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172"/>
                  <a:pt x="28" y="176"/>
                  <a:pt x="32" y="176"/>
                </a:cubicBezTo>
                <a:cubicBezTo>
                  <a:pt x="144" y="176"/>
                  <a:pt x="144" y="176"/>
                  <a:pt x="144" y="176"/>
                </a:cubicBezTo>
                <a:cubicBezTo>
                  <a:pt x="148" y="176"/>
                  <a:pt x="152" y="172"/>
                  <a:pt x="152" y="168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2" y="148"/>
                  <a:pt x="148" y="144"/>
                  <a:pt x="144" y="144"/>
                </a:cubicBezTo>
                <a:moveTo>
                  <a:pt x="144" y="168"/>
                </a:moveTo>
                <a:cubicBezTo>
                  <a:pt x="32" y="168"/>
                  <a:pt x="32" y="168"/>
                  <a:pt x="32" y="168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144" y="152"/>
                  <a:pt x="144" y="152"/>
                  <a:pt x="144" y="152"/>
                </a:cubicBezTo>
                <a:lnTo>
                  <a:pt x="144" y="168"/>
                </a:lnTo>
                <a:close/>
                <a:moveTo>
                  <a:pt x="144" y="80"/>
                </a:moveTo>
                <a:cubicBezTo>
                  <a:pt x="148" y="80"/>
                  <a:pt x="152" y="76"/>
                  <a:pt x="152" y="72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152" y="52"/>
                  <a:pt x="148" y="48"/>
                  <a:pt x="144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28" y="48"/>
                  <a:pt x="24" y="52"/>
                  <a:pt x="24" y="56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6"/>
                  <a:pt x="28" y="80"/>
                  <a:pt x="32" y="80"/>
                </a:cubicBezTo>
                <a:lnTo>
                  <a:pt x="144" y="80"/>
                </a:lnTo>
                <a:close/>
                <a:moveTo>
                  <a:pt x="32" y="56"/>
                </a:moveTo>
                <a:cubicBezTo>
                  <a:pt x="144" y="56"/>
                  <a:pt x="144" y="56"/>
                  <a:pt x="144" y="56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32" y="72"/>
                  <a:pt x="32" y="72"/>
                  <a:pt x="32" y="72"/>
                </a:cubicBezTo>
                <a:lnTo>
                  <a:pt x="32" y="56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20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486"/>
          <p:cNvSpPr>
            <a:spLocks noEditPoints="1"/>
          </p:cNvSpPr>
          <p:nvPr/>
        </p:nvSpPr>
        <p:spPr bwMode="auto">
          <a:xfrm>
            <a:off x="2803263" y="1120466"/>
            <a:ext cx="334275" cy="334275"/>
          </a:xfrm>
          <a:custGeom>
            <a:avLst/>
            <a:gdLst>
              <a:gd name="T0" fmla="*/ 168 w 176"/>
              <a:gd name="T1" fmla="*/ 144 h 176"/>
              <a:gd name="T2" fmla="*/ 56 w 176"/>
              <a:gd name="T3" fmla="*/ 144 h 176"/>
              <a:gd name="T4" fmla="*/ 48 w 176"/>
              <a:gd name="T5" fmla="*/ 152 h 176"/>
              <a:gd name="T6" fmla="*/ 48 w 176"/>
              <a:gd name="T7" fmla="*/ 168 h 176"/>
              <a:gd name="T8" fmla="*/ 56 w 176"/>
              <a:gd name="T9" fmla="*/ 176 h 176"/>
              <a:gd name="T10" fmla="*/ 168 w 176"/>
              <a:gd name="T11" fmla="*/ 176 h 176"/>
              <a:gd name="T12" fmla="*/ 176 w 176"/>
              <a:gd name="T13" fmla="*/ 168 h 176"/>
              <a:gd name="T14" fmla="*/ 176 w 176"/>
              <a:gd name="T15" fmla="*/ 152 h 176"/>
              <a:gd name="T16" fmla="*/ 168 w 176"/>
              <a:gd name="T17" fmla="*/ 144 h 176"/>
              <a:gd name="T18" fmla="*/ 168 w 176"/>
              <a:gd name="T19" fmla="*/ 168 h 176"/>
              <a:gd name="T20" fmla="*/ 56 w 176"/>
              <a:gd name="T21" fmla="*/ 168 h 176"/>
              <a:gd name="T22" fmla="*/ 56 w 176"/>
              <a:gd name="T23" fmla="*/ 152 h 176"/>
              <a:gd name="T24" fmla="*/ 168 w 176"/>
              <a:gd name="T25" fmla="*/ 152 h 176"/>
              <a:gd name="T26" fmla="*/ 168 w 176"/>
              <a:gd name="T27" fmla="*/ 168 h 176"/>
              <a:gd name="T28" fmla="*/ 168 w 176"/>
              <a:gd name="T29" fmla="*/ 48 h 176"/>
              <a:gd name="T30" fmla="*/ 56 w 176"/>
              <a:gd name="T31" fmla="*/ 48 h 176"/>
              <a:gd name="T32" fmla="*/ 48 w 176"/>
              <a:gd name="T33" fmla="*/ 56 h 176"/>
              <a:gd name="T34" fmla="*/ 48 w 176"/>
              <a:gd name="T35" fmla="*/ 72 h 176"/>
              <a:gd name="T36" fmla="*/ 56 w 176"/>
              <a:gd name="T37" fmla="*/ 80 h 176"/>
              <a:gd name="T38" fmla="*/ 168 w 176"/>
              <a:gd name="T39" fmla="*/ 80 h 176"/>
              <a:gd name="T40" fmla="*/ 176 w 176"/>
              <a:gd name="T41" fmla="*/ 72 h 176"/>
              <a:gd name="T42" fmla="*/ 176 w 176"/>
              <a:gd name="T43" fmla="*/ 56 h 176"/>
              <a:gd name="T44" fmla="*/ 168 w 176"/>
              <a:gd name="T45" fmla="*/ 48 h 176"/>
              <a:gd name="T46" fmla="*/ 168 w 176"/>
              <a:gd name="T47" fmla="*/ 72 h 176"/>
              <a:gd name="T48" fmla="*/ 56 w 176"/>
              <a:gd name="T49" fmla="*/ 72 h 176"/>
              <a:gd name="T50" fmla="*/ 56 w 176"/>
              <a:gd name="T51" fmla="*/ 56 h 176"/>
              <a:gd name="T52" fmla="*/ 168 w 176"/>
              <a:gd name="T53" fmla="*/ 56 h 176"/>
              <a:gd name="T54" fmla="*/ 168 w 176"/>
              <a:gd name="T55" fmla="*/ 72 h 176"/>
              <a:gd name="T56" fmla="*/ 168 w 176"/>
              <a:gd name="T57" fmla="*/ 96 h 176"/>
              <a:gd name="T58" fmla="*/ 8 w 176"/>
              <a:gd name="T59" fmla="*/ 96 h 176"/>
              <a:gd name="T60" fmla="*/ 0 w 176"/>
              <a:gd name="T61" fmla="*/ 104 h 176"/>
              <a:gd name="T62" fmla="*/ 0 w 176"/>
              <a:gd name="T63" fmla="*/ 120 h 176"/>
              <a:gd name="T64" fmla="*/ 8 w 176"/>
              <a:gd name="T65" fmla="*/ 128 h 176"/>
              <a:gd name="T66" fmla="*/ 168 w 176"/>
              <a:gd name="T67" fmla="*/ 128 h 176"/>
              <a:gd name="T68" fmla="*/ 176 w 176"/>
              <a:gd name="T69" fmla="*/ 120 h 176"/>
              <a:gd name="T70" fmla="*/ 176 w 176"/>
              <a:gd name="T71" fmla="*/ 104 h 176"/>
              <a:gd name="T72" fmla="*/ 168 w 176"/>
              <a:gd name="T73" fmla="*/ 96 h 176"/>
              <a:gd name="T74" fmla="*/ 168 w 176"/>
              <a:gd name="T75" fmla="*/ 120 h 176"/>
              <a:gd name="T76" fmla="*/ 8 w 176"/>
              <a:gd name="T77" fmla="*/ 120 h 176"/>
              <a:gd name="T78" fmla="*/ 8 w 176"/>
              <a:gd name="T79" fmla="*/ 104 h 176"/>
              <a:gd name="T80" fmla="*/ 168 w 176"/>
              <a:gd name="T81" fmla="*/ 104 h 176"/>
              <a:gd name="T82" fmla="*/ 168 w 176"/>
              <a:gd name="T83" fmla="*/ 120 h 176"/>
              <a:gd name="T84" fmla="*/ 168 w 176"/>
              <a:gd name="T85" fmla="*/ 0 h 176"/>
              <a:gd name="T86" fmla="*/ 8 w 176"/>
              <a:gd name="T87" fmla="*/ 0 h 176"/>
              <a:gd name="T88" fmla="*/ 0 w 176"/>
              <a:gd name="T89" fmla="*/ 8 h 176"/>
              <a:gd name="T90" fmla="*/ 0 w 176"/>
              <a:gd name="T91" fmla="*/ 24 h 176"/>
              <a:gd name="T92" fmla="*/ 8 w 176"/>
              <a:gd name="T93" fmla="*/ 32 h 176"/>
              <a:gd name="T94" fmla="*/ 168 w 176"/>
              <a:gd name="T95" fmla="*/ 32 h 176"/>
              <a:gd name="T96" fmla="*/ 176 w 176"/>
              <a:gd name="T97" fmla="*/ 24 h 176"/>
              <a:gd name="T98" fmla="*/ 176 w 176"/>
              <a:gd name="T99" fmla="*/ 8 h 176"/>
              <a:gd name="T100" fmla="*/ 168 w 176"/>
              <a:gd name="T101" fmla="*/ 0 h 176"/>
              <a:gd name="T102" fmla="*/ 168 w 176"/>
              <a:gd name="T103" fmla="*/ 24 h 176"/>
              <a:gd name="T104" fmla="*/ 8 w 176"/>
              <a:gd name="T105" fmla="*/ 24 h 176"/>
              <a:gd name="T106" fmla="*/ 8 w 176"/>
              <a:gd name="T107" fmla="*/ 8 h 176"/>
              <a:gd name="T108" fmla="*/ 168 w 176"/>
              <a:gd name="T109" fmla="*/ 8 h 176"/>
              <a:gd name="T110" fmla="*/ 168 w 176"/>
              <a:gd name="T111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68" y="144"/>
                </a:moveTo>
                <a:cubicBezTo>
                  <a:pt x="56" y="144"/>
                  <a:pt x="56" y="144"/>
                  <a:pt x="56" y="144"/>
                </a:cubicBezTo>
                <a:cubicBezTo>
                  <a:pt x="52" y="144"/>
                  <a:pt x="48" y="148"/>
                  <a:pt x="48" y="152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8" y="172"/>
                  <a:pt x="52" y="176"/>
                  <a:pt x="56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176" y="148"/>
                  <a:pt x="172" y="144"/>
                  <a:pt x="168" y="144"/>
                </a:cubicBezTo>
                <a:moveTo>
                  <a:pt x="168" y="168"/>
                </a:moveTo>
                <a:cubicBezTo>
                  <a:pt x="56" y="168"/>
                  <a:pt x="56" y="168"/>
                  <a:pt x="56" y="168"/>
                </a:cubicBezTo>
                <a:cubicBezTo>
                  <a:pt x="56" y="152"/>
                  <a:pt x="56" y="152"/>
                  <a:pt x="56" y="152"/>
                </a:cubicBezTo>
                <a:cubicBezTo>
                  <a:pt x="168" y="152"/>
                  <a:pt x="168" y="152"/>
                  <a:pt x="168" y="152"/>
                </a:cubicBezTo>
                <a:lnTo>
                  <a:pt x="168" y="168"/>
                </a:lnTo>
                <a:close/>
                <a:moveTo>
                  <a:pt x="168" y="48"/>
                </a:moveTo>
                <a:cubicBezTo>
                  <a:pt x="56" y="48"/>
                  <a:pt x="56" y="48"/>
                  <a:pt x="56" y="48"/>
                </a:cubicBezTo>
                <a:cubicBezTo>
                  <a:pt x="52" y="48"/>
                  <a:pt x="48" y="52"/>
                  <a:pt x="48" y="56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76"/>
                  <a:pt x="52" y="80"/>
                  <a:pt x="56" y="80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72" y="80"/>
                  <a:pt x="176" y="76"/>
                  <a:pt x="176" y="72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52"/>
                  <a:pt x="172" y="48"/>
                  <a:pt x="168" y="48"/>
                </a:cubicBezTo>
                <a:moveTo>
                  <a:pt x="168" y="72"/>
                </a:moveTo>
                <a:cubicBezTo>
                  <a:pt x="56" y="72"/>
                  <a:pt x="56" y="72"/>
                  <a:pt x="56" y="72"/>
                </a:cubicBezTo>
                <a:cubicBezTo>
                  <a:pt x="56" y="56"/>
                  <a:pt x="56" y="56"/>
                  <a:pt x="56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72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20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487"/>
          <p:cNvSpPr>
            <a:spLocks noEditPoints="1"/>
          </p:cNvSpPr>
          <p:nvPr/>
        </p:nvSpPr>
        <p:spPr bwMode="auto">
          <a:xfrm>
            <a:off x="3442605" y="1120466"/>
            <a:ext cx="334275" cy="334275"/>
          </a:xfrm>
          <a:custGeom>
            <a:avLst/>
            <a:gdLst>
              <a:gd name="T0" fmla="*/ 168 w 176"/>
              <a:gd name="T1" fmla="*/ 144 h 176"/>
              <a:gd name="T2" fmla="*/ 8 w 176"/>
              <a:gd name="T3" fmla="*/ 144 h 176"/>
              <a:gd name="T4" fmla="*/ 0 w 176"/>
              <a:gd name="T5" fmla="*/ 152 h 176"/>
              <a:gd name="T6" fmla="*/ 0 w 176"/>
              <a:gd name="T7" fmla="*/ 168 h 176"/>
              <a:gd name="T8" fmla="*/ 8 w 176"/>
              <a:gd name="T9" fmla="*/ 176 h 176"/>
              <a:gd name="T10" fmla="*/ 168 w 176"/>
              <a:gd name="T11" fmla="*/ 176 h 176"/>
              <a:gd name="T12" fmla="*/ 176 w 176"/>
              <a:gd name="T13" fmla="*/ 168 h 176"/>
              <a:gd name="T14" fmla="*/ 176 w 176"/>
              <a:gd name="T15" fmla="*/ 152 h 176"/>
              <a:gd name="T16" fmla="*/ 168 w 176"/>
              <a:gd name="T17" fmla="*/ 144 h 176"/>
              <a:gd name="T18" fmla="*/ 168 w 176"/>
              <a:gd name="T19" fmla="*/ 168 h 176"/>
              <a:gd name="T20" fmla="*/ 8 w 176"/>
              <a:gd name="T21" fmla="*/ 168 h 176"/>
              <a:gd name="T22" fmla="*/ 8 w 176"/>
              <a:gd name="T23" fmla="*/ 152 h 176"/>
              <a:gd name="T24" fmla="*/ 168 w 176"/>
              <a:gd name="T25" fmla="*/ 152 h 176"/>
              <a:gd name="T26" fmla="*/ 168 w 176"/>
              <a:gd name="T27" fmla="*/ 168 h 176"/>
              <a:gd name="T28" fmla="*/ 168 w 176"/>
              <a:gd name="T29" fmla="*/ 0 h 176"/>
              <a:gd name="T30" fmla="*/ 8 w 176"/>
              <a:gd name="T31" fmla="*/ 0 h 176"/>
              <a:gd name="T32" fmla="*/ 0 w 176"/>
              <a:gd name="T33" fmla="*/ 8 h 176"/>
              <a:gd name="T34" fmla="*/ 0 w 176"/>
              <a:gd name="T35" fmla="*/ 24 h 176"/>
              <a:gd name="T36" fmla="*/ 8 w 176"/>
              <a:gd name="T37" fmla="*/ 32 h 176"/>
              <a:gd name="T38" fmla="*/ 168 w 176"/>
              <a:gd name="T39" fmla="*/ 32 h 176"/>
              <a:gd name="T40" fmla="*/ 176 w 176"/>
              <a:gd name="T41" fmla="*/ 24 h 176"/>
              <a:gd name="T42" fmla="*/ 176 w 176"/>
              <a:gd name="T43" fmla="*/ 8 h 176"/>
              <a:gd name="T44" fmla="*/ 168 w 176"/>
              <a:gd name="T45" fmla="*/ 0 h 176"/>
              <a:gd name="T46" fmla="*/ 168 w 176"/>
              <a:gd name="T47" fmla="*/ 24 h 176"/>
              <a:gd name="T48" fmla="*/ 8 w 176"/>
              <a:gd name="T49" fmla="*/ 24 h 176"/>
              <a:gd name="T50" fmla="*/ 8 w 176"/>
              <a:gd name="T51" fmla="*/ 8 h 176"/>
              <a:gd name="T52" fmla="*/ 168 w 176"/>
              <a:gd name="T53" fmla="*/ 8 h 176"/>
              <a:gd name="T54" fmla="*/ 168 w 176"/>
              <a:gd name="T55" fmla="*/ 24 h 176"/>
              <a:gd name="T56" fmla="*/ 168 w 176"/>
              <a:gd name="T57" fmla="*/ 48 h 176"/>
              <a:gd name="T58" fmla="*/ 8 w 176"/>
              <a:gd name="T59" fmla="*/ 48 h 176"/>
              <a:gd name="T60" fmla="*/ 0 w 176"/>
              <a:gd name="T61" fmla="*/ 56 h 176"/>
              <a:gd name="T62" fmla="*/ 0 w 176"/>
              <a:gd name="T63" fmla="*/ 72 h 176"/>
              <a:gd name="T64" fmla="*/ 8 w 176"/>
              <a:gd name="T65" fmla="*/ 80 h 176"/>
              <a:gd name="T66" fmla="*/ 168 w 176"/>
              <a:gd name="T67" fmla="*/ 80 h 176"/>
              <a:gd name="T68" fmla="*/ 176 w 176"/>
              <a:gd name="T69" fmla="*/ 72 h 176"/>
              <a:gd name="T70" fmla="*/ 176 w 176"/>
              <a:gd name="T71" fmla="*/ 56 h 176"/>
              <a:gd name="T72" fmla="*/ 168 w 176"/>
              <a:gd name="T73" fmla="*/ 48 h 176"/>
              <a:gd name="T74" fmla="*/ 168 w 176"/>
              <a:gd name="T75" fmla="*/ 72 h 176"/>
              <a:gd name="T76" fmla="*/ 8 w 176"/>
              <a:gd name="T77" fmla="*/ 72 h 176"/>
              <a:gd name="T78" fmla="*/ 8 w 176"/>
              <a:gd name="T79" fmla="*/ 56 h 176"/>
              <a:gd name="T80" fmla="*/ 168 w 176"/>
              <a:gd name="T81" fmla="*/ 56 h 176"/>
              <a:gd name="T82" fmla="*/ 168 w 176"/>
              <a:gd name="T83" fmla="*/ 72 h 176"/>
              <a:gd name="T84" fmla="*/ 168 w 176"/>
              <a:gd name="T85" fmla="*/ 96 h 176"/>
              <a:gd name="T86" fmla="*/ 8 w 176"/>
              <a:gd name="T87" fmla="*/ 96 h 176"/>
              <a:gd name="T88" fmla="*/ 0 w 176"/>
              <a:gd name="T89" fmla="*/ 104 h 176"/>
              <a:gd name="T90" fmla="*/ 0 w 176"/>
              <a:gd name="T91" fmla="*/ 120 h 176"/>
              <a:gd name="T92" fmla="*/ 8 w 176"/>
              <a:gd name="T93" fmla="*/ 128 h 176"/>
              <a:gd name="T94" fmla="*/ 168 w 176"/>
              <a:gd name="T95" fmla="*/ 128 h 176"/>
              <a:gd name="T96" fmla="*/ 176 w 176"/>
              <a:gd name="T97" fmla="*/ 120 h 176"/>
              <a:gd name="T98" fmla="*/ 176 w 176"/>
              <a:gd name="T99" fmla="*/ 104 h 176"/>
              <a:gd name="T100" fmla="*/ 168 w 176"/>
              <a:gd name="T101" fmla="*/ 96 h 176"/>
              <a:gd name="T102" fmla="*/ 168 w 176"/>
              <a:gd name="T103" fmla="*/ 120 h 176"/>
              <a:gd name="T104" fmla="*/ 8 w 176"/>
              <a:gd name="T105" fmla="*/ 120 h 176"/>
              <a:gd name="T106" fmla="*/ 8 w 176"/>
              <a:gd name="T107" fmla="*/ 104 h 176"/>
              <a:gd name="T108" fmla="*/ 168 w 176"/>
              <a:gd name="T109" fmla="*/ 104 h 176"/>
              <a:gd name="T110" fmla="*/ 168 w 176"/>
              <a:gd name="T111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68" y="144"/>
                </a:move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0" y="148"/>
                  <a:pt x="0" y="15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176" y="148"/>
                  <a:pt x="172" y="144"/>
                  <a:pt x="168" y="144"/>
                </a:cubicBezTo>
                <a:moveTo>
                  <a:pt x="168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52"/>
                  <a:pt x="8" y="152"/>
                  <a:pt x="8" y="152"/>
                </a:cubicBezTo>
                <a:cubicBezTo>
                  <a:pt x="168" y="152"/>
                  <a:pt x="168" y="152"/>
                  <a:pt x="168" y="152"/>
                </a:cubicBezTo>
                <a:lnTo>
                  <a:pt x="168" y="168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  <a:moveTo>
                  <a:pt x="168" y="48"/>
                </a:move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4" y="80"/>
                  <a:pt x="8" y="80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72" y="80"/>
                  <a:pt x="176" y="76"/>
                  <a:pt x="176" y="72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52"/>
                  <a:pt x="172" y="48"/>
                  <a:pt x="168" y="48"/>
                </a:cubicBezTo>
                <a:moveTo>
                  <a:pt x="168" y="72"/>
                </a:moveTo>
                <a:cubicBezTo>
                  <a:pt x="8" y="72"/>
                  <a:pt x="8" y="72"/>
                  <a:pt x="8" y="72"/>
                </a:cubicBezTo>
                <a:cubicBezTo>
                  <a:pt x="8" y="56"/>
                  <a:pt x="8" y="56"/>
                  <a:pt x="8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72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488"/>
          <p:cNvSpPr>
            <a:spLocks noEditPoints="1"/>
          </p:cNvSpPr>
          <p:nvPr/>
        </p:nvSpPr>
        <p:spPr bwMode="auto">
          <a:xfrm>
            <a:off x="4081946" y="1120466"/>
            <a:ext cx="334275" cy="334275"/>
          </a:xfrm>
          <a:custGeom>
            <a:avLst/>
            <a:gdLst>
              <a:gd name="T0" fmla="*/ 172 w 176"/>
              <a:gd name="T1" fmla="*/ 104 h 176"/>
              <a:gd name="T2" fmla="*/ 92 w 176"/>
              <a:gd name="T3" fmla="*/ 104 h 176"/>
              <a:gd name="T4" fmla="*/ 96 w 176"/>
              <a:gd name="T5" fmla="*/ 100 h 176"/>
              <a:gd name="T6" fmla="*/ 92 w 176"/>
              <a:gd name="T7" fmla="*/ 96 h 176"/>
              <a:gd name="T8" fmla="*/ 88 w 176"/>
              <a:gd name="T9" fmla="*/ 96 h 176"/>
              <a:gd name="T10" fmla="*/ 88 w 176"/>
              <a:gd name="T11" fmla="*/ 72 h 176"/>
              <a:gd name="T12" fmla="*/ 80 w 176"/>
              <a:gd name="T13" fmla="*/ 64 h 176"/>
              <a:gd name="T14" fmla="*/ 40 w 176"/>
              <a:gd name="T15" fmla="*/ 64 h 176"/>
              <a:gd name="T16" fmla="*/ 32 w 176"/>
              <a:gd name="T17" fmla="*/ 72 h 176"/>
              <a:gd name="T18" fmla="*/ 32 w 176"/>
              <a:gd name="T19" fmla="*/ 96 h 176"/>
              <a:gd name="T20" fmla="*/ 28 w 176"/>
              <a:gd name="T21" fmla="*/ 96 h 176"/>
              <a:gd name="T22" fmla="*/ 24 w 176"/>
              <a:gd name="T23" fmla="*/ 100 h 176"/>
              <a:gd name="T24" fmla="*/ 28 w 176"/>
              <a:gd name="T25" fmla="*/ 104 h 176"/>
              <a:gd name="T26" fmla="*/ 4 w 176"/>
              <a:gd name="T27" fmla="*/ 104 h 176"/>
              <a:gd name="T28" fmla="*/ 0 w 176"/>
              <a:gd name="T29" fmla="*/ 108 h 176"/>
              <a:gd name="T30" fmla="*/ 4 w 176"/>
              <a:gd name="T31" fmla="*/ 112 h 176"/>
              <a:gd name="T32" fmla="*/ 24 w 176"/>
              <a:gd name="T33" fmla="*/ 112 h 176"/>
              <a:gd name="T34" fmla="*/ 24 w 176"/>
              <a:gd name="T35" fmla="*/ 172 h 176"/>
              <a:gd name="T36" fmla="*/ 28 w 176"/>
              <a:gd name="T37" fmla="*/ 176 h 176"/>
              <a:gd name="T38" fmla="*/ 32 w 176"/>
              <a:gd name="T39" fmla="*/ 172 h 176"/>
              <a:gd name="T40" fmla="*/ 32 w 176"/>
              <a:gd name="T41" fmla="*/ 112 h 176"/>
              <a:gd name="T42" fmla="*/ 144 w 176"/>
              <a:gd name="T43" fmla="*/ 112 h 176"/>
              <a:gd name="T44" fmla="*/ 144 w 176"/>
              <a:gd name="T45" fmla="*/ 172 h 176"/>
              <a:gd name="T46" fmla="*/ 148 w 176"/>
              <a:gd name="T47" fmla="*/ 176 h 176"/>
              <a:gd name="T48" fmla="*/ 152 w 176"/>
              <a:gd name="T49" fmla="*/ 172 h 176"/>
              <a:gd name="T50" fmla="*/ 152 w 176"/>
              <a:gd name="T51" fmla="*/ 112 h 176"/>
              <a:gd name="T52" fmla="*/ 172 w 176"/>
              <a:gd name="T53" fmla="*/ 112 h 176"/>
              <a:gd name="T54" fmla="*/ 176 w 176"/>
              <a:gd name="T55" fmla="*/ 108 h 176"/>
              <a:gd name="T56" fmla="*/ 172 w 176"/>
              <a:gd name="T57" fmla="*/ 104 h 176"/>
              <a:gd name="T58" fmla="*/ 80 w 176"/>
              <a:gd name="T59" fmla="*/ 96 h 176"/>
              <a:gd name="T60" fmla="*/ 40 w 176"/>
              <a:gd name="T61" fmla="*/ 96 h 176"/>
              <a:gd name="T62" fmla="*/ 40 w 176"/>
              <a:gd name="T63" fmla="*/ 72 h 176"/>
              <a:gd name="T64" fmla="*/ 80 w 176"/>
              <a:gd name="T65" fmla="*/ 72 h 176"/>
              <a:gd name="T66" fmla="*/ 80 w 176"/>
              <a:gd name="T67" fmla="*/ 96 h 176"/>
              <a:gd name="T68" fmla="*/ 148 w 176"/>
              <a:gd name="T69" fmla="*/ 32 h 176"/>
              <a:gd name="T70" fmla="*/ 152 w 176"/>
              <a:gd name="T71" fmla="*/ 32 h 176"/>
              <a:gd name="T72" fmla="*/ 156 w 176"/>
              <a:gd name="T73" fmla="*/ 28 h 176"/>
              <a:gd name="T74" fmla="*/ 152 w 176"/>
              <a:gd name="T75" fmla="*/ 24 h 176"/>
              <a:gd name="T76" fmla="*/ 152 w 176"/>
              <a:gd name="T77" fmla="*/ 20 h 176"/>
              <a:gd name="T78" fmla="*/ 148 w 176"/>
              <a:gd name="T79" fmla="*/ 16 h 176"/>
              <a:gd name="T80" fmla="*/ 144 w 176"/>
              <a:gd name="T81" fmla="*/ 20 h 176"/>
              <a:gd name="T82" fmla="*/ 144 w 176"/>
              <a:gd name="T83" fmla="*/ 28 h 176"/>
              <a:gd name="T84" fmla="*/ 148 w 176"/>
              <a:gd name="T85" fmla="*/ 32 h 176"/>
              <a:gd name="T86" fmla="*/ 148 w 176"/>
              <a:gd name="T87" fmla="*/ 56 h 176"/>
              <a:gd name="T88" fmla="*/ 176 w 176"/>
              <a:gd name="T89" fmla="*/ 28 h 176"/>
              <a:gd name="T90" fmla="*/ 148 w 176"/>
              <a:gd name="T91" fmla="*/ 0 h 176"/>
              <a:gd name="T92" fmla="*/ 120 w 176"/>
              <a:gd name="T93" fmla="*/ 28 h 176"/>
              <a:gd name="T94" fmla="*/ 148 w 176"/>
              <a:gd name="T95" fmla="*/ 56 h 176"/>
              <a:gd name="T96" fmla="*/ 148 w 176"/>
              <a:gd name="T97" fmla="*/ 8 h 176"/>
              <a:gd name="T98" fmla="*/ 168 w 176"/>
              <a:gd name="T99" fmla="*/ 28 h 176"/>
              <a:gd name="T100" fmla="*/ 148 w 176"/>
              <a:gd name="T101" fmla="*/ 48 h 176"/>
              <a:gd name="T102" fmla="*/ 128 w 176"/>
              <a:gd name="T103" fmla="*/ 28 h 176"/>
              <a:gd name="T104" fmla="*/ 148 w 176"/>
              <a:gd name="T105" fmla="*/ 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72" y="104"/>
                </a:moveTo>
                <a:cubicBezTo>
                  <a:pt x="92" y="104"/>
                  <a:pt x="92" y="104"/>
                  <a:pt x="92" y="104"/>
                </a:cubicBezTo>
                <a:cubicBezTo>
                  <a:pt x="94" y="104"/>
                  <a:pt x="96" y="102"/>
                  <a:pt x="96" y="100"/>
                </a:cubicBezTo>
                <a:cubicBezTo>
                  <a:pt x="96" y="98"/>
                  <a:pt x="94" y="96"/>
                  <a:pt x="92" y="96"/>
                </a:cubicBezTo>
                <a:cubicBezTo>
                  <a:pt x="88" y="96"/>
                  <a:pt x="88" y="96"/>
                  <a:pt x="88" y="96"/>
                </a:cubicBezTo>
                <a:cubicBezTo>
                  <a:pt x="88" y="72"/>
                  <a:pt x="88" y="72"/>
                  <a:pt x="88" y="72"/>
                </a:cubicBezTo>
                <a:cubicBezTo>
                  <a:pt x="88" y="68"/>
                  <a:pt x="84" y="64"/>
                  <a:pt x="80" y="64"/>
                </a:cubicBezTo>
                <a:cubicBezTo>
                  <a:pt x="40" y="64"/>
                  <a:pt x="40" y="64"/>
                  <a:pt x="40" y="64"/>
                </a:cubicBezTo>
                <a:cubicBezTo>
                  <a:pt x="36" y="64"/>
                  <a:pt x="32" y="68"/>
                  <a:pt x="32" y="72"/>
                </a:cubicBezTo>
                <a:cubicBezTo>
                  <a:pt x="32" y="96"/>
                  <a:pt x="32" y="96"/>
                  <a:pt x="32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6" y="96"/>
                  <a:pt x="24" y="98"/>
                  <a:pt x="24" y="100"/>
                </a:cubicBezTo>
                <a:cubicBezTo>
                  <a:pt x="24" y="102"/>
                  <a:pt x="26" y="104"/>
                  <a:pt x="28" y="104"/>
                </a:cubicBezTo>
                <a:cubicBezTo>
                  <a:pt x="4" y="104"/>
                  <a:pt x="4" y="104"/>
                  <a:pt x="4" y="104"/>
                </a:cubicBezTo>
                <a:cubicBezTo>
                  <a:pt x="2" y="104"/>
                  <a:pt x="0" y="106"/>
                  <a:pt x="0" y="108"/>
                </a:cubicBezTo>
                <a:cubicBezTo>
                  <a:pt x="0" y="110"/>
                  <a:pt x="2" y="112"/>
                  <a:pt x="4" y="112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30" y="176"/>
                  <a:pt x="32" y="174"/>
                  <a:pt x="32" y="17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144" y="112"/>
                  <a:pt x="144" y="112"/>
                  <a:pt x="144" y="112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4"/>
                  <a:pt x="146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74" y="112"/>
                  <a:pt x="176" y="110"/>
                  <a:pt x="176" y="108"/>
                </a:cubicBezTo>
                <a:cubicBezTo>
                  <a:pt x="176" y="106"/>
                  <a:pt x="174" y="104"/>
                  <a:pt x="172" y="104"/>
                </a:cubicBezTo>
                <a:moveTo>
                  <a:pt x="80" y="96"/>
                </a:moveTo>
                <a:cubicBezTo>
                  <a:pt x="40" y="96"/>
                  <a:pt x="40" y="96"/>
                  <a:pt x="40" y="96"/>
                </a:cubicBezTo>
                <a:cubicBezTo>
                  <a:pt x="40" y="72"/>
                  <a:pt x="40" y="72"/>
                  <a:pt x="40" y="72"/>
                </a:cubicBezTo>
                <a:cubicBezTo>
                  <a:pt x="80" y="72"/>
                  <a:pt x="80" y="72"/>
                  <a:pt x="80" y="72"/>
                </a:cubicBezTo>
                <a:lnTo>
                  <a:pt x="80" y="96"/>
                </a:lnTo>
                <a:close/>
                <a:moveTo>
                  <a:pt x="148" y="32"/>
                </a:moveTo>
                <a:cubicBezTo>
                  <a:pt x="152" y="32"/>
                  <a:pt x="152" y="32"/>
                  <a:pt x="152" y="32"/>
                </a:cubicBezTo>
                <a:cubicBezTo>
                  <a:pt x="154" y="32"/>
                  <a:pt x="156" y="30"/>
                  <a:pt x="156" y="28"/>
                </a:cubicBezTo>
                <a:cubicBezTo>
                  <a:pt x="156" y="26"/>
                  <a:pt x="154" y="24"/>
                  <a:pt x="152" y="24"/>
                </a:cubicBezTo>
                <a:cubicBezTo>
                  <a:pt x="152" y="20"/>
                  <a:pt x="152" y="20"/>
                  <a:pt x="152" y="20"/>
                </a:cubicBezTo>
                <a:cubicBezTo>
                  <a:pt x="152" y="18"/>
                  <a:pt x="150" y="16"/>
                  <a:pt x="148" y="16"/>
                </a:cubicBezTo>
                <a:cubicBezTo>
                  <a:pt x="146" y="16"/>
                  <a:pt x="144" y="18"/>
                  <a:pt x="144" y="20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30"/>
                  <a:pt x="146" y="32"/>
                  <a:pt x="148" y="32"/>
                </a:cubicBezTo>
                <a:moveTo>
                  <a:pt x="148" y="56"/>
                </a:moveTo>
                <a:cubicBezTo>
                  <a:pt x="163" y="56"/>
                  <a:pt x="176" y="43"/>
                  <a:pt x="176" y="28"/>
                </a:cubicBezTo>
                <a:cubicBezTo>
                  <a:pt x="176" y="13"/>
                  <a:pt x="163" y="0"/>
                  <a:pt x="148" y="0"/>
                </a:cubicBezTo>
                <a:cubicBezTo>
                  <a:pt x="133" y="0"/>
                  <a:pt x="120" y="13"/>
                  <a:pt x="120" y="28"/>
                </a:cubicBezTo>
                <a:cubicBezTo>
                  <a:pt x="120" y="43"/>
                  <a:pt x="133" y="56"/>
                  <a:pt x="148" y="56"/>
                </a:cubicBezTo>
                <a:moveTo>
                  <a:pt x="148" y="8"/>
                </a:moveTo>
                <a:cubicBezTo>
                  <a:pt x="159" y="8"/>
                  <a:pt x="168" y="17"/>
                  <a:pt x="168" y="28"/>
                </a:cubicBezTo>
                <a:cubicBezTo>
                  <a:pt x="168" y="39"/>
                  <a:pt x="159" y="48"/>
                  <a:pt x="148" y="48"/>
                </a:cubicBezTo>
                <a:cubicBezTo>
                  <a:pt x="137" y="48"/>
                  <a:pt x="128" y="39"/>
                  <a:pt x="128" y="28"/>
                </a:cubicBezTo>
                <a:cubicBezTo>
                  <a:pt x="128" y="17"/>
                  <a:pt x="137" y="8"/>
                  <a:pt x="148" y="8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489"/>
          <p:cNvSpPr>
            <a:spLocks noEditPoints="1"/>
          </p:cNvSpPr>
          <p:nvPr/>
        </p:nvSpPr>
        <p:spPr bwMode="auto">
          <a:xfrm>
            <a:off x="4719665" y="1120466"/>
            <a:ext cx="335898" cy="334275"/>
          </a:xfrm>
          <a:custGeom>
            <a:avLst/>
            <a:gdLst>
              <a:gd name="T0" fmla="*/ 176 w 176"/>
              <a:gd name="T1" fmla="*/ 52 h 176"/>
              <a:gd name="T2" fmla="*/ 124 w 176"/>
              <a:gd name="T3" fmla="*/ 0 h 176"/>
              <a:gd name="T4" fmla="*/ 88 w 176"/>
              <a:gd name="T5" fmla="*/ 15 h 176"/>
              <a:gd name="T6" fmla="*/ 52 w 176"/>
              <a:gd name="T7" fmla="*/ 0 h 176"/>
              <a:gd name="T8" fmla="*/ 0 w 176"/>
              <a:gd name="T9" fmla="*/ 52 h 176"/>
              <a:gd name="T10" fmla="*/ 0 w 176"/>
              <a:gd name="T11" fmla="*/ 58 h 176"/>
              <a:gd name="T12" fmla="*/ 88 w 176"/>
              <a:gd name="T13" fmla="*/ 176 h 176"/>
              <a:gd name="T14" fmla="*/ 176 w 176"/>
              <a:gd name="T15" fmla="*/ 58 h 176"/>
              <a:gd name="T16" fmla="*/ 176 w 176"/>
              <a:gd name="T17" fmla="*/ 52 h 176"/>
              <a:gd name="T18" fmla="*/ 168 w 176"/>
              <a:gd name="T19" fmla="*/ 57 h 176"/>
              <a:gd name="T20" fmla="*/ 88 w 176"/>
              <a:gd name="T21" fmla="*/ 167 h 176"/>
              <a:gd name="T22" fmla="*/ 8 w 176"/>
              <a:gd name="T23" fmla="*/ 57 h 176"/>
              <a:gd name="T24" fmla="*/ 8 w 176"/>
              <a:gd name="T25" fmla="*/ 52 h 176"/>
              <a:gd name="T26" fmla="*/ 52 w 176"/>
              <a:gd name="T27" fmla="*/ 8 h 176"/>
              <a:gd name="T28" fmla="*/ 82 w 176"/>
              <a:gd name="T29" fmla="*/ 20 h 176"/>
              <a:gd name="T30" fmla="*/ 86 w 176"/>
              <a:gd name="T31" fmla="*/ 24 h 176"/>
              <a:gd name="T32" fmla="*/ 72 w 176"/>
              <a:gd name="T33" fmla="*/ 56 h 176"/>
              <a:gd name="T34" fmla="*/ 92 w 176"/>
              <a:gd name="T35" fmla="*/ 80 h 176"/>
              <a:gd name="T36" fmla="*/ 76 w 176"/>
              <a:gd name="T37" fmla="*/ 116 h 176"/>
              <a:gd name="T38" fmla="*/ 88 w 176"/>
              <a:gd name="T39" fmla="*/ 136 h 176"/>
              <a:gd name="T40" fmla="*/ 85 w 176"/>
              <a:gd name="T41" fmla="*/ 116 h 176"/>
              <a:gd name="T42" fmla="*/ 101 w 176"/>
              <a:gd name="T43" fmla="*/ 78 h 176"/>
              <a:gd name="T44" fmla="*/ 82 w 176"/>
              <a:gd name="T45" fmla="*/ 55 h 176"/>
              <a:gd name="T46" fmla="*/ 98 w 176"/>
              <a:gd name="T47" fmla="*/ 16 h 176"/>
              <a:gd name="T48" fmla="*/ 124 w 176"/>
              <a:gd name="T49" fmla="*/ 8 h 176"/>
              <a:gd name="T50" fmla="*/ 168 w 176"/>
              <a:gd name="T51" fmla="*/ 52 h 176"/>
              <a:gd name="T52" fmla="*/ 168 w 176"/>
              <a:gd name="T53" fmla="*/ 5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76" y="52"/>
                </a:moveTo>
                <a:cubicBezTo>
                  <a:pt x="176" y="23"/>
                  <a:pt x="153" y="0"/>
                  <a:pt x="124" y="0"/>
                </a:cubicBezTo>
                <a:cubicBezTo>
                  <a:pt x="110" y="0"/>
                  <a:pt x="97" y="6"/>
                  <a:pt x="88" y="15"/>
                </a:cubicBezTo>
                <a:cubicBezTo>
                  <a:pt x="79" y="6"/>
                  <a:pt x="66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55"/>
                  <a:pt x="1" y="59"/>
                  <a:pt x="0" y="58"/>
                </a:cubicBezTo>
                <a:cubicBezTo>
                  <a:pt x="6" y="109"/>
                  <a:pt x="80" y="176"/>
                  <a:pt x="88" y="176"/>
                </a:cubicBezTo>
                <a:cubicBezTo>
                  <a:pt x="96" y="176"/>
                  <a:pt x="170" y="109"/>
                  <a:pt x="176" y="58"/>
                </a:cubicBezTo>
                <a:cubicBezTo>
                  <a:pt x="175" y="59"/>
                  <a:pt x="176" y="55"/>
                  <a:pt x="176" y="52"/>
                </a:cubicBezTo>
                <a:moveTo>
                  <a:pt x="168" y="57"/>
                </a:moveTo>
                <a:cubicBezTo>
                  <a:pt x="163" y="100"/>
                  <a:pt x="103" y="158"/>
                  <a:pt x="88" y="167"/>
                </a:cubicBezTo>
                <a:cubicBezTo>
                  <a:pt x="73" y="158"/>
                  <a:pt x="13" y="100"/>
                  <a:pt x="8" y="57"/>
                </a:cubicBezTo>
                <a:cubicBezTo>
                  <a:pt x="8" y="57"/>
                  <a:pt x="8" y="55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63" y="8"/>
                  <a:pt x="74" y="12"/>
                  <a:pt x="82" y="20"/>
                </a:cubicBezTo>
                <a:cubicBezTo>
                  <a:pt x="86" y="24"/>
                  <a:pt x="86" y="24"/>
                  <a:pt x="86" y="24"/>
                </a:cubicBezTo>
                <a:cubicBezTo>
                  <a:pt x="72" y="56"/>
                  <a:pt x="72" y="56"/>
                  <a:pt x="72" y="56"/>
                </a:cubicBezTo>
                <a:cubicBezTo>
                  <a:pt x="92" y="80"/>
                  <a:pt x="92" y="80"/>
                  <a:pt x="92" y="80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82" y="55"/>
                  <a:pt x="82" y="55"/>
                  <a:pt x="82" y="55"/>
                </a:cubicBezTo>
                <a:cubicBezTo>
                  <a:pt x="98" y="16"/>
                  <a:pt x="98" y="16"/>
                  <a:pt x="98" y="16"/>
                </a:cubicBezTo>
                <a:cubicBezTo>
                  <a:pt x="106" y="11"/>
                  <a:pt x="115" y="8"/>
                  <a:pt x="124" y="8"/>
                </a:cubicBezTo>
                <a:cubicBezTo>
                  <a:pt x="148" y="8"/>
                  <a:pt x="168" y="28"/>
                  <a:pt x="168" y="52"/>
                </a:cubicBezTo>
                <a:cubicBezTo>
                  <a:pt x="168" y="55"/>
                  <a:pt x="168" y="57"/>
                  <a:pt x="168" y="57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490"/>
          <p:cNvSpPr>
            <a:spLocks noEditPoints="1"/>
          </p:cNvSpPr>
          <p:nvPr/>
        </p:nvSpPr>
        <p:spPr bwMode="auto">
          <a:xfrm>
            <a:off x="5359005" y="1135070"/>
            <a:ext cx="335898" cy="305067"/>
          </a:xfrm>
          <a:custGeom>
            <a:avLst/>
            <a:gdLst>
              <a:gd name="T0" fmla="*/ 80 w 176"/>
              <a:gd name="T1" fmla="*/ 155 h 160"/>
              <a:gd name="T2" fmla="*/ 73 w 176"/>
              <a:gd name="T3" fmla="*/ 124 h 160"/>
              <a:gd name="T4" fmla="*/ 90 w 176"/>
              <a:gd name="T5" fmla="*/ 87 h 160"/>
              <a:gd name="T6" fmla="*/ 69 w 176"/>
              <a:gd name="T7" fmla="*/ 63 h 160"/>
              <a:gd name="T8" fmla="*/ 80 w 176"/>
              <a:gd name="T9" fmla="*/ 26 h 160"/>
              <a:gd name="T10" fmla="*/ 80 w 176"/>
              <a:gd name="T11" fmla="*/ 26 h 160"/>
              <a:gd name="T12" fmla="*/ 80 w 176"/>
              <a:gd name="T13" fmla="*/ 24 h 160"/>
              <a:gd name="T14" fmla="*/ 78 w 176"/>
              <a:gd name="T15" fmla="*/ 21 h 160"/>
              <a:gd name="T16" fmla="*/ 78 w 176"/>
              <a:gd name="T17" fmla="*/ 21 h 160"/>
              <a:gd name="T18" fmla="*/ 45 w 176"/>
              <a:gd name="T19" fmla="*/ 8 h 160"/>
              <a:gd name="T20" fmla="*/ 0 w 176"/>
              <a:gd name="T21" fmla="*/ 53 h 160"/>
              <a:gd name="T22" fmla="*/ 0 w 176"/>
              <a:gd name="T23" fmla="*/ 58 h 160"/>
              <a:gd name="T24" fmla="*/ 0 w 176"/>
              <a:gd name="T25" fmla="*/ 58 h 160"/>
              <a:gd name="T26" fmla="*/ 73 w 176"/>
              <a:gd name="T27" fmla="*/ 159 h 160"/>
              <a:gd name="T28" fmla="*/ 76 w 176"/>
              <a:gd name="T29" fmla="*/ 160 h 160"/>
              <a:gd name="T30" fmla="*/ 80 w 176"/>
              <a:gd name="T31" fmla="*/ 156 h 160"/>
              <a:gd name="T32" fmla="*/ 80 w 176"/>
              <a:gd name="T33" fmla="*/ 155 h 160"/>
              <a:gd name="T34" fmla="*/ 8 w 176"/>
              <a:gd name="T35" fmla="*/ 57 h 160"/>
              <a:gd name="T36" fmla="*/ 8 w 176"/>
              <a:gd name="T37" fmla="*/ 57 h 160"/>
              <a:gd name="T38" fmla="*/ 8 w 176"/>
              <a:gd name="T39" fmla="*/ 57 h 160"/>
              <a:gd name="T40" fmla="*/ 8 w 176"/>
              <a:gd name="T41" fmla="*/ 53 h 160"/>
              <a:gd name="T42" fmla="*/ 45 w 176"/>
              <a:gd name="T43" fmla="*/ 16 h 160"/>
              <a:gd name="T44" fmla="*/ 71 w 176"/>
              <a:gd name="T45" fmla="*/ 26 h 160"/>
              <a:gd name="T46" fmla="*/ 60 w 176"/>
              <a:gd name="T47" fmla="*/ 64 h 160"/>
              <a:gd name="T48" fmla="*/ 80 w 176"/>
              <a:gd name="T49" fmla="*/ 88 h 160"/>
              <a:gd name="T50" fmla="*/ 64 w 176"/>
              <a:gd name="T51" fmla="*/ 124 h 160"/>
              <a:gd name="T52" fmla="*/ 70 w 176"/>
              <a:gd name="T53" fmla="*/ 146 h 160"/>
              <a:gd name="T54" fmla="*/ 8 w 176"/>
              <a:gd name="T55" fmla="*/ 57 h 160"/>
              <a:gd name="T56" fmla="*/ 176 w 176"/>
              <a:gd name="T57" fmla="*/ 45 h 160"/>
              <a:gd name="T58" fmla="*/ 131 w 176"/>
              <a:gd name="T59" fmla="*/ 0 h 160"/>
              <a:gd name="T60" fmla="*/ 98 w 176"/>
              <a:gd name="T61" fmla="*/ 13 h 160"/>
              <a:gd name="T62" fmla="*/ 98 w 176"/>
              <a:gd name="T63" fmla="*/ 13 h 160"/>
              <a:gd name="T64" fmla="*/ 96 w 176"/>
              <a:gd name="T65" fmla="*/ 15 h 160"/>
              <a:gd name="T66" fmla="*/ 96 w 176"/>
              <a:gd name="T67" fmla="*/ 15 h 160"/>
              <a:gd name="T68" fmla="*/ 84 w 176"/>
              <a:gd name="T69" fmla="*/ 56 h 160"/>
              <a:gd name="T70" fmla="*/ 104 w 176"/>
              <a:gd name="T71" fmla="*/ 80 h 160"/>
              <a:gd name="T72" fmla="*/ 88 w 176"/>
              <a:gd name="T73" fmla="*/ 116 h 160"/>
              <a:gd name="T74" fmla="*/ 96 w 176"/>
              <a:gd name="T75" fmla="*/ 149 h 160"/>
              <a:gd name="T76" fmla="*/ 96 w 176"/>
              <a:gd name="T77" fmla="*/ 149 h 160"/>
              <a:gd name="T78" fmla="*/ 100 w 176"/>
              <a:gd name="T79" fmla="*/ 152 h 160"/>
              <a:gd name="T80" fmla="*/ 103 w 176"/>
              <a:gd name="T81" fmla="*/ 151 h 160"/>
              <a:gd name="T82" fmla="*/ 176 w 176"/>
              <a:gd name="T83" fmla="*/ 50 h 160"/>
              <a:gd name="T84" fmla="*/ 176 w 176"/>
              <a:gd name="T85" fmla="*/ 50 h 160"/>
              <a:gd name="T86" fmla="*/ 176 w 176"/>
              <a:gd name="T87" fmla="*/ 45 h 160"/>
              <a:gd name="T88" fmla="*/ 168 w 176"/>
              <a:gd name="T89" fmla="*/ 49 h 160"/>
              <a:gd name="T90" fmla="*/ 168 w 176"/>
              <a:gd name="T91" fmla="*/ 49 h 160"/>
              <a:gd name="T92" fmla="*/ 168 w 176"/>
              <a:gd name="T93" fmla="*/ 49 h 160"/>
              <a:gd name="T94" fmla="*/ 103 w 176"/>
              <a:gd name="T95" fmla="*/ 141 h 160"/>
              <a:gd name="T96" fmla="*/ 97 w 176"/>
              <a:gd name="T97" fmla="*/ 116 h 160"/>
              <a:gd name="T98" fmla="*/ 114 w 176"/>
              <a:gd name="T99" fmla="*/ 79 h 160"/>
              <a:gd name="T100" fmla="*/ 93 w 176"/>
              <a:gd name="T101" fmla="*/ 55 h 160"/>
              <a:gd name="T102" fmla="*/ 103 w 176"/>
              <a:gd name="T103" fmla="*/ 19 h 160"/>
              <a:gd name="T104" fmla="*/ 104 w 176"/>
              <a:gd name="T105" fmla="*/ 19 h 160"/>
              <a:gd name="T106" fmla="*/ 131 w 176"/>
              <a:gd name="T107" fmla="*/ 8 h 160"/>
              <a:gd name="T108" fmla="*/ 168 w 176"/>
              <a:gd name="T109" fmla="*/ 45 h 160"/>
              <a:gd name="T110" fmla="*/ 168 w 176"/>
              <a:gd name="T111" fmla="*/ 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60">
                <a:moveTo>
                  <a:pt x="80" y="155"/>
                </a:moveTo>
                <a:cubicBezTo>
                  <a:pt x="73" y="124"/>
                  <a:pt x="73" y="124"/>
                  <a:pt x="73" y="124"/>
                </a:cubicBezTo>
                <a:cubicBezTo>
                  <a:pt x="90" y="87"/>
                  <a:pt x="90" y="87"/>
                  <a:pt x="90" y="87"/>
                </a:cubicBezTo>
                <a:cubicBezTo>
                  <a:pt x="69" y="63"/>
                  <a:pt x="69" y="63"/>
                  <a:pt x="69" y="63"/>
                </a:cubicBezTo>
                <a:cubicBezTo>
                  <a:pt x="80" y="26"/>
                  <a:pt x="80" y="26"/>
                  <a:pt x="80" y="26"/>
                </a:cubicBezTo>
                <a:cubicBezTo>
                  <a:pt x="80" y="26"/>
                  <a:pt x="80" y="26"/>
                  <a:pt x="80" y="26"/>
                </a:cubicBezTo>
                <a:cubicBezTo>
                  <a:pt x="80" y="25"/>
                  <a:pt x="80" y="25"/>
                  <a:pt x="80" y="24"/>
                </a:cubicBezTo>
                <a:cubicBezTo>
                  <a:pt x="80" y="23"/>
                  <a:pt x="79" y="22"/>
                  <a:pt x="78" y="21"/>
                </a:cubicBezTo>
                <a:cubicBezTo>
                  <a:pt x="78" y="21"/>
                  <a:pt x="78" y="21"/>
                  <a:pt x="78" y="21"/>
                </a:cubicBezTo>
                <a:cubicBezTo>
                  <a:pt x="70" y="14"/>
                  <a:pt x="57" y="8"/>
                  <a:pt x="45" y="8"/>
                </a:cubicBezTo>
                <a:cubicBezTo>
                  <a:pt x="20" y="8"/>
                  <a:pt x="0" y="28"/>
                  <a:pt x="0" y="53"/>
                </a:cubicBezTo>
                <a:cubicBezTo>
                  <a:pt x="0" y="55"/>
                  <a:pt x="0" y="58"/>
                  <a:pt x="0" y="58"/>
                </a:cubicBezTo>
                <a:cubicBezTo>
                  <a:pt x="0" y="58"/>
                  <a:pt x="0" y="58"/>
                  <a:pt x="0" y="58"/>
                </a:cubicBezTo>
                <a:cubicBezTo>
                  <a:pt x="5" y="99"/>
                  <a:pt x="59" y="150"/>
                  <a:pt x="73" y="159"/>
                </a:cubicBezTo>
                <a:cubicBezTo>
                  <a:pt x="74" y="160"/>
                  <a:pt x="75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56"/>
                  <a:pt x="80" y="155"/>
                  <a:pt x="80" y="155"/>
                </a:cubicBezTo>
                <a:close/>
                <a:moveTo>
                  <a:pt x="8" y="57"/>
                </a:moveTo>
                <a:cubicBezTo>
                  <a:pt x="8" y="57"/>
                  <a:pt x="8" y="57"/>
                  <a:pt x="8" y="57"/>
                </a:cubicBezTo>
                <a:cubicBezTo>
                  <a:pt x="8" y="57"/>
                  <a:pt x="8" y="57"/>
                  <a:pt x="8" y="57"/>
                </a:cubicBezTo>
                <a:cubicBezTo>
                  <a:pt x="8" y="56"/>
                  <a:pt x="8" y="54"/>
                  <a:pt x="8" y="53"/>
                </a:cubicBezTo>
                <a:cubicBezTo>
                  <a:pt x="8" y="33"/>
                  <a:pt x="25" y="16"/>
                  <a:pt x="45" y="16"/>
                </a:cubicBezTo>
                <a:cubicBezTo>
                  <a:pt x="54" y="16"/>
                  <a:pt x="64" y="20"/>
                  <a:pt x="71" y="26"/>
                </a:cubicBezTo>
                <a:cubicBezTo>
                  <a:pt x="60" y="64"/>
                  <a:pt x="60" y="64"/>
                  <a:pt x="60" y="64"/>
                </a:cubicBezTo>
                <a:cubicBezTo>
                  <a:pt x="80" y="88"/>
                  <a:pt x="80" y="88"/>
                  <a:pt x="80" y="88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51" y="131"/>
                  <a:pt x="12" y="89"/>
                  <a:pt x="8" y="57"/>
                </a:cubicBezTo>
                <a:moveTo>
                  <a:pt x="176" y="45"/>
                </a:moveTo>
                <a:cubicBezTo>
                  <a:pt x="176" y="20"/>
                  <a:pt x="156" y="0"/>
                  <a:pt x="131" y="0"/>
                </a:cubicBezTo>
                <a:cubicBezTo>
                  <a:pt x="119" y="0"/>
                  <a:pt x="106" y="6"/>
                  <a:pt x="98" y="13"/>
                </a:cubicBezTo>
                <a:cubicBezTo>
                  <a:pt x="98" y="13"/>
                  <a:pt x="98" y="13"/>
                  <a:pt x="98" y="13"/>
                </a:cubicBezTo>
                <a:cubicBezTo>
                  <a:pt x="97" y="14"/>
                  <a:pt x="96" y="15"/>
                  <a:pt x="96" y="15"/>
                </a:cubicBezTo>
                <a:cubicBezTo>
                  <a:pt x="96" y="15"/>
                  <a:pt x="96" y="15"/>
                  <a:pt x="96" y="15"/>
                </a:cubicBezTo>
                <a:cubicBezTo>
                  <a:pt x="84" y="56"/>
                  <a:pt x="84" y="56"/>
                  <a:pt x="84" y="56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88" y="116"/>
                  <a:pt x="88" y="116"/>
                  <a:pt x="88" y="116"/>
                </a:cubicBezTo>
                <a:cubicBezTo>
                  <a:pt x="96" y="149"/>
                  <a:pt x="96" y="149"/>
                  <a:pt x="96" y="149"/>
                </a:cubicBezTo>
                <a:cubicBezTo>
                  <a:pt x="96" y="149"/>
                  <a:pt x="96" y="149"/>
                  <a:pt x="96" y="149"/>
                </a:cubicBezTo>
                <a:cubicBezTo>
                  <a:pt x="97" y="151"/>
                  <a:pt x="98" y="152"/>
                  <a:pt x="100" y="152"/>
                </a:cubicBezTo>
                <a:cubicBezTo>
                  <a:pt x="101" y="152"/>
                  <a:pt x="102" y="152"/>
                  <a:pt x="103" y="151"/>
                </a:cubicBezTo>
                <a:cubicBezTo>
                  <a:pt x="117" y="142"/>
                  <a:pt x="171" y="91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47"/>
                  <a:pt x="176" y="45"/>
                </a:cubicBezTo>
                <a:moveTo>
                  <a:pt x="168" y="49"/>
                </a:moveTo>
                <a:cubicBezTo>
                  <a:pt x="168" y="49"/>
                  <a:pt x="168" y="49"/>
                  <a:pt x="168" y="49"/>
                </a:cubicBezTo>
                <a:cubicBezTo>
                  <a:pt x="168" y="49"/>
                  <a:pt x="168" y="49"/>
                  <a:pt x="168" y="49"/>
                </a:cubicBezTo>
                <a:cubicBezTo>
                  <a:pt x="164" y="84"/>
                  <a:pt x="119" y="129"/>
                  <a:pt x="103" y="141"/>
                </a:cubicBezTo>
                <a:cubicBezTo>
                  <a:pt x="97" y="116"/>
                  <a:pt x="97" y="116"/>
                  <a:pt x="97" y="116"/>
                </a:cubicBezTo>
                <a:cubicBezTo>
                  <a:pt x="114" y="79"/>
                  <a:pt x="114" y="79"/>
                  <a:pt x="114" y="79"/>
                </a:cubicBezTo>
                <a:cubicBezTo>
                  <a:pt x="93" y="55"/>
                  <a:pt x="93" y="55"/>
                  <a:pt x="93" y="55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11" y="12"/>
                  <a:pt x="122" y="8"/>
                  <a:pt x="131" y="8"/>
                </a:cubicBezTo>
                <a:cubicBezTo>
                  <a:pt x="151" y="8"/>
                  <a:pt x="168" y="25"/>
                  <a:pt x="168" y="45"/>
                </a:cubicBezTo>
                <a:cubicBezTo>
                  <a:pt x="168" y="46"/>
                  <a:pt x="168" y="48"/>
                  <a:pt x="168" y="49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491"/>
          <p:cNvSpPr>
            <a:spLocks noEditPoints="1"/>
          </p:cNvSpPr>
          <p:nvPr/>
        </p:nvSpPr>
        <p:spPr bwMode="auto">
          <a:xfrm>
            <a:off x="5998347" y="1120466"/>
            <a:ext cx="334275" cy="334275"/>
          </a:xfrm>
          <a:custGeom>
            <a:avLst/>
            <a:gdLst>
              <a:gd name="T0" fmla="*/ 72 w 176"/>
              <a:gd name="T1" fmla="*/ 100 h 176"/>
              <a:gd name="T2" fmla="*/ 80 w 176"/>
              <a:gd name="T3" fmla="*/ 100 h 176"/>
              <a:gd name="T4" fmla="*/ 68 w 176"/>
              <a:gd name="T5" fmla="*/ 76 h 176"/>
              <a:gd name="T6" fmla="*/ 68 w 176"/>
              <a:gd name="T7" fmla="*/ 84 h 176"/>
              <a:gd name="T8" fmla="*/ 68 w 176"/>
              <a:gd name="T9" fmla="*/ 76 h 176"/>
              <a:gd name="T10" fmla="*/ 52 w 176"/>
              <a:gd name="T11" fmla="*/ 92 h 176"/>
              <a:gd name="T12" fmla="*/ 60 w 176"/>
              <a:gd name="T13" fmla="*/ 92 h 176"/>
              <a:gd name="T14" fmla="*/ 80 w 176"/>
              <a:gd name="T15" fmla="*/ 72 h 176"/>
              <a:gd name="T16" fmla="*/ 80 w 176"/>
              <a:gd name="T17" fmla="*/ 64 h 176"/>
              <a:gd name="T18" fmla="*/ 80 w 176"/>
              <a:gd name="T19" fmla="*/ 72 h 176"/>
              <a:gd name="T20" fmla="*/ 80 w 176"/>
              <a:gd name="T21" fmla="*/ 120 h 176"/>
              <a:gd name="T22" fmla="*/ 88 w 176"/>
              <a:gd name="T23" fmla="*/ 120 h 176"/>
              <a:gd name="T24" fmla="*/ 88 w 176"/>
              <a:gd name="T25" fmla="*/ 84 h 176"/>
              <a:gd name="T26" fmla="*/ 88 w 176"/>
              <a:gd name="T27" fmla="*/ 92 h 176"/>
              <a:gd name="T28" fmla="*/ 88 w 176"/>
              <a:gd name="T29" fmla="*/ 84 h 176"/>
              <a:gd name="T30" fmla="*/ 104 w 176"/>
              <a:gd name="T31" fmla="*/ 76 h 176"/>
              <a:gd name="T32" fmla="*/ 96 w 176"/>
              <a:gd name="T33" fmla="*/ 76 h 176"/>
              <a:gd name="T34" fmla="*/ 108 w 176"/>
              <a:gd name="T35" fmla="*/ 100 h 176"/>
              <a:gd name="T36" fmla="*/ 108 w 176"/>
              <a:gd name="T37" fmla="*/ 92 h 176"/>
              <a:gd name="T38" fmla="*/ 108 w 176"/>
              <a:gd name="T39" fmla="*/ 100 h 176"/>
              <a:gd name="T40" fmla="*/ 92 w 176"/>
              <a:gd name="T41" fmla="*/ 60 h 176"/>
              <a:gd name="T42" fmla="*/ 92 w 176"/>
              <a:gd name="T43" fmla="*/ 52 h 176"/>
              <a:gd name="T44" fmla="*/ 176 w 176"/>
              <a:gd name="T45" fmla="*/ 40 h 176"/>
              <a:gd name="T46" fmla="*/ 112 w 176"/>
              <a:gd name="T47" fmla="*/ 8 h 176"/>
              <a:gd name="T48" fmla="*/ 108 w 176"/>
              <a:gd name="T49" fmla="*/ 12 h 176"/>
              <a:gd name="T50" fmla="*/ 12 w 176"/>
              <a:gd name="T51" fmla="*/ 108 h 176"/>
              <a:gd name="T52" fmla="*/ 40 w 176"/>
              <a:gd name="T53" fmla="*/ 176 h 176"/>
              <a:gd name="T54" fmla="*/ 164 w 176"/>
              <a:gd name="T55" fmla="*/ 68 h 176"/>
              <a:gd name="T56" fmla="*/ 168 w 176"/>
              <a:gd name="T57" fmla="*/ 64 h 176"/>
              <a:gd name="T58" fmla="*/ 176 w 176"/>
              <a:gd name="T59" fmla="*/ 40 h 176"/>
              <a:gd name="T60" fmla="*/ 40 w 176"/>
              <a:gd name="T61" fmla="*/ 168 h 176"/>
              <a:gd name="T62" fmla="*/ 17 w 176"/>
              <a:gd name="T63" fmla="*/ 113 h 176"/>
              <a:gd name="T64" fmla="*/ 78 w 176"/>
              <a:gd name="T65" fmla="*/ 143 h 176"/>
              <a:gd name="T66" fmla="*/ 83 w 176"/>
              <a:gd name="T67" fmla="*/ 138 h 176"/>
              <a:gd name="T68" fmla="*/ 93 w 176"/>
              <a:gd name="T69" fmla="*/ 38 h 176"/>
              <a:gd name="T70" fmla="*/ 83 w 176"/>
              <a:gd name="T71" fmla="*/ 138 h 176"/>
              <a:gd name="T72" fmla="*/ 163 w 176"/>
              <a:gd name="T73" fmla="*/ 59 h 176"/>
              <a:gd name="T74" fmla="*/ 159 w 176"/>
              <a:gd name="T75" fmla="*/ 63 h 176"/>
              <a:gd name="T76" fmla="*/ 98 w 176"/>
              <a:gd name="T77" fmla="*/ 33 h 176"/>
              <a:gd name="T78" fmla="*/ 113 w 176"/>
              <a:gd name="T79" fmla="*/ 17 h 176"/>
              <a:gd name="T80" fmla="*/ 118 w 176"/>
              <a:gd name="T81" fmla="*/ 14 h 176"/>
              <a:gd name="T82" fmla="*/ 168 w 176"/>
              <a:gd name="T83" fmla="*/ 40 h 176"/>
              <a:gd name="T84" fmla="*/ 120 w 176"/>
              <a:gd name="T85" fmla="*/ 88 h 176"/>
              <a:gd name="T86" fmla="*/ 120 w 176"/>
              <a:gd name="T87" fmla="*/ 80 h 176"/>
              <a:gd name="T88" fmla="*/ 120 w 176"/>
              <a:gd name="T89" fmla="*/ 88 h 176"/>
              <a:gd name="T90" fmla="*/ 92 w 176"/>
              <a:gd name="T91" fmla="*/ 108 h 176"/>
              <a:gd name="T92" fmla="*/ 100 w 176"/>
              <a:gd name="T93" fmla="*/ 10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76" y="96"/>
                </a:moveTo>
                <a:cubicBezTo>
                  <a:pt x="74" y="96"/>
                  <a:pt x="72" y="98"/>
                  <a:pt x="72" y="100"/>
                </a:cubicBezTo>
                <a:cubicBezTo>
                  <a:pt x="72" y="102"/>
                  <a:pt x="74" y="104"/>
                  <a:pt x="76" y="104"/>
                </a:cubicBezTo>
                <a:cubicBezTo>
                  <a:pt x="78" y="104"/>
                  <a:pt x="80" y="102"/>
                  <a:pt x="80" y="100"/>
                </a:cubicBezTo>
                <a:cubicBezTo>
                  <a:pt x="80" y="98"/>
                  <a:pt x="78" y="96"/>
                  <a:pt x="76" y="96"/>
                </a:cubicBezTo>
                <a:moveTo>
                  <a:pt x="68" y="76"/>
                </a:moveTo>
                <a:cubicBezTo>
                  <a:pt x="66" y="76"/>
                  <a:pt x="64" y="78"/>
                  <a:pt x="64" y="80"/>
                </a:cubicBezTo>
                <a:cubicBezTo>
                  <a:pt x="64" y="82"/>
                  <a:pt x="66" y="84"/>
                  <a:pt x="68" y="84"/>
                </a:cubicBezTo>
                <a:cubicBezTo>
                  <a:pt x="70" y="84"/>
                  <a:pt x="72" y="82"/>
                  <a:pt x="72" y="80"/>
                </a:cubicBezTo>
                <a:cubicBezTo>
                  <a:pt x="72" y="78"/>
                  <a:pt x="70" y="76"/>
                  <a:pt x="68" y="76"/>
                </a:cubicBezTo>
                <a:moveTo>
                  <a:pt x="56" y="88"/>
                </a:moveTo>
                <a:cubicBezTo>
                  <a:pt x="54" y="88"/>
                  <a:pt x="52" y="90"/>
                  <a:pt x="52" y="92"/>
                </a:cubicBezTo>
                <a:cubicBezTo>
                  <a:pt x="52" y="94"/>
                  <a:pt x="54" y="96"/>
                  <a:pt x="56" y="96"/>
                </a:cubicBezTo>
                <a:cubicBezTo>
                  <a:pt x="58" y="96"/>
                  <a:pt x="60" y="94"/>
                  <a:pt x="60" y="92"/>
                </a:cubicBezTo>
                <a:cubicBezTo>
                  <a:pt x="60" y="90"/>
                  <a:pt x="58" y="88"/>
                  <a:pt x="56" y="88"/>
                </a:cubicBezTo>
                <a:moveTo>
                  <a:pt x="80" y="72"/>
                </a:moveTo>
                <a:cubicBezTo>
                  <a:pt x="82" y="72"/>
                  <a:pt x="84" y="70"/>
                  <a:pt x="84" y="68"/>
                </a:cubicBezTo>
                <a:cubicBezTo>
                  <a:pt x="84" y="66"/>
                  <a:pt x="82" y="64"/>
                  <a:pt x="80" y="64"/>
                </a:cubicBezTo>
                <a:cubicBezTo>
                  <a:pt x="78" y="64"/>
                  <a:pt x="76" y="66"/>
                  <a:pt x="76" y="68"/>
                </a:cubicBezTo>
                <a:cubicBezTo>
                  <a:pt x="76" y="70"/>
                  <a:pt x="78" y="72"/>
                  <a:pt x="80" y="72"/>
                </a:cubicBezTo>
                <a:moveTo>
                  <a:pt x="84" y="116"/>
                </a:moveTo>
                <a:cubicBezTo>
                  <a:pt x="82" y="116"/>
                  <a:pt x="80" y="118"/>
                  <a:pt x="80" y="120"/>
                </a:cubicBezTo>
                <a:cubicBezTo>
                  <a:pt x="80" y="122"/>
                  <a:pt x="82" y="124"/>
                  <a:pt x="84" y="124"/>
                </a:cubicBezTo>
                <a:cubicBezTo>
                  <a:pt x="86" y="124"/>
                  <a:pt x="88" y="122"/>
                  <a:pt x="88" y="120"/>
                </a:cubicBezTo>
                <a:cubicBezTo>
                  <a:pt x="88" y="118"/>
                  <a:pt x="86" y="116"/>
                  <a:pt x="84" y="116"/>
                </a:cubicBezTo>
                <a:moveTo>
                  <a:pt x="88" y="84"/>
                </a:moveTo>
                <a:cubicBezTo>
                  <a:pt x="86" y="84"/>
                  <a:pt x="84" y="86"/>
                  <a:pt x="84" y="88"/>
                </a:cubicBezTo>
                <a:cubicBezTo>
                  <a:pt x="84" y="90"/>
                  <a:pt x="86" y="92"/>
                  <a:pt x="88" y="92"/>
                </a:cubicBezTo>
                <a:cubicBezTo>
                  <a:pt x="90" y="92"/>
                  <a:pt x="92" y="90"/>
                  <a:pt x="92" y="88"/>
                </a:cubicBezTo>
                <a:cubicBezTo>
                  <a:pt x="92" y="86"/>
                  <a:pt x="90" y="84"/>
                  <a:pt x="88" y="84"/>
                </a:cubicBezTo>
                <a:moveTo>
                  <a:pt x="100" y="80"/>
                </a:moveTo>
                <a:cubicBezTo>
                  <a:pt x="102" y="80"/>
                  <a:pt x="104" y="78"/>
                  <a:pt x="104" y="76"/>
                </a:cubicBezTo>
                <a:cubicBezTo>
                  <a:pt x="104" y="74"/>
                  <a:pt x="102" y="72"/>
                  <a:pt x="100" y="72"/>
                </a:cubicBezTo>
                <a:cubicBezTo>
                  <a:pt x="98" y="72"/>
                  <a:pt x="96" y="74"/>
                  <a:pt x="96" y="76"/>
                </a:cubicBezTo>
                <a:cubicBezTo>
                  <a:pt x="96" y="78"/>
                  <a:pt x="98" y="80"/>
                  <a:pt x="100" y="80"/>
                </a:cubicBezTo>
                <a:moveTo>
                  <a:pt x="108" y="100"/>
                </a:moveTo>
                <a:cubicBezTo>
                  <a:pt x="110" y="100"/>
                  <a:pt x="112" y="98"/>
                  <a:pt x="112" y="96"/>
                </a:cubicBezTo>
                <a:cubicBezTo>
                  <a:pt x="112" y="94"/>
                  <a:pt x="110" y="92"/>
                  <a:pt x="108" y="92"/>
                </a:cubicBezTo>
                <a:cubicBezTo>
                  <a:pt x="106" y="92"/>
                  <a:pt x="104" y="94"/>
                  <a:pt x="104" y="96"/>
                </a:cubicBezTo>
                <a:cubicBezTo>
                  <a:pt x="104" y="98"/>
                  <a:pt x="106" y="100"/>
                  <a:pt x="108" y="100"/>
                </a:cubicBezTo>
                <a:moveTo>
                  <a:pt x="88" y="56"/>
                </a:moveTo>
                <a:cubicBezTo>
                  <a:pt x="88" y="58"/>
                  <a:pt x="90" y="60"/>
                  <a:pt x="92" y="60"/>
                </a:cubicBezTo>
                <a:cubicBezTo>
                  <a:pt x="94" y="60"/>
                  <a:pt x="96" y="58"/>
                  <a:pt x="96" y="56"/>
                </a:cubicBezTo>
                <a:cubicBezTo>
                  <a:pt x="96" y="54"/>
                  <a:pt x="94" y="52"/>
                  <a:pt x="92" y="52"/>
                </a:cubicBezTo>
                <a:cubicBezTo>
                  <a:pt x="90" y="52"/>
                  <a:pt x="88" y="54"/>
                  <a:pt x="88" y="56"/>
                </a:cubicBezTo>
                <a:moveTo>
                  <a:pt x="176" y="40"/>
                </a:moveTo>
                <a:cubicBezTo>
                  <a:pt x="176" y="18"/>
                  <a:pt x="158" y="0"/>
                  <a:pt x="136" y="0"/>
                </a:cubicBezTo>
                <a:cubicBezTo>
                  <a:pt x="127" y="0"/>
                  <a:pt x="119" y="3"/>
                  <a:pt x="112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08" y="12"/>
                  <a:pt x="108" y="12"/>
                  <a:pt x="108" y="12"/>
                </a:cubicBezTo>
                <a:cubicBezTo>
                  <a:pt x="108" y="12"/>
                  <a:pt x="108" y="12"/>
                  <a:pt x="108" y="12"/>
                </a:cubicBezTo>
                <a:cubicBezTo>
                  <a:pt x="12" y="108"/>
                  <a:pt x="12" y="108"/>
                  <a:pt x="12" y="108"/>
                </a:cubicBezTo>
                <a:cubicBezTo>
                  <a:pt x="4" y="115"/>
                  <a:pt x="0" y="125"/>
                  <a:pt x="0" y="136"/>
                </a:cubicBezTo>
                <a:cubicBezTo>
                  <a:pt x="0" y="158"/>
                  <a:pt x="18" y="176"/>
                  <a:pt x="40" y="176"/>
                </a:cubicBezTo>
                <a:cubicBezTo>
                  <a:pt x="51" y="176"/>
                  <a:pt x="61" y="172"/>
                  <a:pt x="68" y="164"/>
                </a:cubicBezTo>
                <a:cubicBezTo>
                  <a:pt x="164" y="68"/>
                  <a:pt x="164" y="68"/>
                  <a:pt x="164" y="68"/>
                </a:cubicBezTo>
                <a:cubicBezTo>
                  <a:pt x="164" y="68"/>
                  <a:pt x="164" y="68"/>
                  <a:pt x="164" y="68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3" y="57"/>
                  <a:pt x="176" y="49"/>
                  <a:pt x="176" y="40"/>
                </a:cubicBezTo>
                <a:moveTo>
                  <a:pt x="63" y="159"/>
                </a:moveTo>
                <a:cubicBezTo>
                  <a:pt x="57" y="164"/>
                  <a:pt x="49" y="168"/>
                  <a:pt x="40" y="168"/>
                </a:cubicBezTo>
                <a:cubicBezTo>
                  <a:pt x="22" y="168"/>
                  <a:pt x="8" y="154"/>
                  <a:pt x="8" y="136"/>
                </a:cubicBezTo>
                <a:cubicBezTo>
                  <a:pt x="8" y="127"/>
                  <a:pt x="12" y="119"/>
                  <a:pt x="17" y="113"/>
                </a:cubicBezTo>
                <a:cubicBezTo>
                  <a:pt x="33" y="98"/>
                  <a:pt x="33" y="98"/>
                  <a:pt x="33" y="98"/>
                </a:cubicBezTo>
                <a:cubicBezTo>
                  <a:pt x="78" y="143"/>
                  <a:pt x="78" y="143"/>
                  <a:pt x="78" y="143"/>
                </a:cubicBezTo>
                <a:lnTo>
                  <a:pt x="63" y="159"/>
                </a:lnTo>
                <a:close/>
                <a:moveTo>
                  <a:pt x="83" y="138"/>
                </a:moveTo>
                <a:cubicBezTo>
                  <a:pt x="38" y="93"/>
                  <a:pt x="38" y="93"/>
                  <a:pt x="38" y="93"/>
                </a:cubicBezTo>
                <a:cubicBezTo>
                  <a:pt x="93" y="38"/>
                  <a:pt x="93" y="38"/>
                  <a:pt x="93" y="38"/>
                </a:cubicBezTo>
                <a:cubicBezTo>
                  <a:pt x="138" y="83"/>
                  <a:pt x="138" y="83"/>
                  <a:pt x="138" y="83"/>
                </a:cubicBezTo>
                <a:lnTo>
                  <a:pt x="83" y="138"/>
                </a:lnTo>
                <a:close/>
                <a:moveTo>
                  <a:pt x="162" y="58"/>
                </a:moveTo>
                <a:cubicBezTo>
                  <a:pt x="163" y="59"/>
                  <a:pt x="163" y="59"/>
                  <a:pt x="163" y="59"/>
                </a:cubicBezTo>
                <a:cubicBezTo>
                  <a:pt x="159" y="63"/>
                  <a:pt x="159" y="63"/>
                  <a:pt x="159" y="63"/>
                </a:cubicBezTo>
                <a:cubicBezTo>
                  <a:pt x="159" y="63"/>
                  <a:pt x="159" y="63"/>
                  <a:pt x="159" y="63"/>
                </a:cubicBezTo>
                <a:cubicBezTo>
                  <a:pt x="143" y="78"/>
                  <a:pt x="143" y="78"/>
                  <a:pt x="143" y="78"/>
                </a:cubicBezTo>
                <a:cubicBezTo>
                  <a:pt x="98" y="33"/>
                  <a:pt x="98" y="33"/>
                  <a:pt x="98" y="33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23" y="10"/>
                  <a:pt x="129" y="8"/>
                  <a:pt x="136" y="8"/>
                </a:cubicBezTo>
                <a:cubicBezTo>
                  <a:pt x="154" y="8"/>
                  <a:pt x="168" y="22"/>
                  <a:pt x="168" y="40"/>
                </a:cubicBezTo>
                <a:cubicBezTo>
                  <a:pt x="168" y="47"/>
                  <a:pt x="166" y="53"/>
                  <a:pt x="162" y="58"/>
                </a:cubicBezTo>
                <a:moveTo>
                  <a:pt x="120" y="88"/>
                </a:moveTo>
                <a:cubicBezTo>
                  <a:pt x="122" y="88"/>
                  <a:pt x="124" y="86"/>
                  <a:pt x="124" y="84"/>
                </a:cubicBezTo>
                <a:cubicBezTo>
                  <a:pt x="124" y="82"/>
                  <a:pt x="122" y="80"/>
                  <a:pt x="120" y="80"/>
                </a:cubicBezTo>
                <a:cubicBezTo>
                  <a:pt x="118" y="80"/>
                  <a:pt x="116" y="82"/>
                  <a:pt x="116" y="84"/>
                </a:cubicBezTo>
                <a:cubicBezTo>
                  <a:pt x="116" y="86"/>
                  <a:pt x="118" y="88"/>
                  <a:pt x="120" y="88"/>
                </a:cubicBezTo>
                <a:moveTo>
                  <a:pt x="96" y="104"/>
                </a:moveTo>
                <a:cubicBezTo>
                  <a:pt x="94" y="104"/>
                  <a:pt x="92" y="106"/>
                  <a:pt x="92" y="108"/>
                </a:cubicBezTo>
                <a:cubicBezTo>
                  <a:pt x="92" y="110"/>
                  <a:pt x="94" y="112"/>
                  <a:pt x="96" y="112"/>
                </a:cubicBezTo>
                <a:cubicBezTo>
                  <a:pt x="98" y="112"/>
                  <a:pt x="100" y="110"/>
                  <a:pt x="100" y="108"/>
                </a:cubicBezTo>
                <a:cubicBezTo>
                  <a:pt x="100" y="106"/>
                  <a:pt x="98" y="104"/>
                  <a:pt x="96" y="10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492"/>
          <p:cNvSpPr>
            <a:spLocks noEditPoints="1"/>
          </p:cNvSpPr>
          <p:nvPr/>
        </p:nvSpPr>
        <p:spPr bwMode="auto">
          <a:xfrm>
            <a:off x="6637689" y="1120466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28 w 176"/>
              <a:gd name="T37" fmla="*/ 72 h 176"/>
              <a:gd name="T38" fmla="*/ 104 w 176"/>
              <a:gd name="T39" fmla="*/ 72 h 176"/>
              <a:gd name="T40" fmla="*/ 104 w 176"/>
              <a:gd name="T41" fmla="*/ 48 h 176"/>
              <a:gd name="T42" fmla="*/ 96 w 176"/>
              <a:gd name="T43" fmla="*/ 40 h 176"/>
              <a:gd name="T44" fmla="*/ 80 w 176"/>
              <a:gd name="T45" fmla="*/ 40 h 176"/>
              <a:gd name="T46" fmla="*/ 72 w 176"/>
              <a:gd name="T47" fmla="*/ 48 h 176"/>
              <a:gd name="T48" fmla="*/ 72 w 176"/>
              <a:gd name="T49" fmla="*/ 72 h 176"/>
              <a:gd name="T50" fmla="*/ 48 w 176"/>
              <a:gd name="T51" fmla="*/ 72 h 176"/>
              <a:gd name="T52" fmla="*/ 40 w 176"/>
              <a:gd name="T53" fmla="*/ 80 h 176"/>
              <a:gd name="T54" fmla="*/ 40 w 176"/>
              <a:gd name="T55" fmla="*/ 96 h 176"/>
              <a:gd name="T56" fmla="*/ 48 w 176"/>
              <a:gd name="T57" fmla="*/ 104 h 176"/>
              <a:gd name="T58" fmla="*/ 72 w 176"/>
              <a:gd name="T59" fmla="*/ 104 h 176"/>
              <a:gd name="T60" fmla="*/ 72 w 176"/>
              <a:gd name="T61" fmla="*/ 128 h 176"/>
              <a:gd name="T62" fmla="*/ 80 w 176"/>
              <a:gd name="T63" fmla="*/ 136 h 176"/>
              <a:gd name="T64" fmla="*/ 96 w 176"/>
              <a:gd name="T65" fmla="*/ 136 h 176"/>
              <a:gd name="T66" fmla="*/ 104 w 176"/>
              <a:gd name="T67" fmla="*/ 128 h 176"/>
              <a:gd name="T68" fmla="*/ 104 w 176"/>
              <a:gd name="T69" fmla="*/ 104 h 176"/>
              <a:gd name="T70" fmla="*/ 128 w 176"/>
              <a:gd name="T71" fmla="*/ 104 h 176"/>
              <a:gd name="T72" fmla="*/ 136 w 176"/>
              <a:gd name="T73" fmla="*/ 96 h 176"/>
              <a:gd name="T74" fmla="*/ 136 w 176"/>
              <a:gd name="T75" fmla="*/ 80 h 176"/>
              <a:gd name="T76" fmla="*/ 128 w 176"/>
              <a:gd name="T77" fmla="*/ 72 h 176"/>
              <a:gd name="T78" fmla="*/ 128 w 176"/>
              <a:gd name="T79" fmla="*/ 96 h 176"/>
              <a:gd name="T80" fmla="*/ 96 w 176"/>
              <a:gd name="T81" fmla="*/ 96 h 176"/>
              <a:gd name="T82" fmla="*/ 96 w 176"/>
              <a:gd name="T83" fmla="*/ 128 h 176"/>
              <a:gd name="T84" fmla="*/ 80 w 176"/>
              <a:gd name="T85" fmla="*/ 128 h 176"/>
              <a:gd name="T86" fmla="*/ 80 w 176"/>
              <a:gd name="T87" fmla="*/ 96 h 176"/>
              <a:gd name="T88" fmla="*/ 48 w 176"/>
              <a:gd name="T89" fmla="*/ 96 h 176"/>
              <a:gd name="T90" fmla="*/ 48 w 176"/>
              <a:gd name="T91" fmla="*/ 80 h 176"/>
              <a:gd name="T92" fmla="*/ 80 w 176"/>
              <a:gd name="T93" fmla="*/ 80 h 176"/>
              <a:gd name="T94" fmla="*/ 80 w 176"/>
              <a:gd name="T95" fmla="*/ 48 h 176"/>
              <a:gd name="T96" fmla="*/ 96 w 176"/>
              <a:gd name="T97" fmla="*/ 48 h 176"/>
              <a:gd name="T98" fmla="*/ 96 w 176"/>
              <a:gd name="T99" fmla="*/ 80 h 176"/>
              <a:gd name="T100" fmla="*/ 128 w 176"/>
              <a:gd name="T101" fmla="*/ 80 h 176"/>
              <a:gd name="T102" fmla="*/ 128 w 176"/>
              <a:gd name="T103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28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4" y="44"/>
                  <a:pt x="100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6" y="40"/>
                  <a:pt x="72" y="44"/>
                  <a:pt x="72" y="48"/>
                </a:cubicBezTo>
                <a:cubicBezTo>
                  <a:pt x="72" y="72"/>
                  <a:pt x="72" y="72"/>
                  <a:pt x="72" y="72"/>
                </a:cubicBezTo>
                <a:cubicBezTo>
                  <a:pt x="48" y="72"/>
                  <a:pt x="48" y="72"/>
                  <a:pt x="48" y="72"/>
                </a:cubicBezTo>
                <a:cubicBezTo>
                  <a:pt x="44" y="72"/>
                  <a:pt x="40" y="76"/>
                  <a:pt x="40" y="80"/>
                </a:cubicBezTo>
                <a:cubicBezTo>
                  <a:pt x="40" y="96"/>
                  <a:pt x="40" y="96"/>
                  <a:pt x="40" y="96"/>
                </a:cubicBezTo>
                <a:cubicBezTo>
                  <a:pt x="40" y="100"/>
                  <a:pt x="44" y="104"/>
                  <a:pt x="48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2" y="132"/>
                  <a:pt x="76" y="136"/>
                  <a:pt x="80" y="136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100" y="136"/>
                  <a:pt x="104" y="132"/>
                  <a:pt x="104" y="128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32" y="104"/>
                  <a:pt x="136" y="100"/>
                  <a:pt x="136" y="96"/>
                </a:cubicBezTo>
                <a:cubicBezTo>
                  <a:pt x="136" y="80"/>
                  <a:pt x="136" y="80"/>
                  <a:pt x="136" y="80"/>
                </a:cubicBezTo>
                <a:cubicBezTo>
                  <a:pt x="136" y="76"/>
                  <a:pt x="132" y="72"/>
                  <a:pt x="128" y="72"/>
                </a:cubicBezTo>
                <a:moveTo>
                  <a:pt x="128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96"/>
                  <a:pt x="80" y="96"/>
                  <a:pt x="80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80"/>
                  <a:pt x="48" y="80"/>
                  <a:pt x="48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48"/>
                  <a:pt x="80" y="48"/>
                  <a:pt x="80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80"/>
                  <a:pt x="96" y="80"/>
                  <a:pt x="96" y="80"/>
                </a:cubicBezTo>
                <a:cubicBezTo>
                  <a:pt x="128" y="80"/>
                  <a:pt x="128" y="80"/>
                  <a:pt x="128" y="80"/>
                </a:cubicBezTo>
                <a:lnTo>
                  <a:pt x="128" y="9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493"/>
          <p:cNvSpPr>
            <a:spLocks noEditPoints="1"/>
          </p:cNvSpPr>
          <p:nvPr/>
        </p:nvSpPr>
        <p:spPr bwMode="auto">
          <a:xfrm>
            <a:off x="7277030" y="1120466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28 w 176"/>
              <a:gd name="T21" fmla="*/ 72 h 176"/>
              <a:gd name="T22" fmla="*/ 104 w 176"/>
              <a:gd name="T23" fmla="*/ 72 h 176"/>
              <a:gd name="T24" fmla="*/ 104 w 176"/>
              <a:gd name="T25" fmla="*/ 48 h 176"/>
              <a:gd name="T26" fmla="*/ 96 w 176"/>
              <a:gd name="T27" fmla="*/ 40 h 176"/>
              <a:gd name="T28" fmla="*/ 80 w 176"/>
              <a:gd name="T29" fmla="*/ 40 h 176"/>
              <a:gd name="T30" fmla="*/ 72 w 176"/>
              <a:gd name="T31" fmla="*/ 48 h 176"/>
              <a:gd name="T32" fmla="*/ 72 w 176"/>
              <a:gd name="T33" fmla="*/ 72 h 176"/>
              <a:gd name="T34" fmla="*/ 48 w 176"/>
              <a:gd name="T35" fmla="*/ 72 h 176"/>
              <a:gd name="T36" fmla="*/ 40 w 176"/>
              <a:gd name="T37" fmla="*/ 80 h 176"/>
              <a:gd name="T38" fmla="*/ 40 w 176"/>
              <a:gd name="T39" fmla="*/ 96 h 176"/>
              <a:gd name="T40" fmla="*/ 48 w 176"/>
              <a:gd name="T41" fmla="*/ 104 h 176"/>
              <a:gd name="T42" fmla="*/ 72 w 176"/>
              <a:gd name="T43" fmla="*/ 104 h 176"/>
              <a:gd name="T44" fmla="*/ 72 w 176"/>
              <a:gd name="T45" fmla="*/ 128 h 176"/>
              <a:gd name="T46" fmla="*/ 80 w 176"/>
              <a:gd name="T47" fmla="*/ 136 h 176"/>
              <a:gd name="T48" fmla="*/ 96 w 176"/>
              <a:gd name="T49" fmla="*/ 136 h 176"/>
              <a:gd name="T50" fmla="*/ 104 w 176"/>
              <a:gd name="T51" fmla="*/ 128 h 176"/>
              <a:gd name="T52" fmla="*/ 104 w 176"/>
              <a:gd name="T53" fmla="*/ 104 h 176"/>
              <a:gd name="T54" fmla="*/ 128 w 176"/>
              <a:gd name="T55" fmla="*/ 104 h 176"/>
              <a:gd name="T56" fmla="*/ 136 w 176"/>
              <a:gd name="T57" fmla="*/ 96 h 176"/>
              <a:gd name="T58" fmla="*/ 136 w 176"/>
              <a:gd name="T59" fmla="*/ 80 h 176"/>
              <a:gd name="T60" fmla="*/ 128 w 176"/>
              <a:gd name="T61" fmla="*/ 72 h 176"/>
              <a:gd name="T62" fmla="*/ 128 w 176"/>
              <a:gd name="T63" fmla="*/ 96 h 176"/>
              <a:gd name="T64" fmla="*/ 96 w 176"/>
              <a:gd name="T65" fmla="*/ 96 h 176"/>
              <a:gd name="T66" fmla="*/ 96 w 176"/>
              <a:gd name="T67" fmla="*/ 128 h 176"/>
              <a:gd name="T68" fmla="*/ 80 w 176"/>
              <a:gd name="T69" fmla="*/ 128 h 176"/>
              <a:gd name="T70" fmla="*/ 80 w 176"/>
              <a:gd name="T71" fmla="*/ 96 h 176"/>
              <a:gd name="T72" fmla="*/ 48 w 176"/>
              <a:gd name="T73" fmla="*/ 96 h 176"/>
              <a:gd name="T74" fmla="*/ 48 w 176"/>
              <a:gd name="T75" fmla="*/ 80 h 176"/>
              <a:gd name="T76" fmla="*/ 80 w 176"/>
              <a:gd name="T77" fmla="*/ 80 h 176"/>
              <a:gd name="T78" fmla="*/ 80 w 176"/>
              <a:gd name="T79" fmla="*/ 48 h 176"/>
              <a:gd name="T80" fmla="*/ 96 w 176"/>
              <a:gd name="T81" fmla="*/ 48 h 176"/>
              <a:gd name="T82" fmla="*/ 96 w 176"/>
              <a:gd name="T83" fmla="*/ 80 h 176"/>
              <a:gd name="T84" fmla="*/ 128 w 176"/>
              <a:gd name="T85" fmla="*/ 80 h 176"/>
              <a:gd name="T86" fmla="*/ 128 w 176"/>
              <a:gd name="T87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28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4" y="44"/>
                  <a:pt x="100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6" y="40"/>
                  <a:pt x="72" y="44"/>
                  <a:pt x="72" y="48"/>
                </a:cubicBezTo>
                <a:cubicBezTo>
                  <a:pt x="72" y="72"/>
                  <a:pt x="72" y="72"/>
                  <a:pt x="72" y="72"/>
                </a:cubicBezTo>
                <a:cubicBezTo>
                  <a:pt x="48" y="72"/>
                  <a:pt x="48" y="72"/>
                  <a:pt x="48" y="72"/>
                </a:cubicBezTo>
                <a:cubicBezTo>
                  <a:pt x="44" y="72"/>
                  <a:pt x="40" y="76"/>
                  <a:pt x="40" y="80"/>
                </a:cubicBezTo>
                <a:cubicBezTo>
                  <a:pt x="40" y="96"/>
                  <a:pt x="40" y="96"/>
                  <a:pt x="40" y="96"/>
                </a:cubicBezTo>
                <a:cubicBezTo>
                  <a:pt x="40" y="100"/>
                  <a:pt x="44" y="104"/>
                  <a:pt x="48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2" y="132"/>
                  <a:pt x="76" y="136"/>
                  <a:pt x="80" y="136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100" y="136"/>
                  <a:pt x="104" y="132"/>
                  <a:pt x="104" y="128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32" y="104"/>
                  <a:pt x="136" y="100"/>
                  <a:pt x="136" y="96"/>
                </a:cubicBezTo>
                <a:cubicBezTo>
                  <a:pt x="136" y="80"/>
                  <a:pt x="136" y="80"/>
                  <a:pt x="136" y="80"/>
                </a:cubicBezTo>
                <a:cubicBezTo>
                  <a:pt x="136" y="76"/>
                  <a:pt x="132" y="72"/>
                  <a:pt x="128" y="72"/>
                </a:cubicBezTo>
                <a:moveTo>
                  <a:pt x="128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96"/>
                  <a:pt x="80" y="96"/>
                  <a:pt x="80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80"/>
                  <a:pt x="48" y="80"/>
                  <a:pt x="48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48"/>
                  <a:pt x="80" y="48"/>
                  <a:pt x="80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80"/>
                  <a:pt x="96" y="80"/>
                  <a:pt x="96" y="80"/>
                </a:cubicBezTo>
                <a:cubicBezTo>
                  <a:pt x="128" y="80"/>
                  <a:pt x="128" y="80"/>
                  <a:pt x="128" y="80"/>
                </a:cubicBezTo>
                <a:lnTo>
                  <a:pt x="128" y="9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494"/>
          <p:cNvSpPr>
            <a:spLocks noEditPoints="1"/>
          </p:cNvSpPr>
          <p:nvPr/>
        </p:nvSpPr>
        <p:spPr bwMode="auto">
          <a:xfrm>
            <a:off x="1524581" y="1865282"/>
            <a:ext cx="335898" cy="121702"/>
          </a:xfrm>
          <a:custGeom>
            <a:avLst/>
            <a:gdLst>
              <a:gd name="T0" fmla="*/ 144 w 176"/>
              <a:gd name="T1" fmla="*/ 0 h 64"/>
              <a:gd name="T2" fmla="*/ 32 w 176"/>
              <a:gd name="T3" fmla="*/ 0 h 64"/>
              <a:gd name="T4" fmla="*/ 0 w 176"/>
              <a:gd name="T5" fmla="*/ 32 h 64"/>
              <a:gd name="T6" fmla="*/ 32 w 176"/>
              <a:gd name="T7" fmla="*/ 64 h 64"/>
              <a:gd name="T8" fmla="*/ 144 w 176"/>
              <a:gd name="T9" fmla="*/ 64 h 64"/>
              <a:gd name="T10" fmla="*/ 176 w 176"/>
              <a:gd name="T11" fmla="*/ 32 h 64"/>
              <a:gd name="T12" fmla="*/ 144 w 176"/>
              <a:gd name="T13" fmla="*/ 0 h 64"/>
              <a:gd name="T14" fmla="*/ 32 w 176"/>
              <a:gd name="T15" fmla="*/ 32 h 64"/>
              <a:gd name="T16" fmla="*/ 24 w 176"/>
              <a:gd name="T17" fmla="*/ 24 h 64"/>
              <a:gd name="T18" fmla="*/ 32 w 176"/>
              <a:gd name="T19" fmla="*/ 16 h 64"/>
              <a:gd name="T20" fmla="*/ 40 w 176"/>
              <a:gd name="T21" fmla="*/ 24 h 64"/>
              <a:gd name="T22" fmla="*/ 32 w 176"/>
              <a:gd name="T23" fmla="*/ 32 h 64"/>
              <a:gd name="T24" fmla="*/ 52 w 176"/>
              <a:gd name="T25" fmla="*/ 40 h 64"/>
              <a:gd name="T26" fmla="*/ 48 w 176"/>
              <a:gd name="T27" fmla="*/ 36 h 64"/>
              <a:gd name="T28" fmla="*/ 52 w 176"/>
              <a:gd name="T29" fmla="*/ 32 h 64"/>
              <a:gd name="T30" fmla="*/ 56 w 176"/>
              <a:gd name="T31" fmla="*/ 36 h 64"/>
              <a:gd name="T32" fmla="*/ 52 w 176"/>
              <a:gd name="T33" fmla="*/ 40 h 64"/>
              <a:gd name="T34" fmla="*/ 144 w 176"/>
              <a:gd name="T35" fmla="*/ 56 h 64"/>
              <a:gd name="T36" fmla="*/ 92 w 176"/>
              <a:gd name="T37" fmla="*/ 56 h 64"/>
              <a:gd name="T38" fmla="*/ 92 w 176"/>
              <a:gd name="T39" fmla="*/ 8 h 64"/>
              <a:gd name="T40" fmla="*/ 144 w 176"/>
              <a:gd name="T41" fmla="*/ 8 h 64"/>
              <a:gd name="T42" fmla="*/ 168 w 176"/>
              <a:gd name="T43" fmla="*/ 32 h 64"/>
              <a:gd name="T44" fmla="*/ 144 w 176"/>
              <a:gd name="T45" fmla="*/ 5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64">
                <a:moveTo>
                  <a:pt x="144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50"/>
                  <a:pt x="14" y="64"/>
                  <a:pt x="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62" y="64"/>
                  <a:pt x="176" y="50"/>
                  <a:pt x="176" y="32"/>
                </a:cubicBezTo>
                <a:cubicBezTo>
                  <a:pt x="176" y="14"/>
                  <a:pt x="162" y="0"/>
                  <a:pt x="144" y="0"/>
                </a:cubicBezTo>
                <a:moveTo>
                  <a:pt x="32" y="32"/>
                </a:moveTo>
                <a:cubicBezTo>
                  <a:pt x="28" y="32"/>
                  <a:pt x="24" y="28"/>
                  <a:pt x="24" y="24"/>
                </a:cubicBezTo>
                <a:cubicBezTo>
                  <a:pt x="24" y="20"/>
                  <a:pt x="28" y="16"/>
                  <a:pt x="32" y="16"/>
                </a:cubicBezTo>
                <a:cubicBezTo>
                  <a:pt x="36" y="16"/>
                  <a:pt x="40" y="20"/>
                  <a:pt x="40" y="24"/>
                </a:cubicBezTo>
                <a:cubicBezTo>
                  <a:pt x="40" y="28"/>
                  <a:pt x="36" y="32"/>
                  <a:pt x="32" y="32"/>
                </a:cubicBezTo>
                <a:moveTo>
                  <a:pt x="52" y="40"/>
                </a:moveTo>
                <a:cubicBezTo>
                  <a:pt x="50" y="40"/>
                  <a:pt x="48" y="38"/>
                  <a:pt x="48" y="36"/>
                </a:cubicBezTo>
                <a:cubicBezTo>
                  <a:pt x="48" y="34"/>
                  <a:pt x="50" y="32"/>
                  <a:pt x="52" y="32"/>
                </a:cubicBezTo>
                <a:cubicBezTo>
                  <a:pt x="54" y="32"/>
                  <a:pt x="56" y="34"/>
                  <a:pt x="56" y="36"/>
                </a:cubicBezTo>
                <a:cubicBezTo>
                  <a:pt x="56" y="38"/>
                  <a:pt x="54" y="40"/>
                  <a:pt x="52" y="40"/>
                </a:cubicBezTo>
                <a:moveTo>
                  <a:pt x="144" y="56"/>
                </a:moveTo>
                <a:cubicBezTo>
                  <a:pt x="92" y="56"/>
                  <a:pt x="92" y="56"/>
                  <a:pt x="92" y="56"/>
                </a:cubicBezTo>
                <a:cubicBezTo>
                  <a:pt x="92" y="8"/>
                  <a:pt x="92" y="8"/>
                  <a:pt x="92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57" y="8"/>
                  <a:pt x="168" y="19"/>
                  <a:pt x="168" y="32"/>
                </a:cubicBezTo>
                <a:cubicBezTo>
                  <a:pt x="168" y="45"/>
                  <a:pt x="157" y="56"/>
                  <a:pt x="144" y="5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495"/>
          <p:cNvSpPr>
            <a:spLocks noEditPoints="1"/>
          </p:cNvSpPr>
          <p:nvPr/>
        </p:nvSpPr>
        <p:spPr bwMode="auto">
          <a:xfrm>
            <a:off x="2209358" y="1758184"/>
            <a:ext cx="243404" cy="335898"/>
          </a:xfrm>
          <a:custGeom>
            <a:avLst/>
            <a:gdLst>
              <a:gd name="T0" fmla="*/ 104 w 128"/>
              <a:gd name="T1" fmla="*/ 48 h 176"/>
              <a:gd name="T2" fmla="*/ 96 w 128"/>
              <a:gd name="T3" fmla="*/ 48 h 176"/>
              <a:gd name="T4" fmla="*/ 96 w 128"/>
              <a:gd name="T5" fmla="*/ 40 h 176"/>
              <a:gd name="T6" fmla="*/ 96 w 128"/>
              <a:gd name="T7" fmla="*/ 8 h 176"/>
              <a:gd name="T8" fmla="*/ 88 w 128"/>
              <a:gd name="T9" fmla="*/ 0 h 176"/>
              <a:gd name="T10" fmla="*/ 40 w 128"/>
              <a:gd name="T11" fmla="*/ 0 h 176"/>
              <a:gd name="T12" fmla="*/ 32 w 128"/>
              <a:gd name="T13" fmla="*/ 8 h 176"/>
              <a:gd name="T14" fmla="*/ 32 w 128"/>
              <a:gd name="T15" fmla="*/ 40 h 176"/>
              <a:gd name="T16" fmla="*/ 32 w 128"/>
              <a:gd name="T17" fmla="*/ 48 h 176"/>
              <a:gd name="T18" fmla="*/ 24 w 128"/>
              <a:gd name="T19" fmla="*/ 48 h 176"/>
              <a:gd name="T20" fmla="*/ 0 w 128"/>
              <a:gd name="T21" fmla="*/ 72 h 176"/>
              <a:gd name="T22" fmla="*/ 0 w 128"/>
              <a:gd name="T23" fmla="*/ 152 h 176"/>
              <a:gd name="T24" fmla="*/ 24 w 128"/>
              <a:gd name="T25" fmla="*/ 176 h 176"/>
              <a:gd name="T26" fmla="*/ 104 w 128"/>
              <a:gd name="T27" fmla="*/ 176 h 176"/>
              <a:gd name="T28" fmla="*/ 128 w 128"/>
              <a:gd name="T29" fmla="*/ 152 h 176"/>
              <a:gd name="T30" fmla="*/ 128 w 128"/>
              <a:gd name="T31" fmla="*/ 72 h 176"/>
              <a:gd name="T32" fmla="*/ 104 w 128"/>
              <a:gd name="T33" fmla="*/ 48 h 176"/>
              <a:gd name="T34" fmla="*/ 40 w 128"/>
              <a:gd name="T35" fmla="*/ 8 h 176"/>
              <a:gd name="T36" fmla="*/ 88 w 128"/>
              <a:gd name="T37" fmla="*/ 8 h 176"/>
              <a:gd name="T38" fmla="*/ 88 w 128"/>
              <a:gd name="T39" fmla="*/ 16 h 176"/>
              <a:gd name="T40" fmla="*/ 40 w 128"/>
              <a:gd name="T41" fmla="*/ 16 h 176"/>
              <a:gd name="T42" fmla="*/ 40 w 128"/>
              <a:gd name="T43" fmla="*/ 8 h 176"/>
              <a:gd name="T44" fmla="*/ 40 w 128"/>
              <a:gd name="T45" fmla="*/ 24 h 176"/>
              <a:gd name="T46" fmla="*/ 88 w 128"/>
              <a:gd name="T47" fmla="*/ 24 h 176"/>
              <a:gd name="T48" fmla="*/ 88 w 128"/>
              <a:gd name="T49" fmla="*/ 40 h 176"/>
              <a:gd name="T50" fmla="*/ 40 w 128"/>
              <a:gd name="T51" fmla="*/ 40 h 176"/>
              <a:gd name="T52" fmla="*/ 40 w 128"/>
              <a:gd name="T53" fmla="*/ 24 h 176"/>
              <a:gd name="T54" fmla="*/ 104 w 128"/>
              <a:gd name="T55" fmla="*/ 168 h 176"/>
              <a:gd name="T56" fmla="*/ 24 w 128"/>
              <a:gd name="T57" fmla="*/ 168 h 176"/>
              <a:gd name="T58" fmla="*/ 8 w 128"/>
              <a:gd name="T59" fmla="*/ 152 h 176"/>
              <a:gd name="T60" fmla="*/ 120 w 128"/>
              <a:gd name="T61" fmla="*/ 152 h 176"/>
              <a:gd name="T62" fmla="*/ 104 w 128"/>
              <a:gd name="T63" fmla="*/ 168 h 176"/>
              <a:gd name="T64" fmla="*/ 88 w 128"/>
              <a:gd name="T65" fmla="*/ 104 h 176"/>
              <a:gd name="T66" fmla="*/ 88 w 128"/>
              <a:gd name="T67" fmla="*/ 120 h 176"/>
              <a:gd name="T68" fmla="*/ 72 w 128"/>
              <a:gd name="T69" fmla="*/ 120 h 176"/>
              <a:gd name="T70" fmla="*/ 72 w 128"/>
              <a:gd name="T71" fmla="*/ 136 h 176"/>
              <a:gd name="T72" fmla="*/ 56 w 128"/>
              <a:gd name="T73" fmla="*/ 136 h 176"/>
              <a:gd name="T74" fmla="*/ 56 w 128"/>
              <a:gd name="T75" fmla="*/ 120 h 176"/>
              <a:gd name="T76" fmla="*/ 40 w 128"/>
              <a:gd name="T77" fmla="*/ 120 h 176"/>
              <a:gd name="T78" fmla="*/ 40 w 128"/>
              <a:gd name="T79" fmla="*/ 104 h 176"/>
              <a:gd name="T80" fmla="*/ 56 w 128"/>
              <a:gd name="T81" fmla="*/ 104 h 176"/>
              <a:gd name="T82" fmla="*/ 56 w 128"/>
              <a:gd name="T83" fmla="*/ 88 h 176"/>
              <a:gd name="T84" fmla="*/ 72 w 128"/>
              <a:gd name="T85" fmla="*/ 88 h 176"/>
              <a:gd name="T86" fmla="*/ 72 w 128"/>
              <a:gd name="T87" fmla="*/ 104 h 176"/>
              <a:gd name="T88" fmla="*/ 88 w 128"/>
              <a:gd name="T89" fmla="*/ 104 h 176"/>
              <a:gd name="T90" fmla="*/ 8 w 128"/>
              <a:gd name="T91" fmla="*/ 72 h 176"/>
              <a:gd name="T92" fmla="*/ 24 w 128"/>
              <a:gd name="T93" fmla="*/ 56 h 176"/>
              <a:gd name="T94" fmla="*/ 104 w 128"/>
              <a:gd name="T95" fmla="*/ 56 h 176"/>
              <a:gd name="T96" fmla="*/ 120 w 128"/>
              <a:gd name="T97" fmla="*/ 72 h 176"/>
              <a:gd name="T98" fmla="*/ 8 w 128"/>
              <a:gd name="T99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8" h="176">
                <a:moveTo>
                  <a:pt x="104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40"/>
                  <a:pt x="96" y="40"/>
                  <a:pt x="96" y="40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40"/>
                  <a:pt x="32" y="40"/>
                  <a:pt x="32" y="40"/>
                </a:cubicBezTo>
                <a:cubicBezTo>
                  <a:pt x="32" y="48"/>
                  <a:pt x="32" y="48"/>
                  <a:pt x="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1" y="48"/>
                  <a:pt x="0" y="59"/>
                  <a:pt x="0" y="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104" y="176"/>
                  <a:pt x="104" y="176"/>
                  <a:pt x="104" y="176"/>
                </a:cubicBezTo>
                <a:cubicBezTo>
                  <a:pt x="117" y="176"/>
                  <a:pt x="128" y="165"/>
                  <a:pt x="128" y="152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59"/>
                  <a:pt x="117" y="48"/>
                  <a:pt x="104" y="48"/>
                </a:cubicBezTo>
                <a:moveTo>
                  <a:pt x="40" y="8"/>
                </a:moveTo>
                <a:cubicBezTo>
                  <a:pt x="88" y="8"/>
                  <a:pt x="88" y="8"/>
                  <a:pt x="88" y="8"/>
                </a:cubicBezTo>
                <a:cubicBezTo>
                  <a:pt x="88" y="16"/>
                  <a:pt x="88" y="16"/>
                  <a:pt x="88" y="16"/>
                </a:cubicBezTo>
                <a:cubicBezTo>
                  <a:pt x="40" y="16"/>
                  <a:pt x="40" y="16"/>
                  <a:pt x="40" y="16"/>
                </a:cubicBezTo>
                <a:lnTo>
                  <a:pt x="40" y="8"/>
                </a:lnTo>
                <a:close/>
                <a:moveTo>
                  <a:pt x="40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40"/>
                  <a:pt x="88" y="40"/>
                  <a:pt x="88" y="40"/>
                </a:cubicBezTo>
                <a:cubicBezTo>
                  <a:pt x="40" y="40"/>
                  <a:pt x="40" y="40"/>
                  <a:pt x="40" y="40"/>
                </a:cubicBezTo>
                <a:lnTo>
                  <a:pt x="40" y="24"/>
                </a:lnTo>
                <a:close/>
                <a:moveTo>
                  <a:pt x="104" y="168"/>
                </a:moveTo>
                <a:cubicBezTo>
                  <a:pt x="24" y="168"/>
                  <a:pt x="24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120" y="152"/>
                  <a:pt x="120" y="152"/>
                  <a:pt x="120" y="152"/>
                </a:cubicBezTo>
                <a:cubicBezTo>
                  <a:pt x="120" y="161"/>
                  <a:pt x="113" y="168"/>
                  <a:pt x="104" y="168"/>
                </a:cubicBezTo>
                <a:moveTo>
                  <a:pt x="88" y="104"/>
                </a:moveTo>
                <a:cubicBezTo>
                  <a:pt x="88" y="120"/>
                  <a:pt x="88" y="120"/>
                  <a:pt x="88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56" y="136"/>
                  <a:pt x="56" y="136"/>
                  <a:pt x="56" y="136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6" y="88"/>
                  <a:pt x="56" y="88"/>
                  <a:pt x="56" y="88"/>
                </a:cubicBezTo>
                <a:cubicBezTo>
                  <a:pt x="72" y="88"/>
                  <a:pt x="72" y="88"/>
                  <a:pt x="72" y="88"/>
                </a:cubicBezTo>
                <a:cubicBezTo>
                  <a:pt x="72" y="104"/>
                  <a:pt x="72" y="104"/>
                  <a:pt x="72" y="104"/>
                </a:cubicBezTo>
                <a:lnTo>
                  <a:pt x="88" y="104"/>
                </a:lnTo>
                <a:close/>
                <a:moveTo>
                  <a:pt x="8" y="72"/>
                </a:moveTo>
                <a:cubicBezTo>
                  <a:pt x="8" y="63"/>
                  <a:pt x="15" y="56"/>
                  <a:pt x="24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13" y="56"/>
                  <a:pt x="120" y="63"/>
                  <a:pt x="120" y="72"/>
                </a:cubicBezTo>
                <a:lnTo>
                  <a:pt x="8" y="7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496"/>
          <p:cNvSpPr>
            <a:spLocks noEditPoints="1"/>
          </p:cNvSpPr>
          <p:nvPr/>
        </p:nvSpPr>
        <p:spPr bwMode="auto">
          <a:xfrm>
            <a:off x="2803263" y="1758184"/>
            <a:ext cx="334275" cy="335898"/>
          </a:xfrm>
          <a:custGeom>
            <a:avLst/>
            <a:gdLst>
              <a:gd name="T0" fmla="*/ 168 w 176"/>
              <a:gd name="T1" fmla="*/ 8 h 176"/>
              <a:gd name="T2" fmla="*/ 96 w 176"/>
              <a:gd name="T3" fmla="*/ 8 h 176"/>
              <a:gd name="T4" fmla="*/ 88 w 176"/>
              <a:gd name="T5" fmla="*/ 0 h 176"/>
              <a:gd name="T6" fmla="*/ 80 w 176"/>
              <a:gd name="T7" fmla="*/ 8 h 176"/>
              <a:gd name="T8" fmla="*/ 8 w 176"/>
              <a:gd name="T9" fmla="*/ 8 h 176"/>
              <a:gd name="T10" fmla="*/ 0 w 176"/>
              <a:gd name="T11" fmla="*/ 16 h 176"/>
              <a:gd name="T12" fmla="*/ 0 w 176"/>
              <a:gd name="T13" fmla="*/ 24 h 176"/>
              <a:gd name="T14" fmla="*/ 8 w 176"/>
              <a:gd name="T15" fmla="*/ 32 h 176"/>
              <a:gd name="T16" fmla="*/ 8 w 176"/>
              <a:gd name="T17" fmla="*/ 128 h 176"/>
              <a:gd name="T18" fmla="*/ 16 w 176"/>
              <a:gd name="T19" fmla="*/ 136 h 176"/>
              <a:gd name="T20" fmla="*/ 84 w 176"/>
              <a:gd name="T21" fmla="*/ 136 h 176"/>
              <a:gd name="T22" fmla="*/ 84 w 176"/>
              <a:gd name="T23" fmla="*/ 146 h 176"/>
              <a:gd name="T24" fmla="*/ 61 w 176"/>
              <a:gd name="T25" fmla="*/ 169 h 176"/>
              <a:gd name="T26" fmla="*/ 60 w 176"/>
              <a:gd name="T27" fmla="*/ 172 h 176"/>
              <a:gd name="T28" fmla="*/ 64 w 176"/>
              <a:gd name="T29" fmla="*/ 176 h 176"/>
              <a:gd name="T30" fmla="*/ 67 w 176"/>
              <a:gd name="T31" fmla="*/ 175 h 176"/>
              <a:gd name="T32" fmla="*/ 88 w 176"/>
              <a:gd name="T33" fmla="*/ 154 h 176"/>
              <a:gd name="T34" fmla="*/ 109 w 176"/>
              <a:gd name="T35" fmla="*/ 175 h 176"/>
              <a:gd name="T36" fmla="*/ 112 w 176"/>
              <a:gd name="T37" fmla="*/ 176 h 176"/>
              <a:gd name="T38" fmla="*/ 116 w 176"/>
              <a:gd name="T39" fmla="*/ 172 h 176"/>
              <a:gd name="T40" fmla="*/ 115 w 176"/>
              <a:gd name="T41" fmla="*/ 169 h 176"/>
              <a:gd name="T42" fmla="*/ 92 w 176"/>
              <a:gd name="T43" fmla="*/ 146 h 176"/>
              <a:gd name="T44" fmla="*/ 92 w 176"/>
              <a:gd name="T45" fmla="*/ 136 h 176"/>
              <a:gd name="T46" fmla="*/ 160 w 176"/>
              <a:gd name="T47" fmla="*/ 136 h 176"/>
              <a:gd name="T48" fmla="*/ 168 w 176"/>
              <a:gd name="T49" fmla="*/ 128 h 176"/>
              <a:gd name="T50" fmla="*/ 168 w 176"/>
              <a:gd name="T51" fmla="*/ 32 h 176"/>
              <a:gd name="T52" fmla="*/ 176 w 176"/>
              <a:gd name="T53" fmla="*/ 24 h 176"/>
              <a:gd name="T54" fmla="*/ 176 w 176"/>
              <a:gd name="T55" fmla="*/ 16 h 176"/>
              <a:gd name="T56" fmla="*/ 168 w 176"/>
              <a:gd name="T57" fmla="*/ 8 h 176"/>
              <a:gd name="T58" fmla="*/ 160 w 176"/>
              <a:gd name="T59" fmla="*/ 128 h 176"/>
              <a:gd name="T60" fmla="*/ 16 w 176"/>
              <a:gd name="T61" fmla="*/ 128 h 176"/>
              <a:gd name="T62" fmla="*/ 16 w 176"/>
              <a:gd name="T63" fmla="*/ 32 h 176"/>
              <a:gd name="T64" fmla="*/ 160 w 176"/>
              <a:gd name="T65" fmla="*/ 32 h 176"/>
              <a:gd name="T66" fmla="*/ 160 w 176"/>
              <a:gd name="T67" fmla="*/ 128 h 176"/>
              <a:gd name="T68" fmla="*/ 168 w 176"/>
              <a:gd name="T69" fmla="*/ 24 h 176"/>
              <a:gd name="T70" fmla="*/ 8 w 176"/>
              <a:gd name="T71" fmla="*/ 24 h 176"/>
              <a:gd name="T72" fmla="*/ 8 w 176"/>
              <a:gd name="T73" fmla="*/ 16 h 176"/>
              <a:gd name="T74" fmla="*/ 168 w 176"/>
              <a:gd name="T75" fmla="*/ 16 h 176"/>
              <a:gd name="T76" fmla="*/ 168 w 176"/>
              <a:gd name="T77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497"/>
          <p:cNvSpPr>
            <a:spLocks noEditPoints="1"/>
          </p:cNvSpPr>
          <p:nvPr/>
        </p:nvSpPr>
        <p:spPr bwMode="auto">
          <a:xfrm>
            <a:off x="3442605" y="1758184"/>
            <a:ext cx="334275" cy="335898"/>
          </a:xfrm>
          <a:custGeom>
            <a:avLst/>
            <a:gdLst>
              <a:gd name="T0" fmla="*/ 96 w 176"/>
              <a:gd name="T1" fmla="*/ 8 h 176"/>
              <a:gd name="T2" fmla="*/ 80 w 176"/>
              <a:gd name="T3" fmla="*/ 8 h 176"/>
              <a:gd name="T4" fmla="*/ 0 w 176"/>
              <a:gd name="T5" fmla="*/ 16 h 176"/>
              <a:gd name="T6" fmla="*/ 8 w 176"/>
              <a:gd name="T7" fmla="*/ 32 h 176"/>
              <a:gd name="T8" fmla="*/ 16 w 176"/>
              <a:gd name="T9" fmla="*/ 136 h 176"/>
              <a:gd name="T10" fmla="*/ 84 w 176"/>
              <a:gd name="T11" fmla="*/ 146 h 176"/>
              <a:gd name="T12" fmla="*/ 60 w 176"/>
              <a:gd name="T13" fmla="*/ 172 h 176"/>
              <a:gd name="T14" fmla="*/ 67 w 176"/>
              <a:gd name="T15" fmla="*/ 175 h 176"/>
              <a:gd name="T16" fmla="*/ 109 w 176"/>
              <a:gd name="T17" fmla="*/ 175 h 176"/>
              <a:gd name="T18" fmla="*/ 116 w 176"/>
              <a:gd name="T19" fmla="*/ 172 h 176"/>
              <a:gd name="T20" fmla="*/ 92 w 176"/>
              <a:gd name="T21" fmla="*/ 146 h 176"/>
              <a:gd name="T22" fmla="*/ 160 w 176"/>
              <a:gd name="T23" fmla="*/ 136 h 176"/>
              <a:gd name="T24" fmla="*/ 168 w 176"/>
              <a:gd name="T25" fmla="*/ 32 h 176"/>
              <a:gd name="T26" fmla="*/ 176 w 176"/>
              <a:gd name="T27" fmla="*/ 16 h 176"/>
              <a:gd name="T28" fmla="*/ 160 w 176"/>
              <a:gd name="T29" fmla="*/ 128 h 176"/>
              <a:gd name="T30" fmla="*/ 16 w 176"/>
              <a:gd name="T31" fmla="*/ 32 h 176"/>
              <a:gd name="T32" fmla="*/ 160 w 176"/>
              <a:gd name="T33" fmla="*/ 128 h 176"/>
              <a:gd name="T34" fmla="*/ 8 w 176"/>
              <a:gd name="T35" fmla="*/ 24 h 176"/>
              <a:gd name="T36" fmla="*/ 168 w 176"/>
              <a:gd name="T37" fmla="*/ 16 h 176"/>
              <a:gd name="T38" fmla="*/ 36 w 176"/>
              <a:gd name="T39" fmla="*/ 88 h 176"/>
              <a:gd name="T40" fmla="*/ 80 w 176"/>
              <a:gd name="T41" fmla="*/ 84 h 176"/>
              <a:gd name="T42" fmla="*/ 79 w 176"/>
              <a:gd name="T43" fmla="*/ 82 h 176"/>
              <a:gd name="T44" fmla="*/ 59 w 176"/>
              <a:gd name="T45" fmla="*/ 50 h 176"/>
              <a:gd name="T46" fmla="*/ 53 w 176"/>
              <a:gd name="T47" fmla="*/ 50 h 176"/>
              <a:gd name="T48" fmla="*/ 33 w 176"/>
              <a:gd name="T49" fmla="*/ 82 h 176"/>
              <a:gd name="T50" fmla="*/ 32 w 176"/>
              <a:gd name="T51" fmla="*/ 84 h 176"/>
              <a:gd name="T52" fmla="*/ 56 w 176"/>
              <a:gd name="T53" fmla="*/ 60 h 176"/>
              <a:gd name="T54" fmla="*/ 43 w 176"/>
              <a:gd name="T55" fmla="*/ 80 h 176"/>
              <a:gd name="T56" fmla="*/ 120 w 176"/>
              <a:gd name="T57" fmla="*/ 112 h 176"/>
              <a:gd name="T58" fmla="*/ 120 w 176"/>
              <a:gd name="T59" fmla="*/ 64 h 176"/>
              <a:gd name="T60" fmla="*/ 120 w 176"/>
              <a:gd name="T61" fmla="*/ 112 h 176"/>
              <a:gd name="T62" fmla="*/ 136 w 176"/>
              <a:gd name="T63" fmla="*/ 88 h 176"/>
              <a:gd name="T64" fmla="*/ 104 w 176"/>
              <a:gd name="T65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  <a:moveTo>
                  <a:pt x="36" y="88"/>
                </a:moveTo>
                <a:cubicBezTo>
                  <a:pt x="76" y="88"/>
                  <a:pt x="76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83"/>
                  <a:pt x="80" y="82"/>
                  <a:pt x="79" y="82"/>
                </a:cubicBezTo>
                <a:cubicBezTo>
                  <a:pt x="79" y="82"/>
                  <a:pt x="79" y="82"/>
                  <a:pt x="79" y="82"/>
                </a:cubicBezTo>
                <a:cubicBezTo>
                  <a:pt x="59" y="50"/>
                  <a:pt x="59" y="50"/>
                  <a:pt x="59" y="50"/>
                </a:cubicBezTo>
                <a:cubicBezTo>
                  <a:pt x="59" y="50"/>
                  <a:pt x="59" y="50"/>
                  <a:pt x="59" y="50"/>
                </a:cubicBezTo>
                <a:cubicBezTo>
                  <a:pt x="59" y="49"/>
                  <a:pt x="57" y="48"/>
                  <a:pt x="56" y="48"/>
                </a:cubicBezTo>
                <a:cubicBezTo>
                  <a:pt x="55" y="48"/>
                  <a:pt x="53" y="49"/>
                  <a:pt x="53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33" y="82"/>
                  <a:pt x="33" y="82"/>
                  <a:pt x="33" y="82"/>
                </a:cubicBezTo>
                <a:cubicBezTo>
                  <a:pt x="33" y="82"/>
                  <a:pt x="33" y="82"/>
                  <a:pt x="33" y="82"/>
                </a:cubicBezTo>
                <a:cubicBezTo>
                  <a:pt x="32" y="82"/>
                  <a:pt x="32" y="83"/>
                  <a:pt x="32" y="84"/>
                </a:cubicBezTo>
                <a:cubicBezTo>
                  <a:pt x="32" y="86"/>
                  <a:pt x="34" y="88"/>
                  <a:pt x="36" y="88"/>
                </a:cubicBezTo>
                <a:moveTo>
                  <a:pt x="56" y="60"/>
                </a:moveTo>
                <a:cubicBezTo>
                  <a:pt x="69" y="80"/>
                  <a:pt x="69" y="80"/>
                  <a:pt x="69" y="80"/>
                </a:cubicBezTo>
                <a:cubicBezTo>
                  <a:pt x="43" y="80"/>
                  <a:pt x="43" y="80"/>
                  <a:pt x="43" y="80"/>
                </a:cubicBezTo>
                <a:lnTo>
                  <a:pt x="56" y="60"/>
                </a:lnTo>
                <a:close/>
                <a:moveTo>
                  <a:pt x="120" y="112"/>
                </a:moveTo>
                <a:cubicBezTo>
                  <a:pt x="133" y="112"/>
                  <a:pt x="144" y="101"/>
                  <a:pt x="144" y="88"/>
                </a:cubicBezTo>
                <a:cubicBezTo>
                  <a:pt x="144" y="75"/>
                  <a:pt x="133" y="64"/>
                  <a:pt x="120" y="64"/>
                </a:cubicBezTo>
                <a:cubicBezTo>
                  <a:pt x="107" y="64"/>
                  <a:pt x="96" y="75"/>
                  <a:pt x="96" y="88"/>
                </a:cubicBezTo>
                <a:cubicBezTo>
                  <a:pt x="96" y="101"/>
                  <a:pt x="107" y="112"/>
                  <a:pt x="120" y="112"/>
                </a:cubicBezTo>
                <a:moveTo>
                  <a:pt x="120" y="72"/>
                </a:moveTo>
                <a:cubicBezTo>
                  <a:pt x="129" y="72"/>
                  <a:pt x="136" y="79"/>
                  <a:pt x="136" y="88"/>
                </a:cubicBezTo>
                <a:cubicBezTo>
                  <a:pt x="136" y="97"/>
                  <a:pt x="129" y="104"/>
                  <a:pt x="120" y="104"/>
                </a:cubicBezTo>
                <a:cubicBezTo>
                  <a:pt x="111" y="104"/>
                  <a:pt x="104" y="97"/>
                  <a:pt x="104" y="88"/>
                </a:cubicBezTo>
                <a:cubicBezTo>
                  <a:pt x="104" y="79"/>
                  <a:pt x="111" y="72"/>
                  <a:pt x="120" y="72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498"/>
          <p:cNvSpPr>
            <a:spLocks noEditPoints="1"/>
          </p:cNvSpPr>
          <p:nvPr/>
        </p:nvSpPr>
        <p:spPr bwMode="auto">
          <a:xfrm>
            <a:off x="4081946" y="1758184"/>
            <a:ext cx="334275" cy="335898"/>
          </a:xfrm>
          <a:custGeom>
            <a:avLst/>
            <a:gdLst>
              <a:gd name="T0" fmla="*/ 140 w 176"/>
              <a:gd name="T1" fmla="*/ 72 h 176"/>
              <a:gd name="T2" fmla="*/ 140 w 176"/>
              <a:gd name="T3" fmla="*/ 64 h 176"/>
              <a:gd name="T4" fmla="*/ 96 w 176"/>
              <a:gd name="T5" fmla="*/ 68 h 176"/>
              <a:gd name="T6" fmla="*/ 100 w 176"/>
              <a:gd name="T7" fmla="*/ 56 h 176"/>
              <a:gd name="T8" fmla="*/ 128 w 176"/>
              <a:gd name="T9" fmla="*/ 52 h 176"/>
              <a:gd name="T10" fmla="*/ 100 w 176"/>
              <a:gd name="T11" fmla="*/ 48 h 176"/>
              <a:gd name="T12" fmla="*/ 100 w 176"/>
              <a:gd name="T13" fmla="*/ 56 h 176"/>
              <a:gd name="T14" fmla="*/ 116 w 176"/>
              <a:gd name="T15" fmla="*/ 88 h 176"/>
              <a:gd name="T16" fmla="*/ 116 w 176"/>
              <a:gd name="T17" fmla="*/ 80 h 176"/>
              <a:gd name="T18" fmla="*/ 96 w 176"/>
              <a:gd name="T19" fmla="*/ 84 h 176"/>
              <a:gd name="T20" fmla="*/ 40 w 176"/>
              <a:gd name="T21" fmla="*/ 104 h 176"/>
              <a:gd name="T22" fmla="*/ 80 w 176"/>
              <a:gd name="T23" fmla="*/ 96 h 176"/>
              <a:gd name="T24" fmla="*/ 72 w 176"/>
              <a:gd name="T25" fmla="*/ 48 h 176"/>
              <a:gd name="T26" fmla="*/ 32 w 176"/>
              <a:gd name="T27" fmla="*/ 56 h 176"/>
              <a:gd name="T28" fmla="*/ 40 w 176"/>
              <a:gd name="T29" fmla="*/ 104 h 176"/>
              <a:gd name="T30" fmla="*/ 72 w 176"/>
              <a:gd name="T31" fmla="*/ 56 h 176"/>
              <a:gd name="T32" fmla="*/ 40 w 176"/>
              <a:gd name="T33" fmla="*/ 96 h 176"/>
              <a:gd name="T34" fmla="*/ 100 w 176"/>
              <a:gd name="T35" fmla="*/ 104 h 176"/>
              <a:gd name="T36" fmla="*/ 144 w 176"/>
              <a:gd name="T37" fmla="*/ 100 h 176"/>
              <a:gd name="T38" fmla="*/ 100 w 176"/>
              <a:gd name="T39" fmla="*/ 96 h 176"/>
              <a:gd name="T40" fmla="*/ 100 w 176"/>
              <a:gd name="T41" fmla="*/ 104 h 176"/>
              <a:gd name="T42" fmla="*/ 96 w 176"/>
              <a:gd name="T43" fmla="*/ 8 h 176"/>
              <a:gd name="T44" fmla="*/ 80 w 176"/>
              <a:gd name="T45" fmla="*/ 8 h 176"/>
              <a:gd name="T46" fmla="*/ 0 w 176"/>
              <a:gd name="T47" fmla="*/ 16 h 176"/>
              <a:gd name="T48" fmla="*/ 8 w 176"/>
              <a:gd name="T49" fmla="*/ 32 h 176"/>
              <a:gd name="T50" fmla="*/ 16 w 176"/>
              <a:gd name="T51" fmla="*/ 136 h 176"/>
              <a:gd name="T52" fmla="*/ 84 w 176"/>
              <a:gd name="T53" fmla="*/ 146 h 176"/>
              <a:gd name="T54" fmla="*/ 60 w 176"/>
              <a:gd name="T55" fmla="*/ 172 h 176"/>
              <a:gd name="T56" fmla="*/ 67 w 176"/>
              <a:gd name="T57" fmla="*/ 175 h 176"/>
              <a:gd name="T58" fmla="*/ 109 w 176"/>
              <a:gd name="T59" fmla="*/ 175 h 176"/>
              <a:gd name="T60" fmla="*/ 116 w 176"/>
              <a:gd name="T61" fmla="*/ 172 h 176"/>
              <a:gd name="T62" fmla="*/ 92 w 176"/>
              <a:gd name="T63" fmla="*/ 146 h 176"/>
              <a:gd name="T64" fmla="*/ 160 w 176"/>
              <a:gd name="T65" fmla="*/ 136 h 176"/>
              <a:gd name="T66" fmla="*/ 168 w 176"/>
              <a:gd name="T67" fmla="*/ 32 h 176"/>
              <a:gd name="T68" fmla="*/ 176 w 176"/>
              <a:gd name="T69" fmla="*/ 16 h 176"/>
              <a:gd name="T70" fmla="*/ 160 w 176"/>
              <a:gd name="T71" fmla="*/ 128 h 176"/>
              <a:gd name="T72" fmla="*/ 16 w 176"/>
              <a:gd name="T73" fmla="*/ 32 h 176"/>
              <a:gd name="T74" fmla="*/ 160 w 176"/>
              <a:gd name="T75" fmla="*/ 128 h 176"/>
              <a:gd name="T76" fmla="*/ 8 w 176"/>
              <a:gd name="T77" fmla="*/ 24 h 176"/>
              <a:gd name="T78" fmla="*/ 168 w 176"/>
              <a:gd name="T79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00" y="72"/>
                </a:moveTo>
                <a:cubicBezTo>
                  <a:pt x="140" y="72"/>
                  <a:pt x="140" y="72"/>
                  <a:pt x="140" y="72"/>
                </a:cubicBezTo>
                <a:cubicBezTo>
                  <a:pt x="142" y="72"/>
                  <a:pt x="144" y="70"/>
                  <a:pt x="144" y="68"/>
                </a:cubicBezTo>
                <a:cubicBezTo>
                  <a:pt x="144" y="66"/>
                  <a:pt x="142" y="64"/>
                  <a:pt x="140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98" y="64"/>
                  <a:pt x="96" y="66"/>
                  <a:pt x="96" y="68"/>
                </a:cubicBezTo>
                <a:cubicBezTo>
                  <a:pt x="96" y="70"/>
                  <a:pt x="98" y="72"/>
                  <a:pt x="100" y="72"/>
                </a:cubicBezTo>
                <a:moveTo>
                  <a:pt x="100" y="56"/>
                </a:moveTo>
                <a:cubicBezTo>
                  <a:pt x="124" y="56"/>
                  <a:pt x="124" y="56"/>
                  <a:pt x="124" y="56"/>
                </a:cubicBezTo>
                <a:cubicBezTo>
                  <a:pt x="126" y="56"/>
                  <a:pt x="128" y="54"/>
                  <a:pt x="128" y="52"/>
                </a:cubicBezTo>
                <a:cubicBezTo>
                  <a:pt x="128" y="50"/>
                  <a:pt x="126" y="48"/>
                  <a:pt x="124" y="48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98" y="48"/>
                  <a:pt x="96" y="50"/>
                  <a:pt x="96" y="52"/>
                </a:cubicBezTo>
                <a:cubicBezTo>
                  <a:pt x="96" y="54"/>
                  <a:pt x="98" y="56"/>
                  <a:pt x="100" y="56"/>
                </a:cubicBezTo>
                <a:moveTo>
                  <a:pt x="100" y="88"/>
                </a:moveTo>
                <a:cubicBezTo>
                  <a:pt x="116" y="88"/>
                  <a:pt x="116" y="88"/>
                  <a:pt x="116" y="88"/>
                </a:cubicBezTo>
                <a:cubicBezTo>
                  <a:pt x="118" y="88"/>
                  <a:pt x="120" y="86"/>
                  <a:pt x="120" y="84"/>
                </a:cubicBezTo>
                <a:cubicBezTo>
                  <a:pt x="120" y="82"/>
                  <a:pt x="118" y="80"/>
                  <a:pt x="116" y="80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98" y="80"/>
                  <a:pt x="96" y="82"/>
                  <a:pt x="96" y="84"/>
                </a:cubicBezTo>
                <a:cubicBezTo>
                  <a:pt x="96" y="86"/>
                  <a:pt x="98" y="88"/>
                  <a:pt x="100" y="88"/>
                </a:cubicBezTo>
                <a:moveTo>
                  <a:pt x="40" y="104"/>
                </a:moveTo>
                <a:cubicBezTo>
                  <a:pt x="72" y="104"/>
                  <a:pt x="72" y="104"/>
                  <a:pt x="72" y="104"/>
                </a:cubicBezTo>
                <a:cubicBezTo>
                  <a:pt x="76" y="104"/>
                  <a:pt x="80" y="100"/>
                  <a:pt x="80" y="96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52"/>
                  <a:pt x="76" y="48"/>
                  <a:pt x="72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36" y="48"/>
                  <a:pt x="32" y="52"/>
                  <a:pt x="32" y="5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100"/>
                  <a:pt x="36" y="104"/>
                  <a:pt x="40" y="104"/>
                </a:cubicBezTo>
                <a:moveTo>
                  <a:pt x="40" y="56"/>
                </a:moveTo>
                <a:cubicBezTo>
                  <a:pt x="72" y="56"/>
                  <a:pt x="72" y="56"/>
                  <a:pt x="72" y="56"/>
                </a:cubicBezTo>
                <a:cubicBezTo>
                  <a:pt x="72" y="96"/>
                  <a:pt x="72" y="96"/>
                  <a:pt x="72" y="96"/>
                </a:cubicBezTo>
                <a:cubicBezTo>
                  <a:pt x="40" y="96"/>
                  <a:pt x="40" y="96"/>
                  <a:pt x="40" y="96"/>
                </a:cubicBezTo>
                <a:lnTo>
                  <a:pt x="40" y="56"/>
                </a:lnTo>
                <a:close/>
                <a:moveTo>
                  <a:pt x="10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42" y="104"/>
                  <a:pt x="144" y="102"/>
                  <a:pt x="144" y="100"/>
                </a:cubicBezTo>
                <a:cubicBezTo>
                  <a:pt x="144" y="98"/>
                  <a:pt x="142" y="96"/>
                  <a:pt x="140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8" y="96"/>
                  <a:pt x="96" y="98"/>
                  <a:pt x="96" y="100"/>
                </a:cubicBezTo>
                <a:cubicBezTo>
                  <a:pt x="96" y="102"/>
                  <a:pt x="98" y="104"/>
                  <a:pt x="100" y="104"/>
                </a:cubicBezTo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499"/>
          <p:cNvSpPr>
            <a:spLocks noEditPoints="1"/>
          </p:cNvSpPr>
          <p:nvPr/>
        </p:nvSpPr>
        <p:spPr bwMode="auto">
          <a:xfrm>
            <a:off x="4719665" y="1758184"/>
            <a:ext cx="335898" cy="335898"/>
          </a:xfrm>
          <a:custGeom>
            <a:avLst/>
            <a:gdLst>
              <a:gd name="T0" fmla="*/ 88 w 176"/>
              <a:gd name="T1" fmla="*/ 72 h 176"/>
              <a:gd name="T2" fmla="*/ 60 w 176"/>
              <a:gd name="T3" fmla="*/ 100 h 176"/>
              <a:gd name="T4" fmla="*/ 64 w 176"/>
              <a:gd name="T5" fmla="*/ 104 h 176"/>
              <a:gd name="T6" fmla="*/ 68 w 176"/>
              <a:gd name="T7" fmla="*/ 100 h 176"/>
              <a:gd name="T8" fmla="*/ 88 w 176"/>
              <a:gd name="T9" fmla="*/ 80 h 176"/>
              <a:gd name="T10" fmla="*/ 108 w 176"/>
              <a:gd name="T11" fmla="*/ 100 h 176"/>
              <a:gd name="T12" fmla="*/ 112 w 176"/>
              <a:gd name="T13" fmla="*/ 104 h 176"/>
              <a:gd name="T14" fmla="*/ 116 w 176"/>
              <a:gd name="T15" fmla="*/ 100 h 176"/>
              <a:gd name="T16" fmla="*/ 88 w 176"/>
              <a:gd name="T17" fmla="*/ 72 h 176"/>
              <a:gd name="T18" fmla="*/ 88 w 176"/>
              <a:gd name="T19" fmla="*/ 96 h 176"/>
              <a:gd name="T20" fmla="*/ 84 w 176"/>
              <a:gd name="T21" fmla="*/ 100 h 176"/>
              <a:gd name="T22" fmla="*/ 88 w 176"/>
              <a:gd name="T23" fmla="*/ 104 h 176"/>
              <a:gd name="T24" fmla="*/ 92 w 176"/>
              <a:gd name="T25" fmla="*/ 100 h 176"/>
              <a:gd name="T26" fmla="*/ 88 w 176"/>
              <a:gd name="T27" fmla="*/ 96 h 176"/>
              <a:gd name="T28" fmla="*/ 40 w 176"/>
              <a:gd name="T29" fmla="*/ 104 h 176"/>
              <a:gd name="T30" fmla="*/ 44 w 176"/>
              <a:gd name="T31" fmla="*/ 100 h 176"/>
              <a:gd name="T32" fmla="*/ 88 w 176"/>
              <a:gd name="T33" fmla="*/ 56 h 176"/>
              <a:gd name="T34" fmla="*/ 132 w 176"/>
              <a:gd name="T35" fmla="*/ 100 h 176"/>
              <a:gd name="T36" fmla="*/ 136 w 176"/>
              <a:gd name="T37" fmla="*/ 104 h 176"/>
              <a:gd name="T38" fmla="*/ 140 w 176"/>
              <a:gd name="T39" fmla="*/ 100 h 176"/>
              <a:gd name="T40" fmla="*/ 88 w 176"/>
              <a:gd name="T41" fmla="*/ 48 h 176"/>
              <a:gd name="T42" fmla="*/ 36 w 176"/>
              <a:gd name="T43" fmla="*/ 100 h 176"/>
              <a:gd name="T44" fmla="*/ 40 w 176"/>
              <a:gd name="T45" fmla="*/ 104 h 176"/>
              <a:gd name="T46" fmla="*/ 168 w 176"/>
              <a:gd name="T47" fmla="*/ 8 h 176"/>
              <a:gd name="T48" fmla="*/ 96 w 176"/>
              <a:gd name="T49" fmla="*/ 8 h 176"/>
              <a:gd name="T50" fmla="*/ 88 w 176"/>
              <a:gd name="T51" fmla="*/ 0 h 176"/>
              <a:gd name="T52" fmla="*/ 80 w 176"/>
              <a:gd name="T53" fmla="*/ 8 h 176"/>
              <a:gd name="T54" fmla="*/ 8 w 176"/>
              <a:gd name="T55" fmla="*/ 8 h 176"/>
              <a:gd name="T56" fmla="*/ 0 w 176"/>
              <a:gd name="T57" fmla="*/ 16 h 176"/>
              <a:gd name="T58" fmla="*/ 0 w 176"/>
              <a:gd name="T59" fmla="*/ 24 h 176"/>
              <a:gd name="T60" fmla="*/ 8 w 176"/>
              <a:gd name="T61" fmla="*/ 32 h 176"/>
              <a:gd name="T62" fmla="*/ 8 w 176"/>
              <a:gd name="T63" fmla="*/ 128 h 176"/>
              <a:gd name="T64" fmla="*/ 16 w 176"/>
              <a:gd name="T65" fmla="*/ 136 h 176"/>
              <a:gd name="T66" fmla="*/ 84 w 176"/>
              <a:gd name="T67" fmla="*/ 136 h 176"/>
              <a:gd name="T68" fmla="*/ 84 w 176"/>
              <a:gd name="T69" fmla="*/ 146 h 176"/>
              <a:gd name="T70" fmla="*/ 61 w 176"/>
              <a:gd name="T71" fmla="*/ 169 h 176"/>
              <a:gd name="T72" fmla="*/ 60 w 176"/>
              <a:gd name="T73" fmla="*/ 172 h 176"/>
              <a:gd name="T74" fmla="*/ 64 w 176"/>
              <a:gd name="T75" fmla="*/ 176 h 176"/>
              <a:gd name="T76" fmla="*/ 67 w 176"/>
              <a:gd name="T77" fmla="*/ 175 h 176"/>
              <a:gd name="T78" fmla="*/ 88 w 176"/>
              <a:gd name="T79" fmla="*/ 154 h 176"/>
              <a:gd name="T80" fmla="*/ 109 w 176"/>
              <a:gd name="T81" fmla="*/ 175 h 176"/>
              <a:gd name="T82" fmla="*/ 112 w 176"/>
              <a:gd name="T83" fmla="*/ 176 h 176"/>
              <a:gd name="T84" fmla="*/ 116 w 176"/>
              <a:gd name="T85" fmla="*/ 172 h 176"/>
              <a:gd name="T86" fmla="*/ 115 w 176"/>
              <a:gd name="T87" fmla="*/ 169 h 176"/>
              <a:gd name="T88" fmla="*/ 92 w 176"/>
              <a:gd name="T89" fmla="*/ 146 h 176"/>
              <a:gd name="T90" fmla="*/ 92 w 176"/>
              <a:gd name="T91" fmla="*/ 136 h 176"/>
              <a:gd name="T92" fmla="*/ 160 w 176"/>
              <a:gd name="T93" fmla="*/ 136 h 176"/>
              <a:gd name="T94" fmla="*/ 168 w 176"/>
              <a:gd name="T95" fmla="*/ 128 h 176"/>
              <a:gd name="T96" fmla="*/ 168 w 176"/>
              <a:gd name="T97" fmla="*/ 32 h 176"/>
              <a:gd name="T98" fmla="*/ 176 w 176"/>
              <a:gd name="T99" fmla="*/ 24 h 176"/>
              <a:gd name="T100" fmla="*/ 176 w 176"/>
              <a:gd name="T101" fmla="*/ 16 h 176"/>
              <a:gd name="T102" fmla="*/ 168 w 176"/>
              <a:gd name="T103" fmla="*/ 8 h 176"/>
              <a:gd name="T104" fmla="*/ 160 w 176"/>
              <a:gd name="T105" fmla="*/ 128 h 176"/>
              <a:gd name="T106" fmla="*/ 16 w 176"/>
              <a:gd name="T107" fmla="*/ 128 h 176"/>
              <a:gd name="T108" fmla="*/ 16 w 176"/>
              <a:gd name="T109" fmla="*/ 32 h 176"/>
              <a:gd name="T110" fmla="*/ 160 w 176"/>
              <a:gd name="T111" fmla="*/ 32 h 176"/>
              <a:gd name="T112" fmla="*/ 160 w 176"/>
              <a:gd name="T113" fmla="*/ 128 h 176"/>
              <a:gd name="T114" fmla="*/ 168 w 176"/>
              <a:gd name="T115" fmla="*/ 24 h 176"/>
              <a:gd name="T116" fmla="*/ 8 w 176"/>
              <a:gd name="T117" fmla="*/ 24 h 176"/>
              <a:gd name="T118" fmla="*/ 8 w 176"/>
              <a:gd name="T119" fmla="*/ 16 h 176"/>
              <a:gd name="T120" fmla="*/ 168 w 176"/>
              <a:gd name="T121" fmla="*/ 16 h 176"/>
              <a:gd name="T122" fmla="*/ 168 w 176"/>
              <a:gd name="T123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6">
                <a:moveTo>
                  <a:pt x="88" y="72"/>
                </a:moveTo>
                <a:cubicBezTo>
                  <a:pt x="73" y="72"/>
                  <a:pt x="60" y="85"/>
                  <a:pt x="60" y="100"/>
                </a:cubicBezTo>
                <a:cubicBezTo>
                  <a:pt x="60" y="102"/>
                  <a:pt x="62" y="104"/>
                  <a:pt x="64" y="104"/>
                </a:cubicBezTo>
                <a:cubicBezTo>
                  <a:pt x="66" y="104"/>
                  <a:pt x="68" y="102"/>
                  <a:pt x="68" y="100"/>
                </a:cubicBezTo>
                <a:cubicBezTo>
                  <a:pt x="68" y="89"/>
                  <a:pt x="77" y="80"/>
                  <a:pt x="88" y="80"/>
                </a:cubicBezTo>
                <a:cubicBezTo>
                  <a:pt x="99" y="80"/>
                  <a:pt x="108" y="89"/>
                  <a:pt x="108" y="100"/>
                </a:cubicBezTo>
                <a:cubicBezTo>
                  <a:pt x="108" y="102"/>
                  <a:pt x="110" y="104"/>
                  <a:pt x="112" y="104"/>
                </a:cubicBezTo>
                <a:cubicBezTo>
                  <a:pt x="114" y="104"/>
                  <a:pt x="116" y="102"/>
                  <a:pt x="116" y="100"/>
                </a:cubicBezTo>
                <a:cubicBezTo>
                  <a:pt x="116" y="85"/>
                  <a:pt x="103" y="72"/>
                  <a:pt x="88" y="72"/>
                </a:cubicBezTo>
                <a:moveTo>
                  <a:pt x="88" y="96"/>
                </a:moveTo>
                <a:cubicBezTo>
                  <a:pt x="86" y="96"/>
                  <a:pt x="84" y="98"/>
                  <a:pt x="84" y="100"/>
                </a:cubicBezTo>
                <a:cubicBezTo>
                  <a:pt x="84" y="102"/>
                  <a:pt x="86" y="104"/>
                  <a:pt x="88" y="104"/>
                </a:cubicBezTo>
                <a:cubicBezTo>
                  <a:pt x="90" y="104"/>
                  <a:pt x="92" y="102"/>
                  <a:pt x="92" y="100"/>
                </a:cubicBezTo>
                <a:cubicBezTo>
                  <a:pt x="92" y="98"/>
                  <a:pt x="90" y="96"/>
                  <a:pt x="88" y="96"/>
                </a:cubicBezTo>
                <a:moveTo>
                  <a:pt x="40" y="104"/>
                </a:moveTo>
                <a:cubicBezTo>
                  <a:pt x="42" y="104"/>
                  <a:pt x="44" y="102"/>
                  <a:pt x="44" y="100"/>
                </a:cubicBezTo>
                <a:cubicBezTo>
                  <a:pt x="44" y="76"/>
                  <a:pt x="64" y="56"/>
                  <a:pt x="88" y="56"/>
                </a:cubicBezTo>
                <a:cubicBezTo>
                  <a:pt x="112" y="56"/>
                  <a:pt x="132" y="76"/>
                  <a:pt x="132" y="100"/>
                </a:cubicBezTo>
                <a:cubicBezTo>
                  <a:pt x="132" y="102"/>
                  <a:pt x="134" y="104"/>
                  <a:pt x="136" y="104"/>
                </a:cubicBezTo>
                <a:cubicBezTo>
                  <a:pt x="138" y="104"/>
                  <a:pt x="140" y="102"/>
                  <a:pt x="140" y="100"/>
                </a:cubicBezTo>
                <a:cubicBezTo>
                  <a:pt x="140" y="71"/>
                  <a:pt x="117" y="48"/>
                  <a:pt x="88" y="48"/>
                </a:cubicBezTo>
                <a:cubicBezTo>
                  <a:pt x="59" y="48"/>
                  <a:pt x="36" y="71"/>
                  <a:pt x="36" y="100"/>
                </a:cubicBezTo>
                <a:cubicBezTo>
                  <a:pt x="36" y="102"/>
                  <a:pt x="38" y="104"/>
                  <a:pt x="40" y="104"/>
                </a:cubicBezTo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500"/>
          <p:cNvSpPr>
            <a:spLocks noEditPoints="1"/>
          </p:cNvSpPr>
          <p:nvPr/>
        </p:nvSpPr>
        <p:spPr bwMode="auto">
          <a:xfrm>
            <a:off x="5359005" y="1758184"/>
            <a:ext cx="335898" cy="335898"/>
          </a:xfrm>
          <a:custGeom>
            <a:avLst/>
            <a:gdLst>
              <a:gd name="T0" fmla="*/ 140 w 176"/>
              <a:gd name="T1" fmla="*/ 112 h 176"/>
              <a:gd name="T2" fmla="*/ 143 w 176"/>
              <a:gd name="T3" fmla="*/ 106 h 176"/>
              <a:gd name="T4" fmla="*/ 119 w 176"/>
              <a:gd name="T5" fmla="*/ 74 h 176"/>
              <a:gd name="T6" fmla="*/ 116 w 176"/>
              <a:gd name="T7" fmla="*/ 72 h 176"/>
              <a:gd name="T8" fmla="*/ 100 w 176"/>
              <a:gd name="T9" fmla="*/ 86 h 176"/>
              <a:gd name="T10" fmla="*/ 68 w 176"/>
              <a:gd name="T11" fmla="*/ 56 h 176"/>
              <a:gd name="T12" fmla="*/ 65 w 176"/>
              <a:gd name="T13" fmla="*/ 58 h 176"/>
              <a:gd name="T14" fmla="*/ 33 w 176"/>
              <a:gd name="T15" fmla="*/ 106 h 176"/>
              <a:gd name="T16" fmla="*/ 36 w 176"/>
              <a:gd name="T17" fmla="*/ 112 h 176"/>
              <a:gd name="T18" fmla="*/ 97 w 176"/>
              <a:gd name="T19" fmla="*/ 95 h 176"/>
              <a:gd name="T20" fmla="*/ 103 w 176"/>
              <a:gd name="T21" fmla="*/ 95 h 176"/>
              <a:gd name="T22" fmla="*/ 132 w 176"/>
              <a:gd name="T23" fmla="*/ 104 h 176"/>
              <a:gd name="T24" fmla="*/ 69 w 176"/>
              <a:gd name="T25" fmla="*/ 66 h 176"/>
              <a:gd name="T26" fmla="*/ 144 w 176"/>
              <a:gd name="T27" fmla="*/ 52 h 176"/>
              <a:gd name="T28" fmla="*/ 120 w 176"/>
              <a:gd name="T29" fmla="*/ 52 h 176"/>
              <a:gd name="T30" fmla="*/ 132 w 176"/>
              <a:gd name="T31" fmla="*/ 48 h 176"/>
              <a:gd name="T32" fmla="*/ 132 w 176"/>
              <a:gd name="T33" fmla="*/ 56 h 176"/>
              <a:gd name="T34" fmla="*/ 132 w 176"/>
              <a:gd name="T35" fmla="*/ 48 h 176"/>
              <a:gd name="T36" fmla="*/ 96 w 176"/>
              <a:gd name="T37" fmla="*/ 8 h 176"/>
              <a:gd name="T38" fmla="*/ 80 w 176"/>
              <a:gd name="T39" fmla="*/ 8 h 176"/>
              <a:gd name="T40" fmla="*/ 0 w 176"/>
              <a:gd name="T41" fmla="*/ 16 h 176"/>
              <a:gd name="T42" fmla="*/ 8 w 176"/>
              <a:gd name="T43" fmla="*/ 32 h 176"/>
              <a:gd name="T44" fmla="*/ 16 w 176"/>
              <a:gd name="T45" fmla="*/ 136 h 176"/>
              <a:gd name="T46" fmla="*/ 84 w 176"/>
              <a:gd name="T47" fmla="*/ 146 h 176"/>
              <a:gd name="T48" fmla="*/ 60 w 176"/>
              <a:gd name="T49" fmla="*/ 172 h 176"/>
              <a:gd name="T50" fmla="*/ 67 w 176"/>
              <a:gd name="T51" fmla="*/ 175 h 176"/>
              <a:gd name="T52" fmla="*/ 109 w 176"/>
              <a:gd name="T53" fmla="*/ 175 h 176"/>
              <a:gd name="T54" fmla="*/ 116 w 176"/>
              <a:gd name="T55" fmla="*/ 172 h 176"/>
              <a:gd name="T56" fmla="*/ 92 w 176"/>
              <a:gd name="T57" fmla="*/ 146 h 176"/>
              <a:gd name="T58" fmla="*/ 160 w 176"/>
              <a:gd name="T59" fmla="*/ 136 h 176"/>
              <a:gd name="T60" fmla="*/ 168 w 176"/>
              <a:gd name="T61" fmla="*/ 32 h 176"/>
              <a:gd name="T62" fmla="*/ 176 w 176"/>
              <a:gd name="T63" fmla="*/ 16 h 176"/>
              <a:gd name="T64" fmla="*/ 160 w 176"/>
              <a:gd name="T65" fmla="*/ 128 h 176"/>
              <a:gd name="T66" fmla="*/ 16 w 176"/>
              <a:gd name="T67" fmla="*/ 32 h 176"/>
              <a:gd name="T68" fmla="*/ 160 w 176"/>
              <a:gd name="T69" fmla="*/ 128 h 176"/>
              <a:gd name="T70" fmla="*/ 8 w 176"/>
              <a:gd name="T71" fmla="*/ 24 h 176"/>
              <a:gd name="T72" fmla="*/ 168 w 176"/>
              <a:gd name="T73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36" y="112"/>
                </a:move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107"/>
                  <a:pt x="144" y="106"/>
                  <a:pt x="143" y="106"/>
                </a:cubicBezTo>
                <a:cubicBezTo>
                  <a:pt x="143" y="106"/>
                  <a:pt x="143" y="106"/>
                  <a:pt x="143" y="106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8" y="73"/>
                  <a:pt x="117" y="72"/>
                  <a:pt x="116" y="72"/>
                </a:cubicBezTo>
                <a:cubicBezTo>
                  <a:pt x="115" y="72"/>
                  <a:pt x="114" y="72"/>
                  <a:pt x="113" y="73"/>
                </a:cubicBezTo>
                <a:cubicBezTo>
                  <a:pt x="100" y="86"/>
                  <a:pt x="100" y="86"/>
                  <a:pt x="100" y="86"/>
                </a:cubicBezTo>
                <a:cubicBezTo>
                  <a:pt x="71" y="57"/>
                  <a:pt x="71" y="57"/>
                  <a:pt x="71" y="57"/>
                </a:cubicBezTo>
                <a:cubicBezTo>
                  <a:pt x="70" y="56"/>
                  <a:pt x="69" y="56"/>
                  <a:pt x="68" y="56"/>
                </a:cubicBezTo>
                <a:cubicBezTo>
                  <a:pt x="67" y="56"/>
                  <a:pt x="65" y="57"/>
                  <a:pt x="65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33" y="106"/>
                  <a:pt x="33" y="106"/>
                  <a:pt x="33" y="106"/>
                </a:cubicBezTo>
                <a:cubicBezTo>
                  <a:pt x="33" y="106"/>
                  <a:pt x="33" y="106"/>
                  <a:pt x="33" y="106"/>
                </a:cubicBezTo>
                <a:cubicBezTo>
                  <a:pt x="32" y="106"/>
                  <a:pt x="32" y="107"/>
                  <a:pt x="32" y="108"/>
                </a:cubicBezTo>
                <a:cubicBezTo>
                  <a:pt x="32" y="110"/>
                  <a:pt x="34" y="112"/>
                  <a:pt x="36" y="112"/>
                </a:cubicBezTo>
                <a:moveTo>
                  <a:pt x="69" y="66"/>
                </a:moveTo>
                <a:cubicBezTo>
                  <a:pt x="97" y="95"/>
                  <a:pt x="97" y="95"/>
                  <a:pt x="97" y="95"/>
                </a:cubicBezTo>
                <a:cubicBezTo>
                  <a:pt x="98" y="96"/>
                  <a:pt x="99" y="96"/>
                  <a:pt x="100" y="96"/>
                </a:cubicBezTo>
                <a:cubicBezTo>
                  <a:pt x="101" y="96"/>
                  <a:pt x="102" y="96"/>
                  <a:pt x="103" y="95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43" y="104"/>
                  <a:pt x="43" y="104"/>
                  <a:pt x="43" y="104"/>
                </a:cubicBezTo>
                <a:lnTo>
                  <a:pt x="69" y="66"/>
                </a:lnTo>
                <a:close/>
                <a:moveTo>
                  <a:pt x="132" y="64"/>
                </a:moveTo>
                <a:cubicBezTo>
                  <a:pt x="139" y="64"/>
                  <a:pt x="144" y="59"/>
                  <a:pt x="144" y="52"/>
                </a:cubicBezTo>
                <a:cubicBezTo>
                  <a:pt x="144" y="45"/>
                  <a:pt x="139" y="40"/>
                  <a:pt x="132" y="40"/>
                </a:cubicBezTo>
                <a:cubicBezTo>
                  <a:pt x="125" y="40"/>
                  <a:pt x="120" y="45"/>
                  <a:pt x="120" y="52"/>
                </a:cubicBezTo>
                <a:cubicBezTo>
                  <a:pt x="120" y="59"/>
                  <a:pt x="125" y="64"/>
                  <a:pt x="132" y="64"/>
                </a:cubicBezTo>
                <a:moveTo>
                  <a:pt x="132" y="48"/>
                </a:moveTo>
                <a:cubicBezTo>
                  <a:pt x="134" y="48"/>
                  <a:pt x="136" y="50"/>
                  <a:pt x="136" y="52"/>
                </a:cubicBezTo>
                <a:cubicBezTo>
                  <a:pt x="136" y="54"/>
                  <a:pt x="134" y="56"/>
                  <a:pt x="132" y="56"/>
                </a:cubicBezTo>
                <a:cubicBezTo>
                  <a:pt x="130" y="56"/>
                  <a:pt x="128" y="54"/>
                  <a:pt x="128" y="52"/>
                </a:cubicBezTo>
                <a:cubicBezTo>
                  <a:pt x="128" y="50"/>
                  <a:pt x="130" y="48"/>
                  <a:pt x="132" y="48"/>
                </a:cubicBezTo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501"/>
          <p:cNvSpPr>
            <a:spLocks noEditPoints="1"/>
          </p:cNvSpPr>
          <p:nvPr/>
        </p:nvSpPr>
        <p:spPr bwMode="auto">
          <a:xfrm>
            <a:off x="5998347" y="1811734"/>
            <a:ext cx="334275" cy="243404"/>
          </a:xfrm>
          <a:custGeom>
            <a:avLst/>
            <a:gdLst>
              <a:gd name="T0" fmla="*/ 174 w 176"/>
              <a:gd name="T1" fmla="*/ 32 h 128"/>
              <a:gd name="T2" fmla="*/ 174 w 176"/>
              <a:gd name="T3" fmla="*/ 32 h 128"/>
              <a:gd name="T4" fmla="*/ 90 w 176"/>
              <a:gd name="T5" fmla="*/ 0 h 128"/>
              <a:gd name="T6" fmla="*/ 88 w 176"/>
              <a:gd name="T7" fmla="*/ 0 h 128"/>
              <a:gd name="T8" fmla="*/ 86 w 176"/>
              <a:gd name="T9" fmla="*/ 0 h 128"/>
              <a:gd name="T10" fmla="*/ 2 w 176"/>
              <a:gd name="T11" fmla="*/ 32 h 128"/>
              <a:gd name="T12" fmla="*/ 2 w 176"/>
              <a:gd name="T13" fmla="*/ 32 h 128"/>
              <a:gd name="T14" fmla="*/ 2 w 176"/>
              <a:gd name="T15" fmla="*/ 40 h 128"/>
              <a:gd name="T16" fmla="*/ 2 w 176"/>
              <a:gd name="T17" fmla="*/ 40 h 128"/>
              <a:gd name="T18" fmla="*/ 10 w 176"/>
              <a:gd name="T19" fmla="*/ 43 h 128"/>
              <a:gd name="T20" fmla="*/ 0 w 176"/>
              <a:gd name="T21" fmla="*/ 88 h 128"/>
              <a:gd name="T22" fmla="*/ 16 w 176"/>
              <a:gd name="T23" fmla="*/ 88 h 128"/>
              <a:gd name="T24" fmla="*/ 18 w 176"/>
              <a:gd name="T25" fmla="*/ 45 h 128"/>
              <a:gd name="T26" fmla="*/ 24 w 176"/>
              <a:gd name="T27" fmla="*/ 107 h 128"/>
              <a:gd name="T28" fmla="*/ 24 w 176"/>
              <a:gd name="T29" fmla="*/ 108 h 128"/>
              <a:gd name="T30" fmla="*/ 29 w 176"/>
              <a:gd name="T31" fmla="*/ 112 h 128"/>
              <a:gd name="T32" fmla="*/ 59 w 176"/>
              <a:gd name="T33" fmla="*/ 104 h 128"/>
              <a:gd name="T34" fmla="*/ 86 w 176"/>
              <a:gd name="T35" fmla="*/ 127 h 128"/>
              <a:gd name="T36" fmla="*/ 90 w 176"/>
              <a:gd name="T37" fmla="*/ 127 h 128"/>
              <a:gd name="T38" fmla="*/ 121 w 176"/>
              <a:gd name="T39" fmla="*/ 104 h 128"/>
              <a:gd name="T40" fmla="*/ 151 w 176"/>
              <a:gd name="T41" fmla="*/ 112 h 128"/>
              <a:gd name="T42" fmla="*/ 156 w 176"/>
              <a:gd name="T43" fmla="*/ 108 h 128"/>
              <a:gd name="T44" fmla="*/ 156 w 176"/>
              <a:gd name="T45" fmla="*/ 107 h 128"/>
              <a:gd name="T46" fmla="*/ 173 w 176"/>
              <a:gd name="T47" fmla="*/ 40 h 128"/>
              <a:gd name="T48" fmla="*/ 174 w 176"/>
              <a:gd name="T49" fmla="*/ 40 h 128"/>
              <a:gd name="T50" fmla="*/ 176 w 176"/>
              <a:gd name="T51" fmla="*/ 36 h 128"/>
              <a:gd name="T52" fmla="*/ 121 w 176"/>
              <a:gd name="T53" fmla="*/ 96 h 128"/>
              <a:gd name="T54" fmla="*/ 120 w 176"/>
              <a:gd name="T55" fmla="*/ 96 h 128"/>
              <a:gd name="T56" fmla="*/ 118 w 176"/>
              <a:gd name="T57" fmla="*/ 97 h 128"/>
              <a:gd name="T58" fmla="*/ 62 w 176"/>
              <a:gd name="T59" fmla="*/ 97 h 128"/>
              <a:gd name="T60" fmla="*/ 60 w 176"/>
              <a:gd name="T61" fmla="*/ 96 h 128"/>
              <a:gd name="T62" fmla="*/ 59 w 176"/>
              <a:gd name="T63" fmla="*/ 96 h 128"/>
              <a:gd name="T64" fmla="*/ 39 w 176"/>
              <a:gd name="T65" fmla="*/ 54 h 128"/>
              <a:gd name="T66" fmla="*/ 86 w 176"/>
              <a:gd name="T67" fmla="*/ 72 h 128"/>
              <a:gd name="T68" fmla="*/ 90 w 176"/>
              <a:gd name="T69" fmla="*/ 72 h 128"/>
              <a:gd name="T70" fmla="*/ 138 w 176"/>
              <a:gd name="T71" fmla="*/ 53 h 128"/>
              <a:gd name="T72" fmla="*/ 88 w 176"/>
              <a:gd name="T73" fmla="*/ 64 h 128"/>
              <a:gd name="T74" fmla="*/ 88 w 176"/>
              <a:gd name="T75" fmla="*/ 8 h 128"/>
              <a:gd name="T76" fmla="*/ 88 w 176"/>
              <a:gd name="T77" fmla="*/ 6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28">
                <a:moveTo>
                  <a:pt x="176" y="36"/>
                </a:moveTo>
                <a:cubicBezTo>
                  <a:pt x="176" y="34"/>
                  <a:pt x="175" y="33"/>
                  <a:pt x="174" y="32"/>
                </a:cubicBezTo>
                <a:cubicBezTo>
                  <a:pt x="174" y="32"/>
                  <a:pt x="174" y="32"/>
                  <a:pt x="174" y="32"/>
                </a:cubicBezTo>
                <a:cubicBezTo>
                  <a:pt x="174" y="32"/>
                  <a:pt x="174" y="32"/>
                  <a:pt x="174" y="32"/>
                </a:cubicBezTo>
                <a:cubicBezTo>
                  <a:pt x="174" y="32"/>
                  <a:pt x="174" y="32"/>
                  <a:pt x="173" y="32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89" y="0"/>
                  <a:pt x="89" y="0"/>
                  <a:pt x="88" y="0"/>
                </a:cubicBezTo>
                <a:cubicBezTo>
                  <a:pt x="87" y="0"/>
                  <a:pt x="87" y="0"/>
                  <a:pt x="86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3" y="32"/>
                  <a:pt x="3" y="32"/>
                  <a:pt x="3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3"/>
                  <a:pt x="0" y="34"/>
                  <a:pt x="0" y="36"/>
                </a:cubicBezTo>
                <a:cubicBezTo>
                  <a:pt x="0" y="38"/>
                  <a:pt x="1" y="39"/>
                  <a:pt x="2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2" y="40"/>
                  <a:pt x="2" y="40"/>
                  <a:pt x="3" y="40"/>
                </a:cubicBezTo>
                <a:cubicBezTo>
                  <a:pt x="10" y="43"/>
                  <a:pt x="10" y="43"/>
                  <a:pt x="10" y="43"/>
                </a:cubicBezTo>
                <a:cubicBezTo>
                  <a:pt x="5" y="81"/>
                  <a:pt x="5" y="81"/>
                  <a:pt x="5" y="81"/>
                </a:cubicBezTo>
                <a:cubicBezTo>
                  <a:pt x="2" y="82"/>
                  <a:pt x="0" y="85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2" y="96"/>
                  <a:pt x="16" y="92"/>
                  <a:pt x="16" y="88"/>
                </a:cubicBezTo>
                <a:cubicBezTo>
                  <a:pt x="16" y="85"/>
                  <a:pt x="15" y="83"/>
                  <a:pt x="13" y="82"/>
                </a:cubicBezTo>
                <a:cubicBezTo>
                  <a:pt x="18" y="45"/>
                  <a:pt x="18" y="45"/>
                  <a:pt x="18" y="45"/>
                </a:cubicBezTo>
                <a:cubicBezTo>
                  <a:pt x="31" y="51"/>
                  <a:pt x="31" y="51"/>
                  <a:pt x="31" y="51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4" y="110"/>
                  <a:pt x="26" y="112"/>
                  <a:pt x="28" y="112"/>
                </a:cubicBezTo>
                <a:cubicBezTo>
                  <a:pt x="28" y="112"/>
                  <a:pt x="29" y="112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86" y="127"/>
                  <a:pt x="86" y="127"/>
                  <a:pt x="86" y="127"/>
                </a:cubicBezTo>
                <a:cubicBezTo>
                  <a:pt x="86" y="127"/>
                  <a:pt x="86" y="127"/>
                  <a:pt x="86" y="127"/>
                </a:cubicBezTo>
                <a:cubicBezTo>
                  <a:pt x="86" y="128"/>
                  <a:pt x="87" y="128"/>
                  <a:pt x="88" y="128"/>
                </a:cubicBezTo>
                <a:cubicBezTo>
                  <a:pt x="89" y="128"/>
                  <a:pt x="90" y="128"/>
                  <a:pt x="90" y="127"/>
                </a:cubicBezTo>
                <a:cubicBezTo>
                  <a:pt x="90" y="127"/>
                  <a:pt x="90" y="127"/>
                  <a:pt x="90" y="127"/>
                </a:cubicBezTo>
                <a:cubicBezTo>
                  <a:pt x="121" y="104"/>
                  <a:pt x="121" y="104"/>
                  <a:pt x="121" y="104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2" y="112"/>
                  <a:pt x="152" y="112"/>
                </a:cubicBezTo>
                <a:cubicBezTo>
                  <a:pt x="154" y="112"/>
                  <a:pt x="156" y="110"/>
                  <a:pt x="156" y="108"/>
                </a:cubicBezTo>
                <a:cubicBezTo>
                  <a:pt x="156" y="108"/>
                  <a:pt x="156" y="108"/>
                  <a:pt x="156" y="107"/>
                </a:cubicBezTo>
                <a:cubicBezTo>
                  <a:pt x="156" y="107"/>
                  <a:pt x="156" y="107"/>
                  <a:pt x="156" y="107"/>
                </a:cubicBezTo>
                <a:cubicBezTo>
                  <a:pt x="145" y="50"/>
                  <a:pt x="145" y="50"/>
                  <a:pt x="145" y="50"/>
                </a:cubicBezTo>
                <a:cubicBezTo>
                  <a:pt x="173" y="40"/>
                  <a:pt x="173" y="40"/>
                  <a:pt x="173" y="40"/>
                </a:cubicBezTo>
                <a:cubicBezTo>
                  <a:pt x="174" y="40"/>
                  <a:pt x="174" y="40"/>
                  <a:pt x="174" y="40"/>
                </a:cubicBezTo>
                <a:cubicBezTo>
                  <a:pt x="174" y="40"/>
                  <a:pt x="174" y="40"/>
                  <a:pt x="174" y="40"/>
                </a:cubicBezTo>
                <a:cubicBezTo>
                  <a:pt x="174" y="40"/>
                  <a:pt x="174" y="40"/>
                  <a:pt x="174" y="40"/>
                </a:cubicBezTo>
                <a:cubicBezTo>
                  <a:pt x="175" y="39"/>
                  <a:pt x="176" y="38"/>
                  <a:pt x="176" y="36"/>
                </a:cubicBezTo>
                <a:moveTo>
                  <a:pt x="147" y="103"/>
                </a:moveTo>
                <a:cubicBezTo>
                  <a:pt x="121" y="96"/>
                  <a:pt x="121" y="96"/>
                  <a:pt x="121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1" y="96"/>
                  <a:pt x="120" y="96"/>
                  <a:pt x="120" y="96"/>
                </a:cubicBezTo>
                <a:cubicBezTo>
                  <a:pt x="119" y="96"/>
                  <a:pt x="118" y="96"/>
                  <a:pt x="118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88" y="119"/>
                  <a:pt x="88" y="119"/>
                  <a:pt x="88" y="119"/>
                </a:cubicBezTo>
                <a:cubicBezTo>
                  <a:pt x="62" y="97"/>
                  <a:pt x="62" y="97"/>
                  <a:pt x="62" y="97"/>
                </a:cubicBezTo>
                <a:cubicBezTo>
                  <a:pt x="62" y="97"/>
                  <a:pt x="62" y="97"/>
                  <a:pt x="62" y="97"/>
                </a:cubicBezTo>
                <a:cubicBezTo>
                  <a:pt x="62" y="96"/>
                  <a:pt x="61" y="96"/>
                  <a:pt x="60" y="96"/>
                </a:cubicBezTo>
                <a:cubicBezTo>
                  <a:pt x="60" y="96"/>
                  <a:pt x="59" y="96"/>
                  <a:pt x="59" y="96"/>
                </a:cubicBezTo>
                <a:cubicBezTo>
                  <a:pt x="59" y="96"/>
                  <a:pt x="59" y="96"/>
                  <a:pt x="59" y="96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9" y="54"/>
                  <a:pt x="39" y="54"/>
                  <a:pt x="39" y="54"/>
                </a:cubicBezTo>
                <a:cubicBezTo>
                  <a:pt x="86" y="72"/>
                  <a:pt x="86" y="72"/>
                  <a:pt x="86" y="72"/>
                </a:cubicBezTo>
                <a:cubicBezTo>
                  <a:pt x="86" y="72"/>
                  <a:pt x="86" y="72"/>
                  <a:pt x="86" y="72"/>
                </a:cubicBezTo>
                <a:cubicBezTo>
                  <a:pt x="87" y="72"/>
                  <a:pt x="87" y="72"/>
                  <a:pt x="88" y="72"/>
                </a:cubicBezTo>
                <a:cubicBezTo>
                  <a:pt x="89" y="72"/>
                  <a:pt x="89" y="72"/>
                  <a:pt x="90" y="72"/>
                </a:cubicBezTo>
                <a:cubicBezTo>
                  <a:pt x="90" y="72"/>
                  <a:pt x="90" y="72"/>
                  <a:pt x="90" y="72"/>
                </a:cubicBezTo>
                <a:cubicBezTo>
                  <a:pt x="138" y="53"/>
                  <a:pt x="138" y="53"/>
                  <a:pt x="138" y="53"/>
                </a:cubicBezTo>
                <a:lnTo>
                  <a:pt x="147" y="103"/>
                </a:lnTo>
                <a:close/>
                <a:moveTo>
                  <a:pt x="88" y="64"/>
                </a:moveTo>
                <a:cubicBezTo>
                  <a:pt x="15" y="36"/>
                  <a:pt x="15" y="36"/>
                  <a:pt x="15" y="36"/>
                </a:cubicBezTo>
                <a:cubicBezTo>
                  <a:pt x="88" y="8"/>
                  <a:pt x="88" y="8"/>
                  <a:pt x="88" y="8"/>
                </a:cubicBezTo>
                <a:cubicBezTo>
                  <a:pt x="161" y="36"/>
                  <a:pt x="161" y="36"/>
                  <a:pt x="161" y="36"/>
                </a:cubicBezTo>
                <a:lnTo>
                  <a:pt x="88" y="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502"/>
          <p:cNvSpPr>
            <a:spLocks noEditPoints="1"/>
          </p:cNvSpPr>
          <p:nvPr/>
        </p:nvSpPr>
        <p:spPr bwMode="auto">
          <a:xfrm>
            <a:off x="6713955" y="1758184"/>
            <a:ext cx="181742" cy="335898"/>
          </a:xfrm>
          <a:custGeom>
            <a:avLst/>
            <a:gdLst>
              <a:gd name="T0" fmla="*/ 92 w 96"/>
              <a:gd name="T1" fmla="*/ 0 h 176"/>
              <a:gd name="T2" fmla="*/ 4 w 96"/>
              <a:gd name="T3" fmla="*/ 0 h 176"/>
              <a:gd name="T4" fmla="*/ 0 w 96"/>
              <a:gd name="T5" fmla="*/ 4 h 176"/>
              <a:gd name="T6" fmla="*/ 0 w 96"/>
              <a:gd name="T7" fmla="*/ 172 h 176"/>
              <a:gd name="T8" fmla="*/ 4 w 96"/>
              <a:gd name="T9" fmla="*/ 176 h 176"/>
              <a:gd name="T10" fmla="*/ 7 w 96"/>
              <a:gd name="T11" fmla="*/ 175 h 176"/>
              <a:gd name="T12" fmla="*/ 7 w 96"/>
              <a:gd name="T13" fmla="*/ 175 h 176"/>
              <a:gd name="T14" fmla="*/ 48 w 96"/>
              <a:gd name="T15" fmla="*/ 130 h 176"/>
              <a:gd name="T16" fmla="*/ 89 w 96"/>
              <a:gd name="T17" fmla="*/ 175 h 176"/>
              <a:gd name="T18" fmla="*/ 89 w 96"/>
              <a:gd name="T19" fmla="*/ 175 h 176"/>
              <a:gd name="T20" fmla="*/ 92 w 96"/>
              <a:gd name="T21" fmla="*/ 176 h 176"/>
              <a:gd name="T22" fmla="*/ 96 w 96"/>
              <a:gd name="T23" fmla="*/ 172 h 176"/>
              <a:gd name="T24" fmla="*/ 96 w 96"/>
              <a:gd name="T25" fmla="*/ 4 h 176"/>
              <a:gd name="T26" fmla="*/ 92 w 96"/>
              <a:gd name="T27" fmla="*/ 0 h 176"/>
              <a:gd name="T28" fmla="*/ 88 w 96"/>
              <a:gd name="T29" fmla="*/ 162 h 176"/>
              <a:gd name="T30" fmla="*/ 51 w 96"/>
              <a:gd name="T31" fmla="*/ 121 h 176"/>
              <a:gd name="T32" fmla="*/ 51 w 96"/>
              <a:gd name="T33" fmla="*/ 121 h 176"/>
              <a:gd name="T34" fmla="*/ 48 w 96"/>
              <a:gd name="T35" fmla="*/ 120 h 176"/>
              <a:gd name="T36" fmla="*/ 45 w 96"/>
              <a:gd name="T37" fmla="*/ 121 h 176"/>
              <a:gd name="T38" fmla="*/ 45 w 96"/>
              <a:gd name="T39" fmla="*/ 121 h 176"/>
              <a:gd name="T40" fmla="*/ 8 w 96"/>
              <a:gd name="T41" fmla="*/ 162 h 176"/>
              <a:gd name="T42" fmla="*/ 8 w 96"/>
              <a:gd name="T43" fmla="*/ 8 h 176"/>
              <a:gd name="T44" fmla="*/ 88 w 96"/>
              <a:gd name="T45" fmla="*/ 8 h 176"/>
              <a:gd name="T46" fmla="*/ 88 w 96"/>
              <a:gd name="T47" fmla="*/ 162 h 176"/>
              <a:gd name="T48" fmla="*/ 28 w 96"/>
              <a:gd name="T49" fmla="*/ 64 h 176"/>
              <a:gd name="T50" fmla="*/ 44 w 96"/>
              <a:gd name="T51" fmla="*/ 64 h 176"/>
              <a:gd name="T52" fmla="*/ 44 w 96"/>
              <a:gd name="T53" fmla="*/ 80 h 176"/>
              <a:gd name="T54" fmla="*/ 48 w 96"/>
              <a:gd name="T55" fmla="*/ 84 h 176"/>
              <a:gd name="T56" fmla="*/ 52 w 96"/>
              <a:gd name="T57" fmla="*/ 80 h 176"/>
              <a:gd name="T58" fmla="*/ 52 w 96"/>
              <a:gd name="T59" fmla="*/ 64 h 176"/>
              <a:gd name="T60" fmla="*/ 68 w 96"/>
              <a:gd name="T61" fmla="*/ 64 h 176"/>
              <a:gd name="T62" fmla="*/ 72 w 96"/>
              <a:gd name="T63" fmla="*/ 60 h 176"/>
              <a:gd name="T64" fmla="*/ 68 w 96"/>
              <a:gd name="T65" fmla="*/ 56 h 176"/>
              <a:gd name="T66" fmla="*/ 52 w 96"/>
              <a:gd name="T67" fmla="*/ 56 h 176"/>
              <a:gd name="T68" fmla="*/ 52 w 96"/>
              <a:gd name="T69" fmla="*/ 40 h 176"/>
              <a:gd name="T70" fmla="*/ 48 w 96"/>
              <a:gd name="T71" fmla="*/ 36 h 176"/>
              <a:gd name="T72" fmla="*/ 44 w 96"/>
              <a:gd name="T73" fmla="*/ 40 h 176"/>
              <a:gd name="T74" fmla="*/ 44 w 96"/>
              <a:gd name="T75" fmla="*/ 56 h 176"/>
              <a:gd name="T76" fmla="*/ 28 w 96"/>
              <a:gd name="T77" fmla="*/ 56 h 176"/>
              <a:gd name="T78" fmla="*/ 24 w 96"/>
              <a:gd name="T79" fmla="*/ 60 h 176"/>
              <a:gd name="T80" fmla="*/ 28 w 96"/>
              <a:gd name="T81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6" h="176">
                <a:moveTo>
                  <a:pt x="92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48" y="130"/>
                  <a:pt x="48" y="130"/>
                  <a:pt x="48" y="130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90" y="175"/>
                  <a:pt x="91" y="176"/>
                  <a:pt x="92" y="176"/>
                </a:cubicBezTo>
                <a:cubicBezTo>
                  <a:pt x="94" y="176"/>
                  <a:pt x="96" y="174"/>
                  <a:pt x="96" y="172"/>
                </a:cubicBezTo>
                <a:cubicBezTo>
                  <a:pt x="96" y="4"/>
                  <a:pt x="96" y="4"/>
                  <a:pt x="96" y="4"/>
                </a:cubicBezTo>
                <a:cubicBezTo>
                  <a:pt x="96" y="2"/>
                  <a:pt x="94" y="0"/>
                  <a:pt x="92" y="0"/>
                </a:cubicBezTo>
                <a:moveTo>
                  <a:pt x="88" y="162"/>
                </a:moveTo>
                <a:cubicBezTo>
                  <a:pt x="51" y="121"/>
                  <a:pt x="51" y="121"/>
                  <a:pt x="51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0" y="121"/>
                  <a:pt x="49" y="120"/>
                  <a:pt x="48" y="120"/>
                </a:cubicBezTo>
                <a:cubicBezTo>
                  <a:pt x="47" y="120"/>
                  <a:pt x="46" y="121"/>
                  <a:pt x="45" y="121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8" y="162"/>
                  <a:pt x="8" y="162"/>
                  <a:pt x="8" y="162"/>
                </a:cubicBezTo>
                <a:cubicBezTo>
                  <a:pt x="8" y="8"/>
                  <a:pt x="8" y="8"/>
                  <a:pt x="8" y="8"/>
                </a:cubicBezTo>
                <a:cubicBezTo>
                  <a:pt x="88" y="8"/>
                  <a:pt x="88" y="8"/>
                  <a:pt x="88" y="8"/>
                </a:cubicBezTo>
                <a:lnTo>
                  <a:pt x="88" y="162"/>
                </a:lnTo>
                <a:close/>
                <a:moveTo>
                  <a:pt x="28" y="64"/>
                </a:moveTo>
                <a:cubicBezTo>
                  <a:pt x="44" y="64"/>
                  <a:pt x="44" y="64"/>
                  <a:pt x="44" y="64"/>
                </a:cubicBezTo>
                <a:cubicBezTo>
                  <a:pt x="44" y="80"/>
                  <a:pt x="44" y="80"/>
                  <a:pt x="44" y="80"/>
                </a:cubicBezTo>
                <a:cubicBezTo>
                  <a:pt x="44" y="82"/>
                  <a:pt x="46" y="84"/>
                  <a:pt x="48" y="84"/>
                </a:cubicBezTo>
                <a:cubicBezTo>
                  <a:pt x="50" y="84"/>
                  <a:pt x="52" y="82"/>
                  <a:pt x="52" y="80"/>
                </a:cubicBezTo>
                <a:cubicBezTo>
                  <a:pt x="52" y="64"/>
                  <a:pt x="52" y="64"/>
                  <a:pt x="52" y="64"/>
                </a:cubicBezTo>
                <a:cubicBezTo>
                  <a:pt x="68" y="64"/>
                  <a:pt x="68" y="64"/>
                  <a:pt x="68" y="64"/>
                </a:cubicBezTo>
                <a:cubicBezTo>
                  <a:pt x="70" y="64"/>
                  <a:pt x="72" y="62"/>
                  <a:pt x="72" y="60"/>
                </a:cubicBezTo>
                <a:cubicBezTo>
                  <a:pt x="72" y="58"/>
                  <a:pt x="70" y="56"/>
                  <a:pt x="68" y="56"/>
                </a:cubicBezTo>
                <a:cubicBezTo>
                  <a:pt x="52" y="56"/>
                  <a:pt x="52" y="56"/>
                  <a:pt x="52" y="56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38"/>
                  <a:pt x="50" y="36"/>
                  <a:pt x="48" y="36"/>
                </a:cubicBezTo>
                <a:cubicBezTo>
                  <a:pt x="46" y="36"/>
                  <a:pt x="44" y="38"/>
                  <a:pt x="44" y="40"/>
                </a:cubicBezTo>
                <a:cubicBezTo>
                  <a:pt x="44" y="56"/>
                  <a:pt x="44" y="56"/>
                  <a:pt x="44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6" y="56"/>
                  <a:pt x="24" y="58"/>
                  <a:pt x="24" y="60"/>
                </a:cubicBezTo>
                <a:cubicBezTo>
                  <a:pt x="24" y="62"/>
                  <a:pt x="26" y="64"/>
                  <a:pt x="28" y="6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503"/>
          <p:cNvSpPr>
            <a:spLocks noEditPoints="1"/>
          </p:cNvSpPr>
          <p:nvPr/>
        </p:nvSpPr>
        <p:spPr bwMode="auto">
          <a:xfrm>
            <a:off x="7322465" y="1758184"/>
            <a:ext cx="243404" cy="335898"/>
          </a:xfrm>
          <a:custGeom>
            <a:avLst/>
            <a:gdLst>
              <a:gd name="T0" fmla="*/ 34 w 128"/>
              <a:gd name="T1" fmla="*/ 112 h 176"/>
              <a:gd name="T2" fmla="*/ 64 w 128"/>
              <a:gd name="T3" fmla="*/ 90 h 176"/>
              <a:gd name="T4" fmla="*/ 94 w 128"/>
              <a:gd name="T5" fmla="*/ 112 h 176"/>
              <a:gd name="T6" fmla="*/ 82 w 128"/>
              <a:gd name="T7" fmla="*/ 76 h 176"/>
              <a:gd name="T8" fmla="*/ 108 w 128"/>
              <a:gd name="T9" fmla="*/ 56 h 176"/>
              <a:gd name="T10" fmla="*/ 76 w 128"/>
              <a:gd name="T11" fmla="*/ 56 h 176"/>
              <a:gd name="T12" fmla="*/ 64 w 128"/>
              <a:gd name="T13" fmla="*/ 24 h 176"/>
              <a:gd name="T14" fmla="*/ 52 w 128"/>
              <a:gd name="T15" fmla="*/ 56 h 176"/>
              <a:gd name="T16" fmla="*/ 20 w 128"/>
              <a:gd name="T17" fmla="*/ 56 h 176"/>
              <a:gd name="T18" fmla="*/ 46 w 128"/>
              <a:gd name="T19" fmla="*/ 76 h 176"/>
              <a:gd name="T20" fmla="*/ 34 w 128"/>
              <a:gd name="T21" fmla="*/ 112 h 176"/>
              <a:gd name="T22" fmla="*/ 43 w 128"/>
              <a:gd name="T23" fmla="*/ 64 h 176"/>
              <a:gd name="T24" fmla="*/ 58 w 128"/>
              <a:gd name="T25" fmla="*/ 64 h 176"/>
              <a:gd name="T26" fmla="*/ 59 w 128"/>
              <a:gd name="T27" fmla="*/ 59 h 176"/>
              <a:gd name="T28" fmla="*/ 64 w 128"/>
              <a:gd name="T29" fmla="*/ 47 h 176"/>
              <a:gd name="T30" fmla="*/ 69 w 128"/>
              <a:gd name="T31" fmla="*/ 59 h 176"/>
              <a:gd name="T32" fmla="*/ 70 w 128"/>
              <a:gd name="T33" fmla="*/ 64 h 176"/>
              <a:gd name="T34" fmla="*/ 85 w 128"/>
              <a:gd name="T35" fmla="*/ 64 h 176"/>
              <a:gd name="T36" fmla="*/ 77 w 128"/>
              <a:gd name="T37" fmla="*/ 70 h 176"/>
              <a:gd name="T38" fmla="*/ 73 w 128"/>
              <a:gd name="T39" fmla="*/ 73 h 176"/>
              <a:gd name="T40" fmla="*/ 74 w 128"/>
              <a:gd name="T41" fmla="*/ 79 h 176"/>
              <a:gd name="T42" fmla="*/ 78 w 128"/>
              <a:gd name="T43" fmla="*/ 91 h 176"/>
              <a:gd name="T44" fmla="*/ 69 w 128"/>
              <a:gd name="T45" fmla="*/ 84 h 176"/>
              <a:gd name="T46" fmla="*/ 64 w 128"/>
              <a:gd name="T47" fmla="*/ 80 h 176"/>
              <a:gd name="T48" fmla="*/ 59 w 128"/>
              <a:gd name="T49" fmla="*/ 84 h 176"/>
              <a:gd name="T50" fmla="*/ 50 w 128"/>
              <a:gd name="T51" fmla="*/ 91 h 176"/>
              <a:gd name="T52" fmla="*/ 54 w 128"/>
              <a:gd name="T53" fmla="*/ 79 h 176"/>
              <a:gd name="T54" fmla="*/ 55 w 128"/>
              <a:gd name="T55" fmla="*/ 73 h 176"/>
              <a:gd name="T56" fmla="*/ 51 w 128"/>
              <a:gd name="T57" fmla="*/ 70 h 176"/>
              <a:gd name="T58" fmla="*/ 43 w 128"/>
              <a:gd name="T59" fmla="*/ 64 h 176"/>
              <a:gd name="T60" fmla="*/ 124 w 128"/>
              <a:gd name="T61" fmla="*/ 0 h 176"/>
              <a:gd name="T62" fmla="*/ 4 w 128"/>
              <a:gd name="T63" fmla="*/ 0 h 176"/>
              <a:gd name="T64" fmla="*/ 0 w 128"/>
              <a:gd name="T65" fmla="*/ 4 h 176"/>
              <a:gd name="T66" fmla="*/ 0 w 128"/>
              <a:gd name="T67" fmla="*/ 172 h 176"/>
              <a:gd name="T68" fmla="*/ 4 w 128"/>
              <a:gd name="T69" fmla="*/ 176 h 176"/>
              <a:gd name="T70" fmla="*/ 7 w 128"/>
              <a:gd name="T71" fmla="*/ 175 h 176"/>
              <a:gd name="T72" fmla="*/ 7 w 128"/>
              <a:gd name="T73" fmla="*/ 175 h 176"/>
              <a:gd name="T74" fmla="*/ 64 w 128"/>
              <a:gd name="T75" fmla="*/ 129 h 176"/>
              <a:gd name="T76" fmla="*/ 121 w 128"/>
              <a:gd name="T77" fmla="*/ 175 h 176"/>
              <a:gd name="T78" fmla="*/ 121 w 128"/>
              <a:gd name="T79" fmla="*/ 175 h 176"/>
              <a:gd name="T80" fmla="*/ 124 w 128"/>
              <a:gd name="T81" fmla="*/ 176 h 176"/>
              <a:gd name="T82" fmla="*/ 128 w 128"/>
              <a:gd name="T83" fmla="*/ 172 h 176"/>
              <a:gd name="T84" fmla="*/ 128 w 128"/>
              <a:gd name="T85" fmla="*/ 4 h 176"/>
              <a:gd name="T86" fmla="*/ 124 w 128"/>
              <a:gd name="T87" fmla="*/ 0 h 176"/>
              <a:gd name="T88" fmla="*/ 120 w 128"/>
              <a:gd name="T89" fmla="*/ 164 h 176"/>
              <a:gd name="T90" fmla="*/ 67 w 128"/>
              <a:gd name="T91" fmla="*/ 121 h 176"/>
              <a:gd name="T92" fmla="*/ 67 w 128"/>
              <a:gd name="T93" fmla="*/ 121 h 176"/>
              <a:gd name="T94" fmla="*/ 64 w 128"/>
              <a:gd name="T95" fmla="*/ 120 h 176"/>
              <a:gd name="T96" fmla="*/ 61 w 128"/>
              <a:gd name="T97" fmla="*/ 121 h 176"/>
              <a:gd name="T98" fmla="*/ 61 w 128"/>
              <a:gd name="T99" fmla="*/ 121 h 176"/>
              <a:gd name="T100" fmla="*/ 8 w 128"/>
              <a:gd name="T101" fmla="*/ 164 h 176"/>
              <a:gd name="T102" fmla="*/ 8 w 128"/>
              <a:gd name="T103" fmla="*/ 8 h 176"/>
              <a:gd name="T104" fmla="*/ 120 w 128"/>
              <a:gd name="T105" fmla="*/ 8 h 176"/>
              <a:gd name="T106" fmla="*/ 120 w 128"/>
              <a:gd name="T107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8" h="176">
                <a:moveTo>
                  <a:pt x="34" y="112"/>
                </a:moveTo>
                <a:cubicBezTo>
                  <a:pt x="64" y="90"/>
                  <a:pt x="64" y="90"/>
                  <a:pt x="64" y="90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82" y="76"/>
                  <a:pt x="82" y="76"/>
                  <a:pt x="82" y="7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76" y="56"/>
                  <a:pt x="76" y="56"/>
                  <a:pt x="76" y="56"/>
                </a:cubicBezTo>
                <a:cubicBezTo>
                  <a:pt x="64" y="24"/>
                  <a:pt x="64" y="24"/>
                  <a:pt x="64" y="24"/>
                </a:cubicBezTo>
                <a:cubicBezTo>
                  <a:pt x="52" y="56"/>
                  <a:pt x="52" y="56"/>
                  <a:pt x="52" y="56"/>
                </a:cubicBezTo>
                <a:cubicBezTo>
                  <a:pt x="20" y="56"/>
                  <a:pt x="20" y="56"/>
                  <a:pt x="20" y="56"/>
                </a:cubicBezTo>
                <a:cubicBezTo>
                  <a:pt x="46" y="76"/>
                  <a:pt x="46" y="76"/>
                  <a:pt x="46" y="76"/>
                </a:cubicBezTo>
                <a:lnTo>
                  <a:pt x="34" y="112"/>
                </a:lnTo>
                <a:close/>
                <a:moveTo>
                  <a:pt x="43" y="64"/>
                </a:moveTo>
                <a:cubicBezTo>
                  <a:pt x="58" y="64"/>
                  <a:pt x="58" y="64"/>
                  <a:pt x="58" y="64"/>
                </a:cubicBezTo>
                <a:cubicBezTo>
                  <a:pt x="59" y="59"/>
                  <a:pt x="59" y="59"/>
                  <a:pt x="59" y="59"/>
                </a:cubicBezTo>
                <a:cubicBezTo>
                  <a:pt x="64" y="47"/>
                  <a:pt x="64" y="47"/>
                  <a:pt x="64" y="47"/>
                </a:cubicBezTo>
                <a:cubicBezTo>
                  <a:pt x="69" y="59"/>
                  <a:pt x="69" y="59"/>
                  <a:pt x="69" y="59"/>
                </a:cubicBezTo>
                <a:cubicBezTo>
                  <a:pt x="70" y="64"/>
                  <a:pt x="70" y="64"/>
                  <a:pt x="70" y="64"/>
                </a:cubicBezTo>
                <a:cubicBezTo>
                  <a:pt x="85" y="64"/>
                  <a:pt x="85" y="64"/>
                  <a:pt x="85" y="64"/>
                </a:cubicBezTo>
                <a:cubicBezTo>
                  <a:pt x="77" y="70"/>
                  <a:pt x="77" y="70"/>
                  <a:pt x="77" y="70"/>
                </a:cubicBezTo>
                <a:cubicBezTo>
                  <a:pt x="73" y="73"/>
                  <a:pt x="73" y="73"/>
                  <a:pt x="73" y="73"/>
                </a:cubicBezTo>
                <a:cubicBezTo>
                  <a:pt x="74" y="79"/>
                  <a:pt x="74" y="79"/>
                  <a:pt x="74" y="79"/>
                </a:cubicBezTo>
                <a:cubicBezTo>
                  <a:pt x="78" y="91"/>
                  <a:pt x="78" y="91"/>
                  <a:pt x="78" y="91"/>
                </a:cubicBezTo>
                <a:cubicBezTo>
                  <a:pt x="69" y="84"/>
                  <a:pt x="69" y="84"/>
                  <a:pt x="69" y="84"/>
                </a:cubicBezTo>
                <a:cubicBezTo>
                  <a:pt x="64" y="80"/>
                  <a:pt x="64" y="80"/>
                  <a:pt x="64" y="80"/>
                </a:cubicBezTo>
                <a:cubicBezTo>
                  <a:pt x="59" y="84"/>
                  <a:pt x="59" y="84"/>
                  <a:pt x="59" y="84"/>
                </a:cubicBezTo>
                <a:cubicBezTo>
                  <a:pt x="50" y="91"/>
                  <a:pt x="50" y="91"/>
                  <a:pt x="50" y="91"/>
                </a:cubicBezTo>
                <a:cubicBezTo>
                  <a:pt x="54" y="79"/>
                  <a:pt x="54" y="79"/>
                  <a:pt x="54" y="79"/>
                </a:cubicBezTo>
                <a:cubicBezTo>
                  <a:pt x="55" y="73"/>
                  <a:pt x="55" y="73"/>
                  <a:pt x="55" y="73"/>
                </a:cubicBezTo>
                <a:cubicBezTo>
                  <a:pt x="51" y="70"/>
                  <a:pt x="51" y="70"/>
                  <a:pt x="51" y="70"/>
                </a:cubicBezTo>
                <a:lnTo>
                  <a:pt x="43" y="64"/>
                </a:lnTo>
                <a:close/>
                <a:moveTo>
                  <a:pt x="124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122" y="175"/>
                  <a:pt x="123" y="176"/>
                  <a:pt x="124" y="176"/>
                </a:cubicBezTo>
                <a:cubicBezTo>
                  <a:pt x="126" y="176"/>
                  <a:pt x="128" y="174"/>
                  <a:pt x="128" y="172"/>
                </a:cubicBezTo>
                <a:cubicBezTo>
                  <a:pt x="128" y="4"/>
                  <a:pt x="128" y="4"/>
                  <a:pt x="128" y="4"/>
                </a:cubicBezTo>
                <a:cubicBezTo>
                  <a:pt x="128" y="2"/>
                  <a:pt x="126" y="0"/>
                  <a:pt x="124" y="0"/>
                </a:cubicBezTo>
                <a:moveTo>
                  <a:pt x="120" y="164"/>
                </a:move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6" y="121"/>
                  <a:pt x="65" y="120"/>
                  <a:pt x="64" y="120"/>
                </a:cubicBezTo>
                <a:cubicBezTo>
                  <a:pt x="63" y="120"/>
                  <a:pt x="62" y="121"/>
                  <a:pt x="61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8" y="164"/>
                  <a:pt x="8" y="164"/>
                  <a:pt x="8" y="164"/>
                </a:cubicBezTo>
                <a:cubicBezTo>
                  <a:pt x="8" y="8"/>
                  <a:pt x="8" y="8"/>
                  <a:pt x="8" y="8"/>
                </a:cubicBezTo>
                <a:cubicBezTo>
                  <a:pt x="120" y="8"/>
                  <a:pt x="120" y="8"/>
                  <a:pt x="120" y="8"/>
                </a:cubicBezTo>
                <a:lnTo>
                  <a:pt x="120" y="1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504"/>
          <p:cNvSpPr>
            <a:spLocks noEditPoints="1"/>
          </p:cNvSpPr>
          <p:nvPr/>
        </p:nvSpPr>
        <p:spPr bwMode="auto">
          <a:xfrm>
            <a:off x="1524581" y="2397526"/>
            <a:ext cx="335898" cy="334275"/>
          </a:xfrm>
          <a:custGeom>
            <a:avLst/>
            <a:gdLst>
              <a:gd name="T0" fmla="*/ 80 w 176"/>
              <a:gd name="T1" fmla="*/ 88 h 176"/>
              <a:gd name="T2" fmla="*/ 96 w 176"/>
              <a:gd name="T3" fmla="*/ 88 h 176"/>
              <a:gd name="T4" fmla="*/ 176 w 176"/>
              <a:gd name="T5" fmla="*/ 88 h 176"/>
              <a:gd name="T6" fmla="*/ 150 w 176"/>
              <a:gd name="T7" fmla="*/ 26 h 176"/>
              <a:gd name="T8" fmla="*/ 88 w 176"/>
              <a:gd name="T9" fmla="*/ 0 h 176"/>
              <a:gd name="T10" fmla="*/ 26 w 176"/>
              <a:gd name="T11" fmla="*/ 26 h 176"/>
              <a:gd name="T12" fmla="*/ 0 w 176"/>
              <a:gd name="T13" fmla="*/ 88 h 176"/>
              <a:gd name="T14" fmla="*/ 26 w 176"/>
              <a:gd name="T15" fmla="*/ 150 h 176"/>
              <a:gd name="T16" fmla="*/ 88 w 176"/>
              <a:gd name="T17" fmla="*/ 176 h 176"/>
              <a:gd name="T18" fmla="*/ 150 w 176"/>
              <a:gd name="T19" fmla="*/ 150 h 176"/>
              <a:gd name="T20" fmla="*/ 176 w 176"/>
              <a:gd name="T21" fmla="*/ 88 h 176"/>
              <a:gd name="T22" fmla="*/ 34 w 176"/>
              <a:gd name="T23" fmla="*/ 70 h 176"/>
              <a:gd name="T24" fmla="*/ 34 w 176"/>
              <a:gd name="T25" fmla="*/ 106 h 176"/>
              <a:gd name="T26" fmla="*/ 56 w 176"/>
              <a:gd name="T27" fmla="*/ 75 h 176"/>
              <a:gd name="T28" fmla="*/ 41 w 176"/>
              <a:gd name="T29" fmla="*/ 69 h 176"/>
              <a:gd name="T30" fmla="*/ 56 w 176"/>
              <a:gd name="T31" fmla="*/ 75 h 176"/>
              <a:gd name="T32" fmla="*/ 41 w 176"/>
              <a:gd name="T33" fmla="*/ 107 h 176"/>
              <a:gd name="T34" fmla="*/ 56 w 176"/>
              <a:gd name="T35" fmla="*/ 101 h 176"/>
              <a:gd name="T36" fmla="*/ 31 w 176"/>
              <a:gd name="T37" fmla="*/ 145 h 176"/>
              <a:gd name="T38" fmla="*/ 58 w 176"/>
              <a:gd name="T39" fmla="*/ 118 h 176"/>
              <a:gd name="T40" fmla="*/ 31 w 176"/>
              <a:gd name="T41" fmla="*/ 145 h 176"/>
              <a:gd name="T42" fmla="*/ 37 w 176"/>
              <a:gd name="T43" fmla="*/ 62 h 176"/>
              <a:gd name="T44" fmla="*/ 62 w 176"/>
              <a:gd name="T45" fmla="*/ 37 h 176"/>
              <a:gd name="T46" fmla="*/ 110 w 176"/>
              <a:gd name="T47" fmla="*/ 57 h 176"/>
              <a:gd name="T48" fmla="*/ 94 w 176"/>
              <a:gd name="T49" fmla="*/ 50 h 176"/>
              <a:gd name="T50" fmla="*/ 110 w 176"/>
              <a:gd name="T51" fmla="*/ 57 h 176"/>
              <a:gd name="T52" fmla="*/ 106 w 176"/>
              <a:gd name="T53" fmla="*/ 34 h 176"/>
              <a:gd name="T54" fmla="*/ 70 w 176"/>
              <a:gd name="T55" fmla="*/ 34 h 176"/>
              <a:gd name="T56" fmla="*/ 69 w 176"/>
              <a:gd name="T57" fmla="*/ 41 h 176"/>
              <a:gd name="T58" fmla="*/ 75 w 176"/>
              <a:gd name="T59" fmla="*/ 56 h 176"/>
              <a:gd name="T60" fmla="*/ 69 w 176"/>
              <a:gd name="T61" fmla="*/ 41 h 176"/>
              <a:gd name="T62" fmla="*/ 75 w 176"/>
              <a:gd name="T63" fmla="*/ 120 h 176"/>
              <a:gd name="T64" fmla="*/ 69 w 176"/>
              <a:gd name="T65" fmla="*/ 135 h 176"/>
              <a:gd name="T66" fmla="*/ 88 w 176"/>
              <a:gd name="T67" fmla="*/ 168 h 176"/>
              <a:gd name="T68" fmla="*/ 88 w 176"/>
              <a:gd name="T69" fmla="*/ 130 h 176"/>
              <a:gd name="T70" fmla="*/ 88 w 176"/>
              <a:gd name="T71" fmla="*/ 168 h 176"/>
              <a:gd name="T72" fmla="*/ 94 w 176"/>
              <a:gd name="T73" fmla="*/ 126 h 176"/>
              <a:gd name="T74" fmla="*/ 110 w 176"/>
              <a:gd name="T75" fmla="*/ 119 h 176"/>
              <a:gd name="T76" fmla="*/ 112 w 176"/>
              <a:gd name="T77" fmla="*/ 98 h 176"/>
              <a:gd name="T78" fmla="*/ 98 w 176"/>
              <a:gd name="T79" fmla="*/ 112 h 176"/>
              <a:gd name="T80" fmla="*/ 78 w 176"/>
              <a:gd name="T81" fmla="*/ 112 h 176"/>
              <a:gd name="T82" fmla="*/ 64 w 176"/>
              <a:gd name="T83" fmla="*/ 98 h 176"/>
              <a:gd name="T84" fmla="*/ 64 w 176"/>
              <a:gd name="T85" fmla="*/ 78 h 176"/>
              <a:gd name="T86" fmla="*/ 78 w 176"/>
              <a:gd name="T87" fmla="*/ 64 h 176"/>
              <a:gd name="T88" fmla="*/ 98 w 176"/>
              <a:gd name="T89" fmla="*/ 64 h 176"/>
              <a:gd name="T90" fmla="*/ 112 w 176"/>
              <a:gd name="T91" fmla="*/ 78 h 176"/>
              <a:gd name="T92" fmla="*/ 112 w 176"/>
              <a:gd name="T93" fmla="*/ 98 h 176"/>
              <a:gd name="T94" fmla="*/ 139 w 176"/>
              <a:gd name="T95" fmla="*/ 62 h 176"/>
              <a:gd name="T96" fmla="*/ 114 w 176"/>
              <a:gd name="T97" fmla="*/ 37 h 176"/>
              <a:gd name="T98" fmla="*/ 126 w 176"/>
              <a:gd name="T99" fmla="*/ 82 h 176"/>
              <a:gd name="T100" fmla="*/ 119 w 176"/>
              <a:gd name="T101" fmla="*/ 66 h 176"/>
              <a:gd name="T102" fmla="*/ 126 w 176"/>
              <a:gd name="T103" fmla="*/ 82 h 176"/>
              <a:gd name="T104" fmla="*/ 135 w 176"/>
              <a:gd name="T105" fmla="*/ 107 h 176"/>
              <a:gd name="T106" fmla="*/ 120 w 176"/>
              <a:gd name="T107" fmla="*/ 101 h 176"/>
              <a:gd name="T108" fmla="*/ 145 w 176"/>
              <a:gd name="T109" fmla="*/ 145 h 176"/>
              <a:gd name="T110" fmla="*/ 118 w 176"/>
              <a:gd name="T111" fmla="*/ 118 h 176"/>
              <a:gd name="T112" fmla="*/ 145 w 176"/>
              <a:gd name="T113" fmla="*/ 145 h 176"/>
              <a:gd name="T114" fmla="*/ 130 w 176"/>
              <a:gd name="T115" fmla="*/ 88 h 176"/>
              <a:gd name="T116" fmla="*/ 168 w 176"/>
              <a:gd name="T117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76">
                <a:moveTo>
                  <a:pt x="88" y="80"/>
                </a:moveTo>
                <a:cubicBezTo>
                  <a:pt x="84" y="80"/>
                  <a:pt x="80" y="84"/>
                  <a:pt x="80" y="88"/>
                </a:cubicBezTo>
                <a:cubicBezTo>
                  <a:pt x="80" y="92"/>
                  <a:pt x="84" y="96"/>
                  <a:pt x="88" y="96"/>
                </a:cubicBezTo>
                <a:cubicBezTo>
                  <a:pt x="92" y="96"/>
                  <a:pt x="96" y="92"/>
                  <a:pt x="96" y="88"/>
                </a:cubicBezTo>
                <a:cubicBezTo>
                  <a:pt x="96" y="84"/>
                  <a:pt x="92" y="80"/>
                  <a:pt x="88" y="80"/>
                </a:cubicBezTo>
                <a:moveTo>
                  <a:pt x="176" y="88"/>
                </a:moveTo>
                <a:cubicBezTo>
                  <a:pt x="176" y="78"/>
                  <a:pt x="164" y="70"/>
                  <a:pt x="146" y="64"/>
                </a:cubicBezTo>
                <a:cubicBezTo>
                  <a:pt x="155" y="47"/>
                  <a:pt x="157" y="33"/>
                  <a:pt x="150" y="26"/>
                </a:cubicBezTo>
                <a:cubicBezTo>
                  <a:pt x="143" y="19"/>
                  <a:pt x="129" y="21"/>
                  <a:pt x="112" y="30"/>
                </a:cubicBezTo>
                <a:cubicBezTo>
                  <a:pt x="106" y="12"/>
                  <a:pt x="98" y="0"/>
                  <a:pt x="88" y="0"/>
                </a:cubicBezTo>
                <a:cubicBezTo>
                  <a:pt x="78" y="0"/>
                  <a:pt x="70" y="12"/>
                  <a:pt x="64" y="30"/>
                </a:cubicBezTo>
                <a:cubicBezTo>
                  <a:pt x="47" y="21"/>
                  <a:pt x="33" y="19"/>
                  <a:pt x="26" y="26"/>
                </a:cubicBezTo>
                <a:cubicBezTo>
                  <a:pt x="19" y="33"/>
                  <a:pt x="21" y="47"/>
                  <a:pt x="30" y="64"/>
                </a:cubicBezTo>
                <a:cubicBezTo>
                  <a:pt x="12" y="70"/>
                  <a:pt x="0" y="78"/>
                  <a:pt x="0" y="88"/>
                </a:cubicBezTo>
                <a:cubicBezTo>
                  <a:pt x="0" y="98"/>
                  <a:pt x="12" y="106"/>
                  <a:pt x="30" y="112"/>
                </a:cubicBezTo>
                <a:cubicBezTo>
                  <a:pt x="21" y="129"/>
                  <a:pt x="19" y="143"/>
                  <a:pt x="26" y="150"/>
                </a:cubicBezTo>
                <a:cubicBezTo>
                  <a:pt x="33" y="157"/>
                  <a:pt x="47" y="155"/>
                  <a:pt x="64" y="146"/>
                </a:cubicBezTo>
                <a:cubicBezTo>
                  <a:pt x="70" y="164"/>
                  <a:pt x="78" y="176"/>
                  <a:pt x="88" y="176"/>
                </a:cubicBezTo>
                <a:cubicBezTo>
                  <a:pt x="98" y="176"/>
                  <a:pt x="106" y="164"/>
                  <a:pt x="112" y="146"/>
                </a:cubicBezTo>
                <a:cubicBezTo>
                  <a:pt x="129" y="155"/>
                  <a:pt x="143" y="157"/>
                  <a:pt x="150" y="150"/>
                </a:cubicBezTo>
                <a:cubicBezTo>
                  <a:pt x="157" y="143"/>
                  <a:pt x="155" y="129"/>
                  <a:pt x="146" y="112"/>
                </a:cubicBezTo>
                <a:cubicBezTo>
                  <a:pt x="164" y="106"/>
                  <a:pt x="176" y="98"/>
                  <a:pt x="176" y="88"/>
                </a:cubicBezTo>
                <a:moveTo>
                  <a:pt x="8" y="88"/>
                </a:moveTo>
                <a:cubicBezTo>
                  <a:pt x="8" y="81"/>
                  <a:pt x="18" y="75"/>
                  <a:pt x="34" y="70"/>
                </a:cubicBezTo>
                <a:cubicBezTo>
                  <a:pt x="37" y="76"/>
                  <a:pt x="41" y="82"/>
                  <a:pt x="46" y="88"/>
                </a:cubicBezTo>
                <a:cubicBezTo>
                  <a:pt x="41" y="94"/>
                  <a:pt x="37" y="100"/>
                  <a:pt x="34" y="106"/>
                </a:cubicBezTo>
                <a:cubicBezTo>
                  <a:pt x="18" y="101"/>
                  <a:pt x="8" y="95"/>
                  <a:pt x="8" y="88"/>
                </a:cubicBezTo>
                <a:moveTo>
                  <a:pt x="56" y="75"/>
                </a:moveTo>
                <a:cubicBezTo>
                  <a:pt x="54" y="77"/>
                  <a:pt x="52" y="79"/>
                  <a:pt x="50" y="82"/>
                </a:cubicBezTo>
                <a:cubicBezTo>
                  <a:pt x="47" y="77"/>
                  <a:pt x="44" y="73"/>
                  <a:pt x="41" y="69"/>
                </a:cubicBezTo>
                <a:cubicBezTo>
                  <a:pt x="46" y="67"/>
                  <a:pt x="51" y="67"/>
                  <a:pt x="57" y="66"/>
                </a:cubicBezTo>
                <a:cubicBezTo>
                  <a:pt x="57" y="69"/>
                  <a:pt x="57" y="72"/>
                  <a:pt x="56" y="75"/>
                </a:cubicBezTo>
                <a:moveTo>
                  <a:pt x="57" y="110"/>
                </a:moveTo>
                <a:cubicBezTo>
                  <a:pt x="51" y="109"/>
                  <a:pt x="46" y="109"/>
                  <a:pt x="41" y="107"/>
                </a:cubicBezTo>
                <a:cubicBezTo>
                  <a:pt x="44" y="103"/>
                  <a:pt x="47" y="99"/>
                  <a:pt x="50" y="94"/>
                </a:cubicBezTo>
                <a:cubicBezTo>
                  <a:pt x="52" y="97"/>
                  <a:pt x="54" y="99"/>
                  <a:pt x="56" y="101"/>
                </a:cubicBezTo>
                <a:cubicBezTo>
                  <a:pt x="57" y="104"/>
                  <a:pt x="57" y="107"/>
                  <a:pt x="57" y="110"/>
                </a:cubicBezTo>
                <a:moveTo>
                  <a:pt x="31" y="145"/>
                </a:moveTo>
                <a:cubicBezTo>
                  <a:pt x="27" y="140"/>
                  <a:pt x="29" y="128"/>
                  <a:pt x="37" y="114"/>
                </a:cubicBezTo>
                <a:cubicBezTo>
                  <a:pt x="44" y="116"/>
                  <a:pt x="50" y="117"/>
                  <a:pt x="58" y="118"/>
                </a:cubicBezTo>
                <a:cubicBezTo>
                  <a:pt x="59" y="126"/>
                  <a:pt x="60" y="132"/>
                  <a:pt x="62" y="139"/>
                </a:cubicBezTo>
                <a:cubicBezTo>
                  <a:pt x="48" y="147"/>
                  <a:pt x="36" y="149"/>
                  <a:pt x="31" y="145"/>
                </a:cubicBezTo>
                <a:moveTo>
                  <a:pt x="58" y="58"/>
                </a:moveTo>
                <a:cubicBezTo>
                  <a:pt x="50" y="59"/>
                  <a:pt x="44" y="60"/>
                  <a:pt x="37" y="62"/>
                </a:cubicBezTo>
                <a:cubicBezTo>
                  <a:pt x="29" y="48"/>
                  <a:pt x="27" y="36"/>
                  <a:pt x="31" y="31"/>
                </a:cubicBezTo>
                <a:cubicBezTo>
                  <a:pt x="36" y="27"/>
                  <a:pt x="48" y="29"/>
                  <a:pt x="62" y="37"/>
                </a:cubicBezTo>
                <a:cubicBezTo>
                  <a:pt x="60" y="43"/>
                  <a:pt x="59" y="50"/>
                  <a:pt x="58" y="58"/>
                </a:cubicBezTo>
                <a:moveTo>
                  <a:pt x="110" y="57"/>
                </a:moveTo>
                <a:cubicBezTo>
                  <a:pt x="107" y="57"/>
                  <a:pt x="104" y="57"/>
                  <a:pt x="101" y="56"/>
                </a:cubicBezTo>
                <a:cubicBezTo>
                  <a:pt x="99" y="54"/>
                  <a:pt x="97" y="52"/>
                  <a:pt x="94" y="50"/>
                </a:cubicBezTo>
                <a:cubicBezTo>
                  <a:pt x="99" y="47"/>
                  <a:pt x="103" y="44"/>
                  <a:pt x="107" y="41"/>
                </a:cubicBezTo>
                <a:cubicBezTo>
                  <a:pt x="109" y="46"/>
                  <a:pt x="109" y="51"/>
                  <a:pt x="110" y="57"/>
                </a:cubicBezTo>
                <a:moveTo>
                  <a:pt x="88" y="8"/>
                </a:moveTo>
                <a:cubicBezTo>
                  <a:pt x="95" y="8"/>
                  <a:pt x="101" y="18"/>
                  <a:pt x="106" y="34"/>
                </a:cubicBezTo>
                <a:cubicBezTo>
                  <a:pt x="100" y="37"/>
                  <a:pt x="94" y="41"/>
                  <a:pt x="88" y="46"/>
                </a:cubicBezTo>
                <a:cubicBezTo>
                  <a:pt x="82" y="41"/>
                  <a:pt x="76" y="37"/>
                  <a:pt x="70" y="34"/>
                </a:cubicBezTo>
                <a:cubicBezTo>
                  <a:pt x="75" y="18"/>
                  <a:pt x="81" y="8"/>
                  <a:pt x="88" y="8"/>
                </a:cubicBezTo>
                <a:moveTo>
                  <a:pt x="69" y="41"/>
                </a:moveTo>
                <a:cubicBezTo>
                  <a:pt x="73" y="44"/>
                  <a:pt x="77" y="47"/>
                  <a:pt x="82" y="50"/>
                </a:cubicBezTo>
                <a:cubicBezTo>
                  <a:pt x="79" y="52"/>
                  <a:pt x="77" y="54"/>
                  <a:pt x="75" y="56"/>
                </a:cubicBezTo>
                <a:cubicBezTo>
                  <a:pt x="72" y="57"/>
                  <a:pt x="69" y="57"/>
                  <a:pt x="66" y="57"/>
                </a:cubicBezTo>
                <a:cubicBezTo>
                  <a:pt x="67" y="51"/>
                  <a:pt x="67" y="46"/>
                  <a:pt x="69" y="41"/>
                </a:cubicBezTo>
                <a:moveTo>
                  <a:pt x="66" y="119"/>
                </a:moveTo>
                <a:cubicBezTo>
                  <a:pt x="69" y="119"/>
                  <a:pt x="72" y="119"/>
                  <a:pt x="75" y="120"/>
                </a:cubicBezTo>
                <a:cubicBezTo>
                  <a:pt x="77" y="122"/>
                  <a:pt x="79" y="124"/>
                  <a:pt x="82" y="126"/>
                </a:cubicBezTo>
                <a:cubicBezTo>
                  <a:pt x="77" y="129"/>
                  <a:pt x="73" y="132"/>
                  <a:pt x="69" y="135"/>
                </a:cubicBezTo>
                <a:cubicBezTo>
                  <a:pt x="67" y="130"/>
                  <a:pt x="67" y="125"/>
                  <a:pt x="66" y="119"/>
                </a:cubicBezTo>
                <a:moveTo>
                  <a:pt x="88" y="168"/>
                </a:moveTo>
                <a:cubicBezTo>
                  <a:pt x="81" y="168"/>
                  <a:pt x="75" y="158"/>
                  <a:pt x="70" y="142"/>
                </a:cubicBezTo>
                <a:cubicBezTo>
                  <a:pt x="76" y="139"/>
                  <a:pt x="82" y="135"/>
                  <a:pt x="88" y="130"/>
                </a:cubicBezTo>
                <a:cubicBezTo>
                  <a:pt x="94" y="135"/>
                  <a:pt x="100" y="139"/>
                  <a:pt x="106" y="142"/>
                </a:cubicBezTo>
                <a:cubicBezTo>
                  <a:pt x="101" y="158"/>
                  <a:pt x="95" y="168"/>
                  <a:pt x="88" y="168"/>
                </a:cubicBezTo>
                <a:moveTo>
                  <a:pt x="107" y="135"/>
                </a:moveTo>
                <a:cubicBezTo>
                  <a:pt x="103" y="132"/>
                  <a:pt x="99" y="129"/>
                  <a:pt x="94" y="126"/>
                </a:cubicBezTo>
                <a:cubicBezTo>
                  <a:pt x="97" y="124"/>
                  <a:pt x="99" y="122"/>
                  <a:pt x="101" y="120"/>
                </a:cubicBezTo>
                <a:cubicBezTo>
                  <a:pt x="104" y="119"/>
                  <a:pt x="107" y="119"/>
                  <a:pt x="110" y="119"/>
                </a:cubicBezTo>
                <a:cubicBezTo>
                  <a:pt x="109" y="125"/>
                  <a:pt x="109" y="130"/>
                  <a:pt x="107" y="135"/>
                </a:cubicBezTo>
                <a:moveTo>
                  <a:pt x="112" y="98"/>
                </a:moveTo>
                <a:cubicBezTo>
                  <a:pt x="110" y="100"/>
                  <a:pt x="107" y="103"/>
                  <a:pt x="105" y="105"/>
                </a:cubicBezTo>
                <a:cubicBezTo>
                  <a:pt x="103" y="107"/>
                  <a:pt x="100" y="110"/>
                  <a:pt x="98" y="112"/>
                </a:cubicBezTo>
                <a:cubicBezTo>
                  <a:pt x="95" y="112"/>
                  <a:pt x="91" y="112"/>
                  <a:pt x="88" y="112"/>
                </a:cubicBezTo>
                <a:cubicBezTo>
                  <a:pt x="85" y="112"/>
                  <a:pt x="81" y="112"/>
                  <a:pt x="78" y="112"/>
                </a:cubicBezTo>
                <a:cubicBezTo>
                  <a:pt x="76" y="110"/>
                  <a:pt x="73" y="107"/>
                  <a:pt x="71" y="105"/>
                </a:cubicBezTo>
                <a:cubicBezTo>
                  <a:pt x="69" y="103"/>
                  <a:pt x="66" y="100"/>
                  <a:pt x="64" y="98"/>
                </a:cubicBezTo>
                <a:cubicBezTo>
                  <a:pt x="64" y="95"/>
                  <a:pt x="64" y="91"/>
                  <a:pt x="64" y="88"/>
                </a:cubicBezTo>
                <a:cubicBezTo>
                  <a:pt x="64" y="85"/>
                  <a:pt x="64" y="81"/>
                  <a:pt x="64" y="78"/>
                </a:cubicBezTo>
                <a:cubicBezTo>
                  <a:pt x="66" y="76"/>
                  <a:pt x="69" y="73"/>
                  <a:pt x="71" y="71"/>
                </a:cubicBezTo>
                <a:cubicBezTo>
                  <a:pt x="73" y="69"/>
                  <a:pt x="76" y="66"/>
                  <a:pt x="78" y="64"/>
                </a:cubicBezTo>
                <a:cubicBezTo>
                  <a:pt x="81" y="64"/>
                  <a:pt x="85" y="64"/>
                  <a:pt x="88" y="64"/>
                </a:cubicBezTo>
                <a:cubicBezTo>
                  <a:pt x="91" y="64"/>
                  <a:pt x="95" y="64"/>
                  <a:pt x="98" y="64"/>
                </a:cubicBezTo>
                <a:cubicBezTo>
                  <a:pt x="100" y="66"/>
                  <a:pt x="103" y="69"/>
                  <a:pt x="105" y="71"/>
                </a:cubicBezTo>
                <a:cubicBezTo>
                  <a:pt x="107" y="73"/>
                  <a:pt x="110" y="76"/>
                  <a:pt x="112" y="78"/>
                </a:cubicBezTo>
                <a:cubicBezTo>
                  <a:pt x="112" y="81"/>
                  <a:pt x="112" y="85"/>
                  <a:pt x="112" y="88"/>
                </a:cubicBezTo>
                <a:cubicBezTo>
                  <a:pt x="112" y="91"/>
                  <a:pt x="112" y="95"/>
                  <a:pt x="112" y="98"/>
                </a:cubicBezTo>
                <a:moveTo>
                  <a:pt x="145" y="31"/>
                </a:moveTo>
                <a:cubicBezTo>
                  <a:pt x="149" y="36"/>
                  <a:pt x="147" y="48"/>
                  <a:pt x="139" y="62"/>
                </a:cubicBezTo>
                <a:cubicBezTo>
                  <a:pt x="133" y="60"/>
                  <a:pt x="126" y="59"/>
                  <a:pt x="118" y="58"/>
                </a:cubicBezTo>
                <a:cubicBezTo>
                  <a:pt x="117" y="50"/>
                  <a:pt x="116" y="43"/>
                  <a:pt x="114" y="37"/>
                </a:cubicBezTo>
                <a:cubicBezTo>
                  <a:pt x="128" y="29"/>
                  <a:pt x="140" y="27"/>
                  <a:pt x="145" y="31"/>
                </a:cubicBezTo>
                <a:moveTo>
                  <a:pt x="126" y="82"/>
                </a:moveTo>
                <a:cubicBezTo>
                  <a:pt x="124" y="79"/>
                  <a:pt x="122" y="77"/>
                  <a:pt x="120" y="75"/>
                </a:cubicBezTo>
                <a:cubicBezTo>
                  <a:pt x="119" y="72"/>
                  <a:pt x="119" y="69"/>
                  <a:pt x="119" y="66"/>
                </a:cubicBezTo>
                <a:cubicBezTo>
                  <a:pt x="125" y="67"/>
                  <a:pt x="130" y="67"/>
                  <a:pt x="135" y="69"/>
                </a:cubicBezTo>
                <a:cubicBezTo>
                  <a:pt x="132" y="73"/>
                  <a:pt x="129" y="77"/>
                  <a:pt x="126" y="82"/>
                </a:cubicBezTo>
                <a:moveTo>
                  <a:pt x="126" y="94"/>
                </a:moveTo>
                <a:cubicBezTo>
                  <a:pt x="129" y="99"/>
                  <a:pt x="132" y="103"/>
                  <a:pt x="135" y="107"/>
                </a:cubicBezTo>
                <a:cubicBezTo>
                  <a:pt x="130" y="109"/>
                  <a:pt x="125" y="109"/>
                  <a:pt x="119" y="110"/>
                </a:cubicBezTo>
                <a:cubicBezTo>
                  <a:pt x="119" y="107"/>
                  <a:pt x="119" y="104"/>
                  <a:pt x="120" y="101"/>
                </a:cubicBezTo>
                <a:cubicBezTo>
                  <a:pt x="122" y="99"/>
                  <a:pt x="124" y="97"/>
                  <a:pt x="126" y="94"/>
                </a:cubicBezTo>
                <a:moveTo>
                  <a:pt x="145" y="145"/>
                </a:moveTo>
                <a:cubicBezTo>
                  <a:pt x="140" y="149"/>
                  <a:pt x="128" y="147"/>
                  <a:pt x="114" y="139"/>
                </a:cubicBezTo>
                <a:cubicBezTo>
                  <a:pt x="116" y="132"/>
                  <a:pt x="117" y="126"/>
                  <a:pt x="118" y="118"/>
                </a:cubicBezTo>
                <a:cubicBezTo>
                  <a:pt x="126" y="117"/>
                  <a:pt x="133" y="116"/>
                  <a:pt x="139" y="114"/>
                </a:cubicBezTo>
                <a:cubicBezTo>
                  <a:pt x="147" y="128"/>
                  <a:pt x="149" y="140"/>
                  <a:pt x="145" y="145"/>
                </a:cubicBezTo>
                <a:moveTo>
                  <a:pt x="142" y="106"/>
                </a:moveTo>
                <a:cubicBezTo>
                  <a:pt x="139" y="100"/>
                  <a:pt x="135" y="94"/>
                  <a:pt x="130" y="88"/>
                </a:cubicBezTo>
                <a:cubicBezTo>
                  <a:pt x="135" y="82"/>
                  <a:pt x="139" y="76"/>
                  <a:pt x="142" y="70"/>
                </a:cubicBezTo>
                <a:cubicBezTo>
                  <a:pt x="158" y="75"/>
                  <a:pt x="168" y="81"/>
                  <a:pt x="168" y="88"/>
                </a:cubicBezTo>
                <a:cubicBezTo>
                  <a:pt x="168" y="95"/>
                  <a:pt x="158" y="101"/>
                  <a:pt x="142" y="10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505"/>
          <p:cNvSpPr>
            <a:spLocks noEditPoints="1"/>
          </p:cNvSpPr>
          <p:nvPr/>
        </p:nvSpPr>
        <p:spPr bwMode="auto">
          <a:xfrm>
            <a:off x="2209358" y="2397526"/>
            <a:ext cx="243404" cy="334275"/>
          </a:xfrm>
          <a:custGeom>
            <a:avLst/>
            <a:gdLst>
              <a:gd name="T0" fmla="*/ 127 w 128"/>
              <a:gd name="T1" fmla="*/ 138 h 176"/>
              <a:gd name="T2" fmla="*/ 116 w 128"/>
              <a:gd name="T3" fmla="*/ 104 h 176"/>
              <a:gd name="T4" fmla="*/ 119 w 128"/>
              <a:gd name="T5" fmla="*/ 98 h 176"/>
              <a:gd name="T6" fmla="*/ 100 w 128"/>
              <a:gd name="T7" fmla="*/ 72 h 176"/>
              <a:gd name="T8" fmla="*/ 112 w 128"/>
              <a:gd name="T9" fmla="*/ 68 h 176"/>
              <a:gd name="T10" fmla="*/ 111 w 128"/>
              <a:gd name="T11" fmla="*/ 65 h 176"/>
              <a:gd name="T12" fmla="*/ 96 w 128"/>
              <a:gd name="T13" fmla="*/ 40 h 176"/>
              <a:gd name="T14" fmla="*/ 99 w 128"/>
              <a:gd name="T15" fmla="*/ 33 h 176"/>
              <a:gd name="T16" fmla="*/ 64 w 128"/>
              <a:gd name="T17" fmla="*/ 0 h 176"/>
              <a:gd name="T18" fmla="*/ 29 w 128"/>
              <a:gd name="T19" fmla="*/ 33 h 176"/>
              <a:gd name="T20" fmla="*/ 32 w 128"/>
              <a:gd name="T21" fmla="*/ 40 h 176"/>
              <a:gd name="T22" fmla="*/ 17 w 128"/>
              <a:gd name="T23" fmla="*/ 65 h 176"/>
              <a:gd name="T24" fmla="*/ 16 w 128"/>
              <a:gd name="T25" fmla="*/ 68 h 176"/>
              <a:gd name="T26" fmla="*/ 28 w 128"/>
              <a:gd name="T27" fmla="*/ 72 h 176"/>
              <a:gd name="T28" fmla="*/ 9 w 128"/>
              <a:gd name="T29" fmla="*/ 98 h 176"/>
              <a:gd name="T30" fmla="*/ 12 w 128"/>
              <a:gd name="T31" fmla="*/ 104 h 176"/>
              <a:gd name="T32" fmla="*/ 1 w 128"/>
              <a:gd name="T33" fmla="*/ 138 h 176"/>
              <a:gd name="T34" fmla="*/ 0 w 128"/>
              <a:gd name="T35" fmla="*/ 140 h 176"/>
              <a:gd name="T36" fmla="*/ 48 w 128"/>
              <a:gd name="T37" fmla="*/ 144 h 176"/>
              <a:gd name="T38" fmla="*/ 52 w 128"/>
              <a:gd name="T39" fmla="*/ 176 h 176"/>
              <a:gd name="T40" fmla="*/ 80 w 128"/>
              <a:gd name="T41" fmla="*/ 172 h 176"/>
              <a:gd name="T42" fmla="*/ 124 w 128"/>
              <a:gd name="T43" fmla="*/ 144 h 176"/>
              <a:gd name="T44" fmla="*/ 127 w 128"/>
              <a:gd name="T45" fmla="*/ 138 h 176"/>
              <a:gd name="T46" fmla="*/ 56 w 128"/>
              <a:gd name="T47" fmla="*/ 168 h 176"/>
              <a:gd name="T48" fmla="*/ 72 w 128"/>
              <a:gd name="T49" fmla="*/ 144 h 176"/>
              <a:gd name="T50" fmla="*/ 11 w 128"/>
              <a:gd name="T51" fmla="*/ 136 h 176"/>
              <a:gd name="T52" fmla="*/ 31 w 128"/>
              <a:gd name="T53" fmla="*/ 102 h 176"/>
              <a:gd name="T54" fmla="*/ 28 w 128"/>
              <a:gd name="T55" fmla="*/ 96 h 176"/>
              <a:gd name="T56" fmla="*/ 39 w 128"/>
              <a:gd name="T57" fmla="*/ 70 h 176"/>
              <a:gd name="T58" fmla="*/ 40 w 128"/>
              <a:gd name="T59" fmla="*/ 68 h 176"/>
              <a:gd name="T60" fmla="*/ 29 w 128"/>
              <a:gd name="T61" fmla="*/ 64 h 176"/>
              <a:gd name="T62" fmla="*/ 51 w 128"/>
              <a:gd name="T63" fmla="*/ 39 h 176"/>
              <a:gd name="T64" fmla="*/ 48 w 128"/>
              <a:gd name="T65" fmla="*/ 32 h 176"/>
              <a:gd name="T66" fmla="*/ 64 w 128"/>
              <a:gd name="T67" fmla="*/ 10 h 176"/>
              <a:gd name="T68" fmla="*/ 80 w 128"/>
              <a:gd name="T69" fmla="*/ 32 h 176"/>
              <a:gd name="T70" fmla="*/ 77 w 128"/>
              <a:gd name="T71" fmla="*/ 39 h 176"/>
              <a:gd name="T72" fmla="*/ 99 w 128"/>
              <a:gd name="T73" fmla="*/ 64 h 176"/>
              <a:gd name="T74" fmla="*/ 88 w 128"/>
              <a:gd name="T75" fmla="*/ 68 h 176"/>
              <a:gd name="T76" fmla="*/ 89 w 128"/>
              <a:gd name="T77" fmla="*/ 70 h 176"/>
              <a:gd name="T78" fmla="*/ 100 w 128"/>
              <a:gd name="T79" fmla="*/ 96 h 176"/>
              <a:gd name="T80" fmla="*/ 97 w 128"/>
              <a:gd name="T81" fmla="*/ 102 h 176"/>
              <a:gd name="T82" fmla="*/ 117 w 128"/>
              <a:gd name="T83" fmla="*/ 1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" h="176">
                <a:moveTo>
                  <a:pt x="127" y="138"/>
                </a:moveTo>
                <a:cubicBezTo>
                  <a:pt x="127" y="138"/>
                  <a:pt x="127" y="138"/>
                  <a:pt x="127" y="138"/>
                </a:cubicBezTo>
                <a:cubicBezTo>
                  <a:pt x="107" y="104"/>
                  <a:pt x="107" y="104"/>
                  <a:pt x="107" y="104"/>
                </a:cubicBezTo>
                <a:cubicBezTo>
                  <a:pt x="116" y="104"/>
                  <a:pt x="116" y="104"/>
                  <a:pt x="116" y="104"/>
                </a:cubicBezTo>
                <a:cubicBezTo>
                  <a:pt x="118" y="104"/>
                  <a:pt x="120" y="102"/>
                  <a:pt x="120" y="100"/>
                </a:cubicBezTo>
                <a:cubicBezTo>
                  <a:pt x="120" y="99"/>
                  <a:pt x="120" y="98"/>
                  <a:pt x="119" y="98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10" y="72"/>
                  <a:pt x="112" y="70"/>
                  <a:pt x="112" y="68"/>
                </a:cubicBezTo>
                <a:cubicBezTo>
                  <a:pt x="112" y="67"/>
                  <a:pt x="111" y="66"/>
                  <a:pt x="111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89" y="40"/>
                  <a:pt x="89" y="40"/>
                  <a:pt x="89" y="40"/>
                </a:cubicBezTo>
                <a:cubicBezTo>
                  <a:pt x="96" y="40"/>
                  <a:pt x="96" y="40"/>
                  <a:pt x="96" y="40"/>
                </a:cubicBezTo>
                <a:cubicBezTo>
                  <a:pt x="98" y="40"/>
                  <a:pt x="100" y="38"/>
                  <a:pt x="100" y="36"/>
                </a:cubicBezTo>
                <a:cubicBezTo>
                  <a:pt x="100" y="35"/>
                  <a:pt x="100" y="34"/>
                  <a:pt x="99" y="33"/>
                </a:cubicBezTo>
                <a:cubicBezTo>
                  <a:pt x="67" y="1"/>
                  <a:pt x="67" y="1"/>
                  <a:pt x="67" y="1"/>
                </a:cubicBezTo>
                <a:cubicBezTo>
                  <a:pt x="66" y="0"/>
                  <a:pt x="65" y="0"/>
                  <a:pt x="64" y="0"/>
                </a:cubicBezTo>
                <a:cubicBezTo>
                  <a:pt x="63" y="0"/>
                  <a:pt x="62" y="0"/>
                  <a:pt x="61" y="1"/>
                </a:cubicBezTo>
                <a:cubicBezTo>
                  <a:pt x="29" y="33"/>
                  <a:pt x="29" y="33"/>
                  <a:pt x="29" y="33"/>
                </a:cubicBezTo>
                <a:cubicBezTo>
                  <a:pt x="28" y="34"/>
                  <a:pt x="28" y="35"/>
                  <a:pt x="28" y="36"/>
                </a:cubicBezTo>
                <a:cubicBezTo>
                  <a:pt x="28" y="38"/>
                  <a:pt x="30" y="40"/>
                  <a:pt x="32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17" y="65"/>
                  <a:pt x="17" y="65"/>
                  <a:pt x="17" y="65"/>
                </a:cubicBezTo>
                <a:cubicBezTo>
                  <a:pt x="17" y="65"/>
                  <a:pt x="17" y="65"/>
                  <a:pt x="17" y="65"/>
                </a:cubicBezTo>
                <a:cubicBezTo>
                  <a:pt x="17" y="66"/>
                  <a:pt x="16" y="67"/>
                  <a:pt x="16" y="68"/>
                </a:cubicBezTo>
                <a:cubicBezTo>
                  <a:pt x="16" y="70"/>
                  <a:pt x="18" y="72"/>
                  <a:pt x="20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9" y="98"/>
                  <a:pt x="9" y="98"/>
                  <a:pt x="9" y="98"/>
                </a:cubicBezTo>
                <a:cubicBezTo>
                  <a:pt x="9" y="98"/>
                  <a:pt x="9" y="98"/>
                  <a:pt x="9" y="98"/>
                </a:cubicBezTo>
                <a:cubicBezTo>
                  <a:pt x="8" y="98"/>
                  <a:pt x="8" y="99"/>
                  <a:pt x="8" y="100"/>
                </a:cubicBezTo>
                <a:cubicBezTo>
                  <a:pt x="8" y="102"/>
                  <a:pt x="10" y="104"/>
                  <a:pt x="12" y="104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1" y="138"/>
                  <a:pt x="1" y="138"/>
                  <a:pt x="1" y="138"/>
                </a:cubicBezTo>
                <a:cubicBezTo>
                  <a:pt x="1" y="138"/>
                  <a:pt x="1" y="138"/>
                  <a:pt x="1" y="138"/>
                </a:cubicBezTo>
                <a:cubicBezTo>
                  <a:pt x="0" y="139"/>
                  <a:pt x="0" y="139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48" y="174"/>
                  <a:pt x="50" y="176"/>
                  <a:pt x="52" y="176"/>
                </a:cubicBezTo>
                <a:cubicBezTo>
                  <a:pt x="76" y="176"/>
                  <a:pt x="76" y="176"/>
                  <a:pt x="76" y="176"/>
                </a:cubicBezTo>
                <a:cubicBezTo>
                  <a:pt x="78" y="176"/>
                  <a:pt x="80" y="174"/>
                  <a:pt x="80" y="17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139"/>
                  <a:pt x="128" y="139"/>
                  <a:pt x="127" y="138"/>
                </a:cubicBezTo>
                <a:moveTo>
                  <a:pt x="72" y="168"/>
                </a:moveTo>
                <a:cubicBezTo>
                  <a:pt x="56" y="168"/>
                  <a:pt x="56" y="168"/>
                  <a:pt x="56" y="168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72" y="144"/>
                  <a:pt x="72" y="144"/>
                  <a:pt x="72" y="144"/>
                </a:cubicBezTo>
                <a:lnTo>
                  <a:pt x="72" y="168"/>
                </a:lnTo>
                <a:close/>
                <a:moveTo>
                  <a:pt x="11" y="136"/>
                </a:moveTo>
                <a:cubicBezTo>
                  <a:pt x="31" y="102"/>
                  <a:pt x="31" y="102"/>
                  <a:pt x="31" y="102"/>
                </a:cubicBezTo>
                <a:cubicBezTo>
                  <a:pt x="31" y="102"/>
                  <a:pt x="31" y="102"/>
                  <a:pt x="31" y="102"/>
                </a:cubicBezTo>
                <a:cubicBezTo>
                  <a:pt x="32" y="101"/>
                  <a:pt x="32" y="101"/>
                  <a:pt x="32" y="100"/>
                </a:cubicBezTo>
                <a:cubicBezTo>
                  <a:pt x="32" y="98"/>
                  <a:pt x="30" y="96"/>
                  <a:pt x="28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0"/>
                  <a:pt x="39" y="70"/>
                  <a:pt x="39" y="70"/>
                </a:cubicBezTo>
                <a:cubicBezTo>
                  <a:pt x="40" y="70"/>
                  <a:pt x="40" y="69"/>
                  <a:pt x="40" y="68"/>
                </a:cubicBezTo>
                <a:cubicBezTo>
                  <a:pt x="40" y="66"/>
                  <a:pt x="38" y="64"/>
                  <a:pt x="36" y="64"/>
                </a:cubicBezTo>
                <a:cubicBezTo>
                  <a:pt x="29" y="64"/>
                  <a:pt x="29" y="64"/>
                  <a:pt x="29" y="64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38"/>
                  <a:pt x="52" y="37"/>
                  <a:pt x="52" y="36"/>
                </a:cubicBezTo>
                <a:cubicBezTo>
                  <a:pt x="52" y="34"/>
                  <a:pt x="50" y="32"/>
                  <a:pt x="48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64" y="10"/>
                  <a:pt x="64" y="10"/>
                  <a:pt x="64" y="10"/>
                </a:cubicBezTo>
                <a:cubicBezTo>
                  <a:pt x="86" y="32"/>
                  <a:pt x="86" y="32"/>
                  <a:pt x="86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78" y="32"/>
                  <a:pt x="76" y="34"/>
                  <a:pt x="76" y="36"/>
                </a:cubicBezTo>
                <a:cubicBezTo>
                  <a:pt x="76" y="37"/>
                  <a:pt x="77" y="38"/>
                  <a:pt x="77" y="39"/>
                </a:cubicBezTo>
                <a:cubicBezTo>
                  <a:pt x="77" y="39"/>
                  <a:pt x="77" y="39"/>
                  <a:pt x="77" y="39"/>
                </a:cubicBezTo>
                <a:cubicBezTo>
                  <a:pt x="99" y="64"/>
                  <a:pt x="99" y="64"/>
                  <a:pt x="99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0" y="64"/>
                  <a:pt x="88" y="66"/>
                  <a:pt x="88" y="68"/>
                </a:cubicBezTo>
                <a:cubicBezTo>
                  <a:pt x="88" y="69"/>
                  <a:pt x="88" y="70"/>
                  <a:pt x="89" y="70"/>
                </a:cubicBezTo>
                <a:cubicBezTo>
                  <a:pt x="89" y="70"/>
                  <a:pt x="89" y="70"/>
                  <a:pt x="89" y="70"/>
                </a:cubicBezTo>
                <a:cubicBezTo>
                  <a:pt x="108" y="96"/>
                  <a:pt x="108" y="96"/>
                  <a:pt x="10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8" y="96"/>
                  <a:pt x="96" y="98"/>
                  <a:pt x="96" y="100"/>
                </a:cubicBezTo>
                <a:cubicBezTo>
                  <a:pt x="96" y="101"/>
                  <a:pt x="96" y="101"/>
                  <a:pt x="97" y="102"/>
                </a:cubicBezTo>
                <a:cubicBezTo>
                  <a:pt x="97" y="102"/>
                  <a:pt x="97" y="102"/>
                  <a:pt x="97" y="102"/>
                </a:cubicBezTo>
                <a:cubicBezTo>
                  <a:pt x="117" y="136"/>
                  <a:pt x="117" y="136"/>
                  <a:pt x="117" y="136"/>
                </a:cubicBezTo>
                <a:lnTo>
                  <a:pt x="11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506"/>
          <p:cNvSpPr>
            <a:spLocks noEditPoints="1"/>
          </p:cNvSpPr>
          <p:nvPr/>
        </p:nvSpPr>
        <p:spPr bwMode="auto">
          <a:xfrm>
            <a:off x="2894134" y="2397526"/>
            <a:ext cx="152533" cy="334275"/>
          </a:xfrm>
          <a:custGeom>
            <a:avLst/>
            <a:gdLst>
              <a:gd name="T0" fmla="*/ 52 w 80"/>
              <a:gd name="T1" fmla="*/ 40 h 176"/>
              <a:gd name="T2" fmla="*/ 48 w 80"/>
              <a:gd name="T3" fmla="*/ 44 h 176"/>
              <a:gd name="T4" fmla="*/ 48 w 80"/>
              <a:gd name="T5" fmla="*/ 100 h 176"/>
              <a:gd name="T6" fmla="*/ 52 w 80"/>
              <a:gd name="T7" fmla="*/ 104 h 176"/>
              <a:gd name="T8" fmla="*/ 56 w 80"/>
              <a:gd name="T9" fmla="*/ 100 h 176"/>
              <a:gd name="T10" fmla="*/ 56 w 80"/>
              <a:gd name="T11" fmla="*/ 44 h 176"/>
              <a:gd name="T12" fmla="*/ 52 w 80"/>
              <a:gd name="T13" fmla="*/ 40 h 176"/>
              <a:gd name="T14" fmla="*/ 28 w 80"/>
              <a:gd name="T15" fmla="*/ 40 h 176"/>
              <a:gd name="T16" fmla="*/ 24 w 80"/>
              <a:gd name="T17" fmla="*/ 44 h 176"/>
              <a:gd name="T18" fmla="*/ 24 w 80"/>
              <a:gd name="T19" fmla="*/ 100 h 176"/>
              <a:gd name="T20" fmla="*/ 28 w 80"/>
              <a:gd name="T21" fmla="*/ 104 h 176"/>
              <a:gd name="T22" fmla="*/ 32 w 80"/>
              <a:gd name="T23" fmla="*/ 100 h 176"/>
              <a:gd name="T24" fmla="*/ 32 w 80"/>
              <a:gd name="T25" fmla="*/ 44 h 176"/>
              <a:gd name="T26" fmla="*/ 28 w 80"/>
              <a:gd name="T27" fmla="*/ 40 h 176"/>
              <a:gd name="T28" fmla="*/ 40 w 80"/>
              <a:gd name="T29" fmla="*/ 0 h 176"/>
              <a:gd name="T30" fmla="*/ 0 w 80"/>
              <a:gd name="T31" fmla="*/ 40 h 176"/>
              <a:gd name="T32" fmla="*/ 0 w 80"/>
              <a:gd name="T33" fmla="*/ 120 h 176"/>
              <a:gd name="T34" fmla="*/ 8 w 80"/>
              <a:gd name="T35" fmla="*/ 128 h 176"/>
              <a:gd name="T36" fmla="*/ 36 w 80"/>
              <a:gd name="T37" fmla="*/ 128 h 176"/>
              <a:gd name="T38" fmla="*/ 36 w 80"/>
              <a:gd name="T39" fmla="*/ 172 h 176"/>
              <a:gd name="T40" fmla="*/ 40 w 80"/>
              <a:gd name="T41" fmla="*/ 176 h 176"/>
              <a:gd name="T42" fmla="*/ 44 w 80"/>
              <a:gd name="T43" fmla="*/ 172 h 176"/>
              <a:gd name="T44" fmla="*/ 44 w 80"/>
              <a:gd name="T45" fmla="*/ 128 h 176"/>
              <a:gd name="T46" fmla="*/ 72 w 80"/>
              <a:gd name="T47" fmla="*/ 128 h 176"/>
              <a:gd name="T48" fmla="*/ 80 w 80"/>
              <a:gd name="T49" fmla="*/ 120 h 176"/>
              <a:gd name="T50" fmla="*/ 80 w 80"/>
              <a:gd name="T51" fmla="*/ 40 h 176"/>
              <a:gd name="T52" fmla="*/ 40 w 80"/>
              <a:gd name="T53" fmla="*/ 0 h 176"/>
              <a:gd name="T54" fmla="*/ 72 w 80"/>
              <a:gd name="T55" fmla="*/ 120 h 176"/>
              <a:gd name="T56" fmla="*/ 8 w 80"/>
              <a:gd name="T57" fmla="*/ 120 h 176"/>
              <a:gd name="T58" fmla="*/ 8 w 80"/>
              <a:gd name="T59" fmla="*/ 40 h 176"/>
              <a:gd name="T60" fmla="*/ 40 w 80"/>
              <a:gd name="T61" fmla="*/ 8 h 176"/>
              <a:gd name="T62" fmla="*/ 72 w 80"/>
              <a:gd name="T63" fmla="*/ 40 h 176"/>
              <a:gd name="T64" fmla="*/ 72 w 80"/>
              <a:gd name="T65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" h="176">
                <a:moveTo>
                  <a:pt x="52" y="40"/>
                </a:moveTo>
                <a:cubicBezTo>
                  <a:pt x="50" y="40"/>
                  <a:pt x="48" y="42"/>
                  <a:pt x="48" y="44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2"/>
                  <a:pt x="50" y="104"/>
                  <a:pt x="52" y="104"/>
                </a:cubicBezTo>
                <a:cubicBezTo>
                  <a:pt x="54" y="104"/>
                  <a:pt x="56" y="102"/>
                  <a:pt x="56" y="100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42"/>
                  <a:pt x="54" y="40"/>
                  <a:pt x="52" y="40"/>
                </a:cubicBezTo>
                <a:moveTo>
                  <a:pt x="28" y="40"/>
                </a:moveTo>
                <a:cubicBezTo>
                  <a:pt x="26" y="40"/>
                  <a:pt x="24" y="42"/>
                  <a:pt x="24" y="44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02"/>
                  <a:pt x="26" y="104"/>
                  <a:pt x="28" y="104"/>
                </a:cubicBezTo>
                <a:cubicBezTo>
                  <a:pt x="30" y="104"/>
                  <a:pt x="32" y="102"/>
                  <a:pt x="32" y="100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2"/>
                  <a:pt x="30" y="40"/>
                  <a:pt x="28" y="40"/>
                </a:cubicBezTo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72"/>
                  <a:pt x="36" y="172"/>
                  <a:pt x="36" y="172"/>
                </a:cubicBezTo>
                <a:cubicBezTo>
                  <a:pt x="36" y="174"/>
                  <a:pt x="38" y="176"/>
                  <a:pt x="40" y="176"/>
                </a:cubicBezTo>
                <a:cubicBezTo>
                  <a:pt x="42" y="176"/>
                  <a:pt x="44" y="174"/>
                  <a:pt x="44" y="172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6" y="128"/>
                  <a:pt x="80" y="124"/>
                  <a:pt x="80" y="12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18"/>
                  <a:pt x="62" y="0"/>
                  <a:pt x="40" y="0"/>
                </a:cubicBezTo>
                <a:moveTo>
                  <a:pt x="72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22"/>
                  <a:pt x="22" y="8"/>
                  <a:pt x="40" y="8"/>
                </a:cubicBezTo>
                <a:cubicBezTo>
                  <a:pt x="58" y="8"/>
                  <a:pt x="72" y="22"/>
                  <a:pt x="72" y="40"/>
                </a:cubicBezTo>
                <a:lnTo>
                  <a:pt x="72" y="1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507"/>
          <p:cNvSpPr>
            <a:spLocks noEditPoints="1"/>
          </p:cNvSpPr>
          <p:nvPr/>
        </p:nvSpPr>
        <p:spPr bwMode="auto">
          <a:xfrm>
            <a:off x="3442605" y="2397526"/>
            <a:ext cx="334275" cy="334275"/>
          </a:xfrm>
          <a:custGeom>
            <a:avLst/>
            <a:gdLst>
              <a:gd name="T0" fmla="*/ 76 w 176"/>
              <a:gd name="T1" fmla="*/ 44 h 176"/>
              <a:gd name="T2" fmla="*/ 72 w 176"/>
              <a:gd name="T3" fmla="*/ 0 h 176"/>
              <a:gd name="T4" fmla="*/ 68 w 176"/>
              <a:gd name="T5" fmla="*/ 44 h 176"/>
              <a:gd name="T6" fmla="*/ 120 w 176"/>
              <a:gd name="T7" fmla="*/ 56 h 176"/>
              <a:gd name="T8" fmla="*/ 124 w 176"/>
              <a:gd name="T9" fmla="*/ 12 h 176"/>
              <a:gd name="T10" fmla="*/ 116 w 176"/>
              <a:gd name="T11" fmla="*/ 12 h 176"/>
              <a:gd name="T12" fmla="*/ 120 w 176"/>
              <a:gd name="T13" fmla="*/ 56 h 176"/>
              <a:gd name="T14" fmla="*/ 100 w 176"/>
              <a:gd name="T15" fmla="*/ 44 h 176"/>
              <a:gd name="T16" fmla="*/ 96 w 176"/>
              <a:gd name="T17" fmla="*/ 16 h 176"/>
              <a:gd name="T18" fmla="*/ 92 w 176"/>
              <a:gd name="T19" fmla="*/ 44 h 176"/>
              <a:gd name="T20" fmla="*/ 152 w 176"/>
              <a:gd name="T21" fmla="*/ 84 h 176"/>
              <a:gd name="T22" fmla="*/ 144 w 176"/>
              <a:gd name="T23" fmla="*/ 72 h 176"/>
              <a:gd name="T24" fmla="*/ 8 w 176"/>
              <a:gd name="T25" fmla="*/ 64 h 176"/>
              <a:gd name="T26" fmla="*/ 0 w 176"/>
              <a:gd name="T27" fmla="*/ 120 h 176"/>
              <a:gd name="T28" fmla="*/ 4 w 176"/>
              <a:gd name="T29" fmla="*/ 168 h 176"/>
              <a:gd name="T30" fmla="*/ 4 w 176"/>
              <a:gd name="T31" fmla="*/ 176 h 176"/>
              <a:gd name="T32" fmla="*/ 144 w 176"/>
              <a:gd name="T33" fmla="*/ 172 h 176"/>
              <a:gd name="T34" fmla="*/ 117 w 176"/>
              <a:gd name="T35" fmla="*/ 168 h 176"/>
              <a:gd name="T36" fmla="*/ 152 w 176"/>
              <a:gd name="T37" fmla="*/ 132 h 176"/>
              <a:gd name="T38" fmla="*/ 152 w 176"/>
              <a:gd name="T39" fmla="*/ 84 h 176"/>
              <a:gd name="T40" fmla="*/ 56 w 176"/>
              <a:gd name="T41" fmla="*/ 168 h 176"/>
              <a:gd name="T42" fmla="*/ 124 w 176"/>
              <a:gd name="T43" fmla="*/ 152 h 176"/>
              <a:gd name="T44" fmla="*/ 136 w 176"/>
              <a:gd name="T45" fmla="*/ 120 h 176"/>
              <a:gd name="T46" fmla="*/ 14 w 176"/>
              <a:gd name="T47" fmla="*/ 144 h 176"/>
              <a:gd name="T48" fmla="*/ 8 w 176"/>
              <a:gd name="T49" fmla="*/ 72 h 176"/>
              <a:gd name="T50" fmla="*/ 136 w 176"/>
              <a:gd name="T51" fmla="*/ 120 h 176"/>
              <a:gd name="T52" fmla="*/ 144 w 176"/>
              <a:gd name="T53" fmla="*/ 124 h 176"/>
              <a:gd name="T54" fmla="*/ 144 w 176"/>
              <a:gd name="T55" fmla="*/ 92 h 176"/>
              <a:gd name="T56" fmla="*/ 168 w 176"/>
              <a:gd name="T57" fmla="*/ 108 h 176"/>
              <a:gd name="T58" fmla="*/ 24 w 176"/>
              <a:gd name="T59" fmla="*/ 48 h 176"/>
              <a:gd name="T60" fmla="*/ 28 w 176"/>
              <a:gd name="T61" fmla="*/ 20 h 176"/>
              <a:gd name="T62" fmla="*/ 20 w 176"/>
              <a:gd name="T63" fmla="*/ 20 h 176"/>
              <a:gd name="T64" fmla="*/ 24 w 176"/>
              <a:gd name="T65" fmla="*/ 48 h 176"/>
              <a:gd name="T66" fmla="*/ 52 w 176"/>
              <a:gd name="T67" fmla="*/ 52 h 176"/>
              <a:gd name="T68" fmla="*/ 48 w 176"/>
              <a:gd name="T69" fmla="*/ 8 h 176"/>
              <a:gd name="T70" fmla="*/ 44 w 176"/>
              <a:gd name="T71" fmla="*/ 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72" y="48"/>
                </a:moveTo>
                <a:cubicBezTo>
                  <a:pt x="74" y="48"/>
                  <a:pt x="76" y="46"/>
                  <a:pt x="76" y="44"/>
                </a:cubicBezTo>
                <a:cubicBezTo>
                  <a:pt x="76" y="4"/>
                  <a:pt x="76" y="4"/>
                  <a:pt x="76" y="4"/>
                </a:cubicBezTo>
                <a:cubicBezTo>
                  <a:pt x="76" y="2"/>
                  <a:pt x="74" y="0"/>
                  <a:pt x="72" y="0"/>
                </a:cubicBezTo>
                <a:cubicBezTo>
                  <a:pt x="70" y="0"/>
                  <a:pt x="68" y="2"/>
                  <a:pt x="68" y="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6"/>
                  <a:pt x="70" y="48"/>
                  <a:pt x="72" y="48"/>
                </a:cubicBezTo>
                <a:moveTo>
                  <a:pt x="120" y="56"/>
                </a:moveTo>
                <a:cubicBezTo>
                  <a:pt x="122" y="56"/>
                  <a:pt x="124" y="54"/>
                  <a:pt x="124" y="52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0"/>
                  <a:pt x="122" y="8"/>
                  <a:pt x="120" y="8"/>
                </a:cubicBezTo>
                <a:cubicBezTo>
                  <a:pt x="118" y="8"/>
                  <a:pt x="116" y="10"/>
                  <a:pt x="116" y="12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16" y="54"/>
                  <a:pt x="118" y="56"/>
                  <a:pt x="120" y="56"/>
                </a:cubicBezTo>
                <a:moveTo>
                  <a:pt x="96" y="48"/>
                </a:moveTo>
                <a:cubicBezTo>
                  <a:pt x="98" y="48"/>
                  <a:pt x="100" y="46"/>
                  <a:pt x="100" y="44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0" y="18"/>
                  <a:pt x="98" y="16"/>
                  <a:pt x="96" y="16"/>
                </a:cubicBezTo>
                <a:cubicBezTo>
                  <a:pt x="94" y="16"/>
                  <a:pt x="92" y="18"/>
                  <a:pt x="92" y="20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6"/>
                  <a:pt x="94" y="48"/>
                  <a:pt x="96" y="48"/>
                </a:cubicBezTo>
                <a:moveTo>
                  <a:pt x="152" y="84"/>
                </a:moveTo>
                <a:cubicBezTo>
                  <a:pt x="144" y="84"/>
                  <a:pt x="144" y="84"/>
                  <a:pt x="144" y="84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4" y="68"/>
                  <a:pt x="140" y="64"/>
                  <a:pt x="136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40"/>
                  <a:pt x="11" y="158"/>
                  <a:pt x="27" y="168"/>
                </a:cubicBezTo>
                <a:cubicBezTo>
                  <a:pt x="4" y="168"/>
                  <a:pt x="4" y="168"/>
                  <a:pt x="4" y="168"/>
                </a:cubicBezTo>
                <a:cubicBezTo>
                  <a:pt x="2" y="168"/>
                  <a:pt x="0" y="170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170"/>
                  <a:pt x="142" y="168"/>
                  <a:pt x="140" y="168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30" y="160"/>
                  <a:pt x="139" y="147"/>
                  <a:pt x="143" y="132"/>
                </a:cubicBezTo>
                <a:cubicBezTo>
                  <a:pt x="152" y="132"/>
                  <a:pt x="152" y="132"/>
                  <a:pt x="152" y="132"/>
                </a:cubicBezTo>
                <a:cubicBezTo>
                  <a:pt x="165" y="132"/>
                  <a:pt x="176" y="121"/>
                  <a:pt x="176" y="108"/>
                </a:cubicBezTo>
                <a:cubicBezTo>
                  <a:pt x="176" y="95"/>
                  <a:pt x="165" y="84"/>
                  <a:pt x="152" y="84"/>
                </a:cubicBezTo>
                <a:moveTo>
                  <a:pt x="88" y="168"/>
                </a:moveTo>
                <a:cubicBezTo>
                  <a:pt x="56" y="168"/>
                  <a:pt x="56" y="168"/>
                  <a:pt x="56" y="168"/>
                </a:cubicBezTo>
                <a:cubicBezTo>
                  <a:pt x="42" y="168"/>
                  <a:pt x="29" y="162"/>
                  <a:pt x="20" y="152"/>
                </a:cubicBezTo>
                <a:cubicBezTo>
                  <a:pt x="124" y="152"/>
                  <a:pt x="124" y="152"/>
                  <a:pt x="124" y="152"/>
                </a:cubicBezTo>
                <a:cubicBezTo>
                  <a:pt x="115" y="162"/>
                  <a:pt x="102" y="168"/>
                  <a:pt x="88" y="168"/>
                </a:cubicBezTo>
                <a:moveTo>
                  <a:pt x="136" y="120"/>
                </a:moveTo>
                <a:cubicBezTo>
                  <a:pt x="136" y="129"/>
                  <a:pt x="134" y="137"/>
                  <a:pt x="130" y="144"/>
                </a:cubicBezTo>
                <a:cubicBezTo>
                  <a:pt x="14" y="144"/>
                  <a:pt x="14" y="144"/>
                  <a:pt x="14" y="144"/>
                </a:cubicBezTo>
                <a:cubicBezTo>
                  <a:pt x="10" y="137"/>
                  <a:pt x="8" y="129"/>
                  <a:pt x="8" y="120"/>
                </a:cubicBezTo>
                <a:cubicBezTo>
                  <a:pt x="8" y="72"/>
                  <a:pt x="8" y="72"/>
                  <a:pt x="8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120"/>
                </a:lnTo>
                <a:close/>
                <a:moveTo>
                  <a:pt x="152" y="124"/>
                </a:moveTo>
                <a:cubicBezTo>
                  <a:pt x="144" y="124"/>
                  <a:pt x="144" y="124"/>
                  <a:pt x="144" y="124"/>
                </a:cubicBezTo>
                <a:cubicBezTo>
                  <a:pt x="144" y="123"/>
                  <a:pt x="144" y="121"/>
                  <a:pt x="144" y="120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61" y="92"/>
                  <a:pt x="168" y="99"/>
                  <a:pt x="168" y="108"/>
                </a:cubicBezTo>
                <a:cubicBezTo>
                  <a:pt x="168" y="117"/>
                  <a:pt x="161" y="124"/>
                  <a:pt x="152" y="124"/>
                </a:cubicBezTo>
                <a:moveTo>
                  <a:pt x="24" y="48"/>
                </a:moveTo>
                <a:cubicBezTo>
                  <a:pt x="26" y="48"/>
                  <a:pt x="28" y="46"/>
                  <a:pt x="28" y="44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18"/>
                  <a:pt x="26" y="16"/>
                  <a:pt x="24" y="16"/>
                </a:cubicBezTo>
                <a:cubicBezTo>
                  <a:pt x="22" y="16"/>
                  <a:pt x="20" y="18"/>
                  <a:pt x="20" y="20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6"/>
                  <a:pt x="22" y="48"/>
                  <a:pt x="24" y="48"/>
                </a:cubicBezTo>
                <a:moveTo>
                  <a:pt x="48" y="56"/>
                </a:moveTo>
                <a:cubicBezTo>
                  <a:pt x="50" y="56"/>
                  <a:pt x="52" y="54"/>
                  <a:pt x="52" y="52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10"/>
                  <a:pt x="50" y="8"/>
                  <a:pt x="48" y="8"/>
                </a:cubicBezTo>
                <a:cubicBezTo>
                  <a:pt x="46" y="8"/>
                  <a:pt x="44" y="10"/>
                  <a:pt x="44" y="12"/>
                </a:cubicBezTo>
                <a:cubicBezTo>
                  <a:pt x="44" y="52"/>
                  <a:pt x="44" y="52"/>
                  <a:pt x="44" y="52"/>
                </a:cubicBezTo>
                <a:cubicBezTo>
                  <a:pt x="44" y="54"/>
                  <a:pt x="46" y="56"/>
                  <a:pt x="48" y="5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508"/>
          <p:cNvSpPr>
            <a:spLocks noEditPoints="1"/>
          </p:cNvSpPr>
          <p:nvPr/>
        </p:nvSpPr>
        <p:spPr bwMode="auto">
          <a:xfrm>
            <a:off x="4072210" y="2415375"/>
            <a:ext cx="348879" cy="303444"/>
          </a:xfrm>
          <a:custGeom>
            <a:avLst/>
            <a:gdLst>
              <a:gd name="T0" fmla="*/ 59 w 184"/>
              <a:gd name="T1" fmla="*/ 103 h 160"/>
              <a:gd name="T2" fmla="*/ 81 w 184"/>
              <a:gd name="T3" fmla="*/ 103 h 160"/>
              <a:gd name="T4" fmla="*/ 124 w 184"/>
              <a:gd name="T5" fmla="*/ 60 h 160"/>
              <a:gd name="T6" fmla="*/ 124 w 184"/>
              <a:gd name="T7" fmla="*/ 55 h 160"/>
              <a:gd name="T8" fmla="*/ 118 w 184"/>
              <a:gd name="T9" fmla="*/ 55 h 160"/>
              <a:gd name="T10" fmla="*/ 76 w 184"/>
              <a:gd name="T11" fmla="*/ 97 h 160"/>
              <a:gd name="T12" fmla="*/ 64 w 184"/>
              <a:gd name="T13" fmla="*/ 97 h 160"/>
              <a:gd name="T14" fmla="*/ 64 w 184"/>
              <a:gd name="T15" fmla="*/ 86 h 160"/>
              <a:gd name="T16" fmla="*/ 76 w 184"/>
              <a:gd name="T17" fmla="*/ 75 h 160"/>
              <a:gd name="T18" fmla="*/ 132 w 184"/>
              <a:gd name="T19" fmla="*/ 18 h 160"/>
              <a:gd name="T20" fmla="*/ 127 w 184"/>
              <a:gd name="T21" fmla="*/ 12 h 160"/>
              <a:gd name="T22" fmla="*/ 59 w 184"/>
              <a:gd name="T23" fmla="*/ 80 h 160"/>
              <a:gd name="T24" fmla="*/ 59 w 184"/>
              <a:gd name="T25" fmla="*/ 103 h 160"/>
              <a:gd name="T26" fmla="*/ 25 w 184"/>
              <a:gd name="T27" fmla="*/ 135 h 160"/>
              <a:gd name="T28" fmla="*/ 25 w 184"/>
              <a:gd name="T29" fmla="*/ 80 h 160"/>
              <a:gd name="T30" fmla="*/ 25 w 184"/>
              <a:gd name="T31" fmla="*/ 80 h 160"/>
              <a:gd name="T32" fmla="*/ 25 w 184"/>
              <a:gd name="T33" fmla="*/ 80 h 160"/>
              <a:gd name="T34" fmla="*/ 84 w 184"/>
              <a:gd name="T35" fmla="*/ 21 h 160"/>
              <a:gd name="T36" fmla="*/ 84 w 184"/>
              <a:gd name="T37" fmla="*/ 15 h 160"/>
              <a:gd name="T38" fmla="*/ 78 w 184"/>
              <a:gd name="T39" fmla="*/ 15 h 160"/>
              <a:gd name="T40" fmla="*/ 19 w 184"/>
              <a:gd name="T41" fmla="*/ 75 h 160"/>
              <a:gd name="T42" fmla="*/ 19 w 184"/>
              <a:gd name="T43" fmla="*/ 141 h 160"/>
              <a:gd name="T44" fmla="*/ 87 w 184"/>
              <a:gd name="T45" fmla="*/ 141 h 160"/>
              <a:gd name="T46" fmla="*/ 81 w 184"/>
              <a:gd name="T47" fmla="*/ 135 h 160"/>
              <a:gd name="T48" fmla="*/ 25 w 184"/>
              <a:gd name="T49" fmla="*/ 135 h 160"/>
              <a:gd name="T50" fmla="*/ 172 w 184"/>
              <a:gd name="T51" fmla="*/ 12 h 160"/>
              <a:gd name="T52" fmla="*/ 127 w 184"/>
              <a:gd name="T53" fmla="*/ 12 h 160"/>
              <a:gd name="T54" fmla="*/ 132 w 184"/>
              <a:gd name="T55" fmla="*/ 18 h 160"/>
              <a:gd name="T56" fmla="*/ 166 w 184"/>
              <a:gd name="T57" fmla="*/ 18 h 160"/>
              <a:gd name="T58" fmla="*/ 166 w 184"/>
              <a:gd name="T59" fmla="*/ 52 h 160"/>
              <a:gd name="T60" fmla="*/ 81 w 184"/>
              <a:gd name="T61" fmla="*/ 135 h 160"/>
              <a:gd name="T62" fmla="*/ 87 w 184"/>
              <a:gd name="T63" fmla="*/ 141 h 160"/>
              <a:gd name="T64" fmla="*/ 172 w 184"/>
              <a:gd name="T65" fmla="*/ 58 h 160"/>
              <a:gd name="T66" fmla="*/ 172 w 184"/>
              <a:gd name="T67" fmla="*/ 12 h 160"/>
              <a:gd name="T68" fmla="*/ 87 w 184"/>
              <a:gd name="T69" fmla="*/ 75 h 160"/>
              <a:gd name="T70" fmla="*/ 87 w 184"/>
              <a:gd name="T71" fmla="*/ 75 h 160"/>
              <a:gd name="T72" fmla="*/ 87 w 184"/>
              <a:gd name="T73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4" h="160">
                <a:moveTo>
                  <a:pt x="59" y="103"/>
                </a:moveTo>
                <a:cubicBezTo>
                  <a:pt x="65" y="109"/>
                  <a:pt x="75" y="109"/>
                  <a:pt x="81" y="103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5" y="59"/>
                  <a:pt x="125" y="56"/>
                  <a:pt x="124" y="55"/>
                </a:cubicBezTo>
                <a:cubicBezTo>
                  <a:pt x="122" y="53"/>
                  <a:pt x="120" y="53"/>
                  <a:pt x="118" y="55"/>
                </a:cubicBezTo>
                <a:cubicBezTo>
                  <a:pt x="76" y="97"/>
                  <a:pt x="76" y="97"/>
                  <a:pt x="76" y="97"/>
                </a:cubicBezTo>
                <a:cubicBezTo>
                  <a:pt x="72" y="100"/>
                  <a:pt x="67" y="100"/>
                  <a:pt x="64" y="97"/>
                </a:cubicBezTo>
                <a:cubicBezTo>
                  <a:pt x="61" y="94"/>
                  <a:pt x="61" y="89"/>
                  <a:pt x="64" y="86"/>
                </a:cubicBezTo>
                <a:cubicBezTo>
                  <a:pt x="76" y="75"/>
                  <a:pt x="76" y="75"/>
                  <a:pt x="76" y="75"/>
                </a:cubicBezTo>
                <a:cubicBezTo>
                  <a:pt x="132" y="18"/>
                  <a:pt x="132" y="18"/>
                  <a:pt x="132" y="18"/>
                </a:cubicBezTo>
                <a:cubicBezTo>
                  <a:pt x="127" y="12"/>
                  <a:pt x="127" y="12"/>
                  <a:pt x="127" y="12"/>
                </a:cubicBezTo>
                <a:cubicBezTo>
                  <a:pt x="59" y="80"/>
                  <a:pt x="59" y="80"/>
                  <a:pt x="59" y="80"/>
                </a:cubicBezTo>
                <a:cubicBezTo>
                  <a:pt x="52" y="86"/>
                  <a:pt x="52" y="97"/>
                  <a:pt x="59" y="103"/>
                </a:cubicBezTo>
                <a:moveTo>
                  <a:pt x="25" y="135"/>
                </a:moveTo>
                <a:cubicBezTo>
                  <a:pt x="9" y="120"/>
                  <a:pt x="9" y="96"/>
                  <a:pt x="25" y="80"/>
                </a:cubicBezTo>
                <a:cubicBezTo>
                  <a:pt x="25" y="80"/>
                  <a:pt x="25" y="80"/>
                  <a:pt x="25" y="80"/>
                </a:cubicBezTo>
                <a:cubicBezTo>
                  <a:pt x="25" y="80"/>
                  <a:pt x="25" y="80"/>
                  <a:pt x="25" y="80"/>
                </a:cubicBezTo>
                <a:cubicBezTo>
                  <a:pt x="84" y="21"/>
                  <a:pt x="84" y="21"/>
                  <a:pt x="84" y="21"/>
                </a:cubicBezTo>
                <a:cubicBezTo>
                  <a:pt x="86" y="19"/>
                  <a:pt x="86" y="17"/>
                  <a:pt x="84" y="15"/>
                </a:cubicBezTo>
                <a:cubicBezTo>
                  <a:pt x="83" y="14"/>
                  <a:pt x="80" y="14"/>
                  <a:pt x="78" y="15"/>
                </a:cubicBezTo>
                <a:cubicBezTo>
                  <a:pt x="19" y="75"/>
                  <a:pt x="19" y="75"/>
                  <a:pt x="19" y="75"/>
                </a:cubicBezTo>
                <a:cubicBezTo>
                  <a:pt x="0" y="93"/>
                  <a:pt x="0" y="122"/>
                  <a:pt x="19" y="141"/>
                </a:cubicBezTo>
                <a:cubicBezTo>
                  <a:pt x="38" y="160"/>
                  <a:pt x="68" y="160"/>
                  <a:pt x="87" y="141"/>
                </a:cubicBezTo>
                <a:cubicBezTo>
                  <a:pt x="81" y="135"/>
                  <a:pt x="81" y="135"/>
                  <a:pt x="81" y="135"/>
                </a:cubicBezTo>
                <a:cubicBezTo>
                  <a:pt x="66" y="151"/>
                  <a:pt x="40" y="151"/>
                  <a:pt x="25" y="135"/>
                </a:cubicBezTo>
                <a:moveTo>
                  <a:pt x="172" y="12"/>
                </a:moveTo>
                <a:cubicBezTo>
                  <a:pt x="159" y="0"/>
                  <a:pt x="139" y="0"/>
                  <a:pt x="127" y="12"/>
                </a:cubicBezTo>
                <a:cubicBezTo>
                  <a:pt x="132" y="18"/>
                  <a:pt x="132" y="18"/>
                  <a:pt x="132" y="18"/>
                </a:cubicBezTo>
                <a:cubicBezTo>
                  <a:pt x="142" y="9"/>
                  <a:pt x="157" y="9"/>
                  <a:pt x="166" y="18"/>
                </a:cubicBezTo>
                <a:cubicBezTo>
                  <a:pt x="175" y="27"/>
                  <a:pt x="175" y="43"/>
                  <a:pt x="166" y="52"/>
                </a:cubicBezTo>
                <a:cubicBezTo>
                  <a:pt x="81" y="135"/>
                  <a:pt x="81" y="135"/>
                  <a:pt x="81" y="135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172" y="58"/>
                  <a:pt x="172" y="58"/>
                  <a:pt x="172" y="58"/>
                </a:cubicBezTo>
                <a:cubicBezTo>
                  <a:pt x="184" y="45"/>
                  <a:pt x="184" y="25"/>
                  <a:pt x="172" y="12"/>
                </a:cubicBezTo>
                <a:moveTo>
                  <a:pt x="87" y="75"/>
                </a:moveTo>
                <a:cubicBezTo>
                  <a:pt x="87" y="75"/>
                  <a:pt x="87" y="75"/>
                  <a:pt x="87" y="75"/>
                </a:cubicBezTo>
                <a:cubicBezTo>
                  <a:pt x="87" y="75"/>
                  <a:pt x="87" y="75"/>
                  <a:pt x="87" y="7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509"/>
          <p:cNvSpPr>
            <a:spLocks noEditPoints="1"/>
          </p:cNvSpPr>
          <p:nvPr/>
        </p:nvSpPr>
        <p:spPr bwMode="auto">
          <a:xfrm>
            <a:off x="4719665" y="2420244"/>
            <a:ext cx="335898" cy="288840"/>
          </a:xfrm>
          <a:custGeom>
            <a:avLst/>
            <a:gdLst>
              <a:gd name="T0" fmla="*/ 174 w 176"/>
              <a:gd name="T1" fmla="*/ 72 h 152"/>
              <a:gd name="T2" fmla="*/ 148 w 176"/>
              <a:gd name="T3" fmla="*/ 60 h 152"/>
              <a:gd name="T4" fmla="*/ 174 w 176"/>
              <a:gd name="T5" fmla="*/ 48 h 152"/>
              <a:gd name="T6" fmla="*/ 174 w 176"/>
              <a:gd name="T7" fmla="*/ 40 h 152"/>
              <a:gd name="T8" fmla="*/ 90 w 176"/>
              <a:gd name="T9" fmla="*/ 0 h 152"/>
              <a:gd name="T10" fmla="*/ 88 w 176"/>
              <a:gd name="T11" fmla="*/ 0 h 152"/>
              <a:gd name="T12" fmla="*/ 86 w 176"/>
              <a:gd name="T13" fmla="*/ 0 h 152"/>
              <a:gd name="T14" fmla="*/ 2 w 176"/>
              <a:gd name="T15" fmla="*/ 40 h 152"/>
              <a:gd name="T16" fmla="*/ 2 w 176"/>
              <a:gd name="T17" fmla="*/ 48 h 152"/>
              <a:gd name="T18" fmla="*/ 28 w 176"/>
              <a:gd name="T19" fmla="*/ 60 h 152"/>
              <a:gd name="T20" fmla="*/ 2 w 176"/>
              <a:gd name="T21" fmla="*/ 72 h 152"/>
              <a:gd name="T22" fmla="*/ 2 w 176"/>
              <a:gd name="T23" fmla="*/ 80 h 152"/>
              <a:gd name="T24" fmla="*/ 28 w 176"/>
              <a:gd name="T25" fmla="*/ 92 h 152"/>
              <a:gd name="T26" fmla="*/ 2 w 176"/>
              <a:gd name="T27" fmla="*/ 104 h 152"/>
              <a:gd name="T28" fmla="*/ 2 w 176"/>
              <a:gd name="T29" fmla="*/ 112 h 152"/>
              <a:gd name="T30" fmla="*/ 86 w 176"/>
              <a:gd name="T31" fmla="*/ 152 h 152"/>
              <a:gd name="T32" fmla="*/ 88 w 176"/>
              <a:gd name="T33" fmla="*/ 152 h 152"/>
              <a:gd name="T34" fmla="*/ 90 w 176"/>
              <a:gd name="T35" fmla="*/ 152 h 152"/>
              <a:gd name="T36" fmla="*/ 174 w 176"/>
              <a:gd name="T37" fmla="*/ 112 h 152"/>
              <a:gd name="T38" fmla="*/ 174 w 176"/>
              <a:gd name="T39" fmla="*/ 104 h 152"/>
              <a:gd name="T40" fmla="*/ 148 w 176"/>
              <a:gd name="T41" fmla="*/ 92 h 152"/>
              <a:gd name="T42" fmla="*/ 174 w 176"/>
              <a:gd name="T43" fmla="*/ 80 h 152"/>
              <a:gd name="T44" fmla="*/ 13 w 176"/>
              <a:gd name="T45" fmla="*/ 44 h 152"/>
              <a:gd name="T46" fmla="*/ 163 w 176"/>
              <a:gd name="T47" fmla="*/ 44 h 152"/>
              <a:gd name="T48" fmla="*/ 13 w 176"/>
              <a:gd name="T49" fmla="*/ 44 h 152"/>
              <a:gd name="T50" fmla="*/ 88 w 176"/>
              <a:gd name="T51" fmla="*/ 144 h 152"/>
              <a:gd name="T52" fmla="*/ 38 w 176"/>
              <a:gd name="T53" fmla="*/ 96 h 152"/>
              <a:gd name="T54" fmla="*/ 86 w 176"/>
              <a:gd name="T55" fmla="*/ 120 h 152"/>
              <a:gd name="T56" fmla="*/ 90 w 176"/>
              <a:gd name="T57" fmla="*/ 120 h 152"/>
              <a:gd name="T58" fmla="*/ 138 w 176"/>
              <a:gd name="T59" fmla="*/ 96 h 152"/>
              <a:gd name="T60" fmla="*/ 88 w 176"/>
              <a:gd name="T61" fmla="*/ 112 h 152"/>
              <a:gd name="T62" fmla="*/ 38 w 176"/>
              <a:gd name="T63" fmla="*/ 64 h 152"/>
              <a:gd name="T64" fmla="*/ 86 w 176"/>
              <a:gd name="T65" fmla="*/ 88 h 152"/>
              <a:gd name="T66" fmla="*/ 90 w 176"/>
              <a:gd name="T67" fmla="*/ 88 h 152"/>
              <a:gd name="T68" fmla="*/ 138 w 176"/>
              <a:gd name="T69" fmla="*/ 64 h 152"/>
              <a:gd name="T70" fmla="*/ 88 w 176"/>
              <a:gd name="T71" fmla="*/ 11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52">
                <a:moveTo>
                  <a:pt x="176" y="76"/>
                </a:moveTo>
                <a:cubicBezTo>
                  <a:pt x="176" y="74"/>
                  <a:pt x="175" y="73"/>
                  <a:pt x="174" y="72"/>
                </a:cubicBezTo>
                <a:cubicBezTo>
                  <a:pt x="174" y="72"/>
                  <a:pt x="174" y="72"/>
                  <a:pt x="174" y="72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74" y="48"/>
                  <a:pt x="174" y="48"/>
                  <a:pt x="174" y="48"/>
                </a:cubicBezTo>
                <a:cubicBezTo>
                  <a:pt x="174" y="48"/>
                  <a:pt x="174" y="48"/>
                  <a:pt x="174" y="48"/>
                </a:cubicBezTo>
                <a:cubicBezTo>
                  <a:pt x="175" y="47"/>
                  <a:pt x="176" y="46"/>
                  <a:pt x="176" y="44"/>
                </a:cubicBezTo>
                <a:cubicBezTo>
                  <a:pt x="176" y="42"/>
                  <a:pt x="175" y="41"/>
                  <a:pt x="174" y="40"/>
                </a:cubicBezTo>
                <a:cubicBezTo>
                  <a:pt x="174" y="40"/>
                  <a:pt x="174" y="40"/>
                  <a:pt x="174" y="40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89" y="0"/>
                  <a:pt x="89" y="0"/>
                  <a:pt x="88" y="0"/>
                </a:cubicBezTo>
                <a:cubicBezTo>
                  <a:pt x="87" y="0"/>
                  <a:pt x="87" y="0"/>
                  <a:pt x="86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2" y="40"/>
                  <a:pt x="2" y="40"/>
                  <a:pt x="2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1"/>
                  <a:pt x="0" y="42"/>
                  <a:pt x="0" y="44"/>
                </a:cubicBezTo>
                <a:cubicBezTo>
                  <a:pt x="0" y="46"/>
                  <a:pt x="1" y="47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28" y="60"/>
                  <a:pt x="28" y="60"/>
                  <a:pt x="28" y="60"/>
                </a:cubicBezTo>
                <a:cubicBezTo>
                  <a:pt x="2" y="72"/>
                  <a:pt x="2" y="72"/>
                  <a:pt x="2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6"/>
                </a:cubicBezTo>
                <a:cubicBezTo>
                  <a:pt x="0" y="78"/>
                  <a:pt x="1" y="79"/>
                  <a:pt x="2" y="80"/>
                </a:cubicBezTo>
                <a:cubicBezTo>
                  <a:pt x="2" y="80"/>
                  <a:pt x="2" y="80"/>
                  <a:pt x="2" y="80"/>
                </a:cubicBezTo>
                <a:cubicBezTo>
                  <a:pt x="28" y="92"/>
                  <a:pt x="28" y="92"/>
                  <a:pt x="28" y="92"/>
                </a:cubicBezTo>
                <a:cubicBezTo>
                  <a:pt x="2" y="104"/>
                  <a:pt x="2" y="104"/>
                  <a:pt x="2" y="104"/>
                </a:cubicBezTo>
                <a:cubicBezTo>
                  <a:pt x="2" y="104"/>
                  <a:pt x="2" y="104"/>
                  <a:pt x="2" y="104"/>
                </a:cubicBezTo>
                <a:cubicBezTo>
                  <a:pt x="1" y="105"/>
                  <a:pt x="0" y="106"/>
                  <a:pt x="0" y="108"/>
                </a:cubicBezTo>
                <a:cubicBezTo>
                  <a:pt x="0" y="110"/>
                  <a:pt x="1" y="111"/>
                  <a:pt x="2" y="112"/>
                </a:cubicBezTo>
                <a:cubicBezTo>
                  <a:pt x="2" y="112"/>
                  <a:pt x="2" y="112"/>
                  <a:pt x="2" y="112"/>
                </a:cubicBezTo>
                <a:cubicBezTo>
                  <a:pt x="86" y="152"/>
                  <a:pt x="86" y="152"/>
                  <a:pt x="86" y="152"/>
                </a:cubicBezTo>
                <a:cubicBezTo>
                  <a:pt x="86" y="152"/>
                  <a:pt x="86" y="152"/>
                  <a:pt x="86" y="152"/>
                </a:cubicBezTo>
                <a:cubicBezTo>
                  <a:pt x="87" y="152"/>
                  <a:pt x="87" y="152"/>
                  <a:pt x="88" y="152"/>
                </a:cubicBezTo>
                <a:cubicBezTo>
                  <a:pt x="89" y="152"/>
                  <a:pt x="89" y="152"/>
                  <a:pt x="90" y="152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5" y="111"/>
                  <a:pt x="176" y="110"/>
                  <a:pt x="176" y="108"/>
                </a:cubicBezTo>
                <a:cubicBezTo>
                  <a:pt x="176" y="106"/>
                  <a:pt x="175" y="105"/>
                  <a:pt x="174" y="104"/>
                </a:cubicBezTo>
                <a:cubicBezTo>
                  <a:pt x="174" y="104"/>
                  <a:pt x="174" y="104"/>
                  <a:pt x="174" y="104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74" y="80"/>
                  <a:pt x="174" y="80"/>
                  <a:pt x="174" y="80"/>
                </a:cubicBezTo>
                <a:cubicBezTo>
                  <a:pt x="174" y="80"/>
                  <a:pt x="174" y="80"/>
                  <a:pt x="174" y="80"/>
                </a:cubicBezTo>
                <a:cubicBezTo>
                  <a:pt x="175" y="79"/>
                  <a:pt x="176" y="78"/>
                  <a:pt x="176" y="76"/>
                </a:cubicBezTo>
                <a:moveTo>
                  <a:pt x="13" y="44"/>
                </a:moveTo>
                <a:cubicBezTo>
                  <a:pt x="88" y="8"/>
                  <a:pt x="88" y="8"/>
                  <a:pt x="88" y="8"/>
                </a:cubicBezTo>
                <a:cubicBezTo>
                  <a:pt x="163" y="44"/>
                  <a:pt x="163" y="44"/>
                  <a:pt x="163" y="44"/>
                </a:cubicBezTo>
                <a:cubicBezTo>
                  <a:pt x="88" y="80"/>
                  <a:pt x="88" y="80"/>
                  <a:pt x="88" y="80"/>
                </a:cubicBezTo>
                <a:lnTo>
                  <a:pt x="13" y="44"/>
                </a:lnTo>
                <a:close/>
                <a:moveTo>
                  <a:pt x="163" y="108"/>
                </a:moveTo>
                <a:cubicBezTo>
                  <a:pt x="88" y="144"/>
                  <a:pt x="88" y="144"/>
                  <a:pt x="88" y="144"/>
                </a:cubicBezTo>
                <a:cubicBezTo>
                  <a:pt x="13" y="108"/>
                  <a:pt x="13" y="108"/>
                  <a:pt x="13" y="108"/>
                </a:cubicBezTo>
                <a:cubicBezTo>
                  <a:pt x="38" y="96"/>
                  <a:pt x="38" y="96"/>
                  <a:pt x="38" y="96"/>
                </a:cubicBezTo>
                <a:cubicBezTo>
                  <a:pt x="86" y="120"/>
                  <a:pt x="86" y="120"/>
                  <a:pt x="86" y="120"/>
                </a:cubicBezTo>
                <a:cubicBezTo>
                  <a:pt x="86" y="120"/>
                  <a:pt x="86" y="120"/>
                  <a:pt x="86" y="120"/>
                </a:cubicBezTo>
                <a:cubicBezTo>
                  <a:pt x="87" y="120"/>
                  <a:pt x="87" y="120"/>
                  <a:pt x="88" y="120"/>
                </a:cubicBezTo>
                <a:cubicBezTo>
                  <a:pt x="89" y="120"/>
                  <a:pt x="89" y="120"/>
                  <a:pt x="90" y="120"/>
                </a:cubicBezTo>
                <a:cubicBezTo>
                  <a:pt x="90" y="120"/>
                  <a:pt x="90" y="120"/>
                  <a:pt x="90" y="120"/>
                </a:cubicBezTo>
                <a:cubicBezTo>
                  <a:pt x="138" y="96"/>
                  <a:pt x="138" y="96"/>
                  <a:pt x="138" y="96"/>
                </a:cubicBezTo>
                <a:lnTo>
                  <a:pt x="163" y="108"/>
                </a:lnTo>
                <a:close/>
                <a:moveTo>
                  <a:pt x="88" y="112"/>
                </a:moveTo>
                <a:cubicBezTo>
                  <a:pt x="13" y="76"/>
                  <a:pt x="13" y="76"/>
                  <a:pt x="13" y="76"/>
                </a:cubicBezTo>
                <a:cubicBezTo>
                  <a:pt x="38" y="64"/>
                  <a:pt x="38" y="64"/>
                  <a:pt x="38" y="64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7" y="88"/>
                  <a:pt x="87" y="88"/>
                  <a:pt x="88" y="88"/>
                </a:cubicBezTo>
                <a:cubicBezTo>
                  <a:pt x="89" y="88"/>
                  <a:pt x="89" y="88"/>
                  <a:pt x="90" y="88"/>
                </a:cubicBezTo>
                <a:cubicBezTo>
                  <a:pt x="90" y="88"/>
                  <a:pt x="90" y="88"/>
                  <a:pt x="90" y="88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63" y="76"/>
                  <a:pt x="163" y="76"/>
                  <a:pt x="163" y="76"/>
                </a:cubicBezTo>
                <a:lnTo>
                  <a:pt x="88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510"/>
          <p:cNvSpPr>
            <a:spLocks noEditPoints="1"/>
          </p:cNvSpPr>
          <p:nvPr/>
        </p:nvSpPr>
        <p:spPr bwMode="auto">
          <a:xfrm>
            <a:off x="5359005" y="2397526"/>
            <a:ext cx="335898" cy="334275"/>
          </a:xfrm>
          <a:custGeom>
            <a:avLst/>
            <a:gdLst>
              <a:gd name="T0" fmla="*/ 170 w 176"/>
              <a:gd name="T1" fmla="*/ 77 h 176"/>
              <a:gd name="T2" fmla="*/ 156 w 176"/>
              <a:gd name="T3" fmla="*/ 70 h 176"/>
              <a:gd name="T4" fmla="*/ 170 w 176"/>
              <a:gd name="T5" fmla="*/ 63 h 176"/>
              <a:gd name="T6" fmla="*/ 170 w 176"/>
              <a:gd name="T7" fmla="*/ 41 h 176"/>
              <a:gd name="T8" fmla="*/ 94 w 176"/>
              <a:gd name="T9" fmla="*/ 1 h 176"/>
              <a:gd name="T10" fmla="*/ 88 w 176"/>
              <a:gd name="T11" fmla="*/ 0 h 176"/>
              <a:gd name="T12" fmla="*/ 82 w 176"/>
              <a:gd name="T13" fmla="*/ 1 h 176"/>
              <a:gd name="T14" fmla="*/ 6 w 176"/>
              <a:gd name="T15" fmla="*/ 41 h 176"/>
              <a:gd name="T16" fmla="*/ 6 w 176"/>
              <a:gd name="T17" fmla="*/ 63 h 176"/>
              <a:gd name="T18" fmla="*/ 20 w 176"/>
              <a:gd name="T19" fmla="*/ 70 h 176"/>
              <a:gd name="T20" fmla="*/ 6 w 176"/>
              <a:gd name="T21" fmla="*/ 77 h 176"/>
              <a:gd name="T22" fmla="*/ 6 w 176"/>
              <a:gd name="T23" fmla="*/ 99 h 176"/>
              <a:gd name="T24" fmla="*/ 20 w 176"/>
              <a:gd name="T25" fmla="*/ 106 h 176"/>
              <a:gd name="T26" fmla="*/ 6 w 176"/>
              <a:gd name="T27" fmla="*/ 113 h 176"/>
              <a:gd name="T28" fmla="*/ 6 w 176"/>
              <a:gd name="T29" fmla="*/ 135 h 176"/>
              <a:gd name="T30" fmla="*/ 82 w 176"/>
              <a:gd name="T31" fmla="*/ 175 h 176"/>
              <a:gd name="T32" fmla="*/ 88 w 176"/>
              <a:gd name="T33" fmla="*/ 176 h 176"/>
              <a:gd name="T34" fmla="*/ 94 w 176"/>
              <a:gd name="T35" fmla="*/ 175 h 176"/>
              <a:gd name="T36" fmla="*/ 170 w 176"/>
              <a:gd name="T37" fmla="*/ 135 h 176"/>
              <a:gd name="T38" fmla="*/ 170 w 176"/>
              <a:gd name="T39" fmla="*/ 113 h 176"/>
              <a:gd name="T40" fmla="*/ 156 w 176"/>
              <a:gd name="T41" fmla="*/ 106 h 176"/>
              <a:gd name="T42" fmla="*/ 170 w 176"/>
              <a:gd name="T43" fmla="*/ 99 h 176"/>
              <a:gd name="T44" fmla="*/ 10 w 176"/>
              <a:gd name="T45" fmla="*/ 56 h 176"/>
              <a:gd name="T46" fmla="*/ 8 w 176"/>
              <a:gd name="T47" fmla="*/ 52 h 176"/>
              <a:gd name="T48" fmla="*/ 10 w 176"/>
              <a:gd name="T49" fmla="*/ 48 h 176"/>
              <a:gd name="T50" fmla="*/ 86 w 176"/>
              <a:gd name="T51" fmla="*/ 9 h 176"/>
              <a:gd name="T52" fmla="*/ 90 w 176"/>
              <a:gd name="T53" fmla="*/ 9 h 176"/>
              <a:gd name="T54" fmla="*/ 166 w 176"/>
              <a:gd name="T55" fmla="*/ 48 h 176"/>
              <a:gd name="T56" fmla="*/ 168 w 176"/>
              <a:gd name="T57" fmla="*/ 52 h 176"/>
              <a:gd name="T58" fmla="*/ 166 w 176"/>
              <a:gd name="T59" fmla="*/ 56 h 176"/>
              <a:gd name="T60" fmla="*/ 90 w 176"/>
              <a:gd name="T61" fmla="*/ 95 h 176"/>
              <a:gd name="T62" fmla="*/ 86 w 176"/>
              <a:gd name="T63" fmla="*/ 95 h 176"/>
              <a:gd name="T64" fmla="*/ 10 w 176"/>
              <a:gd name="T65" fmla="*/ 56 h 176"/>
              <a:gd name="T66" fmla="*/ 166 w 176"/>
              <a:gd name="T67" fmla="*/ 121 h 176"/>
              <a:gd name="T68" fmla="*/ 166 w 176"/>
              <a:gd name="T69" fmla="*/ 127 h 176"/>
              <a:gd name="T70" fmla="*/ 90 w 176"/>
              <a:gd name="T71" fmla="*/ 168 h 176"/>
              <a:gd name="T72" fmla="*/ 88 w 176"/>
              <a:gd name="T73" fmla="*/ 168 h 176"/>
              <a:gd name="T74" fmla="*/ 86 w 176"/>
              <a:gd name="T75" fmla="*/ 168 h 176"/>
              <a:gd name="T76" fmla="*/ 10 w 176"/>
              <a:gd name="T77" fmla="*/ 127 h 176"/>
              <a:gd name="T78" fmla="*/ 10 w 176"/>
              <a:gd name="T79" fmla="*/ 121 h 176"/>
              <a:gd name="T80" fmla="*/ 29 w 176"/>
              <a:gd name="T81" fmla="*/ 111 h 176"/>
              <a:gd name="T82" fmla="*/ 82 w 176"/>
              <a:gd name="T83" fmla="*/ 139 h 176"/>
              <a:gd name="T84" fmla="*/ 94 w 176"/>
              <a:gd name="T85" fmla="*/ 139 h 176"/>
              <a:gd name="T86" fmla="*/ 147 w 176"/>
              <a:gd name="T87" fmla="*/ 111 h 176"/>
              <a:gd name="T88" fmla="*/ 166 w 176"/>
              <a:gd name="T89" fmla="*/ 91 h 176"/>
              <a:gd name="T90" fmla="*/ 90 w 176"/>
              <a:gd name="T91" fmla="*/ 132 h 176"/>
              <a:gd name="T92" fmla="*/ 88 w 176"/>
              <a:gd name="T93" fmla="*/ 132 h 176"/>
              <a:gd name="T94" fmla="*/ 86 w 176"/>
              <a:gd name="T95" fmla="*/ 132 h 176"/>
              <a:gd name="T96" fmla="*/ 10 w 176"/>
              <a:gd name="T97" fmla="*/ 91 h 176"/>
              <a:gd name="T98" fmla="*/ 10 w 176"/>
              <a:gd name="T99" fmla="*/ 85 h 176"/>
              <a:gd name="T100" fmla="*/ 29 w 176"/>
              <a:gd name="T101" fmla="*/ 75 h 176"/>
              <a:gd name="T102" fmla="*/ 82 w 176"/>
              <a:gd name="T103" fmla="*/ 103 h 176"/>
              <a:gd name="T104" fmla="*/ 94 w 176"/>
              <a:gd name="T105" fmla="*/ 103 h 176"/>
              <a:gd name="T106" fmla="*/ 147 w 176"/>
              <a:gd name="T107" fmla="*/ 75 h 176"/>
              <a:gd name="T108" fmla="*/ 166 w 176"/>
              <a:gd name="T109" fmla="*/ 85 h 176"/>
              <a:gd name="T110" fmla="*/ 166 w 176"/>
              <a:gd name="T111" fmla="*/ 9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76" y="88"/>
                </a:moveTo>
                <a:cubicBezTo>
                  <a:pt x="176" y="83"/>
                  <a:pt x="173" y="79"/>
                  <a:pt x="170" y="77"/>
                </a:cubicBezTo>
                <a:cubicBezTo>
                  <a:pt x="170" y="77"/>
                  <a:pt x="170" y="77"/>
                  <a:pt x="170" y="77"/>
                </a:cubicBezTo>
                <a:cubicBezTo>
                  <a:pt x="156" y="70"/>
                  <a:pt x="156" y="70"/>
                  <a:pt x="156" y="70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3" y="61"/>
                  <a:pt x="176" y="57"/>
                  <a:pt x="176" y="52"/>
                </a:cubicBezTo>
                <a:cubicBezTo>
                  <a:pt x="176" y="47"/>
                  <a:pt x="173" y="43"/>
                  <a:pt x="170" y="41"/>
                </a:cubicBezTo>
                <a:cubicBezTo>
                  <a:pt x="170" y="41"/>
                  <a:pt x="170" y="41"/>
                  <a:pt x="170" y="41"/>
                </a:cubicBezTo>
                <a:cubicBezTo>
                  <a:pt x="94" y="1"/>
                  <a:pt x="94" y="1"/>
                  <a:pt x="94" y="1"/>
                </a:cubicBezTo>
                <a:cubicBezTo>
                  <a:pt x="94" y="1"/>
                  <a:pt x="94" y="1"/>
                  <a:pt x="94" y="1"/>
                </a:cubicBezTo>
                <a:cubicBezTo>
                  <a:pt x="92" y="1"/>
                  <a:pt x="90" y="0"/>
                  <a:pt x="88" y="0"/>
                </a:cubicBezTo>
                <a:cubicBezTo>
                  <a:pt x="86" y="0"/>
                  <a:pt x="84" y="1"/>
                  <a:pt x="82" y="1"/>
                </a:cubicBezTo>
                <a:cubicBezTo>
                  <a:pt x="82" y="1"/>
                  <a:pt x="82" y="1"/>
                  <a:pt x="82" y="1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1"/>
                  <a:pt x="6" y="41"/>
                  <a:pt x="6" y="41"/>
                </a:cubicBezTo>
                <a:cubicBezTo>
                  <a:pt x="3" y="43"/>
                  <a:pt x="0" y="47"/>
                  <a:pt x="0" y="52"/>
                </a:cubicBezTo>
                <a:cubicBezTo>
                  <a:pt x="0" y="57"/>
                  <a:pt x="3" y="61"/>
                  <a:pt x="6" y="63"/>
                </a:cubicBezTo>
                <a:cubicBezTo>
                  <a:pt x="6" y="63"/>
                  <a:pt x="6" y="63"/>
                  <a:pt x="6" y="63"/>
                </a:cubicBezTo>
                <a:cubicBezTo>
                  <a:pt x="20" y="70"/>
                  <a:pt x="20" y="70"/>
                  <a:pt x="20" y="70"/>
                </a:cubicBezTo>
                <a:cubicBezTo>
                  <a:pt x="6" y="77"/>
                  <a:pt x="6" y="77"/>
                  <a:pt x="6" y="77"/>
                </a:cubicBezTo>
                <a:cubicBezTo>
                  <a:pt x="6" y="77"/>
                  <a:pt x="6" y="77"/>
                  <a:pt x="6" y="77"/>
                </a:cubicBezTo>
                <a:cubicBezTo>
                  <a:pt x="3" y="79"/>
                  <a:pt x="0" y="83"/>
                  <a:pt x="0" y="88"/>
                </a:cubicBezTo>
                <a:cubicBezTo>
                  <a:pt x="0" y="93"/>
                  <a:pt x="3" y="97"/>
                  <a:pt x="6" y="99"/>
                </a:cubicBezTo>
                <a:cubicBezTo>
                  <a:pt x="6" y="99"/>
                  <a:pt x="6" y="99"/>
                  <a:pt x="6" y="99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6" y="113"/>
                  <a:pt x="6" y="113"/>
                  <a:pt x="6" y="113"/>
                </a:cubicBezTo>
                <a:cubicBezTo>
                  <a:pt x="6" y="113"/>
                  <a:pt x="6" y="113"/>
                  <a:pt x="6" y="113"/>
                </a:cubicBezTo>
                <a:cubicBezTo>
                  <a:pt x="3" y="115"/>
                  <a:pt x="0" y="119"/>
                  <a:pt x="0" y="124"/>
                </a:cubicBezTo>
                <a:cubicBezTo>
                  <a:pt x="0" y="129"/>
                  <a:pt x="3" y="133"/>
                  <a:pt x="6" y="135"/>
                </a:cubicBezTo>
                <a:cubicBezTo>
                  <a:pt x="6" y="135"/>
                  <a:pt x="6" y="135"/>
                  <a:pt x="6" y="135"/>
                </a:cubicBezTo>
                <a:cubicBezTo>
                  <a:pt x="82" y="175"/>
                  <a:pt x="82" y="175"/>
                  <a:pt x="82" y="175"/>
                </a:cubicBezTo>
                <a:cubicBezTo>
                  <a:pt x="82" y="175"/>
                  <a:pt x="82" y="175"/>
                  <a:pt x="82" y="175"/>
                </a:cubicBezTo>
                <a:cubicBezTo>
                  <a:pt x="84" y="175"/>
                  <a:pt x="86" y="176"/>
                  <a:pt x="88" y="176"/>
                </a:cubicBezTo>
                <a:cubicBezTo>
                  <a:pt x="90" y="176"/>
                  <a:pt x="92" y="175"/>
                  <a:pt x="94" y="175"/>
                </a:cubicBezTo>
                <a:cubicBezTo>
                  <a:pt x="94" y="175"/>
                  <a:pt x="94" y="175"/>
                  <a:pt x="94" y="175"/>
                </a:cubicBezTo>
                <a:cubicBezTo>
                  <a:pt x="170" y="135"/>
                  <a:pt x="170" y="135"/>
                  <a:pt x="170" y="135"/>
                </a:cubicBezTo>
                <a:cubicBezTo>
                  <a:pt x="170" y="135"/>
                  <a:pt x="170" y="135"/>
                  <a:pt x="170" y="135"/>
                </a:cubicBezTo>
                <a:cubicBezTo>
                  <a:pt x="173" y="133"/>
                  <a:pt x="176" y="129"/>
                  <a:pt x="176" y="124"/>
                </a:cubicBezTo>
                <a:cubicBezTo>
                  <a:pt x="176" y="119"/>
                  <a:pt x="173" y="115"/>
                  <a:pt x="170" y="113"/>
                </a:cubicBezTo>
                <a:cubicBezTo>
                  <a:pt x="170" y="113"/>
                  <a:pt x="170" y="113"/>
                  <a:pt x="170" y="113"/>
                </a:cubicBezTo>
                <a:cubicBezTo>
                  <a:pt x="156" y="106"/>
                  <a:pt x="156" y="106"/>
                  <a:pt x="156" y="106"/>
                </a:cubicBezTo>
                <a:cubicBezTo>
                  <a:pt x="170" y="99"/>
                  <a:pt x="170" y="99"/>
                  <a:pt x="170" y="99"/>
                </a:cubicBezTo>
                <a:cubicBezTo>
                  <a:pt x="170" y="99"/>
                  <a:pt x="170" y="99"/>
                  <a:pt x="170" y="99"/>
                </a:cubicBezTo>
                <a:cubicBezTo>
                  <a:pt x="173" y="97"/>
                  <a:pt x="176" y="93"/>
                  <a:pt x="176" y="88"/>
                </a:cubicBezTo>
                <a:moveTo>
                  <a:pt x="10" y="56"/>
                </a:moveTo>
                <a:cubicBezTo>
                  <a:pt x="10" y="55"/>
                  <a:pt x="10" y="55"/>
                  <a:pt x="10" y="55"/>
                </a:cubicBezTo>
                <a:cubicBezTo>
                  <a:pt x="9" y="55"/>
                  <a:pt x="8" y="54"/>
                  <a:pt x="8" y="52"/>
                </a:cubicBezTo>
                <a:cubicBezTo>
                  <a:pt x="8" y="50"/>
                  <a:pt x="9" y="49"/>
                  <a:pt x="10" y="49"/>
                </a:cubicBezTo>
                <a:cubicBezTo>
                  <a:pt x="10" y="48"/>
                  <a:pt x="10" y="48"/>
                  <a:pt x="10" y="48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9"/>
                  <a:pt x="86" y="9"/>
                  <a:pt x="86" y="9"/>
                </a:cubicBezTo>
                <a:cubicBezTo>
                  <a:pt x="87" y="8"/>
                  <a:pt x="87" y="8"/>
                  <a:pt x="88" y="8"/>
                </a:cubicBezTo>
                <a:cubicBezTo>
                  <a:pt x="89" y="8"/>
                  <a:pt x="89" y="8"/>
                  <a:pt x="90" y="9"/>
                </a:cubicBezTo>
                <a:cubicBezTo>
                  <a:pt x="90" y="8"/>
                  <a:pt x="90" y="8"/>
                  <a:pt x="90" y="8"/>
                </a:cubicBezTo>
                <a:cubicBezTo>
                  <a:pt x="166" y="48"/>
                  <a:pt x="166" y="48"/>
                  <a:pt x="166" y="48"/>
                </a:cubicBezTo>
                <a:cubicBezTo>
                  <a:pt x="166" y="49"/>
                  <a:pt x="166" y="49"/>
                  <a:pt x="166" y="49"/>
                </a:cubicBezTo>
                <a:cubicBezTo>
                  <a:pt x="167" y="49"/>
                  <a:pt x="168" y="50"/>
                  <a:pt x="168" y="52"/>
                </a:cubicBezTo>
                <a:cubicBezTo>
                  <a:pt x="168" y="54"/>
                  <a:pt x="167" y="55"/>
                  <a:pt x="166" y="55"/>
                </a:cubicBezTo>
                <a:cubicBezTo>
                  <a:pt x="166" y="56"/>
                  <a:pt x="166" y="56"/>
                  <a:pt x="166" y="56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95"/>
                  <a:pt x="90" y="95"/>
                  <a:pt x="90" y="95"/>
                </a:cubicBezTo>
                <a:cubicBezTo>
                  <a:pt x="89" y="96"/>
                  <a:pt x="89" y="96"/>
                  <a:pt x="88" y="96"/>
                </a:cubicBezTo>
                <a:cubicBezTo>
                  <a:pt x="87" y="96"/>
                  <a:pt x="87" y="96"/>
                  <a:pt x="86" y="95"/>
                </a:cubicBezTo>
                <a:cubicBezTo>
                  <a:pt x="86" y="96"/>
                  <a:pt x="86" y="96"/>
                  <a:pt x="86" y="96"/>
                </a:cubicBezTo>
                <a:lnTo>
                  <a:pt x="10" y="56"/>
                </a:lnTo>
                <a:close/>
                <a:moveTo>
                  <a:pt x="166" y="120"/>
                </a:moveTo>
                <a:cubicBezTo>
                  <a:pt x="166" y="121"/>
                  <a:pt x="166" y="121"/>
                  <a:pt x="166" y="121"/>
                </a:cubicBezTo>
                <a:cubicBezTo>
                  <a:pt x="167" y="121"/>
                  <a:pt x="168" y="122"/>
                  <a:pt x="168" y="124"/>
                </a:cubicBezTo>
                <a:cubicBezTo>
                  <a:pt x="168" y="126"/>
                  <a:pt x="167" y="127"/>
                  <a:pt x="166" y="127"/>
                </a:cubicBezTo>
                <a:cubicBezTo>
                  <a:pt x="166" y="128"/>
                  <a:pt x="166" y="128"/>
                  <a:pt x="166" y="12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7"/>
                  <a:pt x="90" y="167"/>
                  <a:pt x="90" y="167"/>
                </a:cubicBezTo>
                <a:cubicBezTo>
                  <a:pt x="89" y="168"/>
                  <a:pt x="89" y="168"/>
                  <a:pt x="88" y="168"/>
                </a:cubicBezTo>
                <a:cubicBezTo>
                  <a:pt x="87" y="168"/>
                  <a:pt x="87" y="168"/>
                  <a:pt x="86" y="167"/>
                </a:cubicBezTo>
                <a:cubicBezTo>
                  <a:pt x="86" y="168"/>
                  <a:pt x="86" y="168"/>
                  <a:pt x="86" y="168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127"/>
                  <a:pt x="10" y="127"/>
                  <a:pt x="10" y="127"/>
                </a:cubicBezTo>
                <a:cubicBezTo>
                  <a:pt x="9" y="127"/>
                  <a:pt x="8" y="126"/>
                  <a:pt x="8" y="124"/>
                </a:cubicBezTo>
                <a:cubicBezTo>
                  <a:pt x="8" y="122"/>
                  <a:pt x="9" y="121"/>
                  <a:pt x="10" y="121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4" y="139"/>
                  <a:pt x="86" y="140"/>
                  <a:pt x="88" y="140"/>
                </a:cubicBezTo>
                <a:cubicBezTo>
                  <a:pt x="90" y="140"/>
                  <a:pt x="92" y="139"/>
                  <a:pt x="94" y="139"/>
                </a:cubicBezTo>
                <a:cubicBezTo>
                  <a:pt x="94" y="139"/>
                  <a:pt x="94" y="139"/>
                  <a:pt x="94" y="139"/>
                </a:cubicBezTo>
                <a:cubicBezTo>
                  <a:pt x="147" y="111"/>
                  <a:pt x="147" y="111"/>
                  <a:pt x="147" y="111"/>
                </a:cubicBezTo>
                <a:lnTo>
                  <a:pt x="166" y="120"/>
                </a:lnTo>
                <a:close/>
                <a:moveTo>
                  <a:pt x="166" y="91"/>
                </a:moveTo>
                <a:cubicBezTo>
                  <a:pt x="166" y="92"/>
                  <a:pt x="166" y="92"/>
                  <a:pt x="166" y="92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89" y="132"/>
                  <a:pt x="89" y="132"/>
                  <a:pt x="88" y="132"/>
                </a:cubicBezTo>
                <a:cubicBezTo>
                  <a:pt x="87" y="132"/>
                  <a:pt x="87" y="132"/>
                  <a:pt x="86" y="131"/>
                </a:cubicBezTo>
                <a:cubicBezTo>
                  <a:pt x="86" y="132"/>
                  <a:pt x="86" y="132"/>
                  <a:pt x="86" y="132"/>
                </a:cubicBezTo>
                <a:cubicBezTo>
                  <a:pt x="10" y="92"/>
                  <a:pt x="10" y="92"/>
                  <a:pt x="10" y="92"/>
                </a:cubicBezTo>
                <a:cubicBezTo>
                  <a:pt x="10" y="91"/>
                  <a:pt x="10" y="91"/>
                  <a:pt x="10" y="91"/>
                </a:cubicBezTo>
                <a:cubicBezTo>
                  <a:pt x="9" y="91"/>
                  <a:pt x="8" y="90"/>
                  <a:pt x="8" y="88"/>
                </a:cubicBezTo>
                <a:cubicBezTo>
                  <a:pt x="8" y="86"/>
                  <a:pt x="9" y="85"/>
                  <a:pt x="10" y="85"/>
                </a:cubicBezTo>
                <a:cubicBezTo>
                  <a:pt x="10" y="84"/>
                  <a:pt x="10" y="84"/>
                  <a:pt x="10" y="84"/>
                </a:cubicBezTo>
                <a:cubicBezTo>
                  <a:pt x="29" y="75"/>
                  <a:pt x="29" y="75"/>
                  <a:pt x="29" y="75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4" y="103"/>
                  <a:pt x="86" y="104"/>
                  <a:pt x="88" y="104"/>
                </a:cubicBezTo>
                <a:cubicBezTo>
                  <a:pt x="90" y="104"/>
                  <a:pt x="92" y="103"/>
                  <a:pt x="94" y="103"/>
                </a:cubicBezTo>
                <a:cubicBezTo>
                  <a:pt x="94" y="103"/>
                  <a:pt x="94" y="103"/>
                  <a:pt x="94" y="103"/>
                </a:cubicBezTo>
                <a:cubicBezTo>
                  <a:pt x="147" y="75"/>
                  <a:pt x="147" y="75"/>
                  <a:pt x="147" y="75"/>
                </a:cubicBezTo>
                <a:cubicBezTo>
                  <a:pt x="166" y="84"/>
                  <a:pt x="166" y="84"/>
                  <a:pt x="166" y="84"/>
                </a:cubicBezTo>
                <a:cubicBezTo>
                  <a:pt x="166" y="85"/>
                  <a:pt x="166" y="85"/>
                  <a:pt x="166" y="85"/>
                </a:cubicBezTo>
                <a:cubicBezTo>
                  <a:pt x="167" y="85"/>
                  <a:pt x="168" y="86"/>
                  <a:pt x="168" y="88"/>
                </a:cubicBezTo>
                <a:cubicBezTo>
                  <a:pt x="168" y="90"/>
                  <a:pt x="167" y="91"/>
                  <a:pt x="166" y="9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511"/>
          <p:cNvSpPr>
            <a:spLocks noEditPoints="1"/>
          </p:cNvSpPr>
          <p:nvPr/>
        </p:nvSpPr>
        <p:spPr bwMode="auto">
          <a:xfrm>
            <a:off x="5998347" y="2428357"/>
            <a:ext cx="334275" cy="272612"/>
          </a:xfrm>
          <a:custGeom>
            <a:avLst/>
            <a:gdLst>
              <a:gd name="T0" fmla="*/ 16 w 176"/>
              <a:gd name="T1" fmla="*/ 104 h 144"/>
              <a:gd name="T2" fmla="*/ 24 w 176"/>
              <a:gd name="T3" fmla="*/ 104 h 144"/>
              <a:gd name="T4" fmla="*/ 44 w 176"/>
              <a:gd name="T5" fmla="*/ 84 h 144"/>
              <a:gd name="T6" fmla="*/ 136 w 176"/>
              <a:gd name="T7" fmla="*/ 80 h 144"/>
              <a:gd name="T8" fmla="*/ 116 w 176"/>
              <a:gd name="T9" fmla="*/ 108 h 144"/>
              <a:gd name="T10" fmla="*/ 136 w 176"/>
              <a:gd name="T11" fmla="*/ 88 h 144"/>
              <a:gd name="T12" fmla="*/ 136 w 176"/>
              <a:gd name="T13" fmla="*/ 80 h 144"/>
              <a:gd name="T14" fmla="*/ 143 w 176"/>
              <a:gd name="T15" fmla="*/ 16 h 144"/>
              <a:gd name="T16" fmla="*/ 120 w 176"/>
              <a:gd name="T17" fmla="*/ 0 h 144"/>
              <a:gd name="T18" fmla="*/ 80 w 176"/>
              <a:gd name="T19" fmla="*/ 24 h 144"/>
              <a:gd name="T20" fmla="*/ 33 w 176"/>
              <a:gd name="T21" fmla="*/ 16 h 144"/>
              <a:gd name="T22" fmla="*/ 4 w 176"/>
              <a:gd name="T23" fmla="*/ 87 h 144"/>
              <a:gd name="T24" fmla="*/ 40 w 176"/>
              <a:gd name="T25" fmla="*/ 144 h 144"/>
              <a:gd name="T26" fmla="*/ 97 w 176"/>
              <a:gd name="T27" fmla="*/ 112 h 144"/>
              <a:gd name="T28" fmla="*/ 176 w 176"/>
              <a:gd name="T29" fmla="*/ 104 h 144"/>
              <a:gd name="T30" fmla="*/ 40 w 176"/>
              <a:gd name="T31" fmla="*/ 136 h 144"/>
              <a:gd name="T32" fmla="*/ 40 w 176"/>
              <a:gd name="T33" fmla="*/ 72 h 144"/>
              <a:gd name="T34" fmla="*/ 40 w 176"/>
              <a:gd name="T35" fmla="*/ 136 h 144"/>
              <a:gd name="T36" fmla="*/ 40 w 176"/>
              <a:gd name="T37" fmla="*/ 64 h 144"/>
              <a:gd name="T38" fmla="*/ 41 w 176"/>
              <a:gd name="T39" fmla="*/ 17 h 144"/>
              <a:gd name="T40" fmla="*/ 56 w 176"/>
              <a:gd name="T41" fmla="*/ 8 h 144"/>
              <a:gd name="T42" fmla="*/ 72 w 176"/>
              <a:gd name="T43" fmla="*/ 23 h 144"/>
              <a:gd name="T44" fmla="*/ 96 w 176"/>
              <a:gd name="T45" fmla="*/ 104 h 144"/>
              <a:gd name="T46" fmla="*/ 80 w 176"/>
              <a:gd name="T47" fmla="*/ 96 h 144"/>
              <a:gd name="T48" fmla="*/ 96 w 176"/>
              <a:gd name="T49" fmla="*/ 104 h 144"/>
              <a:gd name="T50" fmla="*/ 80 w 176"/>
              <a:gd name="T51" fmla="*/ 88 h 144"/>
              <a:gd name="T52" fmla="*/ 96 w 176"/>
              <a:gd name="T53" fmla="*/ 32 h 144"/>
              <a:gd name="T54" fmla="*/ 104 w 176"/>
              <a:gd name="T55" fmla="*/ 23 h 144"/>
              <a:gd name="T56" fmla="*/ 120 w 176"/>
              <a:gd name="T57" fmla="*/ 8 h 144"/>
              <a:gd name="T58" fmla="*/ 135 w 176"/>
              <a:gd name="T59" fmla="*/ 17 h 144"/>
              <a:gd name="T60" fmla="*/ 136 w 176"/>
              <a:gd name="T61" fmla="*/ 64 h 144"/>
              <a:gd name="T62" fmla="*/ 104 w 176"/>
              <a:gd name="T63" fmla="*/ 23 h 144"/>
              <a:gd name="T64" fmla="*/ 104 w 176"/>
              <a:gd name="T65" fmla="*/ 104 h 144"/>
              <a:gd name="T66" fmla="*/ 168 w 176"/>
              <a:gd name="T67" fmla="*/ 10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44">
                <a:moveTo>
                  <a:pt x="40" y="80"/>
                </a:moveTo>
                <a:cubicBezTo>
                  <a:pt x="27" y="80"/>
                  <a:pt x="16" y="91"/>
                  <a:pt x="16" y="104"/>
                </a:cubicBezTo>
                <a:cubicBezTo>
                  <a:pt x="16" y="106"/>
                  <a:pt x="18" y="108"/>
                  <a:pt x="20" y="108"/>
                </a:cubicBezTo>
                <a:cubicBezTo>
                  <a:pt x="22" y="108"/>
                  <a:pt x="24" y="106"/>
                  <a:pt x="24" y="104"/>
                </a:cubicBezTo>
                <a:cubicBezTo>
                  <a:pt x="24" y="95"/>
                  <a:pt x="31" y="88"/>
                  <a:pt x="40" y="88"/>
                </a:cubicBezTo>
                <a:cubicBezTo>
                  <a:pt x="42" y="88"/>
                  <a:pt x="44" y="86"/>
                  <a:pt x="44" y="84"/>
                </a:cubicBezTo>
                <a:cubicBezTo>
                  <a:pt x="44" y="82"/>
                  <a:pt x="42" y="80"/>
                  <a:pt x="40" y="80"/>
                </a:cubicBezTo>
                <a:moveTo>
                  <a:pt x="136" y="80"/>
                </a:moveTo>
                <a:cubicBezTo>
                  <a:pt x="123" y="80"/>
                  <a:pt x="112" y="91"/>
                  <a:pt x="112" y="104"/>
                </a:cubicBezTo>
                <a:cubicBezTo>
                  <a:pt x="112" y="106"/>
                  <a:pt x="114" y="108"/>
                  <a:pt x="116" y="108"/>
                </a:cubicBezTo>
                <a:cubicBezTo>
                  <a:pt x="118" y="108"/>
                  <a:pt x="120" y="106"/>
                  <a:pt x="120" y="104"/>
                </a:cubicBezTo>
                <a:cubicBezTo>
                  <a:pt x="120" y="95"/>
                  <a:pt x="127" y="88"/>
                  <a:pt x="136" y="88"/>
                </a:cubicBezTo>
                <a:cubicBezTo>
                  <a:pt x="138" y="88"/>
                  <a:pt x="140" y="86"/>
                  <a:pt x="140" y="84"/>
                </a:cubicBezTo>
                <a:cubicBezTo>
                  <a:pt x="140" y="82"/>
                  <a:pt x="138" y="80"/>
                  <a:pt x="136" y="80"/>
                </a:cubicBezTo>
                <a:moveTo>
                  <a:pt x="172" y="87"/>
                </a:moveTo>
                <a:cubicBezTo>
                  <a:pt x="143" y="16"/>
                  <a:pt x="143" y="16"/>
                  <a:pt x="143" y="16"/>
                </a:cubicBezTo>
                <a:cubicBezTo>
                  <a:pt x="143" y="16"/>
                  <a:pt x="143" y="16"/>
                  <a:pt x="143" y="16"/>
                </a:cubicBezTo>
                <a:cubicBezTo>
                  <a:pt x="139" y="7"/>
                  <a:pt x="130" y="0"/>
                  <a:pt x="120" y="0"/>
                </a:cubicBezTo>
                <a:cubicBezTo>
                  <a:pt x="107" y="0"/>
                  <a:pt x="96" y="11"/>
                  <a:pt x="96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11"/>
                  <a:pt x="69" y="0"/>
                  <a:pt x="56" y="0"/>
                </a:cubicBezTo>
                <a:cubicBezTo>
                  <a:pt x="46" y="0"/>
                  <a:pt x="37" y="7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4" y="87"/>
                  <a:pt x="4" y="87"/>
                  <a:pt x="4" y="87"/>
                </a:cubicBezTo>
                <a:cubicBezTo>
                  <a:pt x="1" y="92"/>
                  <a:pt x="0" y="98"/>
                  <a:pt x="0" y="104"/>
                </a:cubicBezTo>
                <a:cubicBezTo>
                  <a:pt x="0" y="126"/>
                  <a:pt x="18" y="144"/>
                  <a:pt x="40" y="144"/>
                </a:cubicBezTo>
                <a:cubicBezTo>
                  <a:pt x="59" y="144"/>
                  <a:pt x="75" y="130"/>
                  <a:pt x="79" y="112"/>
                </a:cubicBezTo>
                <a:cubicBezTo>
                  <a:pt x="97" y="112"/>
                  <a:pt x="97" y="112"/>
                  <a:pt x="97" y="112"/>
                </a:cubicBezTo>
                <a:cubicBezTo>
                  <a:pt x="101" y="130"/>
                  <a:pt x="117" y="144"/>
                  <a:pt x="136" y="144"/>
                </a:cubicBezTo>
                <a:cubicBezTo>
                  <a:pt x="158" y="144"/>
                  <a:pt x="176" y="126"/>
                  <a:pt x="176" y="104"/>
                </a:cubicBezTo>
                <a:cubicBezTo>
                  <a:pt x="176" y="98"/>
                  <a:pt x="175" y="92"/>
                  <a:pt x="172" y="87"/>
                </a:cubicBezTo>
                <a:moveTo>
                  <a:pt x="40" y="136"/>
                </a:moveTo>
                <a:cubicBezTo>
                  <a:pt x="22" y="136"/>
                  <a:pt x="8" y="122"/>
                  <a:pt x="8" y="104"/>
                </a:cubicBezTo>
                <a:cubicBezTo>
                  <a:pt x="8" y="86"/>
                  <a:pt x="22" y="72"/>
                  <a:pt x="40" y="72"/>
                </a:cubicBezTo>
                <a:cubicBezTo>
                  <a:pt x="58" y="72"/>
                  <a:pt x="72" y="86"/>
                  <a:pt x="72" y="104"/>
                </a:cubicBezTo>
                <a:cubicBezTo>
                  <a:pt x="72" y="122"/>
                  <a:pt x="58" y="136"/>
                  <a:pt x="40" y="136"/>
                </a:cubicBezTo>
                <a:moveTo>
                  <a:pt x="72" y="80"/>
                </a:moveTo>
                <a:cubicBezTo>
                  <a:pt x="65" y="70"/>
                  <a:pt x="53" y="64"/>
                  <a:pt x="40" y="64"/>
                </a:cubicBezTo>
                <a:cubicBezTo>
                  <a:pt x="33" y="64"/>
                  <a:pt x="26" y="66"/>
                  <a:pt x="20" y="69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4" y="12"/>
                  <a:pt x="50" y="8"/>
                  <a:pt x="56" y="8"/>
                </a:cubicBezTo>
                <a:cubicBezTo>
                  <a:pt x="64" y="8"/>
                  <a:pt x="71" y="14"/>
                  <a:pt x="72" y="23"/>
                </a:cubicBezTo>
                <a:cubicBezTo>
                  <a:pt x="72" y="23"/>
                  <a:pt x="72" y="23"/>
                  <a:pt x="72" y="23"/>
                </a:cubicBezTo>
                <a:lnTo>
                  <a:pt x="72" y="80"/>
                </a:lnTo>
                <a:close/>
                <a:moveTo>
                  <a:pt x="96" y="104"/>
                </a:moveTo>
                <a:cubicBezTo>
                  <a:pt x="80" y="104"/>
                  <a:pt x="80" y="104"/>
                  <a:pt x="80" y="104"/>
                </a:cubicBezTo>
                <a:cubicBezTo>
                  <a:pt x="80" y="96"/>
                  <a:pt x="80" y="96"/>
                  <a:pt x="80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104"/>
                </a:lnTo>
                <a:close/>
                <a:moveTo>
                  <a:pt x="96" y="88"/>
                </a:moveTo>
                <a:cubicBezTo>
                  <a:pt x="80" y="88"/>
                  <a:pt x="80" y="88"/>
                  <a:pt x="80" y="88"/>
                </a:cubicBezTo>
                <a:cubicBezTo>
                  <a:pt x="80" y="32"/>
                  <a:pt x="80" y="32"/>
                  <a:pt x="80" y="32"/>
                </a:cubicBezTo>
                <a:cubicBezTo>
                  <a:pt x="96" y="32"/>
                  <a:pt x="96" y="32"/>
                  <a:pt x="96" y="32"/>
                </a:cubicBezTo>
                <a:lnTo>
                  <a:pt x="96" y="88"/>
                </a:lnTo>
                <a:close/>
                <a:moveTo>
                  <a:pt x="104" y="23"/>
                </a:moveTo>
                <a:cubicBezTo>
                  <a:pt x="104" y="23"/>
                  <a:pt x="104" y="23"/>
                  <a:pt x="104" y="23"/>
                </a:cubicBezTo>
                <a:cubicBezTo>
                  <a:pt x="105" y="14"/>
                  <a:pt x="112" y="8"/>
                  <a:pt x="120" y="8"/>
                </a:cubicBezTo>
                <a:cubicBezTo>
                  <a:pt x="126" y="8"/>
                  <a:pt x="132" y="12"/>
                  <a:pt x="135" y="17"/>
                </a:cubicBezTo>
                <a:cubicBezTo>
                  <a:pt x="135" y="17"/>
                  <a:pt x="135" y="17"/>
                  <a:pt x="135" y="17"/>
                </a:cubicBezTo>
                <a:cubicBezTo>
                  <a:pt x="156" y="69"/>
                  <a:pt x="156" y="69"/>
                  <a:pt x="156" y="69"/>
                </a:cubicBezTo>
                <a:cubicBezTo>
                  <a:pt x="150" y="66"/>
                  <a:pt x="143" y="64"/>
                  <a:pt x="136" y="64"/>
                </a:cubicBezTo>
                <a:cubicBezTo>
                  <a:pt x="123" y="64"/>
                  <a:pt x="111" y="70"/>
                  <a:pt x="104" y="80"/>
                </a:cubicBezTo>
                <a:lnTo>
                  <a:pt x="104" y="23"/>
                </a:lnTo>
                <a:close/>
                <a:moveTo>
                  <a:pt x="136" y="136"/>
                </a:moveTo>
                <a:cubicBezTo>
                  <a:pt x="118" y="136"/>
                  <a:pt x="104" y="122"/>
                  <a:pt x="104" y="104"/>
                </a:cubicBezTo>
                <a:cubicBezTo>
                  <a:pt x="104" y="86"/>
                  <a:pt x="118" y="72"/>
                  <a:pt x="136" y="72"/>
                </a:cubicBezTo>
                <a:cubicBezTo>
                  <a:pt x="154" y="72"/>
                  <a:pt x="168" y="86"/>
                  <a:pt x="168" y="104"/>
                </a:cubicBezTo>
                <a:cubicBezTo>
                  <a:pt x="168" y="122"/>
                  <a:pt x="154" y="136"/>
                  <a:pt x="136" y="136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512"/>
          <p:cNvSpPr>
            <a:spLocks noEditPoints="1"/>
          </p:cNvSpPr>
          <p:nvPr/>
        </p:nvSpPr>
        <p:spPr bwMode="auto">
          <a:xfrm>
            <a:off x="6629575" y="2405639"/>
            <a:ext cx="342388" cy="319670"/>
          </a:xfrm>
          <a:custGeom>
            <a:avLst/>
            <a:gdLst>
              <a:gd name="T0" fmla="*/ 39 w 180"/>
              <a:gd name="T1" fmla="*/ 24 h 168"/>
              <a:gd name="T2" fmla="*/ 31 w 180"/>
              <a:gd name="T3" fmla="*/ 46 h 168"/>
              <a:gd name="T4" fmla="*/ 55 w 180"/>
              <a:gd name="T5" fmla="*/ 43 h 168"/>
              <a:gd name="T6" fmla="*/ 42 w 180"/>
              <a:gd name="T7" fmla="*/ 40 h 168"/>
              <a:gd name="T8" fmla="*/ 32 w 180"/>
              <a:gd name="T9" fmla="*/ 36 h 168"/>
              <a:gd name="T10" fmla="*/ 39 w 180"/>
              <a:gd name="T11" fmla="*/ 32 h 168"/>
              <a:gd name="T12" fmla="*/ 48 w 180"/>
              <a:gd name="T13" fmla="*/ 38 h 168"/>
              <a:gd name="T14" fmla="*/ 42 w 180"/>
              <a:gd name="T15" fmla="*/ 120 h 168"/>
              <a:gd name="T16" fmla="*/ 26 w 180"/>
              <a:gd name="T17" fmla="*/ 138 h 168"/>
              <a:gd name="T18" fmla="*/ 46 w 180"/>
              <a:gd name="T19" fmla="*/ 143 h 168"/>
              <a:gd name="T20" fmla="*/ 42 w 180"/>
              <a:gd name="T21" fmla="*/ 120 h 168"/>
              <a:gd name="T22" fmla="*/ 39 w 180"/>
              <a:gd name="T23" fmla="*/ 136 h 168"/>
              <a:gd name="T24" fmla="*/ 32 w 180"/>
              <a:gd name="T25" fmla="*/ 132 h 168"/>
              <a:gd name="T26" fmla="*/ 42 w 180"/>
              <a:gd name="T27" fmla="*/ 128 h 168"/>
              <a:gd name="T28" fmla="*/ 43 w 180"/>
              <a:gd name="T29" fmla="*/ 135 h 168"/>
              <a:gd name="T30" fmla="*/ 156 w 180"/>
              <a:gd name="T31" fmla="*/ 16 h 168"/>
              <a:gd name="T32" fmla="*/ 76 w 180"/>
              <a:gd name="T33" fmla="*/ 67 h 168"/>
              <a:gd name="T34" fmla="*/ 73 w 180"/>
              <a:gd name="T35" fmla="*/ 55 h 168"/>
              <a:gd name="T36" fmla="*/ 8 w 180"/>
              <a:gd name="T37" fmla="*/ 20 h 168"/>
              <a:gd name="T38" fmla="*/ 51 w 180"/>
              <a:gd name="T39" fmla="*/ 84 h 168"/>
              <a:gd name="T40" fmla="*/ 8 w 180"/>
              <a:gd name="T41" fmla="*/ 148 h 168"/>
              <a:gd name="T42" fmla="*/ 73 w 180"/>
              <a:gd name="T43" fmla="*/ 113 h 168"/>
              <a:gd name="T44" fmla="*/ 76 w 180"/>
              <a:gd name="T45" fmla="*/ 101 h 168"/>
              <a:gd name="T46" fmla="*/ 156 w 180"/>
              <a:gd name="T47" fmla="*/ 152 h 168"/>
              <a:gd name="T48" fmla="*/ 102 w 180"/>
              <a:gd name="T49" fmla="*/ 84 h 168"/>
              <a:gd name="T50" fmla="*/ 25 w 180"/>
              <a:gd name="T51" fmla="*/ 56 h 168"/>
              <a:gd name="T52" fmla="*/ 51 w 180"/>
              <a:gd name="T53" fmla="*/ 15 h 168"/>
              <a:gd name="T54" fmla="*/ 25 w 180"/>
              <a:gd name="T55" fmla="*/ 56 h 168"/>
              <a:gd name="T56" fmla="*/ 60 w 180"/>
              <a:gd name="T57" fmla="*/ 65 h 168"/>
              <a:gd name="T58" fmla="*/ 58 w 180"/>
              <a:gd name="T59" fmla="*/ 79 h 168"/>
              <a:gd name="T60" fmla="*/ 51 w 180"/>
              <a:gd name="T61" fmla="*/ 153 h 168"/>
              <a:gd name="T62" fmla="*/ 25 w 180"/>
              <a:gd name="T63" fmla="*/ 112 h 168"/>
              <a:gd name="T64" fmla="*/ 51 w 180"/>
              <a:gd name="T65" fmla="*/ 153 h 168"/>
              <a:gd name="T66" fmla="*/ 42 w 180"/>
              <a:gd name="T67" fmla="*/ 100 h 168"/>
              <a:gd name="T68" fmla="*/ 170 w 180"/>
              <a:gd name="T69" fmla="*/ 29 h 168"/>
              <a:gd name="T70" fmla="*/ 170 w 180"/>
              <a:gd name="T71" fmla="*/ 139 h 168"/>
              <a:gd name="T72" fmla="*/ 83 w 180"/>
              <a:gd name="T73" fmla="*/ 97 h 168"/>
              <a:gd name="T74" fmla="*/ 170 w 180"/>
              <a:gd name="T75" fmla="*/ 139 h 168"/>
              <a:gd name="T76" fmla="*/ 72 w 180"/>
              <a:gd name="T77" fmla="*/ 84 h 168"/>
              <a:gd name="T78" fmla="*/ 80 w 180"/>
              <a:gd name="T79" fmla="*/ 84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0" h="168">
                <a:moveTo>
                  <a:pt x="46" y="25"/>
                </a:moveTo>
                <a:cubicBezTo>
                  <a:pt x="44" y="24"/>
                  <a:pt x="41" y="24"/>
                  <a:pt x="39" y="24"/>
                </a:cubicBezTo>
                <a:cubicBezTo>
                  <a:pt x="34" y="24"/>
                  <a:pt x="29" y="26"/>
                  <a:pt x="26" y="30"/>
                </a:cubicBezTo>
                <a:cubicBezTo>
                  <a:pt x="22" y="35"/>
                  <a:pt x="24" y="43"/>
                  <a:pt x="31" y="46"/>
                </a:cubicBezTo>
                <a:cubicBezTo>
                  <a:pt x="34" y="47"/>
                  <a:pt x="38" y="48"/>
                  <a:pt x="42" y="48"/>
                </a:cubicBezTo>
                <a:cubicBezTo>
                  <a:pt x="47" y="48"/>
                  <a:pt x="52" y="46"/>
                  <a:pt x="55" y="43"/>
                </a:cubicBezTo>
                <a:cubicBezTo>
                  <a:pt x="59" y="37"/>
                  <a:pt x="53" y="29"/>
                  <a:pt x="46" y="25"/>
                </a:cubicBezTo>
                <a:moveTo>
                  <a:pt x="42" y="40"/>
                </a:moveTo>
                <a:cubicBezTo>
                  <a:pt x="39" y="40"/>
                  <a:pt x="36" y="39"/>
                  <a:pt x="35" y="39"/>
                </a:cubicBezTo>
                <a:cubicBezTo>
                  <a:pt x="33" y="38"/>
                  <a:pt x="32" y="37"/>
                  <a:pt x="32" y="36"/>
                </a:cubicBezTo>
                <a:cubicBezTo>
                  <a:pt x="32" y="36"/>
                  <a:pt x="32" y="35"/>
                  <a:pt x="32" y="34"/>
                </a:cubicBezTo>
                <a:cubicBezTo>
                  <a:pt x="34" y="33"/>
                  <a:pt x="36" y="32"/>
                  <a:pt x="39" y="32"/>
                </a:cubicBezTo>
                <a:cubicBezTo>
                  <a:pt x="40" y="32"/>
                  <a:pt x="42" y="32"/>
                  <a:pt x="43" y="33"/>
                </a:cubicBezTo>
                <a:cubicBezTo>
                  <a:pt x="46" y="34"/>
                  <a:pt x="48" y="37"/>
                  <a:pt x="48" y="38"/>
                </a:cubicBezTo>
                <a:cubicBezTo>
                  <a:pt x="47" y="39"/>
                  <a:pt x="45" y="40"/>
                  <a:pt x="42" y="40"/>
                </a:cubicBezTo>
                <a:moveTo>
                  <a:pt x="42" y="120"/>
                </a:moveTo>
                <a:cubicBezTo>
                  <a:pt x="38" y="120"/>
                  <a:pt x="34" y="121"/>
                  <a:pt x="31" y="122"/>
                </a:cubicBezTo>
                <a:cubicBezTo>
                  <a:pt x="24" y="125"/>
                  <a:pt x="22" y="133"/>
                  <a:pt x="26" y="138"/>
                </a:cubicBezTo>
                <a:cubicBezTo>
                  <a:pt x="29" y="142"/>
                  <a:pt x="34" y="144"/>
                  <a:pt x="39" y="144"/>
                </a:cubicBezTo>
                <a:cubicBezTo>
                  <a:pt x="41" y="144"/>
                  <a:pt x="44" y="144"/>
                  <a:pt x="46" y="143"/>
                </a:cubicBezTo>
                <a:cubicBezTo>
                  <a:pt x="53" y="139"/>
                  <a:pt x="59" y="131"/>
                  <a:pt x="55" y="125"/>
                </a:cubicBezTo>
                <a:cubicBezTo>
                  <a:pt x="52" y="122"/>
                  <a:pt x="47" y="120"/>
                  <a:pt x="42" y="120"/>
                </a:cubicBezTo>
                <a:moveTo>
                  <a:pt x="43" y="135"/>
                </a:moveTo>
                <a:cubicBezTo>
                  <a:pt x="42" y="136"/>
                  <a:pt x="40" y="136"/>
                  <a:pt x="39" y="136"/>
                </a:cubicBezTo>
                <a:cubicBezTo>
                  <a:pt x="36" y="136"/>
                  <a:pt x="34" y="135"/>
                  <a:pt x="32" y="134"/>
                </a:cubicBezTo>
                <a:cubicBezTo>
                  <a:pt x="32" y="133"/>
                  <a:pt x="32" y="132"/>
                  <a:pt x="32" y="132"/>
                </a:cubicBezTo>
                <a:cubicBezTo>
                  <a:pt x="32" y="131"/>
                  <a:pt x="33" y="130"/>
                  <a:pt x="35" y="129"/>
                </a:cubicBezTo>
                <a:cubicBezTo>
                  <a:pt x="36" y="129"/>
                  <a:pt x="39" y="128"/>
                  <a:pt x="42" y="128"/>
                </a:cubicBezTo>
                <a:cubicBezTo>
                  <a:pt x="45" y="128"/>
                  <a:pt x="47" y="129"/>
                  <a:pt x="48" y="130"/>
                </a:cubicBezTo>
                <a:cubicBezTo>
                  <a:pt x="48" y="131"/>
                  <a:pt x="46" y="134"/>
                  <a:pt x="43" y="135"/>
                </a:cubicBezTo>
                <a:moveTo>
                  <a:pt x="180" y="32"/>
                </a:moveTo>
                <a:cubicBezTo>
                  <a:pt x="180" y="23"/>
                  <a:pt x="165" y="16"/>
                  <a:pt x="156" y="1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49" y="16"/>
                  <a:pt x="147" y="17"/>
                  <a:pt x="76" y="67"/>
                </a:cubicBezTo>
                <a:cubicBezTo>
                  <a:pt x="68" y="61"/>
                  <a:pt x="68" y="61"/>
                  <a:pt x="68" y="61"/>
                </a:cubicBezTo>
                <a:cubicBezTo>
                  <a:pt x="70" y="59"/>
                  <a:pt x="72" y="57"/>
                  <a:pt x="73" y="55"/>
                </a:cubicBezTo>
                <a:cubicBezTo>
                  <a:pt x="82" y="40"/>
                  <a:pt x="70" y="17"/>
                  <a:pt x="54" y="8"/>
                </a:cubicBezTo>
                <a:cubicBezTo>
                  <a:pt x="38" y="0"/>
                  <a:pt x="18" y="5"/>
                  <a:pt x="8" y="20"/>
                </a:cubicBezTo>
                <a:cubicBezTo>
                  <a:pt x="0" y="34"/>
                  <a:pt x="4" y="52"/>
                  <a:pt x="19" y="62"/>
                </a:cubicBezTo>
                <a:cubicBezTo>
                  <a:pt x="31" y="70"/>
                  <a:pt x="41" y="77"/>
                  <a:pt x="51" y="84"/>
                </a:cubicBezTo>
                <a:cubicBezTo>
                  <a:pt x="41" y="91"/>
                  <a:pt x="31" y="98"/>
                  <a:pt x="19" y="106"/>
                </a:cubicBezTo>
                <a:cubicBezTo>
                  <a:pt x="4" y="116"/>
                  <a:pt x="0" y="134"/>
                  <a:pt x="8" y="148"/>
                </a:cubicBezTo>
                <a:cubicBezTo>
                  <a:pt x="18" y="163"/>
                  <a:pt x="38" y="168"/>
                  <a:pt x="54" y="160"/>
                </a:cubicBezTo>
                <a:cubicBezTo>
                  <a:pt x="70" y="151"/>
                  <a:pt x="82" y="128"/>
                  <a:pt x="73" y="113"/>
                </a:cubicBezTo>
                <a:cubicBezTo>
                  <a:pt x="72" y="111"/>
                  <a:pt x="70" y="109"/>
                  <a:pt x="68" y="107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147" y="151"/>
                  <a:pt x="149" y="152"/>
                  <a:pt x="155" y="152"/>
                </a:cubicBezTo>
                <a:cubicBezTo>
                  <a:pt x="156" y="152"/>
                  <a:pt x="156" y="152"/>
                  <a:pt x="156" y="152"/>
                </a:cubicBezTo>
                <a:cubicBezTo>
                  <a:pt x="165" y="152"/>
                  <a:pt x="180" y="145"/>
                  <a:pt x="180" y="136"/>
                </a:cubicBezTo>
                <a:cubicBezTo>
                  <a:pt x="102" y="84"/>
                  <a:pt x="102" y="84"/>
                  <a:pt x="102" y="84"/>
                </a:cubicBezTo>
                <a:lnTo>
                  <a:pt x="180" y="32"/>
                </a:lnTo>
                <a:close/>
                <a:moveTo>
                  <a:pt x="25" y="56"/>
                </a:moveTo>
                <a:cubicBezTo>
                  <a:pt x="13" y="49"/>
                  <a:pt x="8" y="35"/>
                  <a:pt x="15" y="24"/>
                </a:cubicBezTo>
                <a:cubicBezTo>
                  <a:pt x="23" y="13"/>
                  <a:pt x="38" y="9"/>
                  <a:pt x="51" y="15"/>
                </a:cubicBezTo>
                <a:cubicBezTo>
                  <a:pt x="63" y="22"/>
                  <a:pt x="73" y="39"/>
                  <a:pt x="66" y="50"/>
                </a:cubicBezTo>
                <a:cubicBezTo>
                  <a:pt x="58" y="62"/>
                  <a:pt x="37" y="63"/>
                  <a:pt x="25" y="56"/>
                </a:cubicBezTo>
                <a:moveTo>
                  <a:pt x="42" y="68"/>
                </a:moveTo>
                <a:cubicBezTo>
                  <a:pt x="48" y="68"/>
                  <a:pt x="54" y="67"/>
                  <a:pt x="60" y="65"/>
                </a:cubicBezTo>
                <a:cubicBezTo>
                  <a:pt x="69" y="72"/>
                  <a:pt x="69" y="72"/>
                  <a:pt x="69" y="72"/>
                </a:cubicBezTo>
                <a:cubicBezTo>
                  <a:pt x="65" y="74"/>
                  <a:pt x="62" y="77"/>
                  <a:pt x="58" y="79"/>
                </a:cubicBezTo>
                <a:cubicBezTo>
                  <a:pt x="53" y="76"/>
                  <a:pt x="47" y="72"/>
                  <a:pt x="42" y="68"/>
                </a:cubicBezTo>
                <a:moveTo>
                  <a:pt x="51" y="153"/>
                </a:moveTo>
                <a:cubicBezTo>
                  <a:pt x="38" y="159"/>
                  <a:pt x="23" y="155"/>
                  <a:pt x="15" y="144"/>
                </a:cubicBezTo>
                <a:cubicBezTo>
                  <a:pt x="8" y="133"/>
                  <a:pt x="13" y="118"/>
                  <a:pt x="25" y="112"/>
                </a:cubicBezTo>
                <a:cubicBezTo>
                  <a:pt x="37" y="105"/>
                  <a:pt x="58" y="106"/>
                  <a:pt x="66" y="118"/>
                </a:cubicBezTo>
                <a:cubicBezTo>
                  <a:pt x="73" y="129"/>
                  <a:pt x="63" y="146"/>
                  <a:pt x="51" y="153"/>
                </a:cubicBezTo>
                <a:moveTo>
                  <a:pt x="60" y="103"/>
                </a:moveTo>
                <a:cubicBezTo>
                  <a:pt x="54" y="101"/>
                  <a:pt x="48" y="100"/>
                  <a:pt x="42" y="100"/>
                </a:cubicBezTo>
                <a:cubicBezTo>
                  <a:pt x="135" y="35"/>
                  <a:pt x="151" y="24"/>
                  <a:pt x="155" y="24"/>
                </a:cubicBezTo>
                <a:cubicBezTo>
                  <a:pt x="155" y="24"/>
                  <a:pt x="162" y="23"/>
                  <a:pt x="170" y="29"/>
                </a:cubicBezTo>
                <a:lnTo>
                  <a:pt x="60" y="103"/>
                </a:lnTo>
                <a:close/>
                <a:moveTo>
                  <a:pt x="170" y="139"/>
                </a:moveTo>
                <a:cubicBezTo>
                  <a:pt x="162" y="145"/>
                  <a:pt x="155" y="144"/>
                  <a:pt x="155" y="144"/>
                </a:cubicBezTo>
                <a:cubicBezTo>
                  <a:pt x="152" y="144"/>
                  <a:pt x="140" y="136"/>
                  <a:pt x="83" y="97"/>
                </a:cubicBezTo>
                <a:cubicBezTo>
                  <a:pt x="95" y="89"/>
                  <a:pt x="95" y="89"/>
                  <a:pt x="95" y="89"/>
                </a:cubicBezTo>
                <a:lnTo>
                  <a:pt x="170" y="139"/>
                </a:lnTo>
                <a:close/>
                <a:moveTo>
                  <a:pt x="76" y="80"/>
                </a:moveTo>
                <a:cubicBezTo>
                  <a:pt x="74" y="80"/>
                  <a:pt x="72" y="82"/>
                  <a:pt x="72" y="84"/>
                </a:cubicBezTo>
                <a:cubicBezTo>
                  <a:pt x="72" y="86"/>
                  <a:pt x="74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82"/>
                  <a:pt x="78" y="80"/>
                  <a:pt x="76" y="8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513"/>
          <p:cNvSpPr>
            <a:spLocks noEditPoints="1"/>
          </p:cNvSpPr>
          <p:nvPr/>
        </p:nvSpPr>
        <p:spPr bwMode="auto">
          <a:xfrm>
            <a:off x="7277030" y="2397526"/>
            <a:ext cx="342388" cy="334275"/>
          </a:xfrm>
          <a:custGeom>
            <a:avLst/>
            <a:gdLst>
              <a:gd name="T0" fmla="*/ 168 w 180"/>
              <a:gd name="T1" fmla="*/ 0 h 176"/>
              <a:gd name="T2" fmla="*/ 55 w 180"/>
              <a:gd name="T3" fmla="*/ 64 h 176"/>
              <a:gd name="T4" fmla="*/ 40 w 180"/>
              <a:gd name="T5" fmla="*/ 98 h 176"/>
              <a:gd name="T6" fmla="*/ 72 w 180"/>
              <a:gd name="T7" fmla="*/ 136 h 176"/>
              <a:gd name="T8" fmla="*/ 89 w 180"/>
              <a:gd name="T9" fmla="*/ 166 h 176"/>
              <a:gd name="T10" fmla="*/ 140 w 180"/>
              <a:gd name="T11" fmla="*/ 92 h 176"/>
              <a:gd name="T12" fmla="*/ 104 w 180"/>
              <a:gd name="T13" fmla="*/ 119 h 176"/>
              <a:gd name="T14" fmla="*/ 85 w 180"/>
              <a:gd name="T15" fmla="*/ 131 h 176"/>
              <a:gd name="T16" fmla="*/ 77 w 180"/>
              <a:gd name="T17" fmla="*/ 128 h 176"/>
              <a:gd name="T18" fmla="*/ 55 w 180"/>
              <a:gd name="T19" fmla="*/ 121 h 176"/>
              <a:gd name="T20" fmla="*/ 45 w 180"/>
              <a:gd name="T21" fmla="*/ 91 h 176"/>
              <a:gd name="T22" fmla="*/ 57 w 180"/>
              <a:gd name="T23" fmla="*/ 72 h 176"/>
              <a:gd name="T24" fmla="*/ 104 w 180"/>
              <a:gd name="T25" fmla="*/ 118 h 176"/>
              <a:gd name="T26" fmla="*/ 134 w 180"/>
              <a:gd name="T27" fmla="*/ 87 h 176"/>
              <a:gd name="T28" fmla="*/ 110 w 180"/>
              <a:gd name="T29" fmla="*/ 112 h 176"/>
              <a:gd name="T30" fmla="*/ 82 w 180"/>
              <a:gd name="T31" fmla="*/ 49 h 176"/>
              <a:gd name="T32" fmla="*/ 168 w 180"/>
              <a:gd name="T33" fmla="*/ 8 h 176"/>
              <a:gd name="T34" fmla="*/ 31 w 180"/>
              <a:gd name="T35" fmla="*/ 98 h 176"/>
              <a:gd name="T36" fmla="*/ 78 w 180"/>
              <a:gd name="T37" fmla="*/ 145 h 176"/>
              <a:gd name="T38" fmla="*/ 31 w 180"/>
              <a:gd name="T39" fmla="*/ 98 h 176"/>
              <a:gd name="T40" fmla="*/ 29 w 180"/>
              <a:gd name="T41" fmla="*/ 125 h 176"/>
              <a:gd name="T42" fmla="*/ 51 w 180"/>
              <a:gd name="T43" fmla="*/ 147 h 176"/>
              <a:gd name="T44" fmla="*/ 84 w 180"/>
              <a:gd name="T45" fmla="*/ 64 h 176"/>
              <a:gd name="T46" fmla="*/ 84 w 180"/>
              <a:gd name="T47" fmla="*/ 72 h 176"/>
              <a:gd name="T48" fmla="*/ 84 w 180"/>
              <a:gd name="T49" fmla="*/ 64 h 176"/>
              <a:gd name="T50" fmla="*/ 112 w 180"/>
              <a:gd name="T51" fmla="*/ 92 h 176"/>
              <a:gd name="T52" fmla="*/ 104 w 180"/>
              <a:gd name="T53" fmla="*/ 92 h 176"/>
              <a:gd name="T54" fmla="*/ 132 w 180"/>
              <a:gd name="T55" fmla="*/ 56 h 176"/>
              <a:gd name="T56" fmla="*/ 132 w 180"/>
              <a:gd name="T57" fmla="*/ 32 h 176"/>
              <a:gd name="T58" fmla="*/ 132 w 180"/>
              <a:gd name="T59" fmla="*/ 56 h 176"/>
              <a:gd name="T60" fmla="*/ 136 w 180"/>
              <a:gd name="T61" fmla="*/ 44 h 176"/>
              <a:gd name="T62" fmla="*/ 128 w 180"/>
              <a:gd name="T63" fmla="*/ 44 h 176"/>
              <a:gd name="T64" fmla="*/ 96 w 180"/>
              <a:gd name="T65" fmla="*/ 84 h 176"/>
              <a:gd name="T66" fmla="*/ 96 w 180"/>
              <a:gd name="T67" fmla="*/ 76 h 176"/>
              <a:gd name="T68" fmla="*/ 96 w 180"/>
              <a:gd name="T69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80" h="176">
                <a:moveTo>
                  <a:pt x="175" y="1"/>
                </a:moveTo>
                <a:cubicBezTo>
                  <a:pt x="174" y="0"/>
                  <a:pt x="171" y="0"/>
                  <a:pt x="168" y="0"/>
                </a:cubicBezTo>
                <a:cubicBezTo>
                  <a:pt x="151" y="0"/>
                  <a:pt x="107" y="12"/>
                  <a:pt x="84" y="36"/>
                </a:cubicBezTo>
                <a:cubicBezTo>
                  <a:pt x="78" y="41"/>
                  <a:pt x="60" y="58"/>
                  <a:pt x="55" y="64"/>
                </a:cubicBezTo>
                <a:cubicBezTo>
                  <a:pt x="41" y="68"/>
                  <a:pt x="21" y="76"/>
                  <a:pt x="10" y="87"/>
                </a:cubicBezTo>
                <a:cubicBezTo>
                  <a:pt x="10" y="87"/>
                  <a:pt x="24" y="87"/>
                  <a:pt x="40" y="98"/>
                </a:cubicBezTo>
                <a:cubicBezTo>
                  <a:pt x="38" y="107"/>
                  <a:pt x="41" y="118"/>
                  <a:pt x="50" y="126"/>
                </a:cubicBezTo>
                <a:cubicBezTo>
                  <a:pt x="56" y="133"/>
                  <a:pt x="64" y="136"/>
                  <a:pt x="72" y="136"/>
                </a:cubicBezTo>
                <a:cubicBezTo>
                  <a:pt x="74" y="136"/>
                  <a:pt x="76" y="136"/>
                  <a:pt x="79" y="136"/>
                </a:cubicBezTo>
                <a:cubicBezTo>
                  <a:pt x="89" y="152"/>
                  <a:pt x="89" y="166"/>
                  <a:pt x="89" y="166"/>
                </a:cubicBezTo>
                <a:cubicBezTo>
                  <a:pt x="100" y="155"/>
                  <a:pt x="108" y="135"/>
                  <a:pt x="112" y="121"/>
                </a:cubicBezTo>
                <a:cubicBezTo>
                  <a:pt x="118" y="116"/>
                  <a:pt x="135" y="98"/>
                  <a:pt x="140" y="92"/>
                </a:cubicBezTo>
                <a:cubicBezTo>
                  <a:pt x="168" y="64"/>
                  <a:pt x="180" y="7"/>
                  <a:pt x="175" y="1"/>
                </a:cubicBezTo>
                <a:moveTo>
                  <a:pt x="104" y="119"/>
                </a:moveTo>
                <a:cubicBezTo>
                  <a:pt x="101" y="129"/>
                  <a:pt x="97" y="139"/>
                  <a:pt x="93" y="147"/>
                </a:cubicBezTo>
                <a:cubicBezTo>
                  <a:pt x="91" y="142"/>
                  <a:pt x="89" y="137"/>
                  <a:pt x="85" y="131"/>
                </a:cubicBezTo>
                <a:cubicBezTo>
                  <a:pt x="84" y="129"/>
                  <a:pt x="81" y="128"/>
                  <a:pt x="79" y="128"/>
                </a:cubicBezTo>
                <a:cubicBezTo>
                  <a:pt x="78" y="128"/>
                  <a:pt x="77" y="128"/>
                  <a:pt x="77" y="128"/>
                </a:cubicBezTo>
                <a:cubicBezTo>
                  <a:pt x="75" y="128"/>
                  <a:pt x="73" y="128"/>
                  <a:pt x="72" y="128"/>
                </a:cubicBezTo>
                <a:cubicBezTo>
                  <a:pt x="66" y="128"/>
                  <a:pt x="60" y="126"/>
                  <a:pt x="55" y="121"/>
                </a:cubicBezTo>
                <a:cubicBezTo>
                  <a:pt x="49" y="114"/>
                  <a:pt x="46" y="107"/>
                  <a:pt x="48" y="99"/>
                </a:cubicBezTo>
                <a:cubicBezTo>
                  <a:pt x="49" y="96"/>
                  <a:pt x="48" y="93"/>
                  <a:pt x="45" y="91"/>
                </a:cubicBezTo>
                <a:cubicBezTo>
                  <a:pt x="39" y="87"/>
                  <a:pt x="34" y="85"/>
                  <a:pt x="29" y="83"/>
                </a:cubicBezTo>
                <a:cubicBezTo>
                  <a:pt x="37" y="79"/>
                  <a:pt x="47" y="75"/>
                  <a:pt x="57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104" y="118"/>
                  <a:pt x="104" y="118"/>
                  <a:pt x="104" y="118"/>
                </a:cubicBezTo>
                <a:cubicBezTo>
                  <a:pt x="104" y="118"/>
                  <a:pt x="104" y="118"/>
                  <a:pt x="104" y="119"/>
                </a:cubicBezTo>
                <a:moveTo>
                  <a:pt x="134" y="87"/>
                </a:moveTo>
                <a:cubicBezTo>
                  <a:pt x="133" y="88"/>
                  <a:pt x="130" y="91"/>
                  <a:pt x="128" y="94"/>
                </a:cubicBezTo>
                <a:cubicBezTo>
                  <a:pt x="122" y="99"/>
                  <a:pt x="114" y="108"/>
                  <a:pt x="110" y="112"/>
                </a:cubicBezTo>
                <a:cubicBezTo>
                  <a:pt x="64" y="66"/>
                  <a:pt x="64" y="66"/>
                  <a:pt x="64" y="66"/>
                </a:cubicBezTo>
                <a:cubicBezTo>
                  <a:pt x="68" y="62"/>
                  <a:pt x="77" y="54"/>
                  <a:pt x="82" y="49"/>
                </a:cubicBezTo>
                <a:cubicBezTo>
                  <a:pt x="85" y="46"/>
                  <a:pt x="88" y="43"/>
                  <a:pt x="89" y="42"/>
                </a:cubicBezTo>
                <a:cubicBezTo>
                  <a:pt x="111" y="20"/>
                  <a:pt x="152" y="8"/>
                  <a:pt x="168" y="8"/>
                </a:cubicBezTo>
                <a:cubicBezTo>
                  <a:pt x="168" y="21"/>
                  <a:pt x="157" y="64"/>
                  <a:pt x="134" y="87"/>
                </a:cubicBezTo>
                <a:moveTo>
                  <a:pt x="31" y="98"/>
                </a:moveTo>
                <a:cubicBezTo>
                  <a:pt x="0" y="176"/>
                  <a:pt x="0" y="176"/>
                  <a:pt x="0" y="176"/>
                </a:cubicBezTo>
                <a:cubicBezTo>
                  <a:pt x="78" y="145"/>
                  <a:pt x="78" y="145"/>
                  <a:pt x="78" y="145"/>
                </a:cubicBezTo>
                <a:cubicBezTo>
                  <a:pt x="76" y="145"/>
                  <a:pt x="75" y="145"/>
                  <a:pt x="74" y="145"/>
                </a:cubicBezTo>
                <a:cubicBezTo>
                  <a:pt x="50" y="145"/>
                  <a:pt x="28" y="122"/>
                  <a:pt x="31" y="98"/>
                </a:cubicBezTo>
                <a:moveTo>
                  <a:pt x="14" y="162"/>
                </a:moveTo>
                <a:cubicBezTo>
                  <a:pt x="29" y="125"/>
                  <a:pt x="29" y="125"/>
                  <a:pt x="29" y="125"/>
                </a:cubicBezTo>
                <a:cubicBezTo>
                  <a:pt x="31" y="129"/>
                  <a:pt x="33" y="132"/>
                  <a:pt x="36" y="136"/>
                </a:cubicBezTo>
                <a:cubicBezTo>
                  <a:pt x="40" y="140"/>
                  <a:pt x="45" y="144"/>
                  <a:pt x="51" y="147"/>
                </a:cubicBezTo>
                <a:lnTo>
                  <a:pt x="14" y="162"/>
                </a:lnTo>
                <a:close/>
                <a:moveTo>
                  <a:pt x="84" y="64"/>
                </a:moveTo>
                <a:cubicBezTo>
                  <a:pt x="82" y="64"/>
                  <a:pt x="80" y="66"/>
                  <a:pt x="80" y="68"/>
                </a:cubicBezTo>
                <a:cubicBezTo>
                  <a:pt x="80" y="70"/>
                  <a:pt x="82" y="72"/>
                  <a:pt x="84" y="72"/>
                </a:cubicBezTo>
                <a:cubicBezTo>
                  <a:pt x="86" y="72"/>
                  <a:pt x="88" y="70"/>
                  <a:pt x="88" y="68"/>
                </a:cubicBezTo>
                <a:cubicBezTo>
                  <a:pt x="88" y="66"/>
                  <a:pt x="86" y="64"/>
                  <a:pt x="84" y="64"/>
                </a:cubicBezTo>
                <a:moveTo>
                  <a:pt x="108" y="96"/>
                </a:move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cubicBezTo>
                  <a:pt x="106" y="88"/>
                  <a:pt x="104" y="90"/>
                  <a:pt x="104" y="92"/>
                </a:cubicBezTo>
                <a:cubicBezTo>
                  <a:pt x="104" y="94"/>
                  <a:pt x="106" y="96"/>
                  <a:pt x="108" y="96"/>
                </a:cubicBezTo>
                <a:moveTo>
                  <a:pt x="132" y="56"/>
                </a:moveTo>
                <a:cubicBezTo>
                  <a:pt x="139" y="56"/>
                  <a:pt x="144" y="51"/>
                  <a:pt x="144" y="44"/>
                </a:cubicBezTo>
                <a:cubicBezTo>
                  <a:pt x="144" y="37"/>
                  <a:pt x="139" y="32"/>
                  <a:pt x="132" y="32"/>
                </a:cubicBezTo>
                <a:cubicBezTo>
                  <a:pt x="125" y="32"/>
                  <a:pt x="120" y="37"/>
                  <a:pt x="120" y="44"/>
                </a:cubicBezTo>
                <a:cubicBezTo>
                  <a:pt x="120" y="51"/>
                  <a:pt x="125" y="56"/>
                  <a:pt x="132" y="56"/>
                </a:cubicBezTo>
                <a:moveTo>
                  <a:pt x="132" y="40"/>
                </a:moveTo>
                <a:cubicBezTo>
                  <a:pt x="134" y="40"/>
                  <a:pt x="136" y="42"/>
                  <a:pt x="136" y="44"/>
                </a:cubicBezTo>
                <a:cubicBezTo>
                  <a:pt x="136" y="46"/>
                  <a:pt x="134" y="48"/>
                  <a:pt x="132" y="48"/>
                </a:cubicBezTo>
                <a:cubicBezTo>
                  <a:pt x="130" y="48"/>
                  <a:pt x="128" y="46"/>
                  <a:pt x="128" y="44"/>
                </a:cubicBezTo>
                <a:cubicBezTo>
                  <a:pt x="128" y="42"/>
                  <a:pt x="130" y="40"/>
                  <a:pt x="132" y="40"/>
                </a:cubicBezTo>
                <a:moveTo>
                  <a:pt x="96" y="84"/>
                </a:moveTo>
                <a:cubicBezTo>
                  <a:pt x="98" y="84"/>
                  <a:pt x="100" y="82"/>
                  <a:pt x="100" y="80"/>
                </a:cubicBezTo>
                <a:cubicBezTo>
                  <a:pt x="100" y="78"/>
                  <a:pt x="98" y="76"/>
                  <a:pt x="96" y="76"/>
                </a:cubicBezTo>
                <a:cubicBezTo>
                  <a:pt x="94" y="76"/>
                  <a:pt x="92" y="78"/>
                  <a:pt x="92" y="80"/>
                </a:cubicBezTo>
                <a:cubicBezTo>
                  <a:pt x="92" y="82"/>
                  <a:pt x="94" y="84"/>
                  <a:pt x="96" y="84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660154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4162272" y="411510"/>
            <a:ext cx="8194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Basic</a:t>
            </a:r>
            <a:endParaRPr lang="uk-UA" sz="2400" dirty="0"/>
          </a:p>
        </p:txBody>
      </p:sp>
      <p:grpSp>
        <p:nvGrpSpPr>
          <p:cNvPr id="656" name="Group 655"/>
          <p:cNvGrpSpPr/>
          <p:nvPr/>
        </p:nvGrpSpPr>
        <p:grpSpPr>
          <a:xfrm>
            <a:off x="2083436" y="1282490"/>
            <a:ext cx="301788" cy="303884"/>
            <a:chOff x="2083436" y="1282490"/>
            <a:chExt cx="301788" cy="303884"/>
          </a:xfrm>
          <a:solidFill>
            <a:schemeClr val="tx1"/>
          </a:solidFill>
        </p:grpSpPr>
        <p:sp>
          <p:nvSpPr>
            <p:cNvPr id="417" name="Freeform 6"/>
            <p:cNvSpPr>
              <a:spLocks noEditPoints="1"/>
            </p:cNvSpPr>
            <p:nvPr/>
          </p:nvSpPr>
          <p:spPr bwMode="auto">
            <a:xfrm>
              <a:off x="2083436" y="1282490"/>
              <a:ext cx="301788" cy="303884"/>
            </a:xfrm>
            <a:custGeom>
              <a:avLst/>
              <a:gdLst>
                <a:gd name="T0" fmla="*/ 128 w 257"/>
                <a:gd name="T1" fmla="*/ 0 h 257"/>
                <a:gd name="T2" fmla="*/ 37 w 257"/>
                <a:gd name="T3" fmla="*/ 38 h 257"/>
                <a:gd name="T4" fmla="*/ 0 w 257"/>
                <a:gd name="T5" fmla="*/ 129 h 257"/>
                <a:gd name="T6" fmla="*/ 37 w 257"/>
                <a:gd name="T7" fmla="*/ 219 h 257"/>
                <a:gd name="T8" fmla="*/ 128 w 257"/>
                <a:gd name="T9" fmla="*/ 257 h 257"/>
                <a:gd name="T10" fmla="*/ 128 w 257"/>
                <a:gd name="T11" fmla="*/ 257 h 257"/>
                <a:gd name="T12" fmla="*/ 128 w 257"/>
                <a:gd name="T13" fmla="*/ 257 h 257"/>
                <a:gd name="T14" fmla="*/ 257 w 257"/>
                <a:gd name="T15" fmla="*/ 129 h 257"/>
                <a:gd name="T16" fmla="*/ 219 w 257"/>
                <a:gd name="T17" fmla="*/ 38 h 257"/>
                <a:gd name="T18" fmla="*/ 128 w 257"/>
                <a:gd name="T19" fmla="*/ 0 h 257"/>
                <a:gd name="T20" fmla="*/ 128 w 257"/>
                <a:gd name="T21" fmla="*/ 249 h 257"/>
                <a:gd name="T22" fmla="*/ 128 w 257"/>
                <a:gd name="T23" fmla="*/ 253 h 257"/>
                <a:gd name="T24" fmla="*/ 128 w 257"/>
                <a:gd name="T25" fmla="*/ 249 h 257"/>
                <a:gd name="T26" fmla="*/ 128 w 257"/>
                <a:gd name="T27" fmla="*/ 249 h 257"/>
                <a:gd name="T28" fmla="*/ 43 w 257"/>
                <a:gd name="T29" fmla="*/ 214 h 257"/>
                <a:gd name="T30" fmla="*/ 8 w 257"/>
                <a:gd name="T31" fmla="*/ 129 h 257"/>
                <a:gd name="T32" fmla="*/ 43 w 257"/>
                <a:gd name="T33" fmla="*/ 44 h 257"/>
                <a:gd name="T34" fmla="*/ 128 w 257"/>
                <a:gd name="T35" fmla="*/ 8 h 257"/>
                <a:gd name="T36" fmla="*/ 213 w 257"/>
                <a:gd name="T37" fmla="*/ 44 h 257"/>
                <a:gd name="T38" fmla="*/ 249 w 257"/>
                <a:gd name="T39" fmla="*/ 129 h 257"/>
                <a:gd name="T40" fmla="*/ 128 w 257"/>
                <a:gd name="T41" fmla="*/ 249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7" h="257">
                  <a:moveTo>
                    <a:pt x="128" y="0"/>
                  </a:moveTo>
                  <a:cubicBezTo>
                    <a:pt x="94" y="0"/>
                    <a:pt x="62" y="14"/>
                    <a:pt x="37" y="38"/>
                  </a:cubicBezTo>
                  <a:cubicBezTo>
                    <a:pt x="13" y="62"/>
                    <a:pt x="0" y="95"/>
                    <a:pt x="0" y="129"/>
                  </a:cubicBezTo>
                  <a:cubicBezTo>
                    <a:pt x="0" y="163"/>
                    <a:pt x="13" y="195"/>
                    <a:pt x="37" y="219"/>
                  </a:cubicBezTo>
                  <a:cubicBezTo>
                    <a:pt x="62" y="244"/>
                    <a:pt x="94" y="257"/>
                    <a:pt x="128" y="257"/>
                  </a:cubicBezTo>
                  <a:cubicBezTo>
                    <a:pt x="128" y="257"/>
                    <a:pt x="128" y="257"/>
                    <a:pt x="128" y="257"/>
                  </a:cubicBezTo>
                  <a:cubicBezTo>
                    <a:pt x="128" y="257"/>
                    <a:pt x="128" y="257"/>
                    <a:pt x="128" y="257"/>
                  </a:cubicBezTo>
                  <a:cubicBezTo>
                    <a:pt x="199" y="257"/>
                    <a:pt x="257" y="199"/>
                    <a:pt x="257" y="129"/>
                  </a:cubicBezTo>
                  <a:cubicBezTo>
                    <a:pt x="257" y="94"/>
                    <a:pt x="243" y="62"/>
                    <a:pt x="219" y="38"/>
                  </a:cubicBezTo>
                  <a:cubicBezTo>
                    <a:pt x="195" y="14"/>
                    <a:pt x="163" y="0"/>
                    <a:pt x="128" y="0"/>
                  </a:cubicBezTo>
                  <a:close/>
                  <a:moveTo>
                    <a:pt x="128" y="249"/>
                  </a:moveTo>
                  <a:cubicBezTo>
                    <a:pt x="128" y="253"/>
                    <a:pt x="128" y="253"/>
                    <a:pt x="128" y="253"/>
                  </a:cubicBezTo>
                  <a:cubicBezTo>
                    <a:pt x="128" y="249"/>
                    <a:pt x="128" y="249"/>
                    <a:pt x="128" y="249"/>
                  </a:cubicBezTo>
                  <a:cubicBezTo>
                    <a:pt x="128" y="249"/>
                    <a:pt x="128" y="249"/>
                    <a:pt x="128" y="249"/>
                  </a:cubicBezTo>
                  <a:cubicBezTo>
                    <a:pt x="96" y="249"/>
                    <a:pt x="66" y="237"/>
                    <a:pt x="43" y="214"/>
                  </a:cubicBezTo>
                  <a:cubicBezTo>
                    <a:pt x="20" y="191"/>
                    <a:pt x="8" y="161"/>
                    <a:pt x="8" y="129"/>
                  </a:cubicBezTo>
                  <a:cubicBezTo>
                    <a:pt x="8" y="97"/>
                    <a:pt x="20" y="66"/>
                    <a:pt x="43" y="44"/>
                  </a:cubicBez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1" y="21"/>
                    <a:pt x="213" y="44"/>
                  </a:cubicBezTo>
                  <a:cubicBezTo>
                    <a:pt x="236" y="66"/>
                    <a:pt x="249" y="97"/>
                    <a:pt x="249" y="129"/>
                  </a:cubicBezTo>
                  <a:cubicBezTo>
                    <a:pt x="249" y="195"/>
                    <a:pt x="196" y="249"/>
                    <a:pt x="128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8" name="Freeform 7"/>
            <p:cNvSpPr>
              <a:spLocks/>
            </p:cNvSpPr>
            <p:nvPr/>
          </p:nvSpPr>
          <p:spPr bwMode="auto">
            <a:xfrm>
              <a:off x="2125351" y="1326501"/>
              <a:ext cx="217958" cy="108979"/>
            </a:xfrm>
            <a:custGeom>
              <a:avLst/>
              <a:gdLst>
                <a:gd name="T0" fmla="*/ 92 w 184"/>
                <a:gd name="T1" fmla="*/ 0 h 92"/>
                <a:gd name="T2" fmla="*/ 27 w 184"/>
                <a:gd name="T3" fmla="*/ 27 h 92"/>
                <a:gd name="T4" fmla="*/ 0 w 184"/>
                <a:gd name="T5" fmla="*/ 92 h 92"/>
                <a:gd name="T6" fmla="*/ 8 w 184"/>
                <a:gd name="T7" fmla="*/ 92 h 92"/>
                <a:gd name="T8" fmla="*/ 33 w 184"/>
                <a:gd name="T9" fmla="*/ 32 h 92"/>
                <a:gd name="T10" fmla="*/ 92 w 184"/>
                <a:gd name="T11" fmla="*/ 8 h 92"/>
                <a:gd name="T12" fmla="*/ 152 w 184"/>
                <a:gd name="T13" fmla="*/ 32 h 92"/>
                <a:gd name="T14" fmla="*/ 176 w 184"/>
                <a:gd name="T15" fmla="*/ 92 h 92"/>
                <a:gd name="T16" fmla="*/ 184 w 184"/>
                <a:gd name="T17" fmla="*/ 92 h 92"/>
                <a:gd name="T18" fmla="*/ 157 w 184"/>
                <a:gd name="T19" fmla="*/ 27 h 92"/>
                <a:gd name="T20" fmla="*/ 92 w 184"/>
                <a:gd name="T2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4" h="92">
                  <a:moveTo>
                    <a:pt x="92" y="0"/>
                  </a:moveTo>
                  <a:cubicBezTo>
                    <a:pt x="68" y="0"/>
                    <a:pt x="45" y="9"/>
                    <a:pt x="27" y="27"/>
                  </a:cubicBezTo>
                  <a:cubicBezTo>
                    <a:pt x="10" y="44"/>
                    <a:pt x="0" y="67"/>
                    <a:pt x="0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69"/>
                    <a:pt x="17" y="48"/>
                    <a:pt x="33" y="32"/>
                  </a:cubicBezTo>
                  <a:cubicBezTo>
                    <a:pt x="49" y="17"/>
                    <a:pt x="70" y="8"/>
                    <a:pt x="92" y="8"/>
                  </a:cubicBezTo>
                  <a:cubicBezTo>
                    <a:pt x="115" y="8"/>
                    <a:pt x="136" y="17"/>
                    <a:pt x="152" y="32"/>
                  </a:cubicBezTo>
                  <a:cubicBezTo>
                    <a:pt x="167" y="48"/>
                    <a:pt x="176" y="69"/>
                    <a:pt x="176" y="92"/>
                  </a:cubicBezTo>
                  <a:cubicBezTo>
                    <a:pt x="184" y="92"/>
                    <a:pt x="184" y="92"/>
                    <a:pt x="184" y="92"/>
                  </a:cubicBezTo>
                  <a:cubicBezTo>
                    <a:pt x="184" y="67"/>
                    <a:pt x="175" y="44"/>
                    <a:pt x="157" y="27"/>
                  </a:cubicBezTo>
                  <a:cubicBezTo>
                    <a:pt x="140" y="9"/>
                    <a:pt x="117" y="0"/>
                    <a:pt x="9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9" name="Freeform 8"/>
            <p:cNvSpPr>
              <a:spLocks noEditPoints="1"/>
            </p:cNvSpPr>
            <p:nvPr/>
          </p:nvSpPr>
          <p:spPr bwMode="auto">
            <a:xfrm>
              <a:off x="2192415" y="1404044"/>
              <a:ext cx="56586" cy="60777"/>
            </a:xfrm>
            <a:custGeom>
              <a:avLst/>
              <a:gdLst>
                <a:gd name="T0" fmla="*/ 30 w 48"/>
                <a:gd name="T1" fmla="*/ 28 h 51"/>
                <a:gd name="T2" fmla="*/ 6 w 48"/>
                <a:gd name="T3" fmla="*/ 0 h 51"/>
                <a:gd name="T4" fmla="*/ 0 w 48"/>
                <a:gd name="T5" fmla="*/ 5 h 51"/>
                <a:gd name="T6" fmla="*/ 24 w 48"/>
                <a:gd name="T7" fmla="*/ 34 h 51"/>
                <a:gd name="T8" fmla="*/ 23 w 48"/>
                <a:gd name="T9" fmla="*/ 39 h 51"/>
                <a:gd name="T10" fmla="*/ 27 w 48"/>
                <a:gd name="T11" fmla="*/ 47 h 51"/>
                <a:gd name="T12" fmla="*/ 35 w 48"/>
                <a:gd name="T13" fmla="*/ 51 h 51"/>
                <a:gd name="T14" fmla="*/ 44 w 48"/>
                <a:gd name="T15" fmla="*/ 47 h 51"/>
                <a:gd name="T16" fmla="*/ 44 w 48"/>
                <a:gd name="T17" fmla="*/ 30 h 51"/>
                <a:gd name="T18" fmla="*/ 30 w 48"/>
                <a:gd name="T19" fmla="*/ 28 h 51"/>
                <a:gd name="T20" fmla="*/ 38 w 48"/>
                <a:gd name="T21" fmla="*/ 42 h 51"/>
                <a:gd name="T22" fmla="*/ 32 w 48"/>
                <a:gd name="T23" fmla="*/ 42 h 51"/>
                <a:gd name="T24" fmla="*/ 31 w 48"/>
                <a:gd name="T25" fmla="*/ 39 h 51"/>
                <a:gd name="T26" fmla="*/ 32 w 48"/>
                <a:gd name="T27" fmla="*/ 36 h 51"/>
                <a:gd name="T28" fmla="*/ 35 w 48"/>
                <a:gd name="T29" fmla="*/ 35 h 51"/>
                <a:gd name="T30" fmla="*/ 38 w 48"/>
                <a:gd name="T31" fmla="*/ 36 h 51"/>
                <a:gd name="T32" fmla="*/ 38 w 48"/>
                <a:gd name="T3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51">
                  <a:moveTo>
                    <a:pt x="30" y="28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5"/>
                    <a:pt x="23" y="37"/>
                    <a:pt x="23" y="39"/>
                  </a:cubicBezTo>
                  <a:cubicBezTo>
                    <a:pt x="23" y="42"/>
                    <a:pt x="24" y="45"/>
                    <a:pt x="27" y="47"/>
                  </a:cubicBezTo>
                  <a:cubicBezTo>
                    <a:pt x="29" y="50"/>
                    <a:pt x="32" y="51"/>
                    <a:pt x="35" y="51"/>
                  </a:cubicBezTo>
                  <a:cubicBezTo>
                    <a:pt x="38" y="51"/>
                    <a:pt x="41" y="50"/>
                    <a:pt x="44" y="47"/>
                  </a:cubicBezTo>
                  <a:cubicBezTo>
                    <a:pt x="48" y="43"/>
                    <a:pt x="48" y="35"/>
                    <a:pt x="44" y="30"/>
                  </a:cubicBezTo>
                  <a:cubicBezTo>
                    <a:pt x="40" y="27"/>
                    <a:pt x="35" y="26"/>
                    <a:pt x="30" y="28"/>
                  </a:cubicBezTo>
                  <a:close/>
                  <a:moveTo>
                    <a:pt x="38" y="42"/>
                  </a:moveTo>
                  <a:cubicBezTo>
                    <a:pt x="37" y="43"/>
                    <a:pt x="34" y="43"/>
                    <a:pt x="32" y="42"/>
                  </a:cubicBezTo>
                  <a:cubicBezTo>
                    <a:pt x="32" y="41"/>
                    <a:pt x="31" y="40"/>
                    <a:pt x="31" y="39"/>
                  </a:cubicBezTo>
                  <a:cubicBezTo>
                    <a:pt x="31" y="38"/>
                    <a:pt x="32" y="37"/>
                    <a:pt x="32" y="36"/>
                  </a:cubicBezTo>
                  <a:cubicBezTo>
                    <a:pt x="33" y="35"/>
                    <a:pt x="34" y="35"/>
                    <a:pt x="35" y="35"/>
                  </a:cubicBezTo>
                  <a:cubicBezTo>
                    <a:pt x="36" y="35"/>
                    <a:pt x="37" y="35"/>
                    <a:pt x="38" y="36"/>
                  </a:cubicBezTo>
                  <a:cubicBezTo>
                    <a:pt x="40" y="38"/>
                    <a:pt x="40" y="40"/>
                    <a:pt x="38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7" name="Group 656"/>
          <p:cNvGrpSpPr/>
          <p:nvPr/>
        </p:nvGrpSpPr>
        <p:grpSpPr>
          <a:xfrm>
            <a:off x="2475341" y="1290873"/>
            <a:ext cx="303885" cy="287118"/>
            <a:chOff x="2475341" y="1290873"/>
            <a:chExt cx="303885" cy="287118"/>
          </a:xfrm>
          <a:solidFill>
            <a:schemeClr val="tx1"/>
          </a:solidFill>
        </p:grpSpPr>
        <p:sp>
          <p:nvSpPr>
            <p:cNvPr id="420" name="Freeform 9"/>
            <p:cNvSpPr>
              <a:spLocks noEditPoints="1"/>
            </p:cNvSpPr>
            <p:nvPr/>
          </p:nvSpPr>
          <p:spPr bwMode="auto">
            <a:xfrm>
              <a:off x="2498395" y="1301352"/>
              <a:ext cx="255682" cy="276639"/>
            </a:xfrm>
            <a:custGeom>
              <a:avLst/>
              <a:gdLst>
                <a:gd name="T0" fmla="*/ 216 w 216"/>
                <a:gd name="T1" fmla="*/ 108 h 235"/>
                <a:gd name="T2" fmla="*/ 108 w 216"/>
                <a:gd name="T3" fmla="*/ 0 h 235"/>
                <a:gd name="T4" fmla="*/ 0 w 216"/>
                <a:gd name="T5" fmla="*/ 108 h 235"/>
                <a:gd name="T6" fmla="*/ 61 w 216"/>
                <a:gd name="T7" fmla="*/ 206 h 235"/>
                <a:gd name="T8" fmla="*/ 38 w 216"/>
                <a:gd name="T9" fmla="*/ 230 h 235"/>
                <a:gd name="T10" fmla="*/ 43 w 216"/>
                <a:gd name="T11" fmla="*/ 235 h 235"/>
                <a:gd name="T12" fmla="*/ 69 w 216"/>
                <a:gd name="T13" fmla="*/ 209 h 235"/>
                <a:gd name="T14" fmla="*/ 108 w 216"/>
                <a:gd name="T15" fmla="*/ 216 h 235"/>
                <a:gd name="T16" fmla="*/ 147 w 216"/>
                <a:gd name="T17" fmla="*/ 209 h 235"/>
                <a:gd name="T18" fmla="*/ 174 w 216"/>
                <a:gd name="T19" fmla="*/ 235 h 235"/>
                <a:gd name="T20" fmla="*/ 179 w 216"/>
                <a:gd name="T21" fmla="*/ 230 h 235"/>
                <a:gd name="T22" fmla="*/ 155 w 216"/>
                <a:gd name="T23" fmla="*/ 206 h 235"/>
                <a:gd name="T24" fmla="*/ 216 w 216"/>
                <a:gd name="T25" fmla="*/ 108 h 235"/>
                <a:gd name="T26" fmla="*/ 108 w 216"/>
                <a:gd name="T27" fmla="*/ 208 h 235"/>
                <a:gd name="T28" fmla="*/ 8 w 216"/>
                <a:gd name="T29" fmla="*/ 108 h 235"/>
                <a:gd name="T30" fmla="*/ 108 w 216"/>
                <a:gd name="T31" fmla="*/ 8 h 235"/>
                <a:gd name="T32" fmla="*/ 208 w 216"/>
                <a:gd name="T33" fmla="*/ 108 h 235"/>
                <a:gd name="T34" fmla="*/ 108 w 216"/>
                <a:gd name="T35" fmla="*/ 208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6" h="235">
                  <a:moveTo>
                    <a:pt x="216" y="108"/>
                  </a:moveTo>
                  <a:cubicBezTo>
                    <a:pt x="216" y="49"/>
                    <a:pt x="168" y="0"/>
                    <a:pt x="108" y="0"/>
                  </a:cubicBezTo>
                  <a:cubicBezTo>
                    <a:pt x="49" y="0"/>
                    <a:pt x="0" y="49"/>
                    <a:pt x="0" y="108"/>
                  </a:cubicBezTo>
                  <a:cubicBezTo>
                    <a:pt x="0" y="151"/>
                    <a:pt x="25" y="188"/>
                    <a:pt x="61" y="206"/>
                  </a:cubicBezTo>
                  <a:cubicBezTo>
                    <a:pt x="38" y="230"/>
                    <a:pt x="38" y="230"/>
                    <a:pt x="38" y="230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69" y="209"/>
                    <a:pt x="69" y="209"/>
                    <a:pt x="69" y="209"/>
                  </a:cubicBezTo>
                  <a:cubicBezTo>
                    <a:pt x="81" y="214"/>
                    <a:pt x="95" y="216"/>
                    <a:pt x="108" y="216"/>
                  </a:cubicBezTo>
                  <a:cubicBezTo>
                    <a:pt x="122" y="216"/>
                    <a:pt x="135" y="214"/>
                    <a:pt x="147" y="209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9" y="230"/>
                    <a:pt x="179" y="230"/>
                    <a:pt x="179" y="230"/>
                  </a:cubicBezTo>
                  <a:cubicBezTo>
                    <a:pt x="155" y="206"/>
                    <a:pt x="155" y="206"/>
                    <a:pt x="155" y="206"/>
                  </a:cubicBezTo>
                  <a:cubicBezTo>
                    <a:pt x="191" y="188"/>
                    <a:pt x="216" y="151"/>
                    <a:pt x="216" y="108"/>
                  </a:cubicBezTo>
                  <a:close/>
                  <a:moveTo>
                    <a:pt x="108" y="208"/>
                  </a:moveTo>
                  <a:cubicBezTo>
                    <a:pt x="53" y="208"/>
                    <a:pt x="8" y="163"/>
                    <a:pt x="8" y="108"/>
                  </a:cubicBezTo>
                  <a:cubicBezTo>
                    <a:pt x="8" y="53"/>
                    <a:pt x="53" y="8"/>
                    <a:pt x="108" y="8"/>
                  </a:cubicBezTo>
                  <a:cubicBezTo>
                    <a:pt x="163" y="8"/>
                    <a:pt x="208" y="53"/>
                    <a:pt x="208" y="108"/>
                  </a:cubicBezTo>
                  <a:cubicBezTo>
                    <a:pt x="208" y="163"/>
                    <a:pt x="163" y="208"/>
                    <a:pt x="108" y="2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1" name="Freeform 10"/>
            <p:cNvSpPr>
              <a:spLocks/>
            </p:cNvSpPr>
            <p:nvPr/>
          </p:nvSpPr>
          <p:spPr bwMode="auto">
            <a:xfrm>
              <a:off x="2622044" y="1372608"/>
              <a:ext cx="44011" cy="79639"/>
            </a:xfrm>
            <a:custGeom>
              <a:avLst/>
              <a:gdLst>
                <a:gd name="T0" fmla="*/ 4 w 21"/>
                <a:gd name="T1" fmla="*/ 0 h 38"/>
                <a:gd name="T2" fmla="*/ 0 w 21"/>
                <a:gd name="T3" fmla="*/ 0 h 38"/>
                <a:gd name="T4" fmla="*/ 0 w 21"/>
                <a:gd name="T5" fmla="*/ 28 h 38"/>
                <a:gd name="T6" fmla="*/ 19 w 21"/>
                <a:gd name="T7" fmla="*/ 38 h 38"/>
                <a:gd name="T8" fmla="*/ 21 w 21"/>
                <a:gd name="T9" fmla="*/ 34 h 38"/>
                <a:gd name="T10" fmla="*/ 4 w 21"/>
                <a:gd name="T11" fmla="*/ 26 h 38"/>
                <a:gd name="T12" fmla="*/ 4 w 21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8">
                  <a:moveTo>
                    <a:pt x="4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19" y="38"/>
                  </a:lnTo>
                  <a:lnTo>
                    <a:pt x="21" y="34"/>
                  </a:lnTo>
                  <a:lnTo>
                    <a:pt x="4" y="26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2" name="Freeform 11"/>
            <p:cNvSpPr>
              <a:spLocks noEditPoints="1"/>
            </p:cNvSpPr>
            <p:nvPr/>
          </p:nvSpPr>
          <p:spPr bwMode="auto">
            <a:xfrm>
              <a:off x="2475341" y="1290873"/>
              <a:ext cx="79639" cy="81735"/>
            </a:xfrm>
            <a:custGeom>
              <a:avLst/>
              <a:gdLst>
                <a:gd name="T0" fmla="*/ 0 w 38"/>
                <a:gd name="T1" fmla="*/ 11 h 39"/>
                <a:gd name="T2" fmla="*/ 5 w 38"/>
                <a:gd name="T3" fmla="*/ 39 h 39"/>
                <a:gd name="T4" fmla="*/ 38 w 38"/>
                <a:gd name="T5" fmla="*/ 6 h 39"/>
                <a:gd name="T6" fmla="*/ 10 w 38"/>
                <a:gd name="T7" fmla="*/ 0 h 39"/>
                <a:gd name="T8" fmla="*/ 0 w 38"/>
                <a:gd name="T9" fmla="*/ 11 h 39"/>
                <a:gd name="T10" fmla="*/ 29 w 38"/>
                <a:gd name="T11" fmla="*/ 9 h 39"/>
                <a:gd name="T12" fmla="*/ 8 w 38"/>
                <a:gd name="T13" fmla="*/ 30 h 39"/>
                <a:gd name="T14" fmla="*/ 5 w 38"/>
                <a:gd name="T15" fmla="*/ 13 h 39"/>
                <a:gd name="T16" fmla="*/ 12 w 38"/>
                <a:gd name="T17" fmla="*/ 5 h 39"/>
                <a:gd name="T18" fmla="*/ 29 w 38"/>
                <a:gd name="T19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39">
                  <a:moveTo>
                    <a:pt x="0" y="11"/>
                  </a:moveTo>
                  <a:lnTo>
                    <a:pt x="5" y="39"/>
                  </a:lnTo>
                  <a:lnTo>
                    <a:pt x="38" y="6"/>
                  </a:lnTo>
                  <a:lnTo>
                    <a:pt x="10" y="0"/>
                  </a:lnTo>
                  <a:lnTo>
                    <a:pt x="0" y="11"/>
                  </a:lnTo>
                  <a:close/>
                  <a:moveTo>
                    <a:pt x="29" y="9"/>
                  </a:moveTo>
                  <a:lnTo>
                    <a:pt x="8" y="30"/>
                  </a:lnTo>
                  <a:lnTo>
                    <a:pt x="5" y="13"/>
                  </a:lnTo>
                  <a:lnTo>
                    <a:pt x="12" y="5"/>
                  </a:lnTo>
                  <a:lnTo>
                    <a:pt x="2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3" name="Freeform 12"/>
            <p:cNvSpPr>
              <a:spLocks noEditPoints="1"/>
            </p:cNvSpPr>
            <p:nvPr/>
          </p:nvSpPr>
          <p:spPr bwMode="auto">
            <a:xfrm>
              <a:off x="2697491" y="1290873"/>
              <a:ext cx="81735" cy="81735"/>
            </a:xfrm>
            <a:custGeom>
              <a:avLst/>
              <a:gdLst>
                <a:gd name="T0" fmla="*/ 0 w 39"/>
                <a:gd name="T1" fmla="*/ 6 h 39"/>
                <a:gd name="T2" fmla="*/ 33 w 39"/>
                <a:gd name="T3" fmla="*/ 39 h 39"/>
                <a:gd name="T4" fmla="*/ 39 w 39"/>
                <a:gd name="T5" fmla="*/ 11 h 39"/>
                <a:gd name="T6" fmla="*/ 28 w 39"/>
                <a:gd name="T7" fmla="*/ 0 h 39"/>
                <a:gd name="T8" fmla="*/ 0 w 39"/>
                <a:gd name="T9" fmla="*/ 6 h 39"/>
                <a:gd name="T10" fmla="*/ 30 w 39"/>
                <a:gd name="T11" fmla="*/ 30 h 39"/>
                <a:gd name="T12" fmla="*/ 9 w 39"/>
                <a:gd name="T13" fmla="*/ 9 h 39"/>
                <a:gd name="T14" fmla="*/ 26 w 39"/>
                <a:gd name="T15" fmla="*/ 5 h 39"/>
                <a:gd name="T16" fmla="*/ 33 w 39"/>
                <a:gd name="T17" fmla="*/ 13 h 39"/>
                <a:gd name="T18" fmla="*/ 30 w 39"/>
                <a:gd name="T1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39">
                  <a:moveTo>
                    <a:pt x="0" y="6"/>
                  </a:moveTo>
                  <a:lnTo>
                    <a:pt x="33" y="39"/>
                  </a:lnTo>
                  <a:lnTo>
                    <a:pt x="39" y="11"/>
                  </a:lnTo>
                  <a:lnTo>
                    <a:pt x="28" y="0"/>
                  </a:lnTo>
                  <a:lnTo>
                    <a:pt x="0" y="6"/>
                  </a:lnTo>
                  <a:close/>
                  <a:moveTo>
                    <a:pt x="30" y="30"/>
                  </a:moveTo>
                  <a:lnTo>
                    <a:pt x="9" y="9"/>
                  </a:lnTo>
                  <a:lnTo>
                    <a:pt x="26" y="5"/>
                  </a:lnTo>
                  <a:lnTo>
                    <a:pt x="33" y="13"/>
                  </a:lnTo>
                  <a:lnTo>
                    <a:pt x="3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24" name="Freeform 13"/>
          <p:cNvSpPr>
            <a:spLocks noEditPoints="1"/>
          </p:cNvSpPr>
          <p:nvPr/>
        </p:nvSpPr>
        <p:spPr bwMode="auto">
          <a:xfrm>
            <a:off x="2888205" y="1284586"/>
            <a:ext cx="259873" cy="301788"/>
          </a:xfrm>
          <a:custGeom>
            <a:avLst/>
            <a:gdLst>
              <a:gd name="T0" fmla="*/ 57 w 219"/>
              <a:gd name="T1" fmla="*/ 196 h 256"/>
              <a:gd name="T2" fmla="*/ 17 w 219"/>
              <a:gd name="T3" fmla="*/ 184 h 256"/>
              <a:gd name="T4" fmla="*/ 12 w 219"/>
              <a:gd name="T5" fmla="*/ 186 h 256"/>
              <a:gd name="T6" fmla="*/ 0 w 219"/>
              <a:gd name="T7" fmla="*/ 226 h 256"/>
              <a:gd name="T8" fmla="*/ 7 w 219"/>
              <a:gd name="T9" fmla="*/ 229 h 256"/>
              <a:gd name="T10" fmla="*/ 17 w 219"/>
              <a:gd name="T11" fmla="*/ 198 h 256"/>
              <a:gd name="T12" fmla="*/ 108 w 219"/>
              <a:gd name="T13" fmla="*/ 256 h 256"/>
              <a:gd name="T14" fmla="*/ 199 w 219"/>
              <a:gd name="T15" fmla="*/ 197 h 256"/>
              <a:gd name="T16" fmla="*/ 212 w 219"/>
              <a:gd name="T17" fmla="*/ 229 h 256"/>
              <a:gd name="T18" fmla="*/ 219 w 219"/>
              <a:gd name="T19" fmla="*/ 226 h 256"/>
              <a:gd name="T20" fmla="*/ 203 w 219"/>
              <a:gd name="T21" fmla="*/ 186 h 256"/>
              <a:gd name="T22" fmla="*/ 198 w 219"/>
              <a:gd name="T23" fmla="*/ 184 h 256"/>
              <a:gd name="T24" fmla="*/ 158 w 219"/>
              <a:gd name="T25" fmla="*/ 196 h 256"/>
              <a:gd name="T26" fmla="*/ 161 w 219"/>
              <a:gd name="T27" fmla="*/ 203 h 256"/>
              <a:gd name="T28" fmla="*/ 192 w 219"/>
              <a:gd name="T29" fmla="*/ 194 h 256"/>
              <a:gd name="T30" fmla="*/ 112 w 219"/>
              <a:gd name="T31" fmla="*/ 247 h 256"/>
              <a:gd name="T32" fmla="*/ 112 w 219"/>
              <a:gd name="T33" fmla="*/ 72 h 256"/>
              <a:gd name="T34" fmla="*/ 144 w 219"/>
              <a:gd name="T35" fmla="*/ 72 h 256"/>
              <a:gd name="T36" fmla="*/ 144 w 219"/>
              <a:gd name="T37" fmla="*/ 64 h 256"/>
              <a:gd name="T38" fmla="*/ 112 w 219"/>
              <a:gd name="T39" fmla="*/ 64 h 256"/>
              <a:gd name="T40" fmla="*/ 112 w 219"/>
              <a:gd name="T41" fmla="*/ 55 h 256"/>
              <a:gd name="T42" fmla="*/ 136 w 219"/>
              <a:gd name="T43" fmla="*/ 28 h 256"/>
              <a:gd name="T44" fmla="*/ 108 w 219"/>
              <a:gd name="T45" fmla="*/ 0 h 256"/>
              <a:gd name="T46" fmla="*/ 80 w 219"/>
              <a:gd name="T47" fmla="*/ 28 h 256"/>
              <a:gd name="T48" fmla="*/ 104 w 219"/>
              <a:gd name="T49" fmla="*/ 55 h 256"/>
              <a:gd name="T50" fmla="*/ 104 w 219"/>
              <a:gd name="T51" fmla="*/ 64 h 256"/>
              <a:gd name="T52" fmla="*/ 72 w 219"/>
              <a:gd name="T53" fmla="*/ 64 h 256"/>
              <a:gd name="T54" fmla="*/ 72 w 219"/>
              <a:gd name="T55" fmla="*/ 72 h 256"/>
              <a:gd name="T56" fmla="*/ 104 w 219"/>
              <a:gd name="T57" fmla="*/ 72 h 256"/>
              <a:gd name="T58" fmla="*/ 104 w 219"/>
              <a:gd name="T59" fmla="*/ 247 h 256"/>
              <a:gd name="T60" fmla="*/ 23 w 219"/>
              <a:gd name="T61" fmla="*/ 194 h 256"/>
              <a:gd name="T62" fmla="*/ 54 w 219"/>
              <a:gd name="T63" fmla="*/ 203 h 256"/>
              <a:gd name="T64" fmla="*/ 57 w 219"/>
              <a:gd name="T65" fmla="*/ 196 h 256"/>
              <a:gd name="T66" fmla="*/ 88 w 219"/>
              <a:gd name="T67" fmla="*/ 28 h 256"/>
              <a:gd name="T68" fmla="*/ 108 w 219"/>
              <a:gd name="T69" fmla="*/ 8 h 256"/>
              <a:gd name="T70" fmla="*/ 128 w 219"/>
              <a:gd name="T71" fmla="*/ 28 h 256"/>
              <a:gd name="T72" fmla="*/ 108 w 219"/>
              <a:gd name="T73" fmla="*/ 48 h 256"/>
              <a:gd name="T74" fmla="*/ 88 w 219"/>
              <a:gd name="T75" fmla="*/ 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9" h="256">
                <a:moveTo>
                  <a:pt x="57" y="196"/>
                </a:moveTo>
                <a:cubicBezTo>
                  <a:pt x="17" y="184"/>
                  <a:pt x="17" y="184"/>
                  <a:pt x="17" y="184"/>
                </a:cubicBezTo>
                <a:cubicBezTo>
                  <a:pt x="12" y="186"/>
                  <a:pt x="12" y="186"/>
                  <a:pt x="12" y="186"/>
                </a:cubicBezTo>
                <a:cubicBezTo>
                  <a:pt x="0" y="226"/>
                  <a:pt x="0" y="226"/>
                  <a:pt x="0" y="226"/>
                </a:cubicBezTo>
                <a:cubicBezTo>
                  <a:pt x="7" y="229"/>
                  <a:pt x="7" y="229"/>
                  <a:pt x="7" y="229"/>
                </a:cubicBezTo>
                <a:cubicBezTo>
                  <a:pt x="17" y="198"/>
                  <a:pt x="17" y="198"/>
                  <a:pt x="17" y="198"/>
                </a:cubicBezTo>
                <a:cubicBezTo>
                  <a:pt x="33" y="233"/>
                  <a:pt x="68" y="256"/>
                  <a:pt x="108" y="256"/>
                </a:cubicBezTo>
                <a:cubicBezTo>
                  <a:pt x="147" y="256"/>
                  <a:pt x="183" y="232"/>
                  <a:pt x="199" y="197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219" y="226"/>
                  <a:pt x="219" y="226"/>
                  <a:pt x="219" y="226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198" y="184"/>
                  <a:pt x="198" y="184"/>
                  <a:pt x="198" y="184"/>
                </a:cubicBezTo>
                <a:cubicBezTo>
                  <a:pt x="158" y="196"/>
                  <a:pt x="158" y="196"/>
                  <a:pt x="158" y="196"/>
                </a:cubicBezTo>
                <a:cubicBezTo>
                  <a:pt x="161" y="203"/>
                  <a:pt x="161" y="203"/>
                  <a:pt x="161" y="203"/>
                </a:cubicBezTo>
                <a:cubicBezTo>
                  <a:pt x="192" y="194"/>
                  <a:pt x="192" y="194"/>
                  <a:pt x="192" y="194"/>
                </a:cubicBezTo>
                <a:cubicBezTo>
                  <a:pt x="177" y="225"/>
                  <a:pt x="147" y="246"/>
                  <a:pt x="112" y="247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12" y="55"/>
                  <a:pt x="112" y="55"/>
                  <a:pt x="112" y="55"/>
                </a:cubicBezTo>
                <a:cubicBezTo>
                  <a:pt x="125" y="53"/>
                  <a:pt x="136" y="42"/>
                  <a:pt x="136" y="28"/>
                </a:cubicBezTo>
                <a:cubicBezTo>
                  <a:pt x="136" y="12"/>
                  <a:pt x="123" y="0"/>
                  <a:pt x="108" y="0"/>
                </a:cubicBezTo>
                <a:cubicBezTo>
                  <a:pt x="92" y="0"/>
                  <a:pt x="80" y="12"/>
                  <a:pt x="80" y="28"/>
                </a:cubicBezTo>
                <a:cubicBezTo>
                  <a:pt x="80" y="42"/>
                  <a:pt x="90" y="53"/>
                  <a:pt x="104" y="55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72"/>
                  <a:pt x="72" y="72"/>
                  <a:pt x="7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247"/>
                  <a:pt x="104" y="247"/>
                  <a:pt x="104" y="247"/>
                </a:cubicBezTo>
                <a:cubicBezTo>
                  <a:pt x="68" y="246"/>
                  <a:pt x="38" y="225"/>
                  <a:pt x="23" y="194"/>
                </a:cubicBezTo>
                <a:cubicBezTo>
                  <a:pt x="54" y="203"/>
                  <a:pt x="54" y="203"/>
                  <a:pt x="54" y="203"/>
                </a:cubicBezTo>
                <a:lnTo>
                  <a:pt x="57" y="196"/>
                </a:lnTo>
                <a:close/>
                <a:moveTo>
                  <a:pt x="88" y="28"/>
                </a:moveTo>
                <a:cubicBezTo>
                  <a:pt x="88" y="17"/>
                  <a:pt x="96" y="8"/>
                  <a:pt x="108" y="8"/>
                </a:cubicBezTo>
                <a:cubicBezTo>
                  <a:pt x="119" y="8"/>
                  <a:pt x="128" y="17"/>
                  <a:pt x="128" y="28"/>
                </a:cubicBezTo>
                <a:cubicBezTo>
                  <a:pt x="128" y="39"/>
                  <a:pt x="119" y="48"/>
                  <a:pt x="108" y="48"/>
                </a:cubicBezTo>
                <a:cubicBezTo>
                  <a:pt x="96" y="48"/>
                  <a:pt x="88" y="39"/>
                  <a:pt x="88" y="2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58" name="Group 657"/>
          <p:cNvGrpSpPr/>
          <p:nvPr/>
        </p:nvGrpSpPr>
        <p:grpSpPr>
          <a:xfrm>
            <a:off x="3259152" y="1284586"/>
            <a:ext cx="303884" cy="301788"/>
            <a:chOff x="3259152" y="1284586"/>
            <a:chExt cx="303884" cy="301788"/>
          </a:xfrm>
          <a:solidFill>
            <a:schemeClr val="tx1"/>
          </a:solidFill>
        </p:grpSpPr>
        <p:sp>
          <p:nvSpPr>
            <p:cNvPr id="425" name="Freeform 14"/>
            <p:cNvSpPr>
              <a:spLocks/>
            </p:cNvSpPr>
            <p:nvPr/>
          </p:nvSpPr>
          <p:spPr bwMode="auto">
            <a:xfrm>
              <a:off x="3405854" y="1341171"/>
              <a:ext cx="50298" cy="138320"/>
            </a:xfrm>
            <a:custGeom>
              <a:avLst/>
              <a:gdLst>
                <a:gd name="T0" fmla="*/ 24 w 24"/>
                <a:gd name="T1" fmla="*/ 64 h 66"/>
                <a:gd name="T2" fmla="*/ 5 w 24"/>
                <a:gd name="T3" fmla="*/ 44 h 66"/>
                <a:gd name="T4" fmla="*/ 5 w 24"/>
                <a:gd name="T5" fmla="*/ 0 h 66"/>
                <a:gd name="T6" fmla="*/ 0 w 24"/>
                <a:gd name="T7" fmla="*/ 0 h 66"/>
                <a:gd name="T8" fmla="*/ 0 w 24"/>
                <a:gd name="T9" fmla="*/ 46 h 66"/>
                <a:gd name="T10" fmla="*/ 21 w 24"/>
                <a:gd name="T11" fmla="*/ 66 h 66"/>
                <a:gd name="T12" fmla="*/ 24 w 24"/>
                <a:gd name="T13" fmla="*/ 6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66">
                  <a:moveTo>
                    <a:pt x="24" y="64"/>
                  </a:moveTo>
                  <a:lnTo>
                    <a:pt x="5" y="44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21" y="66"/>
                  </a:lnTo>
                  <a:lnTo>
                    <a:pt x="24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6" name="Rectangle 15"/>
            <p:cNvSpPr>
              <a:spLocks noChangeArrowheads="1"/>
            </p:cNvSpPr>
            <p:nvPr/>
          </p:nvSpPr>
          <p:spPr bwMode="auto">
            <a:xfrm>
              <a:off x="3278014" y="1431289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7" name="Rectangle 16"/>
            <p:cNvSpPr>
              <a:spLocks noChangeArrowheads="1"/>
            </p:cNvSpPr>
            <p:nvPr/>
          </p:nvSpPr>
          <p:spPr bwMode="auto">
            <a:xfrm>
              <a:off x="3525313" y="1431289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8" name="Rectangle 17"/>
            <p:cNvSpPr>
              <a:spLocks noChangeArrowheads="1"/>
            </p:cNvSpPr>
            <p:nvPr/>
          </p:nvSpPr>
          <p:spPr bwMode="auto">
            <a:xfrm>
              <a:off x="3405854" y="1548651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9" name="Rectangle 18"/>
            <p:cNvSpPr>
              <a:spLocks noChangeArrowheads="1"/>
            </p:cNvSpPr>
            <p:nvPr/>
          </p:nvSpPr>
          <p:spPr bwMode="auto">
            <a:xfrm>
              <a:off x="3405854" y="1303448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0" name="Freeform 19"/>
            <p:cNvSpPr>
              <a:spLocks/>
            </p:cNvSpPr>
            <p:nvPr/>
          </p:nvSpPr>
          <p:spPr bwMode="auto">
            <a:xfrm>
              <a:off x="3259152" y="1284586"/>
              <a:ext cx="303884" cy="301788"/>
            </a:xfrm>
            <a:custGeom>
              <a:avLst/>
              <a:gdLst>
                <a:gd name="T0" fmla="*/ 214 w 256"/>
                <a:gd name="T1" fmla="*/ 36 h 256"/>
                <a:gd name="T2" fmla="*/ 248 w 256"/>
                <a:gd name="T3" fmla="*/ 36 h 256"/>
                <a:gd name="T4" fmla="*/ 248 w 256"/>
                <a:gd name="T5" fmla="*/ 28 h 256"/>
                <a:gd name="T6" fmla="*/ 204 w 256"/>
                <a:gd name="T7" fmla="*/ 28 h 256"/>
                <a:gd name="T8" fmla="*/ 200 w 256"/>
                <a:gd name="T9" fmla="*/ 32 h 256"/>
                <a:gd name="T10" fmla="*/ 200 w 256"/>
                <a:gd name="T11" fmla="*/ 76 h 256"/>
                <a:gd name="T12" fmla="*/ 208 w 256"/>
                <a:gd name="T13" fmla="*/ 76 h 256"/>
                <a:gd name="T14" fmla="*/ 208 w 256"/>
                <a:gd name="T15" fmla="*/ 40 h 256"/>
                <a:gd name="T16" fmla="*/ 225 w 256"/>
                <a:gd name="T17" fmla="*/ 58 h 256"/>
                <a:gd name="T18" fmla="*/ 248 w 256"/>
                <a:gd name="T19" fmla="*/ 128 h 256"/>
                <a:gd name="T20" fmla="*/ 128 w 256"/>
                <a:gd name="T21" fmla="*/ 248 h 256"/>
                <a:gd name="T22" fmla="*/ 8 w 256"/>
                <a:gd name="T23" fmla="*/ 128 h 256"/>
                <a:gd name="T24" fmla="*/ 128 w 256"/>
                <a:gd name="T25" fmla="*/ 8 h 256"/>
                <a:gd name="T26" fmla="*/ 128 w 256"/>
                <a:gd name="T27" fmla="*/ 0 h 256"/>
                <a:gd name="T28" fmla="*/ 0 w 256"/>
                <a:gd name="T29" fmla="*/ 128 h 256"/>
                <a:gd name="T30" fmla="*/ 128 w 256"/>
                <a:gd name="T31" fmla="*/ 256 h 256"/>
                <a:gd name="T32" fmla="*/ 256 w 256"/>
                <a:gd name="T33" fmla="*/ 128 h 256"/>
                <a:gd name="T34" fmla="*/ 232 w 256"/>
                <a:gd name="T35" fmla="*/ 53 h 256"/>
                <a:gd name="T36" fmla="*/ 214 w 256"/>
                <a:gd name="T37" fmla="*/ 3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6" h="256">
                  <a:moveTo>
                    <a:pt x="214" y="36"/>
                  </a:moveTo>
                  <a:cubicBezTo>
                    <a:pt x="248" y="36"/>
                    <a:pt x="248" y="36"/>
                    <a:pt x="248" y="36"/>
                  </a:cubicBezTo>
                  <a:cubicBezTo>
                    <a:pt x="248" y="28"/>
                    <a:pt x="248" y="28"/>
                    <a:pt x="248" y="28"/>
                  </a:cubicBezTo>
                  <a:cubicBezTo>
                    <a:pt x="204" y="28"/>
                    <a:pt x="204" y="28"/>
                    <a:pt x="204" y="28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200" y="76"/>
                    <a:pt x="200" y="76"/>
                    <a:pt x="200" y="76"/>
                  </a:cubicBezTo>
                  <a:cubicBezTo>
                    <a:pt x="208" y="76"/>
                    <a:pt x="208" y="76"/>
                    <a:pt x="208" y="76"/>
                  </a:cubicBezTo>
                  <a:cubicBezTo>
                    <a:pt x="208" y="40"/>
                    <a:pt x="208" y="40"/>
                    <a:pt x="208" y="40"/>
                  </a:cubicBezTo>
                  <a:cubicBezTo>
                    <a:pt x="225" y="58"/>
                    <a:pt x="225" y="58"/>
                    <a:pt x="225" y="58"/>
                  </a:cubicBezTo>
                  <a:cubicBezTo>
                    <a:pt x="240" y="79"/>
                    <a:pt x="248" y="103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ubicBezTo>
                    <a:pt x="61" y="248"/>
                    <a:pt x="8" y="194"/>
                    <a:pt x="8" y="128"/>
                  </a:cubicBezTo>
                  <a:cubicBezTo>
                    <a:pt x="8" y="61"/>
                    <a:pt x="61" y="8"/>
                    <a:pt x="128" y="8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57" y="0"/>
                    <a:pt x="0" y="57"/>
                    <a:pt x="0" y="128"/>
                  </a:cubicBezTo>
                  <a:cubicBezTo>
                    <a:pt x="0" y="198"/>
                    <a:pt x="57" y="256"/>
                    <a:pt x="128" y="256"/>
                  </a:cubicBezTo>
                  <a:cubicBezTo>
                    <a:pt x="198" y="256"/>
                    <a:pt x="256" y="198"/>
                    <a:pt x="256" y="128"/>
                  </a:cubicBezTo>
                  <a:cubicBezTo>
                    <a:pt x="256" y="101"/>
                    <a:pt x="247" y="75"/>
                    <a:pt x="232" y="53"/>
                  </a:cubicBezTo>
                  <a:lnTo>
                    <a:pt x="214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31" name="Freeform 20"/>
          <p:cNvSpPr>
            <a:spLocks noEditPoints="1"/>
          </p:cNvSpPr>
          <p:nvPr/>
        </p:nvSpPr>
        <p:spPr bwMode="auto">
          <a:xfrm>
            <a:off x="3672015" y="1284586"/>
            <a:ext cx="264065" cy="301788"/>
          </a:xfrm>
          <a:custGeom>
            <a:avLst/>
            <a:gdLst>
              <a:gd name="T0" fmla="*/ 224 w 224"/>
              <a:gd name="T1" fmla="*/ 160 h 256"/>
              <a:gd name="T2" fmla="*/ 223 w 224"/>
              <a:gd name="T3" fmla="*/ 160 h 256"/>
              <a:gd name="T4" fmla="*/ 199 w 224"/>
              <a:gd name="T5" fmla="*/ 0 h 256"/>
              <a:gd name="T6" fmla="*/ 24 w 224"/>
              <a:gd name="T7" fmla="*/ 0 h 256"/>
              <a:gd name="T8" fmla="*/ 0 w 224"/>
              <a:gd name="T9" fmla="*/ 160 h 256"/>
              <a:gd name="T10" fmla="*/ 0 w 224"/>
              <a:gd name="T11" fmla="*/ 160 h 256"/>
              <a:gd name="T12" fmla="*/ 0 w 224"/>
              <a:gd name="T13" fmla="*/ 256 h 256"/>
              <a:gd name="T14" fmla="*/ 224 w 224"/>
              <a:gd name="T15" fmla="*/ 256 h 256"/>
              <a:gd name="T16" fmla="*/ 224 w 224"/>
              <a:gd name="T17" fmla="*/ 160 h 256"/>
              <a:gd name="T18" fmla="*/ 31 w 224"/>
              <a:gd name="T19" fmla="*/ 8 h 256"/>
              <a:gd name="T20" fmla="*/ 192 w 224"/>
              <a:gd name="T21" fmla="*/ 8 h 256"/>
              <a:gd name="T22" fmla="*/ 215 w 224"/>
              <a:gd name="T23" fmla="*/ 160 h 256"/>
              <a:gd name="T24" fmla="*/ 152 w 224"/>
              <a:gd name="T25" fmla="*/ 160 h 256"/>
              <a:gd name="T26" fmla="*/ 152 w 224"/>
              <a:gd name="T27" fmla="*/ 164 h 256"/>
              <a:gd name="T28" fmla="*/ 112 w 224"/>
              <a:gd name="T29" fmla="*/ 204 h 256"/>
              <a:gd name="T30" fmla="*/ 72 w 224"/>
              <a:gd name="T31" fmla="*/ 164 h 256"/>
              <a:gd name="T32" fmla="*/ 72 w 224"/>
              <a:gd name="T33" fmla="*/ 160 h 256"/>
              <a:gd name="T34" fmla="*/ 8 w 224"/>
              <a:gd name="T35" fmla="*/ 160 h 256"/>
              <a:gd name="T36" fmla="*/ 31 w 224"/>
              <a:gd name="T37" fmla="*/ 8 h 256"/>
              <a:gd name="T38" fmla="*/ 216 w 224"/>
              <a:gd name="T39" fmla="*/ 248 h 256"/>
              <a:gd name="T40" fmla="*/ 8 w 224"/>
              <a:gd name="T41" fmla="*/ 248 h 256"/>
              <a:gd name="T42" fmla="*/ 8 w 224"/>
              <a:gd name="T43" fmla="*/ 168 h 256"/>
              <a:gd name="T44" fmla="*/ 64 w 224"/>
              <a:gd name="T45" fmla="*/ 168 h 256"/>
              <a:gd name="T46" fmla="*/ 112 w 224"/>
              <a:gd name="T47" fmla="*/ 212 h 256"/>
              <a:gd name="T48" fmla="*/ 160 w 224"/>
              <a:gd name="T49" fmla="*/ 168 h 256"/>
              <a:gd name="T50" fmla="*/ 216 w 224"/>
              <a:gd name="T51" fmla="*/ 168 h 256"/>
              <a:gd name="T52" fmla="*/ 216 w 224"/>
              <a:gd name="T53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24" h="256">
                <a:moveTo>
                  <a:pt x="224" y="160"/>
                </a:moveTo>
                <a:cubicBezTo>
                  <a:pt x="223" y="160"/>
                  <a:pt x="223" y="160"/>
                  <a:pt x="223" y="160"/>
                </a:cubicBezTo>
                <a:cubicBezTo>
                  <a:pt x="199" y="0"/>
                  <a:pt x="199" y="0"/>
                  <a:pt x="19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256"/>
                  <a:pt x="0" y="256"/>
                  <a:pt x="0" y="256"/>
                </a:cubicBezTo>
                <a:cubicBezTo>
                  <a:pt x="224" y="256"/>
                  <a:pt x="224" y="256"/>
                  <a:pt x="224" y="256"/>
                </a:cubicBezTo>
                <a:lnTo>
                  <a:pt x="224" y="160"/>
                </a:lnTo>
                <a:close/>
                <a:moveTo>
                  <a:pt x="31" y="8"/>
                </a:moveTo>
                <a:cubicBezTo>
                  <a:pt x="192" y="8"/>
                  <a:pt x="192" y="8"/>
                  <a:pt x="192" y="8"/>
                </a:cubicBezTo>
                <a:cubicBezTo>
                  <a:pt x="215" y="160"/>
                  <a:pt x="215" y="160"/>
                  <a:pt x="215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2" y="164"/>
                  <a:pt x="152" y="164"/>
                  <a:pt x="152" y="164"/>
                </a:cubicBezTo>
                <a:cubicBezTo>
                  <a:pt x="152" y="186"/>
                  <a:pt x="134" y="204"/>
                  <a:pt x="112" y="204"/>
                </a:cubicBezTo>
                <a:cubicBezTo>
                  <a:pt x="90" y="204"/>
                  <a:pt x="72" y="186"/>
                  <a:pt x="72" y="164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8" y="160"/>
                  <a:pt x="8" y="160"/>
                  <a:pt x="8" y="160"/>
                </a:cubicBezTo>
                <a:lnTo>
                  <a:pt x="31" y="8"/>
                </a:lnTo>
                <a:close/>
                <a:moveTo>
                  <a:pt x="216" y="248"/>
                </a:moveTo>
                <a:cubicBezTo>
                  <a:pt x="8" y="248"/>
                  <a:pt x="8" y="248"/>
                  <a:pt x="8" y="248"/>
                </a:cubicBezTo>
                <a:cubicBezTo>
                  <a:pt x="8" y="168"/>
                  <a:pt x="8" y="168"/>
                  <a:pt x="8" y="168"/>
                </a:cubicBezTo>
                <a:cubicBezTo>
                  <a:pt x="64" y="168"/>
                  <a:pt x="64" y="168"/>
                  <a:pt x="64" y="168"/>
                </a:cubicBezTo>
                <a:cubicBezTo>
                  <a:pt x="66" y="192"/>
                  <a:pt x="87" y="212"/>
                  <a:pt x="112" y="212"/>
                </a:cubicBezTo>
                <a:cubicBezTo>
                  <a:pt x="137" y="212"/>
                  <a:pt x="157" y="192"/>
                  <a:pt x="160" y="168"/>
                </a:cubicBezTo>
                <a:cubicBezTo>
                  <a:pt x="216" y="168"/>
                  <a:pt x="216" y="168"/>
                  <a:pt x="216" y="168"/>
                </a:cubicBezTo>
                <a:lnTo>
                  <a:pt x="216" y="24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3" name="Group 662"/>
          <p:cNvGrpSpPr/>
          <p:nvPr/>
        </p:nvGrpSpPr>
        <p:grpSpPr>
          <a:xfrm>
            <a:off x="4063920" y="1284586"/>
            <a:ext cx="264065" cy="301788"/>
            <a:chOff x="4063920" y="1284586"/>
            <a:chExt cx="264065" cy="301788"/>
          </a:xfrm>
          <a:solidFill>
            <a:schemeClr val="tx1"/>
          </a:solidFill>
        </p:grpSpPr>
        <p:sp>
          <p:nvSpPr>
            <p:cNvPr id="432" name="Freeform 21"/>
            <p:cNvSpPr>
              <a:spLocks noEditPoints="1"/>
            </p:cNvSpPr>
            <p:nvPr/>
          </p:nvSpPr>
          <p:spPr bwMode="auto">
            <a:xfrm>
              <a:off x="4063920" y="1284586"/>
              <a:ext cx="264065" cy="301788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3" name="Rectangle 22"/>
            <p:cNvSpPr>
              <a:spLocks noChangeArrowheads="1"/>
            </p:cNvSpPr>
            <p:nvPr/>
          </p:nvSpPr>
          <p:spPr bwMode="auto">
            <a:xfrm>
              <a:off x="4101643" y="1427097"/>
              <a:ext cx="18861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4" name="Rectangle 23"/>
            <p:cNvSpPr>
              <a:spLocks noChangeArrowheads="1"/>
            </p:cNvSpPr>
            <p:nvPr/>
          </p:nvSpPr>
          <p:spPr bwMode="auto">
            <a:xfrm>
              <a:off x="4110026" y="1378895"/>
              <a:ext cx="169756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5" name="Rectangle 24"/>
            <p:cNvSpPr>
              <a:spLocks noChangeArrowheads="1"/>
            </p:cNvSpPr>
            <p:nvPr/>
          </p:nvSpPr>
          <p:spPr bwMode="auto">
            <a:xfrm>
              <a:off x="4120506" y="1330693"/>
              <a:ext cx="150894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36" name="Freeform 25"/>
          <p:cNvSpPr>
            <a:spLocks noEditPoints="1"/>
          </p:cNvSpPr>
          <p:nvPr/>
        </p:nvSpPr>
        <p:spPr bwMode="auto">
          <a:xfrm>
            <a:off x="4436964" y="1284586"/>
            <a:ext cx="301788" cy="301788"/>
          </a:xfrm>
          <a:custGeom>
            <a:avLst/>
            <a:gdLst>
              <a:gd name="T0" fmla="*/ 128 w 256"/>
              <a:gd name="T1" fmla="*/ 256 h 256"/>
              <a:gd name="T2" fmla="*/ 218 w 256"/>
              <a:gd name="T3" fmla="*/ 218 h 256"/>
              <a:gd name="T4" fmla="*/ 256 w 256"/>
              <a:gd name="T5" fmla="*/ 128 h 256"/>
              <a:gd name="T6" fmla="*/ 218 w 256"/>
              <a:gd name="T7" fmla="*/ 37 h 256"/>
              <a:gd name="T8" fmla="*/ 128 w 256"/>
              <a:gd name="T9" fmla="*/ 0 h 256"/>
              <a:gd name="T10" fmla="*/ 37 w 256"/>
              <a:gd name="T11" fmla="*/ 37 h 256"/>
              <a:gd name="T12" fmla="*/ 0 w 256"/>
              <a:gd name="T13" fmla="*/ 128 h 256"/>
              <a:gd name="T14" fmla="*/ 37 w 256"/>
              <a:gd name="T15" fmla="*/ 218 h 256"/>
              <a:gd name="T16" fmla="*/ 128 w 256"/>
              <a:gd name="T17" fmla="*/ 256 h 256"/>
              <a:gd name="T18" fmla="*/ 213 w 256"/>
              <a:gd name="T19" fmla="*/ 43 h 256"/>
              <a:gd name="T20" fmla="*/ 248 w 256"/>
              <a:gd name="T21" fmla="*/ 128 h 256"/>
              <a:gd name="T22" fmla="*/ 216 w 256"/>
              <a:gd name="T23" fmla="*/ 210 h 256"/>
              <a:gd name="T24" fmla="*/ 46 w 256"/>
              <a:gd name="T25" fmla="*/ 40 h 256"/>
              <a:gd name="T26" fmla="*/ 128 w 256"/>
              <a:gd name="T27" fmla="*/ 8 h 256"/>
              <a:gd name="T28" fmla="*/ 213 w 256"/>
              <a:gd name="T29" fmla="*/ 43 h 256"/>
              <a:gd name="T30" fmla="*/ 40 w 256"/>
              <a:gd name="T31" fmla="*/ 46 h 256"/>
              <a:gd name="T32" fmla="*/ 210 w 256"/>
              <a:gd name="T33" fmla="*/ 215 h 256"/>
              <a:gd name="T34" fmla="*/ 128 w 256"/>
              <a:gd name="T35" fmla="*/ 248 h 256"/>
              <a:gd name="T36" fmla="*/ 43 w 256"/>
              <a:gd name="T37" fmla="*/ 212 h 256"/>
              <a:gd name="T38" fmla="*/ 8 w 256"/>
              <a:gd name="T39" fmla="*/ 128 h 256"/>
              <a:gd name="T40" fmla="*/ 40 w 256"/>
              <a:gd name="T41" fmla="*/ 4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62" y="256"/>
                  <a:pt x="194" y="242"/>
                  <a:pt x="218" y="218"/>
                </a:cubicBezTo>
                <a:cubicBezTo>
                  <a:pt x="243" y="194"/>
                  <a:pt x="256" y="162"/>
                  <a:pt x="256" y="128"/>
                </a:cubicBezTo>
                <a:cubicBezTo>
                  <a:pt x="256" y="93"/>
                  <a:pt x="243" y="61"/>
                  <a:pt x="218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94" y="0"/>
                  <a:pt x="62" y="13"/>
                  <a:pt x="37" y="37"/>
                </a:cubicBezTo>
                <a:cubicBezTo>
                  <a:pt x="13" y="61"/>
                  <a:pt x="0" y="93"/>
                  <a:pt x="0" y="128"/>
                </a:cubicBezTo>
                <a:cubicBezTo>
                  <a:pt x="0" y="162"/>
                  <a:pt x="13" y="194"/>
                  <a:pt x="37" y="218"/>
                </a:cubicBezTo>
                <a:cubicBezTo>
                  <a:pt x="62" y="242"/>
                  <a:pt x="94" y="256"/>
                  <a:pt x="128" y="256"/>
                </a:cubicBezTo>
                <a:close/>
                <a:moveTo>
                  <a:pt x="213" y="43"/>
                </a:moveTo>
                <a:cubicBezTo>
                  <a:pt x="235" y="65"/>
                  <a:pt x="248" y="96"/>
                  <a:pt x="248" y="128"/>
                </a:cubicBezTo>
                <a:cubicBezTo>
                  <a:pt x="248" y="158"/>
                  <a:pt x="236" y="187"/>
                  <a:pt x="216" y="210"/>
                </a:cubicBezTo>
                <a:cubicBezTo>
                  <a:pt x="46" y="40"/>
                  <a:pt x="46" y="40"/>
                  <a:pt x="46" y="40"/>
                </a:cubicBezTo>
                <a:cubicBezTo>
                  <a:pt x="68" y="19"/>
                  <a:pt x="97" y="8"/>
                  <a:pt x="128" y="8"/>
                </a:cubicBezTo>
                <a:cubicBezTo>
                  <a:pt x="160" y="8"/>
                  <a:pt x="190" y="20"/>
                  <a:pt x="213" y="43"/>
                </a:cubicBezTo>
                <a:close/>
                <a:moveTo>
                  <a:pt x="40" y="46"/>
                </a:moveTo>
                <a:cubicBezTo>
                  <a:pt x="210" y="215"/>
                  <a:pt x="210" y="215"/>
                  <a:pt x="210" y="215"/>
                </a:cubicBezTo>
                <a:cubicBezTo>
                  <a:pt x="188" y="236"/>
                  <a:pt x="159" y="248"/>
                  <a:pt x="128" y="248"/>
                </a:cubicBezTo>
                <a:cubicBezTo>
                  <a:pt x="96" y="248"/>
                  <a:pt x="66" y="235"/>
                  <a:pt x="43" y="212"/>
                </a:cubicBezTo>
                <a:cubicBezTo>
                  <a:pt x="20" y="190"/>
                  <a:pt x="8" y="160"/>
                  <a:pt x="8" y="128"/>
                </a:cubicBezTo>
                <a:cubicBezTo>
                  <a:pt x="8" y="97"/>
                  <a:pt x="19" y="68"/>
                  <a:pt x="40" y="4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4" name="Group 663"/>
          <p:cNvGrpSpPr/>
          <p:nvPr/>
        </p:nvGrpSpPr>
        <p:grpSpPr>
          <a:xfrm>
            <a:off x="4828870" y="1374703"/>
            <a:ext cx="301788" cy="121554"/>
            <a:chOff x="4828870" y="1374703"/>
            <a:chExt cx="301788" cy="121554"/>
          </a:xfrm>
          <a:solidFill>
            <a:schemeClr val="tx1"/>
          </a:solidFill>
        </p:grpSpPr>
        <p:sp>
          <p:nvSpPr>
            <p:cNvPr id="437" name="Freeform 26"/>
            <p:cNvSpPr>
              <a:spLocks noEditPoints="1"/>
            </p:cNvSpPr>
            <p:nvPr/>
          </p:nvSpPr>
          <p:spPr bwMode="auto">
            <a:xfrm>
              <a:off x="4828870" y="1374703"/>
              <a:ext cx="301788" cy="121554"/>
            </a:xfrm>
            <a:custGeom>
              <a:avLst/>
              <a:gdLst>
                <a:gd name="T0" fmla="*/ 135 w 144"/>
                <a:gd name="T1" fmla="*/ 45 h 58"/>
                <a:gd name="T2" fmla="*/ 144 w 144"/>
                <a:gd name="T3" fmla="*/ 45 h 58"/>
                <a:gd name="T4" fmla="*/ 144 w 144"/>
                <a:gd name="T5" fmla="*/ 13 h 58"/>
                <a:gd name="T6" fmla="*/ 135 w 144"/>
                <a:gd name="T7" fmla="*/ 13 h 58"/>
                <a:gd name="T8" fmla="*/ 135 w 144"/>
                <a:gd name="T9" fmla="*/ 0 h 58"/>
                <a:gd name="T10" fmla="*/ 0 w 144"/>
                <a:gd name="T11" fmla="*/ 0 h 58"/>
                <a:gd name="T12" fmla="*/ 0 w 144"/>
                <a:gd name="T13" fmla="*/ 58 h 58"/>
                <a:gd name="T14" fmla="*/ 135 w 144"/>
                <a:gd name="T15" fmla="*/ 58 h 58"/>
                <a:gd name="T16" fmla="*/ 135 w 144"/>
                <a:gd name="T17" fmla="*/ 45 h 58"/>
                <a:gd name="T18" fmla="*/ 139 w 144"/>
                <a:gd name="T19" fmla="*/ 18 h 58"/>
                <a:gd name="T20" fmla="*/ 139 w 144"/>
                <a:gd name="T21" fmla="*/ 40 h 58"/>
                <a:gd name="T22" fmla="*/ 135 w 144"/>
                <a:gd name="T23" fmla="*/ 40 h 58"/>
                <a:gd name="T24" fmla="*/ 135 w 144"/>
                <a:gd name="T25" fmla="*/ 18 h 58"/>
                <a:gd name="T26" fmla="*/ 139 w 144"/>
                <a:gd name="T27" fmla="*/ 18 h 58"/>
                <a:gd name="T28" fmla="*/ 130 w 144"/>
                <a:gd name="T29" fmla="*/ 54 h 58"/>
                <a:gd name="T30" fmla="*/ 4 w 144"/>
                <a:gd name="T31" fmla="*/ 54 h 58"/>
                <a:gd name="T32" fmla="*/ 4 w 144"/>
                <a:gd name="T33" fmla="*/ 4 h 58"/>
                <a:gd name="T34" fmla="*/ 130 w 144"/>
                <a:gd name="T35" fmla="*/ 4 h 58"/>
                <a:gd name="T36" fmla="*/ 130 w 144"/>
                <a:gd name="T3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58">
                  <a:moveTo>
                    <a:pt x="135" y="45"/>
                  </a:moveTo>
                  <a:lnTo>
                    <a:pt x="144" y="45"/>
                  </a:lnTo>
                  <a:lnTo>
                    <a:pt x="144" y="13"/>
                  </a:lnTo>
                  <a:lnTo>
                    <a:pt x="135" y="1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58"/>
                  </a:lnTo>
                  <a:lnTo>
                    <a:pt x="135" y="58"/>
                  </a:lnTo>
                  <a:lnTo>
                    <a:pt x="135" y="45"/>
                  </a:lnTo>
                  <a:close/>
                  <a:moveTo>
                    <a:pt x="139" y="18"/>
                  </a:moveTo>
                  <a:lnTo>
                    <a:pt x="139" y="40"/>
                  </a:lnTo>
                  <a:lnTo>
                    <a:pt x="135" y="40"/>
                  </a:lnTo>
                  <a:lnTo>
                    <a:pt x="135" y="18"/>
                  </a:lnTo>
                  <a:lnTo>
                    <a:pt x="139" y="18"/>
                  </a:lnTo>
                  <a:close/>
                  <a:moveTo>
                    <a:pt x="130" y="54"/>
                  </a:moveTo>
                  <a:lnTo>
                    <a:pt x="4" y="54"/>
                  </a:lnTo>
                  <a:lnTo>
                    <a:pt x="4" y="4"/>
                  </a:lnTo>
                  <a:lnTo>
                    <a:pt x="130" y="4"/>
                  </a:lnTo>
                  <a:lnTo>
                    <a:pt x="130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8" name="Freeform 27"/>
            <p:cNvSpPr>
              <a:spLocks noEditPoints="1"/>
            </p:cNvSpPr>
            <p:nvPr/>
          </p:nvSpPr>
          <p:spPr bwMode="auto">
            <a:xfrm>
              <a:off x="4847731" y="1393565"/>
              <a:ext cx="245203" cy="83830"/>
            </a:xfrm>
            <a:custGeom>
              <a:avLst/>
              <a:gdLst>
                <a:gd name="T0" fmla="*/ 117 w 117"/>
                <a:gd name="T1" fmla="*/ 0 h 40"/>
                <a:gd name="T2" fmla="*/ 0 w 117"/>
                <a:gd name="T3" fmla="*/ 0 h 40"/>
                <a:gd name="T4" fmla="*/ 0 w 117"/>
                <a:gd name="T5" fmla="*/ 40 h 40"/>
                <a:gd name="T6" fmla="*/ 117 w 117"/>
                <a:gd name="T7" fmla="*/ 40 h 40"/>
                <a:gd name="T8" fmla="*/ 117 w 117"/>
                <a:gd name="T9" fmla="*/ 0 h 40"/>
                <a:gd name="T10" fmla="*/ 112 w 117"/>
                <a:gd name="T11" fmla="*/ 36 h 40"/>
                <a:gd name="T12" fmla="*/ 4 w 117"/>
                <a:gd name="T13" fmla="*/ 36 h 40"/>
                <a:gd name="T14" fmla="*/ 4 w 117"/>
                <a:gd name="T15" fmla="*/ 4 h 40"/>
                <a:gd name="T16" fmla="*/ 112 w 117"/>
                <a:gd name="T17" fmla="*/ 4 h 40"/>
                <a:gd name="T18" fmla="*/ 112 w 117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40">
                  <a:moveTo>
                    <a:pt x="117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117" y="40"/>
                  </a:lnTo>
                  <a:lnTo>
                    <a:pt x="117" y="0"/>
                  </a:lnTo>
                  <a:close/>
                  <a:moveTo>
                    <a:pt x="112" y="36"/>
                  </a:moveTo>
                  <a:lnTo>
                    <a:pt x="4" y="36"/>
                  </a:lnTo>
                  <a:lnTo>
                    <a:pt x="4" y="4"/>
                  </a:lnTo>
                  <a:lnTo>
                    <a:pt x="112" y="4"/>
                  </a:lnTo>
                  <a:lnTo>
                    <a:pt x="112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9" name="Freeform 28"/>
            <p:cNvSpPr>
              <a:spLocks/>
            </p:cNvSpPr>
            <p:nvPr/>
          </p:nvSpPr>
          <p:spPr bwMode="auto">
            <a:xfrm>
              <a:off x="4929466" y="1414523"/>
              <a:ext cx="71256" cy="41915"/>
            </a:xfrm>
            <a:custGeom>
              <a:avLst/>
              <a:gdLst>
                <a:gd name="T0" fmla="*/ 15 w 34"/>
                <a:gd name="T1" fmla="*/ 7 h 20"/>
                <a:gd name="T2" fmla="*/ 15 w 34"/>
                <a:gd name="T3" fmla="*/ 20 h 20"/>
                <a:gd name="T4" fmla="*/ 34 w 34"/>
                <a:gd name="T5" fmla="*/ 12 h 20"/>
                <a:gd name="T6" fmla="*/ 32 w 34"/>
                <a:gd name="T7" fmla="*/ 8 h 20"/>
                <a:gd name="T8" fmla="*/ 19 w 34"/>
                <a:gd name="T9" fmla="*/ 13 h 20"/>
                <a:gd name="T10" fmla="*/ 19 w 34"/>
                <a:gd name="T11" fmla="*/ 0 h 20"/>
                <a:gd name="T12" fmla="*/ 0 w 34"/>
                <a:gd name="T13" fmla="*/ 8 h 20"/>
                <a:gd name="T14" fmla="*/ 2 w 34"/>
                <a:gd name="T15" fmla="*/ 12 h 20"/>
                <a:gd name="T16" fmla="*/ 15 w 34"/>
                <a:gd name="T17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0">
                  <a:moveTo>
                    <a:pt x="15" y="7"/>
                  </a:moveTo>
                  <a:lnTo>
                    <a:pt x="15" y="20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19" y="13"/>
                  </a:lnTo>
                  <a:lnTo>
                    <a:pt x="19" y="0"/>
                  </a:lnTo>
                  <a:lnTo>
                    <a:pt x="0" y="8"/>
                  </a:lnTo>
                  <a:lnTo>
                    <a:pt x="2" y="12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5" name="Group 664"/>
          <p:cNvGrpSpPr/>
          <p:nvPr/>
        </p:nvGrpSpPr>
        <p:grpSpPr>
          <a:xfrm>
            <a:off x="5220774" y="1374703"/>
            <a:ext cx="301788" cy="121554"/>
            <a:chOff x="5220774" y="1374703"/>
            <a:chExt cx="301788" cy="121554"/>
          </a:xfrm>
          <a:solidFill>
            <a:schemeClr val="tx1"/>
          </a:solidFill>
        </p:grpSpPr>
        <p:sp>
          <p:nvSpPr>
            <p:cNvPr id="440" name="Freeform 29"/>
            <p:cNvSpPr>
              <a:spLocks noEditPoints="1"/>
            </p:cNvSpPr>
            <p:nvPr/>
          </p:nvSpPr>
          <p:spPr bwMode="auto">
            <a:xfrm>
              <a:off x="5220774" y="1374703"/>
              <a:ext cx="301788" cy="121554"/>
            </a:xfrm>
            <a:custGeom>
              <a:avLst/>
              <a:gdLst>
                <a:gd name="T0" fmla="*/ 135 w 144"/>
                <a:gd name="T1" fmla="*/ 45 h 58"/>
                <a:gd name="T2" fmla="*/ 144 w 144"/>
                <a:gd name="T3" fmla="*/ 45 h 58"/>
                <a:gd name="T4" fmla="*/ 144 w 144"/>
                <a:gd name="T5" fmla="*/ 13 h 58"/>
                <a:gd name="T6" fmla="*/ 135 w 144"/>
                <a:gd name="T7" fmla="*/ 13 h 58"/>
                <a:gd name="T8" fmla="*/ 135 w 144"/>
                <a:gd name="T9" fmla="*/ 0 h 58"/>
                <a:gd name="T10" fmla="*/ 0 w 144"/>
                <a:gd name="T11" fmla="*/ 0 h 58"/>
                <a:gd name="T12" fmla="*/ 0 w 144"/>
                <a:gd name="T13" fmla="*/ 58 h 58"/>
                <a:gd name="T14" fmla="*/ 135 w 144"/>
                <a:gd name="T15" fmla="*/ 58 h 58"/>
                <a:gd name="T16" fmla="*/ 135 w 144"/>
                <a:gd name="T17" fmla="*/ 45 h 58"/>
                <a:gd name="T18" fmla="*/ 140 w 144"/>
                <a:gd name="T19" fmla="*/ 18 h 58"/>
                <a:gd name="T20" fmla="*/ 140 w 144"/>
                <a:gd name="T21" fmla="*/ 40 h 58"/>
                <a:gd name="T22" fmla="*/ 135 w 144"/>
                <a:gd name="T23" fmla="*/ 40 h 58"/>
                <a:gd name="T24" fmla="*/ 135 w 144"/>
                <a:gd name="T25" fmla="*/ 18 h 58"/>
                <a:gd name="T26" fmla="*/ 140 w 144"/>
                <a:gd name="T27" fmla="*/ 18 h 58"/>
                <a:gd name="T28" fmla="*/ 131 w 144"/>
                <a:gd name="T29" fmla="*/ 54 h 58"/>
                <a:gd name="T30" fmla="*/ 4 w 144"/>
                <a:gd name="T31" fmla="*/ 54 h 58"/>
                <a:gd name="T32" fmla="*/ 4 w 144"/>
                <a:gd name="T33" fmla="*/ 4 h 58"/>
                <a:gd name="T34" fmla="*/ 131 w 144"/>
                <a:gd name="T35" fmla="*/ 4 h 58"/>
                <a:gd name="T36" fmla="*/ 131 w 144"/>
                <a:gd name="T3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58">
                  <a:moveTo>
                    <a:pt x="135" y="45"/>
                  </a:moveTo>
                  <a:lnTo>
                    <a:pt x="144" y="45"/>
                  </a:lnTo>
                  <a:lnTo>
                    <a:pt x="144" y="13"/>
                  </a:lnTo>
                  <a:lnTo>
                    <a:pt x="135" y="1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58"/>
                  </a:lnTo>
                  <a:lnTo>
                    <a:pt x="135" y="58"/>
                  </a:lnTo>
                  <a:lnTo>
                    <a:pt x="135" y="45"/>
                  </a:lnTo>
                  <a:close/>
                  <a:moveTo>
                    <a:pt x="140" y="18"/>
                  </a:moveTo>
                  <a:lnTo>
                    <a:pt x="140" y="40"/>
                  </a:lnTo>
                  <a:lnTo>
                    <a:pt x="135" y="40"/>
                  </a:lnTo>
                  <a:lnTo>
                    <a:pt x="135" y="18"/>
                  </a:lnTo>
                  <a:lnTo>
                    <a:pt x="140" y="18"/>
                  </a:lnTo>
                  <a:close/>
                  <a:moveTo>
                    <a:pt x="131" y="54"/>
                  </a:moveTo>
                  <a:lnTo>
                    <a:pt x="4" y="54"/>
                  </a:lnTo>
                  <a:lnTo>
                    <a:pt x="4" y="4"/>
                  </a:lnTo>
                  <a:lnTo>
                    <a:pt x="131" y="4"/>
                  </a:lnTo>
                  <a:lnTo>
                    <a:pt x="131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1" name="Freeform 30"/>
            <p:cNvSpPr>
              <a:spLocks noEditPoints="1"/>
            </p:cNvSpPr>
            <p:nvPr/>
          </p:nvSpPr>
          <p:spPr bwMode="auto">
            <a:xfrm>
              <a:off x="5239637" y="1393565"/>
              <a:ext cx="71256" cy="83830"/>
            </a:xfrm>
            <a:custGeom>
              <a:avLst/>
              <a:gdLst>
                <a:gd name="T0" fmla="*/ 24 w 34"/>
                <a:gd name="T1" fmla="*/ 0 h 40"/>
                <a:gd name="T2" fmla="*/ 0 w 34"/>
                <a:gd name="T3" fmla="*/ 0 h 40"/>
                <a:gd name="T4" fmla="*/ 0 w 34"/>
                <a:gd name="T5" fmla="*/ 40 h 40"/>
                <a:gd name="T6" fmla="*/ 34 w 34"/>
                <a:gd name="T7" fmla="*/ 40 h 40"/>
                <a:gd name="T8" fmla="*/ 24 w 34"/>
                <a:gd name="T9" fmla="*/ 0 h 40"/>
                <a:gd name="T10" fmla="*/ 4 w 34"/>
                <a:gd name="T11" fmla="*/ 4 h 40"/>
                <a:gd name="T12" fmla="*/ 21 w 34"/>
                <a:gd name="T13" fmla="*/ 4 h 40"/>
                <a:gd name="T14" fmla="*/ 29 w 34"/>
                <a:gd name="T15" fmla="*/ 36 h 40"/>
                <a:gd name="T16" fmla="*/ 4 w 34"/>
                <a:gd name="T17" fmla="*/ 36 h 40"/>
                <a:gd name="T18" fmla="*/ 4 w 34"/>
                <a:gd name="T19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40">
                  <a:moveTo>
                    <a:pt x="24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34" y="40"/>
                  </a:lnTo>
                  <a:lnTo>
                    <a:pt x="24" y="0"/>
                  </a:lnTo>
                  <a:close/>
                  <a:moveTo>
                    <a:pt x="4" y="4"/>
                  </a:moveTo>
                  <a:lnTo>
                    <a:pt x="21" y="4"/>
                  </a:lnTo>
                  <a:lnTo>
                    <a:pt x="29" y="36"/>
                  </a:lnTo>
                  <a:lnTo>
                    <a:pt x="4" y="36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6" name="Group 665"/>
          <p:cNvGrpSpPr/>
          <p:nvPr/>
        </p:nvGrpSpPr>
        <p:grpSpPr>
          <a:xfrm>
            <a:off x="5612680" y="1374703"/>
            <a:ext cx="301788" cy="121554"/>
            <a:chOff x="5612680" y="1374703"/>
            <a:chExt cx="301788" cy="121554"/>
          </a:xfrm>
          <a:solidFill>
            <a:schemeClr val="tx1"/>
          </a:solidFill>
        </p:grpSpPr>
        <p:sp>
          <p:nvSpPr>
            <p:cNvPr id="442" name="Freeform 31"/>
            <p:cNvSpPr>
              <a:spLocks noEditPoints="1"/>
            </p:cNvSpPr>
            <p:nvPr/>
          </p:nvSpPr>
          <p:spPr bwMode="auto">
            <a:xfrm>
              <a:off x="5612680" y="1374703"/>
              <a:ext cx="301788" cy="121554"/>
            </a:xfrm>
            <a:custGeom>
              <a:avLst/>
              <a:gdLst>
                <a:gd name="T0" fmla="*/ 135 w 144"/>
                <a:gd name="T1" fmla="*/ 45 h 58"/>
                <a:gd name="T2" fmla="*/ 144 w 144"/>
                <a:gd name="T3" fmla="*/ 45 h 58"/>
                <a:gd name="T4" fmla="*/ 144 w 144"/>
                <a:gd name="T5" fmla="*/ 13 h 58"/>
                <a:gd name="T6" fmla="*/ 135 w 144"/>
                <a:gd name="T7" fmla="*/ 13 h 58"/>
                <a:gd name="T8" fmla="*/ 135 w 144"/>
                <a:gd name="T9" fmla="*/ 0 h 58"/>
                <a:gd name="T10" fmla="*/ 0 w 144"/>
                <a:gd name="T11" fmla="*/ 0 h 58"/>
                <a:gd name="T12" fmla="*/ 0 w 144"/>
                <a:gd name="T13" fmla="*/ 58 h 58"/>
                <a:gd name="T14" fmla="*/ 135 w 144"/>
                <a:gd name="T15" fmla="*/ 58 h 58"/>
                <a:gd name="T16" fmla="*/ 135 w 144"/>
                <a:gd name="T17" fmla="*/ 45 h 58"/>
                <a:gd name="T18" fmla="*/ 140 w 144"/>
                <a:gd name="T19" fmla="*/ 18 h 58"/>
                <a:gd name="T20" fmla="*/ 140 w 144"/>
                <a:gd name="T21" fmla="*/ 40 h 58"/>
                <a:gd name="T22" fmla="*/ 135 w 144"/>
                <a:gd name="T23" fmla="*/ 40 h 58"/>
                <a:gd name="T24" fmla="*/ 135 w 144"/>
                <a:gd name="T25" fmla="*/ 18 h 58"/>
                <a:gd name="T26" fmla="*/ 140 w 144"/>
                <a:gd name="T27" fmla="*/ 18 h 58"/>
                <a:gd name="T28" fmla="*/ 131 w 144"/>
                <a:gd name="T29" fmla="*/ 54 h 58"/>
                <a:gd name="T30" fmla="*/ 4 w 144"/>
                <a:gd name="T31" fmla="*/ 54 h 58"/>
                <a:gd name="T32" fmla="*/ 4 w 144"/>
                <a:gd name="T33" fmla="*/ 4 h 58"/>
                <a:gd name="T34" fmla="*/ 131 w 144"/>
                <a:gd name="T35" fmla="*/ 4 h 58"/>
                <a:gd name="T36" fmla="*/ 131 w 144"/>
                <a:gd name="T3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58">
                  <a:moveTo>
                    <a:pt x="135" y="45"/>
                  </a:moveTo>
                  <a:lnTo>
                    <a:pt x="144" y="45"/>
                  </a:lnTo>
                  <a:lnTo>
                    <a:pt x="144" y="13"/>
                  </a:lnTo>
                  <a:lnTo>
                    <a:pt x="135" y="1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58"/>
                  </a:lnTo>
                  <a:lnTo>
                    <a:pt x="135" y="58"/>
                  </a:lnTo>
                  <a:lnTo>
                    <a:pt x="135" y="45"/>
                  </a:lnTo>
                  <a:close/>
                  <a:moveTo>
                    <a:pt x="140" y="18"/>
                  </a:moveTo>
                  <a:lnTo>
                    <a:pt x="140" y="40"/>
                  </a:lnTo>
                  <a:lnTo>
                    <a:pt x="135" y="40"/>
                  </a:lnTo>
                  <a:lnTo>
                    <a:pt x="135" y="18"/>
                  </a:lnTo>
                  <a:lnTo>
                    <a:pt x="140" y="18"/>
                  </a:lnTo>
                  <a:close/>
                  <a:moveTo>
                    <a:pt x="131" y="54"/>
                  </a:moveTo>
                  <a:lnTo>
                    <a:pt x="4" y="54"/>
                  </a:lnTo>
                  <a:lnTo>
                    <a:pt x="4" y="4"/>
                  </a:lnTo>
                  <a:lnTo>
                    <a:pt x="131" y="4"/>
                  </a:lnTo>
                  <a:lnTo>
                    <a:pt x="131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3" name="Freeform 32"/>
            <p:cNvSpPr>
              <a:spLocks noEditPoints="1"/>
            </p:cNvSpPr>
            <p:nvPr/>
          </p:nvSpPr>
          <p:spPr bwMode="auto">
            <a:xfrm>
              <a:off x="5631541" y="1393565"/>
              <a:ext cx="245203" cy="83830"/>
            </a:xfrm>
            <a:custGeom>
              <a:avLst/>
              <a:gdLst>
                <a:gd name="T0" fmla="*/ 117 w 117"/>
                <a:gd name="T1" fmla="*/ 0 h 40"/>
                <a:gd name="T2" fmla="*/ 0 w 117"/>
                <a:gd name="T3" fmla="*/ 0 h 40"/>
                <a:gd name="T4" fmla="*/ 0 w 117"/>
                <a:gd name="T5" fmla="*/ 40 h 40"/>
                <a:gd name="T6" fmla="*/ 117 w 117"/>
                <a:gd name="T7" fmla="*/ 40 h 40"/>
                <a:gd name="T8" fmla="*/ 117 w 117"/>
                <a:gd name="T9" fmla="*/ 0 h 40"/>
                <a:gd name="T10" fmla="*/ 113 w 117"/>
                <a:gd name="T11" fmla="*/ 36 h 40"/>
                <a:gd name="T12" fmla="*/ 4 w 117"/>
                <a:gd name="T13" fmla="*/ 36 h 40"/>
                <a:gd name="T14" fmla="*/ 4 w 117"/>
                <a:gd name="T15" fmla="*/ 4 h 40"/>
                <a:gd name="T16" fmla="*/ 113 w 117"/>
                <a:gd name="T17" fmla="*/ 4 h 40"/>
                <a:gd name="T18" fmla="*/ 113 w 117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40">
                  <a:moveTo>
                    <a:pt x="117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117" y="40"/>
                  </a:lnTo>
                  <a:lnTo>
                    <a:pt x="117" y="0"/>
                  </a:lnTo>
                  <a:close/>
                  <a:moveTo>
                    <a:pt x="113" y="36"/>
                  </a:moveTo>
                  <a:lnTo>
                    <a:pt x="4" y="36"/>
                  </a:lnTo>
                  <a:lnTo>
                    <a:pt x="4" y="4"/>
                  </a:lnTo>
                  <a:lnTo>
                    <a:pt x="113" y="4"/>
                  </a:lnTo>
                  <a:lnTo>
                    <a:pt x="113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7" name="Group 666"/>
          <p:cNvGrpSpPr/>
          <p:nvPr/>
        </p:nvGrpSpPr>
        <p:grpSpPr>
          <a:xfrm>
            <a:off x="6004585" y="1374703"/>
            <a:ext cx="301788" cy="121554"/>
            <a:chOff x="6004585" y="1374703"/>
            <a:chExt cx="301788" cy="121554"/>
          </a:xfrm>
          <a:solidFill>
            <a:schemeClr val="tx1"/>
          </a:solidFill>
        </p:grpSpPr>
        <p:sp>
          <p:nvSpPr>
            <p:cNvPr id="444" name="Freeform 33"/>
            <p:cNvSpPr>
              <a:spLocks noEditPoints="1"/>
            </p:cNvSpPr>
            <p:nvPr/>
          </p:nvSpPr>
          <p:spPr bwMode="auto">
            <a:xfrm>
              <a:off x="6004585" y="1374703"/>
              <a:ext cx="301788" cy="121554"/>
            </a:xfrm>
            <a:custGeom>
              <a:avLst/>
              <a:gdLst>
                <a:gd name="T0" fmla="*/ 135 w 144"/>
                <a:gd name="T1" fmla="*/ 45 h 58"/>
                <a:gd name="T2" fmla="*/ 144 w 144"/>
                <a:gd name="T3" fmla="*/ 45 h 58"/>
                <a:gd name="T4" fmla="*/ 144 w 144"/>
                <a:gd name="T5" fmla="*/ 13 h 58"/>
                <a:gd name="T6" fmla="*/ 135 w 144"/>
                <a:gd name="T7" fmla="*/ 13 h 58"/>
                <a:gd name="T8" fmla="*/ 135 w 144"/>
                <a:gd name="T9" fmla="*/ 0 h 58"/>
                <a:gd name="T10" fmla="*/ 0 w 144"/>
                <a:gd name="T11" fmla="*/ 0 h 58"/>
                <a:gd name="T12" fmla="*/ 0 w 144"/>
                <a:gd name="T13" fmla="*/ 58 h 58"/>
                <a:gd name="T14" fmla="*/ 135 w 144"/>
                <a:gd name="T15" fmla="*/ 58 h 58"/>
                <a:gd name="T16" fmla="*/ 135 w 144"/>
                <a:gd name="T17" fmla="*/ 45 h 58"/>
                <a:gd name="T18" fmla="*/ 140 w 144"/>
                <a:gd name="T19" fmla="*/ 18 h 58"/>
                <a:gd name="T20" fmla="*/ 140 w 144"/>
                <a:gd name="T21" fmla="*/ 40 h 58"/>
                <a:gd name="T22" fmla="*/ 135 w 144"/>
                <a:gd name="T23" fmla="*/ 40 h 58"/>
                <a:gd name="T24" fmla="*/ 135 w 144"/>
                <a:gd name="T25" fmla="*/ 18 h 58"/>
                <a:gd name="T26" fmla="*/ 140 w 144"/>
                <a:gd name="T27" fmla="*/ 18 h 58"/>
                <a:gd name="T28" fmla="*/ 131 w 144"/>
                <a:gd name="T29" fmla="*/ 54 h 58"/>
                <a:gd name="T30" fmla="*/ 4 w 144"/>
                <a:gd name="T31" fmla="*/ 54 h 58"/>
                <a:gd name="T32" fmla="*/ 4 w 144"/>
                <a:gd name="T33" fmla="*/ 4 h 58"/>
                <a:gd name="T34" fmla="*/ 131 w 144"/>
                <a:gd name="T35" fmla="*/ 4 h 58"/>
                <a:gd name="T36" fmla="*/ 131 w 144"/>
                <a:gd name="T3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58">
                  <a:moveTo>
                    <a:pt x="135" y="45"/>
                  </a:moveTo>
                  <a:lnTo>
                    <a:pt x="144" y="45"/>
                  </a:lnTo>
                  <a:lnTo>
                    <a:pt x="144" y="13"/>
                  </a:lnTo>
                  <a:lnTo>
                    <a:pt x="135" y="1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58"/>
                  </a:lnTo>
                  <a:lnTo>
                    <a:pt x="135" y="58"/>
                  </a:lnTo>
                  <a:lnTo>
                    <a:pt x="135" y="45"/>
                  </a:lnTo>
                  <a:close/>
                  <a:moveTo>
                    <a:pt x="140" y="18"/>
                  </a:moveTo>
                  <a:lnTo>
                    <a:pt x="140" y="40"/>
                  </a:lnTo>
                  <a:lnTo>
                    <a:pt x="135" y="40"/>
                  </a:lnTo>
                  <a:lnTo>
                    <a:pt x="135" y="18"/>
                  </a:lnTo>
                  <a:lnTo>
                    <a:pt x="140" y="18"/>
                  </a:lnTo>
                  <a:close/>
                  <a:moveTo>
                    <a:pt x="131" y="54"/>
                  </a:moveTo>
                  <a:lnTo>
                    <a:pt x="4" y="54"/>
                  </a:lnTo>
                  <a:lnTo>
                    <a:pt x="4" y="4"/>
                  </a:lnTo>
                  <a:lnTo>
                    <a:pt x="131" y="4"/>
                  </a:lnTo>
                  <a:lnTo>
                    <a:pt x="131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5" name="Freeform 34"/>
            <p:cNvSpPr>
              <a:spLocks noEditPoints="1"/>
            </p:cNvSpPr>
            <p:nvPr/>
          </p:nvSpPr>
          <p:spPr bwMode="auto">
            <a:xfrm>
              <a:off x="6023447" y="1393565"/>
              <a:ext cx="144607" cy="83830"/>
            </a:xfrm>
            <a:custGeom>
              <a:avLst/>
              <a:gdLst>
                <a:gd name="T0" fmla="*/ 59 w 69"/>
                <a:gd name="T1" fmla="*/ 0 h 40"/>
                <a:gd name="T2" fmla="*/ 0 w 69"/>
                <a:gd name="T3" fmla="*/ 0 h 40"/>
                <a:gd name="T4" fmla="*/ 0 w 69"/>
                <a:gd name="T5" fmla="*/ 40 h 40"/>
                <a:gd name="T6" fmla="*/ 69 w 69"/>
                <a:gd name="T7" fmla="*/ 40 h 40"/>
                <a:gd name="T8" fmla="*/ 59 w 69"/>
                <a:gd name="T9" fmla="*/ 0 h 40"/>
                <a:gd name="T10" fmla="*/ 4 w 69"/>
                <a:gd name="T11" fmla="*/ 4 h 40"/>
                <a:gd name="T12" fmla="*/ 55 w 69"/>
                <a:gd name="T13" fmla="*/ 4 h 40"/>
                <a:gd name="T14" fmla="*/ 63 w 69"/>
                <a:gd name="T15" fmla="*/ 36 h 40"/>
                <a:gd name="T16" fmla="*/ 4 w 69"/>
                <a:gd name="T17" fmla="*/ 36 h 40"/>
                <a:gd name="T18" fmla="*/ 4 w 69"/>
                <a:gd name="T19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40">
                  <a:moveTo>
                    <a:pt x="59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69" y="40"/>
                  </a:lnTo>
                  <a:lnTo>
                    <a:pt x="59" y="0"/>
                  </a:lnTo>
                  <a:close/>
                  <a:moveTo>
                    <a:pt x="4" y="4"/>
                  </a:moveTo>
                  <a:lnTo>
                    <a:pt x="55" y="4"/>
                  </a:lnTo>
                  <a:lnTo>
                    <a:pt x="63" y="36"/>
                  </a:lnTo>
                  <a:lnTo>
                    <a:pt x="4" y="36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46" name="Freeform 35"/>
          <p:cNvSpPr>
            <a:spLocks noEditPoints="1"/>
          </p:cNvSpPr>
          <p:nvPr/>
        </p:nvSpPr>
        <p:spPr bwMode="auto">
          <a:xfrm>
            <a:off x="6465650" y="1286682"/>
            <a:ext cx="165565" cy="297597"/>
          </a:xfrm>
          <a:custGeom>
            <a:avLst/>
            <a:gdLst>
              <a:gd name="T0" fmla="*/ 52 w 79"/>
              <a:gd name="T1" fmla="*/ 0 h 142"/>
              <a:gd name="T2" fmla="*/ 0 w 79"/>
              <a:gd name="T3" fmla="*/ 81 h 142"/>
              <a:gd name="T4" fmla="*/ 3 w 79"/>
              <a:gd name="T5" fmla="*/ 84 h 142"/>
              <a:gd name="T6" fmla="*/ 31 w 79"/>
              <a:gd name="T7" fmla="*/ 84 h 142"/>
              <a:gd name="T8" fmla="*/ 16 w 79"/>
              <a:gd name="T9" fmla="*/ 140 h 142"/>
              <a:gd name="T10" fmla="*/ 20 w 79"/>
              <a:gd name="T11" fmla="*/ 142 h 142"/>
              <a:gd name="T12" fmla="*/ 79 w 79"/>
              <a:gd name="T13" fmla="*/ 61 h 142"/>
              <a:gd name="T14" fmla="*/ 77 w 79"/>
              <a:gd name="T15" fmla="*/ 57 h 142"/>
              <a:gd name="T16" fmla="*/ 48 w 79"/>
              <a:gd name="T17" fmla="*/ 57 h 142"/>
              <a:gd name="T18" fmla="*/ 57 w 79"/>
              <a:gd name="T19" fmla="*/ 1 h 142"/>
              <a:gd name="T20" fmla="*/ 52 w 79"/>
              <a:gd name="T21" fmla="*/ 0 h 142"/>
              <a:gd name="T22" fmla="*/ 43 w 79"/>
              <a:gd name="T23" fmla="*/ 59 h 142"/>
              <a:gd name="T24" fmla="*/ 45 w 79"/>
              <a:gd name="T25" fmla="*/ 61 h 142"/>
              <a:gd name="T26" fmla="*/ 72 w 79"/>
              <a:gd name="T27" fmla="*/ 61 h 142"/>
              <a:gd name="T28" fmla="*/ 23 w 79"/>
              <a:gd name="T29" fmla="*/ 129 h 142"/>
              <a:gd name="T30" fmla="*/ 36 w 79"/>
              <a:gd name="T31" fmla="*/ 83 h 142"/>
              <a:gd name="T32" fmla="*/ 34 w 79"/>
              <a:gd name="T33" fmla="*/ 79 h 142"/>
              <a:gd name="T34" fmla="*/ 6 w 79"/>
              <a:gd name="T35" fmla="*/ 79 h 142"/>
              <a:gd name="T36" fmla="*/ 50 w 79"/>
              <a:gd name="T37" fmla="*/ 11 h 142"/>
              <a:gd name="T38" fmla="*/ 43 w 79"/>
              <a:gd name="T39" fmla="*/ 59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9" h="142">
                <a:moveTo>
                  <a:pt x="52" y="0"/>
                </a:moveTo>
                <a:lnTo>
                  <a:pt x="0" y="81"/>
                </a:lnTo>
                <a:lnTo>
                  <a:pt x="3" y="84"/>
                </a:lnTo>
                <a:lnTo>
                  <a:pt x="31" y="84"/>
                </a:lnTo>
                <a:lnTo>
                  <a:pt x="16" y="140"/>
                </a:lnTo>
                <a:lnTo>
                  <a:pt x="20" y="142"/>
                </a:lnTo>
                <a:lnTo>
                  <a:pt x="79" y="61"/>
                </a:lnTo>
                <a:lnTo>
                  <a:pt x="77" y="57"/>
                </a:lnTo>
                <a:lnTo>
                  <a:pt x="48" y="57"/>
                </a:lnTo>
                <a:lnTo>
                  <a:pt x="57" y="1"/>
                </a:lnTo>
                <a:lnTo>
                  <a:pt x="52" y="0"/>
                </a:lnTo>
                <a:close/>
                <a:moveTo>
                  <a:pt x="43" y="59"/>
                </a:moveTo>
                <a:lnTo>
                  <a:pt x="45" y="61"/>
                </a:lnTo>
                <a:lnTo>
                  <a:pt x="72" y="61"/>
                </a:lnTo>
                <a:lnTo>
                  <a:pt x="23" y="129"/>
                </a:lnTo>
                <a:lnTo>
                  <a:pt x="36" y="83"/>
                </a:lnTo>
                <a:lnTo>
                  <a:pt x="34" y="79"/>
                </a:lnTo>
                <a:lnTo>
                  <a:pt x="6" y="79"/>
                </a:lnTo>
                <a:lnTo>
                  <a:pt x="50" y="11"/>
                </a:lnTo>
                <a:lnTo>
                  <a:pt x="43" y="5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8" name="Group 667"/>
          <p:cNvGrpSpPr/>
          <p:nvPr/>
        </p:nvGrpSpPr>
        <p:grpSpPr>
          <a:xfrm>
            <a:off x="6828215" y="1284586"/>
            <a:ext cx="226341" cy="301788"/>
            <a:chOff x="6828215" y="1284586"/>
            <a:chExt cx="226341" cy="301788"/>
          </a:xfrm>
          <a:solidFill>
            <a:schemeClr val="tx1"/>
          </a:solidFill>
        </p:grpSpPr>
        <p:sp>
          <p:nvSpPr>
            <p:cNvPr id="447" name="Freeform 36"/>
            <p:cNvSpPr>
              <a:spLocks noEditPoints="1"/>
            </p:cNvSpPr>
            <p:nvPr/>
          </p:nvSpPr>
          <p:spPr bwMode="auto">
            <a:xfrm>
              <a:off x="6828215" y="1284586"/>
              <a:ext cx="226341" cy="301788"/>
            </a:xfrm>
            <a:custGeom>
              <a:avLst/>
              <a:gdLst>
                <a:gd name="T0" fmla="*/ 108 w 108"/>
                <a:gd name="T1" fmla="*/ 0 h 144"/>
                <a:gd name="T2" fmla="*/ 0 w 108"/>
                <a:gd name="T3" fmla="*/ 0 h 144"/>
                <a:gd name="T4" fmla="*/ 0 w 108"/>
                <a:gd name="T5" fmla="*/ 144 h 144"/>
                <a:gd name="T6" fmla="*/ 108 w 108"/>
                <a:gd name="T7" fmla="*/ 144 h 144"/>
                <a:gd name="T8" fmla="*/ 108 w 108"/>
                <a:gd name="T9" fmla="*/ 0 h 144"/>
                <a:gd name="T10" fmla="*/ 4 w 108"/>
                <a:gd name="T11" fmla="*/ 4 h 144"/>
                <a:gd name="T12" fmla="*/ 18 w 108"/>
                <a:gd name="T13" fmla="*/ 4 h 144"/>
                <a:gd name="T14" fmla="*/ 18 w 108"/>
                <a:gd name="T15" fmla="*/ 140 h 144"/>
                <a:gd name="T16" fmla="*/ 4 w 108"/>
                <a:gd name="T17" fmla="*/ 140 h 144"/>
                <a:gd name="T18" fmla="*/ 4 w 108"/>
                <a:gd name="T19" fmla="*/ 4 h 144"/>
                <a:gd name="T20" fmla="*/ 103 w 108"/>
                <a:gd name="T21" fmla="*/ 140 h 144"/>
                <a:gd name="T22" fmla="*/ 22 w 108"/>
                <a:gd name="T23" fmla="*/ 140 h 144"/>
                <a:gd name="T24" fmla="*/ 22 w 108"/>
                <a:gd name="T25" fmla="*/ 4 h 144"/>
                <a:gd name="T26" fmla="*/ 103 w 108"/>
                <a:gd name="T27" fmla="*/ 4 h 144"/>
                <a:gd name="T28" fmla="*/ 103 w 108"/>
                <a:gd name="T29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8" h="144">
                  <a:moveTo>
                    <a:pt x="108" y="0"/>
                  </a:moveTo>
                  <a:lnTo>
                    <a:pt x="0" y="0"/>
                  </a:lnTo>
                  <a:lnTo>
                    <a:pt x="0" y="144"/>
                  </a:lnTo>
                  <a:lnTo>
                    <a:pt x="108" y="144"/>
                  </a:lnTo>
                  <a:lnTo>
                    <a:pt x="108" y="0"/>
                  </a:lnTo>
                  <a:close/>
                  <a:moveTo>
                    <a:pt x="4" y="4"/>
                  </a:moveTo>
                  <a:lnTo>
                    <a:pt x="18" y="4"/>
                  </a:lnTo>
                  <a:lnTo>
                    <a:pt x="18" y="140"/>
                  </a:lnTo>
                  <a:lnTo>
                    <a:pt x="4" y="140"/>
                  </a:lnTo>
                  <a:lnTo>
                    <a:pt x="4" y="4"/>
                  </a:lnTo>
                  <a:close/>
                  <a:moveTo>
                    <a:pt x="103" y="140"/>
                  </a:moveTo>
                  <a:lnTo>
                    <a:pt x="22" y="140"/>
                  </a:lnTo>
                  <a:lnTo>
                    <a:pt x="22" y="4"/>
                  </a:lnTo>
                  <a:lnTo>
                    <a:pt x="103" y="4"/>
                  </a:lnTo>
                  <a:lnTo>
                    <a:pt x="103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8" name="Rectangle 37"/>
            <p:cNvSpPr>
              <a:spLocks noChangeArrowheads="1"/>
            </p:cNvSpPr>
            <p:nvPr/>
          </p:nvSpPr>
          <p:spPr bwMode="auto">
            <a:xfrm>
              <a:off x="6893183" y="1349554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9" name="Rectangle 38"/>
            <p:cNvSpPr>
              <a:spLocks noChangeArrowheads="1"/>
            </p:cNvSpPr>
            <p:nvPr/>
          </p:nvSpPr>
          <p:spPr bwMode="auto">
            <a:xfrm>
              <a:off x="6893183" y="1378895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9" name="Group 658"/>
          <p:cNvGrpSpPr/>
          <p:nvPr/>
        </p:nvGrpSpPr>
        <p:grpSpPr>
          <a:xfrm>
            <a:off x="2083436" y="1676491"/>
            <a:ext cx="301788" cy="301788"/>
            <a:chOff x="2083436" y="1676491"/>
            <a:chExt cx="301788" cy="301788"/>
          </a:xfrm>
          <a:solidFill>
            <a:schemeClr val="tx1"/>
          </a:solidFill>
        </p:grpSpPr>
        <p:sp>
          <p:nvSpPr>
            <p:cNvPr id="450" name="Freeform 39"/>
            <p:cNvSpPr>
              <a:spLocks noEditPoints="1"/>
            </p:cNvSpPr>
            <p:nvPr/>
          </p:nvSpPr>
          <p:spPr bwMode="auto">
            <a:xfrm>
              <a:off x="2083436" y="1676491"/>
              <a:ext cx="226341" cy="301788"/>
            </a:xfrm>
            <a:custGeom>
              <a:avLst/>
              <a:gdLst>
                <a:gd name="T0" fmla="*/ 108 w 108"/>
                <a:gd name="T1" fmla="*/ 0 h 144"/>
                <a:gd name="T2" fmla="*/ 0 w 108"/>
                <a:gd name="T3" fmla="*/ 0 h 144"/>
                <a:gd name="T4" fmla="*/ 0 w 108"/>
                <a:gd name="T5" fmla="*/ 144 h 144"/>
                <a:gd name="T6" fmla="*/ 108 w 108"/>
                <a:gd name="T7" fmla="*/ 144 h 144"/>
                <a:gd name="T8" fmla="*/ 108 w 108"/>
                <a:gd name="T9" fmla="*/ 0 h 144"/>
                <a:gd name="T10" fmla="*/ 4 w 108"/>
                <a:gd name="T11" fmla="*/ 4 h 144"/>
                <a:gd name="T12" fmla="*/ 18 w 108"/>
                <a:gd name="T13" fmla="*/ 4 h 144"/>
                <a:gd name="T14" fmla="*/ 18 w 108"/>
                <a:gd name="T15" fmla="*/ 140 h 144"/>
                <a:gd name="T16" fmla="*/ 4 w 108"/>
                <a:gd name="T17" fmla="*/ 140 h 144"/>
                <a:gd name="T18" fmla="*/ 4 w 108"/>
                <a:gd name="T19" fmla="*/ 4 h 144"/>
                <a:gd name="T20" fmla="*/ 103 w 108"/>
                <a:gd name="T21" fmla="*/ 140 h 144"/>
                <a:gd name="T22" fmla="*/ 22 w 108"/>
                <a:gd name="T23" fmla="*/ 140 h 144"/>
                <a:gd name="T24" fmla="*/ 22 w 108"/>
                <a:gd name="T25" fmla="*/ 4 h 144"/>
                <a:gd name="T26" fmla="*/ 103 w 108"/>
                <a:gd name="T27" fmla="*/ 4 h 144"/>
                <a:gd name="T28" fmla="*/ 103 w 108"/>
                <a:gd name="T29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8" h="144">
                  <a:moveTo>
                    <a:pt x="108" y="0"/>
                  </a:moveTo>
                  <a:lnTo>
                    <a:pt x="0" y="0"/>
                  </a:lnTo>
                  <a:lnTo>
                    <a:pt x="0" y="144"/>
                  </a:lnTo>
                  <a:lnTo>
                    <a:pt x="108" y="144"/>
                  </a:lnTo>
                  <a:lnTo>
                    <a:pt x="108" y="0"/>
                  </a:lnTo>
                  <a:close/>
                  <a:moveTo>
                    <a:pt x="4" y="4"/>
                  </a:moveTo>
                  <a:lnTo>
                    <a:pt x="18" y="4"/>
                  </a:lnTo>
                  <a:lnTo>
                    <a:pt x="18" y="140"/>
                  </a:lnTo>
                  <a:lnTo>
                    <a:pt x="4" y="140"/>
                  </a:lnTo>
                  <a:lnTo>
                    <a:pt x="4" y="4"/>
                  </a:lnTo>
                  <a:close/>
                  <a:moveTo>
                    <a:pt x="103" y="140"/>
                  </a:moveTo>
                  <a:lnTo>
                    <a:pt x="22" y="140"/>
                  </a:lnTo>
                  <a:lnTo>
                    <a:pt x="22" y="4"/>
                  </a:lnTo>
                  <a:lnTo>
                    <a:pt x="103" y="4"/>
                  </a:lnTo>
                  <a:lnTo>
                    <a:pt x="103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1" name="Rectangle 40"/>
            <p:cNvSpPr>
              <a:spLocks noChangeArrowheads="1"/>
            </p:cNvSpPr>
            <p:nvPr/>
          </p:nvSpPr>
          <p:spPr bwMode="auto">
            <a:xfrm>
              <a:off x="2148404" y="1743555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2" name="Rectangle 41"/>
            <p:cNvSpPr>
              <a:spLocks noChangeArrowheads="1"/>
            </p:cNvSpPr>
            <p:nvPr/>
          </p:nvSpPr>
          <p:spPr bwMode="auto">
            <a:xfrm>
              <a:off x="2148404" y="1770800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3" name="Freeform 42"/>
            <p:cNvSpPr>
              <a:spLocks noEditPoints="1"/>
            </p:cNvSpPr>
            <p:nvPr/>
          </p:nvSpPr>
          <p:spPr bwMode="auto">
            <a:xfrm>
              <a:off x="2318160" y="1684874"/>
              <a:ext cx="67064" cy="289214"/>
            </a:xfrm>
            <a:custGeom>
              <a:avLst/>
              <a:gdLst>
                <a:gd name="T0" fmla="*/ 32 w 32"/>
                <a:gd name="T1" fmla="*/ 116 h 138"/>
                <a:gd name="T2" fmla="*/ 32 w 32"/>
                <a:gd name="T3" fmla="*/ 0 h 138"/>
                <a:gd name="T4" fmla="*/ 9 w 32"/>
                <a:gd name="T5" fmla="*/ 0 h 138"/>
                <a:gd name="T6" fmla="*/ 9 w 32"/>
                <a:gd name="T7" fmla="*/ 9 h 138"/>
                <a:gd name="T8" fmla="*/ 0 w 32"/>
                <a:gd name="T9" fmla="*/ 9 h 138"/>
                <a:gd name="T10" fmla="*/ 0 w 32"/>
                <a:gd name="T11" fmla="*/ 34 h 138"/>
                <a:gd name="T12" fmla="*/ 5 w 32"/>
                <a:gd name="T13" fmla="*/ 34 h 138"/>
                <a:gd name="T14" fmla="*/ 5 w 32"/>
                <a:gd name="T15" fmla="*/ 14 h 138"/>
                <a:gd name="T16" fmla="*/ 9 w 32"/>
                <a:gd name="T17" fmla="*/ 14 h 138"/>
                <a:gd name="T18" fmla="*/ 9 w 32"/>
                <a:gd name="T19" fmla="*/ 116 h 138"/>
                <a:gd name="T20" fmla="*/ 21 w 32"/>
                <a:gd name="T21" fmla="*/ 138 h 138"/>
                <a:gd name="T22" fmla="*/ 32 w 32"/>
                <a:gd name="T23" fmla="*/ 116 h 138"/>
                <a:gd name="T24" fmla="*/ 14 w 32"/>
                <a:gd name="T25" fmla="*/ 5 h 138"/>
                <a:gd name="T26" fmla="*/ 27 w 32"/>
                <a:gd name="T27" fmla="*/ 5 h 138"/>
                <a:gd name="T28" fmla="*/ 27 w 32"/>
                <a:gd name="T29" fmla="*/ 115 h 138"/>
                <a:gd name="T30" fmla="*/ 21 w 32"/>
                <a:gd name="T31" fmla="*/ 128 h 138"/>
                <a:gd name="T32" fmla="*/ 14 w 32"/>
                <a:gd name="T33" fmla="*/ 115 h 138"/>
                <a:gd name="T34" fmla="*/ 14 w 32"/>
                <a:gd name="T35" fmla="*/ 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32" y="116"/>
                  </a:moveTo>
                  <a:lnTo>
                    <a:pt x="32" y="0"/>
                  </a:lnTo>
                  <a:lnTo>
                    <a:pt x="9" y="0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9" y="14"/>
                  </a:lnTo>
                  <a:lnTo>
                    <a:pt x="9" y="116"/>
                  </a:lnTo>
                  <a:lnTo>
                    <a:pt x="21" y="138"/>
                  </a:lnTo>
                  <a:lnTo>
                    <a:pt x="32" y="116"/>
                  </a:lnTo>
                  <a:close/>
                  <a:moveTo>
                    <a:pt x="14" y="5"/>
                  </a:moveTo>
                  <a:lnTo>
                    <a:pt x="27" y="5"/>
                  </a:lnTo>
                  <a:lnTo>
                    <a:pt x="27" y="115"/>
                  </a:lnTo>
                  <a:lnTo>
                    <a:pt x="21" y="128"/>
                  </a:lnTo>
                  <a:lnTo>
                    <a:pt x="14" y="115"/>
                  </a:lnTo>
                  <a:lnTo>
                    <a:pt x="1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0" name="Group 659"/>
          <p:cNvGrpSpPr/>
          <p:nvPr/>
        </p:nvGrpSpPr>
        <p:grpSpPr>
          <a:xfrm>
            <a:off x="2475341" y="1674396"/>
            <a:ext cx="301790" cy="303884"/>
            <a:chOff x="2475341" y="1674396"/>
            <a:chExt cx="301790" cy="303884"/>
          </a:xfrm>
          <a:solidFill>
            <a:schemeClr val="tx1"/>
          </a:solidFill>
        </p:grpSpPr>
        <p:sp>
          <p:nvSpPr>
            <p:cNvPr id="454" name="Freeform 43"/>
            <p:cNvSpPr>
              <a:spLocks noEditPoints="1"/>
            </p:cNvSpPr>
            <p:nvPr/>
          </p:nvSpPr>
          <p:spPr bwMode="auto">
            <a:xfrm>
              <a:off x="2475341" y="1674396"/>
              <a:ext cx="226341" cy="303884"/>
            </a:xfrm>
            <a:custGeom>
              <a:avLst/>
              <a:gdLst>
                <a:gd name="T0" fmla="*/ 108 w 108"/>
                <a:gd name="T1" fmla="*/ 0 h 145"/>
                <a:gd name="T2" fmla="*/ 0 w 108"/>
                <a:gd name="T3" fmla="*/ 0 h 145"/>
                <a:gd name="T4" fmla="*/ 0 w 108"/>
                <a:gd name="T5" fmla="*/ 145 h 145"/>
                <a:gd name="T6" fmla="*/ 108 w 108"/>
                <a:gd name="T7" fmla="*/ 145 h 145"/>
                <a:gd name="T8" fmla="*/ 108 w 108"/>
                <a:gd name="T9" fmla="*/ 0 h 145"/>
                <a:gd name="T10" fmla="*/ 4 w 108"/>
                <a:gd name="T11" fmla="*/ 5 h 145"/>
                <a:gd name="T12" fmla="*/ 18 w 108"/>
                <a:gd name="T13" fmla="*/ 5 h 145"/>
                <a:gd name="T14" fmla="*/ 18 w 108"/>
                <a:gd name="T15" fmla="*/ 140 h 145"/>
                <a:gd name="T16" fmla="*/ 4 w 108"/>
                <a:gd name="T17" fmla="*/ 140 h 145"/>
                <a:gd name="T18" fmla="*/ 4 w 108"/>
                <a:gd name="T19" fmla="*/ 5 h 145"/>
                <a:gd name="T20" fmla="*/ 103 w 108"/>
                <a:gd name="T21" fmla="*/ 140 h 145"/>
                <a:gd name="T22" fmla="*/ 22 w 108"/>
                <a:gd name="T23" fmla="*/ 140 h 145"/>
                <a:gd name="T24" fmla="*/ 22 w 108"/>
                <a:gd name="T25" fmla="*/ 5 h 145"/>
                <a:gd name="T26" fmla="*/ 103 w 108"/>
                <a:gd name="T27" fmla="*/ 5 h 145"/>
                <a:gd name="T28" fmla="*/ 103 w 108"/>
                <a:gd name="T29" fmla="*/ 14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8" h="145">
                  <a:moveTo>
                    <a:pt x="108" y="0"/>
                  </a:moveTo>
                  <a:lnTo>
                    <a:pt x="0" y="0"/>
                  </a:lnTo>
                  <a:lnTo>
                    <a:pt x="0" y="145"/>
                  </a:lnTo>
                  <a:lnTo>
                    <a:pt x="108" y="145"/>
                  </a:lnTo>
                  <a:lnTo>
                    <a:pt x="108" y="0"/>
                  </a:lnTo>
                  <a:close/>
                  <a:moveTo>
                    <a:pt x="4" y="5"/>
                  </a:moveTo>
                  <a:lnTo>
                    <a:pt x="18" y="5"/>
                  </a:lnTo>
                  <a:lnTo>
                    <a:pt x="18" y="140"/>
                  </a:lnTo>
                  <a:lnTo>
                    <a:pt x="4" y="140"/>
                  </a:lnTo>
                  <a:lnTo>
                    <a:pt x="4" y="5"/>
                  </a:lnTo>
                  <a:close/>
                  <a:moveTo>
                    <a:pt x="103" y="140"/>
                  </a:moveTo>
                  <a:lnTo>
                    <a:pt x="22" y="140"/>
                  </a:lnTo>
                  <a:lnTo>
                    <a:pt x="22" y="5"/>
                  </a:lnTo>
                  <a:lnTo>
                    <a:pt x="103" y="5"/>
                  </a:lnTo>
                  <a:lnTo>
                    <a:pt x="103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5" name="Rectangle 44"/>
            <p:cNvSpPr>
              <a:spLocks noChangeArrowheads="1"/>
            </p:cNvSpPr>
            <p:nvPr/>
          </p:nvSpPr>
          <p:spPr bwMode="auto">
            <a:xfrm>
              <a:off x="2540310" y="1741460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6" name="Rectangle 45"/>
            <p:cNvSpPr>
              <a:spLocks noChangeArrowheads="1"/>
            </p:cNvSpPr>
            <p:nvPr/>
          </p:nvSpPr>
          <p:spPr bwMode="auto">
            <a:xfrm>
              <a:off x="2540310" y="1768704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7" name="Freeform 46"/>
            <p:cNvSpPr>
              <a:spLocks noEditPoints="1"/>
            </p:cNvSpPr>
            <p:nvPr/>
          </p:nvSpPr>
          <p:spPr bwMode="auto">
            <a:xfrm>
              <a:off x="2728928" y="1674396"/>
              <a:ext cx="48203" cy="303884"/>
            </a:xfrm>
            <a:custGeom>
              <a:avLst/>
              <a:gdLst>
                <a:gd name="T0" fmla="*/ 23 w 23"/>
                <a:gd name="T1" fmla="*/ 123 h 145"/>
                <a:gd name="T2" fmla="*/ 23 w 23"/>
                <a:gd name="T3" fmla="*/ 0 h 145"/>
                <a:gd name="T4" fmla="*/ 0 w 23"/>
                <a:gd name="T5" fmla="*/ 0 h 145"/>
                <a:gd name="T6" fmla="*/ 0 w 23"/>
                <a:gd name="T7" fmla="*/ 123 h 145"/>
                <a:gd name="T8" fmla="*/ 12 w 23"/>
                <a:gd name="T9" fmla="*/ 145 h 145"/>
                <a:gd name="T10" fmla="*/ 23 w 23"/>
                <a:gd name="T11" fmla="*/ 123 h 145"/>
                <a:gd name="T12" fmla="*/ 18 w 23"/>
                <a:gd name="T13" fmla="*/ 5 h 145"/>
                <a:gd name="T14" fmla="*/ 18 w 23"/>
                <a:gd name="T15" fmla="*/ 23 h 145"/>
                <a:gd name="T16" fmla="*/ 5 w 23"/>
                <a:gd name="T17" fmla="*/ 23 h 145"/>
                <a:gd name="T18" fmla="*/ 5 w 23"/>
                <a:gd name="T19" fmla="*/ 5 h 145"/>
                <a:gd name="T20" fmla="*/ 18 w 23"/>
                <a:gd name="T21" fmla="*/ 5 h 145"/>
                <a:gd name="T22" fmla="*/ 5 w 23"/>
                <a:gd name="T23" fmla="*/ 27 h 145"/>
                <a:gd name="T24" fmla="*/ 18 w 23"/>
                <a:gd name="T25" fmla="*/ 27 h 145"/>
                <a:gd name="T26" fmla="*/ 18 w 23"/>
                <a:gd name="T27" fmla="*/ 122 h 145"/>
                <a:gd name="T28" fmla="*/ 12 w 23"/>
                <a:gd name="T29" fmla="*/ 135 h 145"/>
                <a:gd name="T30" fmla="*/ 5 w 23"/>
                <a:gd name="T31" fmla="*/ 122 h 145"/>
                <a:gd name="T32" fmla="*/ 5 w 23"/>
                <a:gd name="T33" fmla="*/ 27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23" y="123"/>
                  </a:moveTo>
                  <a:lnTo>
                    <a:pt x="23" y="0"/>
                  </a:lnTo>
                  <a:lnTo>
                    <a:pt x="0" y="0"/>
                  </a:lnTo>
                  <a:lnTo>
                    <a:pt x="0" y="123"/>
                  </a:lnTo>
                  <a:lnTo>
                    <a:pt x="12" y="145"/>
                  </a:lnTo>
                  <a:lnTo>
                    <a:pt x="23" y="123"/>
                  </a:lnTo>
                  <a:close/>
                  <a:moveTo>
                    <a:pt x="18" y="5"/>
                  </a:moveTo>
                  <a:lnTo>
                    <a:pt x="18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8" y="5"/>
                  </a:lnTo>
                  <a:close/>
                  <a:moveTo>
                    <a:pt x="5" y="27"/>
                  </a:moveTo>
                  <a:lnTo>
                    <a:pt x="18" y="27"/>
                  </a:lnTo>
                  <a:lnTo>
                    <a:pt x="18" y="122"/>
                  </a:lnTo>
                  <a:lnTo>
                    <a:pt x="12" y="135"/>
                  </a:lnTo>
                  <a:lnTo>
                    <a:pt x="5" y="122"/>
                  </a:lnTo>
                  <a:lnTo>
                    <a:pt x="5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58" name="Freeform 47"/>
          <p:cNvSpPr>
            <a:spLocks noEditPoints="1"/>
          </p:cNvSpPr>
          <p:nvPr/>
        </p:nvSpPr>
        <p:spPr bwMode="auto">
          <a:xfrm>
            <a:off x="2946886" y="1674396"/>
            <a:ext cx="142511" cy="305980"/>
          </a:xfrm>
          <a:custGeom>
            <a:avLst/>
            <a:gdLst>
              <a:gd name="T0" fmla="*/ 0 w 68"/>
              <a:gd name="T1" fmla="*/ 146 h 146"/>
              <a:gd name="T2" fmla="*/ 34 w 68"/>
              <a:gd name="T3" fmla="*/ 112 h 146"/>
              <a:gd name="T4" fmla="*/ 68 w 68"/>
              <a:gd name="T5" fmla="*/ 146 h 146"/>
              <a:gd name="T6" fmla="*/ 68 w 68"/>
              <a:gd name="T7" fmla="*/ 0 h 146"/>
              <a:gd name="T8" fmla="*/ 0 w 68"/>
              <a:gd name="T9" fmla="*/ 0 h 146"/>
              <a:gd name="T10" fmla="*/ 0 w 68"/>
              <a:gd name="T11" fmla="*/ 146 h 146"/>
              <a:gd name="T12" fmla="*/ 5 w 68"/>
              <a:gd name="T13" fmla="*/ 5 h 146"/>
              <a:gd name="T14" fmla="*/ 63 w 68"/>
              <a:gd name="T15" fmla="*/ 5 h 146"/>
              <a:gd name="T16" fmla="*/ 63 w 68"/>
              <a:gd name="T17" fmla="*/ 134 h 146"/>
              <a:gd name="T18" fmla="*/ 34 w 68"/>
              <a:gd name="T19" fmla="*/ 105 h 146"/>
              <a:gd name="T20" fmla="*/ 5 w 68"/>
              <a:gd name="T21" fmla="*/ 134 h 146"/>
              <a:gd name="T22" fmla="*/ 5 w 68"/>
              <a:gd name="T23" fmla="*/ 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8" h="146">
                <a:moveTo>
                  <a:pt x="0" y="146"/>
                </a:moveTo>
                <a:lnTo>
                  <a:pt x="34" y="112"/>
                </a:lnTo>
                <a:lnTo>
                  <a:pt x="68" y="146"/>
                </a:lnTo>
                <a:lnTo>
                  <a:pt x="68" y="0"/>
                </a:lnTo>
                <a:lnTo>
                  <a:pt x="0" y="0"/>
                </a:lnTo>
                <a:lnTo>
                  <a:pt x="0" y="146"/>
                </a:lnTo>
                <a:close/>
                <a:moveTo>
                  <a:pt x="5" y="5"/>
                </a:moveTo>
                <a:lnTo>
                  <a:pt x="63" y="5"/>
                </a:lnTo>
                <a:lnTo>
                  <a:pt x="63" y="134"/>
                </a:lnTo>
                <a:lnTo>
                  <a:pt x="34" y="105"/>
                </a:lnTo>
                <a:lnTo>
                  <a:pt x="5" y="134"/>
                </a:lnTo>
                <a:lnTo>
                  <a:pt x="5" y="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2" name="Group 661"/>
          <p:cNvGrpSpPr/>
          <p:nvPr/>
        </p:nvGrpSpPr>
        <p:grpSpPr>
          <a:xfrm>
            <a:off x="3259152" y="1676491"/>
            <a:ext cx="303884" cy="301788"/>
            <a:chOff x="3259152" y="1676491"/>
            <a:chExt cx="303884" cy="301788"/>
          </a:xfrm>
          <a:solidFill>
            <a:schemeClr val="tx1"/>
          </a:solidFill>
        </p:grpSpPr>
        <p:sp>
          <p:nvSpPr>
            <p:cNvPr id="459" name="Freeform 48"/>
            <p:cNvSpPr>
              <a:spLocks noEditPoints="1"/>
            </p:cNvSpPr>
            <p:nvPr/>
          </p:nvSpPr>
          <p:spPr bwMode="auto">
            <a:xfrm>
              <a:off x="3259152" y="1676491"/>
              <a:ext cx="303884" cy="30178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4 h 144"/>
                <a:gd name="T12" fmla="*/ 140 w 145"/>
                <a:gd name="T13" fmla="*/ 4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4"/>
                  </a:moveTo>
                  <a:lnTo>
                    <a:pt x="140" y="4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0" name="Freeform 49"/>
            <p:cNvSpPr>
              <a:spLocks/>
            </p:cNvSpPr>
            <p:nvPr/>
          </p:nvSpPr>
          <p:spPr bwMode="auto">
            <a:xfrm>
              <a:off x="3296875" y="1714215"/>
              <a:ext cx="96405" cy="94309"/>
            </a:xfrm>
            <a:custGeom>
              <a:avLst/>
              <a:gdLst>
                <a:gd name="T0" fmla="*/ 25 w 46"/>
                <a:gd name="T1" fmla="*/ 0 h 45"/>
                <a:gd name="T2" fmla="*/ 21 w 46"/>
                <a:gd name="T3" fmla="*/ 0 h 45"/>
                <a:gd name="T4" fmla="*/ 21 w 46"/>
                <a:gd name="T5" fmla="*/ 20 h 45"/>
                <a:gd name="T6" fmla="*/ 0 w 46"/>
                <a:gd name="T7" fmla="*/ 20 h 45"/>
                <a:gd name="T8" fmla="*/ 0 w 46"/>
                <a:gd name="T9" fmla="*/ 25 h 45"/>
                <a:gd name="T10" fmla="*/ 21 w 46"/>
                <a:gd name="T11" fmla="*/ 25 h 45"/>
                <a:gd name="T12" fmla="*/ 21 w 46"/>
                <a:gd name="T13" fmla="*/ 45 h 45"/>
                <a:gd name="T14" fmla="*/ 25 w 46"/>
                <a:gd name="T15" fmla="*/ 45 h 45"/>
                <a:gd name="T16" fmla="*/ 25 w 46"/>
                <a:gd name="T17" fmla="*/ 25 h 45"/>
                <a:gd name="T18" fmla="*/ 46 w 46"/>
                <a:gd name="T19" fmla="*/ 25 h 45"/>
                <a:gd name="T20" fmla="*/ 46 w 46"/>
                <a:gd name="T21" fmla="*/ 20 h 45"/>
                <a:gd name="T22" fmla="*/ 25 w 46"/>
                <a:gd name="T23" fmla="*/ 20 h 45"/>
                <a:gd name="T24" fmla="*/ 25 w 46"/>
                <a:gd name="T2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5">
                  <a:moveTo>
                    <a:pt x="25" y="0"/>
                  </a:moveTo>
                  <a:lnTo>
                    <a:pt x="21" y="0"/>
                  </a:lnTo>
                  <a:lnTo>
                    <a:pt x="21" y="20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21" y="25"/>
                  </a:lnTo>
                  <a:lnTo>
                    <a:pt x="21" y="45"/>
                  </a:lnTo>
                  <a:lnTo>
                    <a:pt x="25" y="45"/>
                  </a:lnTo>
                  <a:lnTo>
                    <a:pt x="25" y="25"/>
                  </a:lnTo>
                  <a:lnTo>
                    <a:pt x="46" y="25"/>
                  </a:lnTo>
                  <a:lnTo>
                    <a:pt x="46" y="20"/>
                  </a:lnTo>
                  <a:lnTo>
                    <a:pt x="25" y="20"/>
                  </a:lnTo>
                  <a:lnTo>
                    <a:pt x="2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1" name="Rectangle 50"/>
            <p:cNvSpPr>
              <a:spLocks noChangeArrowheads="1"/>
            </p:cNvSpPr>
            <p:nvPr/>
          </p:nvSpPr>
          <p:spPr bwMode="auto">
            <a:xfrm>
              <a:off x="3431003" y="1756130"/>
              <a:ext cx="94309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2" name="Freeform 51"/>
            <p:cNvSpPr>
              <a:spLocks/>
            </p:cNvSpPr>
            <p:nvPr/>
          </p:nvSpPr>
          <p:spPr bwMode="auto">
            <a:xfrm>
              <a:off x="3303163" y="1852534"/>
              <a:ext cx="81735" cy="81735"/>
            </a:xfrm>
            <a:custGeom>
              <a:avLst/>
              <a:gdLst>
                <a:gd name="T0" fmla="*/ 36 w 39"/>
                <a:gd name="T1" fmla="*/ 0 h 39"/>
                <a:gd name="T2" fmla="*/ 20 w 39"/>
                <a:gd name="T3" fmla="*/ 16 h 39"/>
                <a:gd name="T4" fmla="*/ 3 w 39"/>
                <a:gd name="T5" fmla="*/ 0 h 39"/>
                <a:gd name="T6" fmla="*/ 0 w 39"/>
                <a:gd name="T7" fmla="*/ 3 h 39"/>
                <a:gd name="T8" fmla="*/ 17 w 39"/>
                <a:gd name="T9" fmla="*/ 20 h 39"/>
                <a:gd name="T10" fmla="*/ 0 w 39"/>
                <a:gd name="T11" fmla="*/ 36 h 39"/>
                <a:gd name="T12" fmla="*/ 3 w 39"/>
                <a:gd name="T13" fmla="*/ 39 h 39"/>
                <a:gd name="T14" fmla="*/ 20 w 39"/>
                <a:gd name="T15" fmla="*/ 22 h 39"/>
                <a:gd name="T16" fmla="*/ 36 w 39"/>
                <a:gd name="T17" fmla="*/ 39 h 39"/>
                <a:gd name="T18" fmla="*/ 39 w 39"/>
                <a:gd name="T19" fmla="*/ 36 h 39"/>
                <a:gd name="T20" fmla="*/ 23 w 39"/>
                <a:gd name="T21" fmla="*/ 20 h 39"/>
                <a:gd name="T22" fmla="*/ 39 w 39"/>
                <a:gd name="T23" fmla="*/ 3 h 39"/>
                <a:gd name="T24" fmla="*/ 36 w 39"/>
                <a:gd name="T2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9">
                  <a:moveTo>
                    <a:pt x="36" y="0"/>
                  </a:moveTo>
                  <a:lnTo>
                    <a:pt x="20" y="16"/>
                  </a:lnTo>
                  <a:lnTo>
                    <a:pt x="3" y="0"/>
                  </a:lnTo>
                  <a:lnTo>
                    <a:pt x="0" y="3"/>
                  </a:lnTo>
                  <a:lnTo>
                    <a:pt x="17" y="20"/>
                  </a:lnTo>
                  <a:lnTo>
                    <a:pt x="0" y="36"/>
                  </a:lnTo>
                  <a:lnTo>
                    <a:pt x="3" y="39"/>
                  </a:lnTo>
                  <a:lnTo>
                    <a:pt x="20" y="22"/>
                  </a:lnTo>
                  <a:lnTo>
                    <a:pt x="36" y="39"/>
                  </a:lnTo>
                  <a:lnTo>
                    <a:pt x="39" y="36"/>
                  </a:lnTo>
                  <a:lnTo>
                    <a:pt x="23" y="20"/>
                  </a:lnTo>
                  <a:lnTo>
                    <a:pt x="39" y="3"/>
                  </a:lnTo>
                  <a:lnTo>
                    <a:pt x="3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3" name="Rectangle 52"/>
            <p:cNvSpPr>
              <a:spLocks noChangeArrowheads="1"/>
            </p:cNvSpPr>
            <p:nvPr/>
          </p:nvSpPr>
          <p:spPr bwMode="auto">
            <a:xfrm>
              <a:off x="3431003" y="1875588"/>
              <a:ext cx="94309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4" name="Rectangle 53"/>
            <p:cNvSpPr>
              <a:spLocks noChangeArrowheads="1"/>
            </p:cNvSpPr>
            <p:nvPr/>
          </p:nvSpPr>
          <p:spPr bwMode="auto">
            <a:xfrm>
              <a:off x="3431003" y="1902832"/>
              <a:ext cx="94309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4" name="Group 673"/>
          <p:cNvGrpSpPr/>
          <p:nvPr/>
        </p:nvGrpSpPr>
        <p:grpSpPr>
          <a:xfrm>
            <a:off x="3651058" y="1699545"/>
            <a:ext cx="303884" cy="255682"/>
            <a:chOff x="3651058" y="1699545"/>
            <a:chExt cx="303884" cy="255682"/>
          </a:xfrm>
          <a:solidFill>
            <a:schemeClr val="tx1"/>
          </a:solidFill>
        </p:grpSpPr>
        <p:sp>
          <p:nvSpPr>
            <p:cNvPr id="465" name="Freeform 54"/>
            <p:cNvSpPr>
              <a:spLocks noEditPoints="1"/>
            </p:cNvSpPr>
            <p:nvPr/>
          </p:nvSpPr>
          <p:spPr bwMode="auto">
            <a:xfrm>
              <a:off x="3651058" y="1699545"/>
              <a:ext cx="303884" cy="255682"/>
            </a:xfrm>
            <a:custGeom>
              <a:avLst/>
              <a:gdLst>
                <a:gd name="T0" fmla="*/ 120 w 145"/>
                <a:gd name="T1" fmla="*/ 0 h 122"/>
                <a:gd name="T2" fmla="*/ 102 w 145"/>
                <a:gd name="T3" fmla="*/ 0 h 122"/>
                <a:gd name="T4" fmla="*/ 102 w 145"/>
                <a:gd name="T5" fmla="*/ 9 h 122"/>
                <a:gd name="T6" fmla="*/ 43 w 145"/>
                <a:gd name="T7" fmla="*/ 9 h 122"/>
                <a:gd name="T8" fmla="*/ 43 w 145"/>
                <a:gd name="T9" fmla="*/ 0 h 122"/>
                <a:gd name="T10" fmla="*/ 25 w 145"/>
                <a:gd name="T11" fmla="*/ 0 h 122"/>
                <a:gd name="T12" fmla="*/ 25 w 145"/>
                <a:gd name="T13" fmla="*/ 9 h 122"/>
                <a:gd name="T14" fmla="*/ 0 w 145"/>
                <a:gd name="T15" fmla="*/ 9 h 122"/>
                <a:gd name="T16" fmla="*/ 0 w 145"/>
                <a:gd name="T17" fmla="*/ 122 h 122"/>
                <a:gd name="T18" fmla="*/ 145 w 145"/>
                <a:gd name="T19" fmla="*/ 122 h 122"/>
                <a:gd name="T20" fmla="*/ 145 w 145"/>
                <a:gd name="T21" fmla="*/ 9 h 122"/>
                <a:gd name="T22" fmla="*/ 120 w 145"/>
                <a:gd name="T23" fmla="*/ 9 h 122"/>
                <a:gd name="T24" fmla="*/ 120 w 145"/>
                <a:gd name="T25" fmla="*/ 0 h 122"/>
                <a:gd name="T26" fmla="*/ 106 w 145"/>
                <a:gd name="T27" fmla="*/ 5 h 122"/>
                <a:gd name="T28" fmla="*/ 115 w 145"/>
                <a:gd name="T29" fmla="*/ 5 h 122"/>
                <a:gd name="T30" fmla="*/ 115 w 145"/>
                <a:gd name="T31" fmla="*/ 18 h 122"/>
                <a:gd name="T32" fmla="*/ 106 w 145"/>
                <a:gd name="T33" fmla="*/ 18 h 122"/>
                <a:gd name="T34" fmla="*/ 106 w 145"/>
                <a:gd name="T35" fmla="*/ 5 h 122"/>
                <a:gd name="T36" fmla="*/ 30 w 145"/>
                <a:gd name="T37" fmla="*/ 5 h 122"/>
                <a:gd name="T38" fmla="*/ 39 w 145"/>
                <a:gd name="T39" fmla="*/ 5 h 122"/>
                <a:gd name="T40" fmla="*/ 39 w 145"/>
                <a:gd name="T41" fmla="*/ 18 h 122"/>
                <a:gd name="T42" fmla="*/ 30 w 145"/>
                <a:gd name="T43" fmla="*/ 18 h 122"/>
                <a:gd name="T44" fmla="*/ 30 w 145"/>
                <a:gd name="T45" fmla="*/ 5 h 122"/>
                <a:gd name="T46" fmla="*/ 5 w 145"/>
                <a:gd name="T47" fmla="*/ 117 h 122"/>
                <a:gd name="T48" fmla="*/ 5 w 145"/>
                <a:gd name="T49" fmla="*/ 32 h 122"/>
                <a:gd name="T50" fmla="*/ 140 w 145"/>
                <a:gd name="T51" fmla="*/ 32 h 122"/>
                <a:gd name="T52" fmla="*/ 140 w 145"/>
                <a:gd name="T53" fmla="*/ 117 h 122"/>
                <a:gd name="T54" fmla="*/ 5 w 145"/>
                <a:gd name="T55" fmla="*/ 117 h 122"/>
                <a:gd name="T56" fmla="*/ 140 w 145"/>
                <a:gd name="T57" fmla="*/ 14 h 122"/>
                <a:gd name="T58" fmla="*/ 140 w 145"/>
                <a:gd name="T59" fmla="*/ 27 h 122"/>
                <a:gd name="T60" fmla="*/ 5 w 145"/>
                <a:gd name="T61" fmla="*/ 27 h 122"/>
                <a:gd name="T62" fmla="*/ 5 w 145"/>
                <a:gd name="T63" fmla="*/ 14 h 122"/>
                <a:gd name="T64" fmla="*/ 25 w 145"/>
                <a:gd name="T65" fmla="*/ 14 h 122"/>
                <a:gd name="T66" fmla="*/ 25 w 145"/>
                <a:gd name="T67" fmla="*/ 23 h 122"/>
                <a:gd name="T68" fmla="*/ 43 w 145"/>
                <a:gd name="T69" fmla="*/ 23 h 122"/>
                <a:gd name="T70" fmla="*/ 43 w 145"/>
                <a:gd name="T71" fmla="*/ 14 h 122"/>
                <a:gd name="T72" fmla="*/ 102 w 145"/>
                <a:gd name="T73" fmla="*/ 14 h 122"/>
                <a:gd name="T74" fmla="*/ 102 w 145"/>
                <a:gd name="T75" fmla="*/ 23 h 122"/>
                <a:gd name="T76" fmla="*/ 120 w 145"/>
                <a:gd name="T77" fmla="*/ 23 h 122"/>
                <a:gd name="T78" fmla="*/ 120 w 145"/>
                <a:gd name="T79" fmla="*/ 14 h 122"/>
                <a:gd name="T80" fmla="*/ 140 w 145"/>
                <a:gd name="T81" fmla="*/ 1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5" h="122">
                  <a:moveTo>
                    <a:pt x="120" y="0"/>
                  </a:moveTo>
                  <a:lnTo>
                    <a:pt x="102" y="0"/>
                  </a:lnTo>
                  <a:lnTo>
                    <a:pt x="102" y="9"/>
                  </a:lnTo>
                  <a:lnTo>
                    <a:pt x="43" y="9"/>
                  </a:lnTo>
                  <a:lnTo>
                    <a:pt x="43" y="0"/>
                  </a:lnTo>
                  <a:lnTo>
                    <a:pt x="25" y="0"/>
                  </a:lnTo>
                  <a:lnTo>
                    <a:pt x="25" y="9"/>
                  </a:lnTo>
                  <a:lnTo>
                    <a:pt x="0" y="9"/>
                  </a:lnTo>
                  <a:lnTo>
                    <a:pt x="0" y="122"/>
                  </a:lnTo>
                  <a:lnTo>
                    <a:pt x="145" y="122"/>
                  </a:lnTo>
                  <a:lnTo>
                    <a:pt x="145" y="9"/>
                  </a:lnTo>
                  <a:lnTo>
                    <a:pt x="120" y="9"/>
                  </a:lnTo>
                  <a:lnTo>
                    <a:pt x="120" y="0"/>
                  </a:lnTo>
                  <a:close/>
                  <a:moveTo>
                    <a:pt x="106" y="5"/>
                  </a:moveTo>
                  <a:lnTo>
                    <a:pt x="115" y="5"/>
                  </a:lnTo>
                  <a:lnTo>
                    <a:pt x="115" y="18"/>
                  </a:lnTo>
                  <a:lnTo>
                    <a:pt x="106" y="18"/>
                  </a:lnTo>
                  <a:lnTo>
                    <a:pt x="106" y="5"/>
                  </a:lnTo>
                  <a:close/>
                  <a:moveTo>
                    <a:pt x="30" y="5"/>
                  </a:moveTo>
                  <a:lnTo>
                    <a:pt x="39" y="5"/>
                  </a:lnTo>
                  <a:lnTo>
                    <a:pt x="39" y="18"/>
                  </a:lnTo>
                  <a:lnTo>
                    <a:pt x="30" y="18"/>
                  </a:lnTo>
                  <a:lnTo>
                    <a:pt x="30" y="5"/>
                  </a:lnTo>
                  <a:close/>
                  <a:moveTo>
                    <a:pt x="5" y="117"/>
                  </a:moveTo>
                  <a:lnTo>
                    <a:pt x="5" y="32"/>
                  </a:lnTo>
                  <a:lnTo>
                    <a:pt x="140" y="32"/>
                  </a:lnTo>
                  <a:lnTo>
                    <a:pt x="140" y="117"/>
                  </a:lnTo>
                  <a:lnTo>
                    <a:pt x="5" y="117"/>
                  </a:lnTo>
                  <a:close/>
                  <a:moveTo>
                    <a:pt x="140" y="14"/>
                  </a:moveTo>
                  <a:lnTo>
                    <a:pt x="140" y="27"/>
                  </a:lnTo>
                  <a:lnTo>
                    <a:pt x="5" y="27"/>
                  </a:lnTo>
                  <a:lnTo>
                    <a:pt x="5" y="14"/>
                  </a:lnTo>
                  <a:lnTo>
                    <a:pt x="25" y="14"/>
                  </a:lnTo>
                  <a:lnTo>
                    <a:pt x="25" y="23"/>
                  </a:lnTo>
                  <a:lnTo>
                    <a:pt x="43" y="23"/>
                  </a:lnTo>
                  <a:lnTo>
                    <a:pt x="43" y="14"/>
                  </a:lnTo>
                  <a:lnTo>
                    <a:pt x="102" y="14"/>
                  </a:lnTo>
                  <a:lnTo>
                    <a:pt x="102" y="23"/>
                  </a:lnTo>
                  <a:lnTo>
                    <a:pt x="120" y="23"/>
                  </a:lnTo>
                  <a:lnTo>
                    <a:pt x="120" y="14"/>
                  </a:lnTo>
                  <a:lnTo>
                    <a:pt x="140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6" name="Freeform 55"/>
            <p:cNvSpPr>
              <a:spLocks noEditPoints="1"/>
            </p:cNvSpPr>
            <p:nvPr/>
          </p:nvSpPr>
          <p:spPr bwMode="auto">
            <a:xfrm>
              <a:off x="3695068" y="178547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4 w 27"/>
                <a:gd name="T11" fmla="*/ 4 h 27"/>
                <a:gd name="T12" fmla="*/ 22 w 27"/>
                <a:gd name="T13" fmla="*/ 4 h 27"/>
                <a:gd name="T14" fmla="*/ 22 w 27"/>
                <a:gd name="T15" fmla="*/ 22 h 27"/>
                <a:gd name="T16" fmla="*/ 4 w 27"/>
                <a:gd name="T17" fmla="*/ 22 h 27"/>
                <a:gd name="T18" fmla="*/ 4 w 27"/>
                <a:gd name="T1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4" y="4"/>
                  </a:moveTo>
                  <a:lnTo>
                    <a:pt x="22" y="4"/>
                  </a:lnTo>
                  <a:lnTo>
                    <a:pt x="22" y="22"/>
                  </a:lnTo>
                  <a:lnTo>
                    <a:pt x="4" y="22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7" name="Freeform 56"/>
            <p:cNvSpPr>
              <a:spLocks noEditPoints="1"/>
            </p:cNvSpPr>
            <p:nvPr/>
          </p:nvSpPr>
          <p:spPr bwMode="auto">
            <a:xfrm>
              <a:off x="3695068" y="186930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4 w 27"/>
                <a:gd name="T11" fmla="*/ 5 h 27"/>
                <a:gd name="T12" fmla="*/ 22 w 27"/>
                <a:gd name="T13" fmla="*/ 5 h 27"/>
                <a:gd name="T14" fmla="*/ 22 w 27"/>
                <a:gd name="T15" fmla="*/ 23 h 27"/>
                <a:gd name="T16" fmla="*/ 4 w 27"/>
                <a:gd name="T17" fmla="*/ 23 h 27"/>
                <a:gd name="T18" fmla="*/ 4 w 27"/>
                <a:gd name="T1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4" y="5"/>
                  </a:moveTo>
                  <a:lnTo>
                    <a:pt x="22" y="5"/>
                  </a:lnTo>
                  <a:lnTo>
                    <a:pt x="22" y="23"/>
                  </a:lnTo>
                  <a:lnTo>
                    <a:pt x="4" y="23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8" name="Freeform 57"/>
            <p:cNvSpPr>
              <a:spLocks noEditPoints="1"/>
            </p:cNvSpPr>
            <p:nvPr/>
          </p:nvSpPr>
          <p:spPr bwMode="auto">
            <a:xfrm>
              <a:off x="3854345" y="178547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5 w 27"/>
                <a:gd name="T11" fmla="*/ 4 h 27"/>
                <a:gd name="T12" fmla="*/ 23 w 27"/>
                <a:gd name="T13" fmla="*/ 4 h 27"/>
                <a:gd name="T14" fmla="*/ 23 w 27"/>
                <a:gd name="T15" fmla="*/ 22 h 27"/>
                <a:gd name="T16" fmla="*/ 5 w 27"/>
                <a:gd name="T17" fmla="*/ 22 h 27"/>
                <a:gd name="T18" fmla="*/ 5 w 27"/>
                <a:gd name="T1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5" y="4"/>
                  </a:moveTo>
                  <a:lnTo>
                    <a:pt x="23" y="4"/>
                  </a:lnTo>
                  <a:lnTo>
                    <a:pt x="23" y="22"/>
                  </a:lnTo>
                  <a:lnTo>
                    <a:pt x="5" y="22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9" name="Freeform 58"/>
            <p:cNvSpPr>
              <a:spLocks noEditPoints="1"/>
            </p:cNvSpPr>
            <p:nvPr/>
          </p:nvSpPr>
          <p:spPr bwMode="auto">
            <a:xfrm>
              <a:off x="3854345" y="186930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5 w 27"/>
                <a:gd name="T11" fmla="*/ 5 h 27"/>
                <a:gd name="T12" fmla="*/ 23 w 27"/>
                <a:gd name="T13" fmla="*/ 5 h 27"/>
                <a:gd name="T14" fmla="*/ 23 w 27"/>
                <a:gd name="T15" fmla="*/ 23 h 27"/>
                <a:gd name="T16" fmla="*/ 5 w 27"/>
                <a:gd name="T17" fmla="*/ 23 h 27"/>
                <a:gd name="T18" fmla="*/ 5 w 27"/>
                <a:gd name="T1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5" y="5"/>
                  </a:moveTo>
                  <a:lnTo>
                    <a:pt x="23" y="5"/>
                  </a:lnTo>
                  <a:lnTo>
                    <a:pt x="23" y="23"/>
                  </a:lnTo>
                  <a:lnTo>
                    <a:pt x="5" y="23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0" name="Freeform 59"/>
            <p:cNvSpPr>
              <a:spLocks noEditPoints="1"/>
            </p:cNvSpPr>
            <p:nvPr/>
          </p:nvSpPr>
          <p:spPr bwMode="auto">
            <a:xfrm>
              <a:off x="3774706" y="178547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5 w 27"/>
                <a:gd name="T11" fmla="*/ 4 h 27"/>
                <a:gd name="T12" fmla="*/ 23 w 27"/>
                <a:gd name="T13" fmla="*/ 4 h 27"/>
                <a:gd name="T14" fmla="*/ 23 w 27"/>
                <a:gd name="T15" fmla="*/ 22 h 27"/>
                <a:gd name="T16" fmla="*/ 5 w 27"/>
                <a:gd name="T17" fmla="*/ 22 h 27"/>
                <a:gd name="T18" fmla="*/ 5 w 27"/>
                <a:gd name="T1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5" y="4"/>
                  </a:moveTo>
                  <a:lnTo>
                    <a:pt x="23" y="4"/>
                  </a:lnTo>
                  <a:lnTo>
                    <a:pt x="23" y="22"/>
                  </a:lnTo>
                  <a:lnTo>
                    <a:pt x="5" y="22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1" name="Freeform 60"/>
            <p:cNvSpPr>
              <a:spLocks noEditPoints="1"/>
            </p:cNvSpPr>
            <p:nvPr/>
          </p:nvSpPr>
          <p:spPr bwMode="auto">
            <a:xfrm>
              <a:off x="3774706" y="186930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5 w 27"/>
                <a:gd name="T11" fmla="*/ 5 h 27"/>
                <a:gd name="T12" fmla="*/ 23 w 27"/>
                <a:gd name="T13" fmla="*/ 5 h 27"/>
                <a:gd name="T14" fmla="*/ 23 w 27"/>
                <a:gd name="T15" fmla="*/ 23 h 27"/>
                <a:gd name="T16" fmla="*/ 5 w 27"/>
                <a:gd name="T17" fmla="*/ 23 h 27"/>
                <a:gd name="T18" fmla="*/ 5 w 27"/>
                <a:gd name="T1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5" y="5"/>
                  </a:moveTo>
                  <a:lnTo>
                    <a:pt x="23" y="5"/>
                  </a:lnTo>
                  <a:lnTo>
                    <a:pt x="23" y="23"/>
                  </a:lnTo>
                  <a:lnTo>
                    <a:pt x="5" y="23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3" name="Group 672"/>
          <p:cNvGrpSpPr/>
          <p:nvPr/>
        </p:nvGrpSpPr>
        <p:grpSpPr>
          <a:xfrm>
            <a:off x="4042962" y="1693257"/>
            <a:ext cx="303884" cy="268256"/>
            <a:chOff x="4042962" y="1693257"/>
            <a:chExt cx="303884" cy="268256"/>
          </a:xfrm>
          <a:solidFill>
            <a:schemeClr val="tx1"/>
          </a:solidFill>
        </p:grpSpPr>
        <p:sp>
          <p:nvSpPr>
            <p:cNvPr id="472" name="Freeform 61"/>
            <p:cNvSpPr>
              <a:spLocks noEditPoints="1"/>
            </p:cNvSpPr>
            <p:nvPr/>
          </p:nvSpPr>
          <p:spPr bwMode="auto">
            <a:xfrm>
              <a:off x="4042962" y="1693257"/>
              <a:ext cx="303884" cy="268256"/>
            </a:xfrm>
            <a:custGeom>
              <a:avLst/>
              <a:gdLst>
                <a:gd name="T0" fmla="*/ 72 w 145"/>
                <a:gd name="T1" fmla="*/ 17 h 128"/>
                <a:gd name="T2" fmla="*/ 65 w 145"/>
                <a:gd name="T3" fmla="*/ 2 h 128"/>
                <a:gd name="T4" fmla="*/ 0 w 145"/>
                <a:gd name="T5" fmla="*/ 36 h 128"/>
                <a:gd name="T6" fmla="*/ 42 w 145"/>
                <a:gd name="T7" fmla="*/ 128 h 128"/>
                <a:gd name="T8" fmla="*/ 73 w 145"/>
                <a:gd name="T9" fmla="*/ 114 h 128"/>
                <a:gd name="T10" fmla="*/ 101 w 145"/>
                <a:gd name="T11" fmla="*/ 128 h 128"/>
                <a:gd name="T12" fmla="*/ 145 w 145"/>
                <a:gd name="T13" fmla="*/ 34 h 128"/>
                <a:gd name="T14" fmla="*/ 81 w 145"/>
                <a:gd name="T15" fmla="*/ 0 h 128"/>
                <a:gd name="T16" fmla="*/ 72 w 145"/>
                <a:gd name="T17" fmla="*/ 17 h 128"/>
                <a:gd name="T18" fmla="*/ 45 w 145"/>
                <a:gd name="T19" fmla="*/ 122 h 128"/>
                <a:gd name="T20" fmla="*/ 6 w 145"/>
                <a:gd name="T21" fmla="*/ 38 h 128"/>
                <a:gd name="T22" fmla="*/ 63 w 145"/>
                <a:gd name="T23" fmla="*/ 8 h 128"/>
                <a:gd name="T24" fmla="*/ 69 w 145"/>
                <a:gd name="T25" fmla="*/ 22 h 128"/>
                <a:gd name="T26" fmla="*/ 33 w 145"/>
                <a:gd name="T27" fmla="*/ 94 h 128"/>
                <a:gd name="T28" fmla="*/ 67 w 145"/>
                <a:gd name="T29" fmla="*/ 111 h 128"/>
                <a:gd name="T30" fmla="*/ 45 w 145"/>
                <a:gd name="T31" fmla="*/ 122 h 128"/>
                <a:gd name="T32" fmla="*/ 140 w 145"/>
                <a:gd name="T33" fmla="*/ 35 h 128"/>
                <a:gd name="T34" fmla="*/ 99 w 145"/>
                <a:gd name="T35" fmla="*/ 122 h 128"/>
                <a:gd name="T36" fmla="*/ 39 w 145"/>
                <a:gd name="T37" fmla="*/ 92 h 128"/>
                <a:gd name="T38" fmla="*/ 83 w 145"/>
                <a:gd name="T39" fmla="*/ 6 h 128"/>
                <a:gd name="T40" fmla="*/ 140 w 145"/>
                <a:gd name="T41" fmla="*/ 3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5" h="128">
                  <a:moveTo>
                    <a:pt x="72" y="17"/>
                  </a:moveTo>
                  <a:lnTo>
                    <a:pt x="65" y="2"/>
                  </a:lnTo>
                  <a:lnTo>
                    <a:pt x="0" y="36"/>
                  </a:lnTo>
                  <a:lnTo>
                    <a:pt x="42" y="128"/>
                  </a:lnTo>
                  <a:lnTo>
                    <a:pt x="73" y="114"/>
                  </a:lnTo>
                  <a:lnTo>
                    <a:pt x="101" y="128"/>
                  </a:lnTo>
                  <a:lnTo>
                    <a:pt x="145" y="34"/>
                  </a:lnTo>
                  <a:lnTo>
                    <a:pt x="81" y="0"/>
                  </a:lnTo>
                  <a:lnTo>
                    <a:pt x="72" y="17"/>
                  </a:lnTo>
                  <a:close/>
                  <a:moveTo>
                    <a:pt x="45" y="122"/>
                  </a:moveTo>
                  <a:lnTo>
                    <a:pt x="6" y="38"/>
                  </a:lnTo>
                  <a:lnTo>
                    <a:pt x="63" y="8"/>
                  </a:lnTo>
                  <a:lnTo>
                    <a:pt x="69" y="22"/>
                  </a:lnTo>
                  <a:lnTo>
                    <a:pt x="33" y="94"/>
                  </a:lnTo>
                  <a:lnTo>
                    <a:pt x="67" y="111"/>
                  </a:lnTo>
                  <a:lnTo>
                    <a:pt x="45" y="122"/>
                  </a:lnTo>
                  <a:close/>
                  <a:moveTo>
                    <a:pt x="140" y="35"/>
                  </a:moveTo>
                  <a:lnTo>
                    <a:pt x="99" y="122"/>
                  </a:lnTo>
                  <a:lnTo>
                    <a:pt x="39" y="92"/>
                  </a:lnTo>
                  <a:lnTo>
                    <a:pt x="83" y="6"/>
                  </a:lnTo>
                  <a:lnTo>
                    <a:pt x="140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3" name="Freeform 62"/>
            <p:cNvSpPr>
              <a:spLocks noEditPoints="1"/>
            </p:cNvSpPr>
            <p:nvPr/>
          </p:nvSpPr>
          <p:spPr bwMode="auto">
            <a:xfrm>
              <a:off x="4200144" y="1783375"/>
              <a:ext cx="67064" cy="94309"/>
            </a:xfrm>
            <a:custGeom>
              <a:avLst/>
              <a:gdLst>
                <a:gd name="T0" fmla="*/ 2 w 32"/>
                <a:gd name="T1" fmla="*/ 45 h 45"/>
                <a:gd name="T2" fmla="*/ 32 w 32"/>
                <a:gd name="T3" fmla="*/ 31 h 45"/>
                <a:gd name="T4" fmla="*/ 29 w 32"/>
                <a:gd name="T5" fmla="*/ 0 h 45"/>
                <a:gd name="T6" fmla="*/ 0 w 32"/>
                <a:gd name="T7" fmla="*/ 13 h 45"/>
                <a:gd name="T8" fmla="*/ 2 w 32"/>
                <a:gd name="T9" fmla="*/ 45 h 45"/>
                <a:gd name="T10" fmla="*/ 25 w 32"/>
                <a:gd name="T11" fmla="*/ 6 h 45"/>
                <a:gd name="T12" fmla="*/ 27 w 32"/>
                <a:gd name="T13" fmla="*/ 28 h 45"/>
                <a:gd name="T14" fmla="*/ 6 w 32"/>
                <a:gd name="T15" fmla="*/ 38 h 45"/>
                <a:gd name="T16" fmla="*/ 4 w 32"/>
                <a:gd name="T17" fmla="*/ 15 h 45"/>
                <a:gd name="T18" fmla="*/ 25 w 32"/>
                <a:gd name="T19" fmla="*/ 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45">
                  <a:moveTo>
                    <a:pt x="2" y="45"/>
                  </a:moveTo>
                  <a:lnTo>
                    <a:pt x="32" y="31"/>
                  </a:lnTo>
                  <a:lnTo>
                    <a:pt x="29" y="0"/>
                  </a:lnTo>
                  <a:lnTo>
                    <a:pt x="0" y="13"/>
                  </a:lnTo>
                  <a:lnTo>
                    <a:pt x="2" y="45"/>
                  </a:lnTo>
                  <a:close/>
                  <a:moveTo>
                    <a:pt x="25" y="6"/>
                  </a:moveTo>
                  <a:lnTo>
                    <a:pt x="27" y="28"/>
                  </a:lnTo>
                  <a:lnTo>
                    <a:pt x="6" y="38"/>
                  </a:lnTo>
                  <a:lnTo>
                    <a:pt x="4" y="15"/>
                  </a:lnTo>
                  <a:lnTo>
                    <a:pt x="25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4" name="Freeform 63"/>
            <p:cNvSpPr>
              <a:spLocks/>
            </p:cNvSpPr>
            <p:nvPr/>
          </p:nvSpPr>
          <p:spPr bwMode="auto">
            <a:xfrm>
              <a:off x="4214814" y="1716311"/>
              <a:ext cx="12575" cy="12575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0 w 6"/>
                <a:gd name="T7" fmla="*/ 5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6" y="2"/>
                  </a:lnTo>
                  <a:lnTo>
                    <a:pt x="4" y="6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5" name="Freeform 64"/>
            <p:cNvSpPr>
              <a:spLocks/>
            </p:cNvSpPr>
            <p:nvPr/>
          </p:nvSpPr>
          <p:spPr bwMode="auto">
            <a:xfrm>
              <a:off x="4068111" y="1772896"/>
              <a:ext cx="12575" cy="14671"/>
            </a:xfrm>
            <a:custGeom>
              <a:avLst/>
              <a:gdLst>
                <a:gd name="T0" fmla="*/ 2 w 6"/>
                <a:gd name="T1" fmla="*/ 7 h 7"/>
                <a:gd name="T2" fmla="*/ 0 w 6"/>
                <a:gd name="T3" fmla="*/ 2 h 7"/>
                <a:gd name="T4" fmla="*/ 4 w 6"/>
                <a:gd name="T5" fmla="*/ 0 h 7"/>
                <a:gd name="T6" fmla="*/ 6 w 6"/>
                <a:gd name="T7" fmla="*/ 5 h 7"/>
                <a:gd name="T8" fmla="*/ 2 w 6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7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6" y="5"/>
                  </a:lnTo>
                  <a:lnTo>
                    <a:pt x="2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6" name="Freeform 65"/>
            <p:cNvSpPr>
              <a:spLocks/>
            </p:cNvSpPr>
            <p:nvPr/>
          </p:nvSpPr>
          <p:spPr bwMode="auto">
            <a:xfrm>
              <a:off x="4237868" y="1923790"/>
              <a:ext cx="12575" cy="14671"/>
            </a:xfrm>
            <a:custGeom>
              <a:avLst/>
              <a:gdLst>
                <a:gd name="T0" fmla="*/ 4 w 6"/>
                <a:gd name="T1" fmla="*/ 7 h 7"/>
                <a:gd name="T2" fmla="*/ 0 w 6"/>
                <a:gd name="T3" fmla="*/ 5 h 7"/>
                <a:gd name="T4" fmla="*/ 2 w 6"/>
                <a:gd name="T5" fmla="*/ 0 h 7"/>
                <a:gd name="T6" fmla="*/ 6 w 6"/>
                <a:gd name="T7" fmla="*/ 3 h 7"/>
                <a:gd name="T8" fmla="*/ 4 w 6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4" y="7"/>
                  </a:moveTo>
                  <a:lnTo>
                    <a:pt x="0" y="5"/>
                  </a:lnTo>
                  <a:lnTo>
                    <a:pt x="2" y="0"/>
                  </a:lnTo>
                  <a:lnTo>
                    <a:pt x="6" y="3"/>
                  </a:lnTo>
                  <a:lnTo>
                    <a:pt x="4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2" name="Group 671"/>
          <p:cNvGrpSpPr/>
          <p:nvPr/>
        </p:nvGrpSpPr>
        <p:grpSpPr>
          <a:xfrm>
            <a:off x="4434868" y="1693257"/>
            <a:ext cx="303884" cy="268256"/>
            <a:chOff x="4434868" y="1693257"/>
            <a:chExt cx="303884" cy="268256"/>
          </a:xfrm>
          <a:solidFill>
            <a:schemeClr val="tx1"/>
          </a:solidFill>
        </p:grpSpPr>
        <p:sp>
          <p:nvSpPr>
            <p:cNvPr id="477" name="Freeform 66"/>
            <p:cNvSpPr>
              <a:spLocks noEditPoints="1"/>
            </p:cNvSpPr>
            <p:nvPr/>
          </p:nvSpPr>
          <p:spPr bwMode="auto">
            <a:xfrm>
              <a:off x="4434868" y="1693257"/>
              <a:ext cx="303884" cy="268256"/>
            </a:xfrm>
            <a:custGeom>
              <a:avLst/>
              <a:gdLst>
                <a:gd name="T0" fmla="*/ 73 w 145"/>
                <a:gd name="T1" fmla="*/ 114 h 128"/>
                <a:gd name="T2" fmla="*/ 101 w 145"/>
                <a:gd name="T3" fmla="*/ 128 h 128"/>
                <a:gd name="T4" fmla="*/ 145 w 145"/>
                <a:gd name="T5" fmla="*/ 34 h 128"/>
                <a:gd name="T6" fmla="*/ 81 w 145"/>
                <a:gd name="T7" fmla="*/ 0 h 128"/>
                <a:gd name="T8" fmla="*/ 72 w 145"/>
                <a:gd name="T9" fmla="*/ 17 h 128"/>
                <a:gd name="T10" fmla="*/ 65 w 145"/>
                <a:gd name="T11" fmla="*/ 2 h 128"/>
                <a:gd name="T12" fmla="*/ 0 w 145"/>
                <a:gd name="T13" fmla="*/ 36 h 128"/>
                <a:gd name="T14" fmla="*/ 42 w 145"/>
                <a:gd name="T15" fmla="*/ 128 h 128"/>
                <a:gd name="T16" fmla="*/ 73 w 145"/>
                <a:gd name="T17" fmla="*/ 114 h 128"/>
                <a:gd name="T18" fmla="*/ 83 w 145"/>
                <a:gd name="T19" fmla="*/ 6 h 128"/>
                <a:gd name="T20" fmla="*/ 140 w 145"/>
                <a:gd name="T21" fmla="*/ 35 h 128"/>
                <a:gd name="T22" fmla="*/ 99 w 145"/>
                <a:gd name="T23" fmla="*/ 122 h 128"/>
                <a:gd name="T24" fmla="*/ 40 w 145"/>
                <a:gd name="T25" fmla="*/ 92 h 128"/>
                <a:gd name="T26" fmla="*/ 83 w 145"/>
                <a:gd name="T27" fmla="*/ 6 h 128"/>
                <a:gd name="T28" fmla="*/ 63 w 145"/>
                <a:gd name="T29" fmla="*/ 8 h 128"/>
                <a:gd name="T30" fmla="*/ 69 w 145"/>
                <a:gd name="T31" fmla="*/ 22 h 128"/>
                <a:gd name="T32" fmla="*/ 34 w 145"/>
                <a:gd name="T33" fmla="*/ 94 h 128"/>
                <a:gd name="T34" fmla="*/ 68 w 145"/>
                <a:gd name="T35" fmla="*/ 111 h 128"/>
                <a:gd name="T36" fmla="*/ 45 w 145"/>
                <a:gd name="T37" fmla="*/ 122 h 128"/>
                <a:gd name="T38" fmla="*/ 6 w 145"/>
                <a:gd name="T39" fmla="*/ 38 h 128"/>
                <a:gd name="T40" fmla="*/ 63 w 145"/>
                <a:gd name="T41" fmla="*/ 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5" h="128">
                  <a:moveTo>
                    <a:pt x="73" y="114"/>
                  </a:moveTo>
                  <a:lnTo>
                    <a:pt x="101" y="128"/>
                  </a:lnTo>
                  <a:lnTo>
                    <a:pt x="145" y="34"/>
                  </a:lnTo>
                  <a:lnTo>
                    <a:pt x="81" y="0"/>
                  </a:lnTo>
                  <a:lnTo>
                    <a:pt x="72" y="17"/>
                  </a:lnTo>
                  <a:lnTo>
                    <a:pt x="65" y="2"/>
                  </a:lnTo>
                  <a:lnTo>
                    <a:pt x="0" y="36"/>
                  </a:lnTo>
                  <a:lnTo>
                    <a:pt x="42" y="128"/>
                  </a:lnTo>
                  <a:lnTo>
                    <a:pt x="73" y="114"/>
                  </a:lnTo>
                  <a:close/>
                  <a:moveTo>
                    <a:pt x="83" y="6"/>
                  </a:moveTo>
                  <a:lnTo>
                    <a:pt x="140" y="35"/>
                  </a:lnTo>
                  <a:lnTo>
                    <a:pt x="99" y="122"/>
                  </a:lnTo>
                  <a:lnTo>
                    <a:pt x="40" y="92"/>
                  </a:lnTo>
                  <a:lnTo>
                    <a:pt x="83" y="6"/>
                  </a:lnTo>
                  <a:close/>
                  <a:moveTo>
                    <a:pt x="63" y="8"/>
                  </a:moveTo>
                  <a:lnTo>
                    <a:pt x="69" y="22"/>
                  </a:lnTo>
                  <a:lnTo>
                    <a:pt x="34" y="94"/>
                  </a:lnTo>
                  <a:lnTo>
                    <a:pt x="68" y="111"/>
                  </a:lnTo>
                  <a:lnTo>
                    <a:pt x="45" y="122"/>
                  </a:lnTo>
                  <a:lnTo>
                    <a:pt x="6" y="38"/>
                  </a:lnTo>
                  <a:lnTo>
                    <a:pt x="63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8" name="Freeform 67"/>
            <p:cNvSpPr>
              <a:spLocks/>
            </p:cNvSpPr>
            <p:nvPr/>
          </p:nvSpPr>
          <p:spPr bwMode="auto">
            <a:xfrm>
              <a:off x="4606720" y="1716311"/>
              <a:ext cx="12575" cy="12575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0 w 6"/>
                <a:gd name="T7" fmla="*/ 5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6" y="2"/>
                  </a:lnTo>
                  <a:lnTo>
                    <a:pt x="4" y="6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9" name="Freeform 68"/>
            <p:cNvSpPr>
              <a:spLocks/>
            </p:cNvSpPr>
            <p:nvPr/>
          </p:nvSpPr>
          <p:spPr bwMode="auto">
            <a:xfrm>
              <a:off x="4460017" y="1772896"/>
              <a:ext cx="14671" cy="14671"/>
            </a:xfrm>
            <a:custGeom>
              <a:avLst/>
              <a:gdLst>
                <a:gd name="T0" fmla="*/ 2 w 7"/>
                <a:gd name="T1" fmla="*/ 7 h 7"/>
                <a:gd name="T2" fmla="*/ 0 w 7"/>
                <a:gd name="T3" fmla="*/ 2 h 7"/>
                <a:gd name="T4" fmla="*/ 4 w 7"/>
                <a:gd name="T5" fmla="*/ 0 h 7"/>
                <a:gd name="T6" fmla="*/ 7 w 7"/>
                <a:gd name="T7" fmla="*/ 5 h 7"/>
                <a:gd name="T8" fmla="*/ 2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2" y="7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7" y="5"/>
                  </a:lnTo>
                  <a:lnTo>
                    <a:pt x="2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0" name="Freeform 69"/>
            <p:cNvSpPr>
              <a:spLocks/>
            </p:cNvSpPr>
            <p:nvPr/>
          </p:nvSpPr>
          <p:spPr bwMode="auto">
            <a:xfrm>
              <a:off x="4629773" y="1923790"/>
              <a:ext cx="14671" cy="14671"/>
            </a:xfrm>
            <a:custGeom>
              <a:avLst/>
              <a:gdLst>
                <a:gd name="T0" fmla="*/ 5 w 7"/>
                <a:gd name="T1" fmla="*/ 7 h 7"/>
                <a:gd name="T2" fmla="*/ 0 w 7"/>
                <a:gd name="T3" fmla="*/ 5 h 7"/>
                <a:gd name="T4" fmla="*/ 2 w 7"/>
                <a:gd name="T5" fmla="*/ 0 h 7"/>
                <a:gd name="T6" fmla="*/ 7 w 7"/>
                <a:gd name="T7" fmla="*/ 3 h 7"/>
                <a:gd name="T8" fmla="*/ 5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5" y="7"/>
                  </a:moveTo>
                  <a:lnTo>
                    <a:pt x="0" y="5"/>
                  </a:lnTo>
                  <a:lnTo>
                    <a:pt x="2" y="0"/>
                  </a:lnTo>
                  <a:lnTo>
                    <a:pt x="7" y="3"/>
                  </a:lnTo>
                  <a:lnTo>
                    <a:pt x="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1" name="Freeform 70"/>
            <p:cNvSpPr>
              <a:spLocks noEditPoints="1"/>
            </p:cNvSpPr>
            <p:nvPr/>
          </p:nvSpPr>
          <p:spPr bwMode="auto">
            <a:xfrm>
              <a:off x="4573188" y="1777087"/>
              <a:ext cx="111075" cy="92213"/>
            </a:xfrm>
            <a:custGeom>
              <a:avLst/>
              <a:gdLst>
                <a:gd name="T0" fmla="*/ 25 w 94"/>
                <a:gd name="T1" fmla="*/ 76 h 78"/>
                <a:gd name="T2" fmla="*/ 26 w 94"/>
                <a:gd name="T3" fmla="*/ 78 h 78"/>
                <a:gd name="T4" fmla="*/ 29 w 94"/>
                <a:gd name="T5" fmla="*/ 78 h 78"/>
                <a:gd name="T6" fmla="*/ 87 w 94"/>
                <a:gd name="T7" fmla="*/ 56 h 78"/>
                <a:gd name="T8" fmla="*/ 82 w 94"/>
                <a:gd name="T9" fmla="*/ 22 h 78"/>
                <a:gd name="T10" fmla="*/ 58 w 94"/>
                <a:gd name="T11" fmla="*/ 20 h 78"/>
                <a:gd name="T12" fmla="*/ 57 w 94"/>
                <a:gd name="T13" fmla="*/ 15 h 78"/>
                <a:gd name="T14" fmla="*/ 46 w 94"/>
                <a:gd name="T15" fmla="*/ 2 h 78"/>
                <a:gd name="T16" fmla="*/ 35 w 94"/>
                <a:gd name="T17" fmla="*/ 0 h 78"/>
                <a:gd name="T18" fmla="*/ 12 w 94"/>
                <a:gd name="T19" fmla="*/ 12 h 78"/>
                <a:gd name="T20" fmla="*/ 25 w 94"/>
                <a:gd name="T21" fmla="*/ 76 h 78"/>
                <a:gd name="T22" fmla="*/ 19 w 94"/>
                <a:gd name="T23" fmla="*/ 16 h 78"/>
                <a:gd name="T24" fmla="*/ 35 w 94"/>
                <a:gd name="T25" fmla="*/ 8 h 78"/>
                <a:gd name="T26" fmla="*/ 42 w 94"/>
                <a:gd name="T27" fmla="*/ 9 h 78"/>
                <a:gd name="T28" fmla="*/ 49 w 94"/>
                <a:gd name="T29" fmla="*/ 18 h 78"/>
                <a:gd name="T30" fmla="*/ 48 w 94"/>
                <a:gd name="T31" fmla="*/ 28 h 78"/>
                <a:gd name="T32" fmla="*/ 55 w 94"/>
                <a:gd name="T33" fmla="*/ 32 h 78"/>
                <a:gd name="T34" fmla="*/ 67 w 94"/>
                <a:gd name="T35" fmla="*/ 27 h 78"/>
                <a:gd name="T36" fmla="*/ 78 w 94"/>
                <a:gd name="T37" fmla="*/ 29 h 78"/>
                <a:gd name="T38" fmla="*/ 80 w 94"/>
                <a:gd name="T39" fmla="*/ 52 h 78"/>
                <a:gd name="T40" fmla="*/ 30 w 94"/>
                <a:gd name="T41" fmla="*/ 70 h 78"/>
                <a:gd name="T42" fmla="*/ 19 w 94"/>
                <a:gd name="T43" fmla="*/ 1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78">
                  <a:moveTo>
                    <a:pt x="25" y="76"/>
                  </a:moveTo>
                  <a:cubicBezTo>
                    <a:pt x="26" y="78"/>
                    <a:pt x="26" y="78"/>
                    <a:pt x="26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40" y="78"/>
                    <a:pt x="76" y="76"/>
                    <a:pt x="87" y="56"/>
                  </a:cubicBezTo>
                  <a:cubicBezTo>
                    <a:pt x="94" y="44"/>
                    <a:pt x="93" y="28"/>
                    <a:pt x="82" y="22"/>
                  </a:cubicBezTo>
                  <a:cubicBezTo>
                    <a:pt x="75" y="18"/>
                    <a:pt x="65" y="18"/>
                    <a:pt x="58" y="20"/>
                  </a:cubicBezTo>
                  <a:cubicBezTo>
                    <a:pt x="58" y="18"/>
                    <a:pt x="57" y="17"/>
                    <a:pt x="57" y="15"/>
                  </a:cubicBezTo>
                  <a:cubicBezTo>
                    <a:pt x="55" y="10"/>
                    <a:pt x="51" y="5"/>
                    <a:pt x="46" y="2"/>
                  </a:cubicBezTo>
                  <a:cubicBezTo>
                    <a:pt x="43" y="0"/>
                    <a:pt x="39" y="0"/>
                    <a:pt x="35" y="0"/>
                  </a:cubicBezTo>
                  <a:cubicBezTo>
                    <a:pt x="25" y="0"/>
                    <a:pt x="16" y="4"/>
                    <a:pt x="12" y="12"/>
                  </a:cubicBezTo>
                  <a:cubicBezTo>
                    <a:pt x="0" y="35"/>
                    <a:pt x="23" y="74"/>
                    <a:pt x="25" y="76"/>
                  </a:cubicBezTo>
                  <a:close/>
                  <a:moveTo>
                    <a:pt x="19" y="16"/>
                  </a:moveTo>
                  <a:cubicBezTo>
                    <a:pt x="22" y="11"/>
                    <a:pt x="28" y="8"/>
                    <a:pt x="35" y="8"/>
                  </a:cubicBezTo>
                  <a:cubicBezTo>
                    <a:pt x="37" y="8"/>
                    <a:pt x="40" y="8"/>
                    <a:pt x="42" y="9"/>
                  </a:cubicBezTo>
                  <a:cubicBezTo>
                    <a:pt x="45" y="11"/>
                    <a:pt x="48" y="14"/>
                    <a:pt x="49" y="18"/>
                  </a:cubicBezTo>
                  <a:cubicBezTo>
                    <a:pt x="50" y="21"/>
                    <a:pt x="50" y="25"/>
                    <a:pt x="48" y="28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8" y="27"/>
                    <a:pt x="64" y="27"/>
                    <a:pt x="67" y="27"/>
                  </a:cubicBezTo>
                  <a:cubicBezTo>
                    <a:pt x="71" y="27"/>
                    <a:pt x="75" y="28"/>
                    <a:pt x="78" y="29"/>
                  </a:cubicBezTo>
                  <a:cubicBezTo>
                    <a:pt x="85" y="33"/>
                    <a:pt x="84" y="45"/>
                    <a:pt x="80" y="52"/>
                  </a:cubicBezTo>
                  <a:cubicBezTo>
                    <a:pt x="72" y="68"/>
                    <a:pt x="38" y="70"/>
                    <a:pt x="30" y="70"/>
                  </a:cubicBezTo>
                  <a:cubicBezTo>
                    <a:pt x="24" y="58"/>
                    <a:pt x="11" y="30"/>
                    <a:pt x="1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82" name="Freeform 71"/>
          <p:cNvSpPr>
            <a:spLocks noEditPoints="1"/>
          </p:cNvSpPr>
          <p:nvPr/>
        </p:nvSpPr>
        <p:spPr bwMode="auto">
          <a:xfrm>
            <a:off x="4828870" y="1718406"/>
            <a:ext cx="301788" cy="217958"/>
          </a:xfrm>
          <a:custGeom>
            <a:avLst/>
            <a:gdLst>
              <a:gd name="T0" fmla="*/ 256 w 256"/>
              <a:gd name="T1" fmla="*/ 32 h 184"/>
              <a:gd name="T2" fmla="*/ 168 w 256"/>
              <a:gd name="T3" fmla="*/ 32 h 184"/>
              <a:gd name="T4" fmla="*/ 128 w 256"/>
              <a:gd name="T5" fmla="*/ 0 h 184"/>
              <a:gd name="T6" fmla="*/ 88 w 256"/>
              <a:gd name="T7" fmla="*/ 32 h 184"/>
              <a:gd name="T8" fmla="*/ 0 w 256"/>
              <a:gd name="T9" fmla="*/ 32 h 184"/>
              <a:gd name="T10" fmla="*/ 0 w 256"/>
              <a:gd name="T11" fmla="*/ 184 h 184"/>
              <a:gd name="T12" fmla="*/ 256 w 256"/>
              <a:gd name="T13" fmla="*/ 184 h 184"/>
              <a:gd name="T14" fmla="*/ 256 w 256"/>
              <a:gd name="T15" fmla="*/ 32 h 184"/>
              <a:gd name="T16" fmla="*/ 128 w 256"/>
              <a:gd name="T17" fmla="*/ 8 h 184"/>
              <a:gd name="T18" fmla="*/ 160 w 256"/>
              <a:gd name="T19" fmla="*/ 32 h 184"/>
              <a:gd name="T20" fmla="*/ 96 w 256"/>
              <a:gd name="T21" fmla="*/ 32 h 184"/>
              <a:gd name="T22" fmla="*/ 128 w 256"/>
              <a:gd name="T23" fmla="*/ 8 h 184"/>
              <a:gd name="T24" fmla="*/ 248 w 256"/>
              <a:gd name="T25" fmla="*/ 40 h 184"/>
              <a:gd name="T26" fmla="*/ 248 w 256"/>
              <a:gd name="T27" fmla="*/ 80 h 184"/>
              <a:gd name="T28" fmla="*/ 8 w 256"/>
              <a:gd name="T29" fmla="*/ 80 h 184"/>
              <a:gd name="T30" fmla="*/ 8 w 256"/>
              <a:gd name="T31" fmla="*/ 40 h 184"/>
              <a:gd name="T32" fmla="*/ 248 w 256"/>
              <a:gd name="T33" fmla="*/ 40 h 184"/>
              <a:gd name="T34" fmla="*/ 112 w 256"/>
              <a:gd name="T35" fmla="*/ 88 h 184"/>
              <a:gd name="T36" fmla="*/ 144 w 256"/>
              <a:gd name="T37" fmla="*/ 88 h 184"/>
              <a:gd name="T38" fmla="*/ 144 w 256"/>
              <a:gd name="T39" fmla="*/ 104 h 184"/>
              <a:gd name="T40" fmla="*/ 112 w 256"/>
              <a:gd name="T41" fmla="*/ 104 h 184"/>
              <a:gd name="T42" fmla="*/ 112 w 256"/>
              <a:gd name="T43" fmla="*/ 88 h 184"/>
              <a:gd name="T44" fmla="*/ 8 w 256"/>
              <a:gd name="T45" fmla="*/ 176 h 184"/>
              <a:gd name="T46" fmla="*/ 8 w 256"/>
              <a:gd name="T47" fmla="*/ 88 h 184"/>
              <a:gd name="T48" fmla="*/ 104 w 256"/>
              <a:gd name="T49" fmla="*/ 88 h 184"/>
              <a:gd name="T50" fmla="*/ 104 w 256"/>
              <a:gd name="T51" fmla="*/ 112 h 184"/>
              <a:gd name="T52" fmla="*/ 152 w 256"/>
              <a:gd name="T53" fmla="*/ 112 h 184"/>
              <a:gd name="T54" fmla="*/ 152 w 256"/>
              <a:gd name="T55" fmla="*/ 88 h 184"/>
              <a:gd name="T56" fmla="*/ 248 w 256"/>
              <a:gd name="T57" fmla="*/ 88 h 184"/>
              <a:gd name="T58" fmla="*/ 248 w 256"/>
              <a:gd name="T59" fmla="*/ 176 h 184"/>
              <a:gd name="T60" fmla="*/ 8 w 256"/>
              <a:gd name="T61" fmla="*/ 17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56" h="184">
                <a:moveTo>
                  <a:pt x="256" y="32"/>
                </a:moveTo>
                <a:cubicBezTo>
                  <a:pt x="168" y="32"/>
                  <a:pt x="168" y="32"/>
                  <a:pt x="168" y="32"/>
                </a:cubicBezTo>
                <a:cubicBezTo>
                  <a:pt x="166" y="22"/>
                  <a:pt x="160" y="0"/>
                  <a:pt x="128" y="0"/>
                </a:cubicBezTo>
                <a:cubicBezTo>
                  <a:pt x="97" y="0"/>
                  <a:pt x="90" y="22"/>
                  <a:pt x="88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84"/>
                  <a:pt x="0" y="184"/>
                  <a:pt x="0" y="184"/>
                </a:cubicBezTo>
                <a:cubicBezTo>
                  <a:pt x="256" y="184"/>
                  <a:pt x="256" y="184"/>
                  <a:pt x="256" y="184"/>
                </a:cubicBezTo>
                <a:lnTo>
                  <a:pt x="256" y="32"/>
                </a:lnTo>
                <a:close/>
                <a:moveTo>
                  <a:pt x="128" y="8"/>
                </a:moveTo>
                <a:cubicBezTo>
                  <a:pt x="153" y="8"/>
                  <a:pt x="158" y="24"/>
                  <a:pt x="160" y="32"/>
                </a:cubicBezTo>
                <a:cubicBezTo>
                  <a:pt x="96" y="32"/>
                  <a:pt x="96" y="32"/>
                  <a:pt x="96" y="32"/>
                </a:cubicBezTo>
                <a:cubicBezTo>
                  <a:pt x="98" y="24"/>
                  <a:pt x="103" y="8"/>
                  <a:pt x="128" y="8"/>
                </a:cubicBezTo>
                <a:close/>
                <a:moveTo>
                  <a:pt x="248" y="40"/>
                </a:moveTo>
                <a:cubicBezTo>
                  <a:pt x="248" y="80"/>
                  <a:pt x="248" y="80"/>
                  <a:pt x="248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40"/>
                  <a:pt x="8" y="40"/>
                  <a:pt x="8" y="40"/>
                </a:cubicBezTo>
                <a:lnTo>
                  <a:pt x="248" y="40"/>
                </a:lnTo>
                <a:close/>
                <a:moveTo>
                  <a:pt x="112" y="88"/>
                </a:moveTo>
                <a:cubicBezTo>
                  <a:pt x="144" y="88"/>
                  <a:pt x="144" y="88"/>
                  <a:pt x="144" y="88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12" y="104"/>
                  <a:pt x="112" y="104"/>
                  <a:pt x="112" y="104"/>
                </a:cubicBezTo>
                <a:lnTo>
                  <a:pt x="112" y="88"/>
                </a:lnTo>
                <a:close/>
                <a:moveTo>
                  <a:pt x="8" y="176"/>
                </a:moveTo>
                <a:cubicBezTo>
                  <a:pt x="8" y="88"/>
                  <a:pt x="8" y="88"/>
                  <a:pt x="8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248" y="88"/>
                  <a:pt x="248" y="88"/>
                  <a:pt x="248" y="88"/>
                </a:cubicBezTo>
                <a:cubicBezTo>
                  <a:pt x="248" y="176"/>
                  <a:pt x="248" y="176"/>
                  <a:pt x="248" y="176"/>
                </a:cubicBezTo>
                <a:lnTo>
                  <a:pt x="8" y="17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71" name="Group 670"/>
          <p:cNvGrpSpPr/>
          <p:nvPr/>
        </p:nvGrpSpPr>
        <p:grpSpPr>
          <a:xfrm>
            <a:off x="5235445" y="1676491"/>
            <a:ext cx="272448" cy="301788"/>
            <a:chOff x="5235445" y="1676491"/>
            <a:chExt cx="272448" cy="301788"/>
          </a:xfrm>
          <a:solidFill>
            <a:schemeClr val="tx1"/>
          </a:solidFill>
        </p:grpSpPr>
        <p:sp>
          <p:nvSpPr>
            <p:cNvPr id="483" name="Freeform 72"/>
            <p:cNvSpPr>
              <a:spLocks noEditPoints="1"/>
            </p:cNvSpPr>
            <p:nvPr/>
          </p:nvSpPr>
          <p:spPr bwMode="auto">
            <a:xfrm>
              <a:off x="5235445" y="1676491"/>
              <a:ext cx="272448" cy="301788"/>
            </a:xfrm>
            <a:custGeom>
              <a:avLst/>
              <a:gdLst>
                <a:gd name="T0" fmla="*/ 116 w 232"/>
                <a:gd name="T1" fmla="*/ 256 h 256"/>
                <a:gd name="T2" fmla="*/ 198 w 232"/>
                <a:gd name="T3" fmla="*/ 222 h 256"/>
                <a:gd name="T4" fmla="*/ 232 w 232"/>
                <a:gd name="T5" fmla="*/ 140 h 256"/>
                <a:gd name="T6" fmla="*/ 198 w 232"/>
                <a:gd name="T7" fmla="*/ 58 h 256"/>
                <a:gd name="T8" fmla="*/ 120 w 232"/>
                <a:gd name="T9" fmla="*/ 24 h 256"/>
                <a:gd name="T10" fmla="*/ 120 w 232"/>
                <a:gd name="T11" fmla="*/ 8 h 256"/>
                <a:gd name="T12" fmla="*/ 140 w 232"/>
                <a:gd name="T13" fmla="*/ 8 h 256"/>
                <a:gd name="T14" fmla="*/ 140 w 232"/>
                <a:gd name="T15" fmla="*/ 0 h 256"/>
                <a:gd name="T16" fmla="*/ 116 w 232"/>
                <a:gd name="T17" fmla="*/ 0 h 256"/>
                <a:gd name="T18" fmla="*/ 112 w 232"/>
                <a:gd name="T19" fmla="*/ 0 h 256"/>
                <a:gd name="T20" fmla="*/ 92 w 232"/>
                <a:gd name="T21" fmla="*/ 0 h 256"/>
                <a:gd name="T22" fmla="*/ 92 w 232"/>
                <a:gd name="T23" fmla="*/ 8 h 256"/>
                <a:gd name="T24" fmla="*/ 112 w 232"/>
                <a:gd name="T25" fmla="*/ 8 h 256"/>
                <a:gd name="T26" fmla="*/ 112 w 232"/>
                <a:gd name="T27" fmla="*/ 24 h 256"/>
                <a:gd name="T28" fmla="*/ 34 w 232"/>
                <a:gd name="T29" fmla="*/ 58 h 256"/>
                <a:gd name="T30" fmla="*/ 0 w 232"/>
                <a:gd name="T31" fmla="*/ 140 h 256"/>
                <a:gd name="T32" fmla="*/ 34 w 232"/>
                <a:gd name="T33" fmla="*/ 222 h 256"/>
                <a:gd name="T34" fmla="*/ 116 w 232"/>
                <a:gd name="T35" fmla="*/ 256 h 256"/>
                <a:gd name="T36" fmla="*/ 40 w 232"/>
                <a:gd name="T37" fmla="*/ 63 h 256"/>
                <a:gd name="T38" fmla="*/ 112 w 232"/>
                <a:gd name="T39" fmla="*/ 32 h 256"/>
                <a:gd name="T40" fmla="*/ 112 w 232"/>
                <a:gd name="T41" fmla="*/ 44 h 256"/>
                <a:gd name="T42" fmla="*/ 120 w 232"/>
                <a:gd name="T43" fmla="*/ 44 h 256"/>
                <a:gd name="T44" fmla="*/ 120 w 232"/>
                <a:gd name="T45" fmla="*/ 32 h 256"/>
                <a:gd name="T46" fmla="*/ 193 w 232"/>
                <a:gd name="T47" fmla="*/ 63 h 256"/>
                <a:gd name="T48" fmla="*/ 224 w 232"/>
                <a:gd name="T49" fmla="*/ 136 h 256"/>
                <a:gd name="T50" fmla="*/ 212 w 232"/>
                <a:gd name="T51" fmla="*/ 136 h 256"/>
                <a:gd name="T52" fmla="*/ 212 w 232"/>
                <a:gd name="T53" fmla="*/ 144 h 256"/>
                <a:gd name="T54" fmla="*/ 224 w 232"/>
                <a:gd name="T55" fmla="*/ 144 h 256"/>
                <a:gd name="T56" fmla="*/ 193 w 232"/>
                <a:gd name="T57" fmla="*/ 216 h 256"/>
                <a:gd name="T58" fmla="*/ 120 w 232"/>
                <a:gd name="T59" fmla="*/ 248 h 256"/>
                <a:gd name="T60" fmla="*/ 120 w 232"/>
                <a:gd name="T61" fmla="*/ 236 h 256"/>
                <a:gd name="T62" fmla="*/ 112 w 232"/>
                <a:gd name="T63" fmla="*/ 236 h 256"/>
                <a:gd name="T64" fmla="*/ 112 w 232"/>
                <a:gd name="T65" fmla="*/ 248 h 256"/>
                <a:gd name="T66" fmla="*/ 40 w 232"/>
                <a:gd name="T67" fmla="*/ 216 h 256"/>
                <a:gd name="T68" fmla="*/ 8 w 232"/>
                <a:gd name="T69" fmla="*/ 144 h 256"/>
                <a:gd name="T70" fmla="*/ 20 w 232"/>
                <a:gd name="T71" fmla="*/ 144 h 256"/>
                <a:gd name="T72" fmla="*/ 20 w 232"/>
                <a:gd name="T73" fmla="*/ 136 h 256"/>
                <a:gd name="T74" fmla="*/ 8 w 232"/>
                <a:gd name="T75" fmla="*/ 136 h 256"/>
                <a:gd name="T76" fmla="*/ 40 w 232"/>
                <a:gd name="T77" fmla="*/ 6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2" h="256">
                  <a:moveTo>
                    <a:pt x="116" y="256"/>
                  </a:moveTo>
                  <a:cubicBezTo>
                    <a:pt x="147" y="256"/>
                    <a:pt x="176" y="244"/>
                    <a:pt x="198" y="222"/>
                  </a:cubicBezTo>
                  <a:cubicBezTo>
                    <a:pt x="220" y="200"/>
                    <a:pt x="232" y="171"/>
                    <a:pt x="232" y="140"/>
                  </a:cubicBezTo>
                  <a:cubicBezTo>
                    <a:pt x="232" y="109"/>
                    <a:pt x="220" y="80"/>
                    <a:pt x="198" y="58"/>
                  </a:cubicBezTo>
                  <a:cubicBezTo>
                    <a:pt x="177" y="37"/>
                    <a:pt x="150" y="25"/>
                    <a:pt x="120" y="24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12" y="24"/>
                    <a:pt x="112" y="24"/>
                    <a:pt x="112" y="24"/>
                  </a:cubicBezTo>
                  <a:cubicBezTo>
                    <a:pt x="83" y="25"/>
                    <a:pt x="55" y="37"/>
                    <a:pt x="34" y="58"/>
                  </a:cubicBezTo>
                  <a:cubicBezTo>
                    <a:pt x="12" y="80"/>
                    <a:pt x="0" y="109"/>
                    <a:pt x="0" y="140"/>
                  </a:cubicBezTo>
                  <a:cubicBezTo>
                    <a:pt x="0" y="171"/>
                    <a:pt x="12" y="200"/>
                    <a:pt x="34" y="222"/>
                  </a:cubicBezTo>
                  <a:cubicBezTo>
                    <a:pt x="56" y="244"/>
                    <a:pt x="85" y="256"/>
                    <a:pt x="116" y="256"/>
                  </a:cubicBezTo>
                  <a:close/>
                  <a:moveTo>
                    <a:pt x="40" y="63"/>
                  </a:moveTo>
                  <a:cubicBezTo>
                    <a:pt x="59" y="44"/>
                    <a:pt x="85" y="33"/>
                    <a:pt x="112" y="32"/>
                  </a:cubicBezTo>
                  <a:cubicBezTo>
                    <a:pt x="112" y="44"/>
                    <a:pt x="112" y="44"/>
                    <a:pt x="112" y="4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48" y="33"/>
                    <a:pt x="173" y="44"/>
                    <a:pt x="193" y="63"/>
                  </a:cubicBezTo>
                  <a:cubicBezTo>
                    <a:pt x="212" y="83"/>
                    <a:pt x="223" y="108"/>
                    <a:pt x="224" y="136"/>
                  </a:cubicBezTo>
                  <a:cubicBezTo>
                    <a:pt x="212" y="136"/>
                    <a:pt x="212" y="136"/>
                    <a:pt x="212" y="136"/>
                  </a:cubicBezTo>
                  <a:cubicBezTo>
                    <a:pt x="212" y="144"/>
                    <a:pt x="212" y="144"/>
                    <a:pt x="212" y="144"/>
                  </a:cubicBezTo>
                  <a:cubicBezTo>
                    <a:pt x="224" y="144"/>
                    <a:pt x="224" y="144"/>
                    <a:pt x="224" y="144"/>
                  </a:cubicBezTo>
                  <a:cubicBezTo>
                    <a:pt x="223" y="171"/>
                    <a:pt x="212" y="197"/>
                    <a:pt x="193" y="216"/>
                  </a:cubicBezTo>
                  <a:cubicBezTo>
                    <a:pt x="173" y="236"/>
                    <a:pt x="148" y="247"/>
                    <a:pt x="120" y="248"/>
                  </a:cubicBezTo>
                  <a:cubicBezTo>
                    <a:pt x="120" y="236"/>
                    <a:pt x="120" y="236"/>
                    <a:pt x="120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85" y="247"/>
                    <a:pt x="59" y="236"/>
                    <a:pt x="40" y="216"/>
                  </a:cubicBezTo>
                  <a:cubicBezTo>
                    <a:pt x="20" y="197"/>
                    <a:pt x="9" y="171"/>
                    <a:pt x="8" y="144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9" y="108"/>
                    <a:pt x="20" y="83"/>
                    <a:pt x="40" y="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4" name="Freeform 73"/>
            <p:cNvSpPr>
              <a:spLocks/>
            </p:cNvSpPr>
            <p:nvPr/>
          </p:nvSpPr>
          <p:spPr bwMode="auto">
            <a:xfrm>
              <a:off x="5285743" y="1756130"/>
              <a:ext cx="20958" cy="18862"/>
            </a:xfrm>
            <a:custGeom>
              <a:avLst/>
              <a:gdLst>
                <a:gd name="T0" fmla="*/ 3 w 10"/>
                <a:gd name="T1" fmla="*/ 0 h 9"/>
                <a:gd name="T2" fmla="*/ 10 w 10"/>
                <a:gd name="T3" fmla="*/ 6 h 9"/>
                <a:gd name="T4" fmla="*/ 7 w 10"/>
                <a:gd name="T5" fmla="*/ 9 h 9"/>
                <a:gd name="T6" fmla="*/ 0 w 10"/>
                <a:gd name="T7" fmla="*/ 3 h 9"/>
                <a:gd name="T8" fmla="*/ 3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lnTo>
                    <a:pt x="10" y="6"/>
                  </a:lnTo>
                  <a:lnTo>
                    <a:pt x="7" y="9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5" name="Freeform 74"/>
            <p:cNvSpPr>
              <a:spLocks/>
            </p:cNvSpPr>
            <p:nvPr/>
          </p:nvSpPr>
          <p:spPr bwMode="auto">
            <a:xfrm>
              <a:off x="5436637" y="1907024"/>
              <a:ext cx="20958" cy="18862"/>
            </a:xfrm>
            <a:custGeom>
              <a:avLst/>
              <a:gdLst>
                <a:gd name="T0" fmla="*/ 3 w 10"/>
                <a:gd name="T1" fmla="*/ 0 h 9"/>
                <a:gd name="T2" fmla="*/ 10 w 10"/>
                <a:gd name="T3" fmla="*/ 7 h 9"/>
                <a:gd name="T4" fmla="*/ 7 w 10"/>
                <a:gd name="T5" fmla="*/ 9 h 9"/>
                <a:gd name="T6" fmla="*/ 0 w 10"/>
                <a:gd name="T7" fmla="*/ 3 h 9"/>
                <a:gd name="T8" fmla="*/ 3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lnTo>
                    <a:pt x="10" y="7"/>
                  </a:lnTo>
                  <a:lnTo>
                    <a:pt x="7" y="9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6" name="Freeform 75"/>
            <p:cNvSpPr>
              <a:spLocks/>
            </p:cNvSpPr>
            <p:nvPr/>
          </p:nvSpPr>
          <p:spPr bwMode="auto">
            <a:xfrm>
              <a:off x="5436637" y="1756130"/>
              <a:ext cx="20958" cy="18862"/>
            </a:xfrm>
            <a:custGeom>
              <a:avLst/>
              <a:gdLst>
                <a:gd name="T0" fmla="*/ 7 w 10"/>
                <a:gd name="T1" fmla="*/ 0 h 9"/>
                <a:gd name="T2" fmla="*/ 10 w 10"/>
                <a:gd name="T3" fmla="*/ 3 h 9"/>
                <a:gd name="T4" fmla="*/ 3 w 10"/>
                <a:gd name="T5" fmla="*/ 9 h 9"/>
                <a:gd name="T6" fmla="*/ 0 w 10"/>
                <a:gd name="T7" fmla="*/ 6 h 9"/>
                <a:gd name="T8" fmla="*/ 7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lnTo>
                    <a:pt x="10" y="3"/>
                  </a:lnTo>
                  <a:lnTo>
                    <a:pt x="3" y="9"/>
                  </a:lnTo>
                  <a:lnTo>
                    <a:pt x="0" y="6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7" name="Freeform 76"/>
            <p:cNvSpPr>
              <a:spLocks/>
            </p:cNvSpPr>
            <p:nvPr/>
          </p:nvSpPr>
          <p:spPr bwMode="auto">
            <a:xfrm>
              <a:off x="5285743" y="1907024"/>
              <a:ext cx="20958" cy="18862"/>
            </a:xfrm>
            <a:custGeom>
              <a:avLst/>
              <a:gdLst>
                <a:gd name="T0" fmla="*/ 7 w 10"/>
                <a:gd name="T1" fmla="*/ 0 h 9"/>
                <a:gd name="T2" fmla="*/ 10 w 10"/>
                <a:gd name="T3" fmla="*/ 3 h 9"/>
                <a:gd name="T4" fmla="*/ 3 w 10"/>
                <a:gd name="T5" fmla="*/ 9 h 9"/>
                <a:gd name="T6" fmla="*/ 0 w 10"/>
                <a:gd name="T7" fmla="*/ 7 h 9"/>
                <a:gd name="T8" fmla="*/ 7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lnTo>
                    <a:pt x="10" y="3"/>
                  </a:lnTo>
                  <a:lnTo>
                    <a:pt x="3" y="9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8" name="Freeform 77"/>
            <p:cNvSpPr>
              <a:spLocks noEditPoints="1"/>
            </p:cNvSpPr>
            <p:nvPr/>
          </p:nvSpPr>
          <p:spPr bwMode="auto">
            <a:xfrm>
              <a:off x="5352807" y="1774992"/>
              <a:ext cx="37724" cy="85926"/>
            </a:xfrm>
            <a:custGeom>
              <a:avLst/>
              <a:gdLst>
                <a:gd name="T0" fmla="*/ 16 w 32"/>
                <a:gd name="T1" fmla="*/ 72 h 72"/>
                <a:gd name="T2" fmla="*/ 32 w 32"/>
                <a:gd name="T3" fmla="*/ 56 h 72"/>
                <a:gd name="T4" fmla="*/ 20 w 32"/>
                <a:gd name="T5" fmla="*/ 40 h 72"/>
                <a:gd name="T6" fmla="*/ 20 w 32"/>
                <a:gd name="T7" fmla="*/ 0 h 72"/>
                <a:gd name="T8" fmla="*/ 12 w 32"/>
                <a:gd name="T9" fmla="*/ 0 h 72"/>
                <a:gd name="T10" fmla="*/ 12 w 32"/>
                <a:gd name="T11" fmla="*/ 40 h 72"/>
                <a:gd name="T12" fmla="*/ 0 w 32"/>
                <a:gd name="T13" fmla="*/ 56 h 72"/>
                <a:gd name="T14" fmla="*/ 16 w 32"/>
                <a:gd name="T15" fmla="*/ 72 h 72"/>
                <a:gd name="T16" fmla="*/ 16 w 32"/>
                <a:gd name="T17" fmla="*/ 48 h 72"/>
                <a:gd name="T18" fmla="*/ 24 w 32"/>
                <a:gd name="T19" fmla="*/ 56 h 72"/>
                <a:gd name="T20" fmla="*/ 16 w 32"/>
                <a:gd name="T21" fmla="*/ 64 h 72"/>
                <a:gd name="T22" fmla="*/ 8 w 32"/>
                <a:gd name="T23" fmla="*/ 56 h 72"/>
                <a:gd name="T24" fmla="*/ 16 w 32"/>
                <a:gd name="T25" fmla="*/ 4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72">
                  <a:moveTo>
                    <a:pt x="16" y="72"/>
                  </a:moveTo>
                  <a:cubicBezTo>
                    <a:pt x="25" y="72"/>
                    <a:pt x="32" y="65"/>
                    <a:pt x="32" y="56"/>
                  </a:cubicBezTo>
                  <a:cubicBezTo>
                    <a:pt x="32" y="48"/>
                    <a:pt x="27" y="42"/>
                    <a:pt x="20" y="4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5" y="42"/>
                    <a:pt x="0" y="48"/>
                    <a:pt x="0" y="56"/>
                  </a:cubicBezTo>
                  <a:cubicBezTo>
                    <a:pt x="0" y="65"/>
                    <a:pt x="7" y="72"/>
                    <a:pt x="16" y="72"/>
                  </a:cubicBezTo>
                  <a:close/>
                  <a:moveTo>
                    <a:pt x="16" y="48"/>
                  </a:moveTo>
                  <a:cubicBezTo>
                    <a:pt x="21" y="48"/>
                    <a:pt x="24" y="51"/>
                    <a:pt x="24" y="56"/>
                  </a:cubicBezTo>
                  <a:cubicBezTo>
                    <a:pt x="24" y="60"/>
                    <a:pt x="21" y="64"/>
                    <a:pt x="16" y="64"/>
                  </a:cubicBezTo>
                  <a:cubicBezTo>
                    <a:pt x="12" y="64"/>
                    <a:pt x="8" y="60"/>
                    <a:pt x="8" y="56"/>
                  </a:cubicBezTo>
                  <a:cubicBezTo>
                    <a:pt x="8" y="51"/>
                    <a:pt x="12" y="48"/>
                    <a:pt x="16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89" name="Freeform 78"/>
          <p:cNvSpPr>
            <a:spLocks noEditPoints="1"/>
          </p:cNvSpPr>
          <p:nvPr/>
        </p:nvSpPr>
        <p:spPr bwMode="auto">
          <a:xfrm>
            <a:off x="5673456" y="1676491"/>
            <a:ext cx="180235" cy="301788"/>
          </a:xfrm>
          <a:custGeom>
            <a:avLst/>
            <a:gdLst>
              <a:gd name="T0" fmla="*/ 16 w 152"/>
              <a:gd name="T1" fmla="*/ 180 h 256"/>
              <a:gd name="T2" fmla="*/ 16 w 152"/>
              <a:gd name="T3" fmla="*/ 232 h 256"/>
              <a:gd name="T4" fmla="*/ 0 w 152"/>
              <a:gd name="T5" fmla="*/ 232 h 256"/>
              <a:gd name="T6" fmla="*/ 0 w 152"/>
              <a:gd name="T7" fmla="*/ 256 h 256"/>
              <a:gd name="T8" fmla="*/ 152 w 152"/>
              <a:gd name="T9" fmla="*/ 256 h 256"/>
              <a:gd name="T10" fmla="*/ 152 w 152"/>
              <a:gd name="T11" fmla="*/ 232 h 256"/>
              <a:gd name="T12" fmla="*/ 140 w 152"/>
              <a:gd name="T13" fmla="*/ 232 h 256"/>
              <a:gd name="T14" fmla="*/ 140 w 152"/>
              <a:gd name="T15" fmla="*/ 180 h 256"/>
              <a:gd name="T16" fmla="*/ 86 w 152"/>
              <a:gd name="T17" fmla="*/ 130 h 256"/>
              <a:gd name="T18" fmla="*/ 140 w 152"/>
              <a:gd name="T19" fmla="*/ 80 h 256"/>
              <a:gd name="T20" fmla="*/ 140 w 152"/>
              <a:gd name="T21" fmla="*/ 24 h 256"/>
              <a:gd name="T22" fmla="*/ 152 w 152"/>
              <a:gd name="T23" fmla="*/ 24 h 256"/>
              <a:gd name="T24" fmla="*/ 152 w 152"/>
              <a:gd name="T25" fmla="*/ 0 h 256"/>
              <a:gd name="T26" fmla="*/ 0 w 152"/>
              <a:gd name="T27" fmla="*/ 0 h 256"/>
              <a:gd name="T28" fmla="*/ 0 w 152"/>
              <a:gd name="T29" fmla="*/ 24 h 256"/>
              <a:gd name="T30" fmla="*/ 16 w 152"/>
              <a:gd name="T31" fmla="*/ 24 h 256"/>
              <a:gd name="T32" fmla="*/ 16 w 152"/>
              <a:gd name="T33" fmla="*/ 80 h 256"/>
              <a:gd name="T34" fmla="*/ 71 w 152"/>
              <a:gd name="T35" fmla="*/ 130 h 256"/>
              <a:gd name="T36" fmla="*/ 16 w 152"/>
              <a:gd name="T37" fmla="*/ 180 h 256"/>
              <a:gd name="T38" fmla="*/ 144 w 152"/>
              <a:gd name="T39" fmla="*/ 248 h 256"/>
              <a:gd name="T40" fmla="*/ 8 w 152"/>
              <a:gd name="T41" fmla="*/ 248 h 256"/>
              <a:gd name="T42" fmla="*/ 8 w 152"/>
              <a:gd name="T43" fmla="*/ 240 h 256"/>
              <a:gd name="T44" fmla="*/ 144 w 152"/>
              <a:gd name="T45" fmla="*/ 240 h 256"/>
              <a:gd name="T46" fmla="*/ 144 w 152"/>
              <a:gd name="T47" fmla="*/ 248 h 256"/>
              <a:gd name="T48" fmla="*/ 8 w 152"/>
              <a:gd name="T49" fmla="*/ 8 h 256"/>
              <a:gd name="T50" fmla="*/ 144 w 152"/>
              <a:gd name="T51" fmla="*/ 8 h 256"/>
              <a:gd name="T52" fmla="*/ 144 w 152"/>
              <a:gd name="T53" fmla="*/ 16 h 256"/>
              <a:gd name="T54" fmla="*/ 8 w 152"/>
              <a:gd name="T55" fmla="*/ 16 h 256"/>
              <a:gd name="T56" fmla="*/ 8 w 152"/>
              <a:gd name="T57" fmla="*/ 8 h 256"/>
              <a:gd name="T58" fmla="*/ 24 w 152"/>
              <a:gd name="T59" fmla="*/ 80 h 256"/>
              <a:gd name="T60" fmla="*/ 24 w 152"/>
              <a:gd name="T61" fmla="*/ 24 h 256"/>
              <a:gd name="T62" fmla="*/ 132 w 152"/>
              <a:gd name="T63" fmla="*/ 24 h 256"/>
              <a:gd name="T64" fmla="*/ 132 w 152"/>
              <a:gd name="T65" fmla="*/ 80 h 256"/>
              <a:gd name="T66" fmla="*/ 78 w 152"/>
              <a:gd name="T67" fmla="*/ 125 h 256"/>
              <a:gd name="T68" fmla="*/ 24 w 152"/>
              <a:gd name="T69" fmla="*/ 80 h 256"/>
              <a:gd name="T70" fmla="*/ 78 w 152"/>
              <a:gd name="T71" fmla="*/ 134 h 256"/>
              <a:gd name="T72" fmla="*/ 132 w 152"/>
              <a:gd name="T73" fmla="*/ 180 h 256"/>
              <a:gd name="T74" fmla="*/ 132 w 152"/>
              <a:gd name="T75" fmla="*/ 232 h 256"/>
              <a:gd name="T76" fmla="*/ 24 w 152"/>
              <a:gd name="T77" fmla="*/ 232 h 256"/>
              <a:gd name="T78" fmla="*/ 24 w 152"/>
              <a:gd name="T79" fmla="*/ 180 h 256"/>
              <a:gd name="T80" fmla="*/ 78 w 152"/>
              <a:gd name="T81" fmla="*/ 13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2" h="256">
                <a:moveTo>
                  <a:pt x="16" y="180"/>
                </a:moveTo>
                <a:cubicBezTo>
                  <a:pt x="16" y="232"/>
                  <a:pt x="16" y="232"/>
                  <a:pt x="16" y="232"/>
                </a:cubicBezTo>
                <a:cubicBezTo>
                  <a:pt x="0" y="232"/>
                  <a:pt x="0" y="232"/>
                  <a:pt x="0" y="232"/>
                </a:cubicBezTo>
                <a:cubicBezTo>
                  <a:pt x="0" y="256"/>
                  <a:pt x="0" y="256"/>
                  <a:pt x="0" y="256"/>
                </a:cubicBezTo>
                <a:cubicBezTo>
                  <a:pt x="152" y="256"/>
                  <a:pt x="152" y="256"/>
                  <a:pt x="152" y="256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40" y="232"/>
                  <a:pt x="140" y="232"/>
                  <a:pt x="140" y="232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67"/>
                  <a:pt x="120" y="152"/>
                  <a:pt x="86" y="130"/>
                </a:cubicBezTo>
                <a:cubicBezTo>
                  <a:pt x="120" y="107"/>
                  <a:pt x="140" y="92"/>
                  <a:pt x="140" y="80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0"/>
                  <a:pt x="152" y="0"/>
                  <a:pt x="15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4"/>
                  <a:pt x="0" y="24"/>
                  <a:pt x="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92"/>
                  <a:pt x="37" y="107"/>
                  <a:pt x="71" y="130"/>
                </a:cubicBezTo>
                <a:cubicBezTo>
                  <a:pt x="37" y="152"/>
                  <a:pt x="16" y="167"/>
                  <a:pt x="16" y="180"/>
                </a:cubicBezTo>
                <a:close/>
                <a:moveTo>
                  <a:pt x="144" y="248"/>
                </a:moveTo>
                <a:cubicBezTo>
                  <a:pt x="8" y="248"/>
                  <a:pt x="8" y="248"/>
                  <a:pt x="8" y="248"/>
                </a:cubicBezTo>
                <a:cubicBezTo>
                  <a:pt x="8" y="240"/>
                  <a:pt x="8" y="240"/>
                  <a:pt x="8" y="240"/>
                </a:cubicBezTo>
                <a:cubicBezTo>
                  <a:pt x="144" y="240"/>
                  <a:pt x="144" y="240"/>
                  <a:pt x="144" y="240"/>
                </a:cubicBezTo>
                <a:lnTo>
                  <a:pt x="144" y="248"/>
                </a:lnTo>
                <a:close/>
                <a:moveTo>
                  <a:pt x="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8" y="16"/>
                  <a:pt x="8" y="16"/>
                  <a:pt x="8" y="16"/>
                </a:cubicBezTo>
                <a:lnTo>
                  <a:pt x="8" y="8"/>
                </a:lnTo>
                <a:close/>
                <a:moveTo>
                  <a:pt x="24" y="80"/>
                </a:moveTo>
                <a:cubicBezTo>
                  <a:pt x="24" y="24"/>
                  <a:pt x="24" y="24"/>
                  <a:pt x="24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2" y="89"/>
                  <a:pt x="103" y="109"/>
                  <a:pt x="78" y="125"/>
                </a:cubicBezTo>
                <a:cubicBezTo>
                  <a:pt x="54" y="109"/>
                  <a:pt x="24" y="89"/>
                  <a:pt x="24" y="80"/>
                </a:cubicBezTo>
                <a:close/>
                <a:moveTo>
                  <a:pt x="78" y="134"/>
                </a:moveTo>
                <a:cubicBezTo>
                  <a:pt x="103" y="151"/>
                  <a:pt x="132" y="170"/>
                  <a:pt x="132" y="180"/>
                </a:cubicBezTo>
                <a:cubicBezTo>
                  <a:pt x="132" y="232"/>
                  <a:pt x="132" y="232"/>
                  <a:pt x="132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70"/>
                  <a:pt x="54" y="151"/>
                  <a:pt x="78" y="13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70" name="Group 669"/>
          <p:cNvGrpSpPr/>
          <p:nvPr/>
        </p:nvGrpSpPr>
        <p:grpSpPr>
          <a:xfrm>
            <a:off x="6004585" y="1676491"/>
            <a:ext cx="301788" cy="301788"/>
            <a:chOff x="6004585" y="1676491"/>
            <a:chExt cx="301788" cy="301788"/>
          </a:xfrm>
          <a:solidFill>
            <a:schemeClr val="tx1"/>
          </a:solidFill>
        </p:grpSpPr>
        <p:sp>
          <p:nvSpPr>
            <p:cNvPr id="490" name="Freeform 79"/>
            <p:cNvSpPr>
              <a:spLocks noEditPoints="1"/>
            </p:cNvSpPr>
            <p:nvPr/>
          </p:nvSpPr>
          <p:spPr bwMode="auto">
            <a:xfrm>
              <a:off x="6004585" y="1676491"/>
              <a:ext cx="301788" cy="30178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4 w 256"/>
                <a:gd name="T23" fmla="*/ 213 h 256"/>
                <a:gd name="T24" fmla="*/ 8 w 256"/>
                <a:gd name="T25" fmla="*/ 128 h 256"/>
                <a:gd name="T26" fmla="*/ 44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4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4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1" name="Freeform 80"/>
            <p:cNvSpPr>
              <a:spLocks/>
            </p:cNvSpPr>
            <p:nvPr/>
          </p:nvSpPr>
          <p:spPr bwMode="auto">
            <a:xfrm>
              <a:off x="6151287" y="1733077"/>
              <a:ext cx="50298" cy="140416"/>
            </a:xfrm>
            <a:custGeom>
              <a:avLst/>
              <a:gdLst>
                <a:gd name="T0" fmla="*/ 4 w 24"/>
                <a:gd name="T1" fmla="*/ 0 h 67"/>
                <a:gd name="T2" fmla="*/ 0 w 24"/>
                <a:gd name="T3" fmla="*/ 0 h 67"/>
                <a:gd name="T4" fmla="*/ 0 w 24"/>
                <a:gd name="T5" fmla="*/ 46 h 67"/>
                <a:gd name="T6" fmla="*/ 21 w 24"/>
                <a:gd name="T7" fmla="*/ 67 h 67"/>
                <a:gd name="T8" fmla="*/ 24 w 24"/>
                <a:gd name="T9" fmla="*/ 64 h 67"/>
                <a:gd name="T10" fmla="*/ 4 w 24"/>
                <a:gd name="T11" fmla="*/ 44 h 67"/>
                <a:gd name="T12" fmla="*/ 4 w 24"/>
                <a:gd name="T1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67">
                  <a:moveTo>
                    <a:pt x="4" y="0"/>
                  </a:moveTo>
                  <a:lnTo>
                    <a:pt x="0" y="0"/>
                  </a:lnTo>
                  <a:lnTo>
                    <a:pt x="0" y="46"/>
                  </a:lnTo>
                  <a:lnTo>
                    <a:pt x="21" y="67"/>
                  </a:lnTo>
                  <a:lnTo>
                    <a:pt x="24" y="64"/>
                  </a:lnTo>
                  <a:lnTo>
                    <a:pt x="4" y="44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2" name="Rectangle 81"/>
            <p:cNvSpPr>
              <a:spLocks noChangeArrowheads="1"/>
            </p:cNvSpPr>
            <p:nvPr/>
          </p:nvSpPr>
          <p:spPr bwMode="auto">
            <a:xfrm>
              <a:off x="6023447" y="182319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3" name="Rectangle 82"/>
            <p:cNvSpPr>
              <a:spLocks noChangeArrowheads="1"/>
            </p:cNvSpPr>
            <p:nvPr/>
          </p:nvSpPr>
          <p:spPr bwMode="auto">
            <a:xfrm>
              <a:off x="6268649" y="182319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4" name="Rectangle 83"/>
            <p:cNvSpPr>
              <a:spLocks noChangeArrowheads="1"/>
            </p:cNvSpPr>
            <p:nvPr/>
          </p:nvSpPr>
          <p:spPr bwMode="auto">
            <a:xfrm>
              <a:off x="6151287" y="1940556"/>
              <a:ext cx="8383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5" name="Rectangle 84"/>
            <p:cNvSpPr>
              <a:spLocks noChangeArrowheads="1"/>
            </p:cNvSpPr>
            <p:nvPr/>
          </p:nvSpPr>
          <p:spPr bwMode="auto">
            <a:xfrm>
              <a:off x="6151287" y="1695353"/>
              <a:ext cx="8383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9" name="Group 668"/>
          <p:cNvGrpSpPr/>
          <p:nvPr/>
        </p:nvGrpSpPr>
        <p:grpSpPr>
          <a:xfrm>
            <a:off x="6398586" y="1676491"/>
            <a:ext cx="301788" cy="301788"/>
            <a:chOff x="6398586" y="1676491"/>
            <a:chExt cx="301788" cy="301788"/>
          </a:xfrm>
          <a:solidFill>
            <a:schemeClr val="tx1"/>
          </a:solidFill>
        </p:grpSpPr>
        <p:sp>
          <p:nvSpPr>
            <p:cNvPr id="496" name="Freeform 85"/>
            <p:cNvSpPr>
              <a:spLocks/>
            </p:cNvSpPr>
            <p:nvPr/>
          </p:nvSpPr>
          <p:spPr bwMode="auto">
            <a:xfrm>
              <a:off x="6543193" y="1733077"/>
              <a:ext cx="50298" cy="140416"/>
            </a:xfrm>
            <a:custGeom>
              <a:avLst/>
              <a:gdLst>
                <a:gd name="T0" fmla="*/ 24 w 24"/>
                <a:gd name="T1" fmla="*/ 64 h 67"/>
                <a:gd name="T2" fmla="*/ 5 w 24"/>
                <a:gd name="T3" fmla="*/ 44 h 67"/>
                <a:gd name="T4" fmla="*/ 5 w 24"/>
                <a:gd name="T5" fmla="*/ 0 h 67"/>
                <a:gd name="T6" fmla="*/ 0 w 24"/>
                <a:gd name="T7" fmla="*/ 0 h 67"/>
                <a:gd name="T8" fmla="*/ 0 w 24"/>
                <a:gd name="T9" fmla="*/ 46 h 67"/>
                <a:gd name="T10" fmla="*/ 21 w 24"/>
                <a:gd name="T11" fmla="*/ 67 h 67"/>
                <a:gd name="T12" fmla="*/ 24 w 24"/>
                <a:gd name="T13" fmla="*/ 6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67">
                  <a:moveTo>
                    <a:pt x="24" y="64"/>
                  </a:moveTo>
                  <a:lnTo>
                    <a:pt x="5" y="44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21" y="67"/>
                  </a:lnTo>
                  <a:lnTo>
                    <a:pt x="24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7" name="Rectangle 86"/>
            <p:cNvSpPr>
              <a:spLocks noChangeArrowheads="1"/>
            </p:cNvSpPr>
            <p:nvPr/>
          </p:nvSpPr>
          <p:spPr bwMode="auto">
            <a:xfrm>
              <a:off x="6417448" y="182319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8" name="Rectangle 87"/>
            <p:cNvSpPr>
              <a:spLocks noChangeArrowheads="1"/>
            </p:cNvSpPr>
            <p:nvPr/>
          </p:nvSpPr>
          <p:spPr bwMode="auto">
            <a:xfrm>
              <a:off x="6662650" y="182319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9" name="Rectangle 88"/>
            <p:cNvSpPr>
              <a:spLocks noChangeArrowheads="1"/>
            </p:cNvSpPr>
            <p:nvPr/>
          </p:nvSpPr>
          <p:spPr bwMode="auto">
            <a:xfrm>
              <a:off x="6543193" y="1940556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0" name="Rectangle 89"/>
            <p:cNvSpPr>
              <a:spLocks noChangeArrowheads="1"/>
            </p:cNvSpPr>
            <p:nvPr/>
          </p:nvSpPr>
          <p:spPr bwMode="auto">
            <a:xfrm>
              <a:off x="6543193" y="1695353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1" name="Freeform 90"/>
            <p:cNvSpPr>
              <a:spLocks/>
            </p:cNvSpPr>
            <p:nvPr/>
          </p:nvSpPr>
          <p:spPr bwMode="auto">
            <a:xfrm>
              <a:off x="6398586" y="1676491"/>
              <a:ext cx="301788" cy="301788"/>
            </a:xfrm>
            <a:custGeom>
              <a:avLst/>
              <a:gdLst>
                <a:gd name="T0" fmla="*/ 128 w 256"/>
                <a:gd name="T1" fmla="*/ 0 h 256"/>
                <a:gd name="T2" fmla="*/ 128 w 256"/>
                <a:gd name="T3" fmla="*/ 8 h 256"/>
                <a:gd name="T4" fmla="*/ 248 w 256"/>
                <a:gd name="T5" fmla="*/ 128 h 256"/>
                <a:gd name="T6" fmla="*/ 128 w 256"/>
                <a:gd name="T7" fmla="*/ 248 h 256"/>
                <a:gd name="T8" fmla="*/ 8 w 256"/>
                <a:gd name="T9" fmla="*/ 128 h 256"/>
                <a:gd name="T10" fmla="*/ 30 w 256"/>
                <a:gd name="T11" fmla="*/ 58 h 256"/>
                <a:gd name="T12" fmla="*/ 48 w 256"/>
                <a:gd name="T13" fmla="*/ 40 h 256"/>
                <a:gd name="T14" fmla="*/ 48 w 256"/>
                <a:gd name="T15" fmla="*/ 76 h 256"/>
                <a:gd name="T16" fmla="*/ 56 w 256"/>
                <a:gd name="T17" fmla="*/ 76 h 256"/>
                <a:gd name="T18" fmla="*/ 56 w 256"/>
                <a:gd name="T19" fmla="*/ 32 h 256"/>
                <a:gd name="T20" fmla="*/ 52 w 256"/>
                <a:gd name="T21" fmla="*/ 28 h 256"/>
                <a:gd name="T22" fmla="*/ 8 w 256"/>
                <a:gd name="T23" fmla="*/ 28 h 256"/>
                <a:gd name="T24" fmla="*/ 8 w 256"/>
                <a:gd name="T25" fmla="*/ 36 h 256"/>
                <a:gd name="T26" fmla="*/ 41 w 256"/>
                <a:gd name="T27" fmla="*/ 36 h 256"/>
                <a:gd name="T28" fmla="*/ 24 w 256"/>
                <a:gd name="T29" fmla="*/ 53 h 256"/>
                <a:gd name="T30" fmla="*/ 23 w 256"/>
                <a:gd name="T31" fmla="*/ 53 h 256"/>
                <a:gd name="T32" fmla="*/ 0 w 256"/>
                <a:gd name="T33" fmla="*/ 128 h 256"/>
                <a:gd name="T34" fmla="*/ 128 w 256"/>
                <a:gd name="T35" fmla="*/ 256 h 256"/>
                <a:gd name="T36" fmla="*/ 256 w 256"/>
                <a:gd name="T37" fmla="*/ 128 h 256"/>
                <a:gd name="T38" fmla="*/ 128 w 256"/>
                <a:gd name="T3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128" y="8"/>
                    <a:pt x="128" y="8"/>
                    <a:pt x="128" y="8"/>
                  </a:cubicBezTo>
                  <a:cubicBezTo>
                    <a:pt x="194" y="8"/>
                    <a:pt x="248" y="62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ubicBezTo>
                    <a:pt x="61" y="248"/>
                    <a:pt x="8" y="194"/>
                    <a:pt x="8" y="128"/>
                  </a:cubicBezTo>
                  <a:cubicBezTo>
                    <a:pt x="8" y="103"/>
                    <a:pt x="15" y="79"/>
                    <a:pt x="30" y="58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8" y="75"/>
                    <a:pt x="0" y="101"/>
                    <a:pt x="0" y="128"/>
                  </a:cubicBezTo>
                  <a:cubicBezTo>
                    <a:pt x="0" y="198"/>
                    <a:pt x="57" y="256"/>
                    <a:pt x="128" y="256"/>
                  </a:cubicBezTo>
                  <a:cubicBezTo>
                    <a:pt x="198" y="256"/>
                    <a:pt x="256" y="198"/>
                    <a:pt x="256" y="128"/>
                  </a:cubicBezTo>
                  <a:cubicBezTo>
                    <a:pt x="256" y="57"/>
                    <a:pt x="198" y="0"/>
                    <a:pt x="1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2" name="Freeform 91"/>
          <p:cNvSpPr>
            <a:spLocks noEditPoints="1"/>
          </p:cNvSpPr>
          <p:nvPr/>
        </p:nvSpPr>
        <p:spPr bwMode="auto">
          <a:xfrm>
            <a:off x="6790492" y="1737268"/>
            <a:ext cx="301788" cy="180235"/>
          </a:xfrm>
          <a:custGeom>
            <a:avLst/>
            <a:gdLst>
              <a:gd name="T0" fmla="*/ 224 w 256"/>
              <a:gd name="T1" fmla="*/ 80 h 152"/>
              <a:gd name="T2" fmla="*/ 136 w 256"/>
              <a:gd name="T3" fmla="*/ 0 h 152"/>
              <a:gd name="T4" fmla="*/ 48 w 256"/>
              <a:gd name="T5" fmla="*/ 64 h 152"/>
              <a:gd name="T6" fmla="*/ 45 w 256"/>
              <a:gd name="T7" fmla="*/ 64 h 152"/>
              <a:gd name="T8" fmla="*/ 0 w 256"/>
              <a:gd name="T9" fmla="*/ 108 h 152"/>
              <a:gd name="T10" fmla="*/ 44 w 256"/>
              <a:gd name="T11" fmla="*/ 152 h 152"/>
              <a:gd name="T12" fmla="*/ 220 w 256"/>
              <a:gd name="T13" fmla="*/ 152 h 152"/>
              <a:gd name="T14" fmla="*/ 256 w 256"/>
              <a:gd name="T15" fmla="*/ 116 h 152"/>
              <a:gd name="T16" fmla="*/ 224 w 256"/>
              <a:gd name="T17" fmla="*/ 80 h 152"/>
              <a:gd name="T18" fmla="*/ 220 w 256"/>
              <a:gd name="T19" fmla="*/ 144 h 152"/>
              <a:gd name="T20" fmla="*/ 44 w 256"/>
              <a:gd name="T21" fmla="*/ 144 h 152"/>
              <a:gd name="T22" fmla="*/ 8 w 256"/>
              <a:gd name="T23" fmla="*/ 108 h 152"/>
              <a:gd name="T24" fmla="*/ 45 w 256"/>
              <a:gd name="T25" fmla="*/ 72 h 152"/>
              <a:gd name="T26" fmla="*/ 55 w 256"/>
              <a:gd name="T27" fmla="*/ 72 h 152"/>
              <a:gd name="T28" fmla="*/ 56 w 256"/>
              <a:gd name="T29" fmla="*/ 68 h 152"/>
              <a:gd name="T30" fmla="*/ 136 w 256"/>
              <a:gd name="T31" fmla="*/ 8 h 152"/>
              <a:gd name="T32" fmla="*/ 216 w 256"/>
              <a:gd name="T33" fmla="*/ 84 h 152"/>
              <a:gd name="T34" fmla="*/ 216 w 256"/>
              <a:gd name="T35" fmla="*/ 88 h 152"/>
              <a:gd name="T36" fmla="*/ 220 w 256"/>
              <a:gd name="T37" fmla="*/ 88 h 152"/>
              <a:gd name="T38" fmla="*/ 248 w 256"/>
              <a:gd name="T39" fmla="*/ 116 h 152"/>
              <a:gd name="T40" fmla="*/ 220 w 256"/>
              <a:gd name="T41" fmla="*/ 14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152">
                <a:moveTo>
                  <a:pt x="224" y="80"/>
                </a:moveTo>
                <a:cubicBezTo>
                  <a:pt x="222" y="35"/>
                  <a:pt x="183" y="0"/>
                  <a:pt x="136" y="0"/>
                </a:cubicBezTo>
                <a:cubicBezTo>
                  <a:pt x="94" y="0"/>
                  <a:pt x="57" y="27"/>
                  <a:pt x="48" y="64"/>
                </a:cubicBezTo>
                <a:cubicBezTo>
                  <a:pt x="45" y="64"/>
                  <a:pt x="45" y="64"/>
                  <a:pt x="45" y="64"/>
                </a:cubicBezTo>
                <a:cubicBezTo>
                  <a:pt x="20" y="64"/>
                  <a:pt x="0" y="83"/>
                  <a:pt x="0" y="108"/>
                </a:cubicBezTo>
                <a:cubicBezTo>
                  <a:pt x="0" y="132"/>
                  <a:pt x="19" y="152"/>
                  <a:pt x="44" y="152"/>
                </a:cubicBezTo>
                <a:cubicBezTo>
                  <a:pt x="220" y="152"/>
                  <a:pt x="220" y="152"/>
                  <a:pt x="220" y="152"/>
                </a:cubicBezTo>
                <a:cubicBezTo>
                  <a:pt x="240" y="152"/>
                  <a:pt x="256" y="136"/>
                  <a:pt x="256" y="116"/>
                </a:cubicBezTo>
                <a:cubicBezTo>
                  <a:pt x="256" y="97"/>
                  <a:pt x="242" y="82"/>
                  <a:pt x="224" y="80"/>
                </a:cubicBezTo>
                <a:close/>
                <a:moveTo>
                  <a:pt x="220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23" y="144"/>
                  <a:pt x="8" y="128"/>
                  <a:pt x="8" y="108"/>
                </a:cubicBezTo>
                <a:cubicBezTo>
                  <a:pt x="8" y="88"/>
                  <a:pt x="24" y="72"/>
                  <a:pt x="45" y="72"/>
                </a:cubicBezTo>
                <a:cubicBezTo>
                  <a:pt x="55" y="72"/>
                  <a:pt x="55" y="72"/>
                  <a:pt x="55" y="72"/>
                </a:cubicBezTo>
                <a:cubicBezTo>
                  <a:pt x="56" y="68"/>
                  <a:pt x="56" y="68"/>
                  <a:pt x="56" y="68"/>
                </a:cubicBezTo>
                <a:cubicBezTo>
                  <a:pt x="62" y="34"/>
                  <a:pt x="97" y="8"/>
                  <a:pt x="136" y="8"/>
                </a:cubicBezTo>
                <a:cubicBezTo>
                  <a:pt x="180" y="8"/>
                  <a:pt x="216" y="42"/>
                  <a:pt x="216" y="84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35" y="88"/>
                  <a:pt x="248" y="100"/>
                  <a:pt x="248" y="116"/>
                </a:cubicBezTo>
                <a:cubicBezTo>
                  <a:pt x="248" y="131"/>
                  <a:pt x="235" y="144"/>
                  <a:pt x="220" y="14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3" name="Freeform 92"/>
          <p:cNvSpPr>
            <a:spLocks noEditPoints="1"/>
          </p:cNvSpPr>
          <p:nvPr/>
        </p:nvSpPr>
        <p:spPr bwMode="auto">
          <a:xfrm>
            <a:off x="2083436" y="2072588"/>
            <a:ext cx="301788" cy="293405"/>
          </a:xfrm>
          <a:custGeom>
            <a:avLst/>
            <a:gdLst>
              <a:gd name="T0" fmla="*/ 198 w 256"/>
              <a:gd name="T1" fmla="*/ 80 h 248"/>
              <a:gd name="T2" fmla="*/ 180 w 256"/>
              <a:gd name="T3" fmla="*/ 83 h 248"/>
              <a:gd name="T4" fmla="*/ 186 w 256"/>
              <a:gd name="T5" fmla="*/ 58 h 248"/>
              <a:gd name="T6" fmla="*/ 128 w 256"/>
              <a:gd name="T7" fmla="*/ 0 h 248"/>
              <a:gd name="T8" fmla="*/ 70 w 256"/>
              <a:gd name="T9" fmla="*/ 58 h 248"/>
              <a:gd name="T10" fmla="*/ 76 w 256"/>
              <a:gd name="T11" fmla="*/ 83 h 248"/>
              <a:gd name="T12" fmla="*/ 58 w 256"/>
              <a:gd name="T13" fmla="*/ 80 h 248"/>
              <a:gd name="T14" fmla="*/ 0 w 256"/>
              <a:gd name="T15" fmla="*/ 138 h 248"/>
              <a:gd name="T16" fmla="*/ 58 w 256"/>
              <a:gd name="T17" fmla="*/ 196 h 248"/>
              <a:gd name="T18" fmla="*/ 116 w 256"/>
              <a:gd name="T19" fmla="*/ 169 h 248"/>
              <a:gd name="T20" fmla="*/ 92 w 256"/>
              <a:gd name="T21" fmla="*/ 240 h 248"/>
              <a:gd name="T22" fmla="*/ 92 w 256"/>
              <a:gd name="T23" fmla="*/ 248 h 248"/>
              <a:gd name="T24" fmla="*/ 128 w 256"/>
              <a:gd name="T25" fmla="*/ 248 h 248"/>
              <a:gd name="T26" fmla="*/ 164 w 256"/>
              <a:gd name="T27" fmla="*/ 248 h 248"/>
              <a:gd name="T28" fmla="*/ 164 w 256"/>
              <a:gd name="T29" fmla="*/ 240 h 248"/>
              <a:gd name="T30" fmla="*/ 140 w 256"/>
              <a:gd name="T31" fmla="*/ 169 h 248"/>
              <a:gd name="T32" fmla="*/ 198 w 256"/>
              <a:gd name="T33" fmla="*/ 196 h 248"/>
              <a:gd name="T34" fmla="*/ 256 w 256"/>
              <a:gd name="T35" fmla="*/ 138 h 248"/>
              <a:gd name="T36" fmla="*/ 198 w 256"/>
              <a:gd name="T37" fmla="*/ 80 h 248"/>
              <a:gd name="T38" fmla="*/ 198 w 256"/>
              <a:gd name="T39" fmla="*/ 188 h 248"/>
              <a:gd name="T40" fmla="*/ 140 w 256"/>
              <a:gd name="T41" fmla="*/ 144 h 248"/>
              <a:gd name="T42" fmla="*/ 132 w 256"/>
              <a:gd name="T43" fmla="*/ 144 h 248"/>
              <a:gd name="T44" fmla="*/ 132 w 256"/>
              <a:gd name="T45" fmla="*/ 168 h 248"/>
              <a:gd name="T46" fmla="*/ 149 w 256"/>
              <a:gd name="T47" fmla="*/ 240 h 248"/>
              <a:gd name="T48" fmla="*/ 128 w 256"/>
              <a:gd name="T49" fmla="*/ 240 h 248"/>
              <a:gd name="T50" fmla="*/ 108 w 256"/>
              <a:gd name="T51" fmla="*/ 240 h 248"/>
              <a:gd name="T52" fmla="*/ 124 w 256"/>
              <a:gd name="T53" fmla="*/ 168 h 248"/>
              <a:gd name="T54" fmla="*/ 124 w 256"/>
              <a:gd name="T55" fmla="*/ 144 h 248"/>
              <a:gd name="T56" fmla="*/ 116 w 256"/>
              <a:gd name="T57" fmla="*/ 144 h 248"/>
              <a:gd name="T58" fmla="*/ 58 w 256"/>
              <a:gd name="T59" fmla="*/ 188 h 248"/>
              <a:gd name="T60" fmla="*/ 8 w 256"/>
              <a:gd name="T61" fmla="*/ 138 h 248"/>
              <a:gd name="T62" fmla="*/ 58 w 256"/>
              <a:gd name="T63" fmla="*/ 88 h 248"/>
              <a:gd name="T64" fmla="*/ 85 w 256"/>
              <a:gd name="T65" fmla="*/ 96 h 248"/>
              <a:gd name="T66" fmla="*/ 90 w 256"/>
              <a:gd name="T67" fmla="*/ 90 h 248"/>
              <a:gd name="T68" fmla="*/ 78 w 256"/>
              <a:gd name="T69" fmla="*/ 58 h 248"/>
              <a:gd name="T70" fmla="*/ 128 w 256"/>
              <a:gd name="T71" fmla="*/ 8 h 248"/>
              <a:gd name="T72" fmla="*/ 178 w 256"/>
              <a:gd name="T73" fmla="*/ 58 h 248"/>
              <a:gd name="T74" fmla="*/ 166 w 256"/>
              <a:gd name="T75" fmla="*/ 90 h 248"/>
              <a:gd name="T76" fmla="*/ 171 w 256"/>
              <a:gd name="T77" fmla="*/ 96 h 248"/>
              <a:gd name="T78" fmla="*/ 198 w 256"/>
              <a:gd name="T79" fmla="*/ 88 h 248"/>
              <a:gd name="T80" fmla="*/ 248 w 256"/>
              <a:gd name="T81" fmla="*/ 138 h 248"/>
              <a:gd name="T82" fmla="*/ 198 w 256"/>
              <a:gd name="T83" fmla="*/ 188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6" h="248">
                <a:moveTo>
                  <a:pt x="198" y="80"/>
                </a:moveTo>
                <a:cubicBezTo>
                  <a:pt x="192" y="80"/>
                  <a:pt x="186" y="81"/>
                  <a:pt x="180" y="83"/>
                </a:cubicBezTo>
                <a:cubicBezTo>
                  <a:pt x="184" y="75"/>
                  <a:pt x="186" y="67"/>
                  <a:pt x="186" y="58"/>
                </a:cubicBezTo>
                <a:cubicBezTo>
                  <a:pt x="186" y="26"/>
                  <a:pt x="160" y="0"/>
                  <a:pt x="128" y="0"/>
                </a:cubicBezTo>
                <a:cubicBezTo>
                  <a:pt x="96" y="0"/>
                  <a:pt x="70" y="26"/>
                  <a:pt x="70" y="58"/>
                </a:cubicBezTo>
                <a:cubicBezTo>
                  <a:pt x="70" y="67"/>
                  <a:pt x="72" y="75"/>
                  <a:pt x="76" y="83"/>
                </a:cubicBezTo>
                <a:cubicBezTo>
                  <a:pt x="70" y="81"/>
                  <a:pt x="64" y="80"/>
                  <a:pt x="58" y="80"/>
                </a:cubicBezTo>
                <a:cubicBezTo>
                  <a:pt x="26" y="80"/>
                  <a:pt x="0" y="106"/>
                  <a:pt x="0" y="138"/>
                </a:cubicBezTo>
                <a:cubicBezTo>
                  <a:pt x="0" y="170"/>
                  <a:pt x="26" y="196"/>
                  <a:pt x="58" y="196"/>
                </a:cubicBezTo>
                <a:cubicBezTo>
                  <a:pt x="81" y="196"/>
                  <a:pt x="104" y="186"/>
                  <a:pt x="116" y="169"/>
                </a:cubicBezTo>
                <a:cubicBezTo>
                  <a:pt x="116" y="188"/>
                  <a:pt x="111" y="240"/>
                  <a:pt x="92" y="240"/>
                </a:cubicBezTo>
                <a:cubicBezTo>
                  <a:pt x="92" y="248"/>
                  <a:pt x="92" y="248"/>
                  <a:pt x="92" y="248"/>
                </a:cubicBezTo>
                <a:cubicBezTo>
                  <a:pt x="128" y="248"/>
                  <a:pt x="128" y="248"/>
                  <a:pt x="128" y="248"/>
                </a:cubicBezTo>
                <a:cubicBezTo>
                  <a:pt x="164" y="248"/>
                  <a:pt x="164" y="248"/>
                  <a:pt x="164" y="248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45" y="240"/>
                  <a:pt x="140" y="188"/>
                  <a:pt x="140" y="169"/>
                </a:cubicBezTo>
                <a:cubicBezTo>
                  <a:pt x="152" y="186"/>
                  <a:pt x="176" y="196"/>
                  <a:pt x="198" y="196"/>
                </a:cubicBezTo>
                <a:cubicBezTo>
                  <a:pt x="230" y="196"/>
                  <a:pt x="256" y="170"/>
                  <a:pt x="256" y="138"/>
                </a:cubicBezTo>
                <a:cubicBezTo>
                  <a:pt x="256" y="106"/>
                  <a:pt x="230" y="80"/>
                  <a:pt x="198" y="80"/>
                </a:cubicBezTo>
                <a:close/>
                <a:moveTo>
                  <a:pt x="198" y="188"/>
                </a:moveTo>
                <a:cubicBezTo>
                  <a:pt x="170" y="188"/>
                  <a:pt x="140" y="171"/>
                  <a:pt x="140" y="144"/>
                </a:cubicBezTo>
                <a:cubicBezTo>
                  <a:pt x="132" y="144"/>
                  <a:pt x="132" y="144"/>
                  <a:pt x="132" y="144"/>
                </a:cubicBezTo>
                <a:cubicBezTo>
                  <a:pt x="132" y="168"/>
                  <a:pt x="132" y="168"/>
                  <a:pt x="132" y="168"/>
                </a:cubicBezTo>
                <a:cubicBezTo>
                  <a:pt x="132" y="174"/>
                  <a:pt x="133" y="221"/>
                  <a:pt x="149" y="240"/>
                </a:cubicBezTo>
                <a:cubicBezTo>
                  <a:pt x="128" y="240"/>
                  <a:pt x="128" y="240"/>
                  <a:pt x="128" y="240"/>
                </a:cubicBezTo>
                <a:cubicBezTo>
                  <a:pt x="108" y="240"/>
                  <a:pt x="108" y="240"/>
                  <a:pt x="108" y="240"/>
                </a:cubicBezTo>
                <a:cubicBezTo>
                  <a:pt x="124" y="221"/>
                  <a:pt x="124" y="174"/>
                  <a:pt x="124" y="168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116" y="171"/>
                  <a:pt x="86" y="188"/>
                  <a:pt x="58" y="188"/>
                </a:cubicBezTo>
                <a:cubicBezTo>
                  <a:pt x="31" y="188"/>
                  <a:pt x="8" y="166"/>
                  <a:pt x="8" y="138"/>
                </a:cubicBezTo>
                <a:cubicBezTo>
                  <a:pt x="8" y="111"/>
                  <a:pt x="31" y="88"/>
                  <a:pt x="58" y="88"/>
                </a:cubicBezTo>
                <a:cubicBezTo>
                  <a:pt x="68" y="88"/>
                  <a:pt x="77" y="91"/>
                  <a:pt x="85" y="96"/>
                </a:cubicBezTo>
                <a:cubicBezTo>
                  <a:pt x="90" y="90"/>
                  <a:pt x="90" y="90"/>
                  <a:pt x="90" y="90"/>
                </a:cubicBezTo>
                <a:cubicBezTo>
                  <a:pt x="83" y="81"/>
                  <a:pt x="78" y="70"/>
                  <a:pt x="78" y="58"/>
                </a:cubicBezTo>
                <a:cubicBezTo>
                  <a:pt x="78" y="30"/>
                  <a:pt x="101" y="8"/>
                  <a:pt x="128" y="8"/>
                </a:cubicBezTo>
                <a:cubicBezTo>
                  <a:pt x="156" y="8"/>
                  <a:pt x="178" y="30"/>
                  <a:pt x="178" y="58"/>
                </a:cubicBezTo>
                <a:cubicBezTo>
                  <a:pt x="178" y="70"/>
                  <a:pt x="174" y="81"/>
                  <a:pt x="166" y="90"/>
                </a:cubicBezTo>
                <a:cubicBezTo>
                  <a:pt x="171" y="96"/>
                  <a:pt x="171" y="96"/>
                  <a:pt x="171" y="96"/>
                </a:cubicBezTo>
                <a:cubicBezTo>
                  <a:pt x="179" y="91"/>
                  <a:pt x="189" y="88"/>
                  <a:pt x="198" y="88"/>
                </a:cubicBezTo>
                <a:cubicBezTo>
                  <a:pt x="226" y="88"/>
                  <a:pt x="248" y="111"/>
                  <a:pt x="248" y="138"/>
                </a:cubicBezTo>
                <a:cubicBezTo>
                  <a:pt x="248" y="166"/>
                  <a:pt x="226" y="188"/>
                  <a:pt x="198" y="1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1" name="Group 660"/>
          <p:cNvGrpSpPr/>
          <p:nvPr/>
        </p:nvGrpSpPr>
        <p:grpSpPr>
          <a:xfrm>
            <a:off x="2487916" y="2066301"/>
            <a:ext cx="276639" cy="303884"/>
            <a:chOff x="2487916" y="2066301"/>
            <a:chExt cx="276639" cy="303884"/>
          </a:xfrm>
          <a:solidFill>
            <a:schemeClr val="tx1"/>
          </a:solidFill>
        </p:grpSpPr>
        <p:sp>
          <p:nvSpPr>
            <p:cNvPr id="504" name="Freeform 93"/>
            <p:cNvSpPr>
              <a:spLocks noEditPoints="1"/>
            </p:cNvSpPr>
            <p:nvPr/>
          </p:nvSpPr>
          <p:spPr bwMode="auto">
            <a:xfrm>
              <a:off x="2487916" y="2066301"/>
              <a:ext cx="276639" cy="303884"/>
            </a:xfrm>
            <a:custGeom>
              <a:avLst/>
              <a:gdLst>
                <a:gd name="T0" fmla="*/ 117 w 235"/>
                <a:gd name="T1" fmla="*/ 257 h 257"/>
                <a:gd name="T2" fmla="*/ 200 w 235"/>
                <a:gd name="T3" fmla="*/ 223 h 257"/>
                <a:gd name="T4" fmla="*/ 235 w 235"/>
                <a:gd name="T5" fmla="*/ 140 h 257"/>
                <a:gd name="T6" fmla="*/ 200 w 235"/>
                <a:gd name="T7" fmla="*/ 57 h 257"/>
                <a:gd name="T8" fmla="*/ 141 w 235"/>
                <a:gd name="T9" fmla="*/ 26 h 257"/>
                <a:gd name="T10" fmla="*/ 141 w 235"/>
                <a:gd name="T11" fmla="*/ 24 h 257"/>
                <a:gd name="T12" fmla="*/ 117 w 235"/>
                <a:gd name="T13" fmla="*/ 0 h 257"/>
                <a:gd name="T14" fmla="*/ 93 w 235"/>
                <a:gd name="T15" fmla="*/ 24 h 257"/>
                <a:gd name="T16" fmla="*/ 93 w 235"/>
                <a:gd name="T17" fmla="*/ 26 h 257"/>
                <a:gd name="T18" fmla="*/ 34 w 235"/>
                <a:gd name="T19" fmla="*/ 57 h 257"/>
                <a:gd name="T20" fmla="*/ 0 w 235"/>
                <a:gd name="T21" fmla="*/ 140 h 257"/>
                <a:gd name="T22" fmla="*/ 34 w 235"/>
                <a:gd name="T23" fmla="*/ 223 h 257"/>
                <a:gd name="T24" fmla="*/ 117 w 235"/>
                <a:gd name="T25" fmla="*/ 257 h 257"/>
                <a:gd name="T26" fmla="*/ 117 w 235"/>
                <a:gd name="T27" fmla="*/ 8 h 257"/>
                <a:gd name="T28" fmla="*/ 133 w 235"/>
                <a:gd name="T29" fmla="*/ 24 h 257"/>
                <a:gd name="T30" fmla="*/ 117 w 235"/>
                <a:gd name="T31" fmla="*/ 23 h 257"/>
                <a:gd name="T32" fmla="*/ 101 w 235"/>
                <a:gd name="T33" fmla="*/ 24 h 257"/>
                <a:gd name="T34" fmla="*/ 117 w 235"/>
                <a:gd name="T35" fmla="*/ 8 h 257"/>
                <a:gd name="T36" fmla="*/ 40 w 235"/>
                <a:gd name="T37" fmla="*/ 63 h 257"/>
                <a:gd name="T38" fmla="*/ 113 w 235"/>
                <a:gd name="T39" fmla="*/ 31 h 257"/>
                <a:gd name="T40" fmla="*/ 113 w 235"/>
                <a:gd name="T41" fmla="*/ 48 h 257"/>
                <a:gd name="T42" fmla="*/ 121 w 235"/>
                <a:gd name="T43" fmla="*/ 48 h 257"/>
                <a:gd name="T44" fmla="*/ 121 w 235"/>
                <a:gd name="T45" fmla="*/ 31 h 257"/>
                <a:gd name="T46" fmla="*/ 195 w 235"/>
                <a:gd name="T47" fmla="*/ 63 h 257"/>
                <a:gd name="T48" fmla="*/ 226 w 235"/>
                <a:gd name="T49" fmla="*/ 136 h 257"/>
                <a:gd name="T50" fmla="*/ 209 w 235"/>
                <a:gd name="T51" fmla="*/ 136 h 257"/>
                <a:gd name="T52" fmla="*/ 209 w 235"/>
                <a:gd name="T53" fmla="*/ 144 h 257"/>
                <a:gd name="T54" fmla="*/ 226 w 235"/>
                <a:gd name="T55" fmla="*/ 144 h 257"/>
                <a:gd name="T56" fmla="*/ 195 w 235"/>
                <a:gd name="T57" fmla="*/ 217 h 257"/>
                <a:gd name="T58" fmla="*/ 121 w 235"/>
                <a:gd name="T59" fmla="*/ 249 h 257"/>
                <a:gd name="T60" fmla="*/ 121 w 235"/>
                <a:gd name="T61" fmla="*/ 232 h 257"/>
                <a:gd name="T62" fmla="*/ 113 w 235"/>
                <a:gd name="T63" fmla="*/ 232 h 257"/>
                <a:gd name="T64" fmla="*/ 113 w 235"/>
                <a:gd name="T65" fmla="*/ 249 h 257"/>
                <a:gd name="T66" fmla="*/ 40 w 235"/>
                <a:gd name="T67" fmla="*/ 217 h 257"/>
                <a:gd name="T68" fmla="*/ 8 w 235"/>
                <a:gd name="T69" fmla="*/ 144 h 257"/>
                <a:gd name="T70" fmla="*/ 25 w 235"/>
                <a:gd name="T71" fmla="*/ 144 h 257"/>
                <a:gd name="T72" fmla="*/ 25 w 235"/>
                <a:gd name="T73" fmla="*/ 136 h 257"/>
                <a:gd name="T74" fmla="*/ 8 w 235"/>
                <a:gd name="T75" fmla="*/ 136 h 257"/>
                <a:gd name="T76" fmla="*/ 40 w 235"/>
                <a:gd name="T77" fmla="*/ 63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5" h="257">
                  <a:moveTo>
                    <a:pt x="117" y="257"/>
                  </a:moveTo>
                  <a:cubicBezTo>
                    <a:pt x="149" y="257"/>
                    <a:pt x="178" y="245"/>
                    <a:pt x="200" y="223"/>
                  </a:cubicBezTo>
                  <a:cubicBezTo>
                    <a:pt x="222" y="201"/>
                    <a:pt x="235" y="172"/>
                    <a:pt x="235" y="140"/>
                  </a:cubicBezTo>
                  <a:cubicBezTo>
                    <a:pt x="235" y="109"/>
                    <a:pt x="222" y="80"/>
                    <a:pt x="200" y="57"/>
                  </a:cubicBezTo>
                  <a:cubicBezTo>
                    <a:pt x="184" y="41"/>
                    <a:pt x="163" y="30"/>
                    <a:pt x="141" y="26"/>
                  </a:cubicBezTo>
                  <a:cubicBezTo>
                    <a:pt x="141" y="25"/>
                    <a:pt x="141" y="25"/>
                    <a:pt x="141" y="24"/>
                  </a:cubicBezTo>
                  <a:cubicBezTo>
                    <a:pt x="141" y="11"/>
                    <a:pt x="131" y="0"/>
                    <a:pt x="117" y="0"/>
                  </a:cubicBezTo>
                  <a:cubicBezTo>
                    <a:pt x="104" y="0"/>
                    <a:pt x="93" y="11"/>
                    <a:pt x="93" y="24"/>
                  </a:cubicBezTo>
                  <a:cubicBezTo>
                    <a:pt x="93" y="25"/>
                    <a:pt x="93" y="25"/>
                    <a:pt x="93" y="26"/>
                  </a:cubicBezTo>
                  <a:cubicBezTo>
                    <a:pt x="71" y="30"/>
                    <a:pt x="51" y="41"/>
                    <a:pt x="34" y="57"/>
                  </a:cubicBezTo>
                  <a:cubicBezTo>
                    <a:pt x="12" y="80"/>
                    <a:pt x="0" y="109"/>
                    <a:pt x="0" y="140"/>
                  </a:cubicBezTo>
                  <a:cubicBezTo>
                    <a:pt x="0" y="172"/>
                    <a:pt x="12" y="201"/>
                    <a:pt x="34" y="223"/>
                  </a:cubicBezTo>
                  <a:cubicBezTo>
                    <a:pt x="57" y="245"/>
                    <a:pt x="86" y="257"/>
                    <a:pt x="117" y="257"/>
                  </a:cubicBezTo>
                  <a:close/>
                  <a:moveTo>
                    <a:pt x="117" y="8"/>
                  </a:moveTo>
                  <a:cubicBezTo>
                    <a:pt x="126" y="8"/>
                    <a:pt x="133" y="15"/>
                    <a:pt x="133" y="24"/>
                  </a:cubicBezTo>
                  <a:cubicBezTo>
                    <a:pt x="128" y="23"/>
                    <a:pt x="123" y="23"/>
                    <a:pt x="117" y="23"/>
                  </a:cubicBezTo>
                  <a:cubicBezTo>
                    <a:pt x="112" y="23"/>
                    <a:pt x="107" y="23"/>
                    <a:pt x="101" y="24"/>
                  </a:cubicBezTo>
                  <a:cubicBezTo>
                    <a:pt x="101" y="15"/>
                    <a:pt x="109" y="8"/>
                    <a:pt x="117" y="8"/>
                  </a:cubicBezTo>
                  <a:close/>
                  <a:moveTo>
                    <a:pt x="40" y="63"/>
                  </a:moveTo>
                  <a:cubicBezTo>
                    <a:pt x="60" y="43"/>
                    <a:pt x="86" y="32"/>
                    <a:pt x="113" y="31"/>
                  </a:cubicBezTo>
                  <a:cubicBezTo>
                    <a:pt x="113" y="48"/>
                    <a:pt x="113" y="48"/>
                    <a:pt x="113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49" y="32"/>
                    <a:pt x="175" y="43"/>
                    <a:pt x="195" y="63"/>
                  </a:cubicBezTo>
                  <a:cubicBezTo>
                    <a:pt x="214" y="83"/>
                    <a:pt x="225" y="109"/>
                    <a:pt x="226" y="136"/>
                  </a:cubicBezTo>
                  <a:cubicBezTo>
                    <a:pt x="209" y="136"/>
                    <a:pt x="209" y="136"/>
                    <a:pt x="209" y="136"/>
                  </a:cubicBezTo>
                  <a:cubicBezTo>
                    <a:pt x="209" y="144"/>
                    <a:pt x="209" y="144"/>
                    <a:pt x="209" y="144"/>
                  </a:cubicBezTo>
                  <a:cubicBezTo>
                    <a:pt x="226" y="144"/>
                    <a:pt x="226" y="144"/>
                    <a:pt x="226" y="144"/>
                  </a:cubicBezTo>
                  <a:cubicBezTo>
                    <a:pt x="225" y="172"/>
                    <a:pt x="214" y="198"/>
                    <a:pt x="195" y="217"/>
                  </a:cubicBezTo>
                  <a:cubicBezTo>
                    <a:pt x="175" y="237"/>
                    <a:pt x="149" y="248"/>
                    <a:pt x="121" y="249"/>
                  </a:cubicBezTo>
                  <a:cubicBezTo>
                    <a:pt x="121" y="232"/>
                    <a:pt x="121" y="232"/>
                    <a:pt x="121" y="232"/>
                  </a:cubicBezTo>
                  <a:cubicBezTo>
                    <a:pt x="113" y="232"/>
                    <a:pt x="113" y="232"/>
                    <a:pt x="113" y="232"/>
                  </a:cubicBezTo>
                  <a:cubicBezTo>
                    <a:pt x="113" y="249"/>
                    <a:pt x="113" y="249"/>
                    <a:pt x="113" y="249"/>
                  </a:cubicBezTo>
                  <a:cubicBezTo>
                    <a:pt x="86" y="248"/>
                    <a:pt x="60" y="237"/>
                    <a:pt x="40" y="217"/>
                  </a:cubicBezTo>
                  <a:cubicBezTo>
                    <a:pt x="20" y="198"/>
                    <a:pt x="9" y="172"/>
                    <a:pt x="8" y="144"/>
                  </a:cubicBezTo>
                  <a:cubicBezTo>
                    <a:pt x="25" y="144"/>
                    <a:pt x="25" y="144"/>
                    <a:pt x="25" y="144"/>
                  </a:cubicBezTo>
                  <a:cubicBezTo>
                    <a:pt x="25" y="136"/>
                    <a:pt x="25" y="136"/>
                    <a:pt x="25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9" y="109"/>
                    <a:pt x="20" y="83"/>
                    <a:pt x="40" y="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5" name="Freeform 94"/>
            <p:cNvSpPr>
              <a:spLocks noEditPoints="1"/>
            </p:cNvSpPr>
            <p:nvPr/>
          </p:nvSpPr>
          <p:spPr bwMode="auto">
            <a:xfrm>
              <a:off x="2561268" y="2162705"/>
              <a:ext cx="129937" cy="132033"/>
            </a:xfrm>
            <a:custGeom>
              <a:avLst/>
              <a:gdLst>
                <a:gd name="T0" fmla="*/ 43 w 62"/>
                <a:gd name="T1" fmla="*/ 47 h 63"/>
                <a:gd name="T2" fmla="*/ 44 w 62"/>
                <a:gd name="T3" fmla="*/ 46 h 63"/>
                <a:gd name="T4" fmla="*/ 62 w 62"/>
                <a:gd name="T5" fmla="*/ 3 h 63"/>
                <a:gd name="T6" fmla="*/ 60 w 62"/>
                <a:gd name="T7" fmla="*/ 0 h 63"/>
                <a:gd name="T8" fmla="*/ 17 w 62"/>
                <a:gd name="T9" fmla="*/ 18 h 63"/>
                <a:gd name="T10" fmla="*/ 16 w 62"/>
                <a:gd name="T11" fmla="*/ 19 h 63"/>
                <a:gd name="T12" fmla="*/ 0 w 62"/>
                <a:gd name="T13" fmla="*/ 60 h 63"/>
                <a:gd name="T14" fmla="*/ 3 w 62"/>
                <a:gd name="T15" fmla="*/ 63 h 63"/>
                <a:gd name="T16" fmla="*/ 43 w 62"/>
                <a:gd name="T17" fmla="*/ 47 h 63"/>
                <a:gd name="T18" fmla="*/ 42 w 62"/>
                <a:gd name="T19" fmla="*/ 41 h 63"/>
                <a:gd name="T20" fmla="*/ 21 w 62"/>
                <a:gd name="T21" fmla="*/ 21 h 63"/>
                <a:gd name="T22" fmla="*/ 56 w 62"/>
                <a:gd name="T23" fmla="*/ 6 h 63"/>
                <a:gd name="T24" fmla="*/ 42 w 62"/>
                <a:gd name="T25" fmla="*/ 41 h 63"/>
                <a:gd name="T26" fmla="*/ 18 w 62"/>
                <a:gd name="T27" fmla="*/ 24 h 63"/>
                <a:gd name="T28" fmla="*/ 38 w 62"/>
                <a:gd name="T29" fmla="*/ 44 h 63"/>
                <a:gd name="T30" fmla="*/ 5 w 62"/>
                <a:gd name="T31" fmla="*/ 56 h 63"/>
                <a:gd name="T32" fmla="*/ 18 w 62"/>
                <a:gd name="T33" fmla="*/ 2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63">
                  <a:moveTo>
                    <a:pt x="43" y="47"/>
                  </a:moveTo>
                  <a:lnTo>
                    <a:pt x="44" y="46"/>
                  </a:lnTo>
                  <a:lnTo>
                    <a:pt x="62" y="3"/>
                  </a:lnTo>
                  <a:lnTo>
                    <a:pt x="60" y="0"/>
                  </a:lnTo>
                  <a:lnTo>
                    <a:pt x="17" y="18"/>
                  </a:lnTo>
                  <a:lnTo>
                    <a:pt x="16" y="19"/>
                  </a:lnTo>
                  <a:lnTo>
                    <a:pt x="0" y="60"/>
                  </a:lnTo>
                  <a:lnTo>
                    <a:pt x="3" y="63"/>
                  </a:lnTo>
                  <a:lnTo>
                    <a:pt x="43" y="47"/>
                  </a:lnTo>
                  <a:close/>
                  <a:moveTo>
                    <a:pt x="42" y="41"/>
                  </a:moveTo>
                  <a:lnTo>
                    <a:pt x="21" y="21"/>
                  </a:lnTo>
                  <a:lnTo>
                    <a:pt x="56" y="6"/>
                  </a:lnTo>
                  <a:lnTo>
                    <a:pt x="42" y="41"/>
                  </a:lnTo>
                  <a:close/>
                  <a:moveTo>
                    <a:pt x="18" y="24"/>
                  </a:moveTo>
                  <a:lnTo>
                    <a:pt x="38" y="44"/>
                  </a:lnTo>
                  <a:lnTo>
                    <a:pt x="5" y="56"/>
                  </a:lnTo>
                  <a:lnTo>
                    <a:pt x="18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6" name="Freeform 95"/>
          <p:cNvSpPr>
            <a:spLocks noEditPoints="1"/>
          </p:cNvSpPr>
          <p:nvPr/>
        </p:nvSpPr>
        <p:spPr bwMode="auto">
          <a:xfrm>
            <a:off x="2894491" y="2068397"/>
            <a:ext cx="247299" cy="301788"/>
          </a:xfrm>
          <a:custGeom>
            <a:avLst/>
            <a:gdLst>
              <a:gd name="T0" fmla="*/ 172 w 208"/>
              <a:gd name="T1" fmla="*/ 108 h 256"/>
              <a:gd name="T2" fmla="*/ 172 w 208"/>
              <a:gd name="T3" fmla="*/ 68 h 256"/>
              <a:gd name="T4" fmla="*/ 208 w 208"/>
              <a:gd name="T5" fmla="*/ 28 h 256"/>
              <a:gd name="T6" fmla="*/ 208 w 208"/>
              <a:gd name="T7" fmla="*/ 24 h 256"/>
              <a:gd name="T8" fmla="*/ 172 w 208"/>
              <a:gd name="T9" fmla="*/ 24 h 256"/>
              <a:gd name="T10" fmla="*/ 172 w 208"/>
              <a:gd name="T11" fmla="*/ 0 h 256"/>
              <a:gd name="T12" fmla="*/ 36 w 208"/>
              <a:gd name="T13" fmla="*/ 0 h 256"/>
              <a:gd name="T14" fmla="*/ 36 w 208"/>
              <a:gd name="T15" fmla="*/ 24 h 256"/>
              <a:gd name="T16" fmla="*/ 0 w 208"/>
              <a:gd name="T17" fmla="*/ 24 h 256"/>
              <a:gd name="T18" fmla="*/ 0 w 208"/>
              <a:gd name="T19" fmla="*/ 28 h 256"/>
              <a:gd name="T20" fmla="*/ 36 w 208"/>
              <a:gd name="T21" fmla="*/ 68 h 256"/>
              <a:gd name="T22" fmla="*/ 36 w 208"/>
              <a:gd name="T23" fmla="*/ 108 h 256"/>
              <a:gd name="T24" fmla="*/ 100 w 208"/>
              <a:gd name="T25" fmla="*/ 144 h 256"/>
              <a:gd name="T26" fmla="*/ 100 w 208"/>
              <a:gd name="T27" fmla="*/ 248 h 256"/>
              <a:gd name="T28" fmla="*/ 56 w 208"/>
              <a:gd name="T29" fmla="*/ 248 h 256"/>
              <a:gd name="T30" fmla="*/ 56 w 208"/>
              <a:gd name="T31" fmla="*/ 256 h 256"/>
              <a:gd name="T32" fmla="*/ 152 w 208"/>
              <a:gd name="T33" fmla="*/ 256 h 256"/>
              <a:gd name="T34" fmla="*/ 152 w 208"/>
              <a:gd name="T35" fmla="*/ 248 h 256"/>
              <a:gd name="T36" fmla="*/ 108 w 208"/>
              <a:gd name="T37" fmla="*/ 248 h 256"/>
              <a:gd name="T38" fmla="*/ 108 w 208"/>
              <a:gd name="T39" fmla="*/ 144 h 256"/>
              <a:gd name="T40" fmla="*/ 172 w 208"/>
              <a:gd name="T41" fmla="*/ 108 h 256"/>
              <a:gd name="T42" fmla="*/ 200 w 208"/>
              <a:gd name="T43" fmla="*/ 32 h 256"/>
              <a:gd name="T44" fmla="*/ 172 w 208"/>
              <a:gd name="T45" fmla="*/ 60 h 256"/>
              <a:gd name="T46" fmla="*/ 172 w 208"/>
              <a:gd name="T47" fmla="*/ 32 h 256"/>
              <a:gd name="T48" fmla="*/ 200 w 208"/>
              <a:gd name="T49" fmla="*/ 32 h 256"/>
              <a:gd name="T50" fmla="*/ 9 w 208"/>
              <a:gd name="T51" fmla="*/ 32 h 256"/>
              <a:gd name="T52" fmla="*/ 36 w 208"/>
              <a:gd name="T53" fmla="*/ 32 h 256"/>
              <a:gd name="T54" fmla="*/ 36 w 208"/>
              <a:gd name="T55" fmla="*/ 60 h 256"/>
              <a:gd name="T56" fmla="*/ 9 w 208"/>
              <a:gd name="T57" fmla="*/ 32 h 256"/>
              <a:gd name="T58" fmla="*/ 44 w 208"/>
              <a:gd name="T59" fmla="*/ 108 h 256"/>
              <a:gd name="T60" fmla="*/ 44 w 208"/>
              <a:gd name="T61" fmla="*/ 8 h 256"/>
              <a:gd name="T62" fmla="*/ 164 w 208"/>
              <a:gd name="T63" fmla="*/ 8 h 256"/>
              <a:gd name="T64" fmla="*/ 164 w 208"/>
              <a:gd name="T65" fmla="*/ 108 h 256"/>
              <a:gd name="T66" fmla="*/ 104 w 208"/>
              <a:gd name="T67" fmla="*/ 136 h 256"/>
              <a:gd name="T68" fmla="*/ 44 w 208"/>
              <a:gd name="T69" fmla="*/ 10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8" h="256">
                <a:moveTo>
                  <a:pt x="172" y="108"/>
                </a:moveTo>
                <a:cubicBezTo>
                  <a:pt x="172" y="68"/>
                  <a:pt x="172" y="68"/>
                  <a:pt x="172" y="68"/>
                </a:cubicBezTo>
                <a:cubicBezTo>
                  <a:pt x="208" y="65"/>
                  <a:pt x="208" y="28"/>
                  <a:pt x="208" y="28"/>
                </a:cubicBezTo>
                <a:cubicBezTo>
                  <a:pt x="208" y="24"/>
                  <a:pt x="208" y="24"/>
                  <a:pt x="208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0"/>
                  <a:pt x="172" y="0"/>
                  <a:pt x="17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24"/>
                  <a:pt x="36" y="24"/>
                  <a:pt x="36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65"/>
                  <a:pt x="36" y="68"/>
                </a:cubicBezTo>
                <a:cubicBezTo>
                  <a:pt x="36" y="108"/>
                  <a:pt x="36" y="108"/>
                  <a:pt x="36" y="108"/>
                </a:cubicBezTo>
                <a:cubicBezTo>
                  <a:pt x="36" y="128"/>
                  <a:pt x="63" y="143"/>
                  <a:pt x="100" y="144"/>
                </a:cubicBezTo>
                <a:cubicBezTo>
                  <a:pt x="100" y="248"/>
                  <a:pt x="100" y="248"/>
                  <a:pt x="100" y="248"/>
                </a:cubicBezTo>
                <a:cubicBezTo>
                  <a:pt x="56" y="248"/>
                  <a:pt x="56" y="248"/>
                  <a:pt x="56" y="248"/>
                </a:cubicBezTo>
                <a:cubicBezTo>
                  <a:pt x="56" y="256"/>
                  <a:pt x="56" y="256"/>
                  <a:pt x="56" y="256"/>
                </a:cubicBezTo>
                <a:cubicBezTo>
                  <a:pt x="152" y="256"/>
                  <a:pt x="152" y="256"/>
                  <a:pt x="152" y="256"/>
                </a:cubicBezTo>
                <a:cubicBezTo>
                  <a:pt x="152" y="248"/>
                  <a:pt x="152" y="248"/>
                  <a:pt x="152" y="248"/>
                </a:cubicBezTo>
                <a:cubicBezTo>
                  <a:pt x="108" y="248"/>
                  <a:pt x="108" y="248"/>
                  <a:pt x="108" y="248"/>
                </a:cubicBezTo>
                <a:cubicBezTo>
                  <a:pt x="108" y="144"/>
                  <a:pt x="108" y="144"/>
                  <a:pt x="108" y="144"/>
                </a:cubicBezTo>
                <a:cubicBezTo>
                  <a:pt x="146" y="143"/>
                  <a:pt x="172" y="128"/>
                  <a:pt x="172" y="108"/>
                </a:cubicBezTo>
                <a:close/>
                <a:moveTo>
                  <a:pt x="200" y="32"/>
                </a:moveTo>
                <a:cubicBezTo>
                  <a:pt x="199" y="40"/>
                  <a:pt x="194" y="58"/>
                  <a:pt x="172" y="60"/>
                </a:cubicBezTo>
                <a:cubicBezTo>
                  <a:pt x="172" y="32"/>
                  <a:pt x="172" y="32"/>
                  <a:pt x="172" y="32"/>
                </a:cubicBezTo>
                <a:lnTo>
                  <a:pt x="200" y="32"/>
                </a:lnTo>
                <a:close/>
                <a:moveTo>
                  <a:pt x="9" y="32"/>
                </a:moveTo>
                <a:cubicBezTo>
                  <a:pt x="36" y="32"/>
                  <a:pt x="36" y="32"/>
                  <a:pt x="36" y="32"/>
                </a:cubicBezTo>
                <a:cubicBezTo>
                  <a:pt x="36" y="60"/>
                  <a:pt x="36" y="60"/>
                  <a:pt x="36" y="60"/>
                </a:cubicBezTo>
                <a:cubicBezTo>
                  <a:pt x="15" y="58"/>
                  <a:pt x="10" y="40"/>
                  <a:pt x="9" y="32"/>
                </a:cubicBezTo>
                <a:close/>
                <a:moveTo>
                  <a:pt x="44" y="108"/>
                </a:moveTo>
                <a:cubicBezTo>
                  <a:pt x="44" y="8"/>
                  <a:pt x="44" y="8"/>
                  <a:pt x="44" y="8"/>
                </a:cubicBezTo>
                <a:cubicBezTo>
                  <a:pt x="164" y="8"/>
                  <a:pt x="164" y="8"/>
                  <a:pt x="164" y="8"/>
                </a:cubicBezTo>
                <a:cubicBezTo>
                  <a:pt x="164" y="108"/>
                  <a:pt x="164" y="108"/>
                  <a:pt x="164" y="108"/>
                </a:cubicBezTo>
                <a:cubicBezTo>
                  <a:pt x="164" y="122"/>
                  <a:pt x="144" y="136"/>
                  <a:pt x="104" y="136"/>
                </a:cubicBezTo>
                <a:cubicBezTo>
                  <a:pt x="65" y="136"/>
                  <a:pt x="44" y="122"/>
                  <a:pt x="44" y="10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7" name="Freeform 96"/>
          <p:cNvSpPr>
            <a:spLocks noEditPoints="1"/>
          </p:cNvSpPr>
          <p:nvPr/>
        </p:nvSpPr>
        <p:spPr bwMode="auto">
          <a:xfrm>
            <a:off x="3296875" y="2064205"/>
            <a:ext cx="228437" cy="310171"/>
          </a:xfrm>
          <a:custGeom>
            <a:avLst/>
            <a:gdLst>
              <a:gd name="T0" fmla="*/ 55 w 109"/>
              <a:gd name="T1" fmla="*/ 148 h 148"/>
              <a:gd name="T2" fmla="*/ 109 w 109"/>
              <a:gd name="T3" fmla="*/ 74 h 148"/>
              <a:gd name="T4" fmla="*/ 55 w 109"/>
              <a:gd name="T5" fmla="*/ 0 h 148"/>
              <a:gd name="T6" fmla="*/ 0 w 109"/>
              <a:gd name="T7" fmla="*/ 74 h 148"/>
              <a:gd name="T8" fmla="*/ 55 w 109"/>
              <a:gd name="T9" fmla="*/ 148 h 148"/>
              <a:gd name="T10" fmla="*/ 104 w 109"/>
              <a:gd name="T11" fmla="*/ 74 h 148"/>
              <a:gd name="T12" fmla="*/ 55 w 109"/>
              <a:gd name="T13" fmla="*/ 140 h 148"/>
              <a:gd name="T14" fmla="*/ 6 w 109"/>
              <a:gd name="T15" fmla="*/ 74 h 148"/>
              <a:gd name="T16" fmla="*/ 55 w 109"/>
              <a:gd name="T17" fmla="*/ 8 h 148"/>
              <a:gd name="T18" fmla="*/ 104 w 109"/>
              <a:gd name="T19" fmla="*/ 7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9" h="148">
                <a:moveTo>
                  <a:pt x="55" y="148"/>
                </a:moveTo>
                <a:lnTo>
                  <a:pt x="109" y="74"/>
                </a:lnTo>
                <a:lnTo>
                  <a:pt x="55" y="0"/>
                </a:lnTo>
                <a:lnTo>
                  <a:pt x="0" y="74"/>
                </a:lnTo>
                <a:lnTo>
                  <a:pt x="55" y="148"/>
                </a:lnTo>
                <a:close/>
                <a:moveTo>
                  <a:pt x="104" y="74"/>
                </a:moveTo>
                <a:lnTo>
                  <a:pt x="55" y="140"/>
                </a:lnTo>
                <a:lnTo>
                  <a:pt x="6" y="74"/>
                </a:lnTo>
                <a:lnTo>
                  <a:pt x="55" y="8"/>
                </a:lnTo>
                <a:lnTo>
                  <a:pt x="104" y="7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8" name="Freeform 97"/>
          <p:cNvSpPr>
            <a:spLocks noEditPoints="1"/>
          </p:cNvSpPr>
          <p:nvPr/>
        </p:nvSpPr>
        <p:spPr bwMode="auto">
          <a:xfrm>
            <a:off x="3651058" y="2089354"/>
            <a:ext cx="303884" cy="259873"/>
          </a:xfrm>
          <a:custGeom>
            <a:avLst/>
            <a:gdLst>
              <a:gd name="T0" fmla="*/ 0 w 145"/>
              <a:gd name="T1" fmla="*/ 97 h 124"/>
              <a:gd name="T2" fmla="*/ 70 w 145"/>
              <a:gd name="T3" fmla="*/ 97 h 124"/>
              <a:gd name="T4" fmla="*/ 70 w 145"/>
              <a:gd name="T5" fmla="*/ 120 h 124"/>
              <a:gd name="T6" fmla="*/ 50 w 145"/>
              <a:gd name="T7" fmla="*/ 120 h 124"/>
              <a:gd name="T8" fmla="*/ 50 w 145"/>
              <a:gd name="T9" fmla="*/ 124 h 124"/>
              <a:gd name="T10" fmla="*/ 95 w 145"/>
              <a:gd name="T11" fmla="*/ 124 h 124"/>
              <a:gd name="T12" fmla="*/ 95 w 145"/>
              <a:gd name="T13" fmla="*/ 120 h 124"/>
              <a:gd name="T14" fmla="*/ 75 w 145"/>
              <a:gd name="T15" fmla="*/ 120 h 124"/>
              <a:gd name="T16" fmla="*/ 75 w 145"/>
              <a:gd name="T17" fmla="*/ 97 h 124"/>
              <a:gd name="T18" fmla="*/ 145 w 145"/>
              <a:gd name="T19" fmla="*/ 97 h 124"/>
              <a:gd name="T20" fmla="*/ 145 w 145"/>
              <a:gd name="T21" fmla="*/ 79 h 124"/>
              <a:gd name="T22" fmla="*/ 145 w 145"/>
              <a:gd name="T23" fmla="*/ 74 h 124"/>
              <a:gd name="T24" fmla="*/ 145 w 145"/>
              <a:gd name="T25" fmla="*/ 0 h 124"/>
              <a:gd name="T26" fmla="*/ 0 w 145"/>
              <a:gd name="T27" fmla="*/ 0 h 124"/>
              <a:gd name="T28" fmla="*/ 0 w 145"/>
              <a:gd name="T29" fmla="*/ 97 h 124"/>
              <a:gd name="T30" fmla="*/ 140 w 145"/>
              <a:gd name="T31" fmla="*/ 93 h 124"/>
              <a:gd name="T32" fmla="*/ 5 w 145"/>
              <a:gd name="T33" fmla="*/ 93 h 124"/>
              <a:gd name="T34" fmla="*/ 5 w 145"/>
              <a:gd name="T35" fmla="*/ 79 h 124"/>
              <a:gd name="T36" fmla="*/ 140 w 145"/>
              <a:gd name="T37" fmla="*/ 79 h 124"/>
              <a:gd name="T38" fmla="*/ 140 w 145"/>
              <a:gd name="T39" fmla="*/ 93 h 124"/>
              <a:gd name="T40" fmla="*/ 140 w 145"/>
              <a:gd name="T41" fmla="*/ 5 h 124"/>
              <a:gd name="T42" fmla="*/ 140 w 145"/>
              <a:gd name="T43" fmla="*/ 74 h 124"/>
              <a:gd name="T44" fmla="*/ 5 w 145"/>
              <a:gd name="T45" fmla="*/ 74 h 124"/>
              <a:gd name="T46" fmla="*/ 5 w 145"/>
              <a:gd name="T47" fmla="*/ 5 h 124"/>
              <a:gd name="T48" fmla="*/ 140 w 145"/>
              <a:gd name="T49" fmla="*/ 5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24">
                <a:moveTo>
                  <a:pt x="0" y="97"/>
                </a:moveTo>
                <a:lnTo>
                  <a:pt x="70" y="97"/>
                </a:lnTo>
                <a:lnTo>
                  <a:pt x="70" y="120"/>
                </a:lnTo>
                <a:lnTo>
                  <a:pt x="50" y="120"/>
                </a:lnTo>
                <a:lnTo>
                  <a:pt x="50" y="124"/>
                </a:lnTo>
                <a:lnTo>
                  <a:pt x="95" y="124"/>
                </a:lnTo>
                <a:lnTo>
                  <a:pt x="95" y="120"/>
                </a:lnTo>
                <a:lnTo>
                  <a:pt x="75" y="120"/>
                </a:lnTo>
                <a:lnTo>
                  <a:pt x="75" y="97"/>
                </a:lnTo>
                <a:lnTo>
                  <a:pt x="145" y="97"/>
                </a:lnTo>
                <a:lnTo>
                  <a:pt x="145" y="79"/>
                </a:lnTo>
                <a:lnTo>
                  <a:pt x="145" y="74"/>
                </a:lnTo>
                <a:lnTo>
                  <a:pt x="145" y="0"/>
                </a:lnTo>
                <a:lnTo>
                  <a:pt x="0" y="0"/>
                </a:lnTo>
                <a:lnTo>
                  <a:pt x="0" y="97"/>
                </a:lnTo>
                <a:close/>
                <a:moveTo>
                  <a:pt x="140" y="93"/>
                </a:moveTo>
                <a:lnTo>
                  <a:pt x="5" y="93"/>
                </a:lnTo>
                <a:lnTo>
                  <a:pt x="5" y="79"/>
                </a:lnTo>
                <a:lnTo>
                  <a:pt x="140" y="79"/>
                </a:lnTo>
                <a:lnTo>
                  <a:pt x="140" y="93"/>
                </a:lnTo>
                <a:close/>
                <a:moveTo>
                  <a:pt x="140" y="5"/>
                </a:moveTo>
                <a:lnTo>
                  <a:pt x="140" y="74"/>
                </a:lnTo>
                <a:lnTo>
                  <a:pt x="5" y="74"/>
                </a:lnTo>
                <a:lnTo>
                  <a:pt x="5" y="5"/>
                </a:lnTo>
                <a:lnTo>
                  <a:pt x="140" y="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75" name="Group 674"/>
          <p:cNvGrpSpPr/>
          <p:nvPr/>
        </p:nvGrpSpPr>
        <p:grpSpPr>
          <a:xfrm>
            <a:off x="4045059" y="2091450"/>
            <a:ext cx="301788" cy="255682"/>
            <a:chOff x="4045059" y="2091450"/>
            <a:chExt cx="301788" cy="255682"/>
          </a:xfrm>
          <a:solidFill>
            <a:schemeClr val="tx1"/>
          </a:solidFill>
        </p:grpSpPr>
        <p:sp>
          <p:nvSpPr>
            <p:cNvPr id="509" name="Freeform 98"/>
            <p:cNvSpPr>
              <a:spLocks/>
            </p:cNvSpPr>
            <p:nvPr/>
          </p:nvSpPr>
          <p:spPr bwMode="auto">
            <a:xfrm>
              <a:off x="4154038" y="2192046"/>
              <a:ext cx="81735" cy="155086"/>
            </a:xfrm>
            <a:custGeom>
              <a:avLst/>
              <a:gdLst>
                <a:gd name="T0" fmla="*/ 17 w 39"/>
                <a:gd name="T1" fmla="*/ 0 h 74"/>
                <a:gd name="T2" fmla="*/ 17 w 39"/>
                <a:gd name="T3" fmla="*/ 66 h 74"/>
                <a:gd name="T4" fmla="*/ 3 w 39"/>
                <a:gd name="T5" fmla="*/ 52 h 74"/>
                <a:gd name="T6" fmla="*/ 0 w 39"/>
                <a:gd name="T7" fmla="*/ 55 h 74"/>
                <a:gd name="T8" fmla="*/ 18 w 39"/>
                <a:gd name="T9" fmla="*/ 74 h 74"/>
                <a:gd name="T10" fmla="*/ 21 w 39"/>
                <a:gd name="T11" fmla="*/ 74 h 74"/>
                <a:gd name="T12" fmla="*/ 39 w 39"/>
                <a:gd name="T13" fmla="*/ 55 h 74"/>
                <a:gd name="T14" fmla="*/ 36 w 39"/>
                <a:gd name="T15" fmla="*/ 52 h 74"/>
                <a:gd name="T16" fmla="*/ 22 w 39"/>
                <a:gd name="T17" fmla="*/ 66 h 74"/>
                <a:gd name="T18" fmla="*/ 22 w 39"/>
                <a:gd name="T19" fmla="*/ 0 h 74"/>
                <a:gd name="T20" fmla="*/ 17 w 39"/>
                <a:gd name="T2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74">
                  <a:moveTo>
                    <a:pt x="17" y="0"/>
                  </a:moveTo>
                  <a:lnTo>
                    <a:pt x="17" y="66"/>
                  </a:lnTo>
                  <a:lnTo>
                    <a:pt x="3" y="52"/>
                  </a:lnTo>
                  <a:lnTo>
                    <a:pt x="0" y="55"/>
                  </a:lnTo>
                  <a:lnTo>
                    <a:pt x="18" y="74"/>
                  </a:lnTo>
                  <a:lnTo>
                    <a:pt x="21" y="74"/>
                  </a:lnTo>
                  <a:lnTo>
                    <a:pt x="39" y="55"/>
                  </a:lnTo>
                  <a:lnTo>
                    <a:pt x="36" y="52"/>
                  </a:lnTo>
                  <a:lnTo>
                    <a:pt x="22" y="66"/>
                  </a:lnTo>
                  <a:lnTo>
                    <a:pt x="22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0" name="Freeform 99"/>
            <p:cNvSpPr>
              <a:spLocks/>
            </p:cNvSpPr>
            <p:nvPr/>
          </p:nvSpPr>
          <p:spPr bwMode="auto">
            <a:xfrm>
              <a:off x="4045059" y="2091450"/>
              <a:ext cx="301788" cy="180235"/>
            </a:xfrm>
            <a:custGeom>
              <a:avLst/>
              <a:gdLst>
                <a:gd name="T0" fmla="*/ 54 w 144"/>
                <a:gd name="T1" fmla="*/ 81 h 86"/>
                <a:gd name="T2" fmla="*/ 4 w 144"/>
                <a:gd name="T3" fmla="*/ 81 h 86"/>
                <a:gd name="T4" fmla="*/ 4 w 144"/>
                <a:gd name="T5" fmla="*/ 5 h 86"/>
                <a:gd name="T6" fmla="*/ 139 w 144"/>
                <a:gd name="T7" fmla="*/ 5 h 86"/>
                <a:gd name="T8" fmla="*/ 139 w 144"/>
                <a:gd name="T9" fmla="*/ 81 h 86"/>
                <a:gd name="T10" fmla="*/ 90 w 144"/>
                <a:gd name="T11" fmla="*/ 81 h 86"/>
                <a:gd name="T12" fmla="*/ 90 w 144"/>
                <a:gd name="T13" fmla="*/ 86 h 86"/>
                <a:gd name="T14" fmla="*/ 144 w 144"/>
                <a:gd name="T15" fmla="*/ 86 h 86"/>
                <a:gd name="T16" fmla="*/ 144 w 144"/>
                <a:gd name="T17" fmla="*/ 0 h 86"/>
                <a:gd name="T18" fmla="*/ 0 w 144"/>
                <a:gd name="T19" fmla="*/ 0 h 86"/>
                <a:gd name="T20" fmla="*/ 0 w 144"/>
                <a:gd name="T21" fmla="*/ 86 h 86"/>
                <a:gd name="T22" fmla="*/ 54 w 144"/>
                <a:gd name="T23" fmla="*/ 86 h 86"/>
                <a:gd name="T24" fmla="*/ 54 w 144"/>
                <a:gd name="T25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86">
                  <a:moveTo>
                    <a:pt x="54" y="81"/>
                  </a:moveTo>
                  <a:lnTo>
                    <a:pt x="4" y="81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81"/>
                  </a:lnTo>
                  <a:lnTo>
                    <a:pt x="90" y="81"/>
                  </a:lnTo>
                  <a:lnTo>
                    <a:pt x="90" y="86"/>
                  </a:lnTo>
                  <a:lnTo>
                    <a:pt x="144" y="86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54" y="86"/>
                  </a:lnTo>
                  <a:lnTo>
                    <a:pt x="54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6" name="Group 675"/>
          <p:cNvGrpSpPr/>
          <p:nvPr/>
        </p:nvGrpSpPr>
        <p:grpSpPr>
          <a:xfrm>
            <a:off x="4436964" y="2068397"/>
            <a:ext cx="301788" cy="301788"/>
            <a:chOff x="4436964" y="2068397"/>
            <a:chExt cx="301788" cy="301788"/>
          </a:xfrm>
          <a:solidFill>
            <a:schemeClr val="tx1"/>
          </a:solidFill>
        </p:grpSpPr>
        <p:sp>
          <p:nvSpPr>
            <p:cNvPr id="511" name="Freeform 100"/>
            <p:cNvSpPr>
              <a:spLocks noEditPoints="1"/>
            </p:cNvSpPr>
            <p:nvPr/>
          </p:nvSpPr>
          <p:spPr bwMode="auto">
            <a:xfrm>
              <a:off x="4436964" y="2068397"/>
              <a:ext cx="301788" cy="301788"/>
            </a:xfrm>
            <a:custGeom>
              <a:avLst/>
              <a:gdLst>
                <a:gd name="T0" fmla="*/ 128 w 256"/>
                <a:gd name="T1" fmla="*/ 256 h 256"/>
                <a:gd name="T2" fmla="*/ 218 w 256"/>
                <a:gd name="T3" fmla="*/ 218 h 256"/>
                <a:gd name="T4" fmla="*/ 256 w 256"/>
                <a:gd name="T5" fmla="*/ 128 h 256"/>
                <a:gd name="T6" fmla="*/ 218 w 256"/>
                <a:gd name="T7" fmla="*/ 37 h 256"/>
                <a:gd name="T8" fmla="*/ 128 w 256"/>
                <a:gd name="T9" fmla="*/ 0 h 256"/>
                <a:gd name="T10" fmla="*/ 37 w 256"/>
                <a:gd name="T11" fmla="*/ 37 h 256"/>
                <a:gd name="T12" fmla="*/ 0 w 256"/>
                <a:gd name="T13" fmla="*/ 128 h 256"/>
                <a:gd name="T14" fmla="*/ 37 w 256"/>
                <a:gd name="T15" fmla="*/ 218 h 256"/>
                <a:gd name="T16" fmla="*/ 128 w 256"/>
                <a:gd name="T17" fmla="*/ 256 h 256"/>
                <a:gd name="T18" fmla="*/ 43 w 256"/>
                <a:gd name="T19" fmla="*/ 43 h 256"/>
                <a:gd name="T20" fmla="*/ 128 w 256"/>
                <a:gd name="T21" fmla="*/ 8 h 256"/>
                <a:gd name="T22" fmla="*/ 213 w 256"/>
                <a:gd name="T23" fmla="*/ 43 h 256"/>
                <a:gd name="T24" fmla="*/ 248 w 256"/>
                <a:gd name="T25" fmla="*/ 128 h 256"/>
                <a:gd name="T26" fmla="*/ 213 w 256"/>
                <a:gd name="T27" fmla="*/ 213 h 256"/>
                <a:gd name="T28" fmla="*/ 128 w 256"/>
                <a:gd name="T29" fmla="*/ 248 h 256"/>
                <a:gd name="T30" fmla="*/ 43 w 256"/>
                <a:gd name="T31" fmla="*/ 213 h 256"/>
                <a:gd name="T32" fmla="*/ 8 w 256"/>
                <a:gd name="T33" fmla="*/ 128 h 256"/>
                <a:gd name="T34" fmla="*/ 43 w 256"/>
                <a:gd name="T3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62" y="256"/>
                    <a:pt x="194" y="243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2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94" y="0"/>
                    <a:pt x="62" y="13"/>
                    <a:pt x="37" y="37"/>
                  </a:cubicBezTo>
                  <a:cubicBezTo>
                    <a:pt x="13" y="62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2" y="243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3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2" name="Rectangle 101"/>
            <p:cNvSpPr>
              <a:spLocks noChangeArrowheads="1"/>
            </p:cNvSpPr>
            <p:nvPr/>
          </p:nvSpPr>
          <p:spPr bwMode="auto">
            <a:xfrm>
              <a:off x="4583666" y="2148035"/>
              <a:ext cx="8383" cy="1047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3" name="Rectangle 102"/>
            <p:cNvSpPr>
              <a:spLocks noChangeArrowheads="1"/>
            </p:cNvSpPr>
            <p:nvPr/>
          </p:nvSpPr>
          <p:spPr bwMode="auto">
            <a:xfrm>
              <a:off x="4583666" y="2271684"/>
              <a:ext cx="8383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7" name="Group 676"/>
          <p:cNvGrpSpPr/>
          <p:nvPr/>
        </p:nvGrpSpPr>
        <p:grpSpPr>
          <a:xfrm>
            <a:off x="4826773" y="2143844"/>
            <a:ext cx="305980" cy="150894"/>
            <a:chOff x="4826773" y="2143844"/>
            <a:chExt cx="305980" cy="150894"/>
          </a:xfrm>
          <a:solidFill>
            <a:schemeClr val="tx1"/>
          </a:solidFill>
        </p:grpSpPr>
        <p:sp>
          <p:nvSpPr>
            <p:cNvPr id="514" name="Freeform 103"/>
            <p:cNvSpPr>
              <a:spLocks noEditPoints="1"/>
            </p:cNvSpPr>
            <p:nvPr/>
          </p:nvSpPr>
          <p:spPr bwMode="auto">
            <a:xfrm>
              <a:off x="4826773" y="2143844"/>
              <a:ext cx="305980" cy="150894"/>
            </a:xfrm>
            <a:custGeom>
              <a:avLst/>
              <a:gdLst>
                <a:gd name="T0" fmla="*/ 129 w 258"/>
                <a:gd name="T1" fmla="*/ 128 h 128"/>
                <a:gd name="T2" fmla="*/ 256 w 258"/>
                <a:gd name="T3" fmla="*/ 66 h 128"/>
                <a:gd name="T4" fmla="*/ 258 w 258"/>
                <a:gd name="T5" fmla="*/ 64 h 128"/>
                <a:gd name="T6" fmla="*/ 256 w 258"/>
                <a:gd name="T7" fmla="*/ 61 h 128"/>
                <a:gd name="T8" fmla="*/ 129 w 258"/>
                <a:gd name="T9" fmla="*/ 0 h 128"/>
                <a:gd name="T10" fmla="*/ 2 w 258"/>
                <a:gd name="T11" fmla="*/ 61 h 128"/>
                <a:gd name="T12" fmla="*/ 0 w 258"/>
                <a:gd name="T13" fmla="*/ 64 h 128"/>
                <a:gd name="T14" fmla="*/ 2 w 258"/>
                <a:gd name="T15" fmla="*/ 66 h 128"/>
                <a:gd name="T16" fmla="*/ 129 w 258"/>
                <a:gd name="T17" fmla="*/ 128 h 128"/>
                <a:gd name="T18" fmla="*/ 129 w 258"/>
                <a:gd name="T19" fmla="*/ 8 h 128"/>
                <a:gd name="T20" fmla="*/ 248 w 258"/>
                <a:gd name="T21" fmla="*/ 64 h 128"/>
                <a:gd name="T22" fmla="*/ 129 w 258"/>
                <a:gd name="T23" fmla="*/ 120 h 128"/>
                <a:gd name="T24" fmla="*/ 10 w 258"/>
                <a:gd name="T25" fmla="*/ 64 h 128"/>
                <a:gd name="T26" fmla="*/ 129 w 258"/>
                <a:gd name="T27" fmla="*/ 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8" h="128">
                  <a:moveTo>
                    <a:pt x="129" y="128"/>
                  </a:moveTo>
                  <a:cubicBezTo>
                    <a:pt x="210" y="128"/>
                    <a:pt x="254" y="69"/>
                    <a:pt x="256" y="66"/>
                  </a:cubicBezTo>
                  <a:cubicBezTo>
                    <a:pt x="258" y="64"/>
                    <a:pt x="258" y="64"/>
                    <a:pt x="258" y="64"/>
                  </a:cubicBezTo>
                  <a:cubicBezTo>
                    <a:pt x="256" y="61"/>
                    <a:pt x="256" y="61"/>
                    <a:pt x="256" y="61"/>
                  </a:cubicBezTo>
                  <a:cubicBezTo>
                    <a:pt x="254" y="59"/>
                    <a:pt x="210" y="0"/>
                    <a:pt x="129" y="0"/>
                  </a:cubicBezTo>
                  <a:cubicBezTo>
                    <a:pt x="48" y="0"/>
                    <a:pt x="4" y="59"/>
                    <a:pt x="2" y="61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4" y="69"/>
                    <a:pt x="48" y="128"/>
                    <a:pt x="129" y="128"/>
                  </a:cubicBezTo>
                  <a:close/>
                  <a:moveTo>
                    <a:pt x="129" y="8"/>
                  </a:moveTo>
                  <a:cubicBezTo>
                    <a:pt x="197" y="8"/>
                    <a:pt x="239" y="53"/>
                    <a:pt x="248" y="64"/>
                  </a:cubicBezTo>
                  <a:cubicBezTo>
                    <a:pt x="239" y="75"/>
                    <a:pt x="197" y="120"/>
                    <a:pt x="129" y="120"/>
                  </a:cubicBezTo>
                  <a:cubicBezTo>
                    <a:pt x="61" y="120"/>
                    <a:pt x="19" y="75"/>
                    <a:pt x="10" y="64"/>
                  </a:cubicBezTo>
                  <a:cubicBezTo>
                    <a:pt x="19" y="53"/>
                    <a:pt x="61" y="8"/>
                    <a:pt x="12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5" name="Freeform 104"/>
            <p:cNvSpPr>
              <a:spLocks noEditPoints="1"/>
            </p:cNvSpPr>
            <p:nvPr/>
          </p:nvSpPr>
          <p:spPr bwMode="auto">
            <a:xfrm>
              <a:off x="4942040" y="2181567"/>
              <a:ext cx="75447" cy="75447"/>
            </a:xfrm>
            <a:custGeom>
              <a:avLst/>
              <a:gdLst>
                <a:gd name="T0" fmla="*/ 32 w 64"/>
                <a:gd name="T1" fmla="*/ 64 h 64"/>
                <a:gd name="T2" fmla="*/ 64 w 64"/>
                <a:gd name="T3" fmla="*/ 32 h 64"/>
                <a:gd name="T4" fmla="*/ 32 w 64"/>
                <a:gd name="T5" fmla="*/ 0 h 64"/>
                <a:gd name="T6" fmla="*/ 0 w 64"/>
                <a:gd name="T7" fmla="*/ 32 h 64"/>
                <a:gd name="T8" fmla="*/ 32 w 64"/>
                <a:gd name="T9" fmla="*/ 64 h 64"/>
                <a:gd name="T10" fmla="*/ 32 w 64"/>
                <a:gd name="T11" fmla="*/ 8 h 64"/>
                <a:gd name="T12" fmla="*/ 56 w 64"/>
                <a:gd name="T13" fmla="*/ 32 h 64"/>
                <a:gd name="T14" fmla="*/ 32 w 64"/>
                <a:gd name="T15" fmla="*/ 56 h 64"/>
                <a:gd name="T16" fmla="*/ 8 w 64"/>
                <a:gd name="T17" fmla="*/ 32 h 64"/>
                <a:gd name="T18" fmla="*/ 32 w 64"/>
                <a:gd name="T19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64">
                  <a:moveTo>
                    <a:pt x="32" y="64"/>
                  </a:moveTo>
                  <a:cubicBezTo>
                    <a:pt x="50" y="64"/>
                    <a:pt x="64" y="49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ubicBezTo>
                    <a:pt x="0" y="49"/>
                    <a:pt x="14" y="64"/>
                    <a:pt x="32" y="64"/>
                  </a:cubicBezTo>
                  <a:close/>
                  <a:moveTo>
                    <a:pt x="32" y="8"/>
                  </a:moveTo>
                  <a:cubicBezTo>
                    <a:pt x="45" y="8"/>
                    <a:pt x="56" y="19"/>
                    <a:pt x="56" y="32"/>
                  </a:cubicBezTo>
                  <a:cubicBezTo>
                    <a:pt x="56" y="45"/>
                    <a:pt x="45" y="56"/>
                    <a:pt x="32" y="56"/>
                  </a:cubicBezTo>
                  <a:cubicBezTo>
                    <a:pt x="19" y="56"/>
                    <a:pt x="8" y="45"/>
                    <a:pt x="8" y="32"/>
                  </a:cubicBezTo>
                  <a:cubicBezTo>
                    <a:pt x="8" y="19"/>
                    <a:pt x="19" y="8"/>
                    <a:pt x="3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16" name="Freeform 105"/>
          <p:cNvSpPr>
            <a:spLocks noEditPoints="1"/>
          </p:cNvSpPr>
          <p:nvPr/>
        </p:nvSpPr>
        <p:spPr bwMode="auto">
          <a:xfrm>
            <a:off x="5218679" y="2108216"/>
            <a:ext cx="305980" cy="224246"/>
          </a:xfrm>
          <a:custGeom>
            <a:avLst/>
            <a:gdLst>
              <a:gd name="T0" fmla="*/ 71 w 258"/>
              <a:gd name="T1" fmla="*/ 148 h 190"/>
              <a:gd name="T2" fmla="*/ 34 w 258"/>
              <a:gd name="T3" fmla="*/ 184 h 190"/>
              <a:gd name="T4" fmla="*/ 40 w 258"/>
              <a:gd name="T5" fmla="*/ 190 h 190"/>
              <a:gd name="T6" fmla="*/ 79 w 258"/>
              <a:gd name="T7" fmla="*/ 151 h 190"/>
              <a:gd name="T8" fmla="*/ 129 w 258"/>
              <a:gd name="T9" fmla="*/ 159 h 190"/>
              <a:gd name="T10" fmla="*/ 256 w 258"/>
              <a:gd name="T11" fmla="*/ 97 h 190"/>
              <a:gd name="T12" fmla="*/ 258 w 258"/>
              <a:gd name="T13" fmla="*/ 95 h 190"/>
              <a:gd name="T14" fmla="*/ 256 w 258"/>
              <a:gd name="T15" fmla="*/ 92 h 190"/>
              <a:gd name="T16" fmla="*/ 188 w 258"/>
              <a:gd name="T17" fmla="*/ 42 h 190"/>
              <a:gd name="T18" fmla="*/ 224 w 258"/>
              <a:gd name="T19" fmla="*/ 6 h 190"/>
              <a:gd name="T20" fmla="*/ 218 w 258"/>
              <a:gd name="T21" fmla="*/ 0 h 190"/>
              <a:gd name="T22" fmla="*/ 179 w 258"/>
              <a:gd name="T23" fmla="*/ 39 h 190"/>
              <a:gd name="T24" fmla="*/ 129 w 258"/>
              <a:gd name="T25" fmla="*/ 31 h 190"/>
              <a:gd name="T26" fmla="*/ 2 w 258"/>
              <a:gd name="T27" fmla="*/ 92 h 190"/>
              <a:gd name="T28" fmla="*/ 0 w 258"/>
              <a:gd name="T29" fmla="*/ 95 h 190"/>
              <a:gd name="T30" fmla="*/ 2 w 258"/>
              <a:gd name="T31" fmla="*/ 97 h 190"/>
              <a:gd name="T32" fmla="*/ 71 w 258"/>
              <a:gd name="T33" fmla="*/ 148 h 190"/>
              <a:gd name="T34" fmla="*/ 248 w 258"/>
              <a:gd name="T35" fmla="*/ 95 h 190"/>
              <a:gd name="T36" fmla="*/ 129 w 258"/>
              <a:gd name="T37" fmla="*/ 151 h 190"/>
              <a:gd name="T38" fmla="*/ 85 w 258"/>
              <a:gd name="T39" fmla="*/ 144 h 190"/>
              <a:gd name="T40" fmla="*/ 110 w 258"/>
              <a:gd name="T41" fmla="*/ 120 h 190"/>
              <a:gd name="T42" fmla="*/ 129 w 258"/>
              <a:gd name="T43" fmla="*/ 127 h 190"/>
              <a:gd name="T44" fmla="*/ 161 w 258"/>
              <a:gd name="T45" fmla="*/ 95 h 190"/>
              <a:gd name="T46" fmla="*/ 154 w 258"/>
              <a:gd name="T47" fmla="*/ 75 h 190"/>
              <a:gd name="T48" fmla="*/ 181 w 258"/>
              <a:gd name="T49" fmla="*/ 48 h 190"/>
              <a:gd name="T50" fmla="*/ 248 w 258"/>
              <a:gd name="T51" fmla="*/ 95 h 190"/>
              <a:gd name="T52" fmla="*/ 105 w 258"/>
              <a:gd name="T53" fmla="*/ 95 h 190"/>
              <a:gd name="T54" fmla="*/ 129 w 258"/>
              <a:gd name="T55" fmla="*/ 71 h 190"/>
              <a:gd name="T56" fmla="*/ 143 w 258"/>
              <a:gd name="T57" fmla="*/ 75 h 190"/>
              <a:gd name="T58" fmla="*/ 110 w 258"/>
              <a:gd name="T59" fmla="*/ 109 h 190"/>
              <a:gd name="T60" fmla="*/ 105 w 258"/>
              <a:gd name="T61" fmla="*/ 95 h 190"/>
              <a:gd name="T62" fmla="*/ 153 w 258"/>
              <a:gd name="T63" fmla="*/ 95 h 190"/>
              <a:gd name="T64" fmla="*/ 129 w 258"/>
              <a:gd name="T65" fmla="*/ 119 h 190"/>
              <a:gd name="T66" fmla="*/ 115 w 258"/>
              <a:gd name="T67" fmla="*/ 114 h 190"/>
              <a:gd name="T68" fmla="*/ 149 w 258"/>
              <a:gd name="T69" fmla="*/ 81 h 190"/>
              <a:gd name="T70" fmla="*/ 153 w 258"/>
              <a:gd name="T71" fmla="*/ 95 h 190"/>
              <a:gd name="T72" fmla="*/ 129 w 258"/>
              <a:gd name="T73" fmla="*/ 39 h 190"/>
              <a:gd name="T74" fmla="*/ 173 w 258"/>
              <a:gd name="T75" fmla="*/ 45 h 190"/>
              <a:gd name="T76" fmla="*/ 149 w 258"/>
              <a:gd name="T77" fmla="*/ 70 h 190"/>
              <a:gd name="T78" fmla="*/ 129 w 258"/>
              <a:gd name="T79" fmla="*/ 63 h 190"/>
              <a:gd name="T80" fmla="*/ 97 w 258"/>
              <a:gd name="T81" fmla="*/ 95 h 190"/>
              <a:gd name="T82" fmla="*/ 104 w 258"/>
              <a:gd name="T83" fmla="*/ 114 h 190"/>
              <a:gd name="T84" fmla="*/ 77 w 258"/>
              <a:gd name="T85" fmla="*/ 141 h 190"/>
              <a:gd name="T86" fmla="*/ 10 w 258"/>
              <a:gd name="T87" fmla="*/ 95 h 190"/>
              <a:gd name="T88" fmla="*/ 129 w 258"/>
              <a:gd name="T89" fmla="*/ 39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58" h="190">
                <a:moveTo>
                  <a:pt x="71" y="148"/>
                </a:moveTo>
                <a:cubicBezTo>
                  <a:pt x="34" y="184"/>
                  <a:pt x="34" y="184"/>
                  <a:pt x="34" y="184"/>
                </a:cubicBezTo>
                <a:cubicBezTo>
                  <a:pt x="40" y="190"/>
                  <a:pt x="40" y="190"/>
                  <a:pt x="40" y="190"/>
                </a:cubicBezTo>
                <a:cubicBezTo>
                  <a:pt x="79" y="151"/>
                  <a:pt x="79" y="151"/>
                  <a:pt x="79" y="151"/>
                </a:cubicBezTo>
                <a:cubicBezTo>
                  <a:pt x="94" y="156"/>
                  <a:pt x="110" y="159"/>
                  <a:pt x="129" y="159"/>
                </a:cubicBezTo>
                <a:cubicBezTo>
                  <a:pt x="210" y="159"/>
                  <a:pt x="255" y="100"/>
                  <a:pt x="256" y="97"/>
                </a:cubicBezTo>
                <a:cubicBezTo>
                  <a:pt x="258" y="95"/>
                  <a:pt x="258" y="95"/>
                  <a:pt x="258" y="95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5" y="91"/>
                  <a:pt x="231" y="59"/>
                  <a:pt x="188" y="42"/>
                </a:cubicBezTo>
                <a:cubicBezTo>
                  <a:pt x="224" y="6"/>
                  <a:pt x="224" y="6"/>
                  <a:pt x="224" y="6"/>
                </a:cubicBezTo>
                <a:cubicBezTo>
                  <a:pt x="218" y="0"/>
                  <a:pt x="218" y="0"/>
                  <a:pt x="218" y="0"/>
                </a:cubicBezTo>
                <a:cubicBezTo>
                  <a:pt x="179" y="39"/>
                  <a:pt x="179" y="39"/>
                  <a:pt x="179" y="39"/>
                </a:cubicBezTo>
                <a:cubicBezTo>
                  <a:pt x="165" y="34"/>
                  <a:pt x="148" y="31"/>
                  <a:pt x="129" y="31"/>
                </a:cubicBezTo>
                <a:cubicBezTo>
                  <a:pt x="48" y="31"/>
                  <a:pt x="4" y="90"/>
                  <a:pt x="2" y="92"/>
                </a:cubicBezTo>
                <a:cubicBezTo>
                  <a:pt x="0" y="95"/>
                  <a:pt x="0" y="95"/>
                  <a:pt x="0" y="95"/>
                </a:cubicBezTo>
                <a:cubicBezTo>
                  <a:pt x="2" y="97"/>
                  <a:pt x="2" y="97"/>
                  <a:pt x="2" y="97"/>
                </a:cubicBezTo>
                <a:cubicBezTo>
                  <a:pt x="3" y="99"/>
                  <a:pt x="27" y="131"/>
                  <a:pt x="71" y="148"/>
                </a:cubicBezTo>
                <a:close/>
                <a:moveTo>
                  <a:pt x="248" y="95"/>
                </a:moveTo>
                <a:cubicBezTo>
                  <a:pt x="239" y="106"/>
                  <a:pt x="197" y="151"/>
                  <a:pt x="129" y="151"/>
                </a:cubicBezTo>
                <a:cubicBezTo>
                  <a:pt x="113" y="151"/>
                  <a:pt x="98" y="148"/>
                  <a:pt x="85" y="144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5" y="124"/>
                  <a:pt x="122" y="127"/>
                  <a:pt x="129" y="127"/>
                </a:cubicBezTo>
                <a:cubicBezTo>
                  <a:pt x="147" y="127"/>
                  <a:pt x="161" y="112"/>
                  <a:pt x="161" y="95"/>
                </a:cubicBezTo>
                <a:cubicBezTo>
                  <a:pt x="161" y="87"/>
                  <a:pt x="159" y="81"/>
                  <a:pt x="154" y="75"/>
                </a:cubicBezTo>
                <a:cubicBezTo>
                  <a:pt x="181" y="48"/>
                  <a:pt x="181" y="48"/>
                  <a:pt x="181" y="48"/>
                </a:cubicBezTo>
                <a:cubicBezTo>
                  <a:pt x="219" y="62"/>
                  <a:pt x="242" y="87"/>
                  <a:pt x="248" y="95"/>
                </a:cubicBezTo>
                <a:close/>
                <a:moveTo>
                  <a:pt x="105" y="95"/>
                </a:moveTo>
                <a:cubicBezTo>
                  <a:pt x="105" y="82"/>
                  <a:pt x="116" y="71"/>
                  <a:pt x="129" y="71"/>
                </a:cubicBezTo>
                <a:cubicBezTo>
                  <a:pt x="134" y="71"/>
                  <a:pt x="139" y="72"/>
                  <a:pt x="143" y="75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07" y="105"/>
                  <a:pt x="105" y="100"/>
                  <a:pt x="105" y="95"/>
                </a:cubicBezTo>
                <a:close/>
                <a:moveTo>
                  <a:pt x="153" y="95"/>
                </a:moveTo>
                <a:cubicBezTo>
                  <a:pt x="153" y="108"/>
                  <a:pt x="142" y="119"/>
                  <a:pt x="129" y="119"/>
                </a:cubicBezTo>
                <a:cubicBezTo>
                  <a:pt x="124" y="119"/>
                  <a:pt x="119" y="117"/>
                  <a:pt x="115" y="114"/>
                </a:cubicBezTo>
                <a:cubicBezTo>
                  <a:pt x="149" y="81"/>
                  <a:pt x="149" y="81"/>
                  <a:pt x="149" y="81"/>
                </a:cubicBezTo>
                <a:cubicBezTo>
                  <a:pt x="152" y="85"/>
                  <a:pt x="153" y="90"/>
                  <a:pt x="153" y="95"/>
                </a:cubicBezTo>
                <a:close/>
                <a:moveTo>
                  <a:pt x="129" y="39"/>
                </a:moveTo>
                <a:cubicBezTo>
                  <a:pt x="145" y="39"/>
                  <a:pt x="160" y="41"/>
                  <a:pt x="173" y="45"/>
                </a:cubicBezTo>
                <a:cubicBezTo>
                  <a:pt x="149" y="70"/>
                  <a:pt x="149" y="70"/>
                  <a:pt x="149" y="70"/>
                </a:cubicBezTo>
                <a:cubicBezTo>
                  <a:pt x="143" y="65"/>
                  <a:pt x="137" y="63"/>
                  <a:pt x="129" y="63"/>
                </a:cubicBezTo>
                <a:cubicBezTo>
                  <a:pt x="112" y="63"/>
                  <a:pt x="97" y="77"/>
                  <a:pt x="97" y="95"/>
                </a:cubicBezTo>
                <a:cubicBezTo>
                  <a:pt x="97" y="102"/>
                  <a:pt x="100" y="109"/>
                  <a:pt x="104" y="114"/>
                </a:cubicBezTo>
                <a:cubicBezTo>
                  <a:pt x="77" y="141"/>
                  <a:pt x="77" y="141"/>
                  <a:pt x="77" y="141"/>
                </a:cubicBezTo>
                <a:cubicBezTo>
                  <a:pt x="40" y="128"/>
                  <a:pt x="17" y="103"/>
                  <a:pt x="10" y="95"/>
                </a:cubicBezTo>
                <a:cubicBezTo>
                  <a:pt x="19" y="84"/>
                  <a:pt x="61" y="39"/>
                  <a:pt x="129" y="3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7" name="Freeform 106"/>
          <p:cNvSpPr>
            <a:spLocks noEditPoints="1"/>
          </p:cNvSpPr>
          <p:nvPr/>
        </p:nvSpPr>
        <p:spPr bwMode="auto">
          <a:xfrm>
            <a:off x="5612680" y="2068397"/>
            <a:ext cx="301788" cy="301788"/>
          </a:xfrm>
          <a:custGeom>
            <a:avLst/>
            <a:gdLst>
              <a:gd name="T0" fmla="*/ 155 w 255"/>
              <a:gd name="T1" fmla="*/ 0 h 255"/>
              <a:gd name="T2" fmla="*/ 55 w 255"/>
              <a:gd name="T3" fmla="*/ 100 h 255"/>
              <a:gd name="T4" fmla="*/ 81 w 255"/>
              <a:gd name="T5" fmla="*/ 168 h 255"/>
              <a:gd name="T6" fmla="*/ 37 w 255"/>
              <a:gd name="T7" fmla="*/ 213 h 255"/>
              <a:gd name="T8" fmla="*/ 6 w 255"/>
              <a:gd name="T9" fmla="*/ 182 h 255"/>
              <a:gd name="T10" fmla="*/ 0 w 255"/>
              <a:gd name="T11" fmla="*/ 187 h 255"/>
              <a:gd name="T12" fmla="*/ 31 w 255"/>
              <a:gd name="T13" fmla="*/ 218 h 255"/>
              <a:gd name="T14" fmla="*/ 0 w 255"/>
              <a:gd name="T15" fmla="*/ 250 h 255"/>
              <a:gd name="T16" fmla="*/ 6 w 255"/>
              <a:gd name="T17" fmla="*/ 255 h 255"/>
              <a:gd name="T18" fmla="*/ 37 w 255"/>
              <a:gd name="T19" fmla="*/ 224 h 255"/>
              <a:gd name="T20" fmla="*/ 68 w 255"/>
              <a:gd name="T21" fmla="*/ 255 h 255"/>
              <a:gd name="T22" fmla="*/ 74 w 255"/>
              <a:gd name="T23" fmla="*/ 250 h 255"/>
              <a:gd name="T24" fmla="*/ 42 w 255"/>
              <a:gd name="T25" fmla="*/ 218 h 255"/>
              <a:gd name="T26" fmla="*/ 87 w 255"/>
              <a:gd name="T27" fmla="*/ 174 h 255"/>
              <a:gd name="T28" fmla="*/ 155 w 255"/>
              <a:gd name="T29" fmla="*/ 200 h 255"/>
              <a:gd name="T30" fmla="*/ 255 w 255"/>
              <a:gd name="T31" fmla="*/ 100 h 255"/>
              <a:gd name="T32" fmla="*/ 155 w 255"/>
              <a:gd name="T33" fmla="*/ 0 h 255"/>
              <a:gd name="T34" fmla="*/ 155 w 255"/>
              <a:gd name="T35" fmla="*/ 192 h 255"/>
              <a:gd name="T36" fmla="*/ 63 w 255"/>
              <a:gd name="T37" fmla="*/ 100 h 255"/>
              <a:gd name="T38" fmla="*/ 155 w 255"/>
              <a:gd name="T39" fmla="*/ 8 h 255"/>
              <a:gd name="T40" fmla="*/ 247 w 255"/>
              <a:gd name="T41" fmla="*/ 100 h 255"/>
              <a:gd name="T42" fmla="*/ 155 w 255"/>
              <a:gd name="T43" fmla="*/ 192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55" h="255">
                <a:moveTo>
                  <a:pt x="155" y="0"/>
                </a:moveTo>
                <a:cubicBezTo>
                  <a:pt x="100" y="0"/>
                  <a:pt x="55" y="45"/>
                  <a:pt x="55" y="100"/>
                </a:cubicBezTo>
                <a:cubicBezTo>
                  <a:pt x="55" y="127"/>
                  <a:pt x="65" y="150"/>
                  <a:pt x="81" y="168"/>
                </a:cubicBezTo>
                <a:cubicBezTo>
                  <a:pt x="37" y="213"/>
                  <a:pt x="37" y="213"/>
                  <a:pt x="37" y="213"/>
                </a:cubicBezTo>
                <a:cubicBezTo>
                  <a:pt x="6" y="182"/>
                  <a:pt x="6" y="182"/>
                  <a:pt x="6" y="182"/>
                </a:cubicBezTo>
                <a:cubicBezTo>
                  <a:pt x="0" y="187"/>
                  <a:pt x="0" y="187"/>
                  <a:pt x="0" y="187"/>
                </a:cubicBezTo>
                <a:cubicBezTo>
                  <a:pt x="31" y="218"/>
                  <a:pt x="31" y="218"/>
                  <a:pt x="31" y="218"/>
                </a:cubicBezTo>
                <a:cubicBezTo>
                  <a:pt x="0" y="250"/>
                  <a:pt x="0" y="250"/>
                  <a:pt x="0" y="250"/>
                </a:cubicBezTo>
                <a:cubicBezTo>
                  <a:pt x="6" y="255"/>
                  <a:pt x="6" y="255"/>
                  <a:pt x="6" y="255"/>
                </a:cubicBezTo>
                <a:cubicBezTo>
                  <a:pt x="37" y="224"/>
                  <a:pt x="37" y="224"/>
                  <a:pt x="37" y="224"/>
                </a:cubicBezTo>
                <a:cubicBezTo>
                  <a:pt x="68" y="255"/>
                  <a:pt x="68" y="255"/>
                  <a:pt x="68" y="255"/>
                </a:cubicBezTo>
                <a:cubicBezTo>
                  <a:pt x="74" y="250"/>
                  <a:pt x="74" y="250"/>
                  <a:pt x="74" y="250"/>
                </a:cubicBezTo>
                <a:cubicBezTo>
                  <a:pt x="42" y="218"/>
                  <a:pt x="42" y="218"/>
                  <a:pt x="42" y="218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105" y="190"/>
                  <a:pt x="129" y="200"/>
                  <a:pt x="155" y="200"/>
                </a:cubicBezTo>
                <a:cubicBezTo>
                  <a:pt x="210" y="200"/>
                  <a:pt x="255" y="156"/>
                  <a:pt x="255" y="100"/>
                </a:cubicBezTo>
                <a:cubicBezTo>
                  <a:pt x="255" y="45"/>
                  <a:pt x="210" y="0"/>
                  <a:pt x="155" y="0"/>
                </a:cubicBezTo>
                <a:close/>
                <a:moveTo>
                  <a:pt x="155" y="192"/>
                </a:moveTo>
                <a:cubicBezTo>
                  <a:pt x="104" y="192"/>
                  <a:pt x="63" y="151"/>
                  <a:pt x="63" y="100"/>
                </a:cubicBezTo>
                <a:cubicBezTo>
                  <a:pt x="63" y="50"/>
                  <a:pt x="104" y="8"/>
                  <a:pt x="155" y="8"/>
                </a:cubicBezTo>
                <a:cubicBezTo>
                  <a:pt x="205" y="8"/>
                  <a:pt x="247" y="50"/>
                  <a:pt x="247" y="100"/>
                </a:cubicBezTo>
                <a:cubicBezTo>
                  <a:pt x="247" y="151"/>
                  <a:pt x="205" y="192"/>
                  <a:pt x="155" y="19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8" name="Freeform 107"/>
          <p:cNvSpPr>
            <a:spLocks noEditPoints="1"/>
          </p:cNvSpPr>
          <p:nvPr/>
        </p:nvSpPr>
        <p:spPr bwMode="auto">
          <a:xfrm>
            <a:off x="6052788" y="2068397"/>
            <a:ext cx="207480" cy="301788"/>
          </a:xfrm>
          <a:custGeom>
            <a:avLst/>
            <a:gdLst>
              <a:gd name="T0" fmla="*/ 5 w 99"/>
              <a:gd name="T1" fmla="*/ 11 h 144"/>
              <a:gd name="T2" fmla="*/ 5 w 99"/>
              <a:gd name="T3" fmla="*/ 0 h 144"/>
              <a:gd name="T4" fmla="*/ 0 w 99"/>
              <a:gd name="T5" fmla="*/ 0 h 144"/>
              <a:gd name="T6" fmla="*/ 0 w 99"/>
              <a:gd name="T7" fmla="*/ 144 h 144"/>
              <a:gd name="T8" fmla="*/ 5 w 99"/>
              <a:gd name="T9" fmla="*/ 144 h 144"/>
              <a:gd name="T10" fmla="*/ 5 w 99"/>
              <a:gd name="T11" fmla="*/ 70 h 144"/>
              <a:gd name="T12" fmla="*/ 99 w 99"/>
              <a:gd name="T13" fmla="*/ 70 h 144"/>
              <a:gd name="T14" fmla="*/ 84 w 99"/>
              <a:gd name="T15" fmla="*/ 41 h 144"/>
              <a:gd name="T16" fmla="*/ 99 w 99"/>
              <a:gd name="T17" fmla="*/ 11 h 144"/>
              <a:gd name="T18" fmla="*/ 5 w 99"/>
              <a:gd name="T19" fmla="*/ 11 h 144"/>
              <a:gd name="T20" fmla="*/ 91 w 99"/>
              <a:gd name="T21" fmla="*/ 65 h 144"/>
              <a:gd name="T22" fmla="*/ 5 w 99"/>
              <a:gd name="T23" fmla="*/ 65 h 144"/>
              <a:gd name="T24" fmla="*/ 5 w 99"/>
              <a:gd name="T25" fmla="*/ 16 h 144"/>
              <a:gd name="T26" fmla="*/ 91 w 99"/>
              <a:gd name="T27" fmla="*/ 16 h 144"/>
              <a:gd name="T28" fmla="*/ 79 w 99"/>
              <a:gd name="T29" fmla="*/ 41 h 144"/>
              <a:gd name="T30" fmla="*/ 91 w 99"/>
              <a:gd name="T31" fmla="*/ 6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99" h="144">
                <a:moveTo>
                  <a:pt x="5" y="11"/>
                </a:moveTo>
                <a:lnTo>
                  <a:pt x="5" y="0"/>
                </a:lnTo>
                <a:lnTo>
                  <a:pt x="0" y="0"/>
                </a:lnTo>
                <a:lnTo>
                  <a:pt x="0" y="144"/>
                </a:lnTo>
                <a:lnTo>
                  <a:pt x="5" y="144"/>
                </a:lnTo>
                <a:lnTo>
                  <a:pt x="5" y="70"/>
                </a:lnTo>
                <a:lnTo>
                  <a:pt x="99" y="70"/>
                </a:lnTo>
                <a:lnTo>
                  <a:pt x="84" y="41"/>
                </a:lnTo>
                <a:lnTo>
                  <a:pt x="99" y="11"/>
                </a:lnTo>
                <a:lnTo>
                  <a:pt x="5" y="11"/>
                </a:lnTo>
                <a:close/>
                <a:moveTo>
                  <a:pt x="91" y="65"/>
                </a:moveTo>
                <a:lnTo>
                  <a:pt x="5" y="65"/>
                </a:lnTo>
                <a:lnTo>
                  <a:pt x="5" y="16"/>
                </a:lnTo>
                <a:lnTo>
                  <a:pt x="91" y="16"/>
                </a:lnTo>
                <a:lnTo>
                  <a:pt x="79" y="41"/>
                </a:lnTo>
                <a:lnTo>
                  <a:pt x="91" y="6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9" name="Freeform 108"/>
          <p:cNvSpPr>
            <a:spLocks noEditPoints="1"/>
          </p:cNvSpPr>
          <p:nvPr/>
        </p:nvSpPr>
        <p:spPr bwMode="auto">
          <a:xfrm>
            <a:off x="6423735" y="2068397"/>
            <a:ext cx="249395" cy="301788"/>
          </a:xfrm>
          <a:custGeom>
            <a:avLst/>
            <a:gdLst>
              <a:gd name="T0" fmla="*/ 61 w 119"/>
              <a:gd name="T1" fmla="*/ 23 h 144"/>
              <a:gd name="T2" fmla="*/ 61 w 119"/>
              <a:gd name="T3" fmla="*/ 11 h 144"/>
              <a:gd name="T4" fmla="*/ 4 w 119"/>
              <a:gd name="T5" fmla="*/ 11 h 144"/>
              <a:gd name="T6" fmla="*/ 4 w 119"/>
              <a:gd name="T7" fmla="*/ 0 h 144"/>
              <a:gd name="T8" fmla="*/ 0 w 119"/>
              <a:gd name="T9" fmla="*/ 0 h 144"/>
              <a:gd name="T10" fmla="*/ 0 w 119"/>
              <a:gd name="T11" fmla="*/ 11 h 144"/>
              <a:gd name="T12" fmla="*/ 0 w 119"/>
              <a:gd name="T13" fmla="*/ 70 h 144"/>
              <a:gd name="T14" fmla="*/ 0 w 119"/>
              <a:gd name="T15" fmla="*/ 144 h 144"/>
              <a:gd name="T16" fmla="*/ 4 w 119"/>
              <a:gd name="T17" fmla="*/ 144 h 144"/>
              <a:gd name="T18" fmla="*/ 4 w 119"/>
              <a:gd name="T19" fmla="*/ 70 h 144"/>
              <a:gd name="T20" fmla="*/ 43 w 119"/>
              <a:gd name="T21" fmla="*/ 70 h 144"/>
              <a:gd name="T22" fmla="*/ 43 w 119"/>
              <a:gd name="T23" fmla="*/ 81 h 144"/>
              <a:gd name="T24" fmla="*/ 119 w 119"/>
              <a:gd name="T25" fmla="*/ 81 h 144"/>
              <a:gd name="T26" fmla="*/ 104 w 119"/>
              <a:gd name="T27" fmla="*/ 52 h 144"/>
              <a:gd name="T28" fmla="*/ 119 w 119"/>
              <a:gd name="T29" fmla="*/ 23 h 144"/>
              <a:gd name="T30" fmla="*/ 61 w 119"/>
              <a:gd name="T31" fmla="*/ 23 h 144"/>
              <a:gd name="T32" fmla="*/ 51 w 119"/>
              <a:gd name="T33" fmla="*/ 23 h 144"/>
              <a:gd name="T34" fmla="*/ 56 w 119"/>
              <a:gd name="T35" fmla="*/ 19 h 144"/>
              <a:gd name="T36" fmla="*/ 56 w 119"/>
              <a:gd name="T37" fmla="*/ 23 h 144"/>
              <a:gd name="T38" fmla="*/ 51 w 119"/>
              <a:gd name="T39" fmla="*/ 23 h 144"/>
              <a:gd name="T40" fmla="*/ 4 w 119"/>
              <a:gd name="T41" fmla="*/ 65 h 144"/>
              <a:gd name="T42" fmla="*/ 4 w 119"/>
              <a:gd name="T43" fmla="*/ 16 h 144"/>
              <a:gd name="T44" fmla="*/ 52 w 119"/>
              <a:gd name="T45" fmla="*/ 16 h 144"/>
              <a:gd name="T46" fmla="*/ 43 w 119"/>
              <a:gd name="T47" fmla="*/ 24 h 144"/>
              <a:gd name="T48" fmla="*/ 43 w 119"/>
              <a:gd name="T49" fmla="*/ 65 h 144"/>
              <a:gd name="T50" fmla="*/ 4 w 119"/>
              <a:gd name="T51" fmla="*/ 65 h 144"/>
              <a:gd name="T52" fmla="*/ 112 w 119"/>
              <a:gd name="T53" fmla="*/ 77 h 144"/>
              <a:gd name="T54" fmla="*/ 47 w 119"/>
              <a:gd name="T55" fmla="*/ 77 h 144"/>
              <a:gd name="T56" fmla="*/ 47 w 119"/>
              <a:gd name="T57" fmla="*/ 27 h 144"/>
              <a:gd name="T58" fmla="*/ 112 w 119"/>
              <a:gd name="T59" fmla="*/ 27 h 144"/>
              <a:gd name="T60" fmla="*/ 99 w 119"/>
              <a:gd name="T61" fmla="*/ 52 h 144"/>
              <a:gd name="T62" fmla="*/ 112 w 119"/>
              <a:gd name="T63" fmla="*/ 77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9" h="144">
                <a:moveTo>
                  <a:pt x="61" y="23"/>
                </a:moveTo>
                <a:lnTo>
                  <a:pt x="61" y="11"/>
                </a:lnTo>
                <a:lnTo>
                  <a:pt x="4" y="11"/>
                </a:lnTo>
                <a:lnTo>
                  <a:pt x="4" y="0"/>
                </a:lnTo>
                <a:lnTo>
                  <a:pt x="0" y="0"/>
                </a:lnTo>
                <a:lnTo>
                  <a:pt x="0" y="11"/>
                </a:lnTo>
                <a:lnTo>
                  <a:pt x="0" y="70"/>
                </a:lnTo>
                <a:lnTo>
                  <a:pt x="0" y="144"/>
                </a:lnTo>
                <a:lnTo>
                  <a:pt x="4" y="144"/>
                </a:lnTo>
                <a:lnTo>
                  <a:pt x="4" y="70"/>
                </a:lnTo>
                <a:lnTo>
                  <a:pt x="43" y="70"/>
                </a:lnTo>
                <a:lnTo>
                  <a:pt x="43" y="81"/>
                </a:lnTo>
                <a:lnTo>
                  <a:pt x="119" y="81"/>
                </a:lnTo>
                <a:lnTo>
                  <a:pt x="104" y="52"/>
                </a:lnTo>
                <a:lnTo>
                  <a:pt x="119" y="23"/>
                </a:lnTo>
                <a:lnTo>
                  <a:pt x="61" y="23"/>
                </a:lnTo>
                <a:close/>
                <a:moveTo>
                  <a:pt x="51" y="23"/>
                </a:moveTo>
                <a:lnTo>
                  <a:pt x="56" y="19"/>
                </a:lnTo>
                <a:lnTo>
                  <a:pt x="56" y="23"/>
                </a:lnTo>
                <a:lnTo>
                  <a:pt x="51" y="23"/>
                </a:lnTo>
                <a:close/>
                <a:moveTo>
                  <a:pt x="4" y="65"/>
                </a:moveTo>
                <a:lnTo>
                  <a:pt x="4" y="16"/>
                </a:lnTo>
                <a:lnTo>
                  <a:pt x="52" y="16"/>
                </a:lnTo>
                <a:lnTo>
                  <a:pt x="43" y="24"/>
                </a:lnTo>
                <a:lnTo>
                  <a:pt x="43" y="65"/>
                </a:lnTo>
                <a:lnTo>
                  <a:pt x="4" y="65"/>
                </a:lnTo>
                <a:close/>
                <a:moveTo>
                  <a:pt x="112" y="77"/>
                </a:moveTo>
                <a:lnTo>
                  <a:pt x="47" y="77"/>
                </a:lnTo>
                <a:lnTo>
                  <a:pt x="47" y="27"/>
                </a:lnTo>
                <a:lnTo>
                  <a:pt x="112" y="27"/>
                </a:lnTo>
                <a:lnTo>
                  <a:pt x="99" y="52"/>
                </a:lnTo>
                <a:lnTo>
                  <a:pt x="112" y="7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78" name="Group 677"/>
          <p:cNvGrpSpPr/>
          <p:nvPr/>
        </p:nvGrpSpPr>
        <p:grpSpPr>
          <a:xfrm>
            <a:off x="6790492" y="2068397"/>
            <a:ext cx="301788" cy="301788"/>
            <a:chOff x="6790492" y="2068397"/>
            <a:chExt cx="301788" cy="301788"/>
          </a:xfrm>
          <a:solidFill>
            <a:schemeClr val="tx1"/>
          </a:solidFill>
        </p:grpSpPr>
        <p:sp>
          <p:nvSpPr>
            <p:cNvPr id="520" name="Freeform 109"/>
            <p:cNvSpPr>
              <a:spLocks noEditPoints="1"/>
            </p:cNvSpPr>
            <p:nvPr/>
          </p:nvSpPr>
          <p:spPr bwMode="auto">
            <a:xfrm>
              <a:off x="6790492" y="2068397"/>
              <a:ext cx="301788" cy="301788"/>
            </a:xfrm>
            <a:custGeom>
              <a:avLst/>
              <a:gdLst>
                <a:gd name="T0" fmla="*/ 112 w 144"/>
                <a:gd name="T1" fmla="*/ 0 h 144"/>
                <a:gd name="T2" fmla="*/ 31 w 144"/>
                <a:gd name="T3" fmla="*/ 0 h 144"/>
                <a:gd name="T4" fmla="*/ 0 w 144"/>
                <a:gd name="T5" fmla="*/ 0 h 144"/>
                <a:gd name="T6" fmla="*/ 0 w 144"/>
                <a:gd name="T7" fmla="*/ 144 h 144"/>
                <a:gd name="T8" fmla="*/ 13 w 144"/>
                <a:gd name="T9" fmla="*/ 144 h 144"/>
                <a:gd name="T10" fmla="*/ 130 w 144"/>
                <a:gd name="T11" fmla="*/ 144 h 144"/>
                <a:gd name="T12" fmla="*/ 144 w 144"/>
                <a:gd name="T13" fmla="*/ 144 h 144"/>
                <a:gd name="T14" fmla="*/ 144 w 144"/>
                <a:gd name="T15" fmla="*/ 28 h 144"/>
                <a:gd name="T16" fmla="*/ 115 w 144"/>
                <a:gd name="T17" fmla="*/ 0 h 144"/>
                <a:gd name="T18" fmla="*/ 112 w 144"/>
                <a:gd name="T19" fmla="*/ 0 h 144"/>
                <a:gd name="T20" fmla="*/ 108 w 144"/>
                <a:gd name="T21" fmla="*/ 4 h 144"/>
                <a:gd name="T22" fmla="*/ 108 w 144"/>
                <a:gd name="T23" fmla="*/ 43 h 144"/>
                <a:gd name="T24" fmla="*/ 36 w 144"/>
                <a:gd name="T25" fmla="*/ 43 h 144"/>
                <a:gd name="T26" fmla="*/ 36 w 144"/>
                <a:gd name="T27" fmla="*/ 4 h 144"/>
                <a:gd name="T28" fmla="*/ 108 w 144"/>
                <a:gd name="T29" fmla="*/ 4 h 144"/>
                <a:gd name="T30" fmla="*/ 18 w 144"/>
                <a:gd name="T31" fmla="*/ 140 h 144"/>
                <a:gd name="T32" fmla="*/ 18 w 144"/>
                <a:gd name="T33" fmla="*/ 72 h 144"/>
                <a:gd name="T34" fmla="*/ 126 w 144"/>
                <a:gd name="T35" fmla="*/ 72 h 144"/>
                <a:gd name="T36" fmla="*/ 126 w 144"/>
                <a:gd name="T37" fmla="*/ 140 h 144"/>
                <a:gd name="T38" fmla="*/ 18 w 144"/>
                <a:gd name="T39" fmla="*/ 140 h 144"/>
                <a:gd name="T40" fmla="*/ 139 w 144"/>
                <a:gd name="T41" fmla="*/ 140 h 144"/>
                <a:gd name="T42" fmla="*/ 130 w 144"/>
                <a:gd name="T43" fmla="*/ 140 h 144"/>
                <a:gd name="T44" fmla="*/ 130 w 144"/>
                <a:gd name="T45" fmla="*/ 68 h 144"/>
                <a:gd name="T46" fmla="*/ 13 w 144"/>
                <a:gd name="T47" fmla="*/ 68 h 144"/>
                <a:gd name="T48" fmla="*/ 13 w 144"/>
                <a:gd name="T49" fmla="*/ 140 h 144"/>
                <a:gd name="T50" fmla="*/ 4 w 144"/>
                <a:gd name="T51" fmla="*/ 140 h 144"/>
                <a:gd name="T52" fmla="*/ 4 w 144"/>
                <a:gd name="T53" fmla="*/ 4 h 144"/>
                <a:gd name="T54" fmla="*/ 31 w 144"/>
                <a:gd name="T55" fmla="*/ 4 h 144"/>
                <a:gd name="T56" fmla="*/ 31 w 144"/>
                <a:gd name="T57" fmla="*/ 47 h 144"/>
                <a:gd name="T58" fmla="*/ 112 w 144"/>
                <a:gd name="T59" fmla="*/ 47 h 144"/>
                <a:gd name="T60" fmla="*/ 112 w 144"/>
                <a:gd name="T61" fmla="*/ 4 h 144"/>
                <a:gd name="T62" fmla="*/ 113 w 144"/>
                <a:gd name="T63" fmla="*/ 4 h 144"/>
                <a:gd name="T64" fmla="*/ 139 w 144"/>
                <a:gd name="T65" fmla="*/ 30 h 144"/>
                <a:gd name="T66" fmla="*/ 139 w 144"/>
                <a:gd name="T6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4" h="144">
                  <a:moveTo>
                    <a:pt x="11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44"/>
                  </a:lnTo>
                  <a:lnTo>
                    <a:pt x="13" y="144"/>
                  </a:lnTo>
                  <a:lnTo>
                    <a:pt x="130" y="144"/>
                  </a:lnTo>
                  <a:lnTo>
                    <a:pt x="144" y="144"/>
                  </a:lnTo>
                  <a:lnTo>
                    <a:pt x="144" y="28"/>
                  </a:lnTo>
                  <a:lnTo>
                    <a:pt x="115" y="0"/>
                  </a:lnTo>
                  <a:lnTo>
                    <a:pt x="112" y="0"/>
                  </a:lnTo>
                  <a:close/>
                  <a:moveTo>
                    <a:pt x="108" y="4"/>
                  </a:moveTo>
                  <a:lnTo>
                    <a:pt x="108" y="43"/>
                  </a:lnTo>
                  <a:lnTo>
                    <a:pt x="36" y="43"/>
                  </a:lnTo>
                  <a:lnTo>
                    <a:pt x="36" y="4"/>
                  </a:lnTo>
                  <a:lnTo>
                    <a:pt x="108" y="4"/>
                  </a:lnTo>
                  <a:close/>
                  <a:moveTo>
                    <a:pt x="18" y="140"/>
                  </a:moveTo>
                  <a:lnTo>
                    <a:pt x="18" y="72"/>
                  </a:lnTo>
                  <a:lnTo>
                    <a:pt x="126" y="72"/>
                  </a:lnTo>
                  <a:lnTo>
                    <a:pt x="126" y="140"/>
                  </a:lnTo>
                  <a:lnTo>
                    <a:pt x="18" y="140"/>
                  </a:lnTo>
                  <a:close/>
                  <a:moveTo>
                    <a:pt x="139" y="140"/>
                  </a:moveTo>
                  <a:lnTo>
                    <a:pt x="130" y="140"/>
                  </a:lnTo>
                  <a:lnTo>
                    <a:pt x="130" y="68"/>
                  </a:lnTo>
                  <a:lnTo>
                    <a:pt x="13" y="68"/>
                  </a:lnTo>
                  <a:lnTo>
                    <a:pt x="13" y="140"/>
                  </a:lnTo>
                  <a:lnTo>
                    <a:pt x="4" y="140"/>
                  </a:lnTo>
                  <a:lnTo>
                    <a:pt x="4" y="4"/>
                  </a:lnTo>
                  <a:lnTo>
                    <a:pt x="31" y="4"/>
                  </a:lnTo>
                  <a:lnTo>
                    <a:pt x="31" y="47"/>
                  </a:lnTo>
                  <a:lnTo>
                    <a:pt x="112" y="47"/>
                  </a:lnTo>
                  <a:lnTo>
                    <a:pt x="112" y="4"/>
                  </a:lnTo>
                  <a:lnTo>
                    <a:pt x="113" y="4"/>
                  </a:lnTo>
                  <a:lnTo>
                    <a:pt x="139" y="30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1" name="Rectangle 110"/>
            <p:cNvSpPr>
              <a:spLocks noChangeArrowheads="1"/>
            </p:cNvSpPr>
            <p:nvPr/>
          </p:nvSpPr>
          <p:spPr bwMode="auto">
            <a:xfrm>
              <a:off x="6855460" y="2248631"/>
              <a:ext cx="169756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2" name="Rectangle 111"/>
            <p:cNvSpPr>
              <a:spLocks noChangeArrowheads="1"/>
            </p:cNvSpPr>
            <p:nvPr/>
          </p:nvSpPr>
          <p:spPr bwMode="auto">
            <a:xfrm>
              <a:off x="6855460" y="2286355"/>
              <a:ext cx="169756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3" name="Rectangle 112"/>
            <p:cNvSpPr>
              <a:spLocks noChangeArrowheads="1"/>
            </p:cNvSpPr>
            <p:nvPr/>
          </p:nvSpPr>
          <p:spPr bwMode="auto">
            <a:xfrm>
              <a:off x="6855460" y="2324078"/>
              <a:ext cx="169756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4" name="Freeform 113"/>
            <p:cNvSpPr>
              <a:spLocks noEditPoints="1"/>
            </p:cNvSpPr>
            <p:nvPr/>
          </p:nvSpPr>
          <p:spPr bwMode="auto">
            <a:xfrm>
              <a:off x="6964439" y="2087258"/>
              <a:ext cx="33532" cy="60777"/>
            </a:xfrm>
            <a:custGeom>
              <a:avLst/>
              <a:gdLst>
                <a:gd name="T0" fmla="*/ 16 w 16"/>
                <a:gd name="T1" fmla="*/ 0 h 29"/>
                <a:gd name="T2" fmla="*/ 0 w 16"/>
                <a:gd name="T3" fmla="*/ 0 h 29"/>
                <a:gd name="T4" fmla="*/ 0 w 16"/>
                <a:gd name="T5" fmla="*/ 29 h 29"/>
                <a:gd name="T6" fmla="*/ 16 w 16"/>
                <a:gd name="T7" fmla="*/ 29 h 29"/>
                <a:gd name="T8" fmla="*/ 16 w 16"/>
                <a:gd name="T9" fmla="*/ 0 h 29"/>
                <a:gd name="T10" fmla="*/ 11 w 16"/>
                <a:gd name="T11" fmla="*/ 25 h 29"/>
                <a:gd name="T12" fmla="*/ 5 w 16"/>
                <a:gd name="T13" fmla="*/ 25 h 29"/>
                <a:gd name="T14" fmla="*/ 5 w 16"/>
                <a:gd name="T15" fmla="*/ 5 h 29"/>
                <a:gd name="T16" fmla="*/ 11 w 16"/>
                <a:gd name="T17" fmla="*/ 5 h 29"/>
                <a:gd name="T18" fmla="*/ 11 w 16"/>
                <a:gd name="T19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16" y="29"/>
                  </a:lnTo>
                  <a:lnTo>
                    <a:pt x="16" y="0"/>
                  </a:lnTo>
                  <a:close/>
                  <a:moveTo>
                    <a:pt x="11" y="25"/>
                  </a:moveTo>
                  <a:lnTo>
                    <a:pt x="5" y="25"/>
                  </a:lnTo>
                  <a:lnTo>
                    <a:pt x="5" y="5"/>
                  </a:lnTo>
                  <a:lnTo>
                    <a:pt x="11" y="5"/>
                  </a:lnTo>
                  <a:lnTo>
                    <a:pt x="11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25" name="Freeform 114"/>
          <p:cNvSpPr>
            <a:spLocks noEditPoints="1"/>
          </p:cNvSpPr>
          <p:nvPr/>
        </p:nvSpPr>
        <p:spPr bwMode="auto">
          <a:xfrm>
            <a:off x="2083436" y="2502217"/>
            <a:ext cx="301788" cy="217958"/>
          </a:xfrm>
          <a:custGeom>
            <a:avLst/>
            <a:gdLst>
              <a:gd name="T0" fmla="*/ 50 w 144"/>
              <a:gd name="T1" fmla="*/ 0 h 104"/>
              <a:gd name="T2" fmla="*/ 0 w 144"/>
              <a:gd name="T3" fmla="*/ 0 h 104"/>
              <a:gd name="T4" fmla="*/ 0 w 144"/>
              <a:gd name="T5" fmla="*/ 104 h 104"/>
              <a:gd name="T6" fmla="*/ 144 w 144"/>
              <a:gd name="T7" fmla="*/ 104 h 104"/>
              <a:gd name="T8" fmla="*/ 144 w 144"/>
              <a:gd name="T9" fmla="*/ 18 h 104"/>
              <a:gd name="T10" fmla="*/ 68 w 144"/>
              <a:gd name="T11" fmla="*/ 18 h 104"/>
              <a:gd name="T12" fmla="*/ 50 w 144"/>
              <a:gd name="T13" fmla="*/ 0 h 104"/>
              <a:gd name="T14" fmla="*/ 139 w 144"/>
              <a:gd name="T15" fmla="*/ 99 h 104"/>
              <a:gd name="T16" fmla="*/ 4 w 144"/>
              <a:gd name="T17" fmla="*/ 99 h 104"/>
              <a:gd name="T18" fmla="*/ 4 w 144"/>
              <a:gd name="T19" fmla="*/ 5 h 104"/>
              <a:gd name="T20" fmla="*/ 49 w 144"/>
              <a:gd name="T21" fmla="*/ 5 h 104"/>
              <a:gd name="T22" fmla="*/ 67 w 144"/>
              <a:gd name="T23" fmla="*/ 23 h 104"/>
              <a:gd name="T24" fmla="*/ 139 w 144"/>
              <a:gd name="T25" fmla="*/ 23 h 104"/>
              <a:gd name="T26" fmla="*/ 139 w 144"/>
              <a:gd name="T27" fmla="*/ 99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4" h="104">
                <a:moveTo>
                  <a:pt x="50" y="0"/>
                </a:moveTo>
                <a:lnTo>
                  <a:pt x="0" y="0"/>
                </a:lnTo>
                <a:lnTo>
                  <a:pt x="0" y="104"/>
                </a:lnTo>
                <a:lnTo>
                  <a:pt x="144" y="104"/>
                </a:lnTo>
                <a:lnTo>
                  <a:pt x="144" y="18"/>
                </a:lnTo>
                <a:lnTo>
                  <a:pt x="68" y="18"/>
                </a:lnTo>
                <a:lnTo>
                  <a:pt x="50" y="0"/>
                </a:lnTo>
                <a:close/>
                <a:moveTo>
                  <a:pt x="139" y="99"/>
                </a:moveTo>
                <a:lnTo>
                  <a:pt x="4" y="99"/>
                </a:lnTo>
                <a:lnTo>
                  <a:pt x="4" y="5"/>
                </a:lnTo>
                <a:lnTo>
                  <a:pt x="49" y="5"/>
                </a:lnTo>
                <a:lnTo>
                  <a:pt x="67" y="23"/>
                </a:lnTo>
                <a:lnTo>
                  <a:pt x="139" y="23"/>
                </a:lnTo>
                <a:lnTo>
                  <a:pt x="139" y="9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83" name="Group 682"/>
          <p:cNvGrpSpPr/>
          <p:nvPr/>
        </p:nvGrpSpPr>
        <p:grpSpPr>
          <a:xfrm>
            <a:off x="2475341" y="2495930"/>
            <a:ext cx="301789" cy="230532"/>
            <a:chOff x="2475341" y="2495930"/>
            <a:chExt cx="301789" cy="230532"/>
          </a:xfrm>
          <a:solidFill>
            <a:schemeClr val="tx1"/>
          </a:solidFill>
        </p:grpSpPr>
        <p:sp>
          <p:nvSpPr>
            <p:cNvPr id="526" name="Freeform 115"/>
            <p:cNvSpPr>
              <a:spLocks noEditPoints="1"/>
            </p:cNvSpPr>
            <p:nvPr/>
          </p:nvSpPr>
          <p:spPr bwMode="auto">
            <a:xfrm>
              <a:off x="2475341" y="2533653"/>
              <a:ext cx="268256" cy="192809"/>
            </a:xfrm>
            <a:custGeom>
              <a:avLst/>
              <a:gdLst>
                <a:gd name="T0" fmla="*/ 128 w 128"/>
                <a:gd name="T1" fmla="*/ 16 h 92"/>
                <a:gd name="T2" fmla="*/ 61 w 128"/>
                <a:gd name="T3" fmla="*/ 16 h 92"/>
                <a:gd name="T4" fmla="*/ 45 w 128"/>
                <a:gd name="T5" fmla="*/ 0 h 92"/>
                <a:gd name="T6" fmla="*/ 0 w 128"/>
                <a:gd name="T7" fmla="*/ 0 h 92"/>
                <a:gd name="T8" fmla="*/ 0 w 128"/>
                <a:gd name="T9" fmla="*/ 92 h 92"/>
                <a:gd name="T10" fmla="*/ 128 w 128"/>
                <a:gd name="T11" fmla="*/ 92 h 92"/>
                <a:gd name="T12" fmla="*/ 128 w 128"/>
                <a:gd name="T13" fmla="*/ 16 h 92"/>
                <a:gd name="T14" fmla="*/ 124 w 128"/>
                <a:gd name="T15" fmla="*/ 88 h 92"/>
                <a:gd name="T16" fmla="*/ 4 w 128"/>
                <a:gd name="T17" fmla="*/ 88 h 92"/>
                <a:gd name="T18" fmla="*/ 4 w 128"/>
                <a:gd name="T19" fmla="*/ 4 h 92"/>
                <a:gd name="T20" fmla="*/ 43 w 128"/>
                <a:gd name="T21" fmla="*/ 4 h 92"/>
                <a:gd name="T22" fmla="*/ 59 w 128"/>
                <a:gd name="T23" fmla="*/ 20 h 92"/>
                <a:gd name="T24" fmla="*/ 124 w 128"/>
                <a:gd name="T25" fmla="*/ 20 h 92"/>
                <a:gd name="T26" fmla="*/ 124 w 128"/>
                <a:gd name="T27" fmla="*/ 8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92">
                  <a:moveTo>
                    <a:pt x="128" y="16"/>
                  </a:moveTo>
                  <a:lnTo>
                    <a:pt x="61" y="16"/>
                  </a:lnTo>
                  <a:lnTo>
                    <a:pt x="45" y="0"/>
                  </a:lnTo>
                  <a:lnTo>
                    <a:pt x="0" y="0"/>
                  </a:lnTo>
                  <a:lnTo>
                    <a:pt x="0" y="92"/>
                  </a:lnTo>
                  <a:lnTo>
                    <a:pt x="128" y="92"/>
                  </a:lnTo>
                  <a:lnTo>
                    <a:pt x="128" y="16"/>
                  </a:lnTo>
                  <a:close/>
                  <a:moveTo>
                    <a:pt x="124" y="88"/>
                  </a:moveTo>
                  <a:lnTo>
                    <a:pt x="4" y="88"/>
                  </a:lnTo>
                  <a:lnTo>
                    <a:pt x="4" y="4"/>
                  </a:lnTo>
                  <a:lnTo>
                    <a:pt x="43" y="4"/>
                  </a:lnTo>
                  <a:lnTo>
                    <a:pt x="59" y="20"/>
                  </a:lnTo>
                  <a:lnTo>
                    <a:pt x="124" y="20"/>
                  </a:lnTo>
                  <a:lnTo>
                    <a:pt x="124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7" name="Freeform 116"/>
            <p:cNvSpPr>
              <a:spLocks/>
            </p:cNvSpPr>
            <p:nvPr/>
          </p:nvSpPr>
          <p:spPr bwMode="auto">
            <a:xfrm>
              <a:off x="2506778" y="2495930"/>
              <a:ext cx="270352" cy="192809"/>
            </a:xfrm>
            <a:custGeom>
              <a:avLst/>
              <a:gdLst>
                <a:gd name="T0" fmla="*/ 46 w 129"/>
                <a:gd name="T1" fmla="*/ 0 h 92"/>
                <a:gd name="T2" fmla="*/ 0 w 129"/>
                <a:gd name="T3" fmla="*/ 0 h 92"/>
                <a:gd name="T4" fmla="*/ 0 w 129"/>
                <a:gd name="T5" fmla="*/ 16 h 92"/>
                <a:gd name="T6" fmla="*/ 5 w 129"/>
                <a:gd name="T7" fmla="*/ 16 h 92"/>
                <a:gd name="T8" fmla="*/ 5 w 129"/>
                <a:gd name="T9" fmla="*/ 4 h 92"/>
                <a:gd name="T10" fmla="*/ 44 w 129"/>
                <a:gd name="T11" fmla="*/ 4 h 92"/>
                <a:gd name="T12" fmla="*/ 60 w 129"/>
                <a:gd name="T13" fmla="*/ 20 h 92"/>
                <a:gd name="T14" fmla="*/ 124 w 129"/>
                <a:gd name="T15" fmla="*/ 20 h 92"/>
                <a:gd name="T16" fmla="*/ 124 w 129"/>
                <a:gd name="T17" fmla="*/ 88 h 92"/>
                <a:gd name="T18" fmla="*/ 115 w 129"/>
                <a:gd name="T19" fmla="*/ 88 h 92"/>
                <a:gd name="T20" fmla="*/ 115 w 129"/>
                <a:gd name="T21" fmla="*/ 92 h 92"/>
                <a:gd name="T22" fmla="*/ 129 w 129"/>
                <a:gd name="T23" fmla="*/ 92 h 92"/>
                <a:gd name="T24" fmla="*/ 129 w 129"/>
                <a:gd name="T25" fmla="*/ 16 h 92"/>
                <a:gd name="T26" fmla="*/ 62 w 129"/>
                <a:gd name="T27" fmla="*/ 16 h 92"/>
                <a:gd name="T28" fmla="*/ 46 w 129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9" h="92">
                  <a:moveTo>
                    <a:pt x="46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5" y="16"/>
                  </a:lnTo>
                  <a:lnTo>
                    <a:pt x="5" y="4"/>
                  </a:lnTo>
                  <a:lnTo>
                    <a:pt x="44" y="4"/>
                  </a:lnTo>
                  <a:lnTo>
                    <a:pt x="60" y="20"/>
                  </a:lnTo>
                  <a:lnTo>
                    <a:pt x="124" y="20"/>
                  </a:lnTo>
                  <a:lnTo>
                    <a:pt x="124" y="88"/>
                  </a:lnTo>
                  <a:lnTo>
                    <a:pt x="115" y="88"/>
                  </a:lnTo>
                  <a:lnTo>
                    <a:pt x="115" y="92"/>
                  </a:lnTo>
                  <a:lnTo>
                    <a:pt x="129" y="92"/>
                  </a:lnTo>
                  <a:lnTo>
                    <a:pt x="129" y="16"/>
                  </a:lnTo>
                  <a:lnTo>
                    <a:pt x="62" y="16"/>
                  </a:lnTo>
                  <a:lnTo>
                    <a:pt x="4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2" name="Group 681"/>
          <p:cNvGrpSpPr/>
          <p:nvPr/>
        </p:nvGrpSpPr>
        <p:grpSpPr>
          <a:xfrm>
            <a:off x="2867247" y="2460302"/>
            <a:ext cx="301788" cy="301788"/>
            <a:chOff x="2867247" y="2460302"/>
            <a:chExt cx="301788" cy="301788"/>
          </a:xfrm>
          <a:solidFill>
            <a:schemeClr val="tx1"/>
          </a:solidFill>
        </p:grpSpPr>
        <p:sp>
          <p:nvSpPr>
            <p:cNvPr id="528" name="Freeform 117"/>
            <p:cNvSpPr>
              <a:spLocks noEditPoints="1"/>
            </p:cNvSpPr>
            <p:nvPr/>
          </p:nvSpPr>
          <p:spPr bwMode="auto">
            <a:xfrm>
              <a:off x="2867247" y="2460302"/>
              <a:ext cx="301788" cy="301788"/>
            </a:xfrm>
            <a:custGeom>
              <a:avLst/>
              <a:gdLst>
                <a:gd name="T0" fmla="*/ 134 w 144"/>
                <a:gd name="T1" fmla="*/ 32 h 144"/>
                <a:gd name="T2" fmla="*/ 98 w 144"/>
                <a:gd name="T3" fmla="*/ 24 h 144"/>
                <a:gd name="T4" fmla="*/ 88 w 144"/>
                <a:gd name="T5" fmla="*/ 0 h 144"/>
                <a:gd name="T6" fmla="*/ 56 w 144"/>
                <a:gd name="T7" fmla="*/ 21 h 144"/>
                <a:gd name="T8" fmla="*/ 31 w 144"/>
                <a:gd name="T9" fmla="*/ 10 h 144"/>
                <a:gd name="T10" fmla="*/ 25 w 144"/>
                <a:gd name="T11" fmla="*/ 46 h 144"/>
                <a:gd name="T12" fmla="*/ 0 w 144"/>
                <a:gd name="T13" fmla="*/ 56 h 144"/>
                <a:gd name="T14" fmla="*/ 21 w 144"/>
                <a:gd name="T15" fmla="*/ 88 h 144"/>
                <a:gd name="T16" fmla="*/ 10 w 144"/>
                <a:gd name="T17" fmla="*/ 113 h 144"/>
                <a:gd name="T18" fmla="*/ 46 w 144"/>
                <a:gd name="T19" fmla="*/ 120 h 144"/>
                <a:gd name="T20" fmla="*/ 56 w 144"/>
                <a:gd name="T21" fmla="*/ 144 h 144"/>
                <a:gd name="T22" fmla="*/ 88 w 144"/>
                <a:gd name="T23" fmla="*/ 123 h 144"/>
                <a:gd name="T24" fmla="*/ 112 w 144"/>
                <a:gd name="T25" fmla="*/ 134 h 144"/>
                <a:gd name="T26" fmla="*/ 120 w 144"/>
                <a:gd name="T27" fmla="*/ 99 h 144"/>
                <a:gd name="T28" fmla="*/ 144 w 144"/>
                <a:gd name="T29" fmla="*/ 88 h 144"/>
                <a:gd name="T30" fmla="*/ 123 w 144"/>
                <a:gd name="T31" fmla="*/ 56 h 144"/>
                <a:gd name="T32" fmla="*/ 140 w 144"/>
                <a:gd name="T33" fmla="*/ 83 h 144"/>
                <a:gd name="T34" fmla="*/ 115 w 144"/>
                <a:gd name="T35" fmla="*/ 100 h 144"/>
                <a:gd name="T36" fmla="*/ 112 w 144"/>
                <a:gd name="T37" fmla="*/ 127 h 144"/>
                <a:gd name="T38" fmla="*/ 83 w 144"/>
                <a:gd name="T39" fmla="*/ 120 h 144"/>
                <a:gd name="T40" fmla="*/ 61 w 144"/>
                <a:gd name="T41" fmla="*/ 140 h 144"/>
                <a:gd name="T42" fmla="*/ 44 w 144"/>
                <a:gd name="T43" fmla="*/ 114 h 144"/>
                <a:gd name="T44" fmla="*/ 17 w 144"/>
                <a:gd name="T45" fmla="*/ 113 h 144"/>
                <a:gd name="T46" fmla="*/ 24 w 144"/>
                <a:gd name="T47" fmla="*/ 83 h 144"/>
                <a:gd name="T48" fmla="*/ 4 w 144"/>
                <a:gd name="T49" fmla="*/ 61 h 144"/>
                <a:gd name="T50" fmla="*/ 30 w 144"/>
                <a:gd name="T51" fmla="*/ 45 h 144"/>
                <a:gd name="T52" fmla="*/ 31 w 144"/>
                <a:gd name="T53" fmla="*/ 17 h 144"/>
                <a:gd name="T54" fmla="*/ 61 w 144"/>
                <a:gd name="T55" fmla="*/ 24 h 144"/>
                <a:gd name="T56" fmla="*/ 83 w 144"/>
                <a:gd name="T57" fmla="*/ 5 h 144"/>
                <a:gd name="T58" fmla="*/ 100 w 144"/>
                <a:gd name="T59" fmla="*/ 30 h 144"/>
                <a:gd name="T60" fmla="*/ 128 w 144"/>
                <a:gd name="T61" fmla="*/ 32 h 144"/>
                <a:gd name="T62" fmla="*/ 120 w 144"/>
                <a:gd name="T63" fmla="*/ 61 h 144"/>
                <a:gd name="T64" fmla="*/ 140 w 144"/>
                <a:gd name="T65" fmla="*/ 8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4" h="144">
                  <a:moveTo>
                    <a:pt x="120" y="46"/>
                  </a:moveTo>
                  <a:lnTo>
                    <a:pt x="134" y="32"/>
                  </a:lnTo>
                  <a:lnTo>
                    <a:pt x="112" y="10"/>
                  </a:lnTo>
                  <a:lnTo>
                    <a:pt x="98" y="24"/>
                  </a:lnTo>
                  <a:lnTo>
                    <a:pt x="88" y="21"/>
                  </a:lnTo>
                  <a:lnTo>
                    <a:pt x="88" y="0"/>
                  </a:lnTo>
                  <a:lnTo>
                    <a:pt x="56" y="0"/>
                  </a:lnTo>
                  <a:lnTo>
                    <a:pt x="56" y="21"/>
                  </a:lnTo>
                  <a:lnTo>
                    <a:pt x="46" y="24"/>
                  </a:lnTo>
                  <a:lnTo>
                    <a:pt x="31" y="10"/>
                  </a:lnTo>
                  <a:lnTo>
                    <a:pt x="10" y="32"/>
                  </a:lnTo>
                  <a:lnTo>
                    <a:pt x="25" y="46"/>
                  </a:lnTo>
                  <a:lnTo>
                    <a:pt x="21" y="56"/>
                  </a:lnTo>
                  <a:lnTo>
                    <a:pt x="0" y="56"/>
                  </a:lnTo>
                  <a:lnTo>
                    <a:pt x="0" y="88"/>
                  </a:lnTo>
                  <a:lnTo>
                    <a:pt x="21" y="88"/>
                  </a:lnTo>
                  <a:lnTo>
                    <a:pt x="25" y="99"/>
                  </a:lnTo>
                  <a:lnTo>
                    <a:pt x="10" y="113"/>
                  </a:lnTo>
                  <a:lnTo>
                    <a:pt x="31" y="134"/>
                  </a:lnTo>
                  <a:lnTo>
                    <a:pt x="46" y="120"/>
                  </a:lnTo>
                  <a:lnTo>
                    <a:pt x="56" y="123"/>
                  </a:lnTo>
                  <a:lnTo>
                    <a:pt x="56" y="144"/>
                  </a:lnTo>
                  <a:lnTo>
                    <a:pt x="88" y="144"/>
                  </a:lnTo>
                  <a:lnTo>
                    <a:pt x="88" y="123"/>
                  </a:lnTo>
                  <a:lnTo>
                    <a:pt x="98" y="120"/>
                  </a:lnTo>
                  <a:lnTo>
                    <a:pt x="112" y="134"/>
                  </a:lnTo>
                  <a:lnTo>
                    <a:pt x="134" y="113"/>
                  </a:lnTo>
                  <a:lnTo>
                    <a:pt x="120" y="99"/>
                  </a:lnTo>
                  <a:lnTo>
                    <a:pt x="123" y="88"/>
                  </a:lnTo>
                  <a:lnTo>
                    <a:pt x="144" y="88"/>
                  </a:lnTo>
                  <a:lnTo>
                    <a:pt x="144" y="56"/>
                  </a:lnTo>
                  <a:lnTo>
                    <a:pt x="123" y="56"/>
                  </a:lnTo>
                  <a:lnTo>
                    <a:pt x="120" y="46"/>
                  </a:lnTo>
                  <a:close/>
                  <a:moveTo>
                    <a:pt x="140" y="83"/>
                  </a:moveTo>
                  <a:lnTo>
                    <a:pt x="120" y="83"/>
                  </a:lnTo>
                  <a:lnTo>
                    <a:pt x="115" y="100"/>
                  </a:lnTo>
                  <a:lnTo>
                    <a:pt x="128" y="113"/>
                  </a:lnTo>
                  <a:lnTo>
                    <a:pt x="112" y="127"/>
                  </a:lnTo>
                  <a:lnTo>
                    <a:pt x="100" y="114"/>
                  </a:lnTo>
                  <a:lnTo>
                    <a:pt x="83" y="120"/>
                  </a:lnTo>
                  <a:lnTo>
                    <a:pt x="83" y="140"/>
                  </a:lnTo>
                  <a:lnTo>
                    <a:pt x="61" y="140"/>
                  </a:lnTo>
                  <a:lnTo>
                    <a:pt x="61" y="120"/>
                  </a:lnTo>
                  <a:lnTo>
                    <a:pt x="44" y="114"/>
                  </a:lnTo>
                  <a:lnTo>
                    <a:pt x="31" y="127"/>
                  </a:lnTo>
                  <a:lnTo>
                    <a:pt x="17" y="113"/>
                  </a:lnTo>
                  <a:lnTo>
                    <a:pt x="30" y="100"/>
                  </a:lnTo>
                  <a:lnTo>
                    <a:pt x="24" y="83"/>
                  </a:lnTo>
                  <a:lnTo>
                    <a:pt x="4" y="83"/>
                  </a:lnTo>
                  <a:lnTo>
                    <a:pt x="4" y="61"/>
                  </a:lnTo>
                  <a:lnTo>
                    <a:pt x="24" y="61"/>
                  </a:lnTo>
                  <a:lnTo>
                    <a:pt x="30" y="45"/>
                  </a:lnTo>
                  <a:lnTo>
                    <a:pt x="17" y="32"/>
                  </a:lnTo>
                  <a:lnTo>
                    <a:pt x="31" y="17"/>
                  </a:lnTo>
                  <a:lnTo>
                    <a:pt x="44" y="30"/>
                  </a:lnTo>
                  <a:lnTo>
                    <a:pt x="61" y="24"/>
                  </a:lnTo>
                  <a:lnTo>
                    <a:pt x="61" y="5"/>
                  </a:lnTo>
                  <a:lnTo>
                    <a:pt x="83" y="5"/>
                  </a:lnTo>
                  <a:lnTo>
                    <a:pt x="83" y="24"/>
                  </a:lnTo>
                  <a:lnTo>
                    <a:pt x="100" y="30"/>
                  </a:lnTo>
                  <a:lnTo>
                    <a:pt x="112" y="17"/>
                  </a:lnTo>
                  <a:lnTo>
                    <a:pt x="128" y="32"/>
                  </a:lnTo>
                  <a:lnTo>
                    <a:pt x="115" y="45"/>
                  </a:lnTo>
                  <a:lnTo>
                    <a:pt x="120" y="61"/>
                  </a:lnTo>
                  <a:lnTo>
                    <a:pt x="140" y="61"/>
                  </a:lnTo>
                  <a:lnTo>
                    <a:pt x="140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9" name="Freeform 118"/>
            <p:cNvSpPr>
              <a:spLocks noEditPoints="1"/>
            </p:cNvSpPr>
            <p:nvPr/>
          </p:nvSpPr>
          <p:spPr bwMode="auto">
            <a:xfrm>
              <a:off x="2984609" y="2577664"/>
              <a:ext cx="67064" cy="67064"/>
            </a:xfrm>
            <a:custGeom>
              <a:avLst/>
              <a:gdLst>
                <a:gd name="T0" fmla="*/ 28 w 56"/>
                <a:gd name="T1" fmla="*/ 0 h 56"/>
                <a:gd name="T2" fmla="*/ 0 w 56"/>
                <a:gd name="T3" fmla="*/ 28 h 56"/>
                <a:gd name="T4" fmla="*/ 28 w 56"/>
                <a:gd name="T5" fmla="*/ 56 h 56"/>
                <a:gd name="T6" fmla="*/ 56 w 56"/>
                <a:gd name="T7" fmla="*/ 28 h 56"/>
                <a:gd name="T8" fmla="*/ 28 w 56"/>
                <a:gd name="T9" fmla="*/ 0 h 56"/>
                <a:gd name="T10" fmla="*/ 28 w 56"/>
                <a:gd name="T11" fmla="*/ 48 h 56"/>
                <a:gd name="T12" fmla="*/ 8 w 56"/>
                <a:gd name="T13" fmla="*/ 28 h 56"/>
                <a:gd name="T14" fmla="*/ 28 w 56"/>
                <a:gd name="T15" fmla="*/ 8 h 56"/>
                <a:gd name="T16" fmla="*/ 48 w 56"/>
                <a:gd name="T17" fmla="*/ 28 h 56"/>
                <a:gd name="T18" fmla="*/ 28 w 56"/>
                <a:gd name="T1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44" y="56"/>
                    <a:pt x="56" y="43"/>
                    <a:pt x="56" y="28"/>
                  </a:cubicBezTo>
                  <a:cubicBezTo>
                    <a:pt x="56" y="13"/>
                    <a:pt x="44" y="0"/>
                    <a:pt x="28" y="0"/>
                  </a:cubicBezTo>
                  <a:close/>
                  <a:moveTo>
                    <a:pt x="28" y="48"/>
                  </a:move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1" name="Group 680"/>
          <p:cNvGrpSpPr/>
          <p:nvPr/>
        </p:nvGrpSpPr>
        <p:grpSpPr>
          <a:xfrm>
            <a:off x="3307355" y="2458206"/>
            <a:ext cx="207480" cy="305980"/>
            <a:chOff x="3307355" y="2458206"/>
            <a:chExt cx="207480" cy="305980"/>
          </a:xfrm>
          <a:solidFill>
            <a:schemeClr val="tx1"/>
          </a:solidFill>
        </p:grpSpPr>
        <p:sp>
          <p:nvSpPr>
            <p:cNvPr id="530" name="Freeform 119"/>
            <p:cNvSpPr>
              <a:spLocks noEditPoints="1"/>
            </p:cNvSpPr>
            <p:nvPr/>
          </p:nvSpPr>
          <p:spPr bwMode="auto">
            <a:xfrm>
              <a:off x="3378610" y="2529462"/>
              <a:ext cx="64969" cy="67064"/>
            </a:xfrm>
            <a:custGeom>
              <a:avLst/>
              <a:gdLst>
                <a:gd name="T0" fmla="*/ 56 w 56"/>
                <a:gd name="T1" fmla="*/ 28 h 56"/>
                <a:gd name="T2" fmla="*/ 28 w 56"/>
                <a:gd name="T3" fmla="*/ 0 h 56"/>
                <a:gd name="T4" fmla="*/ 0 w 56"/>
                <a:gd name="T5" fmla="*/ 28 h 56"/>
                <a:gd name="T6" fmla="*/ 28 w 56"/>
                <a:gd name="T7" fmla="*/ 56 h 56"/>
                <a:gd name="T8" fmla="*/ 56 w 56"/>
                <a:gd name="T9" fmla="*/ 28 h 56"/>
                <a:gd name="T10" fmla="*/ 8 w 56"/>
                <a:gd name="T11" fmla="*/ 28 h 56"/>
                <a:gd name="T12" fmla="*/ 28 w 56"/>
                <a:gd name="T13" fmla="*/ 8 h 56"/>
                <a:gd name="T14" fmla="*/ 48 w 56"/>
                <a:gd name="T15" fmla="*/ 28 h 56"/>
                <a:gd name="T16" fmla="*/ 28 w 56"/>
                <a:gd name="T17" fmla="*/ 48 h 56"/>
                <a:gd name="T18" fmla="*/ 8 w 56"/>
                <a:gd name="T19" fmla="*/ 2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56" y="28"/>
                  </a:move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ubicBezTo>
                    <a:pt x="43" y="56"/>
                    <a:pt x="56" y="43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1" name="Freeform 120"/>
            <p:cNvSpPr>
              <a:spLocks noEditPoints="1"/>
            </p:cNvSpPr>
            <p:nvPr/>
          </p:nvSpPr>
          <p:spPr bwMode="auto">
            <a:xfrm>
              <a:off x="3307355" y="2458206"/>
              <a:ext cx="207480" cy="305980"/>
            </a:xfrm>
            <a:custGeom>
              <a:avLst/>
              <a:gdLst>
                <a:gd name="T0" fmla="*/ 87 w 176"/>
                <a:gd name="T1" fmla="*/ 258 h 258"/>
                <a:gd name="T2" fmla="*/ 90 w 176"/>
                <a:gd name="T3" fmla="*/ 254 h 258"/>
                <a:gd name="T4" fmla="*/ 176 w 176"/>
                <a:gd name="T5" fmla="*/ 91 h 258"/>
                <a:gd name="T6" fmla="*/ 88 w 176"/>
                <a:gd name="T7" fmla="*/ 0 h 258"/>
                <a:gd name="T8" fmla="*/ 0 w 176"/>
                <a:gd name="T9" fmla="*/ 91 h 258"/>
                <a:gd name="T10" fmla="*/ 84 w 176"/>
                <a:gd name="T11" fmla="*/ 254 h 258"/>
                <a:gd name="T12" fmla="*/ 87 w 176"/>
                <a:gd name="T13" fmla="*/ 258 h 258"/>
                <a:gd name="T14" fmla="*/ 88 w 176"/>
                <a:gd name="T15" fmla="*/ 8 h 258"/>
                <a:gd name="T16" fmla="*/ 168 w 176"/>
                <a:gd name="T17" fmla="*/ 91 h 258"/>
                <a:gd name="T18" fmla="*/ 87 w 176"/>
                <a:gd name="T19" fmla="*/ 246 h 258"/>
                <a:gd name="T20" fmla="*/ 8 w 176"/>
                <a:gd name="T21" fmla="*/ 91 h 258"/>
                <a:gd name="T22" fmla="*/ 88 w 176"/>
                <a:gd name="T23" fmla="*/ 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6" h="258">
                  <a:moveTo>
                    <a:pt x="87" y="258"/>
                  </a:moveTo>
                  <a:cubicBezTo>
                    <a:pt x="90" y="254"/>
                    <a:pt x="90" y="254"/>
                    <a:pt x="90" y="254"/>
                  </a:cubicBezTo>
                  <a:cubicBezTo>
                    <a:pt x="94" y="250"/>
                    <a:pt x="176" y="154"/>
                    <a:pt x="176" y="91"/>
                  </a:cubicBezTo>
                  <a:cubicBezTo>
                    <a:pt x="175" y="41"/>
                    <a:pt x="136" y="0"/>
                    <a:pt x="88" y="0"/>
                  </a:cubicBezTo>
                  <a:cubicBezTo>
                    <a:pt x="39" y="0"/>
                    <a:pt x="0" y="41"/>
                    <a:pt x="0" y="91"/>
                  </a:cubicBezTo>
                  <a:cubicBezTo>
                    <a:pt x="0" y="154"/>
                    <a:pt x="81" y="250"/>
                    <a:pt x="84" y="254"/>
                  </a:cubicBezTo>
                  <a:lnTo>
                    <a:pt x="87" y="258"/>
                  </a:lnTo>
                  <a:close/>
                  <a:moveTo>
                    <a:pt x="88" y="8"/>
                  </a:moveTo>
                  <a:cubicBezTo>
                    <a:pt x="131" y="8"/>
                    <a:pt x="167" y="45"/>
                    <a:pt x="168" y="91"/>
                  </a:cubicBezTo>
                  <a:cubicBezTo>
                    <a:pt x="168" y="144"/>
                    <a:pt x="102" y="227"/>
                    <a:pt x="87" y="246"/>
                  </a:cubicBezTo>
                  <a:cubicBezTo>
                    <a:pt x="72" y="227"/>
                    <a:pt x="8" y="144"/>
                    <a:pt x="8" y="91"/>
                  </a:cubicBezTo>
                  <a:cubicBezTo>
                    <a:pt x="8" y="45"/>
                    <a:pt x="43" y="8"/>
                    <a:pt x="8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0" name="Group 679"/>
          <p:cNvGrpSpPr/>
          <p:nvPr/>
        </p:nvGrpSpPr>
        <p:grpSpPr>
          <a:xfrm>
            <a:off x="3648961" y="2489642"/>
            <a:ext cx="308076" cy="245204"/>
            <a:chOff x="3648961" y="2489642"/>
            <a:chExt cx="308076" cy="245204"/>
          </a:xfrm>
          <a:solidFill>
            <a:schemeClr val="tx1"/>
          </a:solidFill>
        </p:grpSpPr>
        <p:sp>
          <p:nvSpPr>
            <p:cNvPr id="532" name="Freeform 121"/>
            <p:cNvSpPr>
              <a:spLocks noEditPoints="1"/>
            </p:cNvSpPr>
            <p:nvPr/>
          </p:nvSpPr>
          <p:spPr bwMode="auto">
            <a:xfrm>
              <a:off x="3778898" y="2527366"/>
              <a:ext cx="48203" cy="46107"/>
            </a:xfrm>
            <a:custGeom>
              <a:avLst/>
              <a:gdLst>
                <a:gd name="T0" fmla="*/ 40 w 40"/>
                <a:gd name="T1" fmla="*/ 20 h 40"/>
                <a:gd name="T2" fmla="*/ 20 w 40"/>
                <a:gd name="T3" fmla="*/ 0 h 40"/>
                <a:gd name="T4" fmla="*/ 0 w 40"/>
                <a:gd name="T5" fmla="*/ 20 h 40"/>
                <a:gd name="T6" fmla="*/ 20 w 40"/>
                <a:gd name="T7" fmla="*/ 40 h 40"/>
                <a:gd name="T8" fmla="*/ 40 w 40"/>
                <a:gd name="T9" fmla="*/ 20 h 40"/>
                <a:gd name="T10" fmla="*/ 8 w 40"/>
                <a:gd name="T11" fmla="*/ 20 h 40"/>
                <a:gd name="T12" fmla="*/ 20 w 40"/>
                <a:gd name="T13" fmla="*/ 8 h 40"/>
                <a:gd name="T14" fmla="*/ 32 w 40"/>
                <a:gd name="T15" fmla="*/ 20 h 40"/>
                <a:gd name="T16" fmla="*/ 20 w 40"/>
                <a:gd name="T17" fmla="*/ 32 h 40"/>
                <a:gd name="T18" fmla="*/ 8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40" y="20"/>
                  </a:move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lose/>
                  <a:moveTo>
                    <a:pt x="8" y="20"/>
                  </a:moveTo>
                  <a:cubicBezTo>
                    <a:pt x="8" y="13"/>
                    <a:pt x="13" y="8"/>
                    <a:pt x="20" y="8"/>
                  </a:cubicBezTo>
                  <a:cubicBezTo>
                    <a:pt x="26" y="8"/>
                    <a:pt x="32" y="13"/>
                    <a:pt x="32" y="20"/>
                  </a:cubicBezTo>
                  <a:cubicBezTo>
                    <a:pt x="32" y="27"/>
                    <a:pt x="26" y="32"/>
                    <a:pt x="20" y="32"/>
                  </a:cubicBezTo>
                  <a:cubicBezTo>
                    <a:pt x="13" y="32"/>
                    <a:pt x="8" y="27"/>
                    <a:pt x="8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3" name="Freeform 122"/>
            <p:cNvSpPr>
              <a:spLocks noEditPoints="1"/>
            </p:cNvSpPr>
            <p:nvPr/>
          </p:nvSpPr>
          <p:spPr bwMode="auto">
            <a:xfrm>
              <a:off x="3736983" y="2489642"/>
              <a:ext cx="132033" cy="199097"/>
            </a:xfrm>
            <a:custGeom>
              <a:avLst/>
              <a:gdLst>
                <a:gd name="T0" fmla="*/ 56 w 112"/>
                <a:gd name="T1" fmla="*/ 170 h 170"/>
                <a:gd name="T2" fmla="*/ 59 w 112"/>
                <a:gd name="T3" fmla="*/ 166 h 170"/>
                <a:gd name="T4" fmla="*/ 112 w 112"/>
                <a:gd name="T5" fmla="*/ 60 h 170"/>
                <a:gd name="T6" fmla="*/ 56 w 112"/>
                <a:gd name="T7" fmla="*/ 0 h 170"/>
                <a:gd name="T8" fmla="*/ 0 w 112"/>
                <a:gd name="T9" fmla="*/ 60 h 170"/>
                <a:gd name="T10" fmla="*/ 53 w 112"/>
                <a:gd name="T11" fmla="*/ 166 h 170"/>
                <a:gd name="T12" fmla="*/ 56 w 112"/>
                <a:gd name="T13" fmla="*/ 170 h 170"/>
                <a:gd name="T14" fmla="*/ 56 w 112"/>
                <a:gd name="T15" fmla="*/ 8 h 170"/>
                <a:gd name="T16" fmla="*/ 104 w 112"/>
                <a:gd name="T17" fmla="*/ 60 h 170"/>
                <a:gd name="T18" fmla="*/ 56 w 112"/>
                <a:gd name="T19" fmla="*/ 157 h 170"/>
                <a:gd name="T20" fmla="*/ 8 w 112"/>
                <a:gd name="T21" fmla="*/ 60 h 170"/>
                <a:gd name="T22" fmla="*/ 56 w 112"/>
                <a:gd name="T23" fmla="*/ 8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2" h="170">
                  <a:moveTo>
                    <a:pt x="56" y="170"/>
                  </a:moveTo>
                  <a:cubicBezTo>
                    <a:pt x="59" y="166"/>
                    <a:pt x="59" y="166"/>
                    <a:pt x="59" y="166"/>
                  </a:cubicBezTo>
                  <a:cubicBezTo>
                    <a:pt x="61" y="164"/>
                    <a:pt x="112" y="101"/>
                    <a:pt x="112" y="60"/>
                  </a:cubicBezTo>
                  <a:cubicBezTo>
                    <a:pt x="112" y="27"/>
                    <a:pt x="86" y="0"/>
                    <a:pt x="56" y="0"/>
                  </a:cubicBezTo>
                  <a:cubicBezTo>
                    <a:pt x="25" y="0"/>
                    <a:pt x="0" y="27"/>
                    <a:pt x="0" y="60"/>
                  </a:cubicBezTo>
                  <a:cubicBezTo>
                    <a:pt x="0" y="101"/>
                    <a:pt x="50" y="164"/>
                    <a:pt x="53" y="166"/>
                  </a:cubicBezTo>
                  <a:lnTo>
                    <a:pt x="56" y="170"/>
                  </a:lnTo>
                  <a:close/>
                  <a:moveTo>
                    <a:pt x="56" y="8"/>
                  </a:moveTo>
                  <a:cubicBezTo>
                    <a:pt x="82" y="8"/>
                    <a:pt x="104" y="31"/>
                    <a:pt x="104" y="60"/>
                  </a:cubicBezTo>
                  <a:cubicBezTo>
                    <a:pt x="104" y="93"/>
                    <a:pt x="67" y="143"/>
                    <a:pt x="56" y="157"/>
                  </a:cubicBezTo>
                  <a:cubicBezTo>
                    <a:pt x="45" y="143"/>
                    <a:pt x="8" y="93"/>
                    <a:pt x="8" y="60"/>
                  </a:cubicBezTo>
                  <a:cubicBezTo>
                    <a:pt x="8" y="31"/>
                    <a:pt x="29" y="8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4" name="Freeform 123"/>
            <p:cNvSpPr>
              <a:spLocks/>
            </p:cNvSpPr>
            <p:nvPr/>
          </p:nvSpPr>
          <p:spPr bwMode="auto">
            <a:xfrm>
              <a:off x="3648961" y="2630058"/>
              <a:ext cx="308076" cy="104788"/>
            </a:xfrm>
            <a:custGeom>
              <a:avLst/>
              <a:gdLst>
                <a:gd name="T0" fmla="*/ 98 w 147"/>
                <a:gd name="T1" fmla="*/ 0 h 50"/>
                <a:gd name="T2" fmla="*/ 98 w 147"/>
                <a:gd name="T3" fmla="*/ 5 h 50"/>
                <a:gd name="T4" fmla="*/ 117 w 147"/>
                <a:gd name="T5" fmla="*/ 5 h 50"/>
                <a:gd name="T6" fmla="*/ 140 w 147"/>
                <a:gd name="T7" fmla="*/ 45 h 50"/>
                <a:gd name="T8" fmla="*/ 7 w 147"/>
                <a:gd name="T9" fmla="*/ 45 h 50"/>
                <a:gd name="T10" fmla="*/ 30 w 147"/>
                <a:gd name="T11" fmla="*/ 5 h 50"/>
                <a:gd name="T12" fmla="*/ 49 w 147"/>
                <a:gd name="T13" fmla="*/ 5 h 50"/>
                <a:gd name="T14" fmla="*/ 49 w 147"/>
                <a:gd name="T15" fmla="*/ 0 h 50"/>
                <a:gd name="T16" fmla="*/ 27 w 147"/>
                <a:gd name="T17" fmla="*/ 0 h 50"/>
                <a:gd name="T18" fmla="*/ 0 w 147"/>
                <a:gd name="T19" fmla="*/ 50 h 50"/>
                <a:gd name="T20" fmla="*/ 147 w 147"/>
                <a:gd name="T21" fmla="*/ 50 h 50"/>
                <a:gd name="T22" fmla="*/ 120 w 147"/>
                <a:gd name="T23" fmla="*/ 0 h 50"/>
                <a:gd name="T24" fmla="*/ 98 w 1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7" h="50">
                  <a:moveTo>
                    <a:pt x="98" y="0"/>
                  </a:moveTo>
                  <a:lnTo>
                    <a:pt x="98" y="5"/>
                  </a:lnTo>
                  <a:lnTo>
                    <a:pt x="117" y="5"/>
                  </a:lnTo>
                  <a:lnTo>
                    <a:pt x="140" y="45"/>
                  </a:lnTo>
                  <a:lnTo>
                    <a:pt x="7" y="45"/>
                  </a:lnTo>
                  <a:lnTo>
                    <a:pt x="30" y="5"/>
                  </a:lnTo>
                  <a:lnTo>
                    <a:pt x="49" y="5"/>
                  </a:lnTo>
                  <a:lnTo>
                    <a:pt x="49" y="0"/>
                  </a:lnTo>
                  <a:lnTo>
                    <a:pt x="27" y="0"/>
                  </a:lnTo>
                  <a:lnTo>
                    <a:pt x="0" y="50"/>
                  </a:lnTo>
                  <a:lnTo>
                    <a:pt x="147" y="50"/>
                  </a:lnTo>
                  <a:lnTo>
                    <a:pt x="120" y="0"/>
                  </a:lnTo>
                  <a:lnTo>
                    <a:pt x="9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9" name="Group 678"/>
          <p:cNvGrpSpPr/>
          <p:nvPr/>
        </p:nvGrpSpPr>
        <p:grpSpPr>
          <a:xfrm>
            <a:off x="4078591" y="2460302"/>
            <a:ext cx="232628" cy="301788"/>
            <a:chOff x="4078591" y="2460302"/>
            <a:chExt cx="232628" cy="301788"/>
          </a:xfrm>
          <a:solidFill>
            <a:schemeClr val="tx1"/>
          </a:solidFill>
        </p:grpSpPr>
        <p:sp>
          <p:nvSpPr>
            <p:cNvPr id="535" name="Freeform 124"/>
            <p:cNvSpPr>
              <a:spLocks/>
            </p:cNvSpPr>
            <p:nvPr/>
          </p:nvSpPr>
          <p:spPr bwMode="auto">
            <a:xfrm>
              <a:off x="4114218" y="2460302"/>
              <a:ext cx="197001" cy="301788"/>
            </a:xfrm>
            <a:custGeom>
              <a:avLst/>
              <a:gdLst>
                <a:gd name="T0" fmla="*/ 159 w 167"/>
                <a:gd name="T1" fmla="*/ 112 h 256"/>
                <a:gd name="T2" fmla="*/ 55 w 167"/>
                <a:gd name="T3" fmla="*/ 216 h 256"/>
                <a:gd name="T4" fmla="*/ 6 w 167"/>
                <a:gd name="T5" fmla="*/ 202 h 256"/>
                <a:gd name="T6" fmla="*/ 0 w 167"/>
                <a:gd name="T7" fmla="*/ 206 h 256"/>
                <a:gd name="T8" fmla="*/ 51 w 167"/>
                <a:gd name="T9" fmla="*/ 224 h 256"/>
                <a:gd name="T10" fmla="*/ 51 w 167"/>
                <a:gd name="T11" fmla="*/ 248 h 256"/>
                <a:gd name="T12" fmla="*/ 15 w 167"/>
                <a:gd name="T13" fmla="*/ 248 h 256"/>
                <a:gd name="T14" fmla="*/ 15 w 167"/>
                <a:gd name="T15" fmla="*/ 256 h 256"/>
                <a:gd name="T16" fmla="*/ 51 w 167"/>
                <a:gd name="T17" fmla="*/ 256 h 256"/>
                <a:gd name="T18" fmla="*/ 59 w 167"/>
                <a:gd name="T19" fmla="*/ 256 h 256"/>
                <a:gd name="T20" fmla="*/ 95 w 167"/>
                <a:gd name="T21" fmla="*/ 256 h 256"/>
                <a:gd name="T22" fmla="*/ 95 w 167"/>
                <a:gd name="T23" fmla="*/ 248 h 256"/>
                <a:gd name="T24" fmla="*/ 59 w 167"/>
                <a:gd name="T25" fmla="*/ 248 h 256"/>
                <a:gd name="T26" fmla="*/ 59 w 167"/>
                <a:gd name="T27" fmla="*/ 224 h 256"/>
                <a:gd name="T28" fmla="*/ 167 w 167"/>
                <a:gd name="T29" fmla="*/ 112 h 256"/>
                <a:gd name="T30" fmla="*/ 55 w 167"/>
                <a:gd name="T31" fmla="*/ 0 h 256"/>
                <a:gd name="T32" fmla="*/ 55 w 167"/>
                <a:gd name="T33" fmla="*/ 8 h 256"/>
                <a:gd name="T34" fmla="*/ 159 w 167"/>
                <a:gd name="T35" fmla="*/ 1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7" h="256">
                  <a:moveTo>
                    <a:pt x="159" y="112"/>
                  </a:moveTo>
                  <a:cubicBezTo>
                    <a:pt x="159" y="167"/>
                    <a:pt x="110" y="216"/>
                    <a:pt x="55" y="216"/>
                  </a:cubicBezTo>
                  <a:cubicBezTo>
                    <a:pt x="18" y="216"/>
                    <a:pt x="6" y="202"/>
                    <a:pt x="6" y="202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207"/>
                    <a:pt x="13" y="223"/>
                    <a:pt x="51" y="224"/>
                  </a:cubicBezTo>
                  <a:cubicBezTo>
                    <a:pt x="51" y="248"/>
                    <a:pt x="51" y="248"/>
                    <a:pt x="51" y="248"/>
                  </a:cubicBezTo>
                  <a:cubicBezTo>
                    <a:pt x="15" y="248"/>
                    <a:pt x="15" y="248"/>
                    <a:pt x="15" y="248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51" y="256"/>
                    <a:pt x="51" y="256"/>
                    <a:pt x="51" y="256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95" y="256"/>
                    <a:pt x="95" y="256"/>
                    <a:pt x="95" y="256"/>
                  </a:cubicBezTo>
                  <a:cubicBezTo>
                    <a:pt x="95" y="248"/>
                    <a:pt x="95" y="248"/>
                    <a:pt x="95" y="248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24"/>
                    <a:pt x="59" y="224"/>
                    <a:pt x="59" y="224"/>
                  </a:cubicBezTo>
                  <a:cubicBezTo>
                    <a:pt x="117" y="222"/>
                    <a:pt x="167" y="170"/>
                    <a:pt x="167" y="112"/>
                  </a:cubicBezTo>
                  <a:cubicBezTo>
                    <a:pt x="167" y="52"/>
                    <a:pt x="114" y="0"/>
                    <a:pt x="55" y="0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110" y="8"/>
                    <a:pt x="159" y="57"/>
                    <a:pt x="159" y="1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6" name="Freeform 125"/>
            <p:cNvSpPr>
              <a:spLocks noEditPoints="1"/>
            </p:cNvSpPr>
            <p:nvPr/>
          </p:nvSpPr>
          <p:spPr bwMode="auto">
            <a:xfrm>
              <a:off x="4078591" y="2493834"/>
              <a:ext cx="199097" cy="197001"/>
            </a:xfrm>
            <a:custGeom>
              <a:avLst/>
              <a:gdLst>
                <a:gd name="T0" fmla="*/ 84 w 168"/>
                <a:gd name="T1" fmla="*/ 168 h 168"/>
                <a:gd name="T2" fmla="*/ 168 w 168"/>
                <a:gd name="T3" fmla="*/ 84 h 168"/>
                <a:gd name="T4" fmla="*/ 84 w 168"/>
                <a:gd name="T5" fmla="*/ 0 h 168"/>
                <a:gd name="T6" fmla="*/ 0 w 168"/>
                <a:gd name="T7" fmla="*/ 84 h 168"/>
                <a:gd name="T8" fmla="*/ 84 w 168"/>
                <a:gd name="T9" fmla="*/ 168 h 168"/>
                <a:gd name="T10" fmla="*/ 84 w 168"/>
                <a:gd name="T11" fmla="*/ 8 h 168"/>
                <a:gd name="T12" fmla="*/ 160 w 168"/>
                <a:gd name="T13" fmla="*/ 84 h 168"/>
                <a:gd name="T14" fmla="*/ 84 w 168"/>
                <a:gd name="T15" fmla="*/ 160 h 168"/>
                <a:gd name="T16" fmla="*/ 8 w 168"/>
                <a:gd name="T17" fmla="*/ 84 h 168"/>
                <a:gd name="T18" fmla="*/ 84 w 168"/>
                <a:gd name="T19" fmla="*/ 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84" y="168"/>
                  </a:moveTo>
                  <a:cubicBezTo>
                    <a:pt x="130" y="168"/>
                    <a:pt x="168" y="130"/>
                    <a:pt x="168" y="84"/>
                  </a:cubicBezTo>
                  <a:cubicBezTo>
                    <a:pt x="168" y="38"/>
                    <a:pt x="130" y="0"/>
                    <a:pt x="84" y="0"/>
                  </a:cubicBezTo>
                  <a:cubicBezTo>
                    <a:pt x="38" y="0"/>
                    <a:pt x="0" y="38"/>
                    <a:pt x="0" y="84"/>
                  </a:cubicBezTo>
                  <a:cubicBezTo>
                    <a:pt x="0" y="130"/>
                    <a:pt x="38" y="168"/>
                    <a:pt x="84" y="168"/>
                  </a:cubicBezTo>
                  <a:close/>
                  <a:moveTo>
                    <a:pt x="84" y="8"/>
                  </a:moveTo>
                  <a:cubicBezTo>
                    <a:pt x="126" y="8"/>
                    <a:pt x="160" y="42"/>
                    <a:pt x="160" y="84"/>
                  </a:cubicBezTo>
                  <a:cubicBezTo>
                    <a:pt x="160" y="126"/>
                    <a:pt x="126" y="160"/>
                    <a:pt x="84" y="160"/>
                  </a:cubicBezTo>
                  <a:cubicBezTo>
                    <a:pt x="42" y="160"/>
                    <a:pt x="8" y="126"/>
                    <a:pt x="8" y="84"/>
                  </a:cubicBezTo>
                  <a:cubicBezTo>
                    <a:pt x="8" y="42"/>
                    <a:pt x="42" y="8"/>
                    <a:pt x="8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37" name="Freeform 126"/>
          <p:cNvSpPr>
            <a:spLocks noEditPoints="1"/>
          </p:cNvSpPr>
          <p:nvPr/>
        </p:nvSpPr>
        <p:spPr bwMode="auto">
          <a:xfrm>
            <a:off x="4436964" y="2460302"/>
            <a:ext cx="301788" cy="301788"/>
          </a:xfrm>
          <a:custGeom>
            <a:avLst/>
            <a:gdLst>
              <a:gd name="T0" fmla="*/ 132 w 256"/>
              <a:gd name="T1" fmla="*/ 28 h 256"/>
              <a:gd name="T2" fmla="*/ 132 w 256"/>
              <a:gd name="T3" fmla="*/ 0 h 256"/>
              <a:gd name="T4" fmla="*/ 124 w 256"/>
              <a:gd name="T5" fmla="*/ 0 h 256"/>
              <a:gd name="T6" fmla="*/ 124 w 256"/>
              <a:gd name="T7" fmla="*/ 28 h 256"/>
              <a:gd name="T8" fmla="*/ 28 w 256"/>
              <a:gd name="T9" fmla="*/ 124 h 256"/>
              <a:gd name="T10" fmla="*/ 0 w 256"/>
              <a:gd name="T11" fmla="*/ 124 h 256"/>
              <a:gd name="T12" fmla="*/ 0 w 256"/>
              <a:gd name="T13" fmla="*/ 132 h 256"/>
              <a:gd name="T14" fmla="*/ 28 w 256"/>
              <a:gd name="T15" fmla="*/ 132 h 256"/>
              <a:gd name="T16" fmla="*/ 124 w 256"/>
              <a:gd name="T17" fmla="*/ 228 h 256"/>
              <a:gd name="T18" fmla="*/ 124 w 256"/>
              <a:gd name="T19" fmla="*/ 256 h 256"/>
              <a:gd name="T20" fmla="*/ 132 w 256"/>
              <a:gd name="T21" fmla="*/ 256 h 256"/>
              <a:gd name="T22" fmla="*/ 132 w 256"/>
              <a:gd name="T23" fmla="*/ 228 h 256"/>
              <a:gd name="T24" fmla="*/ 228 w 256"/>
              <a:gd name="T25" fmla="*/ 132 h 256"/>
              <a:gd name="T26" fmla="*/ 256 w 256"/>
              <a:gd name="T27" fmla="*/ 132 h 256"/>
              <a:gd name="T28" fmla="*/ 256 w 256"/>
              <a:gd name="T29" fmla="*/ 124 h 256"/>
              <a:gd name="T30" fmla="*/ 228 w 256"/>
              <a:gd name="T31" fmla="*/ 124 h 256"/>
              <a:gd name="T32" fmla="*/ 132 w 256"/>
              <a:gd name="T33" fmla="*/ 28 h 256"/>
              <a:gd name="T34" fmla="*/ 132 w 256"/>
              <a:gd name="T35" fmla="*/ 220 h 256"/>
              <a:gd name="T36" fmla="*/ 132 w 256"/>
              <a:gd name="T37" fmla="*/ 192 h 256"/>
              <a:gd name="T38" fmla="*/ 124 w 256"/>
              <a:gd name="T39" fmla="*/ 192 h 256"/>
              <a:gd name="T40" fmla="*/ 124 w 256"/>
              <a:gd name="T41" fmla="*/ 220 h 256"/>
              <a:gd name="T42" fmla="*/ 36 w 256"/>
              <a:gd name="T43" fmla="*/ 132 h 256"/>
              <a:gd name="T44" fmla="*/ 64 w 256"/>
              <a:gd name="T45" fmla="*/ 132 h 256"/>
              <a:gd name="T46" fmla="*/ 64 w 256"/>
              <a:gd name="T47" fmla="*/ 124 h 256"/>
              <a:gd name="T48" fmla="*/ 36 w 256"/>
              <a:gd name="T49" fmla="*/ 124 h 256"/>
              <a:gd name="T50" fmla="*/ 124 w 256"/>
              <a:gd name="T51" fmla="*/ 36 h 256"/>
              <a:gd name="T52" fmla="*/ 124 w 256"/>
              <a:gd name="T53" fmla="*/ 64 h 256"/>
              <a:gd name="T54" fmla="*/ 132 w 256"/>
              <a:gd name="T55" fmla="*/ 64 h 256"/>
              <a:gd name="T56" fmla="*/ 132 w 256"/>
              <a:gd name="T57" fmla="*/ 36 h 256"/>
              <a:gd name="T58" fmla="*/ 220 w 256"/>
              <a:gd name="T59" fmla="*/ 124 h 256"/>
              <a:gd name="T60" fmla="*/ 192 w 256"/>
              <a:gd name="T61" fmla="*/ 124 h 256"/>
              <a:gd name="T62" fmla="*/ 192 w 256"/>
              <a:gd name="T63" fmla="*/ 132 h 256"/>
              <a:gd name="T64" fmla="*/ 220 w 256"/>
              <a:gd name="T65" fmla="*/ 132 h 256"/>
              <a:gd name="T66" fmla="*/ 132 w 256"/>
              <a:gd name="T67" fmla="*/ 22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56">
                <a:moveTo>
                  <a:pt x="132" y="28"/>
                </a:moveTo>
                <a:cubicBezTo>
                  <a:pt x="132" y="0"/>
                  <a:pt x="132" y="0"/>
                  <a:pt x="13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4" y="28"/>
                  <a:pt x="124" y="28"/>
                  <a:pt x="124" y="28"/>
                </a:cubicBezTo>
                <a:cubicBezTo>
                  <a:pt x="72" y="30"/>
                  <a:pt x="30" y="72"/>
                  <a:pt x="28" y="12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32"/>
                  <a:pt x="0" y="132"/>
                  <a:pt x="0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30" y="184"/>
                  <a:pt x="72" y="226"/>
                  <a:pt x="124" y="228"/>
                </a:cubicBezTo>
                <a:cubicBezTo>
                  <a:pt x="124" y="256"/>
                  <a:pt x="124" y="256"/>
                  <a:pt x="124" y="256"/>
                </a:cubicBezTo>
                <a:cubicBezTo>
                  <a:pt x="132" y="256"/>
                  <a:pt x="132" y="256"/>
                  <a:pt x="132" y="256"/>
                </a:cubicBezTo>
                <a:cubicBezTo>
                  <a:pt x="132" y="228"/>
                  <a:pt x="132" y="228"/>
                  <a:pt x="132" y="228"/>
                </a:cubicBezTo>
                <a:cubicBezTo>
                  <a:pt x="184" y="226"/>
                  <a:pt x="226" y="184"/>
                  <a:pt x="228" y="132"/>
                </a:cubicBezTo>
                <a:cubicBezTo>
                  <a:pt x="256" y="132"/>
                  <a:pt x="256" y="132"/>
                  <a:pt x="256" y="132"/>
                </a:cubicBezTo>
                <a:cubicBezTo>
                  <a:pt x="256" y="124"/>
                  <a:pt x="256" y="124"/>
                  <a:pt x="256" y="124"/>
                </a:cubicBezTo>
                <a:cubicBezTo>
                  <a:pt x="228" y="124"/>
                  <a:pt x="228" y="124"/>
                  <a:pt x="228" y="124"/>
                </a:cubicBezTo>
                <a:cubicBezTo>
                  <a:pt x="226" y="72"/>
                  <a:pt x="184" y="30"/>
                  <a:pt x="132" y="28"/>
                </a:cubicBezTo>
                <a:close/>
                <a:moveTo>
                  <a:pt x="132" y="220"/>
                </a:moveTo>
                <a:cubicBezTo>
                  <a:pt x="132" y="192"/>
                  <a:pt x="132" y="192"/>
                  <a:pt x="132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24" y="220"/>
                  <a:pt x="124" y="220"/>
                  <a:pt x="124" y="220"/>
                </a:cubicBezTo>
                <a:cubicBezTo>
                  <a:pt x="76" y="218"/>
                  <a:pt x="38" y="180"/>
                  <a:pt x="36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8" y="76"/>
                  <a:pt x="76" y="38"/>
                  <a:pt x="124" y="36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79" y="38"/>
                  <a:pt x="218" y="76"/>
                  <a:pt x="220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220" y="132"/>
                  <a:pt x="220" y="132"/>
                  <a:pt x="220" y="132"/>
                </a:cubicBezTo>
                <a:cubicBezTo>
                  <a:pt x="218" y="180"/>
                  <a:pt x="179" y="218"/>
                  <a:pt x="132" y="22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8" name="Freeform 127"/>
          <p:cNvSpPr>
            <a:spLocks noEditPoints="1"/>
          </p:cNvSpPr>
          <p:nvPr/>
        </p:nvSpPr>
        <p:spPr bwMode="auto">
          <a:xfrm>
            <a:off x="4826773" y="2466589"/>
            <a:ext cx="305980" cy="289214"/>
          </a:xfrm>
          <a:custGeom>
            <a:avLst/>
            <a:gdLst>
              <a:gd name="T0" fmla="*/ 166 w 260"/>
              <a:gd name="T1" fmla="*/ 144 h 244"/>
              <a:gd name="T2" fmla="*/ 96 w 260"/>
              <a:gd name="T3" fmla="*/ 74 h 244"/>
              <a:gd name="T4" fmla="*/ 144 w 260"/>
              <a:gd name="T5" fmla="*/ 26 h 244"/>
              <a:gd name="T6" fmla="*/ 123 w 260"/>
              <a:gd name="T7" fmla="*/ 5 h 244"/>
              <a:gd name="T8" fmla="*/ 120 w 260"/>
              <a:gd name="T9" fmla="*/ 7 h 244"/>
              <a:gd name="T10" fmla="*/ 97 w 260"/>
              <a:gd name="T11" fmla="*/ 14 h 244"/>
              <a:gd name="T12" fmla="*/ 73 w 260"/>
              <a:gd name="T13" fmla="*/ 3 h 244"/>
              <a:gd name="T14" fmla="*/ 70 w 260"/>
              <a:gd name="T15" fmla="*/ 0 h 244"/>
              <a:gd name="T16" fmla="*/ 0 w 260"/>
              <a:gd name="T17" fmla="*/ 70 h 244"/>
              <a:gd name="T18" fmla="*/ 50 w 260"/>
              <a:gd name="T19" fmla="*/ 120 h 244"/>
              <a:gd name="T20" fmla="*/ 90 w 260"/>
              <a:gd name="T21" fmla="*/ 80 h 244"/>
              <a:gd name="T22" fmla="*/ 160 w 260"/>
              <a:gd name="T23" fmla="*/ 150 h 244"/>
              <a:gd name="T24" fmla="*/ 148 w 260"/>
              <a:gd name="T25" fmla="*/ 162 h 244"/>
              <a:gd name="T26" fmla="*/ 230 w 260"/>
              <a:gd name="T27" fmla="*/ 244 h 244"/>
              <a:gd name="T28" fmla="*/ 260 w 260"/>
              <a:gd name="T29" fmla="*/ 214 h 244"/>
              <a:gd name="T30" fmla="*/ 178 w 260"/>
              <a:gd name="T31" fmla="*/ 132 h 244"/>
              <a:gd name="T32" fmla="*/ 166 w 260"/>
              <a:gd name="T33" fmla="*/ 144 h 244"/>
              <a:gd name="T34" fmla="*/ 12 w 260"/>
              <a:gd name="T35" fmla="*/ 70 h 244"/>
              <a:gd name="T36" fmla="*/ 70 w 260"/>
              <a:gd name="T37" fmla="*/ 12 h 244"/>
              <a:gd name="T38" fmla="*/ 97 w 260"/>
              <a:gd name="T39" fmla="*/ 22 h 244"/>
              <a:gd name="T40" fmla="*/ 121 w 260"/>
              <a:gd name="T41" fmla="*/ 15 h 244"/>
              <a:gd name="T42" fmla="*/ 132 w 260"/>
              <a:gd name="T43" fmla="*/ 26 h 244"/>
              <a:gd name="T44" fmla="*/ 50 w 260"/>
              <a:gd name="T45" fmla="*/ 108 h 244"/>
              <a:gd name="T46" fmla="*/ 12 w 260"/>
              <a:gd name="T47" fmla="*/ 70 h 244"/>
              <a:gd name="T48" fmla="*/ 230 w 260"/>
              <a:gd name="T49" fmla="*/ 232 h 244"/>
              <a:gd name="T50" fmla="*/ 160 w 260"/>
              <a:gd name="T51" fmla="*/ 162 h 244"/>
              <a:gd name="T52" fmla="*/ 178 w 260"/>
              <a:gd name="T53" fmla="*/ 144 h 244"/>
              <a:gd name="T54" fmla="*/ 248 w 260"/>
              <a:gd name="T55" fmla="*/ 214 h 244"/>
              <a:gd name="T56" fmla="*/ 230 w 260"/>
              <a:gd name="T57" fmla="*/ 23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0" h="244">
                <a:moveTo>
                  <a:pt x="166" y="144"/>
                </a:moveTo>
                <a:cubicBezTo>
                  <a:pt x="96" y="74"/>
                  <a:pt x="96" y="74"/>
                  <a:pt x="96" y="74"/>
                </a:cubicBezTo>
                <a:cubicBezTo>
                  <a:pt x="144" y="26"/>
                  <a:pt x="144" y="26"/>
                  <a:pt x="144" y="26"/>
                </a:cubicBezTo>
                <a:cubicBezTo>
                  <a:pt x="123" y="5"/>
                  <a:pt x="123" y="5"/>
                  <a:pt x="123" y="5"/>
                </a:cubicBezTo>
                <a:cubicBezTo>
                  <a:pt x="120" y="7"/>
                  <a:pt x="120" y="7"/>
                  <a:pt x="120" y="7"/>
                </a:cubicBezTo>
                <a:cubicBezTo>
                  <a:pt x="120" y="7"/>
                  <a:pt x="110" y="14"/>
                  <a:pt x="97" y="14"/>
                </a:cubicBezTo>
                <a:cubicBezTo>
                  <a:pt x="88" y="14"/>
                  <a:pt x="80" y="10"/>
                  <a:pt x="73" y="3"/>
                </a:cubicBezTo>
                <a:cubicBezTo>
                  <a:pt x="70" y="0"/>
                  <a:pt x="70" y="0"/>
                  <a:pt x="70" y="0"/>
                </a:cubicBezTo>
                <a:cubicBezTo>
                  <a:pt x="0" y="70"/>
                  <a:pt x="0" y="70"/>
                  <a:pt x="0" y="70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90" y="80"/>
                  <a:pt x="90" y="80"/>
                  <a:pt x="90" y="80"/>
                </a:cubicBezTo>
                <a:cubicBezTo>
                  <a:pt x="160" y="150"/>
                  <a:pt x="160" y="150"/>
                  <a:pt x="160" y="150"/>
                </a:cubicBezTo>
                <a:cubicBezTo>
                  <a:pt x="148" y="162"/>
                  <a:pt x="148" y="162"/>
                  <a:pt x="148" y="162"/>
                </a:cubicBezTo>
                <a:cubicBezTo>
                  <a:pt x="230" y="244"/>
                  <a:pt x="230" y="244"/>
                  <a:pt x="230" y="244"/>
                </a:cubicBezTo>
                <a:cubicBezTo>
                  <a:pt x="260" y="214"/>
                  <a:pt x="260" y="214"/>
                  <a:pt x="260" y="214"/>
                </a:cubicBezTo>
                <a:cubicBezTo>
                  <a:pt x="178" y="132"/>
                  <a:pt x="178" y="132"/>
                  <a:pt x="178" y="132"/>
                </a:cubicBezTo>
                <a:lnTo>
                  <a:pt x="166" y="144"/>
                </a:lnTo>
                <a:close/>
                <a:moveTo>
                  <a:pt x="12" y="70"/>
                </a:moveTo>
                <a:cubicBezTo>
                  <a:pt x="70" y="12"/>
                  <a:pt x="70" y="12"/>
                  <a:pt x="70" y="12"/>
                </a:cubicBezTo>
                <a:cubicBezTo>
                  <a:pt x="78" y="18"/>
                  <a:pt x="87" y="22"/>
                  <a:pt x="97" y="22"/>
                </a:cubicBezTo>
                <a:cubicBezTo>
                  <a:pt x="108" y="22"/>
                  <a:pt x="117" y="18"/>
                  <a:pt x="121" y="15"/>
                </a:cubicBezTo>
                <a:cubicBezTo>
                  <a:pt x="132" y="26"/>
                  <a:pt x="132" y="26"/>
                  <a:pt x="132" y="26"/>
                </a:cubicBezTo>
                <a:cubicBezTo>
                  <a:pt x="50" y="108"/>
                  <a:pt x="50" y="108"/>
                  <a:pt x="50" y="108"/>
                </a:cubicBezTo>
                <a:lnTo>
                  <a:pt x="12" y="70"/>
                </a:lnTo>
                <a:close/>
                <a:moveTo>
                  <a:pt x="230" y="232"/>
                </a:moveTo>
                <a:cubicBezTo>
                  <a:pt x="160" y="162"/>
                  <a:pt x="160" y="162"/>
                  <a:pt x="160" y="162"/>
                </a:cubicBezTo>
                <a:cubicBezTo>
                  <a:pt x="178" y="144"/>
                  <a:pt x="178" y="144"/>
                  <a:pt x="178" y="144"/>
                </a:cubicBezTo>
                <a:cubicBezTo>
                  <a:pt x="248" y="214"/>
                  <a:pt x="248" y="214"/>
                  <a:pt x="248" y="214"/>
                </a:cubicBezTo>
                <a:lnTo>
                  <a:pt x="230" y="23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9" name="Freeform 128"/>
          <p:cNvSpPr>
            <a:spLocks noEditPoints="1"/>
          </p:cNvSpPr>
          <p:nvPr/>
        </p:nvSpPr>
        <p:spPr bwMode="auto">
          <a:xfrm>
            <a:off x="5220774" y="2481259"/>
            <a:ext cx="301788" cy="259873"/>
          </a:xfrm>
          <a:custGeom>
            <a:avLst/>
            <a:gdLst>
              <a:gd name="T0" fmla="*/ 212 w 256"/>
              <a:gd name="T1" fmla="*/ 88 h 220"/>
              <a:gd name="T2" fmla="*/ 208 w 256"/>
              <a:gd name="T3" fmla="*/ 88 h 220"/>
              <a:gd name="T4" fmla="*/ 208 w 256"/>
              <a:gd name="T5" fmla="*/ 68 h 220"/>
              <a:gd name="T6" fmla="*/ 128 w 256"/>
              <a:gd name="T7" fmla="*/ 0 h 220"/>
              <a:gd name="T8" fmla="*/ 48 w 256"/>
              <a:gd name="T9" fmla="*/ 68 h 220"/>
              <a:gd name="T10" fmla="*/ 48 w 256"/>
              <a:gd name="T11" fmla="*/ 88 h 220"/>
              <a:gd name="T12" fmla="*/ 44 w 256"/>
              <a:gd name="T13" fmla="*/ 88 h 220"/>
              <a:gd name="T14" fmla="*/ 0 w 256"/>
              <a:gd name="T15" fmla="*/ 132 h 220"/>
              <a:gd name="T16" fmla="*/ 44 w 256"/>
              <a:gd name="T17" fmla="*/ 176 h 220"/>
              <a:gd name="T18" fmla="*/ 56 w 256"/>
              <a:gd name="T19" fmla="*/ 176 h 220"/>
              <a:gd name="T20" fmla="*/ 56 w 256"/>
              <a:gd name="T21" fmla="*/ 104 h 220"/>
              <a:gd name="T22" fmla="*/ 56 w 256"/>
              <a:gd name="T23" fmla="*/ 88 h 220"/>
              <a:gd name="T24" fmla="*/ 56 w 256"/>
              <a:gd name="T25" fmla="*/ 68 h 220"/>
              <a:gd name="T26" fmla="*/ 128 w 256"/>
              <a:gd name="T27" fmla="*/ 8 h 220"/>
              <a:gd name="T28" fmla="*/ 200 w 256"/>
              <a:gd name="T29" fmla="*/ 68 h 220"/>
              <a:gd name="T30" fmla="*/ 200 w 256"/>
              <a:gd name="T31" fmla="*/ 88 h 220"/>
              <a:gd name="T32" fmla="*/ 200 w 256"/>
              <a:gd name="T33" fmla="*/ 92 h 220"/>
              <a:gd name="T34" fmla="*/ 200 w 256"/>
              <a:gd name="T35" fmla="*/ 172 h 220"/>
              <a:gd name="T36" fmla="*/ 200 w 256"/>
              <a:gd name="T37" fmla="*/ 176 h 220"/>
              <a:gd name="T38" fmla="*/ 200 w 256"/>
              <a:gd name="T39" fmla="*/ 189 h 220"/>
              <a:gd name="T40" fmla="*/ 148 w 256"/>
              <a:gd name="T41" fmla="*/ 210 h 220"/>
              <a:gd name="T42" fmla="*/ 148 w 256"/>
              <a:gd name="T43" fmla="*/ 196 h 220"/>
              <a:gd name="T44" fmla="*/ 108 w 256"/>
              <a:gd name="T45" fmla="*/ 196 h 220"/>
              <a:gd name="T46" fmla="*/ 108 w 256"/>
              <a:gd name="T47" fmla="*/ 220 h 220"/>
              <a:gd name="T48" fmla="*/ 145 w 256"/>
              <a:gd name="T49" fmla="*/ 220 h 220"/>
              <a:gd name="T50" fmla="*/ 208 w 256"/>
              <a:gd name="T51" fmla="*/ 195 h 220"/>
              <a:gd name="T52" fmla="*/ 208 w 256"/>
              <a:gd name="T53" fmla="*/ 176 h 220"/>
              <a:gd name="T54" fmla="*/ 212 w 256"/>
              <a:gd name="T55" fmla="*/ 176 h 220"/>
              <a:gd name="T56" fmla="*/ 256 w 256"/>
              <a:gd name="T57" fmla="*/ 132 h 220"/>
              <a:gd name="T58" fmla="*/ 212 w 256"/>
              <a:gd name="T59" fmla="*/ 88 h 220"/>
              <a:gd name="T60" fmla="*/ 48 w 256"/>
              <a:gd name="T61" fmla="*/ 168 h 220"/>
              <a:gd name="T62" fmla="*/ 44 w 256"/>
              <a:gd name="T63" fmla="*/ 168 h 220"/>
              <a:gd name="T64" fmla="*/ 8 w 256"/>
              <a:gd name="T65" fmla="*/ 132 h 220"/>
              <a:gd name="T66" fmla="*/ 44 w 256"/>
              <a:gd name="T67" fmla="*/ 96 h 220"/>
              <a:gd name="T68" fmla="*/ 48 w 256"/>
              <a:gd name="T69" fmla="*/ 96 h 220"/>
              <a:gd name="T70" fmla="*/ 48 w 256"/>
              <a:gd name="T71" fmla="*/ 104 h 220"/>
              <a:gd name="T72" fmla="*/ 48 w 256"/>
              <a:gd name="T73" fmla="*/ 168 h 220"/>
              <a:gd name="T74" fmla="*/ 116 w 256"/>
              <a:gd name="T75" fmla="*/ 212 h 220"/>
              <a:gd name="T76" fmla="*/ 116 w 256"/>
              <a:gd name="T77" fmla="*/ 204 h 220"/>
              <a:gd name="T78" fmla="*/ 140 w 256"/>
              <a:gd name="T79" fmla="*/ 204 h 220"/>
              <a:gd name="T80" fmla="*/ 140 w 256"/>
              <a:gd name="T81" fmla="*/ 212 h 220"/>
              <a:gd name="T82" fmla="*/ 116 w 256"/>
              <a:gd name="T83" fmla="*/ 212 h 220"/>
              <a:gd name="T84" fmla="*/ 212 w 256"/>
              <a:gd name="T85" fmla="*/ 168 h 220"/>
              <a:gd name="T86" fmla="*/ 208 w 256"/>
              <a:gd name="T87" fmla="*/ 168 h 220"/>
              <a:gd name="T88" fmla="*/ 208 w 256"/>
              <a:gd name="T89" fmla="*/ 96 h 220"/>
              <a:gd name="T90" fmla="*/ 212 w 256"/>
              <a:gd name="T91" fmla="*/ 96 h 220"/>
              <a:gd name="T92" fmla="*/ 248 w 256"/>
              <a:gd name="T93" fmla="*/ 132 h 220"/>
              <a:gd name="T94" fmla="*/ 212 w 256"/>
              <a:gd name="T95" fmla="*/ 168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56" h="220">
                <a:moveTo>
                  <a:pt x="212" y="88"/>
                </a:moveTo>
                <a:cubicBezTo>
                  <a:pt x="208" y="88"/>
                  <a:pt x="208" y="88"/>
                  <a:pt x="208" y="88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208" y="67"/>
                  <a:pt x="207" y="0"/>
                  <a:pt x="128" y="0"/>
                </a:cubicBezTo>
                <a:cubicBezTo>
                  <a:pt x="49" y="0"/>
                  <a:pt x="48" y="67"/>
                  <a:pt x="48" y="68"/>
                </a:cubicBezTo>
                <a:cubicBezTo>
                  <a:pt x="48" y="88"/>
                  <a:pt x="48" y="88"/>
                  <a:pt x="48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20" y="88"/>
                  <a:pt x="0" y="108"/>
                  <a:pt x="0" y="132"/>
                </a:cubicBezTo>
                <a:cubicBezTo>
                  <a:pt x="0" y="156"/>
                  <a:pt x="20" y="176"/>
                  <a:pt x="44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6"/>
                  <a:pt x="57" y="8"/>
                  <a:pt x="128" y="8"/>
                </a:cubicBezTo>
                <a:cubicBezTo>
                  <a:pt x="199" y="8"/>
                  <a:pt x="200" y="66"/>
                  <a:pt x="200" y="68"/>
                </a:cubicBezTo>
                <a:cubicBezTo>
                  <a:pt x="200" y="88"/>
                  <a:pt x="200" y="88"/>
                  <a:pt x="200" y="88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72"/>
                  <a:pt x="200" y="172"/>
                  <a:pt x="200" y="172"/>
                </a:cubicBezTo>
                <a:cubicBezTo>
                  <a:pt x="200" y="176"/>
                  <a:pt x="200" y="176"/>
                  <a:pt x="200" y="176"/>
                </a:cubicBezTo>
                <a:cubicBezTo>
                  <a:pt x="200" y="189"/>
                  <a:pt x="200" y="189"/>
                  <a:pt x="200" y="189"/>
                </a:cubicBezTo>
                <a:cubicBezTo>
                  <a:pt x="148" y="210"/>
                  <a:pt x="148" y="210"/>
                  <a:pt x="148" y="210"/>
                </a:cubicBezTo>
                <a:cubicBezTo>
                  <a:pt x="148" y="196"/>
                  <a:pt x="148" y="196"/>
                  <a:pt x="148" y="196"/>
                </a:cubicBezTo>
                <a:cubicBezTo>
                  <a:pt x="108" y="196"/>
                  <a:pt x="108" y="196"/>
                  <a:pt x="108" y="196"/>
                </a:cubicBezTo>
                <a:cubicBezTo>
                  <a:pt x="108" y="220"/>
                  <a:pt x="108" y="220"/>
                  <a:pt x="108" y="220"/>
                </a:cubicBezTo>
                <a:cubicBezTo>
                  <a:pt x="145" y="220"/>
                  <a:pt x="145" y="220"/>
                  <a:pt x="145" y="220"/>
                </a:cubicBezTo>
                <a:cubicBezTo>
                  <a:pt x="208" y="195"/>
                  <a:pt x="208" y="195"/>
                  <a:pt x="208" y="195"/>
                </a:cubicBezTo>
                <a:cubicBezTo>
                  <a:pt x="208" y="176"/>
                  <a:pt x="208" y="176"/>
                  <a:pt x="208" y="176"/>
                </a:cubicBezTo>
                <a:cubicBezTo>
                  <a:pt x="212" y="176"/>
                  <a:pt x="212" y="176"/>
                  <a:pt x="212" y="176"/>
                </a:cubicBezTo>
                <a:cubicBezTo>
                  <a:pt x="236" y="176"/>
                  <a:pt x="256" y="156"/>
                  <a:pt x="256" y="132"/>
                </a:cubicBezTo>
                <a:cubicBezTo>
                  <a:pt x="256" y="108"/>
                  <a:pt x="236" y="88"/>
                  <a:pt x="212" y="88"/>
                </a:cubicBezTo>
                <a:close/>
                <a:moveTo>
                  <a:pt x="48" y="168"/>
                </a:moveTo>
                <a:cubicBezTo>
                  <a:pt x="44" y="168"/>
                  <a:pt x="44" y="168"/>
                  <a:pt x="44" y="168"/>
                </a:cubicBezTo>
                <a:cubicBezTo>
                  <a:pt x="24" y="168"/>
                  <a:pt x="8" y="152"/>
                  <a:pt x="8" y="132"/>
                </a:cubicBezTo>
                <a:cubicBezTo>
                  <a:pt x="8" y="112"/>
                  <a:pt x="24" y="96"/>
                  <a:pt x="44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4"/>
                  <a:pt x="48" y="104"/>
                  <a:pt x="48" y="104"/>
                </a:cubicBezTo>
                <a:lnTo>
                  <a:pt x="48" y="168"/>
                </a:lnTo>
                <a:close/>
                <a:moveTo>
                  <a:pt x="116" y="212"/>
                </a:moveTo>
                <a:cubicBezTo>
                  <a:pt x="116" y="204"/>
                  <a:pt x="116" y="204"/>
                  <a:pt x="116" y="204"/>
                </a:cubicBezTo>
                <a:cubicBezTo>
                  <a:pt x="140" y="204"/>
                  <a:pt x="140" y="204"/>
                  <a:pt x="140" y="204"/>
                </a:cubicBezTo>
                <a:cubicBezTo>
                  <a:pt x="140" y="212"/>
                  <a:pt x="140" y="212"/>
                  <a:pt x="140" y="212"/>
                </a:cubicBezTo>
                <a:lnTo>
                  <a:pt x="116" y="212"/>
                </a:lnTo>
                <a:close/>
                <a:moveTo>
                  <a:pt x="212" y="168"/>
                </a:moveTo>
                <a:cubicBezTo>
                  <a:pt x="208" y="168"/>
                  <a:pt x="208" y="168"/>
                  <a:pt x="208" y="168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12" y="96"/>
                  <a:pt x="212" y="96"/>
                  <a:pt x="212" y="96"/>
                </a:cubicBezTo>
                <a:cubicBezTo>
                  <a:pt x="232" y="96"/>
                  <a:pt x="248" y="112"/>
                  <a:pt x="248" y="132"/>
                </a:cubicBezTo>
                <a:cubicBezTo>
                  <a:pt x="248" y="152"/>
                  <a:pt x="232" y="168"/>
                  <a:pt x="212" y="16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0" name="Freeform 129"/>
          <p:cNvSpPr>
            <a:spLocks noEditPoints="1"/>
          </p:cNvSpPr>
          <p:nvPr/>
        </p:nvSpPr>
        <p:spPr bwMode="auto">
          <a:xfrm>
            <a:off x="5612680" y="2479164"/>
            <a:ext cx="301788" cy="264065"/>
          </a:xfrm>
          <a:custGeom>
            <a:avLst/>
            <a:gdLst>
              <a:gd name="T0" fmla="*/ 192 w 256"/>
              <a:gd name="T1" fmla="*/ 0 h 224"/>
              <a:gd name="T2" fmla="*/ 128 w 256"/>
              <a:gd name="T3" fmla="*/ 39 h 224"/>
              <a:gd name="T4" fmla="*/ 64 w 256"/>
              <a:gd name="T5" fmla="*/ 0 h 224"/>
              <a:gd name="T6" fmla="*/ 0 w 256"/>
              <a:gd name="T7" fmla="*/ 68 h 224"/>
              <a:gd name="T8" fmla="*/ 64 w 256"/>
              <a:gd name="T9" fmla="*/ 177 h 224"/>
              <a:gd name="T10" fmla="*/ 126 w 256"/>
              <a:gd name="T11" fmla="*/ 223 h 224"/>
              <a:gd name="T12" fmla="*/ 128 w 256"/>
              <a:gd name="T13" fmla="*/ 224 h 224"/>
              <a:gd name="T14" fmla="*/ 130 w 256"/>
              <a:gd name="T15" fmla="*/ 223 h 224"/>
              <a:gd name="T16" fmla="*/ 193 w 256"/>
              <a:gd name="T17" fmla="*/ 177 h 224"/>
              <a:gd name="T18" fmla="*/ 256 w 256"/>
              <a:gd name="T19" fmla="*/ 68 h 224"/>
              <a:gd name="T20" fmla="*/ 192 w 256"/>
              <a:gd name="T21" fmla="*/ 0 h 224"/>
              <a:gd name="T22" fmla="*/ 128 w 256"/>
              <a:gd name="T23" fmla="*/ 215 h 224"/>
              <a:gd name="T24" fmla="*/ 8 w 256"/>
              <a:gd name="T25" fmla="*/ 68 h 224"/>
              <a:gd name="T26" fmla="*/ 64 w 256"/>
              <a:gd name="T27" fmla="*/ 8 h 224"/>
              <a:gd name="T28" fmla="*/ 124 w 256"/>
              <a:gd name="T29" fmla="*/ 60 h 224"/>
              <a:gd name="T30" fmla="*/ 132 w 256"/>
              <a:gd name="T31" fmla="*/ 60 h 224"/>
              <a:gd name="T32" fmla="*/ 192 w 256"/>
              <a:gd name="T33" fmla="*/ 8 h 224"/>
              <a:gd name="T34" fmla="*/ 248 w 256"/>
              <a:gd name="T35" fmla="*/ 68 h 224"/>
              <a:gd name="T36" fmla="*/ 128 w 256"/>
              <a:gd name="T37" fmla="*/ 215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6" h="224">
                <a:moveTo>
                  <a:pt x="192" y="0"/>
                </a:moveTo>
                <a:cubicBezTo>
                  <a:pt x="163" y="0"/>
                  <a:pt x="138" y="16"/>
                  <a:pt x="128" y="39"/>
                </a:cubicBezTo>
                <a:cubicBezTo>
                  <a:pt x="119" y="16"/>
                  <a:pt x="94" y="0"/>
                  <a:pt x="64" y="0"/>
                </a:cubicBezTo>
                <a:cubicBezTo>
                  <a:pt x="24" y="0"/>
                  <a:pt x="0" y="34"/>
                  <a:pt x="0" y="68"/>
                </a:cubicBezTo>
                <a:cubicBezTo>
                  <a:pt x="0" y="102"/>
                  <a:pt x="22" y="139"/>
                  <a:pt x="64" y="177"/>
                </a:cubicBezTo>
                <a:cubicBezTo>
                  <a:pt x="95" y="205"/>
                  <a:pt x="126" y="223"/>
                  <a:pt x="126" y="223"/>
                </a:cubicBezTo>
                <a:cubicBezTo>
                  <a:pt x="128" y="224"/>
                  <a:pt x="128" y="224"/>
                  <a:pt x="128" y="224"/>
                </a:cubicBezTo>
                <a:cubicBezTo>
                  <a:pt x="130" y="223"/>
                  <a:pt x="130" y="223"/>
                  <a:pt x="130" y="223"/>
                </a:cubicBezTo>
                <a:cubicBezTo>
                  <a:pt x="131" y="223"/>
                  <a:pt x="162" y="205"/>
                  <a:pt x="193" y="177"/>
                </a:cubicBezTo>
                <a:cubicBezTo>
                  <a:pt x="235" y="139"/>
                  <a:pt x="256" y="102"/>
                  <a:pt x="256" y="68"/>
                </a:cubicBezTo>
                <a:cubicBezTo>
                  <a:pt x="256" y="34"/>
                  <a:pt x="232" y="0"/>
                  <a:pt x="192" y="0"/>
                </a:cubicBezTo>
                <a:close/>
                <a:moveTo>
                  <a:pt x="128" y="215"/>
                </a:moveTo>
                <a:cubicBezTo>
                  <a:pt x="112" y="205"/>
                  <a:pt x="8" y="139"/>
                  <a:pt x="8" y="68"/>
                </a:cubicBezTo>
                <a:cubicBezTo>
                  <a:pt x="8" y="38"/>
                  <a:pt x="29" y="8"/>
                  <a:pt x="64" y="8"/>
                </a:cubicBezTo>
                <a:cubicBezTo>
                  <a:pt x="93" y="8"/>
                  <a:pt x="124" y="28"/>
                  <a:pt x="124" y="60"/>
                </a:cubicBezTo>
                <a:cubicBezTo>
                  <a:pt x="132" y="60"/>
                  <a:pt x="132" y="60"/>
                  <a:pt x="132" y="60"/>
                </a:cubicBezTo>
                <a:cubicBezTo>
                  <a:pt x="132" y="28"/>
                  <a:pt x="163" y="8"/>
                  <a:pt x="192" y="8"/>
                </a:cubicBezTo>
                <a:cubicBezTo>
                  <a:pt x="227" y="8"/>
                  <a:pt x="248" y="38"/>
                  <a:pt x="248" y="68"/>
                </a:cubicBezTo>
                <a:cubicBezTo>
                  <a:pt x="248" y="139"/>
                  <a:pt x="144" y="205"/>
                  <a:pt x="128" y="21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1" name="Freeform 130"/>
          <p:cNvSpPr>
            <a:spLocks noEditPoints="1"/>
          </p:cNvSpPr>
          <p:nvPr/>
        </p:nvSpPr>
        <p:spPr bwMode="auto">
          <a:xfrm>
            <a:off x="6004585" y="2479164"/>
            <a:ext cx="301788" cy="264065"/>
          </a:xfrm>
          <a:custGeom>
            <a:avLst/>
            <a:gdLst>
              <a:gd name="T0" fmla="*/ 128 w 256"/>
              <a:gd name="T1" fmla="*/ 39 h 224"/>
              <a:gd name="T2" fmla="*/ 64 w 256"/>
              <a:gd name="T3" fmla="*/ 0 h 224"/>
              <a:gd name="T4" fmla="*/ 0 w 256"/>
              <a:gd name="T5" fmla="*/ 68 h 224"/>
              <a:gd name="T6" fmla="*/ 64 w 256"/>
              <a:gd name="T7" fmla="*/ 177 h 224"/>
              <a:gd name="T8" fmla="*/ 126 w 256"/>
              <a:gd name="T9" fmla="*/ 223 h 224"/>
              <a:gd name="T10" fmla="*/ 128 w 256"/>
              <a:gd name="T11" fmla="*/ 224 h 224"/>
              <a:gd name="T12" fmla="*/ 130 w 256"/>
              <a:gd name="T13" fmla="*/ 223 h 224"/>
              <a:gd name="T14" fmla="*/ 193 w 256"/>
              <a:gd name="T15" fmla="*/ 177 h 224"/>
              <a:gd name="T16" fmla="*/ 256 w 256"/>
              <a:gd name="T17" fmla="*/ 68 h 224"/>
              <a:gd name="T18" fmla="*/ 192 w 256"/>
              <a:gd name="T19" fmla="*/ 0 h 224"/>
              <a:gd name="T20" fmla="*/ 128 w 256"/>
              <a:gd name="T21" fmla="*/ 39 h 224"/>
              <a:gd name="T22" fmla="*/ 8 w 256"/>
              <a:gd name="T23" fmla="*/ 68 h 224"/>
              <a:gd name="T24" fmla="*/ 64 w 256"/>
              <a:gd name="T25" fmla="*/ 8 h 224"/>
              <a:gd name="T26" fmla="*/ 124 w 256"/>
              <a:gd name="T27" fmla="*/ 60 h 224"/>
              <a:gd name="T28" fmla="*/ 124 w 256"/>
              <a:gd name="T29" fmla="*/ 62 h 224"/>
              <a:gd name="T30" fmla="*/ 147 w 256"/>
              <a:gd name="T31" fmla="*/ 80 h 224"/>
              <a:gd name="T32" fmla="*/ 115 w 256"/>
              <a:gd name="T33" fmla="*/ 112 h 224"/>
              <a:gd name="T34" fmla="*/ 139 w 256"/>
              <a:gd name="T35" fmla="*/ 136 h 224"/>
              <a:gd name="T36" fmla="*/ 115 w 256"/>
              <a:gd name="T37" fmla="*/ 160 h 224"/>
              <a:gd name="T38" fmla="*/ 139 w 256"/>
              <a:gd name="T39" fmla="*/ 184 h 224"/>
              <a:gd name="T40" fmla="*/ 116 w 256"/>
              <a:gd name="T41" fmla="*/ 207 h 224"/>
              <a:gd name="T42" fmla="*/ 8 w 256"/>
              <a:gd name="T43" fmla="*/ 68 h 224"/>
              <a:gd name="T44" fmla="*/ 248 w 256"/>
              <a:gd name="T45" fmla="*/ 68 h 224"/>
              <a:gd name="T46" fmla="*/ 128 w 256"/>
              <a:gd name="T47" fmla="*/ 215 h 224"/>
              <a:gd name="T48" fmla="*/ 122 w 256"/>
              <a:gd name="T49" fmla="*/ 211 h 224"/>
              <a:gd name="T50" fmla="*/ 150 w 256"/>
              <a:gd name="T51" fmla="*/ 184 h 224"/>
              <a:gd name="T52" fmla="*/ 126 w 256"/>
              <a:gd name="T53" fmla="*/ 160 h 224"/>
              <a:gd name="T54" fmla="*/ 150 w 256"/>
              <a:gd name="T55" fmla="*/ 136 h 224"/>
              <a:gd name="T56" fmla="*/ 126 w 256"/>
              <a:gd name="T57" fmla="*/ 112 h 224"/>
              <a:gd name="T58" fmla="*/ 158 w 256"/>
              <a:gd name="T59" fmla="*/ 79 h 224"/>
              <a:gd name="T60" fmla="*/ 133 w 256"/>
              <a:gd name="T61" fmla="*/ 58 h 224"/>
              <a:gd name="T62" fmla="*/ 192 w 256"/>
              <a:gd name="T63" fmla="*/ 8 h 224"/>
              <a:gd name="T64" fmla="*/ 248 w 256"/>
              <a:gd name="T65" fmla="*/ 68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6" h="224">
                <a:moveTo>
                  <a:pt x="128" y="39"/>
                </a:moveTo>
                <a:cubicBezTo>
                  <a:pt x="119" y="16"/>
                  <a:pt x="94" y="0"/>
                  <a:pt x="64" y="0"/>
                </a:cubicBezTo>
                <a:cubicBezTo>
                  <a:pt x="24" y="0"/>
                  <a:pt x="0" y="34"/>
                  <a:pt x="0" y="68"/>
                </a:cubicBezTo>
                <a:cubicBezTo>
                  <a:pt x="0" y="102"/>
                  <a:pt x="22" y="139"/>
                  <a:pt x="64" y="177"/>
                </a:cubicBezTo>
                <a:cubicBezTo>
                  <a:pt x="95" y="205"/>
                  <a:pt x="126" y="223"/>
                  <a:pt x="126" y="223"/>
                </a:cubicBezTo>
                <a:cubicBezTo>
                  <a:pt x="128" y="224"/>
                  <a:pt x="128" y="224"/>
                  <a:pt x="128" y="224"/>
                </a:cubicBezTo>
                <a:cubicBezTo>
                  <a:pt x="130" y="223"/>
                  <a:pt x="130" y="223"/>
                  <a:pt x="130" y="223"/>
                </a:cubicBezTo>
                <a:cubicBezTo>
                  <a:pt x="131" y="223"/>
                  <a:pt x="162" y="205"/>
                  <a:pt x="193" y="177"/>
                </a:cubicBezTo>
                <a:cubicBezTo>
                  <a:pt x="235" y="139"/>
                  <a:pt x="256" y="102"/>
                  <a:pt x="256" y="68"/>
                </a:cubicBezTo>
                <a:cubicBezTo>
                  <a:pt x="256" y="34"/>
                  <a:pt x="232" y="0"/>
                  <a:pt x="192" y="0"/>
                </a:cubicBezTo>
                <a:cubicBezTo>
                  <a:pt x="163" y="0"/>
                  <a:pt x="138" y="16"/>
                  <a:pt x="128" y="39"/>
                </a:cubicBezTo>
                <a:close/>
                <a:moveTo>
                  <a:pt x="8" y="68"/>
                </a:moveTo>
                <a:cubicBezTo>
                  <a:pt x="8" y="38"/>
                  <a:pt x="29" y="8"/>
                  <a:pt x="64" y="8"/>
                </a:cubicBezTo>
                <a:cubicBezTo>
                  <a:pt x="93" y="8"/>
                  <a:pt x="124" y="28"/>
                  <a:pt x="124" y="60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47" y="80"/>
                  <a:pt x="147" y="80"/>
                  <a:pt x="147" y="80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39" y="136"/>
                  <a:pt x="139" y="136"/>
                  <a:pt x="139" y="136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39" y="184"/>
                  <a:pt x="139" y="184"/>
                  <a:pt x="139" y="184"/>
                </a:cubicBezTo>
                <a:cubicBezTo>
                  <a:pt x="116" y="207"/>
                  <a:pt x="116" y="207"/>
                  <a:pt x="116" y="207"/>
                </a:cubicBezTo>
                <a:cubicBezTo>
                  <a:pt x="83" y="185"/>
                  <a:pt x="8" y="128"/>
                  <a:pt x="8" y="68"/>
                </a:cubicBezTo>
                <a:close/>
                <a:moveTo>
                  <a:pt x="248" y="68"/>
                </a:moveTo>
                <a:cubicBezTo>
                  <a:pt x="248" y="139"/>
                  <a:pt x="144" y="205"/>
                  <a:pt x="128" y="215"/>
                </a:cubicBezTo>
                <a:cubicBezTo>
                  <a:pt x="127" y="214"/>
                  <a:pt x="125" y="213"/>
                  <a:pt x="122" y="211"/>
                </a:cubicBezTo>
                <a:cubicBezTo>
                  <a:pt x="150" y="184"/>
                  <a:pt x="150" y="184"/>
                  <a:pt x="150" y="184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50" y="136"/>
                  <a:pt x="150" y="136"/>
                  <a:pt x="150" y="136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58" y="79"/>
                  <a:pt x="158" y="79"/>
                  <a:pt x="158" y="79"/>
                </a:cubicBezTo>
                <a:cubicBezTo>
                  <a:pt x="133" y="58"/>
                  <a:pt x="133" y="58"/>
                  <a:pt x="133" y="58"/>
                </a:cubicBezTo>
                <a:cubicBezTo>
                  <a:pt x="134" y="27"/>
                  <a:pt x="164" y="8"/>
                  <a:pt x="192" y="8"/>
                </a:cubicBezTo>
                <a:cubicBezTo>
                  <a:pt x="227" y="8"/>
                  <a:pt x="248" y="38"/>
                  <a:pt x="248" y="6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2" name="Freeform 131"/>
          <p:cNvSpPr>
            <a:spLocks noEditPoints="1"/>
          </p:cNvSpPr>
          <p:nvPr/>
        </p:nvSpPr>
        <p:spPr bwMode="auto">
          <a:xfrm>
            <a:off x="6417448" y="2460302"/>
            <a:ext cx="261969" cy="301788"/>
          </a:xfrm>
          <a:custGeom>
            <a:avLst/>
            <a:gdLst>
              <a:gd name="T0" fmla="*/ 115 w 221"/>
              <a:gd name="T1" fmla="*/ 228 h 256"/>
              <a:gd name="T2" fmla="*/ 216 w 221"/>
              <a:gd name="T3" fmla="*/ 219 h 256"/>
              <a:gd name="T4" fmla="*/ 190 w 221"/>
              <a:gd name="T5" fmla="*/ 188 h 256"/>
              <a:gd name="T6" fmla="*/ 192 w 221"/>
              <a:gd name="T7" fmla="*/ 70 h 256"/>
              <a:gd name="T8" fmla="*/ 216 w 221"/>
              <a:gd name="T9" fmla="*/ 41 h 256"/>
              <a:gd name="T10" fmla="*/ 115 w 221"/>
              <a:gd name="T11" fmla="*/ 28 h 256"/>
              <a:gd name="T12" fmla="*/ 107 w 221"/>
              <a:gd name="T13" fmla="*/ 0 h 256"/>
              <a:gd name="T14" fmla="*/ 36 w 221"/>
              <a:gd name="T15" fmla="*/ 62 h 256"/>
              <a:gd name="T16" fmla="*/ 0 w 221"/>
              <a:gd name="T17" fmla="*/ 43 h 256"/>
              <a:gd name="T18" fmla="*/ 11 w 221"/>
              <a:gd name="T19" fmla="*/ 128 h 256"/>
              <a:gd name="T20" fmla="*/ 0 w 221"/>
              <a:gd name="T21" fmla="*/ 209 h 256"/>
              <a:gd name="T22" fmla="*/ 34 w 221"/>
              <a:gd name="T23" fmla="*/ 193 h 256"/>
              <a:gd name="T24" fmla="*/ 107 w 221"/>
              <a:gd name="T25" fmla="*/ 256 h 256"/>
              <a:gd name="T26" fmla="*/ 83 w 221"/>
              <a:gd name="T27" fmla="*/ 128 h 256"/>
              <a:gd name="T28" fmla="*/ 139 w 221"/>
              <a:gd name="T29" fmla="*/ 128 h 256"/>
              <a:gd name="T30" fmla="*/ 83 w 221"/>
              <a:gd name="T31" fmla="*/ 128 h 256"/>
              <a:gd name="T32" fmla="*/ 115 w 221"/>
              <a:gd name="T33" fmla="*/ 164 h 256"/>
              <a:gd name="T34" fmla="*/ 179 w 221"/>
              <a:gd name="T35" fmla="*/ 189 h 256"/>
              <a:gd name="T36" fmla="*/ 203 w 221"/>
              <a:gd name="T37" fmla="*/ 128 h 256"/>
              <a:gd name="T38" fmla="*/ 141 w 221"/>
              <a:gd name="T39" fmla="*/ 148 h 256"/>
              <a:gd name="T40" fmla="*/ 141 w 221"/>
              <a:gd name="T41" fmla="*/ 108 h 256"/>
              <a:gd name="T42" fmla="*/ 203 w 221"/>
              <a:gd name="T43" fmla="*/ 128 h 256"/>
              <a:gd name="T44" fmla="*/ 136 w 221"/>
              <a:gd name="T45" fmla="*/ 102 h 256"/>
              <a:gd name="T46" fmla="*/ 115 w 221"/>
              <a:gd name="T47" fmla="*/ 36 h 256"/>
              <a:gd name="T48" fmla="*/ 107 w 221"/>
              <a:gd name="T49" fmla="*/ 36 h 256"/>
              <a:gd name="T50" fmla="*/ 86 w 221"/>
              <a:gd name="T51" fmla="*/ 102 h 256"/>
              <a:gd name="T52" fmla="*/ 107 w 221"/>
              <a:gd name="T53" fmla="*/ 36 h 256"/>
              <a:gd name="T54" fmla="*/ 37 w 221"/>
              <a:gd name="T55" fmla="*/ 73 h 256"/>
              <a:gd name="T56" fmla="*/ 75 w 221"/>
              <a:gd name="T57" fmla="*/ 128 h 256"/>
              <a:gd name="T58" fmla="*/ 36 w 221"/>
              <a:gd name="T59" fmla="*/ 182 h 256"/>
              <a:gd name="T60" fmla="*/ 41 w 221"/>
              <a:gd name="T61" fmla="*/ 188 h 256"/>
              <a:gd name="T62" fmla="*/ 107 w 221"/>
              <a:gd name="T63" fmla="*/ 164 h 256"/>
              <a:gd name="T64" fmla="*/ 41 w 221"/>
              <a:gd name="T65" fmla="*/ 18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1" h="256">
                <a:moveTo>
                  <a:pt x="115" y="256"/>
                </a:moveTo>
                <a:cubicBezTo>
                  <a:pt x="115" y="228"/>
                  <a:pt x="115" y="228"/>
                  <a:pt x="115" y="228"/>
                </a:cubicBezTo>
                <a:cubicBezTo>
                  <a:pt x="143" y="227"/>
                  <a:pt x="168" y="214"/>
                  <a:pt x="185" y="194"/>
                </a:cubicBezTo>
                <a:cubicBezTo>
                  <a:pt x="216" y="219"/>
                  <a:pt x="216" y="219"/>
                  <a:pt x="216" y="219"/>
                </a:cubicBezTo>
                <a:cubicBezTo>
                  <a:pt x="221" y="213"/>
                  <a:pt x="221" y="213"/>
                  <a:pt x="221" y="213"/>
                </a:cubicBezTo>
                <a:cubicBezTo>
                  <a:pt x="190" y="188"/>
                  <a:pt x="190" y="188"/>
                  <a:pt x="190" y="188"/>
                </a:cubicBezTo>
                <a:cubicBezTo>
                  <a:pt x="203" y="171"/>
                  <a:pt x="211" y="150"/>
                  <a:pt x="211" y="128"/>
                </a:cubicBezTo>
                <a:cubicBezTo>
                  <a:pt x="211" y="106"/>
                  <a:pt x="204" y="86"/>
                  <a:pt x="192" y="70"/>
                </a:cubicBezTo>
                <a:cubicBezTo>
                  <a:pt x="221" y="47"/>
                  <a:pt x="221" y="47"/>
                  <a:pt x="221" y="47"/>
                </a:cubicBezTo>
                <a:cubicBezTo>
                  <a:pt x="216" y="41"/>
                  <a:pt x="216" y="41"/>
                  <a:pt x="216" y="41"/>
                </a:cubicBezTo>
                <a:cubicBezTo>
                  <a:pt x="187" y="63"/>
                  <a:pt x="187" y="63"/>
                  <a:pt x="187" y="63"/>
                </a:cubicBezTo>
                <a:cubicBezTo>
                  <a:pt x="169" y="43"/>
                  <a:pt x="143" y="29"/>
                  <a:pt x="115" y="28"/>
                </a:cubicBezTo>
                <a:cubicBezTo>
                  <a:pt x="115" y="0"/>
                  <a:pt x="115" y="0"/>
                  <a:pt x="115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78" y="29"/>
                  <a:pt x="53" y="42"/>
                  <a:pt x="36" y="62"/>
                </a:cubicBezTo>
                <a:cubicBezTo>
                  <a:pt x="5" y="37"/>
                  <a:pt x="5" y="37"/>
                  <a:pt x="5" y="37"/>
                </a:cubicBezTo>
                <a:cubicBezTo>
                  <a:pt x="0" y="43"/>
                  <a:pt x="0" y="43"/>
                  <a:pt x="0" y="43"/>
                </a:cubicBezTo>
                <a:cubicBezTo>
                  <a:pt x="31" y="68"/>
                  <a:pt x="31" y="68"/>
                  <a:pt x="31" y="68"/>
                </a:cubicBezTo>
                <a:cubicBezTo>
                  <a:pt x="18" y="85"/>
                  <a:pt x="11" y="105"/>
                  <a:pt x="11" y="128"/>
                </a:cubicBezTo>
                <a:cubicBezTo>
                  <a:pt x="11" y="150"/>
                  <a:pt x="18" y="170"/>
                  <a:pt x="29" y="186"/>
                </a:cubicBezTo>
                <a:cubicBezTo>
                  <a:pt x="0" y="209"/>
                  <a:pt x="0" y="209"/>
                  <a:pt x="0" y="209"/>
                </a:cubicBezTo>
                <a:cubicBezTo>
                  <a:pt x="5" y="215"/>
                  <a:pt x="5" y="215"/>
                  <a:pt x="5" y="215"/>
                </a:cubicBezTo>
                <a:cubicBezTo>
                  <a:pt x="34" y="193"/>
                  <a:pt x="34" y="193"/>
                  <a:pt x="34" y="193"/>
                </a:cubicBezTo>
                <a:cubicBezTo>
                  <a:pt x="52" y="213"/>
                  <a:pt x="78" y="227"/>
                  <a:pt x="107" y="228"/>
                </a:cubicBezTo>
                <a:cubicBezTo>
                  <a:pt x="107" y="256"/>
                  <a:pt x="107" y="256"/>
                  <a:pt x="107" y="256"/>
                </a:cubicBezTo>
                <a:lnTo>
                  <a:pt x="115" y="256"/>
                </a:lnTo>
                <a:close/>
                <a:moveTo>
                  <a:pt x="83" y="128"/>
                </a:moveTo>
                <a:cubicBezTo>
                  <a:pt x="83" y="113"/>
                  <a:pt x="95" y="100"/>
                  <a:pt x="111" y="100"/>
                </a:cubicBezTo>
                <a:cubicBezTo>
                  <a:pt x="126" y="100"/>
                  <a:pt x="139" y="113"/>
                  <a:pt x="139" y="128"/>
                </a:cubicBezTo>
                <a:cubicBezTo>
                  <a:pt x="139" y="143"/>
                  <a:pt x="126" y="156"/>
                  <a:pt x="111" y="156"/>
                </a:cubicBezTo>
                <a:cubicBezTo>
                  <a:pt x="95" y="156"/>
                  <a:pt x="83" y="143"/>
                  <a:pt x="83" y="128"/>
                </a:cubicBezTo>
                <a:close/>
                <a:moveTo>
                  <a:pt x="115" y="220"/>
                </a:moveTo>
                <a:cubicBezTo>
                  <a:pt x="115" y="164"/>
                  <a:pt x="115" y="164"/>
                  <a:pt x="115" y="164"/>
                </a:cubicBezTo>
                <a:cubicBezTo>
                  <a:pt x="123" y="163"/>
                  <a:pt x="130" y="159"/>
                  <a:pt x="135" y="154"/>
                </a:cubicBezTo>
                <a:cubicBezTo>
                  <a:pt x="179" y="189"/>
                  <a:pt x="179" y="189"/>
                  <a:pt x="179" y="189"/>
                </a:cubicBezTo>
                <a:cubicBezTo>
                  <a:pt x="163" y="207"/>
                  <a:pt x="140" y="219"/>
                  <a:pt x="115" y="220"/>
                </a:cubicBezTo>
                <a:close/>
                <a:moveTo>
                  <a:pt x="203" y="128"/>
                </a:moveTo>
                <a:cubicBezTo>
                  <a:pt x="203" y="149"/>
                  <a:pt x="196" y="168"/>
                  <a:pt x="184" y="183"/>
                </a:cubicBezTo>
                <a:cubicBezTo>
                  <a:pt x="141" y="148"/>
                  <a:pt x="141" y="148"/>
                  <a:pt x="141" y="148"/>
                </a:cubicBezTo>
                <a:cubicBezTo>
                  <a:pt x="144" y="142"/>
                  <a:pt x="147" y="135"/>
                  <a:pt x="147" y="128"/>
                </a:cubicBezTo>
                <a:cubicBezTo>
                  <a:pt x="147" y="121"/>
                  <a:pt x="144" y="114"/>
                  <a:pt x="141" y="108"/>
                </a:cubicBezTo>
                <a:cubicBezTo>
                  <a:pt x="185" y="74"/>
                  <a:pt x="185" y="74"/>
                  <a:pt x="185" y="74"/>
                </a:cubicBezTo>
                <a:cubicBezTo>
                  <a:pt x="196" y="89"/>
                  <a:pt x="203" y="108"/>
                  <a:pt x="203" y="128"/>
                </a:cubicBezTo>
                <a:close/>
                <a:moveTo>
                  <a:pt x="180" y="68"/>
                </a:moveTo>
                <a:cubicBezTo>
                  <a:pt x="136" y="102"/>
                  <a:pt x="136" y="102"/>
                  <a:pt x="136" y="102"/>
                </a:cubicBezTo>
                <a:cubicBezTo>
                  <a:pt x="130" y="97"/>
                  <a:pt x="123" y="93"/>
                  <a:pt x="115" y="92"/>
                </a:cubicBezTo>
                <a:cubicBezTo>
                  <a:pt x="115" y="36"/>
                  <a:pt x="115" y="36"/>
                  <a:pt x="115" y="36"/>
                </a:cubicBezTo>
                <a:cubicBezTo>
                  <a:pt x="141" y="37"/>
                  <a:pt x="164" y="49"/>
                  <a:pt x="180" y="68"/>
                </a:cubicBezTo>
                <a:close/>
                <a:moveTo>
                  <a:pt x="107" y="36"/>
                </a:moveTo>
                <a:cubicBezTo>
                  <a:pt x="107" y="92"/>
                  <a:pt x="107" y="92"/>
                  <a:pt x="107" y="92"/>
                </a:cubicBezTo>
                <a:cubicBezTo>
                  <a:pt x="98" y="93"/>
                  <a:pt x="91" y="97"/>
                  <a:pt x="86" y="102"/>
                </a:cubicBezTo>
                <a:cubicBezTo>
                  <a:pt x="42" y="67"/>
                  <a:pt x="42" y="67"/>
                  <a:pt x="42" y="67"/>
                </a:cubicBezTo>
                <a:cubicBezTo>
                  <a:pt x="58" y="49"/>
                  <a:pt x="81" y="37"/>
                  <a:pt x="107" y="36"/>
                </a:cubicBezTo>
                <a:close/>
                <a:moveTo>
                  <a:pt x="19" y="128"/>
                </a:moveTo>
                <a:cubicBezTo>
                  <a:pt x="19" y="107"/>
                  <a:pt x="25" y="88"/>
                  <a:pt x="37" y="73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77" y="114"/>
                  <a:pt x="75" y="121"/>
                  <a:pt x="75" y="128"/>
                </a:cubicBezTo>
                <a:cubicBezTo>
                  <a:pt x="75" y="135"/>
                  <a:pt x="77" y="142"/>
                  <a:pt x="80" y="148"/>
                </a:cubicBezTo>
                <a:cubicBezTo>
                  <a:pt x="36" y="182"/>
                  <a:pt x="36" y="182"/>
                  <a:pt x="36" y="182"/>
                </a:cubicBezTo>
                <a:cubicBezTo>
                  <a:pt x="25" y="166"/>
                  <a:pt x="19" y="148"/>
                  <a:pt x="19" y="128"/>
                </a:cubicBezTo>
                <a:close/>
                <a:moveTo>
                  <a:pt x="41" y="188"/>
                </a:moveTo>
                <a:cubicBezTo>
                  <a:pt x="86" y="154"/>
                  <a:pt x="86" y="154"/>
                  <a:pt x="86" y="154"/>
                </a:cubicBezTo>
                <a:cubicBezTo>
                  <a:pt x="91" y="159"/>
                  <a:pt x="98" y="163"/>
                  <a:pt x="107" y="164"/>
                </a:cubicBezTo>
                <a:cubicBezTo>
                  <a:pt x="107" y="220"/>
                  <a:pt x="107" y="220"/>
                  <a:pt x="107" y="220"/>
                </a:cubicBezTo>
                <a:cubicBezTo>
                  <a:pt x="80" y="219"/>
                  <a:pt x="57" y="207"/>
                  <a:pt x="41" y="1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3" name="Freeform 132"/>
          <p:cNvSpPr>
            <a:spLocks noEditPoints="1"/>
          </p:cNvSpPr>
          <p:nvPr/>
        </p:nvSpPr>
        <p:spPr bwMode="auto">
          <a:xfrm>
            <a:off x="6788396" y="2464493"/>
            <a:ext cx="303884" cy="295501"/>
          </a:xfrm>
          <a:custGeom>
            <a:avLst/>
            <a:gdLst>
              <a:gd name="T0" fmla="*/ 0 w 145"/>
              <a:gd name="T1" fmla="*/ 73 h 141"/>
              <a:gd name="T2" fmla="*/ 23 w 145"/>
              <a:gd name="T3" fmla="*/ 73 h 141"/>
              <a:gd name="T4" fmla="*/ 23 w 145"/>
              <a:gd name="T5" fmla="*/ 141 h 141"/>
              <a:gd name="T6" fmla="*/ 55 w 145"/>
              <a:gd name="T7" fmla="*/ 141 h 141"/>
              <a:gd name="T8" fmla="*/ 55 w 145"/>
              <a:gd name="T9" fmla="*/ 104 h 141"/>
              <a:gd name="T10" fmla="*/ 86 w 145"/>
              <a:gd name="T11" fmla="*/ 104 h 141"/>
              <a:gd name="T12" fmla="*/ 86 w 145"/>
              <a:gd name="T13" fmla="*/ 141 h 141"/>
              <a:gd name="T14" fmla="*/ 118 w 145"/>
              <a:gd name="T15" fmla="*/ 141 h 141"/>
              <a:gd name="T16" fmla="*/ 118 w 145"/>
              <a:gd name="T17" fmla="*/ 73 h 141"/>
              <a:gd name="T18" fmla="*/ 145 w 145"/>
              <a:gd name="T19" fmla="*/ 73 h 141"/>
              <a:gd name="T20" fmla="*/ 73 w 145"/>
              <a:gd name="T21" fmla="*/ 0 h 141"/>
              <a:gd name="T22" fmla="*/ 0 w 145"/>
              <a:gd name="T23" fmla="*/ 73 h 141"/>
              <a:gd name="T24" fmla="*/ 113 w 145"/>
              <a:gd name="T25" fmla="*/ 68 h 141"/>
              <a:gd name="T26" fmla="*/ 113 w 145"/>
              <a:gd name="T27" fmla="*/ 136 h 141"/>
              <a:gd name="T28" fmla="*/ 91 w 145"/>
              <a:gd name="T29" fmla="*/ 136 h 141"/>
              <a:gd name="T30" fmla="*/ 91 w 145"/>
              <a:gd name="T31" fmla="*/ 100 h 141"/>
              <a:gd name="T32" fmla="*/ 50 w 145"/>
              <a:gd name="T33" fmla="*/ 100 h 141"/>
              <a:gd name="T34" fmla="*/ 50 w 145"/>
              <a:gd name="T35" fmla="*/ 136 h 141"/>
              <a:gd name="T36" fmla="*/ 28 w 145"/>
              <a:gd name="T37" fmla="*/ 136 h 141"/>
              <a:gd name="T38" fmla="*/ 28 w 145"/>
              <a:gd name="T39" fmla="*/ 68 h 141"/>
              <a:gd name="T40" fmla="*/ 10 w 145"/>
              <a:gd name="T41" fmla="*/ 68 h 141"/>
              <a:gd name="T42" fmla="*/ 73 w 145"/>
              <a:gd name="T43" fmla="*/ 6 h 141"/>
              <a:gd name="T44" fmla="*/ 135 w 145"/>
              <a:gd name="T45" fmla="*/ 68 h 141"/>
              <a:gd name="T46" fmla="*/ 113 w 145"/>
              <a:gd name="T47" fmla="*/ 68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5" h="141">
                <a:moveTo>
                  <a:pt x="0" y="73"/>
                </a:moveTo>
                <a:lnTo>
                  <a:pt x="23" y="73"/>
                </a:lnTo>
                <a:lnTo>
                  <a:pt x="23" y="141"/>
                </a:lnTo>
                <a:lnTo>
                  <a:pt x="55" y="141"/>
                </a:lnTo>
                <a:lnTo>
                  <a:pt x="55" y="104"/>
                </a:lnTo>
                <a:lnTo>
                  <a:pt x="86" y="104"/>
                </a:lnTo>
                <a:lnTo>
                  <a:pt x="86" y="141"/>
                </a:lnTo>
                <a:lnTo>
                  <a:pt x="118" y="141"/>
                </a:lnTo>
                <a:lnTo>
                  <a:pt x="118" y="73"/>
                </a:lnTo>
                <a:lnTo>
                  <a:pt x="145" y="73"/>
                </a:lnTo>
                <a:lnTo>
                  <a:pt x="73" y="0"/>
                </a:lnTo>
                <a:lnTo>
                  <a:pt x="0" y="73"/>
                </a:lnTo>
                <a:close/>
                <a:moveTo>
                  <a:pt x="113" y="68"/>
                </a:moveTo>
                <a:lnTo>
                  <a:pt x="113" y="136"/>
                </a:lnTo>
                <a:lnTo>
                  <a:pt x="91" y="136"/>
                </a:lnTo>
                <a:lnTo>
                  <a:pt x="91" y="100"/>
                </a:lnTo>
                <a:lnTo>
                  <a:pt x="50" y="100"/>
                </a:lnTo>
                <a:lnTo>
                  <a:pt x="50" y="136"/>
                </a:lnTo>
                <a:lnTo>
                  <a:pt x="28" y="136"/>
                </a:lnTo>
                <a:lnTo>
                  <a:pt x="28" y="68"/>
                </a:lnTo>
                <a:lnTo>
                  <a:pt x="10" y="68"/>
                </a:lnTo>
                <a:lnTo>
                  <a:pt x="73" y="6"/>
                </a:lnTo>
                <a:lnTo>
                  <a:pt x="135" y="68"/>
                </a:lnTo>
                <a:lnTo>
                  <a:pt x="113" y="6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84" name="Group 683"/>
          <p:cNvGrpSpPr/>
          <p:nvPr/>
        </p:nvGrpSpPr>
        <p:grpSpPr>
          <a:xfrm>
            <a:off x="2083436" y="2852207"/>
            <a:ext cx="301788" cy="301788"/>
            <a:chOff x="2083436" y="2852207"/>
            <a:chExt cx="301788" cy="301788"/>
          </a:xfrm>
          <a:solidFill>
            <a:schemeClr val="tx1"/>
          </a:solidFill>
        </p:grpSpPr>
        <p:sp>
          <p:nvSpPr>
            <p:cNvPr id="544" name="Freeform 133"/>
            <p:cNvSpPr>
              <a:spLocks noEditPoints="1"/>
            </p:cNvSpPr>
            <p:nvPr/>
          </p:nvSpPr>
          <p:spPr bwMode="auto">
            <a:xfrm>
              <a:off x="2083436" y="2852207"/>
              <a:ext cx="301788" cy="301788"/>
            </a:xfrm>
            <a:custGeom>
              <a:avLst/>
              <a:gdLst>
                <a:gd name="T0" fmla="*/ 128 w 256"/>
                <a:gd name="T1" fmla="*/ 256 h 256"/>
                <a:gd name="T2" fmla="*/ 219 w 256"/>
                <a:gd name="T3" fmla="*/ 219 h 256"/>
                <a:gd name="T4" fmla="*/ 256 w 256"/>
                <a:gd name="T5" fmla="*/ 128 h 256"/>
                <a:gd name="T6" fmla="*/ 219 w 256"/>
                <a:gd name="T7" fmla="*/ 38 h 256"/>
                <a:gd name="T8" fmla="*/ 128 w 256"/>
                <a:gd name="T9" fmla="*/ 0 h 256"/>
                <a:gd name="T10" fmla="*/ 38 w 256"/>
                <a:gd name="T11" fmla="*/ 38 h 256"/>
                <a:gd name="T12" fmla="*/ 0 w 256"/>
                <a:gd name="T13" fmla="*/ 128 h 256"/>
                <a:gd name="T14" fmla="*/ 38 w 256"/>
                <a:gd name="T15" fmla="*/ 219 h 256"/>
                <a:gd name="T16" fmla="*/ 128 w 256"/>
                <a:gd name="T17" fmla="*/ 256 h 256"/>
                <a:gd name="T18" fmla="*/ 43 w 256"/>
                <a:gd name="T19" fmla="*/ 43 h 256"/>
                <a:gd name="T20" fmla="*/ 128 w 256"/>
                <a:gd name="T21" fmla="*/ 8 h 256"/>
                <a:gd name="T22" fmla="*/ 213 w 256"/>
                <a:gd name="T23" fmla="*/ 43 h 256"/>
                <a:gd name="T24" fmla="*/ 248 w 256"/>
                <a:gd name="T25" fmla="*/ 128 h 256"/>
                <a:gd name="T26" fmla="*/ 213 w 256"/>
                <a:gd name="T27" fmla="*/ 213 h 256"/>
                <a:gd name="T28" fmla="*/ 128 w 256"/>
                <a:gd name="T29" fmla="*/ 248 h 256"/>
                <a:gd name="T30" fmla="*/ 43 w 256"/>
                <a:gd name="T31" fmla="*/ 213 h 256"/>
                <a:gd name="T32" fmla="*/ 8 w 256"/>
                <a:gd name="T33" fmla="*/ 128 h 256"/>
                <a:gd name="T34" fmla="*/ 43 w 256"/>
                <a:gd name="T3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62" y="256"/>
                    <a:pt x="195" y="243"/>
                    <a:pt x="219" y="219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2"/>
                    <a:pt x="219" y="38"/>
                  </a:cubicBezTo>
                  <a:cubicBezTo>
                    <a:pt x="195" y="13"/>
                    <a:pt x="162" y="0"/>
                    <a:pt x="128" y="0"/>
                  </a:cubicBezTo>
                  <a:cubicBezTo>
                    <a:pt x="94" y="0"/>
                    <a:pt x="62" y="13"/>
                    <a:pt x="38" y="38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2"/>
                    <a:pt x="14" y="194"/>
                    <a:pt x="38" y="219"/>
                  </a:cubicBezTo>
                  <a:cubicBezTo>
                    <a:pt x="62" y="243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0" y="21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ubicBezTo>
                    <a:pt x="190" y="236"/>
                    <a:pt x="160" y="248"/>
                    <a:pt x="128" y="248"/>
                  </a:cubicBezTo>
                  <a:cubicBezTo>
                    <a:pt x="96" y="248"/>
                    <a:pt x="66" y="236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5" name="Rectangle 134"/>
            <p:cNvSpPr>
              <a:spLocks noChangeArrowheads="1"/>
            </p:cNvSpPr>
            <p:nvPr/>
          </p:nvSpPr>
          <p:spPr bwMode="auto">
            <a:xfrm>
              <a:off x="2228043" y="2969569"/>
              <a:ext cx="10479" cy="1047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6" name="Rectangle 135"/>
            <p:cNvSpPr>
              <a:spLocks noChangeArrowheads="1"/>
            </p:cNvSpPr>
            <p:nvPr/>
          </p:nvSpPr>
          <p:spPr bwMode="auto">
            <a:xfrm>
              <a:off x="2228043" y="2931846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7" name="Group 686"/>
          <p:cNvGrpSpPr/>
          <p:nvPr/>
        </p:nvGrpSpPr>
        <p:grpSpPr>
          <a:xfrm>
            <a:off x="2546597" y="2852207"/>
            <a:ext cx="159277" cy="301788"/>
            <a:chOff x="2546597" y="2852207"/>
            <a:chExt cx="159277" cy="301788"/>
          </a:xfrm>
          <a:solidFill>
            <a:schemeClr val="tx1"/>
          </a:solidFill>
        </p:grpSpPr>
        <p:sp>
          <p:nvSpPr>
            <p:cNvPr id="547" name="Freeform 136"/>
            <p:cNvSpPr>
              <a:spLocks noEditPoints="1"/>
            </p:cNvSpPr>
            <p:nvPr/>
          </p:nvSpPr>
          <p:spPr bwMode="auto">
            <a:xfrm>
              <a:off x="2546597" y="2852207"/>
              <a:ext cx="159277" cy="301788"/>
            </a:xfrm>
            <a:custGeom>
              <a:avLst/>
              <a:gdLst>
                <a:gd name="T0" fmla="*/ 0 w 76"/>
                <a:gd name="T1" fmla="*/ 144 h 144"/>
                <a:gd name="T2" fmla="*/ 76 w 76"/>
                <a:gd name="T3" fmla="*/ 144 h 144"/>
                <a:gd name="T4" fmla="*/ 76 w 76"/>
                <a:gd name="T5" fmla="*/ 0 h 144"/>
                <a:gd name="T6" fmla="*/ 0 w 76"/>
                <a:gd name="T7" fmla="*/ 0 h 144"/>
                <a:gd name="T8" fmla="*/ 0 w 76"/>
                <a:gd name="T9" fmla="*/ 144 h 144"/>
                <a:gd name="T10" fmla="*/ 4 w 76"/>
                <a:gd name="T11" fmla="*/ 140 h 144"/>
                <a:gd name="T12" fmla="*/ 4 w 76"/>
                <a:gd name="T13" fmla="*/ 83 h 144"/>
                <a:gd name="T14" fmla="*/ 72 w 76"/>
                <a:gd name="T15" fmla="*/ 83 h 144"/>
                <a:gd name="T16" fmla="*/ 72 w 76"/>
                <a:gd name="T17" fmla="*/ 140 h 144"/>
                <a:gd name="T18" fmla="*/ 4 w 76"/>
                <a:gd name="T19" fmla="*/ 140 h 144"/>
                <a:gd name="T20" fmla="*/ 4 w 76"/>
                <a:gd name="T21" fmla="*/ 79 h 144"/>
                <a:gd name="T22" fmla="*/ 4 w 76"/>
                <a:gd name="T23" fmla="*/ 14 h 144"/>
                <a:gd name="T24" fmla="*/ 72 w 76"/>
                <a:gd name="T25" fmla="*/ 14 h 144"/>
                <a:gd name="T26" fmla="*/ 72 w 76"/>
                <a:gd name="T27" fmla="*/ 79 h 144"/>
                <a:gd name="T28" fmla="*/ 4 w 76"/>
                <a:gd name="T29" fmla="*/ 79 h 144"/>
                <a:gd name="T30" fmla="*/ 72 w 76"/>
                <a:gd name="T31" fmla="*/ 5 h 144"/>
                <a:gd name="T32" fmla="*/ 72 w 76"/>
                <a:gd name="T33" fmla="*/ 9 h 144"/>
                <a:gd name="T34" fmla="*/ 4 w 76"/>
                <a:gd name="T35" fmla="*/ 9 h 144"/>
                <a:gd name="T36" fmla="*/ 4 w 76"/>
                <a:gd name="T37" fmla="*/ 5 h 144"/>
                <a:gd name="T38" fmla="*/ 72 w 76"/>
                <a:gd name="T3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144">
                  <a:moveTo>
                    <a:pt x="0" y="144"/>
                  </a:moveTo>
                  <a:lnTo>
                    <a:pt x="76" y="144"/>
                  </a:lnTo>
                  <a:lnTo>
                    <a:pt x="76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4" y="140"/>
                  </a:moveTo>
                  <a:lnTo>
                    <a:pt x="4" y="83"/>
                  </a:lnTo>
                  <a:lnTo>
                    <a:pt x="72" y="83"/>
                  </a:lnTo>
                  <a:lnTo>
                    <a:pt x="72" y="140"/>
                  </a:lnTo>
                  <a:lnTo>
                    <a:pt x="4" y="140"/>
                  </a:lnTo>
                  <a:close/>
                  <a:moveTo>
                    <a:pt x="4" y="79"/>
                  </a:moveTo>
                  <a:lnTo>
                    <a:pt x="4" y="14"/>
                  </a:lnTo>
                  <a:lnTo>
                    <a:pt x="72" y="14"/>
                  </a:lnTo>
                  <a:lnTo>
                    <a:pt x="72" y="79"/>
                  </a:lnTo>
                  <a:lnTo>
                    <a:pt x="4" y="79"/>
                  </a:lnTo>
                  <a:close/>
                  <a:moveTo>
                    <a:pt x="72" y="5"/>
                  </a:moveTo>
                  <a:lnTo>
                    <a:pt x="72" y="9"/>
                  </a:lnTo>
                  <a:lnTo>
                    <a:pt x="4" y="9"/>
                  </a:lnTo>
                  <a:lnTo>
                    <a:pt x="4" y="5"/>
                  </a:lnTo>
                  <a:lnTo>
                    <a:pt x="7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8" name="Freeform 137"/>
            <p:cNvSpPr>
              <a:spLocks noEditPoints="1"/>
            </p:cNvSpPr>
            <p:nvPr/>
          </p:nvSpPr>
          <p:spPr bwMode="auto">
            <a:xfrm>
              <a:off x="2573842" y="3036633"/>
              <a:ext cx="98501" cy="98501"/>
            </a:xfrm>
            <a:custGeom>
              <a:avLst/>
              <a:gdLst>
                <a:gd name="T0" fmla="*/ 42 w 84"/>
                <a:gd name="T1" fmla="*/ 0 h 84"/>
                <a:gd name="T2" fmla="*/ 0 w 84"/>
                <a:gd name="T3" fmla="*/ 42 h 84"/>
                <a:gd name="T4" fmla="*/ 42 w 84"/>
                <a:gd name="T5" fmla="*/ 84 h 84"/>
                <a:gd name="T6" fmla="*/ 84 w 84"/>
                <a:gd name="T7" fmla="*/ 42 h 84"/>
                <a:gd name="T8" fmla="*/ 42 w 84"/>
                <a:gd name="T9" fmla="*/ 0 h 84"/>
                <a:gd name="T10" fmla="*/ 42 w 84"/>
                <a:gd name="T11" fmla="*/ 76 h 84"/>
                <a:gd name="T12" fmla="*/ 8 w 84"/>
                <a:gd name="T13" fmla="*/ 42 h 84"/>
                <a:gd name="T14" fmla="*/ 42 w 84"/>
                <a:gd name="T15" fmla="*/ 8 h 84"/>
                <a:gd name="T16" fmla="*/ 76 w 84"/>
                <a:gd name="T17" fmla="*/ 42 h 84"/>
                <a:gd name="T18" fmla="*/ 42 w 84"/>
                <a:gd name="T19" fmla="*/ 7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42" y="0"/>
                  </a:moveTo>
                  <a:cubicBezTo>
                    <a:pt x="19" y="0"/>
                    <a:pt x="0" y="19"/>
                    <a:pt x="0" y="42"/>
                  </a:cubicBezTo>
                  <a:cubicBezTo>
                    <a:pt x="0" y="65"/>
                    <a:pt x="19" y="84"/>
                    <a:pt x="42" y="84"/>
                  </a:cubicBezTo>
                  <a:cubicBezTo>
                    <a:pt x="65" y="84"/>
                    <a:pt x="84" y="65"/>
                    <a:pt x="84" y="42"/>
                  </a:cubicBezTo>
                  <a:cubicBezTo>
                    <a:pt x="84" y="19"/>
                    <a:pt x="65" y="0"/>
                    <a:pt x="42" y="0"/>
                  </a:cubicBezTo>
                  <a:close/>
                  <a:moveTo>
                    <a:pt x="42" y="76"/>
                  </a:moveTo>
                  <a:cubicBezTo>
                    <a:pt x="24" y="76"/>
                    <a:pt x="8" y="61"/>
                    <a:pt x="8" y="42"/>
                  </a:cubicBezTo>
                  <a:cubicBezTo>
                    <a:pt x="8" y="23"/>
                    <a:pt x="24" y="8"/>
                    <a:pt x="42" y="8"/>
                  </a:cubicBezTo>
                  <a:cubicBezTo>
                    <a:pt x="61" y="8"/>
                    <a:pt x="76" y="23"/>
                    <a:pt x="76" y="42"/>
                  </a:cubicBezTo>
                  <a:cubicBezTo>
                    <a:pt x="76" y="61"/>
                    <a:pt x="61" y="76"/>
                    <a:pt x="42" y="7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9" name="Freeform 138"/>
            <p:cNvSpPr>
              <a:spLocks noEditPoints="1"/>
            </p:cNvSpPr>
            <p:nvPr/>
          </p:nvSpPr>
          <p:spPr bwMode="auto">
            <a:xfrm>
              <a:off x="2607374" y="3070165"/>
              <a:ext cx="33532" cy="31437"/>
            </a:xfrm>
            <a:custGeom>
              <a:avLst/>
              <a:gdLst>
                <a:gd name="T0" fmla="*/ 14 w 28"/>
                <a:gd name="T1" fmla="*/ 0 h 28"/>
                <a:gd name="T2" fmla="*/ 0 w 28"/>
                <a:gd name="T3" fmla="*/ 14 h 28"/>
                <a:gd name="T4" fmla="*/ 14 w 28"/>
                <a:gd name="T5" fmla="*/ 28 h 28"/>
                <a:gd name="T6" fmla="*/ 28 w 28"/>
                <a:gd name="T7" fmla="*/ 14 h 28"/>
                <a:gd name="T8" fmla="*/ 14 w 28"/>
                <a:gd name="T9" fmla="*/ 0 h 28"/>
                <a:gd name="T10" fmla="*/ 14 w 28"/>
                <a:gd name="T11" fmla="*/ 20 h 28"/>
                <a:gd name="T12" fmla="*/ 8 w 28"/>
                <a:gd name="T13" fmla="*/ 14 h 28"/>
                <a:gd name="T14" fmla="*/ 14 w 28"/>
                <a:gd name="T15" fmla="*/ 8 h 28"/>
                <a:gd name="T16" fmla="*/ 20 w 28"/>
                <a:gd name="T17" fmla="*/ 14 h 28"/>
                <a:gd name="T18" fmla="*/ 14 w 28"/>
                <a:gd name="T1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cubicBezTo>
                    <a:pt x="7" y="0"/>
                    <a:pt x="0" y="6"/>
                    <a:pt x="0" y="14"/>
                  </a:cubicBezTo>
                  <a:cubicBezTo>
                    <a:pt x="0" y="22"/>
                    <a:pt x="7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  <a:moveTo>
                    <a:pt x="14" y="20"/>
                  </a:moveTo>
                  <a:cubicBezTo>
                    <a:pt x="11" y="20"/>
                    <a:pt x="8" y="17"/>
                    <a:pt x="8" y="14"/>
                  </a:cubicBezTo>
                  <a:cubicBezTo>
                    <a:pt x="8" y="11"/>
                    <a:pt x="11" y="8"/>
                    <a:pt x="14" y="8"/>
                  </a:cubicBezTo>
                  <a:cubicBezTo>
                    <a:pt x="18" y="8"/>
                    <a:pt x="20" y="11"/>
                    <a:pt x="20" y="14"/>
                  </a:cubicBezTo>
                  <a:cubicBezTo>
                    <a:pt x="20" y="17"/>
                    <a:pt x="18" y="20"/>
                    <a:pt x="1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8" name="Group 687"/>
          <p:cNvGrpSpPr/>
          <p:nvPr/>
        </p:nvGrpSpPr>
        <p:grpSpPr>
          <a:xfrm>
            <a:off x="2867247" y="2902505"/>
            <a:ext cx="301788" cy="203288"/>
            <a:chOff x="2867247" y="2902505"/>
            <a:chExt cx="301788" cy="203288"/>
          </a:xfrm>
          <a:solidFill>
            <a:schemeClr val="tx1"/>
          </a:solidFill>
        </p:grpSpPr>
        <p:sp>
          <p:nvSpPr>
            <p:cNvPr id="550" name="Freeform 139"/>
            <p:cNvSpPr>
              <a:spLocks noEditPoints="1"/>
            </p:cNvSpPr>
            <p:nvPr/>
          </p:nvSpPr>
          <p:spPr bwMode="auto">
            <a:xfrm>
              <a:off x="2867247" y="2902505"/>
              <a:ext cx="301788" cy="203288"/>
            </a:xfrm>
            <a:custGeom>
              <a:avLst/>
              <a:gdLst>
                <a:gd name="T0" fmla="*/ 200 w 256"/>
                <a:gd name="T1" fmla="*/ 60 h 172"/>
                <a:gd name="T2" fmla="*/ 132 w 256"/>
                <a:gd name="T3" fmla="*/ 60 h 172"/>
                <a:gd name="T4" fmla="*/ 132 w 256"/>
                <a:gd name="T5" fmla="*/ 44 h 172"/>
                <a:gd name="T6" fmla="*/ 188 w 256"/>
                <a:gd name="T7" fmla="*/ 44 h 172"/>
                <a:gd name="T8" fmla="*/ 188 w 256"/>
                <a:gd name="T9" fmla="*/ 8 h 172"/>
                <a:gd name="T10" fmla="*/ 148 w 256"/>
                <a:gd name="T11" fmla="*/ 8 h 172"/>
                <a:gd name="T12" fmla="*/ 148 w 256"/>
                <a:gd name="T13" fmla="*/ 0 h 172"/>
                <a:gd name="T14" fmla="*/ 140 w 256"/>
                <a:gd name="T15" fmla="*/ 0 h 172"/>
                <a:gd name="T16" fmla="*/ 140 w 256"/>
                <a:gd name="T17" fmla="*/ 16 h 172"/>
                <a:gd name="T18" fmla="*/ 180 w 256"/>
                <a:gd name="T19" fmla="*/ 16 h 172"/>
                <a:gd name="T20" fmla="*/ 180 w 256"/>
                <a:gd name="T21" fmla="*/ 36 h 172"/>
                <a:gd name="T22" fmla="*/ 124 w 256"/>
                <a:gd name="T23" fmla="*/ 36 h 172"/>
                <a:gd name="T24" fmla="*/ 124 w 256"/>
                <a:gd name="T25" fmla="*/ 60 h 172"/>
                <a:gd name="T26" fmla="*/ 56 w 256"/>
                <a:gd name="T27" fmla="*/ 60 h 172"/>
                <a:gd name="T28" fmla="*/ 0 w 256"/>
                <a:gd name="T29" fmla="*/ 116 h 172"/>
                <a:gd name="T30" fmla="*/ 56 w 256"/>
                <a:gd name="T31" fmla="*/ 172 h 172"/>
                <a:gd name="T32" fmla="*/ 102 w 256"/>
                <a:gd name="T33" fmla="*/ 148 h 172"/>
                <a:gd name="T34" fmla="*/ 155 w 256"/>
                <a:gd name="T35" fmla="*/ 148 h 172"/>
                <a:gd name="T36" fmla="*/ 200 w 256"/>
                <a:gd name="T37" fmla="*/ 172 h 172"/>
                <a:gd name="T38" fmla="*/ 256 w 256"/>
                <a:gd name="T39" fmla="*/ 116 h 172"/>
                <a:gd name="T40" fmla="*/ 200 w 256"/>
                <a:gd name="T41" fmla="*/ 60 h 172"/>
                <a:gd name="T42" fmla="*/ 200 w 256"/>
                <a:gd name="T43" fmla="*/ 164 h 172"/>
                <a:gd name="T44" fmla="*/ 160 w 256"/>
                <a:gd name="T45" fmla="*/ 142 h 172"/>
                <a:gd name="T46" fmla="*/ 159 w 256"/>
                <a:gd name="T47" fmla="*/ 140 h 172"/>
                <a:gd name="T48" fmla="*/ 98 w 256"/>
                <a:gd name="T49" fmla="*/ 140 h 172"/>
                <a:gd name="T50" fmla="*/ 97 w 256"/>
                <a:gd name="T51" fmla="*/ 142 h 172"/>
                <a:gd name="T52" fmla="*/ 56 w 256"/>
                <a:gd name="T53" fmla="*/ 164 h 172"/>
                <a:gd name="T54" fmla="*/ 8 w 256"/>
                <a:gd name="T55" fmla="*/ 116 h 172"/>
                <a:gd name="T56" fmla="*/ 56 w 256"/>
                <a:gd name="T57" fmla="*/ 68 h 172"/>
                <a:gd name="T58" fmla="*/ 200 w 256"/>
                <a:gd name="T59" fmla="*/ 68 h 172"/>
                <a:gd name="T60" fmla="*/ 248 w 256"/>
                <a:gd name="T61" fmla="*/ 116 h 172"/>
                <a:gd name="T62" fmla="*/ 200 w 256"/>
                <a:gd name="T63" fmla="*/ 1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72">
                  <a:moveTo>
                    <a:pt x="200" y="60"/>
                  </a:moveTo>
                  <a:cubicBezTo>
                    <a:pt x="132" y="60"/>
                    <a:pt x="132" y="60"/>
                    <a:pt x="132" y="60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80" y="16"/>
                    <a:pt x="180" y="16"/>
                    <a:pt x="180" y="16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24" y="36"/>
                    <a:pt x="124" y="36"/>
                    <a:pt x="124" y="3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26" y="60"/>
                    <a:pt x="0" y="85"/>
                    <a:pt x="0" y="116"/>
                  </a:cubicBezTo>
                  <a:cubicBezTo>
                    <a:pt x="0" y="147"/>
                    <a:pt x="26" y="172"/>
                    <a:pt x="56" y="172"/>
                  </a:cubicBezTo>
                  <a:cubicBezTo>
                    <a:pt x="75" y="172"/>
                    <a:pt x="92" y="163"/>
                    <a:pt x="102" y="148"/>
                  </a:cubicBezTo>
                  <a:cubicBezTo>
                    <a:pt x="155" y="148"/>
                    <a:pt x="155" y="148"/>
                    <a:pt x="155" y="148"/>
                  </a:cubicBezTo>
                  <a:cubicBezTo>
                    <a:pt x="165" y="163"/>
                    <a:pt x="182" y="172"/>
                    <a:pt x="200" y="172"/>
                  </a:cubicBezTo>
                  <a:cubicBezTo>
                    <a:pt x="231" y="172"/>
                    <a:pt x="256" y="147"/>
                    <a:pt x="256" y="116"/>
                  </a:cubicBezTo>
                  <a:cubicBezTo>
                    <a:pt x="256" y="85"/>
                    <a:pt x="231" y="60"/>
                    <a:pt x="200" y="60"/>
                  </a:cubicBezTo>
                  <a:close/>
                  <a:moveTo>
                    <a:pt x="200" y="164"/>
                  </a:moveTo>
                  <a:cubicBezTo>
                    <a:pt x="184" y="164"/>
                    <a:pt x="169" y="156"/>
                    <a:pt x="160" y="142"/>
                  </a:cubicBezTo>
                  <a:cubicBezTo>
                    <a:pt x="159" y="140"/>
                    <a:pt x="159" y="140"/>
                    <a:pt x="159" y="140"/>
                  </a:cubicBezTo>
                  <a:cubicBezTo>
                    <a:pt x="98" y="140"/>
                    <a:pt x="98" y="140"/>
                    <a:pt x="98" y="140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88" y="156"/>
                    <a:pt x="73" y="164"/>
                    <a:pt x="56" y="164"/>
                  </a:cubicBezTo>
                  <a:cubicBezTo>
                    <a:pt x="30" y="164"/>
                    <a:pt x="8" y="143"/>
                    <a:pt x="8" y="116"/>
                  </a:cubicBezTo>
                  <a:cubicBezTo>
                    <a:pt x="8" y="90"/>
                    <a:pt x="30" y="68"/>
                    <a:pt x="56" y="68"/>
                  </a:cubicBezTo>
                  <a:cubicBezTo>
                    <a:pt x="200" y="68"/>
                    <a:pt x="200" y="68"/>
                    <a:pt x="200" y="68"/>
                  </a:cubicBezTo>
                  <a:cubicBezTo>
                    <a:pt x="227" y="68"/>
                    <a:pt x="248" y="90"/>
                    <a:pt x="248" y="116"/>
                  </a:cubicBezTo>
                  <a:cubicBezTo>
                    <a:pt x="248" y="143"/>
                    <a:pt x="227" y="164"/>
                    <a:pt x="200" y="1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1" name="Freeform 140"/>
            <p:cNvSpPr>
              <a:spLocks/>
            </p:cNvSpPr>
            <p:nvPr/>
          </p:nvSpPr>
          <p:spPr bwMode="auto">
            <a:xfrm>
              <a:off x="2894491" y="3001005"/>
              <a:ext cx="75447" cy="75447"/>
            </a:xfrm>
            <a:custGeom>
              <a:avLst/>
              <a:gdLst>
                <a:gd name="T0" fmla="*/ 21 w 36"/>
                <a:gd name="T1" fmla="*/ 0 h 36"/>
                <a:gd name="T2" fmla="*/ 16 w 36"/>
                <a:gd name="T3" fmla="*/ 0 h 36"/>
                <a:gd name="T4" fmla="*/ 16 w 36"/>
                <a:gd name="T5" fmla="*/ 16 h 36"/>
                <a:gd name="T6" fmla="*/ 0 w 36"/>
                <a:gd name="T7" fmla="*/ 16 h 36"/>
                <a:gd name="T8" fmla="*/ 0 w 36"/>
                <a:gd name="T9" fmla="*/ 20 h 36"/>
                <a:gd name="T10" fmla="*/ 16 w 36"/>
                <a:gd name="T11" fmla="*/ 20 h 36"/>
                <a:gd name="T12" fmla="*/ 16 w 36"/>
                <a:gd name="T13" fmla="*/ 36 h 36"/>
                <a:gd name="T14" fmla="*/ 21 w 36"/>
                <a:gd name="T15" fmla="*/ 36 h 36"/>
                <a:gd name="T16" fmla="*/ 21 w 36"/>
                <a:gd name="T17" fmla="*/ 20 h 36"/>
                <a:gd name="T18" fmla="*/ 36 w 36"/>
                <a:gd name="T19" fmla="*/ 20 h 36"/>
                <a:gd name="T20" fmla="*/ 36 w 36"/>
                <a:gd name="T21" fmla="*/ 16 h 36"/>
                <a:gd name="T22" fmla="*/ 21 w 36"/>
                <a:gd name="T23" fmla="*/ 16 h 36"/>
                <a:gd name="T24" fmla="*/ 21 w 36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6">
                  <a:moveTo>
                    <a:pt x="21" y="0"/>
                  </a:moveTo>
                  <a:lnTo>
                    <a:pt x="16" y="0"/>
                  </a:lnTo>
                  <a:lnTo>
                    <a:pt x="16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6" y="20"/>
                  </a:lnTo>
                  <a:lnTo>
                    <a:pt x="16" y="36"/>
                  </a:lnTo>
                  <a:lnTo>
                    <a:pt x="21" y="36"/>
                  </a:lnTo>
                  <a:lnTo>
                    <a:pt x="21" y="20"/>
                  </a:lnTo>
                  <a:lnTo>
                    <a:pt x="36" y="20"/>
                  </a:lnTo>
                  <a:lnTo>
                    <a:pt x="36" y="16"/>
                  </a:lnTo>
                  <a:lnTo>
                    <a:pt x="21" y="16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2" name="Freeform 141"/>
            <p:cNvSpPr>
              <a:spLocks noEditPoints="1"/>
            </p:cNvSpPr>
            <p:nvPr/>
          </p:nvSpPr>
          <p:spPr bwMode="auto">
            <a:xfrm>
              <a:off x="3064248" y="3001005"/>
              <a:ext cx="77543" cy="75447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56 w 64"/>
                <a:gd name="T11" fmla="*/ 28 h 64"/>
                <a:gd name="T12" fmla="*/ 36 w 64"/>
                <a:gd name="T13" fmla="*/ 28 h 64"/>
                <a:gd name="T14" fmla="*/ 36 w 64"/>
                <a:gd name="T15" fmla="*/ 8 h 64"/>
                <a:gd name="T16" fmla="*/ 56 w 64"/>
                <a:gd name="T17" fmla="*/ 28 h 64"/>
                <a:gd name="T18" fmla="*/ 28 w 64"/>
                <a:gd name="T19" fmla="*/ 8 h 64"/>
                <a:gd name="T20" fmla="*/ 28 w 64"/>
                <a:gd name="T21" fmla="*/ 28 h 64"/>
                <a:gd name="T22" fmla="*/ 9 w 64"/>
                <a:gd name="T23" fmla="*/ 28 h 64"/>
                <a:gd name="T24" fmla="*/ 28 w 64"/>
                <a:gd name="T25" fmla="*/ 8 h 64"/>
                <a:gd name="T26" fmla="*/ 9 w 64"/>
                <a:gd name="T27" fmla="*/ 36 h 64"/>
                <a:gd name="T28" fmla="*/ 28 w 64"/>
                <a:gd name="T29" fmla="*/ 36 h 64"/>
                <a:gd name="T30" fmla="*/ 28 w 64"/>
                <a:gd name="T31" fmla="*/ 56 h 64"/>
                <a:gd name="T32" fmla="*/ 9 w 64"/>
                <a:gd name="T33" fmla="*/ 36 h 64"/>
                <a:gd name="T34" fmla="*/ 36 w 64"/>
                <a:gd name="T35" fmla="*/ 56 h 64"/>
                <a:gd name="T36" fmla="*/ 36 w 64"/>
                <a:gd name="T37" fmla="*/ 36 h 64"/>
                <a:gd name="T38" fmla="*/ 56 w 64"/>
                <a:gd name="T39" fmla="*/ 36 h 64"/>
                <a:gd name="T40" fmla="*/ 36 w 64"/>
                <a:gd name="T41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5" y="0"/>
                    <a:pt x="0" y="14"/>
                    <a:pt x="0" y="32"/>
                  </a:cubicBezTo>
                  <a:cubicBezTo>
                    <a:pt x="0" y="50"/>
                    <a:pt x="15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56" y="28"/>
                  </a:moveTo>
                  <a:cubicBezTo>
                    <a:pt x="36" y="28"/>
                    <a:pt x="36" y="28"/>
                    <a:pt x="36" y="2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47" y="10"/>
                    <a:pt x="54" y="18"/>
                    <a:pt x="56" y="28"/>
                  </a:cubicBezTo>
                  <a:close/>
                  <a:moveTo>
                    <a:pt x="28" y="8"/>
                  </a:moveTo>
                  <a:cubicBezTo>
                    <a:pt x="28" y="28"/>
                    <a:pt x="28" y="28"/>
                    <a:pt x="28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18"/>
                    <a:pt x="18" y="10"/>
                    <a:pt x="28" y="8"/>
                  </a:cubicBezTo>
                  <a:close/>
                  <a:moveTo>
                    <a:pt x="9" y="36"/>
                  </a:moveTo>
                  <a:cubicBezTo>
                    <a:pt x="28" y="36"/>
                    <a:pt x="28" y="36"/>
                    <a:pt x="28" y="3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18" y="54"/>
                    <a:pt x="11" y="46"/>
                    <a:pt x="9" y="36"/>
                  </a:cubicBezTo>
                  <a:close/>
                  <a:moveTo>
                    <a:pt x="36" y="56"/>
                  </a:moveTo>
                  <a:cubicBezTo>
                    <a:pt x="36" y="36"/>
                    <a:pt x="36" y="36"/>
                    <a:pt x="36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4" y="46"/>
                    <a:pt x="46" y="54"/>
                    <a:pt x="36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0" name="Group 689"/>
          <p:cNvGrpSpPr/>
          <p:nvPr/>
        </p:nvGrpSpPr>
        <p:grpSpPr>
          <a:xfrm>
            <a:off x="3259152" y="2942324"/>
            <a:ext cx="303884" cy="121554"/>
            <a:chOff x="3259152" y="2942324"/>
            <a:chExt cx="303884" cy="121554"/>
          </a:xfrm>
          <a:solidFill>
            <a:schemeClr val="tx1"/>
          </a:solidFill>
        </p:grpSpPr>
        <p:sp>
          <p:nvSpPr>
            <p:cNvPr id="553" name="Freeform 142"/>
            <p:cNvSpPr>
              <a:spLocks noEditPoints="1"/>
            </p:cNvSpPr>
            <p:nvPr/>
          </p:nvSpPr>
          <p:spPr bwMode="auto">
            <a:xfrm>
              <a:off x="3439386" y="2942324"/>
              <a:ext cx="123650" cy="121554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1"/>
                    <a:pt x="23" y="104"/>
                    <a:pt x="52" y="104"/>
                  </a:cubicBezTo>
                  <a:cubicBezTo>
                    <a:pt x="80" y="104"/>
                    <a:pt x="104" y="81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lose/>
                  <a:moveTo>
                    <a:pt x="52" y="96"/>
                  </a:moveTo>
                  <a:cubicBezTo>
                    <a:pt x="27" y="96"/>
                    <a:pt x="8" y="76"/>
                    <a:pt x="8" y="52"/>
                  </a:cubicBezTo>
                  <a:cubicBezTo>
                    <a:pt x="8" y="28"/>
                    <a:pt x="27" y="8"/>
                    <a:pt x="52" y="8"/>
                  </a:cubicBezTo>
                  <a:cubicBezTo>
                    <a:pt x="76" y="8"/>
                    <a:pt x="96" y="28"/>
                    <a:pt x="96" y="52"/>
                  </a:cubicBezTo>
                  <a:cubicBezTo>
                    <a:pt x="96" y="76"/>
                    <a:pt x="76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4" name="Freeform 143"/>
            <p:cNvSpPr>
              <a:spLocks/>
            </p:cNvSpPr>
            <p:nvPr/>
          </p:nvSpPr>
          <p:spPr bwMode="auto">
            <a:xfrm>
              <a:off x="3259152" y="2998910"/>
              <a:ext cx="180235" cy="52394"/>
            </a:xfrm>
            <a:custGeom>
              <a:avLst/>
              <a:gdLst>
                <a:gd name="T0" fmla="*/ 0 w 86"/>
                <a:gd name="T1" fmla="*/ 0 h 25"/>
                <a:gd name="T2" fmla="*/ 0 w 86"/>
                <a:gd name="T3" fmla="*/ 4 h 25"/>
                <a:gd name="T4" fmla="*/ 12 w 86"/>
                <a:gd name="T5" fmla="*/ 4 h 25"/>
                <a:gd name="T6" fmla="*/ 12 w 86"/>
                <a:gd name="T7" fmla="*/ 25 h 25"/>
                <a:gd name="T8" fmla="*/ 16 w 86"/>
                <a:gd name="T9" fmla="*/ 25 h 25"/>
                <a:gd name="T10" fmla="*/ 16 w 86"/>
                <a:gd name="T11" fmla="*/ 4 h 25"/>
                <a:gd name="T12" fmla="*/ 30 w 86"/>
                <a:gd name="T13" fmla="*/ 4 h 25"/>
                <a:gd name="T14" fmla="*/ 30 w 86"/>
                <a:gd name="T15" fmla="*/ 16 h 25"/>
                <a:gd name="T16" fmla="*/ 34 w 86"/>
                <a:gd name="T17" fmla="*/ 16 h 25"/>
                <a:gd name="T18" fmla="*/ 34 w 86"/>
                <a:gd name="T19" fmla="*/ 4 h 25"/>
                <a:gd name="T20" fmla="*/ 86 w 86"/>
                <a:gd name="T21" fmla="*/ 4 h 25"/>
                <a:gd name="T22" fmla="*/ 86 w 86"/>
                <a:gd name="T23" fmla="*/ 2 h 25"/>
                <a:gd name="T24" fmla="*/ 86 w 86"/>
                <a:gd name="T25" fmla="*/ 0 h 25"/>
                <a:gd name="T26" fmla="*/ 0 w 8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25">
                  <a:moveTo>
                    <a:pt x="0" y="0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12" y="25"/>
                  </a:lnTo>
                  <a:lnTo>
                    <a:pt x="16" y="25"/>
                  </a:lnTo>
                  <a:lnTo>
                    <a:pt x="16" y="4"/>
                  </a:lnTo>
                  <a:lnTo>
                    <a:pt x="30" y="4"/>
                  </a:lnTo>
                  <a:lnTo>
                    <a:pt x="30" y="16"/>
                  </a:lnTo>
                  <a:lnTo>
                    <a:pt x="34" y="16"/>
                  </a:lnTo>
                  <a:lnTo>
                    <a:pt x="34" y="4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9" name="Group 688"/>
          <p:cNvGrpSpPr/>
          <p:nvPr/>
        </p:nvGrpSpPr>
        <p:grpSpPr>
          <a:xfrm>
            <a:off x="3651058" y="2887835"/>
            <a:ext cx="303884" cy="230533"/>
            <a:chOff x="3651058" y="2887835"/>
            <a:chExt cx="303884" cy="230533"/>
          </a:xfrm>
          <a:solidFill>
            <a:schemeClr val="tx1"/>
          </a:solidFill>
        </p:grpSpPr>
        <p:sp>
          <p:nvSpPr>
            <p:cNvPr id="555" name="Freeform 144"/>
            <p:cNvSpPr>
              <a:spLocks noEditPoints="1"/>
            </p:cNvSpPr>
            <p:nvPr/>
          </p:nvSpPr>
          <p:spPr bwMode="auto">
            <a:xfrm>
              <a:off x="3651058" y="2887835"/>
              <a:ext cx="303884" cy="230533"/>
            </a:xfrm>
            <a:custGeom>
              <a:avLst/>
              <a:gdLst>
                <a:gd name="T0" fmla="*/ 19 w 145"/>
                <a:gd name="T1" fmla="*/ 25 h 110"/>
                <a:gd name="T2" fmla="*/ 50 w 145"/>
                <a:gd name="T3" fmla="*/ 25 h 110"/>
                <a:gd name="T4" fmla="*/ 50 w 145"/>
                <a:gd name="T5" fmla="*/ 4 h 110"/>
                <a:gd name="T6" fmla="*/ 28 w 145"/>
                <a:gd name="T7" fmla="*/ 4 h 110"/>
                <a:gd name="T8" fmla="*/ 28 w 145"/>
                <a:gd name="T9" fmla="*/ 0 h 110"/>
                <a:gd name="T10" fmla="*/ 23 w 145"/>
                <a:gd name="T11" fmla="*/ 0 h 110"/>
                <a:gd name="T12" fmla="*/ 23 w 145"/>
                <a:gd name="T13" fmla="*/ 9 h 110"/>
                <a:gd name="T14" fmla="*/ 46 w 145"/>
                <a:gd name="T15" fmla="*/ 9 h 110"/>
                <a:gd name="T16" fmla="*/ 46 w 145"/>
                <a:gd name="T17" fmla="*/ 20 h 110"/>
                <a:gd name="T18" fmla="*/ 14 w 145"/>
                <a:gd name="T19" fmla="*/ 20 h 110"/>
                <a:gd name="T20" fmla="*/ 14 w 145"/>
                <a:gd name="T21" fmla="*/ 38 h 110"/>
                <a:gd name="T22" fmla="*/ 0 w 145"/>
                <a:gd name="T23" fmla="*/ 38 h 110"/>
                <a:gd name="T24" fmla="*/ 0 w 145"/>
                <a:gd name="T25" fmla="*/ 110 h 110"/>
                <a:gd name="T26" fmla="*/ 145 w 145"/>
                <a:gd name="T27" fmla="*/ 110 h 110"/>
                <a:gd name="T28" fmla="*/ 145 w 145"/>
                <a:gd name="T29" fmla="*/ 38 h 110"/>
                <a:gd name="T30" fmla="*/ 19 w 145"/>
                <a:gd name="T31" fmla="*/ 38 h 110"/>
                <a:gd name="T32" fmla="*/ 19 w 145"/>
                <a:gd name="T33" fmla="*/ 25 h 110"/>
                <a:gd name="T34" fmla="*/ 140 w 145"/>
                <a:gd name="T35" fmla="*/ 106 h 110"/>
                <a:gd name="T36" fmla="*/ 5 w 145"/>
                <a:gd name="T37" fmla="*/ 106 h 110"/>
                <a:gd name="T38" fmla="*/ 5 w 145"/>
                <a:gd name="T39" fmla="*/ 43 h 110"/>
                <a:gd name="T40" fmla="*/ 140 w 145"/>
                <a:gd name="T41" fmla="*/ 43 h 110"/>
                <a:gd name="T42" fmla="*/ 140 w 145"/>
                <a:gd name="T43" fmla="*/ 10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110">
                  <a:moveTo>
                    <a:pt x="19" y="25"/>
                  </a:moveTo>
                  <a:lnTo>
                    <a:pt x="50" y="25"/>
                  </a:lnTo>
                  <a:lnTo>
                    <a:pt x="50" y="4"/>
                  </a:lnTo>
                  <a:lnTo>
                    <a:pt x="28" y="4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3" y="9"/>
                  </a:lnTo>
                  <a:lnTo>
                    <a:pt x="46" y="9"/>
                  </a:lnTo>
                  <a:lnTo>
                    <a:pt x="46" y="20"/>
                  </a:lnTo>
                  <a:lnTo>
                    <a:pt x="14" y="20"/>
                  </a:lnTo>
                  <a:lnTo>
                    <a:pt x="14" y="38"/>
                  </a:lnTo>
                  <a:lnTo>
                    <a:pt x="0" y="38"/>
                  </a:lnTo>
                  <a:lnTo>
                    <a:pt x="0" y="110"/>
                  </a:lnTo>
                  <a:lnTo>
                    <a:pt x="145" y="110"/>
                  </a:lnTo>
                  <a:lnTo>
                    <a:pt x="145" y="38"/>
                  </a:lnTo>
                  <a:lnTo>
                    <a:pt x="19" y="38"/>
                  </a:lnTo>
                  <a:lnTo>
                    <a:pt x="19" y="25"/>
                  </a:lnTo>
                  <a:close/>
                  <a:moveTo>
                    <a:pt x="140" y="106"/>
                  </a:moveTo>
                  <a:lnTo>
                    <a:pt x="5" y="106"/>
                  </a:lnTo>
                  <a:lnTo>
                    <a:pt x="5" y="43"/>
                  </a:lnTo>
                  <a:lnTo>
                    <a:pt x="140" y="43"/>
                  </a:lnTo>
                  <a:lnTo>
                    <a:pt x="140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6" name="Rectangle 145"/>
            <p:cNvSpPr>
              <a:spLocks noChangeArrowheads="1"/>
            </p:cNvSpPr>
            <p:nvPr/>
          </p:nvSpPr>
          <p:spPr bwMode="auto">
            <a:xfrm>
              <a:off x="3672015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7" name="Rectangle 146"/>
            <p:cNvSpPr>
              <a:spLocks noChangeArrowheads="1"/>
            </p:cNvSpPr>
            <p:nvPr/>
          </p:nvSpPr>
          <p:spPr bwMode="auto">
            <a:xfrm>
              <a:off x="3699259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8" name="Rectangle 147"/>
            <p:cNvSpPr>
              <a:spLocks noChangeArrowheads="1"/>
            </p:cNvSpPr>
            <p:nvPr/>
          </p:nvSpPr>
          <p:spPr bwMode="auto">
            <a:xfrm>
              <a:off x="3728600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9" name="Rectangle 148"/>
            <p:cNvSpPr>
              <a:spLocks noChangeArrowheads="1"/>
            </p:cNvSpPr>
            <p:nvPr/>
          </p:nvSpPr>
          <p:spPr bwMode="auto">
            <a:xfrm>
              <a:off x="3755845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0" name="Rectangle 149"/>
            <p:cNvSpPr>
              <a:spLocks noChangeArrowheads="1"/>
            </p:cNvSpPr>
            <p:nvPr/>
          </p:nvSpPr>
          <p:spPr bwMode="auto">
            <a:xfrm>
              <a:off x="3785186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1" name="Rectangle 150"/>
            <p:cNvSpPr>
              <a:spLocks noChangeArrowheads="1"/>
            </p:cNvSpPr>
            <p:nvPr/>
          </p:nvSpPr>
          <p:spPr bwMode="auto">
            <a:xfrm>
              <a:off x="3812430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2" name="Rectangle 151"/>
            <p:cNvSpPr>
              <a:spLocks noChangeArrowheads="1"/>
            </p:cNvSpPr>
            <p:nvPr/>
          </p:nvSpPr>
          <p:spPr bwMode="auto">
            <a:xfrm>
              <a:off x="3841770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3" name="Rectangle 152"/>
            <p:cNvSpPr>
              <a:spLocks noChangeArrowheads="1"/>
            </p:cNvSpPr>
            <p:nvPr/>
          </p:nvSpPr>
          <p:spPr bwMode="auto">
            <a:xfrm>
              <a:off x="3869016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4" name="Rectangle 153"/>
            <p:cNvSpPr>
              <a:spLocks noChangeArrowheads="1"/>
            </p:cNvSpPr>
            <p:nvPr/>
          </p:nvSpPr>
          <p:spPr bwMode="auto">
            <a:xfrm>
              <a:off x="3898356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5" name="Rectangle 154"/>
            <p:cNvSpPr>
              <a:spLocks noChangeArrowheads="1"/>
            </p:cNvSpPr>
            <p:nvPr/>
          </p:nvSpPr>
          <p:spPr bwMode="auto">
            <a:xfrm>
              <a:off x="3672015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6" name="Rectangle 155"/>
            <p:cNvSpPr>
              <a:spLocks noChangeArrowheads="1"/>
            </p:cNvSpPr>
            <p:nvPr/>
          </p:nvSpPr>
          <p:spPr bwMode="auto">
            <a:xfrm>
              <a:off x="3699259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7" name="Rectangle 156"/>
            <p:cNvSpPr>
              <a:spLocks noChangeArrowheads="1"/>
            </p:cNvSpPr>
            <p:nvPr/>
          </p:nvSpPr>
          <p:spPr bwMode="auto">
            <a:xfrm>
              <a:off x="3728600" y="3076452"/>
              <a:ext cx="121554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8" name="Rectangle 157"/>
            <p:cNvSpPr>
              <a:spLocks noChangeArrowheads="1"/>
            </p:cNvSpPr>
            <p:nvPr/>
          </p:nvSpPr>
          <p:spPr bwMode="auto">
            <a:xfrm>
              <a:off x="3887877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9" name="Rectangle 158"/>
            <p:cNvSpPr>
              <a:spLocks noChangeArrowheads="1"/>
            </p:cNvSpPr>
            <p:nvPr/>
          </p:nvSpPr>
          <p:spPr bwMode="auto">
            <a:xfrm>
              <a:off x="3917217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0" name="Rectangle 159"/>
            <p:cNvSpPr>
              <a:spLocks noChangeArrowheads="1"/>
            </p:cNvSpPr>
            <p:nvPr/>
          </p:nvSpPr>
          <p:spPr bwMode="auto">
            <a:xfrm>
              <a:off x="3860633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1" name="Rectangle 160"/>
            <p:cNvSpPr>
              <a:spLocks noChangeArrowheads="1"/>
            </p:cNvSpPr>
            <p:nvPr/>
          </p:nvSpPr>
          <p:spPr bwMode="auto">
            <a:xfrm>
              <a:off x="3690876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2" name="Rectangle 161"/>
            <p:cNvSpPr>
              <a:spLocks noChangeArrowheads="1"/>
            </p:cNvSpPr>
            <p:nvPr/>
          </p:nvSpPr>
          <p:spPr bwMode="auto">
            <a:xfrm>
              <a:off x="3718122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3" name="Rectangle 162"/>
            <p:cNvSpPr>
              <a:spLocks noChangeArrowheads="1"/>
            </p:cNvSpPr>
            <p:nvPr/>
          </p:nvSpPr>
          <p:spPr bwMode="auto">
            <a:xfrm>
              <a:off x="3747462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4" name="Rectangle 163"/>
            <p:cNvSpPr>
              <a:spLocks noChangeArrowheads="1"/>
            </p:cNvSpPr>
            <p:nvPr/>
          </p:nvSpPr>
          <p:spPr bwMode="auto">
            <a:xfrm>
              <a:off x="3774706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5" name="Rectangle 164"/>
            <p:cNvSpPr>
              <a:spLocks noChangeArrowheads="1"/>
            </p:cNvSpPr>
            <p:nvPr/>
          </p:nvSpPr>
          <p:spPr bwMode="auto">
            <a:xfrm>
              <a:off x="3804047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6" name="Rectangle 165"/>
            <p:cNvSpPr>
              <a:spLocks noChangeArrowheads="1"/>
            </p:cNvSpPr>
            <p:nvPr/>
          </p:nvSpPr>
          <p:spPr bwMode="auto">
            <a:xfrm>
              <a:off x="3831292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7" name="Rectangle 166"/>
            <p:cNvSpPr>
              <a:spLocks noChangeArrowheads="1"/>
            </p:cNvSpPr>
            <p:nvPr/>
          </p:nvSpPr>
          <p:spPr bwMode="auto">
            <a:xfrm>
              <a:off x="3860633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8" name="Rectangle 167"/>
            <p:cNvSpPr>
              <a:spLocks noChangeArrowheads="1"/>
            </p:cNvSpPr>
            <p:nvPr/>
          </p:nvSpPr>
          <p:spPr bwMode="auto">
            <a:xfrm>
              <a:off x="3887877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9" name="Rectangle 168"/>
            <p:cNvSpPr>
              <a:spLocks noChangeArrowheads="1"/>
            </p:cNvSpPr>
            <p:nvPr/>
          </p:nvSpPr>
          <p:spPr bwMode="auto">
            <a:xfrm>
              <a:off x="3917217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2" name="Group 691"/>
          <p:cNvGrpSpPr/>
          <p:nvPr/>
        </p:nvGrpSpPr>
        <p:grpSpPr>
          <a:xfrm>
            <a:off x="4045059" y="2904601"/>
            <a:ext cx="301788" cy="197001"/>
            <a:chOff x="4045059" y="2904601"/>
            <a:chExt cx="301788" cy="197001"/>
          </a:xfrm>
          <a:solidFill>
            <a:schemeClr val="tx1"/>
          </a:solidFill>
        </p:grpSpPr>
        <p:sp>
          <p:nvSpPr>
            <p:cNvPr id="580" name="Freeform 169"/>
            <p:cNvSpPr>
              <a:spLocks noEditPoints="1"/>
            </p:cNvSpPr>
            <p:nvPr/>
          </p:nvSpPr>
          <p:spPr bwMode="auto">
            <a:xfrm>
              <a:off x="4045059" y="2904601"/>
              <a:ext cx="301788" cy="197001"/>
            </a:xfrm>
            <a:custGeom>
              <a:avLst/>
              <a:gdLst>
                <a:gd name="T0" fmla="*/ 128 w 144"/>
                <a:gd name="T1" fmla="*/ 0 h 94"/>
                <a:gd name="T2" fmla="*/ 15 w 144"/>
                <a:gd name="T3" fmla="*/ 0 h 94"/>
                <a:gd name="T4" fmla="*/ 15 w 144"/>
                <a:gd name="T5" fmla="*/ 76 h 94"/>
                <a:gd name="T6" fmla="*/ 0 w 144"/>
                <a:gd name="T7" fmla="*/ 76 h 94"/>
                <a:gd name="T8" fmla="*/ 0 w 144"/>
                <a:gd name="T9" fmla="*/ 94 h 94"/>
                <a:gd name="T10" fmla="*/ 144 w 144"/>
                <a:gd name="T11" fmla="*/ 94 h 94"/>
                <a:gd name="T12" fmla="*/ 144 w 144"/>
                <a:gd name="T13" fmla="*/ 76 h 94"/>
                <a:gd name="T14" fmla="*/ 128 w 144"/>
                <a:gd name="T15" fmla="*/ 76 h 94"/>
                <a:gd name="T16" fmla="*/ 128 w 144"/>
                <a:gd name="T17" fmla="*/ 0 h 94"/>
                <a:gd name="T18" fmla="*/ 20 w 144"/>
                <a:gd name="T19" fmla="*/ 4 h 94"/>
                <a:gd name="T20" fmla="*/ 124 w 144"/>
                <a:gd name="T21" fmla="*/ 4 h 94"/>
                <a:gd name="T22" fmla="*/ 124 w 144"/>
                <a:gd name="T23" fmla="*/ 76 h 94"/>
                <a:gd name="T24" fmla="*/ 20 w 144"/>
                <a:gd name="T25" fmla="*/ 76 h 94"/>
                <a:gd name="T26" fmla="*/ 20 w 144"/>
                <a:gd name="T27" fmla="*/ 4 h 94"/>
                <a:gd name="T28" fmla="*/ 139 w 144"/>
                <a:gd name="T29" fmla="*/ 81 h 94"/>
                <a:gd name="T30" fmla="*/ 139 w 144"/>
                <a:gd name="T31" fmla="*/ 90 h 94"/>
                <a:gd name="T32" fmla="*/ 4 w 144"/>
                <a:gd name="T33" fmla="*/ 90 h 94"/>
                <a:gd name="T34" fmla="*/ 4 w 144"/>
                <a:gd name="T35" fmla="*/ 81 h 94"/>
                <a:gd name="T36" fmla="*/ 15 w 144"/>
                <a:gd name="T37" fmla="*/ 81 h 94"/>
                <a:gd name="T38" fmla="*/ 128 w 144"/>
                <a:gd name="T39" fmla="*/ 81 h 94"/>
                <a:gd name="T40" fmla="*/ 139 w 144"/>
                <a:gd name="T41" fmla="*/ 8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4" h="94">
                  <a:moveTo>
                    <a:pt x="128" y="0"/>
                  </a:moveTo>
                  <a:lnTo>
                    <a:pt x="15" y="0"/>
                  </a:lnTo>
                  <a:lnTo>
                    <a:pt x="15" y="76"/>
                  </a:lnTo>
                  <a:lnTo>
                    <a:pt x="0" y="76"/>
                  </a:lnTo>
                  <a:lnTo>
                    <a:pt x="0" y="94"/>
                  </a:lnTo>
                  <a:lnTo>
                    <a:pt x="144" y="94"/>
                  </a:lnTo>
                  <a:lnTo>
                    <a:pt x="144" y="76"/>
                  </a:lnTo>
                  <a:lnTo>
                    <a:pt x="128" y="76"/>
                  </a:lnTo>
                  <a:lnTo>
                    <a:pt x="128" y="0"/>
                  </a:lnTo>
                  <a:close/>
                  <a:moveTo>
                    <a:pt x="20" y="4"/>
                  </a:moveTo>
                  <a:lnTo>
                    <a:pt x="124" y="4"/>
                  </a:lnTo>
                  <a:lnTo>
                    <a:pt x="124" y="76"/>
                  </a:lnTo>
                  <a:lnTo>
                    <a:pt x="20" y="76"/>
                  </a:lnTo>
                  <a:lnTo>
                    <a:pt x="20" y="4"/>
                  </a:lnTo>
                  <a:close/>
                  <a:moveTo>
                    <a:pt x="139" y="81"/>
                  </a:moveTo>
                  <a:lnTo>
                    <a:pt x="139" y="90"/>
                  </a:lnTo>
                  <a:lnTo>
                    <a:pt x="4" y="90"/>
                  </a:lnTo>
                  <a:lnTo>
                    <a:pt x="4" y="81"/>
                  </a:lnTo>
                  <a:lnTo>
                    <a:pt x="15" y="81"/>
                  </a:lnTo>
                  <a:lnTo>
                    <a:pt x="128" y="81"/>
                  </a:lnTo>
                  <a:lnTo>
                    <a:pt x="139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1" name="Rectangle 170"/>
            <p:cNvSpPr>
              <a:spLocks noChangeArrowheads="1"/>
            </p:cNvSpPr>
            <p:nvPr/>
          </p:nvSpPr>
          <p:spPr bwMode="auto">
            <a:xfrm>
              <a:off x="4185473" y="2923463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82" name="Freeform 171"/>
          <p:cNvSpPr>
            <a:spLocks noEditPoints="1"/>
          </p:cNvSpPr>
          <p:nvPr/>
        </p:nvSpPr>
        <p:spPr bwMode="auto">
          <a:xfrm>
            <a:off x="4436964" y="2852207"/>
            <a:ext cx="301788" cy="301788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256 w 256"/>
              <a:gd name="T7" fmla="*/ 128 h 256"/>
              <a:gd name="T8" fmla="*/ 128 w 256"/>
              <a:gd name="T9" fmla="*/ 0 h 256"/>
              <a:gd name="T10" fmla="*/ 245 w 256"/>
              <a:gd name="T11" fmla="*/ 100 h 256"/>
              <a:gd name="T12" fmla="*/ 185 w 256"/>
              <a:gd name="T13" fmla="*/ 100 h 256"/>
              <a:gd name="T14" fmla="*/ 156 w 256"/>
              <a:gd name="T15" fmla="*/ 71 h 256"/>
              <a:gd name="T16" fmla="*/ 156 w 256"/>
              <a:gd name="T17" fmla="*/ 11 h 256"/>
              <a:gd name="T18" fmla="*/ 245 w 256"/>
              <a:gd name="T19" fmla="*/ 100 h 256"/>
              <a:gd name="T20" fmla="*/ 248 w 256"/>
              <a:gd name="T21" fmla="*/ 128 h 256"/>
              <a:gd name="T22" fmla="*/ 246 w 256"/>
              <a:gd name="T23" fmla="*/ 148 h 256"/>
              <a:gd name="T24" fmla="*/ 189 w 256"/>
              <a:gd name="T25" fmla="*/ 148 h 256"/>
              <a:gd name="T26" fmla="*/ 192 w 256"/>
              <a:gd name="T27" fmla="*/ 128 h 256"/>
              <a:gd name="T28" fmla="*/ 189 w 256"/>
              <a:gd name="T29" fmla="*/ 108 h 256"/>
              <a:gd name="T30" fmla="*/ 246 w 256"/>
              <a:gd name="T31" fmla="*/ 108 h 256"/>
              <a:gd name="T32" fmla="*/ 248 w 256"/>
              <a:gd name="T33" fmla="*/ 128 h 256"/>
              <a:gd name="T34" fmla="*/ 128 w 256"/>
              <a:gd name="T35" fmla="*/ 184 h 256"/>
              <a:gd name="T36" fmla="*/ 72 w 256"/>
              <a:gd name="T37" fmla="*/ 128 h 256"/>
              <a:gd name="T38" fmla="*/ 128 w 256"/>
              <a:gd name="T39" fmla="*/ 72 h 256"/>
              <a:gd name="T40" fmla="*/ 184 w 256"/>
              <a:gd name="T41" fmla="*/ 128 h 256"/>
              <a:gd name="T42" fmla="*/ 128 w 256"/>
              <a:gd name="T43" fmla="*/ 184 h 256"/>
              <a:gd name="T44" fmla="*/ 67 w 256"/>
              <a:gd name="T45" fmla="*/ 148 h 256"/>
              <a:gd name="T46" fmla="*/ 10 w 256"/>
              <a:gd name="T47" fmla="*/ 148 h 256"/>
              <a:gd name="T48" fmla="*/ 8 w 256"/>
              <a:gd name="T49" fmla="*/ 128 h 256"/>
              <a:gd name="T50" fmla="*/ 10 w 256"/>
              <a:gd name="T51" fmla="*/ 108 h 256"/>
              <a:gd name="T52" fmla="*/ 67 w 256"/>
              <a:gd name="T53" fmla="*/ 108 h 256"/>
              <a:gd name="T54" fmla="*/ 64 w 256"/>
              <a:gd name="T55" fmla="*/ 128 h 256"/>
              <a:gd name="T56" fmla="*/ 67 w 256"/>
              <a:gd name="T57" fmla="*/ 148 h 256"/>
              <a:gd name="T58" fmla="*/ 148 w 256"/>
              <a:gd name="T59" fmla="*/ 10 h 256"/>
              <a:gd name="T60" fmla="*/ 148 w 256"/>
              <a:gd name="T61" fmla="*/ 67 h 256"/>
              <a:gd name="T62" fmla="*/ 128 w 256"/>
              <a:gd name="T63" fmla="*/ 64 h 256"/>
              <a:gd name="T64" fmla="*/ 108 w 256"/>
              <a:gd name="T65" fmla="*/ 67 h 256"/>
              <a:gd name="T66" fmla="*/ 108 w 256"/>
              <a:gd name="T67" fmla="*/ 10 h 256"/>
              <a:gd name="T68" fmla="*/ 128 w 256"/>
              <a:gd name="T69" fmla="*/ 8 h 256"/>
              <a:gd name="T70" fmla="*/ 148 w 256"/>
              <a:gd name="T71" fmla="*/ 10 h 256"/>
              <a:gd name="T72" fmla="*/ 100 w 256"/>
              <a:gd name="T73" fmla="*/ 11 h 256"/>
              <a:gd name="T74" fmla="*/ 100 w 256"/>
              <a:gd name="T75" fmla="*/ 71 h 256"/>
              <a:gd name="T76" fmla="*/ 70 w 256"/>
              <a:gd name="T77" fmla="*/ 100 h 256"/>
              <a:gd name="T78" fmla="*/ 11 w 256"/>
              <a:gd name="T79" fmla="*/ 100 h 256"/>
              <a:gd name="T80" fmla="*/ 100 w 256"/>
              <a:gd name="T81" fmla="*/ 11 h 256"/>
              <a:gd name="T82" fmla="*/ 11 w 256"/>
              <a:gd name="T83" fmla="*/ 156 h 256"/>
              <a:gd name="T84" fmla="*/ 70 w 256"/>
              <a:gd name="T85" fmla="*/ 156 h 256"/>
              <a:gd name="T86" fmla="*/ 100 w 256"/>
              <a:gd name="T87" fmla="*/ 186 h 256"/>
              <a:gd name="T88" fmla="*/ 100 w 256"/>
              <a:gd name="T89" fmla="*/ 245 h 256"/>
              <a:gd name="T90" fmla="*/ 11 w 256"/>
              <a:gd name="T91" fmla="*/ 156 h 256"/>
              <a:gd name="T92" fmla="*/ 108 w 256"/>
              <a:gd name="T93" fmla="*/ 246 h 256"/>
              <a:gd name="T94" fmla="*/ 108 w 256"/>
              <a:gd name="T95" fmla="*/ 189 h 256"/>
              <a:gd name="T96" fmla="*/ 128 w 256"/>
              <a:gd name="T97" fmla="*/ 192 h 256"/>
              <a:gd name="T98" fmla="*/ 148 w 256"/>
              <a:gd name="T99" fmla="*/ 189 h 256"/>
              <a:gd name="T100" fmla="*/ 148 w 256"/>
              <a:gd name="T101" fmla="*/ 246 h 256"/>
              <a:gd name="T102" fmla="*/ 128 w 256"/>
              <a:gd name="T103" fmla="*/ 248 h 256"/>
              <a:gd name="T104" fmla="*/ 108 w 256"/>
              <a:gd name="T105" fmla="*/ 246 h 256"/>
              <a:gd name="T106" fmla="*/ 156 w 256"/>
              <a:gd name="T107" fmla="*/ 245 h 256"/>
              <a:gd name="T108" fmla="*/ 156 w 256"/>
              <a:gd name="T109" fmla="*/ 186 h 256"/>
              <a:gd name="T110" fmla="*/ 185 w 256"/>
              <a:gd name="T111" fmla="*/ 156 h 256"/>
              <a:gd name="T112" fmla="*/ 245 w 256"/>
              <a:gd name="T113" fmla="*/ 156 h 256"/>
              <a:gd name="T114" fmla="*/ 156 w 256"/>
              <a:gd name="T115" fmla="*/ 24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lose/>
                <a:moveTo>
                  <a:pt x="245" y="100"/>
                </a:moveTo>
                <a:cubicBezTo>
                  <a:pt x="185" y="100"/>
                  <a:pt x="185" y="100"/>
                  <a:pt x="185" y="100"/>
                </a:cubicBezTo>
                <a:cubicBezTo>
                  <a:pt x="179" y="87"/>
                  <a:pt x="169" y="77"/>
                  <a:pt x="156" y="71"/>
                </a:cubicBezTo>
                <a:cubicBezTo>
                  <a:pt x="156" y="11"/>
                  <a:pt x="156" y="11"/>
                  <a:pt x="156" y="11"/>
                </a:cubicBezTo>
                <a:cubicBezTo>
                  <a:pt x="200" y="22"/>
                  <a:pt x="234" y="56"/>
                  <a:pt x="245" y="100"/>
                </a:cubicBezTo>
                <a:close/>
                <a:moveTo>
                  <a:pt x="248" y="128"/>
                </a:moveTo>
                <a:cubicBezTo>
                  <a:pt x="248" y="135"/>
                  <a:pt x="247" y="142"/>
                  <a:pt x="246" y="148"/>
                </a:cubicBezTo>
                <a:cubicBezTo>
                  <a:pt x="189" y="148"/>
                  <a:pt x="189" y="148"/>
                  <a:pt x="189" y="148"/>
                </a:cubicBezTo>
                <a:cubicBezTo>
                  <a:pt x="191" y="142"/>
                  <a:pt x="192" y="135"/>
                  <a:pt x="192" y="128"/>
                </a:cubicBezTo>
                <a:cubicBezTo>
                  <a:pt x="192" y="121"/>
                  <a:pt x="191" y="114"/>
                  <a:pt x="189" y="108"/>
                </a:cubicBezTo>
                <a:cubicBezTo>
                  <a:pt x="246" y="108"/>
                  <a:pt x="246" y="108"/>
                  <a:pt x="246" y="108"/>
                </a:cubicBezTo>
                <a:cubicBezTo>
                  <a:pt x="247" y="115"/>
                  <a:pt x="248" y="121"/>
                  <a:pt x="248" y="128"/>
                </a:cubicBezTo>
                <a:close/>
                <a:moveTo>
                  <a:pt x="128" y="184"/>
                </a:moveTo>
                <a:cubicBezTo>
                  <a:pt x="97" y="184"/>
                  <a:pt x="72" y="159"/>
                  <a:pt x="72" y="128"/>
                </a:cubicBezTo>
                <a:cubicBezTo>
                  <a:pt x="72" y="97"/>
                  <a:pt x="97" y="72"/>
                  <a:pt x="128" y="72"/>
                </a:cubicBezTo>
                <a:cubicBezTo>
                  <a:pt x="159" y="72"/>
                  <a:pt x="184" y="97"/>
                  <a:pt x="184" y="128"/>
                </a:cubicBezTo>
                <a:cubicBezTo>
                  <a:pt x="184" y="159"/>
                  <a:pt x="159" y="184"/>
                  <a:pt x="128" y="184"/>
                </a:cubicBezTo>
                <a:close/>
                <a:moveTo>
                  <a:pt x="67" y="148"/>
                </a:moveTo>
                <a:cubicBezTo>
                  <a:pt x="10" y="148"/>
                  <a:pt x="10" y="148"/>
                  <a:pt x="10" y="148"/>
                </a:cubicBezTo>
                <a:cubicBezTo>
                  <a:pt x="9" y="142"/>
                  <a:pt x="8" y="135"/>
                  <a:pt x="8" y="128"/>
                </a:cubicBezTo>
                <a:cubicBezTo>
                  <a:pt x="8" y="121"/>
                  <a:pt x="9" y="115"/>
                  <a:pt x="10" y="108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65" y="114"/>
                  <a:pt x="64" y="121"/>
                  <a:pt x="64" y="128"/>
                </a:cubicBezTo>
                <a:cubicBezTo>
                  <a:pt x="64" y="135"/>
                  <a:pt x="65" y="142"/>
                  <a:pt x="67" y="148"/>
                </a:cubicBezTo>
                <a:close/>
                <a:moveTo>
                  <a:pt x="148" y="10"/>
                </a:moveTo>
                <a:cubicBezTo>
                  <a:pt x="148" y="67"/>
                  <a:pt x="148" y="67"/>
                  <a:pt x="148" y="67"/>
                </a:cubicBezTo>
                <a:cubicBezTo>
                  <a:pt x="142" y="65"/>
                  <a:pt x="135" y="64"/>
                  <a:pt x="128" y="64"/>
                </a:cubicBezTo>
                <a:cubicBezTo>
                  <a:pt x="121" y="64"/>
                  <a:pt x="114" y="65"/>
                  <a:pt x="108" y="67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14" y="9"/>
                  <a:pt x="121" y="8"/>
                  <a:pt x="128" y="8"/>
                </a:cubicBezTo>
                <a:cubicBezTo>
                  <a:pt x="135" y="8"/>
                  <a:pt x="141" y="9"/>
                  <a:pt x="148" y="10"/>
                </a:cubicBezTo>
                <a:close/>
                <a:moveTo>
                  <a:pt x="100" y="11"/>
                </a:moveTo>
                <a:cubicBezTo>
                  <a:pt x="100" y="71"/>
                  <a:pt x="100" y="71"/>
                  <a:pt x="100" y="71"/>
                </a:cubicBezTo>
                <a:cubicBezTo>
                  <a:pt x="87" y="77"/>
                  <a:pt x="77" y="87"/>
                  <a:pt x="70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22" y="56"/>
                  <a:pt x="56" y="22"/>
                  <a:pt x="100" y="11"/>
                </a:cubicBezTo>
                <a:close/>
                <a:moveTo>
                  <a:pt x="11" y="156"/>
                </a:moveTo>
                <a:cubicBezTo>
                  <a:pt x="70" y="156"/>
                  <a:pt x="70" y="156"/>
                  <a:pt x="70" y="156"/>
                </a:cubicBezTo>
                <a:cubicBezTo>
                  <a:pt x="77" y="169"/>
                  <a:pt x="87" y="179"/>
                  <a:pt x="100" y="186"/>
                </a:cubicBezTo>
                <a:cubicBezTo>
                  <a:pt x="100" y="245"/>
                  <a:pt x="100" y="245"/>
                  <a:pt x="100" y="245"/>
                </a:cubicBezTo>
                <a:cubicBezTo>
                  <a:pt x="56" y="234"/>
                  <a:pt x="22" y="200"/>
                  <a:pt x="11" y="156"/>
                </a:cubicBezTo>
                <a:close/>
                <a:moveTo>
                  <a:pt x="108" y="246"/>
                </a:moveTo>
                <a:cubicBezTo>
                  <a:pt x="108" y="189"/>
                  <a:pt x="108" y="189"/>
                  <a:pt x="108" y="189"/>
                </a:cubicBezTo>
                <a:cubicBezTo>
                  <a:pt x="114" y="191"/>
                  <a:pt x="121" y="192"/>
                  <a:pt x="128" y="192"/>
                </a:cubicBezTo>
                <a:cubicBezTo>
                  <a:pt x="135" y="192"/>
                  <a:pt x="142" y="191"/>
                  <a:pt x="148" y="189"/>
                </a:cubicBezTo>
                <a:cubicBezTo>
                  <a:pt x="148" y="246"/>
                  <a:pt x="148" y="246"/>
                  <a:pt x="148" y="246"/>
                </a:cubicBezTo>
                <a:cubicBezTo>
                  <a:pt x="141" y="247"/>
                  <a:pt x="135" y="248"/>
                  <a:pt x="128" y="248"/>
                </a:cubicBezTo>
                <a:cubicBezTo>
                  <a:pt x="121" y="248"/>
                  <a:pt x="114" y="247"/>
                  <a:pt x="108" y="246"/>
                </a:cubicBezTo>
                <a:close/>
                <a:moveTo>
                  <a:pt x="156" y="245"/>
                </a:moveTo>
                <a:cubicBezTo>
                  <a:pt x="156" y="186"/>
                  <a:pt x="156" y="186"/>
                  <a:pt x="156" y="186"/>
                </a:cubicBezTo>
                <a:cubicBezTo>
                  <a:pt x="169" y="179"/>
                  <a:pt x="179" y="169"/>
                  <a:pt x="185" y="156"/>
                </a:cubicBezTo>
                <a:cubicBezTo>
                  <a:pt x="245" y="156"/>
                  <a:pt x="245" y="156"/>
                  <a:pt x="245" y="156"/>
                </a:cubicBezTo>
                <a:cubicBezTo>
                  <a:pt x="234" y="200"/>
                  <a:pt x="200" y="234"/>
                  <a:pt x="156" y="24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3" name="Freeform 172"/>
          <p:cNvSpPr>
            <a:spLocks noEditPoints="1"/>
          </p:cNvSpPr>
          <p:nvPr/>
        </p:nvSpPr>
        <p:spPr bwMode="auto">
          <a:xfrm>
            <a:off x="4874976" y="2852207"/>
            <a:ext cx="207480" cy="301788"/>
          </a:xfrm>
          <a:custGeom>
            <a:avLst/>
            <a:gdLst>
              <a:gd name="T0" fmla="*/ 120 w 176"/>
              <a:gd name="T1" fmla="*/ 256 h 256"/>
              <a:gd name="T2" fmla="*/ 120 w 176"/>
              <a:gd name="T3" fmla="*/ 232 h 256"/>
              <a:gd name="T4" fmla="*/ 128 w 176"/>
              <a:gd name="T5" fmla="*/ 232 h 256"/>
              <a:gd name="T6" fmla="*/ 128 w 176"/>
              <a:gd name="T7" fmla="*/ 208 h 256"/>
              <a:gd name="T8" fmla="*/ 136 w 176"/>
              <a:gd name="T9" fmla="*/ 208 h 256"/>
              <a:gd name="T10" fmla="*/ 136 w 176"/>
              <a:gd name="T11" fmla="*/ 184 h 256"/>
              <a:gd name="T12" fmla="*/ 136 w 176"/>
              <a:gd name="T13" fmla="*/ 162 h 256"/>
              <a:gd name="T14" fmla="*/ 176 w 176"/>
              <a:gd name="T15" fmla="*/ 88 h 256"/>
              <a:gd name="T16" fmla="*/ 88 w 176"/>
              <a:gd name="T17" fmla="*/ 0 h 256"/>
              <a:gd name="T18" fmla="*/ 0 w 176"/>
              <a:gd name="T19" fmla="*/ 88 h 256"/>
              <a:gd name="T20" fmla="*/ 40 w 176"/>
              <a:gd name="T21" fmla="*/ 162 h 256"/>
              <a:gd name="T22" fmla="*/ 40 w 176"/>
              <a:gd name="T23" fmla="*/ 176 h 256"/>
              <a:gd name="T24" fmla="*/ 40 w 176"/>
              <a:gd name="T25" fmla="*/ 184 h 256"/>
              <a:gd name="T26" fmla="*/ 40 w 176"/>
              <a:gd name="T27" fmla="*/ 208 h 256"/>
              <a:gd name="T28" fmla="*/ 48 w 176"/>
              <a:gd name="T29" fmla="*/ 208 h 256"/>
              <a:gd name="T30" fmla="*/ 48 w 176"/>
              <a:gd name="T31" fmla="*/ 232 h 256"/>
              <a:gd name="T32" fmla="*/ 56 w 176"/>
              <a:gd name="T33" fmla="*/ 232 h 256"/>
              <a:gd name="T34" fmla="*/ 56 w 176"/>
              <a:gd name="T35" fmla="*/ 256 h 256"/>
              <a:gd name="T36" fmla="*/ 120 w 176"/>
              <a:gd name="T37" fmla="*/ 256 h 256"/>
              <a:gd name="T38" fmla="*/ 112 w 176"/>
              <a:gd name="T39" fmla="*/ 248 h 256"/>
              <a:gd name="T40" fmla="*/ 64 w 176"/>
              <a:gd name="T41" fmla="*/ 248 h 256"/>
              <a:gd name="T42" fmla="*/ 64 w 176"/>
              <a:gd name="T43" fmla="*/ 232 h 256"/>
              <a:gd name="T44" fmla="*/ 112 w 176"/>
              <a:gd name="T45" fmla="*/ 232 h 256"/>
              <a:gd name="T46" fmla="*/ 112 w 176"/>
              <a:gd name="T47" fmla="*/ 248 h 256"/>
              <a:gd name="T48" fmla="*/ 46 w 176"/>
              <a:gd name="T49" fmla="*/ 157 h 256"/>
              <a:gd name="T50" fmla="*/ 8 w 176"/>
              <a:gd name="T51" fmla="*/ 88 h 256"/>
              <a:gd name="T52" fmla="*/ 88 w 176"/>
              <a:gd name="T53" fmla="*/ 8 h 256"/>
              <a:gd name="T54" fmla="*/ 168 w 176"/>
              <a:gd name="T55" fmla="*/ 88 h 256"/>
              <a:gd name="T56" fmla="*/ 130 w 176"/>
              <a:gd name="T57" fmla="*/ 156 h 256"/>
              <a:gd name="T58" fmla="*/ 128 w 176"/>
              <a:gd name="T59" fmla="*/ 157 h 256"/>
              <a:gd name="T60" fmla="*/ 128 w 176"/>
              <a:gd name="T61" fmla="*/ 176 h 256"/>
              <a:gd name="T62" fmla="*/ 109 w 176"/>
              <a:gd name="T63" fmla="*/ 176 h 256"/>
              <a:gd name="T64" fmla="*/ 120 w 176"/>
              <a:gd name="T65" fmla="*/ 101 h 256"/>
              <a:gd name="T66" fmla="*/ 112 w 176"/>
              <a:gd name="T67" fmla="*/ 99 h 256"/>
              <a:gd name="T68" fmla="*/ 112 w 176"/>
              <a:gd name="T69" fmla="*/ 102 h 256"/>
              <a:gd name="T70" fmla="*/ 100 w 176"/>
              <a:gd name="T71" fmla="*/ 111 h 256"/>
              <a:gd name="T72" fmla="*/ 88 w 176"/>
              <a:gd name="T73" fmla="*/ 98 h 256"/>
              <a:gd name="T74" fmla="*/ 76 w 176"/>
              <a:gd name="T75" fmla="*/ 111 h 256"/>
              <a:gd name="T76" fmla="*/ 64 w 176"/>
              <a:gd name="T77" fmla="*/ 102 h 256"/>
              <a:gd name="T78" fmla="*/ 64 w 176"/>
              <a:gd name="T79" fmla="*/ 99 h 256"/>
              <a:gd name="T80" fmla="*/ 56 w 176"/>
              <a:gd name="T81" fmla="*/ 101 h 256"/>
              <a:gd name="T82" fmla="*/ 67 w 176"/>
              <a:gd name="T83" fmla="*/ 176 h 256"/>
              <a:gd name="T84" fmla="*/ 48 w 176"/>
              <a:gd name="T85" fmla="*/ 176 h 256"/>
              <a:gd name="T86" fmla="*/ 48 w 176"/>
              <a:gd name="T87" fmla="*/ 158 h 256"/>
              <a:gd name="T88" fmla="*/ 46 w 176"/>
              <a:gd name="T89" fmla="*/ 157 h 256"/>
              <a:gd name="T90" fmla="*/ 76 w 176"/>
              <a:gd name="T91" fmla="*/ 176 h 256"/>
              <a:gd name="T92" fmla="*/ 66 w 176"/>
              <a:gd name="T93" fmla="*/ 114 h 256"/>
              <a:gd name="T94" fmla="*/ 76 w 176"/>
              <a:gd name="T95" fmla="*/ 121 h 256"/>
              <a:gd name="T96" fmla="*/ 88 w 176"/>
              <a:gd name="T97" fmla="*/ 110 h 256"/>
              <a:gd name="T98" fmla="*/ 100 w 176"/>
              <a:gd name="T99" fmla="*/ 121 h 256"/>
              <a:gd name="T100" fmla="*/ 110 w 176"/>
              <a:gd name="T101" fmla="*/ 114 h 256"/>
              <a:gd name="T102" fmla="*/ 101 w 176"/>
              <a:gd name="T103" fmla="*/ 176 h 256"/>
              <a:gd name="T104" fmla="*/ 76 w 176"/>
              <a:gd name="T105" fmla="*/ 176 h 256"/>
              <a:gd name="T106" fmla="*/ 48 w 176"/>
              <a:gd name="T107" fmla="*/ 184 h 256"/>
              <a:gd name="T108" fmla="*/ 128 w 176"/>
              <a:gd name="T109" fmla="*/ 184 h 256"/>
              <a:gd name="T110" fmla="*/ 128 w 176"/>
              <a:gd name="T111" fmla="*/ 200 h 256"/>
              <a:gd name="T112" fmla="*/ 48 w 176"/>
              <a:gd name="T113" fmla="*/ 200 h 256"/>
              <a:gd name="T114" fmla="*/ 48 w 176"/>
              <a:gd name="T115" fmla="*/ 184 h 256"/>
              <a:gd name="T116" fmla="*/ 56 w 176"/>
              <a:gd name="T117" fmla="*/ 208 h 256"/>
              <a:gd name="T118" fmla="*/ 120 w 176"/>
              <a:gd name="T119" fmla="*/ 208 h 256"/>
              <a:gd name="T120" fmla="*/ 120 w 176"/>
              <a:gd name="T121" fmla="*/ 224 h 256"/>
              <a:gd name="T122" fmla="*/ 56 w 176"/>
              <a:gd name="T123" fmla="*/ 224 h 256"/>
              <a:gd name="T124" fmla="*/ 56 w 176"/>
              <a:gd name="T125" fmla="*/ 20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256">
                <a:moveTo>
                  <a:pt x="120" y="256"/>
                </a:moveTo>
                <a:cubicBezTo>
                  <a:pt x="120" y="232"/>
                  <a:pt x="120" y="232"/>
                  <a:pt x="120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28" y="208"/>
                  <a:pt x="128" y="208"/>
                  <a:pt x="128" y="208"/>
                </a:cubicBezTo>
                <a:cubicBezTo>
                  <a:pt x="136" y="208"/>
                  <a:pt x="136" y="208"/>
                  <a:pt x="136" y="208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62"/>
                  <a:pt x="136" y="162"/>
                  <a:pt x="136" y="162"/>
                </a:cubicBezTo>
                <a:cubicBezTo>
                  <a:pt x="161" y="146"/>
                  <a:pt x="176" y="118"/>
                  <a:pt x="176" y="88"/>
                </a:cubicBezTo>
                <a:cubicBezTo>
                  <a:pt x="176" y="40"/>
                  <a:pt x="137" y="0"/>
                  <a:pt x="88" y="0"/>
                </a:cubicBezTo>
                <a:cubicBezTo>
                  <a:pt x="40" y="0"/>
                  <a:pt x="0" y="40"/>
                  <a:pt x="0" y="88"/>
                </a:cubicBezTo>
                <a:cubicBezTo>
                  <a:pt x="0" y="118"/>
                  <a:pt x="15" y="146"/>
                  <a:pt x="40" y="162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40" y="184"/>
                  <a:pt x="40" y="184"/>
                  <a:pt x="40" y="184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48" y="208"/>
                  <a:pt x="48" y="208"/>
                  <a:pt x="48" y="208"/>
                </a:cubicBezTo>
                <a:cubicBezTo>
                  <a:pt x="48" y="232"/>
                  <a:pt x="48" y="232"/>
                  <a:pt x="48" y="232"/>
                </a:cubicBezTo>
                <a:cubicBezTo>
                  <a:pt x="56" y="232"/>
                  <a:pt x="56" y="232"/>
                  <a:pt x="56" y="232"/>
                </a:cubicBezTo>
                <a:cubicBezTo>
                  <a:pt x="56" y="256"/>
                  <a:pt x="56" y="256"/>
                  <a:pt x="56" y="256"/>
                </a:cubicBezTo>
                <a:lnTo>
                  <a:pt x="120" y="256"/>
                </a:lnTo>
                <a:close/>
                <a:moveTo>
                  <a:pt x="112" y="248"/>
                </a:moveTo>
                <a:cubicBezTo>
                  <a:pt x="64" y="248"/>
                  <a:pt x="64" y="248"/>
                  <a:pt x="64" y="248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2" y="232"/>
                  <a:pt x="112" y="232"/>
                  <a:pt x="112" y="232"/>
                </a:cubicBezTo>
                <a:lnTo>
                  <a:pt x="112" y="248"/>
                </a:lnTo>
                <a:close/>
                <a:moveTo>
                  <a:pt x="46" y="157"/>
                </a:moveTo>
                <a:cubicBezTo>
                  <a:pt x="23" y="142"/>
                  <a:pt x="8" y="116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16"/>
                  <a:pt x="154" y="142"/>
                  <a:pt x="130" y="156"/>
                </a:cubicBezTo>
                <a:cubicBezTo>
                  <a:pt x="128" y="157"/>
                  <a:pt x="128" y="157"/>
                  <a:pt x="128" y="157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09" y="176"/>
                  <a:pt x="109" y="176"/>
                  <a:pt x="109" y="176"/>
                </a:cubicBezTo>
                <a:cubicBezTo>
                  <a:pt x="120" y="101"/>
                  <a:pt x="120" y="101"/>
                  <a:pt x="120" y="101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02"/>
                  <a:pt x="112" y="102"/>
                  <a:pt x="112" y="102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88" y="98"/>
                  <a:pt x="88" y="98"/>
                  <a:pt x="88" y="98"/>
                </a:cubicBezTo>
                <a:cubicBezTo>
                  <a:pt x="76" y="111"/>
                  <a:pt x="76" y="111"/>
                  <a:pt x="76" y="111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64" y="99"/>
                  <a:pt x="64" y="99"/>
                  <a:pt x="64" y="99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67" y="176"/>
                  <a:pt x="67" y="176"/>
                  <a:pt x="67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48" y="158"/>
                  <a:pt x="48" y="158"/>
                  <a:pt x="48" y="158"/>
                </a:cubicBezTo>
                <a:lnTo>
                  <a:pt x="46" y="157"/>
                </a:lnTo>
                <a:close/>
                <a:moveTo>
                  <a:pt x="76" y="176"/>
                </a:moveTo>
                <a:cubicBezTo>
                  <a:pt x="66" y="114"/>
                  <a:pt x="66" y="114"/>
                  <a:pt x="66" y="114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88" y="110"/>
                  <a:pt x="88" y="110"/>
                  <a:pt x="88" y="110"/>
                </a:cubicBezTo>
                <a:cubicBezTo>
                  <a:pt x="100" y="121"/>
                  <a:pt x="100" y="121"/>
                  <a:pt x="100" y="121"/>
                </a:cubicBezTo>
                <a:cubicBezTo>
                  <a:pt x="110" y="114"/>
                  <a:pt x="110" y="114"/>
                  <a:pt x="110" y="114"/>
                </a:cubicBezTo>
                <a:cubicBezTo>
                  <a:pt x="101" y="176"/>
                  <a:pt x="101" y="176"/>
                  <a:pt x="101" y="176"/>
                </a:cubicBezTo>
                <a:lnTo>
                  <a:pt x="76" y="176"/>
                </a:lnTo>
                <a:close/>
                <a:moveTo>
                  <a:pt x="48" y="184"/>
                </a:moveTo>
                <a:cubicBezTo>
                  <a:pt x="128" y="184"/>
                  <a:pt x="128" y="184"/>
                  <a:pt x="128" y="184"/>
                </a:cubicBezTo>
                <a:cubicBezTo>
                  <a:pt x="128" y="200"/>
                  <a:pt x="128" y="200"/>
                  <a:pt x="128" y="200"/>
                </a:cubicBezTo>
                <a:cubicBezTo>
                  <a:pt x="48" y="200"/>
                  <a:pt x="48" y="200"/>
                  <a:pt x="48" y="200"/>
                </a:cubicBezTo>
                <a:lnTo>
                  <a:pt x="48" y="184"/>
                </a:lnTo>
                <a:close/>
                <a:moveTo>
                  <a:pt x="56" y="208"/>
                </a:moveTo>
                <a:cubicBezTo>
                  <a:pt x="120" y="208"/>
                  <a:pt x="120" y="208"/>
                  <a:pt x="120" y="208"/>
                </a:cubicBezTo>
                <a:cubicBezTo>
                  <a:pt x="120" y="224"/>
                  <a:pt x="120" y="224"/>
                  <a:pt x="120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0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9" name="Group 698"/>
          <p:cNvGrpSpPr/>
          <p:nvPr/>
        </p:nvGrpSpPr>
        <p:grpSpPr>
          <a:xfrm>
            <a:off x="5220774" y="2852207"/>
            <a:ext cx="301789" cy="301788"/>
            <a:chOff x="5220774" y="2852207"/>
            <a:chExt cx="301789" cy="301788"/>
          </a:xfrm>
          <a:solidFill>
            <a:schemeClr val="tx1"/>
          </a:solidFill>
        </p:grpSpPr>
        <p:sp>
          <p:nvSpPr>
            <p:cNvPr id="584" name="Freeform 173"/>
            <p:cNvSpPr>
              <a:spLocks/>
            </p:cNvSpPr>
            <p:nvPr/>
          </p:nvSpPr>
          <p:spPr bwMode="auto">
            <a:xfrm>
              <a:off x="5361190" y="2852207"/>
              <a:ext cx="161373" cy="161373"/>
            </a:xfrm>
            <a:custGeom>
              <a:avLst/>
              <a:gdLst>
                <a:gd name="T0" fmla="*/ 92 w 136"/>
                <a:gd name="T1" fmla="*/ 0 h 136"/>
                <a:gd name="T2" fmla="*/ 92 w 136"/>
                <a:gd name="T3" fmla="*/ 0 h 136"/>
                <a:gd name="T4" fmla="*/ 66 w 136"/>
                <a:gd name="T5" fmla="*/ 9 h 136"/>
                <a:gd name="T6" fmla="*/ 13 w 136"/>
                <a:gd name="T7" fmla="*/ 61 h 136"/>
                <a:gd name="T8" fmla="*/ 0 w 136"/>
                <a:gd name="T9" fmla="*/ 92 h 136"/>
                <a:gd name="T10" fmla="*/ 4 w 136"/>
                <a:gd name="T11" fmla="*/ 110 h 136"/>
                <a:gd name="T12" fmla="*/ 4 w 136"/>
                <a:gd name="T13" fmla="*/ 110 h 136"/>
                <a:gd name="T14" fmla="*/ 5 w 136"/>
                <a:gd name="T15" fmla="*/ 111 h 136"/>
                <a:gd name="T16" fmla="*/ 12 w 136"/>
                <a:gd name="T17" fmla="*/ 108 h 136"/>
                <a:gd name="T18" fmla="*/ 11 w 136"/>
                <a:gd name="T19" fmla="*/ 106 h 136"/>
                <a:gd name="T20" fmla="*/ 8 w 136"/>
                <a:gd name="T21" fmla="*/ 108 h 136"/>
                <a:gd name="T22" fmla="*/ 11 w 136"/>
                <a:gd name="T23" fmla="*/ 106 h 136"/>
                <a:gd name="T24" fmla="*/ 8 w 136"/>
                <a:gd name="T25" fmla="*/ 92 h 136"/>
                <a:gd name="T26" fmla="*/ 19 w 136"/>
                <a:gd name="T27" fmla="*/ 67 h 136"/>
                <a:gd name="T28" fmla="*/ 71 w 136"/>
                <a:gd name="T29" fmla="*/ 15 h 136"/>
                <a:gd name="T30" fmla="*/ 92 w 136"/>
                <a:gd name="T31" fmla="*/ 8 h 136"/>
                <a:gd name="T32" fmla="*/ 92 w 136"/>
                <a:gd name="T33" fmla="*/ 8 h 136"/>
                <a:gd name="T34" fmla="*/ 118 w 136"/>
                <a:gd name="T35" fmla="*/ 19 h 136"/>
                <a:gd name="T36" fmla="*/ 128 w 136"/>
                <a:gd name="T37" fmla="*/ 44 h 136"/>
                <a:gd name="T38" fmla="*/ 121 w 136"/>
                <a:gd name="T39" fmla="*/ 65 h 136"/>
                <a:gd name="T40" fmla="*/ 73 w 136"/>
                <a:gd name="T41" fmla="*/ 113 h 136"/>
                <a:gd name="T42" fmla="*/ 73 w 136"/>
                <a:gd name="T43" fmla="*/ 114 h 136"/>
                <a:gd name="T44" fmla="*/ 44 w 136"/>
                <a:gd name="T45" fmla="*/ 128 h 136"/>
                <a:gd name="T46" fmla="*/ 44 w 136"/>
                <a:gd name="T47" fmla="*/ 128 h 136"/>
                <a:gd name="T48" fmla="*/ 30 w 136"/>
                <a:gd name="T49" fmla="*/ 125 h 136"/>
                <a:gd name="T50" fmla="*/ 27 w 136"/>
                <a:gd name="T51" fmla="*/ 132 h 136"/>
                <a:gd name="T52" fmla="*/ 44 w 136"/>
                <a:gd name="T53" fmla="*/ 136 h 136"/>
                <a:gd name="T54" fmla="*/ 44 w 136"/>
                <a:gd name="T55" fmla="*/ 136 h 136"/>
                <a:gd name="T56" fmla="*/ 79 w 136"/>
                <a:gd name="T57" fmla="*/ 119 h 136"/>
                <a:gd name="T58" fmla="*/ 127 w 136"/>
                <a:gd name="T59" fmla="*/ 71 h 136"/>
                <a:gd name="T60" fmla="*/ 127 w 136"/>
                <a:gd name="T61" fmla="*/ 70 h 136"/>
                <a:gd name="T62" fmla="*/ 136 w 136"/>
                <a:gd name="T63" fmla="*/ 44 h 136"/>
                <a:gd name="T64" fmla="*/ 123 w 136"/>
                <a:gd name="T65" fmla="*/ 13 h 136"/>
                <a:gd name="T66" fmla="*/ 92 w 136"/>
                <a:gd name="T6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6" h="136">
                  <a:moveTo>
                    <a:pt x="9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2" y="0"/>
                    <a:pt x="73" y="3"/>
                    <a:pt x="66" y="9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5" y="70"/>
                    <a:pt x="0" y="81"/>
                    <a:pt x="0" y="92"/>
                  </a:cubicBezTo>
                  <a:cubicBezTo>
                    <a:pt x="0" y="98"/>
                    <a:pt x="1" y="104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1"/>
                    <a:pt x="5" y="111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2" y="107"/>
                    <a:pt x="11" y="107"/>
                    <a:pt x="11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9" y="102"/>
                    <a:pt x="8" y="97"/>
                    <a:pt x="8" y="92"/>
                  </a:cubicBezTo>
                  <a:cubicBezTo>
                    <a:pt x="8" y="83"/>
                    <a:pt x="12" y="74"/>
                    <a:pt x="19" y="6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7" y="10"/>
                    <a:pt x="84" y="8"/>
                    <a:pt x="92" y="8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02" y="8"/>
                    <a:pt x="111" y="12"/>
                    <a:pt x="118" y="19"/>
                  </a:cubicBezTo>
                  <a:cubicBezTo>
                    <a:pt x="124" y="25"/>
                    <a:pt x="128" y="34"/>
                    <a:pt x="128" y="44"/>
                  </a:cubicBezTo>
                  <a:cubicBezTo>
                    <a:pt x="128" y="52"/>
                    <a:pt x="126" y="59"/>
                    <a:pt x="121" y="65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66" y="123"/>
                    <a:pt x="56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39" y="128"/>
                    <a:pt x="34" y="127"/>
                    <a:pt x="30" y="125"/>
                  </a:cubicBezTo>
                  <a:cubicBezTo>
                    <a:pt x="27" y="132"/>
                    <a:pt x="27" y="132"/>
                    <a:pt x="27" y="132"/>
                  </a:cubicBezTo>
                  <a:cubicBezTo>
                    <a:pt x="32" y="135"/>
                    <a:pt x="38" y="136"/>
                    <a:pt x="44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58" y="136"/>
                    <a:pt x="71" y="130"/>
                    <a:pt x="79" y="119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33" y="63"/>
                    <a:pt x="136" y="54"/>
                    <a:pt x="136" y="44"/>
                  </a:cubicBezTo>
                  <a:cubicBezTo>
                    <a:pt x="136" y="32"/>
                    <a:pt x="132" y="21"/>
                    <a:pt x="123" y="13"/>
                  </a:cubicBezTo>
                  <a:cubicBezTo>
                    <a:pt x="115" y="5"/>
                    <a:pt x="104" y="0"/>
                    <a:pt x="9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5" name="Freeform 174"/>
            <p:cNvSpPr>
              <a:spLocks/>
            </p:cNvSpPr>
            <p:nvPr/>
          </p:nvSpPr>
          <p:spPr bwMode="auto">
            <a:xfrm>
              <a:off x="5220774" y="2994718"/>
              <a:ext cx="159277" cy="159277"/>
            </a:xfrm>
            <a:custGeom>
              <a:avLst/>
              <a:gdLst>
                <a:gd name="T0" fmla="*/ 125 w 136"/>
                <a:gd name="T1" fmla="*/ 30 h 136"/>
                <a:gd name="T2" fmla="*/ 128 w 136"/>
                <a:gd name="T3" fmla="*/ 44 h 136"/>
                <a:gd name="T4" fmla="*/ 121 w 136"/>
                <a:gd name="T5" fmla="*/ 65 h 136"/>
                <a:gd name="T6" fmla="*/ 73 w 136"/>
                <a:gd name="T7" fmla="*/ 113 h 136"/>
                <a:gd name="T8" fmla="*/ 73 w 136"/>
                <a:gd name="T9" fmla="*/ 114 h 136"/>
                <a:gd name="T10" fmla="*/ 44 w 136"/>
                <a:gd name="T11" fmla="*/ 128 h 136"/>
                <a:gd name="T12" fmla="*/ 44 w 136"/>
                <a:gd name="T13" fmla="*/ 128 h 136"/>
                <a:gd name="T14" fmla="*/ 19 w 136"/>
                <a:gd name="T15" fmla="*/ 118 h 136"/>
                <a:gd name="T16" fmla="*/ 8 w 136"/>
                <a:gd name="T17" fmla="*/ 92 h 136"/>
                <a:gd name="T18" fmla="*/ 19 w 136"/>
                <a:gd name="T19" fmla="*/ 67 h 136"/>
                <a:gd name="T20" fmla="*/ 71 w 136"/>
                <a:gd name="T21" fmla="*/ 15 h 136"/>
                <a:gd name="T22" fmla="*/ 92 w 136"/>
                <a:gd name="T23" fmla="*/ 8 h 136"/>
                <a:gd name="T24" fmla="*/ 92 w 136"/>
                <a:gd name="T25" fmla="*/ 8 h 136"/>
                <a:gd name="T26" fmla="*/ 107 w 136"/>
                <a:gd name="T27" fmla="*/ 11 h 136"/>
                <a:gd name="T28" fmla="*/ 110 w 136"/>
                <a:gd name="T29" fmla="*/ 4 h 136"/>
                <a:gd name="T30" fmla="*/ 92 w 136"/>
                <a:gd name="T31" fmla="*/ 0 h 136"/>
                <a:gd name="T32" fmla="*/ 92 w 136"/>
                <a:gd name="T33" fmla="*/ 0 h 136"/>
                <a:gd name="T34" fmla="*/ 66 w 136"/>
                <a:gd name="T35" fmla="*/ 9 h 136"/>
                <a:gd name="T36" fmla="*/ 13 w 136"/>
                <a:gd name="T37" fmla="*/ 61 h 136"/>
                <a:gd name="T38" fmla="*/ 0 w 136"/>
                <a:gd name="T39" fmla="*/ 92 h 136"/>
                <a:gd name="T40" fmla="*/ 13 w 136"/>
                <a:gd name="T41" fmla="*/ 123 h 136"/>
                <a:gd name="T42" fmla="*/ 44 w 136"/>
                <a:gd name="T43" fmla="*/ 136 h 136"/>
                <a:gd name="T44" fmla="*/ 44 w 136"/>
                <a:gd name="T45" fmla="*/ 136 h 136"/>
                <a:gd name="T46" fmla="*/ 79 w 136"/>
                <a:gd name="T47" fmla="*/ 119 h 136"/>
                <a:gd name="T48" fmla="*/ 127 w 136"/>
                <a:gd name="T49" fmla="*/ 71 h 136"/>
                <a:gd name="T50" fmla="*/ 127 w 136"/>
                <a:gd name="T51" fmla="*/ 70 h 136"/>
                <a:gd name="T52" fmla="*/ 136 w 136"/>
                <a:gd name="T53" fmla="*/ 44 h 136"/>
                <a:gd name="T54" fmla="*/ 133 w 136"/>
                <a:gd name="T55" fmla="*/ 26 h 136"/>
                <a:gd name="T56" fmla="*/ 125 w 136"/>
                <a:gd name="T57" fmla="*/ 3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6" h="136">
                  <a:moveTo>
                    <a:pt x="125" y="30"/>
                  </a:moveTo>
                  <a:cubicBezTo>
                    <a:pt x="127" y="34"/>
                    <a:pt x="128" y="39"/>
                    <a:pt x="128" y="44"/>
                  </a:cubicBezTo>
                  <a:cubicBezTo>
                    <a:pt x="128" y="52"/>
                    <a:pt x="126" y="59"/>
                    <a:pt x="121" y="65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66" y="123"/>
                    <a:pt x="56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35" y="128"/>
                    <a:pt x="26" y="124"/>
                    <a:pt x="19" y="118"/>
                  </a:cubicBezTo>
                  <a:cubicBezTo>
                    <a:pt x="12" y="111"/>
                    <a:pt x="8" y="102"/>
                    <a:pt x="8" y="92"/>
                  </a:cubicBezTo>
                  <a:cubicBezTo>
                    <a:pt x="8" y="83"/>
                    <a:pt x="12" y="74"/>
                    <a:pt x="19" y="6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7" y="11"/>
                    <a:pt x="84" y="8"/>
                    <a:pt x="92" y="8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97" y="8"/>
                    <a:pt x="102" y="9"/>
                    <a:pt x="107" y="11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04" y="1"/>
                    <a:pt x="98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3" y="0"/>
                    <a:pt x="73" y="3"/>
                    <a:pt x="66" y="9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5" y="70"/>
                    <a:pt x="0" y="81"/>
                    <a:pt x="0" y="92"/>
                  </a:cubicBezTo>
                  <a:cubicBezTo>
                    <a:pt x="0" y="104"/>
                    <a:pt x="5" y="115"/>
                    <a:pt x="13" y="123"/>
                  </a:cubicBezTo>
                  <a:cubicBezTo>
                    <a:pt x="21" y="132"/>
                    <a:pt x="32" y="136"/>
                    <a:pt x="44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58" y="136"/>
                    <a:pt x="71" y="130"/>
                    <a:pt x="79" y="119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33" y="63"/>
                    <a:pt x="136" y="54"/>
                    <a:pt x="136" y="44"/>
                  </a:cubicBezTo>
                  <a:cubicBezTo>
                    <a:pt x="136" y="38"/>
                    <a:pt x="135" y="32"/>
                    <a:pt x="133" y="26"/>
                  </a:cubicBezTo>
                  <a:lnTo>
                    <a:pt x="125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6" name="Freeform 175"/>
            <p:cNvSpPr>
              <a:spLocks/>
            </p:cNvSpPr>
            <p:nvPr/>
          </p:nvSpPr>
          <p:spPr bwMode="auto">
            <a:xfrm>
              <a:off x="5325562" y="2956995"/>
              <a:ext cx="92213" cy="92213"/>
            </a:xfrm>
            <a:custGeom>
              <a:avLst/>
              <a:gdLst>
                <a:gd name="T0" fmla="*/ 44 w 44"/>
                <a:gd name="T1" fmla="*/ 4 h 44"/>
                <a:gd name="T2" fmla="*/ 3 w 44"/>
                <a:gd name="T3" fmla="*/ 44 h 44"/>
                <a:gd name="T4" fmla="*/ 0 w 44"/>
                <a:gd name="T5" fmla="*/ 41 h 44"/>
                <a:gd name="T6" fmla="*/ 41 w 44"/>
                <a:gd name="T7" fmla="*/ 0 h 44"/>
                <a:gd name="T8" fmla="*/ 44 w 44"/>
                <a:gd name="T9" fmla="*/ 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4" y="4"/>
                  </a:moveTo>
                  <a:lnTo>
                    <a:pt x="3" y="44"/>
                  </a:lnTo>
                  <a:lnTo>
                    <a:pt x="0" y="41"/>
                  </a:lnTo>
                  <a:lnTo>
                    <a:pt x="41" y="0"/>
                  </a:lnTo>
                  <a:lnTo>
                    <a:pt x="4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7" name="Group 706"/>
          <p:cNvGrpSpPr/>
          <p:nvPr/>
        </p:nvGrpSpPr>
        <p:grpSpPr>
          <a:xfrm>
            <a:off x="5646212" y="2852207"/>
            <a:ext cx="234724" cy="301788"/>
            <a:chOff x="5646212" y="2852207"/>
            <a:chExt cx="234724" cy="301788"/>
          </a:xfrm>
          <a:solidFill>
            <a:schemeClr val="tx1"/>
          </a:solidFill>
        </p:grpSpPr>
        <p:sp>
          <p:nvSpPr>
            <p:cNvPr id="587" name="Freeform 176"/>
            <p:cNvSpPr>
              <a:spLocks noEditPoints="1"/>
            </p:cNvSpPr>
            <p:nvPr/>
          </p:nvSpPr>
          <p:spPr bwMode="auto">
            <a:xfrm>
              <a:off x="5646212" y="2852207"/>
              <a:ext cx="234724" cy="301788"/>
            </a:xfrm>
            <a:custGeom>
              <a:avLst/>
              <a:gdLst>
                <a:gd name="T0" fmla="*/ 168 w 200"/>
                <a:gd name="T1" fmla="*/ 68 h 256"/>
                <a:gd name="T2" fmla="*/ 100 w 200"/>
                <a:gd name="T3" fmla="*/ 0 h 256"/>
                <a:gd name="T4" fmla="*/ 32 w 200"/>
                <a:gd name="T5" fmla="*/ 68 h 256"/>
                <a:gd name="T6" fmla="*/ 32 w 200"/>
                <a:gd name="T7" fmla="*/ 128 h 256"/>
                <a:gd name="T8" fmla="*/ 0 w 200"/>
                <a:gd name="T9" fmla="*/ 128 h 256"/>
                <a:gd name="T10" fmla="*/ 0 w 200"/>
                <a:gd name="T11" fmla="*/ 256 h 256"/>
                <a:gd name="T12" fmla="*/ 200 w 200"/>
                <a:gd name="T13" fmla="*/ 256 h 256"/>
                <a:gd name="T14" fmla="*/ 200 w 200"/>
                <a:gd name="T15" fmla="*/ 128 h 256"/>
                <a:gd name="T16" fmla="*/ 168 w 200"/>
                <a:gd name="T17" fmla="*/ 128 h 256"/>
                <a:gd name="T18" fmla="*/ 168 w 200"/>
                <a:gd name="T19" fmla="*/ 68 h 256"/>
                <a:gd name="T20" fmla="*/ 40 w 200"/>
                <a:gd name="T21" fmla="*/ 68 h 256"/>
                <a:gd name="T22" fmla="*/ 100 w 200"/>
                <a:gd name="T23" fmla="*/ 8 h 256"/>
                <a:gd name="T24" fmla="*/ 160 w 200"/>
                <a:gd name="T25" fmla="*/ 68 h 256"/>
                <a:gd name="T26" fmla="*/ 160 w 200"/>
                <a:gd name="T27" fmla="*/ 128 h 256"/>
                <a:gd name="T28" fmla="*/ 40 w 200"/>
                <a:gd name="T29" fmla="*/ 128 h 256"/>
                <a:gd name="T30" fmla="*/ 40 w 200"/>
                <a:gd name="T31" fmla="*/ 68 h 256"/>
                <a:gd name="T32" fmla="*/ 192 w 200"/>
                <a:gd name="T33" fmla="*/ 248 h 256"/>
                <a:gd name="T34" fmla="*/ 8 w 200"/>
                <a:gd name="T35" fmla="*/ 248 h 256"/>
                <a:gd name="T36" fmla="*/ 8 w 200"/>
                <a:gd name="T37" fmla="*/ 136 h 256"/>
                <a:gd name="T38" fmla="*/ 192 w 200"/>
                <a:gd name="T39" fmla="*/ 136 h 256"/>
                <a:gd name="T40" fmla="*/ 192 w 200"/>
                <a:gd name="T41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0" h="256">
                  <a:moveTo>
                    <a:pt x="168" y="68"/>
                  </a:moveTo>
                  <a:cubicBezTo>
                    <a:pt x="168" y="31"/>
                    <a:pt x="138" y="0"/>
                    <a:pt x="100" y="0"/>
                  </a:cubicBezTo>
                  <a:cubicBezTo>
                    <a:pt x="63" y="0"/>
                    <a:pt x="32" y="31"/>
                    <a:pt x="32" y="6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00" y="256"/>
                    <a:pt x="200" y="256"/>
                    <a:pt x="200" y="25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168" y="128"/>
                    <a:pt x="168" y="128"/>
                    <a:pt x="168" y="128"/>
                  </a:cubicBezTo>
                  <a:lnTo>
                    <a:pt x="168" y="68"/>
                  </a:lnTo>
                  <a:close/>
                  <a:moveTo>
                    <a:pt x="40" y="68"/>
                  </a:moveTo>
                  <a:cubicBezTo>
                    <a:pt x="40" y="35"/>
                    <a:pt x="67" y="8"/>
                    <a:pt x="100" y="8"/>
                  </a:cubicBezTo>
                  <a:cubicBezTo>
                    <a:pt x="133" y="8"/>
                    <a:pt x="160" y="35"/>
                    <a:pt x="160" y="68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40" y="128"/>
                    <a:pt x="40" y="128"/>
                    <a:pt x="40" y="128"/>
                  </a:cubicBezTo>
                  <a:lnTo>
                    <a:pt x="40" y="68"/>
                  </a:lnTo>
                  <a:close/>
                  <a:moveTo>
                    <a:pt x="192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192" y="136"/>
                    <a:pt x="192" y="136"/>
                    <a:pt x="192" y="136"/>
                  </a:cubicBezTo>
                  <a:lnTo>
                    <a:pt x="192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8" name="Freeform 177"/>
            <p:cNvSpPr>
              <a:spLocks noEditPoints="1"/>
            </p:cNvSpPr>
            <p:nvPr/>
          </p:nvSpPr>
          <p:spPr bwMode="auto">
            <a:xfrm>
              <a:off x="5740520" y="3051303"/>
              <a:ext cx="46107" cy="60777"/>
            </a:xfrm>
            <a:custGeom>
              <a:avLst/>
              <a:gdLst>
                <a:gd name="T0" fmla="*/ 16 w 40"/>
                <a:gd name="T1" fmla="*/ 40 h 52"/>
                <a:gd name="T2" fmla="*/ 16 w 40"/>
                <a:gd name="T3" fmla="*/ 52 h 52"/>
                <a:gd name="T4" fmla="*/ 24 w 40"/>
                <a:gd name="T5" fmla="*/ 52 h 52"/>
                <a:gd name="T6" fmla="*/ 24 w 40"/>
                <a:gd name="T7" fmla="*/ 40 h 52"/>
                <a:gd name="T8" fmla="*/ 40 w 40"/>
                <a:gd name="T9" fmla="*/ 20 h 52"/>
                <a:gd name="T10" fmla="*/ 20 w 40"/>
                <a:gd name="T11" fmla="*/ 0 h 52"/>
                <a:gd name="T12" fmla="*/ 0 w 40"/>
                <a:gd name="T13" fmla="*/ 20 h 52"/>
                <a:gd name="T14" fmla="*/ 16 w 40"/>
                <a:gd name="T15" fmla="*/ 40 h 52"/>
                <a:gd name="T16" fmla="*/ 20 w 40"/>
                <a:gd name="T17" fmla="*/ 8 h 52"/>
                <a:gd name="T18" fmla="*/ 32 w 40"/>
                <a:gd name="T19" fmla="*/ 20 h 52"/>
                <a:gd name="T20" fmla="*/ 20 w 40"/>
                <a:gd name="T21" fmla="*/ 32 h 52"/>
                <a:gd name="T22" fmla="*/ 8 w 40"/>
                <a:gd name="T23" fmla="*/ 20 h 52"/>
                <a:gd name="T24" fmla="*/ 20 w 40"/>
                <a:gd name="T25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52">
                  <a:moveTo>
                    <a:pt x="16" y="40"/>
                  </a:moveTo>
                  <a:cubicBezTo>
                    <a:pt x="16" y="52"/>
                    <a:pt x="16" y="52"/>
                    <a:pt x="16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3" y="38"/>
                    <a:pt x="40" y="3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0"/>
                    <a:pt x="7" y="38"/>
                    <a:pt x="16" y="40"/>
                  </a:cubicBezTo>
                  <a:close/>
                  <a:moveTo>
                    <a:pt x="20" y="8"/>
                  </a:moveTo>
                  <a:cubicBezTo>
                    <a:pt x="27" y="8"/>
                    <a:pt x="32" y="13"/>
                    <a:pt x="32" y="20"/>
                  </a:cubicBezTo>
                  <a:cubicBezTo>
                    <a:pt x="32" y="27"/>
                    <a:pt x="27" y="32"/>
                    <a:pt x="20" y="32"/>
                  </a:cubicBezTo>
                  <a:cubicBezTo>
                    <a:pt x="14" y="32"/>
                    <a:pt x="8" y="27"/>
                    <a:pt x="8" y="20"/>
                  </a:cubicBezTo>
                  <a:cubicBezTo>
                    <a:pt x="8" y="13"/>
                    <a:pt x="14" y="8"/>
                    <a:pt x="2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8" name="Group 707"/>
          <p:cNvGrpSpPr/>
          <p:nvPr/>
        </p:nvGrpSpPr>
        <p:grpSpPr>
          <a:xfrm>
            <a:off x="6038117" y="2852207"/>
            <a:ext cx="234724" cy="301788"/>
            <a:chOff x="6038117" y="2852207"/>
            <a:chExt cx="234724" cy="301788"/>
          </a:xfrm>
          <a:solidFill>
            <a:schemeClr val="tx1"/>
          </a:solidFill>
        </p:grpSpPr>
        <p:sp>
          <p:nvSpPr>
            <p:cNvPr id="589" name="Freeform 178"/>
            <p:cNvSpPr>
              <a:spLocks noEditPoints="1"/>
            </p:cNvSpPr>
            <p:nvPr/>
          </p:nvSpPr>
          <p:spPr bwMode="auto">
            <a:xfrm>
              <a:off x="6038117" y="2852207"/>
              <a:ext cx="234724" cy="301788"/>
            </a:xfrm>
            <a:custGeom>
              <a:avLst/>
              <a:gdLst>
                <a:gd name="T0" fmla="*/ 40 w 200"/>
                <a:gd name="T1" fmla="*/ 68 h 256"/>
                <a:gd name="T2" fmla="*/ 100 w 200"/>
                <a:gd name="T3" fmla="*/ 8 h 256"/>
                <a:gd name="T4" fmla="*/ 160 w 200"/>
                <a:gd name="T5" fmla="*/ 68 h 256"/>
                <a:gd name="T6" fmla="*/ 160 w 200"/>
                <a:gd name="T7" fmla="*/ 80 h 256"/>
                <a:gd name="T8" fmla="*/ 168 w 200"/>
                <a:gd name="T9" fmla="*/ 80 h 256"/>
                <a:gd name="T10" fmla="*/ 168 w 200"/>
                <a:gd name="T11" fmla="*/ 68 h 256"/>
                <a:gd name="T12" fmla="*/ 100 w 200"/>
                <a:gd name="T13" fmla="*/ 0 h 256"/>
                <a:gd name="T14" fmla="*/ 32 w 200"/>
                <a:gd name="T15" fmla="*/ 68 h 256"/>
                <a:gd name="T16" fmla="*/ 32 w 200"/>
                <a:gd name="T17" fmla="*/ 128 h 256"/>
                <a:gd name="T18" fmla="*/ 0 w 200"/>
                <a:gd name="T19" fmla="*/ 128 h 256"/>
                <a:gd name="T20" fmla="*/ 0 w 200"/>
                <a:gd name="T21" fmla="*/ 256 h 256"/>
                <a:gd name="T22" fmla="*/ 200 w 200"/>
                <a:gd name="T23" fmla="*/ 256 h 256"/>
                <a:gd name="T24" fmla="*/ 200 w 200"/>
                <a:gd name="T25" fmla="*/ 128 h 256"/>
                <a:gd name="T26" fmla="*/ 40 w 200"/>
                <a:gd name="T27" fmla="*/ 128 h 256"/>
                <a:gd name="T28" fmla="*/ 40 w 200"/>
                <a:gd name="T29" fmla="*/ 68 h 256"/>
                <a:gd name="T30" fmla="*/ 192 w 200"/>
                <a:gd name="T31" fmla="*/ 248 h 256"/>
                <a:gd name="T32" fmla="*/ 8 w 200"/>
                <a:gd name="T33" fmla="*/ 248 h 256"/>
                <a:gd name="T34" fmla="*/ 8 w 200"/>
                <a:gd name="T35" fmla="*/ 136 h 256"/>
                <a:gd name="T36" fmla="*/ 192 w 200"/>
                <a:gd name="T37" fmla="*/ 136 h 256"/>
                <a:gd name="T38" fmla="*/ 192 w 200"/>
                <a:gd name="T39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0" h="256">
                  <a:moveTo>
                    <a:pt x="40" y="68"/>
                  </a:moveTo>
                  <a:cubicBezTo>
                    <a:pt x="40" y="35"/>
                    <a:pt x="67" y="8"/>
                    <a:pt x="100" y="8"/>
                  </a:cubicBezTo>
                  <a:cubicBezTo>
                    <a:pt x="134" y="8"/>
                    <a:pt x="160" y="35"/>
                    <a:pt x="160" y="68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8" y="80"/>
                    <a:pt x="168" y="80"/>
                    <a:pt x="168" y="80"/>
                  </a:cubicBezTo>
                  <a:cubicBezTo>
                    <a:pt x="168" y="68"/>
                    <a:pt x="168" y="68"/>
                    <a:pt x="168" y="68"/>
                  </a:cubicBezTo>
                  <a:cubicBezTo>
                    <a:pt x="168" y="31"/>
                    <a:pt x="138" y="0"/>
                    <a:pt x="100" y="0"/>
                  </a:cubicBezTo>
                  <a:cubicBezTo>
                    <a:pt x="63" y="0"/>
                    <a:pt x="32" y="31"/>
                    <a:pt x="32" y="6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00" y="256"/>
                    <a:pt x="200" y="256"/>
                    <a:pt x="200" y="25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40" y="128"/>
                    <a:pt x="40" y="128"/>
                    <a:pt x="40" y="128"/>
                  </a:cubicBezTo>
                  <a:lnTo>
                    <a:pt x="40" y="68"/>
                  </a:lnTo>
                  <a:close/>
                  <a:moveTo>
                    <a:pt x="192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192" y="136"/>
                    <a:pt x="192" y="136"/>
                    <a:pt x="192" y="136"/>
                  </a:cubicBezTo>
                  <a:lnTo>
                    <a:pt x="192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0" name="Freeform 179"/>
            <p:cNvSpPr>
              <a:spLocks noEditPoints="1"/>
            </p:cNvSpPr>
            <p:nvPr/>
          </p:nvSpPr>
          <p:spPr bwMode="auto">
            <a:xfrm>
              <a:off x="6132426" y="3051303"/>
              <a:ext cx="46107" cy="60777"/>
            </a:xfrm>
            <a:custGeom>
              <a:avLst/>
              <a:gdLst>
                <a:gd name="T0" fmla="*/ 16 w 40"/>
                <a:gd name="T1" fmla="*/ 40 h 52"/>
                <a:gd name="T2" fmla="*/ 16 w 40"/>
                <a:gd name="T3" fmla="*/ 52 h 52"/>
                <a:gd name="T4" fmla="*/ 24 w 40"/>
                <a:gd name="T5" fmla="*/ 52 h 52"/>
                <a:gd name="T6" fmla="*/ 24 w 40"/>
                <a:gd name="T7" fmla="*/ 40 h 52"/>
                <a:gd name="T8" fmla="*/ 40 w 40"/>
                <a:gd name="T9" fmla="*/ 20 h 52"/>
                <a:gd name="T10" fmla="*/ 20 w 40"/>
                <a:gd name="T11" fmla="*/ 0 h 52"/>
                <a:gd name="T12" fmla="*/ 0 w 40"/>
                <a:gd name="T13" fmla="*/ 20 h 52"/>
                <a:gd name="T14" fmla="*/ 16 w 40"/>
                <a:gd name="T15" fmla="*/ 40 h 52"/>
                <a:gd name="T16" fmla="*/ 20 w 40"/>
                <a:gd name="T17" fmla="*/ 8 h 52"/>
                <a:gd name="T18" fmla="*/ 32 w 40"/>
                <a:gd name="T19" fmla="*/ 20 h 52"/>
                <a:gd name="T20" fmla="*/ 20 w 40"/>
                <a:gd name="T21" fmla="*/ 32 h 52"/>
                <a:gd name="T22" fmla="*/ 8 w 40"/>
                <a:gd name="T23" fmla="*/ 20 h 52"/>
                <a:gd name="T24" fmla="*/ 20 w 40"/>
                <a:gd name="T25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52">
                  <a:moveTo>
                    <a:pt x="16" y="40"/>
                  </a:moveTo>
                  <a:cubicBezTo>
                    <a:pt x="16" y="52"/>
                    <a:pt x="16" y="52"/>
                    <a:pt x="16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38"/>
                    <a:pt x="40" y="3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0"/>
                    <a:pt x="7" y="38"/>
                    <a:pt x="16" y="40"/>
                  </a:cubicBezTo>
                  <a:close/>
                  <a:moveTo>
                    <a:pt x="20" y="8"/>
                  </a:moveTo>
                  <a:cubicBezTo>
                    <a:pt x="27" y="8"/>
                    <a:pt x="32" y="13"/>
                    <a:pt x="32" y="20"/>
                  </a:cubicBezTo>
                  <a:cubicBezTo>
                    <a:pt x="32" y="27"/>
                    <a:pt x="27" y="32"/>
                    <a:pt x="20" y="32"/>
                  </a:cubicBezTo>
                  <a:cubicBezTo>
                    <a:pt x="14" y="32"/>
                    <a:pt x="8" y="27"/>
                    <a:pt x="8" y="20"/>
                  </a:cubicBezTo>
                  <a:cubicBezTo>
                    <a:pt x="8" y="13"/>
                    <a:pt x="14" y="8"/>
                    <a:pt x="2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9" name="Group 708"/>
          <p:cNvGrpSpPr/>
          <p:nvPr/>
        </p:nvGrpSpPr>
        <p:grpSpPr>
          <a:xfrm>
            <a:off x="6467746" y="2852207"/>
            <a:ext cx="161373" cy="301788"/>
            <a:chOff x="6467746" y="2852207"/>
            <a:chExt cx="161373" cy="301788"/>
          </a:xfrm>
          <a:solidFill>
            <a:schemeClr val="tx1"/>
          </a:solidFill>
        </p:grpSpPr>
        <p:sp>
          <p:nvSpPr>
            <p:cNvPr id="591" name="Freeform 180"/>
            <p:cNvSpPr>
              <a:spLocks noEditPoints="1"/>
            </p:cNvSpPr>
            <p:nvPr/>
          </p:nvSpPr>
          <p:spPr bwMode="auto">
            <a:xfrm>
              <a:off x="6467746" y="2852207"/>
              <a:ext cx="161373" cy="301788"/>
            </a:xfrm>
            <a:custGeom>
              <a:avLst/>
              <a:gdLst>
                <a:gd name="T0" fmla="*/ 68 w 136"/>
                <a:gd name="T1" fmla="*/ 0 h 256"/>
                <a:gd name="T2" fmla="*/ 0 w 136"/>
                <a:gd name="T3" fmla="*/ 68 h 256"/>
                <a:gd name="T4" fmla="*/ 0 w 136"/>
                <a:gd name="T5" fmla="*/ 188 h 256"/>
                <a:gd name="T6" fmla="*/ 68 w 136"/>
                <a:gd name="T7" fmla="*/ 256 h 256"/>
                <a:gd name="T8" fmla="*/ 136 w 136"/>
                <a:gd name="T9" fmla="*/ 188 h 256"/>
                <a:gd name="T10" fmla="*/ 136 w 136"/>
                <a:gd name="T11" fmla="*/ 68 h 256"/>
                <a:gd name="T12" fmla="*/ 68 w 136"/>
                <a:gd name="T13" fmla="*/ 0 h 256"/>
                <a:gd name="T14" fmla="*/ 128 w 136"/>
                <a:gd name="T15" fmla="*/ 188 h 256"/>
                <a:gd name="T16" fmla="*/ 68 w 136"/>
                <a:gd name="T17" fmla="*/ 248 h 256"/>
                <a:gd name="T18" fmla="*/ 8 w 136"/>
                <a:gd name="T19" fmla="*/ 188 h 256"/>
                <a:gd name="T20" fmla="*/ 8 w 136"/>
                <a:gd name="T21" fmla="*/ 68 h 256"/>
                <a:gd name="T22" fmla="*/ 68 w 136"/>
                <a:gd name="T23" fmla="*/ 8 h 256"/>
                <a:gd name="T24" fmla="*/ 128 w 136"/>
                <a:gd name="T25" fmla="*/ 68 h 256"/>
                <a:gd name="T26" fmla="*/ 128 w 136"/>
                <a:gd name="T27" fmla="*/ 18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6" h="256">
                  <a:moveTo>
                    <a:pt x="68" y="0"/>
                  </a:moveTo>
                  <a:cubicBezTo>
                    <a:pt x="30" y="0"/>
                    <a:pt x="0" y="31"/>
                    <a:pt x="0" y="68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26"/>
                    <a:pt x="30" y="256"/>
                    <a:pt x="68" y="256"/>
                  </a:cubicBezTo>
                  <a:cubicBezTo>
                    <a:pt x="105" y="256"/>
                    <a:pt x="136" y="226"/>
                    <a:pt x="136" y="188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36" y="31"/>
                    <a:pt x="105" y="0"/>
                    <a:pt x="68" y="0"/>
                  </a:cubicBezTo>
                  <a:close/>
                  <a:moveTo>
                    <a:pt x="128" y="188"/>
                  </a:moveTo>
                  <a:cubicBezTo>
                    <a:pt x="128" y="221"/>
                    <a:pt x="101" y="248"/>
                    <a:pt x="68" y="248"/>
                  </a:cubicBezTo>
                  <a:cubicBezTo>
                    <a:pt x="34" y="248"/>
                    <a:pt x="8" y="221"/>
                    <a:pt x="8" y="18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35"/>
                    <a:pt x="34" y="8"/>
                    <a:pt x="68" y="8"/>
                  </a:cubicBezTo>
                  <a:cubicBezTo>
                    <a:pt x="101" y="8"/>
                    <a:pt x="128" y="35"/>
                    <a:pt x="128" y="68"/>
                  </a:cubicBezTo>
                  <a:lnTo>
                    <a:pt x="128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2" name="Rectangle 181"/>
            <p:cNvSpPr>
              <a:spLocks noChangeArrowheads="1"/>
            </p:cNvSpPr>
            <p:nvPr/>
          </p:nvSpPr>
          <p:spPr bwMode="auto">
            <a:xfrm>
              <a:off x="6543193" y="2900409"/>
              <a:ext cx="10479" cy="377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93" name="Freeform 182"/>
          <p:cNvSpPr>
            <a:spLocks noEditPoints="1"/>
          </p:cNvSpPr>
          <p:nvPr/>
        </p:nvSpPr>
        <p:spPr bwMode="auto">
          <a:xfrm>
            <a:off x="6788396" y="2850111"/>
            <a:ext cx="303884" cy="305980"/>
          </a:xfrm>
          <a:custGeom>
            <a:avLst/>
            <a:gdLst>
              <a:gd name="T0" fmla="*/ 84 w 257"/>
              <a:gd name="T1" fmla="*/ 168 h 258"/>
              <a:gd name="T2" fmla="*/ 140 w 257"/>
              <a:gd name="T3" fmla="*/ 146 h 258"/>
              <a:gd name="T4" fmla="*/ 158 w 257"/>
              <a:gd name="T5" fmla="*/ 164 h 258"/>
              <a:gd name="T6" fmla="*/ 146 w 257"/>
              <a:gd name="T7" fmla="*/ 176 h 258"/>
              <a:gd name="T8" fmla="*/ 228 w 257"/>
              <a:gd name="T9" fmla="*/ 258 h 258"/>
              <a:gd name="T10" fmla="*/ 257 w 257"/>
              <a:gd name="T11" fmla="*/ 228 h 258"/>
              <a:gd name="T12" fmla="*/ 176 w 257"/>
              <a:gd name="T13" fmla="*/ 147 h 258"/>
              <a:gd name="T14" fmla="*/ 164 w 257"/>
              <a:gd name="T15" fmla="*/ 159 h 258"/>
              <a:gd name="T16" fmla="*/ 146 w 257"/>
              <a:gd name="T17" fmla="*/ 141 h 258"/>
              <a:gd name="T18" fmla="*/ 168 w 257"/>
              <a:gd name="T19" fmla="*/ 84 h 258"/>
              <a:gd name="T20" fmla="*/ 84 w 257"/>
              <a:gd name="T21" fmla="*/ 0 h 258"/>
              <a:gd name="T22" fmla="*/ 0 w 257"/>
              <a:gd name="T23" fmla="*/ 84 h 258"/>
              <a:gd name="T24" fmla="*/ 84 w 257"/>
              <a:gd name="T25" fmla="*/ 168 h 258"/>
              <a:gd name="T26" fmla="*/ 246 w 257"/>
              <a:gd name="T27" fmla="*/ 228 h 258"/>
              <a:gd name="T28" fmla="*/ 228 w 257"/>
              <a:gd name="T29" fmla="*/ 247 h 258"/>
              <a:gd name="T30" fmla="*/ 157 w 257"/>
              <a:gd name="T31" fmla="*/ 176 h 258"/>
              <a:gd name="T32" fmla="*/ 176 w 257"/>
              <a:gd name="T33" fmla="*/ 158 h 258"/>
              <a:gd name="T34" fmla="*/ 246 w 257"/>
              <a:gd name="T35" fmla="*/ 228 h 258"/>
              <a:gd name="T36" fmla="*/ 84 w 257"/>
              <a:gd name="T37" fmla="*/ 8 h 258"/>
              <a:gd name="T38" fmla="*/ 160 w 257"/>
              <a:gd name="T39" fmla="*/ 84 h 258"/>
              <a:gd name="T40" fmla="*/ 84 w 257"/>
              <a:gd name="T41" fmla="*/ 160 h 258"/>
              <a:gd name="T42" fmla="*/ 8 w 257"/>
              <a:gd name="T43" fmla="*/ 84 h 258"/>
              <a:gd name="T44" fmla="*/ 84 w 257"/>
              <a:gd name="T45" fmla="*/ 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7" h="258">
                <a:moveTo>
                  <a:pt x="84" y="168"/>
                </a:moveTo>
                <a:cubicBezTo>
                  <a:pt x="106" y="168"/>
                  <a:pt x="125" y="160"/>
                  <a:pt x="140" y="146"/>
                </a:cubicBezTo>
                <a:cubicBezTo>
                  <a:pt x="158" y="164"/>
                  <a:pt x="158" y="164"/>
                  <a:pt x="158" y="164"/>
                </a:cubicBezTo>
                <a:cubicBezTo>
                  <a:pt x="146" y="176"/>
                  <a:pt x="146" y="176"/>
                  <a:pt x="146" y="176"/>
                </a:cubicBezTo>
                <a:cubicBezTo>
                  <a:pt x="228" y="258"/>
                  <a:pt x="228" y="258"/>
                  <a:pt x="228" y="258"/>
                </a:cubicBezTo>
                <a:cubicBezTo>
                  <a:pt x="257" y="228"/>
                  <a:pt x="257" y="228"/>
                  <a:pt x="257" y="228"/>
                </a:cubicBezTo>
                <a:cubicBezTo>
                  <a:pt x="176" y="147"/>
                  <a:pt x="176" y="147"/>
                  <a:pt x="176" y="147"/>
                </a:cubicBezTo>
                <a:cubicBezTo>
                  <a:pt x="164" y="159"/>
                  <a:pt x="164" y="159"/>
                  <a:pt x="164" y="159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59" y="126"/>
                  <a:pt x="168" y="106"/>
                  <a:pt x="168" y="84"/>
                </a:cubicBezTo>
                <a:cubicBezTo>
                  <a:pt x="168" y="38"/>
                  <a:pt x="130" y="0"/>
                  <a:pt x="84" y="0"/>
                </a:cubicBezTo>
                <a:cubicBezTo>
                  <a:pt x="38" y="0"/>
                  <a:pt x="0" y="38"/>
                  <a:pt x="0" y="84"/>
                </a:cubicBezTo>
                <a:cubicBezTo>
                  <a:pt x="0" y="131"/>
                  <a:pt x="38" y="168"/>
                  <a:pt x="84" y="168"/>
                </a:cubicBezTo>
                <a:close/>
                <a:moveTo>
                  <a:pt x="246" y="228"/>
                </a:moveTo>
                <a:cubicBezTo>
                  <a:pt x="228" y="247"/>
                  <a:pt x="228" y="247"/>
                  <a:pt x="228" y="247"/>
                </a:cubicBezTo>
                <a:cubicBezTo>
                  <a:pt x="157" y="176"/>
                  <a:pt x="157" y="176"/>
                  <a:pt x="157" y="176"/>
                </a:cubicBezTo>
                <a:cubicBezTo>
                  <a:pt x="176" y="158"/>
                  <a:pt x="176" y="158"/>
                  <a:pt x="176" y="158"/>
                </a:cubicBezTo>
                <a:lnTo>
                  <a:pt x="246" y="228"/>
                </a:lnTo>
                <a:close/>
                <a:moveTo>
                  <a:pt x="84" y="8"/>
                </a:moveTo>
                <a:cubicBezTo>
                  <a:pt x="126" y="8"/>
                  <a:pt x="160" y="42"/>
                  <a:pt x="160" y="84"/>
                </a:cubicBezTo>
                <a:cubicBezTo>
                  <a:pt x="160" y="126"/>
                  <a:pt x="126" y="160"/>
                  <a:pt x="84" y="160"/>
                </a:cubicBezTo>
                <a:cubicBezTo>
                  <a:pt x="42" y="160"/>
                  <a:pt x="8" y="126"/>
                  <a:pt x="8" y="84"/>
                </a:cubicBezTo>
                <a:cubicBezTo>
                  <a:pt x="8" y="42"/>
                  <a:pt x="42" y="8"/>
                  <a:pt x="84" y="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85" name="Group 684"/>
          <p:cNvGrpSpPr/>
          <p:nvPr/>
        </p:nvGrpSpPr>
        <p:grpSpPr>
          <a:xfrm>
            <a:off x="2081340" y="3244112"/>
            <a:ext cx="303884" cy="303884"/>
            <a:chOff x="2081340" y="3244112"/>
            <a:chExt cx="303884" cy="303884"/>
          </a:xfrm>
          <a:solidFill>
            <a:schemeClr val="tx1"/>
          </a:solidFill>
        </p:grpSpPr>
        <p:sp>
          <p:nvSpPr>
            <p:cNvPr id="594" name="Rectangle 183"/>
            <p:cNvSpPr>
              <a:spLocks noChangeArrowheads="1"/>
            </p:cNvSpPr>
            <p:nvPr/>
          </p:nvSpPr>
          <p:spPr bwMode="auto">
            <a:xfrm>
              <a:off x="2137926" y="3338421"/>
              <a:ext cx="85926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5" name="Freeform 184"/>
            <p:cNvSpPr>
              <a:spLocks noEditPoints="1"/>
            </p:cNvSpPr>
            <p:nvPr/>
          </p:nvSpPr>
          <p:spPr bwMode="auto">
            <a:xfrm>
              <a:off x="2081340" y="3244112"/>
              <a:ext cx="303884" cy="303884"/>
            </a:xfrm>
            <a:custGeom>
              <a:avLst/>
              <a:gdLst>
                <a:gd name="T0" fmla="*/ 164 w 258"/>
                <a:gd name="T1" fmla="*/ 159 h 258"/>
                <a:gd name="T2" fmla="*/ 146 w 258"/>
                <a:gd name="T3" fmla="*/ 141 h 258"/>
                <a:gd name="T4" fmla="*/ 168 w 258"/>
                <a:gd name="T5" fmla="*/ 84 h 258"/>
                <a:gd name="T6" fmla="*/ 84 w 258"/>
                <a:gd name="T7" fmla="*/ 0 h 258"/>
                <a:gd name="T8" fmla="*/ 0 w 258"/>
                <a:gd name="T9" fmla="*/ 84 h 258"/>
                <a:gd name="T10" fmla="*/ 84 w 258"/>
                <a:gd name="T11" fmla="*/ 168 h 258"/>
                <a:gd name="T12" fmla="*/ 141 w 258"/>
                <a:gd name="T13" fmla="*/ 146 h 258"/>
                <a:gd name="T14" fmla="*/ 159 w 258"/>
                <a:gd name="T15" fmla="*/ 164 h 258"/>
                <a:gd name="T16" fmla="*/ 147 w 258"/>
                <a:gd name="T17" fmla="*/ 176 h 258"/>
                <a:gd name="T18" fmla="*/ 228 w 258"/>
                <a:gd name="T19" fmla="*/ 258 h 258"/>
                <a:gd name="T20" fmla="*/ 258 w 258"/>
                <a:gd name="T21" fmla="*/ 228 h 258"/>
                <a:gd name="T22" fmla="*/ 176 w 258"/>
                <a:gd name="T23" fmla="*/ 147 h 258"/>
                <a:gd name="T24" fmla="*/ 164 w 258"/>
                <a:gd name="T25" fmla="*/ 159 h 258"/>
                <a:gd name="T26" fmla="*/ 8 w 258"/>
                <a:gd name="T27" fmla="*/ 84 h 258"/>
                <a:gd name="T28" fmla="*/ 84 w 258"/>
                <a:gd name="T29" fmla="*/ 8 h 258"/>
                <a:gd name="T30" fmla="*/ 160 w 258"/>
                <a:gd name="T31" fmla="*/ 84 h 258"/>
                <a:gd name="T32" fmla="*/ 84 w 258"/>
                <a:gd name="T33" fmla="*/ 160 h 258"/>
                <a:gd name="T34" fmla="*/ 8 w 258"/>
                <a:gd name="T35" fmla="*/ 84 h 258"/>
                <a:gd name="T36" fmla="*/ 228 w 258"/>
                <a:gd name="T37" fmla="*/ 247 h 258"/>
                <a:gd name="T38" fmla="*/ 158 w 258"/>
                <a:gd name="T39" fmla="*/ 176 h 258"/>
                <a:gd name="T40" fmla="*/ 176 w 258"/>
                <a:gd name="T41" fmla="*/ 158 h 258"/>
                <a:gd name="T42" fmla="*/ 247 w 258"/>
                <a:gd name="T43" fmla="*/ 228 h 258"/>
                <a:gd name="T44" fmla="*/ 228 w 258"/>
                <a:gd name="T45" fmla="*/ 24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8" h="258">
                  <a:moveTo>
                    <a:pt x="164" y="159"/>
                  </a:moveTo>
                  <a:cubicBezTo>
                    <a:pt x="146" y="141"/>
                    <a:pt x="146" y="141"/>
                    <a:pt x="146" y="141"/>
                  </a:cubicBezTo>
                  <a:cubicBezTo>
                    <a:pt x="160" y="126"/>
                    <a:pt x="168" y="106"/>
                    <a:pt x="168" y="84"/>
                  </a:cubicBezTo>
                  <a:cubicBezTo>
                    <a:pt x="168" y="38"/>
                    <a:pt x="131" y="0"/>
                    <a:pt x="84" y="0"/>
                  </a:cubicBezTo>
                  <a:cubicBezTo>
                    <a:pt x="38" y="0"/>
                    <a:pt x="0" y="38"/>
                    <a:pt x="0" y="84"/>
                  </a:cubicBezTo>
                  <a:cubicBezTo>
                    <a:pt x="0" y="131"/>
                    <a:pt x="38" y="168"/>
                    <a:pt x="84" y="168"/>
                  </a:cubicBezTo>
                  <a:cubicBezTo>
                    <a:pt x="106" y="168"/>
                    <a:pt x="126" y="160"/>
                    <a:pt x="141" y="146"/>
                  </a:cubicBezTo>
                  <a:cubicBezTo>
                    <a:pt x="159" y="164"/>
                    <a:pt x="159" y="164"/>
                    <a:pt x="159" y="164"/>
                  </a:cubicBezTo>
                  <a:cubicBezTo>
                    <a:pt x="147" y="176"/>
                    <a:pt x="147" y="176"/>
                    <a:pt x="147" y="176"/>
                  </a:cubicBezTo>
                  <a:cubicBezTo>
                    <a:pt x="228" y="258"/>
                    <a:pt x="228" y="258"/>
                    <a:pt x="228" y="258"/>
                  </a:cubicBezTo>
                  <a:cubicBezTo>
                    <a:pt x="258" y="228"/>
                    <a:pt x="258" y="228"/>
                    <a:pt x="258" y="228"/>
                  </a:cubicBezTo>
                  <a:cubicBezTo>
                    <a:pt x="176" y="147"/>
                    <a:pt x="176" y="147"/>
                    <a:pt x="176" y="147"/>
                  </a:cubicBezTo>
                  <a:lnTo>
                    <a:pt x="164" y="159"/>
                  </a:lnTo>
                  <a:close/>
                  <a:moveTo>
                    <a:pt x="8" y="84"/>
                  </a:moveTo>
                  <a:cubicBezTo>
                    <a:pt x="8" y="42"/>
                    <a:pt x="42" y="8"/>
                    <a:pt x="84" y="8"/>
                  </a:cubicBezTo>
                  <a:cubicBezTo>
                    <a:pt x="126" y="8"/>
                    <a:pt x="160" y="42"/>
                    <a:pt x="160" y="84"/>
                  </a:cubicBezTo>
                  <a:cubicBezTo>
                    <a:pt x="160" y="126"/>
                    <a:pt x="126" y="160"/>
                    <a:pt x="84" y="160"/>
                  </a:cubicBezTo>
                  <a:cubicBezTo>
                    <a:pt x="42" y="160"/>
                    <a:pt x="8" y="126"/>
                    <a:pt x="8" y="84"/>
                  </a:cubicBezTo>
                  <a:close/>
                  <a:moveTo>
                    <a:pt x="228" y="247"/>
                  </a:moveTo>
                  <a:cubicBezTo>
                    <a:pt x="158" y="176"/>
                    <a:pt x="158" y="176"/>
                    <a:pt x="158" y="176"/>
                  </a:cubicBezTo>
                  <a:cubicBezTo>
                    <a:pt x="176" y="158"/>
                    <a:pt x="176" y="158"/>
                    <a:pt x="176" y="158"/>
                  </a:cubicBezTo>
                  <a:cubicBezTo>
                    <a:pt x="247" y="228"/>
                    <a:pt x="247" y="228"/>
                    <a:pt x="247" y="228"/>
                  </a:cubicBezTo>
                  <a:lnTo>
                    <a:pt x="228" y="2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6" name="Group 685"/>
          <p:cNvGrpSpPr/>
          <p:nvPr/>
        </p:nvGrpSpPr>
        <p:grpSpPr>
          <a:xfrm>
            <a:off x="2475341" y="3244112"/>
            <a:ext cx="303884" cy="303884"/>
            <a:chOff x="2475341" y="3244112"/>
            <a:chExt cx="303884" cy="303884"/>
          </a:xfrm>
          <a:solidFill>
            <a:schemeClr val="tx1"/>
          </a:solidFill>
        </p:grpSpPr>
        <p:sp>
          <p:nvSpPr>
            <p:cNvPr id="596" name="Freeform 185"/>
            <p:cNvSpPr>
              <a:spLocks/>
            </p:cNvSpPr>
            <p:nvPr/>
          </p:nvSpPr>
          <p:spPr bwMode="auto">
            <a:xfrm>
              <a:off x="2531927" y="3300698"/>
              <a:ext cx="83830" cy="83830"/>
            </a:xfrm>
            <a:custGeom>
              <a:avLst/>
              <a:gdLst>
                <a:gd name="T0" fmla="*/ 22 w 40"/>
                <a:gd name="T1" fmla="*/ 0 h 40"/>
                <a:gd name="T2" fmla="*/ 18 w 40"/>
                <a:gd name="T3" fmla="*/ 0 h 40"/>
                <a:gd name="T4" fmla="*/ 18 w 40"/>
                <a:gd name="T5" fmla="*/ 18 h 40"/>
                <a:gd name="T6" fmla="*/ 0 w 40"/>
                <a:gd name="T7" fmla="*/ 18 h 40"/>
                <a:gd name="T8" fmla="*/ 0 w 40"/>
                <a:gd name="T9" fmla="*/ 22 h 40"/>
                <a:gd name="T10" fmla="*/ 18 w 40"/>
                <a:gd name="T11" fmla="*/ 22 h 40"/>
                <a:gd name="T12" fmla="*/ 18 w 40"/>
                <a:gd name="T13" fmla="*/ 40 h 40"/>
                <a:gd name="T14" fmla="*/ 22 w 40"/>
                <a:gd name="T15" fmla="*/ 40 h 40"/>
                <a:gd name="T16" fmla="*/ 22 w 40"/>
                <a:gd name="T17" fmla="*/ 22 h 40"/>
                <a:gd name="T18" fmla="*/ 40 w 40"/>
                <a:gd name="T19" fmla="*/ 22 h 40"/>
                <a:gd name="T20" fmla="*/ 40 w 40"/>
                <a:gd name="T21" fmla="*/ 18 h 40"/>
                <a:gd name="T22" fmla="*/ 22 w 40"/>
                <a:gd name="T23" fmla="*/ 18 h 40"/>
                <a:gd name="T24" fmla="*/ 22 w 40"/>
                <a:gd name="T2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40">
                  <a:moveTo>
                    <a:pt x="22" y="0"/>
                  </a:moveTo>
                  <a:lnTo>
                    <a:pt x="18" y="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18" y="22"/>
                  </a:lnTo>
                  <a:lnTo>
                    <a:pt x="18" y="40"/>
                  </a:lnTo>
                  <a:lnTo>
                    <a:pt x="22" y="40"/>
                  </a:lnTo>
                  <a:lnTo>
                    <a:pt x="22" y="22"/>
                  </a:lnTo>
                  <a:lnTo>
                    <a:pt x="40" y="22"/>
                  </a:lnTo>
                  <a:lnTo>
                    <a:pt x="40" y="18"/>
                  </a:lnTo>
                  <a:lnTo>
                    <a:pt x="22" y="18"/>
                  </a:ln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7" name="Freeform 186"/>
            <p:cNvSpPr>
              <a:spLocks noEditPoints="1"/>
            </p:cNvSpPr>
            <p:nvPr/>
          </p:nvSpPr>
          <p:spPr bwMode="auto">
            <a:xfrm>
              <a:off x="2475341" y="3244112"/>
              <a:ext cx="303884" cy="303884"/>
            </a:xfrm>
            <a:custGeom>
              <a:avLst/>
              <a:gdLst>
                <a:gd name="T0" fmla="*/ 164 w 257"/>
                <a:gd name="T1" fmla="*/ 159 h 258"/>
                <a:gd name="T2" fmla="*/ 146 w 257"/>
                <a:gd name="T3" fmla="*/ 141 h 258"/>
                <a:gd name="T4" fmla="*/ 168 w 257"/>
                <a:gd name="T5" fmla="*/ 84 h 258"/>
                <a:gd name="T6" fmla="*/ 84 w 257"/>
                <a:gd name="T7" fmla="*/ 0 h 258"/>
                <a:gd name="T8" fmla="*/ 0 w 257"/>
                <a:gd name="T9" fmla="*/ 84 h 258"/>
                <a:gd name="T10" fmla="*/ 84 w 257"/>
                <a:gd name="T11" fmla="*/ 168 h 258"/>
                <a:gd name="T12" fmla="*/ 140 w 257"/>
                <a:gd name="T13" fmla="*/ 146 h 258"/>
                <a:gd name="T14" fmla="*/ 158 w 257"/>
                <a:gd name="T15" fmla="*/ 164 h 258"/>
                <a:gd name="T16" fmla="*/ 146 w 257"/>
                <a:gd name="T17" fmla="*/ 176 h 258"/>
                <a:gd name="T18" fmla="*/ 228 w 257"/>
                <a:gd name="T19" fmla="*/ 258 h 258"/>
                <a:gd name="T20" fmla="*/ 257 w 257"/>
                <a:gd name="T21" fmla="*/ 228 h 258"/>
                <a:gd name="T22" fmla="*/ 176 w 257"/>
                <a:gd name="T23" fmla="*/ 147 h 258"/>
                <a:gd name="T24" fmla="*/ 164 w 257"/>
                <a:gd name="T25" fmla="*/ 159 h 258"/>
                <a:gd name="T26" fmla="*/ 8 w 257"/>
                <a:gd name="T27" fmla="*/ 84 h 258"/>
                <a:gd name="T28" fmla="*/ 84 w 257"/>
                <a:gd name="T29" fmla="*/ 8 h 258"/>
                <a:gd name="T30" fmla="*/ 160 w 257"/>
                <a:gd name="T31" fmla="*/ 84 h 258"/>
                <a:gd name="T32" fmla="*/ 84 w 257"/>
                <a:gd name="T33" fmla="*/ 160 h 258"/>
                <a:gd name="T34" fmla="*/ 8 w 257"/>
                <a:gd name="T35" fmla="*/ 84 h 258"/>
                <a:gd name="T36" fmla="*/ 228 w 257"/>
                <a:gd name="T37" fmla="*/ 247 h 258"/>
                <a:gd name="T38" fmla="*/ 157 w 257"/>
                <a:gd name="T39" fmla="*/ 176 h 258"/>
                <a:gd name="T40" fmla="*/ 176 w 257"/>
                <a:gd name="T41" fmla="*/ 158 h 258"/>
                <a:gd name="T42" fmla="*/ 246 w 257"/>
                <a:gd name="T43" fmla="*/ 228 h 258"/>
                <a:gd name="T44" fmla="*/ 228 w 257"/>
                <a:gd name="T45" fmla="*/ 24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7" h="258">
                  <a:moveTo>
                    <a:pt x="164" y="159"/>
                  </a:moveTo>
                  <a:cubicBezTo>
                    <a:pt x="146" y="141"/>
                    <a:pt x="146" y="141"/>
                    <a:pt x="146" y="141"/>
                  </a:cubicBezTo>
                  <a:cubicBezTo>
                    <a:pt x="159" y="126"/>
                    <a:pt x="168" y="106"/>
                    <a:pt x="168" y="84"/>
                  </a:cubicBezTo>
                  <a:cubicBezTo>
                    <a:pt x="168" y="38"/>
                    <a:pt x="130" y="0"/>
                    <a:pt x="84" y="0"/>
                  </a:cubicBezTo>
                  <a:cubicBezTo>
                    <a:pt x="37" y="0"/>
                    <a:pt x="0" y="38"/>
                    <a:pt x="0" y="84"/>
                  </a:cubicBezTo>
                  <a:cubicBezTo>
                    <a:pt x="0" y="131"/>
                    <a:pt x="37" y="168"/>
                    <a:pt x="84" y="168"/>
                  </a:cubicBezTo>
                  <a:cubicBezTo>
                    <a:pt x="105" y="168"/>
                    <a:pt x="125" y="160"/>
                    <a:pt x="140" y="146"/>
                  </a:cubicBezTo>
                  <a:cubicBezTo>
                    <a:pt x="158" y="164"/>
                    <a:pt x="158" y="164"/>
                    <a:pt x="158" y="164"/>
                  </a:cubicBezTo>
                  <a:cubicBezTo>
                    <a:pt x="146" y="176"/>
                    <a:pt x="146" y="176"/>
                    <a:pt x="146" y="176"/>
                  </a:cubicBezTo>
                  <a:cubicBezTo>
                    <a:pt x="228" y="258"/>
                    <a:pt x="228" y="258"/>
                    <a:pt x="228" y="258"/>
                  </a:cubicBezTo>
                  <a:cubicBezTo>
                    <a:pt x="257" y="228"/>
                    <a:pt x="257" y="228"/>
                    <a:pt x="257" y="228"/>
                  </a:cubicBezTo>
                  <a:cubicBezTo>
                    <a:pt x="176" y="147"/>
                    <a:pt x="176" y="147"/>
                    <a:pt x="176" y="147"/>
                  </a:cubicBezTo>
                  <a:lnTo>
                    <a:pt x="164" y="159"/>
                  </a:lnTo>
                  <a:close/>
                  <a:moveTo>
                    <a:pt x="8" y="84"/>
                  </a:moveTo>
                  <a:cubicBezTo>
                    <a:pt x="8" y="42"/>
                    <a:pt x="42" y="8"/>
                    <a:pt x="84" y="8"/>
                  </a:cubicBezTo>
                  <a:cubicBezTo>
                    <a:pt x="125" y="8"/>
                    <a:pt x="160" y="42"/>
                    <a:pt x="160" y="84"/>
                  </a:cubicBezTo>
                  <a:cubicBezTo>
                    <a:pt x="160" y="126"/>
                    <a:pt x="125" y="160"/>
                    <a:pt x="84" y="160"/>
                  </a:cubicBezTo>
                  <a:cubicBezTo>
                    <a:pt x="42" y="160"/>
                    <a:pt x="8" y="126"/>
                    <a:pt x="8" y="84"/>
                  </a:cubicBezTo>
                  <a:close/>
                  <a:moveTo>
                    <a:pt x="228" y="247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76" y="158"/>
                    <a:pt x="176" y="158"/>
                    <a:pt x="176" y="158"/>
                  </a:cubicBezTo>
                  <a:cubicBezTo>
                    <a:pt x="246" y="228"/>
                    <a:pt x="246" y="228"/>
                    <a:pt x="246" y="228"/>
                  </a:cubicBezTo>
                  <a:lnTo>
                    <a:pt x="228" y="2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98" name="Freeform 187"/>
          <p:cNvSpPr>
            <a:spLocks noEditPoints="1"/>
          </p:cNvSpPr>
          <p:nvPr/>
        </p:nvSpPr>
        <p:spPr bwMode="auto">
          <a:xfrm>
            <a:off x="2867247" y="3302793"/>
            <a:ext cx="301788" cy="184426"/>
          </a:xfrm>
          <a:custGeom>
            <a:avLst/>
            <a:gdLst>
              <a:gd name="T0" fmla="*/ 144 w 144"/>
              <a:gd name="T1" fmla="*/ 0 h 88"/>
              <a:gd name="T2" fmla="*/ 0 w 144"/>
              <a:gd name="T3" fmla="*/ 0 h 88"/>
              <a:gd name="T4" fmla="*/ 0 w 144"/>
              <a:gd name="T5" fmla="*/ 88 h 88"/>
              <a:gd name="T6" fmla="*/ 144 w 144"/>
              <a:gd name="T7" fmla="*/ 88 h 88"/>
              <a:gd name="T8" fmla="*/ 144 w 144"/>
              <a:gd name="T9" fmla="*/ 0 h 88"/>
              <a:gd name="T10" fmla="*/ 134 w 144"/>
              <a:gd name="T11" fmla="*/ 5 h 88"/>
              <a:gd name="T12" fmla="*/ 72 w 144"/>
              <a:gd name="T13" fmla="*/ 45 h 88"/>
              <a:gd name="T14" fmla="*/ 10 w 144"/>
              <a:gd name="T15" fmla="*/ 5 h 88"/>
              <a:gd name="T16" fmla="*/ 134 w 144"/>
              <a:gd name="T17" fmla="*/ 5 h 88"/>
              <a:gd name="T18" fmla="*/ 4 w 144"/>
              <a:gd name="T19" fmla="*/ 84 h 88"/>
              <a:gd name="T20" fmla="*/ 4 w 144"/>
              <a:gd name="T21" fmla="*/ 7 h 88"/>
              <a:gd name="T22" fmla="*/ 72 w 144"/>
              <a:gd name="T23" fmla="*/ 50 h 88"/>
              <a:gd name="T24" fmla="*/ 140 w 144"/>
              <a:gd name="T25" fmla="*/ 7 h 88"/>
              <a:gd name="T26" fmla="*/ 140 w 144"/>
              <a:gd name="T27" fmla="*/ 84 h 88"/>
              <a:gd name="T28" fmla="*/ 4 w 144"/>
              <a:gd name="T29" fmla="*/ 8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4" h="88">
                <a:moveTo>
                  <a:pt x="144" y="0"/>
                </a:moveTo>
                <a:lnTo>
                  <a:pt x="0" y="0"/>
                </a:lnTo>
                <a:lnTo>
                  <a:pt x="0" y="88"/>
                </a:lnTo>
                <a:lnTo>
                  <a:pt x="144" y="88"/>
                </a:lnTo>
                <a:lnTo>
                  <a:pt x="144" y="0"/>
                </a:lnTo>
                <a:close/>
                <a:moveTo>
                  <a:pt x="134" y="5"/>
                </a:moveTo>
                <a:lnTo>
                  <a:pt x="72" y="45"/>
                </a:lnTo>
                <a:lnTo>
                  <a:pt x="10" y="5"/>
                </a:lnTo>
                <a:lnTo>
                  <a:pt x="134" y="5"/>
                </a:lnTo>
                <a:close/>
                <a:moveTo>
                  <a:pt x="4" y="84"/>
                </a:moveTo>
                <a:lnTo>
                  <a:pt x="4" y="7"/>
                </a:lnTo>
                <a:lnTo>
                  <a:pt x="72" y="50"/>
                </a:lnTo>
                <a:lnTo>
                  <a:pt x="140" y="7"/>
                </a:lnTo>
                <a:lnTo>
                  <a:pt x="140" y="84"/>
                </a:lnTo>
                <a:lnTo>
                  <a:pt x="4" y="8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1" name="Group 690"/>
          <p:cNvGrpSpPr/>
          <p:nvPr/>
        </p:nvGrpSpPr>
        <p:grpSpPr>
          <a:xfrm>
            <a:off x="3259152" y="3294410"/>
            <a:ext cx="303884" cy="203288"/>
            <a:chOff x="3259152" y="3294410"/>
            <a:chExt cx="303884" cy="203288"/>
          </a:xfrm>
          <a:solidFill>
            <a:schemeClr val="tx1"/>
          </a:solidFill>
        </p:grpSpPr>
        <p:sp>
          <p:nvSpPr>
            <p:cNvPr id="599" name="Freeform 188"/>
            <p:cNvSpPr>
              <a:spLocks noEditPoints="1"/>
            </p:cNvSpPr>
            <p:nvPr/>
          </p:nvSpPr>
          <p:spPr bwMode="auto">
            <a:xfrm>
              <a:off x="3259152" y="3336325"/>
              <a:ext cx="255682" cy="161373"/>
            </a:xfrm>
            <a:custGeom>
              <a:avLst/>
              <a:gdLst>
                <a:gd name="T0" fmla="*/ 122 w 122"/>
                <a:gd name="T1" fmla="*/ 0 h 77"/>
                <a:gd name="T2" fmla="*/ 0 w 122"/>
                <a:gd name="T3" fmla="*/ 0 h 77"/>
                <a:gd name="T4" fmla="*/ 0 w 122"/>
                <a:gd name="T5" fmla="*/ 77 h 77"/>
                <a:gd name="T6" fmla="*/ 122 w 122"/>
                <a:gd name="T7" fmla="*/ 77 h 77"/>
                <a:gd name="T8" fmla="*/ 122 w 122"/>
                <a:gd name="T9" fmla="*/ 0 h 77"/>
                <a:gd name="T10" fmla="*/ 111 w 122"/>
                <a:gd name="T11" fmla="*/ 5 h 77"/>
                <a:gd name="T12" fmla="*/ 61 w 122"/>
                <a:gd name="T13" fmla="*/ 34 h 77"/>
                <a:gd name="T14" fmla="*/ 11 w 122"/>
                <a:gd name="T15" fmla="*/ 5 h 77"/>
                <a:gd name="T16" fmla="*/ 111 w 122"/>
                <a:gd name="T17" fmla="*/ 5 h 77"/>
                <a:gd name="T18" fmla="*/ 5 w 122"/>
                <a:gd name="T19" fmla="*/ 72 h 77"/>
                <a:gd name="T20" fmla="*/ 5 w 122"/>
                <a:gd name="T21" fmla="*/ 6 h 77"/>
                <a:gd name="T22" fmla="*/ 61 w 122"/>
                <a:gd name="T23" fmla="*/ 39 h 77"/>
                <a:gd name="T24" fmla="*/ 118 w 122"/>
                <a:gd name="T25" fmla="*/ 6 h 77"/>
                <a:gd name="T26" fmla="*/ 118 w 122"/>
                <a:gd name="T27" fmla="*/ 72 h 77"/>
                <a:gd name="T28" fmla="*/ 5 w 122"/>
                <a:gd name="T29" fmla="*/ 7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2" h="77">
                  <a:moveTo>
                    <a:pt x="12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122" y="77"/>
                  </a:lnTo>
                  <a:lnTo>
                    <a:pt x="122" y="0"/>
                  </a:lnTo>
                  <a:close/>
                  <a:moveTo>
                    <a:pt x="111" y="5"/>
                  </a:moveTo>
                  <a:lnTo>
                    <a:pt x="61" y="34"/>
                  </a:lnTo>
                  <a:lnTo>
                    <a:pt x="11" y="5"/>
                  </a:lnTo>
                  <a:lnTo>
                    <a:pt x="111" y="5"/>
                  </a:lnTo>
                  <a:close/>
                  <a:moveTo>
                    <a:pt x="5" y="72"/>
                  </a:moveTo>
                  <a:lnTo>
                    <a:pt x="5" y="6"/>
                  </a:lnTo>
                  <a:lnTo>
                    <a:pt x="61" y="39"/>
                  </a:lnTo>
                  <a:lnTo>
                    <a:pt x="118" y="6"/>
                  </a:lnTo>
                  <a:lnTo>
                    <a:pt x="118" y="72"/>
                  </a:lnTo>
                  <a:lnTo>
                    <a:pt x="5" y="7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0" name="Freeform 189"/>
            <p:cNvSpPr>
              <a:spLocks/>
            </p:cNvSpPr>
            <p:nvPr/>
          </p:nvSpPr>
          <p:spPr bwMode="auto">
            <a:xfrm>
              <a:off x="3303163" y="3294410"/>
              <a:ext cx="259873" cy="159277"/>
            </a:xfrm>
            <a:custGeom>
              <a:avLst/>
              <a:gdLst>
                <a:gd name="T0" fmla="*/ 0 w 124"/>
                <a:gd name="T1" fmla="*/ 18 h 76"/>
                <a:gd name="T2" fmla="*/ 4 w 124"/>
                <a:gd name="T3" fmla="*/ 18 h 76"/>
                <a:gd name="T4" fmla="*/ 4 w 124"/>
                <a:gd name="T5" fmla="*/ 4 h 76"/>
                <a:gd name="T6" fmla="*/ 119 w 124"/>
                <a:gd name="T7" fmla="*/ 4 h 76"/>
                <a:gd name="T8" fmla="*/ 119 w 124"/>
                <a:gd name="T9" fmla="*/ 72 h 76"/>
                <a:gd name="T10" fmla="*/ 103 w 124"/>
                <a:gd name="T11" fmla="*/ 72 h 76"/>
                <a:gd name="T12" fmla="*/ 103 w 124"/>
                <a:gd name="T13" fmla="*/ 76 h 76"/>
                <a:gd name="T14" fmla="*/ 124 w 124"/>
                <a:gd name="T15" fmla="*/ 76 h 76"/>
                <a:gd name="T16" fmla="*/ 124 w 124"/>
                <a:gd name="T17" fmla="*/ 0 h 76"/>
                <a:gd name="T18" fmla="*/ 0 w 124"/>
                <a:gd name="T19" fmla="*/ 0 h 76"/>
                <a:gd name="T20" fmla="*/ 0 w 124"/>
                <a:gd name="T21" fmla="*/ 1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76">
                  <a:moveTo>
                    <a:pt x="0" y="18"/>
                  </a:moveTo>
                  <a:lnTo>
                    <a:pt x="4" y="18"/>
                  </a:lnTo>
                  <a:lnTo>
                    <a:pt x="4" y="4"/>
                  </a:lnTo>
                  <a:lnTo>
                    <a:pt x="119" y="4"/>
                  </a:lnTo>
                  <a:lnTo>
                    <a:pt x="119" y="72"/>
                  </a:lnTo>
                  <a:lnTo>
                    <a:pt x="103" y="72"/>
                  </a:lnTo>
                  <a:lnTo>
                    <a:pt x="103" y="76"/>
                  </a:lnTo>
                  <a:lnTo>
                    <a:pt x="124" y="76"/>
                  </a:lnTo>
                  <a:lnTo>
                    <a:pt x="124" y="0"/>
                  </a:lnTo>
                  <a:lnTo>
                    <a:pt x="0" y="0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01" name="Freeform 190"/>
          <p:cNvSpPr>
            <a:spLocks noEditPoints="1"/>
          </p:cNvSpPr>
          <p:nvPr/>
        </p:nvSpPr>
        <p:spPr bwMode="auto">
          <a:xfrm>
            <a:off x="3651058" y="3244112"/>
            <a:ext cx="303884" cy="301788"/>
          </a:xfrm>
          <a:custGeom>
            <a:avLst/>
            <a:gdLst>
              <a:gd name="T0" fmla="*/ 122 w 145"/>
              <a:gd name="T1" fmla="*/ 0 h 144"/>
              <a:gd name="T2" fmla="*/ 23 w 145"/>
              <a:gd name="T3" fmla="*/ 0 h 144"/>
              <a:gd name="T4" fmla="*/ 23 w 145"/>
              <a:gd name="T5" fmla="*/ 48 h 144"/>
              <a:gd name="T6" fmla="*/ 0 w 145"/>
              <a:gd name="T7" fmla="*/ 58 h 144"/>
              <a:gd name="T8" fmla="*/ 0 w 145"/>
              <a:gd name="T9" fmla="*/ 144 h 144"/>
              <a:gd name="T10" fmla="*/ 145 w 145"/>
              <a:gd name="T11" fmla="*/ 144 h 144"/>
              <a:gd name="T12" fmla="*/ 145 w 145"/>
              <a:gd name="T13" fmla="*/ 58 h 144"/>
              <a:gd name="T14" fmla="*/ 122 w 145"/>
              <a:gd name="T15" fmla="*/ 48 h 144"/>
              <a:gd name="T16" fmla="*/ 122 w 145"/>
              <a:gd name="T17" fmla="*/ 0 h 144"/>
              <a:gd name="T18" fmla="*/ 118 w 145"/>
              <a:gd name="T19" fmla="*/ 5 h 144"/>
              <a:gd name="T20" fmla="*/ 118 w 145"/>
              <a:gd name="T21" fmla="*/ 72 h 144"/>
              <a:gd name="T22" fmla="*/ 73 w 145"/>
              <a:gd name="T23" fmla="*/ 100 h 144"/>
              <a:gd name="T24" fmla="*/ 28 w 145"/>
              <a:gd name="T25" fmla="*/ 72 h 144"/>
              <a:gd name="T26" fmla="*/ 28 w 145"/>
              <a:gd name="T27" fmla="*/ 5 h 144"/>
              <a:gd name="T28" fmla="*/ 118 w 145"/>
              <a:gd name="T29" fmla="*/ 5 h 144"/>
              <a:gd name="T30" fmla="*/ 23 w 145"/>
              <a:gd name="T31" fmla="*/ 69 h 144"/>
              <a:gd name="T32" fmla="*/ 7 w 145"/>
              <a:gd name="T33" fmla="*/ 59 h 144"/>
              <a:gd name="T34" fmla="*/ 23 w 145"/>
              <a:gd name="T35" fmla="*/ 52 h 144"/>
              <a:gd name="T36" fmla="*/ 23 w 145"/>
              <a:gd name="T37" fmla="*/ 69 h 144"/>
              <a:gd name="T38" fmla="*/ 5 w 145"/>
              <a:gd name="T39" fmla="*/ 140 h 144"/>
              <a:gd name="T40" fmla="*/ 5 w 145"/>
              <a:gd name="T41" fmla="*/ 63 h 144"/>
              <a:gd name="T42" fmla="*/ 73 w 145"/>
              <a:gd name="T43" fmla="*/ 105 h 144"/>
              <a:gd name="T44" fmla="*/ 140 w 145"/>
              <a:gd name="T45" fmla="*/ 63 h 144"/>
              <a:gd name="T46" fmla="*/ 140 w 145"/>
              <a:gd name="T47" fmla="*/ 140 h 144"/>
              <a:gd name="T48" fmla="*/ 5 w 145"/>
              <a:gd name="T49" fmla="*/ 140 h 144"/>
              <a:gd name="T50" fmla="*/ 137 w 145"/>
              <a:gd name="T51" fmla="*/ 59 h 144"/>
              <a:gd name="T52" fmla="*/ 122 w 145"/>
              <a:gd name="T53" fmla="*/ 69 h 144"/>
              <a:gd name="T54" fmla="*/ 122 w 145"/>
              <a:gd name="T55" fmla="*/ 52 h 144"/>
              <a:gd name="T56" fmla="*/ 137 w 145"/>
              <a:gd name="T57" fmla="*/ 5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5" h="144">
                <a:moveTo>
                  <a:pt x="122" y="0"/>
                </a:moveTo>
                <a:lnTo>
                  <a:pt x="23" y="0"/>
                </a:lnTo>
                <a:lnTo>
                  <a:pt x="23" y="48"/>
                </a:lnTo>
                <a:lnTo>
                  <a:pt x="0" y="58"/>
                </a:lnTo>
                <a:lnTo>
                  <a:pt x="0" y="144"/>
                </a:lnTo>
                <a:lnTo>
                  <a:pt x="145" y="144"/>
                </a:lnTo>
                <a:lnTo>
                  <a:pt x="145" y="58"/>
                </a:lnTo>
                <a:lnTo>
                  <a:pt x="122" y="48"/>
                </a:lnTo>
                <a:lnTo>
                  <a:pt x="122" y="0"/>
                </a:lnTo>
                <a:close/>
                <a:moveTo>
                  <a:pt x="118" y="5"/>
                </a:moveTo>
                <a:lnTo>
                  <a:pt x="118" y="72"/>
                </a:lnTo>
                <a:lnTo>
                  <a:pt x="73" y="100"/>
                </a:lnTo>
                <a:lnTo>
                  <a:pt x="28" y="72"/>
                </a:lnTo>
                <a:lnTo>
                  <a:pt x="28" y="5"/>
                </a:lnTo>
                <a:lnTo>
                  <a:pt x="118" y="5"/>
                </a:lnTo>
                <a:close/>
                <a:moveTo>
                  <a:pt x="23" y="69"/>
                </a:moveTo>
                <a:lnTo>
                  <a:pt x="7" y="59"/>
                </a:lnTo>
                <a:lnTo>
                  <a:pt x="23" y="52"/>
                </a:lnTo>
                <a:lnTo>
                  <a:pt x="23" y="69"/>
                </a:lnTo>
                <a:close/>
                <a:moveTo>
                  <a:pt x="5" y="140"/>
                </a:moveTo>
                <a:lnTo>
                  <a:pt x="5" y="63"/>
                </a:lnTo>
                <a:lnTo>
                  <a:pt x="73" y="105"/>
                </a:lnTo>
                <a:lnTo>
                  <a:pt x="140" y="63"/>
                </a:lnTo>
                <a:lnTo>
                  <a:pt x="140" y="140"/>
                </a:lnTo>
                <a:lnTo>
                  <a:pt x="5" y="140"/>
                </a:lnTo>
                <a:close/>
                <a:moveTo>
                  <a:pt x="137" y="59"/>
                </a:moveTo>
                <a:lnTo>
                  <a:pt x="122" y="69"/>
                </a:lnTo>
                <a:lnTo>
                  <a:pt x="122" y="52"/>
                </a:lnTo>
                <a:lnTo>
                  <a:pt x="137" y="5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3" name="Group 692"/>
          <p:cNvGrpSpPr/>
          <p:nvPr/>
        </p:nvGrpSpPr>
        <p:grpSpPr>
          <a:xfrm>
            <a:off x="4045059" y="3244112"/>
            <a:ext cx="301788" cy="301788"/>
            <a:chOff x="4045059" y="3244112"/>
            <a:chExt cx="301788" cy="301788"/>
          </a:xfrm>
          <a:solidFill>
            <a:schemeClr val="tx1"/>
          </a:solidFill>
        </p:grpSpPr>
        <p:sp>
          <p:nvSpPr>
            <p:cNvPr id="602" name="Rectangle 191"/>
            <p:cNvSpPr>
              <a:spLocks noChangeArrowheads="1"/>
            </p:cNvSpPr>
            <p:nvPr/>
          </p:nvSpPr>
          <p:spPr bwMode="auto">
            <a:xfrm>
              <a:off x="4214814" y="3281836"/>
              <a:ext cx="41915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3" name="Rectangle 192"/>
            <p:cNvSpPr>
              <a:spLocks noChangeArrowheads="1"/>
            </p:cNvSpPr>
            <p:nvPr/>
          </p:nvSpPr>
          <p:spPr bwMode="auto">
            <a:xfrm>
              <a:off x="4133080" y="3319559"/>
              <a:ext cx="123650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4" name="Rectangle 193"/>
            <p:cNvSpPr>
              <a:spLocks noChangeArrowheads="1"/>
            </p:cNvSpPr>
            <p:nvPr/>
          </p:nvSpPr>
          <p:spPr bwMode="auto">
            <a:xfrm>
              <a:off x="4133080" y="3357283"/>
              <a:ext cx="123650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5" name="Freeform 194"/>
            <p:cNvSpPr>
              <a:spLocks noEditPoints="1"/>
            </p:cNvSpPr>
            <p:nvPr/>
          </p:nvSpPr>
          <p:spPr bwMode="auto">
            <a:xfrm>
              <a:off x="4045059" y="3244112"/>
              <a:ext cx="301788" cy="301788"/>
            </a:xfrm>
            <a:custGeom>
              <a:avLst/>
              <a:gdLst>
                <a:gd name="T0" fmla="*/ 121 w 144"/>
                <a:gd name="T1" fmla="*/ 0 h 144"/>
                <a:gd name="T2" fmla="*/ 22 w 144"/>
                <a:gd name="T3" fmla="*/ 0 h 144"/>
                <a:gd name="T4" fmla="*/ 22 w 144"/>
                <a:gd name="T5" fmla="*/ 48 h 144"/>
                <a:gd name="T6" fmla="*/ 0 w 144"/>
                <a:gd name="T7" fmla="*/ 58 h 144"/>
                <a:gd name="T8" fmla="*/ 0 w 144"/>
                <a:gd name="T9" fmla="*/ 144 h 144"/>
                <a:gd name="T10" fmla="*/ 144 w 144"/>
                <a:gd name="T11" fmla="*/ 144 h 144"/>
                <a:gd name="T12" fmla="*/ 144 w 144"/>
                <a:gd name="T13" fmla="*/ 58 h 144"/>
                <a:gd name="T14" fmla="*/ 121 w 144"/>
                <a:gd name="T15" fmla="*/ 48 h 144"/>
                <a:gd name="T16" fmla="*/ 121 w 144"/>
                <a:gd name="T17" fmla="*/ 0 h 144"/>
                <a:gd name="T18" fmla="*/ 117 w 144"/>
                <a:gd name="T19" fmla="*/ 5 h 144"/>
                <a:gd name="T20" fmla="*/ 117 w 144"/>
                <a:gd name="T21" fmla="*/ 72 h 144"/>
                <a:gd name="T22" fmla="*/ 72 w 144"/>
                <a:gd name="T23" fmla="*/ 100 h 144"/>
                <a:gd name="T24" fmla="*/ 27 w 144"/>
                <a:gd name="T25" fmla="*/ 72 h 144"/>
                <a:gd name="T26" fmla="*/ 27 w 144"/>
                <a:gd name="T27" fmla="*/ 5 h 144"/>
                <a:gd name="T28" fmla="*/ 117 w 144"/>
                <a:gd name="T29" fmla="*/ 5 h 144"/>
                <a:gd name="T30" fmla="*/ 22 w 144"/>
                <a:gd name="T31" fmla="*/ 69 h 144"/>
                <a:gd name="T32" fmla="*/ 6 w 144"/>
                <a:gd name="T33" fmla="*/ 59 h 144"/>
                <a:gd name="T34" fmla="*/ 22 w 144"/>
                <a:gd name="T35" fmla="*/ 52 h 144"/>
                <a:gd name="T36" fmla="*/ 22 w 144"/>
                <a:gd name="T37" fmla="*/ 69 h 144"/>
                <a:gd name="T38" fmla="*/ 4 w 144"/>
                <a:gd name="T39" fmla="*/ 140 h 144"/>
                <a:gd name="T40" fmla="*/ 4 w 144"/>
                <a:gd name="T41" fmla="*/ 63 h 144"/>
                <a:gd name="T42" fmla="*/ 72 w 144"/>
                <a:gd name="T43" fmla="*/ 105 h 144"/>
                <a:gd name="T44" fmla="*/ 139 w 144"/>
                <a:gd name="T45" fmla="*/ 63 h 144"/>
                <a:gd name="T46" fmla="*/ 139 w 144"/>
                <a:gd name="T47" fmla="*/ 140 h 144"/>
                <a:gd name="T48" fmla="*/ 4 w 144"/>
                <a:gd name="T49" fmla="*/ 140 h 144"/>
                <a:gd name="T50" fmla="*/ 136 w 144"/>
                <a:gd name="T51" fmla="*/ 59 h 144"/>
                <a:gd name="T52" fmla="*/ 121 w 144"/>
                <a:gd name="T53" fmla="*/ 69 h 144"/>
                <a:gd name="T54" fmla="*/ 121 w 144"/>
                <a:gd name="T55" fmla="*/ 52 h 144"/>
                <a:gd name="T56" fmla="*/ 136 w 144"/>
                <a:gd name="T57" fmla="*/ 5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4" h="144">
                  <a:moveTo>
                    <a:pt x="121" y="0"/>
                  </a:moveTo>
                  <a:lnTo>
                    <a:pt x="22" y="0"/>
                  </a:lnTo>
                  <a:lnTo>
                    <a:pt x="22" y="48"/>
                  </a:lnTo>
                  <a:lnTo>
                    <a:pt x="0" y="58"/>
                  </a:lnTo>
                  <a:lnTo>
                    <a:pt x="0" y="144"/>
                  </a:lnTo>
                  <a:lnTo>
                    <a:pt x="144" y="144"/>
                  </a:lnTo>
                  <a:lnTo>
                    <a:pt x="144" y="58"/>
                  </a:lnTo>
                  <a:lnTo>
                    <a:pt x="121" y="48"/>
                  </a:lnTo>
                  <a:lnTo>
                    <a:pt x="121" y="0"/>
                  </a:lnTo>
                  <a:close/>
                  <a:moveTo>
                    <a:pt x="117" y="5"/>
                  </a:moveTo>
                  <a:lnTo>
                    <a:pt x="117" y="72"/>
                  </a:lnTo>
                  <a:lnTo>
                    <a:pt x="72" y="100"/>
                  </a:lnTo>
                  <a:lnTo>
                    <a:pt x="27" y="72"/>
                  </a:lnTo>
                  <a:lnTo>
                    <a:pt x="27" y="5"/>
                  </a:lnTo>
                  <a:lnTo>
                    <a:pt x="117" y="5"/>
                  </a:lnTo>
                  <a:close/>
                  <a:moveTo>
                    <a:pt x="22" y="69"/>
                  </a:moveTo>
                  <a:lnTo>
                    <a:pt x="6" y="59"/>
                  </a:lnTo>
                  <a:lnTo>
                    <a:pt x="22" y="52"/>
                  </a:lnTo>
                  <a:lnTo>
                    <a:pt x="22" y="69"/>
                  </a:lnTo>
                  <a:close/>
                  <a:moveTo>
                    <a:pt x="4" y="140"/>
                  </a:moveTo>
                  <a:lnTo>
                    <a:pt x="4" y="63"/>
                  </a:lnTo>
                  <a:lnTo>
                    <a:pt x="72" y="105"/>
                  </a:lnTo>
                  <a:lnTo>
                    <a:pt x="139" y="63"/>
                  </a:lnTo>
                  <a:lnTo>
                    <a:pt x="139" y="140"/>
                  </a:lnTo>
                  <a:lnTo>
                    <a:pt x="4" y="140"/>
                  </a:lnTo>
                  <a:close/>
                  <a:moveTo>
                    <a:pt x="136" y="59"/>
                  </a:moveTo>
                  <a:lnTo>
                    <a:pt x="121" y="69"/>
                  </a:lnTo>
                  <a:lnTo>
                    <a:pt x="121" y="52"/>
                  </a:lnTo>
                  <a:lnTo>
                    <a:pt x="136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06" name="Freeform 195"/>
          <p:cNvSpPr>
            <a:spLocks noEditPoints="1"/>
          </p:cNvSpPr>
          <p:nvPr/>
        </p:nvSpPr>
        <p:spPr bwMode="auto">
          <a:xfrm>
            <a:off x="4436964" y="3250332"/>
            <a:ext cx="301788" cy="301788"/>
          </a:xfrm>
          <a:custGeom>
            <a:avLst/>
            <a:gdLst>
              <a:gd name="T0" fmla="*/ 180 w 256"/>
              <a:gd name="T1" fmla="*/ 0 h 256"/>
              <a:gd name="T2" fmla="*/ 180 w 256"/>
              <a:gd name="T3" fmla="*/ 8 h 256"/>
              <a:gd name="T4" fmla="*/ 242 w 256"/>
              <a:gd name="T5" fmla="*/ 8 h 256"/>
              <a:gd name="T6" fmla="*/ 168 w 256"/>
              <a:gd name="T7" fmla="*/ 83 h 256"/>
              <a:gd name="T8" fmla="*/ 100 w 256"/>
              <a:gd name="T9" fmla="*/ 56 h 256"/>
              <a:gd name="T10" fmla="*/ 0 w 256"/>
              <a:gd name="T11" fmla="*/ 156 h 256"/>
              <a:gd name="T12" fmla="*/ 100 w 256"/>
              <a:gd name="T13" fmla="*/ 256 h 256"/>
              <a:gd name="T14" fmla="*/ 200 w 256"/>
              <a:gd name="T15" fmla="*/ 156 h 256"/>
              <a:gd name="T16" fmla="*/ 173 w 256"/>
              <a:gd name="T17" fmla="*/ 88 h 256"/>
              <a:gd name="T18" fmla="*/ 248 w 256"/>
              <a:gd name="T19" fmla="*/ 14 h 256"/>
              <a:gd name="T20" fmla="*/ 248 w 256"/>
              <a:gd name="T21" fmla="*/ 76 h 256"/>
              <a:gd name="T22" fmla="*/ 256 w 256"/>
              <a:gd name="T23" fmla="*/ 76 h 256"/>
              <a:gd name="T24" fmla="*/ 256 w 256"/>
              <a:gd name="T25" fmla="*/ 4 h 256"/>
              <a:gd name="T26" fmla="*/ 252 w 256"/>
              <a:gd name="T27" fmla="*/ 0 h 256"/>
              <a:gd name="T28" fmla="*/ 180 w 256"/>
              <a:gd name="T29" fmla="*/ 0 h 256"/>
              <a:gd name="T30" fmla="*/ 100 w 256"/>
              <a:gd name="T31" fmla="*/ 248 h 256"/>
              <a:gd name="T32" fmla="*/ 8 w 256"/>
              <a:gd name="T33" fmla="*/ 156 h 256"/>
              <a:gd name="T34" fmla="*/ 100 w 256"/>
              <a:gd name="T35" fmla="*/ 64 h 256"/>
              <a:gd name="T36" fmla="*/ 192 w 256"/>
              <a:gd name="T37" fmla="*/ 156 h 256"/>
              <a:gd name="T38" fmla="*/ 100 w 256"/>
              <a:gd name="T39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6" h="256">
                <a:moveTo>
                  <a:pt x="180" y="0"/>
                </a:moveTo>
                <a:cubicBezTo>
                  <a:pt x="180" y="8"/>
                  <a:pt x="180" y="8"/>
                  <a:pt x="180" y="8"/>
                </a:cubicBezTo>
                <a:cubicBezTo>
                  <a:pt x="242" y="8"/>
                  <a:pt x="242" y="8"/>
                  <a:pt x="242" y="8"/>
                </a:cubicBezTo>
                <a:cubicBezTo>
                  <a:pt x="168" y="83"/>
                  <a:pt x="168" y="83"/>
                  <a:pt x="168" y="83"/>
                </a:cubicBezTo>
                <a:cubicBezTo>
                  <a:pt x="150" y="66"/>
                  <a:pt x="126" y="56"/>
                  <a:pt x="100" y="56"/>
                </a:cubicBezTo>
                <a:cubicBezTo>
                  <a:pt x="45" y="56"/>
                  <a:pt x="0" y="101"/>
                  <a:pt x="0" y="156"/>
                </a:cubicBezTo>
                <a:cubicBezTo>
                  <a:pt x="0" y="211"/>
                  <a:pt x="45" y="256"/>
                  <a:pt x="100" y="256"/>
                </a:cubicBezTo>
                <a:cubicBezTo>
                  <a:pt x="155" y="256"/>
                  <a:pt x="200" y="211"/>
                  <a:pt x="200" y="156"/>
                </a:cubicBezTo>
                <a:cubicBezTo>
                  <a:pt x="200" y="130"/>
                  <a:pt x="190" y="106"/>
                  <a:pt x="173" y="88"/>
                </a:cubicBezTo>
                <a:cubicBezTo>
                  <a:pt x="248" y="14"/>
                  <a:pt x="248" y="14"/>
                  <a:pt x="248" y="14"/>
                </a:cubicBezTo>
                <a:cubicBezTo>
                  <a:pt x="248" y="76"/>
                  <a:pt x="248" y="76"/>
                  <a:pt x="248" y="76"/>
                </a:cubicBezTo>
                <a:cubicBezTo>
                  <a:pt x="256" y="76"/>
                  <a:pt x="256" y="76"/>
                  <a:pt x="256" y="76"/>
                </a:cubicBezTo>
                <a:cubicBezTo>
                  <a:pt x="256" y="4"/>
                  <a:pt x="256" y="4"/>
                  <a:pt x="256" y="4"/>
                </a:cubicBezTo>
                <a:cubicBezTo>
                  <a:pt x="252" y="0"/>
                  <a:pt x="252" y="0"/>
                  <a:pt x="252" y="0"/>
                </a:cubicBezTo>
                <a:lnTo>
                  <a:pt x="180" y="0"/>
                </a:lnTo>
                <a:close/>
                <a:moveTo>
                  <a:pt x="100" y="248"/>
                </a:moveTo>
                <a:cubicBezTo>
                  <a:pt x="49" y="248"/>
                  <a:pt x="8" y="207"/>
                  <a:pt x="8" y="156"/>
                </a:cubicBezTo>
                <a:cubicBezTo>
                  <a:pt x="8" y="105"/>
                  <a:pt x="49" y="64"/>
                  <a:pt x="100" y="64"/>
                </a:cubicBezTo>
                <a:cubicBezTo>
                  <a:pt x="151" y="64"/>
                  <a:pt x="192" y="105"/>
                  <a:pt x="192" y="156"/>
                </a:cubicBezTo>
                <a:cubicBezTo>
                  <a:pt x="192" y="207"/>
                  <a:pt x="151" y="248"/>
                  <a:pt x="100" y="24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7" name="Freeform 196"/>
          <p:cNvSpPr>
            <a:spLocks noEditPoints="1"/>
          </p:cNvSpPr>
          <p:nvPr/>
        </p:nvSpPr>
        <p:spPr bwMode="auto">
          <a:xfrm>
            <a:off x="4828870" y="3260878"/>
            <a:ext cx="301788" cy="268256"/>
          </a:xfrm>
          <a:custGeom>
            <a:avLst/>
            <a:gdLst>
              <a:gd name="T0" fmla="*/ 49 w 144"/>
              <a:gd name="T1" fmla="*/ 1 h 128"/>
              <a:gd name="T2" fmla="*/ 0 w 144"/>
              <a:gd name="T3" fmla="*/ 20 h 128"/>
              <a:gd name="T4" fmla="*/ 0 w 144"/>
              <a:gd name="T5" fmla="*/ 128 h 128"/>
              <a:gd name="T6" fmla="*/ 49 w 144"/>
              <a:gd name="T7" fmla="*/ 109 h 128"/>
              <a:gd name="T8" fmla="*/ 94 w 144"/>
              <a:gd name="T9" fmla="*/ 127 h 128"/>
              <a:gd name="T10" fmla="*/ 144 w 144"/>
              <a:gd name="T11" fmla="*/ 109 h 128"/>
              <a:gd name="T12" fmla="*/ 144 w 144"/>
              <a:gd name="T13" fmla="*/ 0 h 128"/>
              <a:gd name="T14" fmla="*/ 94 w 144"/>
              <a:gd name="T15" fmla="*/ 19 h 128"/>
              <a:gd name="T16" fmla="*/ 49 w 144"/>
              <a:gd name="T17" fmla="*/ 1 h 128"/>
              <a:gd name="T18" fmla="*/ 52 w 144"/>
              <a:gd name="T19" fmla="*/ 7 h 128"/>
              <a:gd name="T20" fmla="*/ 92 w 144"/>
              <a:gd name="T21" fmla="*/ 23 h 128"/>
              <a:gd name="T22" fmla="*/ 92 w 144"/>
              <a:gd name="T23" fmla="*/ 122 h 128"/>
              <a:gd name="T24" fmla="*/ 52 w 144"/>
              <a:gd name="T25" fmla="*/ 105 h 128"/>
              <a:gd name="T26" fmla="*/ 52 w 144"/>
              <a:gd name="T27" fmla="*/ 7 h 128"/>
              <a:gd name="T28" fmla="*/ 4 w 144"/>
              <a:gd name="T29" fmla="*/ 23 h 128"/>
              <a:gd name="T30" fmla="*/ 47 w 144"/>
              <a:gd name="T31" fmla="*/ 7 h 128"/>
              <a:gd name="T32" fmla="*/ 47 w 144"/>
              <a:gd name="T33" fmla="*/ 105 h 128"/>
              <a:gd name="T34" fmla="*/ 4 w 144"/>
              <a:gd name="T35" fmla="*/ 122 h 128"/>
              <a:gd name="T36" fmla="*/ 4 w 144"/>
              <a:gd name="T37" fmla="*/ 23 h 128"/>
              <a:gd name="T38" fmla="*/ 139 w 144"/>
              <a:gd name="T39" fmla="*/ 105 h 128"/>
              <a:gd name="T40" fmla="*/ 97 w 144"/>
              <a:gd name="T41" fmla="*/ 122 h 128"/>
              <a:gd name="T42" fmla="*/ 97 w 144"/>
              <a:gd name="T43" fmla="*/ 23 h 128"/>
              <a:gd name="T44" fmla="*/ 139 w 144"/>
              <a:gd name="T45" fmla="*/ 7 h 128"/>
              <a:gd name="T46" fmla="*/ 139 w 144"/>
              <a:gd name="T47" fmla="*/ 10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4" h="128">
                <a:moveTo>
                  <a:pt x="49" y="1"/>
                </a:moveTo>
                <a:lnTo>
                  <a:pt x="0" y="20"/>
                </a:lnTo>
                <a:lnTo>
                  <a:pt x="0" y="128"/>
                </a:lnTo>
                <a:lnTo>
                  <a:pt x="49" y="109"/>
                </a:lnTo>
                <a:lnTo>
                  <a:pt x="94" y="127"/>
                </a:lnTo>
                <a:lnTo>
                  <a:pt x="144" y="109"/>
                </a:lnTo>
                <a:lnTo>
                  <a:pt x="144" y="0"/>
                </a:lnTo>
                <a:lnTo>
                  <a:pt x="94" y="19"/>
                </a:lnTo>
                <a:lnTo>
                  <a:pt x="49" y="1"/>
                </a:lnTo>
                <a:close/>
                <a:moveTo>
                  <a:pt x="52" y="7"/>
                </a:moveTo>
                <a:lnTo>
                  <a:pt x="92" y="23"/>
                </a:lnTo>
                <a:lnTo>
                  <a:pt x="92" y="122"/>
                </a:lnTo>
                <a:lnTo>
                  <a:pt x="52" y="105"/>
                </a:lnTo>
                <a:lnTo>
                  <a:pt x="52" y="7"/>
                </a:lnTo>
                <a:close/>
                <a:moveTo>
                  <a:pt x="4" y="23"/>
                </a:moveTo>
                <a:lnTo>
                  <a:pt x="47" y="7"/>
                </a:lnTo>
                <a:lnTo>
                  <a:pt x="47" y="105"/>
                </a:lnTo>
                <a:lnTo>
                  <a:pt x="4" y="122"/>
                </a:lnTo>
                <a:lnTo>
                  <a:pt x="4" y="23"/>
                </a:lnTo>
                <a:close/>
                <a:moveTo>
                  <a:pt x="139" y="105"/>
                </a:moveTo>
                <a:lnTo>
                  <a:pt x="97" y="122"/>
                </a:lnTo>
                <a:lnTo>
                  <a:pt x="97" y="23"/>
                </a:lnTo>
                <a:lnTo>
                  <a:pt x="139" y="7"/>
                </a:lnTo>
                <a:lnTo>
                  <a:pt x="139" y="10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8" name="Freeform 197"/>
          <p:cNvSpPr>
            <a:spLocks noEditPoints="1"/>
          </p:cNvSpPr>
          <p:nvPr/>
        </p:nvSpPr>
        <p:spPr bwMode="auto">
          <a:xfrm>
            <a:off x="5220774" y="3260878"/>
            <a:ext cx="301788" cy="270352"/>
          </a:xfrm>
          <a:custGeom>
            <a:avLst/>
            <a:gdLst>
              <a:gd name="T0" fmla="*/ 0 w 144"/>
              <a:gd name="T1" fmla="*/ 99 h 129"/>
              <a:gd name="T2" fmla="*/ 38 w 144"/>
              <a:gd name="T3" fmla="*/ 99 h 129"/>
              <a:gd name="T4" fmla="*/ 38 w 144"/>
              <a:gd name="T5" fmla="*/ 129 h 129"/>
              <a:gd name="T6" fmla="*/ 73 w 144"/>
              <a:gd name="T7" fmla="*/ 99 h 129"/>
              <a:gd name="T8" fmla="*/ 144 w 144"/>
              <a:gd name="T9" fmla="*/ 99 h 129"/>
              <a:gd name="T10" fmla="*/ 144 w 144"/>
              <a:gd name="T11" fmla="*/ 0 h 129"/>
              <a:gd name="T12" fmla="*/ 0 w 144"/>
              <a:gd name="T13" fmla="*/ 0 h 129"/>
              <a:gd name="T14" fmla="*/ 0 w 144"/>
              <a:gd name="T15" fmla="*/ 99 h 129"/>
              <a:gd name="T16" fmla="*/ 4 w 144"/>
              <a:gd name="T17" fmla="*/ 4 h 129"/>
              <a:gd name="T18" fmla="*/ 140 w 144"/>
              <a:gd name="T19" fmla="*/ 4 h 129"/>
              <a:gd name="T20" fmla="*/ 140 w 144"/>
              <a:gd name="T21" fmla="*/ 95 h 129"/>
              <a:gd name="T22" fmla="*/ 71 w 144"/>
              <a:gd name="T23" fmla="*/ 95 h 129"/>
              <a:gd name="T24" fmla="*/ 43 w 144"/>
              <a:gd name="T25" fmla="*/ 119 h 129"/>
              <a:gd name="T26" fmla="*/ 43 w 144"/>
              <a:gd name="T27" fmla="*/ 95 h 129"/>
              <a:gd name="T28" fmla="*/ 4 w 144"/>
              <a:gd name="T29" fmla="*/ 95 h 129"/>
              <a:gd name="T30" fmla="*/ 4 w 144"/>
              <a:gd name="T31" fmla="*/ 4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4" h="129">
                <a:moveTo>
                  <a:pt x="0" y="99"/>
                </a:moveTo>
                <a:lnTo>
                  <a:pt x="38" y="99"/>
                </a:lnTo>
                <a:lnTo>
                  <a:pt x="38" y="129"/>
                </a:lnTo>
                <a:lnTo>
                  <a:pt x="73" y="99"/>
                </a:lnTo>
                <a:lnTo>
                  <a:pt x="144" y="99"/>
                </a:lnTo>
                <a:lnTo>
                  <a:pt x="144" y="0"/>
                </a:lnTo>
                <a:lnTo>
                  <a:pt x="0" y="0"/>
                </a:lnTo>
                <a:lnTo>
                  <a:pt x="0" y="99"/>
                </a:lnTo>
                <a:close/>
                <a:moveTo>
                  <a:pt x="4" y="4"/>
                </a:moveTo>
                <a:lnTo>
                  <a:pt x="140" y="4"/>
                </a:lnTo>
                <a:lnTo>
                  <a:pt x="140" y="95"/>
                </a:lnTo>
                <a:lnTo>
                  <a:pt x="71" y="95"/>
                </a:lnTo>
                <a:lnTo>
                  <a:pt x="43" y="119"/>
                </a:lnTo>
                <a:lnTo>
                  <a:pt x="43" y="95"/>
                </a:lnTo>
                <a:lnTo>
                  <a:pt x="4" y="95"/>
                </a:lnTo>
                <a:lnTo>
                  <a:pt x="4" y="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706" name="Group 705"/>
          <p:cNvGrpSpPr/>
          <p:nvPr/>
        </p:nvGrpSpPr>
        <p:grpSpPr>
          <a:xfrm>
            <a:off x="5612680" y="3254591"/>
            <a:ext cx="301789" cy="282927"/>
            <a:chOff x="5612680" y="3254591"/>
            <a:chExt cx="301789" cy="282927"/>
          </a:xfrm>
          <a:solidFill>
            <a:schemeClr val="tx1"/>
          </a:solidFill>
        </p:grpSpPr>
        <p:sp>
          <p:nvSpPr>
            <p:cNvPr id="609" name="Freeform 198"/>
            <p:cNvSpPr>
              <a:spLocks noEditPoints="1"/>
            </p:cNvSpPr>
            <p:nvPr/>
          </p:nvSpPr>
          <p:spPr bwMode="auto">
            <a:xfrm>
              <a:off x="5612680" y="3292315"/>
              <a:ext cx="264065" cy="245203"/>
            </a:xfrm>
            <a:custGeom>
              <a:avLst/>
              <a:gdLst>
                <a:gd name="T0" fmla="*/ 29 w 126"/>
                <a:gd name="T1" fmla="*/ 117 h 117"/>
                <a:gd name="T2" fmla="*/ 60 w 126"/>
                <a:gd name="T3" fmla="*/ 90 h 117"/>
                <a:gd name="T4" fmla="*/ 126 w 126"/>
                <a:gd name="T5" fmla="*/ 90 h 117"/>
                <a:gd name="T6" fmla="*/ 126 w 126"/>
                <a:gd name="T7" fmla="*/ 0 h 117"/>
                <a:gd name="T8" fmla="*/ 0 w 126"/>
                <a:gd name="T9" fmla="*/ 0 h 117"/>
                <a:gd name="T10" fmla="*/ 0 w 126"/>
                <a:gd name="T11" fmla="*/ 90 h 117"/>
                <a:gd name="T12" fmla="*/ 29 w 126"/>
                <a:gd name="T13" fmla="*/ 90 h 117"/>
                <a:gd name="T14" fmla="*/ 29 w 126"/>
                <a:gd name="T15" fmla="*/ 117 h 117"/>
                <a:gd name="T16" fmla="*/ 4 w 126"/>
                <a:gd name="T17" fmla="*/ 86 h 117"/>
                <a:gd name="T18" fmla="*/ 4 w 126"/>
                <a:gd name="T19" fmla="*/ 5 h 117"/>
                <a:gd name="T20" fmla="*/ 122 w 126"/>
                <a:gd name="T21" fmla="*/ 5 h 117"/>
                <a:gd name="T22" fmla="*/ 122 w 126"/>
                <a:gd name="T23" fmla="*/ 86 h 117"/>
                <a:gd name="T24" fmla="*/ 58 w 126"/>
                <a:gd name="T25" fmla="*/ 86 h 117"/>
                <a:gd name="T26" fmla="*/ 34 w 126"/>
                <a:gd name="T27" fmla="*/ 107 h 117"/>
                <a:gd name="T28" fmla="*/ 34 w 126"/>
                <a:gd name="T29" fmla="*/ 86 h 117"/>
                <a:gd name="T30" fmla="*/ 4 w 126"/>
                <a:gd name="T31" fmla="*/ 8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17">
                  <a:moveTo>
                    <a:pt x="29" y="117"/>
                  </a:moveTo>
                  <a:lnTo>
                    <a:pt x="60" y="90"/>
                  </a:lnTo>
                  <a:lnTo>
                    <a:pt x="126" y="90"/>
                  </a:lnTo>
                  <a:lnTo>
                    <a:pt x="126" y="0"/>
                  </a:lnTo>
                  <a:lnTo>
                    <a:pt x="0" y="0"/>
                  </a:lnTo>
                  <a:lnTo>
                    <a:pt x="0" y="90"/>
                  </a:lnTo>
                  <a:lnTo>
                    <a:pt x="29" y="90"/>
                  </a:lnTo>
                  <a:lnTo>
                    <a:pt x="29" y="117"/>
                  </a:lnTo>
                  <a:close/>
                  <a:moveTo>
                    <a:pt x="4" y="86"/>
                  </a:moveTo>
                  <a:lnTo>
                    <a:pt x="4" y="5"/>
                  </a:lnTo>
                  <a:lnTo>
                    <a:pt x="122" y="5"/>
                  </a:lnTo>
                  <a:lnTo>
                    <a:pt x="122" y="86"/>
                  </a:lnTo>
                  <a:lnTo>
                    <a:pt x="58" y="86"/>
                  </a:lnTo>
                  <a:lnTo>
                    <a:pt x="34" y="107"/>
                  </a:lnTo>
                  <a:lnTo>
                    <a:pt x="34" y="86"/>
                  </a:lnTo>
                  <a:lnTo>
                    <a:pt x="4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0" name="Freeform 199"/>
            <p:cNvSpPr>
              <a:spLocks/>
            </p:cNvSpPr>
            <p:nvPr/>
          </p:nvSpPr>
          <p:spPr bwMode="auto">
            <a:xfrm>
              <a:off x="5650404" y="3254591"/>
              <a:ext cx="264065" cy="188618"/>
            </a:xfrm>
            <a:custGeom>
              <a:avLst/>
              <a:gdLst>
                <a:gd name="T0" fmla="*/ 110 w 126"/>
                <a:gd name="T1" fmla="*/ 86 h 90"/>
                <a:gd name="T2" fmla="*/ 110 w 126"/>
                <a:gd name="T3" fmla="*/ 90 h 90"/>
                <a:gd name="T4" fmla="*/ 126 w 126"/>
                <a:gd name="T5" fmla="*/ 90 h 90"/>
                <a:gd name="T6" fmla="*/ 126 w 126"/>
                <a:gd name="T7" fmla="*/ 0 h 90"/>
                <a:gd name="T8" fmla="*/ 0 w 126"/>
                <a:gd name="T9" fmla="*/ 0 h 90"/>
                <a:gd name="T10" fmla="*/ 0 w 126"/>
                <a:gd name="T11" fmla="*/ 16 h 90"/>
                <a:gd name="T12" fmla="*/ 4 w 126"/>
                <a:gd name="T13" fmla="*/ 16 h 90"/>
                <a:gd name="T14" fmla="*/ 4 w 126"/>
                <a:gd name="T15" fmla="*/ 5 h 90"/>
                <a:gd name="T16" fmla="*/ 122 w 126"/>
                <a:gd name="T17" fmla="*/ 5 h 90"/>
                <a:gd name="T18" fmla="*/ 122 w 126"/>
                <a:gd name="T19" fmla="*/ 86 h 90"/>
                <a:gd name="T20" fmla="*/ 110 w 126"/>
                <a:gd name="T21" fmla="*/ 8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6" h="90">
                  <a:moveTo>
                    <a:pt x="110" y="86"/>
                  </a:moveTo>
                  <a:lnTo>
                    <a:pt x="110" y="90"/>
                  </a:lnTo>
                  <a:lnTo>
                    <a:pt x="126" y="90"/>
                  </a:lnTo>
                  <a:lnTo>
                    <a:pt x="126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4" y="5"/>
                  </a:lnTo>
                  <a:lnTo>
                    <a:pt x="122" y="5"/>
                  </a:lnTo>
                  <a:lnTo>
                    <a:pt x="122" y="86"/>
                  </a:lnTo>
                  <a:lnTo>
                    <a:pt x="11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3" name="Group 702"/>
          <p:cNvGrpSpPr/>
          <p:nvPr/>
        </p:nvGrpSpPr>
        <p:grpSpPr>
          <a:xfrm>
            <a:off x="6004585" y="3260878"/>
            <a:ext cx="301788" cy="270352"/>
            <a:chOff x="6004585" y="3260878"/>
            <a:chExt cx="301788" cy="270352"/>
          </a:xfrm>
          <a:solidFill>
            <a:schemeClr val="tx1"/>
          </a:solidFill>
        </p:grpSpPr>
        <p:sp>
          <p:nvSpPr>
            <p:cNvPr id="611" name="Rectangle 200"/>
            <p:cNvSpPr>
              <a:spLocks noChangeArrowheads="1"/>
            </p:cNvSpPr>
            <p:nvPr/>
          </p:nvSpPr>
          <p:spPr bwMode="auto">
            <a:xfrm>
              <a:off x="6050691" y="3313272"/>
              <a:ext cx="209575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2" name="Rectangle 201"/>
            <p:cNvSpPr>
              <a:spLocks noChangeArrowheads="1"/>
            </p:cNvSpPr>
            <p:nvPr/>
          </p:nvSpPr>
          <p:spPr bwMode="auto">
            <a:xfrm>
              <a:off x="6050691" y="3359379"/>
              <a:ext cx="209575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3" name="Rectangle 202"/>
            <p:cNvSpPr>
              <a:spLocks noChangeArrowheads="1"/>
            </p:cNvSpPr>
            <p:nvPr/>
          </p:nvSpPr>
          <p:spPr bwMode="auto">
            <a:xfrm>
              <a:off x="6050691" y="3407581"/>
              <a:ext cx="209575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4" name="Freeform 203"/>
            <p:cNvSpPr>
              <a:spLocks noEditPoints="1"/>
            </p:cNvSpPr>
            <p:nvPr/>
          </p:nvSpPr>
          <p:spPr bwMode="auto">
            <a:xfrm>
              <a:off x="6004585" y="3260878"/>
              <a:ext cx="301788" cy="270352"/>
            </a:xfrm>
            <a:custGeom>
              <a:avLst/>
              <a:gdLst>
                <a:gd name="T0" fmla="*/ 38 w 144"/>
                <a:gd name="T1" fmla="*/ 129 h 129"/>
                <a:gd name="T2" fmla="*/ 73 w 144"/>
                <a:gd name="T3" fmla="*/ 99 h 129"/>
                <a:gd name="T4" fmla="*/ 144 w 144"/>
                <a:gd name="T5" fmla="*/ 99 h 129"/>
                <a:gd name="T6" fmla="*/ 144 w 144"/>
                <a:gd name="T7" fmla="*/ 0 h 129"/>
                <a:gd name="T8" fmla="*/ 0 w 144"/>
                <a:gd name="T9" fmla="*/ 0 h 129"/>
                <a:gd name="T10" fmla="*/ 0 w 144"/>
                <a:gd name="T11" fmla="*/ 99 h 129"/>
                <a:gd name="T12" fmla="*/ 38 w 144"/>
                <a:gd name="T13" fmla="*/ 99 h 129"/>
                <a:gd name="T14" fmla="*/ 38 w 144"/>
                <a:gd name="T15" fmla="*/ 129 h 129"/>
                <a:gd name="T16" fmla="*/ 4 w 144"/>
                <a:gd name="T17" fmla="*/ 95 h 129"/>
                <a:gd name="T18" fmla="*/ 4 w 144"/>
                <a:gd name="T19" fmla="*/ 4 h 129"/>
                <a:gd name="T20" fmla="*/ 140 w 144"/>
                <a:gd name="T21" fmla="*/ 4 h 129"/>
                <a:gd name="T22" fmla="*/ 140 w 144"/>
                <a:gd name="T23" fmla="*/ 95 h 129"/>
                <a:gd name="T24" fmla="*/ 72 w 144"/>
                <a:gd name="T25" fmla="*/ 95 h 129"/>
                <a:gd name="T26" fmla="*/ 43 w 144"/>
                <a:gd name="T27" fmla="*/ 119 h 129"/>
                <a:gd name="T28" fmla="*/ 43 w 144"/>
                <a:gd name="T29" fmla="*/ 95 h 129"/>
                <a:gd name="T30" fmla="*/ 4 w 144"/>
                <a:gd name="T31" fmla="*/ 9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29">
                  <a:moveTo>
                    <a:pt x="38" y="129"/>
                  </a:moveTo>
                  <a:lnTo>
                    <a:pt x="73" y="99"/>
                  </a:lnTo>
                  <a:lnTo>
                    <a:pt x="144" y="99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99"/>
                  </a:lnTo>
                  <a:lnTo>
                    <a:pt x="38" y="99"/>
                  </a:lnTo>
                  <a:lnTo>
                    <a:pt x="38" y="129"/>
                  </a:lnTo>
                  <a:close/>
                  <a:moveTo>
                    <a:pt x="4" y="95"/>
                  </a:moveTo>
                  <a:lnTo>
                    <a:pt x="4" y="4"/>
                  </a:lnTo>
                  <a:lnTo>
                    <a:pt x="140" y="4"/>
                  </a:lnTo>
                  <a:lnTo>
                    <a:pt x="140" y="95"/>
                  </a:lnTo>
                  <a:lnTo>
                    <a:pt x="72" y="95"/>
                  </a:lnTo>
                  <a:lnTo>
                    <a:pt x="43" y="119"/>
                  </a:lnTo>
                  <a:lnTo>
                    <a:pt x="43" y="95"/>
                  </a:lnTo>
                  <a:lnTo>
                    <a:pt x="4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0" name="Group 709"/>
          <p:cNvGrpSpPr/>
          <p:nvPr/>
        </p:nvGrpSpPr>
        <p:grpSpPr>
          <a:xfrm>
            <a:off x="6421640" y="3244112"/>
            <a:ext cx="255681" cy="301788"/>
            <a:chOff x="6421640" y="3244112"/>
            <a:chExt cx="255681" cy="301788"/>
          </a:xfrm>
          <a:solidFill>
            <a:schemeClr val="tx1"/>
          </a:solidFill>
        </p:grpSpPr>
        <p:sp>
          <p:nvSpPr>
            <p:cNvPr id="615" name="Freeform 204"/>
            <p:cNvSpPr>
              <a:spLocks noEditPoints="1"/>
            </p:cNvSpPr>
            <p:nvPr/>
          </p:nvSpPr>
          <p:spPr bwMode="auto">
            <a:xfrm>
              <a:off x="6421640" y="3244112"/>
              <a:ext cx="64969" cy="301788"/>
            </a:xfrm>
            <a:custGeom>
              <a:avLst/>
              <a:gdLst>
                <a:gd name="T0" fmla="*/ 32 w 56"/>
                <a:gd name="T1" fmla="*/ 25 h 256"/>
                <a:gd name="T2" fmla="*/ 32 w 56"/>
                <a:gd name="T3" fmla="*/ 0 h 256"/>
                <a:gd name="T4" fmla="*/ 24 w 56"/>
                <a:gd name="T5" fmla="*/ 0 h 256"/>
                <a:gd name="T6" fmla="*/ 24 w 56"/>
                <a:gd name="T7" fmla="*/ 25 h 256"/>
                <a:gd name="T8" fmla="*/ 0 w 56"/>
                <a:gd name="T9" fmla="*/ 52 h 256"/>
                <a:gd name="T10" fmla="*/ 24 w 56"/>
                <a:gd name="T11" fmla="*/ 80 h 256"/>
                <a:gd name="T12" fmla="*/ 24 w 56"/>
                <a:gd name="T13" fmla="*/ 256 h 256"/>
                <a:gd name="T14" fmla="*/ 32 w 56"/>
                <a:gd name="T15" fmla="*/ 256 h 256"/>
                <a:gd name="T16" fmla="*/ 32 w 56"/>
                <a:gd name="T17" fmla="*/ 80 h 256"/>
                <a:gd name="T18" fmla="*/ 56 w 56"/>
                <a:gd name="T19" fmla="*/ 52 h 256"/>
                <a:gd name="T20" fmla="*/ 32 w 56"/>
                <a:gd name="T21" fmla="*/ 25 h 256"/>
                <a:gd name="T22" fmla="*/ 28 w 56"/>
                <a:gd name="T23" fmla="*/ 72 h 256"/>
                <a:gd name="T24" fmla="*/ 8 w 56"/>
                <a:gd name="T25" fmla="*/ 52 h 256"/>
                <a:gd name="T26" fmla="*/ 28 w 56"/>
                <a:gd name="T27" fmla="*/ 32 h 256"/>
                <a:gd name="T28" fmla="*/ 48 w 56"/>
                <a:gd name="T29" fmla="*/ 52 h 256"/>
                <a:gd name="T30" fmla="*/ 28 w 56"/>
                <a:gd name="T31" fmla="*/ 7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56">
                  <a:moveTo>
                    <a:pt x="32" y="25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10" y="26"/>
                    <a:pt x="0" y="38"/>
                    <a:pt x="0" y="52"/>
                  </a:cubicBezTo>
                  <a:cubicBezTo>
                    <a:pt x="0" y="66"/>
                    <a:pt x="10" y="78"/>
                    <a:pt x="24" y="80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45" y="78"/>
                    <a:pt x="56" y="66"/>
                    <a:pt x="56" y="52"/>
                  </a:cubicBezTo>
                  <a:cubicBezTo>
                    <a:pt x="56" y="38"/>
                    <a:pt x="45" y="26"/>
                    <a:pt x="32" y="25"/>
                  </a:cubicBezTo>
                  <a:close/>
                  <a:moveTo>
                    <a:pt x="28" y="72"/>
                  </a:moveTo>
                  <a:cubicBezTo>
                    <a:pt x="17" y="72"/>
                    <a:pt x="8" y="63"/>
                    <a:pt x="8" y="52"/>
                  </a:cubicBezTo>
                  <a:cubicBezTo>
                    <a:pt x="8" y="41"/>
                    <a:pt x="17" y="32"/>
                    <a:pt x="28" y="32"/>
                  </a:cubicBezTo>
                  <a:cubicBezTo>
                    <a:pt x="39" y="32"/>
                    <a:pt x="48" y="41"/>
                    <a:pt x="48" y="52"/>
                  </a:cubicBezTo>
                  <a:cubicBezTo>
                    <a:pt x="48" y="63"/>
                    <a:pt x="39" y="72"/>
                    <a:pt x="28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6" name="Freeform 206"/>
            <p:cNvSpPr>
              <a:spLocks noEditPoints="1"/>
            </p:cNvSpPr>
            <p:nvPr/>
          </p:nvSpPr>
          <p:spPr bwMode="auto">
            <a:xfrm>
              <a:off x="6610257" y="3244112"/>
              <a:ext cx="67064" cy="301788"/>
            </a:xfrm>
            <a:custGeom>
              <a:avLst/>
              <a:gdLst>
                <a:gd name="T0" fmla="*/ 32 w 56"/>
                <a:gd name="T1" fmla="*/ 177 h 256"/>
                <a:gd name="T2" fmla="*/ 32 w 56"/>
                <a:gd name="T3" fmla="*/ 0 h 256"/>
                <a:gd name="T4" fmla="*/ 24 w 56"/>
                <a:gd name="T5" fmla="*/ 0 h 256"/>
                <a:gd name="T6" fmla="*/ 24 w 56"/>
                <a:gd name="T7" fmla="*/ 177 h 256"/>
                <a:gd name="T8" fmla="*/ 0 w 56"/>
                <a:gd name="T9" fmla="*/ 204 h 256"/>
                <a:gd name="T10" fmla="*/ 24 w 56"/>
                <a:gd name="T11" fmla="*/ 232 h 256"/>
                <a:gd name="T12" fmla="*/ 24 w 56"/>
                <a:gd name="T13" fmla="*/ 256 h 256"/>
                <a:gd name="T14" fmla="*/ 32 w 56"/>
                <a:gd name="T15" fmla="*/ 256 h 256"/>
                <a:gd name="T16" fmla="*/ 32 w 56"/>
                <a:gd name="T17" fmla="*/ 232 h 256"/>
                <a:gd name="T18" fmla="*/ 56 w 56"/>
                <a:gd name="T19" fmla="*/ 204 h 256"/>
                <a:gd name="T20" fmla="*/ 32 w 56"/>
                <a:gd name="T21" fmla="*/ 177 h 256"/>
                <a:gd name="T22" fmla="*/ 28 w 56"/>
                <a:gd name="T23" fmla="*/ 224 h 256"/>
                <a:gd name="T24" fmla="*/ 8 w 56"/>
                <a:gd name="T25" fmla="*/ 204 h 256"/>
                <a:gd name="T26" fmla="*/ 28 w 56"/>
                <a:gd name="T27" fmla="*/ 184 h 256"/>
                <a:gd name="T28" fmla="*/ 48 w 56"/>
                <a:gd name="T29" fmla="*/ 204 h 256"/>
                <a:gd name="T30" fmla="*/ 28 w 56"/>
                <a:gd name="T31" fmla="*/ 22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56">
                  <a:moveTo>
                    <a:pt x="32" y="177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77"/>
                    <a:pt x="24" y="177"/>
                    <a:pt x="24" y="177"/>
                  </a:cubicBezTo>
                  <a:cubicBezTo>
                    <a:pt x="10" y="178"/>
                    <a:pt x="0" y="190"/>
                    <a:pt x="0" y="204"/>
                  </a:cubicBezTo>
                  <a:cubicBezTo>
                    <a:pt x="0" y="218"/>
                    <a:pt x="10" y="230"/>
                    <a:pt x="24" y="232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232"/>
                    <a:pt x="32" y="232"/>
                    <a:pt x="32" y="232"/>
                  </a:cubicBezTo>
                  <a:cubicBezTo>
                    <a:pt x="45" y="230"/>
                    <a:pt x="56" y="218"/>
                    <a:pt x="56" y="204"/>
                  </a:cubicBezTo>
                  <a:cubicBezTo>
                    <a:pt x="56" y="190"/>
                    <a:pt x="45" y="178"/>
                    <a:pt x="32" y="177"/>
                  </a:cubicBezTo>
                  <a:close/>
                  <a:moveTo>
                    <a:pt x="28" y="224"/>
                  </a:moveTo>
                  <a:cubicBezTo>
                    <a:pt x="17" y="224"/>
                    <a:pt x="8" y="215"/>
                    <a:pt x="8" y="204"/>
                  </a:cubicBezTo>
                  <a:cubicBezTo>
                    <a:pt x="8" y="193"/>
                    <a:pt x="17" y="184"/>
                    <a:pt x="28" y="184"/>
                  </a:cubicBezTo>
                  <a:cubicBezTo>
                    <a:pt x="39" y="184"/>
                    <a:pt x="48" y="193"/>
                    <a:pt x="48" y="204"/>
                  </a:cubicBezTo>
                  <a:cubicBezTo>
                    <a:pt x="48" y="215"/>
                    <a:pt x="39" y="224"/>
                    <a:pt x="28" y="2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7" name="Freeform 207"/>
            <p:cNvSpPr>
              <a:spLocks noEditPoints="1"/>
            </p:cNvSpPr>
            <p:nvPr/>
          </p:nvSpPr>
          <p:spPr bwMode="auto">
            <a:xfrm>
              <a:off x="6515949" y="3244112"/>
              <a:ext cx="64969" cy="301788"/>
            </a:xfrm>
            <a:custGeom>
              <a:avLst/>
              <a:gdLst>
                <a:gd name="T0" fmla="*/ 32 w 56"/>
                <a:gd name="T1" fmla="*/ 101 h 256"/>
                <a:gd name="T2" fmla="*/ 32 w 56"/>
                <a:gd name="T3" fmla="*/ 0 h 256"/>
                <a:gd name="T4" fmla="*/ 24 w 56"/>
                <a:gd name="T5" fmla="*/ 0 h 256"/>
                <a:gd name="T6" fmla="*/ 24 w 56"/>
                <a:gd name="T7" fmla="*/ 101 h 256"/>
                <a:gd name="T8" fmla="*/ 0 w 56"/>
                <a:gd name="T9" fmla="*/ 128 h 256"/>
                <a:gd name="T10" fmla="*/ 24 w 56"/>
                <a:gd name="T11" fmla="*/ 156 h 256"/>
                <a:gd name="T12" fmla="*/ 24 w 56"/>
                <a:gd name="T13" fmla="*/ 256 h 256"/>
                <a:gd name="T14" fmla="*/ 32 w 56"/>
                <a:gd name="T15" fmla="*/ 256 h 256"/>
                <a:gd name="T16" fmla="*/ 32 w 56"/>
                <a:gd name="T17" fmla="*/ 156 h 256"/>
                <a:gd name="T18" fmla="*/ 56 w 56"/>
                <a:gd name="T19" fmla="*/ 128 h 256"/>
                <a:gd name="T20" fmla="*/ 32 w 56"/>
                <a:gd name="T21" fmla="*/ 101 h 256"/>
                <a:gd name="T22" fmla="*/ 28 w 56"/>
                <a:gd name="T23" fmla="*/ 148 h 256"/>
                <a:gd name="T24" fmla="*/ 8 w 56"/>
                <a:gd name="T25" fmla="*/ 128 h 256"/>
                <a:gd name="T26" fmla="*/ 28 w 56"/>
                <a:gd name="T27" fmla="*/ 108 h 256"/>
                <a:gd name="T28" fmla="*/ 48 w 56"/>
                <a:gd name="T29" fmla="*/ 128 h 256"/>
                <a:gd name="T30" fmla="*/ 28 w 56"/>
                <a:gd name="T31" fmla="*/ 1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56">
                  <a:moveTo>
                    <a:pt x="32" y="101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10" y="102"/>
                    <a:pt x="0" y="114"/>
                    <a:pt x="0" y="128"/>
                  </a:cubicBezTo>
                  <a:cubicBezTo>
                    <a:pt x="0" y="142"/>
                    <a:pt x="10" y="154"/>
                    <a:pt x="24" y="156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45" y="154"/>
                    <a:pt x="56" y="142"/>
                    <a:pt x="56" y="128"/>
                  </a:cubicBezTo>
                  <a:cubicBezTo>
                    <a:pt x="56" y="114"/>
                    <a:pt x="45" y="102"/>
                    <a:pt x="32" y="101"/>
                  </a:cubicBezTo>
                  <a:close/>
                  <a:moveTo>
                    <a:pt x="28" y="148"/>
                  </a:moveTo>
                  <a:cubicBezTo>
                    <a:pt x="17" y="148"/>
                    <a:pt x="8" y="139"/>
                    <a:pt x="8" y="128"/>
                  </a:cubicBezTo>
                  <a:cubicBezTo>
                    <a:pt x="8" y="117"/>
                    <a:pt x="17" y="108"/>
                    <a:pt x="28" y="108"/>
                  </a:cubicBezTo>
                  <a:cubicBezTo>
                    <a:pt x="39" y="108"/>
                    <a:pt x="48" y="117"/>
                    <a:pt x="48" y="128"/>
                  </a:cubicBezTo>
                  <a:cubicBezTo>
                    <a:pt x="48" y="139"/>
                    <a:pt x="39" y="148"/>
                    <a:pt x="28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18" name="Freeform 208"/>
          <p:cNvSpPr>
            <a:spLocks noEditPoints="1"/>
          </p:cNvSpPr>
          <p:nvPr/>
        </p:nvSpPr>
        <p:spPr bwMode="auto">
          <a:xfrm>
            <a:off x="6859652" y="3244112"/>
            <a:ext cx="161373" cy="301788"/>
          </a:xfrm>
          <a:custGeom>
            <a:avLst/>
            <a:gdLst>
              <a:gd name="T0" fmla="*/ 68 w 136"/>
              <a:gd name="T1" fmla="*/ 0 h 256"/>
              <a:gd name="T2" fmla="*/ 0 w 136"/>
              <a:gd name="T3" fmla="*/ 68 h 256"/>
              <a:gd name="T4" fmla="*/ 0 w 136"/>
              <a:gd name="T5" fmla="*/ 188 h 256"/>
              <a:gd name="T6" fmla="*/ 68 w 136"/>
              <a:gd name="T7" fmla="*/ 256 h 256"/>
              <a:gd name="T8" fmla="*/ 136 w 136"/>
              <a:gd name="T9" fmla="*/ 188 h 256"/>
              <a:gd name="T10" fmla="*/ 136 w 136"/>
              <a:gd name="T11" fmla="*/ 68 h 256"/>
              <a:gd name="T12" fmla="*/ 68 w 136"/>
              <a:gd name="T13" fmla="*/ 0 h 256"/>
              <a:gd name="T14" fmla="*/ 64 w 136"/>
              <a:gd name="T15" fmla="*/ 8 h 256"/>
              <a:gd name="T16" fmla="*/ 64 w 136"/>
              <a:gd name="T17" fmla="*/ 80 h 256"/>
              <a:gd name="T18" fmla="*/ 8 w 136"/>
              <a:gd name="T19" fmla="*/ 80 h 256"/>
              <a:gd name="T20" fmla="*/ 8 w 136"/>
              <a:gd name="T21" fmla="*/ 68 h 256"/>
              <a:gd name="T22" fmla="*/ 64 w 136"/>
              <a:gd name="T23" fmla="*/ 8 h 256"/>
              <a:gd name="T24" fmla="*/ 68 w 136"/>
              <a:gd name="T25" fmla="*/ 248 h 256"/>
              <a:gd name="T26" fmla="*/ 8 w 136"/>
              <a:gd name="T27" fmla="*/ 188 h 256"/>
              <a:gd name="T28" fmla="*/ 8 w 136"/>
              <a:gd name="T29" fmla="*/ 88 h 256"/>
              <a:gd name="T30" fmla="*/ 128 w 136"/>
              <a:gd name="T31" fmla="*/ 88 h 256"/>
              <a:gd name="T32" fmla="*/ 128 w 136"/>
              <a:gd name="T33" fmla="*/ 188 h 256"/>
              <a:gd name="T34" fmla="*/ 68 w 136"/>
              <a:gd name="T35" fmla="*/ 248 h 256"/>
              <a:gd name="T36" fmla="*/ 128 w 136"/>
              <a:gd name="T37" fmla="*/ 80 h 256"/>
              <a:gd name="T38" fmla="*/ 72 w 136"/>
              <a:gd name="T39" fmla="*/ 80 h 256"/>
              <a:gd name="T40" fmla="*/ 72 w 136"/>
              <a:gd name="T41" fmla="*/ 8 h 256"/>
              <a:gd name="T42" fmla="*/ 128 w 136"/>
              <a:gd name="T43" fmla="*/ 68 h 256"/>
              <a:gd name="T44" fmla="*/ 128 w 136"/>
              <a:gd name="T45" fmla="*/ 8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6" h="256">
                <a:moveTo>
                  <a:pt x="68" y="0"/>
                </a:moveTo>
                <a:cubicBezTo>
                  <a:pt x="30" y="0"/>
                  <a:pt x="0" y="31"/>
                  <a:pt x="0" y="68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226"/>
                  <a:pt x="30" y="256"/>
                  <a:pt x="68" y="256"/>
                </a:cubicBezTo>
                <a:cubicBezTo>
                  <a:pt x="105" y="256"/>
                  <a:pt x="136" y="226"/>
                  <a:pt x="136" y="188"/>
                </a:cubicBezTo>
                <a:cubicBezTo>
                  <a:pt x="136" y="68"/>
                  <a:pt x="136" y="68"/>
                  <a:pt x="136" y="68"/>
                </a:cubicBezTo>
                <a:cubicBezTo>
                  <a:pt x="136" y="31"/>
                  <a:pt x="105" y="0"/>
                  <a:pt x="68" y="0"/>
                </a:cubicBezTo>
                <a:close/>
                <a:moveTo>
                  <a:pt x="64" y="8"/>
                </a:moveTo>
                <a:cubicBezTo>
                  <a:pt x="64" y="80"/>
                  <a:pt x="64" y="80"/>
                  <a:pt x="64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68"/>
                  <a:pt x="8" y="68"/>
                  <a:pt x="8" y="68"/>
                </a:cubicBezTo>
                <a:cubicBezTo>
                  <a:pt x="8" y="36"/>
                  <a:pt x="32" y="10"/>
                  <a:pt x="64" y="8"/>
                </a:cubicBezTo>
                <a:close/>
                <a:moveTo>
                  <a:pt x="68" y="248"/>
                </a:moveTo>
                <a:cubicBezTo>
                  <a:pt x="35" y="248"/>
                  <a:pt x="8" y="221"/>
                  <a:pt x="8" y="188"/>
                </a:cubicBezTo>
                <a:cubicBezTo>
                  <a:pt x="8" y="88"/>
                  <a:pt x="8" y="88"/>
                  <a:pt x="8" y="88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188"/>
                  <a:pt x="128" y="188"/>
                  <a:pt x="128" y="188"/>
                </a:cubicBezTo>
                <a:cubicBezTo>
                  <a:pt x="128" y="221"/>
                  <a:pt x="101" y="248"/>
                  <a:pt x="68" y="248"/>
                </a:cubicBezTo>
                <a:close/>
                <a:moveTo>
                  <a:pt x="128" y="80"/>
                </a:moveTo>
                <a:cubicBezTo>
                  <a:pt x="72" y="80"/>
                  <a:pt x="72" y="80"/>
                  <a:pt x="72" y="80"/>
                </a:cubicBezTo>
                <a:cubicBezTo>
                  <a:pt x="72" y="8"/>
                  <a:pt x="72" y="8"/>
                  <a:pt x="72" y="8"/>
                </a:cubicBezTo>
                <a:cubicBezTo>
                  <a:pt x="103" y="10"/>
                  <a:pt x="128" y="36"/>
                  <a:pt x="128" y="68"/>
                </a:cubicBezTo>
                <a:lnTo>
                  <a:pt x="128" y="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9" name="Freeform 209"/>
          <p:cNvSpPr>
            <a:spLocks noEditPoints="1"/>
          </p:cNvSpPr>
          <p:nvPr/>
        </p:nvSpPr>
        <p:spPr bwMode="auto">
          <a:xfrm>
            <a:off x="2123256" y="3636018"/>
            <a:ext cx="222150" cy="301788"/>
          </a:xfrm>
          <a:custGeom>
            <a:avLst/>
            <a:gdLst>
              <a:gd name="T0" fmla="*/ 106 w 106"/>
              <a:gd name="T1" fmla="*/ 0 h 144"/>
              <a:gd name="T2" fmla="*/ 7 w 106"/>
              <a:gd name="T3" fmla="*/ 16 h 144"/>
              <a:gd name="T4" fmla="*/ 0 w 106"/>
              <a:gd name="T5" fmla="*/ 20 h 144"/>
              <a:gd name="T6" fmla="*/ 7 w 106"/>
              <a:gd name="T7" fmla="*/ 34 h 144"/>
              <a:gd name="T8" fmla="*/ 0 w 106"/>
              <a:gd name="T9" fmla="*/ 38 h 144"/>
              <a:gd name="T10" fmla="*/ 7 w 106"/>
              <a:gd name="T11" fmla="*/ 52 h 144"/>
              <a:gd name="T12" fmla="*/ 0 w 106"/>
              <a:gd name="T13" fmla="*/ 56 h 144"/>
              <a:gd name="T14" fmla="*/ 7 w 106"/>
              <a:gd name="T15" fmla="*/ 70 h 144"/>
              <a:gd name="T16" fmla="*/ 0 w 106"/>
              <a:gd name="T17" fmla="*/ 74 h 144"/>
              <a:gd name="T18" fmla="*/ 7 w 106"/>
              <a:gd name="T19" fmla="*/ 88 h 144"/>
              <a:gd name="T20" fmla="*/ 0 w 106"/>
              <a:gd name="T21" fmla="*/ 92 h 144"/>
              <a:gd name="T22" fmla="*/ 7 w 106"/>
              <a:gd name="T23" fmla="*/ 106 h 144"/>
              <a:gd name="T24" fmla="*/ 0 w 106"/>
              <a:gd name="T25" fmla="*/ 111 h 144"/>
              <a:gd name="T26" fmla="*/ 7 w 106"/>
              <a:gd name="T27" fmla="*/ 124 h 144"/>
              <a:gd name="T28" fmla="*/ 0 w 106"/>
              <a:gd name="T29" fmla="*/ 129 h 144"/>
              <a:gd name="T30" fmla="*/ 7 w 106"/>
              <a:gd name="T31" fmla="*/ 144 h 144"/>
              <a:gd name="T32" fmla="*/ 101 w 106"/>
              <a:gd name="T33" fmla="*/ 140 h 144"/>
              <a:gd name="T34" fmla="*/ 79 w 106"/>
              <a:gd name="T35" fmla="*/ 5 h 144"/>
              <a:gd name="T36" fmla="*/ 101 w 106"/>
              <a:gd name="T37" fmla="*/ 140 h 144"/>
              <a:gd name="T38" fmla="*/ 18 w 106"/>
              <a:gd name="T39" fmla="*/ 111 h 144"/>
              <a:gd name="T40" fmla="*/ 11 w 106"/>
              <a:gd name="T41" fmla="*/ 106 h 144"/>
              <a:gd name="T42" fmla="*/ 18 w 106"/>
              <a:gd name="T43" fmla="*/ 92 h 144"/>
              <a:gd name="T44" fmla="*/ 11 w 106"/>
              <a:gd name="T45" fmla="*/ 88 h 144"/>
              <a:gd name="T46" fmla="*/ 18 w 106"/>
              <a:gd name="T47" fmla="*/ 74 h 144"/>
              <a:gd name="T48" fmla="*/ 11 w 106"/>
              <a:gd name="T49" fmla="*/ 70 h 144"/>
              <a:gd name="T50" fmla="*/ 18 w 106"/>
              <a:gd name="T51" fmla="*/ 56 h 144"/>
              <a:gd name="T52" fmla="*/ 11 w 106"/>
              <a:gd name="T53" fmla="*/ 52 h 144"/>
              <a:gd name="T54" fmla="*/ 18 w 106"/>
              <a:gd name="T55" fmla="*/ 38 h 144"/>
              <a:gd name="T56" fmla="*/ 11 w 106"/>
              <a:gd name="T57" fmla="*/ 34 h 144"/>
              <a:gd name="T58" fmla="*/ 18 w 106"/>
              <a:gd name="T59" fmla="*/ 20 h 144"/>
              <a:gd name="T60" fmla="*/ 11 w 106"/>
              <a:gd name="T61" fmla="*/ 16 h 144"/>
              <a:gd name="T62" fmla="*/ 74 w 106"/>
              <a:gd name="T63" fmla="*/ 5 h 144"/>
              <a:gd name="T64" fmla="*/ 11 w 106"/>
              <a:gd name="T65" fmla="*/ 140 h 144"/>
              <a:gd name="T66" fmla="*/ 18 w 106"/>
              <a:gd name="T67" fmla="*/ 129 h 144"/>
              <a:gd name="T68" fmla="*/ 11 w 106"/>
              <a:gd name="T69" fmla="*/ 12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6" h="144">
                <a:moveTo>
                  <a:pt x="106" y="144"/>
                </a:moveTo>
                <a:lnTo>
                  <a:pt x="106" y="0"/>
                </a:lnTo>
                <a:lnTo>
                  <a:pt x="7" y="0"/>
                </a:lnTo>
                <a:lnTo>
                  <a:pt x="7" y="16"/>
                </a:lnTo>
                <a:lnTo>
                  <a:pt x="0" y="16"/>
                </a:lnTo>
                <a:lnTo>
                  <a:pt x="0" y="20"/>
                </a:lnTo>
                <a:lnTo>
                  <a:pt x="7" y="20"/>
                </a:lnTo>
                <a:lnTo>
                  <a:pt x="7" y="34"/>
                </a:lnTo>
                <a:lnTo>
                  <a:pt x="0" y="34"/>
                </a:lnTo>
                <a:lnTo>
                  <a:pt x="0" y="38"/>
                </a:lnTo>
                <a:lnTo>
                  <a:pt x="7" y="38"/>
                </a:lnTo>
                <a:lnTo>
                  <a:pt x="7" y="52"/>
                </a:lnTo>
                <a:lnTo>
                  <a:pt x="0" y="52"/>
                </a:lnTo>
                <a:lnTo>
                  <a:pt x="0" y="56"/>
                </a:lnTo>
                <a:lnTo>
                  <a:pt x="7" y="56"/>
                </a:lnTo>
                <a:lnTo>
                  <a:pt x="7" y="70"/>
                </a:lnTo>
                <a:lnTo>
                  <a:pt x="0" y="70"/>
                </a:lnTo>
                <a:lnTo>
                  <a:pt x="0" y="74"/>
                </a:lnTo>
                <a:lnTo>
                  <a:pt x="7" y="74"/>
                </a:lnTo>
                <a:lnTo>
                  <a:pt x="7" y="88"/>
                </a:lnTo>
                <a:lnTo>
                  <a:pt x="0" y="88"/>
                </a:lnTo>
                <a:lnTo>
                  <a:pt x="0" y="92"/>
                </a:lnTo>
                <a:lnTo>
                  <a:pt x="7" y="92"/>
                </a:lnTo>
                <a:lnTo>
                  <a:pt x="7" y="106"/>
                </a:lnTo>
                <a:lnTo>
                  <a:pt x="0" y="106"/>
                </a:lnTo>
                <a:lnTo>
                  <a:pt x="0" y="111"/>
                </a:lnTo>
                <a:lnTo>
                  <a:pt x="7" y="111"/>
                </a:lnTo>
                <a:lnTo>
                  <a:pt x="7" y="124"/>
                </a:lnTo>
                <a:lnTo>
                  <a:pt x="0" y="124"/>
                </a:lnTo>
                <a:lnTo>
                  <a:pt x="0" y="129"/>
                </a:lnTo>
                <a:lnTo>
                  <a:pt x="7" y="129"/>
                </a:lnTo>
                <a:lnTo>
                  <a:pt x="7" y="144"/>
                </a:lnTo>
                <a:lnTo>
                  <a:pt x="106" y="144"/>
                </a:lnTo>
                <a:close/>
                <a:moveTo>
                  <a:pt x="101" y="140"/>
                </a:moveTo>
                <a:lnTo>
                  <a:pt x="79" y="140"/>
                </a:lnTo>
                <a:lnTo>
                  <a:pt x="79" y="5"/>
                </a:lnTo>
                <a:lnTo>
                  <a:pt x="101" y="5"/>
                </a:lnTo>
                <a:lnTo>
                  <a:pt x="101" y="140"/>
                </a:lnTo>
                <a:close/>
                <a:moveTo>
                  <a:pt x="11" y="111"/>
                </a:moveTo>
                <a:lnTo>
                  <a:pt x="18" y="111"/>
                </a:lnTo>
                <a:lnTo>
                  <a:pt x="18" y="106"/>
                </a:lnTo>
                <a:lnTo>
                  <a:pt x="11" y="106"/>
                </a:lnTo>
                <a:lnTo>
                  <a:pt x="11" y="92"/>
                </a:lnTo>
                <a:lnTo>
                  <a:pt x="18" y="92"/>
                </a:lnTo>
                <a:lnTo>
                  <a:pt x="18" y="88"/>
                </a:lnTo>
                <a:lnTo>
                  <a:pt x="11" y="88"/>
                </a:lnTo>
                <a:lnTo>
                  <a:pt x="11" y="74"/>
                </a:lnTo>
                <a:lnTo>
                  <a:pt x="18" y="74"/>
                </a:lnTo>
                <a:lnTo>
                  <a:pt x="18" y="70"/>
                </a:lnTo>
                <a:lnTo>
                  <a:pt x="11" y="70"/>
                </a:lnTo>
                <a:lnTo>
                  <a:pt x="11" y="56"/>
                </a:lnTo>
                <a:lnTo>
                  <a:pt x="18" y="56"/>
                </a:lnTo>
                <a:lnTo>
                  <a:pt x="18" y="52"/>
                </a:lnTo>
                <a:lnTo>
                  <a:pt x="11" y="52"/>
                </a:lnTo>
                <a:lnTo>
                  <a:pt x="11" y="38"/>
                </a:lnTo>
                <a:lnTo>
                  <a:pt x="18" y="38"/>
                </a:lnTo>
                <a:lnTo>
                  <a:pt x="18" y="34"/>
                </a:lnTo>
                <a:lnTo>
                  <a:pt x="11" y="34"/>
                </a:lnTo>
                <a:lnTo>
                  <a:pt x="11" y="20"/>
                </a:lnTo>
                <a:lnTo>
                  <a:pt x="18" y="20"/>
                </a:lnTo>
                <a:lnTo>
                  <a:pt x="18" y="16"/>
                </a:lnTo>
                <a:lnTo>
                  <a:pt x="11" y="16"/>
                </a:lnTo>
                <a:lnTo>
                  <a:pt x="11" y="5"/>
                </a:lnTo>
                <a:lnTo>
                  <a:pt x="74" y="5"/>
                </a:lnTo>
                <a:lnTo>
                  <a:pt x="74" y="140"/>
                </a:lnTo>
                <a:lnTo>
                  <a:pt x="11" y="140"/>
                </a:lnTo>
                <a:lnTo>
                  <a:pt x="11" y="129"/>
                </a:lnTo>
                <a:lnTo>
                  <a:pt x="18" y="129"/>
                </a:lnTo>
                <a:lnTo>
                  <a:pt x="18" y="124"/>
                </a:lnTo>
                <a:lnTo>
                  <a:pt x="11" y="124"/>
                </a:lnTo>
                <a:lnTo>
                  <a:pt x="11" y="11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7" name="Group 696"/>
          <p:cNvGrpSpPr/>
          <p:nvPr/>
        </p:nvGrpSpPr>
        <p:grpSpPr>
          <a:xfrm>
            <a:off x="2475342" y="3642305"/>
            <a:ext cx="301788" cy="289214"/>
            <a:chOff x="2475342" y="3642305"/>
            <a:chExt cx="301788" cy="289214"/>
          </a:xfrm>
          <a:solidFill>
            <a:schemeClr val="tx1"/>
          </a:solidFill>
        </p:grpSpPr>
        <p:sp>
          <p:nvSpPr>
            <p:cNvPr id="620" name="Freeform 210"/>
            <p:cNvSpPr>
              <a:spLocks noEditPoints="1"/>
            </p:cNvSpPr>
            <p:nvPr/>
          </p:nvSpPr>
          <p:spPr bwMode="auto">
            <a:xfrm>
              <a:off x="2710066" y="3642305"/>
              <a:ext cx="67064" cy="289214"/>
            </a:xfrm>
            <a:custGeom>
              <a:avLst/>
              <a:gdLst>
                <a:gd name="T0" fmla="*/ 9 w 32"/>
                <a:gd name="T1" fmla="*/ 9 h 138"/>
                <a:gd name="T2" fmla="*/ 0 w 32"/>
                <a:gd name="T3" fmla="*/ 9 h 138"/>
                <a:gd name="T4" fmla="*/ 0 w 32"/>
                <a:gd name="T5" fmla="*/ 34 h 138"/>
                <a:gd name="T6" fmla="*/ 5 w 32"/>
                <a:gd name="T7" fmla="*/ 34 h 138"/>
                <a:gd name="T8" fmla="*/ 5 w 32"/>
                <a:gd name="T9" fmla="*/ 14 h 138"/>
                <a:gd name="T10" fmla="*/ 9 w 32"/>
                <a:gd name="T11" fmla="*/ 14 h 138"/>
                <a:gd name="T12" fmla="*/ 9 w 32"/>
                <a:gd name="T13" fmla="*/ 116 h 138"/>
                <a:gd name="T14" fmla="*/ 21 w 32"/>
                <a:gd name="T15" fmla="*/ 138 h 138"/>
                <a:gd name="T16" fmla="*/ 32 w 32"/>
                <a:gd name="T17" fmla="*/ 116 h 138"/>
                <a:gd name="T18" fmla="*/ 32 w 32"/>
                <a:gd name="T19" fmla="*/ 0 h 138"/>
                <a:gd name="T20" fmla="*/ 9 w 32"/>
                <a:gd name="T21" fmla="*/ 0 h 138"/>
                <a:gd name="T22" fmla="*/ 9 w 32"/>
                <a:gd name="T23" fmla="*/ 9 h 138"/>
                <a:gd name="T24" fmla="*/ 14 w 32"/>
                <a:gd name="T25" fmla="*/ 5 h 138"/>
                <a:gd name="T26" fmla="*/ 27 w 32"/>
                <a:gd name="T27" fmla="*/ 5 h 138"/>
                <a:gd name="T28" fmla="*/ 27 w 32"/>
                <a:gd name="T29" fmla="*/ 115 h 138"/>
                <a:gd name="T30" fmla="*/ 21 w 32"/>
                <a:gd name="T31" fmla="*/ 128 h 138"/>
                <a:gd name="T32" fmla="*/ 14 w 32"/>
                <a:gd name="T33" fmla="*/ 115 h 138"/>
                <a:gd name="T34" fmla="*/ 14 w 32"/>
                <a:gd name="T35" fmla="*/ 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9" y="9"/>
                  </a:move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9" y="14"/>
                  </a:lnTo>
                  <a:lnTo>
                    <a:pt x="9" y="116"/>
                  </a:lnTo>
                  <a:lnTo>
                    <a:pt x="21" y="138"/>
                  </a:lnTo>
                  <a:lnTo>
                    <a:pt x="32" y="116"/>
                  </a:lnTo>
                  <a:lnTo>
                    <a:pt x="32" y="0"/>
                  </a:lnTo>
                  <a:lnTo>
                    <a:pt x="9" y="0"/>
                  </a:lnTo>
                  <a:lnTo>
                    <a:pt x="9" y="9"/>
                  </a:lnTo>
                  <a:close/>
                  <a:moveTo>
                    <a:pt x="14" y="5"/>
                  </a:moveTo>
                  <a:lnTo>
                    <a:pt x="27" y="5"/>
                  </a:lnTo>
                  <a:lnTo>
                    <a:pt x="27" y="115"/>
                  </a:lnTo>
                  <a:lnTo>
                    <a:pt x="21" y="128"/>
                  </a:lnTo>
                  <a:lnTo>
                    <a:pt x="14" y="115"/>
                  </a:lnTo>
                  <a:lnTo>
                    <a:pt x="1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1" name="Freeform 211"/>
            <p:cNvSpPr>
              <a:spLocks noEditPoints="1"/>
            </p:cNvSpPr>
            <p:nvPr/>
          </p:nvSpPr>
          <p:spPr bwMode="auto">
            <a:xfrm>
              <a:off x="2475342" y="3642305"/>
              <a:ext cx="211671" cy="285022"/>
            </a:xfrm>
            <a:custGeom>
              <a:avLst/>
              <a:gdLst>
                <a:gd name="T0" fmla="*/ 101 w 101"/>
                <a:gd name="T1" fmla="*/ 136 h 136"/>
                <a:gd name="T2" fmla="*/ 6 w 101"/>
                <a:gd name="T3" fmla="*/ 0 h 136"/>
                <a:gd name="T4" fmla="*/ 0 w 101"/>
                <a:gd name="T5" fmla="*/ 12 h 136"/>
                <a:gd name="T6" fmla="*/ 6 w 101"/>
                <a:gd name="T7" fmla="*/ 16 h 136"/>
                <a:gd name="T8" fmla="*/ 0 w 101"/>
                <a:gd name="T9" fmla="*/ 30 h 136"/>
                <a:gd name="T10" fmla="*/ 6 w 101"/>
                <a:gd name="T11" fmla="*/ 34 h 136"/>
                <a:gd name="T12" fmla="*/ 0 w 101"/>
                <a:gd name="T13" fmla="*/ 48 h 136"/>
                <a:gd name="T14" fmla="*/ 6 w 101"/>
                <a:gd name="T15" fmla="*/ 52 h 136"/>
                <a:gd name="T16" fmla="*/ 0 w 101"/>
                <a:gd name="T17" fmla="*/ 66 h 136"/>
                <a:gd name="T18" fmla="*/ 6 w 101"/>
                <a:gd name="T19" fmla="*/ 70 h 136"/>
                <a:gd name="T20" fmla="*/ 0 w 101"/>
                <a:gd name="T21" fmla="*/ 84 h 136"/>
                <a:gd name="T22" fmla="*/ 6 w 101"/>
                <a:gd name="T23" fmla="*/ 88 h 136"/>
                <a:gd name="T24" fmla="*/ 0 w 101"/>
                <a:gd name="T25" fmla="*/ 102 h 136"/>
                <a:gd name="T26" fmla="*/ 6 w 101"/>
                <a:gd name="T27" fmla="*/ 106 h 136"/>
                <a:gd name="T28" fmla="*/ 0 w 101"/>
                <a:gd name="T29" fmla="*/ 120 h 136"/>
                <a:gd name="T30" fmla="*/ 6 w 101"/>
                <a:gd name="T31" fmla="*/ 124 h 136"/>
                <a:gd name="T32" fmla="*/ 97 w 101"/>
                <a:gd name="T33" fmla="*/ 131 h 136"/>
                <a:gd name="T34" fmla="*/ 79 w 101"/>
                <a:gd name="T35" fmla="*/ 5 h 136"/>
                <a:gd name="T36" fmla="*/ 97 w 101"/>
                <a:gd name="T37" fmla="*/ 131 h 136"/>
                <a:gd name="T38" fmla="*/ 18 w 101"/>
                <a:gd name="T39" fmla="*/ 106 h 136"/>
                <a:gd name="T40" fmla="*/ 11 w 101"/>
                <a:gd name="T41" fmla="*/ 102 h 136"/>
                <a:gd name="T42" fmla="*/ 18 w 101"/>
                <a:gd name="T43" fmla="*/ 88 h 136"/>
                <a:gd name="T44" fmla="*/ 11 w 101"/>
                <a:gd name="T45" fmla="*/ 84 h 136"/>
                <a:gd name="T46" fmla="*/ 18 w 101"/>
                <a:gd name="T47" fmla="*/ 70 h 136"/>
                <a:gd name="T48" fmla="*/ 11 w 101"/>
                <a:gd name="T49" fmla="*/ 66 h 136"/>
                <a:gd name="T50" fmla="*/ 18 w 101"/>
                <a:gd name="T51" fmla="*/ 52 h 136"/>
                <a:gd name="T52" fmla="*/ 11 w 101"/>
                <a:gd name="T53" fmla="*/ 48 h 136"/>
                <a:gd name="T54" fmla="*/ 18 w 101"/>
                <a:gd name="T55" fmla="*/ 34 h 136"/>
                <a:gd name="T56" fmla="*/ 11 w 101"/>
                <a:gd name="T57" fmla="*/ 30 h 136"/>
                <a:gd name="T58" fmla="*/ 18 w 101"/>
                <a:gd name="T59" fmla="*/ 16 h 136"/>
                <a:gd name="T60" fmla="*/ 11 w 101"/>
                <a:gd name="T61" fmla="*/ 12 h 136"/>
                <a:gd name="T62" fmla="*/ 74 w 101"/>
                <a:gd name="T63" fmla="*/ 5 h 136"/>
                <a:gd name="T64" fmla="*/ 11 w 101"/>
                <a:gd name="T65" fmla="*/ 131 h 136"/>
                <a:gd name="T66" fmla="*/ 18 w 101"/>
                <a:gd name="T67" fmla="*/ 124 h 136"/>
                <a:gd name="T68" fmla="*/ 11 w 101"/>
                <a:gd name="T69" fmla="*/ 12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1" h="136">
                  <a:moveTo>
                    <a:pt x="6" y="136"/>
                  </a:moveTo>
                  <a:lnTo>
                    <a:pt x="101" y="136"/>
                  </a:lnTo>
                  <a:lnTo>
                    <a:pt x="101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6" y="16"/>
                  </a:lnTo>
                  <a:lnTo>
                    <a:pt x="6" y="30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6" y="34"/>
                  </a:lnTo>
                  <a:lnTo>
                    <a:pt x="6" y="48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6" y="52"/>
                  </a:lnTo>
                  <a:lnTo>
                    <a:pt x="6" y="66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6" y="70"/>
                  </a:lnTo>
                  <a:lnTo>
                    <a:pt x="6" y="84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6" y="88"/>
                  </a:lnTo>
                  <a:lnTo>
                    <a:pt x="6" y="102"/>
                  </a:lnTo>
                  <a:lnTo>
                    <a:pt x="0" y="102"/>
                  </a:lnTo>
                  <a:lnTo>
                    <a:pt x="0" y="106"/>
                  </a:lnTo>
                  <a:lnTo>
                    <a:pt x="6" y="106"/>
                  </a:lnTo>
                  <a:lnTo>
                    <a:pt x="6" y="120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6" y="124"/>
                  </a:lnTo>
                  <a:lnTo>
                    <a:pt x="6" y="136"/>
                  </a:lnTo>
                  <a:close/>
                  <a:moveTo>
                    <a:pt x="97" y="131"/>
                  </a:moveTo>
                  <a:lnTo>
                    <a:pt x="79" y="131"/>
                  </a:lnTo>
                  <a:lnTo>
                    <a:pt x="79" y="5"/>
                  </a:lnTo>
                  <a:lnTo>
                    <a:pt x="97" y="5"/>
                  </a:lnTo>
                  <a:lnTo>
                    <a:pt x="97" y="131"/>
                  </a:lnTo>
                  <a:close/>
                  <a:moveTo>
                    <a:pt x="11" y="106"/>
                  </a:moveTo>
                  <a:lnTo>
                    <a:pt x="18" y="106"/>
                  </a:lnTo>
                  <a:lnTo>
                    <a:pt x="18" y="102"/>
                  </a:lnTo>
                  <a:lnTo>
                    <a:pt x="11" y="102"/>
                  </a:lnTo>
                  <a:lnTo>
                    <a:pt x="11" y="88"/>
                  </a:lnTo>
                  <a:lnTo>
                    <a:pt x="18" y="88"/>
                  </a:lnTo>
                  <a:lnTo>
                    <a:pt x="18" y="84"/>
                  </a:lnTo>
                  <a:lnTo>
                    <a:pt x="11" y="84"/>
                  </a:lnTo>
                  <a:lnTo>
                    <a:pt x="11" y="70"/>
                  </a:lnTo>
                  <a:lnTo>
                    <a:pt x="18" y="70"/>
                  </a:lnTo>
                  <a:lnTo>
                    <a:pt x="18" y="66"/>
                  </a:lnTo>
                  <a:lnTo>
                    <a:pt x="11" y="66"/>
                  </a:lnTo>
                  <a:lnTo>
                    <a:pt x="11" y="52"/>
                  </a:lnTo>
                  <a:lnTo>
                    <a:pt x="18" y="52"/>
                  </a:lnTo>
                  <a:lnTo>
                    <a:pt x="18" y="48"/>
                  </a:lnTo>
                  <a:lnTo>
                    <a:pt x="11" y="48"/>
                  </a:lnTo>
                  <a:lnTo>
                    <a:pt x="11" y="34"/>
                  </a:lnTo>
                  <a:lnTo>
                    <a:pt x="18" y="34"/>
                  </a:lnTo>
                  <a:lnTo>
                    <a:pt x="18" y="30"/>
                  </a:lnTo>
                  <a:lnTo>
                    <a:pt x="11" y="30"/>
                  </a:lnTo>
                  <a:lnTo>
                    <a:pt x="11" y="16"/>
                  </a:lnTo>
                  <a:lnTo>
                    <a:pt x="18" y="16"/>
                  </a:lnTo>
                  <a:lnTo>
                    <a:pt x="18" y="12"/>
                  </a:lnTo>
                  <a:lnTo>
                    <a:pt x="11" y="12"/>
                  </a:lnTo>
                  <a:lnTo>
                    <a:pt x="11" y="5"/>
                  </a:lnTo>
                  <a:lnTo>
                    <a:pt x="74" y="5"/>
                  </a:lnTo>
                  <a:lnTo>
                    <a:pt x="74" y="131"/>
                  </a:lnTo>
                  <a:lnTo>
                    <a:pt x="11" y="131"/>
                  </a:lnTo>
                  <a:lnTo>
                    <a:pt x="11" y="124"/>
                  </a:lnTo>
                  <a:lnTo>
                    <a:pt x="18" y="124"/>
                  </a:lnTo>
                  <a:lnTo>
                    <a:pt x="18" y="120"/>
                  </a:lnTo>
                  <a:lnTo>
                    <a:pt x="11" y="120"/>
                  </a:lnTo>
                  <a:lnTo>
                    <a:pt x="11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6" name="Group 695"/>
          <p:cNvGrpSpPr/>
          <p:nvPr/>
        </p:nvGrpSpPr>
        <p:grpSpPr>
          <a:xfrm>
            <a:off x="2867247" y="3636018"/>
            <a:ext cx="301790" cy="303884"/>
            <a:chOff x="2867247" y="3636018"/>
            <a:chExt cx="301790" cy="303884"/>
          </a:xfrm>
          <a:solidFill>
            <a:schemeClr val="tx1"/>
          </a:solidFill>
        </p:grpSpPr>
        <p:sp>
          <p:nvSpPr>
            <p:cNvPr id="622" name="Freeform 212"/>
            <p:cNvSpPr>
              <a:spLocks noEditPoints="1"/>
            </p:cNvSpPr>
            <p:nvPr/>
          </p:nvSpPr>
          <p:spPr bwMode="auto">
            <a:xfrm>
              <a:off x="2867247" y="3646496"/>
              <a:ext cx="211671" cy="282927"/>
            </a:xfrm>
            <a:custGeom>
              <a:avLst/>
              <a:gdLst>
                <a:gd name="T0" fmla="*/ 101 w 101"/>
                <a:gd name="T1" fmla="*/ 135 h 135"/>
                <a:gd name="T2" fmla="*/ 7 w 101"/>
                <a:gd name="T3" fmla="*/ 0 h 135"/>
                <a:gd name="T4" fmla="*/ 0 w 101"/>
                <a:gd name="T5" fmla="*/ 11 h 135"/>
                <a:gd name="T6" fmla="*/ 7 w 101"/>
                <a:gd name="T7" fmla="*/ 15 h 135"/>
                <a:gd name="T8" fmla="*/ 0 w 101"/>
                <a:gd name="T9" fmla="*/ 29 h 135"/>
                <a:gd name="T10" fmla="*/ 7 w 101"/>
                <a:gd name="T11" fmla="*/ 33 h 135"/>
                <a:gd name="T12" fmla="*/ 0 w 101"/>
                <a:gd name="T13" fmla="*/ 47 h 135"/>
                <a:gd name="T14" fmla="*/ 7 w 101"/>
                <a:gd name="T15" fmla="*/ 51 h 135"/>
                <a:gd name="T16" fmla="*/ 0 w 101"/>
                <a:gd name="T17" fmla="*/ 65 h 135"/>
                <a:gd name="T18" fmla="*/ 7 w 101"/>
                <a:gd name="T19" fmla="*/ 69 h 135"/>
                <a:gd name="T20" fmla="*/ 0 w 101"/>
                <a:gd name="T21" fmla="*/ 83 h 135"/>
                <a:gd name="T22" fmla="*/ 7 w 101"/>
                <a:gd name="T23" fmla="*/ 87 h 135"/>
                <a:gd name="T24" fmla="*/ 0 w 101"/>
                <a:gd name="T25" fmla="*/ 101 h 135"/>
                <a:gd name="T26" fmla="*/ 7 w 101"/>
                <a:gd name="T27" fmla="*/ 106 h 135"/>
                <a:gd name="T28" fmla="*/ 0 w 101"/>
                <a:gd name="T29" fmla="*/ 119 h 135"/>
                <a:gd name="T30" fmla="*/ 7 w 101"/>
                <a:gd name="T31" fmla="*/ 124 h 135"/>
                <a:gd name="T32" fmla="*/ 97 w 101"/>
                <a:gd name="T33" fmla="*/ 130 h 135"/>
                <a:gd name="T34" fmla="*/ 79 w 101"/>
                <a:gd name="T35" fmla="*/ 4 h 135"/>
                <a:gd name="T36" fmla="*/ 97 w 101"/>
                <a:gd name="T37" fmla="*/ 130 h 135"/>
                <a:gd name="T38" fmla="*/ 18 w 101"/>
                <a:gd name="T39" fmla="*/ 106 h 135"/>
                <a:gd name="T40" fmla="*/ 11 w 101"/>
                <a:gd name="T41" fmla="*/ 101 h 135"/>
                <a:gd name="T42" fmla="*/ 18 w 101"/>
                <a:gd name="T43" fmla="*/ 87 h 135"/>
                <a:gd name="T44" fmla="*/ 11 w 101"/>
                <a:gd name="T45" fmla="*/ 83 h 135"/>
                <a:gd name="T46" fmla="*/ 18 w 101"/>
                <a:gd name="T47" fmla="*/ 69 h 135"/>
                <a:gd name="T48" fmla="*/ 11 w 101"/>
                <a:gd name="T49" fmla="*/ 65 h 135"/>
                <a:gd name="T50" fmla="*/ 18 w 101"/>
                <a:gd name="T51" fmla="*/ 51 h 135"/>
                <a:gd name="T52" fmla="*/ 11 w 101"/>
                <a:gd name="T53" fmla="*/ 47 h 135"/>
                <a:gd name="T54" fmla="*/ 18 w 101"/>
                <a:gd name="T55" fmla="*/ 33 h 135"/>
                <a:gd name="T56" fmla="*/ 11 w 101"/>
                <a:gd name="T57" fmla="*/ 29 h 135"/>
                <a:gd name="T58" fmla="*/ 18 w 101"/>
                <a:gd name="T59" fmla="*/ 15 h 135"/>
                <a:gd name="T60" fmla="*/ 11 w 101"/>
                <a:gd name="T61" fmla="*/ 11 h 135"/>
                <a:gd name="T62" fmla="*/ 74 w 101"/>
                <a:gd name="T63" fmla="*/ 4 h 135"/>
                <a:gd name="T64" fmla="*/ 11 w 101"/>
                <a:gd name="T65" fmla="*/ 130 h 135"/>
                <a:gd name="T66" fmla="*/ 18 w 101"/>
                <a:gd name="T67" fmla="*/ 124 h 135"/>
                <a:gd name="T68" fmla="*/ 11 w 101"/>
                <a:gd name="T69" fmla="*/ 119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1" h="135">
                  <a:moveTo>
                    <a:pt x="7" y="135"/>
                  </a:moveTo>
                  <a:lnTo>
                    <a:pt x="101" y="135"/>
                  </a:lnTo>
                  <a:lnTo>
                    <a:pt x="101" y="0"/>
                  </a:lnTo>
                  <a:lnTo>
                    <a:pt x="7" y="0"/>
                  </a:lnTo>
                  <a:lnTo>
                    <a:pt x="7" y="11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7" y="15"/>
                  </a:lnTo>
                  <a:lnTo>
                    <a:pt x="7" y="29"/>
                  </a:lnTo>
                  <a:lnTo>
                    <a:pt x="0" y="29"/>
                  </a:lnTo>
                  <a:lnTo>
                    <a:pt x="0" y="33"/>
                  </a:lnTo>
                  <a:lnTo>
                    <a:pt x="7" y="33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7" y="51"/>
                  </a:lnTo>
                  <a:lnTo>
                    <a:pt x="7" y="65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7" y="69"/>
                  </a:lnTo>
                  <a:lnTo>
                    <a:pt x="7" y="83"/>
                  </a:lnTo>
                  <a:lnTo>
                    <a:pt x="0" y="83"/>
                  </a:lnTo>
                  <a:lnTo>
                    <a:pt x="0" y="87"/>
                  </a:lnTo>
                  <a:lnTo>
                    <a:pt x="7" y="87"/>
                  </a:lnTo>
                  <a:lnTo>
                    <a:pt x="7" y="101"/>
                  </a:lnTo>
                  <a:lnTo>
                    <a:pt x="0" y="101"/>
                  </a:lnTo>
                  <a:lnTo>
                    <a:pt x="0" y="106"/>
                  </a:lnTo>
                  <a:lnTo>
                    <a:pt x="7" y="106"/>
                  </a:lnTo>
                  <a:lnTo>
                    <a:pt x="7" y="119"/>
                  </a:lnTo>
                  <a:lnTo>
                    <a:pt x="0" y="119"/>
                  </a:lnTo>
                  <a:lnTo>
                    <a:pt x="0" y="124"/>
                  </a:lnTo>
                  <a:lnTo>
                    <a:pt x="7" y="124"/>
                  </a:lnTo>
                  <a:lnTo>
                    <a:pt x="7" y="135"/>
                  </a:lnTo>
                  <a:close/>
                  <a:moveTo>
                    <a:pt x="97" y="130"/>
                  </a:moveTo>
                  <a:lnTo>
                    <a:pt x="79" y="130"/>
                  </a:lnTo>
                  <a:lnTo>
                    <a:pt x="79" y="4"/>
                  </a:lnTo>
                  <a:lnTo>
                    <a:pt x="97" y="4"/>
                  </a:lnTo>
                  <a:lnTo>
                    <a:pt x="97" y="130"/>
                  </a:lnTo>
                  <a:close/>
                  <a:moveTo>
                    <a:pt x="11" y="106"/>
                  </a:moveTo>
                  <a:lnTo>
                    <a:pt x="18" y="106"/>
                  </a:lnTo>
                  <a:lnTo>
                    <a:pt x="18" y="101"/>
                  </a:lnTo>
                  <a:lnTo>
                    <a:pt x="11" y="101"/>
                  </a:lnTo>
                  <a:lnTo>
                    <a:pt x="11" y="87"/>
                  </a:lnTo>
                  <a:lnTo>
                    <a:pt x="18" y="87"/>
                  </a:lnTo>
                  <a:lnTo>
                    <a:pt x="18" y="83"/>
                  </a:lnTo>
                  <a:lnTo>
                    <a:pt x="11" y="83"/>
                  </a:lnTo>
                  <a:lnTo>
                    <a:pt x="11" y="69"/>
                  </a:lnTo>
                  <a:lnTo>
                    <a:pt x="18" y="69"/>
                  </a:lnTo>
                  <a:lnTo>
                    <a:pt x="18" y="65"/>
                  </a:lnTo>
                  <a:lnTo>
                    <a:pt x="11" y="65"/>
                  </a:lnTo>
                  <a:lnTo>
                    <a:pt x="11" y="51"/>
                  </a:lnTo>
                  <a:lnTo>
                    <a:pt x="18" y="51"/>
                  </a:lnTo>
                  <a:lnTo>
                    <a:pt x="18" y="47"/>
                  </a:lnTo>
                  <a:lnTo>
                    <a:pt x="11" y="47"/>
                  </a:lnTo>
                  <a:lnTo>
                    <a:pt x="11" y="33"/>
                  </a:lnTo>
                  <a:lnTo>
                    <a:pt x="18" y="33"/>
                  </a:lnTo>
                  <a:lnTo>
                    <a:pt x="18" y="29"/>
                  </a:lnTo>
                  <a:lnTo>
                    <a:pt x="11" y="29"/>
                  </a:lnTo>
                  <a:lnTo>
                    <a:pt x="11" y="15"/>
                  </a:lnTo>
                  <a:lnTo>
                    <a:pt x="18" y="15"/>
                  </a:lnTo>
                  <a:lnTo>
                    <a:pt x="18" y="11"/>
                  </a:lnTo>
                  <a:lnTo>
                    <a:pt x="11" y="11"/>
                  </a:lnTo>
                  <a:lnTo>
                    <a:pt x="11" y="4"/>
                  </a:lnTo>
                  <a:lnTo>
                    <a:pt x="74" y="4"/>
                  </a:lnTo>
                  <a:lnTo>
                    <a:pt x="74" y="130"/>
                  </a:lnTo>
                  <a:lnTo>
                    <a:pt x="11" y="130"/>
                  </a:lnTo>
                  <a:lnTo>
                    <a:pt x="11" y="124"/>
                  </a:lnTo>
                  <a:lnTo>
                    <a:pt x="18" y="124"/>
                  </a:lnTo>
                  <a:lnTo>
                    <a:pt x="18" y="119"/>
                  </a:lnTo>
                  <a:lnTo>
                    <a:pt x="11" y="119"/>
                  </a:lnTo>
                  <a:lnTo>
                    <a:pt x="11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3" name="Freeform 213"/>
            <p:cNvSpPr>
              <a:spLocks noEditPoints="1"/>
            </p:cNvSpPr>
            <p:nvPr/>
          </p:nvSpPr>
          <p:spPr bwMode="auto">
            <a:xfrm>
              <a:off x="3120834" y="3636018"/>
              <a:ext cx="48203" cy="303884"/>
            </a:xfrm>
            <a:custGeom>
              <a:avLst/>
              <a:gdLst>
                <a:gd name="T0" fmla="*/ 0 w 23"/>
                <a:gd name="T1" fmla="*/ 122 h 145"/>
                <a:gd name="T2" fmla="*/ 12 w 23"/>
                <a:gd name="T3" fmla="*/ 145 h 145"/>
                <a:gd name="T4" fmla="*/ 23 w 23"/>
                <a:gd name="T5" fmla="*/ 122 h 145"/>
                <a:gd name="T6" fmla="*/ 23 w 23"/>
                <a:gd name="T7" fmla="*/ 0 h 145"/>
                <a:gd name="T8" fmla="*/ 0 w 23"/>
                <a:gd name="T9" fmla="*/ 0 h 145"/>
                <a:gd name="T10" fmla="*/ 0 w 23"/>
                <a:gd name="T11" fmla="*/ 122 h 145"/>
                <a:gd name="T12" fmla="*/ 12 w 23"/>
                <a:gd name="T13" fmla="*/ 135 h 145"/>
                <a:gd name="T14" fmla="*/ 5 w 23"/>
                <a:gd name="T15" fmla="*/ 121 h 145"/>
                <a:gd name="T16" fmla="*/ 5 w 23"/>
                <a:gd name="T17" fmla="*/ 27 h 145"/>
                <a:gd name="T18" fmla="*/ 19 w 23"/>
                <a:gd name="T19" fmla="*/ 27 h 145"/>
                <a:gd name="T20" fmla="*/ 19 w 23"/>
                <a:gd name="T21" fmla="*/ 121 h 145"/>
                <a:gd name="T22" fmla="*/ 12 w 23"/>
                <a:gd name="T23" fmla="*/ 135 h 145"/>
                <a:gd name="T24" fmla="*/ 19 w 23"/>
                <a:gd name="T25" fmla="*/ 5 h 145"/>
                <a:gd name="T26" fmla="*/ 19 w 23"/>
                <a:gd name="T27" fmla="*/ 23 h 145"/>
                <a:gd name="T28" fmla="*/ 5 w 23"/>
                <a:gd name="T29" fmla="*/ 23 h 145"/>
                <a:gd name="T30" fmla="*/ 5 w 23"/>
                <a:gd name="T31" fmla="*/ 5 h 145"/>
                <a:gd name="T32" fmla="*/ 19 w 23"/>
                <a:gd name="T33" fmla="*/ 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0" y="122"/>
                  </a:moveTo>
                  <a:lnTo>
                    <a:pt x="12" y="145"/>
                  </a:lnTo>
                  <a:lnTo>
                    <a:pt x="23" y="122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122"/>
                  </a:lnTo>
                  <a:close/>
                  <a:moveTo>
                    <a:pt x="12" y="135"/>
                  </a:moveTo>
                  <a:lnTo>
                    <a:pt x="5" y="121"/>
                  </a:lnTo>
                  <a:lnTo>
                    <a:pt x="5" y="27"/>
                  </a:lnTo>
                  <a:lnTo>
                    <a:pt x="19" y="27"/>
                  </a:lnTo>
                  <a:lnTo>
                    <a:pt x="19" y="121"/>
                  </a:lnTo>
                  <a:lnTo>
                    <a:pt x="12" y="135"/>
                  </a:lnTo>
                  <a:close/>
                  <a:moveTo>
                    <a:pt x="19" y="5"/>
                  </a:moveTo>
                  <a:lnTo>
                    <a:pt x="19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9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24" name="Freeform 214"/>
          <p:cNvSpPr>
            <a:spLocks noEditPoints="1"/>
          </p:cNvSpPr>
          <p:nvPr/>
        </p:nvSpPr>
        <p:spPr bwMode="auto">
          <a:xfrm>
            <a:off x="3261248" y="3638113"/>
            <a:ext cx="299693" cy="299693"/>
          </a:xfrm>
          <a:custGeom>
            <a:avLst/>
            <a:gdLst>
              <a:gd name="T0" fmla="*/ 0 w 143"/>
              <a:gd name="T1" fmla="*/ 66 h 143"/>
              <a:gd name="T2" fmla="*/ 0 w 143"/>
              <a:gd name="T3" fmla="*/ 70 h 143"/>
              <a:gd name="T4" fmla="*/ 49 w 143"/>
              <a:gd name="T5" fmla="*/ 94 h 143"/>
              <a:gd name="T6" fmla="*/ 73 w 143"/>
              <a:gd name="T7" fmla="*/ 143 h 143"/>
              <a:gd name="T8" fmla="*/ 77 w 143"/>
              <a:gd name="T9" fmla="*/ 143 h 143"/>
              <a:gd name="T10" fmla="*/ 143 w 143"/>
              <a:gd name="T11" fmla="*/ 3 h 143"/>
              <a:gd name="T12" fmla="*/ 141 w 143"/>
              <a:gd name="T13" fmla="*/ 2 h 143"/>
              <a:gd name="T14" fmla="*/ 140 w 143"/>
              <a:gd name="T15" fmla="*/ 0 h 143"/>
              <a:gd name="T16" fmla="*/ 0 w 143"/>
              <a:gd name="T17" fmla="*/ 66 h 143"/>
              <a:gd name="T18" fmla="*/ 130 w 143"/>
              <a:gd name="T19" fmla="*/ 9 h 143"/>
              <a:gd name="T20" fmla="*/ 50 w 143"/>
              <a:gd name="T21" fmla="*/ 89 h 143"/>
              <a:gd name="T22" fmla="*/ 6 w 143"/>
              <a:gd name="T23" fmla="*/ 67 h 143"/>
              <a:gd name="T24" fmla="*/ 130 w 143"/>
              <a:gd name="T25" fmla="*/ 9 h 143"/>
              <a:gd name="T26" fmla="*/ 75 w 143"/>
              <a:gd name="T27" fmla="*/ 137 h 143"/>
              <a:gd name="T28" fmla="*/ 54 w 143"/>
              <a:gd name="T29" fmla="*/ 93 h 143"/>
              <a:gd name="T30" fmla="*/ 133 w 143"/>
              <a:gd name="T31" fmla="*/ 13 h 143"/>
              <a:gd name="T32" fmla="*/ 75 w 143"/>
              <a:gd name="T33" fmla="*/ 137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3" h="143">
                <a:moveTo>
                  <a:pt x="0" y="66"/>
                </a:moveTo>
                <a:lnTo>
                  <a:pt x="0" y="70"/>
                </a:lnTo>
                <a:lnTo>
                  <a:pt x="49" y="94"/>
                </a:lnTo>
                <a:lnTo>
                  <a:pt x="73" y="143"/>
                </a:lnTo>
                <a:lnTo>
                  <a:pt x="77" y="143"/>
                </a:lnTo>
                <a:lnTo>
                  <a:pt x="143" y="3"/>
                </a:lnTo>
                <a:lnTo>
                  <a:pt x="141" y="2"/>
                </a:lnTo>
                <a:lnTo>
                  <a:pt x="140" y="0"/>
                </a:lnTo>
                <a:lnTo>
                  <a:pt x="0" y="66"/>
                </a:lnTo>
                <a:close/>
                <a:moveTo>
                  <a:pt x="130" y="9"/>
                </a:moveTo>
                <a:lnTo>
                  <a:pt x="50" y="89"/>
                </a:lnTo>
                <a:lnTo>
                  <a:pt x="6" y="67"/>
                </a:lnTo>
                <a:lnTo>
                  <a:pt x="130" y="9"/>
                </a:lnTo>
                <a:close/>
                <a:moveTo>
                  <a:pt x="75" y="137"/>
                </a:moveTo>
                <a:lnTo>
                  <a:pt x="54" y="93"/>
                </a:lnTo>
                <a:lnTo>
                  <a:pt x="133" y="13"/>
                </a:lnTo>
                <a:lnTo>
                  <a:pt x="75" y="13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5" name="Group 694"/>
          <p:cNvGrpSpPr/>
          <p:nvPr/>
        </p:nvGrpSpPr>
        <p:grpSpPr>
          <a:xfrm>
            <a:off x="3651058" y="3636018"/>
            <a:ext cx="303885" cy="303884"/>
            <a:chOff x="3651058" y="3636018"/>
            <a:chExt cx="303885" cy="303884"/>
          </a:xfrm>
          <a:solidFill>
            <a:schemeClr val="tx1"/>
          </a:solidFill>
        </p:grpSpPr>
        <p:sp>
          <p:nvSpPr>
            <p:cNvPr id="625" name="Freeform 215"/>
            <p:cNvSpPr>
              <a:spLocks noEditPoints="1"/>
            </p:cNvSpPr>
            <p:nvPr/>
          </p:nvSpPr>
          <p:spPr bwMode="auto">
            <a:xfrm>
              <a:off x="3651058" y="3636018"/>
              <a:ext cx="303884" cy="303884"/>
            </a:xfrm>
            <a:custGeom>
              <a:avLst/>
              <a:gdLst>
                <a:gd name="T0" fmla="*/ 0 w 145"/>
                <a:gd name="T1" fmla="*/ 145 h 145"/>
                <a:gd name="T2" fmla="*/ 145 w 145"/>
                <a:gd name="T3" fmla="*/ 145 h 145"/>
                <a:gd name="T4" fmla="*/ 0 w 145"/>
                <a:gd name="T5" fmla="*/ 0 h 145"/>
                <a:gd name="T6" fmla="*/ 0 w 145"/>
                <a:gd name="T7" fmla="*/ 145 h 145"/>
                <a:gd name="T8" fmla="*/ 4 w 145"/>
                <a:gd name="T9" fmla="*/ 125 h 145"/>
                <a:gd name="T10" fmla="*/ 18 w 145"/>
                <a:gd name="T11" fmla="*/ 125 h 145"/>
                <a:gd name="T12" fmla="*/ 18 w 145"/>
                <a:gd name="T13" fmla="*/ 120 h 145"/>
                <a:gd name="T14" fmla="*/ 4 w 145"/>
                <a:gd name="T15" fmla="*/ 120 h 145"/>
                <a:gd name="T16" fmla="*/ 4 w 145"/>
                <a:gd name="T17" fmla="*/ 107 h 145"/>
                <a:gd name="T18" fmla="*/ 13 w 145"/>
                <a:gd name="T19" fmla="*/ 107 h 145"/>
                <a:gd name="T20" fmla="*/ 13 w 145"/>
                <a:gd name="T21" fmla="*/ 102 h 145"/>
                <a:gd name="T22" fmla="*/ 4 w 145"/>
                <a:gd name="T23" fmla="*/ 102 h 145"/>
                <a:gd name="T24" fmla="*/ 4 w 145"/>
                <a:gd name="T25" fmla="*/ 89 h 145"/>
                <a:gd name="T26" fmla="*/ 18 w 145"/>
                <a:gd name="T27" fmla="*/ 89 h 145"/>
                <a:gd name="T28" fmla="*/ 18 w 145"/>
                <a:gd name="T29" fmla="*/ 84 h 145"/>
                <a:gd name="T30" fmla="*/ 4 w 145"/>
                <a:gd name="T31" fmla="*/ 84 h 145"/>
                <a:gd name="T32" fmla="*/ 4 w 145"/>
                <a:gd name="T33" fmla="*/ 71 h 145"/>
                <a:gd name="T34" fmla="*/ 13 w 145"/>
                <a:gd name="T35" fmla="*/ 71 h 145"/>
                <a:gd name="T36" fmla="*/ 13 w 145"/>
                <a:gd name="T37" fmla="*/ 66 h 145"/>
                <a:gd name="T38" fmla="*/ 4 w 145"/>
                <a:gd name="T39" fmla="*/ 66 h 145"/>
                <a:gd name="T40" fmla="*/ 4 w 145"/>
                <a:gd name="T41" fmla="*/ 52 h 145"/>
                <a:gd name="T42" fmla="*/ 18 w 145"/>
                <a:gd name="T43" fmla="*/ 52 h 145"/>
                <a:gd name="T44" fmla="*/ 18 w 145"/>
                <a:gd name="T45" fmla="*/ 48 h 145"/>
                <a:gd name="T46" fmla="*/ 4 w 145"/>
                <a:gd name="T47" fmla="*/ 48 h 145"/>
                <a:gd name="T48" fmla="*/ 4 w 145"/>
                <a:gd name="T49" fmla="*/ 11 h 145"/>
                <a:gd name="T50" fmla="*/ 134 w 145"/>
                <a:gd name="T51" fmla="*/ 140 h 145"/>
                <a:gd name="T52" fmla="*/ 4 w 145"/>
                <a:gd name="T53" fmla="*/ 140 h 145"/>
                <a:gd name="T54" fmla="*/ 4 w 145"/>
                <a:gd name="T55" fmla="*/ 12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5" h="145">
                  <a:moveTo>
                    <a:pt x="0" y="145"/>
                  </a:moveTo>
                  <a:lnTo>
                    <a:pt x="145" y="145"/>
                  </a:lnTo>
                  <a:lnTo>
                    <a:pt x="0" y="0"/>
                  </a:lnTo>
                  <a:lnTo>
                    <a:pt x="0" y="145"/>
                  </a:lnTo>
                  <a:close/>
                  <a:moveTo>
                    <a:pt x="4" y="125"/>
                  </a:moveTo>
                  <a:lnTo>
                    <a:pt x="18" y="125"/>
                  </a:lnTo>
                  <a:lnTo>
                    <a:pt x="18" y="120"/>
                  </a:lnTo>
                  <a:lnTo>
                    <a:pt x="4" y="120"/>
                  </a:lnTo>
                  <a:lnTo>
                    <a:pt x="4" y="107"/>
                  </a:lnTo>
                  <a:lnTo>
                    <a:pt x="13" y="107"/>
                  </a:lnTo>
                  <a:lnTo>
                    <a:pt x="13" y="102"/>
                  </a:lnTo>
                  <a:lnTo>
                    <a:pt x="4" y="102"/>
                  </a:lnTo>
                  <a:lnTo>
                    <a:pt x="4" y="89"/>
                  </a:lnTo>
                  <a:lnTo>
                    <a:pt x="18" y="89"/>
                  </a:lnTo>
                  <a:lnTo>
                    <a:pt x="18" y="84"/>
                  </a:lnTo>
                  <a:lnTo>
                    <a:pt x="4" y="84"/>
                  </a:lnTo>
                  <a:lnTo>
                    <a:pt x="4" y="71"/>
                  </a:lnTo>
                  <a:lnTo>
                    <a:pt x="13" y="71"/>
                  </a:lnTo>
                  <a:lnTo>
                    <a:pt x="13" y="66"/>
                  </a:lnTo>
                  <a:lnTo>
                    <a:pt x="4" y="66"/>
                  </a:lnTo>
                  <a:lnTo>
                    <a:pt x="4" y="52"/>
                  </a:lnTo>
                  <a:lnTo>
                    <a:pt x="18" y="52"/>
                  </a:lnTo>
                  <a:lnTo>
                    <a:pt x="18" y="48"/>
                  </a:lnTo>
                  <a:lnTo>
                    <a:pt x="4" y="48"/>
                  </a:lnTo>
                  <a:lnTo>
                    <a:pt x="4" y="11"/>
                  </a:lnTo>
                  <a:lnTo>
                    <a:pt x="134" y="140"/>
                  </a:lnTo>
                  <a:lnTo>
                    <a:pt x="4" y="140"/>
                  </a:lnTo>
                  <a:lnTo>
                    <a:pt x="4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6" name="Freeform 216"/>
            <p:cNvSpPr>
              <a:spLocks noEditPoints="1"/>
            </p:cNvSpPr>
            <p:nvPr/>
          </p:nvSpPr>
          <p:spPr bwMode="auto">
            <a:xfrm>
              <a:off x="3711835" y="3768050"/>
              <a:ext cx="129937" cy="129937"/>
            </a:xfrm>
            <a:custGeom>
              <a:avLst/>
              <a:gdLst>
                <a:gd name="T0" fmla="*/ 0 w 62"/>
                <a:gd name="T1" fmla="*/ 0 h 62"/>
                <a:gd name="T2" fmla="*/ 0 w 62"/>
                <a:gd name="T3" fmla="*/ 62 h 62"/>
                <a:gd name="T4" fmla="*/ 62 w 62"/>
                <a:gd name="T5" fmla="*/ 62 h 62"/>
                <a:gd name="T6" fmla="*/ 0 w 62"/>
                <a:gd name="T7" fmla="*/ 0 h 62"/>
                <a:gd name="T8" fmla="*/ 5 w 62"/>
                <a:gd name="T9" fmla="*/ 11 h 62"/>
                <a:gd name="T10" fmla="*/ 51 w 62"/>
                <a:gd name="T11" fmla="*/ 57 h 62"/>
                <a:gd name="T12" fmla="*/ 5 w 62"/>
                <a:gd name="T13" fmla="*/ 57 h 62"/>
                <a:gd name="T14" fmla="*/ 5 w 62"/>
                <a:gd name="T15" fmla="*/ 1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62">
                  <a:moveTo>
                    <a:pt x="0" y="0"/>
                  </a:moveTo>
                  <a:lnTo>
                    <a:pt x="0" y="62"/>
                  </a:lnTo>
                  <a:lnTo>
                    <a:pt x="62" y="62"/>
                  </a:lnTo>
                  <a:lnTo>
                    <a:pt x="0" y="0"/>
                  </a:lnTo>
                  <a:close/>
                  <a:moveTo>
                    <a:pt x="5" y="11"/>
                  </a:moveTo>
                  <a:lnTo>
                    <a:pt x="51" y="57"/>
                  </a:lnTo>
                  <a:lnTo>
                    <a:pt x="5" y="57"/>
                  </a:lnTo>
                  <a:lnTo>
                    <a:pt x="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7" name="Freeform 217"/>
            <p:cNvSpPr>
              <a:spLocks noEditPoints="1"/>
            </p:cNvSpPr>
            <p:nvPr/>
          </p:nvSpPr>
          <p:spPr bwMode="auto">
            <a:xfrm>
              <a:off x="3732793" y="3636018"/>
              <a:ext cx="222150" cy="220054"/>
            </a:xfrm>
            <a:custGeom>
              <a:avLst/>
              <a:gdLst>
                <a:gd name="T0" fmla="*/ 106 w 106"/>
                <a:gd name="T1" fmla="*/ 105 h 105"/>
                <a:gd name="T2" fmla="*/ 100 w 106"/>
                <a:gd name="T3" fmla="*/ 83 h 105"/>
                <a:gd name="T4" fmla="*/ 17 w 106"/>
                <a:gd name="T5" fmla="*/ 0 h 105"/>
                <a:gd name="T6" fmla="*/ 0 w 106"/>
                <a:gd name="T7" fmla="*/ 16 h 105"/>
                <a:gd name="T8" fmla="*/ 84 w 106"/>
                <a:gd name="T9" fmla="*/ 100 h 105"/>
                <a:gd name="T10" fmla="*/ 106 w 106"/>
                <a:gd name="T11" fmla="*/ 105 h 105"/>
                <a:gd name="T12" fmla="*/ 100 w 106"/>
                <a:gd name="T13" fmla="*/ 99 h 105"/>
                <a:gd name="T14" fmla="*/ 86 w 106"/>
                <a:gd name="T15" fmla="*/ 96 h 105"/>
                <a:gd name="T16" fmla="*/ 21 w 106"/>
                <a:gd name="T17" fmla="*/ 30 h 105"/>
                <a:gd name="T18" fmla="*/ 31 w 106"/>
                <a:gd name="T19" fmla="*/ 20 h 105"/>
                <a:gd name="T20" fmla="*/ 96 w 106"/>
                <a:gd name="T21" fmla="*/ 85 h 105"/>
                <a:gd name="T22" fmla="*/ 100 w 106"/>
                <a:gd name="T23" fmla="*/ 99 h 105"/>
                <a:gd name="T24" fmla="*/ 17 w 106"/>
                <a:gd name="T25" fmla="*/ 6 h 105"/>
                <a:gd name="T26" fmla="*/ 27 w 106"/>
                <a:gd name="T27" fmla="*/ 16 h 105"/>
                <a:gd name="T28" fmla="*/ 17 w 106"/>
                <a:gd name="T29" fmla="*/ 27 h 105"/>
                <a:gd name="T30" fmla="*/ 7 w 106"/>
                <a:gd name="T31" fmla="*/ 16 h 105"/>
                <a:gd name="T32" fmla="*/ 17 w 106"/>
                <a:gd name="T33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105">
                  <a:moveTo>
                    <a:pt x="106" y="105"/>
                  </a:moveTo>
                  <a:lnTo>
                    <a:pt x="100" y="83"/>
                  </a:lnTo>
                  <a:lnTo>
                    <a:pt x="17" y="0"/>
                  </a:lnTo>
                  <a:lnTo>
                    <a:pt x="0" y="16"/>
                  </a:lnTo>
                  <a:lnTo>
                    <a:pt x="84" y="100"/>
                  </a:lnTo>
                  <a:lnTo>
                    <a:pt x="106" y="105"/>
                  </a:lnTo>
                  <a:close/>
                  <a:moveTo>
                    <a:pt x="100" y="99"/>
                  </a:moveTo>
                  <a:lnTo>
                    <a:pt x="86" y="96"/>
                  </a:lnTo>
                  <a:lnTo>
                    <a:pt x="21" y="30"/>
                  </a:lnTo>
                  <a:lnTo>
                    <a:pt x="31" y="20"/>
                  </a:lnTo>
                  <a:lnTo>
                    <a:pt x="96" y="85"/>
                  </a:lnTo>
                  <a:lnTo>
                    <a:pt x="100" y="99"/>
                  </a:lnTo>
                  <a:close/>
                  <a:moveTo>
                    <a:pt x="17" y="6"/>
                  </a:moveTo>
                  <a:lnTo>
                    <a:pt x="27" y="16"/>
                  </a:lnTo>
                  <a:lnTo>
                    <a:pt x="17" y="27"/>
                  </a:lnTo>
                  <a:lnTo>
                    <a:pt x="7" y="16"/>
                  </a:lnTo>
                  <a:lnTo>
                    <a:pt x="17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4" name="Group 693"/>
          <p:cNvGrpSpPr/>
          <p:nvPr/>
        </p:nvGrpSpPr>
        <p:grpSpPr>
          <a:xfrm>
            <a:off x="4076496" y="3636018"/>
            <a:ext cx="236819" cy="303884"/>
            <a:chOff x="4076496" y="3636018"/>
            <a:chExt cx="236819" cy="303884"/>
          </a:xfrm>
          <a:solidFill>
            <a:schemeClr val="tx1"/>
          </a:solidFill>
        </p:grpSpPr>
        <p:sp>
          <p:nvSpPr>
            <p:cNvPr id="628" name="Freeform 218"/>
            <p:cNvSpPr>
              <a:spLocks noEditPoints="1"/>
            </p:cNvSpPr>
            <p:nvPr/>
          </p:nvSpPr>
          <p:spPr bwMode="auto">
            <a:xfrm>
              <a:off x="4143560" y="3638113"/>
              <a:ext cx="83830" cy="301788"/>
            </a:xfrm>
            <a:custGeom>
              <a:avLst/>
              <a:gdLst>
                <a:gd name="T0" fmla="*/ 40 w 40"/>
                <a:gd name="T1" fmla="*/ 144 h 144"/>
                <a:gd name="T2" fmla="*/ 40 w 40"/>
                <a:gd name="T3" fmla="*/ 0 h 144"/>
                <a:gd name="T4" fmla="*/ 0 w 40"/>
                <a:gd name="T5" fmla="*/ 0 h 144"/>
                <a:gd name="T6" fmla="*/ 0 w 40"/>
                <a:gd name="T7" fmla="*/ 144 h 144"/>
                <a:gd name="T8" fmla="*/ 40 w 40"/>
                <a:gd name="T9" fmla="*/ 144 h 144"/>
                <a:gd name="T10" fmla="*/ 4 w 40"/>
                <a:gd name="T11" fmla="*/ 4 h 144"/>
                <a:gd name="T12" fmla="*/ 36 w 40"/>
                <a:gd name="T13" fmla="*/ 4 h 144"/>
                <a:gd name="T14" fmla="*/ 36 w 40"/>
                <a:gd name="T15" fmla="*/ 24 h 144"/>
                <a:gd name="T16" fmla="*/ 22 w 40"/>
                <a:gd name="T17" fmla="*/ 24 h 144"/>
                <a:gd name="T18" fmla="*/ 22 w 40"/>
                <a:gd name="T19" fmla="*/ 29 h 144"/>
                <a:gd name="T20" fmla="*/ 36 w 40"/>
                <a:gd name="T21" fmla="*/ 29 h 144"/>
                <a:gd name="T22" fmla="*/ 36 w 40"/>
                <a:gd name="T23" fmla="*/ 47 h 144"/>
                <a:gd name="T24" fmla="*/ 31 w 40"/>
                <a:gd name="T25" fmla="*/ 47 h 144"/>
                <a:gd name="T26" fmla="*/ 31 w 40"/>
                <a:gd name="T27" fmla="*/ 51 h 144"/>
                <a:gd name="T28" fmla="*/ 36 w 40"/>
                <a:gd name="T29" fmla="*/ 51 h 144"/>
                <a:gd name="T30" fmla="*/ 36 w 40"/>
                <a:gd name="T31" fmla="*/ 70 h 144"/>
                <a:gd name="T32" fmla="*/ 22 w 40"/>
                <a:gd name="T33" fmla="*/ 70 h 144"/>
                <a:gd name="T34" fmla="*/ 22 w 40"/>
                <a:gd name="T35" fmla="*/ 74 h 144"/>
                <a:gd name="T36" fmla="*/ 36 w 40"/>
                <a:gd name="T37" fmla="*/ 74 h 144"/>
                <a:gd name="T38" fmla="*/ 36 w 40"/>
                <a:gd name="T39" fmla="*/ 92 h 144"/>
                <a:gd name="T40" fmla="*/ 31 w 40"/>
                <a:gd name="T41" fmla="*/ 92 h 144"/>
                <a:gd name="T42" fmla="*/ 31 w 40"/>
                <a:gd name="T43" fmla="*/ 97 h 144"/>
                <a:gd name="T44" fmla="*/ 36 w 40"/>
                <a:gd name="T45" fmla="*/ 97 h 144"/>
                <a:gd name="T46" fmla="*/ 36 w 40"/>
                <a:gd name="T47" fmla="*/ 115 h 144"/>
                <a:gd name="T48" fmla="*/ 22 w 40"/>
                <a:gd name="T49" fmla="*/ 115 h 144"/>
                <a:gd name="T50" fmla="*/ 22 w 40"/>
                <a:gd name="T51" fmla="*/ 119 h 144"/>
                <a:gd name="T52" fmla="*/ 36 w 40"/>
                <a:gd name="T53" fmla="*/ 119 h 144"/>
                <a:gd name="T54" fmla="*/ 36 w 40"/>
                <a:gd name="T55" fmla="*/ 139 h 144"/>
                <a:gd name="T56" fmla="*/ 4 w 40"/>
                <a:gd name="T57" fmla="*/ 139 h 144"/>
                <a:gd name="T58" fmla="*/ 4 w 40"/>
                <a:gd name="T59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0" h="144">
                  <a:moveTo>
                    <a:pt x="40" y="144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144"/>
                  </a:lnTo>
                  <a:lnTo>
                    <a:pt x="40" y="144"/>
                  </a:lnTo>
                  <a:close/>
                  <a:moveTo>
                    <a:pt x="4" y="4"/>
                  </a:moveTo>
                  <a:lnTo>
                    <a:pt x="36" y="4"/>
                  </a:lnTo>
                  <a:lnTo>
                    <a:pt x="36" y="24"/>
                  </a:lnTo>
                  <a:lnTo>
                    <a:pt x="22" y="24"/>
                  </a:lnTo>
                  <a:lnTo>
                    <a:pt x="22" y="29"/>
                  </a:lnTo>
                  <a:lnTo>
                    <a:pt x="36" y="29"/>
                  </a:lnTo>
                  <a:lnTo>
                    <a:pt x="36" y="47"/>
                  </a:lnTo>
                  <a:lnTo>
                    <a:pt x="31" y="47"/>
                  </a:lnTo>
                  <a:lnTo>
                    <a:pt x="31" y="51"/>
                  </a:lnTo>
                  <a:lnTo>
                    <a:pt x="36" y="51"/>
                  </a:lnTo>
                  <a:lnTo>
                    <a:pt x="36" y="70"/>
                  </a:lnTo>
                  <a:lnTo>
                    <a:pt x="22" y="70"/>
                  </a:lnTo>
                  <a:lnTo>
                    <a:pt x="22" y="74"/>
                  </a:lnTo>
                  <a:lnTo>
                    <a:pt x="36" y="74"/>
                  </a:lnTo>
                  <a:lnTo>
                    <a:pt x="36" y="92"/>
                  </a:lnTo>
                  <a:lnTo>
                    <a:pt x="31" y="92"/>
                  </a:lnTo>
                  <a:lnTo>
                    <a:pt x="31" y="97"/>
                  </a:lnTo>
                  <a:lnTo>
                    <a:pt x="36" y="97"/>
                  </a:lnTo>
                  <a:lnTo>
                    <a:pt x="36" y="115"/>
                  </a:lnTo>
                  <a:lnTo>
                    <a:pt x="22" y="115"/>
                  </a:lnTo>
                  <a:lnTo>
                    <a:pt x="22" y="119"/>
                  </a:lnTo>
                  <a:lnTo>
                    <a:pt x="36" y="119"/>
                  </a:lnTo>
                  <a:lnTo>
                    <a:pt x="36" y="139"/>
                  </a:lnTo>
                  <a:lnTo>
                    <a:pt x="4" y="139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9" name="Freeform 219"/>
            <p:cNvSpPr>
              <a:spLocks noEditPoints="1"/>
            </p:cNvSpPr>
            <p:nvPr/>
          </p:nvSpPr>
          <p:spPr bwMode="auto">
            <a:xfrm>
              <a:off x="4076496" y="3636018"/>
              <a:ext cx="48203" cy="303884"/>
            </a:xfrm>
            <a:custGeom>
              <a:avLst/>
              <a:gdLst>
                <a:gd name="T0" fmla="*/ 23 w 23"/>
                <a:gd name="T1" fmla="*/ 23 h 145"/>
                <a:gd name="T2" fmla="*/ 12 w 23"/>
                <a:gd name="T3" fmla="*/ 0 h 145"/>
                <a:gd name="T4" fmla="*/ 0 w 23"/>
                <a:gd name="T5" fmla="*/ 23 h 145"/>
                <a:gd name="T6" fmla="*/ 0 w 23"/>
                <a:gd name="T7" fmla="*/ 145 h 145"/>
                <a:gd name="T8" fmla="*/ 23 w 23"/>
                <a:gd name="T9" fmla="*/ 145 h 145"/>
                <a:gd name="T10" fmla="*/ 23 w 23"/>
                <a:gd name="T11" fmla="*/ 23 h 145"/>
                <a:gd name="T12" fmla="*/ 12 w 23"/>
                <a:gd name="T13" fmla="*/ 10 h 145"/>
                <a:gd name="T14" fmla="*/ 18 w 23"/>
                <a:gd name="T15" fmla="*/ 24 h 145"/>
                <a:gd name="T16" fmla="*/ 18 w 23"/>
                <a:gd name="T17" fmla="*/ 118 h 145"/>
                <a:gd name="T18" fmla="*/ 5 w 23"/>
                <a:gd name="T19" fmla="*/ 118 h 145"/>
                <a:gd name="T20" fmla="*/ 5 w 23"/>
                <a:gd name="T21" fmla="*/ 24 h 145"/>
                <a:gd name="T22" fmla="*/ 12 w 23"/>
                <a:gd name="T23" fmla="*/ 10 h 145"/>
                <a:gd name="T24" fmla="*/ 5 w 23"/>
                <a:gd name="T25" fmla="*/ 140 h 145"/>
                <a:gd name="T26" fmla="*/ 5 w 23"/>
                <a:gd name="T27" fmla="*/ 122 h 145"/>
                <a:gd name="T28" fmla="*/ 18 w 23"/>
                <a:gd name="T29" fmla="*/ 122 h 145"/>
                <a:gd name="T30" fmla="*/ 18 w 23"/>
                <a:gd name="T31" fmla="*/ 140 h 145"/>
                <a:gd name="T32" fmla="*/ 5 w 23"/>
                <a:gd name="T33" fmla="*/ 14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23" y="23"/>
                  </a:moveTo>
                  <a:lnTo>
                    <a:pt x="12" y="0"/>
                  </a:lnTo>
                  <a:lnTo>
                    <a:pt x="0" y="23"/>
                  </a:lnTo>
                  <a:lnTo>
                    <a:pt x="0" y="145"/>
                  </a:lnTo>
                  <a:lnTo>
                    <a:pt x="23" y="145"/>
                  </a:lnTo>
                  <a:lnTo>
                    <a:pt x="23" y="23"/>
                  </a:lnTo>
                  <a:close/>
                  <a:moveTo>
                    <a:pt x="12" y="10"/>
                  </a:moveTo>
                  <a:lnTo>
                    <a:pt x="18" y="24"/>
                  </a:lnTo>
                  <a:lnTo>
                    <a:pt x="18" y="118"/>
                  </a:lnTo>
                  <a:lnTo>
                    <a:pt x="5" y="118"/>
                  </a:lnTo>
                  <a:lnTo>
                    <a:pt x="5" y="24"/>
                  </a:lnTo>
                  <a:lnTo>
                    <a:pt x="12" y="10"/>
                  </a:lnTo>
                  <a:close/>
                  <a:moveTo>
                    <a:pt x="5" y="140"/>
                  </a:moveTo>
                  <a:lnTo>
                    <a:pt x="5" y="122"/>
                  </a:lnTo>
                  <a:lnTo>
                    <a:pt x="18" y="122"/>
                  </a:lnTo>
                  <a:lnTo>
                    <a:pt x="18" y="140"/>
                  </a:lnTo>
                  <a:lnTo>
                    <a:pt x="5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0" name="Freeform 220"/>
            <p:cNvSpPr>
              <a:spLocks noEditPoints="1"/>
            </p:cNvSpPr>
            <p:nvPr/>
          </p:nvSpPr>
          <p:spPr bwMode="auto">
            <a:xfrm>
              <a:off x="4246251" y="3646496"/>
              <a:ext cx="67064" cy="289214"/>
            </a:xfrm>
            <a:custGeom>
              <a:avLst/>
              <a:gdLst>
                <a:gd name="T0" fmla="*/ 21 w 32"/>
                <a:gd name="T1" fmla="*/ 138 h 138"/>
                <a:gd name="T2" fmla="*/ 32 w 32"/>
                <a:gd name="T3" fmla="*/ 116 h 138"/>
                <a:gd name="T4" fmla="*/ 32 w 32"/>
                <a:gd name="T5" fmla="*/ 0 h 138"/>
                <a:gd name="T6" fmla="*/ 10 w 32"/>
                <a:gd name="T7" fmla="*/ 0 h 138"/>
                <a:gd name="T8" fmla="*/ 10 w 32"/>
                <a:gd name="T9" fmla="*/ 9 h 138"/>
                <a:gd name="T10" fmla="*/ 0 w 32"/>
                <a:gd name="T11" fmla="*/ 9 h 138"/>
                <a:gd name="T12" fmla="*/ 0 w 32"/>
                <a:gd name="T13" fmla="*/ 34 h 138"/>
                <a:gd name="T14" fmla="*/ 5 w 32"/>
                <a:gd name="T15" fmla="*/ 34 h 138"/>
                <a:gd name="T16" fmla="*/ 5 w 32"/>
                <a:gd name="T17" fmla="*/ 14 h 138"/>
                <a:gd name="T18" fmla="*/ 10 w 32"/>
                <a:gd name="T19" fmla="*/ 14 h 138"/>
                <a:gd name="T20" fmla="*/ 10 w 32"/>
                <a:gd name="T21" fmla="*/ 116 h 138"/>
                <a:gd name="T22" fmla="*/ 21 w 32"/>
                <a:gd name="T23" fmla="*/ 138 h 138"/>
                <a:gd name="T24" fmla="*/ 14 w 32"/>
                <a:gd name="T25" fmla="*/ 5 h 138"/>
                <a:gd name="T26" fmla="*/ 28 w 32"/>
                <a:gd name="T27" fmla="*/ 5 h 138"/>
                <a:gd name="T28" fmla="*/ 28 w 32"/>
                <a:gd name="T29" fmla="*/ 115 h 138"/>
                <a:gd name="T30" fmla="*/ 21 w 32"/>
                <a:gd name="T31" fmla="*/ 128 h 138"/>
                <a:gd name="T32" fmla="*/ 14 w 32"/>
                <a:gd name="T33" fmla="*/ 115 h 138"/>
                <a:gd name="T34" fmla="*/ 14 w 32"/>
                <a:gd name="T35" fmla="*/ 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21" y="138"/>
                  </a:moveTo>
                  <a:lnTo>
                    <a:pt x="32" y="116"/>
                  </a:lnTo>
                  <a:lnTo>
                    <a:pt x="32" y="0"/>
                  </a:lnTo>
                  <a:lnTo>
                    <a:pt x="10" y="0"/>
                  </a:lnTo>
                  <a:lnTo>
                    <a:pt x="10" y="9"/>
                  </a:ln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10" y="14"/>
                  </a:lnTo>
                  <a:lnTo>
                    <a:pt x="10" y="116"/>
                  </a:lnTo>
                  <a:lnTo>
                    <a:pt x="21" y="138"/>
                  </a:lnTo>
                  <a:close/>
                  <a:moveTo>
                    <a:pt x="14" y="5"/>
                  </a:moveTo>
                  <a:lnTo>
                    <a:pt x="28" y="5"/>
                  </a:lnTo>
                  <a:lnTo>
                    <a:pt x="28" y="115"/>
                  </a:lnTo>
                  <a:lnTo>
                    <a:pt x="21" y="128"/>
                  </a:lnTo>
                  <a:lnTo>
                    <a:pt x="14" y="115"/>
                  </a:lnTo>
                  <a:lnTo>
                    <a:pt x="1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8" name="Group 697"/>
          <p:cNvGrpSpPr/>
          <p:nvPr/>
        </p:nvGrpSpPr>
        <p:grpSpPr>
          <a:xfrm>
            <a:off x="4436965" y="3684220"/>
            <a:ext cx="301788" cy="207480"/>
            <a:chOff x="4436965" y="3684220"/>
            <a:chExt cx="301788" cy="207480"/>
          </a:xfrm>
          <a:solidFill>
            <a:schemeClr val="tx1"/>
          </a:solidFill>
        </p:grpSpPr>
        <p:sp>
          <p:nvSpPr>
            <p:cNvPr id="631" name="Freeform 221"/>
            <p:cNvSpPr>
              <a:spLocks noEditPoints="1"/>
            </p:cNvSpPr>
            <p:nvPr/>
          </p:nvSpPr>
          <p:spPr bwMode="auto">
            <a:xfrm>
              <a:off x="4436965" y="3684220"/>
              <a:ext cx="301788" cy="207480"/>
            </a:xfrm>
            <a:custGeom>
              <a:avLst/>
              <a:gdLst>
                <a:gd name="T0" fmla="*/ 86 w 144"/>
                <a:gd name="T1" fmla="*/ 0 h 99"/>
                <a:gd name="T2" fmla="*/ 57 w 144"/>
                <a:gd name="T3" fmla="*/ 0 h 99"/>
                <a:gd name="T4" fmla="*/ 39 w 144"/>
                <a:gd name="T5" fmla="*/ 22 h 99"/>
                <a:gd name="T6" fmla="*/ 0 w 144"/>
                <a:gd name="T7" fmla="*/ 22 h 99"/>
                <a:gd name="T8" fmla="*/ 0 w 144"/>
                <a:gd name="T9" fmla="*/ 99 h 99"/>
                <a:gd name="T10" fmla="*/ 144 w 144"/>
                <a:gd name="T11" fmla="*/ 99 h 99"/>
                <a:gd name="T12" fmla="*/ 144 w 144"/>
                <a:gd name="T13" fmla="*/ 22 h 99"/>
                <a:gd name="T14" fmla="*/ 104 w 144"/>
                <a:gd name="T15" fmla="*/ 22 h 99"/>
                <a:gd name="T16" fmla="*/ 86 w 144"/>
                <a:gd name="T17" fmla="*/ 0 h 99"/>
                <a:gd name="T18" fmla="*/ 4 w 144"/>
                <a:gd name="T19" fmla="*/ 27 h 99"/>
                <a:gd name="T20" fmla="*/ 18 w 144"/>
                <a:gd name="T21" fmla="*/ 27 h 99"/>
                <a:gd name="T22" fmla="*/ 18 w 144"/>
                <a:gd name="T23" fmla="*/ 94 h 99"/>
                <a:gd name="T24" fmla="*/ 4 w 144"/>
                <a:gd name="T25" fmla="*/ 94 h 99"/>
                <a:gd name="T26" fmla="*/ 4 w 144"/>
                <a:gd name="T27" fmla="*/ 27 h 99"/>
                <a:gd name="T28" fmla="*/ 139 w 144"/>
                <a:gd name="T29" fmla="*/ 94 h 99"/>
                <a:gd name="T30" fmla="*/ 22 w 144"/>
                <a:gd name="T31" fmla="*/ 94 h 99"/>
                <a:gd name="T32" fmla="*/ 22 w 144"/>
                <a:gd name="T33" fmla="*/ 27 h 99"/>
                <a:gd name="T34" fmla="*/ 41 w 144"/>
                <a:gd name="T35" fmla="*/ 27 h 99"/>
                <a:gd name="T36" fmla="*/ 59 w 144"/>
                <a:gd name="T37" fmla="*/ 4 h 99"/>
                <a:gd name="T38" fmla="*/ 84 w 144"/>
                <a:gd name="T39" fmla="*/ 4 h 99"/>
                <a:gd name="T40" fmla="*/ 102 w 144"/>
                <a:gd name="T41" fmla="*/ 27 h 99"/>
                <a:gd name="T42" fmla="*/ 139 w 144"/>
                <a:gd name="T43" fmla="*/ 27 h 99"/>
                <a:gd name="T44" fmla="*/ 139 w 144"/>
                <a:gd name="T45" fmla="*/ 9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4" h="99">
                  <a:moveTo>
                    <a:pt x="86" y="0"/>
                  </a:moveTo>
                  <a:lnTo>
                    <a:pt x="57" y="0"/>
                  </a:lnTo>
                  <a:lnTo>
                    <a:pt x="39" y="22"/>
                  </a:lnTo>
                  <a:lnTo>
                    <a:pt x="0" y="22"/>
                  </a:lnTo>
                  <a:lnTo>
                    <a:pt x="0" y="99"/>
                  </a:lnTo>
                  <a:lnTo>
                    <a:pt x="144" y="99"/>
                  </a:lnTo>
                  <a:lnTo>
                    <a:pt x="144" y="22"/>
                  </a:lnTo>
                  <a:lnTo>
                    <a:pt x="104" y="22"/>
                  </a:lnTo>
                  <a:lnTo>
                    <a:pt x="86" y="0"/>
                  </a:lnTo>
                  <a:close/>
                  <a:moveTo>
                    <a:pt x="4" y="27"/>
                  </a:moveTo>
                  <a:lnTo>
                    <a:pt x="18" y="27"/>
                  </a:lnTo>
                  <a:lnTo>
                    <a:pt x="18" y="94"/>
                  </a:lnTo>
                  <a:lnTo>
                    <a:pt x="4" y="94"/>
                  </a:lnTo>
                  <a:lnTo>
                    <a:pt x="4" y="27"/>
                  </a:lnTo>
                  <a:close/>
                  <a:moveTo>
                    <a:pt x="139" y="94"/>
                  </a:moveTo>
                  <a:lnTo>
                    <a:pt x="22" y="94"/>
                  </a:lnTo>
                  <a:lnTo>
                    <a:pt x="22" y="27"/>
                  </a:lnTo>
                  <a:lnTo>
                    <a:pt x="41" y="27"/>
                  </a:lnTo>
                  <a:lnTo>
                    <a:pt x="59" y="4"/>
                  </a:lnTo>
                  <a:lnTo>
                    <a:pt x="84" y="4"/>
                  </a:lnTo>
                  <a:lnTo>
                    <a:pt x="102" y="27"/>
                  </a:lnTo>
                  <a:lnTo>
                    <a:pt x="139" y="27"/>
                  </a:lnTo>
                  <a:lnTo>
                    <a:pt x="139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2" name="Freeform 222"/>
            <p:cNvSpPr>
              <a:spLocks noEditPoints="1"/>
            </p:cNvSpPr>
            <p:nvPr/>
          </p:nvSpPr>
          <p:spPr bwMode="auto">
            <a:xfrm>
              <a:off x="4543847" y="3768050"/>
              <a:ext cx="85926" cy="85926"/>
            </a:xfrm>
            <a:custGeom>
              <a:avLst/>
              <a:gdLst>
                <a:gd name="T0" fmla="*/ 36 w 72"/>
                <a:gd name="T1" fmla="*/ 0 h 72"/>
                <a:gd name="T2" fmla="*/ 0 w 72"/>
                <a:gd name="T3" fmla="*/ 36 h 72"/>
                <a:gd name="T4" fmla="*/ 36 w 72"/>
                <a:gd name="T5" fmla="*/ 72 h 72"/>
                <a:gd name="T6" fmla="*/ 72 w 72"/>
                <a:gd name="T7" fmla="*/ 36 h 72"/>
                <a:gd name="T8" fmla="*/ 36 w 72"/>
                <a:gd name="T9" fmla="*/ 0 h 72"/>
                <a:gd name="T10" fmla="*/ 36 w 72"/>
                <a:gd name="T11" fmla="*/ 64 h 72"/>
                <a:gd name="T12" fmla="*/ 8 w 72"/>
                <a:gd name="T13" fmla="*/ 36 h 72"/>
                <a:gd name="T14" fmla="*/ 36 w 72"/>
                <a:gd name="T15" fmla="*/ 8 h 72"/>
                <a:gd name="T16" fmla="*/ 64 w 72"/>
                <a:gd name="T17" fmla="*/ 36 h 72"/>
                <a:gd name="T18" fmla="*/ 36 w 72"/>
                <a:gd name="T19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6" y="72"/>
                    <a:pt x="72" y="5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lose/>
                  <a:moveTo>
                    <a:pt x="36" y="64"/>
                  </a:moveTo>
                  <a:cubicBezTo>
                    <a:pt x="21" y="64"/>
                    <a:pt x="8" y="52"/>
                    <a:pt x="8" y="36"/>
                  </a:cubicBezTo>
                  <a:cubicBezTo>
                    <a:pt x="8" y="21"/>
                    <a:pt x="21" y="8"/>
                    <a:pt x="36" y="8"/>
                  </a:cubicBezTo>
                  <a:cubicBezTo>
                    <a:pt x="51" y="8"/>
                    <a:pt x="64" y="21"/>
                    <a:pt x="64" y="36"/>
                  </a:cubicBezTo>
                  <a:cubicBezTo>
                    <a:pt x="64" y="52"/>
                    <a:pt x="51" y="64"/>
                    <a:pt x="36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1" name="Group 700"/>
          <p:cNvGrpSpPr/>
          <p:nvPr/>
        </p:nvGrpSpPr>
        <p:grpSpPr>
          <a:xfrm>
            <a:off x="4828870" y="3684220"/>
            <a:ext cx="301788" cy="207480"/>
            <a:chOff x="4828870" y="3684220"/>
            <a:chExt cx="301788" cy="207480"/>
          </a:xfrm>
          <a:solidFill>
            <a:schemeClr val="tx1"/>
          </a:solidFill>
        </p:grpSpPr>
        <p:sp>
          <p:nvSpPr>
            <p:cNvPr id="633" name="Freeform 223"/>
            <p:cNvSpPr>
              <a:spLocks noEditPoints="1"/>
            </p:cNvSpPr>
            <p:nvPr/>
          </p:nvSpPr>
          <p:spPr bwMode="auto">
            <a:xfrm>
              <a:off x="4828870" y="3684220"/>
              <a:ext cx="301788" cy="207480"/>
            </a:xfrm>
            <a:custGeom>
              <a:avLst/>
              <a:gdLst>
                <a:gd name="T0" fmla="*/ 0 w 144"/>
                <a:gd name="T1" fmla="*/ 99 h 99"/>
                <a:gd name="T2" fmla="*/ 144 w 144"/>
                <a:gd name="T3" fmla="*/ 99 h 99"/>
                <a:gd name="T4" fmla="*/ 144 w 144"/>
                <a:gd name="T5" fmla="*/ 0 h 99"/>
                <a:gd name="T6" fmla="*/ 0 w 144"/>
                <a:gd name="T7" fmla="*/ 0 h 99"/>
                <a:gd name="T8" fmla="*/ 0 w 144"/>
                <a:gd name="T9" fmla="*/ 99 h 99"/>
                <a:gd name="T10" fmla="*/ 4 w 144"/>
                <a:gd name="T11" fmla="*/ 94 h 99"/>
                <a:gd name="T12" fmla="*/ 4 w 144"/>
                <a:gd name="T13" fmla="*/ 84 h 99"/>
                <a:gd name="T14" fmla="*/ 54 w 144"/>
                <a:gd name="T15" fmla="*/ 41 h 99"/>
                <a:gd name="T16" fmla="*/ 81 w 144"/>
                <a:gd name="T17" fmla="*/ 68 h 99"/>
                <a:gd name="T18" fmla="*/ 95 w 144"/>
                <a:gd name="T19" fmla="*/ 50 h 99"/>
                <a:gd name="T20" fmla="*/ 139 w 144"/>
                <a:gd name="T21" fmla="*/ 89 h 99"/>
                <a:gd name="T22" fmla="*/ 139 w 144"/>
                <a:gd name="T23" fmla="*/ 94 h 99"/>
                <a:gd name="T24" fmla="*/ 4 w 144"/>
                <a:gd name="T25" fmla="*/ 94 h 99"/>
                <a:gd name="T26" fmla="*/ 139 w 144"/>
                <a:gd name="T27" fmla="*/ 4 h 99"/>
                <a:gd name="T28" fmla="*/ 139 w 144"/>
                <a:gd name="T29" fmla="*/ 83 h 99"/>
                <a:gd name="T30" fmla="*/ 94 w 144"/>
                <a:gd name="T31" fmla="*/ 44 h 99"/>
                <a:gd name="T32" fmla="*/ 81 w 144"/>
                <a:gd name="T33" fmla="*/ 62 h 99"/>
                <a:gd name="T34" fmla="*/ 54 w 144"/>
                <a:gd name="T35" fmla="*/ 35 h 99"/>
                <a:gd name="T36" fmla="*/ 4 w 144"/>
                <a:gd name="T37" fmla="*/ 78 h 99"/>
                <a:gd name="T38" fmla="*/ 4 w 144"/>
                <a:gd name="T39" fmla="*/ 4 h 99"/>
                <a:gd name="T40" fmla="*/ 139 w 144"/>
                <a:gd name="T41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4" h="99">
                  <a:moveTo>
                    <a:pt x="0" y="99"/>
                  </a:moveTo>
                  <a:lnTo>
                    <a:pt x="144" y="99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99"/>
                  </a:lnTo>
                  <a:close/>
                  <a:moveTo>
                    <a:pt x="4" y="94"/>
                  </a:moveTo>
                  <a:lnTo>
                    <a:pt x="4" y="84"/>
                  </a:lnTo>
                  <a:lnTo>
                    <a:pt x="54" y="41"/>
                  </a:lnTo>
                  <a:lnTo>
                    <a:pt x="81" y="68"/>
                  </a:lnTo>
                  <a:lnTo>
                    <a:pt x="95" y="50"/>
                  </a:lnTo>
                  <a:lnTo>
                    <a:pt x="139" y="89"/>
                  </a:lnTo>
                  <a:lnTo>
                    <a:pt x="139" y="94"/>
                  </a:lnTo>
                  <a:lnTo>
                    <a:pt x="4" y="94"/>
                  </a:lnTo>
                  <a:close/>
                  <a:moveTo>
                    <a:pt x="139" y="4"/>
                  </a:moveTo>
                  <a:lnTo>
                    <a:pt x="139" y="83"/>
                  </a:lnTo>
                  <a:lnTo>
                    <a:pt x="94" y="44"/>
                  </a:lnTo>
                  <a:lnTo>
                    <a:pt x="81" y="62"/>
                  </a:lnTo>
                  <a:lnTo>
                    <a:pt x="54" y="35"/>
                  </a:lnTo>
                  <a:lnTo>
                    <a:pt x="4" y="78"/>
                  </a:lnTo>
                  <a:lnTo>
                    <a:pt x="4" y="4"/>
                  </a:lnTo>
                  <a:lnTo>
                    <a:pt x="13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4" name="Freeform 224"/>
            <p:cNvSpPr>
              <a:spLocks noEditPoints="1"/>
            </p:cNvSpPr>
            <p:nvPr/>
          </p:nvSpPr>
          <p:spPr bwMode="auto">
            <a:xfrm>
              <a:off x="5040541" y="3711465"/>
              <a:ext cx="56586" cy="56586"/>
            </a:xfrm>
            <a:custGeom>
              <a:avLst/>
              <a:gdLst>
                <a:gd name="T0" fmla="*/ 24 w 48"/>
                <a:gd name="T1" fmla="*/ 48 h 48"/>
                <a:gd name="T2" fmla="*/ 48 w 48"/>
                <a:gd name="T3" fmla="*/ 24 h 48"/>
                <a:gd name="T4" fmla="*/ 24 w 48"/>
                <a:gd name="T5" fmla="*/ 0 h 48"/>
                <a:gd name="T6" fmla="*/ 0 w 48"/>
                <a:gd name="T7" fmla="*/ 24 h 48"/>
                <a:gd name="T8" fmla="*/ 24 w 48"/>
                <a:gd name="T9" fmla="*/ 48 h 48"/>
                <a:gd name="T10" fmla="*/ 24 w 48"/>
                <a:gd name="T11" fmla="*/ 8 h 48"/>
                <a:gd name="T12" fmla="*/ 40 w 48"/>
                <a:gd name="T13" fmla="*/ 24 h 48"/>
                <a:gd name="T14" fmla="*/ 24 w 48"/>
                <a:gd name="T15" fmla="*/ 40 h 48"/>
                <a:gd name="T16" fmla="*/ 8 w 48"/>
                <a:gd name="T17" fmla="*/ 24 h 48"/>
                <a:gd name="T18" fmla="*/ 24 w 48"/>
                <a:gd name="T19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37" y="48"/>
                    <a:pt x="48" y="38"/>
                    <a:pt x="48" y="24"/>
                  </a:cubicBezTo>
                  <a:cubicBezTo>
                    <a:pt x="48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8"/>
                    <a:pt x="11" y="48"/>
                    <a:pt x="24" y="48"/>
                  </a:cubicBezTo>
                  <a:close/>
                  <a:moveTo>
                    <a:pt x="24" y="8"/>
                  </a:move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ubicBezTo>
                    <a:pt x="15" y="40"/>
                    <a:pt x="8" y="33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0" name="Group 699"/>
          <p:cNvGrpSpPr/>
          <p:nvPr/>
        </p:nvGrpSpPr>
        <p:grpSpPr>
          <a:xfrm>
            <a:off x="5220776" y="3669550"/>
            <a:ext cx="301788" cy="236820"/>
            <a:chOff x="5220776" y="3669550"/>
            <a:chExt cx="301788" cy="236820"/>
          </a:xfrm>
          <a:solidFill>
            <a:schemeClr val="tx1"/>
          </a:solidFill>
        </p:grpSpPr>
        <p:sp>
          <p:nvSpPr>
            <p:cNvPr id="635" name="Freeform 225"/>
            <p:cNvSpPr>
              <a:spLocks noEditPoints="1"/>
            </p:cNvSpPr>
            <p:nvPr/>
          </p:nvSpPr>
          <p:spPr bwMode="auto">
            <a:xfrm>
              <a:off x="5220776" y="3707273"/>
              <a:ext cx="255682" cy="199097"/>
            </a:xfrm>
            <a:custGeom>
              <a:avLst/>
              <a:gdLst>
                <a:gd name="T0" fmla="*/ 122 w 122"/>
                <a:gd name="T1" fmla="*/ 0 h 95"/>
                <a:gd name="T2" fmla="*/ 0 w 122"/>
                <a:gd name="T3" fmla="*/ 0 h 95"/>
                <a:gd name="T4" fmla="*/ 0 w 122"/>
                <a:gd name="T5" fmla="*/ 95 h 95"/>
                <a:gd name="T6" fmla="*/ 122 w 122"/>
                <a:gd name="T7" fmla="*/ 95 h 95"/>
                <a:gd name="T8" fmla="*/ 122 w 122"/>
                <a:gd name="T9" fmla="*/ 0 h 95"/>
                <a:gd name="T10" fmla="*/ 117 w 122"/>
                <a:gd name="T11" fmla="*/ 4 h 95"/>
                <a:gd name="T12" fmla="*/ 117 w 122"/>
                <a:gd name="T13" fmla="*/ 83 h 95"/>
                <a:gd name="T14" fmla="*/ 88 w 122"/>
                <a:gd name="T15" fmla="*/ 58 h 95"/>
                <a:gd name="T16" fmla="*/ 66 w 122"/>
                <a:gd name="T17" fmla="*/ 71 h 95"/>
                <a:gd name="T18" fmla="*/ 34 w 122"/>
                <a:gd name="T19" fmla="*/ 35 h 95"/>
                <a:gd name="T20" fmla="*/ 4 w 122"/>
                <a:gd name="T21" fmla="*/ 65 h 95"/>
                <a:gd name="T22" fmla="*/ 4 w 122"/>
                <a:gd name="T23" fmla="*/ 4 h 95"/>
                <a:gd name="T24" fmla="*/ 117 w 122"/>
                <a:gd name="T25" fmla="*/ 4 h 95"/>
                <a:gd name="T26" fmla="*/ 4 w 122"/>
                <a:gd name="T27" fmla="*/ 90 h 95"/>
                <a:gd name="T28" fmla="*/ 4 w 122"/>
                <a:gd name="T29" fmla="*/ 71 h 95"/>
                <a:gd name="T30" fmla="*/ 34 w 122"/>
                <a:gd name="T31" fmla="*/ 42 h 95"/>
                <a:gd name="T32" fmla="*/ 65 w 122"/>
                <a:gd name="T33" fmla="*/ 77 h 95"/>
                <a:gd name="T34" fmla="*/ 88 w 122"/>
                <a:gd name="T35" fmla="*/ 64 h 95"/>
                <a:gd name="T36" fmla="*/ 117 w 122"/>
                <a:gd name="T37" fmla="*/ 89 h 95"/>
                <a:gd name="T38" fmla="*/ 117 w 122"/>
                <a:gd name="T39" fmla="*/ 90 h 95"/>
                <a:gd name="T40" fmla="*/ 4 w 122"/>
                <a:gd name="T41" fmla="*/ 9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95">
                  <a:moveTo>
                    <a:pt x="122" y="0"/>
                  </a:moveTo>
                  <a:lnTo>
                    <a:pt x="0" y="0"/>
                  </a:lnTo>
                  <a:lnTo>
                    <a:pt x="0" y="95"/>
                  </a:lnTo>
                  <a:lnTo>
                    <a:pt x="122" y="95"/>
                  </a:lnTo>
                  <a:lnTo>
                    <a:pt x="122" y="0"/>
                  </a:lnTo>
                  <a:close/>
                  <a:moveTo>
                    <a:pt x="117" y="4"/>
                  </a:moveTo>
                  <a:lnTo>
                    <a:pt x="117" y="83"/>
                  </a:lnTo>
                  <a:lnTo>
                    <a:pt x="88" y="58"/>
                  </a:lnTo>
                  <a:lnTo>
                    <a:pt x="66" y="71"/>
                  </a:lnTo>
                  <a:lnTo>
                    <a:pt x="34" y="35"/>
                  </a:lnTo>
                  <a:lnTo>
                    <a:pt x="4" y="65"/>
                  </a:lnTo>
                  <a:lnTo>
                    <a:pt x="4" y="4"/>
                  </a:lnTo>
                  <a:lnTo>
                    <a:pt x="117" y="4"/>
                  </a:lnTo>
                  <a:close/>
                  <a:moveTo>
                    <a:pt x="4" y="90"/>
                  </a:moveTo>
                  <a:lnTo>
                    <a:pt x="4" y="71"/>
                  </a:lnTo>
                  <a:lnTo>
                    <a:pt x="34" y="42"/>
                  </a:lnTo>
                  <a:lnTo>
                    <a:pt x="65" y="77"/>
                  </a:lnTo>
                  <a:lnTo>
                    <a:pt x="88" y="64"/>
                  </a:lnTo>
                  <a:lnTo>
                    <a:pt x="117" y="89"/>
                  </a:lnTo>
                  <a:lnTo>
                    <a:pt x="117" y="90"/>
                  </a:lnTo>
                  <a:lnTo>
                    <a:pt x="4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6" name="Freeform 226"/>
            <p:cNvSpPr>
              <a:spLocks/>
            </p:cNvSpPr>
            <p:nvPr/>
          </p:nvSpPr>
          <p:spPr bwMode="auto">
            <a:xfrm>
              <a:off x="5262691" y="3669550"/>
              <a:ext cx="259873" cy="199097"/>
            </a:xfrm>
            <a:custGeom>
              <a:avLst/>
              <a:gdLst>
                <a:gd name="T0" fmla="*/ 0 w 124"/>
                <a:gd name="T1" fmla="*/ 16 h 95"/>
                <a:gd name="T2" fmla="*/ 5 w 124"/>
                <a:gd name="T3" fmla="*/ 16 h 95"/>
                <a:gd name="T4" fmla="*/ 5 w 124"/>
                <a:gd name="T5" fmla="*/ 4 h 95"/>
                <a:gd name="T6" fmla="*/ 120 w 124"/>
                <a:gd name="T7" fmla="*/ 4 h 95"/>
                <a:gd name="T8" fmla="*/ 120 w 124"/>
                <a:gd name="T9" fmla="*/ 90 h 95"/>
                <a:gd name="T10" fmla="*/ 104 w 124"/>
                <a:gd name="T11" fmla="*/ 90 h 95"/>
                <a:gd name="T12" fmla="*/ 104 w 124"/>
                <a:gd name="T13" fmla="*/ 95 h 95"/>
                <a:gd name="T14" fmla="*/ 124 w 124"/>
                <a:gd name="T15" fmla="*/ 95 h 95"/>
                <a:gd name="T16" fmla="*/ 124 w 124"/>
                <a:gd name="T17" fmla="*/ 0 h 95"/>
                <a:gd name="T18" fmla="*/ 0 w 124"/>
                <a:gd name="T19" fmla="*/ 0 h 95"/>
                <a:gd name="T20" fmla="*/ 0 w 124"/>
                <a:gd name="T21" fmla="*/ 1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5">
                  <a:moveTo>
                    <a:pt x="0" y="16"/>
                  </a:moveTo>
                  <a:lnTo>
                    <a:pt x="5" y="16"/>
                  </a:lnTo>
                  <a:lnTo>
                    <a:pt x="5" y="4"/>
                  </a:lnTo>
                  <a:lnTo>
                    <a:pt x="120" y="4"/>
                  </a:lnTo>
                  <a:lnTo>
                    <a:pt x="120" y="90"/>
                  </a:lnTo>
                  <a:lnTo>
                    <a:pt x="104" y="90"/>
                  </a:lnTo>
                  <a:lnTo>
                    <a:pt x="104" y="95"/>
                  </a:lnTo>
                  <a:lnTo>
                    <a:pt x="124" y="95"/>
                  </a:lnTo>
                  <a:lnTo>
                    <a:pt x="124" y="0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7" name="Freeform 227"/>
            <p:cNvSpPr>
              <a:spLocks noEditPoints="1"/>
            </p:cNvSpPr>
            <p:nvPr/>
          </p:nvSpPr>
          <p:spPr bwMode="auto">
            <a:xfrm>
              <a:off x="5380053" y="3744997"/>
              <a:ext cx="56586" cy="56586"/>
            </a:xfrm>
            <a:custGeom>
              <a:avLst/>
              <a:gdLst>
                <a:gd name="T0" fmla="*/ 24 w 48"/>
                <a:gd name="T1" fmla="*/ 48 h 48"/>
                <a:gd name="T2" fmla="*/ 48 w 48"/>
                <a:gd name="T3" fmla="*/ 24 h 48"/>
                <a:gd name="T4" fmla="*/ 24 w 48"/>
                <a:gd name="T5" fmla="*/ 0 h 48"/>
                <a:gd name="T6" fmla="*/ 0 w 48"/>
                <a:gd name="T7" fmla="*/ 24 h 48"/>
                <a:gd name="T8" fmla="*/ 24 w 48"/>
                <a:gd name="T9" fmla="*/ 48 h 48"/>
                <a:gd name="T10" fmla="*/ 24 w 48"/>
                <a:gd name="T11" fmla="*/ 8 h 48"/>
                <a:gd name="T12" fmla="*/ 40 w 48"/>
                <a:gd name="T13" fmla="*/ 24 h 48"/>
                <a:gd name="T14" fmla="*/ 24 w 48"/>
                <a:gd name="T15" fmla="*/ 40 h 48"/>
                <a:gd name="T16" fmla="*/ 8 w 48"/>
                <a:gd name="T17" fmla="*/ 24 h 48"/>
                <a:gd name="T18" fmla="*/ 24 w 48"/>
                <a:gd name="T19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37" y="48"/>
                    <a:pt x="48" y="38"/>
                    <a:pt x="48" y="24"/>
                  </a:cubicBezTo>
                  <a:cubicBezTo>
                    <a:pt x="48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8"/>
                    <a:pt x="11" y="48"/>
                    <a:pt x="24" y="48"/>
                  </a:cubicBezTo>
                  <a:close/>
                  <a:moveTo>
                    <a:pt x="24" y="8"/>
                  </a:move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ubicBezTo>
                    <a:pt x="15" y="40"/>
                    <a:pt x="8" y="33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2" name="Group 701"/>
          <p:cNvGrpSpPr/>
          <p:nvPr/>
        </p:nvGrpSpPr>
        <p:grpSpPr>
          <a:xfrm>
            <a:off x="5688127" y="3636018"/>
            <a:ext cx="150894" cy="301788"/>
            <a:chOff x="5688127" y="3636018"/>
            <a:chExt cx="150894" cy="301788"/>
          </a:xfrm>
          <a:solidFill>
            <a:schemeClr val="tx1"/>
          </a:solidFill>
        </p:grpSpPr>
        <p:sp>
          <p:nvSpPr>
            <p:cNvPr id="638" name="Freeform 228"/>
            <p:cNvSpPr>
              <a:spLocks/>
            </p:cNvSpPr>
            <p:nvPr/>
          </p:nvSpPr>
          <p:spPr bwMode="auto">
            <a:xfrm>
              <a:off x="5713276" y="3661167"/>
              <a:ext cx="50298" cy="50298"/>
            </a:xfrm>
            <a:custGeom>
              <a:avLst/>
              <a:gdLst>
                <a:gd name="T0" fmla="*/ 43 w 43"/>
                <a:gd name="T1" fmla="*/ 0 h 43"/>
                <a:gd name="T2" fmla="*/ 0 w 43"/>
                <a:gd name="T3" fmla="*/ 43 h 43"/>
                <a:gd name="T4" fmla="*/ 8 w 43"/>
                <a:gd name="T5" fmla="*/ 43 h 43"/>
                <a:gd name="T6" fmla="*/ 43 w 43"/>
                <a:gd name="T7" fmla="*/ 8 h 43"/>
                <a:gd name="T8" fmla="*/ 43 w 4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3">
                  <a:moveTo>
                    <a:pt x="43" y="0"/>
                  </a:moveTo>
                  <a:cubicBezTo>
                    <a:pt x="19" y="0"/>
                    <a:pt x="0" y="19"/>
                    <a:pt x="0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24"/>
                    <a:pt x="24" y="8"/>
                    <a:pt x="43" y="8"/>
                  </a:cubicBezTo>
                  <a:lnTo>
                    <a:pt x="4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9" name="Freeform 229"/>
            <p:cNvSpPr>
              <a:spLocks noEditPoints="1"/>
            </p:cNvSpPr>
            <p:nvPr/>
          </p:nvSpPr>
          <p:spPr bwMode="auto">
            <a:xfrm>
              <a:off x="5688127" y="3636018"/>
              <a:ext cx="150894" cy="301788"/>
            </a:xfrm>
            <a:custGeom>
              <a:avLst/>
              <a:gdLst>
                <a:gd name="T0" fmla="*/ 68 w 128"/>
                <a:gd name="T1" fmla="*/ 256 h 256"/>
                <a:gd name="T2" fmla="*/ 68 w 128"/>
                <a:gd name="T3" fmla="*/ 128 h 256"/>
                <a:gd name="T4" fmla="*/ 128 w 128"/>
                <a:gd name="T5" fmla="*/ 64 h 256"/>
                <a:gd name="T6" fmla="*/ 64 w 128"/>
                <a:gd name="T7" fmla="*/ 0 h 256"/>
                <a:gd name="T8" fmla="*/ 0 w 128"/>
                <a:gd name="T9" fmla="*/ 64 h 256"/>
                <a:gd name="T10" fmla="*/ 60 w 128"/>
                <a:gd name="T11" fmla="*/ 128 h 256"/>
                <a:gd name="T12" fmla="*/ 60 w 128"/>
                <a:gd name="T13" fmla="*/ 256 h 256"/>
                <a:gd name="T14" fmla="*/ 68 w 128"/>
                <a:gd name="T15" fmla="*/ 256 h 256"/>
                <a:gd name="T16" fmla="*/ 8 w 128"/>
                <a:gd name="T17" fmla="*/ 64 h 256"/>
                <a:gd name="T18" fmla="*/ 64 w 128"/>
                <a:gd name="T19" fmla="*/ 8 h 256"/>
                <a:gd name="T20" fmla="*/ 120 w 128"/>
                <a:gd name="T21" fmla="*/ 64 h 256"/>
                <a:gd name="T22" fmla="*/ 64 w 128"/>
                <a:gd name="T23" fmla="*/ 120 h 256"/>
                <a:gd name="T24" fmla="*/ 8 w 128"/>
                <a:gd name="T25" fmla="*/ 6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256">
                  <a:moveTo>
                    <a:pt x="68" y="256"/>
                  </a:moveTo>
                  <a:cubicBezTo>
                    <a:pt x="68" y="128"/>
                    <a:pt x="68" y="128"/>
                    <a:pt x="68" y="128"/>
                  </a:cubicBezTo>
                  <a:cubicBezTo>
                    <a:pt x="102" y="126"/>
                    <a:pt x="128" y="98"/>
                    <a:pt x="128" y="64"/>
                  </a:cubicBezTo>
                  <a:cubicBezTo>
                    <a:pt x="128" y="29"/>
                    <a:pt x="100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8"/>
                    <a:pt x="27" y="126"/>
                    <a:pt x="60" y="128"/>
                  </a:cubicBezTo>
                  <a:cubicBezTo>
                    <a:pt x="60" y="256"/>
                    <a:pt x="60" y="256"/>
                    <a:pt x="60" y="256"/>
                  </a:cubicBezTo>
                  <a:lnTo>
                    <a:pt x="68" y="256"/>
                  </a:lnTo>
                  <a:close/>
                  <a:moveTo>
                    <a:pt x="8" y="64"/>
                  </a:moveTo>
                  <a:cubicBezTo>
                    <a:pt x="8" y="33"/>
                    <a:pt x="33" y="8"/>
                    <a:pt x="64" y="8"/>
                  </a:cubicBezTo>
                  <a:cubicBezTo>
                    <a:pt x="95" y="8"/>
                    <a:pt x="120" y="33"/>
                    <a:pt x="120" y="64"/>
                  </a:cubicBezTo>
                  <a:cubicBezTo>
                    <a:pt x="120" y="95"/>
                    <a:pt x="95" y="120"/>
                    <a:pt x="64" y="120"/>
                  </a:cubicBezTo>
                  <a:cubicBezTo>
                    <a:pt x="33" y="120"/>
                    <a:pt x="8" y="95"/>
                    <a:pt x="8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40" name="Freeform 230"/>
          <p:cNvSpPr>
            <a:spLocks noEditPoints="1"/>
          </p:cNvSpPr>
          <p:nvPr/>
        </p:nvSpPr>
        <p:spPr bwMode="auto">
          <a:xfrm>
            <a:off x="6071650" y="3636018"/>
            <a:ext cx="169756" cy="301788"/>
          </a:xfrm>
          <a:custGeom>
            <a:avLst/>
            <a:gdLst>
              <a:gd name="T0" fmla="*/ 2 w 81"/>
              <a:gd name="T1" fmla="*/ 67 h 144"/>
              <a:gd name="T2" fmla="*/ 0 w 81"/>
              <a:gd name="T3" fmla="*/ 83 h 144"/>
              <a:gd name="T4" fmla="*/ 38 w 81"/>
              <a:gd name="T5" fmla="*/ 83 h 144"/>
              <a:gd name="T6" fmla="*/ 38 w 81"/>
              <a:gd name="T7" fmla="*/ 144 h 144"/>
              <a:gd name="T8" fmla="*/ 42 w 81"/>
              <a:gd name="T9" fmla="*/ 144 h 144"/>
              <a:gd name="T10" fmla="*/ 42 w 81"/>
              <a:gd name="T11" fmla="*/ 83 h 144"/>
              <a:gd name="T12" fmla="*/ 81 w 81"/>
              <a:gd name="T13" fmla="*/ 83 h 144"/>
              <a:gd name="T14" fmla="*/ 78 w 81"/>
              <a:gd name="T15" fmla="*/ 67 h 144"/>
              <a:gd name="T16" fmla="*/ 58 w 81"/>
              <a:gd name="T17" fmla="*/ 58 h 144"/>
              <a:gd name="T18" fmla="*/ 54 w 81"/>
              <a:gd name="T19" fmla="*/ 22 h 144"/>
              <a:gd name="T20" fmla="*/ 65 w 81"/>
              <a:gd name="T21" fmla="*/ 12 h 144"/>
              <a:gd name="T22" fmla="*/ 65 w 81"/>
              <a:gd name="T23" fmla="*/ 0 h 144"/>
              <a:gd name="T24" fmla="*/ 40 w 81"/>
              <a:gd name="T25" fmla="*/ 0 h 144"/>
              <a:gd name="T26" fmla="*/ 15 w 81"/>
              <a:gd name="T27" fmla="*/ 0 h 144"/>
              <a:gd name="T28" fmla="*/ 15 w 81"/>
              <a:gd name="T29" fmla="*/ 12 h 144"/>
              <a:gd name="T30" fmla="*/ 27 w 81"/>
              <a:gd name="T31" fmla="*/ 22 h 144"/>
              <a:gd name="T32" fmla="*/ 23 w 81"/>
              <a:gd name="T33" fmla="*/ 58 h 144"/>
              <a:gd name="T34" fmla="*/ 2 w 81"/>
              <a:gd name="T35" fmla="*/ 67 h 144"/>
              <a:gd name="T36" fmla="*/ 32 w 81"/>
              <a:gd name="T37" fmla="*/ 20 h 144"/>
              <a:gd name="T38" fmla="*/ 20 w 81"/>
              <a:gd name="T39" fmla="*/ 10 h 144"/>
              <a:gd name="T40" fmla="*/ 20 w 81"/>
              <a:gd name="T41" fmla="*/ 5 h 144"/>
              <a:gd name="T42" fmla="*/ 40 w 81"/>
              <a:gd name="T43" fmla="*/ 5 h 144"/>
              <a:gd name="T44" fmla="*/ 60 w 81"/>
              <a:gd name="T45" fmla="*/ 5 h 144"/>
              <a:gd name="T46" fmla="*/ 60 w 81"/>
              <a:gd name="T47" fmla="*/ 10 h 144"/>
              <a:gd name="T48" fmla="*/ 49 w 81"/>
              <a:gd name="T49" fmla="*/ 20 h 144"/>
              <a:gd name="T50" fmla="*/ 54 w 81"/>
              <a:gd name="T51" fmla="*/ 60 h 144"/>
              <a:gd name="T52" fmla="*/ 74 w 81"/>
              <a:gd name="T53" fmla="*/ 69 h 144"/>
              <a:gd name="T54" fmla="*/ 76 w 81"/>
              <a:gd name="T55" fmla="*/ 79 h 144"/>
              <a:gd name="T56" fmla="*/ 40 w 81"/>
              <a:gd name="T57" fmla="*/ 79 h 144"/>
              <a:gd name="T58" fmla="*/ 5 w 81"/>
              <a:gd name="T59" fmla="*/ 79 h 144"/>
              <a:gd name="T60" fmla="*/ 6 w 81"/>
              <a:gd name="T61" fmla="*/ 69 h 144"/>
              <a:gd name="T62" fmla="*/ 27 w 81"/>
              <a:gd name="T63" fmla="*/ 60 h 144"/>
              <a:gd name="T64" fmla="*/ 32 w 81"/>
              <a:gd name="T65" fmla="*/ 2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1" h="144">
                <a:moveTo>
                  <a:pt x="2" y="67"/>
                </a:moveTo>
                <a:lnTo>
                  <a:pt x="0" y="83"/>
                </a:lnTo>
                <a:lnTo>
                  <a:pt x="38" y="83"/>
                </a:lnTo>
                <a:lnTo>
                  <a:pt x="38" y="144"/>
                </a:lnTo>
                <a:lnTo>
                  <a:pt x="42" y="144"/>
                </a:lnTo>
                <a:lnTo>
                  <a:pt x="42" y="83"/>
                </a:lnTo>
                <a:lnTo>
                  <a:pt x="81" y="83"/>
                </a:lnTo>
                <a:lnTo>
                  <a:pt x="78" y="67"/>
                </a:lnTo>
                <a:lnTo>
                  <a:pt x="58" y="58"/>
                </a:lnTo>
                <a:lnTo>
                  <a:pt x="54" y="22"/>
                </a:lnTo>
                <a:lnTo>
                  <a:pt x="65" y="12"/>
                </a:lnTo>
                <a:lnTo>
                  <a:pt x="65" y="0"/>
                </a:lnTo>
                <a:lnTo>
                  <a:pt x="40" y="0"/>
                </a:lnTo>
                <a:lnTo>
                  <a:pt x="15" y="0"/>
                </a:lnTo>
                <a:lnTo>
                  <a:pt x="15" y="12"/>
                </a:lnTo>
                <a:lnTo>
                  <a:pt x="27" y="22"/>
                </a:lnTo>
                <a:lnTo>
                  <a:pt x="23" y="58"/>
                </a:lnTo>
                <a:lnTo>
                  <a:pt x="2" y="67"/>
                </a:lnTo>
                <a:close/>
                <a:moveTo>
                  <a:pt x="32" y="20"/>
                </a:moveTo>
                <a:lnTo>
                  <a:pt x="20" y="10"/>
                </a:lnTo>
                <a:lnTo>
                  <a:pt x="20" y="5"/>
                </a:lnTo>
                <a:lnTo>
                  <a:pt x="40" y="5"/>
                </a:lnTo>
                <a:lnTo>
                  <a:pt x="60" y="5"/>
                </a:lnTo>
                <a:lnTo>
                  <a:pt x="60" y="10"/>
                </a:lnTo>
                <a:lnTo>
                  <a:pt x="49" y="20"/>
                </a:lnTo>
                <a:lnTo>
                  <a:pt x="54" y="60"/>
                </a:lnTo>
                <a:lnTo>
                  <a:pt x="74" y="69"/>
                </a:lnTo>
                <a:lnTo>
                  <a:pt x="76" y="79"/>
                </a:lnTo>
                <a:lnTo>
                  <a:pt x="40" y="79"/>
                </a:lnTo>
                <a:lnTo>
                  <a:pt x="5" y="79"/>
                </a:lnTo>
                <a:lnTo>
                  <a:pt x="6" y="69"/>
                </a:lnTo>
                <a:lnTo>
                  <a:pt x="27" y="60"/>
                </a:lnTo>
                <a:lnTo>
                  <a:pt x="32" y="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705" name="Group 704"/>
          <p:cNvGrpSpPr/>
          <p:nvPr/>
        </p:nvGrpSpPr>
        <p:grpSpPr>
          <a:xfrm>
            <a:off x="6398587" y="3686316"/>
            <a:ext cx="301788" cy="203288"/>
            <a:chOff x="6398587" y="3686316"/>
            <a:chExt cx="301788" cy="203288"/>
          </a:xfrm>
          <a:solidFill>
            <a:schemeClr val="tx1"/>
          </a:solidFill>
        </p:grpSpPr>
        <p:sp>
          <p:nvSpPr>
            <p:cNvPr id="641" name="Freeform 231"/>
            <p:cNvSpPr>
              <a:spLocks noEditPoints="1"/>
            </p:cNvSpPr>
            <p:nvPr/>
          </p:nvSpPr>
          <p:spPr bwMode="auto">
            <a:xfrm>
              <a:off x="6398587" y="3686316"/>
              <a:ext cx="301788" cy="203288"/>
            </a:xfrm>
            <a:custGeom>
              <a:avLst/>
              <a:gdLst>
                <a:gd name="T0" fmla="*/ 144 w 144"/>
                <a:gd name="T1" fmla="*/ 0 h 97"/>
                <a:gd name="T2" fmla="*/ 0 w 144"/>
                <a:gd name="T3" fmla="*/ 0 h 97"/>
                <a:gd name="T4" fmla="*/ 0 w 144"/>
                <a:gd name="T5" fmla="*/ 97 h 97"/>
                <a:gd name="T6" fmla="*/ 144 w 144"/>
                <a:gd name="T7" fmla="*/ 97 h 97"/>
                <a:gd name="T8" fmla="*/ 144 w 144"/>
                <a:gd name="T9" fmla="*/ 0 h 97"/>
                <a:gd name="T10" fmla="*/ 139 w 144"/>
                <a:gd name="T11" fmla="*/ 92 h 97"/>
                <a:gd name="T12" fmla="*/ 4 w 144"/>
                <a:gd name="T13" fmla="*/ 92 h 97"/>
                <a:gd name="T14" fmla="*/ 4 w 144"/>
                <a:gd name="T15" fmla="*/ 4 h 97"/>
                <a:gd name="T16" fmla="*/ 139 w 144"/>
                <a:gd name="T17" fmla="*/ 4 h 97"/>
                <a:gd name="T18" fmla="*/ 139 w 144"/>
                <a:gd name="T19" fmla="*/ 9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97">
                  <a:moveTo>
                    <a:pt x="144" y="0"/>
                  </a:moveTo>
                  <a:lnTo>
                    <a:pt x="0" y="0"/>
                  </a:lnTo>
                  <a:lnTo>
                    <a:pt x="0" y="97"/>
                  </a:lnTo>
                  <a:lnTo>
                    <a:pt x="144" y="97"/>
                  </a:lnTo>
                  <a:lnTo>
                    <a:pt x="144" y="0"/>
                  </a:lnTo>
                  <a:close/>
                  <a:moveTo>
                    <a:pt x="13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139" y="4"/>
                  </a:lnTo>
                  <a:lnTo>
                    <a:pt x="13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2" name="Freeform 232"/>
            <p:cNvSpPr>
              <a:spLocks noEditPoints="1"/>
            </p:cNvSpPr>
            <p:nvPr/>
          </p:nvSpPr>
          <p:spPr bwMode="auto">
            <a:xfrm>
              <a:off x="6624928" y="3713560"/>
              <a:ext cx="46107" cy="56586"/>
            </a:xfrm>
            <a:custGeom>
              <a:avLst/>
              <a:gdLst>
                <a:gd name="T0" fmla="*/ 22 w 22"/>
                <a:gd name="T1" fmla="*/ 0 h 27"/>
                <a:gd name="T2" fmla="*/ 0 w 22"/>
                <a:gd name="T3" fmla="*/ 0 h 27"/>
                <a:gd name="T4" fmla="*/ 0 w 22"/>
                <a:gd name="T5" fmla="*/ 27 h 27"/>
                <a:gd name="T6" fmla="*/ 22 w 22"/>
                <a:gd name="T7" fmla="*/ 27 h 27"/>
                <a:gd name="T8" fmla="*/ 22 w 22"/>
                <a:gd name="T9" fmla="*/ 0 h 27"/>
                <a:gd name="T10" fmla="*/ 18 w 22"/>
                <a:gd name="T11" fmla="*/ 23 h 27"/>
                <a:gd name="T12" fmla="*/ 4 w 22"/>
                <a:gd name="T13" fmla="*/ 23 h 27"/>
                <a:gd name="T14" fmla="*/ 4 w 22"/>
                <a:gd name="T15" fmla="*/ 5 h 27"/>
                <a:gd name="T16" fmla="*/ 18 w 22"/>
                <a:gd name="T17" fmla="*/ 5 h 27"/>
                <a:gd name="T18" fmla="*/ 18 w 22"/>
                <a:gd name="T19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lnTo>
                    <a:pt x="0" y="0"/>
                  </a:lnTo>
                  <a:lnTo>
                    <a:pt x="0" y="27"/>
                  </a:lnTo>
                  <a:lnTo>
                    <a:pt x="22" y="27"/>
                  </a:lnTo>
                  <a:lnTo>
                    <a:pt x="22" y="0"/>
                  </a:lnTo>
                  <a:close/>
                  <a:moveTo>
                    <a:pt x="18" y="23"/>
                  </a:moveTo>
                  <a:lnTo>
                    <a:pt x="4" y="23"/>
                  </a:lnTo>
                  <a:lnTo>
                    <a:pt x="4" y="5"/>
                  </a:lnTo>
                  <a:lnTo>
                    <a:pt x="18" y="5"/>
                  </a:lnTo>
                  <a:lnTo>
                    <a:pt x="18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3" name="Rectangle 233"/>
            <p:cNvSpPr>
              <a:spLocks noChangeArrowheads="1"/>
            </p:cNvSpPr>
            <p:nvPr/>
          </p:nvSpPr>
          <p:spPr bwMode="auto">
            <a:xfrm>
              <a:off x="6576725" y="3713560"/>
              <a:ext cx="10479" cy="14670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4" name="Rectangle 234"/>
            <p:cNvSpPr>
              <a:spLocks noChangeArrowheads="1"/>
            </p:cNvSpPr>
            <p:nvPr/>
          </p:nvSpPr>
          <p:spPr bwMode="auto">
            <a:xfrm>
              <a:off x="6425831" y="3724039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5" name="Rectangle 235"/>
            <p:cNvSpPr>
              <a:spLocks noChangeArrowheads="1"/>
            </p:cNvSpPr>
            <p:nvPr/>
          </p:nvSpPr>
          <p:spPr bwMode="auto">
            <a:xfrm>
              <a:off x="6425831" y="3751284"/>
              <a:ext cx="113171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6" name="Rectangle 236"/>
            <p:cNvSpPr>
              <a:spLocks noChangeArrowheads="1"/>
            </p:cNvSpPr>
            <p:nvPr/>
          </p:nvSpPr>
          <p:spPr bwMode="auto">
            <a:xfrm>
              <a:off x="6425831" y="3780624"/>
              <a:ext cx="123650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4" name="Group 703"/>
          <p:cNvGrpSpPr/>
          <p:nvPr/>
        </p:nvGrpSpPr>
        <p:grpSpPr>
          <a:xfrm>
            <a:off x="6790492" y="3682124"/>
            <a:ext cx="301788" cy="211671"/>
            <a:chOff x="6790492" y="3682124"/>
            <a:chExt cx="301788" cy="211671"/>
          </a:xfrm>
          <a:solidFill>
            <a:schemeClr val="tx1"/>
          </a:solidFill>
        </p:grpSpPr>
        <p:sp>
          <p:nvSpPr>
            <p:cNvPr id="647" name="Freeform 237"/>
            <p:cNvSpPr>
              <a:spLocks noEditPoints="1"/>
            </p:cNvSpPr>
            <p:nvPr/>
          </p:nvSpPr>
          <p:spPr bwMode="auto">
            <a:xfrm>
              <a:off x="6790492" y="3724039"/>
              <a:ext cx="259873" cy="169756"/>
            </a:xfrm>
            <a:custGeom>
              <a:avLst/>
              <a:gdLst>
                <a:gd name="T0" fmla="*/ 124 w 124"/>
                <a:gd name="T1" fmla="*/ 0 h 81"/>
                <a:gd name="T2" fmla="*/ 0 w 124"/>
                <a:gd name="T3" fmla="*/ 0 h 81"/>
                <a:gd name="T4" fmla="*/ 0 w 124"/>
                <a:gd name="T5" fmla="*/ 81 h 81"/>
                <a:gd name="T6" fmla="*/ 124 w 124"/>
                <a:gd name="T7" fmla="*/ 81 h 81"/>
                <a:gd name="T8" fmla="*/ 124 w 124"/>
                <a:gd name="T9" fmla="*/ 0 h 81"/>
                <a:gd name="T10" fmla="*/ 119 w 124"/>
                <a:gd name="T11" fmla="*/ 76 h 81"/>
                <a:gd name="T12" fmla="*/ 4 w 124"/>
                <a:gd name="T13" fmla="*/ 76 h 81"/>
                <a:gd name="T14" fmla="*/ 4 w 124"/>
                <a:gd name="T15" fmla="*/ 4 h 81"/>
                <a:gd name="T16" fmla="*/ 119 w 124"/>
                <a:gd name="T17" fmla="*/ 4 h 81"/>
                <a:gd name="T18" fmla="*/ 119 w 124"/>
                <a:gd name="T19" fmla="*/ 7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81">
                  <a:moveTo>
                    <a:pt x="124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124" y="81"/>
                  </a:lnTo>
                  <a:lnTo>
                    <a:pt x="124" y="0"/>
                  </a:lnTo>
                  <a:close/>
                  <a:moveTo>
                    <a:pt x="119" y="76"/>
                  </a:moveTo>
                  <a:lnTo>
                    <a:pt x="4" y="76"/>
                  </a:lnTo>
                  <a:lnTo>
                    <a:pt x="4" y="4"/>
                  </a:lnTo>
                  <a:lnTo>
                    <a:pt x="119" y="4"/>
                  </a:lnTo>
                  <a:lnTo>
                    <a:pt x="119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8" name="Freeform 238"/>
            <p:cNvSpPr>
              <a:spLocks/>
            </p:cNvSpPr>
            <p:nvPr/>
          </p:nvSpPr>
          <p:spPr bwMode="auto">
            <a:xfrm>
              <a:off x="6832407" y="3682124"/>
              <a:ext cx="259873" cy="169756"/>
            </a:xfrm>
            <a:custGeom>
              <a:avLst/>
              <a:gdLst>
                <a:gd name="T0" fmla="*/ 4 w 124"/>
                <a:gd name="T1" fmla="*/ 4 h 81"/>
                <a:gd name="T2" fmla="*/ 119 w 124"/>
                <a:gd name="T3" fmla="*/ 4 h 81"/>
                <a:gd name="T4" fmla="*/ 119 w 124"/>
                <a:gd name="T5" fmla="*/ 76 h 81"/>
                <a:gd name="T6" fmla="*/ 108 w 124"/>
                <a:gd name="T7" fmla="*/ 76 h 81"/>
                <a:gd name="T8" fmla="*/ 108 w 124"/>
                <a:gd name="T9" fmla="*/ 81 h 81"/>
                <a:gd name="T10" fmla="*/ 124 w 124"/>
                <a:gd name="T11" fmla="*/ 81 h 81"/>
                <a:gd name="T12" fmla="*/ 124 w 124"/>
                <a:gd name="T13" fmla="*/ 0 h 81"/>
                <a:gd name="T14" fmla="*/ 0 w 124"/>
                <a:gd name="T15" fmla="*/ 0 h 81"/>
                <a:gd name="T16" fmla="*/ 0 w 124"/>
                <a:gd name="T17" fmla="*/ 15 h 81"/>
                <a:gd name="T18" fmla="*/ 4 w 124"/>
                <a:gd name="T19" fmla="*/ 15 h 81"/>
                <a:gd name="T20" fmla="*/ 4 w 124"/>
                <a:gd name="T21" fmla="*/ 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81">
                  <a:moveTo>
                    <a:pt x="4" y="4"/>
                  </a:moveTo>
                  <a:lnTo>
                    <a:pt x="119" y="4"/>
                  </a:lnTo>
                  <a:lnTo>
                    <a:pt x="119" y="76"/>
                  </a:lnTo>
                  <a:lnTo>
                    <a:pt x="108" y="76"/>
                  </a:lnTo>
                  <a:lnTo>
                    <a:pt x="108" y="81"/>
                  </a:lnTo>
                  <a:lnTo>
                    <a:pt x="124" y="81"/>
                  </a:lnTo>
                  <a:lnTo>
                    <a:pt x="124" y="0"/>
                  </a:lnTo>
                  <a:lnTo>
                    <a:pt x="0" y="0"/>
                  </a:lnTo>
                  <a:lnTo>
                    <a:pt x="0" y="15"/>
                  </a:lnTo>
                  <a:lnTo>
                    <a:pt x="4" y="15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9" name="Freeform 239"/>
            <p:cNvSpPr>
              <a:spLocks noEditPoints="1"/>
            </p:cNvSpPr>
            <p:nvPr/>
          </p:nvSpPr>
          <p:spPr bwMode="auto">
            <a:xfrm>
              <a:off x="6983301" y="3747092"/>
              <a:ext cx="41915" cy="48203"/>
            </a:xfrm>
            <a:custGeom>
              <a:avLst/>
              <a:gdLst>
                <a:gd name="T0" fmla="*/ 20 w 20"/>
                <a:gd name="T1" fmla="*/ 0 h 23"/>
                <a:gd name="T2" fmla="*/ 0 w 20"/>
                <a:gd name="T3" fmla="*/ 0 h 23"/>
                <a:gd name="T4" fmla="*/ 0 w 20"/>
                <a:gd name="T5" fmla="*/ 23 h 23"/>
                <a:gd name="T6" fmla="*/ 20 w 20"/>
                <a:gd name="T7" fmla="*/ 23 h 23"/>
                <a:gd name="T8" fmla="*/ 20 w 20"/>
                <a:gd name="T9" fmla="*/ 0 h 23"/>
                <a:gd name="T10" fmla="*/ 16 w 20"/>
                <a:gd name="T11" fmla="*/ 18 h 23"/>
                <a:gd name="T12" fmla="*/ 5 w 20"/>
                <a:gd name="T13" fmla="*/ 18 h 23"/>
                <a:gd name="T14" fmla="*/ 5 w 20"/>
                <a:gd name="T15" fmla="*/ 5 h 23"/>
                <a:gd name="T16" fmla="*/ 16 w 20"/>
                <a:gd name="T17" fmla="*/ 5 h 23"/>
                <a:gd name="T18" fmla="*/ 16 w 20"/>
                <a:gd name="T19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lnTo>
                    <a:pt x="0" y="0"/>
                  </a:lnTo>
                  <a:lnTo>
                    <a:pt x="0" y="23"/>
                  </a:lnTo>
                  <a:lnTo>
                    <a:pt x="20" y="23"/>
                  </a:lnTo>
                  <a:lnTo>
                    <a:pt x="20" y="0"/>
                  </a:lnTo>
                  <a:close/>
                  <a:moveTo>
                    <a:pt x="16" y="18"/>
                  </a:moveTo>
                  <a:lnTo>
                    <a:pt x="5" y="18"/>
                  </a:lnTo>
                  <a:lnTo>
                    <a:pt x="5" y="5"/>
                  </a:lnTo>
                  <a:lnTo>
                    <a:pt x="16" y="5"/>
                  </a:lnTo>
                  <a:lnTo>
                    <a:pt x="16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0" name="Rectangle 240"/>
            <p:cNvSpPr>
              <a:spLocks noChangeArrowheads="1"/>
            </p:cNvSpPr>
            <p:nvPr/>
          </p:nvSpPr>
          <p:spPr bwMode="auto">
            <a:xfrm>
              <a:off x="6941386" y="3747092"/>
              <a:ext cx="8383" cy="1236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1" name="Rectangle 241"/>
            <p:cNvSpPr>
              <a:spLocks noChangeArrowheads="1"/>
            </p:cNvSpPr>
            <p:nvPr/>
          </p:nvSpPr>
          <p:spPr bwMode="auto">
            <a:xfrm>
              <a:off x="6813546" y="3757571"/>
              <a:ext cx="11317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2" name="Rectangle 242"/>
            <p:cNvSpPr>
              <a:spLocks noChangeArrowheads="1"/>
            </p:cNvSpPr>
            <p:nvPr/>
          </p:nvSpPr>
          <p:spPr bwMode="auto">
            <a:xfrm>
              <a:off x="6813546" y="3780624"/>
              <a:ext cx="9850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3" name="Rectangle 243"/>
            <p:cNvSpPr>
              <a:spLocks noChangeArrowheads="1"/>
            </p:cNvSpPr>
            <p:nvPr/>
          </p:nvSpPr>
          <p:spPr bwMode="auto">
            <a:xfrm>
              <a:off x="6813546" y="3803678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115245373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4162272" y="411510"/>
            <a:ext cx="8194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Basic</a:t>
            </a:r>
            <a:endParaRPr lang="uk-UA" sz="2400" dirty="0"/>
          </a:p>
        </p:txBody>
      </p:sp>
      <p:grpSp>
        <p:nvGrpSpPr>
          <p:cNvPr id="2" name="Group 1"/>
          <p:cNvGrpSpPr/>
          <p:nvPr/>
        </p:nvGrpSpPr>
        <p:grpSpPr>
          <a:xfrm>
            <a:off x="2082388" y="1258825"/>
            <a:ext cx="301788" cy="301788"/>
            <a:chOff x="2082388" y="1258825"/>
            <a:chExt cx="301788" cy="301788"/>
          </a:xfrm>
          <a:solidFill>
            <a:schemeClr val="tx1"/>
          </a:solidFill>
        </p:grpSpPr>
        <p:sp>
          <p:nvSpPr>
            <p:cNvPr id="243" name="Freeform 244"/>
            <p:cNvSpPr>
              <a:spLocks noEditPoints="1"/>
            </p:cNvSpPr>
            <p:nvPr/>
          </p:nvSpPr>
          <p:spPr bwMode="auto">
            <a:xfrm>
              <a:off x="2082388" y="1258825"/>
              <a:ext cx="301788" cy="301788"/>
            </a:xfrm>
            <a:custGeom>
              <a:avLst/>
              <a:gdLst>
                <a:gd name="T0" fmla="*/ 110 w 144"/>
                <a:gd name="T1" fmla="*/ 0 h 144"/>
                <a:gd name="T2" fmla="*/ 33 w 144"/>
                <a:gd name="T3" fmla="*/ 0 h 144"/>
                <a:gd name="T4" fmla="*/ 33 w 144"/>
                <a:gd name="T5" fmla="*/ 43 h 144"/>
                <a:gd name="T6" fmla="*/ 0 w 144"/>
                <a:gd name="T7" fmla="*/ 43 h 144"/>
                <a:gd name="T8" fmla="*/ 0 w 144"/>
                <a:gd name="T9" fmla="*/ 120 h 144"/>
                <a:gd name="T10" fmla="*/ 33 w 144"/>
                <a:gd name="T11" fmla="*/ 120 h 144"/>
                <a:gd name="T12" fmla="*/ 33 w 144"/>
                <a:gd name="T13" fmla="*/ 144 h 144"/>
                <a:gd name="T14" fmla="*/ 110 w 144"/>
                <a:gd name="T15" fmla="*/ 144 h 144"/>
                <a:gd name="T16" fmla="*/ 110 w 144"/>
                <a:gd name="T17" fmla="*/ 120 h 144"/>
                <a:gd name="T18" fmla="*/ 144 w 144"/>
                <a:gd name="T19" fmla="*/ 120 h 144"/>
                <a:gd name="T20" fmla="*/ 144 w 144"/>
                <a:gd name="T21" fmla="*/ 43 h 144"/>
                <a:gd name="T22" fmla="*/ 110 w 144"/>
                <a:gd name="T23" fmla="*/ 43 h 144"/>
                <a:gd name="T24" fmla="*/ 110 w 144"/>
                <a:gd name="T25" fmla="*/ 0 h 144"/>
                <a:gd name="T26" fmla="*/ 38 w 144"/>
                <a:gd name="T27" fmla="*/ 5 h 144"/>
                <a:gd name="T28" fmla="*/ 106 w 144"/>
                <a:gd name="T29" fmla="*/ 5 h 144"/>
                <a:gd name="T30" fmla="*/ 106 w 144"/>
                <a:gd name="T31" fmla="*/ 43 h 144"/>
                <a:gd name="T32" fmla="*/ 38 w 144"/>
                <a:gd name="T33" fmla="*/ 43 h 144"/>
                <a:gd name="T34" fmla="*/ 38 w 144"/>
                <a:gd name="T35" fmla="*/ 5 h 144"/>
                <a:gd name="T36" fmla="*/ 106 w 144"/>
                <a:gd name="T37" fmla="*/ 140 h 144"/>
                <a:gd name="T38" fmla="*/ 38 w 144"/>
                <a:gd name="T39" fmla="*/ 140 h 144"/>
                <a:gd name="T40" fmla="*/ 38 w 144"/>
                <a:gd name="T41" fmla="*/ 90 h 144"/>
                <a:gd name="T42" fmla="*/ 106 w 144"/>
                <a:gd name="T43" fmla="*/ 90 h 144"/>
                <a:gd name="T44" fmla="*/ 106 w 144"/>
                <a:gd name="T45" fmla="*/ 140 h 144"/>
                <a:gd name="T46" fmla="*/ 139 w 144"/>
                <a:gd name="T47" fmla="*/ 47 h 144"/>
                <a:gd name="T48" fmla="*/ 139 w 144"/>
                <a:gd name="T49" fmla="*/ 115 h 144"/>
                <a:gd name="T50" fmla="*/ 110 w 144"/>
                <a:gd name="T51" fmla="*/ 115 h 144"/>
                <a:gd name="T52" fmla="*/ 110 w 144"/>
                <a:gd name="T53" fmla="*/ 86 h 144"/>
                <a:gd name="T54" fmla="*/ 33 w 144"/>
                <a:gd name="T55" fmla="*/ 86 h 144"/>
                <a:gd name="T56" fmla="*/ 33 w 144"/>
                <a:gd name="T57" fmla="*/ 115 h 144"/>
                <a:gd name="T58" fmla="*/ 4 w 144"/>
                <a:gd name="T59" fmla="*/ 115 h 144"/>
                <a:gd name="T60" fmla="*/ 4 w 144"/>
                <a:gd name="T61" fmla="*/ 47 h 144"/>
                <a:gd name="T62" fmla="*/ 33 w 144"/>
                <a:gd name="T63" fmla="*/ 47 h 144"/>
                <a:gd name="T64" fmla="*/ 110 w 144"/>
                <a:gd name="T65" fmla="*/ 47 h 144"/>
                <a:gd name="T66" fmla="*/ 139 w 144"/>
                <a:gd name="T67" fmla="*/ 4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4" h="144">
                  <a:moveTo>
                    <a:pt x="110" y="0"/>
                  </a:moveTo>
                  <a:lnTo>
                    <a:pt x="33" y="0"/>
                  </a:lnTo>
                  <a:lnTo>
                    <a:pt x="33" y="43"/>
                  </a:lnTo>
                  <a:lnTo>
                    <a:pt x="0" y="43"/>
                  </a:lnTo>
                  <a:lnTo>
                    <a:pt x="0" y="120"/>
                  </a:lnTo>
                  <a:lnTo>
                    <a:pt x="33" y="120"/>
                  </a:lnTo>
                  <a:lnTo>
                    <a:pt x="33" y="144"/>
                  </a:lnTo>
                  <a:lnTo>
                    <a:pt x="110" y="144"/>
                  </a:lnTo>
                  <a:lnTo>
                    <a:pt x="110" y="120"/>
                  </a:lnTo>
                  <a:lnTo>
                    <a:pt x="144" y="120"/>
                  </a:lnTo>
                  <a:lnTo>
                    <a:pt x="144" y="43"/>
                  </a:lnTo>
                  <a:lnTo>
                    <a:pt x="110" y="43"/>
                  </a:lnTo>
                  <a:lnTo>
                    <a:pt x="110" y="0"/>
                  </a:lnTo>
                  <a:close/>
                  <a:moveTo>
                    <a:pt x="38" y="5"/>
                  </a:moveTo>
                  <a:lnTo>
                    <a:pt x="106" y="5"/>
                  </a:lnTo>
                  <a:lnTo>
                    <a:pt x="106" y="43"/>
                  </a:lnTo>
                  <a:lnTo>
                    <a:pt x="38" y="43"/>
                  </a:lnTo>
                  <a:lnTo>
                    <a:pt x="38" y="5"/>
                  </a:lnTo>
                  <a:close/>
                  <a:moveTo>
                    <a:pt x="106" y="140"/>
                  </a:moveTo>
                  <a:lnTo>
                    <a:pt x="38" y="140"/>
                  </a:lnTo>
                  <a:lnTo>
                    <a:pt x="38" y="90"/>
                  </a:lnTo>
                  <a:lnTo>
                    <a:pt x="106" y="90"/>
                  </a:lnTo>
                  <a:lnTo>
                    <a:pt x="106" y="140"/>
                  </a:lnTo>
                  <a:close/>
                  <a:moveTo>
                    <a:pt x="139" y="47"/>
                  </a:moveTo>
                  <a:lnTo>
                    <a:pt x="139" y="115"/>
                  </a:lnTo>
                  <a:lnTo>
                    <a:pt x="110" y="115"/>
                  </a:lnTo>
                  <a:lnTo>
                    <a:pt x="110" y="86"/>
                  </a:lnTo>
                  <a:lnTo>
                    <a:pt x="33" y="86"/>
                  </a:lnTo>
                  <a:lnTo>
                    <a:pt x="33" y="115"/>
                  </a:lnTo>
                  <a:lnTo>
                    <a:pt x="4" y="115"/>
                  </a:lnTo>
                  <a:lnTo>
                    <a:pt x="4" y="47"/>
                  </a:lnTo>
                  <a:lnTo>
                    <a:pt x="33" y="47"/>
                  </a:lnTo>
                  <a:lnTo>
                    <a:pt x="110" y="47"/>
                  </a:lnTo>
                  <a:lnTo>
                    <a:pt x="139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Rectangle 245"/>
            <p:cNvSpPr>
              <a:spLocks noChangeArrowheads="1"/>
            </p:cNvSpPr>
            <p:nvPr/>
          </p:nvSpPr>
          <p:spPr bwMode="auto">
            <a:xfrm>
              <a:off x="2109634" y="138247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Rectangle 246"/>
            <p:cNvSpPr>
              <a:spLocks noChangeArrowheads="1"/>
            </p:cNvSpPr>
            <p:nvPr/>
          </p:nvSpPr>
          <p:spPr bwMode="auto">
            <a:xfrm>
              <a:off x="2138974" y="138247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Rectangle 247"/>
            <p:cNvSpPr>
              <a:spLocks noChangeArrowheads="1"/>
            </p:cNvSpPr>
            <p:nvPr/>
          </p:nvSpPr>
          <p:spPr bwMode="auto">
            <a:xfrm>
              <a:off x="2185081" y="1476783"/>
              <a:ext cx="94309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Rectangle 248"/>
            <p:cNvSpPr>
              <a:spLocks noChangeArrowheads="1"/>
            </p:cNvSpPr>
            <p:nvPr/>
          </p:nvSpPr>
          <p:spPr bwMode="auto">
            <a:xfrm>
              <a:off x="2185081" y="1514506"/>
              <a:ext cx="94309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474294" y="1258825"/>
            <a:ext cx="301788" cy="301788"/>
            <a:chOff x="2474294" y="1258825"/>
            <a:chExt cx="301788" cy="301788"/>
          </a:xfrm>
          <a:solidFill>
            <a:schemeClr val="tx1"/>
          </a:solidFill>
        </p:grpSpPr>
        <p:sp>
          <p:nvSpPr>
            <p:cNvPr id="248" name="Freeform 249"/>
            <p:cNvSpPr>
              <a:spLocks noEditPoints="1"/>
            </p:cNvSpPr>
            <p:nvPr/>
          </p:nvSpPr>
          <p:spPr bwMode="auto">
            <a:xfrm>
              <a:off x="2474294" y="1258825"/>
              <a:ext cx="301788" cy="30178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8 h 256"/>
                <a:gd name="T4" fmla="*/ 0 w 256"/>
                <a:gd name="T5" fmla="*/ 128 h 256"/>
                <a:gd name="T6" fmla="*/ 38 w 256"/>
                <a:gd name="T7" fmla="*/ 219 h 256"/>
                <a:gd name="T8" fmla="*/ 128 w 256"/>
                <a:gd name="T9" fmla="*/ 256 h 256"/>
                <a:gd name="T10" fmla="*/ 219 w 256"/>
                <a:gd name="T11" fmla="*/ 219 h 256"/>
                <a:gd name="T12" fmla="*/ 256 w 256"/>
                <a:gd name="T13" fmla="*/ 128 h 256"/>
                <a:gd name="T14" fmla="*/ 219 w 256"/>
                <a:gd name="T15" fmla="*/ 38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4 h 256"/>
                <a:gd name="T28" fmla="*/ 128 w 256"/>
                <a:gd name="T29" fmla="*/ 8 h 256"/>
                <a:gd name="T30" fmla="*/ 213 w 256"/>
                <a:gd name="T31" fmla="*/ 44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4"/>
                    <a:pt x="38" y="38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3"/>
                    <a:pt x="14" y="195"/>
                    <a:pt x="38" y="219"/>
                  </a:cubicBezTo>
                  <a:cubicBezTo>
                    <a:pt x="62" y="243"/>
                    <a:pt x="94" y="256"/>
                    <a:pt x="128" y="256"/>
                  </a:cubicBezTo>
                  <a:cubicBezTo>
                    <a:pt x="163" y="256"/>
                    <a:pt x="195" y="243"/>
                    <a:pt x="219" y="219"/>
                  </a:cubicBezTo>
                  <a:cubicBezTo>
                    <a:pt x="243" y="195"/>
                    <a:pt x="256" y="163"/>
                    <a:pt x="256" y="128"/>
                  </a:cubicBezTo>
                  <a:cubicBezTo>
                    <a:pt x="256" y="94"/>
                    <a:pt x="243" y="62"/>
                    <a:pt x="219" y="38"/>
                  </a:cubicBezTo>
                  <a:cubicBezTo>
                    <a:pt x="195" y="14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6"/>
                    <a:pt x="160" y="248"/>
                    <a:pt x="128" y="248"/>
                  </a:cubicBezTo>
                  <a:cubicBezTo>
                    <a:pt x="96" y="248"/>
                    <a:pt x="66" y="236"/>
                    <a:pt x="43" y="213"/>
                  </a:cubicBezTo>
                  <a:cubicBezTo>
                    <a:pt x="21" y="191"/>
                    <a:pt x="8" y="160"/>
                    <a:pt x="8" y="128"/>
                  </a:cubicBezTo>
                  <a:cubicBezTo>
                    <a:pt x="8" y="96"/>
                    <a:pt x="21" y="66"/>
                    <a:pt x="43" y="44"/>
                  </a:cubicBez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1" y="21"/>
                    <a:pt x="213" y="44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1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583273" y="1330080"/>
              <a:ext cx="83830" cy="150895"/>
              <a:chOff x="2583273" y="1330080"/>
              <a:chExt cx="83830" cy="150895"/>
            </a:xfrm>
            <a:grpFill/>
          </p:grpSpPr>
          <p:sp>
            <p:nvSpPr>
              <p:cNvPr id="249" name="Rectangle 250"/>
              <p:cNvSpPr>
                <a:spLocks noChangeArrowheads="1"/>
              </p:cNvSpPr>
              <p:nvPr/>
            </p:nvSpPr>
            <p:spPr bwMode="auto">
              <a:xfrm>
                <a:off x="2610518" y="1462113"/>
                <a:ext cx="10479" cy="188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uk-UA"/>
              </a:p>
            </p:txBody>
          </p:sp>
          <p:sp>
            <p:nvSpPr>
              <p:cNvPr id="250" name="Freeform 251"/>
              <p:cNvSpPr>
                <a:spLocks/>
              </p:cNvSpPr>
              <p:nvPr/>
            </p:nvSpPr>
            <p:spPr bwMode="auto">
              <a:xfrm>
                <a:off x="2583273" y="1330080"/>
                <a:ext cx="83830" cy="113171"/>
              </a:xfrm>
              <a:custGeom>
                <a:avLst/>
                <a:gdLst>
                  <a:gd name="T0" fmla="*/ 36 w 72"/>
                  <a:gd name="T1" fmla="*/ 0 h 96"/>
                  <a:gd name="T2" fmla="*/ 0 w 72"/>
                  <a:gd name="T3" fmla="*/ 24 h 96"/>
                  <a:gd name="T4" fmla="*/ 8 w 72"/>
                  <a:gd name="T5" fmla="*/ 24 h 96"/>
                  <a:gd name="T6" fmla="*/ 36 w 72"/>
                  <a:gd name="T7" fmla="*/ 8 h 96"/>
                  <a:gd name="T8" fmla="*/ 64 w 72"/>
                  <a:gd name="T9" fmla="*/ 32 h 96"/>
                  <a:gd name="T10" fmla="*/ 43 w 72"/>
                  <a:gd name="T11" fmla="*/ 57 h 96"/>
                  <a:gd name="T12" fmla="*/ 24 w 72"/>
                  <a:gd name="T13" fmla="*/ 92 h 96"/>
                  <a:gd name="T14" fmla="*/ 24 w 72"/>
                  <a:gd name="T15" fmla="*/ 96 h 96"/>
                  <a:gd name="T16" fmla="*/ 32 w 72"/>
                  <a:gd name="T17" fmla="*/ 96 h 96"/>
                  <a:gd name="T18" fmla="*/ 32 w 72"/>
                  <a:gd name="T19" fmla="*/ 92 h 96"/>
                  <a:gd name="T20" fmla="*/ 46 w 72"/>
                  <a:gd name="T21" fmla="*/ 64 h 96"/>
                  <a:gd name="T22" fmla="*/ 72 w 72"/>
                  <a:gd name="T23" fmla="*/ 32 h 96"/>
                  <a:gd name="T24" fmla="*/ 36 w 72"/>
                  <a:gd name="T2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2" h="96">
                    <a:moveTo>
                      <a:pt x="36" y="0"/>
                    </a:moveTo>
                    <a:cubicBezTo>
                      <a:pt x="12" y="0"/>
                      <a:pt x="0" y="9"/>
                      <a:pt x="0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17"/>
                      <a:pt x="12" y="8"/>
                      <a:pt x="36" y="8"/>
                    </a:cubicBezTo>
                    <a:cubicBezTo>
                      <a:pt x="53" y="8"/>
                      <a:pt x="64" y="18"/>
                      <a:pt x="64" y="32"/>
                    </a:cubicBezTo>
                    <a:cubicBezTo>
                      <a:pt x="64" y="44"/>
                      <a:pt x="49" y="54"/>
                      <a:pt x="43" y="57"/>
                    </a:cubicBezTo>
                    <a:cubicBezTo>
                      <a:pt x="42" y="57"/>
                      <a:pt x="24" y="66"/>
                      <a:pt x="24" y="92"/>
                    </a:cubicBezTo>
                    <a:cubicBezTo>
                      <a:pt x="24" y="96"/>
                      <a:pt x="24" y="96"/>
                      <a:pt x="24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32" y="92"/>
                      <a:pt x="32" y="92"/>
                      <a:pt x="32" y="92"/>
                    </a:cubicBezTo>
                    <a:cubicBezTo>
                      <a:pt x="32" y="71"/>
                      <a:pt x="46" y="64"/>
                      <a:pt x="46" y="64"/>
                    </a:cubicBezTo>
                    <a:cubicBezTo>
                      <a:pt x="47" y="63"/>
                      <a:pt x="72" y="51"/>
                      <a:pt x="72" y="32"/>
                    </a:cubicBezTo>
                    <a:cubicBezTo>
                      <a:pt x="72" y="14"/>
                      <a:pt x="58" y="0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uk-UA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2866199" y="1258825"/>
            <a:ext cx="303885" cy="303884"/>
            <a:chOff x="2866199" y="1258825"/>
            <a:chExt cx="303885" cy="303884"/>
          </a:xfrm>
          <a:solidFill>
            <a:schemeClr val="tx1"/>
          </a:solidFill>
        </p:grpSpPr>
        <p:sp>
          <p:nvSpPr>
            <p:cNvPr id="251" name="Freeform 252"/>
            <p:cNvSpPr>
              <a:spLocks/>
            </p:cNvSpPr>
            <p:nvPr/>
          </p:nvSpPr>
          <p:spPr bwMode="auto">
            <a:xfrm>
              <a:off x="2903923" y="1258825"/>
              <a:ext cx="266161" cy="264065"/>
            </a:xfrm>
            <a:custGeom>
              <a:avLst/>
              <a:gdLst>
                <a:gd name="T0" fmla="*/ 0 w 225"/>
                <a:gd name="T1" fmla="*/ 0 h 224"/>
                <a:gd name="T2" fmla="*/ 0 w 225"/>
                <a:gd name="T3" fmla="*/ 8 h 224"/>
                <a:gd name="T4" fmla="*/ 166 w 225"/>
                <a:gd name="T5" fmla="*/ 86 h 224"/>
                <a:gd name="T6" fmla="*/ 217 w 225"/>
                <a:gd name="T7" fmla="*/ 224 h 224"/>
                <a:gd name="T8" fmla="*/ 225 w 225"/>
                <a:gd name="T9" fmla="*/ 224 h 224"/>
                <a:gd name="T10" fmla="*/ 172 w 225"/>
                <a:gd name="T11" fmla="*/ 81 h 224"/>
                <a:gd name="T12" fmla="*/ 0 w 225"/>
                <a:gd name="T1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224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64" y="8"/>
                    <a:pt x="125" y="37"/>
                    <a:pt x="166" y="86"/>
                  </a:cubicBezTo>
                  <a:cubicBezTo>
                    <a:pt x="199" y="125"/>
                    <a:pt x="217" y="174"/>
                    <a:pt x="217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5" y="172"/>
                    <a:pt x="206" y="121"/>
                    <a:pt x="172" y="81"/>
                  </a:cubicBezTo>
                  <a:cubicBezTo>
                    <a:pt x="130" y="30"/>
                    <a:pt x="68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Freeform 253"/>
            <p:cNvSpPr>
              <a:spLocks/>
            </p:cNvSpPr>
            <p:nvPr/>
          </p:nvSpPr>
          <p:spPr bwMode="auto">
            <a:xfrm>
              <a:off x="2903923" y="1311219"/>
              <a:ext cx="211671" cy="211671"/>
            </a:xfrm>
            <a:custGeom>
              <a:avLst/>
              <a:gdLst>
                <a:gd name="T0" fmla="*/ 171 w 179"/>
                <a:gd name="T1" fmla="*/ 179 h 179"/>
                <a:gd name="T2" fmla="*/ 179 w 179"/>
                <a:gd name="T3" fmla="*/ 179 h 179"/>
                <a:gd name="T4" fmla="*/ 0 w 179"/>
                <a:gd name="T5" fmla="*/ 0 h 179"/>
                <a:gd name="T6" fmla="*/ 0 w 179"/>
                <a:gd name="T7" fmla="*/ 8 h 179"/>
                <a:gd name="T8" fmla="*/ 171 w 179"/>
                <a:gd name="T9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9" h="179">
                  <a:moveTo>
                    <a:pt x="171" y="179"/>
                  </a:moveTo>
                  <a:cubicBezTo>
                    <a:pt x="179" y="179"/>
                    <a:pt x="179" y="179"/>
                    <a:pt x="179" y="179"/>
                  </a:cubicBezTo>
                  <a:cubicBezTo>
                    <a:pt x="179" y="81"/>
                    <a:pt x="10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96" y="8"/>
                    <a:pt x="171" y="85"/>
                    <a:pt x="171" y="1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Freeform 254"/>
            <p:cNvSpPr>
              <a:spLocks/>
            </p:cNvSpPr>
            <p:nvPr/>
          </p:nvSpPr>
          <p:spPr bwMode="auto">
            <a:xfrm>
              <a:off x="2903923" y="1365708"/>
              <a:ext cx="157182" cy="157182"/>
            </a:xfrm>
            <a:custGeom>
              <a:avLst/>
              <a:gdLst>
                <a:gd name="T0" fmla="*/ 0 w 134"/>
                <a:gd name="T1" fmla="*/ 0 h 133"/>
                <a:gd name="T2" fmla="*/ 0 w 134"/>
                <a:gd name="T3" fmla="*/ 8 h 133"/>
                <a:gd name="T4" fmla="*/ 126 w 134"/>
                <a:gd name="T5" fmla="*/ 133 h 133"/>
                <a:gd name="T6" fmla="*/ 134 w 134"/>
                <a:gd name="T7" fmla="*/ 133 h 133"/>
                <a:gd name="T8" fmla="*/ 0 w 134"/>
                <a:gd name="T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133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68" y="8"/>
                    <a:pt x="126" y="64"/>
                    <a:pt x="126" y="133"/>
                  </a:cubicBezTo>
                  <a:cubicBezTo>
                    <a:pt x="134" y="133"/>
                    <a:pt x="134" y="133"/>
                    <a:pt x="134" y="133"/>
                  </a:cubicBezTo>
                  <a:cubicBezTo>
                    <a:pt x="134" y="60"/>
                    <a:pt x="7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255"/>
            <p:cNvSpPr>
              <a:spLocks/>
            </p:cNvSpPr>
            <p:nvPr/>
          </p:nvSpPr>
          <p:spPr bwMode="auto">
            <a:xfrm>
              <a:off x="2903923" y="1420198"/>
              <a:ext cx="104788" cy="102692"/>
            </a:xfrm>
            <a:custGeom>
              <a:avLst/>
              <a:gdLst>
                <a:gd name="T0" fmla="*/ 89 w 89"/>
                <a:gd name="T1" fmla="*/ 88 h 88"/>
                <a:gd name="T2" fmla="*/ 0 w 89"/>
                <a:gd name="T3" fmla="*/ 0 h 88"/>
                <a:gd name="T4" fmla="*/ 0 w 89"/>
                <a:gd name="T5" fmla="*/ 8 h 88"/>
                <a:gd name="T6" fmla="*/ 81 w 89"/>
                <a:gd name="T7" fmla="*/ 88 h 88"/>
                <a:gd name="T8" fmla="*/ 89 w 89"/>
                <a:gd name="T9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8">
                  <a:moveTo>
                    <a:pt x="89" y="88"/>
                  </a:moveTo>
                  <a:cubicBezTo>
                    <a:pt x="89" y="39"/>
                    <a:pt x="48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4" y="8"/>
                    <a:pt x="81" y="44"/>
                    <a:pt x="81" y="88"/>
                  </a:cubicBezTo>
                  <a:lnTo>
                    <a:pt x="89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256"/>
            <p:cNvSpPr>
              <a:spLocks noEditPoints="1"/>
            </p:cNvSpPr>
            <p:nvPr/>
          </p:nvSpPr>
          <p:spPr bwMode="auto">
            <a:xfrm>
              <a:off x="2866199" y="1485166"/>
              <a:ext cx="75447" cy="77543"/>
            </a:xfrm>
            <a:custGeom>
              <a:avLst/>
              <a:gdLst>
                <a:gd name="T0" fmla="*/ 65 w 65"/>
                <a:gd name="T1" fmla="*/ 32 h 65"/>
                <a:gd name="T2" fmla="*/ 33 w 65"/>
                <a:gd name="T3" fmla="*/ 0 h 65"/>
                <a:gd name="T4" fmla="*/ 0 w 65"/>
                <a:gd name="T5" fmla="*/ 32 h 65"/>
                <a:gd name="T6" fmla="*/ 33 w 65"/>
                <a:gd name="T7" fmla="*/ 65 h 65"/>
                <a:gd name="T8" fmla="*/ 65 w 65"/>
                <a:gd name="T9" fmla="*/ 32 h 65"/>
                <a:gd name="T10" fmla="*/ 8 w 65"/>
                <a:gd name="T11" fmla="*/ 32 h 65"/>
                <a:gd name="T12" fmla="*/ 33 w 65"/>
                <a:gd name="T13" fmla="*/ 8 h 65"/>
                <a:gd name="T14" fmla="*/ 57 w 65"/>
                <a:gd name="T15" fmla="*/ 32 h 65"/>
                <a:gd name="T16" fmla="*/ 33 w 65"/>
                <a:gd name="T17" fmla="*/ 57 h 65"/>
                <a:gd name="T18" fmla="*/ 8 w 65"/>
                <a:gd name="T19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5">
                  <a:moveTo>
                    <a:pt x="65" y="32"/>
                  </a:moveTo>
                  <a:cubicBezTo>
                    <a:pt x="65" y="15"/>
                    <a:pt x="50" y="0"/>
                    <a:pt x="33" y="0"/>
                  </a:cubicBezTo>
                  <a:cubicBezTo>
                    <a:pt x="15" y="0"/>
                    <a:pt x="0" y="15"/>
                    <a:pt x="0" y="32"/>
                  </a:cubicBezTo>
                  <a:cubicBezTo>
                    <a:pt x="0" y="50"/>
                    <a:pt x="15" y="65"/>
                    <a:pt x="33" y="65"/>
                  </a:cubicBezTo>
                  <a:cubicBezTo>
                    <a:pt x="50" y="65"/>
                    <a:pt x="65" y="50"/>
                    <a:pt x="65" y="32"/>
                  </a:cubicBezTo>
                  <a:close/>
                  <a:moveTo>
                    <a:pt x="8" y="32"/>
                  </a:moveTo>
                  <a:cubicBezTo>
                    <a:pt x="8" y="19"/>
                    <a:pt x="19" y="8"/>
                    <a:pt x="33" y="8"/>
                  </a:cubicBezTo>
                  <a:cubicBezTo>
                    <a:pt x="46" y="8"/>
                    <a:pt x="57" y="19"/>
                    <a:pt x="57" y="32"/>
                  </a:cubicBezTo>
                  <a:cubicBezTo>
                    <a:pt x="57" y="46"/>
                    <a:pt x="46" y="57"/>
                    <a:pt x="33" y="57"/>
                  </a:cubicBezTo>
                  <a:cubicBezTo>
                    <a:pt x="19" y="57"/>
                    <a:pt x="8" y="46"/>
                    <a:pt x="8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3276966" y="1258825"/>
            <a:ext cx="266161" cy="301788"/>
            <a:chOff x="3276966" y="1258825"/>
            <a:chExt cx="266161" cy="301788"/>
          </a:xfrm>
          <a:solidFill>
            <a:schemeClr val="tx1"/>
          </a:solidFill>
        </p:grpSpPr>
        <p:sp>
          <p:nvSpPr>
            <p:cNvPr id="256" name="Freeform 257"/>
            <p:cNvSpPr>
              <a:spLocks noEditPoints="1"/>
            </p:cNvSpPr>
            <p:nvPr/>
          </p:nvSpPr>
          <p:spPr bwMode="auto">
            <a:xfrm>
              <a:off x="3276966" y="1258825"/>
              <a:ext cx="266161" cy="301788"/>
            </a:xfrm>
            <a:custGeom>
              <a:avLst/>
              <a:gdLst>
                <a:gd name="T0" fmla="*/ 113 w 127"/>
                <a:gd name="T1" fmla="*/ 0 h 144"/>
                <a:gd name="T2" fmla="*/ 14 w 127"/>
                <a:gd name="T3" fmla="*/ 0 h 144"/>
                <a:gd name="T4" fmla="*/ 0 w 127"/>
                <a:gd name="T5" fmla="*/ 90 h 144"/>
                <a:gd name="T6" fmla="*/ 0 w 127"/>
                <a:gd name="T7" fmla="*/ 90 h 144"/>
                <a:gd name="T8" fmla="*/ 0 w 127"/>
                <a:gd name="T9" fmla="*/ 144 h 144"/>
                <a:gd name="T10" fmla="*/ 127 w 127"/>
                <a:gd name="T11" fmla="*/ 144 h 144"/>
                <a:gd name="T12" fmla="*/ 127 w 127"/>
                <a:gd name="T13" fmla="*/ 90 h 144"/>
                <a:gd name="T14" fmla="*/ 126 w 127"/>
                <a:gd name="T15" fmla="*/ 90 h 144"/>
                <a:gd name="T16" fmla="*/ 113 w 127"/>
                <a:gd name="T17" fmla="*/ 0 h 144"/>
                <a:gd name="T18" fmla="*/ 18 w 127"/>
                <a:gd name="T19" fmla="*/ 5 h 144"/>
                <a:gd name="T20" fmla="*/ 109 w 127"/>
                <a:gd name="T21" fmla="*/ 5 h 144"/>
                <a:gd name="T22" fmla="*/ 122 w 127"/>
                <a:gd name="T23" fmla="*/ 90 h 144"/>
                <a:gd name="T24" fmla="*/ 5 w 127"/>
                <a:gd name="T25" fmla="*/ 90 h 144"/>
                <a:gd name="T26" fmla="*/ 18 w 127"/>
                <a:gd name="T27" fmla="*/ 5 h 144"/>
                <a:gd name="T28" fmla="*/ 122 w 127"/>
                <a:gd name="T29" fmla="*/ 140 h 144"/>
                <a:gd name="T30" fmla="*/ 5 w 127"/>
                <a:gd name="T31" fmla="*/ 140 h 144"/>
                <a:gd name="T32" fmla="*/ 5 w 127"/>
                <a:gd name="T33" fmla="*/ 95 h 144"/>
                <a:gd name="T34" fmla="*/ 122 w 127"/>
                <a:gd name="T35" fmla="*/ 95 h 144"/>
                <a:gd name="T36" fmla="*/ 122 w 127"/>
                <a:gd name="T3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7" h="144">
                  <a:moveTo>
                    <a:pt x="113" y="0"/>
                  </a:moveTo>
                  <a:lnTo>
                    <a:pt x="14" y="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44"/>
                  </a:lnTo>
                  <a:lnTo>
                    <a:pt x="127" y="144"/>
                  </a:lnTo>
                  <a:lnTo>
                    <a:pt x="127" y="90"/>
                  </a:lnTo>
                  <a:lnTo>
                    <a:pt x="126" y="90"/>
                  </a:lnTo>
                  <a:lnTo>
                    <a:pt x="113" y="0"/>
                  </a:lnTo>
                  <a:close/>
                  <a:moveTo>
                    <a:pt x="18" y="5"/>
                  </a:moveTo>
                  <a:lnTo>
                    <a:pt x="109" y="5"/>
                  </a:lnTo>
                  <a:lnTo>
                    <a:pt x="122" y="90"/>
                  </a:lnTo>
                  <a:lnTo>
                    <a:pt x="5" y="90"/>
                  </a:lnTo>
                  <a:lnTo>
                    <a:pt x="18" y="5"/>
                  </a:lnTo>
                  <a:close/>
                  <a:moveTo>
                    <a:pt x="122" y="140"/>
                  </a:moveTo>
                  <a:lnTo>
                    <a:pt x="5" y="140"/>
                  </a:lnTo>
                  <a:lnTo>
                    <a:pt x="5" y="95"/>
                  </a:lnTo>
                  <a:lnTo>
                    <a:pt x="122" y="95"/>
                  </a:lnTo>
                  <a:lnTo>
                    <a:pt x="122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Freeform 258"/>
            <p:cNvSpPr>
              <a:spLocks noEditPoints="1"/>
            </p:cNvSpPr>
            <p:nvPr/>
          </p:nvSpPr>
          <p:spPr bwMode="auto">
            <a:xfrm>
              <a:off x="3467680" y="1485166"/>
              <a:ext cx="37724" cy="37724"/>
            </a:xfrm>
            <a:custGeom>
              <a:avLst/>
              <a:gdLst>
                <a:gd name="T0" fmla="*/ 16 w 32"/>
                <a:gd name="T1" fmla="*/ 32 h 32"/>
                <a:gd name="T2" fmla="*/ 32 w 32"/>
                <a:gd name="T3" fmla="*/ 16 h 32"/>
                <a:gd name="T4" fmla="*/ 16 w 32"/>
                <a:gd name="T5" fmla="*/ 0 h 32"/>
                <a:gd name="T6" fmla="*/ 0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24 w 32"/>
                <a:gd name="T13" fmla="*/ 16 h 32"/>
                <a:gd name="T14" fmla="*/ 16 w 32"/>
                <a:gd name="T15" fmla="*/ 24 h 32"/>
                <a:gd name="T16" fmla="*/ 8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24" y="32"/>
                    <a:pt x="32" y="25"/>
                    <a:pt x="32" y="16"/>
                  </a:cubicBezTo>
                  <a:cubicBezTo>
                    <a:pt x="32" y="8"/>
                    <a:pt x="24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lose/>
                  <a:moveTo>
                    <a:pt x="16" y="8"/>
                  </a:moveTo>
                  <a:cubicBezTo>
                    <a:pt x="20" y="8"/>
                    <a:pt x="24" y="12"/>
                    <a:pt x="24" y="16"/>
                  </a:cubicBezTo>
                  <a:cubicBezTo>
                    <a:pt x="24" y="21"/>
                    <a:pt x="20" y="24"/>
                    <a:pt x="16" y="24"/>
                  </a:cubicBezTo>
                  <a:cubicBezTo>
                    <a:pt x="11" y="24"/>
                    <a:pt x="8" y="21"/>
                    <a:pt x="8" y="16"/>
                  </a:cubicBezTo>
                  <a:cubicBezTo>
                    <a:pt x="8" y="12"/>
                    <a:pt x="1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3670967" y="1258825"/>
            <a:ext cx="264065" cy="301788"/>
            <a:chOff x="3670967" y="1258825"/>
            <a:chExt cx="264065" cy="301788"/>
          </a:xfrm>
          <a:solidFill>
            <a:schemeClr val="tx1"/>
          </a:solidFill>
        </p:grpSpPr>
        <p:sp>
          <p:nvSpPr>
            <p:cNvPr id="258" name="Freeform 259"/>
            <p:cNvSpPr>
              <a:spLocks noEditPoints="1"/>
            </p:cNvSpPr>
            <p:nvPr/>
          </p:nvSpPr>
          <p:spPr bwMode="auto">
            <a:xfrm>
              <a:off x="3670967" y="1258825"/>
              <a:ext cx="264065" cy="301788"/>
            </a:xfrm>
            <a:custGeom>
              <a:avLst/>
              <a:gdLst>
                <a:gd name="T0" fmla="*/ 112 w 126"/>
                <a:gd name="T1" fmla="*/ 0 h 144"/>
                <a:gd name="T2" fmla="*/ 13 w 126"/>
                <a:gd name="T3" fmla="*/ 0 h 144"/>
                <a:gd name="T4" fmla="*/ 0 w 126"/>
                <a:gd name="T5" fmla="*/ 90 h 144"/>
                <a:gd name="T6" fmla="*/ 0 w 126"/>
                <a:gd name="T7" fmla="*/ 90 h 144"/>
                <a:gd name="T8" fmla="*/ 0 w 126"/>
                <a:gd name="T9" fmla="*/ 144 h 144"/>
                <a:gd name="T10" fmla="*/ 126 w 126"/>
                <a:gd name="T11" fmla="*/ 144 h 144"/>
                <a:gd name="T12" fmla="*/ 126 w 126"/>
                <a:gd name="T13" fmla="*/ 90 h 144"/>
                <a:gd name="T14" fmla="*/ 125 w 126"/>
                <a:gd name="T15" fmla="*/ 90 h 144"/>
                <a:gd name="T16" fmla="*/ 112 w 126"/>
                <a:gd name="T17" fmla="*/ 0 h 144"/>
                <a:gd name="T18" fmla="*/ 17 w 126"/>
                <a:gd name="T19" fmla="*/ 5 h 144"/>
                <a:gd name="T20" fmla="*/ 108 w 126"/>
                <a:gd name="T21" fmla="*/ 5 h 144"/>
                <a:gd name="T22" fmla="*/ 121 w 126"/>
                <a:gd name="T23" fmla="*/ 90 h 144"/>
                <a:gd name="T24" fmla="*/ 4 w 126"/>
                <a:gd name="T25" fmla="*/ 90 h 144"/>
                <a:gd name="T26" fmla="*/ 17 w 126"/>
                <a:gd name="T27" fmla="*/ 5 h 144"/>
                <a:gd name="T28" fmla="*/ 121 w 126"/>
                <a:gd name="T29" fmla="*/ 140 h 144"/>
                <a:gd name="T30" fmla="*/ 4 w 126"/>
                <a:gd name="T31" fmla="*/ 140 h 144"/>
                <a:gd name="T32" fmla="*/ 4 w 126"/>
                <a:gd name="T33" fmla="*/ 95 h 144"/>
                <a:gd name="T34" fmla="*/ 121 w 126"/>
                <a:gd name="T35" fmla="*/ 95 h 144"/>
                <a:gd name="T36" fmla="*/ 121 w 126"/>
                <a:gd name="T3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44">
                  <a:moveTo>
                    <a:pt x="112" y="0"/>
                  </a:moveTo>
                  <a:lnTo>
                    <a:pt x="13" y="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44"/>
                  </a:lnTo>
                  <a:lnTo>
                    <a:pt x="126" y="144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12" y="0"/>
                  </a:lnTo>
                  <a:close/>
                  <a:moveTo>
                    <a:pt x="17" y="5"/>
                  </a:moveTo>
                  <a:lnTo>
                    <a:pt x="108" y="5"/>
                  </a:lnTo>
                  <a:lnTo>
                    <a:pt x="121" y="90"/>
                  </a:lnTo>
                  <a:lnTo>
                    <a:pt x="4" y="90"/>
                  </a:lnTo>
                  <a:lnTo>
                    <a:pt x="17" y="5"/>
                  </a:lnTo>
                  <a:close/>
                  <a:moveTo>
                    <a:pt x="121" y="140"/>
                  </a:moveTo>
                  <a:lnTo>
                    <a:pt x="4" y="140"/>
                  </a:lnTo>
                  <a:lnTo>
                    <a:pt x="4" y="95"/>
                  </a:lnTo>
                  <a:lnTo>
                    <a:pt x="121" y="95"/>
                  </a:lnTo>
                  <a:lnTo>
                    <a:pt x="121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Freeform 260"/>
            <p:cNvSpPr>
              <a:spLocks noEditPoints="1"/>
            </p:cNvSpPr>
            <p:nvPr/>
          </p:nvSpPr>
          <p:spPr bwMode="auto">
            <a:xfrm>
              <a:off x="3859585" y="1485166"/>
              <a:ext cx="37724" cy="37724"/>
            </a:xfrm>
            <a:custGeom>
              <a:avLst/>
              <a:gdLst>
                <a:gd name="T0" fmla="*/ 16 w 32"/>
                <a:gd name="T1" fmla="*/ 32 h 32"/>
                <a:gd name="T2" fmla="*/ 32 w 32"/>
                <a:gd name="T3" fmla="*/ 16 h 32"/>
                <a:gd name="T4" fmla="*/ 16 w 32"/>
                <a:gd name="T5" fmla="*/ 0 h 32"/>
                <a:gd name="T6" fmla="*/ 0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24 w 32"/>
                <a:gd name="T13" fmla="*/ 16 h 32"/>
                <a:gd name="T14" fmla="*/ 16 w 32"/>
                <a:gd name="T15" fmla="*/ 24 h 32"/>
                <a:gd name="T16" fmla="*/ 8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25" y="32"/>
                    <a:pt x="32" y="25"/>
                    <a:pt x="32" y="16"/>
                  </a:cubicBezTo>
                  <a:cubicBezTo>
                    <a:pt x="32" y="8"/>
                    <a:pt x="25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lose/>
                  <a:moveTo>
                    <a:pt x="16" y="8"/>
                  </a:moveTo>
                  <a:cubicBezTo>
                    <a:pt x="20" y="8"/>
                    <a:pt x="24" y="12"/>
                    <a:pt x="24" y="16"/>
                  </a:cubicBezTo>
                  <a:cubicBezTo>
                    <a:pt x="24" y="21"/>
                    <a:pt x="20" y="24"/>
                    <a:pt x="16" y="24"/>
                  </a:cubicBezTo>
                  <a:cubicBezTo>
                    <a:pt x="11" y="24"/>
                    <a:pt x="8" y="21"/>
                    <a:pt x="8" y="16"/>
                  </a:cubicBezTo>
                  <a:cubicBezTo>
                    <a:pt x="8" y="12"/>
                    <a:pt x="1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Freeform 261"/>
            <p:cNvSpPr>
              <a:spLocks noEditPoints="1"/>
            </p:cNvSpPr>
            <p:nvPr/>
          </p:nvSpPr>
          <p:spPr bwMode="auto">
            <a:xfrm>
              <a:off x="3750606" y="1325889"/>
              <a:ext cx="102692" cy="64969"/>
            </a:xfrm>
            <a:custGeom>
              <a:avLst/>
              <a:gdLst>
                <a:gd name="T0" fmla="*/ 75 w 88"/>
                <a:gd name="T1" fmla="*/ 25 h 56"/>
                <a:gd name="T2" fmla="*/ 44 w 88"/>
                <a:gd name="T3" fmla="*/ 0 h 56"/>
                <a:gd name="T4" fmla="*/ 13 w 88"/>
                <a:gd name="T5" fmla="*/ 25 h 56"/>
                <a:gd name="T6" fmla="*/ 0 w 88"/>
                <a:gd name="T7" fmla="*/ 40 h 56"/>
                <a:gd name="T8" fmla="*/ 16 w 88"/>
                <a:gd name="T9" fmla="*/ 56 h 56"/>
                <a:gd name="T10" fmla="*/ 72 w 88"/>
                <a:gd name="T11" fmla="*/ 56 h 56"/>
                <a:gd name="T12" fmla="*/ 88 w 88"/>
                <a:gd name="T13" fmla="*/ 40 h 56"/>
                <a:gd name="T14" fmla="*/ 75 w 88"/>
                <a:gd name="T15" fmla="*/ 25 h 56"/>
                <a:gd name="T16" fmla="*/ 72 w 88"/>
                <a:gd name="T17" fmla="*/ 48 h 56"/>
                <a:gd name="T18" fmla="*/ 16 w 88"/>
                <a:gd name="T19" fmla="*/ 48 h 56"/>
                <a:gd name="T20" fmla="*/ 8 w 88"/>
                <a:gd name="T21" fmla="*/ 40 h 56"/>
                <a:gd name="T22" fmla="*/ 16 w 88"/>
                <a:gd name="T23" fmla="*/ 32 h 56"/>
                <a:gd name="T24" fmla="*/ 19 w 88"/>
                <a:gd name="T25" fmla="*/ 32 h 56"/>
                <a:gd name="T26" fmla="*/ 20 w 88"/>
                <a:gd name="T27" fmla="*/ 29 h 56"/>
                <a:gd name="T28" fmla="*/ 44 w 88"/>
                <a:gd name="T29" fmla="*/ 8 h 56"/>
                <a:gd name="T30" fmla="*/ 68 w 88"/>
                <a:gd name="T31" fmla="*/ 28 h 56"/>
                <a:gd name="T32" fmla="*/ 68 w 88"/>
                <a:gd name="T33" fmla="*/ 32 h 56"/>
                <a:gd name="T34" fmla="*/ 72 w 88"/>
                <a:gd name="T35" fmla="*/ 32 h 56"/>
                <a:gd name="T36" fmla="*/ 80 w 88"/>
                <a:gd name="T37" fmla="*/ 40 h 56"/>
                <a:gd name="T38" fmla="*/ 72 w 88"/>
                <a:gd name="T3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5" y="25"/>
                  </a:moveTo>
                  <a:cubicBezTo>
                    <a:pt x="74" y="11"/>
                    <a:pt x="61" y="0"/>
                    <a:pt x="44" y="0"/>
                  </a:cubicBezTo>
                  <a:cubicBezTo>
                    <a:pt x="29" y="0"/>
                    <a:pt x="16" y="13"/>
                    <a:pt x="13" y="25"/>
                  </a:cubicBezTo>
                  <a:cubicBezTo>
                    <a:pt x="4" y="27"/>
                    <a:pt x="0" y="35"/>
                    <a:pt x="0" y="40"/>
                  </a:cubicBezTo>
                  <a:cubicBezTo>
                    <a:pt x="0" y="51"/>
                    <a:pt x="6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4" y="27"/>
                    <a:pt x="75" y="25"/>
                  </a:cubicBezTo>
                  <a:close/>
                  <a:moveTo>
                    <a:pt x="72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9"/>
                    <a:pt x="10" y="32"/>
                    <a:pt x="16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9"/>
                    <a:pt x="80" y="40"/>
                  </a:cubicBezTo>
                  <a:cubicBezTo>
                    <a:pt x="80" y="46"/>
                    <a:pt x="77" y="48"/>
                    <a:pt x="72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4062873" y="1258825"/>
            <a:ext cx="264065" cy="301788"/>
            <a:chOff x="4062873" y="1258825"/>
            <a:chExt cx="264065" cy="301788"/>
          </a:xfrm>
          <a:solidFill>
            <a:schemeClr val="tx1"/>
          </a:solidFill>
        </p:grpSpPr>
        <p:sp>
          <p:nvSpPr>
            <p:cNvPr id="261" name="Freeform 262"/>
            <p:cNvSpPr>
              <a:spLocks noEditPoints="1"/>
            </p:cNvSpPr>
            <p:nvPr/>
          </p:nvSpPr>
          <p:spPr bwMode="auto">
            <a:xfrm>
              <a:off x="4062873" y="1258825"/>
              <a:ext cx="264065" cy="301788"/>
            </a:xfrm>
            <a:custGeom>
              <a:avLst/>
              <a:gdLst>
                <a:gd name="T0" fmla="*/ 112 w 126"/>
                <a:gd name="T1" fmla="*/ 0 h 144"/>
                <a:gd name="T2" fmla="*/ 13 w 126"/>
                <a:gd name="T3" fmla="*/ 0 h 144"/>
                <a:gd name="T4" fmla="*/ 0 w 126"/>
                <a:gd name="T5" fmla="*/ 90 h 144"/>
                <a:gd name="T6" fmla="*/ 0 w 126"/>
                <a:gd name="T7" fmla="*/ 90 h 144"/>
                <a:gd name="T8" fmla="*/ 0 w 126"/>
                <a:gd name="T9" fmla="*/ 144 h 144"/>
                <a:gd name="T10" fmla="*/ 126 w 126"/>
                <a:gd name="T11" fmla="*/ 144 h 144"/>
                <a:gd name="T12" fmla="*/ 126 w 126"/>
                <a:gd name="T13" fmla="*/ 90 h 144"/>
                <a:gd name="T14" fmla="*/ 125 w 126"/>
                <a:gd name="T15" fmla="*/ 90 h 144"/>
                <a:gd name="T16" fmla="*/ 112 w 126"/>
                <a:gd name="T17" fmla="*/ 0 h 144"/>
                <a:gd name="T18" fmla="*/ 17 w 126"/>
                <a:gd name="T19" fmla="*/ 5 h 144"/>
                <a:gd name="T20" fmla="*/ 108 w 126"/>
                <a:gd name="T21" fmla="*/ 5 h 144"/>
                <a:gd name="T22" fmla="*/ 121 w 126"/>
                <a:gd name="T23" fmla="*/ 90 h 144"/>
                <a:gd name="T24" fmla="*/ 4 w 126"/>
                <a:gd name="T25" fmla="*/ 90 h 144"/>
                <a:gd name="T26" fmla="*/ 17 w 126"/>
                <a:gd name="T27" fmla="*/ 5 h 144"/>
                <a:gd name="T28" fmla="*/ 121 w 126"/>
                <a:gd name="T29" fmla="*/ 140 h 144"/>
                <a:gd name="T30" fmla="*/ 4 w 126"/>
                <a:gd name="T31" fmla="*/ 140 h 144"/>
                <a:gd name="T32" fmla="*/ 4 w 126"/>
                <a:gd name="T33" fmla="*/ 95 h 144"/>
                <a:gd name="T34" fmla="*/ 121 w 126"/>
                <a:gd name="T35" fmla="*/ 95 h 144"/>
                <a:gd name="T36" fmla="*/ 121 w 126"/>
                <a:gd name="T3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44">
                  <a:moveTo>
                    <a:pt x="112" y="0"/>
                  </a:moveTo>
                  <a:lnTo>
                    <a:pt x="13" y="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44"/>
                  </a:lnTo>
                  <a:lnTo>
                    <a:pt x="126" y="144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12" y="0"/>
                  </a:lnTo>
                  <a:close/>
                  <a:moveTo>
                    <a:pt x="17" y="5"/>
                  </a:moveTo>
                  <a:lnTo>
                    <a:pt x="108" y="5"/>
                  </a:lnTo>
                  <a:lnTo>
                    <a:pt x="121" y="90"/>
                  </a:lnTo>
                  <a:lnTo>
                    <a:pt x="4" y="90"/>
                  </a:lnTo>
                  <a:lnTo>
                    <a:pt x="17" y="5"/>
                  </a:lnTo>
                  <a:close/>
                  <a:moveTo>
                    <a:pt x="121" y="140"/>
                  </a:moveTo>
                  <a:lnTo>
                    <a:pt x="4" y="140"/>
                  </a:lnTo>
                  <a:lnTo>
                    <a:pt x="4" y="95"/>
                  </a:lnTo>
                  <a:lnTo>
                    <a:pt x="121" y="95"/>
                  </a:lnTo>
                  <a:lnTo>
                    <a:pt x="121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Freeform 263"/>
            <p:cNvSpPr>
              <a:spLocks noEditPoints="1"/>
            </p:cNvSpPr>
            <p:nvPr/>
          </p:nvSpPr>
          <p:spPr bwMode="auto">
            <a:xfrm>
              <a:off x="4251491" y="1485166"/>
              <a:ext cx="37724" cy="37724"/>
            </a:xfrm>
            <a:custGeom>
              <a:avLst/>
              <a:gdLst>
                <a:gd name="T0" fmla="*/ 16 w 32"/>
                <a:gd name="T1" fmla="*/ 32 h 32"/>
                <a:gd name="T2" fmla="*/ 32 w 32"/>
                <a:gd name="T3" fmla="*/ 16 h 32"/>
                <a:gd name="T4" fmla="*/ 16 w 32"/>
                <a:gd name="T5" fmla="*/ 0 h 32"/>
                <a:gd name="T6" fmla="*/ 0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24 w 32"/>
                <a:gd name="T13" fmla="*/ 16 h 32"/>
                <a:gd name="T14" fmla="*/ 16 w 32"/>
                <a:gd name="T15" fmla="*/ 24 h 32"/>
                <a:gd name="T16" fmla="*/ 8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25" y="32"/>
                    <a:pt x="32" y="25"/>
                    <a:pt x="32" y="16"/>
                  </a:cubicBezTo>
                  <a:cubicBezTo>
                    <a:pt x="32" y="8"/>
                    <a:pt x="25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lose/>
                  <a:moveTo>
                    <a:pt x="16" y="8"/>
                  </a:moveTo>
                  <a:cubicBezTo>
                    <a:pt x="20" y="8"/>
                    <a:pt x="24" y="12"/>
                    <a:pt x="24" y="16"/>
                  </a:cubicBezTo>
                  <a:cubicBezTo>
                    <a:pt x="24" y="21"/>
                    <a:pt x="20" y="24"/>
                    <a:pt x="16" y="24"/>
                  </a:cubicBezTo>
                  <a:cubicBezTo>
                    <a:pt x="11" y="24"/>
                    <a:pt x="8" y="21"/>
                    <a:pt x="8" y="16"/>
                  </a:cubicBezTo>
                  <a:cubicBezTo>
                    <a:pt x="8" y="12"/>
                    <a:pt x="1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264"/>
            <p:cNvSpPr>
              <a:spLocks/>
            </p:cNvSpPr>
            <p:nvPr/>
          </p:nvSpPr>
          <p:spPr bwMode="auto">
            <a:xfrm>
              <a:off x="4152990" y="1311219"/>
              <a:ext cx="81735" cy="98501"/>
            </a:xfrm>
            <a:custGeom>
              <a:avLst/>
              <a:gdLst>
                <a:gd name="T0" fmla="*/ 22 w 39"/>
                <a:gd name="T1" fmla="*/ 40 h 47"/>
                <a:gd name="T2" fmla="*/ 22 w 39"/>
                <a:gd name="T3" fmla="*/ 0 h 47"/>
                <a:gd name="T4" fmla="*/ 17 w 39"/>
                <a:gd name="T5" fmla="*/ 0 h 47"/>
                <a:gd name="T6" fmla="*/ 17 w 39"/>
                <a:gd name="T7" fmla="*/ 40 h 47"/>
                <a:gd name="T8" fmla="*/ 3 w 39"/>
                <a:gd name="T9" fmla="*/ 26 h 47"/>
                <a:gd name="T10" fmla="*/ 0 w 39"/>
                <a:gd name="T11" fmla="*/ 29 h 47"/>
                <a:gd name="T12" fmla="*/ 18 w 39"/>
                <a:gd name="T13" fmla="*/ 47 h 47"/>
                <a:gd name="T14" fmla="*/ 21 w 39"/>
                <a:gd name="T15" fmla="*/ 47 h 47"/>
                <a:gd name="T16" fmla="*/ 39 w 39"/>
                <a:gd name="T17" fmla="*/ 29 h 47"/>
                <a:gd name="T18" fmla="*/ 36 w 39"/>
                <a:gd name="T19" fmla="*/ 26 h 47"/>
                <a:gd name="T20" fmla="*/ 22 w 39"/>
                <a:gd name="T2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47">
                  <a:moveTo>
                    <a:pt x="22" y="40"/>
                  </a:moveTo>
                  <a:lnTo>
                    <a:pt x="22" y="0"/>
                  </a:lnTo>
                  <a:lnTo>
                    <a:pt x="17" y="0"/>
                  </a:lnTo>
                  <a:lnTo>
                    <a:pt x="17" y="40"/>
                  </a:lnTo>
                  <a:lnTo>
                    <a:pt x="3" y="26"/>
                  </a:lnTo>
                  <a:lnTo>
                    <a:pt x="0" y="29"/>
                  </a:lnTo>
                  <a:lnTo>
                    <a:pt x="18" y="47"/>
                  </a:lnTo>
                  <a:lnTo>
                    <a:pt x="21" y="47"/>
                  </a:lnTo>
                  <a:lnTo>
                    <a:pt x="39" y="29"/>
                  </a:lnTo>
                  <a:lnTo>
                    <a:pt x="36" y="26"/>
                  </a:lnTo>
                  <a:lnTo>
                    <a:pt x="2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4454778" y="1258825"/>
            <a:ext cx="264065" cy="301788"/>
            <a:chOff x="4454778" y="1258825"/>
            <a:chExt cx="264065" cy="301788"/>
          </a:xfrm>
          <a:solidFill>
            <a:schemeClr val="tx1"/>
          </a:solidFill>
        </p:grpSpPr>
        <p:sp>
          <p:nvSpPr>
            <p:cNvPr id="264" name="Freeform 265"/>
            <p:cNvSpPr>
              <a:spLocks noEditPoints="1"/>
            </p:cNvSpPr>
            <p:nvPr/>
          </p:nvSpPr>
          <p:spPr bwMode="auto">
            <a:xfrm>
              <a:off x="4454778" y="1258825"/>
              <a:ext cx="264065" cy="301788"/>
            </a:xfrm>
            <a:custGeom>
              <a:avLst/>
              <a:gdLst>
                <a:gd name="T0" fmla="*/ 112 w 126"/>
                <a:gd name="T1" fmla="*/ 0 h 144"/>
                <a:gd name="T2" fmla="*/ 13 w 126"/>
                <a:gd name="T3" fmla="*/ 0 h 144"/>
                <a:gd name="T4" fmla="*/ 0 w 126"/>
                <a:gd name="T5" fmla="*/ 90 h 144"/>
                <a:gd name="T6" fmla="*/ 0 w 126"/>
                <a:gd name="T7" fmla="*/ 90 h 144"/>
                <a:gd name="T8" fmla="*/ 0 w 126"/>
                <a:gd name="T9" fmla="*/ 144 h 144"/>
                <a:gd name="T10" fmla="*/ 126 w 126"/>
                <a:gd name="T11" fmla="*/ 144 h 144"/>
                <a:gd name="T12" fmla="*/ 126 w 126"/>
                <a:gd name="T13" fmla="*/ 90 h 144"/>
                <a:gd name="T14" fmla="*/ 125 w 126"/>
                <a:gd name="T15" fmla="*/ 90 h 144"/>
                <a:gd name="T16" fmla="*/ 112 w 126"/>
                <a:gd name="T17" fmla="*/ 0 h 144"/>
                <a:gd name="T18" fmla="*/ 17 w 126"/>
                <a:gd name="T19" fmla="*/ 5 h 144"/>
                <a:gd name="T20" fmla="*/ 108 w 126"/>
                <a:gd name="T21" fmla="*/ 5 h 144"/>
                <a:gd name="T22" fmla="*/ 121 w 126"/>
                <a:gd name="T23" fmla="*/ 90 h 144"/>
                <a:gd name="T24" fmla="*/ 5 w 126"/>
                <a:gd name="T25" fmla="*/ 90 h 144"/>
                <a:gd name="T26" fmla="*/ 17 w 126"/>
                <a:gd name="T27" fmla="*/ 5 h 144"/>
                <a:gd name="T28" fmla="*/ 121 w 126"/>
                <a:gd name="T29" fmla="*/ 140 h 144"/>
                <a:gd name="T30" fmla="*/ 4 w 126"/>
                <a:gd name="T31" fmla="*/ 140 h 144"/>
                <a:gd name="T32" fmla="*/ 4 w 126"/>
                <a:gd name="T33" fmla="*/ 95 h 144"/>
                <a:gd name="T34" fmla="*/ 121 w 126"/>
                <a:gd name="T35" fmla="*/ 95 h 144"/>
                <a:gd name="T36" fmla="*/ 121 w 126"/>
                <a:gd name="T3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44">
                  <a:moveTo>
                    <a:pt x="112" y="0"/>
                  </a:moveTo>
                  <a:lnTo>
                    <a:pt x="13" y="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44"/>
                  </a:lnTo>
                  <a:lnTo>
                    <a:pt x="126" y="144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12" y="0"/>
                  </a:lnTo>
                  <a:close/>
                  <a:moveTo>
                    <a:pt x="17" y="5"/>
                  </a:moveTo>
                  <a:lnTo>
                    <a:pt x="108" y="5"/>
                  </a:lnTo>
                  <a:lnTo>
                    <a:pt x="121" y="90"/>
                  </a:lnTo>
                  <a:lnTo>
                    <a:pt x="5" y="90"/>
                  </a:lnTo>
                  <a:lnTo>
                    <a:pt x="17" y="5"/>
                  </a:lnTo>
                  <a:close/>
                  <a:moveTo>
                    <a:pt x="121" y="140"/>
                  </a:moveTo>
                  <a:lnTo>
                    <a:pt x="4" y="140"/>
                  </a:lnTo>
                  <a:lnTo>
                    <a:pt x="4" y="95"/>
                  </a:lnTo>
                  <a:lnTo>
                    <a:pt x="121" y="95"/>
                  </a:lnTo>
                  <a:lnTo>
                    <a:pt x="121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Freeform 266"/>
            <p:cNvSpPr>
              <a:spLocks noEditPoints="1"/>
            </p:cNvSpPr>
            <p:nvPr/>
          </p:nvSpPr>
          <p:spPr bwMode="auto">
            <a:xfrm>
              <a:off x="4643395" y="1485166"/>
              <a:ext cx="37724" cy="37724"/>
            </a:xfrm>
            <a:custGeom>
              <a:avLst/>
              <a:gdLst>
                <a:gd name="T0" fmla="*/ 16 w 32"/>
                <a:gd name="T1" fmla="*/ 32 h 32"/>
                <a:gd name="T2" fmla="*/ 32 w 32"/>
                <a:gd name="T3" fmla="*/ 16 h 32"/>
                <a:gd name="T4" fmla="*/ 16 w 32"/>
                <a:gd name="T5" fmla="*/ 0 h 32"/>
                <a:gd name="T6" fmla="*/ 0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24 w 32"/>
                <a:gd name="T13" fmla="*/ 16 h 32"/>
                <a:gd name="T14" fmla="*/ 16 w 32"/>
                <a:gd name="T15" fmla="*/ 24 h 32"/>
                <a:gd name="T16" fmla="*/ 8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25" y="32"/>
                    <a:pt x="32" y="25"/>
                    <a:pt x="32" y="16"/>
                  </a:cubicBezTo>
                  <a:cubicBezTo>
                    <a:pt x="32" y="8"/>
                    <a:pt x="25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lose/>
                  <a:moveTo>
                    <a:pt x="16" y="8"/>
                  </a:moveTo>
                  <a:cubicBezTo>
                    <a:pt x="20" y="8"/>
                    <a:pt x="24" y="12"/>
                    <a:pt x="24" y="16"/>
                  </a:cubicBezTo>
                  <a:cubicBezTo>
                    <a:pt x="24" y="21"/>
                    <a:pt x="20" y="24"/>
                    <a:pt x="16" y="24"/>
                  </a:cubicBezTo>
                  <a:cubicBezTo>
                    <a:pt x="12" y="24"/>
                    <a:pt x="8" y="21"/>
                    <a:pt x="8" y="16"/>
                  </a:cubicBezTo>
                  <a:cubicBezTo>
                    <a:pt x="8" y="12"/>
                    <a:pt x="12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6" name="Freeform 267"/>
            <p:cNvSpPr>
              <a:spLocks/>
            </p:cNvSpPr>
            <p:nvPr/>
          </p:nvSpPr>
          <p:spPr bwMode="auto">
            <a:xfrm>
              <a:off x="4544896" y="1311219"/>
              <a:ext cx="81735" cy="98501"/>
            </a:xfrm>
            <a:custGeom>
              <a:avLst/>
              <a:gdLst>
                <a:gd name="T0" fmla="*/ 18 w 39"/>
                <a:gd name="T1" fmla="*/ 0 h 47"/>
                <a:gd name="T2" fmla="*/ 0 w 39"/>
                <a:gd name="T3" fmla="*/ 18 h 47"/>
                <a:gd name="T4" fmla="*/ 3 w 39"/>
                <a:gd name="T5" fmla="*/ 22 h 47"/>
                <a:gd name="T6" fmla="*/ 18 w 39"/>
                <a:gd name="T7" fmla="*/ 8 h 47"/>
                <a:gd name="T8" fmla="*/ 18 w 39"/>
                <a:gd name="T9" fmla="*/ 47 h 47"/>
                <a:gd name="T10" fmla="*/ 22 w 39"/>
                <a:gd name="T11" fmla="*/ 47 h 47"/>
                <a:gd name="T12" fmla="*/ 22 w 39"/>
                <a:gd name="T13" fmla="*/ 8 h 47"/>
                <a:gd name="T14" fmla="*/ 36 w 39"/>
                <a:gd name="T15" fmla="*/ 22 h 47"/>
                <a:gd name="T16" fmla="*/ 39 w 39"/>
                <a:gd name="T17" fmla="*/ 18 h 47"/>
                <a:gd name="T18" fmla="*/ 21 w 39"/>
                <a:gd name="T19" fmla="*/ 0 h 47"/>
                <a:gd name="T20" fmla="*/ 18 w 39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47">
                  <a:moveTo>
                    <a:pt x="18" y="0"/>
                  </a:moveTo>
                  <a:lnTo>
                    <a:pt x="0" y="18"/>
                  </a:lnTo>
                  <a:lnTo>
                    <a:pt x="3" y="22"/>
                  </a:lnTo>
                  <a:lnTo>
                    <a:pt x="18" y="8"/>
                  </a:lnTo>
                  <a:lnTo>
                    <a:pt x="18" y="47"/>
                  </a:lnTo>
                  <a:lnTo>
                    <a:pt x="22" y="47"/>
                  </a:lnTo>
                  <a:lnTo>
                    <a:pt x="22" y="8"/>
                  </a:lnTo>
                  <a:lnTo>
                    <a:pt x="36" y="22"/>
                  </a:lnTo>
                  <a:lnTo>
                    <a:pt x="39" y="18"/>
                  </a:lnTo>
                  <a:lnTo>
                    <a:pt x="21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67" name="Freeform 268"/>
          <p:cNvSpPr>
            <a:spLocks noEditPoints="1"/>
          </p:cNvSpPr>
          <p:nvPr/>
        </p:nvSpPr>
        <p:spPr bwMode="auto">
          <a:xfrm>
            <a:off x="4850875" y="1258825"/>
            <a:ext cx="255682" cy="301788"/>
          </a:xfrm>
          <a:custGeom>
            <a:avLst/>
            <a:gdLst>
              <a:gd name="T0" fmla="*/ 108 w 216"/>
              <a:gd name="T1" fmla="*/ 0 h 256"/>
              <a:gd name="T2" fmla="*/ 0 w 216"/>
              <a:gd name="T3" fmla="*/ 32 h 256"/>
              <a:gd name="T4" fmla="*/ 0 w 216"/>
              <a:gd name="T5" fmla="*/ 224 h 256"/>
              <a:gd name="T6" fmla="*/ 108 w 216"/>
              <a:gd name="T7" fmla="*/ 256 h 256"/>
              <a:gd name="T8" fmla="*/ 216 w 216"/>
              <a:gd name="T9" fmla="*/ 224 h 256"/>
              <a:gd name="T10" fmla="*/ 216 w 216"/>
              <a:gd name="T11" fmla="*/ 32 h 256"/>
              <a:gd name="T12" fmla="*/ 108 w 216"/>
              <a:gd name="T13" fmla="*/ 0 h 256"/>
              <a:gd name="T14" fmla="*/ 108 w 216"/>
              <a:gd name="T15" fmla="*/ 248 h 256"/>
              <a:gd name="T16" fmla="*/ 8 w 216"/>
              <a:gd name="T17" fmla="*/ 224 h 256"/>
              <a:gd name="T18" fmla="*/ 8 w 216"/>
              <a:gd name="T19" fmla="*/ 173 h 256"/>
              <a:gd name="T20" fmla="*/ 108 w 216"/>
              <a:gd name="T21" fmla="*/ 192 h 256"/>
              <a:gd name="T22" fmla="*/ 208 w 216"/>
              <a:gd name="T23" fmla="*/ 173 h 256"/>
              <a:gd name="T24" fmla="*/ 208 w 216"/>
              <a:gd name="T25" fmla="*/ 224 h 256"/>
              <a:gd name="T26" fmla="*/ 108 w 216"/>
              <a:gd name="T27" fmla="*/ 248 h 256"/>
              <a:gd name="T28" fmla="*/ 108 w 216"/>
              <a:gd name="T29" fmla="*/ 184 h 256"/>
              <a:gd name="T30" fmla="*/ 8 w 216"/>
              <a:gd name="T31" fmla="*/ 160 h 256"/>
              <a:gd name="T32" fmla="*/ 8 w 216"/>
              <a:gd name="T33" fmla="*/ 109 h 256"/>
              <a:gd name="T34" fmla="*/ 108 w 216"/>
              <a:gd name="T35" fmla="*/ 128 h 256"/>
              <a:gd name="T36" fmla="*/ 208 w 216"/>
              <a:gd name="T37" fmla="*/ 109 h 256"/>
              <a:gd name="T38" fmla="*/ 208 w 216"/>
              <a:gd name="T39" fmla="*/ 160 h 256"/>
              <a:gd name="T40" fmla="*/ 108 w 216"/>
              <a:gd name="T41" fmla="*/ 184 h 256"/>
              <a:gd name="T42" fmla="*/ 108 w 216"/>
              <a:gd name="T43" fmla="*/ 120 h 256"/>
              <a:gd name="T44" fmla="*/ 8 w 216"/>
              <a:gd name="T45" fmla="*/ 96 h 256"/>
              <a:gd name="T46" fmla="*/ 8 w 216"/>
              <a:gd name="T47" fmla="*/ 45 h 256"/>
              <a:gd name="T48" fmla="*/ 108 w 216"/>
              <a:gd name="T49" fmla="*/ 64 h 256"/>
              <a:gd name="T50" fmla="*/ 208 w 216"/>
              <a:gd name="T51" fmla="*/ 45 h 256"/>
              <a:gd name="T52" fmla="*/ 208 w 216"/>
              <a:gd name="T53" fmla="*/ 96 h 256"/>
              <a:gd name="T54" fmla="*/ 108 w 216"/>
              <a:gd name="T55" fmla="*/ 120 h 256"/>
              <a:gd name="T56" fmla="*/ 108 w 216"/>
              <a:gd name="T57" fmla="*/ 56 h 256"/>
              <a:gd name="T58" fmla="*/ 8 w 216"/>
              <a:gd name="T59" fmla="*/ 32 h 256"/>
              <a:gd name="T60" fmla="*/ 108 w 216"/>
              <a:gd name="T61" fmla="*/ 8 h 256"/>
              <a:gd name="T62" fmla="*/ 208 w 216"/>
              <a:gd name="T63" fmla="*/ 32 h 256"/>
              <a:gd name="T64" fmla="*/ 108 w 216"/>
              <a:gd name="T65" fmla="*/ 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6" h="256">
                <a:moveTo>
                  <a:pt x="108" y="0"/>
                </a:moveTo>
                <a:cubicBezTo>
                  <a:pt x="54" y="0"/>
                  <a:pt x="0" y="11"/>
                  <a:pt x="0" y="32"/>
                </a:cubicBezTo>
                <a:cubicBezTo>
                  <a:pt x="0" y="224"/>
                  <a:pt x="0" y="224"/>
                  <a:pt x="0" y="224"/>
                </a:cubicBezTo>
                <a:cubicBezTo>
                  <a:pt x="0" y="245"/>
                  <a:pt x="54" y="256"/>
                  <a:pt x="108" y="256"/>
                </a:cubicBezTo>
                <a:cubicBezTo>
                  <a:pt x="162" y="256"/>
                  <a:pt x="216" y="245"/>
                  <a:pt x="216" y="224"/>
                </a:cubicBezTo>
                <a:cubicBezTo>
                  <a:pt x="216" y="32"/>
                  <a:pt x="216" y="32"/>
                  <a:pt x="216" y="32"/>
                </a:cubicBezTo>
                <a:cubicBezTo>
                  <a:pt x="216" y="11"/>
                  <a:pt x="162" y="0"/>
                  <a:pt x="108" y="0"/>
                </a:cubicBezTo>
                <a:close/>
                <a:moveTo>
                  <a:pt x="108" y="248"/>
                </a:moveTo>
                <a:cubicBezTo>
                  <a:pt x="46" y="248"/>
                  <a:pt x="8" y="234"/>
                  <a:pt x="8" y="224"/>
                </a:cubicBezTo>
                <a:cubicBezTo>
                  <a:pt x="8" y="173"/>
                  <a:pt x="8" y="173"/>
                  <a:pt x="8" y="173"/>
                </a:cubicBezTo>
                <a:cubicBezTo>
                  <a:pt x="25" y="186"/>
                  <a:pt x="67" y="192"/>
                  <a:pt x="108" y="192"/>
                </a:cubicBezTo>
                <a:cubicBezTo>
                  <a:pt x="149" y="192"/>
                  <a:pt x="191" y="186"/>
                  <a:pt x="208" y="173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08" y="234"/>
                  <a:pt x="170" y="248"/>
                  <a:pt x="108" y="248"/>
                </a:cubicBezTo>
                <a:close/>
                <a:moveTo>
                  <a:pt x="108" y="184"/>
                </a:moveTo>
                <a:cubicBezTo>
                  <a:pt x="46" y="184"/>
                  <a:pt x="8" y="170"/>
                  <a:pt x="8" y="160"/>
                </a:cubicBezTo>
                <a:cubicBezTo>
                  <a:pt x="8" y="109"/>
                  <a:pt x="8" y="109"/>
                  <a:pt x="8" y="109"/>
                </a:cubicBezTo>
                <a:cubicBezTo>
                  <a:pt x="25" y="122"/>
                  <a:pt x="67" y="128"/>
                  <a:pt x="108" y="128"/>
                </a:cubicBezTo>
                <a:cubicBezTo>
                  <a:pt x="149" y="128"/>
                  <a:pt x="191" y="122"/>
                  <a:pt x="208" y="109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8" y="170"/>
                  <a:pt x="170" y="184"/>
                  <a:pt x="108" y="184"/>
                </a:cubicBezTo>
                <a:close/>
                <a:moveTo>
                  <a:pt x="108" y="120"/>
                </a:moveTo>
                <a:cubicBezTo>
                  <a:pt x="46" y="120"/>
                  <a:pt x="8" y="106"/>
                  <a:pt x="8" y="96"/>
                </a:cubicBezTo>
                <a:cubicBezTo>
                  <a:pt x="8" y="45"/>
                  <a:pt x="8" y="45"/>
                  <a:pt x="8" y="45"/>
                </a:cubicBezTo>
                <a:cubicBezTo>
                  <a:pt x="25" y="58"/>
                  <a:pt x="67" y="64"/>
                  <a:pt x="108" y="64"/>
                </a:cubicBezTo>
                <a:cubicBezTo>
                  <a:pt x="149" y="64"/>
                  <a:pt x="191" y="58"/>
                  <a:pt x="208" y="45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08" y="106"/>
                  <a:pt x="170" y="120"/>
                  <a:pt x="108" y="120"/>
                </a:cubicBezTo>
                <a:close/>
                <a:moveTo>
                  <a:pt x="108" y="56"/>
                </a:moveTo>
                <a:cubicBezTo>
                  <a:pt x="46" y="56"/>
                  <a:pt x="8" y="42"/>
                  <a:pt x="8" y="32"/>
                </a:cubicBezTo>
                <a:cubicBezTo>
                  <a:pt x="8" y="22"/>
                  <a:pt x="46" y="8"/>
                  <a:pt x="108" y="8"/>
                </a:cubicBezTo>
                <a:cubicBezTo>
                  <a:pt x="170" y="8"/>
                  <a:pt x="208" y="22"/>
                  <a:pt x="208" y="32"/>
                </a:cubicBezTo>
                <a:cubicBezTo>
                  <a:pt x="208" y="42"/>
                  <a:pt x="170" y="56"/>
                  <a:pt x="108" y="5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8" name="Freeform 269"/>
          <p:cNvSpPr>
            <a:spLocks noEditPoints="1"/>
          </p:cNvSpPr>
          <p:nvPr/>
        </p:nvSpPr>
        <p:spPr bwMode="auto">
          <a:xfrm>
            <a:off x="5219728" y="1269304"/>
            <a:ext cx="301788" cy="282927"/>
          </a:xfrm>
          <a:custGeom>
            <a:avLst/>
            <a:gdLst>
              <a:gd name="T0" fmla="*/ 161 w 255"/>
              <a:gd name="T1" fmla="*/ 139 h 239"/>
              <a:gd name="T2" fmla="*/ 145 w 255"/>
              <a:gd name="T3" fmla="*/ 123 h 239"/>
              <a:gd name="T4" fmla="*/ 175 w 255"/>
              <a:gd name="T5" fmla="*/ 93 h 239"/>
              <a:gd name="T6" fmla="*/ 189 w 255"/>
              <a:gd name="T7" fmla="*/ 93 h 239"/>
              <a:gd name="T8" fmla="*/ 233 w 255"/>
              <a:gd name="T9" fmla="*/ 39 h 239"/>
              <a:gd name="T10" fmla="*/ 233 w 255"/>
              <a:gd name="T11" fmla="*/ 33 h 239"/>
              <a:gd name="T12" fmla="*/ 198 w 255"/>
              <a:gd name="T13" fmla="*/ 49 h 239"/>
              <a:gd name="T14" fmla="*/ 186 w 255"/>
              <a:gd name="T15" fmla="*/ 37 h 239"/>
              <a:gd name="T16" fmla="*/ 201 w 255"/>
              <a:gd name="T17" fmla="*/ 1 h 239"/>
              <a:gd name="T18" fmla="*/ 195 w 255"/>
              <a:gd name="T19" fmla="*/ 1 h 239"/>
              <a:gd name="T20" fmla="*/ 141 w 255"/>
              <a:gd name="T21" fmla="*/ 45 h 239"/>
              <a:gd name="T22" fmla="*/ 141 w 255"/>
              <a:gd name="T23" fmla="*/ 59 h 239"/>
              <a:gd name="T24" fmla="*/ 111 w 255"/>
              <a:gd name="T25" fmla="*/ 90 h 239"/>
              <a:gd name="T26" fmla="*/ 63 w 255"/>
              <a:gd name="T27" fmla="*/ 41 h 239"/>
              <a:gd name="T28" fmla="*/ 76 w 255"/>
              <a:gd name="T29" fmla="*/ 28 h 239"/>
              <a:gd name="T30" fmla="*/ 29 w 255"/>
              <a:gd name="T31" fmla="*/ 0 h 239"/>
              <a:gd name="T32" fmla="*/ 16 w 255"/>
              <a:gd name="T33" fmla="*/ 13 h 239"/>
              <a:gd name="T34" fmla="*/ 44 w 255"/>
              <a:gd name="T35" fmla="*/ 60 h 239"/>
              <a:gd name="T36" fmla="*/ 57 w 255"/>
              <a:gd name="T37" fmla="*/ 47 h 239"/>
              <a:gd name="T38" fmla="*/ 106 w 255"/>
              <a:gd name="T39" fmla="*/ 95 h 239"/>
              <a:gd name="T40" fmla="*/ 8 w 255"/>
              <a:gd name="T41" fmla="*/ 194 h 239"/>
              <a:gd name="T42" fmla="*/ 8 w 255"/>
              <a:gd name="T43" fmla="*/ 195 h 239"/>
              <a:gd name="T44" fmla="*/ 0 w 255"/>
              <a:gd name="T45" fmla="*/ 222 h 239"/>
              <a:gd name="T46" fmla="*/ 11 w 255"/>
              <a:gd name="T47" fmla="*/ 234 h 239"/>
              <a:gd name="T48" fmla="*/ 39 w 255"/>
              <a:gd name="T49" fmla="*/ 227 h 239"/>
              <a:gd name="T50" fmla="*/ 139 w 255"/>
              <a:gd name="T51" fmla="*/ 128 h 239"/>
              <a:gd name="T52" fmla="*/ 155 w 255"/>
              <a:gd name="T53" fmla="*/ 145 h 239"/>
              <a:gd name="T54" fmla="*/ 143 w 255"/>
              <a:gd name="T55" fmla="*/ 157 h 239"/>
              <a:gd name="T56" fmla="*/ 225 w 255"/>
              <a:gd name="T57" fmla="*/ 239 h 239"/>
              <a:gd name="T58" fmla="*/ 255 w 255"/>
              <a:gd name="T59" fmla="*/ 209 h 239"/>
              <a:gd name="T60" fmla="*/ 173 w 255"/>
              <a:gd name="T61" fmla="*/ 127 h 239"/>
              <a:gd name="T62" fmla="*/ 161 w 255"/>
              <a:gd name="T63" fmla="*/ 139 h 239"/>
              <a:gd name="T64" fmla="*/ 26 w 255"/>
              <a:gd name="T65" fmla="*/ 14 h 239"/>
              <a:gd name="T66" fmla="*/ 30 w 255"/>
              <a:gd name="T67" fmla="*/ 10 h 239"/>
              <a:gd name="T68" fmla="*/ 63 w 255"/>
              <a:gd name="T69" fmla="*/ 30 h 239"/>
              <a:gd name="T70" fmla="*/ 46 w 255"/>
              <a:gd name="T71" fmla="*/ 47 h 239"/>
              <a:gd name="T72" fmla="*/ 26 w 255"/>
              <a:gd name="T73" fmla="*/ 14 h 239"/>
              <a:gd name="T74" fmla="*/ 35 w 255"/>
              <a:gd name="T75" fmla="*/ 220 h 239"/>
              <a:gd name="T76" fmla="*/ 14 w 255"/>
              <a:gd name="T77" fmla="*/ 225 h 239"/>
              <a:gd name="T78" fmla="*/ 9 w 255"/>
              <a:gd name="T79" fmla="*/ 220 h 239"/>
              <a:gd name="T80" fmla="*/ 15 w 255"/>
              <a:gd name="T81" fmla="*/ 199 h 239"/>
              <a:gd name="T82" fmla="*/ 149 w 255"/>
              <a:gd name="T83" fmla="*/ 63 h 239"/>
              <a:gd name="T84" fmla="*/ 149 w 255"/>
              <a:gd name="T85" fmla="*/ 45 h 239"/>
              <a:gd name="T86" fmla="*/ 189 w 255"/>
              <a:gd name="T87" fmla="*/ 10 h 239"/>
              <a:gd name="T88" fmla="*/ 176 w 255"/>
              <a:gd name="T89" fmla="*/ 38 h 239"/>
              <a:gd name="T90" fmla="*/ 196 w 255"/>
              <a:gd name="T91" fmla="*/ 59 h 239"/>
              <a:gd name="T92" fmla="*/ 225 w 255"/>
              <a:gd name="T93" fmla="*/ 46 h 239"/>
              <a:gd name="T94" fmla="*/ 189 w 255"/>
              <a:gd name="T95" fmla="*/ 85 h 239"/>
              <a:gd name="T96" fmla="*/ 171 w 255"/>
              <a:gd name="T97" fmla="*/ 85 h 239"/>
              <a:gd name="T98" fmla="*/ 35 w 255"/>
              <a:gd name="T99" fmla="*/ 220 h 239"/>
              <a:gd name="T100" fmla="*/ 225 w 255"/>
              <a:gd name="T101" fmla="*/ 227 h 239"/>
              <a:gd name="T102" fmla="*/ 155 w 255"/>
              <a:gd name="T103" fmla="*/ 157 h 239"/>
              <a:gd name="T104" fmla="*/ 173 w 255"/>
              <a:gd name="T105" fmla="*/ 139 h 239"/>
              <a:gd name="T106" fmla="*/ 243 w 255"/>
              <a:gd name="T107" fmla="*/ 209 h 239"/>
              <a:gd name="T108" fmla="*/ 225 w 255"/>
              <a:gd name="T109" fmla="*/ 2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55" h="239">
                <a:moveTo>
                  <a:pt x="161" y="139"/>
                </a:moveTo>
                <a:cubicBezTo>
                  <a:pt x="145" y="123"/>
                  <a:pt x="145" y="123"/>
                  <a:pt x="145" y="123"/>
                </a:cubicBezTo>
                <a:cubicBezTo>
                  <a:pt x="175" y="93"/>
                  <a:pt x="175" y="93"/>
                  <a:pt x="175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209" y="93"/>
                  <a:pt x="233" y="84"/>
                  <a:pt x="233" y="39"/>
                </a:cubicBezTo>
                <a:cubicBezTo>
                  <a:pt x="233" y="33"/>
                  <a:pt x="233" y="33"/>
                  <a:pt x="233" y="33"/>
                </a:cubicBezTo>
                <a:cubicBezTo>
                  <a:pt x="198" y="49"/>
                  <a:pt x="198" y="49"/>
                  <a:pt x="198" y="49"/>
                </a:cubicBezTo>
                <a:cubicBezTo>
                  <a:pt x="186" y="37"/>
                  <a:pt x="186" y="37"/>
                  <a:pt x="186" y="37"/>
                </a:cubicBezTo>
                <a:cubicBezTo>
                  <a:pt x="201" y="1"/>
                  <a:pt x="201" y="1"/>
                  <a:pt x="201" y="1"/>
                </a:cubicBezTo>
                <a:cubicBezTo>
                  <a:pt x="195" y="1"/>
                  <a:pt x="195" y="1"/>
                  <a:pt x="195" y="1"/>
                </a:cubicBezTo>
                <a:cubicBezTo>
                  <a:pt x="150" y="1"/>
                  <a:pt x="141" y="25"/>
                  <a:pt x="141" y="45"/>
                </a:cubicBezTo>
                <a:cubicBezTo>
                  <a:pt x="141" y="59"/>
                  <a:pt x="141" y="59"/>
                  <a:pt x="141" y="59"/>
                </a:cubicBezTo>
                <a:cubicBezTo>
                  <a:pt x="111" y="90"/>
                  <a:pt x="111" y="90"/>
                  <a:pt x="111" y="90"/>
                </a:cubicBezTo>
                <a:cubicBezTo>
                  <a:pt x="63" y="41"/>
                  <a:pt x="63" y="41"/>
                  <a:pt x="63" y="41"/>
                </a:cubicBezTo>
                <a:cubicBezTo>
                  <a:pt x="76" y="28"/>
                  <a:pt x="76" y="28"/>
                  <a:pt x="76" y="28"/>
                </a:cubicBezTo>
                <a:cubicBezTo>
                  <a:pt x="29" y="0"/>
                  <a:pt x="29" y="0"/>
                  <a:pt x="29" y="0"/>
                </a:cubicBezTo>
                <a:cubicBezTo>
                  <a:pt x="16" y="13"/>
                  <a:pt x="16" y="13"/>
                  <a:pt x="16" y="13"/>
                </a:cubicBezTo>
                <a:cubicBezTo>
                  <a:pt x="44" y="60"/>
                  <a:pt x="44" y="60"/>
                  <a:pt x="44" y="60"/>
                </a:cubicBezTo>
                <a:cubicBezTo>
                  <a:pt x="57" y="47"/>
                  <a:pt x="57" y="47"/>
                  <a:pt x="57" y="47"/>
                </a:cubicBezTo>
                <a:cubicBezTo>
                  <a:pt x="106" y="95"/>
                  <a:pt x="106" y="95"/>
                  <a:pt x="106" y="95"/>
                </a:cubicBezTo>
                <a:cubicBezTo>
                  <a:pt x="8" y="194"/>
                  <a:pt x="8" y="194"/>
                  <a:pt x="8" y="194"/>
                </a:cubicBezTo>
                <a:cubicBezTo>
                  <a:pt x="8" y="195"/>
                  <a:pt x="8" y="195"/>
                  <a:pt x="8" y="195"/>
                </a:cubicBezTo>
                <a:cubicBezTo>
                  <a:pt x="0" y="222"/>
                  <a:pt x="0" y="222"/>
                  <a:pt x="0" y="222"/>
                </a:cubicBezTo>
                <a:cubicBezTo>
                  <a:pt x="11" y="234"/>
                  <a:pt x="11" y="234"/>
                  <a:pt x="11" y="234"/>
                </a:cubicBezTo>
                <a:cubicBezTo>
                  <a:pt x="39" y="227"/>
                  <a:pt x="39" y="227"/>
                  <a:pt x="39" y="227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55" y="145"/>
                  <a:pt x="155" y="145"/>
                  <a:pt x="155" y="145"/>
                </a:cubicBezTo>
                <a:cubicBezTo>
                  <a:pt x="143" y="157"/>
                  <a:pt x="143" y="157"/>
                  <a:pt x="143" y="157"/>
                </a:cubicBezTo>
                <a:cubicBezTo>
                  <a:pt x="225" y="239"/>
                  <a:pt x="225" y="239"/>
                  <a:pt x="225" y="239"/>
                </a:cubicBezTo>
                <a:cubicBezTo>
                  <a:pt x="255" y="209"/>
                  <a:pt x="255" y="209"/>
                  <a:pt x="255" y="209"/>
                </a:cubicBezTo>
                <a:cubicBezTo>
                  <a:pt x="173" y="127"/>
                  <a:pt x="173" y="127"/>
                  <a:pt x="173" y="127"/>
                </a:cubicBezTo>
                <a:lnTo>
                  <a:pt x="161" y="139"/>
                </a:lnTo>
                <a:close/>
                <a:moveTo>
                  <a:pt x="26" y="14"/>
                </a:moveTo>
                <a:cubicBezTo>
                  <a:pt x="30" y="10"/>
                  <a:pt x="30" y="10"/>
                  <a:pt x="30" y="10"/>
                </a:cubicBezTo>
                <a:cubicBezTo>
                  <a:pt x="63" y="30"/>
                  <a:pt x="63" y="30"/>
                  <a:pt x="63" y="30"/>
                </a:cubicBezTo>
                <a:cubicBezTo>
                  <a:pt x="46" y="47"/>
                  <a:pt x="46" y="47"/>
                  <a:pt x="46" y="47"/>
                </a:cubicBezTo>
                <a:lnTo>
                  <a:pt x="26" y="14"/>
                </a:lnTo>
                <a:close/>
                <a:moveTo>
                  <a:pt x="35" y="220"/>
                </a:moveTo>
                <a:cubicBezTo>
                  <a:pt x="14" y="225"/>
                  <a:pt x="14" y="225"/>
                  <a:pt x="14" y="225"/>
                </a:cubicBezTo>
                <a:cubicBezTo>
                  <a:pt x="9" y="220"/>
                  <a:pt x="9" y="220"/>
                  <a:pt x="9" y="220"/>
                </a:cubicBezTo>
                <a:cubicBezTo>
                  <a:pt x="15" y="199"/>
                  <a:pt x="15" y="199"/>
                  <a:pt x="15" y="199"/>
                </a:cubicBezTo>
                <a:cubicBezTo>
                  <a:pt x="149" y="63"/>
                  <a:pt x="149" y="63"/>
                  <a:pt x="149" y="63"/>
                </a:cubicBezTo>
                <a:cubicBezTo>
                  <a:pt x="149" y="45"/>
                  <a:pt x="149" y="45"/>
                  <a:pt x="149" y="45"/>
                </a:cubicBezTo>
                <a:cubicBezTo>
                  <a:pt x="149" y="23"/>
                  <a:pt x="162" y="11"/>
                  <a:pt x="189" y="10"/>
                </a:cubicBezTo>
                <a:cubicBezTo>
                  <a:pt x="176" y="38"/>
                  <a:pt x="176" y="38"/>
                  <a:pt x="176" y="38"/>
                </a:cubicBezTo>
                <a:cubicBezTo>
                  <a:pt x="196" y="59"/>
                  <a:pt x="196" y="59"/>
                  <a:pt x="196" y="59"/>
                </a:cubicBezTo>
                <a:cubicBezTo>
                  <a:pt x="225" y="46"/>
                  <a:pt x="225" y="46"/>
                  <a:pt x="225" y="46"/>
                </a:cubicBezTo>
                <a:cubicBezTo>
                  <a:pt x="223" y="72"/>
                  <a:pt x="211" y="85"/>
                  <a:pt x="189" y="85"/>
                </a:cubicBezTo>
                <a:cubicBezTo>
                  <a:pt x="171" y="85"/>
                  <a:pt x="171" y="85"/>
                  <a:pt x="171" y="85"/>
                </a:cubicBezTo>
                <a:lnTo>
                  <a:pt x="35" y="220"/>
                </a:lnTo>
                <a:close/>
                <a:moveTo>
                  <a:pt x="225" y="227"/>
                </a:moveTo>
                <a:cubicBezTo>
                  <a:pt x="155" y="157"/>
                  <a:pt x="155" y="157"/>
                  <a:pt x="155" y="157"/>
                </a:cubicBezTo>
                <a:cubicBezTo>
                  <a:pt x="173" y="139"/>
                  <a:pt x="173" y="139"/>
                  <a:pt x="173" y="139"/>
                </a:cubicBezTo>
                <a:cubicBezTo>
                  <a:pt x="243" y="209"/>
                  <a:pt x="243" y="209"/>
                  <a:pt x="243" y="209"/>
                </a:cubicBezTo>
                <a:lnTo>
                  <a:pt x="225" y="22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9" name="Freeform 270"/>
          <p:cNvSpPr>
            <a:spLocks noEditPoints="1"/>
          </p:cNvSpPr>
          <p:nvPr/>
        </p:nvSpPr>
        <p:spPr bwMode="auto">
          <a:xfrm>
            <a:off x="5611632" y="1258825"/>
            <a:ext cx="301788" cy="301788"/>
          </a:xfrm>
          <a:custGeom>
            <a:avLst/>
            <a:gdLst>
              <a:gd name="T0" fmla="*/ 204 w 256"/>
              <a:gd name="T1" fmla="*/ 0 h 256"/>
              <a:gd name="T2" fmla="*/ 152 w 256"/>
              <a:gd name="T3" fmla="*/ 52 h 256"/>
              <a:gd name="T4" fmla="*/ 161 w 256"/>
              <a:gd name="T5" fmla="*/ 82 h 256"/>
              <a:gd name="T6" fmla="*/ 75 w 256"/>
              <a:gd name="T7" fmla="*/ 137 h 256"/>
              <a:gd name="T8" fmla="*/ 44 w 256"/>
              <a:gd name="T9" fmla="*/ 124 h 256"/>
              <a:gd name="T10" fmla="*/ 0 w 256"/>
              <a:gd name="T11" fmla="*/ 168 h 256"/>
              <a:gd name="T12" fmla="*/ 44 w 256"/>
              <a:gd name="T13" fmla="*/ 212 h 256"/>
              <a:gd name="T14" fmla="*/ 83 w 256"/>
              <a:gd name="T15" fmla="*/ 190 h 256"/>
              <a:gd name="T16" fmla="*/ 156 w 256"/>
              <a:gd name="T17" fmla="*/ 219 h 256"/>
              <a:gd name="T18" fmla="*/ 156 w 256"/>
              <a:gd name="T19" fmla="*/ 220 h 256"/>
              <a:gd name="T20" fmla="*/ 192 w 256"/>
              <a:gd name="T21" fmla="*/ 256 h 256"/>
              <a:gd name="T22" fmla="*/ 228 w 256"/>
              <a:gd name="T23" fmla="*/ 220 h 256"/>
              <a:gd name="T24" fmla="*/ 192 w 256"/>
              <a:gd name="T25" fmla="*/ 184 h 256"/>
              <a:gd name="T26" fmla="*/ 158 w 256"/>
              <a:gd name="T27" fmla="*/ 211 h 256"/>
              <a:gd name="T28" fmla="*/ 86 w 256"/>
              <a:gd name="T29" fmla="*/ 182 h 256"/>
              <a:gd name="T30" fmla="*/ 88 w 256"/>
              <a:gd name="T31" fmla="*/ 168 h 256"/>
              <a:gd name="T32" fmla="*/ 80 w 256"/>
              <a:gd name="T33" fmla="*/ 143 h 256"/>
              <a:gd name="T34" fmla="*/ 166 w 256"/>
              <a:gd name="T35" fmla="*/ 88 h 256"/>
              <a:gd name="T36" fmla="*/ 204 w 256"/>
              <a:gd name="T37" fmla="*/ 104 h 256"/>
              <a:gd name="T38" fmla="*/ 256 w 256"/>
              <a:gd name="T39" fmla="*/ 52 h 256"/>
              <a:gd name="T40" fmla="*/ 204 w 256"/>
              <a:gd name="T41" fmla="*/ 0 h 256"/>
              <a:gd name="T42" fmla="*/ 192 w 256"/>
              <a:gd name="T43" fmla="*/ 192 h 256"/>
              <a:gd name="T44" fmla="*/ 220 w 256"/>
              <a:gd name="T45" fmla="*/ 220 h 256"/>
              <a:gd name="T46" fmla="*/ 192 w 256"/>
              <a:gd name="T47" fmla="*/ 248 h 256"/>
              <a:gd name="T48" fmla="*/ 164 w 256"/>
              <a:gd name="T49" fmla="*/ 220 h 256"/>
              <a:gd name="T50" fmla="*/ 192 w 256"/>
              <a:gd name="T51" fmla="*/ 192 h 256"/>
              <a:gd name="T52" fmla="*/ 44 w 256"/>
              <a:gd name="T53" fmla="*/ 204 h 256"/>
              <a:gd name="T54" fmla="*/ 8 w 256"/>
              <a:gd name="T55" fmla="*/ 168 h 256"/>
              <a:gd name="T56" fmla="*/ 44 w 256"/>
              <a:gd name="T57" fmla="*/ 132 h 256"/>
              <a:gd name="T58" fmla="*/ 80 w 256"/>
              <a:gd name="T59" fmla="*/ 168 h 256"/>
              <a:gd name="T60" fmla="*/ 44 w 256"/>
              <a:gd name="T61" fmla="*/ 204 h 256"/>
              <a:gd name="T62" fmla="*/ 204 w 256"/>
              <a:gd name="T63" fmla="*/ 96 h 256"/>
              <a:gd name="T64" fmla="*/ 160 w 256"/>
              <a:gd name="T65" fmla="*/ 52 h 256"/>
              <a:gd name="T66" fmla="*/ 204 w 256"/>
              <a:gd name="T67" fmla="*/ 8 h 256"/>
              <a:gd name="T68" fmla="*/ 248 w 256"/>
              <a:gd name="T69" fmla="*/ 52 h 256"/>
              <a:gd name="T70" fmla="*/ 204 w 256"/>
              <a:gd name="T71" fmla="*/ 9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204" y="0"/>
                </a:moveTo>
                <a:cubicBezTo>
                  <a:pt x="176" y="0"/>
                  <a:pt x="152" y="24"/>
                  <a:pt x="152" y="52"/>
                </a:cubicBezTo>
                <a:cubicBezTo>
                  <a:pt x="152" y="63"/>
                  <a:pt x="156" y="73"/>
                  <a:pt x="161" y="82"/>
                </a:cubicBezTo>
                <a:cubicBezTo>
                  <a:pt x="75" y="137"/>
                  <a:pt x="75" y="137"/>
                  <a:pt x="75" y="137"/>
                </a:cubicBezTo>
                <a:cubicBezTo>
                  <a:pt x="67" y="129"/>
                  <a:pt x="56" y="124"/>
                  <a:pt x="44" y="124"/>
                </a:cubicBezTo>
                <a:cubicBezTo>
                  <a:pt x="20" y="124"/>
                  <a:pt x="0" y="144"/>
                  <a:pt x="0" y="168"/>
                </a:cubicBezTo>
                <a:cubicBezTo>
                  <a:pt x="0" y="193"/>
                  <a:pt x="20" y="212"/>
                  <a:pt x="44" y="212"/>
                </a:cubicBezTo>
                <a:cubicBezTo>
                  <a:pt x="61" y="212"/>
                  <a:pt x="75" y="203"/>
                  <a:pt x="83" y="190"/>
                </a:cubicBezTo>
                <a:cubicBezTo>
                  <a:pt x="156" y="219"/>
                  <a:pt x="156" y="219"/>
                  <a:pt x="156" y="219"/>
                </a:cubicBezTo>
                <a:cubicBezTo>
                  <a:pt x="156" y="220"/>
                  <a:pt x="156" y="220"/>
                  <a:pt x="156" y="220"/>
                </a:cubicBezTo>
                <a:cubicBezTo>
                  <a:pt x="156" y="240"/>
                  <a:pt x="172" y="256"/>
                  <a:pt x="192" y="256"/>
                </a:cubicBezTo>
                <a:cubicBezTo>
                  <a:pt x="212" y="256"/>
                  <a:pt x="228" y="240"/>
                  <a:pt x="228" y="220"/>
                </a:cubicBezTo>
                <a:cubicBezTo>
                  <a:pt x="228" y="201"/>
                  <a:pt x="212" y="184"/>
                  <a:pt x="192" y="184"/>
                </a:cubicBezTo>
                <a:cubicBezTo>
                  <a:pt x="176" y="184"/>
                  <a:pt x="162" y="196"/>
                  <a:pt x="158" y="211"/>
                </a:cubicBezTo>
                <a:cubicBezTo>
                  <a:pt x="86" y="182"/>
                  <a:pt x="86" y="182"/>
                  <a:pt x="86" y="182"/>
                </a:cubicBezTo>
                <a:cubicBezTo>
                  <a:pt x="87" y="178"/>
                  <a:pt x="88" y="173"/>
                  <a:pt x="88" y="168"/>
                </a:cubicBezTo>
                <a:cubicBezTo>
                  <a:pt x="88" y="159"/>
                  <a:pt x="85" y="150"/>
                  <a:pt x="80" y="143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76" y="98"/>
                  <a:pt x="189" y="104"/>
                  <a:pt x="204" y="104"/>
                </a:cubicBezTo>
                <a:cubicBezTo>
                  <a:pt x="233" y="104"/>
                  <a:pt x="256" y="81"/>
                  <a:pt x="256" y="52"/>
                </a:cubicBezTo>
                <a:cubicBezTo>
                  <a:pt x="256" y="24"/>
                  <a:pt x="233" y="0"/>
                  <a:pt x="204" y="0"/>
                </a:cubicBezTo>
                <a:close/>
                <a:moveTo>
                  <a:pt x="192" y="192"/>
                </a:moveTo>
                <a:cubicBezTo>
                  <a:pt x="208" y="192"/>
                  <a:pt x="220" y="205"/>
                  <a:pt x="220" y="220"/>
                </a:cubicBezTo>
                <a:cubicBezTo>
                  <a:pt x="220" y="236"/>
                  <a:pt x="208" y="248"/>
                  <a:pt x="192" y="248"/>
                </a:cubicBezTo>
                <a:cubicBezTo>
                  <a:pt x="177" y="248"/>
                  <a:pt x="164" y="236"/>
                  <a:pt x="164" y="220"/>
                </a:cubicBezTo>
                <a:cubicBezTo>
                  <a:pt x="164" y="205"/>
                  <a:pt x="177" y="192"/>
                  <a:pt x="192" y="192"/>
                </a:cubicBezTo>
                <a:close/>
                <a:moveTo>
                  <a:pt x="44" y="204"/>
                </a:moveTo>
                <a:cubicBezTo>
                  <a:pt x="24" y="204"/>
                  <a:pt x="8" y="188"/>
                  <a:pt x="8" y="168"/>
                </a:cubicBezTo>
                <a:cubicBezTo>
                  <a:pt x="8" y="149"/>
                  <a:pt x="24" y="132"/>
                  <a:pt x="44" y="132"/>
                </a:cubicBezTo>
                <a:cubicBezTo>
                  <a:pt x="64" y="132"/>
                  <a:pt x="80" y="149"/>
                  <a:pt x="80" y="168"/>
                </a:cubicBezTo>
                <a:cubicBezTo>
                  <a:pt x="80" y="188"/>
                  <a:pt x="64" y="204"/>
                  <a:pt x="44" y="204"/>
                </a:cubicBezTo>
                <a:close/>
                <a:moveTo>
                  <a:pt x="204" y="96"/>
                </a:moveTo>
                <a:cubicBezTo>
                  <a:pt x="180" y="96"/>
                  <a:pt x="160" y="77"/>
                  <a:pt x="160" y="52"/>
                </a:cubicBezTo>
                <a:cubicBezTo>
                  <a:pt x="160" y="28"/>
                  <a:pt x="180" y="8"/>
                  <a:pt x="204" y="8"/>
                </a:cubicBezTo>
                <a:cubicBezTo>
                  <a:pt x="229" y="8"/>
                  <a:pt x="248" y="28"/>
                  <a:pt x="248" y="52"/>
                </a:cubicBezTo>
                <a:cubicBezTo>
                  <a:pt x="248" y="77"/>
                  <a:pt x="229" y="96"/>
                  <a:pt x="204" y="9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0" name="Freeform 271"/>
          <p:cNvSpPr>
            <a:spLocks noEditPoints="1"/>
          </p:cNvSpPr>
          <p:nvPr/>
        </p:nvSpPr>
        <p:spPr bwMode="auto">
          <a:xfrm>
            <a:off x="6041262" y="1258825"/>
            <a:ext cx="226341" cy="301788"/>
          </a:xfrm>
          <a:custGeom>
            <a:avLst/>
            <a:gdLst>
              <a:gd name="T0" fmla="*/ 0 w 108"/>
              <a:gd name="T1" fmla="*/ 33 h 144"/>
              <a:gd name="T2" fmla="*/ 0 w 108"/>
              <a:gd name="T3" fmla="*/ 144 h 144"/>
              <a:gd name="T4" fmla="*/ 108 w 108"/>
              <a:gd name="T5" fmla="*/ 144 h 144"/>
              <a:gd name="T6" fmla="*/ 108 w 108"/>
              <a:gd name="T7" fmla="*/ 0 h 144"/>
              <a:gd name="T8" fmla="*/ 33 w 108"/>
              <a:gd name="T9" fmla="*/ 0 h 144"/>
              <a:gd name="T10" fmla="*/ 0 w 108"/>
              <a:gd name="T11" fmla="*/ 33 h 144"/>
              <a:gd name="T12" fmla="*/ 32 w 108"/>
              <a:gd name="T13" fmla="*/ 8 h 144"/>
              <a:gd name="T14" fmla="*/ 32 w 108"/>
              <a:gd name="T15" fmla="*/ 32 h 144"/>
              <a:gd name="T16" fmla="*/ 8 w 108"/>
              <a:gd name="T17" fmla="*/ 32 h 144"/>
              <a:gd name="T18" fmla="*/ 32 w 108"/>
              <a:gd name="T19" fmla="*/ 8 h 144"/>
              <a:gd name="T20" fmla="*/ 104 w 108"/>
              <a:gd name="T21" fmla="*/ 140 h 144"/>
              <a:gd name="T22" fmla="*/ 4 w 108"/>
              <a:gd name="T23" fmla="*/ 140 h 144"/>
              <a:gd name="T24" fmla="*/ 4 w 108"/>
              <a:gd name="T25" fmla="*/ 36 h 144"/>
              <a:gd name="T26" fmla="*/ 36 w 108"/>
              <a:gd name="T27" fmla="*/ 36 h 144"/>
              <a:gd name="T28" fmla="*/ 36 w 108"/>
              <a:gd name="T29" fmla="*/ 5 h 144"/>
              <a:gd name="T30" fmla="*/ 104 w 108"/>
              <a:gd name="T31" fmla="*/ 5 h 144"/>
              <a:gd name="T32" fmla="*/ 104 w 108"/>
              <a:gd name="T33" fmla="*/ 1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44">
                <a:moveTo>
                  <a:pt x="0" y="33"/>
                </a:moveTo>
                <a:lnTo>
                  <a:pt x="0" y="144"/>
                </a:lnTo>
                <a:lnTo>
                  <a:pt x="108" y="144"/>
                </a:lnTo>
                <a:lnTo>
                  <a:pt x="108" y="0"/>
                </a:lnTo>
                <a:lnTo>
                  <a:pt x="33" y="0"/>
                </a:lnTo>
                <a:lnTo>
                  <a:pt x="0" y="33"/>
                </a:lnTo>
                <a:close/>
                <a:moveTo>
                  <a:pt x="32" y="8"/>
                </a:moveTo>
                <a:lnTo>
                  <a:pt x="32" y="32"/>
                </a:lnTo>
                <a:lnTo>
                  <a:pt x="8" y="32"/>
                </a:lnTo>
                <a:lnTo>
                  <a:pt x="32" y="8"/>
                </a:lnTo>
                <a:close/>
                <a:moveTo>
                  <a:pt x="104" y="140"/>
                </a:moveTo>
                <a:lnTo>
                  <a:pt x="4" y="140"/>
                </a:lnTo>
                <a:lnTo>
                  <a:pt x="4" y="36"/>
                </a:lnTo>
                <a:lnTo>
                  <a:pt x="36" y="36"/>
                </a:lnTo>
                <a:lnTo>
                  <a:pt x="36" y="5"/>
                </a:lnTo>
                <a:lnTo>
                  <a:pt x="104" y="5"/>
                </a:lnTo>
                <a:lnTo>
                  <a:pt x="104" y="14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0" name="Group 29"/>
          <p:cNvGrpSpPr/>
          <p:nvPr/>
        </p:nvGrpSpPr>
        <p:grpSpPr>
          <a:xfrm>
            <a:off x="6428975" y="1258825"/>
            <a:ext cx="236820" cy="301788"/>
            <a:chOff x="6428975" y="1258825"/>
            <a:chExt cx="236820" cy="301788"/>
          </a:xfrm>
          <a:solidFill>
            <a:schemeClr val="tx1"/>
          </a:solidFill>
        </p:grpSpPr>
        <p:sp>
          <p:nvSpPr>
            <p:cNvPr id="271" name="Freeform 272"/>
            <p:cNvSpPr>
              <a:spLocks noEditPoints="1"/>
            </p:cNvSpPr>
            <p:nvPr/>
          </p:nvSpPr>
          <p:spPr bwMode="auto">
            <a:xfrm>
              <a:off x="6428975" y="1296548"/>
              <a:ext cx="194905" cy="264065"/>
            </a:xfrm>
            <a:custGeom>
              <a:avLst/>
              <a:gdLst>
                <a:gd name="T0" fmla="*/ 0 w 93"/>
                <a:gd name="T1" fmla="*/ 29 h 126"/>
                <a:gd name="T2" fmla="*/ 0 w 93"/>
                <a:gd name="T3" fmla="*/ 126 h 126"/>
                <a:gd name="T4" fmla="*/ 93 w 93"/>
                <a:gd name="T5" fmla="*/ 126 h 126"/>
                <a:gd name="T6" fmla="*/ 93 w 93"/>
                <a:gd name="T7" fmla="*/ 0 h 126"/>
                <a:gd name="T8" fmla="*/ 29 w 93"/>
                <a:gd name="T9" fmla="*/ 0 h 126"/>
                <a:gd name="T10" fmla="*/ 0 w 93"/>
                <a:gd name="T11" fmla="*/ 29 h 126"/>
                <a:gd name="T12" fmla="*/ 27 w 93"/>
                <a:gd name="T13" fmla="*/ 8 h 126"/>
                <a:gd name="T14" fmla="*/ 27 w 93"/>
                <a:gd name="T15" fmla="*/ 27 h 126"/>
                <a:gd name="T16" fmla="*/ 8 w 93"/>
                <a:gd name="T17" fmla="*/ 27 h 126"/>
                <a:gd name="T18" fmla="*/ 27 w 93"/>
                <a:gd name="T19" fmla="*/ 8 h 126"/>
                <a:gd name="T20" fmla="*/ 88 w 93"/>
                <a:gd name="T21" fmla="*/ 122 h 126"/>
                <a:gd name="T22" fmla="*/ 5 w 93"/>
                <a:gd name="T23" fmla="*/ 122 h 126"/>
                <a:gd name="T24" fmla="*/ 5 w 93"/>
                <a:gd name="T25" fmla="*/ 32 h 126"/>
                <a:gd name="T26" fmla="*/ 32 w 93"/>
                <a:gd name="T27" fmla="*/ 32 h 126"/>
                <a:gd name="T28" fmla="*/ 32 w 93"/>
                <a:gd name="T29" fmla="*/ 5 h 126"/>
                <a:gd name="T30" fmla="*/ 88 w 93"/>
                <a:gd name="T31" fmla="*/ 5 h 126"/>
                <a:gd name="T32" fmla="*/ 88 w 93"/>
                <a:gd name="T33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126">
                  <a:moveTo>
                    <a:pt x="0" y="29"/>
                  </a:moveTo>
                  <a:lnTo>
                    <a:pt x="0" y="126"/>
                  </a:lnTo>
                  <a:lnTo>
                    <a:pt x="93" y="126"/>
                  </a:lnTo>
                  <a:lnTo>
                    <a:pt x="93" y="0"/>
                  </a:lnTo>
                  <a:lnTo>
                    <a:pt x="29" y="0"/>
                  </a:lnTo>
                  <a:lnTo>
                    <a:pt x="0" y="29"/>
                  </a:lnTo>
                  <a:close/>
                  <a:moveTo>
                    <a:pt x="27" y="8"/>
                  </a:moveTo>
                  <a:lnTo>
                    <a:pt x="27" y="27"/>
                  </a:lnTo>
                  <a:lnTo>
                    <a:pt x="8" y="27"/>
                  </a:lnTo>
                  <a:lnTo>
                    <a:pt x="27" y="8"/>
                  </a:lnTo>
                  <a:close/>
                  <a:moveTo>
                    <a:pt x="88" y="122"/>
                  </a:moveTo>
                  <a:lnTo>
                    <a:pt x="5" y="122"/>
                  </a:lnTo>
                  <a:lnTo>
                    <a:pt x="5" y="32"/>
                  </a:lnTo>
                  <a:lnTo>
                    <a:pt x="32" y="32"/>
                  </a:lnTo>
                  <a:lnTo>
                    <a:pt x="32" y="5"/>
                  </a:lnTo>
                  <a:lnTo>
                    <a:pt x="88" y="5"/>
                  </a:lnTo>
                  <a:lnTo>
                    <a:pt x="88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Freeform 273"/>
            <p:cNvSpPr>
              <a:spLocks/>
            </p:cNvSpPr>
            <p:nvPr/>
          </p:nvSpPr>
          <p:spPr bwMode="auto">
            <a:xfrm>
              <a:off x="6506518" y="1258825"/>
              <a:ext cx="159277" cy="264065"/>
            </a:xfrm>
            <a:custGeom>
              <a:avLst/>
              <a:gdLst>
                <a:gd name="T0" fmla="*/ 58 w 76"/>
                <a:gd name="T1" fmla="*/ 122 h 126"/>
                <a:gd name="T2" fmla="*/ 58 w 76"/>
                <a:gd name="T3" fmla="*/ 126 h 126"/>
                <a:gd name="T4" fmla="*/ 76 w 76"/>
                <a:gd name="T5" fmla="*/ 126 h 126"/>
                <a:gd name="T6" fmla="*/ 76 w 76"/>
                <a:gd name="T7" fmla="*/ 0 h 126"/>
                <a:gd name="T8" fmla="*/ 12 w 76"/>
                <a:gd name="T9" fmla="*/ 0 h 126"/>
                <a:gd name="T10" fmla="*/ 0 w 76"/>
                <a:gd name="T11" fmla="*/ 13 h 126"/>
                <a:gd name="T12" fmla="*/ 3 w 76"/>
                <a:gd name="T13" fmla="*/ 15 h 126"/>
                <a:gd name="T14" fmla="*/ 14 w 76"/>
                <a:gd name="T15" fmla="*/ 5 h 126"/>
                <a:gd name="T16" fmla="*/ 72 w 76"/>
                <a:gd name="T17" fmla="*/ 5 h 126"/>
                <a:gd name="T18" fmla="*/ 72 w 76"/>
                <a:gd name="T19" fmla="*/ 122 h 126"/>
                <a:gd name="T20" fmla="*/ 58 w 76"/>
                <a:gd name="T21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26">
                  <a:moveTo>
                    <a:pt x="58" y="122"/>
                  </a:moveTo>
                  <a:lnTo>
                    <a:pt x="58" y="126"/>
                  </a:lnTo>
                  <a:lnTo>
                    <a:pt x="76" y="126"/>
                  </a:lnTo>
                  <a:lnTo>
                    <a:pt x="76" y="0"/>
                  </a:lnTo>
                  <a:lnTo>
                    <a:pt x="12" y="0"/>
                  </a:lnTo>
                  <a:lnTo>
                    <a:pt x="0" y="13"/>
                  </a:lnTo>
                  <a:lnTo>
                    <a:pt x="3" y="15"/>
                  </a:lnTo>
                  <a:lnTo>
                    <a:pt x="14" y="5"/>
                  </a:lnTo>
                  <a:lnTo>
                    <a:pt x="72" y="5"/>
                  </a:lnTo>
                  <a:lnTo>
                    <a:pt x="72" y="122"/>
                  </a:lnTo>
                  <a:lnTo>
                    <a:pt x="58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6789444" y="1267208"/>
            <a:ext cx="301788" cy="289214"/>
            <a:chOff x="6789444" y="1267208"/>
            <a:chExt cx="301788" cy="289214"/>
          </a:xfrm>
          <a:solidFill>
            <a:schemeClr val="tx1"/>
          </a:solidFill>
        </p:grpSpPr>
        <p:sp>
          <p:nvSpPr>
            <p:cNvPr id="273" name="Freeform 274"/>
            <p:cNvSpPr>
              <a:spLocks noEditPoints="1"/>
            </p:cNvSpPr>
            <p:nvPr/>
          </p:nvSpPr>
          <p:spPr bwMode="auto">
            <a:xfrm>
              <a:off x="7024168" y="1267208"/>
              <a:ext cx="67064" cy="289214"/>
            </a:xfrm>
            <a:custGeom>
              <a:avLst/>
              <a:gdLst>
                <a:gd name="T0" fmla="*/ 32 w 32"/>
                <a:gd name="T1" fmla="*/ 0 h 138"/>
                <a:gd name="T2" fmla="*/ 9 w 32"/>
                <a:gd name="T3" fmla="*/ 0 h 138"/>
                <a:gd name="T4" fmla="*/ 9 w 32"/>
                <a:gd name="T5" fmla="*/ 9 h 138"/>
                <a:gd name="T6" fmla="*/ 0 w 32"/>
                <a:gd name="T7" fmla="*/ 9 h 138"/>
                <a:gd name="T8" fmla="*/ 0 w 32"/>
                <a:gd name="T9" fmla="*/ 33 h 138"/>
                <a:gd name="T10" fmla="*/ 5 w 32"/>
                <a:gd name="T11" fmla="*/ 33 h 138"/>
                <a:gd name="T12" fmla="*/ 5 w 32"/>
                <a:gd name="T13" fmla="*/ 13 h 138"/>
                <a:gd name="T14" fmla="*/ 9 w 32"/>
                <a:gd name="T15" fmla="*/ 13 h 138"/>
                <a:gd name="T16" fmla="*/ 9 w 32"/>
                <a:gd name="T17" fmla="*/ 115 h 138"/>
                <a:gd name="T18" fmla="*/ 21 w 32"/>
                <a:gd name="T19" fmla="*/ 138 h 138"/>
                <a:gd name="T20" fmla="*/ 32 w 32"/>
                <a:gd name="T21" fmla="*/ 115 h 138"/>
                <a:gd name="T22" fmla="*/ 32 w 32"/>
                <a:gd name="T23" fmla="*/ 0 h 138"/>
                <a:gd name="T24" fmla="*/ 27 w 32"/>
                <a:gd name="T25" fmla="*/ 114 h 138"/>
                <a:gd name="T26" fmla="*/ 21 w 32"/>
                <a:gd name="T27" fmla="*/ 127 h 138"/>
                <a:gd name="T28" fmla="*/ 14 w 32"/>
                <a:gd name="T29" fmla="*/ 114 h 138"/>
                <a:gd name="T30" fmla="*/ 14 w 32"/>
                <a:gd name="T31" fmla="*/ 4 h 138"/>
                <a:gd name="T32" fmla="*/ 27 w 32"/>
                <a:gd name="T33" fmla="*/ 4 h 138"/>
                <a:gd name="T34" fmla="*/ 27 w 32"/>
                <a:gd name="T35" fmla="*/ 11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32" y="0"/>
                  </a:moveTo>
                  <a:lnTo>
                    <a:pt x="9" y="0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33"/>
                  </a:lnTo>
                  <a:lnTo>
                    <a:pt x="5" y="33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9" y="115"/>
                  </a:lnTo>
                  <a:lnTo>
                    <a:pt x="21" y="138"/>
                  </a:lnTo>
                  <a:lnTo>
                    <a:pt x="32" y="115"/>
                  </a:lnTo>
                  <a:lnTo>
                    <a:pt x="32" y="0"/>
                  </a:lnTo>
                  <a:close/>
                  <a:moveTo>
                    <a:pt x="27" y="114"/>
                  </a:moveTo>
                  <a:lnTo>
                    <a:pt x="21" y="127"/>
                  </a:lnTo>
                  <a:lnTo>
                    <a:pt x="14" y="114"/>
                  </a:lnTo>
                  <a:lnTo>
                    <a:pt x="14" y="4"/>
                  </a:lnTo>
                  <a:lnTo>
                    <a:pt x="27" y="4"/>
                  </a:lnTo>
                  <a:lnTo>
                    <a:pt x="27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Freeform 275"/>
            <p:cNvSpPr>
              <a:spLocks noEditPoints="1"/>
            </p:cNvSpPr>
            <p:nvPr/>
          </p:nvSpPr>
          <p:spPr bwMode="auto">
            <a:xfrm>
              <a:off x="6789444" y="1267208"/>
              <a:ext cx="203288" cy="282927"/>
            </a:xfrm>
            <a:custGeom>
              <a:avLst/>
              <a:gdLst>
                <a:gd name="T0" fmla="*/ 97 w 97"/>
                <a:gd name="T1" fmla="*/ 28 h 135"/>
                <a:gd name="T2" fmla="*/ 68 w 97"/>
                <a:gd name="T3" fmla="*/ 0 h 135"/>
                <a:gd name="T4" fmla="*/ 0 w 97"/>
                <a:gd name="T5" fmla="*/ 0 h 135"/>
                <a:gd name="T6" fmla="*/ 0 w 97"/>
                <a:gd name="T7" fmla="*/ 135 h 135"/>
                <a:gd name="T8" fmla="*/ 97 w 97"/>
                <a:gd name="T9" fmla="*/ 135 h 135"/>
                <a:gd name="T10" fmla="*/ 97 w 97"/>
                <a:gd name="T11" fmla="*/ 28 h 135"/>
                <a:gd name="T12" fmla="*/ 70 w 97"/>
                <a:gd name="T13" fmla="*/ 7 h 135"/>
                <a:gd name="T14" fmla="*/ 89 w 97"/>
                <a:gd name="T15" fmla="*/ 27 h 135"/>
                <a:gd name="T16" fmla="*/ 70 w 97"/>
                <a:gd name="T17" fmla="*/ 27 h 135"/>
                <a:gd name="T18" fmla="*/ 70 w 97"/>
                <a:gd name="T19" fmla="*/ 7 h 135"/>
                <a:gd name="T20" fmla="*/ 4 w 97"/>
                <a:gd name="T21" fmla="*/ 130 h 135"/>
                <a:gd name="T22" fmla="*/ 4 w 97"/>
                <a:gd name="T23" fmla="*/ 4 h 135"/>
                <a:gd name="T24" fmla="*/ 65 w 97"/>
                <a:gd name="T25" fmla="*/ 4 h 135"/>
                <a:gd name="T26" fmla="*/ 65 w 97"/>
                <a:gd name="T27" fmla="*/ 31 h 135"/>
                <a:gd name="T28" fmla="*/ 92 w 97"/>
                <a:gd name="T29" fmla="*/ 31 h 135"/>
                <a:gd name="T30" fmla="*/ 92 w 97"/>
                <a:gd name="T31" fmla="*/ 130 h 135"/>
                <a:gd name="T32" fmla="*/ 4 w 97"/>
                <a:gd name="T33" fmla="*/ 13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135">
                  <a:moveTo>
                    <a:pt x="97" y="28"/>
                  </a:moveTo>
                  <a:lnTo>
                    <a:pt x="68" y="0"/>
                  </a:lnTo>
                  <a:lnTo>
                    <a:pt x="0" y="0"/>
                  </a:lnTo>
                  <a:lnTo>
                    <a:pt x="0" y="135"/>
                  </a:lnTo>
                  <a:lnTo>
                    <a:pt x="97" y="135"/>
                  </a:lnTo>
                  <a:lnTo>
                    <a:pt x="97" y="28"/>
                  </a:lnTo>
                  <a:close/>
                  <a:moveTo>
                    <a:pt x="70" y="7"/>
                  </a:moveTo>
                  <a:lnTo>
                    <a:pt x="89" y="27"/>
                  </a:lnTo>
                  <a:lnTo>
                    <a:pt x="70" y="27"/>
                  </a:lnTo>
                  <a:lnTo>
                    <a:pt x="70" y="7"/>
                  </a:lnTo>
                  <a:close/>
                  <a:moveTo>
                    <a:pt x="4" y="130"/>
                  </a:moveTo>
                  <a:lnTo>
                    <a:pt x="4" y="4"/>
                  </a:lnTo>
                  <a:lnTo>
                    <a:pt x="65" y="4"/>
                  </a:lnTo>
                  <a:lnTo>
                    <a:pt x="65" y="31"/>
                  </a:lnTo>
                  <a:lnTo>
                    <a:pt x="92" y="31"/>
                  </a:lnTo>
                  <a:lnTo>
                    <a:pt x="92" y="130"/>
                  </a:lnTo>
                  <a:lnTo>
                    <a:pt x="4" y="1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Rectangle 276"/>
            <p:cNvSpPr>
              <a:spLocks noChangeArrowheads="1"/>
            </p:cNvSpPr>
            <p:nvPr/>
          </p:nvSpPr>
          <p:spPr bwMode="auto">
            <a:xfrm>
              <a:off x="6827167" y="1313314"/>
              <a:ext cx="56586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Rectangle 277"/>
            <p:cNvSpPr>
              <a:spLocks noChangeArrowheads="1"/>
            </p:cNvSpPr>
            <p:nvPr/>
          </p:nvSpPr>
          <p:spPr bwMode="auto">
            <a:xfrm>
              <a:off x="6827167" y="1361517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Rectangle 278"/>
            <p:cNvSpPr>
              <a:spLocks noChangeArrowheads="1"/>
            </p:cNvSpPr>
            <p:nvPr/>
          </p:nvSpPr>
          <p:spPr bwMode="auto">
            <a:xfrm>
              <a:off x="6827167" y="1399240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Rectangle 279"/>
            <p:cNvSpPr>
              <a:spLocks noChangeArrowheads="1"/>
            </p:cNvSpPr>
            <p:nvPr/>
          </p:nvSpPr>
          <p:spPr bwMode="auto">
            <a:xfrm>
              <a:off x="6827167" y="1436964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9" name="Rectangle 280"/>
            <p:cNvSpPr>
              <a:spLocks noChangeArrowheads="1"/>
            </p:cNvSpPr>
            <p:nvPr/>
          </p:nvSpPr>
          <p:spPr bwMode="auto">
            <a:xfrm>
              <a:off x="6827167" y="1474687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82388" y="1650730"/>
            <a:ext cx="301790" cy="303884"/>
            <a:chOff x="2082388" y="1650730"/>
            <a:chExt cx="301790" cy="303884"/>
          </a:xfrm>
          <a:solidFill>
            <a:schemeClr val="tx1"/>
          </a:solidFill>
        </p:grpSpPr>
        <p:sp>
          <p:nvSpPr>
            <p:cNvPr id="280" name="Freeform 281"/>
            <p:cNvSpPr>
              <a:spLocks noEditPoints="1"/>
            </p:cNvSpPr>
            <p:nvPr/>
          </p:nvSpPr>
          <p:spPr bwMode="auto">
            <a:xfrm>
              <a:off x="2082388" y="1661209"/>
              <a:ext cx="203288" cy="282927"/>
            </a:xfrm>
            <a:custGeom>
              <a:avLst/>
              <a:gdLst>
                <a:gd name="T0" fmla="*/ 97 w 97"/>
                <a:gd name="T1" fmla="*/ 28 h 135"/>
                <a:gd name="T2" fmla="*/ 68 w 97"/>
                <a:gd name="T3" fmla="*/ 0 h 135"/>
                <a:gd name="T4" fmla="*/ 0 w 97"/>
                <a:gd name="T5" fmla="*/ 0 h 135"/>
                <a:gd name="T6" fmla="*/ 0 w 97"/>
                <a:gd name="T7" fmla="*/ 135 h 135"/>
                <a:gd name="T8" fmla="*/ 97 w 97"/>
                <a:gd name="T9" fmla="*/ 135 h 135"/>
                <a:gd name="T10" fmla="*/ 97 w 97"/>
                <a:gd name="T11" fmla="*/ 28 h 135"/>
                <a:gd name="T12" fmla="*/ 69 w 97"/>
                <a:gd name="T13" fmla="*/ 8 h 135"/>
                <a:gd name="T14" fmla="*/ 89 w 97"/>
                <a:gd name="T15" fmla="*/ 27 h 135"/>
                <a:gd name="T16" fmla="*/ 69 w 97"/>
                <a:gd name="T17" fmla="*/ 27 h 135"/>
                <a:gd name="T18" fmla="*/ 69 w 97"/>
                <a:gd name="T19" fmla="*/ 8 h 135"/>
                <a:gd name="T20" fmla="*/ 4 w 97"/>
                <a:gd name="T21" fmla="*/ 130 h 135"/>
                <a:gd name="T22" fmla="*/ 4 w 97"/>
                <a:gd name="T23" fmla="*/ 4 h 135"/>
                <a:gd name="T24" fmla="*/ 65 w 97"/>
                <a:gd name="T25" fmla="*/ 4 h 135"/>
                <a:gd name="T26" fmla="*/ 65 w 97"/>
                <a:gd name="T27" fmla="*/ 31 h 135"/>
                <a:gd name="T28" fmla="*/ 92 w 97"/>
                <a:gd name="T29" fmla="*/ 31 h 135"/>
                <a:gd name="T30" fmla="*/ 92 w 97"/>
                <a:gd name="T31" fmla="*/ 130 h 135"/>
                <a:gd name="T32" fmla="*/ 4 w 97"/>
                <a:gd name="T33" fmla="*/ 13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135">
                  <a:moveTo>
                    <a:pt x="97" y="28"/>
                  </a:moveTo>
                  <a:lnTo>
                    <a:pt x="68" y="0"/>
                  </a:lnTo>
                  <a:lnTo>
                    <a:pt x="0" y="0"/>
                  </a:lnTo>
                  <a:lnTo>
                    <a:pt x="0" y="135"/>
                  </a:lnTo>
                  <a:lnTo>
                    <a:pt x="97" y="135"/>
                  </a:lnTo>
                  <a:lnTo>
                    <a:pt x="97" y="28"/>
                  </a:lnTo>
                  <a:close/>
                  <a:moveTo>
                    <a:pt x="69" y="8"/>
                  </a:moveTo>
                  <a:lnTo>
                    <a:pt x="89" y="27"/>
                  </a:lnTo>
                  <a:lnTo>
                    <a:pt x="69" y="27"/>
                  </a:lnTo>
                  <a:lnTo>
                    <a:pt x="69" y="8"/>
                  </a:lnTo>
                  <a:close/>
                  <a:moveTo>
                    <a:pt x="4" y="130"/>
                  </a:moveTo>
                  <a:lnTo>
                    <a:pt x="4" y="4"/>
                  </a:lnTo>
                  <a:lnTo>
                    <a:pt x="65" y="4"/>
                  </a:lnTo>
                  <a:lnTo>
                    <a:pt x="65" y="31"/>
                  </a:lnTo>
                  <a:lnTo>
                    <a:pt x="92" y="31"/>
                  </a:lnTo>
                  <a:lnTo>
                    <a:pt x="92" y="130"/>
                  </a:lnTo>
                  <a:lnTo>
                    <a:pt x="4" y="1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282"/>
            <p:cNvSpPr>
              <a:spLocks noEditPoints="1"/>
            </p:cNvSpPr>
            <p:nvPr/>
          </p:nvSpPr>
          <p:spPr bwMode="auto">
            <a:xfrm>
              <a:off x="2335975" y="1650730"/>
              <a:ext cx="48203" cy="303884"/>
            </a:xfrm>
            <a:custGeom>
              <a:avLst/>
              <a:gdLst>
                <a:gd name="T0" fmla="*/ 23 w 23"/>
                <a:gd name="T1" fmla="*/ 0 h 145"/>
                <a:gd name="T2" fmla="*/ 0 w 23"/>
                <a:gd name="T3" fmla="*/ 0 h 145"/>
                <a:gd name="T4" fmla="*/ 0 w 23"/>
                <a:gd name="T5" fmla="*/ 122 h 145"/>
                <a:gd name="T6" fmla="*/ 12 w 23"/>
                <a:gd name="T7" fmla="*/ 145 h 145"/>
                <a:gd name="T8" fmla="*/ 23 w 23"/>
                <a:gd name="T9" fmla="*/ 122 h 145"/>
                <a:gd name="T10" fmla="*/ 23 w 23"/>
                <a:gd name="T11" fmla="*/ 0 h 145"/>
                <a:gd name="T12" fmla="*/ 18 w 23"/>
                <a:gd name="T13" fmla="*/ 5 h 145"/>
                <a:gd name="T14" fmla="*/ 18 w 23"/>
                <a:gd name="T15" fmla="*/ 23 h 145"/>
                <a:gd name="T16" fmla="*/ 5 w 23"/>
                <a:gd name="T17" fmla="*/ 23 h 145"/>
                <a:gd name="T18" fmla="*/ 5 w 23"/>
                <a:gd name="T19" fmla="*/ 5 h 145"/>
                <a:gd name="T20" fmla="*/ 18 w 23"/>
                <a:gd name="T21" fmla="*/ 5 h 145"/>
                <a:gd name="T22" fmla="*/ 12 w 23"/>
                <a:gd name="T23" fmla="*/ 135 h 145"/>
                <a:gd name="T24" fmla="*/ 5 w 23"/>
                <a:gd name="T25" fmla="*/ 121 h 145"/>
                <a:gd name="T26" fmla="*/ 5 w 23"/>
                <a:gd name="T27" fmla="*/ 27 h 145"/>
                <a:gd name="T28" fmla="*/ 18 w 23"/>
                <a:gd name="T29" fmla="*/ 27 h 145"/>
                <a:gd name="T30" fmla="*/ 18 w 23"/>
                <a:gd name="T31" fmla="*/ 121 h 145"/>
                <a:gd name="T32" fmla="*/ 12 w 23"/>
                <a:gd name="T33" fmla="*/ 13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23" y="0"/>
                  </a:moveTo>
                  <a:lnTo>
                    <a:pt x="0" y="0"/>
                  </a:lnTo>
                  <a:lnTo>
                    <a:pt x="0" y="122"/>
                  </a:lnTo>
                  <a:lnTo>
                    <a:pt x="12" y="145"/>
                  </a:lnTo>
                  <a:lnTo>
                    <a:pt x="23" y="122"/>
                  </a:lnTo>
                  <a:lnTo>
                    <a:pt x="23" y="0"/>
                  </a:lnTo>
                  <a:close/>
                  <a:moveTo>
                    <a:pt x="18" y="5"/>
                  </a:moveTo>
                  <a:lnTo>
                    <a:pt x="18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8" y="5"/>
                  </a:lnTo>
                  <a:close/>
                  <a:moveTo>
                    <a:pt x="12" y="135"/>
                  </a:moveTo>
                  <a:lnTo>
                    <a:pt x="5" y="121"/>
                  </a:lnTo>
                  <a:lnTo>
                    <a:pt x="5" y="27"/>
                  </a:lnTo>
                  <a:lnTo>
                    <a:pt x="18" y="27"/>
                  </a:lnTo>
                  <a:lnTo>
                    <a:pt x="18" y="121"/>
                  </a:lnTo>
                  <a:lnTo>
                    <a:pt x="12" y="1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Rectangle 283"/>
            <p:cNvSpPr>
              <a:spLocks noChangeArrowheads="1"/>
            </p:cNvSpPr>
            <p:nvPr/>
          </p:nvSpPr>
          <p:spPr bwMode="auto">
            <a:xfrm>
              <a:off x="2120112" y="1707315"/>
              <a:ext cx="56586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Rectangle 284"/>
            <p:cNvSpPr>
              <a:spLocks noChangeArrowheads="1"/>
            </p:cNvSpPr>
            <p:nvPr/>
          </p:nvSpPr>
          <p:spPr bwMode="auto">
            <a:xfrm>
              <a:off x="2120112" y="1755518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Rectangle 285"/>
            <p:cNvSpPr>
              <a:spLocks noChangeArrowheads="1"/>
            </p:cNvSpPr>
            <p:nvPr/>
          </p:nvSpPr>
          <p:spPr bwMode="auto">
            <a:xfrm>
              <a:off x="2120112" y="1793241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Rectangle 286"/>
            <p:cNvSpPr>
              <a:spLocks noChangeArrowheads="1"/>
            </p:cNvSpPr>
            <p:nvPr/>
          </p:nvSpPr>
          <p:spPr bwMode="auto">
            <a:xfrm>
              <a:off x="2120112" y="1830965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Rectangle 287"/>
            <p:cNvSpPr>
              <a:spLocks noChangeArrowheads="1"/>
            </p:cNvSpPr>
            <p:nvPr/>
          </p:nvSpPr>
          <p:spPr bwMode="auto">
            <a:xfrm>
              <a:off x="2120112" y="1868688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12018" y="1652826"/>
            <a:ext cx="226341" cy="301788"/>
            <a:chOff x="2512018" y="1652826"/>
            <a:chExt cx="226341" cy="301788"/>
          </a:xfrm>
          <a:solidFill>
            <a:schemeClr val="tx1"/>
          </a:solidFill>
        </p:grpSpPr>
        <p:sp>
          <p:nvSpPr>
            <p:cNvPr id="287" name="Freeform 288"/>
            <p:cNvSpPr>
              <a:spLocks noEditPoints="1"/>
            </p:cNvSpPr>
            <p:nvPr/>
          </p:nvSpPr>
          <p:spPr bwMode="auto">
            <a:xfrm>
              <a:off x="2512018" y="1652826"/>
              <a:ext cx="226341" cy="301788"/>
            </a:xfrm>
            <a:custGeom>
              <a:avLst/>
              <a:gdLst>
                <a:gd name="T0" fmla="*/ 0 w 108"/>
                <a:gd name="T1" fmla="*/ 144 h 144"/>
                <a:gd name="T2" fmla="*/ 108 w 108"/>
                <a:gd name="T3" fmla="*/ 144 h 144"/>
                <a:gd name="T4" fmla="*/ 108 w 108"/>
                <a:gd name="T5" fmla="*/ 0 h 144"/>
                <a:gd name="T6" fmla="*/ 33 w 108"/>
                <a:gd name="T7" fmla="*/ 0 h 144"/>
                <a:gd name="T8" fmla="*/ 0 w 108"/>
                <a:gd name="T9" fmla="*/ 32 h 144"/>
                <a:gd name="T10" fmla="*/ 0 w 108"/>
                <a:gd name="T11" fmla="*/ 144 h 144"/>
                <a:gd name="T12" fmla="*/ 103 w 108"/>
                <a:gd name="T13" fmla="*/ 139 h 144"/>
                <a:gd name="T14" fmla="*/ 4 w 108"/>
                <a:gd name="T15" fmla="*/ 139 h 144"/>
                <a:gd name="T16" fmla="*/ 4 w 108"/>
                <a:gd name="T17" fmla="*/ 36 h 144"/>
                <a:gd name="T18" fmla="*/ 36 w 108"/>
                <a:gd name="T19" fmla="*/ 36 h 144"/>
                <a:gd name="T20" fmla="*/ 36 w 108"/>
                <a:gd name="T21" fmla="*/ 4 h 144"/>
                <a:gd name="T22" fmla="*/ 103 w 108"/>
                <a:gd name="T23" fmla="*/ 4 h 144"/>
                <a:gd name="T24" fmla="*/ 103 w 108"/>
                <a:gd name="T25" fmla="*/ 139 h 144"/>
                <a:gd name="T26" fmla="*/ 8 w 108"/>
                <a:gd name="T27" fmla="*/ 31 h 144"/>
                <a:gd name="T28" fmla="*/ 31 w 108"/>
                <a:gd name="T29" fmla="*/ 7 h 144"/>
                <a:gd name="T30" fmla="*/ 31 w 108"/>
                <a:gd name="T31" fmla="*/ 31 h 144"/>
                <a:gd name="T32" fmla="*/ 8 w 108"/>
                <a:gd name="T33" fmla="*/ 3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8" h="144">
                  <a:moveTo>
                    <a:pt x="0" y="144"/>
                  </a:moveTo>
                  <a:lnTo>
                    <a:pt x="108" y="144"/>
                  </a:lnTo>
                  <a:lnTo>
                    <a:pt x="108" y="0"/>
                  </a:lnTo>
                  <a:lnTo>
                    <a:pt x="33" y="0"/>
                  </a:lnTo>
                  <a:lnTo>
                    <a:pt x="0" y="32"/>
                  </a:lnTo>
                  <a:lnTo>
                    <a:pt x="0" y="144"/>
                  </a:lnTo>
                  <a:close/>
                  <a:moveTo>
                    <a:pt x="103" y="139"/>
                  </a:moveTo>
                  <a:lnTo>
                    <a:pt x="4" y="139"/>
                  </a:lnTo>
                  <a:lnTo>
                    <a:pt x="4" y="36"/>
                  </a:lnTo>
                  <a:lnTo>
                    <a:pt x="36" y="36"/>
                  </a:lnTo>
                  <a:lnTo>
                    <a:pt x="36" y="4"/>
                  </a:lnTo>
                  <a:lnTo>
                    <a:pt x="103" y="4"/>
                  </a:lnTo>
                  <a:lnTo>
                    <a:pt x="103" y="139"/>
                  </a:lnTo>
                  <a:close/>
                  <a:moveTo>
                    <a:pt x="8" y="31"/>
                  </a:moveTo>
                  <a:lnTo>
                    <a:pt x="31" y="7"/>
                  </a:lnTo>
                  <a:lnTo>
                    <a:pt x="31" y="31"/>
                  </a:lnTo>
                  <a:lnTo>
                    <a:pt x="8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Rectangle 289"/>
            <p:cNvSpPr>
              <a:spLocks noChangeArrowheads="1"/>
            </p:cNvSpPr>
            <p:nvPr/>
          </p:nvSpPr>
          <p:spPr bwMode="auto">
            <a:xfrm>
              <a:off x="2625188" y="1713603"/>
              <a:ext cx="64969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Rectangle 290"/>
            <p:cNvSpPr>
              <a:spLocks noChangeArrowheads="1"/>
            </p:cNvSpPr>
            <p:nvPr/>
          </p:nvSpPr>
          <p:spPr bwMode="auto">
            <a:xfrm>
              <a:off x="2558124" y="1761805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Rectangle 291"/>
            <p:cNvSpPr>
              <a:spLocks noChangeArrowheads="1"/>
            </p:cNvSpPr>
            <p:nvPr/>
          </p:nvSpPr>
          <p:spPr bwMode="auto">
            <a:xfrm>
              <a:off x="2558124" y="1807911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Rectangle 292"/>
            <p:cNvSpPr>
              <a:spLocks noChangeArrowheads="1"/>
            </p:cNvSpPr>
            <p:nvPr/>
          </p:nvSpPr>
          <p:spPr bwMode="auto">
            <a:xfrm>
              <a:off x="2558124" y="1856114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Rectangle 293"/>
            <p:cNvSpPr>
              <a:spLocks noChangeArrowheads="1"/>
            </p:cNvSpPr>
            <p:nvPr/>
          </p:nvSpPr>
          <p:spPr bwMode="auto">
            <a:xfrm>
              <a:off x="2558124" y="1902220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3" name="Freeform 294"/>
          <p:cNvSpPr>
            <a:spLocks noEditPoints="1"/>
          </p:cNvSpPr>
          <p:nvPr/>
        </p:nvSpPr>
        <p:spPr bwMode="auto">
          <a:xfrm>
            <a:off x="2868295" y="1669592"/>
            <a:ext cx="297597" cy="268256"/>
          </a:xfrm>
          <a:custGeom>
            <a:avLst/>
            <a:gdLst>
              <a:gd name="T0" fmla="*/ 69 w 142"/>
              <a:gd name="T1" fmla="*/ 76 h 128"/>
              <a:gd name="T2" fmla="*/ 69 w 142"/>
              <a:gd name="T3" fmla="*/ 124 h 128"/>
              <a:gd name="T4" fmla="*/ 53 w 142"/>
              <a:gd name="T5" fmla="*/ 124 h 128"/>
              <a:gd name="T6" fmla="*/ 53 w 142"/>
              <a:gd name="T7" fmla="*/ 128 h 128"/>
              <a:gd name="T8" fmla="*/ 69 w 142"/>
              <a:gd name="T9" fmla="*/ 128 h 128"/>
              <a:gd name="T10" fmla="*/ 73 w 142"/>
              <a:gd name="T11" fmla="*/ 128 h 128"/>
              <a:gd name="T12" fmla="*/ 89 w 142"/>
              <a:gd name="T13" fmla="*/ 128 h 128"/>
              <a:gd name="T14" fmla="*/ 89 w 142"/>
              <a:gd name="T15" fmla="*/ 124 h 128"/>
              <a:gd name="T16" fmla="*/ 73 w 142"/>
              <a:gd name="T17" fmla="*/ 124 h 128"/>
              <a:gd name="T18" fmla="*/ 73 w 142"/>
              <a:gd name="T19" fmla="*/ 76 h 128"/>
              <a:gd name="T20" fmla="*/ 96 w 142"/>
              <a:gd name="T21" fmla="*/ 76 h 128"/>
              <a:gd name="T22" fmla="*/ 96 w 142"/>
              <a:gd name="T23" fmla="*/ 45 h 128"/>
              <a:gd name="T24" fmla="*/ 73 w 142"/>
              <a:gd name="T25" fmla="*/ 45 h 128"/>
              <a:gd name="T26" fmla="*/ 73 w 142"/>
              <a:gd name="T27" fmla="*/ 40 h 128"/>
              <a:gd name="T28" fmla="*/ 124 w 142"/>
              <a:gd name="T29" fmla="*/ 40 h 128"/>
              <a:gd name="T30" fmla="*/ 142 w 142"/>
              <a:gd name="T31" fmla="*/ 24 h 128"/>
              <a:gd name="T32" fmla="*/ 124 w 142"/>
              <a:gd name="T33" fmla="*/ 9 h 128"/>
              <a:gd name="T34" fmla="*/ 73 w 142"/>
              <a:gd name="T35" fmla="*/ 9 h 128"/>
              <a:gd name="T36" fmla="*/ 73 w 142"/>
              <a:gd name="T37" fmla="*/ 0 h 128"/>
              <a:gd name="T38" fmla="*/ 69 w 142"/>
              <a:gd name="T39" fmla="*/ 0 h 128"/>
              <a:gd name="T40" fmla="*/ 69 w 142"/>
              <a:gd name="T41" fmla="*/ 9 h 128"/>
              <a:gd name="T42" fmla="*/ 46 w 142"/>
              <a:gd name="T43" fmla="*/ 9 h 128"/>
              <a:gd name="T44" fmla="*/ 46 w 142"/>
              <a:gd name="T45" fmla="*/ 40 h 128"/>
              <a:gd name="T46" fmla="*/ 69 w 142"/>
              <a:gd name="T47" fmla="*/ 40 h 128"/>
              <a:gd name="T48" fmla="*/ 69 w 142"/>
              <a:gd name="T49" fmla="*/ 45 h 128"/>
              <a:gd name="T50" fmla="*/ 19 w 142"/>
              <a:gd name="T51" fmla="*/ 45 h 128"/>
              <a:gd name="T52" fmla="*/ 0 w 142"/>
              <a:gd name="T53" fmla="*/ 60 h 128"/>
              <a:gd name="T54" fmla="*/ 19 w 142"/>
              <a:gd name="T55" fmla="*/ 76 h 128"/>
              <a:gd name="T56" fmla="*/ 69 w 142"/>
              <a:gd name="T57" fmla="*/ 76 h 128"/>
              <a:gd name="T58" fmla="*/ 51 w 142"/>
              <a:gd name="T59" fmla="*/ 13 h 128"/>
              <a:gd name="T60" fmla="*/ 122 w 142"/>
              <a:gd name="T61" fmla="*/ 13 h 128"/>
              <a:gd name="T62" fmla="*/ 135 w 142"/>
              <a:gd name="T63" fmla="*/ 24 h 128"/>
              <a:gd name="T64" fmla="*/ 122 w 142"/>
              <a:gd name="T65" fmla="*/ 36 h 128"/>
              <a:gd name="T66" fmla="*/ 51 w 142"/>
              <a:gd name="T67" fmla="*/ 36 h 128"/>
              <a:gd name="T68" fmla="*/ 51 w 142"/>
              <a:gd name="T69" fmla="*/ 13 h 128"/>
              <a:gd name="T70" fmla="*/ 20 w 142"/>
              <a:gd name="T71" fmla="*/ 49 h 128"/>
              <a:gd name="T72" fmla="*/ 91 w 142"/>
              <a:gd name="T73" fmla="*/ 49 h 128"/>
              <a:gd name="T74" fmla="*/ 91 w 142"/>
              <a:gd name="T75" fmla="*/ 72 h 128"/>
              <a:gd name="T76" fmla="*/ 20 w 142"/>
              <a:gd name="T77" fmla="*/ 72 h 128"/>
              <a:gd name="T78" fmla="*/ 7 w 142"/>
              <a:gd name="T79" fmla="*/ 60 h 128"/>
              <a:gd name="T80" fmla="*/ 20 w 142"/>
              <a:gd name="T81" fmla="*/ 4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2" h="128">
                <a:moveTo>
                  <a:pt x="69" y="76"/>
                </a:moveTo>
                <a:lnTo>
                  <a:pt x="69" y="124"/>
                </a:lnTo>
                <a:lnTo>
                  <a:pt x="53" y="124"/>
                </a:lnTo>
                <a:lnTo>
                  <a:pt x="53" y="128"/>
                </a:lnTo>
                <a:lnTo>
                  <a:pt x="69" y="128"/>
                </a:lnTo>
                <a:lnTo>
                  <a:pt x="73" y="128"/>
                </a:lnTo>
                <a:lnTo>
                  <a:pt x="89" y="128"/>
                </a:lnTo>
                <a:lnTo>
                  <a:pt x="89" y="124"/>
                </a:lnTo>
                <a:lnTo>
                  <a:pt x="73" y="124"/>
                </a:lnTo>
                <a:lnTo>
                  <a:pt x="73" y="76"/>
                </a:lnTo>
                <a:lnTo>
                  <a:pt x="96" y="76"/>
                </a:lnTo>
                <a:lnTo>
                  <a:pt x="96" y="45"/>
                </a:lnTo>
                <a:lnTo>
                  <a:pt x="73" y="45"/>
                </a:lnTo>
                <a:lnTo>
                  <a:pt x="73" y="40"/>
                </a:lnTo>
                <a:lnTo>
                  <a:pt x="124" y="40"/>
                </a:lnTo>
                <a:lnTo>
                  <a:pt x="142" y="24"/>
                </a:lnTo>
                <a:lnTo>
                  <a:pt x="124" y="9"/>
                </a:lnTo>
                <a:lnTo>
                  <a:pt x="73" y="9"/>
                </a:lnTo>
                <a:lnTo>
                  <a:pt x="73" y="0"/>
                </a:lnTo>
                <a:lnTo>
                  <a:pt x="69" y="0"/>
                </a:lnTo>
                <a:lnTo>
                  <a:pt x="69" y="9"/>
                </a:lnTo>
                <a:lnTo>
                  <a:pt x="46" y="9"/>
                </a:lnTo>
                <a:lnTo>
                  <a:pt x="46" y="40"/>
                </a:lnTo>
                <a:lnTo>
                  <a:pt x="69" y="40"/>
                </a:lnTo>
                <a:lnTo>
                  <a:pt x="69" y="45"/>
                </a:lnTo>
                <a:lnTo>
                  <a:pt x="19" y="45"/>
                </a:lnTo>
                <a:lnTo>
                  <a:pt x="0" y="60"/>
                </a:lnTo>
                <a:lnTo>
                  <a:pt x="19" y="76"/>
                </a:lnTo>
                <a:lnTo>
                  <a:pt x="69" y="76"/>
                </a:lnTo>
                <a:close/>
                <a:moveTo>
                  <a:pt x="51" y="13"/>
                </a:moveTo>
                <a:lnTo>
                  <a:pt x="122" y="13"/>
                </a:lnTo>
                <a:lnTo>
                  <a:pt x="135" y="24"/>
                </a:lnTo>
                <a:lnTo>
                  <a:pt x="122" y="36"/>
                </a:lnTo>
                <a:lnTo>
                  <a:pt x="51" y="36"/>
                </a:lnTo>
                <a:lnTo>
                  <a:pt x="51" y="13"/>
                </a:lnTo>
                <a:close/>
                <a:moveTo>
                  <a:pt x="20" y="49"/>
                </a:moveTo>
                <a:lnTo>
                  <a:pt x="91" y="49"/>
                </a:lnTo>
                <a:lnTo>
                  <a:pt x="91" y="72"/>
                </a:lnTo>
                <a:lnTo>
                  <a:pt x="20" y="72"/>
                </a:lnTo>
                <a:lnTo>
                  <a:pt x="7" y="60"/>
                </a:lnTo>
                <a:lnTo>
                  <a:pt x="20" y="4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6" name="Group 15"/>
          <p:cNvGrpSpPr/>
          <p:nvPr/>
        </p:nvGrpSpPr>
        <p:grpSpPr>
          <a:xfrm>
            <a:off x="3329361" y="1652826"/>
            <a:ext cx="161373" cy="301788"/>
            <a:chOff x="3329361" y="1652826"/>
            <a:chExt cx="161373" cy="301788"/>
          </a:xfrm>
          <a:solidFill>
            <a:schemeClr val="tx1"/>
          </a:solidFill>
        </p:grpSpPr>
        <p:sp>
          <p:nvSpPr>
            <p:cNvPr id="294" name="Freeform 295"/>
            <p:cNvSpPr>
              <a:spLocks noEditPoints="1"/>
            </p:cNvSpPr>
            <p:nvPr/>
          </p:nvSpPr>
          <p:spPr bwMode="auto">
            <a:xfrm>
              <a:off x="3329361" y="1652826"/>
              <a:ext cx="161373" cy="301788"/>
            </a:xfrm>
            <a:custGeom>
              <a:avLst/>
              <a:gdLst>
                <a:gd name="T0" fmla="*/ 0 w 77"/>
                <a:gd name="T1" fmla="*/ 144 h 144"/>
                <a:gd name="T2" fmla="*/ 77 w 77"/>
                <a:gd name="T3" fmla="*/ 144 h 144"/>
                <a:gd name="T4" fmla="*/ 77 w 77"/>
                <a:gd name="T5" fmla="*/ 0 h 144"/>
                <a:gd name="T6" fmla="*/ 0 w 77"/>
                <a:gd name="T7" fmla="*/ 0 h 144"/>
                <a:gd name="T8" fmla="*/ 0 w 77"/>
                <a:gd name="T9" fmla="*/ 144 h 144"/>
                <a:gd name="T10" fmla="*/ 5 w 77"/>
                <a:gd name="T11" fmla="*/ 139 h 144"/>
                <a:gd name="T12" fmla="*/ 5 w 77"/>
                <a:gd name="T13" fmla="*/ 117 h 144"/>
                <a:gd name="T14" fmla="*/ 72 w 77"/>
                <a:gd name="T15" fmla="*/ 117 h 144"/>
                <a:gd name="T16" fmla="*/ 72 w 77"/>
                <a:gd name="T17" fmla="*/ 139 h 144"/>
                <a:gd name="T18" fmla="*/ 5 w 77"/>
                <a:gd name="T19" fmla="*/ 139 h 144"/>
                <a:gd name="T20" fmla="*/ 5 w 77"/>
                <a:gd name="T21" fmla="*/ 112 h 144"/>
                <a:gd name="T22" fmla="*/ 5 w 77"/>
                <a:gd name="T23" fmla="*/ 22 h 144"/>
                <a:gd name="T24" fmla="*/ 72 w 77"/>
                <a:gd name="T25" fmla="*/ 22 h 144"/>
                <a:gd name="T26" fmla="*/ 72 w 77"/>
                <a:gd name="T27" fmla="*/ 112 h 144"/>
                <a:gd name="T28" fmla="*/ 5 w 77"/>
                <a:gd name="T29" fmla="*/ 112 h 144"/>
                <a:gd name="T30" fmla="*/ 72 w 77"/>
                <a:gd name="T31" fmla="*/ 4 h 144"/>
                <a:gd name="T32" fmla="*/ 72 w 77"/>
                <a:gd name="T33" fmla="*/ 18 h 144"/>
                <a:gd name="T34" fmla="*/ 5 w 77"/>
                <a:gd name="T35" fmla="*/ 18 h 144"/>
                <a:gd name="T36" fmla="*/ 5 w 77"/>
                <a:gd name="T37" fmla="*/ 4 h 144"/>
                <a:gd name="T38" fmla="*/ 72 w 77"/>
                <a:gd name="T39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7" h="144">
                  <a:moveTo>
                    <a:pt x="0" y="144"/>
                  </a:moveTo>
                  <a:lnTo>
                    <a:pt x="77" y="144"/>
                  </a:lnTo>
                  <a:lnTo>
                    <a:pt x="77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139"/>
                  </a:moveTo>
                  <a:lnTo>
                    <a:pt x="5" y="117"/>
                  </a:lnTo>
                  <a:lnTo>
                    <a:pt x="72" y="117"/>
                  </a:lnTo>
                  <a:lnTo>
                    <a:pt x="72" y="139"/>
                  </a:lnTo>
                  <a:lnTo>
                    <a:pt x="5" y="139"/>
                  </a:lnTo>
                  <a:close/>
                  <a:moveTo>
                    <a:pt x="5" y="112"/>
                  </a:moveTo>
                  <a:lnTo>
                    <a:pt x="5" y="22"/>
                  </a:lnTo>
                  <a:lnTo>
                    <a:pt x="72" y="22"/>
                  </a:lnTo>
                  <a:lnTo>
                    <a:pt x="72" y="112"/>
                  </a:lnTo>
                  <a:lnTo>
                    <a:pt x="5" y="112"/>
                  </a:lnTo>
                  <a:close/>
                  <a:moveTo>
                    <a:pt x="72" y="4"/>
                  </a:moveTo>
                  <a:lnTo>
                    <a:pt x="72" y="18"/>
                  </a:lnTo>
                  <a:lnTo>
                    <a:pt x="5" y="18"/>
                  </a:lnTo>
                  <a:lnTo>
                    <a:pt x="5" y="4"/>
                  </a:lnTo>
                  <a:lnTo>
                    <a:pt x="72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5" name="Rectangle 296"/>
            <p:cNvSpPr>
              <a:spLocks noChangeArrowheads="1"/>
            </p:cNvSpPr>
            <p:nvPr/>
          </p:nvSpPr>
          <p:spPr bwMode="auto">
            <a:xfrm>
              <a:off x="3392233" y="1671688"/>
              <a:ext cx="37724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6" name="Freeform 297"/>
            <p:cNvSpPr>
              <a:spLocks noEditPoints="1"/>
            </p:cNvSpPr>
            <p:nvPr/>
          </p:nvSpPr>
          <p:spPr bwMode="auto">
            <a:xfrm>
              <a:off x="3396425" y="1906412"/>
              <a:ext cx="27245" cy="293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7" name="Freeform 298"/>
          <p:cNvSpPr>
            <a:spLocks noEditPoints="1"/>
          </p:cNvSpPr>
          <p:nvPr/>
        </p:nvSpPr>
        <p:spPr bwMode="auto">
          <a:xfrm>
            <a:off x="3660489" y="1650730"/>
            <a:ext cx="282927" cy="303884"/>
          </a:xfrm>
          <a:custGeom>
            <a:avLst/>
            <a:gdLst>
              <a:gd name="T0" fmla="*/ 0 w 240"/>
              <a:gd name="T1" fmla="*/ 145 h 257"/>
              <a:gd name="T2" fmla="*/ 64 w 240"/>
              <a:gd name="T3" fmla="*/ 209 h 257"/>
              <a:gd name="T4" fmla="*/ 108 w 240"/>
              <a:gd name="T5" fmla="*/ 182 h 257"/>
              <a:gd name="T6" fmla="*/ 84 w 240"/>
              <a:gd name="T7" fmla="*/ 249 h 257"/>
              <a:gd name="T8" fmla="*/ 84 w 240"/>
              <a:gd name="T9" fmla="*/ 257 h 257"/>
              <a:gd name="T10" fmla="*/ 156 w 240"/>
              <a:gd name="T11" fmla="*/ 257 h 257"/>
              <a:gd name="T12" fmla="*/ 156 w 240"/>
              <a:gd name="T13" fmla="*/ 249 h 257"/>
              <a:gd name="T14" fmla="*/ 132 w 240"/>
              <a:gd name="T15" fmla="*/ 182 h 257"/>
              <a:gd name="T16" fmla="*/ 180 w 240"/>
              <a:gd name="T17" fmla="*/ 209 h 257"/>
              <a:gd name="T18" fmla="*/ 240 w 240"/>
              <a:gd name="T19" fmla="*/ 145 h 257"/>
              <a:gd name="T20" fmla="*/ 180 w 240"/>
              <a:gd name="T21" fmla="*/ 44 h 257"/>
              <a:gd name="T22" fmla="*/ 122 w 240"/>
              <a:gd name="T23" fmla="*/ 1 h 257"/>
              <a:gd name="T24" fmla="*/ 120 w 240"/>
              <a:gd name="T25" fmla="*/ 0 h 257"/>
              <a:gd name="T26" fmla="*/ 118 w 240"/>
              <a:gd name="T27" fmla="*/ 1 h 257"/>
              <a:gd name="T28" fmla="*/ 59 w 240"/>
              <a:gd name="T29" fmla="*/ 44 h 257"/>
              <a:gd name="T30" fmla="*/ 0 w 240"/>
              <a:gd name="T31" fmla="*/ 145 h 257"/>
              <a:gd name="T32" fmla="*/ 120 w 240"/>
              <a:gd name="T33" fmla="*/ 10 h 257"/>
              <a:gd name="T34" fmla="*/ 232 w 240"/>
              <a:gd name="T35" fmla="*/ 145 h 257"/>
              <a:gd name="T36" fmla="*/ 180 w 240"/>
              <a:gd name="T37" fmla="*/ 201 h 257"/>
              <a:gd name="T38" fmla="*/ 132 w 240"/>
              <a:gd name="T39" fmla="*/ 153 h 257"/>
              <a:gd name="T40" fmla="*/ 124 w 240"/>
              <a:gd name="T41" fmla="*/ 153 h 257"/>
              <a:gd name="T42" fmla="*/ 124 w 240"/>
              <a:gd name="T43" fmla="*/ 177 h 257"/>
              <a:gd name="T44" fmla="*/ 140 w 240"/>
              <a:gd name="T45" fmla="*/ 249 h 257"/>
              <a:gd name="T46" fmla="*/ 99 w 240"/>
              <a:gd name="T47" fmla="*/ 249 h 257"/>
              <a:gd name="T48" fmla="*/ 116 w 240"/>
              <a:gd name="T49" fmla="*/ 177 h 257"/>
              <a:gd name="T50" fmla="*/ 116 w 240"/>
              <a:gd name="T51" fmla="*/ 153 h 257"/>
              <a:gd name="T52" fmla="*/ 108 w 240"/>
              <a:gd name="T53" fmla="*/ 153 h 257"/>
              <a:gd name="T54" fmla="*/ 64 w 240"/>
              <a:gd name="T55" fmla="*/ 201 h 257"/>
              <a:gd name="T56" fmla="*/ 8 w 240"/>
              <a:gd name="T57" fmla="*/ 145 h 257"/>
              <a:gd name="T58" fmla="*/ 120 w 240"/>
              <a:gd name="T59" fmla="*/ 10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40" h="257">
                <a:moveTo>
                  <a:pt x="0" y="145"/>
                </a:moveTo>
                <a:cubicBezTo>
                  <a:pt x="0" y="179"/>
                  <a:pt x="30" y="209"/>
                  <a:pt x="64" y="209"/>
                </a:cubicBezTo>
                <a:cubicBezTo>
                  <a:pt x="83" y="209"/>
                  <a:pt x="99" y="199"/>
                  <a:pt x="108" y="182"/>
                </a:cubicBezTo>
                <a:cubicBezTo>
                  <a:pt x="107" y="203"/>
                  <a:pt x="102" y="249"/>
                  <a:pt x="84" y="249"/>
                </a:cubicBezTo>
                <a:cubicBezTo>
                  <a:pt x="84" y="257"/>
                  <a:pt x="84" y="257"/>
                  <a:pt x="84" y="257"/>
                </a:cubicBezTo>
                <a:cubicBezTo>
                  <a:pt x="156" y="257"/>
                  <a:pt x="156" y="257"/>
                  <a:pt x="156" y="257"/>
                </a:cubicBezTo>
                <a:cubicBezTo>
                  <a:pt x="156" y="249"/>
                  <a:pt x="156" y="249"/>
                  <a:pt x="156" y="249"/>
                </a:cubicBezTo>
                <a:cubicBezTo>
                  <a:pt x="138" y="249"/>
                  <a:pt x="133" y="204"/>
                  <a:pt x="132" y="182"/>
                </a:cubicBezTo>
                <a:cubicBezTo>
                  <a:pt x="142" y="198"/>
                  <a:pt x="159" y="209"/>
                  <a:pt x="180" y="209"/>
                </a:cubicBezTo>
                <a:cubicBezTo>
                  <a:pt x="217" y="209"/>
                  <a:pt x="240" y="176"/>
                  <a:pt x="240" y="145"/>
                </a:cubicBezTo>
                <a:cubicBezTo>
                  <a:pt x="240" y="113"/>
                  <a:pt x="220" y="79"/>
                  <a:pt x="180" y="44"/>
                </a:cubicBezTo>
                <a:cubicBezTo>
                  <a:pt x="151" y="18"/>
                  <a:pt x="122" y="2"/>
                  <a:pt x="122" y="1"/>
                </a:cubicBezTo>
                <a:cubicBezTo>
                  <a:pt x="120" y="0"/>
                  <a:pt x="120" y="0"/>
                  <a:pt x="120" y="0"/>
                </a:cubicBezTo>
                <a:cubicBezTo>
                  <a:pt x="118" y="1"/>
                  <a:pt x="118" y="1"/>
                  <a:pt x="118" y="1"/>
                </a:cubicBezTo>
                <a:cubicBezTo>
                  <a:pt x="117" y="2"/>
                  <a:pt x="88" y="18"/>
                  <a:pt x="59" y="44"/>
                </a:cubicBezTo>
                <a:cubicBezTo>
                  <a:pt x="20" y="79"/>
                  <a:pt x="0" y="113"/>
                  <a:pt x="0" y="145"/>
                </a:cubicBezTo>
                <a:close/>
                <a:moveTo>
                  <a:pt x="120" y="10"/>
                </a:moveTo>
                <a:cubicBezTo>
                  <a:pt x="135" y="19"/>
                  <a:pt x="232" y="79"/>
                  <a:pt x="232" y="145"/>
                </a:cubicBezTo>
                <a:cubicBezTo>
                  <a:pt x="232" y="172"/>
                  <a:pt x="212" y="201"/>
                  <a:pt x="180" y="201"/>
                </a:cubicBezTo>
                <a:cubicBezTo>
                  <a:pt x="152" y="201"/>
                  <a:pt x="132" y="180"/>
                  <a:pt x="132" y="153"/>
                </a:cubicBezTo>
                <a:cubicBezTo>
                  <a:pt x="124" y="153"/>
                  <a:pt x="124" y="153"/>
                  <a:pt x="124" y="153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24" y="183"/>
                  <a:pt x="124" y="230"/>
                  <a:pt x="140" y="249"/>
                </a:cubicBezTo>
                <a:cubicBezTo>
                  <a:pt x="99" y="249"/>
                  <a:pt x="99" y="249"/>
                  <a:pt x="99" y="249"/>
                </a:cubicBezTo>
                <a:cubicBezTo>
                  <a:pt x="115" y="230"/>
                  <a:pt x="116" y="183"/>
                  <a:pt x="116" y="177"/>
                </a:cubicBezTo>
                <a:cubicBezTo>
                  <a:pt x="116" y="153"/>
                  <a:pt x="116" y="153"/>
                  <a:pt x="116" y="153"/>
                </a:cubicBezTo>
                <a:cubicBezTo>
                  <a:pt x="108" y="153"/>
                  <a:pt x="108" y="153"/>
                  <a:pt x="108" y="153"/>
                </a:cubicBezTo>
                <a:cubicBezTo>
                  <a:pt x="106" y="177"/>
                  <a:pt x="91" y="201"/>
                  <a:pt x="64" y="201"/>
                </a:cubicBezTo>
                <a:cubicBezTo>
                  <a:pt x="34" y="201"/>
                  <a:pt x="8" y="175"/>
                  <a:pt x="8" y="145"/>
                </a:cubicBezTo>
                <a:cubicBezTo>
                  <a:pt x="8" y="79"/>
                  <a:pt x="105" y="19"/>
                  <a:pt x="120" y="1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8" name="Freeform 299"/>
          <p:cNvSpPr>
            <a:spLocks noEditPoints="1"/>
          </p:cNvSpPr>
          <p:nvPr/>
        </p:nvSpPr>
        <p:spPr bwMode="auto">
          <a:xfrm>
            <a:off x="4044011" y="1673783"/>
            <a:ext cx="301788" cy="257778"/>
          </a:xfrm>
          <a:custGeom>
            <a:avLst/>
            <a:gdLst>
              <a:gd name="T0" fmla="*/ 0 w 144"/>
              <a:gd name="T1" fmla="*/ 0 h 123"/>
              <a:gd name="T2" fmla="*/ 0 w 144"/>
              <a:gd name="T3" fmla="*/ 113 h 123"/>
              <a:gd name="T4" fmla="*/ 72 w 144"/>
              <a:gd name="T5" fmla="*/ 123 h 123"/>
              <a:gd name="T6" fmla="*/ 144 w 144"/>
              <a:gd name="T7" fmla="*/ 113 h 123"/>
              <a:gd name="T8" fmla="*/ 144 w 144"/>
              <a:gd name="T9" fmla="*/ 0 h 123"/>
              <a:gd name="T10" fmla="*/ 72 w 144"/>
              <a:gd name="T11" fmla="*/ 10 h 123"/>
              <a:gd name="T12" fmla="*/ 0 w 144"/>
              <a:gd name="T13" fmla="*/ 0 h 123"/>
              <a:gd name="T14" fmla="*/ 4 w 144"/>
              <a:gd name="T15" fmla="*/ 5 h 123"/>
              <a:gd name="T16" fmla="*/ 69 w 144"/>
              <a:gd name="T17" fmla="*/ 14 h 123"/>
              <a:gd name="T18" fmla="*/ 69 w 144"/>
              <a:gd name="T19" fmla="*/ 118 h 123"/>
              <a:gd name="T20" fmla="*/ 4 w 144"/>
              <a:gd name="T21" fmla="*/ 109 h 123"/>
              <a:gd name="T22" fmla="*/ 4 w 144"/>
              <a:gd name="T23" fmla="*/ 5 h 123"/>
              <a:gd name="T24" fmla="*/ 139 w 144"/>
              <a:gd name="T25" fmla="*/ 109 h 123"/>
              <a:gd name="T26" fmla="*/ 74 w 144"/>
              <a:gd name="T27" fmla="*/ 118 h 123"/>
              <a:gd name="T28" fmla="*/ 74 w 144"/>
              <a:gd name="T29" fmla="*/ 14 h 123"/>
              <a:gd name="T30" fmla="*/ 139 w 144"/>
              <a:gd name="T31" fmla="*/ 5 h 123"/>
              <a:gd name="T32" fmla="*/ 139 w 144"/>
              <a:gd name="T33" fmla="*/ 10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4" h="123">
                <a:moveTo>
                  <a:pt x="0" y="0"/>
                </a:moveTo>
                <a:lnTo>
                  <a:pt x="0" y="113"/>
                </a:lnTo>
                <a:lnTo>
                  <a:pt x="72" y="123"/>
                </a:lnTo>
                <a:lnTo>
                  <a:pt x="144" y="113"/>
                </a:lnTo>
                <a:lnTo>
                  <a:pt x="144" y="0"/>
                </a:lnTo>
                <a:lnTo>
                  <a:pt x="72" y="10"/>
                </a:lnTo>
                <a:lnTo>
                  <a:pt x="0" y="0"/>
                </a:lnTo>
                <a:close/>
                <a:moveTo>
                  <a:pt x="4" y="5"/>
                </a:moveTo>
                <a:lnTo>
                  <a:pt x="69" y="14"/>
                </a:lnTo>
                <a:lnTo>
                  <a:pt x="69" y="118"/>
                </a:lnTo>
                <a:lnTo>
                  <a:pt x="4" y="109"/>
                </a:lnTo>
                <a:lnTo>
                  <a:pt x="4" y="5"/>
                </a:lnTo>
                <a:close/>
                <a:moveTo>
                  <a:pt x="139" y="109"/>
                </a:moveTo>
                <a:lnTo>
                  <a:pt x="74" y="118"/>
                </a:lnTo>
                <a:lnTo>
                  <a:pt x="74" y="14"/>
                </a:lnTo>
                <a:lnTo>
                  <a:pt x="139" y="5"/>
                </a:lnTo>
                <a:lnTo>
                  <a:pt x="139" y="10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9" name="Freeform 300"/>
          <p:cNvSpPr>
            <a:spLocks noEditPoints="1"/>
          </p:cNvSpPr>
          <p:nvPr/>
        </p:nvSpPr>
        <p:spPr bwMode="auto">
          <a:xfrm>
            <a:off x="4435917" y="1673783"/>
            <a:ext cx="301788" cy="257778"/>
          </a:xfrm>
          <a:custGeom>
            <a:avLst/>
            <a:gdLst>
              <a:gd name="T0" fmla="*/ 144 w 144"/>
              <a:gd name="T1" fmla="*/ 113 h 123"/>
              <a:gd name="T2" fmla="*/ 144 w 144"/>
              <a:gd name="T3" fmla="*/ 0 h 123"/>
              <a:gd name="T4" fmla="*/ 72 w 144"/>
              <a:gd name="T5" fmla="*/ 10 h 123"/>
              <a:gd name="T6" fmla="*/ 0 w 144"/>
              <a:gd name="T7" fmla="*/ 0 h 123"/>
              <a:gd name="T8" fmla="*/ 0 w 144"/>
              <a:gd name="T9" fmla="*/ 113 h 123"/>
              <a:gd name="T10" fmla="*/ 72 w 144"/>
              <a:gd name="T11" fmla="*/ 123 h 123"/>
              <a:gd name="T12" fmla="*/ 144 w 144"/>
              <a:gd name="T13" fmla="*/ 113 h 123"/>
              <a:gd name="T14" fmla="*/ 139 w 144"/>
              <a:gd name="T15" fmla="*/ 109 h 123"/>
              <a:gd name="T16" fmla="*/ 74 w 144"/>
              <a:gd name="T17" fmla="*/ 118 h 123"/>
              <a:gd name="T18" fmla="*/ 74 w 144"/>
              <a:gd name="T19" fmla="*/ 14 h 123"/>
              <a:gd name="T20" fmla="*/ 94 w 144"/>
              <a:gd name="T21" fmla="*/ 12 h 123"/>
              <a:gd name="T22" fmla="*/ 94 w 144"/>
              <a:gd name="T23" fmla="*/ 54 h 123"/>
              <a:gd name="T24" fmla="*/ 106 w 144"/>
              <a:gd name="T25" fmla="*/ 48 h 123"/>
              <a:gd name="T26" fmla="*/ 117 w 144"/>
              <a:gd name="T27" fmla="*/ 54 h 123"/>
              <a:gd name="T28" fmla="*/ 117 w 144"/>
              <a:gd name="T29" fmla="*/ 9 h 123"/>
              <a:gd name="T30" fmla="*/ 139 w 144"/>
              <a:gd name="T31" fmla="*/ 5 h 123"/>
              <a:gd name="T32" fmla="*/ 139 w 144"/>
              <a:gd name="T33" fmla="*/ 109 h 123"/>
              <a:gd name="T34" fmla="*/ 99 w 144"/>
              <a:gd name="T35" fmla="*/ 11 h 123"/>
              <a:gd name="T36" fmla="*/ 112 w 144"/>
              <a:gd name="T37" fmla="*/ 9 h 123"/>
              <a:gd name="T38" fmla="*/ 112 w 144"/>
              <a:gd name="T39" fmla="*/ 47 h 123"/>
              <a:gd name="T40" fmla="*/ 106 w 144"/>
              <a:gd name="T41" fmla="*/ 43 h 123"/>
              <a:gd name="T42" fmla="*/ 99 w 144"/>
              <a:gd name="T43" fmla="*/ 47 h 123"/>
              <a:gd name="T44" fmla="*/ 99 w 144"/>
              <a:gd name="T45" fmla="*/ 11 h 123"/>
              <a:gd name="T46" fmla="*/ 4 w 144"/>
              <a:gd name="T47" fmla="*/ 5 h 123"/>
              <a:gd name="T48" fmla="*/ 70 w 144"/>
              <a:gd name="T49" fmla="*/ 14 h 123"/>
              <a:gd name="T50" fmla="*/ 70 w 144"/>
              <a:gd name="T51" fmla="*/ 118 h 123"/>
              <a:gd name="T52" fmla="*/ 4 w 144"/>
              <a:gd name="T53" fmla="*/ 109 h 123"/>
              <a:gd name="T54" fmla="*/ 4 w 144"/>
              <a:gd name="T55" fmla="*/ 5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4" h="123">
                <a:moveTo>
                  <a:pt x="144" y="113"/>
                </a:moveTo>
                <a:lnTo>
                  <a:pt x="144" y="0"/>
                </a:lnTo>
                <a:lnTo>
                  <a:pt x="72" y="10"/>
                </a:lnTo>
                <a:lnTo>
                  <a:pt x="0" y="0"/>
                </a:lnTo>
                <a:lnTo>
                  <a:pt x="0" y="113"/>
                </a:lnTo>
                <a:lnTo>
                  <a:pt x="72" y="123"/>
                </a:lnTo>
                <a:lnTo>
                  <a:pt x="144" y="113"/>
                </a:lnTo>
                <a:close/>
                <a:moveTo>
                  <a:pt x="139" y="109"/>
                </a:moveTo>
                <a:lnTo>
                  <a:pt x="74" y="118"/>
                </a:lnTo>
                <a:lnTo>
                  <a:pt x="74" y="14"/>
                </a:lnTo>
                <a:lnTo>
                  <a:pt x="94" y="12"/>
                </a:lnTo>
                <a:lnTo>
                  <a:pt x="94" y="54"/>
                </a:lnTo>
                <a:lnTo>
                  <a:pt x="106" y="48"/>
                </a:lnTo>
                <a:lnTo>
                  <a:pt x="117" y="54"/>
                </a:lnTo>
                <a:lnTo>
                  <a:pt x="117" y="9"/>
                </a:lnTo>
                <a:lnTo>
                  <a:pt x="139" y="5"/>
                </a:lnTo>
                <a:lnTo>
                  <a:pt x="139" y="109"/>
                </a:lnTo>
                <a:close/>
                <a:moveTo>
                  <a:pt x="99" y="11"/>
                </a:moveTo>
                <a:lnTo>
                  <a:pt x="112" y="9"/>
                </a:lnTo>
                <a:lnTo>
                  <a:pt x="112" y="47"/>
                </a:lnTo>
                <a:lnTo>
                  <a:pt x="106" y="43"/>
                </a:lnTo>
                <a:lnTo>
                  <a:pt x="99" y="47"/>
                </a:lnTo>
                <a:lnTo>
                  <a:pt x="99" y="11"/>
                </a:lnTo>
                <a:close/>
                <a:moveTo>
                  <a:pt x="4" y="5"/>
                </a:moveTo>
                <a:lnTo>
                  <a:pt x="70" y="14"/>
                </a:lnTo>
                <a:lnTo>
                  <a:pt x="70" y="118"/>
                </a:lnTo>
                <a:lnTo>
                  <a:pt x="4" y="109"/>
                </a:lnTo>
                <a:lnTo>
                  <a:pt x="4" y="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9" name="Group 28"/>
          <p:cNvGrpSpPr/>
          <p:nvPr/>
        </p:nvGrpSpPr>
        <p:grpSpPr>
          <a:xfrm>
            <a:off x="4827822" y="1673783"/>
            <a:ext cx="301788" cy="257778"/>
            <a:chOff x="4827822" y="1673783"/>
            <a:chExt cx="301788" cy="257778"/>
          </a:xfrm>
          <a:solidFill>
            <a:schemeClr val="tx1"/>
          </a:solidFill>
        </p:grpSpPr>
        <p:sp>
          <p:nvSpPr>
            <p:cNvPr id="300" name="Freeform 301"/>
            <p:cNvSpPr>
              <a:spLocks noEditPoints="1"/>
            </p:cNvSpPr>
            <p:nvPr/>
          </p:nvSpPr>
          <p:spPr bwMode="auto">
            <a:xfrm>
              <a:off x="4827822" y="1673783"/>
              <a:ext cx="301788" cy="257778"/>
            </a:xfrm>
            <a:custGeom>
              <a:avLst/>
              <a:gdLst>
                <a:gd name="T0" fmla="*/ 0 w 144"/>
                <a:gd name="T1" fmla="*/ 0 h 123"/>
                <a:gd name="T2" fmla="*/ 0 w 144"/>
                <a:gd name="T3" fmla="*/ 113 h 123"/>
                <a:gd name="T4" fmla="*/ 72 w 144"/>
                <a:gd name="T5" fmla="*/ 123 h 123"/>
                <a:gd name="T6" fmla="*/ 144 w 144"/>
                <a:gd name="T7" fmla="*/ 113 h 123"/>
                <a:gd name="T8" fmla="*/ 144 w 144"/>
                <a:gd name="T9" fmla="*/ 0 h 123"/>
                <a:gd name="T10" fmla="*/ 72 w 144"/>
                <a:gd name="T11" fmla="*/ 10 h 123"/>
                <a:gd name="T12" fmla="*/ 0 w 144"/>
                <a:gd name="T13" fmla="*/ 0 h 123"/>
                <a:gd name="T14" fmla="*/ 4 w 144"/>
                <a:gd name="T15" fmla="*/ 5 h 123"/>
                <a:gd name="T16" fmla="*/ 70 w 144"/>
                <a:gd name="T17" fmla="*/ 14 h 123"/>
                <a:gd name="T18" fmla="*/ 70 w 144"/>
                <a:gd name="T19" fmla="*/ 118 h 123"/>
                <a:gd name="T20" fmla="*/ 4 w 144"/>
                <a:gd name="T21" fmla="*/ 109 h 123"/>
                <a:gd name="T22" fmla="*/ 4 w 144"/>
                <a:gd name="T23" fmla="*/ 5 h 123"/>
                <a:gd name="T24" fmla="*/ 139 w 144"/>
                <a:gd name="T25" fmla="*/ 109 h 123"/>
                <a:gd name="T26" fmla="*/ 74 w 144"/>
                <a:gd name="T27" fmla="*/ 118 h 123"/>
                <a:gd name="T28" fmla="*/ 74 w 144"/>
                <a:gd name="T29" fmla="*/ 14 h 123"/>
                <a:gd name="T30" fmla="*/ 139 w 144"/>
                <a:gd name="T31" fmla="*/ 5 h 123"/>
                <a:gd name="T32" fmla="*/ 139 w 144"/>
                <a:gd name="T33" fmla="*/ 10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4" h="123">
                  <a:moveTo>
                    <a:pt x="0" y="0"/>
                  </a:moveTo>
                  <a:lnTo>
                    <a:pt x="0" y="113"/>
                  </a:lnTo>
                  <a:lnTo>
                    <a:pt x="72" y="123"/>
                  </a:lnTo>
                  <a:lnTo>
                    <a:pt x="144" y="113"/>
                  </a:lnTo>
                  <a:lnTo>
                    <a:pt x="144" y="0"/>
                  </a:lnTo>
                  <a:lnTo>
                    <a:pt x="72" y="10"/>
                  </a:lnTo>
                  <a:lnTo>
                    <a:pt x="0" y="0"/>
                  </a:lnTo>
                  <a:close/>
                  <a:moveTo>
                    <a:pt x="4" y="5"/>
                  </a:moveTo>
                  <a:lnTo>
                    <a:pt x="70" y="14"/>
                  </a:lnTo>
                  <a:lnTo>
                    <a:pt x="70" y="118"/>
                  </a:lnTo>
                  <a:lnTo>
                    <a:pt x="4" y="109"/>
                  </a:lnTo>
                  <a:lnTo>
                    <a:pt x="4" y="5"/>
                  </a:lnTo>
                  <a:close/>
                  <a:moveTo>
                    <a:pt x="139" y="109"/>
                  </a:moveTo>
                  <a:lnTo>
                    <a:pt x="74" y="118"/>
                  </a:lnTo>
                  <a:lnTo>
                    <a:pt x="74" y="14"/>
                  </a:lnTo>
                  <a:lnTo>
                    <a:pt x="139" y="5"/>
                  </a:lnTo>
                  <a:lnTo>
                    <a:pt x="139" y="10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1" name="Freeform 302"/>
            <p:cNvSpPr>
              <a:spLocks/>
            </p:cNvSpPr>
            <p:nvPr/>
          </p:nvSpPr>
          <p:spPr bwMode="auto">
            <a:xfrm>
              <a:off x="4861354" y="1724081"/>
              <a:ext cx="88022" cy="18862"/>
            </a:xfrm>
            <a:custGeom>
              <a:avLst/>
              <a:gdLst>
                <a:gd name="T0" fmla="*/ 0 w 42"/>
                <a:gd name="T1" fmla="*/ 0 h 9"/>
                <a:gd name="T2" fmla="*/ 42 w 42"/>
                <a:gd name="T3" fmla="*/ 4 h 9"/>
                <a:gd name="T4" fmla="*/ 42 w 42"/>
                <a:gd name="T5" fmla="*/ 9 h 9"/>
                <a:gd name="T6" fmla="*/ 0 w 42"/>
                <a:gd name="T7" fmla="*/ 4 h 9"/>
                <a:gd name="T8" fmla="*/ 0 w 4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9">
                  <a:moveTo>
                    <a:pt x="0" y="0"/>
                  </a:moveTo>
                  <a:lnTo>
                    <a:pt x="42" y="4"/>
                  </a:lnTo>
                  <a:lnTo>
                    <a:pt x="42" y="9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2" name="Freeform 303"/>
            <p:cNvSpPr>
              <a:spLocks/>
            </p:cNvSpPr>
            <p:nvPr/>
          </p:nvSpPr>
          <p:spPr bwMode="auto">
            <a:xfrm>
              <a:off x="4861354" y="1770188"/>
              <a:ext cx="88022" cy="18862"/>
            </a:xfrm>
            <a:custGeom>
              <a:avLst/>
              <a:gdLst>
                <a:gd name="T0" fmla="*/ 42 w 42"/>
                <a:gd name="T1" fmla="*/ 9 h 9"/>
                <a:gd name="T2" fmla="*/ 0 w 42"/>
                <a:gd name="T3" fmla="*/ 5 h 9"/>
                <a:gd name="T4" fmla="*/ 0 w 42"/>
                <a:gd name="T5" fmla="*/ 0 h 9"/>
                <a:gd name="T6" fmla="*/ 42 w 42"/>
                <a:gd name="T7" fmla="*/ 5 h 9"/>
                <a:gd name="T8" fmla="*/ 42 w 4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9">
                  <a:moveTo>
                    <a:pt x="42" y="9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2" y="5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304"/>
            <p:cNvSpPr>
              <a:spLocks/>
            </p:cNvSpPr>
            <p:nvPr/>
          </p:nvSpPr>
          <p:spPr bwMode="auto">
            <a:xfrm>
              <a:off x="4861354" y="1818390"/>
              <a:ext cx="88022" cy="18862"/>
            </a:xfrm>
            <a:custGeom>
              <a:avLst/>
              <a:gdLst>
                <a:gd name="T0" fmla="*/ 42 w 42"/>
                <a:gd name="T1" fmla="*/ 9 h 9"/>
                <a:gd name="T2" fmla="*/ 0 w 42"/>
                <a:gd name="T3" fmla="*/ 4 h 9"/>
                <a:gd name="T4" fmla="*/ 0 w 42"/>
                <a:gd name="T5" fmla="*/ 0 h 9"/>
                <a:gd name="T6" fmla="*/ 42 w 42"/>
                <a:gd name="T7" fmla="*/ 4 h 9"/>
                <a:gd name="T8" fmla="*/ 42 w 4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9">
                  <a:moveTo>
                    <a:pt x="42" y="9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42" y="4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Freeform 305"/>
            <p:cNvSpPr>
              <a:spLocks/>
            </p:cNvSpPr>
            <p:nvPr/>
          </p:nvSpPr>
          <p:spPr bwMode="auto">
            <a:xfrm>
              <a:off x="4861354" y="1864497"/>
              <a:ext cx="88022" cy="18862"/>
            </a:xfrm>
            <a:custGeom>
              <a:avLst/>
              <a:gdLst>
                <a:gd name="T0" fmla="*/ 42 w 42"/>
                <a:gd name="T1" fmla="*/ 9 h 9"/>
                <a:gd name="T2" fmla="*/ 0 w 42"/>
                <a:gd name="T3" fmla="*/ 5 h 9"/>
                <a:gd name="T4" fmla="*/ 0 w 42"/>
                <a:gd name="T5" fmla="*/ 0 h 9"/>
                <a:gd name="T6" fmla="*/ 42 w 42"/>
                <a:gd name="T7" fmla="*/ 5 h 9"/>
                <a:gd name="T8" fmla="*/ 42 w 4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9">
                  <a:moveTo>
                    <a:pt x="42" y="9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2" y="5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Freeform 306"/>
            <p:cNvSpPr>
              <a:spLocks/>
            </p:cNvSpPr>
            <p:nvPr/>
          </p:nvSpPr>
          <p:spPr bwMode="auto">
            <a:xfrm>
              <a:off x="5005961" y="1724081"/>
              <a:ext cx="90118" cy="18862"/>
            </a:xfrm>
            <a:custGeom>
              <a:avLst/>
              <a:gdLst>
                <a:gd name="T0" fmla="*/ 43 w 43"/>
                <a:gd name="T1" fmla="*/ 0 h 9"/>
                <a:gd name="T2" fmla="*/ 43 w 43"/>
                <a:gd name="T3" fmla="*/ 4 h 9"/>
                <a:gd name="T4" fmla="*/ 0 w 43"/>
                <a:gd name="T5" fmla="*/ 9 h 9"/>
                <a:gd name="T6" fmla="*/ 0 w 43"/>
                <a:gd name="T7" fmla="*/ 4 h 9"/>
                <a:gd name="T8" fmla="*/ 43 w 4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3" y="0"/>
                  </a:moveTo>
                  <a:lnTo>
                    <a:pt x="43" y="4"/>
                  </a:lnTo>
                  <a:lnTo>
                    <a:pt x="0" y="9"/>
                  </a:lnTo>
                  <a:lnTo>
                    <a:pt x="0" y="4"/>
                  </a:lnTo>
                  <a:lnTo>
                    <a:pt x="4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6" name="Freeform 307"/>
            <p:cNvSpPr>
              <a:spLocks/>
            </p:cNvSpPr>
            <p:nvPr/>
          </p:nvSpPr>
          <p:spPr bwMode="auto">
            <a:xfrm>
              <a:off x="5005961" y="1770188"/>
              <a:ext cx="90118" cy="18862"/>
            </a:xfrm>
            <a:custGeom>
              <a:avLst/>
              <a:gdLst>
                <a:gd name="T0" fmla="*/ 43 w 43"/>
                <a:gd name="T1" fmla="*/ 0 h 9"/>
                <a:gd name="T2" fmla="*/ 43 w 43"/>
                <a:gd name="T3" fmla="*/ 5 h 9"/>
                <a:gd name="T4" fmla="*/ 0 w 43"/>
                <a:gd name="T5" fmla="*/ 9 h 9"/>
                <a:gd name="T6" fmla="*/ 0 w 43"/>
                <a:gd name="T7" fmla="*/ 5 h 9"/>
                <a:gd name="T8" fmla="*/ 43 w 4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3" y="0"/>
                  </a:moveTo>
                  <a:lnTo>
                    <a:pt x="43" y="5"/>
                  </a:lnTo>
                  <a:lnTo>
                    <a:pt x="0" y="9"/>
                  </a:lnTo>
                  <a:lnTo>
                    <a:pt x="0" y="5"/>
                  </a:lnTo>
                  <a:lnTo>
                    <a:pt x="4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Freeform 308"/>
            <p:cNvSpPr>
              <a:spLocks/>
            </p:cNvSpPr>
            <p:nvPr/>
          </p:nvSpPr>
          <p:spPr bwMode="auto">
            <a:xfrm>
              <a:off x="5005961" y="1818390"/>
              <a:ext cx="90118" cy="18862"/>
            </a:xfrm>
            <a:custGeom>
              <a:avLst/>
              <a:gdLst>
                <a:gd name="T0" fmla="*/ 43 w 43"/>
                <a:gd name="T1" fmla="*/ 0 h 9"/>
                <a:gd name="T2" fmla="*/ 43 w 43"/>
                <a:gd name="T3" fmla="*/ 4 h 9"/>
                <a:gd name="T4" fmla="*/ 0 w 43"/>
                <a:gd name="T5" fmla="*/ 9 h 9"/>
                <a:gd name="T6" fmla="*/ 0 w 43"/>
                <a:gd name="T7" fmla="*/ 4 h 9"/>
                <a:gd name="T8" fmla="*/ 43 w 4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3" y="0"/>
                  </a:moveTo>
                  <a:lnTo>
                    <a:pt x="43" y="4"/>
                  </a:lnTo>
                  <a:lnTo>
                    <a:pt x="0" y="9"/>
                  </a:lnTo>
                  <a:lnTo>
                    <a:pt x="0" y="4"/>
                  </a:lnTo>
                  <a:lnTo>
                    <a:pt x="4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Freeform 309"/>
            <p:cNvSpPr>
              <a:spLocks/>
            </p:cNvSpPr>
            <p:nvPr/>
          </p:nvSpPr>
          <p:spPr bwMode="auto">
            <a:xfrm>
              <a:off x="5005961" y="1864497"/>
              <a:ext cx="90118" cy="18862"/>
            </a:xfrm>
            <a:custGeom>
              <a:avLst/>
              <a:gdLst>
                <a:gd name="T0" fmla="*/ 0 w 43"/>
                <a:gd name="T1" fmla="*/ 9 h 9"/>
                <a:gd name="T2" fmla="*/ 0 w 43"/>
                <a:gd name="T3" fmla="*/ 5 h 9"/>
                <a:gd name="T4" fmla="*/ 43 w 43"/>
                <a:gd name="T5" fmla="*/ 0 h 9"/>
                <a:gd name="T6" fmla="*/ 43 w 43"/>
                <a:gd name="T7" fmla="*/ 5 h 9"/>
                <a:gd name="T8" fmla="*/ 0 w 43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0" y="9"/>
                  </a:moveTo>
                  <a:lnTo>
                    <a:pt x="0" y="5"/>
                  </a:lnTo>
                  <a:lnTo>
                    <a:pt x="43" y="0"/>
                  </a:lnTo>
                  <a:lnTo>
                    <a:pt x="43" y="5"/>
                  </a:lnTo>
                  <a:lnTo>
                    <a:pt x="0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16" name="Freeform 317"/>
          <p:cNvSpPr>
            <a:spLocks noEditPoints="1"/>
          </p:cNvSpPr>
          <p:nvPr/>
        </p:nvSpPr>
        <p:spPr bwMode="auto">
          <a:xfrm>
            <a:off x="5607441" y="1644443"/>
            <a:ext cx="310171" cy="316459"/>
          </a:xfrm>
          <a:custGeom>
            <a:avLst/>
            <a:gdLst>
              <a:gd name="T0" fmla="*/ 74 w 148"/>
              <a:gd name="T1" fmla="*/ 0 h 151"/>
              <a:gd name="T2" fmla="*/ 54 w 148"/>
              <a:gd name="T3" fmla="*/ 57 h 151"/>
              <a:gd name="T4" fmla="*/ 0 w 148"/>
              <a:gd name="T5" fmla="*/ 57 h 151"/>
              <a:gd name="T6" fmla="*/ 45 w 148"/>
              <a:gd name="T7" fmla="*/ 92 h 151"/>
              <a:gd name="T8" fmla="*/ 24 w 148"/>
              <a:gd name="T9" fmla="*/ 151 h 151"/>
              <a:gd name="T10" fmla="*/ 74 w 148"/>
              <a:gd name="T11" fmla="*/ 114 h 151"/>
              <a:gd name="T12" fmla="*/ 124 w 148"/>
              <a:gd name="T13" fmla="*/ 151 h 151"/>
              <a:gd name="T14" fmla="*/ 104 w 148"/>
              <a:gd name="T15" fmla="*/ 92 h 151"/>
              <a:gd name="T16" fmla="*/ 148 w 148"/>
              <a:gd name="T17" fmla="*/ 57 h 151"/>
              <a:gd name="T18" fmla="*/ 94 w 148"/>
              <a:gd name="T19" fmla="*/ 57 h 151"/>
              <a:gd name="T20" fmla="*/ 74 w 148"/>
              <a:gd name="T21" fmla="*/ 0 h 151"/>
              <a:gd name="T22" fmla="*/ 99 w 148"/>
              <a:gd name="T23" fmla="*/ 90 h 151"/>
              <a:gd name="T24" fmla="*/ 115 w 148"/>
              <a:gd name="T25" fmla="*/ 138 h 151"/>
              <a:gd name="T26" fmla="*/ 74 w 148"/>
              <a:gd name="T27" fmla="*/ 108 h 151"/>
              <a:gd name="T28" fmla="*/ 33 w 148"/>
              <a:gd name="T29" fmla="*/ 138 h 151"/>
              <a:gd name="T30" fmla="*/ 50 w 148"/>
              <a:gd name="T31" fmla="*/ 90 h 151"/>
              <a:gd name="T32" fmla="*/ 13 w 148"/>
              <a:gd name="T33" fmla="*/ 61 h 151"/>
              <a:gd name="T34" fmla="*/ 58 w 148"/>
              <a:gd name="T35" fmla="*/ 61 h 151"/>
              <a:gd name="T36" fmla="*/ 74 w 148"/>
              <a:gd name="T37" fmla="*/ 14 h 151"/>
              <a:gd name="T38" fmla="*/ 90 w 148"/>
              <a:gd name="T39" fmla="*/ 61 h 151"/>
              <a:gd name="T40" fmla="*/ 135 w 148"/>
              <a:gd name="T41" fmla="*/ 61 h 151"/>
              <a:gd name="T42" fmla="*/ 99 w 148"/>
              <a:gd name="T43" fmla="*/ 9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8" h="151">
                <a:moveTo>
                  <a:pt x="74" y="0"/>
                </a:moveTo>
                <a:lnTo>
                  <a:pt x="54" y="57"/>
                </a:lnTo>
                <a:lnTo>
                  <a:pt x="0" y="57"/>
                </a:lnTo>
                <a:lnTo>
                  <a:pt x="45" y="92"/>
                </a:lnTo>
                <a:lnTo>
                  <a:pt x="24" y="151"/>
                </a:lnTo>
                <a:lnTo>
                  <a:pt x="74" y="114"/>
                </a:lnTo>
                <a:lnTo>
                  <a:pt x="124" y="151"/>
                </a:lnTo>
                <a:lnTo>
                  <a:pt x="104" y="92"/>
                </a:lnTo>
                <a:lnTo>
                  <a:pt x="148" y="57"/>
                </a:lnTo>
                <a:lnTo>
                  <a:pt x="94" y="57"/>
                </a:lnTo>
                <a:lnTo>
                  <a:pt x="74" y="0"/>
                </a:lnTo>
                <a:close/>
                <a:moveTo>
                  <a:pt x="99" y="90"/>
                </a:moveTo>
                <a:lnTo>
                  <a:pt x="115" y="138"/>
                </a:lnTo>
                <a:lnTo>
                  <a:pt x="74" y="108"/>
                </a:lnTo>
                <a:lnTo>
                  <a:pt x="33" y="138"/>
                </a:lnTo>
                <a:lnTo>
                  <a:pt x="50" y="90"/>
                </a:lnTo>
                <a:lnTo>
                  <a:pt x="13" y="61"/>
                </a:lnTo>
                <a:lnTo>
                  <a:pt x="58" y="61"/>
                </a:lnTo>
                <a:lnTo>
                  <a:pt x="74" y="14"/>
                </a:lnTo>
                <a:lnTo>
                  <a:pt x="90" y="61"/>
                </a:lnTo>
                <a:lnTo>
                  <a:pt x="135" y="61"/>
                </a:lnTo>
                <a:lnTo>
                  <a:pt x="99" y="9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8" name="Group 27"/>
          <p:cNvGrpSpPr/>
          <p:nvPr/>
        </p:nvGrpSpPr>
        <p:grpSpPr>
          <a:xfrm>
            <a:off x="5219728" y="1673783"/>
            <a:ext cx="301788" cy="257778"/>
            <a:chOff x="5219728" y="1673783"/>
            <a:chExt cx="301788" cy="257778"/>
          </a:xfrm>
          <a:solidFill>
            <a:schemeClr val="tx1"/>
          </a:solidFill>
        </p:grpSpPr>
        <p:sp>
          <p:nvSpPr>
            <p:cNvPr id="309" name="Freeform 310"/>
            <p:cNvSpPr>
              <a:spLocks noEditPoints="1"/>
            </p:cNvSpPr>
            <p:nvPr/>
          </p:nvSpPr>
          <p:spPr bwMode="auto">
            <a:xfrm>
              <a:off x="5219728" y="1673783"/>
              <a:ext cx="301788" cy="257778"/>
            </a:xfrm>
            <a:custGeom>
              <a:avLst/>
              <a:gdLst>
                <a:gd name="T0" fmla="*/ 0 w 144"/>
                <a:gd name="T1" fmla="*/ 0 h 123"/>
                <a:gd name="T2" fmla="*/ 0 w 144"/>
                <a:gd name="T3" fmla="*/ 113 h 123"/>
                <a:gd name="T4" fmla="*/ 72 w 144"/>
                <a:gd name="T5" fmla="*/ 123 h 123"/>
                <a:gd name="T6" fmla="*/ 144 w 144"/>
                <a:gd name="T7" fmla="*/ 113 h 123"/>
                <a:gd name="T8" fmla="*/ 144 w 144"/>
                <a:gd name="T9" fmla="*/ 0 h 123"/>
                <a:gd name="T10" fmla="*/ 72 w 144"/>
                <a:gd name="T11" fmla="*/ 10 h 123"/>
                <a:gd name="T12" fmla="*/ 0 w 144"/>
                <a:gd name="T13" fmla="*/ 0 h 123"/>
                <a:gd name="T14" fmla="*/ 4 w 144"/>
                <a:gd name="T15" fmla="*/ 5 h 123"/>
                <a:gd name="T16" fmla="*/ 70 w 144"/>
                <a:gd name="T17" fmla="*/ 14 h 123"/>
                <a:gd name="T18" fmla="*/ 70 w 144"/>
                <a:gd name="T19" fmla="*/ 118 h 123"/>
                <a:gd name="T20" fmla="*/ 4 w 144"/>
                <a:gd name="T21" fmla="*/ 109 h 123"/>
                <a:gd name="T22" fmla="*/ 4 w 144"/>
                <a:gd name="T23" fmla="*/ 5 h 123"/>
                <a:gd name="T24" fmla="*/ 140 w 144"/>
                <a:gd name="T25" fmla="*/ 109 h 123"/>
                <a:gd name="T26" fmla="*/ 74 w 144"/>
                <a:gd name="T27" fmla="*/ 118 h 123"/>
                <a:gd name="T28" fmla="*/ 74 w 144"/>
                <a:gd name="T29" fmla="*/ 14 h 123"/>
                <a:gd name="T30" fmla="*/ 94 w 144"/>
                <a:gd name="T31" fmla="*/ 12 h 123"/>
                <a:gd name="T32" fmla="*/ 94 w 144"/>
                <a:gd name="T33" fmla="*/ 54 h 123"/>
                <a:gd name="T34" fmla="*/ 106 w 144"/>
                <a:gd name="T35" fmla="*/ 48 h 123"/>
                <a:gd name="T36" fmla="*/ 117 w 144"/>
                <a:gd name="T37" fmla="*/ 54 h 123"/>
                <a:gd name="T38" fmla="*/ 117 w 144"/>
                <a:gd name="T39" fmla="*/ 9 h 123"/>
                <a:gd name="T40" fmla="*/ 140 w 144"/>
                <a:gd name="T41" fmla="*/ 5 h 123"/>
                <a:gd name="T42" fmla="*/ 140 w 144"/>
                <a:gd name="T43" fmla="*/ 109 h 123"/>
                <a:gd name="T44" fmla="*/ 99 w 144"/>
                <a:gd name="T45" fmla="*/ 11 h 123"/>
                <a:gd name="T46" fmla="*/ 112 w 144"/>
                <a:gd name="T47" fmla="*/ 9 h 123"/>
                <a:gd name="T48" fmla="*/ 112 w 144"/>
                <a:gd name="T49" fmla="*/ 47 h 123"/>
                <a:gd name="T50" fmla="*/ 106 w 144"/>
                <a:gd name="T51" fmla="*/ 43 h 123"/>
                <a:gd name="T52" fmla="*/ 99 w 144"/>
                <a:gd name="T53" fmla="*/ 47 h 123"/>
                <a:gd name="T54" fmla="*/ 99 w 144"/>
                <a:gd name="T55" fmla="*/ 1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4" h="123">
                  <a:moveTo>
                    <a:pt x="0" y="0"/>
                  </a:moveTo>
                  <a:lnTo>
                    <a:pt x="0" y="113"/>
                  </a:lnTo>
                  <a:lnTo>
                    <a:pt x="72" y="123"/>
                  </a:lnTo>
                  <a:lnTo>
                    <a:pt x="144" y="113"/>
                  </a:lnTo>
                  <a:lnTo>
                    <a:pt x="144" y="0"/>
                  </a:lnTo>
                  <a:lnTo>
                    <a:pt x="72" y="10"/>
                  </a:lnTo>
                  <a:lnTo>
                    <a:pt x="0" y="0"/>
                  </a:lnTo>
                  <a:close/>
                  <a:moveTo>
                    <a:pt x="4" y="5"/>
                  </a:moveTo>
                  <a:lnTo>
                    <a:pt x="70" y="14"/>
                  </a:lnTo>
                  <a:lnTo>
                    <a:pt x="70" y="118"/>
                  </a:lnTo>
                  <a:lnTo>
                    <a:pt x="4" y="109"/>
                  </a:lnTo>
                  <a:lnTo>
                    <a:pt x="4" y="5"/>
                  </a:lnTo>
                  <a:close/>
                  <a:moveTo>
                    <a:pt x="140" y="109"/>
                  </a:moveTo>
                  <a:lnTo>
                    <a:pt x="74" y="118"/>
                  </a:lnTo>
                  <a:lnTo>
                    <a:pt x="74" y="14"/>
                  </a:lnTo>
                  <a:lnTo>
                    <a:pt x="94" y="12"/>
                  </a:lnTo>
                  <a:lnTo>
                    <a:pt x="94" y="54"/>
                  </a:lnTo>
                  <a:lnTo>
                    <a:pt x="106" y="48"/>
                  </a:lnTo>
                  <a:lnTo>
                    <a:pt x="117" y="54"/>
                  </a:lnTo>
                  <a:lnTo>
                    <a:pt x="117" y="9"/>
                  </a:lnTo>
                  <a:lnTo>
                    <a:pt x="140" y="5"/>
                  </a:lnTo>
                  <a:lnTo>
                    <a:pt x="140" y="109"/>
                  </a:lnTo>
                  <a:close/>
                  <a:moveTo>
                    <a:pt x="99" y="11"/>
                  </a:moveTo>
                  <a:lnTo>
                    <a:pt x="112" y="9"/>
                  </a:lnTo>
                  <a:lnTo>
                    <a:pt x="112" y="47"/>
                  </a:lnTo>
                  <a:lnTo>
                    <a:pt x="106" y="43"/>
                  </a:lnTo>
                  <a:lnTo>
                    <a:pt x="99" y="47"/>
                  </a:lnTo>
                  <a:lnTo>
                    <a:pt x="99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Freeform 311"/>
            <p:cNvSpPr>
              <a:spLocks/>
            </p:cNvSpPr>
            <p:nvPr/>
          </p:nvSpPr>
          <p:spPr bwMode="auto">
            <a:xfrm>
              <a:off x="5253260" y="1724081"/>
              <a:ext cx="90118" cy="18862"/>
            </a:xfrm>
            <a:custGeom>
              <a:avLst/>
              <a:gdLst>
                <a:gd name="T0" fmla="*/ 0 w 43"/>
                <a:gd name="T1" fmla="*/ 0 h 9"/>
                <a:gd name="T2" fmla="*/ 43 w 43"/>
                <a:gd name="T3" fmla="*/ 4 h 9"/>
                <a:gd name="T4" fmla="*/ 42 w 43"/>
                <a:gd name="T5" fmla="*/ 9 h 9"/>
                <a:gd name="T6" fmla="*/ 0 w 43"/>
                <a:gd name="T7" fmla="*/ 4 h 9"/>
                <a:gd name="T8" fmla="*/ 0 w 4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0" y="0"/>
                  </a:moveTo>
                  <a:lnTo>
                    <a:pt x="43" y="4"/>
                  </a:lnTo>
                  <a:lnTo>
                    <a:pt x="42" y="9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1" name="Freeform 312"/>
            <p:cNvSpPr>
              <a:spLocks/>
            </p:cNvSpPr>
            <p:nvPr/>
          </p:nvSpPr>
          <p:spPr bwMode="auto">
            <a:xfrm>
              <a:off x="5253260" y="1770188"/>
              <a:ext cx="90118" cy="18862"/>
            </a:xfrm>
            <a:custGeom>
              <a:avLst/>
              <a:gdLst>
                <a:gd name="T0" fmla="*/ 42 w 43"/>
                <a:gd name="T1" fmla="*/ 9 h 9"/>
                <a:gd name="T2" fmla="*/ 0 w 43"/>
                <a:gd name="T3" fmla="*/ 5 h 9"/>
                <a:gd name="T4" fmla="*/ 0 w 43"/>
                <a:gd name="T5" fmla="*/ 0 h 9"/>
                <a:gd name="T6" fmla="*/ 43 w 43"/>
                <a:gd name="T7" fmla="*/ 5 h 9"/>
                <a:gd name="T8" fmla="*/ 42 w 43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2" y="9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3" y="5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2" name="Freeform 313"/>
            <p:cNvSpPr>
              <a:spLocks/>
            </p:cNvSpPr>
            <p:nvPr/>
          </p:nvSpPr>
          <p:spPr bwMode="auto">
            <a:xfrm>
              <a:off x="5253260" y="1818390"/>
              <a:ext cx="90118" cy="18862"/>
            </a:xfrm>
            <a:custGeom>
              <a:avLst/>
              <a:gdLst>
                <a:gd name="T0" fmla="*/ 42 w 43"/>
                <a:gd name="T1" fmla="*/ 9 h 9"/>
                <a:gd name="T2" fmla="*/ 0 w 43"/>
                <a:gd name="T3" fmla="*/ 4 h 9"/>
                <a:gd name="T4" fmla="*/ 0 w 43"/>
                <a:gd name="T5" fmla="*/ 0 h 9"/>
                <a:gd name="T6" fmla="*/ 43 w 43"/>
                <a:gd name="T7" fmla="*/ 4 h 9"/>
                <a:gd name="T8" fmla="*/ 42 w 43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2" y="9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43" y="4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3" name="Freeform 314"/>
            <p:cNvSpPr>
              <a:spLocks/>
            </p:cNvSpPr>
            <p:nvPr/>
          </p:nvSpPr>
          <p:spPr bwMode="auto">
            <a:xfrm>
              <a:off x="5253260" y="1864497"/>
              <a:ext cx="90118" cy="18862"/>
            </a:xfrm>
            <a:custGeom>
              <a:avLst/>
              <a:gdLst>
                <a:gd name="T0" fmla="*/ 42 w 43"/>
                <a:gd name="T1" fmla="*/ 9 h 9"/>
                <a:gd name="T2" fmla="*/ 0 w 43"/>
                <a:gd name="T3" fmla="*/ 5 h 9"/>
                <a:gd name="T4" fmla="*/ 0 w 43"/>
                <a:gd name="T5" fmla="*/ 0 h 9"/>
                <a:gd name="T6" fmla="*/ 43 w 43"/>
                <a:gd name="T7" fmla="*/ 5 h 9"/>
                <a:gd name="T8" fmla="*/ 42 w 43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2" y="9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3" y="5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Freeform 315"/>
            <p:cNvSpPr>
              <a:spLocks/>
            </p:cNvSpPr>
            <p:nvPr/>
          </p:nvSpPr>
          <p:spPr bwMode="auto">
            <a:xfrm>
              <a:off x="5397866" y="1818390"/>
              <a:ext cx="92213" cy="18862"/>
            </a:xfrm>
            <a:custGeom>
              <a:avLst/>
              <a:gdLst>
                <a:gd name="T0" fmla="*/ 1 w 44"/>
                <a:gd name="T1" fmla="*/ 9 h 9"/>
                <a:gd name="T2" fmla="*/ 0 w 44"/>
                <a:gd name="T3" fmla="*/ 4 h 9"/>
                <a:gd name="T4" fmla="*/ 43 w 44"/>
                <a:gd name="T5" fmla="*/ 0 h 9"/>
                <a:gd name="T6" fmla="*/ 44 w 44"/>
                <a:gd name="T7" fmla="*/ 4 h 9"/>
                <a:gd name="T8" fmla="*/ 1 w 44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">
                  <a:moveTo>
                    <a:pt x="1" y="9"/>
                  </a:moveTo>
                  <a:lnTo>
                    <a:pt x="0" y="4"/>
                  </a:lnTo>
                  <a:lnTo>
                    <a:pt x="43" y="0"/>
                  </a:lnTo>
                  <a:lnTo>
                    <a:pt x="44" y="4"/>
                  </a:lnTo>
                  <a:lnTo>
                    <a:pt x="1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5" name="Freeform 316"/>
            <p:cNvSpPr>
              <a:spLocks/>
            </p:cNvSpPr>
            <p:nvPr/>
          </p:nvSpPr>
          <p:spPr bwMode="auto">
            <a:xfrm>
              <a:off x="5397866" y="1864497"/>
              <a:ext cx="92213" cy="18862"/>
            </a:xfrm>
            <a:custGeom>
              <a:avLst/>
              <a:gdLst>
                <a:gd name="T0" fmla="*/ 1 w 44"/>
                <a:gd name="T1" fmla="*/ 9 h 9"/>
                <a:gd name="T2" fmla="*/ 0 w 44"/>
                <a:gd name="T3" fmla="*/ 5 h 9"/>
                <a:gd name="T4" fmla="*/ 43 w 44"/>
                <a:gd name="T5" fmla="*/ 0 h 9"/>
                <a:gd name="T6" fmla="*/ 44 w 44"/>
                <a:gd name="T7" fmla="*/ 5 h 9"/>
                <a:gd name="T8" fmla="*/ 1 w 44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">
                  <a:moveTo>
                    <a:pt x="1" y="9"/>
                  </a:moveTo>
                  <a:lnTo>
                    <a:pt x="0" y="5"/>
                  </a:lnTo>
                  <a:lnTo>
                    <a:pt x="43" y="0"/>
                  </a:lnTo>
                  <a:lnTo>
                    <a:pt x="44" y="5"/>
                  </a:lnTo>
                  <a:lnTo>
                    <a:pt x="1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6049645" y="1652826"/>
            <a:ext cx="209575" cy="301788"/>
            <a:chOff x="6049645" y="1652826"/>
            <a:chExt cx="209575" cy="301788"/>
          </a:xfrm>
          <a:solidFill>
            <a:schemeClr val="tx1"/>
          </a:solidFill>
        </p:grpSpPr>
        <p:sp>
          <p:nvSpPr>
            <p:cNvPr id="317" name="Freeform 318"/>
            <p:cNvSpPr>
              <a:spLocks noEditPoints="1"/>
            </p:cNvSpPr>
            <p:nvPr/>
          </p:nvSpPr>
          <p:spPr bwMode="auto">
            <a:xfrm>
              <a:off x="6049645" y="1652826"/>
              <a:ext cx="209575" cy="301788"/>
            </a:xfrm>
            <a:custGeom>
              <a:avLst/>
              <a:gdLst>
                <a:gd name="T0" fmla="*/ 100 w 100"/>
                <a:gd name="T1" fmla="*/ 0 h 144"/>
                <a:gd name="T2" fmla="*/ 0 w 100"/>
                <a:gd name="T3" fmla="*/ 0 h 144"/>
                <a:gd name="T4" fmla="*/ 0 w 100"/>
                <a:gd name="T5" fmla="*/ 144 h 144"/>
                <a:gd name="T6" fmla="*/ 100 w 100"/>
                <a:gd name="T7" fmla="*/ 144 h 144"/>
                <a:gd name="T8" fmla="*/ 100 w 100"/>
                <a:gd name="T9" fmla="*/ 0 h 144"/>
                <a:gd name="T10" fmla="*/ 95 w 100"/>
                <a:gd name="T11" fmla="*/ 4 h 144"/>
                <a:gd name="T12" fmla="*/ 95 w 100"/>
                <a:gd name="T13" fmla="*/ 18 h 144"/>
                <a:gd name="T14" fmla="*/ 5 w 100"/>
                <a:gd name="T15" fmla="*/ 18 h 144"/>
                <a:gd name="T16" fmla="*/ 5 w 100"/>
                <a:gd name="T17" fmla="*/ 4 h 144"/>
                <a:gd name="T18" fmla="*/ 95 w 100"/>
                <a:gd name="T19" fmla="*/ 4 h 144"/>
                <a:gd name="T20" fmla="*/ 95 w 100"/>
                <a:gd name="T21" fmla="*/ 22 h 144"/>
                <a:gd name="T22" fmla="*/ 95 w 100"/>
                <a:gd name="T23" fmla="*/ 112 h 144"/>
                <a:gd name="T24" fmla="*/ 5 w 100"/>
                <a:gd name="T25" fmla="*/ 112 h 144"/>
                <a:gd name="T26" fmla="*/ 5 w 100"/>
                <a:gd name="T27" fmla="*/ 22 h 144"/>
                <a:gd name="T28" fmla="*/ 95 w 100"/>
                <a:gd name="T29" fmla="*/ 22 h 144"/>
                <a:gd name="T30" fmla="*/ 5 w 100"/>
                <a:gd name="T31" fmla="*/ 139 h 144"/>
                <a:gd name="T32" fmla="*/ 5 w 100"/>
                <a:gd name="T33" fmla="*/ 117 h 144"/>
                <a:gd name="T34" fmla="*/ 95 w 100"/>
                <a:gd name="T35" fmla="*/ 117 h 144"/>
                <a:gd name="T36" fmla="*/ 95 w 100"/>
                <a:gd name="T37" fmla="*/ 139 h 144"/>
                <a:gd name="T38" fmla="*/ 5 w 100"/>
                <a:gd name="T39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0" h="144">
                  <a:moveTo>
                    <a:pt x="100" y="0"/>
                  </a:moveTo>
                  <a:lnTo>
                    <a:pt x="0" y="0"/>
                  </a:lnTo>
                  <a:lnTo>
                    <a:pt x="0" y="144"/>
                  </a:lnTo>
                  <a:lnTo>
                    <a:pt x="100" y="144"/>
                  </a:lnTo>
                  <a:lnTo>
                    <a:pt x="100" y="0"/>
                  </a:lnTo>
                  <a:close/>
                  <a:moveTo>
                    <a:pt x="95" y="4"/>
                  </a:moveTo>
                  <a:lnTo>
                    <a:pt x="95" y="18"/>
                  </a:lnTo>
                  <a:lnTo>
                    <a:pt x="5" y="18"/>
                  </a:lnTo>
                  <a:lnTo>
                    <a:pt x="5" y="4"/>
                  </a:lnTo>
                  <a:lnTo>
                    <a:pt x="95" y="4"/>
                  </a:lnTo>
                  <a:close/>
                  <a:moveTo>
                    <a:pt x="95" y="22"/>
                  </a:moveTo>
                  <a:lnTo>
                    <a:pt x="95" y="112"/>
                  </a:lnTo>
                  <a:lnTo>
                    <a:pt x="5" y="112"/>
                  </a:lnTo>
                  <a:lnTo>
                    <a:pt x="5" y="22"/>
                  </a:lnTo>
                  <a:lnTo>
                    <a:pt x="95" y="22"/>
                  </a:lnTo>
                  <a:close/>
                  <a:moveTo>
                    <a:pt x="5" y="139"/>
                  </a:moveTo>
                  <a:lnTo>
                    <a:pt x="5" y="117"/>
                  </a:lnTo>
                  <a:lnTo>
                    <a:pt x="95" y="117"/>
                  </a:lnTo>
                  <a:lnTo>
                    <a:pt x="95" y="139"/>
                  </a:lnTo>
                  <a:lnTo>
                    <a:pt x="5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8" name="Rectangle 319"/>
            <p:cNvSpPr>
              <a:spLocks noChangeArrowheads="1"/>
            </p:cNvSpPr>
            <p:nvPr/>
          </p:nvSpPr>
          <p:spPr bwMode="auto">
            <a:xfrm>
              <a:off x="6135570" y="1671688"/>
              <a:ext cx="37724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9" name="Freeform 320"/>
            <p:cNvSpPr>
              <a:spLocks noEditPoints="1"/>
            </p:cNvSpPr>
            <p:nvPr/>
          </p:nvSpPr>
          <p:spPr bwMode="auto">
            <a:xfrm>
              <a:off x="6139761" y="1906412"/>
              <a:ext cx="29341" cy="293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6397539" y="1652826"/>
            <a:ext cx="301788" cy="301788"/>
            <a:chOff x="6397539" y="1652826"/>
            <a:chExt cx="301788" cy="301788"/>
          </a:xfrm>
          <a:solidFill>
            <a:schemeClr val="tx1"/>
          </a:solidFill>
        </p:grpSpPr>
        <p:sp>
          <p:nvSpPr>
            <p:cNvPr id="320" name="Freeform 321"/>
            <p:cNvSpPr>
              <a:spLocks noEditPoints="1"/>
            </p:cNvSpPr>
            <p:nvPr/>
          </p:nvSpPr>
          <p:spPr bwMode="auto">
            <a:xfrm>
              <a:off x="6397539" y="1652826"/>
              <a:ext cx="301788" cy="301788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2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2 w 256"/>
                <a:gd name="T31" fmla="*/ 43 h 256"/>
                <a:gd name="T32" fmla="*/ 248 w 256"/>
                <a:gd name="T33" fmla="*/ 128 h 256"/>
                <a:gd name="T34" fmla="*/ 212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3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2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5" y="248"/>
                    <a:pt x="65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5" y="20"/>
                    <a:pt x="95" y="8"/>
                    <a:pt x="128" y="8"/>
                  </a:cubicBezTo>
                  <a:cubicBezTo>
                    <a:pt x="160" y="8"/>
                    <a:pt x="190" y="20"/>
                    <a:pt x="212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2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1" name="Freeform 322"/>
            <p:cNvSpPr>
              <a:spLocks noEditPoints="1"/>
            </p:cNvSpPr>
            <p:nvPr/>
          </p:nvSpPr>
          <p:spPr bwMode="auto">
            <a:xfrm>
              <a:off x="6435263" y="1690549"/>
              <a:ext cx="226341" cy="226341"/>
            </a:xfrm>
            <a:custGeom>
              <a:avLst/>
              <a:gdLst>
                <a:gd name="T0" fmla="*/ 96 w 192"/>
                <a:gd name="T1" fmla="*/ 0 h 192"/>
                <a:gd name="T2" fmla="*/ 28 w 192"/>
                <a:gd name="T3" fmla="*/ 28 h 192"/>
                <a:gd name="T4" fmla="*/ 0 w 192"/>
                <a:gd name="T5" fmla="*/ 96 h 192"/>
                <a:gd name="T6" fmla="*/ 28 w 192"/>
                <a:gd name="T7" fmla="*/ 163 h 192"/>
                <a:gd name="T8" fmla="*/ 96 w 192"/>
                <a:gd name="T9" fmla="*/ 192 h 192"/>
                <a:gd name="T10" fmla="*/ 163 w 192"/>
                <a:gd name="T11" fmla="*/ 163 h 192"/>
                <a:gd name="T12" fmla="*/ 192 w 192"/>
                <a:gd name="T13" fmla="*/ 96 h 192"/>
                <a:gd name="T14" fmla="*/ 163 w 192"/>
                <a:gd name="T15" fmla="*/ 28 h 192"/>
                <a:gd name="T16" fmla="*/ 96 w 192"/>
                <a:gd name="T17" fmla="*/ 0 h 192"/>
                <a:gd name="T18" fmla="*/ 158 w 192"/>
                <a:gd name="T19" fmla="*/ 158 h 192"/>
                <a:gd name="T20" fmla="*/ 96 w 192"/>
                <a:gd name="T21" fmla="*/ 184 h 192"/>
                <a:gd name="T22" fmla="*/ 33 w 192"/>
                <a:gd name="T23" fmla="*/ 158 h 192"/>
                <a:gd name="T24" fmla="*/ 8 w 192"/>
                <a:gd name="T25" fmla="*/ 96 h 192"/>
                <a:gd name="T26" fmla="*/ 33 w 192"/>
                <a:gd name="T27" fmla="*/ 33 h 192"/>
                <a:gd name="T28" fmla="*/ 96 w 192"/>
                <a:gd name="T29" fmla="*/ 8 h 192"/>
                <a:gd name="T30" fmla="*/ 158 w 192"/>
                <a:gd name="T31" fmla="*/ 33 h 192"/>
                <a:gd name="T32" fmla="*/ 184 w 192"/>
                <a:gd name="T33" fmla="*/ 96 h 192"/>
                <a:gd name="T34" fmla="*/ 158 w 192"/>
                <a:gd name="T35" fmla="*/ 15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2" h="192">
                  <a:moveTo>
                    <a:pt x="96" y="0"/>
                  </a:moveTo>
                  <a:cubicBezTo>
                    <a:pt x="70" y="0"/>
                    <a:pt x="46" y="10"/>
                    <a:pt x="28" y="28"/>
                  </a:cubicBezTo>
                  <a:cubicBezTo>
                    <a:pt x="10" y="46"/>
                    <a:pt x="0" y="70"/>
                    <a:pt x="0" y="96"/>
                  </a:cubicBezTo>
                  <a:cubicBezTo>
                    <a:pt x="0" y="121"/>
                    <a:pt x="10" y="145"/>
                    <a:pt x="28" y="163"/>
                  </a:cubicBezTo>
                  <a:cubicBezTo>
                    <a:pt x="46" y="182"/>
                    <a:pt x="70" y="192"/>
                    <a:pt x="96" y="192"/>
                  </a:cubicBezTo>
                  <a:cubicBezTo>
                    <a:pt x="121" y="192"/>
                    <a:pt x="145" y="182"/>
                    <a:pt x="163" y="163"/>
                  </a:cubicBezTo>
                  <a:cubicBezTo>
                    <a:pt x="182" y="145"/>
                    <a:pt x="192" y="121"/>
                    <a:pt x="192" y="96"/>
                  </a:cubicBezTo>
                  <a:cubicBezTo>
                    <a:pt x="192" y="70"/>
                    <a:pt x="182" y="46"/>
                    <a:pt x="163" y="28"/>
                  </a:cubicBezTo>
                  <a:cubicBezTo>
                    <a:pt x="145" y="10"/>
                    <a:pt x="121" y="0"/>
                    <a:pt x="96" y="0"/>
                  </a:cubicBezTo>
                  <a:close/>
                  <a:moveTo>
                    <a:pt x="158" y="158"/>
                  </a:moveTo>
                  <a:cubicBezTo>
                    <a:pt x="141" y="174"/>
                    <a:pt x="119" y="184"/>
                    <a:pt x="96" y="184"/>
                  </a:cubicBezTo>
                  <a:cubicBezTo>
                    <a:pt x="72" y="184"/>
                    <a:pt x="50" y="174"/>
                    <a:pt x="33" y="158"/>
                  </a:cubicBezTo>
                  <a:cubicBezTo>
                    <a:pt x="17" y="141"/>
                    <a:pt x="8" y="119"/>
                    <a:pt x="8" y="96"/>
                  </a:cubicBezTo>
                  <a:cubicBezTo>
                    <a:pt x="8" y="72"/>
                    <a:pt x="17" y="50"/>
                    <a:pt x="33" y="33"/>
                  </a:cubicBezTo>
                  <a:cubicBezTo>
                    <a:pt x="50" y="17"/>
                    <a:pt x="72" y="8"/>
                    <a:pt x="96" y="8"/>
                  </a:cubicBezTo>
                  <a:cubicBezTo>
                    <a:pt x="119" y="8"/>
                    <a:pt x="141" y="17"/>
                    <a:pt x="158" y="33"/>
                  </a:cubicBezTo>
                  <a:cubicBezTo>
                    <a:pt x="174" y="50"/>
                    <a:pt x="184" y="72"/>
                    <a:pt x="184" y="96"/>
                  </a:cubicBezTo>
                  <a:cubicBezTo>
                    <a:pt x="184" y="119"/>
                    <a:pt x="174" y="141"/>
                    <a:pt x="158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2" name="Freeform 323"/>
            <p:cNvSpPr>
              <a:spLocks noEditPoints="1"/>
            </p:cNvSpPr>
            <p:nvPr/>
          </p:nvSpPr>
          <p:spPr bwMode="auto">
            <a:xfrm>
              <a:off x="6472986" y="1728273"/>
              <a:ext cx="150894" cy="150894"/>
            </a:xfrm>
            <a:custGeom>
              <a:avLst/>
              <a:gdLst>
                <a:gd name="T0" fmla="*/ 64 w 128"/>
                <a:gd name="T1" fmla="*/ 0 h 128"/>
                <a:gd name="T2" fmla="*/ 18 w 128"/>
                <a:gd name="T3" fmla="*/ 18 h 128"/>
                <a:gd name="T4" fmla="*/ 0 w 128"/>
                <a:gd name="T5" fmla="*/ 64 h 128"/>
                <a:gd name="T6" fmla="*/ 18 w 128"/>
                <a:gd name="T7" fmla="*/ 109 h 128"/>
                <a:gd name="T8" fmla="*/ 64 w 128"/>
                <a:gd name="T9" fmla="*/ 128 h 128"/>
                <a:gd name="T10" fmla="*/ 109 w 128"/>
                <a:gd name="T11" fmla="*/ 109 h 128"/>
                <a:gd name="T12" fmla="*/ 128 w 128"/>
                <a:gd name="T13" fmla="*/ 64 h 128"/>
                <a:gd name="T14" fmla="*/ 109 w 128"/>
                <a:gd name="T15" fmla="*/ 18 h 128"/>
                <a:gd name="T16" fmla="*/ 64 w 128"/>
                <a:gd name="T17" fmla="*/ 0 h 128"/>
                <a:gd name="T18" fmla="*/ 103 w 128"/>
                <a:gd name="T19" fmla="*/ 103 h 128"/>
                <a:gd name="T20" fmla="*/ 64 w 128"/>
                <a:gd name="T21" fmla="*/ 120 h 128"/>
                <a:gd name="T22" fmla="*/ 24 w 128"/>
                <a:gd name="T23" fmla="*/ 103 h 128"/>
                <a:gd name="T24" fmla="*/ 8 w 128"/>
                <a:gd name="T25" fmla="*/ 64 h 128"/>
                <a:gd name="T26" fmla="*/ 24 w 128"/>
                <a:gd name="T27" fmla="*/ 24 h 128"/>
                <a:gd name="T28" fmla="*/ 64 w 128"/>
                <a:gd name="T29" fmla="*/ 8 h 128"/>
                <a:gd name="T30" fmla="*/ 103 w 128"/>
                <a:gd name="T31" fmla="*/ 24 h 128"/>
                <a:gd name="T32" fmla="*/ 120 w 128"/>
                <a:gd name="T33" fmla="*/ 64 h 128"/>
                <a:gd name="T34" fmla="*/ 103 w 128"/>
                <a:gd name="T35" fmla="*/ 10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46" y="0"/>
                    <a:pt x="30" y="6"/>
                    <a:pt x="18" y="18"/>
                  </a:cubicBezTo>
                  <a:cubicBezTo>
                    <a:pt x="6" y="30"/>
                    <a:pt x="0" y="46"/>
                    <a:pt x="0" y="64"/>
                  </a:cubicBezTo>
                  <a:cubicBezTo>
                    <a:pt x="0" y="81"/>
                    <a:pt x="6" y="97"/>
                    <a:pt x="18" y="109"/>
                  </a:cubicBezTo>
                  <a:cubicBezTo>
                    <a:pt x="30" y="121"/>
                    <a:pt x="46" y="128"/>
                    <a:pt x="64" y="128"/>
                  </a:cubicBezTo>
                  <a:cubicBezTo>
                    <a:pt x="81" y="128"/>
                    <a:pt x="97" y="121"/>
                    <a:pt x="109" y="109"/>
                  </a:cubicBezTo>
                  <a:cubicBezTo>
                    <a:pt x="121" y="97"/>
                    <a:pt x="128" y="81"/>
                    <a:pt x="128" y="64"/>
                  </a:cubicBezTo>
                  <a:cubicBezTo>
                    <a:pt x="128" y="46"/>
                    <a:pt x="121" y="30"/>
                    <a:pt x="109" y="18"/>
                  </a:cubicBezTo>
                  <a:cubicBezTo>
                    <a:pt x="97" y="6"/>
                    <a:pt x="81" y="0"/>
                    <a:pt x="64" y="0"/>
                  </a:cubicBezTo>
                  <a:close/>
                  <a:moveTo>
                    <a:pt x="103" y="103"/>
                  </a:moveTo>
                  <a:cubicBezTo>
                    <a:pt x="93" y="114"/>
                    <a:pt x="79" y="120"/>
                    <a:pt x="64" y="120"/>
                  </a:cubicBezTo>
                  <a:cubicBezTo>
                    <a:pt x="49" y="120"/>
                    <a:pt x="35" y="114"/>
                    <a:pt x="24" y="103"/>
                  </a:cubicBezTo>
                  <a:cubicBezTo>
                    <a:pt x="13" y="93"/>
                    <a:pt x="8" y="79"/>
                    <a:pt x="8" y="64"/>
                  </a:cubicBezTo>
                  <a:cubicBezTo>
                    <a:pt x="8" y="49"/>
                    <a:pt x="13" y="35"/>
                    <a:pt x="24" y="24"/>
                  </a:cubicBezTo>
                  <a:cubicBezTo>
                    <a:pt x="35" y="13"/>
                    <a:pt x="49" y="8"/>
                    <a:pt x="64" y="8"/>
                  </a:cubicBezTo>
                  <a:cubicBezTo>
                    <a:pt x="79" y="8"/>
                    <a:pt x="93" y="13"/>
                    <a:pt x="103" y="24"/>
                  </a:cubicBezTo>
                  <a:cubicBezTo>
                    <a:pt x="114" y="35"/>
                    <a:pt x="120" y="49"/>
                    <a:pt x="120" y="64"/>
                  </a:cubicBezTo>
                  <a:cubicBezTo>
                    <a:pt x="120" y="79"/>
                    <a:pt x="114" y="93"/>
                    <a:pt x="103" y="1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Freeform 324"/>
            <p:cNvSpPr>
              <a:spLocks noEditPoints="1"/>
            </p:cNvSpPr>
            <p:nvPr/>
          </p:nvSpPr>
          <p:spPr bwMode="auto">
            <a:xfrm>
              <a:off x="6510710" y="1765996"/>
              <a:ext cx="75447" cy="75447"/>
            </a:xfrm>
            <a:custGeom>
              <a:avLst/>
              <a:gdLst>
                <a:gd name="T0" fmla="*/ 32 w 64"/>
                <a:gd name="T1" fmla="*/ 0 h 64"/>
                <a:gd name="T2" fmla="*/ 9 w 64"/>
                <a:gd name="T3" fmla="*/ 9 h 64"/>
                <a:gd name="T4" fmla="*/ 0 w 64"/>
                <a:gd name="T5" fmla="*/ 32 h 64"/>
                <a:gd name="T6" fmla="*/ 9 w 64"/>
                <a:gd name="T7" fmla="*/ 54 h 64"/>
                <a:gd name="T8" fmla="*/ 32 w 64"/>
                <a:gd name="T9" fmla="*/ 64 h 64"/>
                <a:gd name="T10" fmla="*/ 54 w 64"/>
                <a:gd name="T11" fmla="*/ 54 h 64"/>
                <a:gd name="T12" fmla="*/ 64 w 64"/>
                <a:gd name="T13" fmla="*/ 32 h 64"/>
                <a:gd name="T14" fmla="*/ 54 w 64"/>
                <a:gd name="T15" fmla="*/ 9 h 64"/>
                <a:gd name="T16" fmla="*/ 32 w 64"/>
                <a:gd name="T17" fmla="*/ 0 h 64"/>
                <a:gd name="T18" fmla="*/ 49 w 64"/>
                <a:gd name="T19" fmla="*/ 49 h 64"/>
                <a:gd name="T20" fmla="*/ 32 w 64"/>
                <a:gd name="T21" fmla="*/ 56 h 64"/>
                <a:gd name="T22" fmla="*/ 15 w 64"/>
                <a:gd name="T23" fmla="*/ 49 h 64"/>
                <a:gd name="T24" fmla="*/ 8 w 64"/>
                <a:gd name="T25" fmla="*/ 32 h 64"/>
                <a:gd name="T26" fmla="*/ 15 w 64"/>
                <a:gd name="T27" fmla="*/ 15 h 64"/>
                <a:gd name="T28" fmla="*/ 32 w 64"/>
                <a:gd name="T29" fmla="*/ 8 h 64"/>
                <a:gd name="T30" fmla="*/ 49 w 64"/>
                <a:gd name="T31" fmla="*/ 15 h 64"/>
                <a:gd name="T32" fmla="*/ 56 w 64"/>
                <a:gd name="T33" fmla="*/ 32 h 64"/>
                <a:gd name="T34" fmla="*/ 49 w 64"/>
                <a:gd name="T35" fmla="*/ 4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23" y="0"/>
                    <a:pt x="15" y="3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0"/>
                    <a:pt x="3" y="48"/>
                    <a:pt x="9" y="54"/>
                  </a:cubicBezTo>
                  <a:cubicBezTo>
                    <a:pt x="15" y="60"/>
                    <a:pt x="23" y="64"/>
                    <a:pt x="32" y="64"/>
                  </a:cubicBezTo>
                  <a:cubicBezTo>
                    <a:pt x="40" y="64"/>
                    <a:pt x="48" y="60"/>
                    <a:pt x="54" y="54"/>
                  </a:cubicBezTo>
                  <a:cubicBezTo>
                    <a:pt x="60" y="48"/>
                    <a:pt x="64" y="40"/>
                    <a:pt x="64" y="32"/>
                  </a:cubicBezTo>
                  <a:cubicBezTo>
                    <a:pt x="64" y="23"/>
                    <a:pt x="60" y="15"/>
                    <a:pt x="54" y="9"/>
                  </a:cubicBezTo>
                  <a:cubicBezTo>
                    <a:pt x="48" y="3"/>
                    <a:pt x="40" y="0"/>
                    <a:pt x="32" y="0"/>
                  </a:cubicBezTo>
                  <a:close/>
                  <a:moveTo>
                    <a:pt x="49" y="49"/>
                  </a:moveTo>
                  <a:cubicBezTo>
                    <a:pt x="44" y="53"/>
                    <a:pt x="38" y="56"/>
                    <a:pt x="32" y="56"/>
                  </a:cubicBezTo>
                  <a:cubicBezTo>
                    <a:pt x="25" y="56"/>
                    <a:pt x="19" y="53"/>
                    <a:pt x="15" y="49"/>
                  </a:cubicBezTo>
                  <a:cubicBezTo>
                    <a:pt x="10" y="44"/>
                    <a:pt x="8" y="38"/>
                    <a:pt x="8" y="32"/>
                  </a:cubicBezTo>
                  <a:cubicBezTo>
                    <a:pt x="8" y="25"/>
                    <a:pt x="10" y="19"/>
                    <a:pt x="15" y="15"/>
                  </a:cubicBezTo>
                  <a:cubicBezTo>
                    <a:pt x="19" y="10"/>
                    <a:pt x="25" y="8"/>
                    <a:pt x="32" y="8"/>
                  </a:cubicBezTo>
                  <a:cubicBezTo>
                    <a:pt x="38" y="8"/>
                    <a:pt x="44" y="10"/>
                    <a:pt x="49" y="15"/>
                  </a:cubicBezTo>
                  <a:cubicBezTo>
                    <a:pt x="53" y="19"/>
                    <a:pt x="56" y="25"/>
                    <a:pt x="56" y="32"/>
                  </a:cubicBezTo>
                  <a:cubicBezTo>
                    <a:pt x="56" y="38"/>
                    <a:pt x="53" y="44"/>
                    <a:pt x="49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24" name="Freeform 325"/>
          <p:cNvSpPr>
            <a:spLocks noEditPoints="1"/>
          </p:cNvSpPr>
          <p:nvPr/>
        </p:nvSpPr>
        <p:spPr bwMode="auto">
          <a:xfrm>
            <a:off x="6831359" y="1652826"/>
            <a:ext cx="217958" cy="301788"/>
          </a:xfrm>
          <a:custGeom>
            <a:avLst/>
            <a:gdLst>
              <a:gd name="T0" fmla="*/ 104 w 104"/>
              <a:gd name="T1" fmla="*/ 15 h 144"/>
              <a:gd name="T2" fmla="*/ 73 w 104"/>
              <a:gd name="T3" fmla="*/ 15 h 144"/>
              <a:gd name="T4" fmla="*/ 72 w 104"/>
              <a:gd name="T5" fmla="*/ 9 h 144"/>
              <a:gd name="T6" fmla="*/ 63 w 104"/>
              <a:gd name="T7" fmla="*/ 9 h 144"/>
              <a:gd name="T8" fmla="*/ 63 w 104"/>
              <a:gd name="T9" fmla="*/ 0 h 144"/>
              <a:gd name="T10" fmla="*/ 41 w 104"/>
              <a:gd name="T11" fmla="*/ 0 h 144"/>
              <a:gd name="T12" fmla="*/ 41 w 104"/>
              <a:gd name="T13" fmla="*/ 9 h 144"/>
              <a:gd name="T14" fmla="*/ 32 w 104"/>
              <a:gd name="T15" fmla="*/ 9 h 144"/>
              <a:gd name="T16" fmla="*/ 30 w 104"/>
              <a:gd name="T17" fmla="*/ 15 h 144"/>
              <a:gd name="T18" fmla="*/ 0 w 104"/>
              <a:gd name="T19" fmla="*/ 15 h 144"/>
              <a:gd name="T20" fmla="*/ 0 w 104"/>
              <a:gd name="T21" fmla="*/ 144 h 144"/>
              <a:gd name="T22" fmla="*/ 104 w 104"/>
              <a:gd name="T23" fmla="*/ 144 h 144"/>
              <a:gd name="T24" fmla="*/ 104 w 104"/>
              <a:gd name="T25" fmla="*/ 15 h 144"/>
              <a:gd name="T26" fmla="*/ 35 w 104"/>
              <a:gd name="T27" fmla="*/ 13 h 144"/>
              <a:gd name="T28" fmla="*/ 45 w 104"/>
              <a:gd name="T29" fmla="*/ 13 h 144"/>
              <a:gd name="T30" fmla="*/ 45 w 104"/>
              <a:gd name="T31" fmla="*/ 4 h 144"/>
              <a:gd name="T32" fmla="*/ 59 w 104"/>
              <a:gd name="T33" fmla="*/ 4 h 144"/>
              <a:gd name="T34" fmla="*/ 59 w 104"/>
              <a:gd name="T35" fmla="*/ 13 h 144"/>
              <a:gd name="T36" fmla="*/ 68 w 104"/>
              <a:gd name="T37" fmla="*/ 13 h 144"/>
              <a:gd name="T38" fmla="*/ 72 w 104"/>
              <a:gd name="T39" fmla="*/ 27 h 144"/>
              <a:gd name="T40" fmla="*/ 32 w 104"/>
              <a:gd name="T41" fmla="*/ 27 h 144"/>
              <a:gd name="T42" fmla="*/ 35 w 104"/>
              <a:gd name="T43" fmla="*/ 13 h 144"/>
              <a:gd name="T44" fmla="*/ 99 w 104"/>
              <a:gd name="T45" fmla="*/ 139 h 144"/>
              <a:gd name="T46" fmla="*/ 4 w 104"/>
              <a:gd name="T47" fmla="*/ 139 h 144"/>
              <a:gd name="T48" fmla="*/ 4 w 104"/>
              <a:gd name="T49" fmla="*/ 20 h 144"/>
              <a:gd name="T50" fmla="*/ 29 w 104"/>
              <a:gd name="T51" fmla="*/ 20 h 144"/>
              <a:gd name="T52" fmla="*/ 26 w 104"/>
              <a:gd name="T53" fmla="*/ 31 h 144"/>
              <a:gd name="T54" fmla="*/ 77 w 104"/>
              <a:gd name="T55" fmla="*/ 31 h 144"/>
              <a:gd name="T56" fmla="*/ 74 w 104"/>
              <a:gd name="T57" fmla="*/ 20 h 144"/>
              <a:gd name="T58" fmla="*/ 99 w 104"/>
              <a:gd name="T59" fmla="*/ 20 h 144"/>
              <a:gd name="T60" fmla="*/ 99 w 104"/>
              <a:gd name="T61" fmla="*/ 13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" h="144">
                <a:moveTo>
                  <a:pt x="104" y="15"/>
                </a:moveTo>
                <a:lnTo>
                  <a:pt x="73" y="15"/>
                </a:lnTo>
                <a:lnTo>
                  <a:pt x="72" y="9"/>
                </a:lnTo>
                <a:lnTo>
                  <a:pt x="63" y="9"/>
                </a:lnTo>
                <a:lnTo>
                  <a:pt x="63" y="0"/>
                </a:lnTo>
                <a:lnTo>
                  <a:pt x="41" y="0"/>
                </a:lnTo>
                <a:lnTo>
                  <a:pt x="41" y="9"/>
                </a:lnTo>
                <a:lnTo>
                  <a:pt x="32" y="9"/>
                </a:lnTo>
                <a:lnTo>
                  <a:pt x="30" y="15"/>
                </a:lnTo>
                <a:lnTo>
                  <a:pt x="0" y="15"/>
                </a:lnTo>
                <a:lnTo>
                  <a:pt x="0" y="144"/>
                </a:lnTo>
                <a:lnTo>
                  <a:pt x="104" y="144"/>
                </a:lnTo>
                <a:lnTo>
                  <a:pt x="104" y="15"/>
                </a:lnTo>
                <a:close/>
                <a:moveTo>
                  <a:pt x="35" y="13"/>
                </a:moveTo>
                <a:lnTo>
                  <a:pt x="45" y="13"/>
                </a:lnTo>
                <a:lnTo>
                  <a:pt x="45" y="4"/>
                </a:lnTo>
                <a:lnTo>
                  <a:pt x="59" y="4"/>
                </a:lnTo>
                <a:lnTo>
                  <a:pt x="59" y="13"/>
                </a:lnTo>
                <a:lnTo>
                  <a:pt x="68" y="13"/>
                </a:lnTo>
                <a:lnTo>
                  <a:pt x="72" y="27"/>
                </a:lnTo>
                <a:lnTo>
                  <a:pt x="32" y="27"/>
                </a:lnTo>
                <a:lnTo>
                  <a:pt x="35" y="13"/>
                </a:lnTo>
                <a:close/>
                <a:moveTo>
                  <a:pt x="99" y="139"/>
                </a:moveTo>
                <a:lnTo>
                  <a:pt x="4" y="139"/>
                </a:lnTo>
                <a:lnTo>
                  <a:pt x="4" y="20"/>
                </a:lnTo>
                <a:lnTo>
                  <a:pt x="29" y="20"/>
                </a:lnTo>
                <a:lnTo>
                  <a:pt x="26" y="31"/>
                </a:lnTo>
                <a:lnTo>
                  <a:pt x="77" y="31"/>
                </a:lnTo>
                <a:lnTo>
                  <a:pt x="74" y="20"/>
                </a:lnTo>
                <a:lnTo>
                  <a:pt x="99" y="20"/>
                </a:lnTo>
                <a:lnTo>
                  <a:pt x="99" y="13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" name="Group 3"/>
          <p:cNvGrpSpPr/>
          <p:nvPr/>
        </p:nvGrpSpPr>
        <p:grpSpPr>
          <a:xfrm>
            <a:off x="2082388" y="2044731"/>
            <a:ext cx="301788" cy="301788"/>
            <a:chOff x="2082388" y="2044731"/>
            <a:chExt cx="301788" cy="301788"/>
          </a:xfrm>
          <a:solidFill>
            <a:schemeClr val="tx1"/>
          </a:solidFill>
        </p:grpSpPr>
        <p:sp>
          <p:nvSpPr>
            <p:cNvPr id="325" name="Freeform 326"/>
            <p:cNvSpPr>
              <a:spLocks noEditPoints="1"/>
            </p:cNvSpPr>
            <p:nvPr/>
          </p:nvSpPr>
          <p:spPr bwMode="auto">
            <a:xfrm>
              <a:off x="2317112" y="2053114"/>
              <a:ext cx="67064" cy="289214"/>
            </a:xfrm>
            <a:custGeom>
              <a:avLst/>
              <a:gdLst>
                <a:gd name="T0" fmla="*/ 21 w 32"/>
                <a:gd name="T1" fmla="*/ 138 h 138"/>
                <a:gd name="T2" fmla="*/ 32 w 32"/>
                <a:gd name="T3" fmla="*/ 116 h 138"/>
                <a:gd name="T4" fmla="*/ 32 w 32"/>
                <a:gd name="T5" fmla="*/ 0 h 138"/>
                <a:gd name="T6" fmla="*/ 9 w 32"/>
                <a:gd name="T7" fmla="*/ 0 h 138"/>
                <a:gd name="T8" fmla="*/ 9 w 32"/>
                <a:gd name="T9" fmla="*/ 9 h 138"/>
                <a:gd name="T10" fmla="*/ 0 w 32"/>
                <a:gd name="T11" fmla="*/ 9 h 138"/>
                <a:gd name="T12" fmla="*/ 0 w 32"/>
                <a:gd name="T13" fmla="*/ 34 h 138"/>
                <a:gd name="T14" fmla="*/ 5 w 32"/>
                <a:gd name="T15" fmla="*/ 34 h 138"/>
                <a:gd name="T16" fmla="*/ 5 w 32"/>
                <a:gd name="T17" fmla="*/ 14 h 138"/>
                <a:gd name="T18" fmla="*/ 9 w 32"/>
                <a:gd name="T19" fmla="*/ 14 h 138"/>
                <a:gd name="T20" fmla="*/ 9 w 32"/>
                <a:gd name="T21" fmla="*/ 116 h 138"/>
                <a:gd name="T22" fmla="*/ 21 w 32"/>
                <a:gd name="T23" fmla="*/ 138 h 138"/>
                <a:gd name="T24" fmla="*/ 14 w 32"/>
                <a:gd name="T25" fmla="*/ 5 h 138"/>
                <a:gd name="T26" fmla="*/ 27 w 32"/>
                <a:gd name="T27" fmla="*/ 5 h 138"/>
                <a:gd name="T28" fmla="*/ 27 w 32"/>
                <a:gd name="T29" fmla="*/ 115 h 138"/>
                <a:gd name="T30" fmla="*/ 21 w 32"/>
                <a:gd name="T31" fmla="*/ 128 h 138"/>
                <a:gd name="T32" fmla="*/ 14 w 32"/>
                <a:gd name="T33" fmla="*/ 115 h 138"/>
                <a:gd name="T34" fmla="*/ 14 w 32"/>
                <a:gd name="T35" fmla="*/ 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21" y="138"/>
                  </a:moveTo>
                  <a:lnTo>
                    <a:pt x="32" y="116"/>
                  </a:lnTo>
                  <a:lnTo>
                    <a:pt x="32" y="0"/>
                  </a:lnTo>
                  <a:lnTo>
                    <a:pt x="9" y="0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9" y="14"/>
                  </a:lnTo>
                  <a:lnTo>
                    <a:pt x="9" y="116"/>
                  </a:lnTo>
                  <a:lnTo>
                    <a:pt x="21" y="138"/>
                  </a:lnTo>
                  <a:close/>
                  <a:moveTo>
                    <a:pt x="14" y="5"/>
                  </a:moveTo>
                  <a:lnTo>
                    <a:pt x="27" y="5"/>
                  </a:lnTo>
                  <a:lnTo>
                    <a:pt x="27" y="115"/>
                  </a:lnTo>
                  <a:lnTo>
                    <a:pt x="21" y="128"/>
                  </a:lnTo>
                  <a:lnTo>
                    <a:pt x="14" y="115"/>
                  </a:lnTo>
                  <a:lnTo>
                    <a:pt x="1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Freeform 327"/>
            <p:cNvSpPr>
              <a:spLocks noEditPoints="1"/>
            </p:cNvSpPr>
            <p:nvPr/>
          </p:nvSpPr>
          <p:spPr bwMode="auto">
            <a:xfrm>
              <a:off x="2082388" y="2044731"/>
              <a:ext cx="215863" cy="301788"/>
            </a:xfrm>
            <a:custGeom>
              <a:avLst/>
              <a:gdLst>
                <a:gd name="T0" fmla="*/ 103 w 103"/>
                <a:gd name="T1" fmla="*/ 16 h 144"/>
                <a:gd name="T2" fmla="*/ 73 w 103"/>
                <a:gd name="T3" fmla="*/ 16 h 144"/>
                <a:gd name="T4" fmla="*/ 71 w 103"/>
                <a:gd name="T5" fmla="*/ 9 h 144"/>
                <a:gd name="T6" fmla="*/ 63 w 103"/>
                <a:gd name="T7" fmla="*/ 9 h 144"/>
                <a:gd name="T8" fmla="*/ 63 w 103"/>
                <a:gd name="T9" fmla="*/ 0 h 144"/>
                <a:gd name="T10" fmla="*/ 40 w 103"/>
                <a:gd name="T11" fmla="*/ 0 h 144"/>
                <a:gd name="T12" fmla="*/ 40 w 103"/>
                <a:gd name="T13" fmla="*/ 9 h 144"/>
                <a:gd name="T14" fmla="*/ 32 w 103"/>
                <a:gd name="T15" fmla="*/ 9 h 144"/>
                <a:gd name="T16" fmla="*/ 30 w 103"/>
                <a:gd name="T17" fmla="*/ 16 h 144"/>
                <a:gd name="T18" fmla="*/ 0 w 103"/>
                <a:gd name="T19" fmla="*/ 16 h 144"/>
                <a:gd name="T20" fmla="*/ 0 w 103"/>
                <a:gd name="T21" fmla="*/ 144 h 144"/>
                <a:gd name="T22" fmla="*/ 103 w 103"/>
                <a:gd name="T23" fmla="*/ 144 h 144"/>
                <a:gd name="T24" fmla="*/ 103 w 103"/>
                <a:gd name="T25" fmla="*/ 16 h 144"/>
                <a:gd name="T26" fmla="*/ 35 w 103"/>
                <a:gd name="T27" fmla="*/ 13 h 144"/>
                <a:gd name="T28" fmla="*/ 45 w 103"/>
                <a:gd name="T29" fmla="*/ 13 h 144"/>
                <a:gd name="T30" fmla="*/ 45 w 103"/>
                <a:gd name="T31" fmla="*/ 4 h 144"/>
                <a:gd name="T32" fmla="*/ 58 w 103"/>
                <a:gd name="T33" fmla="*/ 4 h 144"/>
                <a:gd name="T34" fmla="*/ 58 w 103"/>
                <a:gd name="T35" fmla="*/ 13 h 144"/>
                <a:gd name="T36" fmla="*/ 68 w 103"/>
                <a:gd name="T37" fmla="*/ 13 h 144"/>
                <a:gd name="T38" fmla="*/ 71 w 103"/>
                <a:gd name="T39" fmla="*/ 27 h 144"/>
                <a:gd name="T40" fmla="*/ 32 w 103"/>
                <a:gd name="T41" fmla="*/ 27 h 144"/>
                <a:gd name="T42" fmla="*/ 35 w 103"/>
                <a:gd name="T43" fmla="*/ 13 h 144"/>
                <a:gd name="T44" fmla="*/ 99 w 103"/>
                <a:gd name="T45" fmla="*/ 139 h 144"/>
                <a:gd name="T46" fmla="*/ 4 w 103"/>
                <a:gd name="T47" fmla="*/ 139 h 144"/>
                <a:gd name="T48" fmla="*/ 4 w 103"/>
                <a:gd name="T49" fmla="*/ 20 h 144"/>
                <a:gd name="T50" fmla="*/ 29 w 103"/>
                <a:gd name="T51" fmla="*/ 20 h 144"/>
                <a:gd name="T52" fmla="*/ 26 w 103"/>
                <a:gd name="T53" fmla="*/ 31 h 144"/>
                <a:gd name="T54" fmla="*/ 77 w 103"/>
                <a:gd name="T55" fmla="*/ 31 h 144"/>
                <a:gd name="T56" fmla="*/ 74 w 103"/>
                <a:gd name="T57" fmla="*/ 20 h 144"/>
                <a:gd name="T58" fmla="*/ 99 w 103"/>
                <a:gd name="T59" fmla="*/ 20 h 144"/>
                <a:gd name="T60" fmla="*/ 99 w 103"/>
                <a:gd name="T61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" h="144">
                  <a:moveTo>
                    <a:pt x="103" y="16"/>
                  </a:moveTo>
                  <a:lnTo>
                    <a:pt x="73" y="16"/>
                  </a:lnTo>
                  <a:lnTo>
                    <a:pt x="71" y="9"/>
                  </a:lnTo>
                  <a:lnTo>
                    <a:pt x="63" y="9"/>
                  </a:lnTo>
                  <a:lnTo>
                    <a:pt x="63" y="0"/>
                  </a:lnTo>
                  <a:lnTo>
                    <a:pt x="40" y="0"/>
                  </a:lnTo>
                  <a:lnTo>
                    <a:pt x="40" y="9"/>
                  </a:lnTo>
                  <a:lnTo>
                    <a:pt x="32" y="9"/>
                  </a:lnTo>
                  <a:lnTo>
                    <a:pt x="30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3" y="144"/>
                  </a:lnTo>
                  <a:lnTo>
                    <a:pt x="103" y="16"/>
                  </a:lnTo>
                  <a:close/>
                  <a:moveTo>
                    <a:pt x="35" y="13"/>
                  </a:moveTo>
                  <a:lnTo>
                    <a:pt x="45" y="13"/>
                  </a:lnTo>
                  <a:lnTo>
                    <a:pt x="45" y="4"/>
                  </a:lnTo>
                  <a:lnTo>
                    <a:pt x="58" y="4"/>
                  </a:lnTo>
                  <a:lnTo>
                    <a:pt x="58" y="13"/>
                  </a:lnTo>
                  <a:lnTo>
                    <a:pt x="68" y="13"/>
                  </a:lnTo>
                  <a:lnTo>
                    <a:pt x="71" y="27"/>
                  </a:lnTo>
                  <a:lnTo>
                    <a:pt x="32" y="27"/>
                  </a:lnTo>
                  <a:lnTo>
                    <a:pt x="35" y="13"/>
                  </a:lnTo>
                  <a:close/>
                  <a:moveTo>
                    <a:pt x="99" y="139"/>
                  </a:moveTo>
                  <a:lnTo>
                    <a:pt x="4" y="139"/>
                  </a:lnTo>
                  <a:lnTo>
                    <a:pt x="4" y="20"/>
                  </a:lnTo>
                  <a:lnTo>
                    <a:pt x="29" y="20"/>
                  </a:lnTo>
                  <a:lnTo>
                    <a:pt x="26" y="31"/>
                  </a:lnTo>
                  <a:lnTo>
                    <a:pt x="77" y="31"/>
                  </a:lnTo>
                  <a:lnTo>
                    <a:pt x="74" y="20"/>
                  </a:lnTo>
                  <a:lnTo>
                    <a:pt x="99" y="20"/>
                  </a:lnTo>
                  <a:lnTo>
                    <a:pt x="99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474294" y="2042635"/>
            <a:ext cx="301789" cy="303884"/>
            <a:chOff x="2474294" y="2042635"/>
            <a:chExt cx="301789" cy="303884"/>
          </a:xfrm>
          <a:solidFill>
            <a:schemeClr val="tx1"/>
          </a:solidFill>
        </p:grpSpPr>
        <p:sp>
          <p:nvSpPr>
            <p:cNvPr id="327" name="Freeform 328"/>
            <p:cNvSpPr>
              <a:spLocks noEditPoints="1"/>
            </p:cNvSpPr>
            <p:nvPr/>
          </p:nvSpPr>
          <p:spPr bwMode="auto">
            <a:xfrm>
              <a:off x="2727880" y="2042635"/>
              <a:ext cx="48203" cy="303884"/>
            </a:xfrm>
            <a:custGeom>
              <a:avLst/>
              <a:gdLst>
                <a:gd name="T0" fmla="*/ 0 w 23"/>
                <a:gd name="T1" fmla="*/ 122 h 145"/>
                <a:gd name="T2" fmla="*/ 12 w 23"/>
                <a:gd name="T3" fmla="*/ 145 h 145"/>
                <a:gd name="T4" fmla="*/ 23 w 23"/>
                <a:gd name="T5" fmla="*/ 122 h 145"/>
                <a:gd name="T6" fmla="*/ 23 w 23"/>
                <a:gd name="T7" fmla="*/ 0 h 145"/>
                <a:gd name="T8" fmla="*/ 0 w 23"/>
                <a:gd name="T9" fmla="*/ 0 h 145"/>
                <a:gd name="T10" fmla="*/ 0 w 23"/>
                <a:gd name="T11" fmla="*/ 122 h 145"/>
                <a:gd name="T12" fmla="*/ 12 w 23"/>
                <a:gd name="T13" fmla="*/ 135 h 145"/>
                <a:gd name="T14" fmla="*/ 5 w 23"/>
                <a:gd name="T15" fmla="*/ 121 h 145"/>
                <a:gd name="T16" fmla="*/ 5 w 23"/>
                <a:gd name="T17" fmla="*/ 27 h 145"/>
                <a:gd name="T18" fmla="*/ 18 w 23"/>
                <a:gd name="T19" fmla="*/ 27 h 145"/>
                <a:gd name="T20" fmla="*/ 18 w 23"/>
                <a:gd name="T21" fmla="*/ 121 h 145"/>
                <a:gd name="T22" fmla="*/ 12 w 23"/>
                <a:gd name="T23" fmla="*/ 135 h 145"/>
                <a:gd name="T24" fmla="*/ 18 w 23"/>
                <a:gd name="T25" fmla="*/ 5 h 145"/>
                <a:gd name="T26" fmla="*/ 18 w 23"/>
                <a:gd name="T27" fmla="*/ 23 h 145"/>
                <a:gd name="T28" fmla="*/ 5 w 23"/>
                <a:gd name="T29" fmla="*/ 23 h 145"/>
                <a:gd name="T30" fmla="*/ 5 w 23"/>
                <a:gd name="T31" fmla="*/ 5 h 145"/>
                <a:gd name="T32" fmla="*/ 18 w 23"/>
                <a:gd name="T33" fmla="*/ 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0" y="122"/>
                  </a:moveTo>
                  <a:lnTo>
                    <a:pt x="12" y="145"/>
                  </a:lnTo>
                  <a:lnTo>
                    <a:pt x="23" y="122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122"/>
                  </a:lnTo>
                  <a:close/>
                  <a:moveTo>
                    <a:pt x="12" y="135"/>
                  </a:moveTo>
                  <a:lnTo>
                    <a:pt x="5" y="121"/>
                  </a:lnTo>
                  <a:lnTo>
                    <a:pt x="5" y="27"/>
                  </a:lnTo>
                  <a:lnTo>
                    <a:pt x="18" y="27"/>
                  </a:lnTo>
                  <a:lnTo>
                    <a:pt x="18" y="121"/>
                  </a:lnTo>
                  <a:lnTo>
                    <a:pt x="12" y="135"/>
                  </a:lnTo>
                  <a:close/>
                  <a:moveTo>
                    <a:pt x="18" y="5"/>
                  </a:moveTo>
                  <a:lnTo>
                    <a:pt x="18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8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8" name="Freeform 329"/>
            <p:cNvSpPr>
              <a:spLocks noEditPoints="1"/>
            </p:cNvSpPr>
            <p:nvPr/>
          </p:nvSpPr>
          <p:spPr bwMode="auto">
            <a:xfrm>
              <a:off x="2474294" y="2042635"/>
              <a:ext cx="215863" cy="301788"/>
            </a:xfrm>
            <a:custGeom>
              <a:avLst/>
              <a:gdLst>
                <a:gd name="T0" fmla="*/ 103 w 103"/>
                <a:gd name="T1" fmla="*/ 16 h 144"/>
                <a:gd name="T2" fmla="*/ 73 w 103"/>
                <a:gd name="T3" fmla="*/ 16 h 144"/>
                <a:gd name="T4" fmla="*/ 71 w 103"/>
                <a:gd name="T5" fmla="*/ 9 h 144"/>
                <a:gd name="T6" fmla="*/ 63 w 103"/>
                <a:gd name="T7" fmla="*/ 9 h 144"/>
                <a:gd name="T8" fmla="*/ 63 w 103"/>
                <a:gd name="T9" fmla="*/ 0 h 144"/>
                <a:gd name="T10" fmla="*/ 40 w 103"/>
                <a:gd name="T11" fmla="*/ 0 h 144"/>
                <a:gd name="T12" fmla="*/ 40 w 103"/>
                <a:gd name="T13" fmla="*/ 9 h 144"/>
                <a:gd name="T14" fmla="*/ 32 w 103"/>
                <a:gd name="T15" fmla="*/ 9 h 144"/>
                <a:gd name="T16" fmla="*/ 30 w 103"/>
                <a:gd name="T17" fmla="*/ 16 h 144"/>
                <a:gd name="T18" fmla="*/ 0 w 103"/>
                <a:gd name="T19" fmla="*/ 16 h 144"/>
                <a:gd name="T20" fmla="*/ 0 w 103"/>
                <a:gd name="T21" fmla="*/ 144 h 144"/>
                <a:gd name="T22" fmla="*/ 103 w 103"/>
                <a:gd name="T23" fmla="*/ 144 h 144"/>
                <a:gd name="T24" fmla="*/ 103 w 103"/>
                <a:gd name="T25" fmla="*/ 16 h 144"/>
                <a:gd name="T26" fmla="*/ 35 w 103"/>
                <a:gd name="T27" fmla="*/ 14 h 144"/>
                <a:gd name="T28" fmla="*/ 45 w 103"/>
                <a:gd name="T29" fmla="*/ 14 h 144"/>
                <a:gd name="T30" fmla="*/ 45 w 103"/>
                <a:gd name="T31" fmla="*/ 5 h 144"/>
                <a:gd name="T32" fmla="*/ 58 w 103"/>
                <a:gd name="T33" fmla="*/ 5 h 144"/>
                <a:gd name="T34" fmla="*/ 58 w 103"/>
                <a:gd name="T35" fmla="*/ 14 h 144"/>
                <a:gd name="T36" fmla="*/ 68 w 103"/>
                <a:gd name="T37" fmla="*/ 14 h 144"/>
                <a:gd name="T38" fmla="*/ 71 w 103"/>
                <a:gd name="T39" fmla="*/ 27 h 144"/>
                <a:gd name="T40" fmla="*/ 32 w 103"/>
                <a:gd name="T41" fmla="*/ 27 h 144"/>
                <a:gd name="T42" fmla="*/ 35 w 103"/>
                <a:gd name="T43" fmla="*/ 14 h 144"/>
                <a:gd name="T44" fmla="*/ 99 w 103"/>
                <a:gd name="T45" fmla="*/ 140 h 144"/>
                <a:gd name="T46" fmla="*/ 4 w 103"/>
                <a:gd name="T47" fmla="*/ 140 h 144"/>
                <a:gd name="T48" fmla="*/ 4 w 103"/>
                <a:gd name="T49" fmla="*/ 20 h 144"/>
                <a:gd name="T50" fmla="*/ 29 w 103"/>
                <a:gd name="T51" fmla="*/ 20 h 144"/>
                <a:gd name="T52" fmla="*/ 26 w 103"/>
                <a:gd name="T53" fmla="*/ 32 h 144"/>
                <a:gd name="T54" fmla="*/ 77 w 103"/>
                <a:gd name="T55" fmla="*/ 32 h 144"/>
                <a:gd name="T56" fmla="*/ 74 w 103"/>
                <a:gd name="T57" fmla="*/ 20 h 144"/>
                <a:gd name="T58" fmla="*/ 99 w 103"/>
                <a:gd name="T59" fmla="*/ 20 h 144"/>
                <a:gd name="T60" fmla="*/ 99 w 103"/>
                <a:gd name="T61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" h="144">
                  <a:moveTo>
                    <a:pt x="103" y="16"/>
                  </a:moveTo>
                  <a:lnTo>
                    <a:pt x="73" y="16"/>
                  </a:lnTo>
                  <a:lnTo>
                    <a:pt x="71" y="9"/>
                  </a:lnTo>
                  <a:lnTo>
                    <a:pt x="63" y="9"/>
                  </a:lnTo>
                  <a:lnTo>
                    <a:pt x="63" y="0"/>
                  </a:lnTo>
                  <a:lnTo>
                    <a:pt x="40" y="0"/>
                  </a:lnTo>
                  <a:lnTo>
                    <a:pt x="40" y="9"/>
                  </a:lnTo>
                  <a:lnTo>
                    <a:pt x="32" y="9"/>
                  </a:lnTo>
                  <a:lnTo>
                    <a:pt x="30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3" y="144"/>
                  </a:lnTo>
                  <a:lnTo>
                    <a:pt x="103" y="16"/>
                  </a:lnTo>
                  <a:close/>
                  <a:moveTo>
                    <a:pt x="35" y="14"/>
                  </a:moveTo>
                  <a:lnTo>
                    <a:pt x="45" y="14"/>
                  </a:lnTo>
                  <a:lnTo>
                    <a:pt x="45" y="5"/>
                  </a:lnTo>
                  <a:lnTo>
                    <a:pt x="58" y="5"/>
                  </a:lnTo>
                  <a:lnTo>
                    <a:pt x="58" y="14"/>
                  </a:lnTo>
                  <a:lnTo>
                    <a:pt x="68" y="14"/>
                  </a:lnTo>
                  <a:lnTo>
                    <a:pt x="71" y="27"/>
                  </a:lnTo>
                  <a:lnTo>
                    <a:pt x="32" y="27"/>
                  </a:lnTo>
                  <a:lnTo>
                    <a:pt x="35" y="14"/>
                  </a:lnTo>
                  <a:close/>
                  <a:moveTo>
                    <a:pt x="99" y="140"/>
                  </a:moveTo>
                  <a:lnTo>
                    <a:pt x="4" y="140"/>
                  </a:lnTo>
                  <a:lnTo>
                    <a:pt x="4" y="20"/>
                  </a:lnTo>
                  <a:lnTo>
                    <a:pt x="29" y="20"/>
                  </a:lnTo>
                  <a:lnTo>
                    <a:pt x="26" y="32"/>
                  </a:lnTo>
                  <a:lnTo>
                    <a:pt x="77" y="32"/>
                  </a:lnTo>
                  <a:lnTo>
                    <a:pt x="74" y="20"/>
                  </a:lnTo>
                  <a:lnTo>
                    <a:pt x="99" y="20"/>
                  </a:lnTo>
                  <a:lnTo>
                    <a:pt x="9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2908114" y="2044731"/>
            <a:ext cx="217958" cy="301788"/>
            <a:chOff x="2908114" y="2044731"/>
            <a:chExt cx="217958" cy="301788"/>
          </a:xfrm>
          <a:solidFill>
            <a:schemeClr val="tx1"/>
          </a:solidFill>
        </p:grpSpPr>
        <p:sp>
          <p:nvSpPr>
            <p:cNvPr id="329" name="Rectangle 330"/>
            <p:cNvSpPr>
              <a:spLocks noChangeArrowheads="1"/>
            </p:cNvSpPr>
            <p:nvPr/>
          </p:nvSpPr>
          <p:spPr bwMode="auto">
            <a:xfrm>
              <a:off x="2983561" y="2153710"/>
              <a:ext cx="10478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0" name="Rectangle 331"/>
            <p:cNvSpPr>
              <a:spLocks noChangeArrowheads="1"/>
            </p:cNvSpPr>
            <p:nvPr/>
          </p:nvSpPr>
          <p:spPr bwMode="auto">
            <a:xfrm>
              <a:off x="2983561" y="2199817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Rectangle 332"/>
            <p:cNvSpPr>
              <a:spLocks noChangeArrowheads="1"/>
            </p:cNvSpPr>
            <p:nvPr/>
          </p:nvSpPr>
          <p:spPr bwMode="auto">
            <a:xfrm>
              <a:off x="2983561" y="2248019"/>
              <a:ext cx="10478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Rectangle 333"/>
            <p:cNvSpPr>
              <a:spLocks noChangeArrowheads="1"/>
            </p:cNvSpPr>
            <p:nvPr/>
          </p:nvSpPr>
          <p:spPr bwMode="auto">
            <a:xfrm>
              <a:off x="2983561" y="2294125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3" name="Rectangle 334"/>
            <p:cNvSpPr>
              <a:spLocks noChangeArrowheads="1"/>
            </p:cNvSpPr>
            <p:nvPr/>
          </p:nvSpPr>
          <p:spPr bwMode="auto">
            <a:xfrm>
              <a:off x="2945838" y="2153710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Rectangle 335"/>
            <p:cNvSpPr>
              <a:spLocks noChangeArrowheads="1"/>
            </p:cNvSpPr>
            <p:nvPr/>
          </p:nvSpPr>
          <p:spPr bwMode="auto">
            <a:xfrm>
              <a:off x="2945838" y="2199817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Rectangle 336"/>
            <p:cNvSpPr>
              <a:spLocks noChangeArrowheads="1"/>
            </p:cNvSpPr>
            <p:nvPr/>
          </p:nvSpPr>
          <p:spPr bwMode="auto">
            <a:xfrm>
              <a:off x="2945838" y="2248019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Rectangle 337"/>
            <p:cNvSpPr>
              <a:spLocks noChangeArrowheads="1"/>
            </p:cNvSpPr>
            <p:nvPr/>
          </p:nvSpPr>
          <p:spPr bwMode="auto">
            <a:xfrm>
              <a:off x="2945838" y="229412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Freeform 338"/>
            <p:cNvSpPr>
              <a:spLocks noEditPoints="1"/>
            </p:cNvSpPr>
            <p:nvPr/>
          </p:nvSpPr>
          <p:spPr bwMode="auto">
            <a:xfrm>
              <a:off x="2908114" y="2044731"/>
              <a:ext cx="217958" cy="301788"/>
            </a:xfrm>
            <a:custGeom>
              <a:avLst/>
              <a:gdLst>
                <a:gd name="T0" fmla="*/ 41 w 104"/>
                <a:gd name="T1" fmla="*/ 0 h 144"/>
                <a:gd name="T2" fmla="*/ 41 w 104"/>
                <a:gd name="T3" fmla="*/ 9 h 144"/>
                <a:gd name="T4" fmla="*/ 32 w 104"/>
                <a:gd name="T5" fmla="*/ 9 h 144"/>
                <a:gd name="T6" fmla="*/ 30 w 104"/>
                <a:gd name="T7" fmla="*/ 16 h 144"/>
                <a:gd name="T8" fmla="*/ 0 w 104"/>
                <a:gd name="T9" fmla="*/ 16 h 144"/>
                <a:gd name="T10" fmla="*/ 0 w 104"/>
                <a:gd name="T11" fmla="*/ 144 h 144"/>
                <a:gd name="T12" fmla="*/ 104 w 104"/>
                <a:gd name="T13" fmla="*/ 144 h 144"/>
                <a:gd name="T14" fmla="*/ 104 w 104"/>
                <a:gd name="T15" fmla="*/ 16 h 144"/>
                <a:gd name="T16" fmla="*/ 74 w 104"/>
                <a:gd name="T17" fmla="*/ 16 h 144"/>
                <a:gd name="T18" fmla="*/ 72 w 104"/>
                <a:gd name="T19" fmla="*/ 9 h 144"/>
                <a:gd name="T20" fmla="*/ 63 w 104"/>
                <a:gd name="T21" fmla="*/ 9 h 144"/>
                <a:gd name="T22" fmla="*/ 63 w 104"/>
                <a:gd name="T23" fmla="*/ 0 h 144"/>
                <a:gd name="T24" fmla="*/ 41 w 104"/>
                <a:gd name="T25" fmla="*/ 0 h 144"/>
                <a:gd name="T26" fmla="*/ 78 w 104"/>
                <a:gd name="T27" fmla="*/ 31 h 144"/>
                <a:gd name="T28" fmla="*/ 75 w 104"/>
                <a:gd name="T29" fmla="*/ 20 h 144"/>
                <a:gd name="T30" fmla="*/ 99 w 104"/>
                <a:gd name="T31" fmla="*/ 20 h 144"/>
                <a:gd name="T32" fmla="*/ 99 w 104"/>
                <a:gd name="T33" fmla="*/ 139 h 144"/>
                <a:gd name="T34" fmla="*/ 5 w 104"/>
                <a:gd name="T35" fmla="*/ 139 h 144"/>
                <a:gd name="T36" fmla="*/ 5 w 104"/>
                <a:gd name="T37" fmla="*/ 20 h 144"/>
                <a:gd name="T38" fmla="*/ 29 w 104"/>
                <a:gd name="T39" fmla="*/ 20 h 144"/>
                <a:gd name="T40" fmla="*/ 27 w 104"/>
                <a:gd name="T41" fmla="*/ 31 h 144"/>
                <a:gd name="T42" fmla="*/ 78 w 104"/>
                <a:gd name="T43" fmla="*/ 31 h 144"/>
                <a:gd name="T44" fmla="*/ 68 w 104"/>
                <a:gd name="T45" fmla="*/ 13 h 144"/>
                <a:gd name="T46" fmla="*/ 72 w 104"/>
                <a:gd name="T47" fmla="*/ 27 h 144"/>
                <a:gd name="T48" fmla="*/ 33 w 104"/>
                <a:gd name="T49" fmla="*/ 27 h 144"/>
                <a:gd name="T50" fmla="*/ 36 w 104"/>
                <a:gd name="T51" fmla="*/ 13 h 144"/>
                <a:gd name="T52" fmla="*/ 45 w 104"/>
                <a:gd name="T53" fmla="*/ 13 h 144"/>
                <a:gd name="T54" fmla="*/ 45 w 104"/>
                <a:gd name="T55" fmla="*/ 4 h 144"/>
                <a:gd name="T56" fmla="*/ 59 w 104"/>
                <a:gd name="T57" fmla="*/ 4 h 144"/>
                <a:gd name="T58" fmla="*/ 59 w 104"/>
                <a:gd name="T59" fmla="*/ 13 h 144"/>
                <a:gd name="T60" fmla="*/ 68 w 104"/>
                <a:gd name="T61" fmla="*/ 1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4" h="144">
                  <a:moveTo>
                    <a:pt x="41" y="0"/>
                  </a:moveTo>
                  <a:lnTo>
                    <a:pt x="41" y="9"/>
                  </a:lnTo>
                  <a:lnTo>
                    <a:pt x="32" y="9"/>
                  </a:lnTo>
                  <a:lnTo>
                    <a:pt x="30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4" y="144"/>
                  </a:lnTo>
                  <a:lnTo>
                    <a:pt x="104" y="16"/>
                  </a:lnTo>
                  <a:lnTo>
                    <a:pt x="74" y="16"/>
                  </a:lnTo>
                  <a:lnTo>
                    <a:pt x="72" y="9"/>
                  </a:lnTo>
                  <a:lnTo>
                    <a:pt x="63" y="9"/>
                  </a:lnTo>
                  <a:lnTo>
                    <a:pt x="63" y="0"/>
                  </a:lnTo>
                  <a:lnTo>
                    <a:pt x="41" y="0"/>
                  </a:lnTo>
                  <a:close/>
                  <a:moveTo>
                    <a:pt x="78" y="31"/>
                  </a:moveTo>
                  <a:lnTo>
                    <a:pt x="75" y="20"/>
                  </a:lnTo>
                  <a:lnTo>
                    <a:pt x="99" y="20"/>
                  </a:lnTo>
                  <a:lnTo>
                    <a:pt x="99" y="139"/>
                  </a:lnTo>
                  <a:lnTo>
                    <a:pt x="5" y="139"/>
                  </a:lnTo>
                  <a:lnTo>
                    <a:pt x="5" y="20"/>
                  </a:lnTo>
                  <a:lnTo>
                    <a:pt x="29" y="20"/>
                  </a:lnTo>
                  <a:lnTo>
                    <a:pt x="27" y="31"/>
                  </a:lnTo>
                  <a:lnTo>
                    <a:pt x="78" y="31"/>
                  </a:lnTo>
                  <a:close/>
                  <a:moveTo>
                    <a:pt x="68" y="13"/>
                  </a:moveTo>
                  <a:lnTo>
                    <a:pt x="72" y="27"/>
                  </a:lnTo>
                  <a:lnTo>
                    <a:pt x="33" y="27"/>
                  </a:lnTo>
                  <a:lnTo>
                    <a:pt x="36" y="13"/>
                  </a:lnTo>
                  <a:lnTo>
                    <a:pt x="45" y="13"/>
                  </a:lnTo>
                  <a:lnTo>
                    <a:pt x="45" y="4"/>
                  </a:lnTo>
                  <a:lnTo>
                    <a:pt x="59" y="4"/>
                  </a:lnTo>
                  <a:lnTo>
                    <a:pt x="59" y="13"/>
                  </a:lnTo>
                  <a:lnTo>
                    <a:pt x="68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258105" y="2044731"/>
            <a:ext cx="303883" cy="301788"/>
            <a:chOff x="3258105" y="2044731"/>
            <a:chExt cx="303883" cy="301788"/>
          </a:xfrm>
          <a:solidFill>
            <a:schemeClr val="tx1"/>
          </a:solidFill>
        </p:grpSpPr>
        <p:sp>
          <p:nvSpPr>
            <p:cNvPr id="338" name="Rectangle 339"/>
            <p:cNvSpPr>
              <a:spLocks noChangeArrowheads="1"/>
            </p:cNvSpPr>
            <p:nvPr/>
          </p:nvSpPr>
          <p:spPr bwMode="auto">
            <a:xfrm>
              <a:off x="3333552" y="2153710"/>
              <a:ext cx="10478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Rectangle 340"/>
            <p:cNvSpPr>
              <a:spLocks noChangeArrowheads="1"/>
            </p:cNvSpPr>
            <p:nvPr/>
          </p:nvSpPr>
          <p:spPr bwMode="auto">
            <a:xfrm>
              <a:off x="3333552" y="2199817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Rectangle 341"/>
            <p:cNvSpPr>
              <a:spLocks noChangeArrowheads="1"/>
            </p:cNvSpPr>
            <p:nvPr/>
          </p:nvSpPr>
          <p:spPr bwMode="auto">
            <a:xfrm>
              <a:off x="3333552" y="2248019"/>
              <a:ext cx="10478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1" name="Rectangle 342"/>
            <p:cNvSpPr>
              <a:spLocks noChangeArrowheads="1"/>
            </p:cNvSpPr>
            <p:nvPr/>
          </p:nvSpPr>
          <p:spPr bwMode="auto">
            <a:xfrm>
              <a:off x="3333552" y="2294125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2" name="Rectangle 343"/>
            <p:cNvSpPr>
              <a:spLocks noChangeArrowheads="1"/>
            </p:cNvSpPr>
            <p:nvPr/>
          </p:nvSpPr>
          <p:spPr bwMode="auto">
            <a:xfrm>
              <a:off x="3295829" y="2153710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3" name="Rectangle 344"/>
            <p:cNvSpPr>
              <a:spLocks noChangeArrowheads="1"/>
            </p:cNvSpPr>
            <p:nvPr/>
          </p:nvSpPr>
          <p:spPr bwMode="auto">
            <a:xfrm>
              <a:off x="3295829" y="2199817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Rectangle 345"/>
            <p:cNvSpPr>
              <a:spLocks noChangeArrowheads="1"/>
            </p:cNvSpPr>
            <p:nvPr/>
          </p:nvSpPr>
          <p:spPr bwMode="auto">
            <a:xfrm>
              <a:off x="3295829" y="2248019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Rectangle 346"/>
            <p:cNvSpPr>
              <a:spLocks noChangeArrowheads="1"/>
            </p:cNvSpPr>
            <p:nvPr/>
          </p:nvSpPr>
          <p:spPr bwMode="auto">
            <a:xfrm>
              <a:off x="3295829" y="229412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Freeform 347"/>
            <p:cNvSpPr>
              <a:spLocks noEditPoints="1"/>
            </p:cNvSpPr>
            <p:nvPr/>
          </p:nvSpPr>
          <p:spPr bwMode="auto">
            <a:xfrm>
              <a:off x="3258105" y="2044731"/>
              <a:ext cx="217958" cy="301788"/>
            </a:xfrm>
            <a:custGeom>
              <a:avLst/>
              <a:gdLst>
                <a:gd name="T0" fmla="*/ 104 w 104"/>
                <a:gd name="T1" fmla="*/ 16 h 144"/>
                <a:gd name="T2" fmla="*/ 74 w 104"/>
                <a:gd name="T3" fmla="*/ 16 h 144"/>
                <a:gd name="T4" fmla="*/ 72 w 104"/>
                <a:gd name="T5" fmla="*/ 9 h 144"/>
                <a:gd name="T6" fmla="*/ 64 w 104"/>
                <a:gd name="T7" fmla="*/ 9 h 144"/>
                <a:gd name="T8" fmla="*/ 64 w 104"/>
                <a:gd name="T9" fmla="*/ 0 h 144"/>
                <a:gd name="T10" fmla="*/ 41 w 104"/>
                <a:gd name="T11" fmla="*/ 0 h 144"/>
                <a:gd name="T12" fmla="*/ 41 w 104"/>
                <a:gd name="T13" fmla="*/ 9 h 144"/>
                <a:gd name="T14" fmla="*/ 32 w 104"/>
                <a:gd name="T15" fmla="*/ 9 h 144"/>
                <a:gd name="T16" fmla="*/ 30 w 104"/>
                <a:gd name="T17" fmla="*/ 16 h 144"/>
                <a:gd name="T18" fmla="*/ 0 w 104"/>
                <a:gd name="T19" fmla="*/ 16 h 144"/>
                <a:gd name="T20" fmla="*/ 0 w 104"/>
                <a:gd name="T21" fmla="*/ 144 h 144"/>
                <a:gd name="T22" fmla="*/ 104 w 104"/>
                <a:gd name="T23" fmla="*/ 144 h 144"/>
                <a:gd name="T24" fmla="*/ 104 w 104"/>
                <a:gd name="T25" fmla="*/ 16 h 144"/>
                <a:gd name="T26" fmla="*/ 36 w 104"/>
                <a:gd name="T27" fmla="*/ 13 h 144"/>
                <a:gd name="T28" fmla="*/ 45 w 104"/>
                <a:gd name="T29" fmla="*/ 13 h 144"/>
                <a:gd name="T30" fmla="*/ 45 w 104"/>
                <a:gd name="T31" fmla="*/ 4 h 144"/>
                <a:gd name="T32" fmla="*/ 59 w 104"/>
                <a:gd name="T33" fmla="*/ 4 h 144"/>
                <a:gd name="T34" fmla="*/ 59 w 104"/>
                <a:gd name="T35" fmla="*/ 13 h 144"/>
                <a:gd name="T36" fmla="*/ 68 w 104"/>
                <a:gd name="T37" fmla="*/ 13 h 144"/>
                <a:gd name="T38" fmla="*/ 71 w 104"/>
                <a:gd name="T39" fmla="*/ 27 h 144"/>
                <a:gd name="T40" fmla="*/ 33 w 104"/>
                <a:gd name="T41" fmla="*/ 27 h 144"/>
                <a:gd name="T42" fmla="*/ 36 w 104"/>
                <a:gd name="T43" fmla="*/ 13 h 144"/>
                <a:gd name="T44" fmla="*/ 100 w 104"/>
                <a:gd name="T45" fmla="*/ 139 h 144"/>
                <a:gd name="T46" fmla="*/ 5 w 104"/>
                <a:gd name="T47" fmla="*/ 139 h 144"/>
                <a:gd name="T48" fmla="*/ 5 w 104"/>
                <a:gd name="T49" fmla="*/ 20 h 144"/>
                <a:gd name="T50" fmla="*/ 29 w 104"/>
                <a:gd name="T51" fmla="*/ 20 h 144"/>
                <a:gd name="T52" fmla="*/ 26 w 104"/>
                <a:gd name="T53" fmla="*/ 31 h 144"/>
                <a:gd name="T54" fmla="*/ 78 w 104"/>
                <a:gd name="T55" fmla="*/ 31 h 144"/>
                <a:gd name="T56" fmla="*/ 75 w 104"/>
                <a:gd name="T57" fmla="*/ 20 h 144"/>
                <a:gd name="T58" fmla="*/ 100 w 104"/>
                <a:gd name="T59" fmla="*/ 20 h 144"/>
                <a:gd name="T60" fmla="*/ 100 w 104"/>
                <a:gd name="T61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4" h="144">
                  <a:moveTo>
                    <a:pt x="104" y="16"/>
                  </a:moveTo>
                  <a:lnTo>
                    <a:pt x="74" y="16"/>
                  </a:lnTo>
                  <a:lnTo>
                    <a:pt x="72" y="9"/>
                  </a:lnTo>
                  <a:lnTo>
                    <a:pt x="64" y="9"/>
                  </a:lnTo>
                  <a:lnTo>
                    <a:pt x="64" y="0"/>
                  </a:lnTo>
                  <a:lnTo>
                    <a:pt x="41" y="0"/>
                  </a:lnTo>
                  <a:lnTo>
                    <a:pt x="41" y="9"/>
                  </a:lnTo>
                  <a:lnTo>
                    <a:pt x="32" y="9"/>
                  </a:lnTo>
                  <a:lnTo>
                    <a:pt x="30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4" y="144"/>
                  </a:lnTo>
                  <a:lnTo>
                    <a:pt x="104" y="16"/>
                  </a:lnTo>
                  <a:close/>
                  <a:moveTo>
                    <a:pt x="36" y="13"/>
                  </a:moveTo>
                  <a:lnTo>
                    <a:pt x="45" y="13"/>
                  </a:lnTo>
                  <a:lnTo>
                    <a:pt x="45" y="4"/>
                  </a:lnTo>
                  <a:lnTo>
                    <a:pt x="59" y="4"/>
                  </a:lnTo>
                  <a:lnTo>
                    <a:pt x="59" y="13"/>
                  </a:lnTo>
                  <a:lnTo>
                    <a:pt x="68" y="13"/>
                  </a:lnTo>
                  <a:lnTo>
                    <a:pt x="71" y="27"/>
                  </a:lnTo>
                  <a:lnTo>
                    <a:pt x="33" y="27"/>
                  </a:lnTo>
                  <a:lnTo>
                    <a:pt x="36" y="13"/>
                  </a:lnTo>
                  <a:close/>
                  <a:moveTo>
                    <a:pt x="100" y="139"/>
                  </a:moveTo>
                  <a:lnTo>
                    <a:pt x="5" y="139"/>
                  </a:lnTo>
                  <a:lnTo>
                    <a:pt x="5" y="20"/>
                  </a:lnTo>
                  <a:lnTo>
                    <a:pt x="29" y="20"/>
                  </a:lnTo>
                  <a:lnTo>
                    <a:pt x="26" y="31"/>
                  </a:lnTo>
                  <a:lnTo>
                    <a:pt x="78" y="31"/>
                  </a:lnTo>
                  <a:lnTo>
                    <a:pt x="75" y="20"/>
                  </a:lnTo>
                  <a:lnTo>
                    <a:pt x="100" y="20"/>
                  </a:lnTo>
                  <a:lnTo>
                    <a:pt x="100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7" name="Freeform 348"/>
            <p:cNvSpPr>
              <a:spLocks noEditPoints="1"/>
            </p:cNvSpPr>
            <p:nvPr/>
          </p:nvSpPr>
          <p:spPr bwMode="auto">
            <a:xfrm>
              <a:off x="3494924" y="2053114"/>
              <a:ext cx="67064" cy="289214"/>
            </a:xfrm>
            <a:custGeom>
              <a:avLst/>
              <a:gdLst>
                <a:gd name="T0" fmla="*/ 32 w 32"/>
                <a:gd name="T1" fmla="*/ 0 h 138"/>
                <a:gd name="T2" fmla="*/ 9 w 32"/>
                <a:gd name="T3" fmla="*/ 0 h 138"/>
                <a:gd name="T4" fmla="*/ 9 w 32"/>
                <a:gd name="T5" fmla="*/ 9 h 138"/>
                <a:gd name="T6" fmla="*/ 0 w 32"/>
                <a:gd name="T7" fmla="*/ 9 h 138"/>
                <a:gd name="T8" fmla="*/ 0 w 32"/>
                <a:gd name="T9" fmla="*/ 34 h 138"/>
                <a:gd name="T10" fmla="*/ 5 w 32"/>
                <a:gd name="T11" fmla="*/ 34 h 138"/>
                <a:gd name="T12" fmla="*/ 5 w 32"/>
                <a:gd name="T13" fmla="*/ 14 h 138"/>
                <a:gd name="T14" fmla="*/ 9 w 32"/>
                <a:gd name="T15" fmla="*/ 14 h 138"/>
                <a:gd name="T16" fmla="*/ 9 w 32"/>
                <a:gd name="T17" fmla="*/ 116 h 138"/>
                <a:gd name="T18" fmla="*/ 20 w 32"/>
                <a:gd name="T19" fmla="*/ 138 h 138"/>
                <a:gd name="T20" fmla="*/ 32 w 32"/>
                <a:gd name="T21" fmla="*/ 116 h 138"/>
                <a:gd name="T22" fmla="*/ 32 w 32"/>
                <a:gd name="T23" fmla="*/ 0 h 138"/>
                <a:gd name="T24" fmla="*/ 27 w 32"/>
                <a:gd name="T25" fmla="*/ 115 h 138"/>
                <a:gd name="T26" fmla="*/ 20 w 32"/>
                <a:gd name="T27" fmla="*/ 128 h 138"/>
                <a:gd name="T28" fmla="*/ 14 w 32"/>
                <a:gd name="T29" fmla="*/ 115 h 138"/>
                <a:gd name="T30" fmla="*/ 14 w 32"/>
                <a:gd name="T31" fmla="*/ 5 h 138"/>
                <a:gd name="T32" fmla="*/ 27 w 32"/>
                <a:gd name="T33" fmla="*/ 5 h 138"/>
                <a:gd name="T34" fmla="*/ 27 w 32"/>
                <a:gd name="T35" fmla="*/ 11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32" y="0"/>
                  </a:moveTo>
                  <a:lnTo>
                    <a:pt x="9" y="0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9" y="14"/>
                  </a:lnTo>
                  <a:lnTo>
                    <a:pt x="9" y="116"/>
                  </a:lnTo>
                  <a:lnTo>
                    <a:pt x="20" y="138"/>
                  </a:lnTo>
                  <a:lnTo>
                    <a:pt x="32" y="116"/>
                  </a:lnTo>
                  <a:lnTo>
                    <a:pt x="32" y="0"/>
                  </a:lnTo>
                  <a:close/>
                  <a:moveTo>
                    <a:pt x="27" y="115"/>
                  </a:moveTo>
                  <a:lnTo>
                    <a:pt x="20" y="128"/>
                  </a:lnTo>
                  <a:lnTo>
                    <a:pt x="14" y="115"/>
                  </a:lnTo>
                  <a:lnTo>
                    <a:pt x="14" y="5"/>
                  </a:lnTo>
                  <a:lnTo>
                    <a:pt x="27" y="5"/>
                  </a:lnTo>
                  <a:lnTo>
                    <a:pt x="27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3650010" y="2042635"/>
            <a:ext cx="303884" cy="303884"/>
            <a:chOff x="3650010" y="2042635"/>
            <a:chExt cx="303884" cy="303884"/>
          </a:xfrm>
          <a:solidFill>
            <a:schemeClr val="tx1"/>
          </a:solidFill>
        </p:grpSpPr>
        <p:sp>
          <p:nvSpPr>
            <p:cNvPr id="348" name="Rectangle 349"/>
            <p:cNvSpPr>
              <a:spLocks noChangeArrowheads="1"/>
            </p:cNvSpPr>
            <p:nvPr/>
          </p:nvSpPr>
          <p:spPr bwMode="auto">
            <a:xfrm>
              <a:off x="3727553" y="2151614"/>
              <a:ext cx="10269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9" name="Rectangle 350"/>
            <p:cNvSpPr>
              <a:spLocks noChangeArrowheads="1"/>
            </p:cNvSpPr>
            <p:nvPr/>
          </p:nvSpPr>
          <p:spPr bwMode="auto">
            <a:xfrm>
              <a:off x="3727553" y="2199817"/>
              <a:ext cx="10269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0" name="Rectangle 351"/>
            <p:cNvSpPr>
              <a:spLocks noChangeArrowheads="1"/>
            </p:cNvSpPr>
            <p:nvPr/>
          </p:nvSpPr>
          <p:spPr bwMode="auto">
            <a:xfrm>
              <a:off x="3727553" y="2245923"/>
              <a:ext cx="10269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Rectangle 352"/>
            <p:cNvSpPr>
              <a:spLocks noChangeArrowheads="1"/>
            </p:cNvSpPr>
            <p:nvPr/>
          </p:nvSpPr>
          <p:spPr bwMode="auto">
            <a:xfrm>
              <a:off x="3727553" y="2294125"/>
              <a:ext cx="10269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Rectangle 353"/>
            <p:cNvSpPr>
              <a:spLocks noChangeArrowheads="1"/>
            </p:cNvSpPr>
            <p:nvPr/>
          </p:nvSpPr>
          <p:spPr bwMode="auto">
            <a:xfrm>
              <a:off x="3689830" y="2151614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Rectangle 354"/>
            <p:cNvSpPr>
              <a:spLocks noChangeArrowheads="1"/>
            </p:cNvSpPr>
            <p:nvPr/>
          </p:nvSpPr>
          <p:spPr bwMode="auto">
            <a:xfrm>
              <a:off x="3689830" y="2199817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4" name="Rectangle 355"/>
            <p:cNvSpPr>
              <a:spLocks noChangeArrowheads="1"/>
            </p:cNvSpPr>
            <p:nvPr/>
          </p:nvSpPr>
          <p:spPr bwMode="auto">
            <a:xfrm>
              <a:off x="3689830" y="224592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Rectangle 356"/>
            <p:cNvSpPr>
              <a:spLocks noChangeArrowheads="1"/>
            </p:cNvSpPr>
            <p:nvPr/>
          </p:nvSpPr>
          <p:spPr bwMode="auto">
            <a:xfrm>
              <a:off x="3689830" y="2294125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Freeform 357"/>
            <p:cNvSpPr>
              <a:spLocks noEditPoints="1"/>
            </p:cNvSpPr>
            <p:nvPr/>
          </p:nvSpPr>
          <p:spPr bwMode="auto">
            <a:xfrm>
              <a:off x="3650010" y="2042635"/>
              <a:ext cx="217958" cy="301788"/>
            </a:xfrm>
            <a:custGeom>
              <a:avLst/>
              <a:gdLst>
                <a:gd name="T0" fmla="*/ 104 w 104"/>
                <a:gd name="T1" fmla="*/ 16 h 144"/>
                <a:gd name="T2" fmla="*/ 74 w 104"/>
                <a:gd name="T3" fmla="*/ 16 h 144"/>
                <a:gd name="T4" fmla="*/ 72 w 104"/>
                <a:gd name="T5" fmla="*/ 9 h 144"/>
                <a:gd name="T6" fmla="*/ 64 w 104"/>
                <a:gd name="T7" fmla="*/ 9 h 144"/>
                <a:gd name="T8" fmla="*/ 64 w 104"/>
                <a:gd name="T9" fmla="*/ 0 h 144"/>
                <a:gd name="T10" fmla="*/ 41 w 104"/>
                <a:gd name="T11" fmla="*/ 0 h 144"/>
                <a:gd name="T12" fmla="*/ 41 w 104"/>
                <a:gd name="T13" fmla="*/ 9 h 144"/>
                <a:gd name="T14" fmla="*/ 33 w 104"/>
                <a:gd name="T15" fmla="*/ 9 h 144"/>
                <a:gd name="T16" fmla="*/ 31 w 104"/>
                <a:gd name="T17" fmla="*/ 16 h 144"/>
                <a:gd name="T18" fmla="*/ 0 w 104"/>
                <a:gd name="T19" fmla="*/ 16 h 144"/>
                <a:gd name="T20" fmla="*/ 0 w 104"/>
                <a:gd name="T21" fmla="*/ 144 h 144"/>
                <a:gd name="T22" fmla="*/ 104 w 104"/>
                <a:gd name="T23" fmla="*/ 144 h 144"/>
                <a:gd name="T24" fmla="*/ 104 w 104"/>
                <a:gd name="T25" fmla="*/ 16 h 144"/>
                <a:gd name="T26" fmla="*/ 36 w 104"/>
                <a:gd name="T27" fmla="*/ 14 h 144"/>
                <a:gd name="T28" fmla="*/ 46 w 104"/>
                <a:gd name="T29" fmla="*/ 14 h 144"/>
                <a:gd name="T30" fmla="*/ 46 w 104"/>
                <a:gd name="T31" fmla="*/ 5 h 144"/>
                <a:gd name="T32" fmla="*/ 59 w 104"/>
                <a:gd name="T33" fmla="*/ 5 h 144"/>
                <a:gd name="T34" fmla="*/ 59 w 104"/>
                <a:gd name="T35" fmla="*/ 14 h 144"/>
                <a:gd name="T36" fmla="*/ 69 w 104"/>
                <a:gd name="T37" fmla="*/ 14 h 144"/>
                <a:gd name="T38" fmla="*/ 72 w 104"/>
                <a:gd name="T39" fmla="*/ 27 h 144"/>
                <a:gd name="T40" fmla="*/ 33 w 104"/>
                <a:gd name="T41" fmla="*/ 27 h 144"/>
                <a:gd name="T42" fmla="*/ 36 w 104"/>
                <a:gd name="T43" fmla="*/ 14 h 144"/>
                <a:gd name="T44" fmla="*/ 100 w 104"/>
                <a:gd name="T45" fmla="*/ 140 h 144"/>
                <a:gd name="T46" fmla="*/ 5 w 104"/>
                <a:gd name="T47" fmla="*/ 140 h 144"/>
                <a:gd name="T48" fmla="*/ 5 w 104"/>
                <a:gd name="T49" fmla="*/ 20 h 144"/>
                <a:gd name="T50" fmla="*/ 30 w 104"/>
                <a:gd name="T51" fmla="*/ 20 h 144"/>
                <a:gd name="T52" fmla="*/ 27 w 104"/>
                <a:gd name="T53" fmla="*/ 32 h 144"/>
                <a:gd name="T54" fmla="*/ 78 w 104"/>
                <a:gd name="T55" fmla="*/ 32 h 144"/>
                <a:gd name="T56" fmla="*/ 75 w 104"/>
                <a:gd name="T57" fmla="*/ 20 h 144"/>
                <a:gd name="T58" fmla="*/ 100 w 104"/>
                <a:gd name="T59" fmla="*/ 20 h 144"/>
                <a:gd name="T60" fmla="*/ 100 w 104"/>
                <a:gd name="T61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4" h="144">
                  <a:moveTo>
                    <a:pt x="104" y="16"/>
                  </a:moveTo>
                  <a:lnTo>
                    <a:pt x="74" y="16"/>
                  </a:lnTo>
                  <a:lnTo>
                    <a:pt x="72" y="9"/>
                  </a:lnTo>
                  <a:lnTo>
                    <a:pt x="64" y="9"/>
                  </a:lnTo>
                  <a:lnTo>
                    <a:pt x="64" y="0"/>
                  </a:lnTo>
                  <a:lnTo>
                    <a:pt x="41" y="0"/>
                  </a:lnTo>
                  <a:lnTo>
                    <a:pt x="41" y="9"/>
                  </a:lnTo>
                  <a:lnTo>
                    <a:pt x="33" y="9"/>
                  </a:lnTo>
                  <a:lnTo>
                    <a:pt x="31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4" y="144"/>
                  </a:lnTo>
                  <a:lnTo>
                    <a:pt x="104" y="16"/>
                  </a:lnTo>
                  <a:close/>
                  <a:moveTo>
                    <a:pt x="36" y="14"/>
                  </a:moveTo>
                  <a:lnTo>
                    <a:pt x="46" y="14"/>
                  </a:lnTo>
                  <a:lnTo>
                    <a:pt x="46" y="5"/>
                  </a:lnTo>
                  <a:lnTo>
                    <a:pt x="59" y="5"/>
                  </a:lnTo>
                  <a:lnTo>
                    <a:pt x="59" y="14"/>
                  </a:lnTo>
                  <a:lnTo>
                    <a:pt x="69" y="14"/>
                  </a:lnTo>
                  <a:lnTo>
                    <a:pt x="72" y="27"/>
                  </a:lnTo>
                  <a:lnTo>
                    <a:pt x="33" y="27"/>
                  </a:lnTo>
                  <a:lnTo>
                    <a:pt x="36" y="14"/>
                  </a:lnTo>
                  <a:close/>
                  <a:moveTo>
                    <a:pt x="100" y="140"/>
                  </a:moveTo>
                  <a:lnTo>
                    <a:pt x="5" y="140"/>
                  </a:lnTo>
                  <a:lnTo>
                    <a:pt x="5" y="20"/>
                  </a:lnTo>
                  <a:lnTo>
                    <a:pt x="30" y="20"/>
                  </a:lnTo>
                  <a:lnTo>
                    <a:pt x="27" y="32"/>
                  </a:lnTo>
                  <a:lnTo>
                    <a:pt x="78" y="32"/>
                  </a:lnTo>
                  <a:lnTo>
                    <a:pt x="75" y="20"/>
                  </a:lnTo>
                  <a:lnTo>
                    <a:pt x="100" y="20"/>
                  </a:lnTo>
                  <a:lnTo>
                    <a:pt x="10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Freeform 358"/>
            <p:cNvSpPr>
              <a:spLocks noEditPoints="1"/>
            </p:cNvSpPr>
            <p:nvPr/>
          </p:nvSpPr>
          <p:spPr bwMode="auto">
            <a:xfrm>
              <a:off x="3905691" y="2042635"/>
              <a:ext cx="48203" cy="303884"/>
            </a:xfrm>
            <a:custGeom>
              <a:avLst/>
              <a:gdLst>
                <a:gd name="T0" fmla="*/ 23 w 23"/>
                <a:gd name="T1" fmla="*/ 122 h 145"/>
                <a:gd name="T2" fmla="*/ 23 w 23"/>
                <a:gd name="T3" fmla="*/ 0 h 145"/>
                <a:gd name="T4" fmla="*/ 0 w 23"/>
                <a:gd name="T5" fmla="*/ 0 h 145"/>
                <a:gd name="T6" fmla="*/ 0 w 23"/>
                <a:gd name="T7" fmla="*/ 122 h 145"/>
                <a:gd name="T8" fmla="*/ 11 w 23"/>
                <a:gd name="T9" fmla="*/ 145 h 145"/>
                <a:gd name="T10" fmla="*/ 23 w 23"/>
                <a:gd name="T11" fmla="*/ 122 h 145"/>
                <a:gd name="T12" fmla="*/ 18 w 23"/>
                <a:gd name="T13" fmla="*/ 5 h 145"/>
                <a:gd name="T14" fmla="*/ 18 w 23"/>
                <a:gd name="T15" fmla="*/ 23 h 145"/>
                <a:gd name="T16" fmla="*/ 5 w 23"/>
                <a:gd name="T17" fmla="*/ 23 h 145"/>
                <a:gd name="T18" fmla="*/ 5 w 23"/>
                <a:gd name="T19" fmla="*/ 5 h 145"/>
                <a:gd name="T20" fmla="*/ 18 w 23"/>
                <a:gd name="T21" fmla="*/ 5 h 145"/>
                <a:gd name="T22" fmla="*/ 5 w 23"/>
                <a:gd name="T23" fmla="*/ 27 h 145"/>
                <a:gd name="T24" fmla="*/ 18 w 23"/>
                <a:gd name="T25" fmla="*/ 27 h 145"/>
                <a:gd name="T26" fmla="*/ 18 w 23"/>
                <a:gd name="T27" fmla="*/ 121 h 145"/>
                <a:gd name="T28" fmla="*/ 11 w 23"/>
                <a:gd name="T29" fmla="*/ 135 h 145"/>
                <a:gd name="T30" fmla="*/ 5 w 23"/>
                <a:gd name="T31" fmla="*/ 121 h 145"/>
                <a:gd name="T32" fmla="*/ 5 w 23"/>
                <a:gd name="T33" fmla="*/ 27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23" y="122"/>
                  </a:moveTo>
                  <a:lnTo>
                    <a:pt x="23" y="0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11" y="145"/>
                  </a:lnTo>
                  <a:lnTo>
                    <a:pt x="23" y="122"/>
                  </a:lnTo>
                  <a:close/>
                  <a:moveTo>
                    <a:pt x="18" y="5"/>
                  </a:moveTo>
                  <a:lnTo>
                    <a:pt x="18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8" y="5"/>
                  </a:lnTo>
                  <a:close/>
                  <a:moveTo>
                    <a:pt x="5" y="27"/>
                  </a:moveTo>
                  <a:lnTo>
                    <a:pt x="18" y="27"/>
                  </a:lnTo>
                  <a:lnTo>
                    <a:pt x="18" y="121"/>
                  </a:lnTo>
                  <a:lnTo>
                    <a:pt x="11" y="135"/>
                  </a:lnTo>
                  <a:lnTo>
                    <a:pt x="5" y="121"/>
                  </a:lnTo>
                  <a:lnTo>
                    <a:pt x="5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090117" y="2044731"/>
            <a:ext cx="207480" cy="301788"/>
            <a:chOff x="4090117" y="2044731"/>
            <a:chExt cx="207480" cy="301788"/>
          </a:xfrm>
          <a:solidFill>
            <a:schemeClr val="tx1"/>
          </a:solidFill>
        </p:grpSpPr>
        <p:sp>
          <p:nvSpPr>
            <p:cNvPr id="358" name="Freeform 359"/>
            <p:cNvSpPr>
              <a:spLocks noEditPoints="1"/>
            </p:cNvSpPr>
            <p:nvPr/>
          </p:nvSpPr>
          <p:spPr bwMode="auto">
            <a:xfrm>
              <a:off x="4090117" y="2044731"/>
              <a:ext cx="207480" cy="301788"/>
            </a:xfrm>
            <a:custGeom>
              <a:avLst/>
              <a:gdLst>
                <a:gd name="T0" fmla="*/ 7 w 99"/>
                <a:gd name="T1" fmla="*/ 144 h 144"/>
                <a:gd name="T2" fmla="*/ 93 w 99"/>
                <a:gd name="T3" fmla="*/ 144 h 144"/>
                <a:gd name="T4" fmla="*/ 93 w 99"/>
                <a:gd name="T5" fmla="*/ 22 h 144"/>
                <a:gd name="T6" fmla="*/ 99 w 99"/>
                <a:gd name="T7" fmla="*/ 22 h 144"/>
                <a:gd name="T8" fmla="*/ 99 w 99"/>
                <a:gd name="T9" fmla="*/ 18 h 144"/>
                <a:gd name="T10" fmla="*/ 68 w 99"/>
                <a:gd name="T11" fmla="*/ 18 h 144"/>
                <a:gd name="T12" fmla="*/ 68 w 99"/>
                <a:gd name="T13" fmla="*/ 0 h 144"/>
                <a:gd name="T14" fmla="*/ 32 w 99"/>
                <a:gd name="T15" fmla="*/ 0 h 144"/>
                <a:gd name="T16" fmla="*/ 32 w 99"/>
                <a:gd name="T17" fmla="*/ 18 h 144"/>
                <a:gd name="T18" fmla="*/ 0 w 99"/>
                <a:gd name="T19" fmla="*/ 18 h 144"/>
                <a:gd name="T20" fmla="*/ 0 w 99"/>
                <a:gd name="T21" fmla="*/ 22 h 144"/>
                <a:gd name="T22" fmla="*/ 7 w 99"/>
                <a:gd name="T23" fmla="*/ 22 h 144"/>
                <a:gd name="T24" fmla="*/ 7 w 99"/>
                <a:gd name="T25" fmla="*/ 144 h 144"/>
                <a:gd name="T26" fmla="*/ 36 w 99"/>
                <a:gd name="T27" fmla="*/ 4 h 144"/>
                <a:gd name="T28" fmla="*/ 63 w 99"/>
                <a:gd name="T29" fmla="*/ 4 h 144"/>
                <a:gd name="T30" fmla="*/ 63 w 99"/>
                <a:gd name="T31" fmla="*/ 18 h 144"/>
                <a:gd name="T32" fmla="*/ 36 w 99"/>
                <a:gd name="T33" fmla="*/ 18 h 144"/>
                <a:gd name="T34" fmla="*/ 36 w 99"/>
                <a:gd name="T35" fmla="*/ 4 h 144"/>
                <a:gd name="T36" fmla="*/ 88 w 99"/>
                <a:gd name="T37" fmla="*/ 22 h 144"/>
                <a:gd name="T38" fmla="*/ 88 w 99"/>
                <a:gd name="T39" fmla="*/ 139 h 144"/>
                <a:gd name="T40" fmla="*/ 11 w 99"/>
                <a:gd name="T41" fmla="*/ 139 h 144"/>
                <a:gd name="T42" fmla="*/ 11 w 99"/>
                <a:gd name="T43" fmla="*/ 22 h 144"/>
                <a:gd name="T44" fmla="*/ 88 w 99"/>
                <a:gd name="T45" fmla="*/ 2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144">
                  <a:moveTo>
                    <a:pt x="7" y="144"/>
                  </a:moveTo>
                  <a:lnTo>
                    <a:pt x="93" y="144"/>
                  </a:lnTo>
                  <a:lnTo>
                    <a:pt x="93" y="22"/>
                  </a:lnTo>
                  <a:lnTo>
                    <a:pt x="99" y="22"/>
                  </a:lnTo>
                  <a:lnTo>
                    <a:pt x="99" y="18"/>
                  </a:lnTo>
                  <a:lnTo>
                    <a:pt x="68" y="18"/>
                  </a:lnTo>
                  <a:lnTo>
                    <a:pt x="68" y="0"/>
                  </a:lnTo>
                  <a:lnTo>
                    <a:pt x="32" y="0"/>
                  </a:lnTo>
                  <a:lnTo>
                    <a:pt x="32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7" y="22"/>
                  </a:lnTo>
                  <a:lnTo>
                    <a:pt x="7" y="144"/>
                  </a:lnTo>
                  <a:close/>
                  <a:moveTo>
                    <a:pt x="36" y="4"/>
                  </a:moveTo>
                  <a:lnTo>
                    <a:pt x="63" y="4"/>
                  </a:lnTo>
                  <a:lnTo>
                    <a:pt x="63" y="18"/>
                  </a:lnTo>
                  <a:lnTo>
                    <a:pt x="36" y="18"/>
                  </a:lnTo>
                  <a:lnTo>
                    <a:pt x="36" y="4"/>
                  </a:lnTo>
                  <a:close/>
                  <a:moveTo>
                    <a:pt x="88" y="22"/>
                  </a:moveTo>
                  <a:lnTo>
                    <a:pt x="88" y="139"/>
                  </a:lnTo>
                  <a:lnTo>
                    <a:pt x="11" y="139"/>
                  </a:lnTo>
                  <a:lnTo>
                    <a:pt x="11" y="22"/>
                  </a:lnTo>
                  <a:lnTo>
                    <a:pt x="88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Rectangle 360"/>
            <p:cNvSpPr>
              <a:spLocks noChangeArrowheads="1"/>
            </p:cNvSpPr>
            <p:nvPr/>
          </p:nvSpPr>
          <p:spPr bwMode="auto">
            <a:xfrm>
              <a:off x="4161373" y="2139040"/>
              <a:ext cx="8383" cy="15927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Rectangle 361"/>
            <p:cNvSpPr>
              <a:spLocks noChangeArrowheads="1"/>
            </p:cNvSpPr>
            <p:nvPr/>
          </p:nvSpPr>
          <p:spPr bwMode="auto">
            <a:xfrm>
              <a:off x="4217959" y="2139040"/>
              <a:ext cx="8383" cy="15927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456874" y="2044731"/>
            <a:ext cx="257778" cy="301788"/>
            <a:chOff x="4456874" y="2044731"/>
            <a:chExt cx="257778" cy="301788"/>
          </a:xfrm>
          <a:solidFill>
            <a:schemeClr val="tx1"/>
          </a:solidFill>
        </p:grpSpPr>
        <p:sp>
          <p:nvSpPr>
            <p:cNvPr id="361" name="Freeform 362"/>
            <p:cNvSpPr>
              <a:spLocks noEditPoints="1"/>
            </p:cNvSpPr>
            <p:nvPr/>
          </p:nvSpPr>
          <p:spPr bwMode="auto">
            <a:xfrm>
              <a:off x="4456874" y="2044731"/>
              <a:ext cx="257778" cy="301788"/>
            </a:xfrm>
            <a:custGeom>
              <a:avLst/>
              <a:gdLst>
                <a:gd name="T0" fmla="*/ 86 w 123"/>
                <a:gd name="T1" fmla="*/ 50 h 144"/>
                <a:gd name="T2" fmla="*/ 114 w 123"/>
                <a:gd name="T3" fmla="*/ 142 h 144"/>
                <a:gd name="T4" fmla="*/ 118 w 123"/>
                <a:gd name="T5" fmla="*/ 141 h 144"/>
                <a:gd name="T6" fmla="*/ 110 w 123"/>
                <a:gd name="T7" fmla="*/ 114 h 144"/>
                <a:gd name="T8" fmla="*/ 123 w 123"/>
                <a:gd name="T9" fmla="*/ 109 h 144"/>
                <a:gd name="T10" fmla="*/ 112 w 123"/>
                <a:gd name="T11" fmla="*/ 74 h 144"/>
                <a:gd name="T12" fmla="*/ 99 w 123"/>
                <a:gd name="T13" fmla="*/ 77 h 144"/>
                <a:gd name="T14" fmla="*/ 91 w 123"/>
                <a:gd name="T15" fmla="*/ 48 h 144"/>
                <a:gd name="T16" fmla="*/ 86 w 123"/>
                <a:gd name="T17" fmla="*/ 49 h 144"/>
                <a:gd name="T18" fmla="*/ 86 w 123"/>
                <a:gd name="T19" fmla="*/ 27 h 144"/>
                <a:gd name="T20" fmla="*/ 81 w 123"/>
                <a:gd name="T21" fmla="*/ 27 h 144"/>
                <a:gd name="T22" fmla="*/ 70 w 123"/>
                <a:gd name="T23" fmla="*/ 0 h 144"/>
                <a:gd name="T24" fmla="*/ 40 w 123"/>
                <a:gd name="T25" fmla="*/ 0 h 144"/>
                <a:gd name="T26" fmla="*/ 31 w 123"/>
                <a:gd name="T27" fmla="*/ 11 h 144"/>
                <a:gd name="T28" fmla="*/ 10 w 123"/>
                <a:gd name="T29" fmla="*/ 11 h 144"/>
                <a:gd name="T30" fmla="*/ 5 w 123"/>
                <a:gd name="T31" fmla="*/ 27 h 144"/>
                <a:gd name="T32" fmla="*/ 0 w 123"/>
                <a:gd name="T33" fmla="*/ 27 h 144"/>
                <a:gd name="T34" fmla="*/ 0 w 123"/>
                <a:gd name="T35" fmla="*/ 144 h 144"/>
                <a:gd name="T36" fmla="*/ 86 w 123"/>
                <a:gd name="T37" fmla="*/ 144 h 144"/>
                <a:gd name="T38" fmla="*/ 86 w 123"/>
                <a:gd name="T39" fmla="*/ 50 h 144"/>
                <a:gd name="T40" fmla="*/ 110 w 123"/>
                <a:gd name="T41" fmla="*/ 79 h 144"/>
                <a:gd name="T42" fmla="*/ 118 w 123"/>
                <a:gd name="T43" fmla="*/ 106 h 144"/>
                <a:gd name="T44" fmla="*/ 109 w 123"/>
                <a:gd name="T45" fmla="*/ 109 h 144"/>
                <a:gd name="T46" fmla="*/ 101 w 123"/>
                <a:gd name="T47" fmla="*/ 82 h 144"/>
                <a:gd name="T48" fmla="*/ 110 w 123"/>
                <a:gd name="T49" fmla="*/ 79 h 144"/>
                <a:gd name="T50" fmla="*/ 42 w 123"/>
                <a:gd name="T51" fmla="*/ 4 h 144"/>
                <a:gd name="T52" fmla="*/ 67 w 123"/>
                <a:gd name="T53" fmla="*/ 4 h 144"/>
                <a:gd name="T54" fmla="*/ 76 w 123"/>
                <a:gd name="T55" fmla="*/ 27 h 144"/>
                <a:gd name="T56" fmla="*/ 38 w 123"/>
                <a:gd name="T57" fmla="*/ 27 h 144"/>
                <a:gd name="T58" fmla="*/ 34 w 123"/>
                <a:gd name="T59" fmla="*/ 14 h 144"/>
                <a:gd name="T60" fmla="*/ 42 w 123"/>
                <a:gd name="T61" fmla="*/ 4 h 144"/>
                <a:gd name="T62" fmla="*/ 13 w 123"/>
                <a:gd name="T63" fmla="*/ 16 h 144"/>
                <a:gd name="T64" fmla="*/ 30 w 123"/>
                <a:gd name="T65" fmla="*/ 16 h 144"/>
                <a:gd name="T66" fmla="*/ 34 w 123"/>
                <a:gd name="T67" fmla="*/ 27 h 144"/>
                <a:gd name="T68" fmla="*/ 10 w 123"/>
                <a:gd name="T69" fmla="*/ 27 h 144"/>
                <a:gd name="T70" fmla="*/ 13 w 123"/>
                <a:gd name="T71" fmla="*/ 16 h 144"/>
                <a:gd name="T72" fmla="*/ 81 w 123"/>
                <a:gd name="T73" fmla="*/ 139 h 144"/>
                <a:gd name="T74" fmla="*/ 5 w 123"/>
                <a:gd name="T75" fmla="*/ 139 h 144"/>
                <a:gd name="T76" fmla="*/ 5 w 123"/>
                <a:gd name="T77" fmla="*/ 31 h 144"/>
                <a:gd name="T78" fmla="*/ 81 w 123"/>
                <a:gd name="T79" fmla="*/ 31 h 144"/>
                <a:gd name="T80" fmla="*/ 81 w 123"/>
                <a:gd name="T81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144">
                  <a:moveTo>
                    <a:pt x="86" y="50"/>
                  </a:moveTo>
                  <a:lnTo>
                    <a:pt x="114" y="142"/>
                  </a:lnTo>
                  <a:lnTo>
                    <a:pt x="118" y="141"/>
                  </a:lnTo>
                  <a:lnTo>
                    <a:pt x="110" y="114"/>
                  </a:lnTo>
                  <a:lnTo>
                    <a:pt x="123" y="109"/>
                  </a:lnTo>
                  <a:lnTo>
                    <a:pt x="112" y="74"/>
                  </a:lnTo>
                  <a:lnTo>
                    <a:pt x="99" y="77"/>
                  </a:lnTo>
                  <a:lnTo>
                    <a:pt x="91" y="48"/>
                  </a:lnTo>
                  <a:lnTo>
                    <a:pt x="86" y="49"/>
                  </a:lnTo>
                  <a:lnTo>
                    <a:pt x="86" y="27"/>
                  </a:lnTo>
                  <a:lnTo>
                    <a:pt x="81" y="27"/>
                  </a:lnTo>
                  <a:lnTo>
                    <a:pt x="70" y="0"/>
                  </a:lnTo>
                  <a:lnTo>
                    <a:pt x="40" y="0"/>
                  </a:lnTo>
                  <a:lnTo>
                    <a:pt x="31" y="11"/>
                  </a:lnTo>
                  <a:lnTo>
                    <a:pt x="10" y="11"/>
                  </a:lnTo>
                  <a:lnTo>
                    <a:pt x="5" y="27"/>
                  </a:lnTo>
                  <a:lnTo>
                    <a:pt x="0" y="27"/>
                  </a:lnTo>
                  <a:lnTo>
                    <a:pt x="0" y="144"/>
                  </a:lnTo>
                  <a:lnTo>
                    <a:pt x="86" y="144"/>
                  </a:lnTo>
                  <a:lnTo>
                    <a:pt x="86" y="50"/>
                  </a:lnTo>
                  <a:close/>
                  <a:moveTo>
                    <a:pt x="110" y="79"/>
                  </a:moveTo>
                  <a:lnTo>
                    <a:pt x="118" y="106"/>
                  </a:lnTo>
                  <a:lnTo>
                    <a:pt x="109" y="109"/>
                  </a:lnTo>
                  <a:lnTo>
                    <a:pt x="101" y="82"/>
                  </a:lnTo>
                  <a:lnTo>
                    <a:pt x="110" y="79"/>
                  </a:lnTo>
                  <a:close/>
                  <a:moveTo>
                    <a:pt x="42" y="4"/>
                  </a:moveTo>
                  <a:lnTo>
                    <a:pt x="67" y="4"/>
                  </a:lnTo>
                  <a:lnTo>
                    <a:pt x="76" y="27"/>
                  </a:lnTo>
                  <a:lnTo>
                    <a:pt x="38" y="27"/>
                  </a:lnTo>
                  <a:lnTo>
                    <a:pt x="34" y="14"/>
                  </a:lnTo>
                  <a:lnTo>
                    <a:pt x="42" y="4"/>
                  </a:lnTo>
                  <a:close/>
                  <a:moveTo>
                    <a:pt x="13" y="16"/>
                  </a:moveTo>
                  <a:lnTo>
                    <a:pt x="30" y="16"/>
                  </a:lnTo>
                  <a:lnTo>
                    <a:pt x="34" y="27"/>
                  </a:lnTo>
                  <a:lnTo>
                    <a:pt x="10" y="27"/>
                  </a:lnTo>
                  <a:lnTo>
                    <a:pt x="13" y="16"/>
                  </a:lnTo>
                  <a:close/>
                  <a:moveTo>
                    <a:pt x="81" y="139"/>
                  </a:moveTo>
                  <a:lnTo>
                    <a:pt x="5" y="139"/>
                  </a:lnTo>
                  <a:lnTo>
                    <a:pt x="5" y="31"/>
                  </a:lnTo>
                  <a:lnTo>
                    <a:pt x="81" y="31"/>
                  </a:lnTo>
                  <a:lnTo>
                    <a:pt x="81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2" name="Rectangle 363"/>
            <p:cNvSpPr>
              <a:spLocks noChangeArrowheads="1"/>
            </p:cNvSpPr>
            <p:nvPr/>
          </p:nvSpPr>
          <p:spPr bwMode="auto">
            <a:xfrm>
              <a:off x="4513459" y="2147423"/>
              <a:ext cx="10479" cy="16137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3" name="Rectangle 364"/>
            <p:cNvSpPr>
              <a:spLocks noChangeArrowheads="1"/>
            </p:cNvSpPr>
            <p:nvPr/>
          </p:nvSpPr>
          <p:spPr bwMode="auto">
            <a:xfrm>
              <a:off x="4570045" y="2147423"/>
              <a:ext cx="10479" cy="16137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873928" y="2044731"/>
            <a:ext cx="207480" cy="301788"/>
            <a:chOff x="4873928" y="2044731"/>
            <a:chExt cx="207480" cy="301788"/>
          </a:xfrm>
          <a:solidFill>
            <a:schemeClr val="tx1"/>
          </a:solidFill>
        </p:grpSpPr>
        <p:sp>
          <p:nvSpPr>
            <p:cNvPr id="364" name="Freeform 365"/>
            <p:cNvSpPr>
              <a:spLocks noEditPoints="1"/>
            </p:cNvSpPr>
            <p:nvPr/>
          </p:nvSpPr>
          <p:spPr bwMode="auto">
            <a:xfrm>
              <a:off x="4873928" y="2044731"/>
              <a:ext cx="207480" cy="301788"/>
            </a:xfrm>
            <a:custGeom>
              <a:avLst/>
              <a:gdLst>
                <a:gd name="T0" fmla="*/ 7 w 99"/>
                <a:gd name="T1" fmla="*/ 144 h 144"/>
                <a:gd name="T2" fmla="*/ 93 w 99"/>
                <a:gd name="T3" fmla="*/ 144 h 144"/>
                <a:gd name="T4" fmla="*/ 93 w 99"/>
                <a:gd name="T5" fmla="*/ 22 h 144"/>
                <a:gd name="T6" fmla="*/ 99 w 99"/>
                <a:gd name="T7" fmla="*/ 22 h 144"/>
                <a:gd name="T8" fmla="*/ 99 w 99"/>
                <a:gd name="T9" fmla="*/ 18 h 144"/>
                <a:gd name="T10" fmla="*/ 68 w 99"/>
                <a:gd name="T11" fmla="*/ 18 h 144"/>
                <a:gd name="T12" fmla="*/ 68 w 99"/>
                <a:gd name="T13" fmla="*/ 0 h 144"/>
                <a:gd name="T14" fmla="*/ 32 w 99"/>
                <a:gd name="T15" fmla="*/ 0 h 144"/>
                <a:gd name="T16" fmla="*/ 32 w 99"/>
                <a:gd name="T17" fmla="*/ 18 h 144"/>
                <a:gd name="T18" fmla="*/ 0 w 99"/>
                <a:gd name="T19" fmla="*/ 18 h 144"/>
                <a:gd name="T20" fmla="*/ 0 w 99"/>
                <a:gd name="T21" fmla="*/ 22 h 144"/>
                <a:gd name="T22" fmla="*/ 7 w 99"/>
                <a:gd name="T23" fmla="*/ 22 h 144"/>
                <a:gd name="T24" fmla="*/ 7 w 99"/>
                <a:gd name="T25" fmla="*/ 144 h 144"/>
                <a:gd name="T26" fmla="*/ 36 w 99"/>
                <a:gd name="T27" fmla="*/ 4 h 144"/>
                <a:gd name="T28" fmla="*/ 63 w 99"/>
                <a:gd name="T29" fmla="*/ 4 h 144"/>
                <a:gd name="T30" fmla="*/ 63 w 99"/>
                <a:gd name="T31" fmla="*/ 18 h 144"/>
                <a:gd name="T32" fmla="*/ 36 w 99"/>
                <a:gd name="T33" fmla="*/ 18 h 144"/>
                <a:gd name="T34" fmla="*/ 36 w 99"/>
                <a:gd name="T35" fmla="*/ 4 h 144"/>
                <a:gd name="T36" fmla="*/ 88 w 99"/>
                <a:gd name="T37" fmla="*/ 22 h 144"/>
                <a:gd name="T38" fmla="*/ 88 w 99"/>
                <a:gd name="T39" fmla="*/ 139 h 144"/>
                <a:gd name="T40" fmla="*/ 12 w 99"/>
                <a:gd name="T41" fmla="*/ 139 h 144"/>
                <a:gd name="T42" fmla="*/ 12 w 99"/>
                <a:gd name="T43" fmla="*/ 22 h 144"/>
                <a:gd name="T44" fmla="*/ 88 w 99"/>
                <a:gd name="T45" fmla="*/ 2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144">
                  <a:moveTo>
                    <a:pt x="7" y="144"/>
                  </a:moveTo>
                  <a:lnTo>
                    <a:pt x="93" y="144"/>
                  </a:lnTo>
                  <a:lnTo>
                    <a:pt x="93" y="22"/>
                  </a:lnTo>
                  <a:lnTo>
                    <a:pt x="99" y="22"/>
                  </a:lnTo>
                  <a:lnTo>
                    <a:pt x="99" y="18"/>
                  </a:lnTo>
                  <a:lnTo>
                    <a:pt x="68" y="18"/>
                  </a:lnTo>
                  <a:lnTo>
                    <a:pt x="68" y="0"/>
                  </a:lnTo>
                  <a:lnTo>
                    <a:pt x="32" y="0"/>
                  </a:lnTo>
                  <a:lnTo>
                    <a:pt x="32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7" y="22"/>
                  </a:lnTo>
                  <a:lnTo>
                    <a:pt x="7" y="144"/>
                  </a:lnTo>
                  <a:close/>
                  <a:moveTo>
                    <a:pt x="36" y="4"/>
                  </a:moveTo>
                  <a:lnTo>
                    <a:pt x="63" y="4"/>
                  </a:lnTo>
                  <a:lnTo>
                    <a:pt x="63" y="18"/>
                  </a:lnTo>
                  <a:lnTo>
                    <a:pt x="36" y="18"/>
                  </a:lnTo>
                  <a:lnTo>
                    <a:pt x="36" y="4"/>
                  </a:lnTo>
                  <a:close/>
                  <a:moveTo>
                    <a:pt x="88" y="22"/>
                  </a:moveTo>
                  <a:lnTo>
                    <a:pt x="88" y="139"/>
                  </a:lnTo>
                  <a:lnTo>
                    <a:pt x="12" y="139"/>
                  </a:lnTo>
                  <a:lnTo>
                    <a:pt x="12" y="22"/>
                  </a:lnTo>
                  <a:lnTo>
                    <a:pt x="88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5" name="Freeform 366"/>
            <p:cNvSpPr>
              <a:spLocks/>
            </p:cNvSpPr>
            <p:nvPr/>
          </p:nvSpPr>
          <p:spPr bwMode="auto">
            <a:xfrm>
              <a:off x="4930514" y="2214487"/>
              <a:ext cx="67064" cy="62873"/>
            </a:xfrm>
            <a:custGeom>
              <a:avLst/>
              <a:gdLst>
                <a:gd name="T0" fmla="*/ 36 w 56"/>
                <a:gd name="T1" fmla="*/ 40 h 54"/>
                <a:gd name="T2" fmla="*/ 44 w 56"/>
                <a:gd name="T3" fmla="*/ 40 h 54"/>
                <a:gd name="T4" fmla="*/ 37 w 56"/>
                <a:gd name="T5" fmla="*/ 49 h 54"/>
                <a:gd name="T6" fmla="*/ 44 w 56"/>
                <a:gd name="T7" fmla="*/ 54 h 54"/>
                <a:gd name="T8" fmla="*/ 56 w 56"/>
                <a:gd name="T9" fmla="*/ 38 h 54"/>
                <a:gd name="T10" fmla="*/ 56 w 56"/>
                <a:gd name="T11" fmla="*/ 33 h 54"/>
                <a:gd name="T12" fmla="*/ 44 w 56"/>
                <a:gd name="T13" fmla="*/ 17 h 54"/>
                <a:gd name="T14" fmla="*/ 37 w 56"/>
                <a:gd name="T15" fmla="*/ 22 h 54"/>
                <a:gd name="T16" fmla="*/ 44 w 56"/>
                <a:gd name="T17" fmla="*/ 32 h 54"/>
                <a:gd name="T18" fmla="*/ 36 w 56"/>
                <a:gd name="T19" fmla="*/ 32 h 54"/>
                <a:gd name="T20" fmla="*/ 8 w 56"/>
                <a:gd name="T21" fmla="*/ 0 h 54"/>
                <a:gd name="T22" fmla="*/ 0 w 56"/>
                <a:gd name="T23" fmla="*/ 0 h 54"/>
                <a:gd name="T24" fmla="*/ 36 w 56"/>
                <a:gd name="T2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6" name="Freeform 367"/>
            <p:cNvSpPr>
              <a:spLocks/>
            </p:cNvSpPr>
            <p:nvPr/>
          </p:nvSpPr>
          <p:spPr bwMode="auto">
            <a:xfrm>
              <a:off x="4959854" y="2149519"/>
              <a:ext cx="64969" cy="64969"/>
            </a:xfrm>
            <a:custGeom>
              <a:avLst/>
              <a:gdLst>
                <a:gd name="T0" fmla="*/ 19 w 56"/>
                <a:gd name="T1" fmla="*/ 32 h 55"/>
                <a:gd name="T2" fmla="*/ 12 w 56"/>
                <a:gd name="T3" fmla="*/ 23 h 55"/>
                <a:gd name="T4" fmla="*/ 20 w 56"/>
                <a:gd name="T5" fmla="*/ 23 h 55"/>
                <a:gd name="T6" fmla="*/ 48 w 56"/>
                <a:gd name="T7" fmla="*/ 55 h 55"/>
                <a:gd name="T8" fmla="*/ 56 w 56"/>
                <a:gd name="T9" fmla="*/ 55 h 55"/>
                <a:gd name="T10" fmla="*/ 20 w 56"/>
                <a:gd name="T11" fmla="*/ 15 h 55"/>
                <a:gd name="T12" fmla="*/ 12 w 56"/>
                <a:gd name="T13" fmla="*/ 15 h 55"/>
                <a:gd name="T14" fmla="*/ 19 w 56"/>
                <a:gd name="T15" fmla="*/ 5 h 55"/>
                <a:gd name="T16" fmla="*/ 12 w 56"/>
                <a:gd name="T17" fmla="*/ 0 h 55"/>
                <a:gd name="T18" fmla="*/ 0 w 56"/>
                <a:gd name="T19" fmla="*/ 16 h 55"/>
                <a:gd name="T20" fmla="*/ 0 w 56"/>
                <a:gd name="T21" fmla="*/ 21 h 55"/>
                <a:gd name="T22" fmla="*/ 12 w 56"/>
                <a:gd name="T23" fmla="*/ 37 h 55"/>
                <a:gd name="T24" fmla="*/ 19 w 56"/>
                <a:gd name="T25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19" y="32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1" y="15"/>
                    <a:pt x="2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2" y="37"/>
                    <a:pt x="12" y="37"/>
                    <a:pt x="12" y="37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5265834" y="2044731"/>
            <a:ext cx="209575" cy="301788"/>
            <a:chOff x="5265834" y="2044731"/>
            <a:chExt cx="209575" cy="301788"/>
          </a:xfrm>
          <a:solidFill>
            <a:schemeClr val="tx1"/>
          </a:solidFill>
        </p:grpSpPr>
        <p:sp>
          <p:nvSpPr>
            <p:cNvPr id="367" name="Freeform 368"/>
            <p:cNvSpPr>
              <a:spLocks noEditPoints="1"/>
            </p:cNvSpPr>
            <p:nvPr/>
          </p:nvSpPr>
          <p:spPr bwMode="auto">
            <a:xfrm>
              <a:off x="5265834" y="2044731"/>
              <a:ext cx="209575" cy="301788"/>
            </a:xfrm>
            <a:custGeom>
              <a:avLst/>
              <a:gdLst>
                <a:gd name="T0" fmla="*/ 7 w 100"/>
                <a:gd name="T1" fmla="*/ 144 h 144"/>
                <a:gd name="T2" fmla="*/ 93 w 100"/>
                <a:gd name="T3" fmla="*/ 144 h 144"/>
                <a:gd name="T4" fmla="*/ 93 w 100"/>
                <a:gd name="T5" fmla="*/ 22 h 144"/>
                <a:gd name="T6" fmla="*/ 100 w 100"/>
                <a:gd name="T7" fmla="*/ 22 h 144"/>
                <a:gd name="T8" fmla="*/ 100 w 100"/>
                <a:gd name="T9" fmla="*/ 18 h 144"/>
                <a:gd name="T10" fmla="*/ 68 w 100"/>
                <a:gd name="T11" fmla="*/ 18 h 144"/>
                <a:gd name="T12" fmla="*/ 68 w 100"/>
                <a:gd name="T13" fmla="*/ 0 h 144"/>
                <a:gd name="T14" fmla="*/ 32 w 100"/>
                <a:gd name="T15" fmla="*/ 0 h 144"/>
                <a:gd name="T16" fmla="*/ 32 w 100"/>
                <a:gd name="T17" fmla="*/ 18 h 144"/>
                <a:gd name="T18" fmla="*/ 0 w 100"/>
                <a:gd name="T19" fmla="*/ 18 h 144"/>
                <a:gd name="T20" fmla="*/ 0 w 100"/>
                <a:gd name="T21" fmla="*/ 22 h 144"/>
                <a:gd name="T22" fmla="*/ 7 w 100"/>
                <a:gd name="T23" fmla="*/ 22 h 144"/>
                <a:gd name="T24" fmla="*/ 7 w 100"/>
                <a:gd name="T25" fmla="*/ 144 h 144"/>
                <a:gd name="T26" fmla="*/ 36 w 100"/>
                <a:gd name="T27" fmla="*/ 4 h 144"/>
                <a:gd name="T28" fmla="*/ 63 w 100"/>
                <a:gd name="T29" fmla="*/ 4 h 144"/>
                <a:gd name="T30" fmla="*/ 63 w 100"/>
                <a:gd name="T31" fmla="*/ 18 h 144"/>
                <a:gd name="T32" fmla="*/ 36 w 100"/>
                <a:gd name="T33" fmla="*/ 18 h 144"/>
                <a:gd name="T34" fmla="*/ 36 w 100"/>
                <a:gd name="T35" fmla="*/ 4 h 144"/>
                <a:gd name="T36" fmla="*/ 88 w 100"/>
                <a:gd name="T37" fmla="*/ 22 h 144"/>
                <a:gd name="T38" fmla="*/ 88 w 100"/>
                <a:gd name="T39" fmla="*/ 139 h 144"/>
                <a:gd name="T40" fmla="*/ 12 w 100"/>
                <a:gd name="T41" fmla="*/ 139 h 144"/>
                <a:gd name="T42" fmla="*/ 12 w 100"/>
                <a:gd name="T43" fmla="*/ 22 h 144"/>
                <a:gd name="T44" fmla="*/ 88 w 100"/>
                <a:gd name="T45" fmla="*/ 2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0" h="144">
                  <a:moveTo>
                    <a:pt x="7" y="144"/>
                  </a:moveTo>
                  <a:lnTo>
                    <a:pt x="93" y="144"/>
                  </a:lnTo>
                  <a:lnTo>
                    <a:pt x="93" y="22"/>
                  </a:lnTo>
                  <a:lnTo>
                    <a:pt x="100" y="22"/>
                  </a:lnTo>
                  <a:lnTo>
                    <a:pt x="100" y="18"/>
                  </a:lnTo>
                  <a:lnTo>
                    <a:pt x="68" y="18"/>
                  </a:lnTo>
                  <a:lnTo>
                    <a:pt x="68" y="0"/>
                  </a:lnTo>
                  <a:lnTo>
                    <a:pt x="32" y="0"/>
                  </a:lnTo>
                  <a:lnTo>
                    <a:pt x="32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7" y="22"/>
                  </a:lnTo>
                  <a:lnTo>
                    <a:pt x="7" y="144"/>
                  </a:lnTo>
                  <a:close/>
                  <a:moveTo>
                    <a:pt x="36" y="4"/>
                  </a:moveTo>
                  <a:lnTo>
                    <a:pt x="63" y="4"/>
                  </a:lnTo>
                  <a:lnTo>
                    <a:pt x="63" y="18"/>
                  </a:lnTo>
                  <a:lnTo>
                    <a:pt x="36" y="18"/>
                  </a:lnTo>
                  <a:lnTo>
                    <a:pt x="36" y="4"/>
                  </a:lnTo>
                  <a:close/>
                  <a:moveTo>
                    <a:pt x="88" y="22"/>
                  </a:moveTo>
                  <a:lnTo>
                    <a:pt x="88" y="139"/>
                  </a:lnTo>
                  <a:lnTo>
                    <a:pt x="12" y="139"/>
                  </a:lnTo>
                  <a:lnTo>
                    <a:pt x="12" y="22"/>
                  </a:lnTo>
                  <a:lnTo>
                    <a:pt x="88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8" name="Freeform 369"/>
            <p:cNvSpPr>
              <a:spLocks/>
            </p:cNvSpPr>
            <p:nvPr/>
          </p:nvSpPr>
          <p:spPr bwMode="auto">
            <a:xfrm>
              <a:off x="5332898" y="2176763"/>
              <a:ext cx="73352" cy="73352"/>
            </a:xfrm>
            <a:custGeom>
              <a:avLst/>
              <a:gdLst>
                <a:gd name="T0" fmla="*/ 4 w 35"/>
                <a:gd name="T1" fmla="*/ 35 h 35"/>
                <a:gd name="T2" fmla="*/ 18 w 35"/>
                <a:gd name="T3" fmla="*/ 21 h 35"/>
                <a:gd name="T4" fmla="*/ 32 w 35"/>
                <a:gd name="T5" fmla="*/ 35 h 35"/>
                <a:gd name="T6" fmla="*/ 35 w 35"/>
                <a:gd name="T7" fmla="*/ 32 h 35"/>
                <a:gd name="T8" fmla="*/ 21 w 35"/>
                <a:gd name="T9" fmla="*/ 18 h 35"/>
                <a:gd name="T10" fmla="*/ 35 w 35"/>
                <a:gd name="T11" fmla="*/ 4 h 35"/>
                <a:gd name="T12" fmla="*/ 32 w 35"/>
                <a:gd name="T13" fmla="*/ 0 h 35"/>
                <a:gd name="T14" fmla="*/ 18 w 35"/>
                <a:gd name="T15" fmla="*/ 14 h 35"/>
                <a:gd name="T16" fmla="*/ 4 w 35"/>
                <a:gd name="T17" fmla="*/ 0 h 35"/>
                <a:gd name="T18" fmla="*/ 0 w 35"/>
                <a:gd name="T19" fmla="*/ 4 h 35"/>
                <a:gd name="T20" fmla="*/ 15 w 35"/>
                <a:gd name="T21" fmla="*/ 18 h 35"/>
                <a:gd name="T22" fmla="*/ 0 w 35"/>
                <a:gd name="T23" fmla="*/ 32 h 35"/>
                <a:gd name="T24" fmla="*/ 4 w 35"/>
                <a:gd name="T2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35">
                  <a:moveTo>
                    <a:pt x="4" y="35"/>
                  </a:moveTo>
                  <a:lnTo>
                    <a:pt x="18" y="21"/>
                  </a:lnTo>
                  <a:lnTo>
                    <a:pt x="32" y="35"/>
                  </a:lnTo>
                  <a:lnTo>
                    <a:pt x="35" y="32"/>
                  </a:lnTo>
                  <a:lnTo>
                    <a:pt x="21" y="18"/>
                  </a:lnTo>
                  <a:lnTo>
                    <a:pt x="35" y="4"/>
                  </a:lnTo>
                  <a:lnTo>
                    <a:pt x="32" y="0"/>
                  </a:lnTo>
                  <a:lnTo>
                    <a:pt x="18" y="14"/>
                  </a:lnTo>
                  <a:lnTo>
                    <a:pt x="4" y="0"/>
                  </a:lnTo>
                  <a:lnTo>
                    <a:pt x="0" y="4"/>
                  </a:lnTo>
                  <a:lnTo>
                    <a:pt x="15" y="18"/>
                  </a:lnTo>
                  <a:lnTo>
                    <a:pt x="0" y="32"/>
                  </a:lnTo>
                  <a:lnTo>
                    <a:pt x="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5611632" y="2069880"/>
            <a:ext cx="301788" cy="251491"/>
            <a:chOff x="5611632" y="2069880"/>
            <a:chExt cx="301788" cy="251491"/>
          </a:xfrm>
          <a:solidFill>
            <a:schemeClr val="tx1"/>
          </a:solidFill>
        </p:grpSpPr>
        <p:sp>
          <p:nvSpPr>
            <p:cNvPr id="369" name="Freeform 370"/>
            <p:cNvSpPr>
              <a:spLocks/>
            </p:cNvSpPr>
            <p:nvPr/>
          </p:nvSpPr>
          <p:spPr bwMode="auto">
            <a:xfrm>
              <a:off x="5720611" y="2164189"/>
              <a:ext cx="83830" cy="157182"/>
            </a:xfrm>
            <a:custGeom>
              <a:avLst/>
              <a:gdLst>
                <a:gd name="T0" fmla="*/ 22 w 40"/>
                <a:gd name="T1" fmla="*/ 75 h 75"/>
                <a:gd name="T2" fmla="*/ 22 w 40"/>
                <a:gd name="T3" fmla="*/ 8 h 75"/>
                <a:gd name="T4" fmla="*/ 36 w 40"/>
                <a:gd name="T5" fmla="*/ 22 h 75"/>
                <a:gd name="T6" fmla="*/ 40 w 40"/>
                <a:gd name="T7" fmla="*/ 18 h 75"/>
                <a:gd name="T8" fmla="*/ 22 w 40"/>
                <a:gd name="T9" fmla="*/ 0 h 75"/>
                <a:gd name="T10" fmla="*/ 18 w 40"/>
                <a:gd name="T11" fmla="*/ 0 h 75"/>
                <a:gd name="T12" fmla="*/ 0 w 40"/>
                <a:gd name="T13" fmla="*/ 18 h 75"/>
                <a:gd name="T14" fmla="*/ 4 w 40"/>
                <a:gd name="T15" fmla="*/ 22 h 75"/>
                <a:gd name="T16" fmla="*/ 18 w 40"/>
                <a:gd name="T17" fmla="*/ 8 h 75"/>
                <a:gd name="T18" fmla="*/ 18 w 40"/>
                <a:gd name="T19" fmla="*/ 75 h 75"/>
                <a:gd name="T20" fmla="*/ 22 w 40"/>
                <a:gd name="T2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75">
                  <a:moveTo>
                    <a:pt x="22" y="75"/>
                  </a:moveTo>
                  <a:lnTo>
                    <a:pt x="22" y="8"/>
                  </a:lnTo>
                  <a:lnTo>
                    <a:pt x="36" y="22"/>
                  </a:lnTo>
                  <a:lnTo>
                    <a:pt x="40" y="18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4" y="22"/>
                  </a:lnTo>
                  <a:lnTo>
                    <a:pt x="18" y="8"/>
                  </a:lnTo>
                  <a:lnTo>
                    <a:pt x="18" y="75"/>
                  </a:lnTo>
                  <a:lnTo>
                    <a:pt x="22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0" name="Freeform 371"/>
            <p:cNvSpPr>
              <a:spLocks/>
            </p:cNvSpPr>
            <p:nvPr/>
          </p:nvSpPr>
          <p:spPr bwMode="auto">
            <a:xfrm>
              <a:off x="5611632" y="2069880"/>
              <a:ext cx="301788" cy="180235"/>
            </a:xfrm>
            <a:custGeom>
              <a:avLst/>
              <a:gdLst>
                <a:gd name="T0" fmla="*/ 54 w 144"/>
                <a:gd name="T1" fmla="*/ 81 h 86"/>
                <a:gd name="T2" fmla="*/ 4 w 144"/>
                <a:gd name="T3" fmla="*/ 81 h 86"/>
                <a:gd name="T4" fmla="*/ 4 w 144"/>
                <a:gd name="T5" fmla="*/ 5 h 86"/>
                <a:gd name="T6" fmla="*/ 140 w 144"/>
                <a:gd name="T7" fmla="*/ 5 h 86"/>
                <a:gd name="T8" fmla="*/ 140 w 144"/>
                <a:gd name="T9" fmla="*/ 81 h 86"/>
                <a:gd name="T10" fmla="*/ 90 w 144"/>
                <a:gd name="T11" fmla="*/ 81 h 86"/>
                <a:gd name="T12" fmla="*/ 90 w 144"/>
                <a:gd name="T13" fmla="*/ 86 h 86"/>
                <a:gd name="T14" fmla="*/ 144 w 144"/>
                <a:gd name="T15" fmla="*/ 86 h 86"/>
                <a:gd name="T16" fmla="*/ 144 w 144"/>
                <a:gd name="T17" fmla="*/ 0 h 86"/>
                <a:gd name="T18" fmla="*/ 0 w 144"/>
                <a:gd name="T19" fmla="*/ 0 h 86"/>
                <a:gd name="T20" fmla="*/ 0 w 144"/>
                <a:gd name="T21" fmla="*/ 86 h 86"/>
                <a:gd name="T22" fmla="*/ 54 w 144"/>
                <a:gd name="T23" fmla="*/ 86 h 86"/>
                <a:gd name="T24" fmla="*/ 54 w 144"/>
                <a:gd name="T25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86">
                  <a:moveTo>
                    <a:pt x="54" y="81"/>
                  </a:moveTo>
                  <a:lnTo>
                    <a:pt x="4" y="81"/>
                  </a:lnTo>
                  <a:lnTo>
                    <a:pt x="4" y="5"/>
                  </a:lnTo>
                  <a:lnTo>
                    <a:pt x="140" y="5"/>
                  </a:lnTo>
                  <a:lnTo>
                    <a:pt x="140" y="81"/>
                  </a:lnTo>
                  <a:lnTo>
                    <a:pt x="90" y="81"/>
                  </a:lnTo>
                  <a:lnTo>
                    <a:pt x="90" y="86"/>
                  </a:lnTo>
                  <a:lnTo>
                    <a:pt x="144" y="86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54" y="86"/>
                  </a:lnTo>
                  <a:lnTo>
                    <a:pt x="54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001442" y="2042635"/>
            <a:ext cx="305980" cy="305980"/>
            <a:chOff x="6001442" y="2042635"/>
            <a:chExt cx="305980" cy="305980"/>
          </a:xfrm>
          <a:solidFill>
            <a:schemeClr val="tx1"/>
          </a:solidFill>
        </p:grpSpPr>
        <p:sp>
          <p:nvSpPr>
            <p:cNvPr id="371" name="Freeform 372"/>
            <p:cNvSpPr>
              <a:spLocks noEditPoints="1"/>
            </p:cNvSpPr>
            <p:nvPr/>
          </p:nvSpPr>
          <p:spPr bwMode="auto">
            <a:xfrm>
              <a:off x="6001442" y="2042635"/>
              <a:ext cx="305980" cy="305980"/>
            </a:xfrm>
            <a:custGeom>
              <a:avLst/>
              <a:gdLst>
                <a:gd name="T0" fmla="*/ 64 w 146"/>
                <a:gd name="T1" fmla="*/ 31 h 146"/>
                <a:gd name="T2" fmla="*/ 33 w 146"/>
                <a:gd name="T3" fmla="*/ 0 h 146"/>
                <a:gd name="T4" fmla="*/ 0 w 146"/>
                <a:gd name="T5" fmla="*/ 32 h 146"/>
                <a:gd name="T6" fmla="*/ 32 w 146"/>
                <a:gd name="T7" fmla="*/ 64 h 146"/>
                <a:gd name="T8" fmla="*/ 23 w 146"/>
                <a:gd name="T9" fmla="*/ 73 h 146"/>
                <a:gd name="T10" fmla="*/ 96 w 146"/>
                <a:gd name="T11" fmla="*/ 146 h 146"/>
                <a:gd name="T12" fmla="*/ 146 w 146"/>
                <a:gd name="T13" fmla="*/ 95 h 146"/>
                <a:gd name="T14" fmla="*/ 73 w 146"/>
                <a:gd name="T15" fmla="*/ 22 h 146"/>
                <a:gd name="T16" fmla="*/ 64 w 146"/>
                <a:gd name="T17" fmla="*/ 31 h 146"/>
                <a:gd name="T18" fmla="*/ 7 w 146"/>
                <a:gd name="T19" fmla="*/ 32 h 146"/>
                <a:gd name="T20" fmla="*/ 33 w 146"/>
                <a:gd name="T21" fmla="*/ 6 h 146"/>
                <a:gd name="T22" fmla="*/ 61 w 146"/>
                <a:gd name="T23" fmla="*/ 35 h 146"/>
                <a:gd name="T24" fmla="*/ 35 w 146"/>
                <a:gd name="T25" fmla="*/ 60 h 146"/>
                <a:gd name="T26" fmla="*/ 7 w 146"/>
                <a:gd name="T27" fmla="*/ 32 h 146"/>
                <a:gd name="T28" fmla="*/ 96 w 146"/>
                <a:gd name="T29" fmla="*/ 139 h 146"/>
                <a:gd name="T30" fmla="*/ 29 w 146"/>
                <a:gd name="T31" fmla="*/ 73 h 146"/>
                <a:gd name="T32" fmla="*/ 35 w 146"/>
                <a:gd name="T33" fmla="*/ 67 h 146"/>
                <a:gd name="T34" fmla="*/ 67 w 146"/>
                <a:gd name="T35" fmla="*/ 35 h 146"/>
                <a:gd name="T36" fmla="*/ 73 w 146"/>
                <a:gd name="T37" fmla="*/ 28 h 146"/>
                <a:gd name="T38" fmla="*/ 140 w 146"/>
                <a:gd name="T39" fmla="*/ 95 h 146"/>
                <a:gd name="T40" fmla="*/ 96 w 146"/>
                <a:gd name="T41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46">
                  <a:moveTo>
                    <a:pt x="64" y="31"/>
                  </a:moveTo>
                  <a:lnTo>
                    <a:pt x="33" y="0"/>
                  </a:lnTo>
                  <a:lnTo>
                    <a:pt x="0" y="32"/>
                  </a:lnTo>
                  <a:lnTo>
                    <a:pt x="32" y="64"/>
                  </a:lnTo>
                  <a:lnTo>
                    <a:pt x="23" y="73"/>
                  </a:lnTo>
                  <a:lnTo>
                    <a:pt x="96" y="146"/>
                  </a:lnTo>
                  <a:lnTo>
                    <a:pt x="146" y="95"/>
                  </a:lnTo>
                  <a:lnTo>
                    <a:pt x="73" y="22"/>
                  </a:lnTo>
                  <a:lnTo>
                    <a:pt x="64" y="31"/>
                  </a:lnTo>
                  <a:close/>
                  <a:moveTo>
                    <a:pt x="7" y="32"/>
                  </a:moveTo>
                  <a:lnTo>
                    <a:pt x="33" y="6"/>
                  </a:lnTo>
                  <a:lnTo>
                    <a:pt x="61" y="35"/>
                  </a:lnTo>
                  <a:lnTo>
                    <a:pt x="35" y="60"/>
                  </a:lnTo>
                  <a:lnTo>
                    <a:pt x="7" y="32"/>
                  </a:lnTo>
                  <a:close/>
                  <a:moveTo>
                    <a:pt x="96" y="139"/>
                  </a:moveTo>
                  <a:lnTo>
                    <a:pt x="29" y="73"/>
                  </a:lnTo>
                  <a:lnTo>
                    <a:pt x="35" y="67"/>
                  </a:lnTo>
                  <a:lnTo>
                    <a:pt x="67" y="35"/>
                  </a:lnTo>
                  <a:lnTo>
                    <a:pt x="73" y="28"/>
                  </a:lnTo>
                  <a:lnTo>
                    <a:pt x="140" y="95"/>
                  </a:lnTo>
                  <a:lnTo>
                    <a:pt x="96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2" name="Freeform 373"/>
            <p:cNvSpPr>
              <a:spLocks/>
            </p:cNvSpPr>
            <p:nvPr/>
          </p:nvSpPr>
          <p:spPr bwMode="auto">
            <a:xfrm>
              <a:off x="6034974" y="2101316"/>
              <a:ext cx="48203" cy="50298"/>
            </a:xfrm>
            <a:custGeom>
              <a:avLst/>
              <a:gdLst>
                <a:gd name="T0" fmla="*/ 20 w 23"/>
                <a:gd name="T1" fmla="*/ 24 h 24"/>
                <a:gd name="T2" fmla="*/ 0 w 23"/>
                <a:gd name="T3" fmla="*/ 4 h 24"/>
                <a:gd name="T4" fmla="*/ 2 w 23"/>
                <a:gd name="T5" fmla="*/ 0 h 24"/>
                <a:gd name="T6" fmla="*/ 23 w 23"/>
                <a:gd name="T7" fmla="*/ 21 h 24"/>
                <a:gd name="T8" fmla="*/ 20 w 23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0" y="24"/>
                  </a:moveTo>
                  <a:lnTo>
                    <a:pt x="0" y="4"/>
                  </a:lnTo>
                  <a:lnTo>
                    <a:pt x="2" y="0"/>
                  </a:lnTo>
                  <a:lnTo>
                    <a:pt x="23" y="21"/>
                  </a:lnTo>
                  <a:lnTo>
                    <a:pt x="20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3" name="Freeform 374"/>
            <p:cNvSpPr>
              <a:spLocks/>
            </p:cNvSpPr>
            <p:nvPr/>
          </p:nvSpPr>
          <p:spPr bwMode="auto">
            <a:xfrm>
              <a:off x="6062219" y="2074072"/>
              <a:ext cx="48203" cy="48203"/>
            </a:xfrm>
            <a:custGeom>
              <a:avLst/>
              <a:gdLst>
                <a:gd name="T0" fmla="*/ 0 w 23"/>
                <a:gd name="T1" fmla="*/ 3 h 23"/>
                <a:gd name="T2" fmla="*/ 3 w 23"/>
                <a:gd name="T3" fmla="*/ 0 h 23"/>
                <a:gd name="T4" fmla="*/ 23 w 23"/>
                <a:gd name="T5" fmla="*/ 20 h 23"/>
                <a:gd name="T6" fmla="*/ 20 w 23"/>
                <a:gd name="T7" fmla="*/ 23 h 23"/>
                <a:gd name="T8" fmla="*/ 0 w 23"/>
                <a:gd name="T9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0" y="3"/>
                  </a:moveTo>
                  <a:lnTo>
                    <a:pt x="3" y="0"/>
                  </a:lnTo>
                  <a:lnTo>
                    <a:pt x="23" y="20"/>
                  </a:lnTo>
                  <a:lnTo>
                    <a:pt x="20" y="2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6397539" y="2092933"/>
            <a:ext cx="301788" cy="203288"/>
            <a:chOff x="6397539" y="2092933"/>
            <a:chExt cx="301788" cy="203288"/>
          </a:xfrm>
          <a:solidFill>
            <a:schemeClr val="tx1"/>
          </a:solidFill>
        </p:grpSpPr>
        <p:sp>
          <p:nvSpPr>
            <p:cNvPr id="374" name="Freeform 375"/>
            <p:cNvSpPr>
              <a:spLocks noEditPoints="1"/>
            </p:cNvSpPr>
            <p:nvPr/>
          </p:nvSpPr>
          <p:spPr bwMode="auto">
            <a:xfrm>
              <a:off x="6397539" y="2092933"/>
              <a:ext cx="301788" cy="203288"/>
            </a:xfrm>
            <a:custGeom>
              <a:avLst/>
              <a:gdLst>
                <a:gd name="T0" fmla="*/ 106 w 144"/>
                <a:gd name="T1" fmla="*/ 18 h 97"/>
                <a:gd name="T2" fmla="*/ 90 w 144"/>
                <a:gd name="T3" fmla="*/ 18 h 97"/>
                <a:gd name="T4" fmla="*/ 72 w 144"/>
                <a:gd name="T5" fmla="*/ 0 h 97"/>
                <a:gd name="T6" fmla="*/ 13 w 144"/>
                <a:gd name="T7" fmla="*/ 0 h 97"/>
                <a:gd name="T8" fmla="*/ 13 w 144"/>
                <a:gd name="T9" fmla="*/ 5 h 97"/>
                <a:gd name="T10" fmla="*/ 71 w 144"/>
                <a:gd name="T11" fmla="*/ 5 h 97"/>
                <a:gd name="T12" fmla="*/ 84 w 144"/>
                <a:gd name="T13" fmla="*/ 18 h 97"/>
                <a:gd name="T14" fmla="*/ 0 w 144"/>
                <a:gd name="T15" fmla="*/ 18 h 97"/>
                <a:gd name="T16" fmla="*/ 0 w 144"/>
                <a:gd name="T17" fmla="*/ 95 h 97"/>
                <a:gd name="T18" fmla="*/ 106 w 144"/>
                <a:gd name="T19" fmla="*/ 95 h 97"/>
                <a:gd name="T20" fmla="*/ 106 w 144"/>
                <a:gd name="T21" fmla="*/ 74 h 97"/>
                <a:gd name="T22" fmla="*/ 144 w 144"/>
                <a:gd name="T23" fmla="*/ 97 h 97"/>
                <a:gd name="T24" fmla="*/ 144 w 144"/>
                <a:gd name="T25" fmla="*/ 17 h 97"/>
                <a:gd name="T26" fmla="*/ 106 w 144"/>
                <a:gd name="T27" fmla="*/ 39 h 97"/>
                <a:gd name="T28" fmla="*/ 106 w 144"/>
                <a:gd name="T29" fmla="*/ 18 h 97"/>
                <a:gd name="T30" fmla="*/ 139 w 144"/>
                <a:gd name="T31" fmla="*/ 25 h 97"/>
                <a:gd name="T32" fmla="*/ 139 w 144"/>
                <a:gd name="T33" fmla="*/ 89 h 97"/>
                <a:gd name="T34" fmla="*/ 101 w 144"/>
                <a:gd name="T35" fmla="*/ 66 h 97"/>
                <a:gd name="T36" fmla="*/ 101 w 144"/>
                <a:gd name="T37" fmla="*/ 91 h 97"/>
                <a:gd name="T38" fmla="*/ 4 w 144"/>
                <a:gd name="T39" fmla="*/ 91 h 97"/>
                <a:gd name="T40" fmla="*/ 4 w 144"/>
                <a:gd name="T41" fmla="*/ 23 h 97"/>
                <a:gd name="T42" fmla="*/ 101 w 144"/>
                <a:gd name="T43" fmla="*/ 23 h 97"/>
                <a:gd name="T44" fmla="*/ 101 w 144"/>
                <a:gd name="T45" fmla="*/ 47 h 97"/>
                <a:gd name="T46" fmla="*/ 139 w 144"/>
                <a:gd name="T4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4" h="97">
                  <a:moveTo>
                    <a:pt x="106" y="18"/>
                  </a:moveTo>
                  <a:lnTo>
                    <a:pt x="90" y="18"/>
                  </a:lnTo>
                  <a:lnTo>
                    <a:pt x="72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71" y="5"/>
                  </a:lnTo>
                  <a:lnTo>
                    <a:pt x="84" y="18"/>
                  </a:lnTo>
                  <a:lnTo>
                    <a:pt x="0" y="18"/>
                  </a:lnTo>
                  <a:lnTo>
                    <a:pt x="0" y="95"/>
                  </a:lnTo>
                  <a:lnTo>
                    <a:pt x="106" y="95"/>
                  </a:lnTo>
                  <a:lnTo>
                    <a:pt x="106" y="74"/>
                  </a:lnTo>
                  <a:lnTo>
                    <a:pt x="144" y="97"/>
                  </a:lnTo>
                  <a:lnTo>
                    <a:pt x="144" y="17"/>
                  </a:lnTo>
                  <a:lnTo>
                    <a:pt x="106" y="39"/>
                  </a:lnTo>
                  <a:lnTo>
                    <a:pt x="106" y="18"/>
                  </a:lnTo>
                  <a:close/>
                  <a:moveTo>
                    <a:pt x="139" y="25"/>
                  </a:moveTo>
                  <a:lnTo>
                    <a:pt x="139" y="89"/>
                  </a:lnTo>
                  <a:lnTo>
                    <a:pt x="101" y="66"/>
                  </a:lnTo>
                  <a:lnTo>
                    <a:pt x="101" y="91"/>
                  </a:lnTo>
                  <a:lnTo>
                    <a:pt x="4" y="91"/>
                  </a:lnTo>
                  <a:lnTo>
                    <a:pt x="4" y="23"/>
                  </a:lnTo>
                  <a:lnTo>
                    <a:pt x="101" y="23"/>
                  </a:lnTo>
                  <a:lnTo>
                    <a:pt x="101" y="47"/>
                  </a:lnTo>
                  <a:lnTo>
                    <a:pt x="13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5" name="Rectangle 376"/>
            <p:cNvSpPr>
              <a:spLocks noChangeArrowheads="1"/>
            </p:cNvSpPr>
            <p:nvPr/>
          </p:nvSpPr>
          <p:spPr bwMode="auto">
            <a:xfrm>
              <a:off x="6424783" y="2168380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6" name="Rectangle 377"/>
            <p:cNvSpPr>
              <a:spLocks noChangeArrowheads="1"/>
            </p:cNvSpPr>
            <p:nvPr/>
          </p:nvSpPr>
          <p:spPr bwMode="auto">
            <a:xfrm>
              <a:off x="6462507" y="2168380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7" name="Freeform 378"/>
            <p:cNvSpPr>
              <a:spLocks noEditPoints="1"/>
            </p:cNvSpPr>
            <p:nvPr/>
          </p:nvSpPr>
          <p:spPr bwMode="auto">
            <a:xfrm>
              <a:off x="6424783" y="2206104"/>
              <a:ext cx="94309" cy="58681"/>
            </a:xfrm>
            <a:custGeom>
              <a:avLst/>
              <a:gdLst>
                <a:gd name="T0" fmla="*/ 0 w 45"/>
                <a:gd name="T1" fmla="*/ 28 h 28"/>
                <a:gd name="T2" fmla="*/ 45 w 45"/>
                <a:gd name="T3" fmla="*/ 28 h 28"/>
                <a:gd name="T4" fmla="*/ 45 w 45"/>
                <a:gd name="T5" fmla="*/ 0 h 28"/>
                <a:gd name="T6" fmla="*/ 0 w 45"/>
                <a:gd name="T7" fmla="*/ 0 h 28"/>
                <a:gd name="T8" fmla="*/ 0 w 45"/>
                <a:gd name="T9" fmla="*/ 28 h 28"/>
                <a:gd name="T10" fmla="*/ 5 w 45"/>
                <a:gd name="T11" fmla="*/ 5 h 28"/>
                <a:gd name="T12" fmla="*/ 41 w 45"/>
                <a:gd name="T13" fmla="*/ 5 h 28"/>
                <a:gd name="T14" fmla="*/ 41 w 45"/>
                <a:gd name="T15" fmla="*/ 23 h 28"/>
                <a:gd name="T16" fmla="*/ 5 w 45"/>
                <a:gd name="T17" fmla="*/ 23 h 28"/>
                <a:gd name="T18" fmla="*/ 5 w 45"/>
                <a:gd name="T19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0" y="28"/>
                  </a:moveTo>
                  <a:lnTo>
                    <a:pt x="45" y="28"/>
                  </a:lnTo>
                  <a:lnTo>
                    <a:pt x="45" y="0"/>
                  </a:lnTo>
                  <a:lnTo>
                    <a:pt x="0" y="0"/>
                  </a:lnTo>
                  <a:lnTo>
                    <a:pt x="0" y="28"/>
                  </a:lnTo>
                  <a:close/>
                  <a:moveTo>
                    <a:pt x="5" y="5"/>
                  </a:moveTo>
                  <a:lnTo>
                    <a:pt x="41" y="5"/>
                  </a:lnTo>
                  <a:lnTo>
                    <a:pt x="41" y="23"/>
                  </a:lnTo>
                  <a:lnTo>
                    <a:pt x="5" y="23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6839742" y="2044731"/>
            <a:ext cx="199097" cy="301788"/>
            <a:chOff x="6839742" y="2044731"/>
            <a:chExt cx="199097" cy="301788"/>
          </a:xfrm>
          <a:solidFill>
            <a:schemeClr val="tx1"/>
          </a:solidFill>
        </p:grpSpPr>
        <p:sp>
          <p:nvSpPr>
            <p:cNvPr id="378" name="Freeform 379"/>
            <p:cNvSpPr>
              <a:spLocks noEditPoints="1"/>
            </p:cNvSpPr>
            <p:nvPr/>
          </p:nvSpPr>
          <p:spPr bwMode="auto">
            <a:xfrm>
              <a:off x="6839742" y="2044731"/>
              <a:ext cx="199097" cy="301788"/>
            </a:xfrm>
            <a:custGeom>
              <a:avLst/>
              <a:gdLst>
                <a:gd name="T0" fmla="*/ 168 w 168"/>
                <a:gd name="T1" fmla="*/ 128 h 256"/>
                <a:gd name="T2" fmla="*/ 133 w 168"/>
                <a:gd name="T3" fmla="*/ 60 h 256"/>
                <a:gd name="T4" fmla="*/ 136 w 168"/>
                <a:gd name="T5" fmla="*/ 60 h 256"/>
                <a:gd name="T6" fmla="*/ 136 w 168"/>
                <a:gd name="T7" fmla="*/ 0 h 256"/>
                <a:gd name="T8" fmla="*/ 32 w 168"/>
                <a:gd name="T9" fmla="*/ 0 h 256"/>
                <a:gd name="T10" fmla="*/ 32 w 168"/>
                <a:gd name="T11" fmla="*/ 60 h 256"/>
                <a:gd name="T12" fmla="*/ 35 w 168"/>
                <a:gd name="T13" fmla="*/ 60 h 256"/>
                <a:gd name="T14" fmla="*/ 0 w 168"/>
                <a:gd name="T15" fmla="*/ 128 h 256"/>
                <a:gd name="T16" fmla="*/ 35 w 168"/>
                <a:gd name="T17" fmla="*/ 196 h 256"/>
                <a:gd name="T18" fmla="*/ 32 w 168"/>
                <a:gd name="T19" fmla="*/ 196 h 256"/>
                <a:gd name="T20" fmla="*/ 32 w 168"/>
                <a:gd name="T21" fmla="*/ 256 h 256"/>
                <a:gd name="T22" fmla="*/ 136 w 168"/>
                <a:gd name="T23" fmla="*/ 256 h 256"/>
                <a:gd name="T24" fmla="*/ 136 w 168"/>
                <a:gd name="T25" fmla="*/ 196 h 256"/>
                <a:gd name="T26" fmla="*/ 133 w 168"/>
                <a:gd name="T27" fmla="*/ 196 h 256"/>
                <a:gd name="T28" fmla="*/ 168 w 168"/>
                <a:gd name="T29" fmla="*/ 128 h 256"/>
                <a:gd name="T30" fmla="*/ 40 w 168"/>
                <a:gd name="T31" fmla="*/ 8 h 256"/>
                <a:gd name="T32" fmla="*/ 128 w 168"/>
                <a:gd name="T33" fmla="*/ 8 h 256"/>
                <a:gd name="T34" fmla="*/ 128 w 168"/>
                <a:gd name="T35" fmla="*/ 56 h 256"/>
                <a:gd name="T36" fmla="*/ 84 w 168"/>
                <a:gd name="T37" fmla="*/ 44 h 256"/>
                <a:gd name="T38" fmla="*/ 40 w 168"/>
                <a:gd name="T39" fmla="*/ 56 h 256"/>
                <a:gd name="T40" fmla="*/ 40 w 168"/>
                <a:gd name="T41" fmla="*/ 8 h 256"/>
                <a:gd name="T42" fmla="*/ 128 w 168"/>
                <a:gd name="T43" fmla="*/ 248 h 256"/>
                <a:gd name="T44" fmla="*/ 40 w 168"/>
                <a:gd name="T45" fmla="*/ 248 h 256"/>
                <a:gd name="T46" fmla="*/ 40 w 168"/>
                <a:gd name="T47" fmla="*/ 199 h 256"/>
                <a:gd name="T48" fmla="*/ 84 w 168"/>
                <a:gd name="T49" fmla="*/ 212 h 256"/>
                <a:gd name="T50" fmla="*/ 128 w 168"/>
                <a:gd name="T51" fmla="*/ 199 h 256"/>
                <a:gd name="T52" fmla="*/ 128 w 168"/>
                <a:gd name="T53" fmla="*/ 248 h 256"/>
                <a:gd name="T54" fmla="*/ 84 w 168"/>
                <a:gd name="T55" fmla="*/ 204 h 256"/>
                <a:gd name="T56" fmla="*/ 8 w 168"/>
                <a:gd name="T57" fmla="*/ 128 h 256"/>
                <a:gd name="T58" fmla="*/ 84 w 168"/>
                <a:gd name="T59" fmla="*/ 52 h 256"/>
                <a:gd name="T60" fmla="*/ 160 w 168"/>
                <a:gd name="T61" fmla="*/ 128 h 256"/>
                <a:gd name="T62" fmla="*/ 84 w 168"/>
                <a:gd name="T63" fmla="*/ 20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" h="256">
                  <a:moveTo>
                    <a:pt x="168" y="128"/>
                  </a:moveTo>
                  <a:cubicBezTo>
                    <a:pt x="168" y="100"/>
                    <a:pt x="154" y="75"/>
                    <a:pt x="133" y="60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3" y="75"/>
                    <a:pt x="0" y="100"/>
                    <a:pt x="0" y="128"/>
                  </a:cubicBezTo>
                  <a:cubicBezTo>
                    <a:pt x="0" y="156"/>
                    <a:pt x="13" y="180"/>
                    <a:pt x="35" y="196"/>
                  </a:cubicBezTo>
                  <a:cubicBezTo>
                    <a:pt x="32" y="196"/>
                    <a:pt x="32" y="196"/>
                    <a:pt x="32" y="19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136" y="256"/>
                    <a:pt x="136" y="256"/>
                    <a:pt x="136" y="256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3" y="196"/>
                    <a:pt x="133" y="196"/>
                    <a:pt x="133" y="196"/>
                  </a:cubicBezTo>
                  <a:cubicBezTo>
                    <a:pt x="154" y="180"/>
                    <a:pt x="168" y="156"/>
                    <a:pt x="168" y="128"/>
                  </a:cubicBezTo>
                  <a:close/>
                  <a:moveTo>
                    <a:pt x="40" y="8"/>
                  </a:moveTo>
                  <a:cubicBezTo>
                    <a:pt x="128" y="8"/>
                    <a:pt x="128" y="8"/>
                    <a:pt x="128" y="8"/>
                  </a:cubicBezTo>
                  <a:cubicBezTo>
                    <a:pt x="128" y="56"/>
                    <a:pt x="128" y="56"/>
                    <a:pt x="128" y="56"/>
                  </a:cubicBezTo>
                  <a:cubicBezTo>
                    <a:pt x="115" y="48"/>
                    <a:pt x="100" y="44"/>
                    <a:pt x="84" y="44"/>
                  </a:cubicBezTo>
                  <a:cubicBezTo>
                    <a:pt x="68" y="44"/>
                    <a:pt x="52" y="48"/>
                    <a:pt x="40" y="56"/>
                  </a:cubicBezTo>
                  <a:lnTo>
                    <a:pt x="40" y="8"/>
                  </a:lnTo>
                  <a:close/>
                  <a:moveTo>
                    <a:pt x="128" y="248"/>
                  </a:moveTo>
                  <a:cubicBezTo>
                    <a:pt x="40" y="248"/>
                    <a:pt x="40" y="248"/>
                    <a:pt x="40" y="248"/>
                  </a:cubicBezTo>
                  <a:cubicBezTo>
                    <a:pt x="40" y="199"/>
                    <a:pt x="40" y="199"/>
                    <a:pt x="40" y="199"/>
                  </a:cubicBezTo>
                  <a:cubicBezTo>
                    <a:pt x="52" y="207"/>
                    <a:pt x="68" y="212"/>
                    <a:pt x="84" y="212"/>
                  </a:cubicBezTo>
                  <a:cubicBezTo>
                    <a:pt x="100" y="212"/>
                    <a:pt x="115" y="207"/>
                    <a:pt x="128" y="199"/>
                  </a:cubicBezTo>
                  <a:lnTo>
                    <a:pt x="128" y="248"/>
                  </a:lnTo>
                  <a:close/>
                  <a:moveTo>
                    <a:pt x="84" y="204"/>
                  </a:moveTo>
                  <a:cubicBezTo>
                    <a:pt x="42" y="204"/>
                    <a:pt x="8" y="170"/>
                    <a:pt x="8" y="128"/>
                  </a:cubicBezTo>
                  <a:cubicBezTo>
                    <a:pt x="8" y="86"/>
                    <a:pt x="42" y="52"/>
                    <a:pt x="84" y="52"/>
                  </a:cubicBezTo>
                  <a:cubicBezTo>
                    <a:pt x="126" y="52"/>
                    <a:pt x="160" y="86"/>
                    <a:pt x="160" y="128"/>
                  </a:cubicBezTo>
                  <a:cubicBezTo>
                    <a:pt x="160" y="170"/>
                    <a:pt x="126" y="204"/>
                    <a:pt x="84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9" name="Freeform 380"/>
            <p:cNvSpPr>
              <a:spLocks/>
            </p:cNvSpPr>
            <p:nvPr/>
          </p:nvSpPr>
          <p:spPr bwMode="auto">
            <a:xfrm>
              <a:off x="6936146" y="2139040"/>
              <a:ext cx="41915" cy="79639"/>
            </a:xfrm>
            <a:custGeom>
              <a:avLst/>
              <a:gdLst>
                <a:gd name="T0" fmla="*/ 4 w 20"/>
                <a:gd name="T1" fmla="*/ 0 h 38"/>
                <a:gd name="T2" fmla="*/ 0 w 20"/>
                <a:gd name="T3" fmla="*/ 0 h 38"/>
                <a:gd name="T4" fmla="*/ 0 w 20"/>
                <a:gd name="T5" fmla="*/ 28 h 38"/>
                <a:gd name="T6" fmla="*/ 19 w 20"/>
                <a:gd name="T7" fmla="*/ 38 h 38"/>
                <a:gd name="T8" fmla="*/ 20 w 20"/>
                <a:gd name="T9" fmla="*/ 34 h 38"/>
                <a:gd name="T10" fmla="*/ 4 w 20"/>
                <a:gd name="T11" fmla="*/ 25 h 38"/>
                <a:gd name="T12" fmla="*/ 4 w 20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8">
                  <a:moveTo>
                    <a:pt x="4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19" y="38"/>
                  </a:lnTo>
                  <a:lnTo>
                    <a:pt x="20" y="34"/>
                  </a:lnTo>
                  <a:lnTo>
                    <a:pt x="4" y="25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082388" y="2463881"/>
            <a:ext cx="301788" cy="245203"/>
            <a:chOff x="2082388" y="2463881"/>
            <a:chExt cx="301788" cy="245203"/>
          </a:xfrm>
          <a:solidFill>
            <a:schemeClr val="tx1"/>
          </a:solidFill>
        </p:grpSpPr>
        <p:sp>
          <p:nvSpPr>
            <p:cNvPr id="380" name="Freeform 381"/>
            <p:cNvSpPr>
              <a:spLocks noEditPoints="1"/>
            </p:cNvSpPr>
            <p:nvPr/>
          </p:nvSpPr>
          <p:spPr bwMode="auto">
            <a:xfrm>
              <a:off x="2082388" y="2463881"/>
              <a:ext cx="301788" cy="245203"/>
            </a:xfrm>
            <a:custGeom>
              <a:avLst/>
              <a:gdLst>
                <a:gd name="T0" fmla="*/ 0 w 144"/>
                <a:gd name="T1" fmla="*/ 117 h 117"/>
                <a:gd name="T2" fmla="*/ 144 w 144"/>
                <a:gd name="T3" fmla="*/ 117 h 117"/>
                <a:gd name="T4" fmla="*/ 144 w 144"/>
                <a:gd name="T5" fmla="*/ 0 h 117"/>
                <a:gd name="T6" fmla="*/ 0 w 144"/>
                <a:gd name="T7" fmla="*/ 0 h 117"/>
                <a:gd name="T8" fmla="*/ 0 w 144"/>
                <a:gd name="T9" fmla="*/ 117 h 117"/>
                <a:gd name="T10" fmla="*/ 4 w 144"/>
                <a:gd name="T11" fmla="*/ 113 h 117"/>
                <a:gd name="T12" fmla="*/ 4 w 144"/>
                <a:gd name="T13" fmla="*/ 23 h 117"/>
                <a:gd name="T14" fmla="*/ 139 w 144"/>
                <a:gd name="T15" fmla="*/ 23 h 117"/>
                <a:gd name="T16" fmla="*/ 139 w 144"/>
                <a:gd name="T17" fmla="*/ 113 h 117"/>
                <a:gd name="T18" fmla="*/ 4 w 144"/>
                <a:gd name="T19" fmla="*/ 113 h 117"/>
                <a:gd name="T20" fmla="*/ 139 w 144"/>
                <a:gd name="T21" fmla="*/ 5 h 117"/>
                <a:gd name="T22" fmla="*/ 139 w 144"/>
                <a:gd name="T23" fmla="*/ 18 h 117"/>
                <a:gd name="T24" fmla="*/ 4 w 144"/>
                <a:gd name="T25" fmla="*/ 18 h 117"/>
                <a:gd name="T26" fmla="*/ 4 w 144"/>
                <a:gd name="T27" fmla="*/ 5 h 117"/>
                <a:gd name="T28" fmla="*/ 139 w 144"/>
                <a:gd name="T29" fmla="*/ 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117">
                  <a:moveTo>
                    <a:pt x="0" y="117"/>
                  </a:moveTo>
                  <a:lnTo>
                    <a:pt x="144" y="117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17"/>
                  </a:lnTo>
                  <a:close/>
                  <a:moveTo>
                    <a:pt x="4" y="113"/>
                  </a:moveTo>
                  <a:lnTo>
                    <a:pt x="4" y="23"/>
                  </a:lnTo>
                  <a:lnTo>
                    <a:pt x="139" y="23"/>
                  </a:lnTo>
                  <a:lnTo>
                    <a:pt x="139" y="113"/>
                  </a:lnTo>
                  <a:lnTo>
                    <a:pt x="4" y="113"/>
                  </a:lnTo>
                  <a:close/>
                  <a:moveTo>
                    <a:pt x="139" y="5"/>
                  </a:moveTo>
                  <a:lnTo>
                    <a:pt x="139" y="18"/>
                  </a:lnTo>
                  <a:lnTo>
                    <a:pt x="4" y="18"/>
                  </a:lnTo>
                  <a:lnTo>
                    <a:pt x="4" y="5"/>
                  </a:lnTo>
                  <a:lnTo>
                    <a:pt x="139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1" name="Rectangle 382"/>
            <p:cNvSpPr>
              <a:spLocks noChangeArrowheads="1"/>
            </p:cNvSpPr>
            <p:nvPr/>
          </p:nvSpPr>
          <p:spPr bwMode="auto">
            <a:xfrm>
              <a:off x="2109634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2" name="Rectangle 383"/>
            <p:cNvSpPr>
              <a:spLocks noChangeArrowheads="1"/>
            </p:cNvSpPr>
            <p:nvPr/>
          </p:nvSpPr>
          <p:spPr bwMode="auto">
            <a:xfrm>
              <a:off x="2147357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3" name="Rectangle 384"/>
            <p:cNvSpPr>
              <a:spLocks noChangeArrowheads="1"/>
            </p:cNvSpPr>
            <p:nvPr/>
          </p:nvSpPr>
          <p:spPr bwMode="auto">
            <a:xfrm>
              <a:off x="2185081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474294" y="2463881"/>
            <a:ext cx="301788" cy="245203"/>
            <a:chOff x="2474294" y="2463881"/>
            <a:chExt cx="301788" cy="245203"/>
          </a:xfrm>
          <a:solidFill>
            <a:schemeClr val="tx1"/>
          </a:solidFill>
        </p:grpSpPr>
        <p:sp>
          <p:nvSpPr>
            <p:cNvPr id="384" name="Freeform 385"/>
            <p:cNvSpPr>
              <a:spLocks noEditPoints="1"/>
            </p:cNvSpPr>
            <p:nvPr/>
          </p:nvSpPr>
          <p:spPr bwMode="auto">
            <a:xfrm>
              <a:off x="2474294" y="2463881"/>
              <a:ext cx="301788" cy="245203"/>
            </a:xfrm>
            <a:custGeom>
              <a:avLst/>
              <a:gdLst>
                <a:gd name="T0" fmla="*/ 0 w 144"/>
                <a:gd name="T1" fmla="*/ 117 h 117"/>
                <a:gd name="T2" fmla="*/ 144 w 144"/>
                <a:gd name="T3" fmla="*/ 117 h 117"/>
                <a:gd name="T4" fmla="*/ 144 w 144"/>
                <a:gd name="T5" fmla="*/ 0 h 117"/>
                <a:gd name="T6" fmla="*/ 0 w 144"/>
                <a:gd name="T7" fmla="*/ 0 h 117"/>
                <a:gd name="T8" fmla="*/ 0 w 144"/>
                <a:gd name="T9" fmla="*/ 117 h 117"/>
                <a:gd name="T10" fmla="*/ 4 w 144"/>
                <a:gd name="T11" fmla="*/ 113 h 117"/>
                <a:gd name="T12" fmla="*/ 4 w 144"/>
                <a:gd name="T13" fmla="*/ 23 h 117"/>
                <a:gd name="T14" fmla="*/ 139 w 144"/>
                <a:gd name="T15" fmla="*/ 23 h 117"/>
                <a:gd name="T16" fmla="*/ 139 w 144"/>
                <a:gd name="T17" fmla="*/ 113 h 117"/>
                <a:gd name="T18" fmla="*/ 4 w 144"/>
                <a:gd name="T19" fmla="*/ 113 h 117"/>
                <a:gd name="T20" fmla="*/ 139 w 144"/>
                <a:gd name="T21" fmla="*/ 5 h 117"/>
                <a:gd name="T22" fmla="*/ 139 w 144"/>
                <a:gd name="T23" fmla="*/ 18 h 117"/>
                <a:gd name="T24" fmla="*/ 4 w 144"/>
                <a:gd name="T25" fmla="*/ 18 h 117"/>
                <a:gd name="T26" fmla="*/ 4 w 144"/>
                <a:gd name="T27" fmla="*/ 5 h 117"/>
                <a:gd name="T28" fmla="*/ 139 w 144"/>
                <a:gd name="T29" fmla="*/ 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117">
                  <a:moveTo>
                    <a:pt x="0" y="117"/>
                  </a:moveTo>
                  <a:lnTo>
                    <a:pt x="144" y="117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17"/>
                  </a:lnTo>
                  <a:close/>
                  <a:moveTo>
                    <a:pt x="4" y="113"/>
                  </a:moveTo>
                  <a:lnTo>
                    <a:pt x="4" y="23"/>
                  </a:lnTo>
                  <a:lnTo>
                    <a:pt x="139" y="23"/>
                  </a:lnTo>
                  <a:lnTo>
                    <a:pt x="139" y="113"/>
                  </a:lnTo>
                  <a:lnTo>
                    <a:pt x="4" y="113"/>
                  </a:lnTo>
                  <a:close/>
                  <a:moveTo>
                    <a:pt x="139" y="5"/>
                  </a:moveTo>
                  <a:lnTo>
                    <a:pt x="139" y="18"/>
                  </a:lnTo>
                  <a:lnTo>
                    <a:pt x="4" y="18"/>
                  </a:lnTo>
                  <a:lnTo>
                    <a:pt x="4" y="5"/>
                  </a:lnTo>
                  <a:lnTo>
                    <a:pt x="139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5" name="Rectangle 386"/>
            <p:cNvSpPr>
              <a:spLocks noChangeArrowheads="1"/>
            </p:cNvSpPr>
            <p:nvPr/>
          </p:nvSpPr>
          <p:spPr bwMode="auto">
            <a:xfrm>
              <a:off x="2501539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6" name="Rectangle 387"/>
            <p:cNvSpPr>
              <a:spLocks noChangeArrowheads="1"/>
            </p:cNvSpPr>
            <p:nvPr/>
          </p:nvSpPr>
          <p:spPr bwMode="auto">
            <a:xfrm>
              <a:off x="2539262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7" name="Rectangle 388"/>
            <p:cNvSpPr>
              <a:spLocks noChangeArrowheads="1"/>
            </p:cNvSpPr>
            <p:nvPr/>
          </p:nvSpPr>
          <p:spPr bwMode="auto">
            <a:xfrm>
              <a:off x="2576986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8" name="Rectangle 389"/>
            <p:cNvSpPr>
              <a:spLocks noChangeArrowheads="1"/>
            </p:cNvSpPr>
            <p:nvPr/>
          </p:nvSpPr>
          <p:spPr bwMode="auto">
            <a:xfrm>
              <a:off x="2501539" y="2549807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9" name="Rectangle 390"/>
            <p:cNvSpPr>
              <a:spLocks noChangeArrowheads="1"/>
            </p:cNvSpPr>
            <p:nvPr/>
          </p:nvSpPr>
          <p:spPr bwMode="auto">
            <a:xfrm>
              <a:off x="2501539" y="2587530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0" name="Rectangle 391"/>
            <p:cNvSpPr>
              <a:spLocks noChangeArrowheads="1"/>
            </p:cNvSpPr>
            <p:nvPr/>
          </p:nvSpPr>
          <p:spPr bwMode="auto">
            <a:xfrm>
              <a:off x="2501539" y="2625254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1" name="Freeform 392"/>
            <p:cNvSpPr>
              <a:spLocks noEditPoints="1"/>
            </p:cNvSpPr>
            <p:nvPr/>
          </p:nvSpPr>
          <p:spPr bwMode="auto">
            <a:xfrm>
              <a:off x="2648241" y="2549807"/>
              <a:ext cx="98501" cy="83830"/>
            </a:xfrm>
            <a:custGeom>
              <a:avLst/>
              <a:gdLst>
                <a:gd name="T0" fmla="*/ 0 w 47"/>
                <a:gd name="T1" fmla="*/ 40 h 40"/>
                <a:gd name="T2" fmla="*/ 47 w 47"/>
                <a:gd name="T3" fmla="*/ 40 h 40"/>
                <a:gd name="T4" fmla="*/ 47 w 47"/>
                <a:gd name="T5" fmla="*/ 0 h 40"/>
                <a:gd name="T6" fmla="*/ 0 w 47"/>
                <a:gd name="T7" fmla="*/ 0 h 40"/>
                <a:gd name="T8" fmla="*/ 0 w 47"/>
                <a:gd name="T9" fmla="*/ 40 h 40"/>
                <a:gd name="T10" fmla="*/ 5 w 47"/>
                <a:gd name="T11" fmla="*/ 4 h 40"/>
                <a:gd name="T12" fmla="*/ 43 w 47"/>
                <a:gd name="T13" fmla="*/ 4 h 40"/>
                <a:gd name="T14" fmla="*/ 43 w 47"/>
                <a:gd name="T15" fmla="*/ 36 h 40"/>
                <a:gd name="T16" fmla="*/ 5 w 47"/>
                <a:gd name="T17" fmla="*/ 36 h 40"/>
                <a:gd name="T18" fmla="*/ 5 w 47"/>
                <a:gd name="T19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0">
                  <a:moveTo>
                    <a:pt x="0" y="40"/>
                  </a:moveTo>
                  <a:lnTo>
                    <a:pt x="47" y="40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40"/>
                  </a:lnTo>
                  <a:close/>
                  <a:moveTo>
                    <a:pt x="5" y="4"/>
                  </a:moveTo>
                  <a:lnTo>
                    <a:pt x="43" y="4"/>
                  </a:lnTo>
                  <a:lnTo>
                    <a:pt x="43" y="36"/>
                  </a:lnTo>
                  <a:lnTo>
                    <a:pt x="5" y="36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2866199" y="2463881"/>
            <a:ext cx="301789" cy="245204"/>
            <a:chOff x="2866199" y="2463881"/>
            <a:chExt cx="301789" cy="245204"/>
          </a:xfrm>
          <a:solidFill>
            <a:schemeClr val="tx1"/>
          </a:solidFill>
        </p:grpSpPr>
        <p:sp>
          <p:nvSpPr>
            <p:cNvPr id="392" name="Freeform 393"/>
            <p:cNvSpPr>
              <a:spLocks noEditPoints="1"/>
            </p:cNvSpPr>
            <p:nvPr/>
          </p:nvSpPr>
          <p:spPr bwMode="auto">
            <a:xfrm>
              <a:off x="2866199" y="2501605"/>
              <a:ext cx="264065" cy="207480"/>
            </a:xfrm>
            <a:custGeom>
              <a:avLst/>
              <a:gdLst>
                <a:gd name="T0" fmla="*/ 126 w 126"/>
                <a:gd name="T1" fmla="*/ 0 h 99"/>
                <a:gd name="T2" fmla="*/ 0 w 126"/>
                <a:gd name="T3" fmla="*/ 0 h 99"/>
                <a:gd name="T4" fmla="*/ 0 w 126"/>
                <a:gd name="T5" fmla="*/ 99 h 99"/>
                <a:gd name="T6" fmla="*/ 126 w 126"/>
                <a:gd name="T7" fmla="*/ 99 h 99"/>
                <a:gd name="T8" fmla="*/ 126 w 126"/>
                <a:gd name="T9" fmla="*/ 0 h 99"/>
                <a:gd name="T10" fmla="*/ 121 w 126"/>
                <a:gd name="T11" fmla="*/ 5 h 99"/>
                <a:gd name="T12" fmla="*/ 121 w 126"/>
                <a:gd name="T13" fmla="*/ 18 h 99"/>
                <a:gd name="T14" fmla="*/ 4 w 126"/>
                <a:gd name="T15" fmla="*/ 18 h 99"/>
                <a:gd name="T16" fmla="*/ 4 w 126"/>
                <a:gd name="T17" fmla="*/ 5 h 99"/>
                <a:gd name="T18" fmla="*/ 121 w 126"/>
                <a:gd name="T19" fmla="*/ 5 h 99"/>
                <a:gd name="T20" fmla="*/ 4 w 126"/>
                <a:gd name="T21" fmla="*/ 95 h 99"/>
                <a:gd name="T22" fmla="*/ 4 w 126"/>
                <a:gd name="T23" fmla="*/ 23 h 99"/>
                <a:gd name="T24" fmla="*/ 121 w 126"/>
                <a:gd name="T25" fmla="*/ 23 h 99"/>
                <a:gd name="T26" fmla="*/ 121 w 126"/>
                <a:gd name="T27" fmla="*/ 95 h 99"/>
                <a:gd name="T28" fmla="*/ 4 w 126"/>
                <a:gd name="T29" fmla="*/ 9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6" h="99">
                  <a:moveTo>
                    <a:pt x="126" y="0"/>
                  </a:moveTo>
                  <a:lnTo>
                    <a:pt x="0" y="0"/>
                  </a:lnTo>
                  <a:lnTo>
                    <a:pt x="0" y="99"/>
                  </a:lnTo>
                  <a:lnTo>
                    <a:pt x="126" y="99"/>
                  </a:lnTo>
                  <a:lnTo>
                    <a:pt x="126" y="0"/>
                  </a:lnTo>
                  <a:close/>
                  <a:moveTo>
                    <a:pt x="121" y="5"/>
                  </a:moveTo>
                  <a:lnTo>
                    <a:pt x="121" y="18"/>
                  </a:lnTo>
                  <a:lnTo>
                    <a:pt x="4" y="18"/>
                  </a:lnTo>
                  <a:lnTo>
                    <a:pt x="4" y="5"/>
                  </a:lnTo>
                  <a:lnTo>
                    <a:pt x="121" y="5"/>
                  </a:lnTo>
                  <a:close/>
                  <a:moveTo>
                    <a:pt x="4" y="95"/>
                  </a:moveTo>
                  <a:lnTo>
                    <a:pt x="4" y="23"/>
                  </a:lnTo>
                  <a:lnTo>
                    <a:pt x="121" y="23"/>
                  </a:lnTo>
                  <a:lnTo>
                    <a:pt x="121" y="95"/>
                  </a:lnTo>
                  <a:lnTo>
                    <a:pt x="4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3" name="Freeform 394"/>
            <p:cNvSpPr>
              <a:spLocks/>
            </p:cNvSpPr>
            <p:nvPr/>
          </p:nvSpPr>
          <p:spPr bwMode="auto">
            <a:xfrm>
              <a:off x="2912306" y="2463881"/>
              <a:ext cx="255682" cy="213767"/>
            </a:xfrm>
            <a:custGeom>
              <a:avLst/>
              <a:gdLst>
                <a:gd name="T0" fmla="*/ 0 w 122"/>
                <a:gd name="T1" fmla="*/ 14 h 102"/>
                <a:gd name="T2" fmla="*/ 5 w 122"/>
                <a:gd name="T3" fmla="*/ 14 h 102"/>
                <a:gd name="T4" fmla="*/ 5 w 122"/>
                <a:gd name="T5" fmla="*/ 5 h 102"/>
                <a:gd name="T6" fmla="*/ 118 w 122"/>
                <a:gd name="T7" fmla="*/ 5 h 102"/>
                <a:gd name="T8" fmla="*/ 118 w 122"/>
                <a:gd name="T9" fmla="*/ 97 h 102"/>
                <a:gd name="T10" fmla="*/ 109 w 122"/>
                <a:gd name="T11" fmla="*/ 97 h 102"/>
                <a:gd name="T12" fmla="*/ 109 w 122"/>
                <a:gd name="T13" fmla="*/ 102 h 102"/>
                <a:gd name="T14" fmla="*/ 122 w 122"/>
                <a:gd name="T15" fmla="*/ 102 h 102"/>
                <a:gd name="T16" fmla="*/ 122 w 122"/>
                <a:gd name="T17" fmla="*/ 0 h 102"/>
                <a:gd name="T18" fmla="*/ 0 w 122"/>
                <a:gd name="T19" fmla="*/ 0 h 102"/>
                <a:gd name="T20" fmla="*/ 0 w 122"/>
                <a:gd name="T21" fmla="*/ 1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02">
                  <a:moveTo>
                    <a:pt x="0" y="14"/>
                  </a:moveTo>
                  <a:lnTo>
                    <a:pt x="5" y="14"/>
                  </a:lnTo>
                  <a:lnTo>
                    <a:pt x="5" y="5"/>
                  </a:lnTo>
                  <a:lnTo>
                    <a:pt x="118" y="5"/>
                  </a:lnTo>
                  <a:lnTo>
                    <a:pt x="118" y="97"/>
                  </a:lnTo>
                  <a:lnTo>
                    <a:pt x="109" y="97"/>
                  </a:lnTo>
                  <a:lnTo>
                    <a:pt x="109" y="102"/>
                  </a:lnTo>
                  <a:lnTo>
                    <a:pt x="122" y="102"/>
                  </a:lnTo>
                  <a:lnTo>
                    <a:pt x="122" y="0"/>
                  </a:lnTo>
                  <a:lnTo>
                    <a:pt x="0" y="0"/>
                  </a:lnTo>
                  <a:lnTo>
                    <a:pt x="0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4" name="Rectangle 395"/>
            <p:cNvSpPr>
              <a:spLocks noChangeArrowheads="1"/>
            </p:cNvSpPr>
            <p:nvPr/>
          </p:nvSpPr>
          <p:spPr bwMode="auto">
            <a:xfrm>
              <a:off x="2893444" y="252046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5" name="Rectangle 396"/>
            <p:cNvSpPr>
              <a:spLocks noChangeArrowheads="1"/>
            </p:cNvSpPr>
            <p:nvPr/>
          </p:nvSpPr>
          <p:spPr bwMode="auto">
            <a:xfrm>
              <a:off x="2931168" y="252046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6" name="Rectangle 397"/>
            <p:cNvSpPr>
              <a:spLocks noChangeArrowheads="1"/>
            </p:cNvSpPr>
            <p:nvPr/>
          </p:nvSpPr>
          <p:spPr bwMode="auto">
            <a:xfrm>
              <a:off x="2968892" y="252046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3258105" y="2450166"/>
            <a:ext cx="303884" cy="247299"/>
            <a:chOff x="3258105" y="2373764"/>
            <a:chExt cx="303884" cy="247299"/>
          </a:xfrm>
          <a:solidFill>
            <a:schemeClr val="tx1"/>
          </a:solidFill>
        </p:grpSpPr>
        <p:sp>
          <p:nvSpPr>
            <p:cNvPr id="397" name="Rectangle 398"/>
            <p:cNvSpPr>
              <a:spLocks noChangeArrowheads="1"/>
            </p:cNvSpPr>
            <p:nvPr/>
          </p:nvSpPr>
          <p:spPr bwMode="auto">
            <a:xfrm>
              <a:off x="3287446" y="2459690"/>
              <a:ext cx="24520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8" name="Rectangle 399"/>
            <p:cNvSpPr>
              <a:spLocks noChangeArrowheads="1"/>
            </p:cNvSpPr>
            <p:nvPr/>
          </p:nvSpPr>
          <p:spPr bwMode="auto">
            <a:xfrm>
              <a:off x="3287446" y="2497413"/>
              <a:ext cx="24520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9" name="Rectangle 400"/>
            <p:cNvSpPr>
              <a:spLocks noChangeArrowheads="1"/>
            </p:cNvSpPr>
            <p:nvPr/>
          </p:nvSpPr>
          <p:spPr bwMode="auto">
            <a:xfrm>
              <a:off x="3287446" y="2535137"/>
              <a:ext cx="24520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0" name="Freeform 401"/>
            <p:cNvSpPr>
              <a:spLocks noEditPoints="1"/>
            </p:cNvSpPr>
            <p:nvPr/>
          </p:nvSpPr>
          <p:spPr bwMode="auto">
            <a:xfrm>
              <a:off x="3258105" y="2373764"/>
              <a:ext cx="303884" cy="247299"/>
            </a:xfrm>
            <a:custGeom>
              <a:avLst/>
              <a:gdLst>
                <a:gd name="T0" fmla="*/ 145 w 145"/>
                <a:gd name="T1" fmla="*/ 0 h 118"/>
                <a:gd name="T2" fmla="*/ 0 w 145"/>
                <a:gd name="T3" fmla="*/ 0 h 118"/>
                <a:gd name="T4" fmla="*/ 0 w 145"/>
                <a:gd name="T5" fmla="*/ 118 h 118"/>
                <a:gd name="T6" fmla="*/ 145 w 145"/>
                <a:gd name="T7" fmla="*/ 118 h 118"/>
                <a:gd name="T8" fmla="*/ 145 w 145"/>
                <a:gd name="T9" fmla="*/ 0 h 118"/>
                <a:gd name="T10" fmla="*/ 140 w 145"/>
                <a:gd name="T11" fmla="*/ 5 h 118"/>
                <a:gd name="T12" fmla="*/ 140 w 145"/>
                <a:gd name="T13" fmla="*/ 18 h 118"/>
                <a:gd name="T14" fmla="*/ 5 w 145"/>
                <a:gd name="T15" fmla="*/ 18 h 118"/>
                <a:gd name="T16" fmla="*/ 5 w 145"/>
                <a:gd name="T17" fmla="*/ 5 h 118"/>
                <a:gd name="T18" fmla="*/ 140 w 145"/>
                <a:gd name="T19" fmla="*/ 5 h 118"/>
                <a:gd name="T20" fmla="*/ 5 w 145"/>
                <a:gd name="T21" fmla="*/ 113 h 118"/>
                <a:gd name="T22" fmla="*/ 5 w 145"/>
                <a:gd name="T23" fmla="*/ 23 h 118"/>
                <a:gd name="T24" fmla="*/ 140 w 145"/>
                <a:gd name="T25" fmla="*/ 23 h 118"/>
                <a:gd name="T26" fmla="*/ 140 w 145"/>
                <a:gd name="T27" fmla="*/ 113 h 118"/>
                <a:gd name="T28" fmla="*/ 5 w 145"/>
                <a:gd name="T29" fmla="*/ 11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5" h="118">
                  <a:moveTo>
                    <a:pt x="145" y="0"/>
                  </a:moveTo>
                  <a:lnTo>
                    <a:pt x="0" y="0"/>
                  </a:lnTo>
                  <a:lnTo>
                    <a:pt x="0" y="118"/>
                  </a:lnTo>
                  <a:lnTo>
                    <a:pt x="145" y="118"/>
                  </a:lnTo>
                  <a:lnTo>
                    <a:pt x="145" y="0"/>
                  </a:lnTo>
                  <a:close/>
                  <a:moveTo>
                    <a:pt x="140" y="5"/>
                  </a:moveTo>
                  <a:lnTo>
                    <a:pt x="140" y="18"/>
                  </a:lnTo>
                  <a:lnTo>
                    <a:pt x="5" y="18"/>
                  </a:lnTo>
                  <a:lnTo>
                    <a:pt x="5" y="5"/>
                  </a:lnTo>
                  <a:lnTo>
                    <a:pt x="140" y="5"/>
                  </a:lnTo>
                  <a:close/>
                  <a:moveTo>
                    <a:pt x="5" y="113"/>
                  </a:moveTo>
                  <a:lnTo>
                    <a:pt x="5" y="23"/>
                  </a:lnTo>
                  <a:lnTo>
                    <a:pt x="140" y="23"/>
                  </a:lnTo>
                  <a:lnTo>
                    <a:pt x="140" y="113"/>
                  </a:lnTo>
                  <a:lnTo>
                    <a:pt x="5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1" name="Rectangle 402"/>
            <p:cNvSpPr>
              <a:spLocks noChangeArrowheads="1"/>
            </p:cNvSpPr>
            <p:nvPr/>
          </p:nvSpPr>
          <p:spPr bwMode="auto">
            <a:xfrm>
              <a:off x="3287446" y="239262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2" name="Rectangle 403"/>
            <p:cNvSpPr>
              <a:spLocks noChangeArrowheads="1"/>
            </p:cNvSpPr>
            <p:nvPr/>
          </p:nvSpPr>
          <p:spPr bwMode="auto">
            <a:xfrm>
              <a:off x="3325169" y="239262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3" name="Rectangle 404"/>
            <p:cNvSpPr>
              <a:spLocks noChangeArrowheads="1"/>
            </p:cNvSpPr>
            <p:nvPr/>
          </p:nvSpPr>
          <p:spPr bwMode="auto">
            <a:xfrm>
              <a:off x="3362893" y="239262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04" name="Freeform 405"/>
          <p:cNvSpPr>
            <a:spLocks noEditPoints="1"/>
          </p:cNvSpPr>
          <p:nvPr/>
        </p:nvSpPr>
        <p:spPr bwMode="auto">
          <a:xfrm>
            <a:off x="3650010" y="2436636"/>
            <a:ext cx="303884" cy="301788"/>
          </a:xfrm>
          <a:custGeom>
            <a:avLst/>
            <a:gdLst>
              <a:gd name="T0" fmla="*/ 38 w 257"/>
              <a:gd name="T1" fmla="*/ 37 h 256"/>
              <a:gd name="T2" fmla="*/ 38 w 257"/>
              <a:gd name="T3" fmla="*/ 219 h 256"/>
              <a:gd name="T4" fmla="*/ 129 w 257"/>
              <a:gd name="T5" fmla="*/ 256 h 256"/>
              <a:gd name="T6" fmla="*/ 257 w 257"/>
              <a:gd name="T7" fmla="*/ 128 h 256"/>
              <a:gd name="T8" fmla="*/ 129 w 257"/>
              <a:gd name="T9" fmla="*/ 0 h 256"/>
              <a:gd name="T10" fmla="*/ 188 w 257"/>
              <a:gd name="T11" fmla="*/ 73 h 256"/>
              <a:gd name="T12" fmla="*/ 214 w 257"/>
              <a:gd name="T13" fmla="*/ 43 h 256"/>
              <a:gd name="T14" fmla="*/ 135 w 257"/>
              <a:gd name="T15" fmla="*/ 248 h 256"/>
              <a:gd name="T16" fmla="*/ 133 w 257"/>
              <a:gd name="T17" fmla="*/ 172 h 256"/>
              <a:gd name="T18" fmla="*/ 135 w 257"/>
              <a:gd name="T19" fmla="*/ 248 h 256"/>
              <a:gd name="T20" fmla="*/ 125 w 257"/>
              <a:gd name="T21" fmla="*/ 172 h 256"/>
              <a:gd name="T22" fmla="*/ 122 w 257"/>
              <a:gd name="T23" fmla="*/ 248 h 256"/>
              <a:gd name="T24" fmla="*/ 122 w 257"/>
              <a:gd name="T25" fmla="*/ 8 h 256"/>
              <a:gd name="T26" fmla="*/ 125 w 257"/>
              <a:gd name="T27" fmla="*/ 84 h 256"/>
              <a:gd name="T28" fmla="*/ 122 w 257"/>
              <a:gd name="T29" fmla="*/ 8 h 256"/>
              <a:gd name="T30" fmla="*/ 133 w 257"/>
              <a:gd name="T31" fmla="*/ 84 h 256"/>
              <a:gd name="T32" fmla="*/ 135 w 257"/>
              <a:gd name="T33" fmla="*/ 8 h 256"/>
              <a:gd name="T34" fmla="*/ 133 w 257"/>
              <a:gd name="T35" fmla="*/ 92 h 256"/>
              <a:gd name="T36" fmla="*/ 189 w 257"/>
              <a:gd name="T37" fmla="*/ 124 h 256"/>
              <a:gd name="T38" fmla="*/ 133 w 257"/>
              <a:gd name="T39" fmla="*/ 92 h 256"/>
              <a:gd name="T40" fmla="*/ 125 w 257"/>
              <a:gd name="T41" fmla="*/ 124 h 256"/>
              <a:gd name="T42" fmla="*/ 75 w 257"/>
              <a:gd name="T43" fmla="*/ 84 h 256"/>
              <a:gd name="T44" fmla="*/ 61 w 257"/>
              <a:gd name="T45" fmla="*/ 124 h 256"/>
              <a:gd name="T46" fmla="*/ 33 w 257"/>
              <a:gd name="T47" fmla="*/ 55 h 256"/>
              <a:gd name="T48" fmla="*/ 61 w 257"/>
              <a:gd name="T49" fmla="*/ 124 h 256"/>
              <a:gd name="T50" fmla="*/ 67 w 257"/>
              <a:gd name="T51" fmla="*/ 175 h 256"/>
              <a:gd name="T52" fmla="*/ 8 w 257"/>
              <a:gd name="T53" fmla="*/ 132 h 256"/>
              <a:gd name="T54" fmla="*/ 69 w 257"/>
              <a:gd name="T55" fmla="*/ 132 h 256"/>
              <a:gd name="T56" fmla="*/ 125 w 257"/>
              <a:gd name="T57" fmla="*/ 164 h 256"/>
              <a:gd name="T58" fmla="*/ 69 w 257"/>
              <a:gd name="T59" fmla="*/ 132 h 256"/>
              <a:gd name="T60" fmla="*/ 133 w 257"/>
              <a:gd name="T61" fmla="*/ 132 h 256"/>
              <a:gd name="T62" fmla="*/ 182 w 257"/>
              <a:gd name="T63" fmla="*/ 172 h 256"/>
              <a:gd name="T64" fmla="*/ 197 w 257"/>
              <a:gd name="T65" fmla="*/ 132 h 256"/>
              <a:gd name="T66" fmla="*/ 225 w 257"/>
              <a:gd name="T67" fmla="*/ 201 h 256"/>
              <a:gd name="T68" fmla="*/ 197 w 257"/>
              <a:gd name="T69" fmla="*/ 132 h 256"/>
              <a:gd name="T70" fmla="*/ 190 w 257"/>
              <a:gd name="T71" fmla="*/ 81 h 256"/>
              <a:gd name="T72" fmla="*/ 249 w 257"/>
              <a:gd name="T73" fmla="*/ 124 h 256"/>
              <a:gd name="T74" fmla="*/ 109 w 257"/>
              <a:gd name="T75" fmla="*/ 9 h 256"/>
              <a:gd name="T76" fmla="*/ 55 w 257"/>
              <a:gd name="T77" fmla="*/ 65 h 256"/>
              <a:gd name="T78" fmla="*/ 44 w 257"/>
              <a:gd name="T79" fmla="*/ 43 h 256"/>
              <a:gd name="T80" fmla="*/ 38 w 257"/>
              <a:gd name="T81" fmla="*/ 207 h 256"/>
              <a:gd name="T82" fmla="*/ 109 w 257"/>
              <a:gd name="T83" fmla="*/ 247 h 256"/>
              <a:gd name="T84" fmla="*/ 38 w 257"/>
              <a:gd name="T85" fmla="*/ 207 h 256"/>
              <a:gd name="T86" fmla="*/ 129 w 257"/>
              <a:gd name="T87" fmla="*/ 252 h 256"/>
              <a:gd name="T88" fmla="*/ 148 w 257"/>
              <a:gd name="T89" fmla="*/ 247 h 256"/>
              <a:gd name="T90" fmla="*/ 202 w 257"/>
              <a:gd name="T91" fmla="*/ 191 h 256"/>
              <a:gd name="T92" fmla="*/ 148 w 257"/>
              <a:gd name="T93" fmla="*/ 247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7" h="256">
                <a:moveTo>
                  <a:pt x="129" y="0"/>
                </a:moveTo>
                <a:cubicBezTo>
                  <a:pt x="94" y="0"/>
                  <a:pt x="62" y="13"/>
                  <a:pt x="38" y="37"/>
                </a:cubicBezTo>
                <a:cubicBezTo>
                  <a:pt x="14" y="61"/>
                  <a:pt x="0" y="94"/>
                  <a:pt x="0" y="128"/>
                </a:cubicBezTo>
                <a:cubicBezTo>
                  <a:pt x="0" y="162"/>
                  <a:pt x="14" y="194"/>
                  <a:pt x="38" y="219"/>
                </a:cubicBezTo>
                <a:cubicBezTo>
                  <a:pt x="62" y="243"/>
                  <a:pt x="94" y="256"/>
                  <a:pt x="129" y="256"/>
                </a:cubicBezTo>
                <a:cubicBezTo>
                  <a:pt x="129" y="256"/>
                  <a:pt x="129" y="256"/>
                  <a:pt x="129" y="256"/>
                </a:cubicBezTo>
                <a:cubicBezTo>
                  <a:pt x="129" y="256"/>
                  <a:pt x="129" y="256"/>
                  <a:pt x="129" y="256"/>
                </a:cubicBezTo>
                <a:cubicBezTo>
                  <a:pt x="200" y="256"/>
                  <a:pt x="257" y="199"/>
                  <a:pt x="257" y="128"/>
                </a:cubicBezTo>
                <a:cubicBezTo>
                  <a:pt x="257" y="93"/>
                  <a:pt x="244" y="61"/>
                  <a:pt x="220" y="37"/>
                </a:cubicBezTo>
                <a:cubicBezTo>
                  <a:pt x="195" y="13"/>
                  <a:pt x="163" y="0"/>
                  <a:pt x="129" y="0"/>
                </a:cubicBezTo>
                <a:close/>
                <a:moveTo>
                  <a:pt x="219" y="49"/>
                </a:moveTo>
                <a:cubicBezTo>
                  <a:pt x="216" y="54"/>
                  <a:pt x="207" y="65"/>
                  <a:pt x="188" y="73"/>
                </a:cubicBezTo>
                <a:cubicBezTo>
                  <a:pt x="177" y="42"/>
                  <a:pt x="159" y="20"/>
                  <a:pt x="148" y="9"/>
                </a:cubicBezTo>
                <a:cubicBezTo>
                  <a:pt x="173" y="13"/>
                  <a:pt x="196" y="25"/>
                  <a:pt x="214" y="43"/>
                </a:cubicBezTo>
                <a:cubicBezTo>
                  <a:pt x="216" y="45"/>
                  <a:pt x="218" y="47"/>
                  <a:pt x="219" y="49"/>
                </a:cubicBezTo>
                <a:close/>
                <a:moveTo>
                  <a:pt x="135" y="248"/>
                </a:moveTo>
                <a:cubicBezTo>
                  <a:pt x="134" y="248"/>
                  <a:pt x="133" y="248"/>
                  <a:pt x="133" y="248"/>
                </a:cubicBezTo>
                <a:cubicBezTo>
                  <a:pt x="133" y="172"/>
                  <a:pt x="133" y="172"/>
                  <a:pt x="133" y="172"/>
                </a:cubicBezTo>
                <a:cubicBezTo>
                  <a:pt x="152" y="172"/>
                  <a:pt x="168" y="176"/>
                  <a:pt x="180" y="180"/>
                </a:cubicBezTo>
                <a:cubicBezTo>
                  <a:pt x="166" y="221"/>
                  <a:pt x="139" y="244"/>
                  <a:pt x="135" y="248"/>
                </a:cubicBezTo>
                <a:close/>
                <a:moveTo>
                  <a:pt x="77" y="180"/>
                </a:moveTo>
                <a:cubicBezTo>
                  <a:pt x="90" y="176"/>
                  <a:pt x="105" y="172"/>
                  <a:pt x="125" y="172"/>
                </a:cubicBezTo>
                <a:cubicBezTo>
                  <a:pt x="125" y="248"/>
                  <a:pt x="125" y="248"/>
                  <a:pt x="125" y="248"/>
                </a:cubicBezTo>
                <a:cubicBezTo>
                  <a:pt x="124" y="248"/>
                  <a:pt x="123" y="248"/>
                  <a:pt x="122" y="248"/>
                </a:cubicBezTo>
                <a:cubicBezTo>
                  <a:pt x="118" y="244"/>
                  <a:pt x="91" y="221"/>
                  <a:pt x="77" y="180"/>
                </a:cubicBezTo>
                <a:close/>
                <a:moveTo>
                  <a:pt x="122" y="8"/>
                </a:moveTo>
                <a:cubicBezTo>
                  <a:pt x="123" y="8"/>
                  <a:pt x="124" y="8"/>
                  <a:pt x="125" y="8"/>
                </a:cubicBezTo>
                <a:cubicBezTo>
                  <a:pt x="125" y="84"/>
                  <a:pt x="125" y="84"/>
                  <a:pt x="125" y="84"/>
                </a:cubicBezTo>
                <a:cubicBezTo>
                  <a:pt x="105" y="84"/>
                  <a:pt x="89" y="80"/>
                  <a:pt x="77" y="76"/>
                </a:cubicBezTo>
                <a:cubicBezTo>
                  <a:pt x="91" y="35"/>
                  <a:pt x="118" y="12"/>
                  <a:pt x="122" y="8"/>
                </a:cubicBezTo>
                <a:close/>
                <a:moveTo>
                  <a:pt x="180" y="76"/>
                </a:moveTo>
                <a:cubicBezTo>
                  <a:pt x="168" y="80"/>
                  <a:pt x="152" y="84"/>
                  <a:pt x="133" y="84"/>
                </a:cubicBezTo>
                <a:cubicBezTo>
                  <a:pt x="133" y="8"/>
                  <a:pt x="133" y="8"/>
                  <a:pt x="133" y="8"/>
                </a:cubicBezTo>
                <a:cubicBezTo>
                  <a:pt x="133" y="8"/>
                  <a:pt x="134" y="8"/>
                  <a:pt x="135" y="8"/>
                </a:cubicBezTo>
                <a:cubicBezTo>
                  <a:pt x="139" y="12"/>
                  <a:pt x="166" y="35"/>
                  <a:pt x="180" y="76"/>
                </a:cubicBezTo>
                <a:close/>
                <a:moveTo>
                  <a:pt x="133" y="92"/>
                </a:moveTo>
                <a:cubicBezTo>
                  <a:pt x="153" y="92"/>
                  <a:pt x="169" y="88"/>
                  <a:pt x="182" y="84"/>
                </a:cubicBezTo>
                <a:cubicBezTo>
                  <a:pt x="186" y="96"/>
                  <a:pt x="188" y="109"/>
                  <a:pt x="189" y="124"/>
                </a:cubicBezTo>
                <a:cubicBezTo>
                  <a:pt x="133" y="124"/>
                  <a:pt x="133" y="124"/>
                  <a:pt x="133" y="124"/>
                </a:cubicBezTo>
                <a:lnTo>
                  <a:pt x="133" y="92"/>
                </a:lnTo>
                <a:close/>
                <a:moveTo>
                  <a:pt x="125" y="92"/>
                </a:moveTo>
                <a:cubicBezTo>
                  <a:pt x="125" y="124"/>
                  <a:pt x="125" y="124"/>
                  <a:pt x="125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09"/>
                  <a:pt x="71" y="96"/>
                  <a:pt x="75" y="84"/>
                </a:cubicBezTo>
                <a:cubicBezTo>
                  <a:pt x="88" y="88"/>
                  <a:pt x="104" y="92"/>
                  <a:pt x="125" y="92"/>
                </a:cubicBezTo>
                <a:close/>
                <a:moveTo>
                  <a:pt x="61" y="124"/>
                </a:moveTo>
                <a:cubicBezTo>
                  <a:pt x="8" y="124"/>
                  <a:pt x="8" y="124"/>
                  <a:pt x="8" y="124"/>
                </a:cubicBezTo>
                <a:cubicBezTo>
                  <a:pt x="9" y="99"/>
                  <a:pt x="18" y="75"/>
                  <a:pt x="33" y="55"/>
                </a:cubicBezTo>
                <a:cubicBezTo>
                  <a:pt x="38" y="62"/>
                  <a:pt x="48" y="73"/>
                  <a:pt x="67" y="81"/>
                </a:cubicBezTo>
                <a:cubicBezTo>
                  <a:pt x="64" y="94"/>
                  <a:pt x="61" y="108"/>
                  <a:pt x="61" y="124"/>
                </a:cubicBezTo>
                <a:close/>
                <a:moveTo>
                  <a:pt x="61" y="132"/>
                </a:moveTo>
                <a:cubicBezTo>
                  <a:pt x="61" y="148"/>
                  <a:pt x="64" y="162"/>
                  <a:pt x="67" y="175"/>
                </a:cubicBezTo>
                <a:cubicBezTo>
                  <a:pt x="48" y="183"/>
                  <a:pt x="38" y="194"/>
                  <a:pt x="33" y="201"/>
                </a:cubicBezTo>
                <a:cubicBezTo>
                  <a:pt x="18" y="181"/>
                  <a:pt x="9" y="157"/>
                  <a:pt x="8" y="132"/>
                </a:cubicBezTo>
                <a:lnTo>
                  <a:pt x="61" y="132"/>
                </a:lnTo>
                <a:close/>
                <a:moveTo>
                  <a:pt x="69" y="132"/>
                </a:moveTo>
                <a:cubicBezTo>
                  <a:pt x="125" y="132"/>
                  <a:pt x="125" y="132"/>
                  <a:pt x="125" y="132"/>
                </a:cubicBezTo>
                <a:cubicBezTo>
                  <a:pt x="125" y="164"/>
                  <a:pt x="125" y="164"/>
                  <a:pt x="125" y="164"/>
                </a:cubicBezTo>
                <a:cubicBezTo>
                  <a:pt x="104" y="164"/>
                  <a:pt x="88" y="168"/>
                  <a:pt x="75" y="172"/>
                </a:cubicBezTo>
                <a:cubicBezTo>
                  <a:pt x="71" y="160"/>
                  <a:pt x="69" y="147"/>
                  <a:pt x="69" y="132"/>
                </a:cubicBezTo>
                <a:close/>
                <a:moveTo>
                  <a:pt x="133" y="164"/>
                </a:moveTo>
                <a:cubicBezTo>
                  <a:pt x="133" y="132"/>
                  <a:pt x="133" y="132"/>
                  <a:pt x="133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88" y="147"/>
                  <a:pt x="186" y="160"/>
                  <a:pt x="182" y="172"/>
                </a:cubicBezTo>
                <a:cubicBezTo>
                  <a:pt x="169" y="168"/>
                  <a:pt x="153" y="164"/>
                  <a:pt x="133" y="164"/>
                </a:cubicBezTo>
                <a:close/>
                <a:moveTo>
                  <a:pt x="197" y="132"/>
                </a:moveTo>
                <a:cubicBezTo>
                  <a:pt x="249" y="132"/>
                  <a:pt x="249" y="132"/>
                  <a:pt x="249" y="132"/>
                </a:cubicBezTo>
                <a:cubicBezTo>
                  <a:pt x="248" y="158"/>
                  <a:pt x="239" y="181"/>
                  <a:pt x="225" y="201"/>
                </a:cubicBezTo>
                <a:cubicBezTo>
                  <a:pt x="220" y="194"/>
                  <a:pt x="209" y="183"/>
                  <a:pt x="190" y="175"/>
                </a:cubicBezTo>
                <a:cubicBezTo>
                  <a:pt x="194" y="162"/>
                  <a:pt x="196" y="148"/>
                  <a:pt x="197" y="132"/>
                </a:cubicBezTo>
                <a:close/>
                <a:moveTo>
                  <a:pt x="197" y="124"/>
                </a:moveTo>
                <a:cubicBezTo>
                  <a:pt x="196" y="108"/>
                  <a:pt x="194" y="94"/>
                  <a:pt x="190" y="81"/>
                </a:cubicBezTo>
                <a:cubicBezTo>
                  <a:pt x="209" y="73"/>
                  <a:pt x="220" y="62"/>
                  <a:pt x="225" y="55"/>
                </a:cubicBezTo>
                <a:cubicBezTo>
                  <a:pt x="240" y="75"/>
                  <a:pt x="248" y="99"/>
                  <a:pt x="249" y="124"/>
                </a:cubicBezTo>
                <a:cubicBezTo>
                  <a:pt x="197" y="124"/>
                  <a:pt x="197" y="124"/>
                  <a:pt x="197" y="124"/>
                </a:cubicBezTo>
                <a:close/>
                <a:moveTo>
                  <a:pt x="109" y="9"/>
                </a:moveTo>
                <a:cubicBezTo>
                  <a:pt x="98" y="20"/>
                  <a:pt x="81" y="42"/>
                  <a:pt x="70" y="73"/>
                </a:cubicBezTo>
                <a:cubicBezTo>
                  <a:pt x="64" y="71"/>
                  <a:pt x="59" y="68"/>
                  <a:pt x="55" y="65"/>
                </a:cubicBezTo>
                <a:cubicBezTo>
                  <a:pt x="46" y="59"/>
                  <a:pt x="40" y="52"/>
                  <a:pt x="38" y="49"/>
                </a:cubicBezTo>
                <a:cubicBezTo>
                  <a:pt x="40" y="47"/>
                  <a:pt x="42" y="45"/>
                  <a:pt x="44" y="43"/>
                </a:cubicBezTo>
                <a:cubicBezTo>
                  <a:pt x="62" y="25"/>
                  <a:pt x="84" y="13"/>
                  <a:pt x="109" y="9"/>
                </a:cubicBezTo>
                <a:close/>
                <a:moveTo>
                  <a:pt x="38" y="207"/>
                </a:moveTo>
                <a:cubicBezTo>
                  <a:pt x="41" y="202"/>
                  <a:pt x="51" y="191"/>
                  <a:pt x="70" y="183"/>
                </a:cubicBezTo>
                <a:cubicBezTo>
                  <a:pt x="81" y="214"/>
                  <a:pt x="98" y="236"/>
                  <a:pt x="109" y="247"/>
                </a:cubicBezTo>
                <a:cubicBezTo>
                  <a:pt x="84" y="243"/>
                  <a:pt x="62" y="231"/>
                  <a:pt x="44" y="213"/>
                </a:cubicBezTo>
                <a:cubicBezTo>
                  <a:pt x="42" y="211"/>
                  <a:pt x="40" y="209"/>
                  <a:pt x="38" y="207"/>
                </a:cubicBezTo>
                <a:close/>
                <a:moveTo>
                  <a:pt x="129" y="252"/>
                </a:moveTo>
                <a:cubicBezTo>
                  <a:pt x="129" y="252"/>
                  <a:pt x="129" y="252"/>
                  <a:pt x="129" y="252"/>
                </a:cubicBezTo>
                <a:cubicBezTo>
                  <a:pt x="129" y="252"/>
                  <a:pt x="129" y="252"/>
                  <a:pt x="129" y="252"/>
                </a:cubicBezTo>
                <a:close/>
                <a:moveTo>
                  <a:pt x="148" y="247"/>
                </a:moveTo>
                <a:cubicBezTo>
                  <a:pt x="159" y="236"/>
                  <a:pt x="177" y="214"/>
                  <a:pt x="188" y="183"/>
                </a:cubicBezTo>
                <a:cubicBezTo>
                  <a:pt x="194" y="186"/>
                  <a:pt x="199" y="188"/>
                  <a:pt x="202" y="191"/>
                </a:cubicBezTo>
                <a:cubicBezTo>
                  <a:pt x="212" y="197"/>
                  <a:pt x="217" y="204"/>
                  <a:pt x="219" y="207"/>
                </a:cubicBezTo>
                <a:cubicBezTo>
                  <a:pt x="201" y="228"/>
                  <a:pt x="176" y="242"/>
                  <a:pt x="148" y="2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63796985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425049" y="411510"/>
            <a:ext cx="23235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Basic Elaboration</a:t>
            </a:r>
            <a:endParaRPr lang="uk-UA" sz="2400" dirty="0"/>
          </a:p>
        </p:txBody>
      </p:sp>
      <p:grpSp>
        <p:nvGrpSpPr>
          <p:cNvPr id="3" name="Group 2"/>
          <p:cNvGrpSpPr/>
          <p:nvPr/>
        </p:nvGrpSpPr>
        <p:grpSpPr>
          <a:xfrm>
            <a:off x="2147490" y="1270288"/>
            <a:ext cx="140407" cy="303460"/>
            <a:chOff x="2147490" y="1270288"/>
            <a:chExt cx="140407" cy="303460"/>
          </a:xfrm>
          <a:solidFill>
            <a:schemeClr val="tx1"/>
          </a:solidFill>
        </p:grpSpPr>
        <p:sp>
          <p:nvSpPr>
            <p:cNvPr id="417" name="Freeform 9"/>
            <p:cNvSpPr>
              <a:spLocks noEditPoints="1"/>
            </p:cNvSpPr>
            <p:nvPr/>
          </p:nvSpPr>
          <p:spPr bwMode="auto">
            <a:xfrm>
              <a:off x="2147490" y="1270288"/>
              <a:ext cx="140407" cy="303460"/>
            </a:xfrm>
            <a:custGeom>
              <a:avLst/>
              <a:gdLst>
                <a:gd name="T0" fmla="*/ 31 w 62"/>
                <a:gd name="T1" fmla="*/ 103 h 134"/>
                <a:gd name="T2" fmla="*/ 62 w 62"/>
                <a:gd name="T3" fmla="*/ 134 h 134"/>
                <a:gd name="T4" fmla="*/ 62 w 62"/>
                <a:gd name="T5" fmla="*/ 0 h 134"/>
                <a:gd name="T6" fmla="*/ 0 w 62"/>
                <a:gd name="T7" fmla="*/ 0 h 134"/>
                <a:gd name="T8" fmla="*/ 0 w 62"/>
                <a:gd name="T9" fmla="*/ 134 h 134"/>
                <a:gd name="T10" fmla="*/ 31 w 62"/>
                <a:gd name="T11" fmla="*/ 103 h 134"/>
                <a:gd name="T12" fmla="*/ 4 w 62"/>
                <a:gd name="T13" fmla="*/ 4 h 134"/>
                <a:gd name="T14" fmla="*/ 58 w 62"/>
                <a:gd name="T15" fmla="*/ 4 h 134"/>
                <a:gd name="T16" fmla="*/ 58 w 62"/>
                <a:gd name="T17" fmla="*/ 124 h 134"/>
                <a:gd name="T18" fmla="*/ 31 w 62"/>
                <a:gd name="T19" fmla="*/ 97 h 134"/>
                <a:gd name="T20" fmla="*/ 4 w 62"/>
                <a:gd name="T21" fmla="*/ 124 h 134"/>
                <a:gd name="T22" fmla="*/ 4 w 62"/>
                <a:gd name="T23" fmla="*/ 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134">
                  <a:moveTo>
                    <a:pt x="31" y="103"/>
                  </a:moveTo>
                  <a:lnTo>
                    <a:pt x="62" y="134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31" y="103"/>
                  </a:lnTo>
                  <a:close/>
                  <a:moveTo>
                    <a:pt x="4" y="4"/>
                  </a:moveTo>
                  <a:lnTo>
                    <a:pt x="58" y="4"/>
                  </a:lnTo>
                  <a:lnTo>
                    <a:pt x="58" y="124"/>
                  </a:lnTo>
                  <a:lnTo>
                    <a:pt x="31" y="97"/>
                  </a:lnTo>
                  <a:lnTo>
                    <a:pt x="4" y="124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8" name="Freeform 10"/>
            <p:cNvSpPr>
              <a:spLocks/>
            </p:cNvSpPr>
            <p:nvPr/>
          </p:nvSpPr>
          <p:spPr bwMode="auto">
            <a:xfrm>
              <a:off x="2172400" y="1342756"/>
              <a:ext cx="101909" cy="70204"/>
            </a:xfrm>
            <a:custGeom>
              <a:avLst/>
              <a:gdLst>
                <a:gd name="T0" fmla="*/ 41 w 45"/>
                <a:gd name="T1" fmla="*/ 0 h 31"/>
                <a:gd name="T2" fmla="*/ 16 w 45"/>
                <a:gd name="T3" fmla="*/ 25 h 31"/>
                <a:gd name="T4" fmla="*/ 3 w 45"/>
                <a:gd name="T5" fmla="*/ 12 h 31"/>
                <a:gd name="T6" fmla="*/ 0 w 45"/>
                <a:gd name="T7" fmla="*/ 15 h 31"/>
                <a:gd name="T8" fmla="*/ 14 w 45"/>
                <a:gd name="T9" fmla="*/ 31 h 31"/>
                <a:gd name="T10" fmla="*/ 18 w 45"/>
                <a:gd name="T11" fmla="*/ 31 h 31"/>
                <a:gd name="T12" fmla="*/ 45 w 45"/>
                <a:gd name="T13" fmla="*/ 3 h 31"/>
                <a:gd name="T14" fmla="*/ 41 w 45"/>
                <a:gd name="T1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31">
                  <a:moveTo>
                    <a:pt x="41" y="0"/>
                  </a:moveTo>
                  <a:lnTo>
                    <a:pt x="16" y="25"/>
                  </a:lnTo>
                  <a:lnTo>
                    <a:pt x="3" y="12"/>
                  </a:lnTo>
                  <a:lnTo>
                    <a:pt x="0" y="15"/>
                  </a:lnTo>
                  <a:lnTo>
                    <a:pt x="14" y="31"/>
                  </a:lnTo>
                  <a:lnTo>
                    <a:pt x="18" y="31"/>
                  </a:lnTo>
                  <a:lnTo>
                    <a:pt x="45" y="3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539269" y="1270288"/>
            <a:ext cx="140407" cy="303460"/>
            <a:chOff x="2539269" y="1270288"/>
            <a:chExt cx="140407" cy="303460"/>
          </a:xfrm>
          <a:solidFill>
            <a:schemeClr val="tx1"/>
          </a:solidFill>
        </p:grpSpPr>
        <p:sp>
          <p:nvSpPr>
            <p:cNvPr id="419" name="Rectangle 11"/>
            <p:cNvSpPr>
              <a:spLocks noChangeArrowheads="1"/>
            </p:cNvSpPr>
            <p:nvPr/>
          </p:nvSpPr>
          <p:spPr bwMode="auto">
            <a:xfrm>
              <a:off x="2566445" y="1369932"/>
              <a:ext cx="8605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0" name="Freeform 12"/>
            <p:cNvSpPr>
              <a:spLocks noEditPoints="1"/>
            </p:cNvSpPr>
            <p:nvPr/>
          </p:nvSpPr>
          <p:spPr bwMode="auto">
            <a:xfrm>
              <a:off x="2539269" y="1270288"/>
              <a:ext cx="140407" cy="303460"/>
            </a:xfrm>
            <a:custGeom>
              <a:avLst/>
              <a:gdLst>
                <a:gd name="T0" fmla="*/ 31 w 62"/>
                <a:gd name="T1" fmla="*/ 103 h 134"/>
                <a:gd name="T2" fmla="*/ 62 w 62"/>
                <a:gd name="T3" fmla="*/ 134 h 134"/>
                <a:gd name="T4" fmla="*/ 62 w 62"/>
                <a:gd name="T5" fmla="*/ 0 h 134"/>
                <a:gd name="T6" fmla="*/ 0 w 62"/>
                <a:gd name="T7" fmla="*/ 0 h 134"/>
                <a:gd name="T8" fmla="*/ 0 w 62"/>
                <a:gd name="T9" fmla="*/ 134 h 134"/>
                <a:gd name="T10" fmla="*/ 31 w 62"/>
                <a:gd name="T11" fmla="*/ 103 h 134"/>
                <a:gd name="T12" fmla="*/ 4 w 62"/>
                <a:gd name="T13" fmla="*/ 4 h 134"/>
                <a:gd name="T14" fmla="*/ 58 w 62"/>
                <a:gd name="T15" fmla="*/ 4 h 134"/>
                <a:gd name="T16" fmla="*/ 58 w 62"/>
                <a:gd name="T17" fmla="*/ 124 h 134"/>
                <a:gd name="T18" fmla="*/ 31 w 62"/>
                <a:gd name="T19" fmla="*/ 97 h 134"/>
                <a:gd name="T20" fmla="*/ 4 w 62"/>
                <a:gd name="T21" fmla="*/ 124 h 134"/>
                <a:gd name="T22" fmla="*/ 4 w 62"/>
                <a:gd name="T23" fmla="*/ 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134">
                  <a:moveTo>
                    <a:pt x="31" y="103"/>
                  </a:moveTo>
                  <a:lnTo>
                    <a:pt x="62" y="134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31" y="103"/>
                  </a:lnTo>
                  <a:close/>
                  <a:moveTo>
                    <a:pt x="4" y="4"/>
                  </a:moveTo>
                  <a:lnTo>
                    <a:pt x="58" y="4"/>
                  </a:lnTo>
                  <a:lnTo>
                    <a:pt x="58" y="124"/>
                  </a:lnTo>
                  <a:lnTo>
                    <a:pt x="31" y="97"/>
                  </a:lnTo>
                  <a:lnTo>
                    <a:pt x="4" y="124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931050" y="1270288"/>
            <a:ext cx="140407" cy="303460"/>
            <a:chOff x="2931050" y="1270288"/>
            <a:chExt cx="140407" cy="303460"/>
          </a:xfrm>
          <a:solidFill>
            <a:schemeClr val="tx1"/>
          </a:solidFill>
        </p:grpSpPr>
        <p:sp>
          <p:nvSpPr>
            <p:cNvPr id="421" name="Freeform 13"/>
            <p:cNvSpPr>
              <a:spLocks/>
            </p:cNvSpPr>
            <p:nvPr/>
          </p:nvSpPr>
          <p:spPr bwMode="auto">
            <a:xfrm>
              <a:off x="2958226" y="1331432"/>
              <a:ext cx="83792" cy="86056"/>
            </a:xfrm>
            <a:custGeom>
              <a:avLst/>
              <a:gdLst>
                <a:gd name="T0" fmla="*/ 21 w 37"/>
                <a:gd name="T1" fmla="*/ 38 h 38"/>
                <a:gd name="T2" fmla="*/ 21 w 37"/>
                <a:gd name="T3" fmla="*/ 21 h 38"/>
                <a:gd name="T4" fmla="*/ 37 w 37"/>
                <a:gd name="T5" fmla="*/ 21 h 38"/>
                <a:gd name="T6" fmla="*/ 37 w 37"/>
                <a:gd name="T7" fmla="*/ 17 h 38"/>
                <a:gd name="T8" fmla="*/ 21 w 37"/>
                <a:gd name="T9" fmla="*/ 17 h 38"/>
                <a:gd name="T10" fmla="*/ 21 w 37"/>
                <a:gd name="T11" fmla="*/ 0 h 38"/>
                <a:gd name="T12" fmla="*/ 17 w 37"/>
                <a:gd name="T13" fmla="*/ 0 h 38"/>
                <a:gd name="T14" fmla="*/ 17 w 37"/>
                <a:gd name="T15" fmla="*/ 17 h 38"/>
                <a:gd name="T16" fmla="*/ 0 w 37"/>
                <a:gd name="T17" fmla="*/ 17 h 38"/>
                <a:gd name="T18" fmla="*/ 0 w 37"/>
                <a:gd name="T19" fmla="*/ 21 h 38"/>
                <a:gd name="T20" fmla="*/ 17 w 37"/>
                <a:gd name="T21" fmla="*/ 21 h 38"/>
                <a:gd name="T22" fmla="*/ 17 w 37"/>
                <a:gd name="T23" fmla="*/ 38 h 38"/>
                <a:gd name="T24" fmla="*/ 21 w 37"/>
                <a:gd name="T2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38">
                  <a:moveTo>
                    <a:pt x="21" y="38"/>
                  </a:moveTo>
                  <a:lnTo>
                    <a:pt x="21" y="21"/>
                  </a:lnTo>
                  <a:lnTo>
                    <a:pt x="37" y="21"/>
                  </a:lnTo>
                  <a:lnTo>
                    <a:pt x="37" y="17"/>
                  </a:lnTo>
                  <a:lnTo>
                    <a:pt x="21" y="17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8"/>
                  </a:lnTo>
                  <a:lnTo>
                    <a:pt x="21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2" name="Freeform 14"/>
            <p:cNvSpPr>
              <a:spLocks noEditPoints="1"/>
            </p:cNvSpPr>
            <p:nvPr/>
          </p:nvSpPr>
          <p:spPr bwMode="auto">
            <a:xfrm>
              <a:off x="2931050" y="1270288"/>
              <a:ext cx="140407" cy="303460"/>
            </a:xfrm>
            <a:custGeom>
              <a:avLst/>
              <a:gdLst>
                <a:gd name="T0" fmla="*/ 31 w 62"/>
                <a:gd name="T1" fmla="*/ 103 h 134"/>
                <a:gd name="T2" fmla="*/ 62 w 62"/>
                <a:gd name="T3" fmla="*/ 134 h 134"/>
                <a:gd name="T4" fmla="*/ 62 w 62"/>
                <a:gd name="T5" fmla="*/ 0 h 134"/>
                <a:gd name="T6" fmla="*/ 0 w 62"/>
                <a:gd name="T7" fmla="*/ 0 h 134"/>
                <a:gd name="T8" fmla="*/ 0 w 62"/>
                <a:gd name="T9" fmla="*/ 134 h 134"/>
                <a:gd name="T10" fmla="*/ 31 w 62"/>
                <a:gd name="T11" fmla="*/ 103 h 134"/>
                <a:gd name="T12" fmla="*/ 4 w 62"/>
                <a:gd name="T13" fmla="*/ 4 h 134"/>
                <a:gd name="T14" fmla="*/ 58 w 62"/>
                <a:gd name="T15" fmla="*/ 4 h 134"/>
                <a:gd name="T16" fmla="*/ 58 w 62"/>
                <a:gd name="T17" fmla="*/ 124 h 134"/>
                <a:gd name="T18" fmla="*/ 31 w 62"/>
                <a:gd name="T19" fmla="*/ 97 h 134"/>
                <a:gd name="T20" fmla="*/ 4 w 62"/>
                <a:gd name="T21" fmla="*/ 124 h 134"/>
                <a:gd name="T22" fmla="*/ 4 w 62"/>
                <a:gd name="T23" fmla="*/ 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134">
                  <a:moveTo>
                    <a:pt x="31" y="103"/>
                  </a:moveTo>
                  <a:lnTo>
                    <a:pt x="62" y="134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31" y="103"/>
                  </a:lnTo>
                  <a:close/>
                  <a:moveTo>
                    <a:pt x="4" y="4"/>
                  </a:moveTo>
                  <a:lnTo>
                    <a:pt x="58" y="4"/>
                  </a:lnTo>
                  <a:lnTo>
                    <a:pt x="58" y="124"/>
                  </a:lnTo>
                  <a:lnTo>
                    <a:pt x="31" y="97"/>
                  </a:lnTo>
                  <a:lnTo>
                    <a:pt x="4" y="124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3322829" y="1270288"/>
            <a:ext cx="140407" cy="303460"/>
            <a:chOff x="3322829" y="1270288"/>
            <a:chExt cx="140407" cy="303460"/>
          </a:xfrm>
          <a:solidFill>
            <a:schemeClr val="tx1"/>
          </a:solidFill>
        </p:grpSpPr>
        <p:sp>
          <p:nvSpPr>
            <p:cNvPr id="423" name="Freeform 15"/>
            <p:cNvSpPr>
              <a:spLocks noEditPoints="1"/>
            </p:cNvSpPr>
            <p:nvPr/>
          </p:nvSpPr>
          <p:spPr bwMode="auto">
            <a:xfrm>
              <a:off x="3322829" y="1270288"/>
              <a:ext cx="140407" cy="303460"/>
            </a:xfrm>
            <a:custGeom>
              <a:avLst/>
              <a:gdLst>
                <a:gd name="T0" fmla="*/ 31 w 62"/>
                <a:gd name="T1" fmla="*/ 103 h 134"/>
                <a:gd name="T2" fmla="*/ 62 w 62"/>
                <a:gd name="T3" fmla="*/ 134 h 134"/>
                <a:gd name="T4" fmla="*/ 62 w 62"/>
                <a:gd name="T5" fmla="*/ 0 h 134"/>
                <a:gd name="T6" fmla="*/ 0 w 62"/>
                <a:gd name="T7" fmla="*/ 0 h 134"/>
                <a:gd name="T8" fmla="*/ 0 w 62"/>
                <a:gd name="T9" fmla="*/ 134 h 134"/>
                <a:gd name="T10" fmla="*/ 31 w 62"/>
                <a:gd name="T11" fmla="*/ 103 h 134"/>
                <a:gd name="T12" fmla="*/ 4 w 62"/>
                <a:gd name="T13" fmla="*/ 4 h 134"/>
                <a:gd name="T14" fmla="*/ 58 w 62"/>
                <a:gd name="T15" fmla="*/ 4 h 134"/>
                <a:gd name="T16" fmla="*/ 58 w 62"/>
                <a:gd name="T17" fmla="*/ 124 h 134"/>
                <a:gd name="T18" fmla="*/ 31 w 62"/>
                <a:gd name="T19" fmla="*/ 97 h 134"/>
                <a:gd name="T20" fmla="*/ 4 w 62"/>
                <a:gd name="T21" fmla="*/ 124 h 134"/>
                <a:gd name="T22" fmla="*/ 4 w 62"/>
                <a:gd name="T23" fmla="*/ 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134">
                  <a:moveTo>
                    <a:pt x="31" y="103"/>
                  </a:moveTo>
                  <a:lnTo>
                    <a:pt x="62" y="134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31" y="103"/>
                  </a:lnTo>
                  <a:close/>
                  <a:moveTo>
                    <a:pt x="4" y="4"/>
                  </a:moveTo>
                  <a:lnTo>
                    <a:pt x="58" y="4"/>
                  </a:lnTo>
                  <a:lnTo>
                    <a:pt x="58" y="124"/>
                  </a:lnTo>
                  <a:lnTo>
                    <a:pt x="31" y="97"/>
                  </a:lnTo>
                  <a:lnTo>
                    <a:pt x="4" y="124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4" name="Freeform 16"/>
            <p:cNvSpPr>
              <a:spLocks/>
            </p:cNvSpPr>
            <p:nvPr/>
          </p:nvSpPr>
          <p:spPr bwMode="auto">
            <a:xfrm>
              <a:off x="3356800" y="1338227"/>
              <a:ext cx="72468" cy="72468"/>
            </a:xfrm>
            <a:custGeom>
              <a:avLst/>
              <a:gdLst>
                <a:gd name="T0" fmla="*/ 29 w 32"/>
                <a:gd name="T1" fmla="*/ 32 h 32"/>
                <a:gd name="T2" fmla="*/ 32 w 32"/>
                <a:gd name="T3" fmla="*/ 29 h 32"/>
                <a:gd name="T4" fmla="*/ 19 w 32"/>
                <a:gd name="T5" fmla="*/ 16 h 32"/>
                <a:gd name="T6" fmla="*/ 32 w 32"/>
                <a:gd name="T7" fmla="*/ 3 h 32"/>
                <a:gd name="T8" fmla="*/ 29 w 32"/>
                <a:gd name="T9" fmla="*/ 0 h 32"/>
                <a:gd name="T10" fmla="*/ 16 w 32"/>
                <a:gd name="T11" fmla="*/ 13 h 32"/>
                <a:gd name="T12" fmla="*/ 3 w 32"/>
                <a:gd name="T13" fmla="*/ 0 h 32"/>
                <a:gd name="T14" fmla="*/ 0 w 32"/>
                <a:gd name="T15" fmla="*/ 3 h 32"/>
                <a:gd name="T16" fmla="*/ 13 w 32"/>
                <a:gd name="T17" fmla="*/ 16 h 32"/>
                <a:gd name="T18" fmla="*/ 0 w 32"/>
                <a:gd name="T19" fmla="*/ 29 h 32"/>
                <a:gd name="T20" fmla="*/ 3 w 32"/>
                <a:gd name="T21" fmla="*/ 32 h 32"/>
                <a:gd name="T22" fmla="*/ 16 w 32"/>
                <a:gd name="T23" fmla="*/ 19 h 32"/>
                <a:gd name="T24" fmla="*/ 29 w 32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29" y="32"/>
                  </a:move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lnTo>
                    <a:pt x="16" y="19"/>
                  </a:lnTo>
                  <a:lnTo>
                    <a:pt x="2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653465" y="1272552"/>
            <a:ext cx="262697" cy="301196"/>
            <a:chOff x="3653465" y="1272552"/>
            <a:chExt cx="262697" cy="301196"/>
          </a:xfrm>
          <a:solidFill>
            <a:schemeClr val="tx1"/>
          </a:solidFill>
        </p:grpSpPr>
        <p:sp>
          <p:nvSpPr>
            <p:cNvPr id="425" name="Freeform 17"/>
            <p:cNvSpPr>
              <a:spLocks noEditPoints="1"/>
            </p:cNvSpPr>
            <p:nvPr/>
          </p:nvSpPr>
          <p:spPr bwMode="auto">
            <a:xfrm>
              <a:off x="3653465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7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6" name="Freeform 18"/>
            <p:cNvSpPr>
              <a:spLocks/>
            </p:cNvSpPr>
            <p:nvPr/>
          </p:nvSpPr>
          <p:spPr bwMode="auto">
            <a:xfrm>
              <a:off x="3739521" y="1342756"/>
              <a:ext cx="99644" cy="70204"/>
            </a:xfrm>
            <a:custGeom>
              <a:avLst/>
              <a:gdLst>
                <a:gd name="T0" fmla="*/ 17 w 44"/>
                <a:gd name="T1" fmla="*/ 31 h 31"/>
                <a:gd name="T2" fmla="*/ 44 w 44"/>
                <a:gd name="T3" fmla="*/ 4 h 31"/>
                <a:gd name="T4" fmla="*/ 41 w 44"/>
                <a:gd name="T5" fmla="*/ 0 h 31"/>
                <a:gd name="T6" fmla="*/ 16 w 44"/>
                <a:gd name="T7" fmla="*/ 26 h 31"/>
                <a:gd name="T8" fmla="*/ 3 w 44"/>
                <a:gd name="T9" fmla="*/ 13 h 31"/>
                <a:gd name="T10" fmla="*/ 0 w 44"/>
                <a:gd name="T11" fmla="*/ 16 h 31"/>
                <a:gd name="T12" fmla="*/ 14 w 44"/>
                <a:gd name="T13" fmla="*/ 31 h 31"/>
                <a:gd name="T14" fmla="*/ 17 w 44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1">
                  <a:moveTo>
                    <a:pt x="17" y="31"/>
                  </a:moveTo>
                  <a:lnTo>
                    <a:pt x="44" y="4"/>
                  </a:lnTo>
                  <a:lnTo>
                    <a:pt x="41" y="0"/>
                  </a:lnTo>
                  <a:lnTo>
                    <a:pt x="16" y="26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14" y="31"/>
                  </a:lnTo>
                  <a:lnTo>
                    <a:pt x="17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42980" y="1272552"/>
            <a:ext cx="264962" cy="301196"/>
            <a:chOff x="4042980" y="1272552"/>
            <a:chExt cx="264962" cy="301196"/>
          </a:xfrm>
          <a:solidFill>
            <a:schemeClr val="tx1"/>
          </a:solidFill>
        </p:grpSpPr>
        <p:sp>
          <p:nvSpPr>
            <p:cNvPr id="427" name="Freeform 19"/>
            <p:cNvSpPr>
              <a:spLocks noEditPoints="1"/>
            </p:cNvSpPr>
            <p:nvPr/>
          </p:nvSpPr>
          <p:spPr bwMode="auto">
            <a:xfrm>
              <a:off x="4042980" y="1272552"/>
              <a:ext cx="264962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8" name="Freeform 20"/>
            <p:cNvSpPr>
              <a:spLocks/>
            </p:cNvSpPr>
            <p:nvPr/>
          </p:nvSpPr>
          <p:spPr bwMode="auto">
            <a:xfrm>
              <a:off x="4133565" y="1333698"/>
              <a:ext cx="83792" cy="97380"/>
            </a:xfrm>
            <a:custGeom>
              <a:avLst/>
              <a:gdLst>
                <a:gd name="T0" fmla="*/ 20 w 37"/>
                <a:gd name="T1" fmla="*/ 43 h 43"/>
                <a:gd name="T2" fmla="*/ 37 w 37"/>
                <a:gd name="T3" fmla="*/ 26 h 43"/>
                <a:gd name="T4" fmla="*/ 34 w 37"/>
                <a:gd name="T5" fmla="*/ 23 h 43"/>
                <a:gd name="T6" fmla="*/ 21 w 37"/>
                <a:gd name="T7" fmla="*/ 36 h 43"/>
                <a:gd name="T8" fmla="*/ 21 w 37"/>
                <a:gd name="T9" fmla="*/ 0 h 43"/>
                <a:gd name="T10" fmla="*/ 17 w 37"/>
                <a:gd name="T11" fmla="*/ 0 h 43"/>
                <a:gd name="T12" fmla="*/ 17 w 37"/>
                <a:gd name="T13" fmla="*/ 36 h 43"/>
                <a:gd name="T14" fmla="*/ 4 w 37"/>
                <a:gd name="T15" fmla="*/ 23 h 43"/>
                <a:gd name="T16" fmla="*/ 0 w 37"/>
                <a:gd name="T17" fmla="*/ 26 h 43"/>
                <a:gd name="T18" fmla="*/ 17 w 37"/>
                <a:gd name="T19" fmla="*/ 43 h 43"/>
                <a:gd name="T20" fmla="*/ 20 w 37"/>
                <a:gd name="T21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43">
                  <a:moveTo>
                    <a:pt x="20" y="43"/>
                  </a:moveTo>
                  <a:lnTo>
                    <a:pt x="37" y="26"/>
                  </a:lnTo>
                  <a:lnTo>
                    <a:pt x="34" y="23"/>
                  </a:lnTo>
                  <a:lnTo>
                    <a:pt x="21" y="36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7" y="36"/>
                  </a:lnTo>
                  <a:lnTo>
                    <a:pt x="4" y="23"/>
                  </a:lnTo>
                  <a:lnTo>
                    <a:pt x="0" y="26"/>
                  </a:lnTo>
                  <a:lnTo>
                    <a:pt x="17" y="43"/>
                  </a:lnTo>
                  <a:lnTo>
                    <a:pt x="20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434761" y="1272552"/>
            <a:ext cx="264962" cy="301196"/>
            <a:chOff x="4434761" y="1272552"/>
            <a:chExt cx="264962" cy="301196"/>
          </a:xfrm>
          <a:solidFill>
            <a:schemeClr val="tx1"/>
          </a:solidFill>
        </p:grpSpPr>
        <p:sp>
          <p:nvSpPr>
            <p:cNvPr id="429" name="Freeform 21"/>
            <p:cNvSpPr>
              <a:spLocks noEditPoints="1"/>
            </p:cNvSpPr>
            <p:nvPr/>
          </p:nvSpPr>
          <p:spPr bwMode="auto">
            <a:xfrm>
              <a:off x="4434761" y="1272552"/>
              <a:ext cx="264962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0" name="Freeform 22"/>
            <p:cNvSpPr>
              <a:spLocks noEditPoints="1"/>
            </p:cNvSpPr>
            <p:nvPr/>
          </p:nvSpPr>
          <p:spPr bwMode="auto">
            <a:xfrm>
              <a:off x="4538934" y="1324639"/>
              <a:ext cx="83792" cy="106438"/>
            </a:xfrm>
            <a:custGeom>
              <a:avLst/>
              <a:gdLst>
                <a:gd name="T0" fmla="*/ 4 w 37"/>
                <a:gd name="T1" fmla="*/ 25 h 47"/>
                <a:gd name="T2" fmla="*/ 37 w 37"/>
                <a:gd name="T3" fmla="*/ 25 h 47"/>
                <a:gd name="T4" fmla="*/ 31 w 37"/>
                <a:gd name="T5" fmla="*/ 14 h 47"/>
                <a:gd name="T6" fmla="*/ 37 w 37"/>
                <a:gd name="T7" fmla="*/ 4 h 47"/>
                <a:gd name="T8" fmla="*/ 4 w 37"/>
                <a:gd name="T9" fmla="*/ 4 h 47"/>
                <a:gd name="T10" fmla="*/ 4 w 37"/>
                <a:gd name="T11" fmla="*/ 0 h 47"/>
                <a:gd name="T12" fmla="*/ 0 w 37"/>
                <a:gd name="T13" fmla="*/ 0 h 47"/>
                <a:gd name="T14" fmla="*/ 0 w 37"/>
                <a:gd name="T15" fmla="*/ 47 h 47"/>
                <a:gd name="T16" fmla="*/ 4 w 37"/>
                <a:gd name="T17" fmla="*/ 47 h 47"/>
                <a:gd name="T18" fmla="*/ 4 w 37"/>
                <a:gd name="T19" fmla="*/ 25 h 47"/>
                <a:gd name="T20" fmla="*/ 30 w 37"/>
                <a:gd name="T21" fmla="*/ 8 h 47"/>
                <a:gd name="T22" fmla="*/ 26 w 37"/>
                <a:gd name="T23" fmla="*/ 14 h 47"/>
                <a:gd name="T24" fmla="*/ 30 w 37"/>
                <a:gd name="T25" fmla="*/ 20 h 47"/>
                <a:gd name="T26" fmla="*/ 4 w 37"/>
                <a:gd name="T27" fmla="*/ 20 h 47"/>
                <a:gd name="T28" fmla="*/ 4 w 37"/>
                <a:gd name="T29" fmla="*/ 8 h 47"/>
                <a:gd name="T30" fmla="*/ 30 w 37"/>
                <a:gd name="T31" fmla="*/ 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47">
                  <a:moveTo>
                    <a:pt x="4" y="25"/>
                  </a:moveTo>
                  <a:lnTo>
                    <a:pt x="37" y="25"/>
                  </a:lnTo>
                  <a:lnTo>
                    <a:pt x="31" y="14"/>
                  </a:lnTo>
                  <a:lnTo>
                    <a:pt x="37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7"/>
                  </a:lnTo>
                  <a:lnTo>
                    <a:pt x="4" y="47"/>
                  </a:lnTo>
                  <a:lnTo>
                    <a:pt x="4" y="25"/>
                  </a:lnTo>
                  <a:close/>
                  <a:moveTo>
                    <a:pt x="30" y="8"/>
                  </a:moveTo>
                  <a:lnTo>
                    <a:pt x="26" y="14"/>
                  </a:lnTo>
                  <a:lnTo>
                    <a:pt x="30" y="20"/>
                  </a:lnTo>
                  <a:lnTo>
                    <a:pt x="4" y="20"/>
                  </a:lnTo>
                  <a:lnTo>
                    <a:pt x="4" y="8"/>
                  </a:lnTo>
                  <a:lnTo>
                    <a:pt x="3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4826541" y="1272552"/>
            <a:ext cx="264962" cy="301196"/>
            <a:chOff x="4826541" y="1272552"/>
            <a:chExt cx="264962" cy="301196"/>
          </a:xfrm>
          <a:solidFill>
            <a:schemeClr val="tx1"/>
          </a:solidFill>
        </p:grpSpPr>
        <p:sp>
          <p:nvSpPr>
            <p:cNvPr id="431" name="Freeform 23"/>
            <p:cNvSpPr>
              <a:spLocks noEditPoints="1"/>
            </p:cNvSpPr>
            <p:nvPr/>
          </p:nvSpPr>
          <p:spPr bwMode="auto">
            <a:xfrm>
              <a:off x="4826541" y="1272552"/>
              <a:ext cx="264962" cy="301196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2" name="Rectangle 24"/>
            <p:cNvSpPr>
              <a:spLocks noChangeArrowheads="1"/>
            </p:cNvSpPr>
            <p:nvPr/>
          </p:nvSpPr>
          <p:spPr bwMode="auto">
            <a:xfrm>
              <a:off x="4917126" y="1381254"/>
              <a:ext cx="8379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5" name="Group 644"/>
          <p:cNvGrpSpPr/>
          <p:nvPr/>
        </p:nvGrpSpPr>
        <p:grpSpPr>
          <a:xfrm>
            <a:off x="5218322" y="1272552"/>
            <a:ext cx="262697" cy="301196"/>
            <a:chOff x="5218322" y="1272552"/>
            <a:chExt cx="262697" cy="301196"/>
          </a:xfrm>
          <a:solidFill>
            <a:schemeClr val="tx1"/>
          </a:solidFill>
        </p:grpSpPr>
        <p:sp>
          <p:nvSpPr>
            <p:cNvPr id="433" name="Freeform 25"/>
            <p:cNvSpPr>
              <a:spLocks noEditPoints="1"/>
            </p:cNvSpPr>
            <p:nvPr/>
          </p:nvSpPr>
          <p:spPr bwMode="auto">
            <a:xfrm>
              <a:off x="5218322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6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4" name="Freeform 26"/>
            <p:cNvSpPr>
              <a:spLocks/>
            </p:cNvSpPr>
            <p:nvPr/>
          </p:nvSpPr>
          <p:spPr bwMode="auto">
            <a:xfrm>
              <a:off x="5306641" y="1342756"/>
              <a:ext cx="86056" cy="83792"/>
            </a:xfrm>
            <a:custGeom>
              <a:avLst/>
              <a:gdLst>
                <a:gd name="T0" fmla="*/ 17 w 38"/>
                <a:gd name="T1" fmla="*/ 37 h 37"/>
                <a:gd name="T2" fmla="*/ 21 w 38"/>
                <a:gd name="T3" fmla="*/ 37 h 37"/>
                <a:gd name="T4" fmla="*/ 21 w 38"/>
                <a:gd name="T5" fmla="*/ 21 h 37"/>
                <a:gd name="T6" fmla="*/ 38 w 38"/>
                <a:gd name="T7" fmla="*/ 21 h 37"/>
                <a:gd name="T8" fmla="*/ 38 w 38"/>
                <a:gd name="T9" fmla="*/ 17 h 37"/>
                <a:gd name="T10" fmla="*/ 21 w 38"/>
                <a:gd name="T11" fmla="*/ 17 h 37"/>
                <a:gd name="T12" fmla="*/ 21 w 38"/>
                <a:gd name="T13" fmla="*/ 0 h 37"/>
                <a:gd name="T14" fmla="*/ 17 w 38"/>
                <a:gd name="T15" fmla="*/ 0 h 37"/>
                <a:gd name="T16" fmla="*/ 17 w 38"/>
                <a:gd name="T17" fmla="*/ 17 h 37"/>
                <a:gd name="T18" fmla="*/ 0 w 38"/>
                <a:gd name="T19" fmla="*/ 17 h 37"/>
                <a:gd name="T20" fmla="*/ 0 w 38"/>
                <a:gd name="T21" fmla="*/ 21 h 37"/>
                <a:gd name="T22" fmla="*/ 17 w 38"/>
                <a:gd name="T23" fmla="*/ 21 h 37"/>
                <a:gd name="T24" fmla="*/ 17 w 38"/>
                <a:gd name="T2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7">
                  <a:moveTo>
                    <a:pt x="17" y="37"/>
                  </a:moveTo>
                  <a:lnTo>
                    <a:pt x="21" y="37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7"/>
                  </a:lnTo>
                  <a:lnTo>
                    <a:pt x="21" y="17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6" name="Group 645"/>
          <p:cNvGrpSpPr/>
          <p:nvPr/>
        </p:nvGrpSpPr>
        <p:grpSpPr>
          <a:xfrm>
            <a:off x="5610101" y="1272552"/>
            <a:ext cx="262697" cy="301196"/>
            <a:chOff x="5610101" y="1272552"/>
            <a:chExt cx="262697" cy="301196"/>
          </a:xfrm>
          <a:solidFill>
            <a:schemeClr val="tx1"/>
          </a:solidFill>
        </p:grpSpPr>
        <p:sp>
          <p:nvSpPr>
            <p:cNvPr id="435" name="Freeform 27"/>
            <p:cNvSpPr>
              <a:spLocks noEditPoints="1"/>
            </p:cNvSpPr>
            <p:nvPr/>
          </p:nvSpPr>
          <p:spPr bwMode="auto">
            <a:xfrm>
              <a:off x="5610101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6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7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6" name="Freeform 28"/>
            <p:cNvSpPr>
              <a:spLocks/>
            </p:cNvSpPr>
            <p:nvPr/>
          </p:nvSpPr>
          <p:spPr bwMode="auto">
            <a:xfrm>
              <a:off x="5698422" y="1385783"/>
              <a:ext cx="65675" cy="63410"/>
            </a:xfrm>
            <a:custGeom>
              <a:avLst/>
              <a:gdLst>
                <a:gd name="T0" fmla="*/ 36 w 56"/>
                <a:gd name="T1" fmla="*/ 40 h 54"/>
                <a:gd name="T2" fmla="*/ 44 w 56"/>
                <a:gd name="T3" fmla="*/ 40 h 54"/>
                <a:gd name="T4" fmla="*/ 37 w 56"/>
                <a:gd name="T5" fmla="*/ 49 h 54"/>
                <a:gd name="T6" fmla="*/ 44 w 56"/>
                <a:gd name="T7" fmla="*/ 54 h 54"/>
                <a:gd name="T8" fmla="*/ 56 w 56"/>
                <a:gd name="T9" fmla="*/ 38 h 54"/>
                <a:gd name="T10" fmla="*/ 56 w 56"/>
                <a:gd name="T11" fmla="*/ 33 h 54"/>
                <a:gd name="T12" fmla="*/ 44 w 56"/>
                <a:gd name="T13" fmla="*/ 17 h 54"/>
                <a:gd name="T14" fmla="*/ 37 w 56"/>
                <a:gd name="T15" fmla="*/ 22 h 54"/>
                <a:gd name="T16" fmla="*/ 44 w 56"/>
                <a:gd name="T17" fmla="*/ 32 h 54"/>
                <a:gd name="T18" fmla="*/ 36 w 56"/>
                <a:gd name="T19" fmla="*/ 32 h 54"/>
                <a:gd name="T20" fmla="*/ 8 w 56"/>
                <a:gd name="T21" fmla="*/ 0 h 54"/>
                <a:gd name="T22" fmla="*/ 0 w 56"/>
                <a:gd name="T23" fmla="*/ 0 h 54"/>
                <a:gd name="T24" fmla="*/ 36 w 56"/>
                <a:gd name="T2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1" y="32"/>
                    <a:pt x="8" y="1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"/>
                    <a:pt x="16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7" name="Freeform 29"/>
            <p:cNvSpPr>
              <a:spLocks/>
            </p:cNvSpPr>
            <p:nvPr/>
          </p:nvSpPr>
          <p:spPr bwMode="auto">
            <a:xfrm>
              <a:off x="5727862" y="1320110"/>
              <a:ext cx="65675" cy="65675"/>
            </a:xfrm>
            <a:custGeom>
              <a:avLst/>
              <a:gdLst>
                <a:gd name="T0" fmla="*/ 20 w 56"/>
                <a:gd name="T1" fmla="*/ 32 h 55"/>
                <a:gd name="T2" fmla="*/ 12 w 56"/>
                <a:gd name="T3" fmla="*/ 23 h 55"/>
                <a:gd name="T4" fmla="*/ 20 w 56"/>
                <a:gd name="T5" fmla="*/ 23 h 55"/>
                <a:gd name="T6" fmla="*/ 48 w 56"/>
                <a:gd name="T7" fmla="*/ 55 h 55"/>
                <a:gd name="T8" fmla="*/ 56 w 56"/>
                <a:gd name="T9" fmla="*/ 55 h 55"/>
                <a:gd name="T10" fmla="*/ 20 w 56"/>
                <a:gd name="T11" fmla="*/ 15 h 55"/>
                <a:gd name="T12" fmla="*/ 12 w 56"/>
                <a:gd name="T13" fmla="*/ 15 h 55"/>
                <a:gd name="T14" fmla="*/ 20 w 56"/>
                <a:gd name="T15" fmla="*/ 5 h 55"/>
                <a:gd name="T16" fmla="*/ 13 w 56"/>
                <a:gd name="T17" fmla="*/ 0 h 55"/>
                <a:gd name="T18" fmla="*/ 0 w 56"/>
                <a:gd name="T19" fmla="*/ 16 h 55"/>
                <a:gd name="T20" fmla="*/ 0 w 56"/>
                <a:gd name="T21" fmla="*/ 21 h 55"/>
                <a:gd name="T22" fmla="*/ 13 w 56"/>
                <a:gd name="T23" fmla="*/ 37 h 55"/>
                <a:gd name="T24" fmla="*/ 20 w 56"/>
                <a:gd name="T25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20" y="32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1" y="15"/>
                    <a:pt x="2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lnTo>
                    <a:pt x="2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7" name="Group 646"/>
          <p:cNvGrpSpPr/>
          <p:nvPr/>
        </p:nvGrpSpPr>
        <p:grpSpPr>
          <a:xfrm>
            <a:off x="5999617" y="1272552"/>
            <a:ext cx="264962" cy="301196"/>
            <a:chOff x="5999617" y="1272552"/>
            <a:chExt cx="264962" cy="301196"/>
          </a:xfrm>
          <a:solidFill>
            <a:schemeClr val="tx1"/>
          </a:solidFill>
        </p:grpSpPr>
        <p:sp>
          <p:nvSpPr>
            <p:cNvPr id="438" name="Freeform 30"/>
            <p:cNvSpPr>
              <a:spLocks noEditPoints="1"/>
            </p:cNvSpPr>
            <p:nvPr/>
          </p:nvSpPr>
          <p:spPr bwMode="auto">
            <a:xfrm>
              <a:off x="5999617" y="1272552"/>
              <a:ext cx="264962" cy="301196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6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5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5" y="168"/>
                    <a:pt x="65" y="168"/>
                    <a:pt x="65" y="168"/>
                  </a:cubicBezTo>
                  <a:cubicBezTo>
                    <a:pt x="67" y="192"/>
                    <a:pt x="87" y="212"/>
                    <a:pt x="112" y="212"/>
                  </a:cubicBezTo>
                  <a:cubicBezTo>
                    <a:pt x="138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9" name="Freeform 31"/>
            <p:cNvSpPr>
              <a:spLocks/>
            </p:cNvSpPr>
            <p:nvPr/>
          </p:nvSpPr>
          <p:spPr bwMode="auto">
            <a:xfrm>
              <a:off x="6096996" y="1347285"/>
              <a:ext cx="72468" cy="72468"/>
            </a:xfrm>
            <a:custGeom>
              <a:avLst/>
              <a:gdLst>
                <a:gd name="T0" fmla="*/ 3 w 32"/>
                <a:gd name="T1" fmla="*/ 32 h 32"/>
                <a:gd name="T2" fmla="*/ 16 w 32"/>
                <a:gd name="T3" fmla="*/ 19 h 32"/>
                <a:gd name="T4" fmla="*/ 29 w 32"/>
                <a:gd name="T5" fmla="*/ 32 h 32"/>
                <a:gd name="T6" fmla="*/ 32 w 32"/>
                <a:gd name="T7" fmla="*/ 30 h 32"/>
                <a:gd name="T8" fmla="*/ 19 w 32"/>
                <a:gd name="T9" fmla="*/ 17 h 32"/>
                <a:gd name="T10" fmla="*/ 32 w 32"/>
                <a:gd name="T11" fmla="*/ 3 h 32"/>
                <a:gd name="T12" fmla="*/ 29 w 32"/>
                <a:gd name="T13" fmla="*/ 0 h 32"/>
                <a:gd name="T14" fmla="*/ 16 w 32"/>
                <a:gd name="T15" fmla="*/ 13 h 32"/>
                <a:gd name="T16" fmla="*/ 3 w 32"/>
                <a:gd name="T17" fmla="*/ 0 h 32"/>
                <a:gd name="T18" fmla="*/ 0 w 32"/>
                <a:gd name="T19" fmla="*/ 3 h 32"/>
                <a:gd name="T20" fmla="*/ 13 w 32"/>
                <a:gd name="T21" fmla="*/ 17 h 32"/>
                <a:gd name="T22" fmla="*/ 0 w 32"/>
                <a:gd name="T23" fmla="*/ 30 h 32"/>
                <a:gd name="T24" fmla="*/ 3 w 32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3" y="32"/>
                  </a:moveTo>
                  <a:lnTo>
                    <a:pt x="16" y="19"/>
                  </a:lnTo>
                  <a:lnTo>
                    <a:pt x="29" y="32"/>
                  </a:lnTo>
                  <a:lnTo>
                    <a:pt x="32" y="30"/>
                  </a:lnTo>
                  <a:lnTo>
                    <a:pt x="19" y="17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7"/>
                  </a:lnTo>
                  <a:lnTo>
                    <a:pt x="0" y="30"/>
                  </a:lnTo>
                  <a:lnTo>
                    <a:pt x="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8" name="Group 647"/>
          <p:cNvGrpSpPr/>
          <p:nvPr/>
        </p:nvGrpSpPr>
        <p:grpSpPr>
          <a:xfrm>
            <a:off x="6393662" y="1272552"/>
            <a:ext cx="262697" cy="301196"/>
            <a:chOff x="6393662" y="1272552"/>
            <a:chExt cx="262697" cy="301196"/>
          </a:xfrm>
          <a:solidFill>
            <a:schemeClr val="tx1"/>
          </a:solidFill>
        </p:grpSpPr>
        <p:sp>
          <p:nvSpPr>
            <p:cNvPr id="440" name="Freeform 32"/>
            <p:cNvSpPr>
              <a:spLocks noEditPoints="1"/>
            </p:cNvSpPr>
            <p:nvPr/>
          </p:nvSpPr>
          <p:spPr bwMode="auto">
            <a:xfrm>
              <a:off x="6393662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59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89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6" y="212"/>
                    <a:pt x="112" y="212"/>
                  </a:cubicBezTo>
                  <a:cubicBezTo>
                    <a:pt x="137" y="212"/>
                    <a:pt x="157" y="192"/>
                    <a:pt x="159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1" name="Freeform 33"/>
            <p:cNvSpPr>
              <a:spLocks noEditPoints="1"/>
            </p:cNvSpPr>
            <p:nvPr/>
          </p:nvSpPr>
          <p:spPr bwMode="auto">
            <a:xfrm>
              <a:off x="6477453" y="1338227"/>
              <a:ext cx="92850" cy="90585"/>
            </a:xfrm>
            <a:custGeom>
              <a:avLst/>
              <a:gdLst>
                <a:gd name="T0" fmla="*/ 28 w 78"/>
                <a:gd name="T1" fmla="*/ 56 h 78"/>
                <a:gd name="T2" fmla="*/ 44 w 78"/>
                <a:gd name="T3" fmla="*/ 50 h 78"/>
                <a:gd name="T4" fmla="*/ 73 w 78"/>
                <a:gd name="T5" fmla="*/ 78 h 78"/>
                <a:gd name="T6" fmla="*/ 78 w 78"/>
                <a:gd name="T7" fmla="*/ 73 h 78"/>
                <a:gd name="T8" fmla="*/ 50 w 78"/>
                <a:gd name="T9" fmla="*/ 44 h 78"/>
                <a:gd name="T10" fmla="*/ 56 w 78"/>
                <a:gd name="T11" fmla="*/ 28 h 78"/>
                <a:gd name="T12" fmla="*/ 28 w 78"/>
                <a:gd name="T13" fmla="*/ 0 h 78"/>
                <a:gd name="T14" fmla="*/ 0 w 78"/>
                <a:gd name="T15" fmla="*/ 28 h 78"/>
                <a:gd name="T16" fmla="*/ 28 w 78"/>
                <a:gd name="T17" fmla="*/ 56 h 78"/>
                <a:gd name="T18" fmla="*/ 28 w 78"/>
                <a:gd name="T19" fmla="*/ 8 h 78"/>
                <a:gd name="T20" fmla="*/ 48 w 78"/>
                <a:gd name="T21" fmla="*/ 28 h 78"/>
                <a:gd name="T22" fmla="*/ 28 w 78"/>
                <a:gd name="T23" fmla="*/ 48 h 78"/>
                <a:gd name="T24" fmla="*/ 8 w 78"/>
                <a:gd name="T25" fmla="*/ 28 h 78"/>
                <a:gd name="T26" fmla="*/ 28 w 78"/>
                <a:gd name="T27" fmla="*/ 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78">
                  <a:moveTo>
                    <a:pt x="28" y="56"/>
                  </a:moveTo>
                  <a:cubicBezTo>
                    <a:pt x="34" y="56"/>
                    <a:pt x="40" y="53"/>
                    <a:pt x="44" y="50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3" y="40"/>
                    <a:pt x="56" y="34"/>
                    <a:pt x="56" y="28"/>
                  </a:cubicBez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9" name="Group 648"/>
          <p:cNvGrpSpPr/>
          <p:nvPr/>
        </p:nvGrpSpPr>
        <p:grpSpPr>
          <a:xfrm>
            <a:off x="6785442" y="1272552"/>
            <a:ext cx="262697" cy="301196"/>
            <a:chOff x="6785442" y="1272552"/>
            <a:chExt cx="262697" cy="301196"/>
          </a:xfrm>
          <a:solidFill>
            <a:schemeClr val="tx1"/>
          </a:solidFill>
        </p:grpSpPr>
        <p:sp>
          <p:nvSpPr>
            <p:cNvPr id="442" name="Freeform 34"/>
            <p:cNvSpPr>
              <a:spLocks noEditPoints="1"/>
            </p:cNvSpPr>
            <p:nvPr/>
          </p:nvSpPr>
          <p:spPr bwMode="auto">
            <a:xfrm>
              <a:off x="6785442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7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3" name="Freeform 35"/>
            <p:cNvSpPr>
              <a:spLocks noEditPoints="1"/>
            </p:cNvSpPr>
            <p:nvPr/>
          </p:nvSpPr>
          <p:spPr bwMode="auto">
            <a:xfrm>
              <a:off x="6862440" y="1322374"/>
              <a:ext cx="106438" cy="99644"/>
            </a:xfrm>
            <a:custGeom>
              <a:avLst/>
              <a:gdLst>
                <a:gd name="T0" fmla="*/ 16 w 89"/>
                <a:gd name="T1" fmla="*/ 79 h 85"/>
                <a:gd name="T2" fmla="*/ 18 w 89"/>
                <a:gd name="T3" fmla="*/ 84 h 85"/>
                <a:gd name="T4" fmla="*/ 22 w 89"/>
                <a:gd name="T5" fmla="*/ 84 h 85"/>
                <a:gd name="T6" fmla="*/ 45 w 89"/>
                <a:gd name="T7" fmla="*/ 69 h 85"/>
                <a:gd name="T8" fmla="*/ 66 w 89"/>
                <a:gd name="T9" fmla="*/ 84 h 85"/>
                <a:gd name="T10" fmla="*/ 68 w 89"/>
                <a:gd name="T11" fmla="*/ 85 h 85"/>
                <a:gd name="T12" fmla="*/ 71 w 89"/>
                <a:gd name="T13" fmla="*/ 84 h 85"/>
                <a:gd name="T14" fmla="*/ 72 w 89"/>
                <a:gd name="T15" fmla="*/ 80 h 85"/>
                <a:gd name="T16" fmla="*/ 65 w 89"/>
                <a:gd name="T17" fmla="*/ 54 h 85"/>
                <a:gd name="T18" fmla="*/ 87 w 89"/>
                <a:gd name="T19" fmla="*/ 40 h 85"/>
                <a:gd name="T20" fmla="*/ 88 w 89"/>
                <a:gd name="T21" fmla="*/ 35 h 85"/>
                <a:gd name="T22" fmla="*/ 85 w 89"/>
                <a:gd name="T23" fmla="*/ 33 h 85"/>
                <a:gd name="T24" fmla="*/ 59 w 89"/>
                <a:gd name="T25" fmla="*/ 33 h 85"/>
                <a:gd name="T26" fmla="*/ 48 w 89"/>
                <a:gd name="T27" fmla="*/ 3 h 85"/>
                <a:gd name="T28" fmla="*/ 45 w 89"/>
                <a:gd name="T29" fmla="*/ 1 h 85"/>
                <a:gd name="T30" fmla="*/ 41 w 89"/>
                <a:gd name="T31" fmla="*/ 3 h 85"/>
                <a:gd name="T32" fmla="*/ 31 w 89"/>
                <a:gd name="T33" fmla="*/ 33 h 85"/>
                <a:gd name="T34" fmla="*/ 5 w 89"/>
                <a:gd name="T35" fmla="*/ 33 h 85"/>
                <a:gd name="T36" fmla="*/ 1 w 89"/>
                <a:gd name="T37" fmla="*/ 35 h 85"/>
                <a:gd name="T38" fmla="*/ 2 w 89"/>
                <a:gd name="T39" fmla="*/ 40 h 85"/>
                <a:gd name="T40" fmla="*/ 24 w 89"/>
                <a:gd name="T41" fmla="*/ 54 h 85"/>
                <a:gd name="T42" fmla="*/ 16 w 89"/>
                <a:gd name="T43" fmla="*/ 79 h 85"/>
                <a:gd name="T44" fmla="*/ 18 w 89"/>
                <a:gd name="T45" fmla="*/ 41 h 85"/>
                <a:gd name="T46" fmla="*/ 34 w 89"/>
                <a:gd name="T47" fmla="*/ 41 h 85"/>
                <a:gd name="T48" fmla="*/ 37 w 89"/>
                <a:gd name="T49" fmla="*/ 38 h 85"/>
                <a:gd name="T50" fmla="*/ 45 w 89"/>
                <a:gd name="T51" fmla="*/ 16 h 85"/>
                <a:gd name="T52" fmla="*/ 53 w 89"/>
                <a:gd name="T53" fmla="*/ 38 h 85"/>
                <a:gd name="T54" fmla="*/ 57 w 89"/>
                <a:gd name="T55" fmla="*/ 41 h 85"/>
                <a:gd name="T56" fmla="*/ 71 w 89"/>
                <a:gd name="T57" fmla="*/ 41 h 85"/>
                <a:gd name="T58" fmla="*/ 58 w 89"/>
                <a:gd name="T59" fmla="*/ 49 h 85"/>
                <a:gd name="T60" fmla="*/ 57 w 89"/>
                <a:gd name="T61" fmla="*/ 54 h 85"/>
                <a:gd name="T62" fmla="*/ 62 w 89"/>
                <a:gd name="T63" fmla="*/ 71 h 85"/>
                <a:gd name="T64" fmla="*/ 47 w 89"/>
                <a:gd name="T65" fmla="*/ 61 h 85"/>
                <a:gd name="T66" fmla="*/ 42 w 89"/>
                <a:gd name="T67" fmla="*/ 61 h 85"/>
                <a:gd name="T68" fmla="*/ 27 w 89"/>
                <a:gd name="T69" fmla="*/ 71 h 85"/>
                <a:gd name="T70" fmla="*/ 33 w 89"/>
                <a:gd name="T71" fmla="*/ 54 h 85"/>
                <a:gd name="T72" fmla="*/ 31 w 89"/>
                <a:gd name="T73" fmla="*/ 49 h 85"/>
                <a:gd name="T74" fmla="*/ 18 w 89"/>
                <a:gd name="T75" fmla="*/ 4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5">
                  <a:moveTo>
                    <a:pt x="16" y="79"/>
                  </a:moveTo>
                  <a:cubicBezTo>
                    <a:pt x="16" y="81"/>
                    <a:pt x="16" y="83"/>
                    <a:pt x="18" y="84"/>
                  </a:cubicBezTo>
                  <a:cubicBezTo>
                    <a:pt x="19" y="85"/>
                    <a:pt x="21" y="85"/>
                    <a:pt x="22" y="84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7" y="84"/>
                    <a:pt x="68" y="85"/>
                    <a:pt x="68" y="85"/>
                  </a:cubicBezTo>
                  <a:cubicBezTo>
                    <a:pt x="69" y="85"/>
                    <a:pt x="70" y="84"/>
                    <a:pt x="71" y="84"/>
                  </a:cubicBezTo>
                  <a:cubicBezTo>
                    <a:pt x="72" y="83"/>
                    <a:pt x="73" y="81"/>
                    <a:pt x="72" y="80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8" y="39"/>
                    <a:pt x="89" y="37"/>
                    <a:pt x="88" y="35"/>
                  </a:cubicBezTo>
                  <a:cubicBezTo>
                    <a:pt x="88" y="34"/>
                    <a:pt x="86" y="33"/>
                    <a:pt x="85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2"/>
                    <a:pt x="46" y="0"/>
                    <a:pt x="45" y="1"/>
                  </a:cubicBezTo>
                  <a:cubicBezTo>
                    <a:pt x="43" y="1"/>
                    <a:pt x="41" y="2"/>
                    <a:pt x="41" y="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3" y="33"/>
                    <a:pt x="1" y="34"/>
                    <a:pt x="1" y="35"/>
                  </a:cubicBezTo>
                  <a:cubicBezTo>
                    <a:pt x="0" y="37"/>
                    <a:pt x="1" y="39"/>
                    <a:pt x="2" y="40"/>
                  </a:cubicBezTo>
                  <a:cubicBezTo>
                    <a:pt x="24" y="54"/>
                    <a:pt x="24" y="54"/>
                    <a:pt x="24" y="54"/>
                  </a:cubicBezTo>
                  <a:lnTo>
                    <a:pt x="16" y="79"/>
                  </a:lnTo>
                  <a:close/>
                  <a:moveTo>
                    <a:pt x="18" y="41"/>
                  </a:moveTo>
                  <a:cubicBezTo>
                    <a:pt x="34" y="41"/>
                    <a:pt x="34" y="41"/>
                    <a:pt x="34" y="41"/>
                  </a:cubicBezTo>
                  <a:cubicBezTo>
                    <a:pt x="35" y="41"/>
                    <a:pt x="37" y="40"/>
                    <a:pt x="37" y="38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4" y="40"/>
                    <a:pt x="55" y="41"/>
                    <a:pt x="57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6" y="52"/>
                    <a:pt x="57" y="54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0"/>
                    <a:pt x="44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2"/>
                    <a:pt x="32" y="50"/>
                    <a:pt x="31" y="49"/>
                  </a:cubicBezTo>
                  <a:lnTo>
                    <a:pt x="18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1" name="Group 630"/>
          <p:cNvGrpSpPr/>
          <p:nvPr/>
        </p:nvGrpSpPr>
        <p:grpSpPr>
          <a:xfrm>
            <a:off x="2086344" y="1662067"/>
            <a:ext cx="262697" cy="303460"/>
            <a:chOff x="2086344" y="1662067"/>
            <a:chExt cx="262697" cy="303460"/>
          </a:xfrm>
          <a:solidFill>
            <a:schemeClr val="tx1"/>
          </a:solidFill>
        </p:grpSpPr>
        <p:sp>
          <p:nvSpPr>
            <p:cNvPr id="444" name="Freeform 36"/>
            <p:cNvSpPr>
              <a:spLocks noEditPoints="1"/>
            </p:cNvSpPr>
            <p:nvPr/>
          </p:nvSpPr>
          <p:spPr bwMode="auto">
            <a:xfrm>
              <a:off x="2086344" y="1662067"/>
              <a:ext cx="262697" cy="303460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6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5" name="Freeform 37"/>
            <p:cNvSpPr>
              <a:spLocks/>
            </p:cNvSpPr>
            <p:nvPr/>
          </p:nvSpPr>
          <p:spPr bwMode="auto">
            <a:xfrm>
              <a:off x="2176929" y="1723213"/>
              <a:ext cx="81527" cy="99644"/>
            </a:xfrm>
            <a:custGeom>
              <a:avLst/>
              <a:gdLst>
                <a:gd name="T0" fmla="*/ 16 w 36"/>
                <a:gd name="T1" fmla="*/ 7 h 44"/>
                <a:gd name="T2" fmla="*/ 16 w 36"/>
                <a:gd name="T3" fmla="*/ 44 h 44"/>
                <a:gd name="T4" fmla="*/ 20 w 36"/>
                <a:gd name="T5" fmla="*/ 44 h 44"/>
                <a:gd name="T6" fmla="*/ 20 w 36"/>
                <a:gd name="T7" fmla="*/ 7 h 44"/>
                <a:gd name="T8" fmla="*/ 33 w 36"/>
                <a:gd name="T9" fmla="*/ 21 h 44"/>
                <a:gd name="T10" fmla="*/ 36 w 36"/>
                <a:gd name="T11" fmla="*/ 17 h 44"/>
                <a:gd name="T12" fmla="*/ 20 w 36"/>
                <a:gd name="T13" fmla="*/ 0 h 44"/>
                <a:gd name="T14" fmla="*/ 17 w 36"/>
                <a:gd name="T15" fmla="*/ 0 h 44"/>
                <a:gd name="T16" fmla="*/ 0 w 36"/>
                <a:gd name="T17" fmla="*/ 17 h 44"/>
                <a:gd name="T18" fmla="*/ 3 w 36"/>
                <a:gd name="T19" fmla="*/ 20 h 44"/>
                <a:gd name="T20" fmla="*/ 16 w 36"/>
                <a:gd name="T21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6" y="7"/>
                  </a:move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1"/>
                  </a:lnTo>
                  <a:lnTo>
                    <a:pt x="36" y="17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0" y="17"/>
                  </a:lnTo>
                  <a:lnTo>
                    <a:pt x="3" y="20"/>
                  </a:lnTo>
                  <a:lnTo>
                    <a:pt x="16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2" name="Group 631"/>
          <p:cNvGrpSpPr/>
          <p:nvPr/>
        </p:nvGrpSpPr>
        <p:grpSpPr>
          <a:xfrm>
            <a:off x="2457743" y="1691508"/>
            <a:ext cx="303460" cy="244580"/>
            <a:chOff x="2457743" y="1691508"/>
            <a:chExt cx="303460" cy="244580"/>
          </a:xfrm>
          <a:solidFill>
            <a:schemeClr val="tx1"/>
          </a:solidFill>
        </p:grpSpPr>
        <p:sp>
          <p:nvSpPr>
            <p:cNvPr id="446" name="Freeform 38"/>
            <p:cNvSpPr>
              <a:spLocks noEditPoints="1"/>
            </p:cNvSpPr>
            <p:nvPr/>
          </p:nvSpPr>
          <p:spPr bwMode="auto">
            <a:xfrm>
              <a:off x="2457743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4 w 134"/>
                <a:gd name="T11" fmla="*/ 104 h 108"/>
                <a:gd name="T12" fmla="*/ 4 w 134"/>
                <a:gd name="T13" fmla="*/ 21 h 108"/>
                <a:gd name="T14" fmla="*/ 129 w 134"/>
                <a:gd name="T15" fmla="*/ 21 h 108"/>
                <a:gd name="T16" fmla="*/ 129 w 134"/>
                <a:gd name="T17" fmla="*/ 104 h 108"/>
                <a:gd name="T18" fmla="*/ 4 w 134"/>
                <a:gd name="T19" fmla="*/ 104 h 108"/>
                <a:gd name="T20" fmla="*/ 129 w 134"/>
                <a:gd name="T21" fmla="*/ 4 h 108"/>
                <a:gd name="T22" fmla="*/ 129 w 134"/>
                <a:gd name="T23" fmla="*/ 17 h 108"/>
                <a:gd name="T24" fmla="*/ 4 w 134"/>
                <a:gd name="T25" fmla="*/ 17 h 108"/>
                <a:gd name="T26" fmla="*/ 4 w 134"/>
                <a:gd name="T27" fmla="*/ 4 h 108"/>
                <a:gd name="T28" fmla="*/ 129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7" name="Rectangle 39"/>
            <p:cNvSpPr>
              <a:spLocks noChangeArrowheads="1"/>
            </p:cNvSpPr>
            <p:nvPr/>
          </p:nvSpPr>
          <p:spPr bwMode="auto">
            <a:xfrm>
              <a:off x="2487183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8" name="Rectangle 40"/>
            <p:cNvSpPr>
              <a:spLocks noChangeArrowheads="1"/>
            </p:cNvSpPr>
            <p:nvPr/>
          </p:nvSpPr>
          <p:spPr bwMode="auto">
            <a:xfrm>
              <a:off x="2523417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9" name="Rectangle 41"/>
            <p:cNvSpPr>
              <a:spLocks noChangeArrowheads="1"/>
            </p:cNvSpPr>
            <p:nvPr/>
          </p:nvSpPr>
          <p:spPr bwMode="auto">
            <a:xfrm>
              <a:off x="2561915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0" name="Freeform 42"/>
            <p:cNvSpPr>
              <a:spLocks/>
            </p:cNvSpPr>
            <p:nvPr/>
          </p:nvSpPr>
          <p:spPr bwMode="auto">
            <a:xfrm>
              <a:off x="2564181" y="1795681"/>
              <a:ext cx="99644" cy="70204"/>
            </a:xfrm>
            <a:custGeom>
              <a:avLst/>
              <a:gdLst>
                <a:gd name="T0" fmla="*/ 16 w 44"/>
                <a:gd name="T1" fmla="*/ 26 h 31"/>
                <a:gd name="T2" fmla="*/ 3 w 44"/>
                <a:gd name="T3" fmla="*/ 13 h 31"/>
                <a:gd name="T4" fmla="*/ 0 w 44"/>
                <a:gd name="T5" fmla="*/ 16 h 31"/>
                <a:gd name="T6" fmla="*/ 15 w 44"/>
                <a:gd name="T7" fmla="*/ 31 h 31"/>
                <a:gd name="T8" fmla="*/ 17 w 44"/>
                <a:gd name="T9" fmla="*/ 31 h 31"/>
                <a:gd name="T10" fmla="*/ 44 w 44"/>
                <a:gd name="T11" fmla="*/ 3 h 31"/>
                <a:gd name="T12" fmla="*/ 42 w 44"/>
                <a:gd name="T13" fmla="*/ 0 h 31"/>
                <a:gd name="T14" fmla="*/ 16 w 44"/>
                <a:gd name="T15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1">
                  <a:moveTo>
                    <a:pt x="16" y="26"/>
                  </a:moveTo>
                  <a:lnTo>
                    <a:pt x="3" y="13"/>
                  </a:lnTo>
                  <a:lnTo>
                    <a:pt x="0" y="16"/>
                  </a:lnTo>
                  <a:lnTo>
                    <a:pt x="15" y="31"/>
                  </a:lnTo>
                  <a:lnTo>
                    <a:pt x="17" y="31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3" name="Group 632"/>
          <p:cNvGrpSpPr/>
          <p:nvPr/>
        </p:nvGrpSpPr>
        <p:grpSpPr>
          <a:xfrm>
            <a:off x="2849523" y="1691508"/>
            <a:ext cx="301196" cy="244580"/>
            <a:chOff x="2849523" y="1691508"/>
            <a:chExt cx="301196" cy="244580"/>
          </a:xfrm>
          <a:solidFill>
            <a:schemeClr val="tx1"/>
          </a:solidFill>
        </p:grpSpPr>
        <p:sp>
          <p:nvSpPr>
            <p:cNvPr id="451" name="Freeform 43"/>
            <p:cNvSpPr>
              <a:spLocks noEditPoints="1"/>
            </p:cNvSpPr>
            <p:nvPr/>
          </p:nvSpPr>
          <p:spPr bwMode="auto">
            <a:xfrm>
              <a:off x="2849523" y="1691508"/>
              <a:ext cx="301196" cy="244580"/>
            </a:xfrm>
            <a:custGeom>
              <a:avLst/>
              <a:gdLst>
                <a:gd name="T0" fmla="*/ 0 w 133"/>
                <a:gd name="T1" fmla="*/ 108 h 108"/>
                <a:gd name="T2" fmla="*/ 133 w 133"/>
                <a:gd name="T3" fmla="*/ 108 h 108"/>
                <a:gd name="T4" fmla="*/ 133 w 133"/>
                <a:gd name="T5" fmla="*/ 0 h 108"/>
                <a:gd name="T6" fmla="*/ 0 w 133"/>
                <a:gd name="T7" fmla="*/ 0 h 108"/>
                <a:gd name="T8" fmla="*/ 0 w 133"/>
                <a:gd name="T9" fmla="*/ 108 h 108"/>
                <a:gd name="T10" fmla="*/ 4 w 133"/>
                <a:gd name="T11" fmla="*/ 104 h 108"/>
                <a:gd name="T12" fmla="*/ 4 w 133"/>
                <a:gd name="T13" fmla="*/ 21 h 108"/>
                <a:gd name="T14" fmla="*/ 129 w 133"/>
                <a:gd name="T15" fmla="*/ 21 h 108"/>
                <a:gd name="T16" fmla="*/ 129 w 133"/>
                <a:gd name="T17" fmla="*/ 104 h 108"/>
                <a:gd name="T18" fmla="*/ 4 w 133"/>
                <a:gd name="T19" fmla="*/ 104 h 108"/>
                <a:gd name="T20" fmla="*/ 129 w 133"/>
                <a:gd name="T21" fmla="*/ 4 h 108"/>
                <a:gd name="T22" fmla="*/ 129 w 133"/>
                <a:gd name="T23" fmla="*/ 17 h 108"/>
                <a:gd name="T24" fmla="*/ 4 w 133"/>
                <a:gd name="T25" fmla="*/ 17 h 108"/>
                <a:gd name="T26" fmla="*/ 4 w 133"/>
                <a:gd name="T27" fmla="*/ 4 h 108"/>
                <a:gd name="T28" fmla="*/ 129 w 133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08">
                  <a:moveTo>
                    <a:pt x="0" y="108"/>
                  </a:moveTo>
                  <a:lnTo>
                    <a:pt x="133" y="108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2" name="Rectangle 44"/>
            <p:cNvSpPr>
              <a:spLocks noChangeArrowheads="1"/>
            </p:cNvSpPr>
            <p:nvPr/>
          </p:nvSpPr>
          <p:spPr bwMode="auto">
            <a:xfrm>
              <a:off x="2878963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3" name="Rectangle 45"/>
            <p:cNvSpPr>
              <a:spLocks noChangeArrowheads="1"/>
            </p:cNvSpPr>
            <p:nvPr/>
          </p:nvSpPr>
          <p:spPr bwMode="auto">
            <a:xfrm>
              <a:off x="2915197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4" name="Rectangle 46"/>
            <p:cNvSpPr>
              <a:spLocks noChangeArrowheads="1"/>
            </p:cNvSpPr>
            <p:nvPr/>
          </p:nvSpPr>
          <p:spPr bwMode="auto">
            <a:xfrm>
              <a:off x="2953696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5" name="Freeform 47"/>
            <p:cNvSpPr>
              <a:spLocks/>
            </p:cNvSpPr>
            <p:nvPr/>
          </p:nvSpPr>
          <p:spPr bwMode="auto">
            <a:xfrm>
              <a:off x="2960489" y="1786623"/>
              <a:ext cx="81527" cy="97380"/>
            </a:xfrm>
            <a:custGeom>
              <a:avLst/>
              <a:gdLst>
                <a:gd name="T0" fmla="*/ 20 w 36"/>
                <a:gd name="T1" fmla="*/ 36 h 43"/>
                <a:gd name="T2" fmla="*/ 20 w 36"/>
                <a:gd name="T3" fmla="*/ 0 h 43"/>
                <a:gd name="T4" fmla="*/ 16 w 36"/>
                <a:gd name="T5" fmla="*/ 0 h 43"/>
                <a:gd name="T6" fmla="*/ 16 w 36"/>
                <a:gd name="T7" fmla="*/ 36 h 43"/>
                <a:gd name="T8" fmla="*/ 3 w 36"/>
                <a:gd name="T9" fmla="*/ 23 h 43"/>
                <a:gd name="T10" fmla="*/ 0 w 36"/>
                <a:gd name="T11" fmla="*/ 26 h 43"/>
                <a:gd name="T12" fmla="*/ 17 w 36"/>
                <a:gd name="T13" fmla="*/ 43 h 43"/>
                <a:gd name="T14" fmla="*/ 19 w 36"/>
                <a:gd name="T15" fmla="*/ 43 h 43"/>
                <a:gd name="T16" fmla="*/ 36 w 36"/>
                <a:gd name="T17" fmla="*/ 26 h 43"/>
                <a:gd name="T18" fmla="*/ 33 w 36"/>
                <a:gd name="T19" fmla="*/ 23 h 43"/>
                <a:gd name="T20" fmla="*/ 20 w 36"/>
                <a:gd name="T21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20" y="36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17" y="43"/>
                  </a:lnTo>
                  <a:lnTo>
                    <a:pt x="19" y="43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4" name="Group 633"/>
          <p:cNvGrpSpPr/>
          <p:nvPr/>
        </p:nvGrpSpPr>
        <p:grpSpPr>
          <a:xfrm>
            <a:off x="3241303" y="1691508"/>
            <a:ext cx="303460" cy="244580"/>
            <a:chOff x="3241303" y="1691508"/>
            <a:chExt cx="303460" cy="244580"/>
          </a:xfrm>
          <a:solidFill>
            <a:schemeClr val="tx1"/>
          </a:solidFill>
        </p:grpSpPr>
        <p:sp>
          <p:nvSpPr>
            <p:cNvPr id="456" name="Freeform 48"/>
            <p:cNvSpPr>
              <a:spLocks noEditPoints="1"/>
            </p:cNvSpPr>
            <p:nvPr/>
          </p:nvSpPr>
          <p:spPr bwMode="auto">
            <a:xfrm>
              <a:off x="3241303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5 w 134"/>
                <a:gd name="T11" fmla="*/ 104 h 108"/>
                <a:gd name="T12" fmla="*/ 5 w 134"/>
                <a:gd name="T13" fmla="*/ 21 h 108"/>
                <a:gd name="T14" fmla="*/ 130 w 134"/>
                <a:gd name="T15" fmla="*/ 21 h 108"/>
                <a:gd name="T16" fmla="*/ 130 w 134"/>
                <a:gd name="T17" fmla="*/ 104 h 108"/>
                <a:gd name="T18" fmla="*/ 5 w 134"/>
                <a:gd name="T19" fmla="*/ 104 h 108"/>
                <a:gd name="T20" fmla="*/ 130 w 134"/>
                <a:gd name="T21" fmla="*/ 4 h 108"/>
                <a:gd name="T22" fmla="*/ 130 w 134"/>
                <a:gd name="T23" fmla="*/ 17 h 108"/>
                <a:gd name="T24" fmla="*/ 5 w 134"/>
                <a:gd name="T25" fmla="*/ 17 h 108"/>
                <a:gd name="T26" fmla="*/ 5 w 134"/>
                <a:gd name="T27" fmla="*/ 4 h 108"/>
                <a:gd name="T28" fmla="*/ 130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5" y="104"/>
                  </a:moveTo>
                  <a:lnTo>
                    <a:pt x="5" y="21"/>
                  </a:lnTo>
                  <a:lnTo>
                    <a:pt x="130" y="21"/>
                  </a:lnTo>
                  <a:lnTo>
                    <a:pt x="130" y="104"/>
                  </a:lnTo>
                  <a:lnTo>
                    <a:pt x="5" y="104"/>
                  </a:lnTo>
                  <a:close/>
                  <a:moveTo>
                    <a:pt x="130" y="4"/>
                  </a:moveTo>
                  <a:lnTo>
                    <a:pt x="130" y="17"/>
                  </a:lnTo>
                  <a:lnTo>
                    <a:pt x="5" y="17"/>
                  </a:lnTo>
                  <a:lnTo>
                    <a:pt x="5" y="4"/>
                  </a:lnTo>
                  <a:lnTo>
                    <a:pt x="13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7" name="Rectangle 49"/>
            <p:cNvSpPr>
              <a:spLocks noChangeArrowheads="1"/>
            </p:cNvSpPr>
            <p:nvPr/>
          </p:nvSpPr>
          <p:spPr bwMode="auto">
            <a:xfrm>
              <a:off x="3270744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8" name="Rectangle 50"/>
            <p:cNvSpPr>
              <a:spLocks noChangeArrowheads="1"/>
            </p:cNvSpPr>
            <p:nvPr/>
          </p:nvSpPr>
          <p:spPr bwMode="auto">
            <a:xfrm>
              <a:off x="3309242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9" name="Rectangle 51"/>
            <p:cNvSpPr>
              <a:spLocks noChangeArrowheads="1"/>
            </p:cNvSpPr>
            <p:nvPr/>
          </p:nvSpPr>
          <p:spPr bwMode="auto">
            <a:xfrm>
              <a:off x="3345476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0" name="Rectangle 52"/>
            <p:cNvSpPr>
              <a:spLocks noChangeArrowheads="1"/>
            </p:cNvSpPr>
            <p:nvPr/>
          </p:nvSpPr>
          <p:spPr bwMode="auto">
            <a:xfrm>
              <a:off x="3350005" y="1831915"/>
              <a:ext cx="86056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5" name="Group 634"/>
          <p:cNvGrpSpPr/>
          <p:nvPr/>
        </p:nvGrpSpPr>
        <p:grpSpPr>
          <a:xfrm>
            <a:off x="3633084" y="1691508"/>
            <a:ext cx="303460" cy="244580"/>
            <a:chOff x="3633084" y="1691508"/>
            <a:chExt cx="303460" cy="244580"/>
          </a:xfrm>
          <a:solidFill>
            <a:schemeClr val="tx1"/>
          </a:solidFill>
        </p:grpSpPr>
        <p:sp>
          <p:nvSpPr>
            <p:cNvPr id="461" name="Freeform 53"/>
            <p:cNvSpPr>
              <a:spLocks noEditPoints="1"/>
            </p:cNvSpPr>
            <p:nvPr/>
          </p:nvSpPr>
          <p:spPr bwMode="auto">
            <a:xfrm>
              <a:off x="3633084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4 w 134"/>
                <a:gd name="T11" fmla="*/ 104 h 108"/>
                <a:gd name="T12" fmla="*/ 4 w 134"/>
                <a:gd name="T13" fmla="*/ 21 h 108"/>
                <a:gd name="T14" fmla="*/ 129 w 134"/>
                <a:gd name="T15" fmla="*/ 21 h 108"/>
                <a:gd name="T16" fmla="*/ 129 w 134"/>
                <a:gd name="T17" fmla="*/ 104 h 108"/>
                <a:gd name="T18" fmla="*/ 4 w 134"/>
                <a:gd name="T19" fmla="*/ 104 h 108"/>
                <a:gd name="T20" fmla="*/ 129 w 134"/>
                <a:gd name="T21" fmla="*/ 4 h 108"/>
                <a:gd name="T22" fmla="*/ 129 w 134"/>
                <a:gd name="T23" fmla="*/ 17 h 108"/>
                <a:gd name="T24" fmla="*/ 4 w 134"/>
                <a:gd name="T25" fmla="*/ 17 h 108"/>
                <a:gd name="T26" fmla="*/ 4 w 134"/>
                <a:gd name="T27" fmla="*/ 4 h 108"/>
                <a:gd name="T28" fmla="*/ 129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2" name="Rectangle 54"/>
            <p:cNvSpPr>
              <a:spLocks noChangeArrowheads="1"/>
            </p:cNvSpPr>
            <p:nvPr/>
          </p:nvSpPr>
          <p:spPr bwMode="auto">
            <a:xfrm>
              <a:off x="3662523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3" name="Rectangle 55"/>
            <p:cNvSpPr>
              <a:spLocks noChangeArrowheads="1"/>
            </p:cNvSpPr>
            <p:nvPr/>
          </p:nvSpPr>
          <p:spPr bwMode="auto">
            <a:xfrm>
              <a:off x="3698757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4" name="Rectangle 56"/>
            <p:cNvSpPr>
              <a:spLocks noChangeArrowheads="1"/>
            </p:cNvSpPr>
            <p:nvPr/>
          </p:nvSpPr>
          <p:spPr bwMode="auto">
            <a:xfrm>
              <a:off x="3737257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5" name="Freeform 57"/>
            <p:cNvSpPr>
              <a:spLocks/>
            </p:cNvSpPr>
            <p:nvPr/>
          </p:nvSpPr>
          <p:spPr bwMode="auto">
            <a:xfrm>
              <a:off x="3741786" y="1795681"/>
              <a:ext cx="86056" cy="83792"/>
            </a:xfrm>
            <a:custGeom>
              <a:avLst/>
              <a:gdLst>
                <a:gd name="T0" fmla="*/ 21 w 38"/>
                <a:gd name="T1" fmla="*/ 0 h 37"/>
                <a:gd name="T2" fmla="*/ 17 w 38"/>
                <a:gd name="T3" fmla="*/ 0 h 37"/>
                <a:gd name="T4" fmla="*/ 17 w 38"/>
                <a:gd name="T5" fmla="*/ 16 h 37"/>
                <a:gd name="T6" fmla="*/ 0 w 38"/>
                <a:gd name="T7" fmla="*/ 16 h 37"/>
                <a:gd name="T8" fmla="*/ 0 w 38"/>
                <a:gd name="T9" fmla="*/ 21 h 37"/>
                <a:gd name="T10" fmla="*/ 17 w 38"/>
                <a:gd name="T11" fmla="*/ 21 h 37"/>
                <a:gd name="T12" fmla="*/ 17 w 38"/>
                <a:gd name="T13" fmla="*/ 37 h 37"/>
                <a:gd name="T14" fmla="*/ 21 w 38"/>
                <a:gd name="T15" fmla="*/ 37 h 37"/>
                <a:gd name="T16" fmla="*/ 21 w 38"/>
                <a:gd name="T17" fmla="*/ 21 h 37"/>
                <a:gd name="T18" fmla="*/ 38 w 38"/>
                <a:gd name="T19" fmla="*/ 21 h 37"/>
                <a:gd name="T20" fmla="*/ 38 w 38"/>
                <a:gd name="T21" fmla="*/ 16 h 37"/>
                <a:gd name="T22" fmla="*/ 21 w 38"/>
                <a:gd name="T23" fmla="*/ 16 h 37"/>
                <a:gd name="T24" fmla="*/ 21 w 38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7">
                  <a:moveTo>
                    <a:pt x="2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lnTo>
                    <a:pt x="21" y="37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6"/>
                  </a:lnTo>
                  <a:lnTo>
                    <a:pt x="21" y="16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6" name="Group 635"/>
          <p:cNvGrpSpPr/>
          <p:nvPr/>
        </p:nvGrpSpPr>
        <p:grpSpPr>
          <a:xfrm>
            <a:off x="4024863" y="1691508"/>
            <a:ext cx="301196" cy="244580"/>
            <a:chOff x="4024863" y="1691508"/>
            <a:chExt cx="301196" cy="244580"/>
          </a:xfrm>
          <a:solidFill>
            <a:schemeClr val="tx1"/>
          </a:solidFill>
        </p:grpSpPr>
        <p:sp>
          <p:nvSpPr>
            <p:cNvPr id="466" name="Freeform 58"/>
            <p:cNvSpPr>
              <a:spLocks noEditPoints="1"/>
            </p:cNvSpPr>
            <p:nvPr/>
          </p:nvSpPr>
          <p:spPr bwMode="auto">
            <a:xfrm>
              <a:off x="4024863" y="1691508"/>
              <a:ext cx="301196" cy="244580"/>
            </a:xfrm>
            <a:custGeom>
              <a:avLst/>
              <a:gdLst>
                <a:gd name="T0" fmla="*/ 0 w 133"/>
                <a:gd name="T1" fmla="*/ 108 h 108"/>
                <a:gd name="T2" fmla="*/ 133 w 133"/>
                <a:gd name="T3" fmla="*/ 108 h 108"/>
                <a:gd name="T4" fmla="*/ 133 w 133"/>
                <a:gd name="T5" fmla="*/ 0 h 108"/>
                <a:gd name="T6" fmla="*/ 0 w 133"/>
                <a:gd name="T7" fmla="*/ 0 h 108"/>
                <a:gd name="T8" fmla="*/ 0 w 133"/>
                <a:gd name="T9" fmla="*/ 108 h 108"/>
                <a:gd name="T10" fmla="*/ 4 w 133"/>
                <a:gd name="T11" fmla="*/ 104 h 108"/>
                <a:gd name="T12" fmla="*/ 4 w 133"/>
                <a:gd name="T13" fmla="*/ 21 h 108"/>
                <a:gd name="T14" fmla="*/ 129 w 133"/>
                <a:gd name="T15" fmla="*/ 21 h 108"/>
                <a:gd name="T16" fmla="*/ 129 w 133"/>
                <a:gd name="T17" fmla="*/ 104 h 108"/>
                <a:gd name="T18" fmla="*/ 4 w 133"/>
                <a:gd name="T19" fmla="*/ 104 h 108"/>
                <a:gd name="T20" fmla="*/ 129 w 133"/>
                <a:gd name="T21" fmla="*/ 4 h 108"/>
                <a:gd name="T22" fmla="*/ 129 w 133"/>
                <a:gd name="T23" fmla="*/ 17 h 108"/>
                <a:gd name="T24" fmla="*/ 4 w 133"/>
                <a:gd name="T25" fmla="*/ 17 h 108"/>
                <a:gd name="T26" fmla="*/ 4 w 133"/>
                <a:gd name="T27" fmla="*/ 4 h 108"/>
                <a:gd name="T28" fmla="*/ 129 w 133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08">
                  <a:moveTo>
                    <a:pt x="0" y="108"/>
                  </a:moveTo>
                  <a:lnTo>
                    <a:pt x="133" y="108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7" name="Freeform 59"/>
            <p:cNvSpPr>
              <a:spLocks/>
            </p:cNvSpPr>
            <p:nvPr/>
          </p:nvSpPr>
          <p:spPr bwMode="auto">
            <a:xfrm>
              <a:off x="4133565" y="1836444"/>
              <a:ext cx="65675" cy="65675"/>
            </a:xfrm>
            <a:custGeom>
              <a:avLst/>
              <a:gdLst>
                <a:gd name="T0" fmla="*/ 37 w 56"/>
                <a:gd name="T1" fmla="*/ 22 h 54"/>
                <a:gd name="T2" fmla="*/ 44 w 56"/>
                <a:gd name="T3" fmla="*/ 32 h 54"/>
                <a:gd name="T4" fmla="*/ 36 w 56"/>
                <a:gd name="T5" fmla="*/ 32 h 54"/>
                <a:gd name="T6" fmla="*/ 8 w 56"/>
                <a:gd name="T7" fmla="*/ 0 h 54"/>
                <a:gd name="T8" fmla="*/ 0 w 56"/>
                <a:gd name="T9" fmla="*/ 0 h 54"/>
                <a:gd name="T10" fmla="*/ 36 w 56"/>
                <a:gd name="T11" fmla="*/ 40 h 54"/>
                <a:gd name="T12" fmla="*/ 44 w 56"/>
                <a:gd name="T13" fmla="*/ 40 h 54"/>
                <a:gd name="T14" fmla="*/ 37 w 56"/>
                <a:gd name="T15" fmla="*/ 49 h 54"/>
                <a:gd name="T16" fmla="*/ 43 w 56"/>
                <a:gd name="T17" fmla="*/ 54 h 54"/>
                <a:gd name="T18" fmla="*/ 56 w 56"/>
                <a:gd name="T19" fmla="*/ 38 h 54"/>
                <a:gd name="T20" fmla="*/ 56 w 56"/>
                <a:gd name="T21" fmla="*/ 33 h 54"/>
                <a:gd name="T22" fmla="*/ 43 w 56"/>
                <a:gd name="T23" fmla="*/ 17 h 54"/>
                <a:gd name="T24" fmla="*/ 37 w 56"/>
                <a:gd name="T2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7" y="22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3" y="17"/>
                    <a:pt x="43" y="17"/>
                    <a:pt x="43" y="17"/>
                  </a:cubicBezTo>
                  <a:lnTo>
                    <a:pt x="37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8" name="Freeform 60"/>
            <p:cNvSpPr>
              <a:spLocks/>
            </p:cNvSpPr>
            <p:nvPr/>
          </p:nvSpPr>
          <p:spPr bwMode="auto">
            <a:xfrm>
              <a:off x="4160741" y="1773035"/>
              <a:ext cx="67939" cy="63410"/>
            </a:xfrm>
            <a:custGeom>
              <a:avLst/>
              <a:gdLst>
                <a:gd name="T0" fmla="*/ 20 w 56"/>
                <a:gd name="T1" fmla="*/ 15 h 55"/>
                <a:gd name="T2" fmla="*/ 12 w 56"/>
                <a:gd name="T3" fmla="*/ 15 h 55"/>
                <a:gd name="T4" fmla="*/ 19 w 56"/>
                <a:gd name="T5" fmla="*/ 5 h 55"/>
                <a:gd name="T6" fmla="*/ 12 w 56"/>
                <a:gd name="T7" fmla="*/ 0 h 55"/>
                <a:gd name="T8" fmla="*/ 0 w 56"/>
                <a:gd name="T9" fmla="*/ 16 h 55"/>
                <a:gd name="T10" fmla="*/ 0 w 56"/>
                <a:gd name="T11" fmla="*/ 21 h 55"/>
                <a:gd name="T12" fmla="*/ 12 w 56"/>
                <a:gd name="T13" fmla="*/ 37 h 55"/>
                <a:gd name="T14" fmla="*/ 19 w 56"/>
                <a:gd name="T15" fmla="*/ 32 h 55"/>
                <a:gd name="T16" fmla="*/ 12 w 56"/>
                <a:gd name="T17" fmla="*/ 23 h 55"/>
                <a:gd name="T18" fmla="*/ 20 w 56"/>
                <a:gd name="T19" fmla="*/ 23 h 55"/>
                <a:gd name="T20" fmla="*/ 48 w 56"/>
                <a:gd name="T21" fmla="*/ 55 h 55"/>
                <a:gd name="T22" fmla="*/ 56 w 56"/>
                <a:gd name="T23" fmla="*/ 55 h 55"/>
                <a:gd name="T24" fmla="*/ 20 w 56"/>
                <a:gd name="T25" fmla="*/ 1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20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0" y="15"/>
                    <a:pt x="2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9" name="Rectangle 61"/>
            <p:cNvSpPr>
              <a:spLocks noChangeArrowheads="1"/>
            </p:cNvSpPr>
            <p:nvPr/>
          </p:nvSpPr>
          <p:spPr bwMode="auto">
            <a:xfrm>
              <a:off x="4054304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0" name="Rectangle 62"/>
            <p:cNvSpPr>
              <a:spLocks noChangeArrowheads="1"/>
            </p:cNvSpPr>
            <p:nvPr/>
          </p:nvSpPr>
          <p:spPr bwMode="auto">
            <a:xfrm>
              <a:off x="4090538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1" name="Rectangle 63"/>
            <p:cNvSpPr>
              <a:spLocks noChangeArrowheads="1"/>
            </p:cNvSpPr>
            <p:nvPr/>
          </p:nvSpPr>
          <p:spPr bwMode="auto">
            <a:xfrm>
              <a:off x="4129036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7" name="Group 636"/>
          <p:cNvGrpSpPr/>
          <p:nvPr/>
        </p:nvGrpSpPr>
        <p:grpSpPr>
          <a:xfrm>
            <a:off x="4416644" y="1691508"/>
            <a:ext cx="301196" cy="244580"/>
            <a:chOff x="4416644" y="1691508"/>
            <a:chExt cx="301196" cy="244580"/>
          </a:xfrm>
          <a:solidFill>
            <a:schemeClr val="tx1"/>
          </a:solidFill>
        </p:grpSpPr>
        <p:sp>
          <p:nvSpPr>
            <p:cNvPr id="472" name="Freeform 64"/>
            <p:cNvSpPr>
              <a:spLocks noEditPoints="1"/>
            </p:cNvSpPr>
            <p:nvPr/>
          </p:nvSpPr>
          <p:spPr bwMode="auto">
            <a:xfrm>
              <a:off x="4416644" y="1691508"/>
              <a:ext cx="301196" cy="244580"/>
            </a:xfrm>
            <a:custGeom>
              <a:avLst/>
              <a:gdLst>
                <a:gd name="T0" fmla="*/ 0 w 133"/>
                <a:gd name="T1" fmla="*/ 108 h 108"/>
                <a:gd name="T2" fmla="*/ 133 w 133"/>
                <a:gd name="T3" fmla="*/ 108 h 108"/>
                <a:gd name="T4" fmla="*/ 133 w 133"/>
                <a:gd name="T5" fmla="*/ 0 h 108"/>
                <a:gd name="T6" fmla="*/ 0 w 133"/>
                <a:gd name="T7" fmla="*/ 0 h 108"/>
                <a:gd name="T8" fmla="*/ 0 w 133"/>
                <a:gd name="T9" fmla="*/ 108 h 108"/>
                <a:gd name="T10" fmla="*/ 4 w 133"/>
                <a:gd name="T11" fmla="*/ 104 h 108"/>
                <a:gd name="T12" fmla="*/ 4 w 133"/>
                <a:gd name="T13" fmla="*/ 21 h 108"/>
                <a:gd name="T14" fmla="*/ 129 w 133"/>
                <a:gd name="T15" fmla="*/ 21 h 108"/>
                <a:gd name="T16" fmla="*/ 129 w 133"/>
                <a:gd name="T17" fmla="*/ 104 h 108"/>
                <a:gd name="T18" fmla="*/ 4 w 133"/>
                <a:gd name="T19" fmla="*/ 104 h 108"/>
                <a:gd name="T20" fmla="*/ 129 w 133"/>
                <a:gd name="T21" fmla="*/ 4 h 108"/>
                <a:gd name="T22" fmla="*/ 129 w 133"/>
                <a:gd name="T23" fmla="*/ 17 h 108"/>
                <a:gd name="T24" fmla="*/ 4 w 133"/>
                <a:gd name="T25" fmla="*/ 17 h 108"/>
                <a:gd name="T26" fmla="*/ 4 w 133"/>
                <a:gd name="T27" fmla="*/ 4 h 108"/>
                <a:gd name="T28" fmla="*/ 129 w 133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08">
                  <a:moveTo>
                    <a:pt x="0" y="108"/>
                  </a:moveTo>
                  <a:lnTo>
                    <a:pt x="133" y="108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3" name="Rectangle 65"/>
            <p:cNvSpPr>
              <a:spLocks noChangeArrowheads="1"/>
            </p:cNvSpPr>
            <p:nvPr/>
          </p:nvSpPr>
          <p:spPr bwMode="auto">
            <a:xfrm>
              <a:off x="4443820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4" name="Rectangle 66"/>
            <p:cNvSpPr>
              <a:spLocks noChangeArrowheads="1"/>
            </p:cNvSpPr>
            <p:nvPr/>
          </p:nvSpPr>
          <p:spPr bwMode="auto">
            <a:xfrm>
              <a:off x="4482318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5" name="Rectangle 67"/>
            <p:cNvSpPr>
              <a:spLocks noChangeArrowheads="1"/>
            </p:cNvSpPr>
            <p:nvPr/>
          </p:nvSpPr>
          <p:spPr bwMode="auto">
            <a:xfrm>
              <a:off x="4520817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6" name="Freeform 68"/>
            <p:cNvSpPr>
              <a:spLocks/>
            </p:cNvSpPr>
            <p:nvPr/>
          </p:nvSpPr>
          <p:spPr bwMode="auto">
            <a:xfrm>
              <a:off x="4529876" y="1800210"/>
              <a:ext cx="74733" cy="74733"/>
            </a:xfrm>
            <a:custGeom>
              <a:avLst/>
              <a:gdLst>
                <a:gd name="T0" fmla="*/ 30 w 33"/>
                <a:gd name="T1" fmla="*/ 0 h 33"/>
                <a:gd name="T2" fmla="*/ 17 w 33"/>
                <a:gd name="T3" fmla="*/ 13 h 33"/>
                <a:gd name="T4" fmla="*/ 3 w 33"/>
                <a:gd name="T5" fmla="*/ 0 h 33"/>
                <a:gd name="T6" fmla="*/ 0 w 33"/>
                <a:gd name="T7" fmla="*/ 3 h 33"/>
                <a:gd name="T8" fmla="*/ 13 w 33"/>
                <a:gd name="T9" fmla="*/ 16 h 33"/>
                <a:gd name="T10" fmla="*/ 0 w 33"/>
                <a:gd name="T11" fmla="*/ 29 h 33"/>
                <a:gd name="T12" fmla="*/ 3 w 33"/>
                <a:gd name="T13" fmla="*/ 33 h 33"/>
                <a:gd name="T14" fmla="*/ 17 w 33"/>
                <a:gd name="T15" fmla="*/ 19 h 33"/>
                <a:gd name="T16" fmla="*/ 30 w 33"/>
                <a:gd name="T17" fmla="*/ 33 h 33"/>
                <a:gd name="T18" fmla="*/ 33 w 33"/>
                <a:gd name="T19" fmla="*/ 29 h 33"/>
                <a:gd name="T20" fmla="*/ 20 w 33"/>
                <a:gd name="T21" fmla="*/ 16 h 33"/>
                <a:gd name="T22" fmla="*/ 33 w 33"/>
                <a:gd name="T23" fmla="*/ 3 h 33"/>
                <a:gd name="T24" fmla="*/ 30 w 33"/>
                <a:gd name="T2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33">
                  <a:moveTo>
                    <a:pt x="30" y="0"/>
                  </a:moveTo>
                  <a:lnTo>
                    <a:pt x="17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3"/>
                  </a:lnTo>
                  <a:lnTo>
                    <a:pt x="17" y="19"/>
                  </a:lnTo>
                  <a:lnTo>
                    <a:pt x="30" y="33"/>
                  </a:lnTo>
                  <a:lnTo>
                    <a:pt x="33" y="29"/>
                  </a:lnTo>
                  <a:lnTo>
                    <a:pt x="20" y="16"/>
                  </a:lnTo>
                  <a:lnTo>
                    <a:pt x="33" y="3"/>
                  </a:lnTo>
                  <a:lnTo>
                    <a:pt x="3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4" name="Group 643"/>
          <p:cNvGrpSpPr/>
          <p:nvPr/>
        </p:nvGrpSpPr>
        <p:grpSpPr>
          <a:xfrm>
            <a:off x="4808424" y="1691508"/>
            <a:ext cx="301196" cy="244580"/>
            <a:chOff x="4808424" y="1691508"/>
            <a:chExt cx="301196" cy="244580"/>
          </a:xfrm>
          <a:solidFill>
            <a:schemeClr val="tx1"/>
          </a:solidFill>
        </p:grpSpPr>
        <p:sp>
          <p:nvSpPr>
            <p:cNvPr id="477" name="Freeform 69"/>
            <p:cNvSpPr>
              <a:spLocks noEditPoints="1"/>
            </p:cNvSpPr>
            <p:nvPr/>
          </p:nvSpPr>
          <p:spPr bwMode="auto">
            <a:xfrm>
              <a:off x="4808424" y="1691508"/>
              <a:ext cx="301196" cy="244580"/>
            </a:xfrm>
            <a:custGeom>
              <a:avLst/>
              <a:gdLst>
                <a:gd name="T0" fmla="*/ 0 w 133"/>
                <a:gd name="T1" fmla="*/ 108 h 108"/>
                <a:gd name="T2" fmla="*/ 133 w 133"/>
                <a:gd name="T3" fmla="*/ 108 h 108"/>
                <a:gd name="T4" fmla="*/ 133 w 133"/>
                <a:gd name="T5" fmla="*/ 0 h 108"/>
                <a:gd name="T6" fmla="*/ 0 w 133"/>
                <a:gd name="T7" fmla="*/ 0 h 108"/>
                <a:gd name="T8" fmla="*/ 0 w 133"/>
                <a:gd name="T9" fmla="*/ 108 h 108"/>
                <a:gd name="T10" fmla="*/ 4 w 133"/>
                <a:gd name="T11" fmla="*/ 104 h 108"/>
                <a:gd name="T12" fmla="*/ 4 w 133"/>
                <a:gd name="T13" fmla="*/ 21 h 108"/>
                <a:gd name="T14" fmla="*/ 129 w 133"/>
                <a:gd name="T15" fmla="*/ 21 h 108"/>
                <a:gd name="T16" fmla="*/ 129 w 133"/>
                <a:gd name="T17" fmla="*/ 104 h 108"/>
                <a:gd name="T18" fmla="*/ 4 w 133"/>
                <a:gd name="T19" fmla="*/ 104 h 108"/>
                <a:gd name="T20" fmla="*/ 129 w 133"/>
                <a:gd name="T21" fmla="*/ 4 h 108"/>
                <a:gd name="T22" fmla="*/ 129 w 133"/>
                <a:gd name="T23" fmla="*/ 17 h 108"/>
                <a:gd name="T24" fmla="*/ 4 w 133"/>
                <a:gd name="T25" fmla="*/ 17 h 108"/>
                <a:gd name="T26" fmla="*/ 4 w 133"/>
                <a:gd name="T27" fmla="*/ 4 h 108"/>
                <a:gd name="T28" fmla="*/ 129 w 133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08">
                  <a:moveTo>
                    <a:pt x="0" y="108"/>
                  </a:moveTo>
                  <a:lnTo>
                    <a:pt x="133" y="108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8" name="Rectangle 70"/>
            <p:cNvSpPr>
              <a:spLocks noChangeArrowheads="1"/>
            </p:cNvSpPr>
            <p:nvPr/>
          </p:nvSpPr>
          <p:spPr bwMode="auto">
            <a:xfrm>
              <a:off x="4835599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9" name="Rectangle 71"/>
            <p:cNvSpPr>
              <a:spLocks noChangeArrowheads="1"/>
            </p:cNvSpPr>
            <p:nvPr/>
          </p:nvSpPr>
          <p:spPr bwMode="auto">
            <a:xfrm>
              <a:off x="4874099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0" name="Rectangle 72"/>
            <p:cNvSpPr>
              <a:spLocks noChangeArrowheads="1"/>
            </p:cNvSpPr>
            <p:nvPr/>
          </p:nvSpPr>
          <p:spPr bwMode="auto">
            <a:xfrm>
              <a:off x="4910333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1" name="Freeform 73"/>
            <p:cNvSpPr>
              <a:spLocks noEditPoints="1"/>
            </p:cNvSpPr>
            <p:nvPr/>
          </p:nvSpPr>
          <p:spPr bwMode="auto">
            <a:xfrm>
              <a:off x="4910333" y="1786623"/>
              <a:ext cx="95114" cy="92850"/>
            </a:xfrm>
            <a:custGeom>
              <a:avLst/>
              <a:gdLst>
                <a:gd name="T0" fmla="*/ 56 w 79"/>
                <a:gd name="T1" fmla="*/ 28 h 79"/>
                <a:gd name="T2" fmla="*/ 28 w 79"/>
                <a:gd name="T3" fmla="*/ 0 h 79"/>
                <a:gd name="T4" fmla="*/ 0 w 79"/>
                <a:gd name="T5" fmla="*/ 28 h 79"/>
                <a:gd name="T6" fmla="*/ 28 w 79"/>
                <a:gd name="T7" fmla="*/ 56 h 79"/>
                <a:gd name="T8" fmla="*/ 45 w 79"/>
                <a:gd name="T9" fmla="*/ 50 h 79"/>
                <a:gd name="T10" fmla="*/ 73 w 79"/>
                <a:gd name="T11" fmla="*/ 79 h 79"/>
                <a:gd name="T12" fmla="*/ 79 w 79"/>
                <a:gd name="T13" fmla="*/ 73 h 79"/>
                <a:gd name="T14" fmla="*/ 50 w 79"/>
                <a:gd name="T15" fmla="*/ 44 h 79"/>
                <a:gd name="T16" fmla="*/ 56 w 79"/>
                <a:gd name="T17" fmla="*/ 28 h 79"/>
                <a:gd name="T18" fmla="*/ 8 w 79"/>
                <a:gd name="T19" fmla="*/ 28 h 79"/>
                <a:gd name="T20" fmla="*/ 28 w 79"/>
                <a:gd name="T21" fmla="*/ 8 h 79"/>
                <a:gd name="T22" fmla="*/ 48 w 79"/>
                <a:gd name="T23" fmla="*/ 28 h 79"/>
                <a:gd name="T24" fmla="*/ 28 w 79"/>
                <a:gd name="T25" fmla="*/ 48 h 79"/>
                <a:gd name="T26" fmla="*/ 8 w 79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56" y="28"/>
                  </a:moveTo>
                  <a:cubicBezTo>
                    <a:pt x="56" y="12"/>
                    <a:pt x="44" y="0"/>
                    <a:pt x="28" y="0"/>
                  </a:cubicBez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34" y="56"/>
                    <a:pt x="40" y="54"/>
                    <a:pt x="45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4" y="40"/>
                    <a:pt x="56" y="34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4" name="Group 653"/>
          <p:cNvGrpSpPr/>
          <p:nvPr/>
        </p:nvGrpSpPr>
        <p:grpSpPr>
          <a:xfrm>
            <a:off x="5197939" y="1691508"/>
            <a:ext cx="303460" cy="244580"/>
            <a:chOff x="5197939" y="1691508"/>
            <a:chExt cx="303460" cy="244580"/>
          </a:xfrm>
          <a:solidFill>
            <a:schemeClr val="tx1"/>
          </a:solidFill>
        </p:grpSpPr>
        <p:sp>
          <p:nvSpPr>
            <p:cNvPr id="482" name="Freeform 74"/>
            <p:cNvSpPr>
              <a:spLocks noEditPoints="1"/>
            </p:cNvSpPr>
            <p:nvPr/>
          </p:nvSpPr>
          <p:spPr bwMode="auto">
            <a:xfrm>
              <a:off x="5197939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5 w 134"/>
                <a:gd name="T11" fmla="*/ 104 h 108"/>
                <a:gd name="T12" fmla="*/ 5 w 134"/>
                <a:gd name="T13" fmla="*/ 21 h 108"/>
                <a:gd name="T14" fmla="*/ 130 w 134"/>
                <a:gd name="T15" fmla="*/ 21 h 108"/>
                <a:gd name="T16" fmla="*/ 130 w 134"/>
                <a:gd name="T17" fmla="*/ 104 h 108"/>
                <a:gd name="T18" fmla="*/ 5 w 134"/>
                <a:gd name="T19" fmla="*/ 104 h 108"/>
                <a:gd name="T20" fmla="*/ 130 w 134"/>
                <a:gd name="T21" fmla="*/ 4 h 108"/>
                <a:gd name="T22" fmla="*/ 130 w 134"/>
                <a:gd name="T23" fmla="*/ 17 h 108"/>
                <a:gd name="T24" fmla="*/ 5 w 134"/>
                <a:gd name="T25" fmla="*/ 17 h 108"/>
                <a:gd name="T26" fmla="*/ 5 w 134"/>
                <a:gd name="T27" fmla="*/ 4 h 108"/>
                <a:gd name="T28" fmla="*/ 130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5" y="104"/>
                  </a:moveTo>
                  <a:lnTo>
                    <a:pt x="5" y="21"/>
                  </a:lnTo>
                  <a:lnTo>
                    <a:pt x="130" y="21"/>
                  </a:lnTo>
                  <a:lnTo>
                    <a:pt x="130" y="104"/>
                  </a:lnTo>
                  <a:lnTo>
                    <a:pt x="5" y="104"/>
                  </a:lnTo>
                  <a:close/>
                  <a:moveTo>
                    <a:pt x="130" y="4"/>
                  </a:moveTo>
                  <a:lnTo>
                    <a:pt x="130" y="17"/>
                  </a:lnTo>
                  <a:lnTo>
                    <a:pt x="5" y="17"/>
                  </a:lnTo>
                  <a:lnTo>
                    <a:pt x="5" y="4"/>
                  </a:lnTo>
                  <a:lnTo>
                    <a:pt x="13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3" name="Freeform 75"/>
            <p:cNvSpPr>
              <a:spLocks noEditPoints="1"/>
            </p:cNvSpPr>
            <p:nvPr/>
          </p:nvSpPr>
          <p:spPr bwMode="auto">
            <a:xfrm>
              <a:off x="5297583" y="1779828"/>
              <a:ext cx="106438" cy="99644"/>
            </a:xfrm>
            <a:custGeom>
              <a:avLst/>
              <a:gdLst>
                <a:gd name="T0" fmla="*/ 84 w 89"/>
                <a:gd name="T1" fmla="*/ 32 h 84"/>
                <a:gd name="T2" fmla="*/ 59 w 89"/>
                <a:gd name="T3" fmla="*/ 32 h 84"/>
                <a:gd name="T4" fmla="*/ 48 w 89"/>
                <a:gd name="T5" fmla="*/ 2 h 84"/>
                <a:gd name="T6" fmla="*/ 44 w 89"/>
                <a:gd name="T7" fmla="*/ 0 h 84"/>
                <a:gd name="T8" fmla="*/ 40 w 89"/>
                <a:gd name="T9" fmla="*/ 2 h 84"/>
                <a:gd name="T10" fmla="*/ 30 w 89"/>
                <a:gd name="T11" fmla="*/ 32 h 84"/>
                <a:gd name="T12" fmla="*/ 4 w 89"/>
                <a:gd name="T13" fmla="*/ 32 h 84"/>
                <a:gd name="T14" fmla="*/ 0 w 89"/>
                <a:gd name="T15" fmla="*/ 35 h 84"/>
                <a:gd name="T16" fmla="*/ 2 w 89"/>
                <a:gd name="T17" fmla="*/ 39 h 84"/>
                <a:gd name="T18" fmla="*/ 23 w 89"/>
                <a:gd name="T19" fmla="*/ 53 h 84"/>
                <a:gd name="T20" fmla="*/ 16 w 89"/>
                <a:gd name="T21" fmla="*/ 79 h 84"/>
                <a:gd name="T22" fmla="*/ 17 w 89"/>
                <a:gd name="T23" fmla="*/ 83 h 84"/>
                <a:gd name="T24" fmla="*/ 22 w 89"/>
                <a:gd name="T25" fmla="*/ 83 h 84"/>
                <a:gd name="T26" fmla="*/ 44 w 89"/>
                <a:gd name="T27" fmla="*/ 69 h 84"/>
                <a:gd name="T28" fmla="*/ 66 w 89"/>
                <a:gd name="T29" fmla="*/ 83 h 84"/>
                <a:gd name="T30" fmla="*/ 68 w 89"/>
                <a:gd name="T31" fmla="*/ 84 h 84"/>
                <a:gd name="T32" fmla="*/ 70 w 89"/>
                <a:gd name="T33" fmla="*/ 83 h 84"/>
                <a:gd name="T34" fmla="*/ 72 w 89"/>
                <a:gd name="T35" fmla="*/ 79 h 84"/>
                <a:gd name="T36" fmla="*/ 65 w 89"/>
                <a:gd name="T37" fmla="*/ 53 h 84"/>
                <a:gd name="T38" fmla="*/ 86 w 89"/>
                <a:gd name="T39" fmla="*/ 39 h 84"/>
                <a:gd name="T40" fmla="*/ 88 w 89"/>
                <a:gd name="T41" fmla="*/ 35 h 84"/>
                <a:gd name="T42" fmla="*/ 84 w 89"/>
                <a:gd name="T43" fmla="*/ 32 h 84"/>
                <a:gd name="T44" fmla="*/ 58 w 89"/>
                <a:gd name="T45" fmla="*/ 48 h 84"/>
                <a:gd name="T46" fmla="*/ 56 w 89"/>
                <a:gd name="T47" fmla="*/ 53 h 84"/>
                <a:gd name="T48" fmla="*/ 61 w 89"/>
                <a:gd name="T49" fmla="*/ 70 h 84"/>
                <a:gd name="T50" fmla="*/ 46 w 89"/>
                <a:gd name="T51" fmla="*/ 60 h 84"/>
                <a:gd name="T52" fmla="*/ 42 w 89"/>
                <a:gd name="T53" fmla="*/ 60 h 84"/>
                <a:gd name="T54" fmla="*/ 27 w 89"/>
                <a:gd name="T55" fmla="*/ 70 h 84"/>
                <a:gd name="T56" fmla="*/ 32 w 89"/>
                <a:gd name="T57" fmla="*/ 53 h 84"/>
                <a:gd name="T58" fmla="*/ 30 w 89"/>
                <a:gd name="T59" fmla="*/ 48 h 84"/>
                <a:gd name="T60" fmla="*/ 17 w 89"/>
                <a:gd name="T61" fmla="*/ 40 h 84"/>
                <a:gd name="T62" fmla="*/ 33 w 89"/>
                <a:gd name="T63" fmla="*/ 40 h 84"/>
                <a:gd name="T64" fmla="*/ 37 w 89"/>
                <a:gd name="T65" fmla="*/ 37 h 84"/>
                <a:gd name="T66" fmla="*/ 44 w 89"/>
                <a:gd name="T67" fmla="*/ 15 h 84"/>
                <a:gd name="T68" fmla="*/ 52 w 89"/>
                <a:gd name="T69" fmla="*/ 37 h 84"/>
                <a:gd name="T70" fmla="*/ 56 w 89"/>
                <a:gd name="T71" fmla="*/ 40 h 84"/>
                <a:gd name="T72" fmla="*/ 71 w 89"/>
                <a:gd name="T73" fmla="*/ 40 h 84"/>
                <a:gd name="T74" fmla="*/ 58 w 89"/>
                <a:gd name="T75" fmla="*/ 4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4">
                  <a:moveTo>
                    <a:pt x="84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6" y="0"/>
                    <a:pt x="44" y="0"/>
                  </a:cubicBezTo>
                  <a:cubicBezTo>
                    <a:pt x="42" y="0"/>
                    <a:pt x="41" y="1"/>
                    <a:pt x="40" y="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2" y="32"/>
                    <a:pt x="1" y="33"/>
                    <a:pt x="0" y="35"/>
                  </a:cubicBezTo>
                  <a:cubicBezTo>
                    <a:pt x="0" y="36"/>
                    <a:pt x="1" y="38"/>
                    <a:pt x="2" y="39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5" y="80"/>
                    <a:pt x="16" y="82"/>
                    <a:pt x="17" y="83"/>
                  </a:cubicBezTo>
                  <a:cubicBezTo>
                    <a:pt x="19" y="84"/>
                    <a:pt x="20" y="84"/>
                    <a:pt x="22" y="83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3"/>
                    <a:pt x="67" y="84"/>
                    <a:pt x="68" y="84"/>
                  </a:cubicBezTo>
                  <a:cubicBezTo>
                    <a:pt x="69" y="84"/>
                    <a:pt x="70" y="83"/>
                    <a:pt x="70" y="83"/>
                  </a:cubicBezTo>
                  <a:cubicBezTo>
                    <a:pt x="72" y="82"/>
                    <a:pt x="72" y="80"/>
                    <a:pt x="72" y="79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8" y="38"/>
                    <a:pt x="89" y="36"/>
                    <a:pt x="88" y="35"/>
                  </a:cubicBezTo>
                  <a:cubicBezTo>
                    <a:pt x="88" y="33"/>
                    <a:pt x="86" y="32"/>
                    <a:pt x="84" y="32"/>
                  </a:cubicBezTo>
                  <a:close/>
                  <a:moveTo>
                    <a:pt x="58" y="48"/>
                  </a:moveTo>
                  <a:cubicBezTo>
                    <a:pt x="57" y="49"/>
                    <a:pt x="56" y="51"/>
                    <a:pt x="56" y="53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5" y="59"/>
                    <a:pt x="43" y="59"/>
                    <a:pt x="42" y="6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3" y="51"/>
                    <a:pt x="32" y="49"/>
                    <a:pt x="30" y="48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5" y="40"/>
                    <a:pt x="36" y="39"/>
                    <a:pt x="37" y="37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3" y="39"/>
                    <a:pt x="55" y="40"/>
                    <a:pt x="56" y="40"/>
                  </a:cubicBezTo>
                  <a:cubicBezTo>
                    <a:pt x="71" y="40"/>
                    <a:pt x="71" y="40"/>
                    <a:pt x="71" y="40"/>
                  </a:cubicBezTo>
                  <a:lnTo>
                    <a:pt x="58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4" name="Rectangle 76"/>
            <p:cNvSpPr>
              <a:spLocks noChangeArrowheads="1"/>
            </p:cNvSpPr>
            <p:nvPr/>
          </p:nvSpPr>
          <p:spPr bwMode="auto">
            <a:xfrm>
              <a:off x="5227380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5" name="Rectangle 77"/>
            <p:cNvSpPr>
              <a:spLocks noChangeArrowheads="1"/>
            </p:cNvSpPr>
            <p:nvPr/>
          </p:nvSpPr>
          <p:spPr bwMode="auto">
            <a:xfrm>
              <a:off x="5265878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6" name="Rectangle 78"/>
            <p:cNvSpPr>
              <a:spLocks noChangeArrowheads="1"/>
            </p:cNvSpPr>
            <p:nvPr/>
          </p:nvSpPr>
          <p:spPr bwMode="auto">
            <a:xfrm>
              <a:off x="5302112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3" name="Group 652"/>
          <p:cNvGrpSpPr/>
          <p:nvPr/>
        </p:nvGrpSpPr>
        <p:grpSpPr>
          <a:xfrm>
            <a:off x="5589720" y="1691508"/>
            <a:ext cx="303460" cy="244580"/>
            <a:chOff x="5589720" y="1691508"/>
            <a:chExt cx="303460" cy="244580"/>
          </a:xfrm>
          <a:solidFill>
            <a:schemeClr val="tx1"/>
          </a:solidFill>
        </p:grpSpPr>
        <p:sp>
          <p:nvSpPr>
            <p:cNvPr id="487" name="Freeform 79"/>
            <p:cNvSpPr>
              <a:spLocks noEditPoints="1"/>
            </p:cNvSpPr>
            <p:nvPr/>
          </p:nvSpPr>
          <p:spPr bwMode="auto">
            <a:xfrm>
              <a:off x="5589720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4 w 134"/>
                <a:gd name="T11" fmla="*/ 104 h 108"/>
                <a:gd name="T12" fmla="*/ 4 w 134"/>
                <a:gd name="T13" fmla="*/ 21 h 108"/>
                <a:gd name="T14" fmla="*/ 129 w 134"/>
                <a:gd name="T15" fmla="*/ 21 h 108"/>
                <a:gd name="T16" fmla="*/ 129 w 134"/>
                <a:gd name="T17" fmla="*/ 104 h 108"/>
                <a:gd name="T18" fmla="*/ 4 w 134"/>
                <a:gd name="T19" fmla="*/ 104 h 108"/>
                <a:gd name="T20" fmla="*/ 129 w 134"/>
                <a:gd name="T21" fmla="*/ 4 h 108"/>
                <a:gd name="T22" fmla="*/ 129 w 134"/>
                <a:gd name="T23" fmla="*/ 17 h 108"/>
                <a:gd name="T24" fmla="*/ 4 w 134"/>
                <a:gd name="T25" fmla="*/ 17 h 108"/>
                <a:gd name="T26" fmla="*/ 4 w 134"/>
                <a:gd name="T27" fmla="*/ 4 h 108"/>
                <a:gd name="T28" fmla="*/ 129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8" name="Rectangle 80"/>
            <p:cNvSpPr>
              <a:spLocks noChangeArrowheads="1"/>
            </p:cNvSpPr>
            <p:nvPr/>
          </p:nvSpPr>
          <p:spPr bwMode="auto">
            <a:xfrm>
              <a:off x="5619160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9" name="Rectangle 81"/>
            <p:cNvSpPr>
              <a:spLocks noChangeArrowheads="1"/>
            </p:cNvSpPr>
            <p:nvPr/>
          </p:nvSpPr>
          <p:spPr bwMode="auto">
            <a:xfrm>
              <a:off x="5655394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0" name="Rectangle 82"/>
            <p:cNvSpPr>
              <a:spLocks noChangeArrowheads="1"/>
            </p:cNvSpPr>
            <p:nvPr/>
          </p:nvSpPr>
          <p:spPr bwMode="auto">
            <a:xfrm>
              <a:off x="5693893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1" name="Freeform 83"/>
            <p:cNvSpPr>
              <a:spLocks/>
            </p:cNvSpPr>
            <p:nvPr/>
          </p:nvSpPr>
          <p:spPr bwMode="auto">
            <a:xfrm>
              <a:off x="5700686" y="1786623"/>
              <a:ext cx="81527" cy="97380"/>
            </a:xfrm>
            <a:custGeom>
              <a:avLst/>
              <a:gdLst>
                <a:gd name="T0" fmla="*/ 16 w 36"/>
                <a:gd name="T1" fmla="*/ 0 h 43"/>
                <a:gd name="T2" fmla="*/ 0 w 36"/>
                <a:gd name="T3" fmla="*/ 16 h 43"/>
                <a:gd name="T4" fmla="*/ 3 w 36"/>
                <a:gd name="T5" fmla="*/ 19 h 43"/>
                <a:gd name="T6" fmla="*/ 16 w 36"/>
                <a:gd name="T7" fmla="*/ 6 h 43"/>
                <a:gd name="T8" fmla="*/ 16 w 36"/>
                <a:gd name="T9" fmla="*/ 43 h 43"/>
                <a:gd name="T10" fmla="*/ 20 w 36"/>
                <a:gd name="T11" fmla="*/ 43 h 43"/>
                <a:gd name="T12" fmla="*/ 20 w 36"/>
                <a:gd name="T13" fmla="*/ 6 h 43"/>
                <a:gd name="T14" fmla="*/ 33 w 36"/>
                <a:gd name="T15" fmla="*/ 20 h 43"/>
                <a:gd name="T16" fmla="*/ 36 w 36"/>
                <a:gd name="T17" fmla="*/ 16 h 43"/>
                <a:gd name="T18" fmla="*/ 19 w 36"/>
                <a:gd name="T19" fmla="*/ 0 h 43"/>
                <a:gd name="T20" fmla="*/ 16 w 36"/>
                <a:gd name="T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16" y="0"/>
                  </a:moveTo>
                  <a:lnTo>
                    <a:pt x="0" y="16"/>
                  </a:lnTo>
                  <a:lnTo>
                    <a:pt x="3" y="19"/>
                  </a:lnTo>
                  <a:lnTo>
                    <a:pt x="16" y="6"/>
                  </a:lnTo>
                  <a:lnTo>
                    <a:pt x="16" y="43"/>
                  </a:lnTo>
                  <a:lnTo>
                    <a:pt x="20" y="43"/>
                  </a:lnTo>
                  <a:lnTo>
                    <a:pt x="20" y="6"/>
                  </a:lnTo>
                  <a:lnTo>
                    <a:pt x="33" y="20"/>
                  </a:lnTo>
                  <a:lnTo>
                    <a:pt x="36" y="16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2" name="Group 651"/>
          <p:cNvGrpSpPr/>
          <p:nvPr/>
        </p:nvGrpSpPr>
        <p:grpSpPr>
          <a:xfrm>
            <a:off x="5981500" y="1686979"/>
            <a:ext cx="301196" cy="253638"/>
            <a:chOff x="5981500" y="1686979"/>
            <a:chExt cx="301196" cy="253638"/>
          </a:xfrm>
          <a:solidFill>
            <a:schemeClr val="tx1"/>
          </a:solidFill>
        </p:grpSpPr>
        <p:sp>
          <p:nvSpPr>
            <p:cNvPr id="492" name="Freeform 84"/>
            <p:cNvSpPr>
              <a:spLocks/>
            </p:cNvSpPr>
            <p:nvPr/>
          </p:nvSpPr>
          <p:spPr bwMode="auto">
            <a:xfrm>
              <a:off x="6087938" y="1800210"/>
              <a:ext cx="99644" cy="70204"/>
            </a:xfrm>
            <a:custGeom>
              <a:avLst/>
              <a:gdLst>
                <a:gd name="T0" fmla="*/ 16 w 44"/>
                <a:gd name="T1" fmla="*/ 26 h 31"/>
                <a:gd name="T2" fmla="*/ 3 w 44"/>
                <a:gd name="T3" fmla="*/ 13 h 31"/>
                <a:gd name="T4" fmla="*/ 0 w 44"/>
                <a:gd name="T5" fmla="*/ 16 h 31"/>
                <a:gd name="T6" fmla="*/ 15 w 44"/>
                <a:gd name="T7" fmla="*/ 31 h 31"/>
                <a:gd name="T8" fmla="*/ 17 w 44"/>
                <a:gd name="T9" fmla="*/ 31 h 31"/>
                <a:gd name="T10" fmla="*/ 44 w 44"/>
                <a:gd name="T11" fmla="*/ 3 h 31"/>
                <a:gd name="T12" fmla="*/ 42 w 44"/>
                <a:gd name="T13" fmla="*/ 0 h 31"/>
                <a:gd name="T14" fmla="*/ 16 w 44"/>
                <a:gd name="T15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1">
                  <a:moveTo>
                    <a:pt x="16" y="26"/>
                  </a:moveTo>
                  <a:lnTo>
                    <a:pt x="3" y="13"/>
                  </a:lnTo>
                  <a:lnTo>
                    <a:pt x="0" y="16"/>
                  </a:lnTo>
                  <a:lnTo>
                    <a:pt x="15" y="31"/>
                  </a:lnTo>
                  <a:lnTo>
                    <a:pt x="17" y="31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3" name="Freeform 85"/>
            <p:cNvSpPr>
              <a:spLocks noEditPoints="1"/>
            </p:cNvSpPr>
            <p:nvPr/>
          </p:nvSpPr>
          <p:spPr bwMode="auto">
            <a:xfrm>
              <a:off x="5981500" y="168697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1 h 112"/>
                <a:gd name="T68" fmla="*/ 40 w 133"/>
                <a:gd name="T69" fmla="*/ 21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1 h 112"/>
                <a:gd name="T76" fmla="*/ 110 w 133"/>
                <a:gd name="T77" fmla="*/ 21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40" y="21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1"/>
                  </a:lnTo>
                  <a:lnTo>
                    <a:pt x="110" y="21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1" name="Group 650"/>
          <p:cNvGrpSpPr/>
          <p:nvPr/>
        </p:nvGrpSpPr>
        <p:grpSpPr>
          <a:xfrm>
            <a:off x="6373281" y="1686979"/>
            <a:ext cx="303460" cy="253638"/>
            <a:chOff x="6373281" y="1686979"/>
            <a:chExt cx="303460" cy="253638"/>
          </a:xfrm>
          <a:solidFill>
            <a:schemeClr val="tx1"/>
          </a:solidFill>
        </p:grpSpPr>
        <p:sp>
          <p:nvSpPr>
            <p:cNvPr id="494" name="Freeform 86"/>
            <p:cNvSpPr>
              <a:spLocks noEditPoints="1"/>
            </p:cNvSpPr>
            <p:nvPr/>
          </p:nvSpPr>
          <p:spPr bwMode="auto">
            <a:xfrm>
              <a:off x="6373281" y="168697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8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8 w 134"/>
                <a:gd name="T43" fmla="*/ 16 h 112"/>
                <a:gd name="T44" fmla="*/ 28 w 134"/>
                <a:gd name="T45" fmla="*/ 4 h 112"/>
                <a:gd name="T46" fmla="*/ 5 w 134"/>
                <a:gd name="T47" fmla="*/ 108 h 112"/>
                <a:gd name="T48" fmla="*/ 5 w 134"/>
                <a:gd name="T49" fmla="*/ 29 h 112"/>
                <a:gd name="T50" fmla="*/ 130 w 134"/>
                <a:gd name="T51" fmla="*/ 29 h 112"/>
                <a:gd name="T52" fmla="*/ 130 w 134"/>
                <a:gd name="T53" fmla="*/ 108 h 112"/>
                <a:gd name="T54" fmla="*/ 5 w 134"/>
                <a:gd name="T55" fmla="*/ 108 h 112"/>
                <a:gd name="T56" fmla="*/ 130 w 134"/>
                <a:gd name="T57" fmla="*/ 12 h 112"/>
                <a:gd name="T58" fmla="*/ 130 w 134"/>
                <a:gd name="T59" fmla="*/ 25 h 112"/>
                <a:gd name="T60" fmla="*/ 5 w 134"/>
                <a:gd name="T61" fmla="*/ 25 h 112"/>
                <a:gd name="T62" fmla="*/ 5 w 134"/>
                <a:gd name="T63" fmla="*/ 12 h 112"/>
                <a:gd name="T64" fmla="*/ 23 w 134"/>
                <a:gd name="T65" fmla="*/ 12 h 112"/>
                <a:gd name="T66" fmla="*/ 23 w 134"/>
                <a:gd name="T67" fmla="*/ 21 h 112"/>
                <a:gd name="T68" fmla="*/ 40 w 134"/>
                <a:gd name="T69" fmla="*/ 21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1 h 112"/>
                <a:gd name="T76" fmla="*/ 111 w 134"/>
                <a:gd name="T77" fmla="*/ 21 h 112"/>
                <a:gd name="T78" fmla="*/ 111 w 134"/>
                <a:gd name="T79" fmla="*/ 12 h 112"/>
                <a:gd name="T80" fmla="*/ 130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8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8" y="16"/>
                  </a:lnTo>
                  <a:lnTo>
                    <a:pt x="28" y="4"/>
                  </a:lnTo>
                  <a:close/>
                  <a:moveTo>
                    <a:pt x="5" y="108"/>
                  </a:moveTo>
                  <a:lnTo>
                    <a:pt x="5" y="29"/>
                  </a:lnTo>
                  <a:lnTo>
                    <a:pt x="130" y="29"/>
                  </a:lnTo>
                  <a:lnTo>
                    <a:pt x="130" y="108"/>
                  </a:lnTo>
                  <a:lnTo>
                    <a:pt x="5" y="108"/>
                  </a:lnTo>
                  <a:close/>
                  <a:moveTo>
                    <a:pt x="130" y="12"/>
                  </a:moveTo>
                  <a:lnTo>
                    <a:pt x="130" y="25"/>
                  </a:lnTo>
                  <a:lnTo>
                    <a:pt x="5" y="25"/>
                  </a:lnTo>
                  <a:lnTo>
                    <a:pt x="5" y="12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40" y="21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1"/>
                  </a:lnTo>
                  <a:lnTo>
                    <a:pt x="111" y="21"/>
                  </a:lnTo>
                  <a:lnTo>
                    <a:pt x="111" y="12"/>
                  </a:lnTo>
                  <a:lnTo>
                    <a:pt x="1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5" name="Freeform 87"/>
            <p:cNvSpPr>
              <a:spLocks noEditPoints="1"/>
            </p:cNvSpPr>
            <p:nvPr/>
          </p:nvSpPr>
          <p:spPr bwMode="auto">
            <a:xfrm>
              <a:off x="6472924" y="1809269"/>
              <a:ext cx="104173" cy="65675"/>
            </a:xfrm>
            <a:custGeom>
              <a:avLst/>
              <a:gdLst>
                <a:gd name="T0" fmla="*/ 75 w 88"/>
                <a:gd name="T1" fmla="*/ 24 h 56"/>
                <a:gd name="T2" fmla="*/ 44 w 88"/>
                <a:gd name="T3" fmla="*/ 0 h 56"/>
                <a:gd name="T4" fmla="*/ 12 w 88"/>
                <a:gd name="T5" fmla="*/ 24 h 56"/>
                <a:gd name="T6" fmla="*/ 0 w 88"/>
                <a:gd name="T7" fmla="*/ 40 h 56"/>
                <a:gd name="T8" fmla="*/ 16 w 88"/>
                <a:gd name="T9" fmla="*/ 56 h 56"/>
                <a:gd name="T10" fmla="*/ 72 w 88"/>
                <a:gd name="T11" fmla="*/ 56 h 56"/>
                <a:gd name="T12" fmla="*/ 88 w 88"/>
                <a:gd name="T13" fmla="*/ 40 h 56"/>
                <a:gd name="T14" fmla="*/ 75 w 88"/>
                <a:gd name="T15" fmla="*/ 24 h 56"/>
                <a:gd name="T16" fmla="*/ 72 w 88"/>
                <a:gd name="T17" fmla="*/ 48 h 56"/>
                <a:gd name="T18" fmla="*/ 16 w 88"/>
                <a:gd name="T19" fmla="*/ 48 h 56"/>
                <a:gd name="T20" fmla="*/ 8 w 88"/>
                <a:gd name="T21" fmla="*/ 40 h 56"/>
                <a:gd name="T22" fmla="*/ 16 w 88"/>
                <a:gd name="T23" fmla="*/ 32 h 56"/>
                <a:gd name="T24" fmla="*/ 19 w 88"/>
                <a:gd name="T25" fmla="*/ 32 h 56"/>
                <a:gd name="T26" fmla="*/ 19 w 88"/>
                <a:gd name="T27" fmla="*/ 28 h 56"/>
                <a:gd name="T28" fmla="*/ 44 w 88"/>
                <a:gd name="T29" fmla="*/ 8 h 56"/>
                <a:gd name="T30" fmla="*/ 68 w 88"/>
                <a:gd name="T31" fmla="*/ 28 h 56"/>
                <a:gd name="T32" fmla="*/ 68 w 88"/>
                <a:gd name="T33" fmla="*/ 32 h 56"/>
                <a:gd name="T34" fmla="*/ 72 w 88"/>
                <a:gd name="T35" fmla="*/ 32 h 56"/>
                <a:gd name="T36" fmla="*/ 80 w 88"/>
                <a:gd name="T37" fmla="*/ 40 h 56"/>
                <a:gd name="T38" fmla="*/ 72 w 88"/>
                <a:gd name="T3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5" y="24"/>
                  </a:moveTo>
                  <a:cubicBezTo>
                    <a:pt x="73" y="10"/>
                    <a:pt x="60" y="0"/>
                    <a:pt x="44" y="0"/>
                  </a:cubicBezTo>
                  <a:cubicBezTo>
                    <a:pt x="29" y="0"/>
                    <a:pt x="16" y="12"/>
                    <a:pt x="12" y="24"/>
                  </a:cubicBez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5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6"/>
                    <a:pt x="75" y="24"/>
                  </a:cubicBezTo>
                  <a:close/>
                  <a:moveTo>
                    <a:pt x="72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5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0" name="Group 649"/>
          <p:cNvGrpSpPr/>
          <p:nvPr/>
        </p:nvGrpSpPr>
        <p:grpSpPr>
          <a:xfrm>
            <a:off x="6765060" y="1686979"/>
            <a:ext cx="301196" cy="253638"/>
            <a:chOff x="6765060" y="1686979"/>
            <a:chExt cx="301196" cy="253638"/>
          </a:xfrm>
          <a:solidFill>
            <a:schemeClr val="tx1"/>
          </a:solidFill>
        </p:grpSpPr>
        <p:sp>
          <p:nvSpPr>
            <p:cNvPr id="496" name="Freeform 88"/>
            <p:cNvSpPr>
              <a:spLocks/>
            </p:cNvSpPr>
            <p:nvPr/>
          </p:nvSpPr>
          <p:spPr bwMode="auto">
            <a:xfrm>
              <a:off x="6876027" y="1791152"/>
              <a:ext cx="81527" cy="97380"/>
            </a:xfrm>
            <a:custGeom>
              <a:avLst/>
              <a:gdLst>
                <a:gd name="T0" fmla="*/ 20 w 36"/>
                <a:gd name="T1" fmla="*/ 36 h 43"/>
                <a:gd name="T2" fmla="*/ 20 w 36"/>
                <a:gd name="T3" fmla="*/ 0 h 43"/>
                <a:gd name="T4" fmla="*/ 16 w 36"/>
                <a:gd name="T5" fmla="*/ 0 h 43"/>
                <a:gd name="T6" fmla="*/ 16 w 36"/>
                <a:gd name="T7" fmla="*/ 36 h 43"/>
                <a:gd name="T8" fmla="*/ 2 w 36"/>
                <a:gd name="T9" fmla="*/ 23 h 43"/>
                <a:gd name="T10" fmla="*/ 0 w 36"/>
                <a:gd name="T11" fmla="*/ 26 h 43"/>
                <a:gd name="T12" fmla="*/ 16 w 36"/>
                <a:gd name="T13" fmla="*/ 43 h 43"/>
                <a:gd name="T14" fmla="*/ 19 w 36"/>
                <a:gd name="T15" fmla="*/ 43 h 43"/>
                <a:gd name="T16" fmla="*/ 36 w 36"/>
                <a:gd name="T17" fmla="*/ 26 h 43"/>
                <a:gd name="T18" fmla="*/ 33 w 36"/>
                <a:gd name="T19" fmla="*/ 23 h 43"/>
                <a:gd name="T20" fmla="*/ 20 w 36"/>
                <a:gd name="T21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20" y="36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2" y="23"/>
                  </a:lnTo>
                  <a:lnTo>
                    <a:pt x="0" y="26"/>
                  </a:lnTo>
                  <a:lnTo>
                    <a:pt x="16" y="43"/>
                  </a:lnTo>
                  <a:lnTo>
                    <a:pt x="19" y="43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7" name="Freeform 89"/>
            <p:cNvSpPr>
              <a:spLocks noEditPoints="1"/>
            </p:cNvSpPr>
            <p:nvPr/>
          </p:nvSpPr>
          <p:spPr bwMode="auto">
            <a:xfrm>
              <a:off x="6765060" y="1686979"/>
              <a:ext cx="301196" cy="253638"/>
            </a:xfrm>
            <a:custGeom>
              <a:avLst/>
              <a:gdLst>
                <a:gd name="T0" fmla="*/ 111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1 w 133"/>
                <a:gd name="T23" fmla="*/ 8 h 112"/>
                <a:gd name="T24" fmla="*/ 111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1 h 112"/>
                <a:gd name="T68" fmla="*/ 40 w 133"/>
                <a:gd name="T69" fmla="*/ 21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1 h 112"/>
                <a:gd name="T76" fmla="*/ 111 w 133"/>
                <a:gd name="T77" fmla="*/ 21 h 112"/>
                <a:gd name="T78" fmla="*/ 111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40" y="21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1"/>
                  </a:lnTo>
                  <a:lnTo>
                    <a:pt x="111" y="21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98" name="Freeform 90"/>
          <p:cNvSpPr>
            <a:spLocks noEditPoints="1"/>
          </p:cNvSpPr>
          <p:nvPr/>
        </p:nvSpPr>
        <p:spPr bwMode="auto">
          <a:xfrm>
            <a:off x="2068227" y="2078759"/>
            <a:ext cx="301196" cy="253638"/>
          </a:xfrm>
          <a:custGeom>
            <a:avLst/>
            <a:gdLst>
              <a:gd name="T0" fmla="*/ 110 w 133"/>
              <a:gd name="T1" fmla="*/ 0 h 112"/>
              <a:gd name="T2" fmla="*/ 93 w 133"/>
              <a:gd name="T3" fmla="*/ 0 h 112"/>
              <a:gd name="T4" fmla="*/ 93 w 133"/>
              <a:gd name="T5" fmla="*/ 8 h 112"/>
              <a:gd name="T6" fmla="*/ 39 w 133"/>
              <a:gd name="T7" fmla="*/ 8 h 112"/>
              <a:gd name="T8" fmla="*/ 39 w 133"/>
              <a:gd name="T9" fmla="*/ 0 h 112"/>
              <a:gd name="T10" fmla="*/ 22 w 133"/>
              <a:gd name="T11" fmla="*/ 0 h 112"/>
              <a:gd name="T12" fmla="*/ 22 w 133"/>
              <a:gd name="T13" fmla="*/ 8 h 112"/>
              <a:gd name="T14" fmla="*/ 0 w 133"/>
              <a:gd name="T15" fmla="*/ 8 h 112"/>
              <a:gd name="T16" fmla="*/ 0 w 133"/>
              <a:gd name="T17" fmla="*/ 112 h 112"/>
              <a:gd name="T18" fmla="*/ 133 w 133"/>
              <a:gd name="T19" fmla="*/ 112 h 112"/>
              <a:gd name="T20" fmla="*/ 133 w 133"/>
              <a:gd name="T21" fmla="*/ 8 h 112"/>
              <a:gd name="T22" fmla="*/ 110 w 133"/>
              <a:gd name="T23" fmla="*/ 8 h 112"/>
              <a:gd name="T24" fmla="*/ 110 w 133"/>
              <a:gd name="T25" fmla="*/ 0 h 112"/>
              <a:gd name="T26" fmla="*/ 97 w 133"/>
              <a:gd name="T27" fmla="*/ 4 h 112"/>
              <a:gd name="T28" fmla="*/ 106 w 133"/>
              <a:gd name="T29" fmla="*/ 4 h 112"/>
              <a:gd name="T30" fmla="*/ 106 w 133"/>
              <a:gd name="T31" fmla="*/ 16 h 112"/>
              <a:gd name="T32" fmla="*/ 97 w 133"/>
              <a:gd name="T33" fmla="*/ 16 h 112"/>
              <a:gd name="T34" fmla="*/ 97 w 133"/>
              <a:gd name="T35" fmla="*/ 4 h 112"/>
              <a:gd name="T36" fmla="*/ 27 w 133"/>
              <a:gd name="T37" fmla="*/ 4 h 112"/>
              <a:gd name="T38" fmla="*/ 35 w 133"/>
              <a:gd name="T39" fmla="*/ 4 h 112"/>
              <a:gd name="T40" fmla="*/ 35 w 133"/>
              <a:gd name="T41" fmla="*/ 16 h 112"/>
              <a:gd name="T42" fmla="*/ 27 w 133"/>
              <a:gd name="T43" fmla="*/ 16 h 112"/>
              <a:gd name="T44" fmla="*/ 27 w 133"/>
              <a:gd name="T45" fmla="*/ 4 h 112"/>
              <a:gd name="T46" fmla="*/ 4 w 133"/>
              <a:gd name="T47" fmla="*/ 108 h 112"/>
              <a:gd name="T48" fmla="*/ 4 w 133"/>
              <a:gd name="T49" fmla="*/ 29 h 112"/>
              <a:gd name="T50" fmla="*/ 129 w 133"/>
              <a:gd name="T51" fmla="*/ 29 h 112"/>
              <a:gd name="T52" fmla="*/ 129 w 133"/>
              <a:gd name="T53" fmla="*/ 108 h 112"/>
              <a:gd name="T54" fmla="*/ 4 w 133"/>
              <a:gd name="T55" fmla="*/ 108 h 112"/>
              <a:gd name="T56" fmla="*/ 129 w 133"/>
              <a:gd name="T57" fmla="*/ 12 h 112"/>
              <a:gd name="T58" fmla="*/ 129 w 133"/>
              <a:gd name="T59" fmla="*/ 25 h 112"/>
              <a:gd name="T60" fmla="*/ 4 w 133"/>
              <a:gd name="T61" fmla="*/ 25 h 112"/>
              <a:gd name="T62" fmla="*/ 4 w 133"/>
              <a:gd name="T63" fmla="*/ 12 h 112"/>
              <a:gd name="T64" fmla="*/ 22 w 133"/>
              <a:gd name="T65" fmla="*/ 12 h 112"/>
              <a:gd name="T66" fmla="*/ 22 w 133"/>
              <a:gd name="T67" fmla="*/ 20 h 112"/>
              <a:gd name="T68" fmla="*/ 39 w 133"/>
              <a:gd name="T69" fmla="*/ 20 h 112"/>
              <a:gd name="T70" fmla="*/ 39 w 133"/>
              <a:gd name="T71" fmla="*/ 12 h 112"/>
              <a:gd name="T72" fmla="*/ 93 w 133"/>
              <a:gd name="T73" fmla="*/ 12 h 112"/>
              <a:gd name="T74" fmla="*/ 93 w 133"/>
              <a:gd name="T75" fmla="*/ 20 h 112"/>
              <a:gd name="T76" fmla="*/ 110 w 133"/>
              <a:gd name="T77" fmla="*/ 20 h 112"/>
              <a:gd name="T78" fmla="*/ 110 w 133"/>
              <a:gd name="T79" fmla="*/ 12 h 112"/>
              <a:gd name="T80" fmla="*/ 129 w 133"/>
              <a:gd name="T81" fmla="*/ 1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3" h="112">
                <a:moveTo>
                  <a:pt x="110" y="0"/>
                </a:moveTo>
                <a:lnTo>
                  <a:pt x="93" y="0"/>
                </a:lnTo>
                <a:lnTo>
                  <a:pt x="93" y="8"/>
                </a:lnTo>
                <a:lnTo>
                  <a:pt x="39" y="8"/>
                </a:lnTo>
                <a:lnTo>
                  <a:pt x="39" y="0"/>
                </a:lnTo>
                <a:lnTo>
                  <a:pt x="22" y="0"/>
                </a:lnTo>
                <a:lnTo>
                  <a:pt x="22" y="8"/>
                </a:lnTo>
                <a:lnTo>
                  <a:pt x="0" y="8"/>
                </a:lnTo>
                <a:lnTo>
                  <a:pt x="0" y="112"/>
                </a:lnTo>
                <a:lnTo>
                  <a:pt x="133" y="112"/>
                </a:lnTo>
                <a:lnTo>
                  <a:pt x="133" y="8"/>
                </a:lnTo>
                <a:lnTo>
                  <a:pt x="110" y="8"/>
                </a:lnTo>
                <a:lnTo>
                  <a:pt x="110" y="0"/>
                </a:lnTo>
                <a:close/>
                <a:moveTo>
                  <a:pt x="97" y="4"/>
                </a:moveTo>
                <a:lnTo>
                  <a:pt x="106" y="4"/>
                </a:lnTo>
                <a:lnTo>
                  <a:pt x="106" y="16"/>
                </a:lnTo>
                <a:lnTo>
                  <a:pt x="97" y="16"/>
                </a:lnTo>
                <a:lnTo>
                  <a:pt x="97" y="4"/>
                </a:lnTo>
                <a:close/>
                <a:moveTo>
                  <a:pt x="27" y="4"/>
                </a:moveTo>
                <a:lnTo>
                  <a:pt x="35" y="4"/>
                </a:lnTo>
                <a:lnTo>
                  <a:pt x="35" y="16"/>
                </a:lnTo>
                <a:lnTo>
                  <a:pt x="27" y="16"/>
                </a:lnTo>
                <a:lnTo>
                  <a:pt x="27" y="4"/>
                </a:lnTo>
                <a:close/>
                <a:moveTo>
                  <a:pt x="4" y="108"/>
                </a:moveTo>
                <a:lnTo>
                  <a:pt x="4" y="29"/>
                </a:lnTo>
                <a:lnTo>
                  <a:pt x="129" y="29"/>
                </a:lnTo>
                <a:lnTo>
                  <a:pt x="129" y="108"/>
                </a:lnTo>
                <a:lnTo>
                  <a:pt x="4" y="108"/>
                </a:lnTo>
                <a:close/>
                <a:moveTo>
                  <a:pt x="129" y="12"/>
                </a:moveTo>
                <a:lnTo>
                  <a:pt x="129" y="25"/>
                </a:lnTo>
                <a:lnTo>
                  <a:pt x="4" y="25"/>
                </a:lnTo>
                <a:lnTo>
                  <a:pt x="4" y="12"/>
                </a:lnTo>
                <a:lnTo>
                  <a:pt x="22" y="12"/>
                </a:lnTo>
                <a:lnTo>
                  <a:pt x="22" y="20"/>
                </a:lnTo>
                <a:lnTo>
                  <a:pt x="39" y="20"/>
                </a:lnTo>
                <a:lnTo>
                  <a:pt x="39" y="12"/>
                </a:lnTo>
                <a:lnTo>
                  <a:pt x="93" y="12"/>
                </a:lnTo>
                <a:lnTo>
                  <a:pt x="93" y="20"/>
                </a:lnTo>
                <a:lnTo>
                  <a:pt x="110" y="20"/>
                </a:lnTo>
                <a:lnTo>
                  <a:pt x="110" y="12"/>
                </a:lnTo>
                <a:lnTo>
                  <a:pt x="129" y="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8" name="Group 637"/>
          <p:cNvGrpSpPr/>
          <p:nvPr/>
        </p:nvGrpSpPr>
        <p:grpSpPr>
          <a:xfrm>
            <a:off x="2457743" y="2078759"/>
            <a:ext cx="303460" cy="253638"/>
            <a:chOff x="2457743" y="2078759"/>
            <a:chExt cx="303460" cy="253638"/>
          </a:xfrm>
          <a:solidFill>
            <a:schemeClr val="tx1"/>
          </a:solidFill>
        </p:grpSpPr>
        <p:sp>
          <p:nvSpPr>
            <p:cNvPr id="499" name="Freeform 91"/>
            <p:cNvSpPr>
              <a:spLocks noEditPoints="1"/>
            </p:cNvSpPr>
            <p:nvPr/>
          </p:nvSpPr>
          <p:spPr bwMode="auto">
            <a:xfrm>
              <a:off x="2457743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7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7 w 134"/>
                <a:gd name="T43" fmla="*/ 16 h 112"/>
                <a:gd name="T44" fmla="*/ 27 w 134"/>
                <a:gd name="T45" fmla="*/ 4 h 112"/>
                <a:gd name="T46" fmla="*/ 4 w 134"/>
                <a:gd name="T47" fmla="*/ 108 h 112"/>
                <a:gd name="T48" fmla="*/ 4 w 134"/>
                <a:gd name="T49" fmla="*/ 29 h 112"/>
                <a:gd name="T50" fmla="*/ 129 w 134"/>
                <a:gd name="T51" fmla="*/ 29 h 112"/>
                <a:gd name="T52" fmla="*/ 129 w 134"/>
                <a:gd name="T53" fmla="*/ 108 h 112"/>
                <a:gd name="T54" fmla="*/ 4 w 134"/>
                <a:gd name="T55" fmla="*/ 108 h 112"/>
                <a:gd name="T56" fmla="*/ 129 w 134"/>
                <a:gd name="T57" fmla="*/ 12 h 112"/>
                <a:gd name="T58" fmla="*/ 129 w 134"/>
                <a:gd name="T59" fmla="*/ 25 h 112"/>
                <a:gd name="T60" fmla="*/ 4 w 134"/>
                <a:gd name="T61" fmla="*/ 25 h 112"/>
                <a:gd name="T62" fmla="*/ 4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29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0" name="Freeform 92"/>
            <p:cNvSpPr>
              <a:spLocks noEditPoints="1"/>
            </p:cNvSpPr>
            <p:nvPr/>
          </p:nvSpPr>
          <p:spPr bwMode="auto">
            <a:xfrm>
              <a:off x="2580032" y="2180667"/>
              <a:ext cx="86056" cy="108702"/>
            </a:xfrm>
            <a:custGeom>
              <a:avLst/>
              <a:gdLst>
                <a:gd name="T0" fmla="*/ 5 w 38"/>
                <a:gd name="T1" fmla="*/ 5 h 48"/>
                <a:gd name="T2" fmla="*/ 5 w 38"/>
                <a:gd name="T3" fmla="*/ 0 h 48"/>
                <a:gd name="T4" fmla="*/ 0 w 38"/>
                <a:gd name="T5" fmla="*/ 0 h 48"/>
                <a:gd name="T6" fmla="*/ 0 w 38"/>
                <a:gd name="T7" fmla="*/ 48 h 48"/>
                <a:gd name="T8" fmla="*/ 5 w 38"/>
                <a:gd name="T9" fmla="*/ 48 h 48"/>
                <a:gd name="T10" fmla="*/ 5 w 38"/>
                <a:gd name="T11" fmla="*/ 25 h 48"/>
                <a:gd name="T12" fmla="*/ 38 w 38"/>
                <a:gd name="T13" fmla="*/ 25 h 48"/>
                <a:gd name="T14" fmla="*/ 31 w 38"/>
                <a:gd name="T15" fmla="*/ 15 h 48"/>
                <a:gd name="T16" fmla="*/ 38 w 38"/>
                <a:gd name="T17" fmla="*/ 5 h 48"/>
                <a:gd name="T18" fmla="*/ 5 w 38"/>
                <a:gd name="T19" fmla="*/ 5 h 48"/>
                <a:gd name="T20" fmla="*/ 30 w 38"/>
                <a:gd name="T21" fmla="*/ 21 h 48"/>
                <a:gd name="T22" fmla="*/ 5 w 38"/>
                <a:gd name="T23" fmla="*/ 21 h 48"/>
                <a:gd name="T24" fmla="*/ 5 w 38"/>
                <a:gd name="T25" fmla="*/ 9 h 48"/>
                <a:gd name="T26" fmla="*/ 30 w 38"/>
                <a:gd name="T27" fmla="*/ 9 h 48"/>
                <a:gd name="T28" fmla="*/ 26 w 38"/>
                <a:gd name="T29" fmla="*/ 15 h 48"/>
                <a:gd name="T30" fmla="*/ 30 w 38"/>
                <a:gd name="T31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48">
                  <a:moveTo>
                    <a:pt x="5" y="5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5" y="48"/>
                  </a:lnTo>
                  <a:lnTo>
                    <a:pt x="5" y="25"/>
                  </a:lnTo>
                  <a:lnTo>
                    <a:pt x="38" y="25"/>
                  </a:lnTo>
                  <a:lnTo>
                    <a:pt x="31" y="15"/>
                  </a:lnTo>
                  <a:lnTo>
                    <a:pt x="38" y="5"/>
                  </a:lnTo>
                  <a:lnTo>
                    <a:pt x="5" y="5"/>
                  </a:lnTo>
                  <a:close/>
                  <a:moveTo>
                    <a:pt x="30" y="21"/>
                  </a:moveTo>
                  <a:lnTo>
                    <a:pt x="5" y="21"/>
                  </a:lnTo>
                  <a:lnTo>
                    <a:pt x="5" y="9"/>
                  </a:lnTo>
                  <a:lnTo>
                    <a:pt x="30" y="9"/>
                  </a:lnTo>
                  <a:lnTo>
                    <a:pt x="26" y="15"/>
                  </a:lnTo>
                  <a:lnTo>
                    <a:pt x="30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9" name="Group 638"/>
          <p:cNvGrpSpPr/>
          <p:nvPr/>
        </p:nvGrpSpPr>
        <p:grpSpPr>
          <a:xfrm>
            <a:off x="2849523" y="2078759"/>
            <a:ext cx="301196" cy="253638"/>
            <a:chOff x="2849523" y="2078759"/>
            <a:chExt cx="301196" cy="253638"/>
          </a:xfrm>
          <a:solidFill>
            <a:schemeClr val="tx1"/>
          </a:solidFill>
        </p:grpSpPr>
        <p:sp>
          <p:nvSpPr>
            <p:cNvPr id="501" name="Freeform 93"/>
            <p:cNvSpPr>
              <a:spLocks noEditPoints="1"/>
            </p:cNvSpPr>
            <p:nvPr/>
          </p:nvSpPr>
          <p:spPr bwMode="auto">
            <a:xfrm>
              <a:off x="2849523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40 w 133"/>
                <a:gd name="T69" fmla="*/ 20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2" name="Freeform 94"/>
            <p:cNvSpPr>
              <a:spLocks noEditPoints="1"/>
            </p:cNvSpPr>
            <p:nvPr/>
          </p:nvSpPr>
          <p:spPr bwMode="auto">
            <a:xfrm>
              <a:off x="2949167" y="2191990"/>
              <a:ext cx="104173" cy="88321"/>
            </a:xfrm>
            <a:custGeom>
              <a:avLst/>
              <a:gdLst>
                <a:gd name="T0" fmla="*/ 64 w 88"/>
                <a:gd name="T1" fmla="*/ 0 h 76"/>
                <a:gd name="T2" fmla="*/ 44 w 88"/>
                <a:gd name="T3" fmla="*/ 11 h 76"/>
                <a:gd name="T4" fmla="*/ 24 w 88"/>
                <a:gd name="T5" fmla="*/ 0 h 76"/>
                <a:gd name="T6" fmla="*/ 0 w 88"/>
                <a:gd name="T7" fmla="*/ 24 h 76"/>
                <a:gd name="T8" fmla="*/ 43 w 88"/>
                <a:gd name="T9" fmla="*/ 75 h 76"/>
                <a:gd name="T10" fmla="*/ 44 w 88"/>
                <a:gd name="T11" fmla="*/ 76 h 76"/>
                <a:gd name="T12" fmla="*/ 46 w 88"/>
                <a:gd name="T13" fmla="*/ 75 h 76"/>
                <a:gd name="T14" fmla="*/ 88 w 88"/>
                <a:gd name="T15" fmla="*/ 24 h 76"/>
                <a:gd name="T16" fmla="*/ 64 w 88"/>
                <a:gd name="T17" fmla="*/ 0 h 76"/>
                <a:gd name="T18" fmla="*/ 44 w 88"/>
                <a:gd name="T19" fmla="*/ 67 h 76"/>
                <a:gd name="T20" fmla="*/ 8 w 88"/>
                <a:gd name="T21" fmla="*/ 24 h 76"/>
                <a:gd name="T22" fmla="*/ 24 w 88"/>
                <a:gd name="T23" fmla="*/ 8 h 76"/>
                <a:gd name="T24" fmla="*/ 40 w 88"/>
                <a:gd name="T25" fmla="*/ 24 h 76"/>
                <a:gd name="T26" fmla="*/ 48 w 88"/>
                <a:gd name="T27" fmla="*/ 24 h 76"/>
                <a:gd name="T28" fmla="*/ 64 w 88"/>
                <a:gd name="T29" fmla="*/ 8 h 76"/>
                <a:gd name="T30" fmla="*/ 80 w 88"/>
                <a:gd name="T31" fmla="*/ 24 h 76"/>
                <a:gd name="T32" fmla="*/ 44 w 88"/>
                <a:gd name="T33" fmla="*/ 6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6">
                  <a:moveTo>
                    <a:pt x="64" y="0"/>
                  </a:moveTo>
                  <a:cubicBezTo>
                    <a:pt x="56" y="0"/>
                    <a:pt x="49" y="4"/>
                    <a:pt x="44" y="11"/>
                  </a:cubicBezTo>
                  <a:cubicBezTo>
                    <a:pt x="40" y="4"/>
                    <a:pt x="33" y="0"/>
                    <a:pt x="24" y="0"/>
                  </a:cubicBezTo>
                  <a:cubicBezTo>
                    <a:pt x="11" y="0"/>
                    <a:pt x="0" y="10"/>
                    <a:pt x="0" y="24"/>
                  </a:cubicBezTo>
                  <a:cubicBezTo>
                    <a:pt x="0" y="53"/>
                    <a:pt x="41" y="74"/>
                    <a:pt x="43" y="75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8" y="74"/>
                    <a:pt x="88" y="53"/>
                    <a:pt x="88" y="24"/>
                  </a:cubicBezTo>
                  <a:cubicBezTo>
                    <a:pt x="88" y="10"/>
                    <a:pt x="78" y="0"/>
                    <a:pt x="64" y="0"/>
                  </a:cubicBezTo>
                  <a:close/>
                  <a:moveTo>
                    <a:pt x="44" y="67"/>
                  </a:moveTo>
                  <a:cubicBezTo>
                    <a:pt x="37" y="63"/>
                    <a:pt x="8" y="45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6" y="8"/>
                    <a:pt x="64" y="8"/>
                  </a:cubicBezTo>
                  <a:cubicBezTo>
                    <a:pt x="74" y="8"/>
                    <a:pt x="80" y="15"/>
                    <a:pt x="80" y="24"/>
                  </a:cubicBezTo>
                  <a:cubicBezTo>
                    <a:pt x="80" y="45"/>
                    <a:pt x="52" y="63"/>
                    <a:pt x="44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241303" y="2078759"/>
            <a:ext cx="303460" cy="253638"/>
            <a:chOff x="3241303" y="2078759"/>
            <a:chExt cx="303460" cy="253638"/>
          </a:xfrm>
          <a:solidFill>
            <a:schemeClr val="tx1"/>
          </a:solidFill>
        </p:grpSpPr>
        <p:sp>
          <p:nvSpPr>
            <p:cNvPr id="503" name="Rectangle 95"/>
            <p:cNvSpPr>
              <a:spLocks noChangeArrowheads="1"/>
            </p:cNvSpPr>
            <p:nvPr/>
          </p:nvSpPr>
          <p:spPr bwMode="auto">
            <a:xfrm>
              <a:off x="3350005" y="2228224"/>
              <a:ext cx="8605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4" name="Freeform 96"/>
            <p:cNvSpPr>
              <a:spLocks noEditPoints="1"/>
            </p:cNvSpPr>
            <p:nvPr/>
          </p:nvSpPr>
          <p:spPr bwMode="auto">
            <a:xfrm>
              <a:off x="3241303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8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8 w 134"/>
                <a:gd name="T43" fmla="*/ 16 h 112"/>
                <a:gd name="T44" fmla="*/ 28 w 134"/>
                <a:gd name="T45" fmla="*/ 4 h 112"/>
                <a:gd name="T46" fmla="*/ 5 w 134"/>
                <a:gd name="T47" fmla="*/ 108 h 112"/>
                <a:gd name="T48" fmla="*/ 5 w 134"/>
                <a:gd name="T49" fmla="*/ 29 h 112"/>
                <a:gd name="T50" fmla="*/ 130 w 134"/>
                <a:gd name="T51" fmla="*/ 29 h 112"/>
                <a:gd name="T52" fmla="*/ 130 w 134"/>
                <a:gd name="T53" fmla="*/ 108 h 112"/>
                <a:gd name="T54" fmla="*/ 5 w 134"/>
                <a:gd name="T55" fmla="*/ 108 h 112"/>
                <a:gd name="T56" fmla="*/ 130 w 134"/>
                <a:gd name="T57" fmla="*/ 12 h 112"/>
                <a:gd name="T58" fmla="*/ 130 w 134"/>
                <a:gd name="T59" fmla="*/ 25 h 112"/>
                <a:gd name="T60" fmla="*/ 5 w 134"/>
                <a:gd name="T61" fmla="*/ 25 h 112"/>
                <a:gd name="T62" fmla="*/ 5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30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8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8" y="16"/>
                  </a:lnTo>
                  <a:lnTo>
                    <a:pt x="28" y="4"/>
                  </a:lnTo>
                  <a:close/>
                  <a:moveTo>
                    <a:pt x="5" y="108"/>
                  </a:moveTo>
                  <a:lnTo>
                    <a:pt x="5" y="29"/>
                  </a:lnTo>
                  <a:lnTo>
                    <a:pt x="130" y="29"/>
                  </a:lnTo>
                  <a:lnTo>
                    <a:pt x="130" y="108"/>
                  </a:lnTo>
                  <a:lnTo>
                    <a:pt x="5" y="108"/>
                  </a:lnTo>
                  <a:close/>
                  <a:moveTo>
                    <a:pt x="130" y="12"/>
                  </a:moveTo>
                  <a:lnTo>
                    <a:pt x="130" y="25"/>
                  </a:lnTo>
                  <a:lnTo>
                    <a:pt x="5" y="25"/>
                  </a:lnTo>
                  <a:lnTo>
                    <a:pt x="5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0" name="Group 639"/>
          <p:cNvGrpSpPr/>
          <p:nvPr/>
        </p:nvGrpSpPr>
        <p:grpSpPr>
          <a:xfrm>
            <a:off x="3633084" y="2078759"/>
            <a:ext cx="303460" cy="253638"/>
            <a:chOff x="3633084" y="2078759"/>
            <a:chExt cx="303460" cy="253638"/>
          </a:xfrm>
          <a:solidFill>
            <a:schemeClr val="tx1"/>
          </a:solidFill>
        </p:grpSpPr>
        <p:sp>
          <p:nvSpPr>
            <p:cNvPr id="505" name="Freeform 97"/>
            <p:cNvSpPr>
              <a:spLocks noEditPoints="1"/>
            </p:cNvSpPr>
            <p:nvPr/>
          </p:nvSpPr>
          <p:spPr bwMode="auto">
            <a:xfrm>
              <a:off x="3633084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6 w 134"/>
                <a:gd name="T29" fmla="*/ 4 h 112"/>
                <a:gd name="T30" fmla="*/ 106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7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7 w 134"/>
                <a:gd name="T43" fmla="*/ 16 h 112"/>
                <a:gd name="T44" fmla="*/ 27 w 134"/>
                <a:gd name="T45" fmla="*/ 4 h 112"/>
                <a:gd name="T46" fmla="*/ 4 w 134"/>
                <a:gd name="T47" fmla="*/ 108 h 112"/>
                <a:gd name="T48" fmla="*/ 4 w 134"/>
                <a:gd name="T49" fmla="*/ 29 h 112"/>
                <a:gd name="T50" fmla="*/ 129 w 134"/>
                <a:gd name="T51" fmla="*/ 29 h 112"/>
                <a:gd name="T52" fmla="*/ 129 w 134"/>
                <a:gd name="T53" fmla="*/ 108 h 112"/>
                <a:gd name="T54" fmla="*/ 4 w 134"/>
                <a:gd name="T55" fmla="*/ 108 h 112"/>
                <a:gd name="T56" fmla="*/ 129 w 134"/>
                <a:gd name="T57" fmla="*/ 12 h 112"/>
                <a:gd name="T58" fmla="*/ 129 w 134"/>
                <a:gd name="T59" fmla="*/ 25 h 112"/>
                <a:gd name="T60" fmla="*/ 4 w 134"/>
                <a:gd name="T61" fmla="*/ 25 h 112"/>
                <a:gd name="T62" fmla="*/ 4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29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6" name="Freeform 98"/>
            <p:cNvSpPr>
              <a:spLocks/>
            </p:cNvSpPr>
            <p:nvPr/>
          </p:nvSpPr>
          <p:spPr bwMode="auto">
            <a:xfrm>
              <a:off x="3737257" y="2191990"/>
              <a:ext cx="99644" cy="81527"/>
            </a:xfrm>
            <a:custGeom>
              <a:avLst/>
              <a:gdLst>
                <a:gd name="T0" fmla="*/ 23 w 44"/>
                <a:gd name="T1" fmla="*/ 3 h 36"/>
                <a:gd name="T2" fmla="*/ 37 w 44"/>
                <a:gd name="T3" fmla="*/ 16 h 36"/>
                <a:gd name="T4" fmla="*/ 0 w 44"/>
                <a:gd name="T5" fmla="*/ 16 h 36"/>
                <a:gd name="T6" fmla="*/ 0 w 44"/>
                <a:gd name="T7" fmla="*/ 20 h 36"/>
                <a:gd name="T8" fmla="*/ 37 w 44"/>
                <a:gd name="T9" fmla="*/ 20 h 36"/>
                <a:gd name="T10" fmla="*/ 23 w 44"/>
                <a:gd name="T11" fmla="*/ 33 h 36"/>
                <a:gd name="T12" fmla="*/ 27 w 44"/>
                <a:gd name="T13" fmla="*/ 36 h 36"/>
                <a:gd name="T14" fmla="*/ 44 w 44"/>
                <a:gd name="T15" fmla="*/ 20 h 36"/>
                <a:gd name="T16" fmla="*/ 44 w 44"/>
                <a:gd name="T17" fmla="*/ 17 h 36"/>
                <a:gd name="T18" fmla="*/ 27 w 44"/>
                <a:gd name="T19" fmla="*/ 0 h 36"/>
                <a:gd name="T20" fmla="*/ 23 w 44"/>
                <a:gd name="T21" fmla="*/ 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23" y="3"/>
                  </a:moveTo>
                  <a:lnTo>
                    <a:pt x="37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23" y="33"/>
                  </a:lnTo>
                  <a:lnTo>
                    <a:pt x="27" y="36"/>
                  </a:lnTo>
                  <a:lnTo>
                    <a:pt x="44" y="20"/>
                  </a:lnTo>
                  <a:lnTo>
                    <a:pt x="44" y="17"/>
                  </a:lnTo>
                  <a:lnTo>
                    <a:pt x="27" y="0"/>
                  </a:lnTo>
                  <a:lnTo>
                    <a:pt x="2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1" name="Group 640"/>
          <p:cNvGrpSpPr/>
          <p:nvPr/>
        </p:nvGrpSpPr>
        <p:grpSpPr>
          <a:xfrm>
            <a:off x="4024863" y="2078759"/>
            <a:ext cx="301196" cy="253638"/>
            <a:chOff x="4024863" y="2078759"/>
            <a:chExt cx="301196" cy="253638"/>
          </a:xfrm>
          <a:solidFill>
            <a:schemeClr val="tx1"/>
          </a:solidFill>
        </p:grpSpPr>
        <p:sp>
          <p:nvSpPr>
            <p:cNvPr id="507" name="Freeform 99"/>
            <p:cNvSpPr>
              <a:spLocks noEditPoints="1"/>
            </p:cNvSpPr>
            <p:nvPr/>
          </p:nvSpPr>
          <p:spPr bwMode="auto">
            <a:xfrm>
              <a:off x="4024863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5 w 133"/>
                <a:gd name="T39" fmla="*/ 4 h 112"/>
                <a:gd name="T40" fmla="*/ 35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40 w 133"/>
                <a:gd name="T69" fmla="*/ 20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5" y="4"/>
                  </a:lnTo>
                  <a:lnTo>
                    <a:pt x="35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8" name="Freeform 100"/>
            <p:cNvSpPr>
              <a:spLocks noEditPoints="1"/>
            </p:cNvSpPr>
            <p:nvPr/>
          </p:nvSpPr>
          <p:spPr bwMode="auto">
            <a:xfrm>
              <a:off x="4129036" y="2185197"/>
              <a:ext cx="95114" cy="95114"/>
            </a:xfrm>
            <a:custGeom>
              <a:avLst/>
              <a:gdLst>
                <a:gd name="T0" fmla="*/ 40 w 80"/>
                <a:gd name="T1" fmla="*/ 0 h 80"/>
                <a:gd name="T2" fmla="*/ 12 w 80"/>
                <a:gd name="T3" fmla="*/ 12 h 80"/>
                <a:gd name="T4" fmla="*/ 0 w 80"/>
                <a:gd name="T5" fmla="*/ 40 h 80"/>
                <a:gd name="T6" fmla="*/ 12 w 80"/>
                <a:gd name="T7" fmla="*/ 68 h 80"/>
                <a:gd name="T8" fmla="*/ 40 w 80"/>
                <a:gd name="T9" fmla="*/ 80 h 80"/>
                <a:gd name="T10" fmla="*/ 40 w 80"/>
                <a:gd name="T11" fmla="*/ 80 h 80"/>
                <a:gd name="T12" fmla="*/ 80 w 80"/>
                <a:gd name="T13" fmla="*/ 40 h 80"/>
                <a:gd name="T14" fmla="*/ 68 w 80"/>
                <a:gd name="T15" fmla="*/ 12 h 80"/>
                <a:gd name="T16" fmla="*/ 40 w 80"/>
                <a:gd name="T17" fmla="*/ 0 h 80"/>
                <a:gd name="T18" fmla="*/ 40 w 80"/>
                <a:gd name="T19" fmla="*/ 72 h 80"/>
                <a:gd name="T20" fmla="*/ 17 w 80"/>
                <a:gd name="T21" fmla="*/ 62 h 80"/>
                <a:gd name="T22" fmla="*/ 8 w 80"/>
                <a:gd name="T23" fmla="*/ 40 h 80"/>
                <a:gd name="T24" fmla="*/ 15 w 80"/>
                <a:gd name="T25" fmla="*/ 20 h 80"/>
                <a:gd name="T26" fmla="*/ 59 w 80"/>
                <a:gd name="T27" fmla="*/ 65 h 80"/>
                <a:gd name="T28" fmla="*/ 40 w 80"/>
                <a:gd name="T29" fmla="*/ 72 h 80"/>
                <a:gd name="T30" fmla="*/ 65 w 80"/>
                <a:gd name="T31" fmla="*/ 59 h 80"/>
                <a:gd name="T32" fmla="*/ 20 w 80"/>
                <a:gd name="T33" fmla="*/ 15 h 80"/>
                <a:gd name="T34" fmla="*/ 40 w 80"/>
                <a:gd name="T35" fmla="*/ 8 h 80"/>
                <a:gd name="T36" fmla="*/ 62 w 80"/>
                <a:gd name="T37" fmla="*/ 17 h 80"/>
                <a:gd name="T38" fmla="*/ 72 w 80"/>
                <a:gd name="T39" fmla="*/ 40 h 80"/>
                <a:gd name="T40" fmla="*/ 65 w 80"/>
                <a:gd name="T41" fmla="*/ 5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cubicBezTo>
                    <a:pt x="29" y="0"/>
                    <a:pt x="19" y="4"/>
                    <a:pt x="12" y="12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1"/>
                    <a:pt x="4" y="61"/>
                    <a:pt x="12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2"/>
                  </a:cubicBezTo>
                  <a:cubicBezTo>
                    <a:pt x="61" y="4"/>
                    <a:pt x="51" y="0"/>
                    <a:pt x="40" y="0"/>
                  </a:cubicBezTo>
                  <a:close/>
                  <a:moveTo>
                    <a:pt x="40" y="72"/>
                  </a:moveTo>
                  <a:cubicBezTo>
                    <a:pt x="31" y="72"/>
                    <a:pt x="23" y="69"/>
                    <a:pt x="17" y="62"/>
                  </a:cubicBezTo>
                  <a:cubicBezTo>
                    <a:pt x="11" y="56"/>
                    <a:pt x="8" y="48"/>
                    <a:pt x="8" y="40"/>
                  </a:cubicBezTo>
                  <a:cubicBezTo>
                    <a:pt x="8" y="33"/>
                    <a:pt x="10" y="26"/>
                    <a:pt x="15" y="20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4" y="69"/>
                    <a:pt x="47" y="72"/>
                    <a:pt x="40" y="72"/>
                  </a:cubicBezTo>
                  <a:close/>
                  <a:moveTo>
                    <a:pt x="65" y="59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6" y="10"/>
                    <a:pt x="33" y="8"/>
                    <a:pt x="40" y="8"/>
                  </a:cubicBezTo>
                  <a:cubicBezTo>
                    <a:pt x="48" y="8"/>
                    <a:pt x="56" y="11"/>
                    <a:pt x="62" y="17"/>
                  </a:cubicBezTo>
                  <a:cubicBezTo>
                    <a:pt x="68" y="23"/>
                    <a:pt x="72" y="31"/>
                    <a:pt x="72" y="40"/>
                  </a:cubicBezTo>
                  <a:cubicBezTo>
                    <a:pt x="72" y="47"/>
                    <a:pt x="69" y="54"/>
                    <a:pt x="65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2" name="Group 641"/>
          <p:cNvGrpSpPr/>
          <p:nvPr/>
        </p:nvGrpSpPr>
        <p:grpSpPr>
          <a:xfrm>
            <a:off x="4416644" y="2078759"/>
            <a:ext cx="301196" cy="253638"/>
            <a:chOff x="4416644" y="2078759"/>
            <a:chExt cx="301196" cy="253638"/>
          </a:xfrm>
          <a:solidFill>
            <a:schemeClr val="tx1"/>
          </a:solidFill>
        </p:grpSpPr>
        <p:sp>
          <p:nvSpPr>
            <p:cNvPr id="509" name="Freeform 101"/>
            <p:cNvSpPr>
              <a:spLocks noEditPoints="1"/>
            </p:cNvSpPr>
            <p:nvPr/>
          </p:nvSpPr>
          <p:spPr bwMode="auto">
            <a:xfrm>
              <a:off x="4416644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39 w 133"/>
                <a:gd name="T7" fmla="*/ 8 h 112"/>
                <a:gd name="T8" fmla="*/ 39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5 w 133"/>
                <a:gd name="T39" fmla="*/ 4 h 112"/>
                <a:gd name="T40" fmla="*/ 35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39 w 133"/>
                <a:gd name="T69" fmla="*/ 20 h 112"/>
                <a:gd name="T70" fmla="*/ 39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39" y="8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5" y="4"/>
                  </a:lnTo>
                  <a:lnTo>
                    <a:pt x="35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39" y="20"/>
                  </a:lnTo>
                  <a:lnTo>
                    <a:pt x="39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0" name="Freeform 102"/>
            <p:cNvSpPr>
              <a:spLocks noEditPoints="1"/>
            </p:cNvSpPr>
            <p:nvPr/>
          </p:nvSpPr>
          <p:spPr bwMode="auto">
            <a:xfrm>
              <a:off x="4514022" y="2178402"/>
              <a:ext cx="106438" cy="108702"/>
            </a:xfrm>
            <a:custGeom>
              <a:avLst/>
              <a:gdLst>
                <a:gd name="T0" fmla="*/ 3 w 47"/>
                <a:gd name="T1" fmla="*/ 34 h 48"/>
                <a:gd name="T2" fmla="*/ 0 w 47"/>
                <a:gd name="T3" fmla="*/ 48 h 48"/>
                <a:gd name="T4" fmla="*/ 14 w 47"/>
                <a:gd name="T5" fmla="*/ 45 h 48"/>
                <a:gd name="T6" fmla="*/ 47 w 47"/>
                <a:gd name="T7" fmla="*/ 12 h 48"/>
                <a:gd name="T8" fmla="*/ 36 w 47"/>
                <a:gd name="T9" fmla="*/ 0 h 48"/>
                <a:gd name="T10" fmla="*/ 3 w 47"/>
                <a:gd name="T11" fmla="*/ 34 h 48"/>
                <a:gd name="T12" fmla="*/ 12 w 47"/>
                <a:gd name="T13" fmla="*/ 41 h 48"/>
                <a:gd name="T14" fmla="*/ 5 w 47"/>
                <a:gd name="T15" fmla="*/ 42 h 48"/>
                <a:gd name="T16" fmla="*/ 7 w 47"/>
                <a:gd name="T17" fmla="*/ 36 h 48"/>
                <a:gd name="T18" fmla="*/ 30 w 47"/>
                <a:gd name="T19" fmla="*/ 12 h 48"/>
                <a:gd name="T20" fmla="*/ 35 w 47"/>
                <a:gd name="T21" fmla="*/ 18 h 48"/>
                <a:gd name="T22" fmla="*/ 12 w 47"/>
                <a:gd name="T23" fmla="*/ 41 h 48"/>
                <a:gd name="T24" fmla="*/ 38 w 47"/>
                <a:gd name="T25" fmla="*/ 15 h 48"/>
                <a:gd name="T26" fmla="*/ 33 w 47"/>
                <a:gd name="T27" fmla="*/ 10 h 48"/>
                <a:gd name="T28" fmla="*/ 36 w 47"/>
                <a:gd name="T29" fmla="*/ 6 h 48"/>
                <a:gd name="T30" fmla="*/ 41 w 47"/>
                <a:gd name="T31" fmla="*/ 12 h 48"/>
                <a:gd name="T32" fmla="*/ 38 w 47"/>
                <a:gd name="T3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8">
                  <a:moveTo>
                    <a:pt x="3" y="34"/>
                  </a:moveTo>
                  <a:lnTo>
                    <a:pt x="0" y="48"/>
                  </a:lnTo>
                  <a:lnTo>
                    <a:pt x="14" y="45"/>
                  </a:lnTo>
                  <a:lnTo>
                    <a:pt x="47" y="12"/>
                  </a:lnTo>
                  <a:lnTo>
                    <a:pt x="36" y="0"/>
                  </a:lnTo>
                  <a:lnTo>
                    <a:pt x="3" y="34"/>
                  </a:lnTo>
                  <a:close/>
                  <a:moveTo>
                    <a:pt x="12" y="41"/>
                  </a:moveTo>
                  <a:lnTo>
                    <a:pt x="5" y="42"/>
                  </a:lnTo>
                  <a:lnTo>
                    <a:pt x="7" y="36"/>
                  </a:lnTo>
                  <a:lnTo>
                    <a:pt x="30" y="12"/>
                  </a:lnTo>
                  <a:lnTo>
                    <a:pt x="35" y="18"/>
                  </a:lnTo>
                  <a:lnTo>
                    <a:pt x="12" y="41"/>
                  </a:lnTo>
                  <a:close/>
                  <a:moveTo>
                    <a:pt x="38" y="15"/>
                  </a:moveTo>
                  <a:lnTo>
                    <a:pt x="33" y="10"/>
                  </a:lnTo>
                  <a:lnTo>
                    <a:pt x="36" y="6"/>
                  </a:lnTo>
                  <a:lnTo>
                    <a:pt x="41" y="12"/>
                  </a:lnTo>
                  <a:lnTo>
                    <a:pt x="38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3" name="Group 642"/>
          <p:cNvGrpSpPr/>
          <p:nvPr/>
        </p:nvGrpSpPr>
        <p:grpSpPr>
          <a:xfrm>
            <a:off x="4808424" y="2078759"/>
            <a:ext cx="301196" cy="253638"/>
            <a:chOff x="4808424" y="2078759"/>
            <a:chExt cx="301196" cy="253638"/>
          </a:xfrm>
          <a:solidFill>
            <a:schemeClr val="tx1"/>
          </a:solidFill>
        </p:grpSpPr>
        <p:sp>
          <p:nvSpPr>
            <p:cNvPr id="511" name="Freeform 103"/>
            <p:cNvSpPr>
              <a:spLocks noEditPoints="1"/>
            </p:cNvSpPr>
            <p:nvPr/>
          </p:nvSpPr>
          <p:spPr bwMode="auto">
            <a:xfrm>
              <a:off x="4808424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3 w 133"/>
                <a:gd name="T3" fmla="*/ 0 h 112"/>
                <a:gd name="T4" fmla="*/ 93 w 133"/>
                <a:gd name="T5" fmla="*/ 8 h 112"/>
                <a:gd name="T6" fmla="*/ 39 w 133"/>
                <a:gd name="T7" fmla="*/ 8 h 112"/>
                <a:gd name="T8" fmla="*/ 39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5 w 133"/>
                <a:gd name="T39" fmla="*/ 4 h 112"/>
                <a:gd name="T40" fmla="*/ 35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39 w 133"/>
                <a:gd name="T69" fmla="*/ 20 h 112"/>
                <a:gd name="T70" fmla="*/ 39 w 133"/>
                <a:gd name="T71" fmla="*/ 12 h 112"/>
                <a:gd name="T72" fmla="*/ 93 w 133"/>
                <a:gd name="T73" fmla="*/ 12 h 112"/>
                <a:gd name="T74" fmla="*/ 93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3" y="0"/>
                  </a:lnTo>
                  <a:lnTo>
                    <a:pt x="93" y="8"/>
                  </a:lnTo>
                  <a:lnTo>
                    <a:pt x="39" y="8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5" y="4"/>
                  </a:lnTo>
                  <a:lnTo>
                    <a:pt x="35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39" y="20"/>
                  </a:lnTo>
                  <a:lnTo>
                    <a:pt x="39" y="12"/>
                  </a:lnTo>
                  <a:lnTo>
                    <a:pt x="93" y="12"/>
                  </a:lnTo>
                  <a:lnTo>
                    <a:pt x="93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2" name="Freeform 104"/>
            <p:cNvSpPr>
              <a:spLocks/>
            </p:cNvSpPr>
            <p:nvPr/>
          </p:nvSpPr>
          <p:spPr bwMode="auto">
            <a:xfrm>
              <a:off x="4917126" y="2191990"/>
              <a:ext cx="83792" cy="83792"/>
            </a:xfrm>
            <a:custGeom>
              <a:avLst/>
              <a:gdLst>
                <a:gd name="T0" fmla="*/ 20 w 37"/>
                <a:gd name="T1" fmla="*/ 0 h 37"/>
                <a:gd name="T2" fmla="*/ 16 w 37"/>
                <a:gd name="T3" fmla="*/ 0 h 37"/>
                <a:gd name="T4" fmla="*/ 16 w 37"/>
                <a:gd name="T5" fmla="*/ 16 h 37"/>
                <a:gd name="T6" fmla="*/ 0 w 37"/>
                <a:gd name="T7" fmla="*/ 16 h 37"/>
                <a:gd name="T8" fmla="*/ 0 w 37"/>
                <a:gd name="T9" fmla="*/ 20 h 37"/>
                <a:gd name="T10" fmla="*/ 16 w 37"/>
                <a:gd name="T11" fmla="*/ 20 h 37"/>
                <a:gd name="T12" fmla="*/ 16 w 37"/>
                <a:gd name="T13" fmla="*/ 37 h 37"/>
                <a:gd name="T14" fmla="*/ 20 w 37"/>
                <a:gd name="T15" fmla="*/ 37 h 37"/>
                <a:gd name="T16" fmla="*/ 20 w 37"/>
                <a:gd name="T17" fmla="*/ 20 h 37"/>
                <a:gd name="T18" fmla="*/ 37 w 37"/>
                <a:gd name="T19" fmla="*/ 20 h 37"/>
                <a:gd name="T20" fmla="*/ 37 w 37"/>
                <a:gd name="T21" fmla="*/ 16 h 37"/>
                <a:gd name="T22" fmla="*/ 20 w 37"/>
                <a:gd name="T23" fmla="*/ 16 h 37"/>
                <a:gd name="T24" fmla="*/ 20 w 3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37">
                  <a:moveTo>
                    <a:pt x="20" y="0"/>
                  </a:moveTo>
                  <a:lnTo>
                    <a:pt x="16" y="0"/>
                  </a:lnTo>
                  <a:lnTo>
                    <a:pt x="16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6" y="20"/>
                  </a:lnTo>
                  <a:lnTo>
                    <a:pt x="16" y="37"/>
                  </a:lnTo>
                  <a:lnTo>
                    <a:pt x="20" y="37"/>
                  </a:lnTo>
                  <a:lnTo>
                    <a:pt x="20" y="20"/>
                  </a:lnTo>
                  <a:lnTo>
                    <a:pt x="37" y="20"/>
                  </a:lnTo>
                  <a:lnTo>
                    <a:pt x="37" y="16"/>
                  </a:lnTo>
                  <a:lnTo>
                    <a:pt x="20" y="16"/>
                  </a:lnTo>
                  <a:lnTo>
                    <a:pt x="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5" name="Group 654"/>
          <p:cNvGrpSpPr/>
          <p:nvPr/>
        </p:nvGrpSpPr>
        <p:grpSpPr>
          <a:xfrm>
            <a:off x="5197939" y="2078759"/>
            <a:ext cx="303460" cy="253638"/>
            <a:chOff x="5197939" y="2078759"/>
            <a:chExt cx="303460" cy="253638"/>
          </a:xfrm>
          <a:solidFill>
            <a:schemeClr val="tx1"/>
          </a:solidFill>
        </p:grpSpPr>
        <p:sp>
          <p:nvSpPr>
            <p:cNvPr id="513" name="Freeform 105"/>
            <p:cNvSpPr>
              <a:spLocks noEditPoints="1"/>
            </p:cNvSpPr>
            <p:nvPr/>
          </p:nvSpPr>
          <p:spPr bwMode="auto">
            <a:xfrm>
              <a:off x="5197939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8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8 w 134"/>
                <a:gd name="T43" fmla="*/ 16 h 112"/>
                <a:gd name="T44" fmla="*/ 28 w 134"/>
                <a:gd name="T45" fmla="*/ 4 h 112"/>
                <a:gd name="T46" fmla="*/ 5 w 134"/>
                <a:gd name="T47" fmla="*/ 108 h 112"/>
                <a:gd name="T48" fmla="*/ 5 w 134"/>
                <a:gd name="T49" fmla="*/ 29 h 112"/>
                <a:gd name="T50" fmla="*/ 130 w 134"/>
                <a:gd name="T51" fmla="*/ 29 h 112"/>
                <a:gd name="T52" fmla="*/ 130 w 134"/>
                <a:gd name="T53" fmla="*/ 108 h 112"/>
                <a:gd name="T54" fmla="*/ 5 w 134"/>
                <a:gd name="T55" fmla="*/ 108 h 112"/>
                <a:gd name="T56" fmla="*/ 130 w 134"/>
                <a:gd name="T57" fmla="*/ 12 h 112"/>
                <a:gd name="T58" fmla="*/ 130 w 134"/>
                <a:gd name="T59" fmla="*/ 25 h 112"/>
                <a:gd name="T60" fmla="*/ 5 w 134"/>
                <a:gd name="T61" fmla="*/ 25 h 112"/>
                <a:gd name="T62" fmla="*/ 5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30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8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8" y="16"/>
                  </a:lnTo>
                  <a:lnTo>
                    <a:pt x="28" y="4"/>
                  </a:lnTo>
                  <a:close/>
                  <a:moveTo>
                    <a:pt x="5" y="108"/>
                  </a:moveTo>
                  <a:lnTo>
                    <a:pt x="5" y="29"/>
                  </a:lnTo>
                  <a:lnTo>
                    <a:pt x="130" y="29"/>
                  </a:lnTo>
                  <a:lnTo>
                    <a:pt x="130" y="108"/>
                  </a:lnTo>
                  <a:lnTo>
                    <a:pt x="5" y="108"/>
                  </a:lnTo>
                  <a:close/>
                  <a:moveTo>
                    <a:pt x="130" y="12"/>
                  </a:moveTo>
                  <a:lnTo>
                    <a:pt x="130" y="25"/>
                  </a:lnTo>
                  <a:lnTo>
                    <a:pt x="5" y="25"/>
                  </a:lnTo>
                  <a:lnTo>
                    <a:pt x="5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4" name="Freeform 106"/>
            <p:cNvSpPr>
              <a:spLocks/>
            </p:cNvSpPr>
            <p:nvPr/>
          </p:nvSpPr>
          <p:spPr bwMode="auto">
            <a:xfrm>
              <a:off x="5297583" y="2191990"/>
              <a:ext cx="99644" cy="81527"/>
            </a:xfrm>
            <a:custGeom>
              <a:avLst/>
              <a:gdLst>
                <a:gd name="T0" fmla="*/ 21 w 44"/>
                <a:gd name="T1" fmla="*/ 3 h 36"/>
                <a:gd name="T2" fmla="*/ 17 w 44"/>
                <a:gd name="T3" fmla="*/ 0 h 36"/>
                <a:gd name="T4" fmla="*/ 0 w 44"/>
                <a:gd name="T5" fmla="*/ 17 h 36"/>
                <a:gd name="T6" fmla="*/ 0 w 44"/>
                <a:gd name="T7" fmla="*/ 20 h 36"/>
                <a:gd name="T8" fmla="*/ 17 w 44"/>
                <a:gd name="T9" fmla="*/ 36 h 36"/>
                <a:gd name="T10" fmla="*/ 21 w 44"/>
                <a:gd name="T11" fmla="*/ 33 h 36"/>
                <a:gd name="T12" fmla="*/ 8 w 44"/>
                <a:gd name="T13" fmla="*/ 20 h 36"/>
                <a:gd name="T14" fmla="*/ 44 w 44"/>
                <a:gd name="T15" fmla="*/ 20 h 36"/>
                <a:gd name="T16" fmla="*/ 44 w 44"/>
                <a:gd name="T17" fmla="*/ 16 h 36"/>
                <a:gd name="T18" fmla="*/ 8 w 44"/>
                <a:gd name="T19" fmla="*/ 16 h 36"/>
                <a:gd name="T20" fmla="*/ 21 w 44"/>
                <a:gd name="T21" fmla="*/ 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21" y="3"/>
                  </a:moveTo>
                  <a:lnTo>
                    <a:pt x="17" y="0"/>
                  </a:lnTo>
                  <a:lnTo>
                    <a:pt x="0" y="17"/>
                  </a:lnTo>
                  <a:lnTo>
                    <a:pt x="0" y="20"/>
                  </a:lnTo>
                  <a:lnTo>
                    <a:pt x="17" y="36"/>
                  </a:lnTo>
                  <a:lnTo>
                    <a:pt x="21" y="33"/>
                  </a:lnTo>
                  <a:lnTo>
                    <a:pt x="8" y="20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8" y="16"/>
                  </a:lnTo>
                  <a:lnTo>
                    <a:pt x="2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6" name="Group 655"/>
          <p:cNvGrpSpPr/>
          <p:nvPr/>
        </p:nvGrpSpPr>
        <p:grpSpPr>
          <a:xfrm>
            <a:off x="5589720" y="2078759"/>
            <a:ext cx="303460" cy="253638"/>
            <a:chOff x="5589720" y="2078759"/>
            <a:chExt cx="303460" cy="253638"/>
          </a:xfrm>
          <a:solidFill>
            <a:schemeClr val="tx1"/>
          </a:solidFill>
        </p:grpSpPr>
        <p:sp>
          <p:nvSpPr>
            <p:cNvPr id="515" name="Freeform 107"/>
            <p:cNvSpPr>
              <a:spLocks/>
            </p:cNvSpPr>
            <p:nvPr/>
          </p:nvSpPr>
          <p:spPr bwMode="auto">
            <a:xfrm>
              <a:off x="5698422" y="2232753"/>
              <a:ext cx="65675" cy="63410"/>
            </a:xfrm>
            <a:custGeom>
              <a:avLst/>
              <a:gdLst>
                <a:gd name="T0" fmla="*/ 37 w 56"/>
                <a:gd name="T1" fmla="*/ 22 h 54"/>
                <a:gd name="T2" fmla="*/ 44 w 56"/>
                <a:gd name="T3" fmla="*/ 32 h 54"/>
                <a:gd name="T4" fmla="*/ 36 w 56"/>
                <a:gd name="T5" fmla="*/ 32 h 54"/>
                <a:gd name="T6" fmla="*/ 8 w 56"/>
                <a:gd name="T7" fmla="*/ 0 h 54"/>
                <a:gd name="T8" fmla="*/ 0 w 56"/>
                <a:gd name="T9" fmla="*/ 0 h 54"/>
                <a:gd name="T10" fmla="*/ 36 w 56"/>
                <a:gd name="T11" fmla="*/ 40 h 54"/>
                <a:gd name="T12" fmla="*/ 44 w 56"/>
                <a:gd name="T13" fmla="*/ 40 h 54"/>
                <a:gd name="T14" fmla="*/ 37 w 56"/>
                <a:gd name="T15" fmla="*/ 49 h 54"/>
                <a:gd name="T16" fmla="*/ 44 w 56"/>
                <a:gd name="T17" fmla="*/ 54 h 54"/>
                <a:gd name="T18" fmla="*/ 56 w 56"/>
                <a:gd name="T19" fmla="*/ 38 h 54"/>
                <a:gd name="T20" fmla="*/ 56 w 56"/>
                <a:gd name="T21" fmla="*/ 33 h 54"/>
                <a:gd name="T22" fmla="*/ 44 w 56"/>
                <a:gd name="T23" fmla="*/ 17 h 54"/>
                <a:gd name="T24" fmla="*/ 37 w 56"/>
                <a:gd name="T2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7" y="22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1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6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4" y="17"/>
                    <a:pt x="44" y="17"/>
                    <a:pt x="44" y="17"/>
                  </a:cubicBezTo>
                  <a:lnTo>
                    <a:pt x="37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6" name="Freeform 108"/>
            <p:cNvSpPr>
              <a:spLocks/>
            </p:cNvSpPr>
            <p:nvPr/>
          </p:nvSpPr>
          <p:spPr bwMode="auto">
            <a:xfrm>
              <a:off x="5727862" y="2169344"/>
              <a:ext cx="65675" cy="63410"/>
            </a:xfrm>
            <a:custGeom>
              <a:avLst/>
              <a:gdLst>
                <a:gd name="T0" fmla="*/ 20 w 56"/>
                <a:gd name="T1" fmla="*/ 15 h 55"/>
                <a:gd name="T2" fmla="*/ 12 w 56"/>
                <a:gd name="T3" fmla="*/ 15 h 55"/>
                <a:gd name="T4" fmla="*/ 20 w 56"/>
                <a:gd name="T5" fmla="*/ 5 h 55"/>
                <a:gd name="T6" fmla="*/ 13 w 56"/>
                <a:gd name="T7" fmla="*/ 0 h 55"/>
                <a:gd name="T8" fmla="*/ 0 w 56"/>
                <a:gd name="T9" fmla="*/ 16 h 55"/>
                <a:gd name="T10" fmla="*/ 0 w 56"/>
                <a:gd name="T11" fmla="*/ 21 h 55"/>
                <a:gd name="T12" fmla="*/ 13 w 56"/>
                <a:gd name="T13" fmla="*/ 37 h 55"/>
                <a:gd name="T14" fmla="*/ 19 w 56"/>
                <a:gd name="T15" fmla="*/ 32 h 55"/>
                <a:gd name="T16" fmla="*/ 12 w 56"/>
                <a:gd name="T17" fmla="*/ 23 h 55"/>
                <a:gd name="T18" fmla="*/ 20 w 56"/>
                <a:gd name="T19" fmla="*/ 23 h 55"/>
                <a:gd name="T20" fmla="*/ 48 w 56"/>
                <a:gd name="T21" fmla="*/ 55 h 55"/>
                <a:gd name="T22" fmla="*/ 56 w 56"/>
                <a:gd name="T23" fmla="*/ 55 h 55"/>
                <a:gd name="T24" fmla="*/ 20 w 56"/>
                <a:gd name="T25" fmla="*/ 1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20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1" y="15"/>
                    <a:pt x="2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7" name="Freeform 109"/>
            <p:cNvSpPr>
              <a:spLocks noEditPoints="1"/>
            </p:cNvSpPr>
            <p:nvPr/>
          </p:nvSpPr>
          <p:spPr bwMode="auto">
            <a:xfrm>
              <a:off x="5589720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6 w 134"/>
                <a:gd name="T29" fmla="*/ 4 h 112"/>
                <a:gd name="T30" fmla="*/ 106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7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7 w 134"/>
                <a:gd name="T43" fmla="*/ 16 h 112"/>
                <a:gd name="T44" fmla="*/ 27 w 134"/>
                <a:gd name="T45" fmla="*/ 4 h 112"/>
                <a:gd name="T46" fmla="*/ 4 w 134"/>
                <a:gd name="T47" fmla="*/ 108 h 112"/>
                <a:gd name="T48" fmla="*/ 4 w 134"/>
                <a:gd name="T49" fmla="*/ 29 h 112"/>
                <a:gd name="T50" fmla="*/ 129 w 134"/>
                <a:gd name="T51" fmla="*/ 29 h 112"/>
                <a:gd name="T52" fmla="*/ 129 w 134"/>
                <a:gd name="T53" fmla="*/ 108 h 112"/>
                <a:gd name="T54" fmla="*/ 4 w 134"/>
                <a:gd name="T55" fmla="*/ 108 h 112"/>
                <a:gd name="T56" fmla="*/ 129 w 134"/>
                <a:gd name="T57" fmla="*/ 12 h 112"/>
                <a:gd name="T58" fmla="*/ 129 w 134"/>
                <a:gd name="T59" fmla="*/ 25 h 112"/>
                <a:gd name="T60" fmla="*/ 4 w 134"/>
                <a:gd name="T61" fmla="*/ 25 h 112"/>
                <a:gd name="T62" fmla="*/ 4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29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7" name="Group 656"/>
          <p:cNvGrpSpPr/>
          <p:nvPr/>
        </p:nvGrpSpPr>
        <p:grpSpPr>
          <a:xfrm>
            <a:off x="5981500" y="2078759"/>
            <a:ext cx="301196" cy="253638"/>
            <a:chOff x="5981500" y="2078759"/>
            <a:chExt cx="301196" cy="253638"/>
          </a:xfrm>
          <a:solidFill>
            <a:schemeClr val="tx1"/>
          </a:solidFill>
        </p:grpSpPr>
        <p:sp>
          <p:nvSpPr>
            <p:cNvPr id="518" name="Freeform 110"/>
            <p:cNvSpPr>
              <a:spLocks/>
            </p:cNvSpPr>
            <p:nvPr/>
          </p:nvSpPr>
          <p:spPr bwMode="auto">
            <a:xfrm>
              <a:off x="6096996" y="2196519"/>
              <a:ext cx="72468" cy="72468"/>
            </a:xfrm>
            <a:custGeom>
              <a:avLst/>
              <a:gdLst>
                <a:gd name="T0" fmla="*/ 29 w 32"/>
                <a:gd name="T1" fmla="*/ 0 h 32"/>
                <a:gd name="T2" fmla="*/ 16 w 32"/>
                <a:gd name="T3" fmla="*/ 13 h 32"/>
                <a:gd name="T4" fmla="*/ 3 w 32"/>
                <a:gd name="T5" fmla="*/ 0 h 32"/>
                <a:gd name="T6" fmla="*/ 0 w 32"/>
                <a:gd name="T7" fmla="*/ 3 h 32"/>
                <a:gd name="T8" fmla="*/ 13 w 32"/>
                <a:gd name="T9" fmla="*/ 16 h 32"/>
                <a:gd name="T10" fmla="*/ 0 w 32"/>
                <a:gd name="T11" fmla="*/ 29 h 32"/>
                <a:gd name="T12" fmla="*/ 3 w 32"/>
                <a:gd name="T13" fmla="*/ 32 h 32"/>
                <a:gd name="T14" fmla="*/ 16 w 32"/>
                <a:gd name="T15" fmla="*/ 19 h 32"/>
                <a:gd name="T16" fmla="*/ 29 w 32"/>
                <a:gd name="T17" fmla="*/ 32 h 32"/>
                <a:gd name="T18" fmla="*/ 32 w 32"/>
                <a:gd name="T19" fmla="*/ 29 h 32"/>
                <a:gd name="T20" fmla="*/ 19 w 32"/>
                <a:gd name="T21" fmla="*/ 16 h 32"/>
                <a:gd name="T22" fmla="*/ 32 w 32"/>
                <a:gd name="T23" fmla="*/ 3 h 32"/>
                <a:gd name="T24" fmla="*/ 29 w 32"/>
                <a:gd name="T2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29" y="0"/>
                  </a:move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lnTo>
                    <a:pt x="16" y="19"/>
                  </a:lnTo>
                  <a:lnTo>
                    <a:pt x="29" y="32"/>
                  </a:ln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9" name="Freeform 111"/>
            <p:cNvSpPr>
              <a:spLocks noEditPoints="1"/>
            </p:cNvSpPr>
            <p:nvPr/>
          </p:nvSpPr>
          <p:spPr bwMode="auto">
            <a:xfrm>
              <a:off x="5981500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40 w 133"/>
                <a:gd name="T69" fmla="*/ 20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8" name="Group 657"/>
          <p:cNvGrpSpPr/>
          <p:nvPr/>
        </p:nvGrpSpPr>
        <p:grpSpPr>
          <a:xfrm>
            <a:off x="6373281" y="2078759"/>
            <a:ext cx="303460" cy="253638"/>
            <a:chOff x="6373281" y="2078759"/>
            <a:chExt cx="303460" cy="253638"/>
          </a:xfrm>
          <a:solidFill>
            <a:schemeClr val="tx1"/>
          </a:solidFill>
        </p:grpSpPr>
        <p:sp>
          <p:nvSpPr>
            <p:cNvPr id="520" name="Freeform 112"/>
            <p:cNvSpPr>
              <a:spLocks noEditPoints="1"/>
            </p:cNvSpPr>
            <p:nvPr/>
          </p:nvSpPr>
          <p:spPr bwMode="auto">
            <a:xfrm>
              <a:off x="6477453" y="2185197"/>
              <a:ext cx="92850" cy="95114"/>
            </a:xfrm>
            <a:custGeom>
              <a:avLst/>
              <a:gdLst>
                <a:gd name="T0" fmla="*/ 56 w 78"/>
                <a:gd name="T1" fmla="*/ 28 h 79"/>
                <a:gd name="T2" fmla="*/ 28 w 78"/>
                <a:gd name="T3" fmla="*/ 0 h 79"/>
                <a:gd name="T4" fmla="*/ 0 w 78"/>
                <a:gd name="T5" fmla="*/ 28 h 79"/>
                <a:gd name="T6" fmla="*/ 28 w 78"/>
                <a:gd name="T7" fmla="*/ 56 h 79"/>
                <a:gd name="T8" fmla="*/ 44 w 78"/>
                <a:gd name="T9" fmla="*/ 50 h 79"/>
                <a:gd name="T10" fmla="*/ 73 w 78"/>
                <a:gd name="T11" fmla="*/ 79 h 79"/>
                <a:gd name="T12" fmla="*/ 78 w 78"/>
                <a:gd name="T13" fmla="*/ 73 h 79"/>
                <a:gd name="T14" fmla="*/ 50 w 78"/>
                <a:gd name="T15" fmla="*/ 45 h 79"/>
                <a:gd name="T16" fmla="*/ 56 w 78"/>
                <a:gd name="T17" fmla="*/ 28 h 79"/>
                <a:gd name="T18" fmla="*/ 8 w 78"/>
                <a:gd name="T19" fmla="*/ 28 h 79"/>
                <a:gd name="T20" fmla="*/ 28 w 78"/>
                <a:gd name="T21" fmla="*/ 8 h 79"/>
                <a:gd name="T22" fmla="*/ 48 w 78"/>
                <a:gd name="T23" fmla="*/ 28 h 79"/>
                <a:gd name="T24" fmla="*/ 28 w 78"/>
                <a:gd name="T25" fmla="*/ 48 h 79"/>
                <a:gd name="T26" fmla="*/ 8 w 78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79">
                  <a:moveTo>
                    <a:pt x="56" y="28"/>
                  </a:move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ubicBezTo>
                    <a:pt x="34" y="56"/>
                    <a:pt x="40" y="54"/>
                    <a:pt x="44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3" y="40"/>
                    <a:pt x="56" y="34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1" name="Freeform 113"/>
            <p:cNvSpPr>
              <a:spLocks noEditPoints="1"/>
            </p:cNvSpPr>
            <p:nvPr/>
          </p:nvSpPr>
          <p:spPr bwMode="auto">
            <a:xfrm>
              <a:off x="6373281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8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8 w 134"/>
                <a:gd name="T43" fmla="*/ 16 h 112"/>
                <a:gd name="T44" fmla="*/ 28 w 134"/>
                <a:gd name="T45" fmla="*/ 4 h 112"/>
                <a:gd name="T46" fmla="*/ 5 w 134"/>
                <a:gd name="T47" fmla="*/ 108 h 112"/>
                <a:gd name="T48" fmla="*/ 5 w 134"/>
                <a:gd name="T49" fmla="*/ 29 h 112"/>
                <a:gd name="T50" fmla="*/ 130 w 134"/>
                <a:gd name="T51" fmla="*/ 29 h 112"/>
                <a:gd name="T52" fmla="*/ 130 w 134"/>
                <a:gd name="T53" fmla="*/ 108 h 112"/>
                <a:gd name="T54" fmla="*/ 5 w 134"/>
                <a:gd name="T55" fmla="*/ 108 h 112"/>
                <a:gd name="T56" fmla="*/ 130 w 134"/>
                <a:gd name="T57" fmla="*/ 12 h 112"/>
                <a:gd name="T58" fmla="*/ 130 w 134"/>
                <a:gd name="T59" fmla="*/ 25 h 112"/>
                <a:gd name="T60" fmla="*/ 5 w 134"/>
                <a:gd name="T61" fmla="*/ 25 h 112"/>
                <a:gd name="T62" fmla="*/ 5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30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8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8" y="16"/>
                  </a:lnTo>
                  <a:lnTo>
                    <a:pt x="28" y="4"/>
                  </a:lnTo>
                  <a:close/>
                  <a:moveTo>
                    <a:pt x="5" y="108"/>
                  </a:moveTo>
                  <a:lnTo>
                    <a:pt x="5" y="29"/>
                  </a:lnTo>
                  <a:lnTo>
                    <a:pt x="130" y="29"/>
                  </a:lnTo>
                  <a:lnTo>
                    <a:pt x="130" y="108"/>
                  </a:lnTo>
                  <a:lnTo>
                    <a:pt x="5" y="108"/>
                  </a:lnTo>
                  <a:close/>
                  <a:moveTo>
                    <a:pt x="130" y="12"/>
                  </a:moveTo>
                  <a:lnTo>
                    <a:pt x="130" y="25"/>
                  </a:lnTo>
                  <a:lnTo>
                    <a:pt x="5" y="25"/>
                  </a:lnTo>
                  <a:lnTo>
                    <a:pt x="5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9" name="Group 658"/>
          <p:cNvGrpSpPr/>
          <p:nvPr/>
        </p:nvGrpSpPr>
        <p:grpSpPr>
          <a:xfrm>
            <a:off x="6765060" y="2078759"/>
            <a:ext cx="301196" cy="253638"/>
            <a:chOff x="6765060" y="2078759"/>
            <a:chExt cx="301196" cy="253638"/>
          </a:xfrm>
          <a:solidFill>
            <a:schemeClr val="tx1"/>
          </a:solidFill>
        </p:grpSpPr>
        <p:sp>
          <p:nvSpPr>
            <p:cNvPr id="522" name="Freeform 114"/>
            <p:cNvSpPr>
              <a:spLocks noEditPoints="1"/>
            </p:cNvSpPr>
            <p:nvPr/>
          </p:nvSpPr>
          <p:spPr bwMode="auto">
            <a:xfrm>
              <a:off x="6765060" y="2078759"/>
              <a:ext cx="301196" cy="253638"/>
            </a:xfrm>
            <a:custGeom>
              <a:avLst/>
              <a:gdLst>
                <a:gd name="T0" fmla="*/ 111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1 w 133"/>
                <a:gd name="T23" fmla="*/ 8 h 112"/>
                <a:gd name="T24" fmla="*/ 111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40 w 133"/>
                <a:gd name="T69" fmla="*/ 20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1 w 133"/>
                <a:gd name="T77" fmla="*/ 20 h 112"/>
                <a:gd name="T78" fmla="*/ 111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3" name="Freeform 115"/>
            <p:cNvSpPr>
              <a:spLocks noEditPoints="1"/>
            </p:cNvSpPr>
            <p:nvPr/>
          </p:nvSpPr>
          <p:spPr bwMode="auto">
            <a:xfrm>
              <a:off x="6862440" y="2180667"/>
              <a:ext cx="106438" cy="99644"/>
            </a:xfrm>
            <a:custGeom>
              <a:avLst/>
              <a:gdLst>
                <a:gd name="T0" fmla="*/ 85 w 89"/>
                <a:gd name="T1" fmla="*/ 32 h 84"/>
                <a:gd name="T2" fmla="*/ 59 w 89"/>
                <a:gd name="T3" fmla="*/ 32 h 84"/>
                <a:gd name="T4" fmla="*/ 48 w 89"/>
                <a:gd name="T5" fmla="*/ 2 h 84"/>
                <a:gd name="T6" fmla="*/ 45 w 89"/>
                <a:gd name="T7" fmla="*/ 0 h 84"/>
                <a:gd name="T8" fmla="*/ 41 w 89"/>
                <a:gd name="T9" fmla="*/ 3 h 84"/>
                <a:gd name="T10" fmla="*/ 31 w 89"/>
                <a:gd name="T11" fmla="*/ 32 h 84"/>
                <a:gd name="T12" fmla="*/ 5 w 89"/>
                <a:gd name="T13" fmla="*/ 32 h 84"/>
                <a:gd name="T14" fmla="*/ 1 w 89"/>
                <a:gd name="T15" fmla="*/ 35 h 84"/>
                <a:gd name="T16" fmla="*/ 2 w 89"/>
                <a:gd name="T17" fmla="*/ 39 h 84"/>
                <a:gd name="T18" fmla="*/ 24 w 89"/>
                <a:gd name="T19" fmla="*/ 54 h 84"/>
                <a:gd name="T20" fmla="*/ 16 w 89"/>
                <a:gd name="T21" fmla="*/ 79 h 84"/>
                <a:gd name="T22" fmla="*/ 18 w 89"/>
                <a:gd name="T23" fmla="*/ 83 h 84"/>
                <a:gd name="T24" fmla="*/ 22 w 89"/>
                <a:gd name="T25" fmla="*/ 83 h 84"/>
                <a:gd name="T26" fmla="*/ 45 w 89"/>
                <a:gd name="T27" fmla="*/ 69 h 84"/>
                <a:gd name="T28" fmla="*/ 66 w 89"/>
                <a:gd name="T29" fmla="*/ 83 h 84"/>
                <a:gd name="T30" fmla="*/ 68 w 89"/>
                <a:gd name="T31" fmla="*/ 84 h 84"/>
                <a:gd name="T32" fmla="*/ 71 w 89"/>
                <a:gd name="T33" fmla="*/ 83 h 84"/>
                <a:gd name="T34" fmla="*/ 72 w 89"/>
                <a:gd name="T35" fmla="*/ 79 h 84"/>
                <a:gd name="T36" fmla="*/ 65 w 89"/>
                <a:gd name="T37" fmla="*/ 54 h 84"/>
                <a:gd name="T38" fmla="*/ 87 w 89"/>
                <a:gd name="T39" fmla="*/ 39 h 84"/>
                <a:gd name="T40" fmla="*/ 88 w 89"/>
                <a:gd name="T41" fmla="*/ 35 h 84"/>
                <a:gd name="T42" fmla="*/ 85 w 89"/>
                <a:gd name="T43" fmla="*/ 32 h 84"/>
                <a:gd name="T44" fmla="*/ 58 w 89"/>
                <a:gd name="T45" fmla="*/ 49 h 84"/>
                <a:gd name="T46" fmla="*/ 57 w 89"/>
                <a:gd name="T47" fmla="*/ 53 h 84"/>
                <a:gd name="T48" fmla="*/ 62 w 89"/>
                <a:gd name="T49" fmla="*/ 70 h 84"/>
                <a:gd name="T50" fmla="*/ 47 w 89"/>
                <a:gd name="T51" fmla="*/ 61 h 84"/>
                <a:gd name="T52" fmla="*/ 42 w 89"/>
                <a:gd name="T53" fmla="*/ 60 h 84"/>
                <a:gd name="T54" fmla="*/ 27 w 89"/>
                <a:gd name="T55" fmla="*/ 70 h 84"/>
                <a:gd name="T56" fmla="*/ 33 w 89"/>
                <a:gd name="T57" fmla="*/ 53 h 84"/>
                <a:gd name="T58" fmla="*/ 31 w 89"/>
                <a:gd name="T59" fmla="*/ 49 h 84"/>
                <a:gd name="T60" fmla="*/ 18 w 89"/>
                <a:gd name="T61" fmla="*/ 40 h 84"/>
                <a:gd name="T62" fmla="*/ 34 w 89"/>
                <a:gd name="T63" fmla="*/ 40 h 84"/>
                <a:gd name="T64" fmla="*/ 37 w 89"/>
                <a:gd name="T65" fmla="*/ 37 h 84"/>
                <a:gd name="T66" fmla="*/ 45 w 89"/>
                <a:gd name="T67" fmla="*/ 16 h 84"/>
                <a:gd name="T68" fmla="*/ 53 w 89"/>
                <a:gd name="T69" fmla="*/ 37 h 84"/>
                <a:gd name="T70" fmla="*/ 57 w 89"/>
                <a:gd name="T71" fmla="*/ 40 h 84"/>
                <a:gd name="T72" fmla="*/ 71 w 89"/>
                <a:gd name="T73" fmla="*/ 40 h 84"/>
                <a:gd name="T74" fmla="*/ 58 w 89"/>
                <a:gd name="T75" fmla="*/ 4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4">
                  <a:moveTo>
                    <a:pt x="85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1"/>
                    <a:pt x="46" y="0"/>
                    <a:pt x="45" y="0"/>
                  </a:cubicBezTo>
                  <a:cubicBezTo>
                    <a:pt x="43" y="0"/>
                    <a:pt x="41" y="1"/>
                    <a:pt x="41" y="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3" y="32"/>
                    <a:pt x="1" y="33"/>
                    <a:pt x="1" y="35"/>
                  </a:cubicBezTo>
                  <a:cubicBezTo>
                    <a:pt x="0" y="36"/>
                    <a:pt x="1" y="38"/>
                    <a:pt x="2" y="39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0"/>
                    <a:pt x="16" y="82"/>
                    <a:pt x="18" y="83"/>
                  </a:cubicBezTo>
                  <a:cubicBezTo>
                    <a:pt x="19" y="84"/>
                    <a:pt x="21" y="84"/>
                    <a:pt x="22" y="83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4"/>
                    <a:pt x="68" y="84"/>
                    <a:pt x="68" y="84"/>
                  </a:cubicBezTo>
                  <a:cubicBezTo>
                    <a:pt x="69" y="84"/>
                    <a:pt x="70" y="84"/>
                    <a:pt x="71" y="83"/>
                  </a:cubicBezTo>
                  <a:cubicBezTo>
                    <a:pt x="72" y="82"/>
                    <a:pt x="73" y="80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8" y="38"/>
                    <a:pt x="89" y="36"/>
                    <a:pt x="88" y="35"/>
                  </a:cubicBezTo>
                  <a:cubicBezTo>
                    <a:pt x="88" y="33"/>
                    <a:pt x="86" y="32"/>
                    <a:pt x="85" y="32"/>
                  </a:cubicBezTo>
                  <a:close/>
                  <a:moveTo>
                    <a:pt x="58" y="49"/>
                  </a:moveTo>
                  <a:cubicBezTo>
                    <a:pt x="57" y="49"/>
                    <a:pt x="56" y="51"/>
                    <a:pt x="57" y="53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0"/>
                    <a:pt x="44" y="60"/>
                    <a:pt x="42" y="6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1"/>
                    <a:pt x="32" y="49"/>
                    <a:pt x="31" y="4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0"/>
                    <a:pt x="37" y="39"/>
                    <a:pt x="37" y="37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4" y="39"/>
                    <a:pt x="55" y="40"/>
                    <a:pt x="57" y="40"/>
                  </a:cubicBezTo>
                  <a:cubicBezTo>
                    <a:pt x="71" y="40"/>
                    <a:pt x="71" y="40"/>
                    <a:pt x="71" y="40"/>
                  </a:cubicBezTo>
                  <a:lnTo>
                    <a:pt x="58" y="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3" name="Group 682"/>
          <p:cNvGrpSpPr/>
          <p:nvPr/>
        </p:nvGrpSpPr>
        <p:grpSpPr>
          <a:xfrm>
            <a:off x="2068227" y="2468274"/>
            <a:ext cx="301196" cy="255903"/>
            <a:chOff x="2068227" y="2468274"/>
            <a:chExt cx="301196" cy="255903"/>
          </a:xfrm>
          <a:solidFill>
            <a:schemeClr val="tx1"/>
          </a:solidFill>
        </p:grpSpPr>
        <p:sp>
          <p:nvSpPr>
            <p:cNvPr id="524" name="Freeform 116"/>
            <p:cNvSpPr>
              <a:spLocks/>
            </p:cNvSpPr>
            <p:nvPr/>
          </p:nvSpPr>
          <p:spPr bwMode="auto">
            <a:xfrm>
              <a:off x="2176929" y="2572447"/>
              <a:ext cx="81527" cy="99644"/>
            </a:xfrm>
            <a:custGeom>
              <a:avLst/>
              <a:gdLst>
                <a:gd name="T0" fmla="*/ 17 w 36"/>
                <a:gd name="T1" fmla="*/ 0 h 44"/>
                <a:gd name="T2" fmla="*/ 0 w 36"/>
                <a:gd name="T3" fmla="*/ 17 h 44"/>
                <a:gd name="T4" fmla="*/ 3 w 36"/>
                <a:gd name="T5" fmla="*/ 20 h 44"/>
                <a:gd name="T6" fmla="*/ 16 w 36"/>
                <a:gd name="T7" fmla="*/ 7 h 44"/>
                <a:gd name="T8" fmla="*/ 16 w 36"/>
                <a:gd name="T9" fmla="*/ 44 h 44"/>
                <a:gd name="T10" fmla="*/ 20 w 36"/>
                <a:gd name="T11" fmla="*/ 44 h 44"/>
                <a:gd name="T12" fmla="*/ 20 w 36"/>
                <a:gd name="T13" fmla="*/ 7 h 44"/>
                <a:gd name="T14" fmla="*/ 33 w 36"/>
                <a:gd name="T15" fmla="*/ 20 h 44"/>
                <a:gd name="T16" fmla="*/ 36 w 36"/>
                <a:gd name="T17" fmla="*/ 17 h 44"/>
                <a:gd name="T18" fmla="*/ 20 w 36"/>
                <a:gd name="T19" fmla="*/ 0 h 44"/>
                <a:gd name="T20" fmla="*/ 17 w 36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7" y="0"/>
                  </a:moveTo>
                  <a:lnTo>
                    <a:pt x="0" y="17"/>
                  </a:lnTo>
                  <a:lnTo>
                    <a:pt x="3" y="20"/>
                  </a:lnTo>
                  <a:lnTo>
                    <a:pt x="16" y="7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20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5" name="Freeform 117"/>
            <p:cNvSpPr>
              <a:spLocks noEditPoints="1"/>
            </p:cNvSpPr>
            <p:nvPr/>
          </p:nvSpPr>
          <p:spPr bwMode="auto">
            <a:xfrm>
              <a:off x="2068227" y="2468274"/>
              <a:ext cx="301196" cy="255903"/>
            </a:xfrm>
            <a:custGeom>
              <a:avLst/>
              <a:gdLst>
                <a:gd name="T0" fmla="*/ 110 w 133"/>
                <a:gd name="T1" fmla="*/ 0 h 113"/>
                <a:gd name="T2" fmla="*/ 93 w 133"/>
                <a:gd name="T3" fmla="*/ 0 h 113"/>
                <a:gd name="T4" fmla="*/ 93 w 133"/>
                <a:gd name="T5" fmla="*/ 9 h 113"/>
                <a:gd name="T6" fmla="*/ 39 w 133"/>
                <a:gd name="T7" fmla="*/ 9 h 113"/>
                <a:gd name="T8" fmla="*/ 39 w 133"/>
                <a:gd name="T9" fmla="*/ 0 h 113"/>
                <a:gd name="T10" fmla="*/ 22 w 133"/>
                <a:gd name="T11" fmla="*/ 0 h 113"/>
                <a:gd name="T12" fmla="*/ 22 w 133"/>
                <a:gd name="T13" fmla="*/ 9 h 113"/>
                <a:gd name="T14" fmla="*/ 0 w 133"/>
                <a:gd name="T15" fmla="*/ 9 h 113"/>
                <a:gd name="T16" fmla="*/ 0 w 133"/>
                <a:gd name="T17" fmla="*/ 113 h 113"/>
                <a:gd name="T18" fmla="*/ 133 w 133"/>
                <a:gd name="T19" fmla="*/ 113 h 113"/>
                <a:gd name="T20" fmla="*/ 133 w 133"/>
                <a:gd name="T21" fmla="*/ 9 h 113"/>
                <a:gd name="T22" fmla="*/ 110 w 133"/>
                <a:gd name="T23" fmla="*/ 9 h 113"/>
                <a:gd name="T24" fmla="*/ 110 w 133"/>
                <a:gd name="T25" fmla="*/ 0 h 113"/>
                <a:gd name="T26" fmla="*/ 97 w 133"/>
                <a:gd name="T27" fmla="*/ 4 h 113"/>
                <a:gd name="T28" fmla="*/ 106 w 133"/>
                <a:gd name="T29" fmla="*/ 4 h 113"/>
                <a:gd name="T30" fmla="*/ 106 w 133"/>
                <a:gd name="T31" fmla="*/ 17 h 113"/>
                <a:gd name="T32" fmla="*/ 97 w 133"/>
                <a:gd name="T33" fmla="*/ 17 h 113"/>
                <a:gd name="T34" fmla="*/ 97 w 133"/>
                <a:gd name="T35" fmla="*/ 4 h 113"/>
                <a:gd name="T36" fmla="*/ 27 w 133"/>
                <a:gd name="T37" fmla="*/ 4 h 113"/>
                <a:gd name="T38" fmla="*/ 35 w 133"/>
                <a:gd name="T39" fmla="*/ 4 h 113"/>
                <a:gd name="T40" fmla="*/ 35 w 133"/>
                <a:gd name="T41" fmla="*/ 17 h 113"/>
                <a:gd name="T42" fmla="*/ 27 w 133"/>
                <a:gd name="T43" fmla="*/ 17 h 113"/>
                <a:gd name="T44" fmla="*/ 27 w 133"/>
                <a:gd name="T45" fmla="*/ 4 h 113"/>
                <a:gd name="T46" fmla="*/ 4 w 133"/>
                <a:gd name="T47" fmla="*/ 109 h 113"/>
                <a:gd name="T48" fmla="*/ 4 w 133"/>
                <a:gd name="T49" fmla="*/ 29 h 113"/>
                <a:gd name="T50" fmla="*/ 129 w 133"/>
                <a:gd name="T51" fmla="*/ 29 h 113"/>
                <a:gd name="T52" fmla="*/ 129 w 133"/>
                <a:gd name="T53" fmla="*/ 109 h 113"/>
                <a:gd name="T54" fmla="*/ 4 w 133"/>
                <a:gd name="T55" fmla="*/ 109 h 113"/>
                <a:gd name="T56" fmla="*/ 129 w 133"/>
                <a:gd name="T57" fmla="*/ 13 h 113"/>
                <a:gd name="T58" fmla="*/ 129 w 133"/>
                <a:gd name="T59" fmla="*/ 25 h 113"/>
                <a:gd name="T60" fmla="*/ 4 w 133"/>
                <a:gd name="T61" fmla="*/ 25 h 113"/>
                <a:gd name="T62" fmla="*/ 4 w 133"/>
                <a:gd name="T63" fmla="*/ 13 h 113"/>
                <a:gd name="T64" fmla="*/ 22 w 133"/>
                <a:gd name="T65" fmla="*/ 13 h 113"/>
                <a:gd name="T66" fmla="*/ 22 w 133"/>
                <a:gd name="T67" fmla="*/ 21 h 113"/>
                <a:gd name="T68" fmla="*/ 39 w 133"/>
                <a:gd name="T69" fmla="*/ 21 h 113"/>
                <a:gd name="T70" fmla="*/ 39 w 133"/>
                <a:gd name="T71" fmla="*/ 13 h 113"/>
                <a:gd name="T72" fmla="*/ 93 w 133"/>
                <a:gd name="T73" fmla="*/ 13 h 113"/>
                <a:gd name="T74" fmla="*/ 93 w 133"/>
                <a:gd name="T75" fmla="*/ 21 h 113"/>
                <a:gd name="T76" fmla="*/ 110 w 133"/>
                <a:gd name="T77" fmla="*/ 21 h 113"/>
                <a:gd name="T78" fmla="*/ 110 w 133"/>
                <a:gd name="T79" fmla="*/ 13 h 113"/>
                <a:gd name="T80" fmla="*/ 129 w 133"/>
                <a:gd name="T81" fmla="*/ 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3">
                  <a:moveTo>
                    <a:pt x="110" y="0"/>
                  </a:moveTo>
                  <a:lnTo>
                    <a:pt x="93" y="0"/>
                  </a:lnTo>
                  <a:lnTo>
                    <a:pt x="93" y="9"/>
                  </a:lnTo>
                  <a:lnTo>
                    <a:pt x="39" y="9"/>
                  </a:lnTo>
                  <a:lnTo>
                    <a:pt x="39" y="0"/>
                  </a:lnTo>
                  <a:lnTo>
                    <a:pt x="22" y="0"/>
                  </a:lnTo>
                  <a:lnTo>
                    <a:pt x="22" y="9"/>
                  </a:lnTo>
                  <a:lnTo>
                    <a:pt x="0" y="9"/>
                  </a:lnTo>
                  <a:lnTo>
                    <a:pt x="0" y="113"/>
                  </a:lnTo>
                  <a:lnTo>
                    <a:pt x="133" y="113"/>
                  </a:lnTo>
                  <a:lnTo>
                    <a:pt x="133" y="9"/>
                  </a:lnTo>
                  <a:lnTo>
                    <a:pt x="110" y="9"/>
                  </a:lnTo>
                  <a:lnTo>
                    <a:pt x="110" y="0"/>
                  </a:lnTo>
                  <a:close/>
                  <a:moveTo>
                    <a:pt x="97" y="4"/>
                  </a:moveTo>
                  <a:lnTo>
                    <a:pt x="106" y="4"/>
                  </a:lnTo>
                  <a:lnTo>
                    <a:pt x="106" y="17"/>
                  </a:lnTo>
                  <a:lnTo>
                    <a:pt x="97" y="17"/>
                  </a:lnTo>
                  <a:lnTo>
                    <a:pt x="97" y="4"/>
                  </a:lnTo>
                  <a:close/>
                  <a:moveTo>
                    <a:pt x="27" y="4"/>
                  </a:moveTo>
                  <a:lnTo>
                    <a:pt x="35" y="4"/>
                  </a:lnTo>
                  <a:lnTo>
                    <a:pt x="35" y="17"/>
                  </a:lnTo>
                  <a:lnTo>
                    <a:pt x="27" y="17"/>
                  </a:lnTo>
                  <a:lnTo>
                    <a:pt x="27" y="4"/>
                  </a:lnTo>
                  <a:close/>
                  <a:moveTo>
                    <a:pt x="4" y="109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9"/>
                  </a:lnTo>
                  <a:lnTo>
                    <a:pt x="4" y="109"/>
                  </a:lnTo>
                  <a:close/>
                  <a:moveTo>
                    <a:pt x="129" y="13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3"/>
                  </a:lnTo>
                  <a:lnTo>
                    <a:pt x="22" y="13"/>
                  </a:lnTo>
                  <a:lnTo>
                    <a:pt x="22" y="21"/>
                  </a:lnTo>
                  <a:lnTo>
                    <a:pt x="39" y="21"/>
                  </a:lnTo>
                  <a:lnTo>
                    <a:pt x="39" y="13"/>
                  </a:lnTo>
                  <a:lnTo>
                    <a:pt x="93" y="13"/>
                  </a:lnTo>
                  <a:lnTo>
                    <a:pt x="93" y="21"/>
                  </a:lnTo>
                  <a:lnTo>
                    <a:pt x="110" y="21"/>
                  </a:lnTo>
                  <a:lnTo>
                    <a:pt x="110" y="13"/>
                  </a:lnTo>
                  <a:lnTo>
                    <a:pt x="129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2" name="Group 681"/>
          <p:cNvGrpSpPr/>
          <p:nvPr/>
        </p:nvGrpSpPr>
        <p:grpSpPr>
          <a:xfrm>
            <a:off x="2457743" y="2506773"/>
            <a:ext cx="303460" cy="178906"/>
            <a:chOff x="2457743" y="2506773"/>
            <a:chExt cx="303460" cy="178906"/>
          </a:xfrm>
          <a:solidFill>
            <a:schemeClr val="tx1"/>
          </a:solidFill>
        </p:grpSpPr>
        <p:sp>
          <p:nvSpPr>
            <p:cNvPr id="526" name="Freeform 118"/>
            <p:cNvSpPr>
              <a:spLocks/>
            </p:cNvSpPr>
            <p:nvPr/>
          </p:nvSpPr>
          <p:spPr bwMode="auto">
            <a:xfrm>
              <a:off x="2564181" y="2574712"/>
              <a:ext cx="99644" cy="67939"/>
            </a:xfrm>
            <a:custGeom>
              <a:avLst/>
              <a:gdLst>
                <a:gd name="T0" fmla="*/ 16 w 44"/>
                <a:gd name="T1" fmla="*/ 25 h 30"/>
                <a:gd name="T2" fmla="*/ 3 w 44"/>
                <a:gd name="T3" fmla="*/ 12 h 30"/>
                <a:gd name="T4" fmla="*/ 0 w 44"/>
                <a:gd name="T5" fmla="*/ 15 h 30"/>
                <a:gd name="T6" fmla="*/ 15 w 44"/>
                <a:gd name="T7" fmla="*/ 30 h 30"/>
                <a:gd name="T8" fmla="*/ 17 w 44"/>
                <a:gd name="T9" fmla="*/ 30 h 30"/>
                <a:gd name="T10" fmla="*/ 44 w 44"/>
                <a:gd name="T11" fmla="*/ 3 h 30"/>
                <a:gd name="T12" fmla="*/ 42 w 44"/>
                <a:gd name="T13" fmla="*/ 0 h 30"/>
                <a:gd name="T14" fmla="*/ 16 w 44"/>
                <a:gd name="T15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16" y="25"/>
                  </a:moveTo>
                  <a:lnTo>
                    <a:pt x="3" y="12"/>
                  </a:lnTo>
                  <a:lnTo>
                    <a:pt x="0" y="15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7" name="Freeform 119"/>
            <p:cNvSpPr>
              <a:spLocks noEditPoints="1"/>
            </p:cNvSpPr>
            <p:nvPr/>
          </p:nvSpPr>
          <p:spPr bwMode="auto">
            <a:xfrm>
              <a:off x="2457743" y="2506773"/>
              <a:ext cx="303460" cy="178906"/>
            </a:xfrm>
            <a:custGeom>
              <a:avLst/>
              <a:gdLst>
                <a:gd name="T0" fmla="*/ 224 w 256"/>
                <a:gd name="T1" fmla="*/ 80 h 152"/>
                <a:gd name="T2" fmla="*/ 137 w 256"/>
                <a:gd name="T3" fmla="*/ 0 h 152"/>
                <a:gd name="T4" fmla="*/ 49 w 256"/>
                <a:gd name="T5" fmla="*/ 64 h 152"/>
                <a:gd name="T6" fmla="*/ 46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6 w 256"/>
                <a:gd name="T25" fmla="*/ 72 h 152"/>
                <a:gd name="T26" fmla="*/ 56 w 256"/>
                <a:gd name="T27" fmla="*/ 72 h 152"/>
                <a:gd name="T28" fmla="*/ 56 w 256"/>
                <a:gd name="T29" fmla="*/ 69 h 152"/>
                <a:gd name="T30" fmla="*/ 137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4" y="0"/>
                    <a:pt x="137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21" y="64"/>
                    <a:pt x="0" y="84"/>
                    <a:pt x="0" y="108"/>
                  </a:cubicBezTo>
                  <a:cubicBezTo>
                    <a:pt x="0" y="133"/>
                    <a:pt x="20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1" y="152"/>
                    <a:pt x="256" y="136"/>
                    <a:pt x="256" y="116"/>
                  </a:cubicBezTo>
                  <a:cubicBezTo>
                    <a:pt x="256" y="97"/>
                    <a:pt x="243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8" y="8"/>
                    <a:pt x="137" y="8"/>
                  </a:cubicBezTo>
                  <a:cubicBezTo>
                    <a:pt x="181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1" name="Group 680"/>
          <p:cNvGrpSpPr/>
          <p:nvPr/>
        </p:nvGrpSpPr>
        <p:grpSpPr>
          <a:xfrm>
            <a:off x="2849523" y="2506773"/>
            <a:ext cx="301196" cy="178906"/>
            <a:chOff x="2849523" y="2506773"/>
            <a:chExt cx="301196" cy="178906"/>
          </a:xfrm>
          <a:solidFill>
            <a:schemeClr val="tx1"/>
          </a:solidFill>
        </p:grpSpPr>
        <p:sp>
          <p:nvSpPr>
            <p:cNvPr id="528" name="Freeform 120"/>
            <p:cNvSpPr>
              <a:spLocks noEditPoints="1"/>
            </p:cNvSpPr>
            <p:nvPr/>
          </p:nvSpPr>
          <p:spPr bwMode="auto">
            <a:xfrm>
              <a:off x="2849523" y="2506773"/>
              <a:ext cx="301196" cy="178906"/>
            </a:xfrm>
            <a:custGeom>
              <a:avLst/>
              <a:gdLst>
                <a:gd name="T0" fmla="*/ 224 w 256"/>
                <a:gd name="T1" fmla="*/ 80 h 152"/>
                <a:gd name="T2" fmla="*/ 137 w 256"/>
                <a:gd name="T3" fmla="*/ 0 h 152"/>
                <a:gd name="T4" fmla="*/ 49 w 256"/>
                <a:gd name="T5" fmla="*/ 64 h 152"/>
                <a:gd name="T6" fmla="*/ 46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6 w 256"/>
                <a:gd name="T25" fmla="*/ 72 h 152"/>
                <a:gd name="T26" fmla="*/ 56 w 256"/>
                <a:gd name="T27" fmla="*/ 72 h 152"/>
                <a:gd name="T28" fmla="*/ 56 w 256"/>
                <a:gd name="T29" fmla="*/ 69 h 152"/>
                <a:gd name="T30" fmla="*/ 137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4" y="0"/>
                    <a:pt x="137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21" y="64"/>
                    <a:pt x="0" y="84"/>
                    <a:pt x="0" y="108"/>
                  </a:cubicBezTo>
                  <a:cubicBezTo>
                    <a:pt x="0" y="133"/>
                    <a:pt x="20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1" y="152"/>
                    <a:pt x="256" y="136"/>
                    <a:pt x="256" y="116"/>
                  </a:cubicBezTo>
                  <a:cubicBezTo>
                    <a:pt x="256" y="97"/>
                    <a:pt x="243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8" y="8"/>
                    <a:pt x="137" y="8"/>
                  </a:cubicBezTo>
                  <a:cubicBezTo>
                    <a:pt x="181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9" name="Freeform 121"/>
            <p:cNvSpPr>
              <a:spLocks/>
            </p:cNvSpPr>
            <p:nvPr/>
          </p:nvSpPr>
          <p:spPr bwMode="auto">
            <a:xfrm>
              <a:off x="2960489" y="2563388"/>
              <a:ext cx="81527" cy="99644"/>
            </a:xfrm>
            <a:custGeom>
              <a:avLst/>
              <a:gdLst>
                <a:gd name="T0" fmla="*/ 20 w 36"/>
                <a:gd name="T1" fmla="*/ 36 h 44"/>
                <a:gd name="T2" fmla="*/ 20 w 36"/>
                <a:gd name="T3" fmla="*/ 0 h 44"/>
                <a:gd name="T4" fmla="*/ 16 w 36"/>
                <a:gd name="T5" fmla="*/ 0 h 44"/>
                <a:gd name="T6" fmla="*/ 16 w 36"/>
                <a:gd name="T7" fmla="*/ 36 h 44"/>
                <a:gd name="T8" fmla="*/ 3 w 36"/>
                <a:gd name="T9" fmla="*/ 23 h 44"/>
                <a:gd name="T10" fmla="*/ 0 w 36"/>
                <a:gd name="T11" fmla="*/ 26 h 44"/>
                <a:gd name="T12" fmla="*/ 17 w 36"/>
                <a:gd name="T13" fmla="*/ 44 h 44"/>
                <a:gd name="T14" fmla="*/ 19 w 36"/>
                <a:gd name="T15" fmla="*/ 44 h 44"/>
                <a:gd name="T16" fmla="*/ 36 w 36"/>
                <a:gd name="T17" fmla="*/ 26 h 44"/>
                <a:gd name="T18" fmla="*/ 33 w 36"/>
                <a:gd name="T19" fmla="*/ 23 h 44"/>
                <a:gd name="T20" fmla="*/ 20 w 36"/>
                <a:gd name="T21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20" y="36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17" y="44"/>
                  </a:lnTo>
                  <a:lnTo>
                    <a:pt x="19" y="44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9" name="Group 678"/>
          <p:cNvGrpSpPr/>
          <p:nvPr/>
        </p:nvGrpSpPr>
        <p:grpSpPr>
          <a:xfrm>
            <a:off x="3241303" y="2506773"/>
            <a:ext cx="303460" cy="178906"/>
            <a:chOff x="3241303" y="2506773"/>
            <a:chExt cx="303460" cy="178906"/>
          </a:xfrm>
          <a:solidFill>
            <a:schemeClr val="tx1"/>
          </a:solidFill>
        </p:grpSpPr>
        <p:sp>
          <p:nvSpPr>
            <p:cNvPr id="530" name="Freeform 122"/>
            <p:cNvSpPr>
              <a:spLocks noEditPoints="1"/>
            </p:cNvSpPr>
            <p:nvPr/>
          </p:nvSpPr>
          <p:spPr bwMode="auto">
            <a:xfrm>
              <a:off x="3241303" y="2506773"/>
              <a:ext cx="303460" cy="178906"/>
            </a:xfrm>
            <a:custGeom>
              <a:avLst/>
              <a:gdLst>
                <a:gd name="T0" fmla="*/ 223 w 256"/>
                <a:gd name="T1" fmla="*/ 80 h 152"/>
                <a:gd name="T2" fmla="*/ 136 w 256"/>
                <a:gd name="T3" fmla="*/ 0 h 152"/>
                <a:gd name="T4" fmla="*/ 48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3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3" y="80"/>
                  </a:moveTo>
                  <a:cubicBezTo>
                    <a:pt x="221" y="36"/>
                    <a:pt x="183" y="0"/>
                    <a:pt x="136" y="0"/>
                  </a:cubicBezTo>
                  <a:cubicBezTo>
                    <a:pt x="94" y="0"/>
                    <a:pt x="57" y="27"/>
                    <a:pt x="48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3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3" y="144"/>
                    <a:pt x="8" y="128"/>
                    <a:pt x="8" y="108"/>
                  </a:cubicBezTo>
                  <a:cubicBezTo>
                    <a:pt x="8" y="88"/>
                    <a:pt x="24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5" y="88"/>
                    <a:pt x="248" y="100"/>
                    <a:pt x="248" y="116"/>
                  </a:cubicBezTo>
                  <a:cubicBezTo>
                    <a:pt x="248" y="132"/>
                    <a:pt x="235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1" name="Rectangle 123"/>
            <p:cNvSpPr>
              <a:spLocks noChangeArrowheads="1"/>
            </p:cNvSpPr>
            <p:nvPr/>
          </p:nvSpPr>
          <p:spPr bwMode="auto">
            <a:xfrm>
              <a:off x="3350005" y="2601888"/>
              <a:ext cx="8605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6" name="Group 675"/>
          <p:cNvGrpSpPr/>
          <p:nvPr/>
        </p:nvGrpSpPr>
        <p:grpSpPr>
          <a:xfrm>
            <a:off x="3633084" y="2506773"/>
            <a:ext cx="303460" cy="178906"/>
            <a:chOff x="3633084" y="2506773"/>
            <a:chExt cx="303460" cy="178906"/>
          </a:xfrm>
          <a:solidFill>
            <a:schemeClr val="tx1"/>
          </a:solidFill>
        </p:grpSpPr>
        <p:sp>
          <p:nvSpPr>
            <p:cNvPr id="532" name="Freeform 124"/>
            <p:cNvSpPr>
              <a:spLocks noEditPoints="1"/>
            </p:cNvSpPr>
            <p:nvPr/>
          </p:nvSpPr>
          <p:spPr bwMode="auto">
            <a:xfrm>
              <a:off x="3633084" y="2506773"/>
              <a:ext cx="303460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8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4" y="0"/>
                    <a:pt x="57" y="27"/>
                    <a:pt x="48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4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5" y="88"/>
                    <a:pt x="248" y="100"/>
                    <a:pt x="248" y="116"/>
                  </a:cubicBezTo>
                  <a:cubicBezTo>
                    <a:pt x="248" y="132"/>
                    <a:pt x="235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3" name="Freeform 125"/>
            <p:cNvSpPr>
              <a:spLocks noEditPoints="1"/>
            </p:cNvSpPr>
            <p:nvPr/>
          </p:nvSpPr>
          <p:spPr bwMode="auto">
            <a:xfrm>
              <a:off x="3737257" y="2558859"/>
              <a:ext cx="95114" cy="92850"/>
            </a:xfrm>
            <a:custGeom>
              <a:avLst/>
              <a:gdLst>
                <a:gd name="T0" fmla="*/ 40 w 80"/>
                <a:gd name="T1" fmla="*/ 0 h 80"/>
                <a:gd name="T2" fmla="*/ 11 w 80"/>
                <a:gd name="T3" fmla="*/ 12 h 80"/>
                <a:gd name="T4" fmla="*/ 0 w 80"/>
                <a:gd name="T5" fmla="*/ 40 h 80"/>
                <a:gd name="T6" fmla="*/ 11 w 80"/>
                <a:gd name="T7" fmla="*/ 68 h 80"/>
                <a:gd name="T8" fmla="*/ 40 w 80"/>
                <a:gd name="T9" fmla="*/ 80 h 80"/>
                <a:gd name="T10" fmla="*/ 40 w 80"/>
                <a:gd name="T11" fmla="*/ 80 h 80"/>
                <a:gd name="T12" fmla="*/ 80 w 80"/>
                <a:gd name="T13" fmla="*/ 40 h 80"/>
                <a:gd name="T14" fmla="*/ 68 w 80"/>
                <a:gd name="T15" fmla="*/ 12 h 80"/>
                <a:gd name="T16" fmla="*/ 40 w 80"/>
                <a:gd name="T17" fmla="*/ 0 h 80"/>
                <a:gd name="T18" fmla="*/ 40 w 80"/>
                <a:gd name="T19" fmla="*/ 72 h 80"/>
                <a:gd name="T20" fmla="*/ 17 w 80"/>
                <a:gd name="T21" fmla="*/ 63 h 80"/>
                <a:gd name="T22" fmla="*/ 8 w 80"/>
                <a:gd name="T23" fmla="*/ 40 h 80"/>
                <a:gd name="T24" fmla="*/ 14 w 80"/>
                <a:gd name="T25" fmla="*/ 20 h 80"/>
                <a:gd name="T26" fmla="*/ 59 w 80"/>
                <a:gd name="T27" fmla="*/ 65 h 80"/>
                <a:gd name="T28" fmla="*/ 40 w 80"/>
                <a:gd name="T29" fmla="*/ 72 h 80"/>
                <a:gd name="T30" fmla="*/ 65 w 80"/>
                <a:gd name="T31" fmla="*/ 60 h 80"/>
                <a:gd name="T32" fmla="*/ 20 w 80"/>
                <a:gd name="T33" fmla="*/ 15 h 80"/>
                <a:gd name="T34" fmla="*/ 40 w 80"/>
                <a:gd name="T35" fmla="*/ 8 h 80"/>
                <a:gd name="T36" fmla="*/ 62 w 80"/>
                <a:gd name="T37" fmla="*/ 17 h 80"/>
                <a:gd name="T38" fmla="*/ 72 w 80"/>
                <a:gd name="T39" fmla="*/ 40 h 80"/>
                <a:gd name="T40" fmla="*/ 65 w 80"/>
                <a:gd name="T41" fmla="*/ 6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cubicBezTo>
                    <a:pt x="29" y="0"/>
                    <a:pt x="19" y="4"/>
                    <a:pt x="11" y="12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1"/>
                    <a:pt x="4" y="61"/>
                    <a:pt x="11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2"/>
                  </a:cubicBezTo>
                  <a:cubicBezTo>
                    <a:pt x="60" y="4"/>
                    <a:pt x="50" y="0"/>
                    <a:pt x="40" y="0"/>
                  </a:cubicBezTo>
                  <a:close/>
                  <a:moveTo>
                    <a:pt x="40" y="72"/>
                  </a:moveTo>
                  <a:cubicBezTo>
                    <a:pt x="31" y="72"/>
                    <a:pt x="23" y="69"/>
                    <a:pt x="17" y="63"/>
                  </a:cubicBezTo>
                  <a:cubicBezTo>
                    <a:pt x="11" y="57"/>
                    <a:pt x="8" y="49"/>
                    <a:pt x="8" y="40"/>
                  </a:cubicBezTo>
                  <a:cubicBezTo>
                    <a:pt x="8" y="33"/>
                    <a:pt x="10" y="26"/>
                    <a:pt x="14" y="20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4" y="69"/>
                    <a:pt x="47" y="72"/>
                    <a:pt x="40" y="72"/>
                  </a:cubicBezTo>
                  <a:close/>
                  <a:moveTo>
                    <a:pt x="65" y="60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6" y="10"/>
                    <a:pt x="33" y="8"/>
                    <a:pt x="40" y="8"/>
                  </a:cubicBezTo>
                  <a:cubicBezTo>
                    <a:pt x="48" y="8"/>
                    <a:pt x="56" y="11"/>
                    <a:pt x="62" y="17"/>
                  </a:cubicBezTo>
                  <a:cubicBezTo>
                    <a:pt x="68" y="23"/>
                    <a:pt x="72" y="31"/>
                    <a:pt x="72" y="40"/>
                  </a:cubicBezTo>
                  <a:cubicBezTo>
                    <a:pt x="72" y="47"/>
                    <a:pt x="69" y="54"/>
                    <a:pt x="65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5" name="Group 674"/>
          <p:cNvGrpSpPr/>
          <p:nvPr/>
        </p:nvGrpSpPr>
        <p:grpSpPr>
          <a:xfrm>
            <a:off x="4024863" y="2506773"/>
            <a:ext cx="301196" cy="178906"/>
            <a:chOff x="4024863" y="2506773"/>
            <a:chExt cx="301196" cy="178906"/>
          </a:xfrm>
          <a:solidFill>
            <a:schemeClr val="tx1"/>
          </a:solidFill>
        </p:grpSpPr>
        <p:sp>
          <p:nvSpPr>
            <p:cNvPr id="534" name="Freeform 126"/>
            <p:cNvSpPr>
              <a:spLocks noEditPoints="1"/>
            </p:cNvSpPr>
            <p:nvPr/>
          </p:nvSpPr>
          <p:spPr bwMode="auto">
            <a:xfrm>
              <a:off x="4024863" y="2506773"/>
              <a:ext cx="301196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9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4" y="0"/>
                    <a:pt x="57" y="27"/>
                    <a:pt x="49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5" name="Freeform 127"/>
            <p:cNvSpPr>
              <a:spLocks/>
            </p:cNvSpPr>
            <p:nvPr/>
          </p:nvSpPr>
          <p:spPr bwMode="auto">
            <a:xfrm>
              <a:off x="4133565" y="2563388"/>
              <a:ext cx="83792" cy="83792"/>
            </a:xfrm>
            <a:custGeom>
              <a:avLst/>
              <a:gdLst>
                <a:gd name="T0" fmla="*/ 21 w 37"/>
                <a:gd name="T1" fmla="*/ 0 h 37"/>
                <a:gd name="T2" fmla="*/ 17 w 37"/>
                <a:gd name="T3" fmla="*/ 0 h 37"/>
                <a:gd name="T4" fmla="*/ 17 w 37"/>
                <a:gd name="T5" fmla="*/ 17 h 37"/>
                <a:gd name="T6" fmla="*/ 0 w 37"/>
                <a:gd name="T7" fmla="*/ 17 h 37"/>
                <a:gd name="T8" fmla="*/ 0 w 37"/>
                <a:gd name="T9" fmla="*/ 21 h 37"/>
                <a:gd name="T10" fmla="*/ 17 w 37"/>
                <a:gd name="T11" fmla="*/ 21 h 37"/>
                <a:gd name="T12" fmla="*/ 17 w 37"/>
                <a:gd name="T13" fmla="*/ 37 h 37"/>
                <a:gd name="T14" fmla="*/ 21 w 37"/>
                <a:gd name="T15" fmla="*/ 37 h 37"/>
                <a:gd name="T16" fmla="*/ 21 w 37"/>
                <a:gd name="T17" fmla="*/ 21 h 37"/>
                <a:gd name="T18" fmla="*/ 37 w 37"/>
                <a:gd name="T19" fmla="*/ 21 h 37"/>
                <a:gd name="T20" fmla="*/ 37 w 37"/>
                <a:gd name="T21" fmla="*/ 17 h 37"/>
                <a:gd name="T22" fmla="*/ 21 w 37"/>
                <a:gd name="T23" fmla="*/ 17 h 37"/>
                <a:gd name="T24" fmla="*/ 21 w 3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37">
                  <a:moveTo>
                    <a:pt x="21" y="0"/>
                  </a:move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lnTo>
                    <a:pt x="21" y="37"/>
                  </a:lnTo>
                  <a:lnTo>
                    <a:pt x="21" y="21"/>
                  </a:lnTo>
                  <a:lnTo>
                    <a:pt x="37" y="21"/>
                  </a:lnTo>
                  <a:lnTo>
                    <a:pt x="37" y="17"/>
                  </a:lnTo>
                  <a:lnTo>
                    <a:pt x="21" y="17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2" name="Group 671"/>
          <p:cNvGrpSpPr/>
          <p:nvPr/>
        </p:nvGrpSpPr>
        <p:grpSpPr>
          <a:xfrm>
            <a:off x="4416644" y="2506773"/>
            <a:ext cx="301196" cy="178906"/>
            <a:chOff x="4416644" y="2506773"/>
            <a:chExt cx="301196" cy="178906"/>
          </a:xfrm>
          <a:solidFill>
            <a:schemeClr val="tx1"/>
          </a:solidFill>
        </p:grpSpPr>
        <p:sp>
          <p:nvSpPr>
            <p:cNvPr id="536" name="Freeform 128"/>
            <p:cNvSpPr>
              <a:spLocks noEditPoints="1"/>
            </p:cNvSpPr>
            <p:nvPr/>
          </p:nvSpPr>
          <p:spPr bwMode="auto">
            <a:xfrm>
              <a:off x="4416644" y="2506773"/>
              <a:ext cx="301196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9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7" name="Freeform 129"/>
            <p:cNvSpPr>
              <a:spLocks/>
            </p:cNvSpPr>
            <p:nvPr/>
          </p:nvSpPr>
          <p:spPr bwMode="auto">
            <a:xfrm>
              <a:off x="4525346" y="2595093"/>
              <a:ext cx="65675" cy="65675"/>
            </a:xfrm>
            <a:custGeom>
              <a:avLst/>
              <a:gdLst>
                <a:gd name="T0" fmla="*/ 37 w 56"/>
                <a:gd name="T1" fmla="*/ 22 h 54"/>
                <a:gd name="T2" fmla="*/ 44 w 56"/>
                <a:gd name="T3" fmla="*/ 32 h 54"/>
                <a:gd name="T4" fmla="*/ 36 w 56"/>
                <a:gd name="T5" fmla="*/ 32 h 54"/>
                <a:gd name="T6" fmla="*/ 8 w 56"/>
                <a:gd name="T7" fmla="*/ 0 h 54"/>
                <a:gd name="T8" fmla="*/ 0 w 56"/>
                <a:gd name="T9" fmla="*/ 0 h 54"/>
                <a:gd name="T10" fmla="*/ 36 w 56"/>
                <a:gd name="T11" fmla="*/ 40 h 54"/>
                <a:gd name="T12" fmla="*/ 44 w 56"/>
                <a:gd name="T13" fmla="*/ 40 h 54"/>
                <a:gd name="T14" fmla="*/ 37 w 56"/>
                <a:gd name="T15" fmla="*/ 50 h 54"/>
                <a:gd name="T16" fmla="*/ 44 w 56"/>
                <a:gd name="T17" fmla="*/ 54 h 54"/>
                <a:gd name="T18" fmla="*/ 56 w 56"/>
                <a:gd name="T19" fmla="*/ 38 h 54"/>
                <a:gd name="T20" fmla="*/ 56 w 56"/>
                <a:gd name="T21" fmla="*/ 34 h 54"/>
                <a:gd name="T22" fmla="*/ 44 w 56"/>
                <a:gd name="T23" fmla="*/ 18 h 54"/>
                <a:gd name="T24" fmla="*/ 37 w 56"/>
                <a:gd name="T2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7" y="22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4" y="18"/>
                    <a:pt x="44" y="18"/>
                    <a:pt x="44" y="18"/>
                  </a:cubicBezTo>
                  <a:lnTo>
                    <a:pt x="37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8" name="Freeform 130"/>
            <p:cNvSpPr>
              <a:spLocks/>
            </p:cNvSpPr>
            <p:nvPr/>
          </p:nvSpPr>
          <p:spPr bwMode="auto">
            <a:xfrm>
              <a:off x="4552522" y="2531684"/>
              <a:ext cx="65675" cy="63410"/>
            </a:xfrm>
            <a:custGeom>
              <a:avLst/>
              <a:gdLst>
                <a:gd name="T0" fmla="*/ 20 w 56"/>
                <a:gd name="T1" fmla="*/ 14 h 54"/>
                <a:gd name="T2" fmla="*/ 12 w 56"/>
                <a:gd name="T3" fmla="*/ 14 h 54"/>
                <a:gd name="T4" fmla="*/ 19 w 56"/>
                <a:gd name="T5" fmla="*/ 4 h 54"/>
                <a:gd name="T6" fmla="*/ 12 w 56"/>
                <a:gd name="T7" fmla="*/ 0 h 54"/>
                <a:gd name="T8" fmla="*/ 0 w 56"/>
                <a:gd name="T9" fmla="*/ 16 h 54"/>
                <a:gd name="T10" fmla="*/ 0 w 56"/>
                <a:gd name="T11" fmla="*/ 20 h 54"/>
                <a:gd name="T12" fmla="*/ 12 w 56"/>
                <a:gd name="T13" fmla="*/ 36 h 54"/>
                <a:gd name="T14" fmla="*/ 19 w 56"/>
                <a:gd name="T15" fmla="*/ 32 h 54"/>
                <a:gd name="T16" fmla="*/ 12 w 56"/>
                <a:gd name="T17" fmla="*/ 22 h 54"/>
                <a:gd name="T18" fmla="*/ 20 w 56"/>
                <a:gd name="T19" fmla="*/ 22 h 54"/>
                <a:gd name="T20" fmla="*/ 48 w 56"/>
                <a:gd name="T21" fmla="*/ 54 h 54"/>
                <a:gd name="T22" fmla="*/ 56 w 56"/>
                <a:gd name="T23" fmla="*/ 54 h 54"/>
                <a:gd name="T24" fmla="*/ 20 w 56"/>
                <a:gd name="T25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20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6" y="22"/>
                    <a:pt x="48" y="39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5"/>
                    <a:pt x="41" y="14"/>
                    <a:pt x="2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1" name="Group 670"/>
          <p:cNvGrpSpPr/>
          <p:nvPr/>
        </p:nvGrpSpPr>
        <p:grpSpPr>
          <a:xfrm>
            <a:off x="4808424" y="2506773"/>
            <a:ext cx="301196" cy="178906"/>
            <a:chOff x="4808424" y="2506773"/>
            <a:chExt cx="301196" cy="178906"/>
          </a:xfrm>
          <a:solidFill>
            <a:schemeClr val="tx1"/>
          </a:solidFill>
        </p:grpSpPr>
        <p:sp>
          <p:nvSpPr>
            <p:cNvPr id="539" name="Freeform 131"/>
            <p:cNvSpPr>
              <a:spLocks noEditPoints="1"/>
            </p:cNvSpPr>
            <p:nvPr/>
          </p:nvSpPr>
          <p:spPr bwMode="auto">
            <a:xfrm>
              <a:off x="4808424" y="2506773"/>
              <a:ext cx="301196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9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0" name="Freeform 132"/>
            <p:cNvSpPr>
              <a:spLocks/>
            </p:cNvSpPr>
            <p:nvPr/>
          </p:nvSpPr>
          <p:spPr bwMode="auto">
            <a:xfrm>
              <a:off x="4921655" y="2570183"/>
              <a:ext cx="72468" cy="72468"/>
            </a:xfrm>
            <a:custGeom>
              <a:avLst/>
              <a:gdLst>
                <a:gd name="T0" fmla="*/ 29 w 32"/>
                <a:gd name="T1" fmla="*/ 0 h 32"/>
                <a:gd name="T2" fmla="*/ 16 w 32"/>
                <a:gd name="T3" fmla="*/ 13 h 32"/>
                <a:gd name="T4" fmla="*/ 3 w 32"/>
                <a:gd name="T5" fmla="*/ 0 h 32"/>
                <a:gd name="T6" fmla="*/ 0 w 32"/>
                <a:gd name="T7" fmla="*/ 3 h 32"/>
                <a:gd name="T8" fmla="*/ 13 w 32"/>
                <a:gd name="T9" fmla="*/ 16 h 32"/>
                <a:gd name="T10" fmla="*/ 0 w 32"/>
                <a:gd name="T11" fmla="*/ 29 h 32"/>
                <a:gd name="T12" fmla="*/ 3 w 32"/>
                <a:gd name="T13" fmla="*/ 32 h 32"/>
                <a:gd name="T14" fmla="*/ 16 w 32"/>
                <a:gd name="T15" fmla="*/ 19 h 32"/>
                <a:gd name="T16" fmla="*/ 29 w 32"/>
                <a:gd name="T17" fmla="*/ 32 h 32"/>
                <a:gd name="T18" fmla="*/ 32 w 32"/>
                <a:gd name="T19" fmla="*/ 29 h 32"/>
                <a:gd name="T20" fmla="*/ 19 w 32"/>
                <a:gd name="T21" fmla="*/ 16 h 32"/>
                <a:gd name="T22" fmla="*/ 32 w 32"/>
                <a:gd name="T23" fmla="*/ 3 h 32"/>
                <a:gd name="T24" fmla="*/ 29 w 32"/>
                <a:gd name="T2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29" y="0"/>
                  </a:move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lnTo>
                    <a:pt x="16" y="19"/>
                  </a:lnTo>
                  <a:lnTo>
                    <a:pt x="29" y="32"/>
                  </a:ln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8" name="Group 667"/>
          <p:cNvGrpSpPr/>
          <p:nvPr/>
        </p:nvGrpSpPr>
        <p:grpSpPr>
          <a:xfrm>
            <a:off x="5197939" y="2506773"/>
            <a:ext cx="303460" cy="178906"/>
            <a:chOff x="5197939" y="2506773"/>
            <a:chExt cx="303460" cy="178906"/>
          </a:xfrm>
          <a:solidFill>
            <a:schemeClr val="tx1"/>
          </a:solidFill>
        </p:grpSpPr>
        <p:sp>
          <p:nvSpPr>
            <p:cNvPr id="541" name="Freeform 133"/>
            <p:cNvSpPr>
              <a:spLocks noEditPoints="1"/>
            </p:cNvSpPr>
            <p:nvPr/>
          </p:nvSpPr>
          <p:spPr bwMode="auto">
            <a:xfrm>
              <a:off x="5197939" y="2506773"/>
              <a:ext cx="303460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9 w 256"/>
                <a:gd name="T5" fmla="*/ 64 h 152"/>
                <a:gd name="T6" fmla="*/ 46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6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21" y="64"/>
                    <a:pt x="0" y="84"/>
                    <a:pt x="0" y="108"/>
                  </a:cubicBezTo>
                  <a:cubicBezTo>
                    <a:pt x="0" y="133"/>
                    <a:pt x="20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6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2" name="Freeform 134"/>
            <p:cNvSpPr>
              <a:spLocks noEditPoints="1"/>
            </p:cNvSpPr>
            <p:nvPr/>
          </p:nvSpPr>
          <p:spPr bwMode="auto">
            <a:xfrm>
              <a:off x="5302112" y="2558859"/>
              <a:ext cx="92850" cy="92850"/>
            </a:xfrm>
            <a:custGeom>
              <a:avLst/>
              <a:gdLst>
                <a:gd name="T0" fmla="*/ 56 w 79"/>
                <a:gd name="T1" fmla="*/ 28 h 79"/>
                <a:gd name="T2" fmla="*/ 28 w 79"/>
                <a:gd name="T3" fmla="*/ 0 h 79"/>
                <a:gd name="T4" fmla="*/ 0 w 79"/>
                <a:gd name="T5" fmla="*/ 28 h 79"/>
                <a:gd name="T6" fmla="*/ 28 w 79"/>
                <a:gd name="T7" fmla="*/ 56 h 79"/>
                <a:gd name="T8" fmla="*/ 45 w 79"/>
                <a:gd name="T9" fmla="*/ 50 h 79"/>
                <a:gd name="T10" fmla="*/ 73 w 79"/>
                <a:gd name="T11" fmla="*/ 79 h 79"/>
                <a:gd name="T12" fmla="*/ 79 w 79"/>
                <a:gd name="T13" fmla="*/ 73 h 79"/>
                <a:gd name="T14" fmla="*/ 51 w 79"/>
                <a:gd name="T15" fmla="*/ 45 h 79"/>
                <a:gd name="T16" fmla="*/ 56 w 79"/>
                <a:gd name="T17" fmla="*/ 28 h 79"/>
                <a:gd name="T18" fmla="*/ 8 w 79"/>
                <a:gd name="T19" fmla="*/ 28 h 79"/>
                <a:gd name="T20" fmla="*/ 28 w 79"/>
                <a:gd name="T21" fmla="*/ 8 h 79"/>
                <a:gd name="T22" fmla="*/ 48 w 79"/>
                <a:gd name="T23" fmla="*/ 28 h 79"/>
                <a:gd name="T24" fmla="*/ 28 w 79"/>
                <a:gd name="T25" fmla="*/ 48 h 79"/>
                <a:gd name="T26" fmla="*/ 8 w 79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56" y="28"/>
                  </a:moveTo>
                  <a:cubicBezTo>
                    <a:pt x="56" y="13"/>
                    <a:pt x="44" y="0"/>
                    <a:pt x="28" y="0"/>
                  </a:cubicBez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34" y="56"/>
                    <a:pt x="40" y="54"/>
                    <a:pt x="45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0"/>
                    <a:pt x="56" y="34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7" name="Group 666"/>
          <p:cNvGrpSpPr/>
          <p:nvPr/>
        </p:nvGrpSpPr>
        <p:grpSpPr>
          <a:xfrm>
            <a:off x="5589720" y="2506773"/>
            <a:ext cx="303460" cy="178906"/>
            <a:chOff x="5589720" y="2506773"/>
            <a:chExt cx="303460" cy="178906"/>
          </a:xfrm>
          <a:solidFill>
            <a:schemeClr val="tx1"/>
          </a:solidFill>
        </p:grpSpPr>
        <p:sp>
          <p:nvSpPr>
            <p:cNvPr id="543" name="Freeform 135"/>
            <p:cNvSpPr>
              <a:spLocks noEditPoints="1"/>
            </p:cNvSpPr>
            <p:nvPr/>
          </p:nvSpPr>
          <p:spPr bwMode="auto">
            <a:xfrm>
              <a:off x="5589720" y="2506773"/>
              <a:ext cx="303460" cy="178906"/>
            </a:xfrm>
            <a:custGeom>
              <a:avLst/>
              <a:gdLst>
                <a:gd name="T0" fmla="*/ 224 w 256"/>
                <a:gd name="T1" fmla="*/ 80 h 152"/>
                <a:gd name="T2" fmla="*/ 137 w 256"/>
                <a:gd name="T3" fmla="*/ 0 h 152"/>
                <a:gd name="T4" fmla="*/ 49 w 256"/>
                <a:gd name="T5" fmla="*/ 64 h 152"/>
                <a:gd name="T6" fmla="*/ 46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6 w 256"/>
                <a:gd name="T25" fmla="*/ 72 h 152"/>
                <a:gd name="T26" fmla="*/ 56 w 256"/>
                <a:gd name="T27" fmla="*/ 72 h 152"/>
                <a:gd name="T28" fmla="*/ 56 w 256"/>
                <a:gd name="T29" fmla="*/ 69 h 152"/>
                <a:gd name="T30" fmla="*/ 137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4" y="0"/>
                    <a:pt x="137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21" y="64"/>
                    <a:pt x="0" y="84"/>
                    <a:pt x="0" y="108"/>
                  </a:cubicBezTo>
                  <a:cubicBezTo>
                    <a:pt x="0" y="133"/>
                    <a:pt x="20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7" y="8"/>
                  </a:cubicBezTo>
                  <a:cubicBezTo>
                    <a:pt x="181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4" name="Freeform 136"/>
            <p:cNvSpPr>
              <a:spLocks/>
            </p:cNvSpPr>
            <p:nvPr/>
          </p:nvSpPr>
          <p:spPr bwMode="auto">
            <a:xfrm>
              <a:off x="5700686" y="2563388"/>
              <a:ext cx="81527" cy="99644"/>
            </a:xfrm>
            <a:custGeom>
              <a:avLst/>
              <a:gdLst>
                <a:gd name="T0" fmla="*/ 16 w 36"/>
                <a:gd name="T1" fmla="*/ 0 h 44"/>
                <a:gd name="T2" fmla="*/ 0 w 36"/>
                <a:gd name="T3" fmla="*/ 17 h 44"/>
                <a:gd name="T4" fmla="*/ 3 w 36"/>
                <a:gd name="T5" fmla="*/ 20 h 44"/>
                <a:gd name="T6" fmla="*/ 16 w 36"/>
                <a:gd name="T7" fmla="*/ 7 h 44"/>
                <a:gd name="T8" fmla="*/ 16 w 36"/>
                <a:gd name="T9" fmla="*/ 44 h 44"/>
                <a:gd name="T10" fmla="*/ 20 w 36"/>
                <a:gd name="T11" fmla="*/ 44 h 44"/>
                <a:gd name="T12" fmla="*/ 20 w 36"/>
                <a:gd name="T13" fmla="*/ 7 h 44"/>
                <a:gd name="T14" fmla="*/ 33 w 36"/>
                <a:gd name="T15" fmla="*/ 20 h 44"/>
                <a:gd name="T16" fmla="*/ 36 w 36"/>
                <a:gd name="T17" fmla="*/ 17 h 44"/>
                <a:gd name="T18" fmla="*/ 19 w 36"/>
                <a:gd name="T19" fmla="*/ 0 h 44"/>
                <a:gd name="T20" fmla="*/ 16 w 36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6" y="0"/>
                  </a:moveTo>
                  <a:lnTo>
                    <a:pt x="0" y="17"/>
                  </a:lnTo>
                  <a:lnTo>
                    <a:pt x="3" y="20"/>
                  </a:lnTo>
                  <a:lnTo>
                    <a:pt x="16" y="7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2" name="Group 661"/>
          <p:cNvGrpSpPr/>
          <p:nvPr/>
        </p:nvGrpSpPr>
        <p:grpSpPr>
          <a:xfrm>
            <a:off x="6019999" y="2445628"/>
            <a:ext cx="226463" cy="301196"/>
            <a:chOff x="6019999" y="2445628"/>
            <a:chExt cx="226463" cy="301196"/>
          </a:xfrm>
          <a:solidFill>
            <a:schemeClr val="tx1"/>
          </a:solidFill>
        </p:grpSpPr>
        <p:sp>
          <p:nvSpPr>
            <p:cNvPr id="545" name="Freeform 137"/>
            <p:cNvSpPr>
              <a:spLocks noEditPoints="1"/>
            </p:cNvSpPr>
            <p:nvPr/>
          </p:nvSpPr>
          <p:spPr bwMode="auto">
            <a:xfrm>
              <a:off x="6019999" y="2445628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6" name="Freeform 138"/>
            <p:cNvSpPr>
              <a:spLocks/>
            </p:cNvSpPr>
            <p:nvPr/>
          </p:nvSpPr>
          <p:spPr bwMode="auto">
            <a:xfrm>
              <a:off x="6087938" y="2583771"/>
              <a:ext cx="99644" cy="67939"/>
            </a:xfrm>
            <a:custGeom>
              <a:avLst/>
              <a:gdLst>
                <a:gd name="T0" fmla="*/ 3 w 44"/>
                <a:gd name="T1" fmla="*/ 12 h 30"/>
                <a:gd name="T2" fmla="*/ 0 w 44"/>
                <a:gd name="T3" fmla="*/ 15 h 30"/>
                <a:gd name="T4" fmla="*/ 15 w 44"/>
                <a:gd name="T5" fmla="*/ 30 h 30"/>
                <a:gd name="T6" fmla="*/ 17 w 44"/>
                <a:gd name="T7" fmla="*/ 30 h 30"/>
                <a:gd name="T8" fmla="*/ 44 w 44"/>
                <a:gd name="T9" fmla="*/ 3 h 30"/>
                <a:gd name="T10" fmla="*/ 42 w 44"/>
                <a:gd name="T11" fmla="*/ 0 h 30"/>
                <a:gd name="T12" fmla="*/ 16 w 44"/>
                <a:gd name="T13" fmla="*/ 25 h 30"/>
                <a:gd name="T14" fmla="*/ 3 w 44"/>
                <a:gd name="T15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3" y="12"/>
                  </a:moveTo>
                  <a:lnTo>
                    <a:pt x="0" y="15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5"/>
                  </a:lnTo>
                  <a:lnTo>
                    <a:pt x="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1" name="Group 660"/>
          <p:cNvGrpSpPr/>
          <p:nvPr/>
        </p:nvGrpSpPr>
        <p:grpSpPr>
          <a:xfrm>
            <a:off x="6411779" y="2445628"/>
            <a:ext cx="226463" cy="301196"/>
            <a:chOff x="6411779" y="2445628"/>
            <a:chExt cx="226463" cy="301196"/>
          </a:xfrm>
          <a:solidFill>
            <a:schemeClr val="tx1"/>
          </a:solidFill>
        </p:grpSpPr>
        <p:sp>
          <p:nvSpPr>
            <p:cNvPr id="547" name="Freeform 139"/>
            <p:cNvSpPr>
              <a:spLocks noEditPoints="1"/>
            </p:cNvSpPr>
            <p:nvPr/>
          </p:nvSpPr>
          <p:spPr bwMode="auto">
            <a:xfrm>
              <a:off x="6411779" y="2445628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0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8" name="Freeform 140"/>
            <p:cNvSpPr>
              <a:spLocks noEditPoints="1"/>
            </p:cNvSpPr>
            <p:nvPr/>
          </p:nvSpPr>
          <p:spPr bwMode="auto">
            <a:xfrm>
              <a:off x="6472924" y="2581505"/>
              <a:ext cx="104173" cy="65675"/>
            </a:xfrm>
            <a:custGeom>
              <a:avLst/>
              <a:gdLst>
                <a:gd name="T0" fmla="*/ 0 w 88"/>
                <a:gd name="T1" fmla="*/ 40 h 56"/>
                <a:gd name="T2" fmla="*/ 16 w 88"/>
                <a:gd name="T3" fmla="*/ 56 h 56"/>
                <a:gd name="T4" fmla="*/ 72 w 88"/>
                <a:gd name="T5" fmla="*/ 56 h 56"/>
                <a:gd name="T6" fmla="*/ 88 w 88"/>
                <a:gd name="T7" fmla="*/ 40 h 56"/>
                <a:gd name="T8" fmla="*/ 75 w 88"/>
                <a:gd name="T9" fmla="*/ 24 h 56"/>
                <a:gd name="T10" fmla="*/ 44 w 88"/>
                <a:gd name="T11" fmla="*/ 0 h 56"/>
                <a:gd name="T12" fmla="*/ 12 w 88"/>
                <a:gd name="T13" fmla="*/ 24 h 56"/>
                <a:gd name="T14" fmla="*/ 0 w 88"/>
                <a:gd name="T15" fmla="*/ 40 h 56"/>
                <a:gd name="T16" fmla="*/ 19 w 88"/>
                <a:gd name="T17" fmla="*/ 32 h 56"/>
                <a:gd name="T18" fmla="*/ 19 w 88"/>
                <a:gd name="T19" fmla="*/ 29 h 56"/>
                <a:gd name="T20" fmla="*/ 44 w 88"/>
                <a:gd name="T21" fmla="*/ 8 h 56"/>
                <a:gd name="T22" fmla="*/ 68 w 88"/>
                <a:gd name="T23" fmla="*/ 28 h 56"/>
                <a:gd name="T24" fmla="*/ 68 w 88"/>
                <a:gd name="T25" fmla="*/ 32 h 56"/>
                <a:gd name="T26" fmla="*/ 72 w 88"/>
                <a:gd name="T27" fmla="*/ 32 h 56"/>
                <a:gd name="T28" fmla="*/ 80 w 88"/>
                <a:gd name="T29" fmla="*/ 40 h 56"/>
                <a:gd name="T30" fmla="*/ 72 w 88"/>
                <a:gd name="T31" fmla="*/ 48 h 56"/>
                <a:gd name="T32" fmla="*/ 16 w 88"/>
                <a:gd name="T33" fmla="*/ 48 h 56"/>
                <a:gd name="T34" fmla="*/ 8 w 88"/>
                <a:gd name="T35" fmla="*/ 40 h 56"/>
                <a:gd name="T36" fmla="*/ 16 w 88"/>
                <a:gd name="T37" fmla="*/ 32 h 56"/>
                <a:gd name="T38" fmla="*/ 19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0" y="40"/>
                  </a:moveTo>
                  <a:cubicBezTo>
                    <a:pt x="0" y="50"/>
                    <a:pt x="5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6"/>
                    <a:pt x="75" y="24"/>
                  </a:cubicBezTo>
                  <a:cubicBezTo>
                    <a:pt x="73" y="10"/>
                    <a:pt x="60" y="0"/>
                    <a:pt x="44" y="0"/>
                  </a:cubicBezTo>
                  <a:cubicBezTo>
                    <a:pt x="29" y="0"/>
                    <a:pt x="16" y="12"/>
                    <a:pt x="12" y="24"/>
                  </a:cubicBezTo>
                  <a:cubicBezTo>
                    <a:pt x="4" y="26"/>
                    <a:pt x="0" y="35"/>
                    <a:pt x="0" y="40"/>
                  </a:cubicBezTo>
                  <a:close/>
                  <a:moveTo>
                    <a:pt x="19" y="32"/>
                  </a:moveTo>
                  <a:cubicBezTo>
                    <a:pt x="19" y="29"/>
                    <a:pt x="19" y="29"/>
                    <a:pt x="19" y="29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0" name="Group 659"/>
          <p:cNvGrpSpPr/>
          <p:nvPr/>
        </p:nvGrpSpPr>
        <p:grpSpPr>
          <a:xfrm>
            <a:off x="6803559" y="2445628"/>
            <a:ext cx="226463" cy="301196"/>
            <a:chOff x="6803559" y="2445628"/>
            <a:chExt cx="226463" cy="301196"/>
          </a:xfrm>
          <a:solidFill>
            <a:schemeClr val="tx1"/>
          </a:solidFill>
        </p:grpSpPr>
        <p:sp>
          <p:nvSpPr>
            <p:cNvPr id="549" name="Freeform 141"/>
            <p:cNvSpPr>
              <a:spLocks noEditPoints="1"/>
            </p:cNvSpPr>
            <p:nvPr/>
          </p:nvSpPr>
          <p:spPr bwMode="auto">
            <a:xfrm>
              <a:off x="6803559" y="2445628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0" name="Freeform 142"/>
            <p:cNvSpPr>
              <a:spLocks/>
            </p:cNvSpPr>
            <p:nvPr/>
          </p:nvSpPr>
          <p:spPr bwMode="auto">
            <a:xfrm>
              <a:off x="6876027" y="2563388"/>
              <a:ext cx="81527" cy="99644"/>
            </a:xfrm>
            <a:custGeom>
              <a:avLst/>
              <a:gdLst>
                <a:gd name="T0" fmla="*/ 2 w 36"/>
                <a:gd name="T1" fmla="*/ 23 h 44"/>
                <a:gd name="T2" fmla="*/ 0 w 36"/>
                <a:gd name="T3" fmla="*/ 26 h 44"/>
                <a:gd name="T4" fmla="*/ 16 w 36"/>
                <a:gd name="T5" fmla="*/ 44 h 44"/>
                <a:gd name="T6" fmla="*/ 19 w 36"/>
                <a:gd name="T7" fmla="*/ 44 h 44"/>
                <a:gd name="T8" fmla="*/ 36 w 36"/>
                <a:gd name="T9" fmla="*/ 26 h 44"/>
                <a:gd name="T10" fmla="*/ 33 w 36"/>
                <a:gd name="T11" fmla="*/ 23 h 44"/>
                <a:gd name="T12" fmla="*/ 20 w 36"/>
                <a:gd name="T13" fmla="*/ 36 h 44"/>
                <a:gd name="T14" fmla="*/ 20 w 36"/>
                <a:gd name="T15" fmla="*/ 0 h 44"/>
                <a:gd name="T16" fmla="*/ 16 w 36"/>
                <a:gd name="T17" fmla="*/ 0 h 44"/>
                <a:gd name="T18" fmla="*/ 16 w 36"/>
                <a:gd name="T19" fmla="*/ 36 h 44"/>
                <a:gd name="T20" fmla="*/ 2 w 36"/>
                <a:gd name="T21" fmla="*/ 2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2" y="23"/>
                  </a:moveTo>
                  <a:lnTo>
                    <a:pt x="0" y="26"/>
                  </a:lnTo>
                  <a:lnTo>
                    <a:pt x="16" y="44"/>
                  </a:lnTo>
                  <a:lnTo>
                    <a:pt x="19" y="44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2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4" name="Group 683"/>
          <p:cNvGrpSpPr/>
          <p:nvPr/>
        </p:nvGrpSpPr>
        <p:grpSpPr>
          <a:xfrm>
            <a:off x="2104461" y="2837409"/>
            <a:ext cx="226463" cy="301196"/>
            <a:chOff x="2104461" y="2837409"/>
            <a:chExt cx="226463" cy="301196"/>
          </a:xfrm>
          <a:solidFill>
            <a:schemeClr val="tx1"/>
          </a:solidFill>
        </p:grpSpPr>
        <p:sp>
          <p:nvSpPr>
            <p:cNvPr id="551" name="Freeform 143"/>
            <p:cNvSpPr>
              <a:spLocks noEditPoints="1"/>
            </p:cNvSpPr>
            <p:nvPr/>
          </p:nvSpPr>
          <p:spPr bwMode="auto">
            <a:xfrm>
              <a:off x="2104461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2" name="Freeform 144"/>
            <p:cNvSpPr>
              <a:spLocks noEditPoints="1"/>
            </p:cNvSpPr>
            <p:nvPr/>
          </p:nvSpPr>
          <p:spPr bwMode="auto">
            <a:xfrm>
              <a:off x="2190517" y="2934787"/>
              <a:ext cx="83792" cy="108702"/>
            </a:xfrm>
            <a:custGeom>
              <a:avLst/>
              <a:gdLst>
                <a:gd name="T0" fmla="*/ 4 w 37"/>
                <a:gd name="T1" fmla="*/ 48 h 48"/>
                <a:gd name="T2" fmla="*/ 4 w 37"/>
                <a:gd name="T3" fmla="*/ 25 h 48"/>
                <a:gd name="T4" fmla="*/ 37 w 37"/>
                <a:gd name="T5" fmla="*/ 25 h 48"/>
                <a:gd name="T6" fmla="*/ 30 w 37"/>
                <a:gd name="T7" fmla="*/ 15 h 48"/>
                <a:gd name="T8" fmla="*/ 37 w 37"/>
                <a:gd name="T9" fmla="*/ 5 h 48"/>
                <a:gd name="T10" fmla="*/ 4 w 37"/>
                <a:gd name="T11" fmla="*/ 5 h 48"/>
                <a:gd name="T12" fmla="*/ 4 w 37"/>
                <a:gd name="T13" fmla="*/ 0 h 48"/>
                <a:gd name="T14" fmla="*/ 0 w 37"/>
                <a:gd name="T15" fmla="*/ 0 h 48"/>
                <a:gd name="T16" fmla="*/ 0 w 37"/>
                <a:gd name="T17" fmla="*/ 48 h 48"/>
                <a:gd name="T18" fmla="*/ 4 w 37"/>
                <a:gd name="T19" fmla="*/ 48 h 48"/>
                <a:gd name="T20" fmla="*/ 29 w 37"/>
                <a:gd name="T21" fmla="*/ 9 h 48"/>
                <a:gd name="T22" fmla="*/ 25 w 37"/>
                <a:gd name="T23" fmla="*/ 15 h 48"/>
                <a:gd name="T24" fmla="*/ 29 w 37"/>
                <a:gd name="T25" fmla="*/ 21 h 48"/>
                <a:gd name="T26" fmla="*/ 4 w 37"/>
                <a:gd name="T27" fmla="*/ 21 h 48"/>
                <a:gd name="T28" fmla="*/ 4 w 37"/>
                <a:gd name="T29" fmla="*/ 9 h 48"/>
                <a:gd name="T30" fmla="*/ 29 w 37"/>
                <a:gd name="T31" fmla="*/ 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48">
                  <a:moveTo>
                    <a:pt x="4" y="48"/>
                  </a:moveTo>
                  <a:lnTo>
                    <a:pt x="4" y="25"/>
                  </a:lnTo>
                  <a:lnTo>
                    <a:pt x="37" y="25"/>
                  </a:lnTo>
                  <a:lnTo>
                    <a:pt x="30" y="15"/>
                  </a:lnTo>
                  <a:lnTo>
                    <a:pt x="37" y="5"/>
                  </a:lnTo>
                  <a:lnTo>
                    <a:pt x="4" y="5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4" y="48"/>
                  </a:lnTo>
                  <a:close/>
                  <a:moveTo>
                    <a:pt x="29" y="9"/>
                  </a:moveTo>
                  <a:lnTo>
                    <a:pt x="25" y="15"/>
                  </a:lnTo>
                  <a:lnTo>
                    <a:pt x="29" y="21"/>
                  </a:lnTo>
                  <a:lnTo>
                    <a:pt x="4" y="21"/>
                  </a:lnTo>
                  <a:lnTo>
                    <a:pt x="4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5" name="Group 684"/>
          <p:cNvGrpSpPr/>
          <p:nvPr/>
        </p:nvGrpSpPr>
        <p:grpSpPr>
          <a:xfrm>
            <a:off x="2496242" y="2837409"/>
            <a:ext cx="226463" cy="301196"/>
            <a:chOff x="2496242" y="2837409"/>
            <a:chExt cx="226463" cy="301196"/>
          </a:xfrm>
          <a:solidFill>
            <a:schemeClr val="tx1"/>
          </a:solidFill>
        </p:grpSpPr>
        <p:sp>
          <p:nvSpPr>
            <p:cNvPr id="553" name="Freeform 145"/>
            <p:cNvSpPr>
              <a:spLocks noEditPoints="1"/>
            </p:cNvSpPr>
            <p:nvPr/>
          </p:nvSpPr>
          <p:spPr bwMode="auto">
            <a:xfrm>
              <a:off x="2496242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4" name="Freeform 146"/>
            <p:cNvSpPr>
              <a:spLocks noEditPoints="1"/>
            </p:cNvSpPr>
            <p:nvPr/>
          </p:nvSpPr>
          <p:spPr bwMode="auto">
            <a:xfrm>
              <a:off x="2552857" y="2959699"/>
              <a:ext cx="113231" cy="92850"/>
            </a:xfrm>
            <a:custGeom>
              <a:avLst/>
              <a:gdLst>
                <a:gd name="T0" fmla="*/ 17 w 50"/>
                <a:gd name="T1" fmla="*/ 21 h 41"/>
                <a:gd name="T2" fmla="*/ 4 w 50"/>
                <a:gd name="T3" fmla="*/ 21 h 41"/>
                <a:gd name="T4" fmla="*/ 4 w 50"/>
                <a:gd name="T5" fmla="*/ 37 h 41"/>
                <a:gd name="T6" fmla="*/ 0 w 50"/>
                <a:gd name="T7" fmla="*/ 37 h 41"/>
                <a:gd name="T8" fmla="*/ 0 w 50"/>
                <a:gd name="T9" fmla="*/ 41 h 41"/>
                <a:gd name="T10" fmla="*/ 50 w 50"/>
                <a:gd name="T11" fmla="*/ 41 h 41"/>
                <a:gd name="T12" fmla="*/ 50 w 50"/>
                <a:gd name="T13" fmla="*/ 37 h 41"/>
                <a:gd name="T14" fmla="*/ 46 w 50"/>
                <a:gd name="T15" fmla="*/ 37 h 41"/>
                <a:gd name="T16" fmla="*/ 46 w 50"/>
                <a:gd name="T17" fmla="*/ 14 h 41"/>
                <a:gd name="T18" fmla="*/ 33 w 50"/>
                <a:gd name="T19" fmla="*/ 14 h 41"/>
                <a:gd name="T20" fmla="*/ 33 w 50"/>
                <a:gd name="T21" fmla="*/ 37 h 41"/>
                <a:gd name="T22" fmla="*/ 31 w 50"/>
                <a:gd name="T23" fmla="*/ 37 h 41"/>
                <a:gd name="T24" fmla="*/ 31 w 50"/>
                <a:gd name="T25" fmla="*/ 0 h 41"/>
                <a:gd name="T26" fmla="*/ 19 w 50"/>
                <a:gd name="T27" fmla="*/ 0 h 41"/>
                <a:gd name="T28" fmla="*/ 19 w 50"/>
                <a:gd name="T29" fmla="*/ 37 h 41"/>
                <a:gd name="T30" fmla="*/ 17 w 50"/>
                <a:gd name="T31" fmla="*/ 37 h 41"/>
                <a:gd name="T32" fmla="*/ 17 w 50"/>
                <a:gd name="T33" fmla="*/ 21 h 41"/>
                <a:gd name="T34" fmla="*/ 37 w 50"/>
                <a:gd name="T35" fmla="*/ 18 h 41"/>
                <a:gd name="T36" fmla="*/ 42 w 50"/>
                <a:gd name="T37" fmla="*/ 18 h 41"/>
                <a:gd name="T38" fmla="*/ 42 w 50"/>
                <a:gd name="T39" fmla="*/ 37 h 41"/>
                <a:gd name="T40" fmla="*/ 37 w 50"/>
                <a:gd name="T41" fmla="*/ 37 h 41"/>
                <a:gd name="T42" fmla="*/ 37 w 50"/>
                <a:gd name="T43" fmla="*/ 18 h 41"/>
                <a:gd name="T44" fmla="*/ 23 w 50"/>
                <a:gd name="T45" fmla="*/ 4 h 41"/>
                <a:gd name="T46" fmla="*/ 27 w 50"/>
                <a:gd name="T47" fmla="*/ 4 h 41"/>
                <a:gd name="T48" fmla="*/ 27 w 50"/>
                <a:gd name="T49" fmla="*/ 37 h 41"/>
                <a:gd name="T50" fmla="*/ 23 w 50"/>
                <a:gd name="T51" fmla="*/ 37 h 41"/>
                <a:gd name="T52" fmla="*/ 23 w 50"/>
                <a:gd name="T53" fmla="*/ 4 h 41"/>
                <a:gd name="T54" fmla="*/ 8 w 50"/>
                <a:gd name="T55" fmla="*/ 37 h 41"/>
                <a:gd name="T56" fmla="*/ 8 w 50"/>
                <a:gd name="T57" fmla="*/ 25 h 41"/>
                <a:gd name="T58" fmla="*/ 12 w 50"/>
                <a:gd name="T59" fmla="*/ 25 h 41"/>
                <a:gd name="T60" fmla="*/ 12 w 50"/>
                <a:gd name="T61" fmla="*/ 37 h 41"/>
                <a:gd name="T62" fmla="*/ 8 w 50"/>
                <a:gd name="T63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0" h="41">
                  <a:moveTo>
                    <a:pt x="17" y="21"/>
                  </a:moveTo>
                  <a:lnTo>
                    <a:pt x="4" y="21"/>
                  </a:ln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50" y="41"/>
                  </a:lnTo>
                  <a:lnTo>
                    <a:pt x="50" y="37"/>
                  </a:lnTo>
                  <a:lnTo>
                    <a:pt x="46" y="37"/>
                  </a:lnTo>
                  <a:lnTo>
                    <a:pt x="46" y="14"/>
                  </a:lnTo>
                  <a:lnTo>
                    <a:pt x="33" y="14"/>
                  </a:lnTo>
                  <a:lnTo>
                    <a:pt x="33" y="37"/>
                  </a:lnTo>
                  <a:lnTo>
                    <a:pt x="31" y="37"/>
                  </a:lnTo>
                  <a:lnTo>
                    <a:pt x="31" y="0"/>
                  </a:lnTo>
                  <a:lnTo>
                    <a:pt x="19" y="0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7" y="21"/>
                  </a:lnTo>
                  <a:close/>
                  <a:moveTo>
                    <a:pt x="37" y="18"/>
                  </a:moveTo>
                  <a:lnTo>
                    <a:pt x="42" y="18"/>
                  </a:lnTo>
                  <a:lnTo>
                    <a:pt x="42" y="37"/>
                  </a:lnTo>
                  <a:lnTo>
                    <a:pt x="37" y="37"/>
                  </a:lnTo>
                  <a:lnTo>
                    <a:pt x="37" y="18"/>
                  </a:lnTo>
                  <a:close/>
                  <a:moveTo>
                    <a:pt x="23" y="4"/>
                  </a:moveTo>
                  <a:lnTo>
                    <a:pt x="27" y="4"/>
                  </a:lnTo>
                  <a:lnTo>
                    <a:pt x="27" y="37"/>
                  </a:lnTo>
                  <a:lnTo>
                    <a:pt x="23" y="37"/>
                  </a:lnTo>
                  <a:lnTo>
                    <a:pt x="23" y="4"/>
                  </a:lnTo>
                  <a:close/>
                  <a:moveTo>
                    <a:pt x="8" y="37"/>
                  </a:moveTo>
                  <a:lnTo>
                    <a:pt x="8" y="25"/>
                  </a:lnTo>
                  <a:lnTo>
                    <a:pt x="12" y="25"/>
                  </a:lnTo>
                  <a:lnTo>
                    <a:pt x="12" y="37"/>
                  </a:lnTo>
                  <a:lnTo>
                    <a:pt x="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0" name="Group 679"/>
          <p:cNvGrpSpPr/>
          <p:nvPr/>
        </p:nvGrpSpPr>
        <p:grpSpPr>
          <a:xfrm>
            <a:off x="2888021" y="2837409"/>
            <a:ext cx="226463" cy="301196"/>
            <a:chOff x="2888021" y="2837409"/>
            <a:chExt cx="226463" cy="301196"/>
          </a:xfrm>
          <a:solidFill>
            <a:schemeClr val="tx1"/>
          </a:solidFill>
        </p:grpSpPr>
        <p:sp>
          <p:nvSpPr>
            <p:cNvPr id="555" name="Freeform 147"/>
            <p:cNvSpPr>
              <a:spLocks noEditPoints="1"/>
            </p:cNvSpPr>
            <p:nvPr/>
          </p:nvSpPr>
          <p:spPr bwMode="auto">
            <a:xfrm>
              <a:off x="2888021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6" name="Freeform 148"/>
            <p:cNvSpPr>
              <a:spLocks noEditPoints="1"/>
            </p:cNvSpPr>
            <p:nvPr/>
          </p:nvSpPr>
          <p:spPr bwMode="auto">
            <a:xfrm>
              <a:off x="2949167" y="2964228"/>
              <a:ext cx="104173" cy="90585"/>
            </a:xfrm>
            <a:custGeom>
              <a:avLst/>
              <a:gdLst>
                <a:gd name="T0" fmla="*/ 0 w 88"/>
                <a:gd name="T1" fmla="*/ 24 h 77"/>
                <a:gd name="T2" fmla="*/ 43 w 88"/>
                <a:gd name="T3" fmla="*/ 76 h 77"/>
                <a:gd name="T4" fmla="*/ 44 w 88"/>
                <a:gd name="T5" fmla="*/ 77 h 77"/>
                <a:gd name="T6" fmla="*/ 46 w 88"/>
                <a:gd name="T7" fmla="*/ 76 h 77"/>
                <a:gd name="T8" fmla="*/ 88 w 88"/>
                <a:gd name="T9" fmla="*/ 24 h 77"/>
                <a:gd name="T10" fmla="*/ 64 w 88"/>
                <a:gd name="T11" fmla="*/ 0 h 77"/>
                <a:gd name="T12" fmla="*/ 44 w 88"/>
                <a:gd name="T13" fmla="*/ 11 h 77"/>
                <a:gd name="T14" fmla="*/ 24 w 88"/>
                <a:gd name="T15" fmla="*/ 0 h 77"/>
                <a:gd name="T16" fmla="*/ 0 w 88"/>
                <a:gd name="T17" fmla="*/ 24 h 77"/>
                <a:gd name="T18" fmla="*/ 40 w 88"/>
                <a:gd name="T19" fmla="*/ 24 h 77"/>
                <a:gd name="T20" fmla="*/ 48 w 88"/>
                <a:gd name="T21" fmla="*/ 24 h 77"/>
                <a:gd name="T22" fmla="*/ 64 w 88"/>
                <a:gd name="T23" fmla="*/ 8 h 77"/>
                <a:gd name="T24" fmla="*/ 80 w 88"/>
                <a:gd name="T25" fmla="*/ 24 h 77"/>
                <a:gd name="T26" fmla="*/ 44 w 88"/>
                <a:gd name="T27" fmla="*/ 67 h 77"/>
                <a:gd name="T28" fmla="*/ 8 w 88"/>
                <a:gd name="T29" fmla="*/ 24 h 77"/>
                <a:gd name="T30" fmla="*/ 24 w 88"/>
                <a:gd name="T31" fmla="*/ 8 h 77"/>
                <a:gd name="T32" fmla="*/ 40 w 88"/>
                <a:gd name="T33" fmla="*/ 2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7">
                  <a:moveTo>
                    <a:pt x="0" y="24"/>
                  </a:moveTo>
                  <a:cubicBezTo>
                    <a:pt x="0" y="53"/>
                    <a:pt x="41" y="75"/>
                    <a:pt x="43" y="76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8" y="75"/>
                    <a:pt x="88" y="53"/>
                    <a:pt x="88" y="24"/>
                  </a:cubicBezTo>
                  <a:cubicBezTo>
                    <a:pt x="88" y="10"/>
                    <a:pt x="78" y="0"/>
                    <a:pt x="64" y="0"/>
                  </a:cubicBezTo>
                  <a:cubicBezTo>
                    <a:pt x="56" y="0"/>
                    <a:pt x="49" y="4"/>
                    <a:pt x="44" y="11"/>
                  </a:cubicBezTo>
                  <a:cubicBezTo>
                    <a:pt x="40" y="4"/>
                    <a:pt x="33" y="0"/>
                    <a:pt x="24" y="0"/>
                  </a:cubicBezTo>
                  <a:cubicBezTo>
                    <a:pt x="11" y="0"/>
                    <a:pt x="0" y="10"/>
                    <a:pt x="0" y="24"/>
                  </a:cubicBezTo>
                  <a:close/>
                  <a:moveTo>
                    <a:pt x="40" y="24"/>
                  </a:move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6" y="8"/>
                    <a:pt x="64" y="8"/>
                  </a:cubicBezTo>
                  <a:cubicBezTo>
                    <a:pt x="74" y="8"/>
                    <a:pt x="80" y="15"/>
                    <a:pt x="80" y="24"/>
                  </a:cubicBezTo>
                  <a:cubicBezTo>
                    <a:pt x="80" y="45"/>
                    <a:pt x="52" y="63"/>
                    <a:pt x="44" y="67"/>
                  </a:cubicBezTo>
                  <a:cubicBezTo>
                    <a:pt x="37" y="63"/>
                    <a:pt x="8" y="45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8" name="Group 677"/>
          <p:cNvGrpSpPr/>
          <p:nvPr/>
        </p:nvGrpSpPr>
        <p:grpSpPr>
          <a:xfrm>
            <a:off x="3279802" y="2837409"/>
            <a:ext cx="226463" cy="301196"/>
            <a:chOff x="3279802" y="2837409"/>
            <a:chExt cx="226463" cy="301196"/>
          </a:xfrm>
          <a:solidFill>
            <a:schemeClr val="tx1"/>
          </a:solidFill>
        </p:grpSpPr>
        <p:sp>
          <p:nvSpPr>
            <p:cNvPr id="557" name="Freeform 149"/>
            <p:cNvSpPr>
              <a:spLocks noEditPoints="1"/>
            </p:cNvSpPr>
            <p:nvPr/>
          </p:nvSpPr>
          <p:spPr bwMode="auto">
            <a:xfrm>
              <a:off x="3279802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8" name="Rectangle 150"/>
            <p:cNvSpPr>
              <a:spLocks noChangeArrowheads="1"/>
            </p:cNvSpPr>
            <p:nvPr/>
          </p:nvSpPr>
          <p:spPr bwMode="auto">
            <a:xfrm>
              <a:off x="3350005" y="3000462"/>
              <a:ext cx="86056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7" name="Group 676"/>
          <p:cNvGrpSpPr/>
          <p:nvPr/>
        </p:nvGrpSpPr>
        <p:grpSpPr>
          <a:xfrm>
            <a:off x="3671582" y="2837409"/>
            <a:ext cx="226463" cy="301196"/>
            <a:chOff x="3671582" y="2837409"/>
            <a:chExt cx="226463" cy="301196"/>
          </a:xfrm>
          <a:solidFill>
            <a:schemeClr val="tx1"/>
          </a:solidFill>
        </p:grpSpPr>
        <p:sp>
          <p:nvSpPr>
            <p:cNvPr id="559" name="Freeform 151"/>
            <p:cNvSpPr>
              <a:spLocks noEditPoints="1"/>
            </p:cNvSpPr>
            <p:nvPr/>
          </p:nvSpPr>
          <p:spPr bwMode="auto">
            <a:xfrm>
              <a:off x="3671582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0" name="Freeform 152"/>
            <p:cNvSpPr>
              <a:spLocks/>
            </p:cNvSpPr>
            <p:nvPr/>
          </p:nvSpPr>
          <p:spPr bwMode="auto">
            <a:xfrm>
              <a:off x="3737257" y="2964228"/>
              <a:ext cx="99644" cy="83792"/>
            </a:xfrm>
            <a:custGeom>
              <a:avLst/>
              <a:gdLst>
                <a:gd name="T0" fmla="*/ 37 w 44"/>
                <a:gd name="T1" fmla="*/ 16 h 37"/>
                <a:gd name="T2" fmla="*/ 0 w 44"/>
                <a:gd name="T3" fmla="*/ 16 h 37"/>
                <a:gd name="T4" fmla="*/ 0 w 44"/>
                <a:gd name="T5" fmla="*/ 21 h 37"/>
                <a:gd name="T6" fmla="*/ 37 w 44"/>
                <a:gd name="T7" fmla="*/ 21 h 37"/>
                <a:gd name="T8" fmla="*/ 23 w 44"/>
                <a:gd name="T9" fmla="*/ 34 h 37"/>
                <a:gd name="T10" fmla="*/ 27 w 44"/>
                <a:gd name="T11" fmla="*/ 37 h 37"/>
                <a:gd name="T12" fmla="*/ 44 w 44"/>
                <a:gd name="T13" fmla="*/ 20 h 37"/>
                <a:gd name="T14" fmla="*/ 44 w 44"/>
                <a:gd name="T15" fmla="*/ 17 h 37"/>
                <a:gd name="T16" fmla="*/ 27 w 44"/>
                <a:gd name="T17" fmla="*/ 0 h 37"/>
                <a:gd name="T18" fmla="*/ 23 w 44"/>
                <a:gd name="T19" fmla="*/ 3 h 37"/>
                <a:gd name="T20" fmla="*/ 37 w 44"/>
                <a:gd name="T21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7">
                  <a:moveTo>
                    <a:pt x="37" y="16"/>
                  </a:moveTo>
                  <a:lnTo>
                    <a:pt x="0" y="16"/>
                  </a:lnTo>
                  <a:lnTo>
                    <a:pt x="0" y="21"/>
                  </a:lnTo>
                  <a:lnTo>
                    <a:pt x="37" y="21"/>
                  </a:lnTo>
                  <a:lnTo>
                    <a:pt x="23" y="34"/>
                  </a:lnTo>
                  <a:lnTo>
                    <a:pt x="27" y="37"/>
                  </a:lnTo>
                  <a:lnTo>
                    <a:pt x="44" y="20"/>
                  </a:lnTo>
                  <a:lnTo>
                    <a:pt x="44" y="17"/>
                  </a:lnTo>
                  <a:lnTo>
                    <a:pt x="27" y="0"/>
                  </a:lnTo>
                  <a:lnTo>
                    <a:pt x="23" y="3"/>
                  </a:lnTo>
                  <a:lnTo>
                    <a:pt x="37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4" name="Group 673"/>
          <p:cNvGrpSpPr/>
          <p:nvPr/>
        </p:nvGrpSpPr>
        <p:grpSpPr>
          <a:xfrm>
            <a:off x="4063363" y="2837409"/>
            <a:ext cx="226463" cy="301196"/>
            <a:chOff x="4063363" y="2837409"/>
            <a:chExt cx="226463" cy="301196"/>
          </a:xfrm>
          <a:solidFill>
            <a:schemeClr val="tx1"/>
          </a:solidFill>
        </p:grpSpPr>
        <p:sp>
          <p:nvSpPr>
            <p:cNvPr id="561" name="Freeform 153"/>
            <p:cNvSpPr>
              <a:spLocks noEditPoints="1"/>
            </p:cNvSpPr>
            <p:nvPr/>
          </p:nvSpPr>
          <p:spPr bwMode="auto">
            <a:xfrm>
              <a:off x="4063363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0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6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6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6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6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2" name="Freeform 154"/>
            <p:cNvSpPr>
              <a:spLocks noEditPoints="1"/>
            </p:cNvSpPr>
            <p:nvPr/>
          </p:nvSpPr>
          <p:spPr bwMode="auto">
            <a:xfrm>
              <a:off x="4129036" y="2959699"/>
              <a:ext cx="95114" cy="92850"/>
            </a:xfrm>
            <a:custGeom>
              <a:avLst/>
              <a:gdLst>
                <a:gd name="T0" fmla="*/ 0 w 80"/>
                <a:gd name="T1" fmla="*/ 40 h 80"/>
                <a:gd name="T2" fmla="*/ 12 w 80"/>
                <a:gd name="T3" fmla="*/ 68 h 80"/>
                <a:gd name="T4" fmla="*/ 40 w 80"/>
                <a:gd name="T5" fmla="*/ 80 h 80"/>
                <a:gd name="T6" fmla="*/ 40 w 80"/>
                <a:gd name="T7" fmla="*/ 80 h 80"/>
                <a:gd name="T8" fmla="*/ 80 w 80"/>
                <a:gd name="T9" fmla="*/ 40 h 80"/>
                <a:gd name="T10" fmla="*/ 68 w 80"/>
                <a:gd name="T11" fmla="*/ 12 h 80"/>
                <a:gd name="T12" fmla="*/ 40 w 80"/>
                <a:gd name="T13" fmla="*/ 0 h 80"/>
                <a:gd name="T14" fmla="*/ 12 w 80"/>
                <a:gd name="T15" fmla="*/ 12 h 80"/>
                <a:gd name="T16" fmla="*/ 0 w 80"/>
                <a:gd name="T17" fmla="*/ 40 h 80"/>
                <a:gd name="T18" fmla="*/ 40 w 80"/>
                <a:gd name="T19" fmla="*/ 72 h 80"/>
                <a:gd name="T20" fmla="*/ 17 w 80"/>
                <a:gd name="T21" fmla="*/ 63 h 80"/>
                <a:gd name="T22" fmla="*/ 8 w 80"/>
                <a:gd name="T23" fmla="*/ 40 h 80"/>
                <a:gd name="T24" fmla="*/ 15 w 80"/>
                <a:gd name="T25" fmla="*/ 20 h 80"/>
                <a:gd name="T26" fmla="*/ 59 w 80"/>
                <a:gd name="T27" fmla="*/ 65 h 80"/>
                <a:gd name="T28" fmla="*/ 40 w 80"/>
                <a:gd name="T29" fmla="*/ 72 h 80"/>
                <a:gd name="T30" fmla="*/ 40 w 80"/>
                <a:gd name="T31" fmla="*/ 8 h 80"/>
                <a:gd name="T32" fmla="*/ 62 w 80"/>
                <a:gd name="T33" fmla="*/ 17 h 80"/>
                <a:gd name="T34" fmla="*/ 72 w 80"/>
                <a:gd name="T35" fmla="*/ 40 h 80"/>
                <a:gd name="T36" fmla="*/ 65 w 80"/>
                <a:gd name="T37" fmla="*/ 60 h 80"/>
                <a:gd name="T38" fmla="*/ 20 w 80"/>
                <a:gd name="T39" fmla="*/ 15 h 80"/>
                <a:gd name="T40" fmla="*/ 40 w 80"/>
                <a:gd name="T41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0" y="40"/>
                  </a:moveTo>
                  <a:cubicBezTo>
                    <a:pt x="0" y="51"/>
                    <a:pt x="4" y="61"/>
                    <a:pt x="12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2"/>
                  </a:cubicBezTo>
                  <a:cubicBezTo>
                    <a:pt x="61" y="4"/>
                    <a:pt x="51" y="0"/>
                    <a:pt x="40" y="0"/>
                  </a:cubicBezTo>
                  <a:cubicBezTo>
                    <a:pt x="29" y="0"/>
                    <a:pt x="19" y="4"/>
                    <a:pt x="12" y="12"/>
                  </a:cubicBezTo>
                  <a:cubicBezTo>
                    <a:pt x="4" y="19"/>
                    <a:pt x="0" y="29"/>
                    <a:pt x="0" y="40"/>
                  </a:cubicBezTo>
                  <a:close/>
                  <a:moveTo>
                    <a:pt x="40" y="72"/>
                  </a:moveTo>
                  <a:cubicBezTo>
                    <a:pt x="31" y="72"/>
                    <a:pt x="23" y="69"/>
                    <a:pt x="17" y="63"/>
                  </a:cubicBezTo>
                  <a:cubicBezTo>
                    <a:pt x="11" y="57"/>
                    <a:pt x="8" y="49"/>
                    <a:pt x="8" y="40"/>
                  </a:cubicBezTo>
                  <a:cubicBezTo>
                    <a:pt x="8" y="33"/>
                    <a:pt x="10" y="26"/>
                    <a:pt x="15" y="20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4" y="70"/>
                    <a:pt x="47" y="72"/>
                    <a:pt x="40" y="72"/>
                  </a:cubicBezTo>
                  <a:close/>
                  <a:moveTo>
                    <a:pt x="40" y="8"/>
                  </a:moveTo>
                  <a:cubicBezTo>
                    <a:pt x="48" y="8"/>
                    <a:pt x="56" y="11"/>
                    <a:pt x="62" y="17"/>
                  </a:cubicBezTo>
                  <a:cubicBezTo>
                    <a:pt x="68" y="23"/>
                    <a:pt x="72" y="32"/>
                    <a:pt x="72" y="40"/>
                  </a:cubicBezTo>
                  <a:cubicBezTo>
                    <a:pt x="72" y="47"/>
                    <a:pt x="69" y="54"/>
                    <a:pt x="65" y="60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6" y="10"/>
                    <a:pt x="33" y="8"/>
                    <a:pt x="4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3" name="Group 672"/>
          <p:cNvGrpSpPr/>
          <p:nvPr/>
        </p:nvGrpSpPr>
        <p:grpSpPr>
          <a:xfrm>
            <a:off x="4455142" y="2837409"/>
            <a:ext cx="224199" cy="301196"/>
            <a:chOff x="4455142" y="2837409"/>
            <a:chExt cx="224199" cy="301196"/>
          </a:xfrm>
          <a:solidFill>
            <a:schemeClr val="tx1"/>
          </a:solidFill>
        </p:grpSpPr>
        <p:sp>
          <p:nvSpPr>
            <p:cNvPr id="563" name="Freeform 155"/>
            <p:cNvSpPr>
              <a:spLocks noEditPoints="1"/>
            </p:cNvSpPr>
            <p:nvPr/>
          </p:nvSpPr>
          <p:spPr bwMode="auto">
            <a:xfrm>
              <a:off x="4455142" y="2837409"/>
              <a:ext cx="224199" cy="301196"/>
            </a:xfrm>
            <a:custGeom>
              <a:avLst/>
              <a:gdLst>
                <a:gd name="T0" fmla="*/ 0 w 99"/>
                <a:gd name="T1" fmla="*/ 133 h 133"/>
                <a:gd name="T2" fmla="*/ 99 w 99"/>
                <a:gd name="T3" fmla="*/ 133 h 133"/>
                <a:gd name="T4" fmla="*/ 99 w 99"/>
                <a:gd name="T5" fmla="*/ 0 h 133"/>
                <a:gd name="T6" fmla="*/ 30 w 99"/>
                <a:gd name="T7" fmla="*/ 0 h 133"/>
                <a:gd name="T8" fmla="*/ 0 w 99"/>
                <a:gd name="T9" fmla="*/ 30 h 133"/>
                <a:gd name="T10" fmla="*/ 0 w 99"/>
                <a:gd name="T11" fmla="*/ 133 h 133"/>
                <a:gd name="T12" fmla="*/ 95 w 99"/>
                <a:gd name="T13" fmla="*/ 129 h 133"/>
                <a:gd name="T14" fmla="*/ 4 w 99"/>
                <a:gd name="T15" fmla="*/ 129 h 133"/>
                <a:gd name="T16" fmla="*/ 4 w 99"/>
                <a:gd name="T17" fmla="*/ 33 h 133"/>
                <a:gd name="T18" fmla="*/ 33 w 99"/>
                <a:gd name="T19" fmla="*/ 33 h 133"/>
                <a:gd name="T20" fmla="*/ 33 w 99"/>
                <a:gd name="T21" fmla="*/ 4 h 133"/>
                <a:gd name="T22" fmla="*/ 95 w 99"/>
                <a:gd name="T23" fmla="*/ 4 h 133"/>
                <a:gd name="T24" fmla="*/ 95 w 99"/>
                <a:gd name="T25" fmla="*/ 129 h 133"/>
                <a:gd name="T26" fmla="*/ 7 w 99"/>
                <a:gd name="T27" fmla="*/ 29 h 133"/>
                <a:gd name="T28" fmla="*/ 29 w 99"/>
                <a:gd name="T29" fmla="*/ 7 h 133"/>
                <a:gd name="T30" fmla="*/ 29 w 99"/>
                <a:gd name="T31" fmla="*/ 29 h 133"/>
                <a:gd name="T32" fmla="*/ 7 w 99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9" h="133">
                  <a:moveTo>
                    <a:pt x="0" y="133"/>
                  </a:moveTo>
                  <a:lnTo>
                    <a:pt x="99" y="133"/>
                  </a:lnTo>
                  <a:lnTo>
                    <a:pt x="99" y="0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5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5" y="4"/>
                  </a:lnTo>
                  <a:lnTo>
                    <a:pt x="95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4" name="Freeform 156"/>
            <p:cNvSpPr>
              <a:spLocks noEditPoints="1"/>
            </p:cNvSpPr>
            <p:nvPr/>
          </p:nvSpPr>
          <p:spPr bwMode="auto">
            <a:xfrm>
              <a:off x="4516288" y="2952904"/>
              <a:ext cx="83792" cy="104173"/>
            </a:xfrm>
            <a:custGeom>
              <a:avLst/>
              <a:gdLst>
                <a:gd name="T0" fmla="*/ 16 w 72"/>
                <a:gd name="T1" fmla="*/ 57 h 89"/>
                <a:gd name="T2" fmla="*/ 0 w 72"/>
                <a:gd name="T3" fmla="*/ 73 h 89"/>
                <a:gd name="T4" fmla="*/ 16 w 72"/>
                <a:gd name="T5" fmla="*/ 89 h 89"/>
                <a:gd name="T6" fmla="*/ 32 w 72"/>
                <a:gd name="T7" fmla="*/ 73 h 89"/>
                <a:gd name="T8" fmla="*/ 32 w 72"/>
                <a:gd name="T9" fmla="*/ 32 h 89"/>
                <a:gd name="T10" fmla="*/ 64 w 72"/>
                <a:gd name="T11" fmla="*/ 26 h 89"/>
                <a:gd name="T12" fmla="*/ 64 w 72"/>
                <a:gd name="T13" fmla="*/ 51 h 89"/>
                <a:gd name="T14" fmla="*/ 56 w 72"/>
                <a:gd name="T15" fmla="*/ 49 h 89"/>
                <a:gd name="T16" fmla="*/ 40 w 72"/>
                <a:gd name="T17" fmla="*/ 65 h 89"/>
                <a:gd name="T18" fmla="*/ 56 w 72"/>
                <a:gd name="T19" fmla="*/ 81 h 89"/>
                <a:gd name="T20" fmla="*/ 72 w 72"/>
                <a:gd name="T21" fmla="*/ 65 h 89"/>
                <a:gd name="T22" fmla="*/ 72 w 72"/>
                <a:gd name="T23" fmla="*/ 0 h 89"/>
                <a:gd name="T24" fmla="*/ 24 w 72"/>
                <a:gd name="T25" fmla="*/ 10 h 89"/>
                <a:gd name="T26" fmla="*/ 24 w 72"/>
                <a:gd name="T27" fmla="*/ 59 h 89"/>
                <a:gd name="T28" fmla="*/ 16 w 72"/>
                <a:gd name="T29" fmla="*/ 57 h 89"/>
                <a:gd name="T30" fmla="*/ 16 w 72"/>
                <a:gd name="T31" fmla="*/ 81 h 89"/>
                <a:gd name="T32" fmla="*/ 8 w 72"/>
                <a:gd name="T33" fmla="*/ 73 h 89"/>
                <a:gd name="T34" fmla="*/ 16 w 72"/>
                <a:gd name="T35" fmla="*/ 65 h 89"/>
                <a:gd name="T36" fmla="*/ 24 w 72"/>
                <a:gd name="T37" fmla="*/ 73 h 89"/>
                <a:gd name="T38" fmla="*/ 16 w 72"/>
                <a:gd name="T39" fmla="*/ 81 h 89"/>
                <a:gd name="T40" fmla="*/ 56 w 72"/>
                <a:gd name="T41" fmla="*/ 73 h 89"/>
                <a:gd name="T42" fmla="*/ 48 w 72"/>
                <a:gd name="T43" fmla="*/ 65 h 89"/>
                <a:gd name="T44" fmla="*/ 56 w 72"/>
                <a:gd name="T45" fmla="*/ 57 h 89"/>
                <a:gd name="T46" fmla="*/ 64 w 72"/>
                <a:gd name="T47" fmla="*/ 65 h 89"/>
                <a:gd name="T48" fmla="*/ 56 w 72"/>
                <a:gd name="T49" fmla="*/ 73 h 89"/>
                <a:gd name="T50" fmla="*/ 64 w 72"/>
                <a:gd name="T51" fmla="*/ 10 h 89"/>
                <a:gd name="T52" fmla="*/ 64 w 72"/>
                <a:gd name="T53" fmla="*/ 18 h 89"/>
                <a:gd name="T54" fmla="*/ 32 w 72"/>
                <a:gd name="T55" fmla="*/ 24 h 89"/>
                <a:gd name="T56" fmla="*/ 32 w 72"/>
                <a:gd name="T57" fmla="*/ 16 h 89"/>
                <a:gd name="T58" fmla="*/ 64 w 72"/>
                <a:gd name="T59" fmla="*/ 1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16" y="57"/>
                  </a:moveTo>
                  <a:cubicBezTo>
                    <a:pt x="7" y="57"/>
                    <a:pt x="0" y="64"/>
                    <a:pt x="0" y="73"/>
                  </a:cubicBezTo>
                  <a:cubicBezTo>
                    <a:pt x="0" y="82"/>
                    <a:pt x="7" y="89"/>
                    <a:pt x="16" y="89"/>
                  </a:cubicBezTo>
                  <a:cubicBezTo>
                    <a:pt x="25" y="89"/>
                    <a:pt x="32" y="82"/>
                    <a:pt x="32" y="7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7" y="49"/>
                    <a:pt x="40" y="56"/>
                    <a:pt x="40" y="65"/>
                  </a:cubicBezTo>
                  <a:cubicBezTo>
                    <a:pt x="40" y="74"/>
                    <a:pt x="47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2" y="58"/>
                    <a:pt x="19" y="57"/>
                    <a:pt x="16" y="57"/>
                  </a:cubicBezTo>
                  <a:close/>
                  <a:moveTo>
                    <a:pt x="16" y="81"/>
                  </a:moveTo>
                  <a:cubicBezTo>
                    <a:pt x="12" y="81"/>
                    <a:pt x="8" y="77"/>
                    <a:pt x="8" y="73"/>
                  </a:cubicBezTo>
                  <a:cubicBezTo>
                    <a:pt x="8" y="69"/>
                    <a:pt x="12" y="65"/>
                    <a:pt x="16" y="65"/>
                  </a:cubicBezTo>
                  <a:cubicBezTo>
                    <a:pt x="20" y="65"/>
                    <a:pt x="24" y="69"/>
                    <a:pt x="24" y="73"/>
                  </a:cubicBezTo>
                  <a:cubicBezTo>
                    <a:pt x="24" y="77"/>
                    <a:pt x="20" y="81"/>
                    <a:pt x="16" y="81"/>
                  </a:cubicBezTo>
                  <a:close/>
                  <a:moveTo>
                    <a:pt x="56" y="73"/>
                  </a:moveTo>
                  <a:cubicBezTo>
                    <a:pt x="52" y="73"/>
                    <a:pt x="48" y="69"/>
                    <a:pt x="48" y="65"/>
                  </a:cubicBezTo>
                  <a:cubicBezTo>
                    <a:pt x="48" y="61"/>
                    <a:pt x="52" y="57"/>
                    <a:pt x="56" y="57"/>
                  </a:cubicBezTo>
                  <a:cubicBezTo>
                    <a:pt x="60" y="57"/>
                    <a:pt x="64" y="61"/>
                    <a:pt x="64" y="65"/>
                  </a:cubicBezTo>
                  <a:cubicBezTo>
                    <a:pt x="64" y="69"/>
                    <a:pt x="60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0" name="Group 669"/>
          <p:cNvGrpSpPr/>
          <p:nvPr/>
        </p:nvGrpSpPr>
        <p:grpSpPr>
          <a:xfrm>
            <a:off x="4844658" y="2837409"/>
            <a:ext cx="226463" cy="301196"/>
            <a:chOff x="4844658" y="2837409"/>
            <a:chExt cx="226463" cy="301196"/>
          </a:xfrm>
          <a:solidFill>
            <a:schemeClr val="tx1"/>
          </a:solidFill>
        </p:grpSpPr>
        <p:sp>
          <p:nvSpPr>
            <p:cNvPr id="565" name="Freeform 157"/>
            <p:cNvSpPr>
              <a:spLocks noEditPoints="1"/>
            </p:cNvSpPr>
            <p:nvPr/>
          </p:nvSpPr>
          <p:spPr bwMode="auto">
            <a:xfrm>
              <a:off x="4844658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5 w 100"/>
                <a:gd name="T15" fmla="*/ 129 h 133"/>
                <a:gd name="T16" fmla="*/ 5 w 100"/>
                <a:gd name="T17" fmla="*/ 33 h 133"/>
                <a:gd name="T18" fmla="*/ 34 w 100"/>
                <a:gd name="T19" fmla="*/ 33 h 133"/>
                <a:gd name="T20" fmla="*/ 34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8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8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5" y="129"/>
                  </a:lnTo>
                  <a:lnTo>
                    <a:pt x="5" y="33"/>
                  </a:lnTo>
                  <a:lnTo>
                    <a:pt x="34" y="33"/>
                  </a:lnTo>
                  <a:lnTo>
                    <a:pt x="34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8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8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6" name="Freeform 158"/>
            <p:cNvSpPr>
              <a:spLocks noEditPoints="1"/>
            </p:cNvSpPr>
            <p:nvPr/>
          </p:nvSpPr>
          <p:spPr bwMode="auto">
            <a:xfrm>
              <a:off x="4905803" y="2952904"/>
              <a:ext cx="106438" cy="106438"/>
            </a:xfrm>
            <a:custGeom>
              <a:avLst/>
              <a:gdLst>
                <a:gd name="T0" fmla="*/ 2 w 47"/>
                <a:gd name="T1" fmla="*/ 33 h 47"/>
                <a:gd name="T2" fmla="*/ 0 w 47"/>
                <a:gd name="T3" fmla="*/ 47 h 47"/>
                <a:gd name="T4" fmla="*/ 14 w 47"/>
                <a:gd name="T5" fmla="*/ 44 h 47"/>
                <a:gd name="T6" fmla="*/ 47 w 47"/>
                <a:gd name="T7" fmla="*/ 11 h 47"/>
                <a:gd name="T8" fmla="*/ 36 w 47"/>
                <a:gd name="T9" fmla="*/ 0 h 47"/>
                <a:gd name="T10" fmla="*/ 2 w 47"/>
                <a:gd name="T11" fmla="*/ 33 h 47"/>
                <a:gd name="T12" fmla="*/ 12 w 47"/>
                <a:gd name="T13" fmla="*/ 40 h 47"/>
                <a:gd name="T14" fmla="*/ 5 w 47"/>
                <a:gd name="T15" fmla="*/ 42 h 47"/>
                <a:gd name="T16" fmla="*/ 7 w 47"/>
                <a:gd name="T17" fmla="*/ 35 h 47"/>
                <a:gd name="T18" fmla="*/ 30 w 47"/>
                <a:gd name="T19" fmla="*/ 12 h 47"/>
                <a:gd name="T20" fmla="*/ 35 w 47"/>
                <a:gd name="T21" fmla="*/ 17 h 47"/>
                <a:gd name="T22" fmla="*/ 12 w 47"/>
                <a:gd name="T23" fmla="*/ 40 h 47"/>
                <a:gd name="T24" fmla="*/ 38 w 47"/>
                <a:gd name="T25" fmla="*/ 14 h 47"/>
                <a:gd name="T26" fmla="*/ 33 w 47"/>
                <a:gd name="T27" fmla="*/ 9 h 47"/>
                <a:gd name="T28" fmla="*/ 36 w 47"/>
                <a:gd name="T29" fmla="*/ 6 h 47"/>
                <a:gd name="T30" fmla="*/ 41 w 47"/>
                <a:gd name="T31" fmla="*/ 11 h 47"/>
                <a:gd name="T32" fmla="*/ 38 w 47"/>
                <a:gd name="T33" fmla="*/ 1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7">
                  <a:moveTo>
                    <a:pt x="2" y="33"/>
                  </a:moveTo>
                  <a:lnTo>
                    <a:pt x="0" y="47"/>
                  </a:lnTo>
                  <a:lnTo>
                    <a:pt x="14" y="44"/>
                  </a:lnTo>
                  <a:lnTo>
                    <a:pt x="47" y="11"/>
                  </a:lnTo>
                  <a:lnTo>
                    <a:pt x="36" y="0"/>
                  </a:lnTo>
                  <a:lnTo>
                    <a:pt x="2" y="33"/>
                  </a:lnTo>
                  <a:close/>
                  <a:moveTo>
                    <a:pt x="12" y="40"/>
                  </a:moveTo>
                  <a:lnTo>
                    <a:pt x="5" y="42"/>
                  </a:lnTo>
                  <a:lnTo>
                    <a:pt x="7" y="35"/>
                  </a:lnTo>
                  <a:lnTo>
                    <a:pt x="30" y="12"/>
                  </a:lnTo>
                  <a:lnTo>
                    <a:pt x="35" y="17"/>
                  </a:lnTo>
                  <a:lnTo>
                    <a:pt x="12" y="40"/>
                  </a:lnTo>
                  <a:close/>
                  <a:moveTo>
                    <a:pt x="38" y="14"/>
                  </a:moveTo>
                  <a:lnTo>
                    <a:pt x="33" y="9"/>
                  </a:lnTo>
                  <a:lnTo>
                    <a:pt x="36" y="6"/>
                  </a:lnTo>
                  <a:lnTo>
                    <a:pt x="41" y="11"/>
                  </a:lnTo>
                  <a:lnTo>
                    <a:pt x="38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9" name="Group 668"/>
          <p:cNvGrpSpPr/>
          <p:nvPr/>
        </p:nvGrpSpPr>
        <p:grpSpPr>
          <a:xfrm>
            <a:off x="5236439" y="2837409"/>
            <a:ext cx="226463" cy="301196"/>
            <a:chOff x="5236439" y="2837409"/>
            <a:chExt cx="226463" cy="301196"/>
          </a:xfrm>
          <a:solidFill>
            <a:schemeClr val="tx1"/>
          </a:solidFill>
        </p:grpSpPr>
        <p:sp>
          <p:nvSpPr>
            <p:cNvPr id="567" name="Freeform 159"/>
            <p:cNvSpPr>
              <a:spLocks noEditPoints="1"/>
            </p:cNvSpPr>
            <p:nvPr/>
          </p:nvSpPr>
          <p:spPr bwMode="auto">
            <a:xfrm>
              <a:off x="5236439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8" name="Freeform 160"/>
            <p:cNvSpPr>
              <a:spLocks noEditPoints="1"/>
            </p:cNvSpPr>
            <p:nvPr/>
          </p:nvSpPr>
          <p:spPr bwMode="auto">
            <a:xfrm>
              <a:off x="5297583" y="2968757"/>
              <a:ext cx="104173" cy="74733"/>
            </a:xfrm>
            <a:custGeom>
              <a:avLst/>
              <a:gdLst>
                <a:gd name="T0" fmla="*/ 0 w 88"/>
                <a:gd name="T1" fmla="*/ 0 h 64"/>
                <a:gd name="T2" fmla="*/ 0 w 88"/>
                <a:gd name="T3" fmla="*/ 64 h 64"/>
                <a:gd name="T4" fmla="*/ 88 w 88"/>
                <a:gd name="T5" fmla="*/ 64 h 64"/>
                <a:gd name="T6" fmla="*/ 88 w 88"/>
                <a:gd name="T7" fmla="*/ 0 h 64"/>
                <a:gd name="T8" fmla="*/ 0 w 88"/>
                <a:gd name="T9" fmla="*/ 0 h 64"/>
                <a:gd name="T10" fmla="*/ 80 w 88"/>
                <a:gd name="T11" fmla="*/ 16 h 64"/>
                <a:gd name="T12" fmla="*/ 72 w 88"/>
                <a:gd name="T13" fmla="*/ 24 h 64"/>
                <a:gd name="T14" fmla="*/ 64 w 88"/>
                <a:gd name="T15" fmla="*/ 16 h 64"/>
                <a:gd name="T16" fmla="*/ 72 w 88"/>
                <a:gd name="T17" fmla="*/ 8 h 64"/>
                <a:gd name="T18" fmla="*/ 80 w 88"/>
                <a:gd name="T19" fmla="*/ 16 h 64"/>
                <a:gd name="T20" fmla="*/ 58 w 88"/>
                <a:gd name="T21" fmla="*/ 8 h 64"/>
                <a:gd name="T22" fmla="*/ 56 w 88"/>
                <a:gd name="T23" fmla="*/ 16 h 64"/>
                <a:gd name="T24" fmla="*/ 72 w 88"/>
                <a:gd name="T25" fmla="*/ 32 h 64"/>
                <a:gd name="T26" fmla="*/ 80 w 88"/>
                <a:gd name="T27" fmla="*/ 30 h 64"/>
                <a:gd name="T28" fmla="*/ 80 w 88"/>
                <a:gd name="T29" fmla="*/ 51 h 64"/>
                <a:gd name="T30" fmla="*/ 56 w 88"/>
                <a:gd name="T31" fmla="*/ 31 h 64"/>
                <a:gd name="T32" fmla="*/ 49 w 88"/>
                <a:gd name="T33" fmla="*/ 38 h 64"/>
                <a:gd name="T34" fmla="*/ 33 w 88"/>
                <a:gd name="T35" fmla="*/ 18 h 64"/>
                <a:gd name="T36" fmla="*/ 8 w 88"/>
                <a:gd name="T37" fmla="*/ 42 h 64"/>
                <a:gd name="T38" fmla="*/ 8 w 88"/>
                <a:gd name="T39" fmla="*/ 8 h 64"/>
                <a:gd name="T40" fmla="*/ 58 w 88"/>
                <a:gd name="T41" fmla="*/ 8 h 64"/>
                <a:gd name="T42" fmla="*/ 8 w 88"/>
                <a:gd name="T43" fmla="*/ 54 h 64"/>
                <a:gd name="T44" fmla="*/ 32 w 88"/>
                <a:gd name="T45" fmla="*/ 30 h 64"/>
                <a:gd name="T46" fmla="*/ 48 w 88"/>
                <a:gd name="T47" fmla="*/ 50 h 64"/>
                <a:gd name="T48" fmla="*/ 56 w 88"/>
                <a:gd name="T49" fmla="*/ 41 h 64"/>
                <a:gd name="T50" fmla="*/ 74 w 88"/>
                <a:gd name="T51" fmla="*/ 56 h 64"/>
                <a:gd name="T52" fmla="*/ 8 w 88"/>
                <a:gd name="T53" fmla="*/ 56 h 64"/>
                <a:gd name="T54" fmla="*/ 8 w 88"/>
                <a:gd name="T55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0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8" y="0"/>
                    <a:pt x="88" y="0"/>
                    <a:pt x="88" y="0"/>
                  </a:cubicBezTo>
                  <a:lnTo>
                    <a:pt x="0" y="0"/>
                  </a:lnTo>
                  <a:close/>
                  <a:moveTo>
                    <a:pt x="80" y="16"/>
                  </a:moveTo>
                  <a:cubicBezTo>
                    <a:pt x="80" y="20"/>
                    <a:pt x="77" y="24"/>
                    <a:pt x="72" y="24"/>
                  </a:cubicBezTo>
                  <a:cubicBezTo>
                    <a:pt x="68" y="24"/>
                    <a:pt x="64" y="20"/>
                    <a:pt x="64" y="16"/>
                  </a:cubicBezTo>
                  <a:cubicBezTo>
                    <a:pt x="64" y="12"/>
                    <a:pt x="68" y="8"/>
                    <a:pt x="72" y="8"/>
                  </a:cubicBezTo>
                  <a:cubicBezTo>
                    <a:pt x="77" y="8"/>
                    <a:pt x="80" y="12"/>
                    <a:pt x="80" y="16"/>
                  </a:cubicBezTo>
                  <a:close/>
                  <a:moveTo>
                    <a:pt x="58" y="8"/>
                  </a:moveTo>
                  <a:cubicBezTo>
                    <a:pt x="57" y="10"/>
                    <a:pt x="56" y="13"/>
                    <a:pt x="56" y="16"/>
                  </a:cubicBezTo>
                  <a:cubicBezTo>
                    <a:pt x="56" y="25"/>
                    <a:pt x="63" y="32"/>
                    <a:pt x="72" y="32"/>
                  </a:cubicBezTo>
                  <a:cubicBezTo>
                    <a:pt x="75" y="32"/>
                    <a:pt x="78" y="31"/>
                    <a:pt x="80" y="30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8" y="8"/>
                  </a:lnTo>
                  <a:close/>
                  <a:moveTo>
                    <a:pt x="8" y="54"/>
                  </a:moveTo>
                  <a:cubicBezTo>
                    <a:pt x="32" y="30"/>
                    <a:pt x="32" y="30"/>
                    <a:pt x="32" y="3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6" name="Group 665"/>
          <p:cNvGrpSpPr/>
          <p:nvPr/>
        </p:nvGrpSpPr>
        <p:grpSpPr>
          <a:xfrm>
            <a:off x="5628218" y="2837409"/>
            <a:ext cx="226463" cy="301196"/>
            <a:chOff x="5628218" y="2837409"/>
            <a:chExt cx="226463" cy="301196"/>
          </a:xfrm>
          <a:solidFill>
            <a:schemeClr val="tx1"/>
          </a:solidFill>
        </p:grpSpPr>
        <p:sp>
          <p:nvSpPr>
            <p:cNvPr id="569" name="Freeform 161"/>
            <p:cNvSpPr>
              <a:spLocks noEditPoints="1"/>
            </p:cNvSpPr>
            <p:nvPr/>
          </p:nvSpPr>
          <p:spPr bwMode="auto">
            <a:xfrm>
              <a:off x="5628218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1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0" name="Freeform 162"/>
            <p:cNvSpPr>
              <a:spLocks/>
            </p:cNvSpPr>
            <p:nvPr/>
          </p:nvSpPr>
          <p:spPr bwMode="auto">
            <a:xfrm>
              <a:off x="5698422" y="2964228"/>
              <a:ext cx="86056" cy="83792"/>
            </a:xfrm>
            <a:custGeom>
              <a:avLst/>
              <a:gdLst>
                <a:gd name="T0" fmla="*/ 17 w 38"/>
                <a:gd name="T1" fmla="*/ 0 h 37"/>
                <a:gd name="T2" fmla="*/ 17 w 38"/>
                <a:gd name="T3" fmla="*/ 16 h 37"/>
                <a:gd name="T4" fmla="*/ 0 w 38"/>
                <a:gd name="T5" fmla="*/ 16 h 37"/>
                <a:gd name="T6" fmla="*/ 0 w 38"/>
                <a:gd name="T7" fmla="*/ 21 h 37"/>
                <a:gd name="T8" fmla="*/ 17 w 38"/>
                <a:gd name="T9" fmla="*/ 21 h 37"/>
                <a:gd name="T10" fmla="*/ 17 w 38"/>
                <a:gd name="T11" fmla="*/ 37 h 37"/>
                <a:gd name="T12" fmla="*/ 21 w 38"/>
                <a:gd name="T13" fmla="*/ 37 h 37"/>
                <a:gd name="T14" fmla="*/ 21 w 38"/>
                <a:gd name="T15" fmla="*/ 21 h 37"/>
                <a:gd name="T16" fmla="*/ 38 w 38"/>
                <a:gd name="T17" fmla="*/ 21 h 37"/>
                <a:gd name="T18" fmla="*/ 38 w 38"/>
                <a:gd name="T19" fmla="*/ 16 h 37"/>
                <a:gd name="T20" fmla="*/ 21 w 38"/>
                <a:gd name="T21" fmla="*/ 16 h 37"/>
                <a:gd name="T22" fmla="*/ 21 w 38"/>
                <a:gd name="T23" fmla="*/ 0 h 37"/>
                <a:gd name="T24" fmla="*/ 17 w 38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7">
                  <a:moveTo>
                    <a:pt x="17" y="0"/>
                  </a:moveTo>
                  <a:lnTo>
                    <a:pt x="17" y="16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lnTo>
                    <a:pt x="21" y="37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6"/>
                  </a:lnTo>
                  <a:lnTo>
                    <a:pt x="21" y="16"/>
                  </a:lnTo>
                  <a:lnTo>
                    <a:pt x="21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5" name="Group 664"/>
          <p:cNvGrpSpPr/>
          <p:nvPr/>
        </p:nvGrpSpPr>
        <p:grpSpPr>
          <a:xfrm>
            <a:off x="6019999" y="2837409"/>
            <a:ext cx="226463" cy="301196"/>
            <a:chOff x="6019999" y="2837409"/>
            <a:chExt cx="226463" cy="301196"/>
          </a:xfrm>
          <a:solidFill>
            <a:schemeClr val="tx1"/>
          </a:solidFill>
        </p:grpSpPr>
        <p:sp>
          <p:nvSpPr>
            <p:cNvPr id="571" name="Freeform 163"/>
            <p:cNvSpPr>
              <a:spLocks noEditPoints="1"/>
            </p:cNvSpPr>
            <p:nvPr/>
          </p:nvSpPr>
          <p:spPr bwMode="auto">
            <a:xfrm>
              <a:off x="6019999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2" name="Freeform 164"/>
            <p:cNvSpPr>
              <a:spLocks/>
            </p:cNvSpPr>
            <p:nvPr/>
          </p:nvSpPr>
          <p:spPr bwMode="auto">
            <a:xfrm>
              <a:off x="6081143" y="2964228"/>
              <a:ext cx="99644" cy="83792"/>
            </a:xfrm>
            <a:custGeom>
              <a:avLst/>
              <a:gdLst>
                <a:gd name="T0" fmla="*/ 17 w 44"/>
                <a:gd name="T1" fmla="*/ 0 h 37"/>
                <a:gd name="T2" fmla="*/ 0 w 44"/>
                <a:gd name="T3" fmla="*/ 17 h 37"/>
                <a:gd name="T4" fmla="*/ 0 w 44"/>
                <a:gd name="T5" fmla="*/ 20 h 37"/>
                <a:gd name="T6" fmla="*/ 17 w 44"/>
                <a:gd name="T7" fmla="*/ 37 h 37"/>
                <a:gd name="T8" fmla="*/ 20 w 44"/>
                <a:gd name="T9" fmla="*/ 34 h 37"/>
                <a:gd name="T10" fmla="*/ 7 w 44"/>
                <a:gd name="T11" fmla="*/ 21 h 37"/>
                <a:gd name="T12" fmla="*/ 44 w 44"/>
                <a:gd name="T13" fmla="*/ 21 h 37"/>
                <a:gd name="T14" fmla="*/ 44 w 44"/>
                <a:gd name="T15" fmla="*/ 16 h 37"/>
                <a:gd name="T16" fmla="*/ 7 w 44"/>
                <a:gd name="T17" fmla="*/ 16 h 37"/>
                <a:gd name="T18" fmla="*/ 20 w 44"/>
                <a:gd name="T19" fmla="*/ 3 h 37"/>
                <a:gd name="T20" fmla="*/ 17 w 44"/>
                <a:gd name="T2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7">
                  <a:moveTo>
                    <a:pt x="17" y="0"/>
                  </a:moveTo>
                  <a:lnTo>
                    <a:pt x="0" y="17"/>
                  </a:lnTo>
                  <a:lnTo>
                    <a:pt x="0" y="20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7" y="21"/>
                  </a:lnTo>
                  <a:lnTo>
                    <a:pt x="44" y="21"/>
                  </a:lnTo>
                  <a:lnTo>
                    <a:pt x="44" y="16"/>
                  </a:lnTo>
                  <a:lnTo>
                    <a:pt x="7" y="16"/>
                  </a:lnTo>
                  <a:lnTo>
                    <a:pt x="20" y="3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4" name="Group 663"/>
          <p:cNvGrpSpPr/>
          <p:nvPr/>
        </p:nvGrpSpPr>
        <p:grpSpPr>
          <a:xfrm>
            <a:off x="6411779" y="2837409"/>
            <a:ext cx="226463" cy="301196"/>
            <a:chOff x="6411779" y="2837409"/>
            <a:chExt cx="226463" cy="301196"/>
          </a:xfrm>
          <a:solidFill>
            <a:schemeClr val="tx1"/>
          </a:solidFill>
        </p:grpSpPr>
        <p:sp>
          <p:nvSpPr>
            <p:cNvPr id="573" name="Freeform 165"/>
            <p:cNvSpPr>
              <a:spLocks noEditPoints="1"/>
            </p:cNvSpPr>
            <p:nvPr/>
          </p:nvSpPr>
          <p:spPr bwMode="auto">
            <a:xfrm>
              <a:off x="6411779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0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4" name="Freeform 166"/>
            <p:cNvSpPr>
              <a:spLocks/>
            </p:cNvSpPr>
            <p:nvPr/>
          </p:nvSpPr>
          <p:spPr bwMode="auto">
            <a:xfrm>
              <a:off x="6481983" y="3007255"/>
              <a:ext cx="65675" cy="63410"/>
            </a:xfrm>
            <a:custGeom>
              <a:avLst/>
              <a:gdLst>
                <a:gd name="T0" fmla="*/ 0 w 56"/>
                <a:gd name="T1" fmla="*/ 0 h 54"/>
                <a:gd name="T2" fmla="*/ 36 w 56"/>
                <a:gd name="T3" fmla="*/ 40 h 54"/>
                <a:gd name="T4" fmla="*/ 44 w 56"/>
                <a:gd name="T5" fmla="*/ 40 h 54"/>
                <a:gd name="T6" fmla="*/ 36 w 56"/>
                <a:gd name="T7" fmla="*/ 50 h 54"/>
                <a:gd name="T8" fmla="*/ 43 w 56"/>
                <a:gd name="T9" fmla="*/ 54 h 54"/>
                <a:gd name="T10" fmla="*/ 56 w 56"/>
                <a:gd name="T11" fmla="*/ 38 h 54"/>
                <a:gd name="T12" fmla="*/ 56 w 56"/>
                <a:gd name="T13" fmla="*/ 34 h 54"/>
                <a:gd name="T14" fmla="*/ 43 w 56"/>
                <a:gd name="T15" fmla="*/ 18 h 54"/>
                <a:gd name="T16" fmla="*/ 37 w 56"/>
                <a:gd name="T17" fmla="*/ 22 h 54"/>
                <a:gd name="T18" fmla="*/ 44 w 56"/>
                <a:gd name="T19" fmla="*/ 32 h 54"/>
                <a:gd name="T20" fmla="*/ 36 w 56"/>
                <a:gd name="T21" fmla="*/ 32 h 54"/>
                <a:gd name="T22" fmla="*/ 8 w 56"/>
                <a:gd name="T23" fmla="*/ 0 h 54"/>
                <a:gd name="T24" fmla="*/ 0 w 56"/>
                <a:gd name="T2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0" y="0"/>
                  </a:moveTo>
                  <a:cubicBezTo>
                    <a:pt x="0" y="19"/>
                    <a:pt x="15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5" name="Freeform 167"/>
            <p:cNvSpPr>
              <a:spLocks/>
            </p:cNvSpPr>
            <p:nvPr/>
          </p:nvSpPr>
          <p:spPr bwMode="auto">
            <a:xfrm>
              <a:off x="6511422" y="2941582"/>
              <a:ext cx="65675" cy="65675"/>
            </a:xfrm>
            <a:custGeom>
              <a:avLst/>
              <a:gdLst>
                <a:gd name="T0" fmla="*/ 19 w 56"/>
                <a:gd name="T1" fmla="*/ 32 h 54"/>
                <a:gd name="T2" fmla="*/ 12 w 56"/>
                <a:gd name="T3" fmla="*/ 22 h 54"/>
                <a:gd name="T4" fmla="*/ 20 w 56"/>
                <a:gd name="T5" fmla="*/ 22 h 54"/>
                <a:gd name="T6" fmla="*/ 48 w 56"/>
                <a:gd name="T7" fmla="*/ 54 h 54"/>
                <a:gd name="T8" fmla="*/ 56 w 56"/>
                <a:gd name="T9" fmla="*/ 54 h 54"/>
                <a:gd name="T10" fmla="*/ 20 w 56"/>
                <a:gd name="T11" fmla="*/ 14 h 54"/>
                <a:gd name="T12" fmla="*/ 12 w 56"/>
                <a:gd name="T13" fmla="*/ 14 h 54"/>
                <a:gd name="T14" fmla="*/ 19 w 56"/>
                <a:gd name="T15" fmla="*/ 4 h 54"/>
                <a:gd name="T16" fmla="*/ 12 w 56"/>
                <a:gd name="T17" fmla="*/ 0 h 54"/>
                <a:gd name="T18" fmla="*/ 0 w 56"/>
                <a:gd name="T19" fmla="*/ 16 h 54"/>
                <a:gd name="T20" fmla="*/ 0 w 56"/>
                <a:gd name="T21" fmla="*/ 20 h 54"/>
                <a:gd name="T22" fmla="*/ 12 w 56"/>
                <a:gd name="T23" fmla="*/ 36 h 54"/>
                <a:gd name="T24" fmla="*/ 19 w 56"/>
                <a:gd name="T2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19" y="32"/>
                  </a:move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5" y="22"/>
                    <a:pt x="48" y="39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5"/>
                    <a:pt x="40" y="14"/>
                    <a:pt x="2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2" y="36"/>
                    <a:pt x="12" y="36"/>
                    <a:pt x="12" y="36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3" name="Group 662"/>
          <p:cNvGrpSpPr/>
          <p:nvPr/>
        </p:nvGrpSpPr>
        <p:grpSpPr>
          <a:xfrm>
            <a:off x="6803559" y="2837409"/>
            <a:ext cx="226463" cy="301196"/>
            <a:chOff x="6803559" y="2837409"/>
            <a:chExt cx="226463" cy="301196"/>
          </a:xfrm>
          <a:solidFill>
            <a:schemeClr val="tx1"/>
          </a:solidFill>
        </p:grpSpPr>
        <p:sp>
          <p:nvSpPr>
            <p:cNvPr id="576" name="Freeform 168"/>
            <p:cNvSpPr>
              <a:spLocks noEditPoints="1"/>
            </p:cNvSpPr>
            <p:nvPr/>
          </p:nvSpPr>
          <p:spPr bwMode="auto">
            <a:xfrm>
              <a:off x="6803559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7" name="Freeform 169"/>
            <p:cNvSpPr>
              <a:spLocks/>
            </p:cNvSpPr>
            <p:nvPr/>
          </p:nvSpPr>
          <p:spPr bwMode="auto">
            <a:xfrm>
              <a:off x="6880557" y="2975550"/>
              <a:ext cx="70204" cy="72468"/>
            </a:xfrm>
            <a:custGeom>
              <a:avLst/>
              <a:gdLst>
                <a:gd name="T0" fmla="*/ 0 w 31"/>
                <a:gd name="T1" fmla="*/ 29 h 32"/>
                <a:gd name="T2" fmla="*/ 2 w 31"/>
                <a:gd name="T3" fmla="*/ 32 h 32"/>
                <a:gd name="T4" fmla="*/ 16 w 31"/>
                <a:gd name="T5" fmla="*/ 19 h 32"/>
                <a:gd name="T6" fmla="*/ 29 w 31"/>
                <a:gd name="T7" fmla="*/ 32 h 32"/>
                <a:gd name="T8" fmla="*/ 31 w 31"/>
                <a:gd name="T9" fmla="*/ 29 h 32"/>
                <a:gd name="T10" fmla="*/ 18 w 31"/>
                <a:gd name="T11" fmla="*/ 16 h 32"/>
                <a:gd name="T12" fmla="*/ 31 w 31"/>
                <a:gd name="T13" fmla="*/ 3 h 32"/>
                <a:gd name="T14" fmla="*/ 29 w 31"/>
                <a:gd name="T15" fmla="*/ 0 h 32"/>
                <a:gd name="T16" fmla="*/ 16 w 31"/>
                <a:gd name="T17" fmla="*/ 13 h 32"/>
                <a:gd name="T18" fmla="*/ 2 w 31"/>
                <a:gd name="T19" fmla="*/ 0 h 32"/>
                <a:gd name="T20" fmla="*/ 0 w 31"/>
                <a:gd name="T21" fmla="*/ 3 h 32"/>
                <a:gd name="T22" fmla="*/ 13 w 31"/>
                <a:gd name="T23" fmla="*/ 16 h 32"/>
                <a:gd name="T24" fmla="*/ 0 w 31"/>
                <a:gd name="T25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32">
                  <a:moveTo>
                    <a:pt x="0" y="29"/>
                  </a:moveTo>
                  <a:lnTo>
                    <a:pt x="2" y="32"/>
                  </a:lnTo>
                  <a:lnTo>
                    <a:pt x="16" y="19"/>
                  </a:lnTo>
                  <a:lnTo>
                    <a:pt x="29" y="32"/>
                  </a:lnTo>
                  <a:lnTo>
                    <a:pt x="31" y="29"/>
                  </a:lnTo>
                  <a:lnTo>
                    <a:pt x="18" y="16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2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6" name="Group 685"/>
          <p:cNvGrpSpPr/>
          <p:nvPr/>
        </p:nvGrpSpPr>
        <p:grpSpPr>
          <a:xfrm>
            <a:off x="2104461" y="3226924"/>
            <a:ext cx="226463" cy="303460"/>
            <a:chOff x="2104461" y="3226924"/>
            <a:chExt cx="226463" cy="303460"/>
          </a:xfrm>
          <a:solidFill>
            <a:schemeClr val="tx1"/>
          </a:solidFill>
        </p:grpSpPr>
        <p:sp>
          <p:nvSpPr>
            <p:cNvPr id="578" name="Freeform 170"/>
            <p:cNvSpPr>
              <a:spLocks noEditPoints="1"/>
            </p:cNvSpPr>
            <p:nvPr/>
          </p:nvSpPr>
          <p:spPr bwMode="auto">
            <a:xfrm>
              <a:off x="2104461" y="3226924"/>
              <a:ext cx="226463" cy="303460"/>
            </a:xfrm>
            <a:custGeom>
              <a:avLst/>
              <a:gdLst>
                <a:gd name="T0" fmla="*/ 0 w 100"/>
                <a:gd name="T1" fmla="*/ 31 h 134"/>
                <a:gd name="T2" fmla="*/ 0 w 100"/>
                <a:gd name="T3" fmla="*/ 134 h 134"/>
                <a:gd name="T4" fmla="*/ 100 w 100"/>
                <a:gd name="T5" fmla="*/ 134 h 134"/>
                <a:gd name="T6" fmla="*/ 100 w 100"/>
                <a:gd name="T7" fmla="*/ 0 h 134"/>
                <a:gd name="T8" fmla="*/ 31 w 100"/>
                <a:gd name="T9" fmla="*/ 0 h 134"/>
                <a:gd name="T10" fmla="*/ 0 w 100"/>
                <a:gd name="T11" fmla="*/ 31 h 134"/>
                <a:gd name="T12" fmla="*/ 29 w 100"/>
                <a:gd name="T13" fmla="*/ 8 h 134"/>
                <a:gd name="T14" fmla="*/ 29 w 100"/>
                <a:gd name="T15" fmla="*/ 30 h 134"/>
                <a:gd name="T16" fmla="*/ 7 w 100"/>
                <a:gd name="T17" fmla="*/ 30 h 134"/>
                <a:gd name="T18" fmla="*/ 29 w 100"/>
                <a:gd name="T19" fmla="*/ 8 h 134"/>
                <a:gd name="T20" fmla="*/ 96 w 100"/>
                <a:gd name="T21" fmla="*/ 129 h 134"/>
                <a:gd name="T22" fmla="*/ 4 w 100"/>
                <a:gd name="T23" fmla="*/ 129 h 134"/>
                <a:gd name="T24" fmla="*/ 4 w 100"/>
                <a:gd name="T25" fmla="*/ 34 h 134"/>
                <a:gd name="T26" fmla="*/ 33 w 100"/>
                <a:gd name="T27" fmla="*/ 34 h 134"/>
                <a:gd name="T28" fmla="*/ 33 w 100"/>
                <a:gd name="T29" fmla="*/ 5 h 134"/>
                <a:gd name="T30" fmla="*/ 96 w 100"/>
                <a:gd name="T31" fmla="*/ 5 h 134"/>
                <a:gd name="T32" fmla="*/ 96 w 100"/>
                <a:gd name="T33" fmla="*/ 12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4">
                  <a:moveTo>
                    <a:pt x="0" y="31"/>
                  </a:moveTo>
                  <a:lnTo>
                    <a:pt x="0" y="134"/>
                  </a:lnTo>
                  <a:lnTo>
                    <a:pt x="100" y="134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1"/>
                  </a:lnTo>
                  <a:close/>
                  <a:moveTo>
                    <a:pt x="29" y="8"/>
                  </a:moveTo>
                  <a:lnTo>
                    <a:pt x="29" y="30"/>
                  </a:lnTo>
                  <a:lnTo>
                    <a:pt x="7" y="30"/>
                  </a:lnTo>
                  <a:lnTo>
                    <a:pt x="29" y="8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4"/>
                  </a:lnTo>
                  <a:lnTo>
                    <a:pt x="33" y="34"/>
                  </a:lnTo>
                  <a:lnTo>
                    <a:pt x="33" y="5"/>
                  </a:lnTo>
                  <a:lnTo>
                    <a:pt x="96" y="5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9" name="Freeform 171"/>
            <p:cNvSpPr>
              <a:spLocks noEditPoints="1"/>
            </p:cNvSpPr>
            <p:nvPr/>
          </p:nvSpPr>
          <p:spPr bwMode="auto">
            <a:xfrm>
              <a:off x="2170136" y="3360537"/>
              <a:ext cx="92850" cy="92850"/>
            </a:xfrm>
            <a:custGeom>
              <a:avLst/>
              <a:gdLst>
                <a:gd name="T0" fmla="*/ 0 w 79"/>
                <a:gd name="T1" fmla="*/ 28 h 79"/>
                <a:gd name="T2" fmla="*/ 28 w 79"/>
                <a:gd name="T3" fmla="*/ 56 h 79"/>
                <a:gd name="T4" fmla="*/ 45 w 79"/>
                <a:gd name="T5" fmla="*/ 51 h 79"/>
                <a:gd name="T6" fmla="*/ 73 w 79"/>
                <a:gd name="T7" fmla="*/ 79 h 79"/>
                <a:gd name="T8" fmla="*/ 79 w 79"/>
                <a:gd name="T9" fmla="*/ 73 h 79"/>
                <a:gd name="T10" fmla="*/ 51 w 79"/>
                <a:gd name="T11" fmla="*/ 45 h 79"/>
                <a:gd name="T12" fmla="*/ 56 w 79"/>
                <a:gd name="T13" fmla="*/ 28 h 79"/>
                <a:gd name="T14" fmla="*/ 28 w 79"/>
                <a:gd name="T15" fmla="*/ 0 h 79"/>
                <a:gd name="T16" fmla="*/ 0 w 79"/>
                <a:gd name="T17" fmla="*/ 28 h 79"/>
                <a:gd name="T18" fmla="*/ 28 w 79"/>
                <a:gd name="T19" fmla="*/ 8 h 79"/>
                <a:gd name="T20" fmla="*/ 48 w 79"/>
                <a:gd name="T21" fmla="*/ 28 h 79"/>
                <a:gd name="T22" fmla="*/ 28 w 79"/>
                <a:gd name="T23" fmla="*/ 48 h 79"/>
                <a:gd name="T24" fmla="*/ 8 w 79"/>
                <a:gd name="T25" fmla="*/ 28 h 79"/>
                <a:gd name="T26" fmla="*/ 28 w 79"/>
                <a:gd name="T27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0" y="28"/>
                  </a:moveTo>
                  <a:cubicBezTo>
                    <a:pt x="0" y="44"/>
                    <a:pt x="13" y="56"/>
                    <a:pt x="28" y="56"/>
                  </a:cubicBezTo>
                  <a:cubicBezTo>
                    <a:pt x="34" y="56"/>
                    <a:pt x="40" y="54"/>
                    <a:pt x="45" y="5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0"/>
                    <a:pt x="56" y="34"/>
                    <a:pt x="56" y="28"/>
                  </a:cubicBezTo>
                  <a:cubicBezTo>
                    <a:pt x="56" y="13"/>
                    <a:pt x="44" y="0"/>
                    <a:pt x="28" y="0"/>
                  </a:cubicBezTo>
                  <a:cubicBezTo>
                    <a:pt x="13" y="0"/>
                    <a:pt x="0" y="13"/>
                    <a:pt x="0" y="28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3" name="Group 692"/>
          <p:cNvGrpSpPr/>
          <p:nvPr/>
        </p:nvGrpSpPr>
        <p:grpSpPr>
          <a:xfrm>
            <a:off x="2496242" y="3226924"/>
            <a:ext cx="226463" cy="303460"/>
            <a:chOff x="2496242" y="3226924"/>
            <a:chExt cx="226463" cy="303460"/>
          </a:xfrm>
          <a:solidFill>
            <a:schemeClr val="tx1"/>
          </a:solidFill>
        </p:grpSpPr>
        <p:sp>
          <p:nvSpPr>
            <p:cNvPr id="580" name="Freeform 172"/>
            <p:cNvSpPr>
              <a:spLocks noEditPoints="1"/>
            </p:cNvSpPr>
            <p:nvPr/>
          </p:nvSpPr>
          <p:spPr bwMode="auto">
            <a:xfrm>
              <a:off x="2496242" y="3226924"/>
              <a:ext cx="226463" cy="303460"/>
            </a:xfrm>
            <a:custGeom>
              <a:avLst/>
              <a:gdLst>
                <a:gd name="T0" fmla="*/ 100 w 100"/>
                <a:gd name="T1" fmla="*/ 0 h 134"/>
                <a:gd name="T2" fmla="*/ 31 w 100"/>
                <a:gd name="T3" fmla="*/ 0 h 134"/>
                <a:gd name="T4" fmla="*/ 0 w 100"/>
                <a:gd name="T5" fmla="*/ 31 h 134"/>
                <a:gd name="T6" fmla="*/ 0 w 100"/>
                <a:gd name="T7" fmla="*/ 134 h 134"/>
                <a:gd name="T8" fmla="*/ 100 w 100"/>
                <a:gd name="T9" fmla="*/ 134 h 134"/>
                <a:gd name="T10" fmla="*/ 100 w 100"/>
                <a:gd name="T11" fmla="*/ 0 h 134"/>
                <a:gd name="T12" fmla="*/ 29 w 100"/>
                <a:gd name="T13" fmla="*/ 8 h 134"/>
                <a:gd name="T14" fmla="*/ 29 w 100"/>
                <a:gd name="T15" fmla="*/ 30 h 134"/>
                <a:gd name="T16" fmla="*/ 7 w 100"/>
                <a:gd name="T17" fmla="*/ 30 h 134"/>
                <a:gd name="T18" fmla="*/ 29 w 100"/>
                <a:gd name="T19" fmla="*/ 8 h 134"/>
                <a:gd name="T20" fmla="*/ 96 w 100"/>
                <a:gd name="T21" fmla="*/ 129 h 134"/>
                <a:gd name="T22" fmla="*/ 4 w 100"/>
                <a:gd name="T23" fmla="*/ 129 h 134"/>
                <a:gd name="T24" fmla="*/ 4 w 100"/>
                <a:gd name="T25" fmla="*/ 34 h 134"/>
                <a:gd name="T26" fmla="*/ 33 w 100"/>
                <a:gd name="T27" fmla="*/ 34 h 134"/>
                <a:gd name="T28" fmla="*/ 33 w 100"/>
                <a:gd name="T29" fmla="*/ 5 h 134"/>
                <a:gd name="T30" fmla="*/ 96 w 100"/>
                <a:gd name="T31" fmla="*/ 5 h 134"/>
                <a:gd name="T32" fmla="*/ 96 w 100"/>
                <a:gd name="T33" fmla="*/ 12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4">
                  <a:moveTo>
                    <a:pt x="100" y="0"/>
                  </a:moveTo>
                  <a:lnTo>
                    <a:pt x="31" y="0"/>
                  </a:lnTo>
                  <a:lnTo>
                    <a:pt x="0" y="31"/>
                  </a:lnTo>
                  <a:lnTo>
                    <a:pt x="0" y="134"/>
                  </a:lnTo>
                  <a:lnTo>
                    <a:pt x="100" y="134"/>
                  </a:lnTo>
                  <a:lnTo>
                    <a:pt x="100" y="0"/>
                  </a:lnTo>
                  <a:close/>
                  <a:moveTo>
                    <a:pt x="29" y="8"/>
                  </a:moveTo>
                  <a:lnTo>
                    <a:pt x="29" y="30"/>
                  </a:lnTo>
                  <a:lnTo>
                    <a:pt x="7" y="30"/>
                  </a:lnTo>
                  <a:lnTo>
                    <a:pt x="29" y="8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4"/>
                  </a:lnTo>
                  <a:lnTo>
                    <a:pt x="33" y="34"/>
                  </a:lnTo>
                  <a:lnTo>
                    <a:pt x="33" y="5"/>
                  </a:lnTo>
                  <a:lnTo>
                    <a:pt x="96" y="5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1" name="Freeform 173"/>
            <p:cNvSpPr>
              <a:spLocks noEditPoints="1"/>
            </p:cNvSpPr>
            <p:nvPr/>
          </p:nvSpPr>
          <p:spPr bwMode="auto">
            <a:xfrm>
              <a:off x="2557386" y="3335626"/>
              <a:ext cx="104173" cy="99644"/>
            </a:xfrm>
            <a:custGeom>
              <a:avLst/>
              <a:gdLst>
                <a:gd name="T0" fmla="*/ 4 w 89"/>
                <a:gd name="T1" fmla="*/ 32 h 84"/>
                <a:gd name="T2" fmla="*/ 1 w 89"/>
                <a:gd name="T3" fmla="*/ 35 h 84"/>
                <a:gd name="T4" fmla="*/ 2 w 89"/>
                <a:gd name="T5" fmla="*/ 40 h 84"/>
                <a:gd name="T6" fmla="*/ 24 w 89"/>
                <a:gd name="T7" fmla="*/ 54 h 84"/>
                <a:gd name="T8" fmla="*/ 16 w 89"/>
                <a:gd name="T9" fmla="*/ 79 h 84"/>
                <a:gd name="T10" fmla="*/ 17 w 89"/>
                <a:gd name="T11" fmla="*/ 83 h 84"/>
                <a:gd name="T12" fmla="*/ 22 w 89"/>
                <a:gd name="T13" fmla="*/ 84 h 84"/>
                <a:gd name="T14" fmla="*/ 44 w 89"/>
                <a:gd name="T15" fmla="*/ 69 h 84"/>
                <a:gd name="T16" fmla="*/ 66 w 89"/>
                <a:gd name="T17" fmla="*/ 84 h 84"/>
                <a:gd name="T18" fmla="*/ 68 w 89"/>
                <a:gd name="T19" fmla="*/ 84 h 84"/>
                <a:gd name="T20" fmla="*/ 70 w 89"/>
                <a:gd name="T21" fmla="*/ 83 h 84"/>
                <a:gd name="T22" fmla="*/ 72 w 89"/>
                <a:gd name="T23" fmla="*/ 79 h 84"/>
                <a:gd name="T24" fmla="*/ 65 w 89"/>
                <a:gd name="T25" fmla="*/ 54 h 84"/>
                <a:gd name="T26" fmla="*/ 87 w 89"/>
                <a:gd name="T27" fmla="*/ 40 h 84"/>
                <a:gd name="T28" fmla="*/ 88 w 89"/>
                <a:gd name="T29" fmla="*/ 35 h 84"/>
                <a:gd name="T30" fmla="*/ 84 w 89"/>
                <a:gd name="T31" fmla="*/ 32 h 84"/>
                <a:gd name="T32" fmla="*/ 59 w 89"/>
                <a:gd name="T33" fmla="*/ 32 h 84"/>
                <a:gd name="T34" fmla="*/ 48 w 89"/>
                <a:gd name="T35" fmla="*/ 3 h 84"/>
                <a:gd name="T36" fmla="*/ 44 w 89"/>
                <a:gd name="T37" fmla="*/ 0 h 84"/>
                <a:gd name="T38" fmla="*/ 41 w 89"/>
                <a:gd name="T39" fmla="*/ 3 h 84"/>
                <a:gd name="T40" fmla="*/ 30 w 89"/>
                <a:gd name="T41" fmla="*/ 32 h 84"/>
                <a:gd name="T42" fmla="*/ 4 w 89"/>
                <a:gd name="T43" fmla="*/ 32 h 84"/>
                <a:gd name="T44" fmla="*/ 37 w 89"/>
                <a:gd name="T45" fmla="*/ 38 h 84"/>
                <a:gd name="T46" fmla="*/ 44 w 89"/>
                <a:gd name="T47" fmla="*/ 16 h 84"/>
                <a:gd name="T48" fmla="*/ 53 w 89"/>
                <a:gd name="T49" fmla="*/ 38 h 84"/>
                <a:gd name="T50" fmla="*/ 56 w 89"/>
                <a:gd name="T51" fmla="*/ 40 h 84"/>
                <a:gd name="T52" fmla="*/ 71 w 89"/>
                <a:gd name="T53" fmla="*/ 40 h 84"/>
                <a:gd name="T54" fmla="*/ 58 w 89"/>
                <a:gd name="T55" fmla="*/ 49 h 84"/>
                <a:gd name="T56" fmla="*/ 56 w 89"/>
                <a:gd name="T57" fmla="*/ 53 h 84"/>
                <a:gd name="T58" fmla="*/ 61 w 89"/>
                <a:gd name="T59" fmla="*/ 71 h 84"/>
                <a:gd name="T60" fmla="*/ 47 w 89"/>
                <a:gd name="T61" fmla="*/ 61 h 84"/>
                <a:gd name="T62" fmla="*/ 42 w 89"/>
                <a:gd name="T63" fmla="*/ 61 h 84"/>
                <a:gd name="T64" fmla="*/ 27 w 89"/>
                <a:gd name="T65" fmla="*/ 71 h 84"/>
                <a:gd name="T66" fmla="*/ 32 w 89"/>
                <a:gd name="T67" fmla="*/ 53 h 84"/>
                <a:gd name="T68" fmla="*/ 31 w 89"/>
                <a:gd name="T69" fmla="*/ 49 h 84"/>
                <a:gd name="T70" fmla="*/ 18 w 89"/>
                <a:gd name="T71" fmla="*/ 40 h 84"/>
                <a:gd name="T72" fmla="*/ 33 w 89"/>
                <a:gd name="T73" fmla="*/ 40 h 84"/>
                <a:gd name="T74" fmla="*/ 37 w 89"/>
                <a:gd name="T75" fmla="*/ 3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4">
                  <a:moveTo>
                    <a:pt x="4" y="32"/>
                  </a:moveTo>
                  <a:cubicBezTo>
                    <a:pt x="3" y="32"/>
                    <a:pt x="1" y="33"/>
                    <a:pt x="1" y="35"/>
                  </a:cubicBezTo>
                  <a:cubicBezTo>
                    <a:pt x="0" y="37"/>
                    <a:pt x="1" y="39"/>
                    <a:pt x="2" y="40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1"/>
                    <a:pt x="16" y="82"/>
                    <a:pt x="17" y="83"/>
                  </a:cubicBezTo>
                  <a:cubicBezTo>
                    <a:pt x="19" y="84"/>
                    <a:pt x="21" y="84"/>
                    <a:pt x="22" y="84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7" y="84"/>
                    <a:pt x="67" y="84"/>
                    <a:pt x="68" y="84"/>
                  </a:cubicBezTo>
                  <a:cubicBezTo>
                    <a:pt x="69" y="84"/>
                    <a:pt x="70" y="84"/>
                    <a:pt x="70" y="83"/>
                  </a:cubicBezTo>
                  <a:cubicBezTo>
                    <a:pt x="72" y="82"/>
                    <a:pt x="72" y="81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8" y="39"/>
                    <a:pt x="89" y="37"/>
                    <a:pt x="88" y="35"/>
                  </a:cubicBezTo>
                  <a:cubicBezTo>
                    <a:pt x="88" y="33"/>
                    <a:pt x="86" y="32"/>
                    <a:pt x="84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1"/>
                    <a:pt x="46" y="0"/>
                    <a:pt x="44" y="0"/>
                  </a:cubicBezTo>
                  <a:cubicBezTo>
                    <a:pt x="43" y="0"/>
                    <a:pt x="41" y="1"/>
                    <a:pt x="41" y="3"/>
                  </a:cubicBezTo>
                  <a:cubicBezTo>
                    <a:pt x="30" y="32"/>
                    <a:pt x="30" y="32"/>
                    <a:pt x="30" y="32"/>
                  </a:cubicBezTo>
                  <a:lnTo>
                    <a:pt x="4" y="32"/>
                  </a:lnTo>
                  <a:close/>
                  <a:moveTo>
                    <a:pt x="37" y="38"/>
                  </a:moveTo>
                  <a:cubicBezTo>
                    <a:pt x="44" y="16"/>
                    <a:pt x="44" y="16"/>
                    <a:pt x="44" y="1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9"/>
                    <a:pt x="55" y="40"/>
                    <a:pt x="56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6" y="52"/>
                    <a:pt x="56" y="53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5" y="60"/>
                    <a:pt x="43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3" y="52"/>
                    <a:pt x="32" y="50"/>
                    <a:pt x="31" y="4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5" y="40"/>
                    <a:pt x="36" y="39"/>
                    <a:pt x="37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6" name="Group 695"/>
          <p:cNvGrpSpPr/>
          <p:nvPr/>
        </p:nvGrpSpPr>
        <p:grpSpPr>
          <a:xfrm>
            <a:off x="2888021" y="3226924"/>
            <a:ext cx="226463" cy="303460"/>
            <a:chOff x="2888021" y="3226924"/>
            <a:chExt cx="226463" cy="303460"/>
          </a:xfrm>
          <a:solidFill>
            <a:schemeClr val="tx1"/>
          </a:solidFill>
        </p:grpSpPr>
        <p:sp>
          <p:nvSpPr>
            <p:cNvPr id="582" name="Freeform 174"/>
            <p:cNvSpPr>
              <a:spLocks noEditPoints="1"/>
            </p:cNvSpPr>
            <p:nvPr/>
          </p:nvSpPr>
          <p:spPr bwMode="auto">
            <a:xfrm>
              <a:off x="2888021" y="3226924"/>
              <a:ext cx="226463" cy="303460"/>
            </a:xfrm>
            <a:custGeom>
              <a:avLst/>
              <a:gdLst>
                <a:gd name="T0" fmla="*/ 100 w 100"/>
                <a:gd name="T1" fmla="*/ 0 h 134"/>
                <a:gd name="T2" fmla="*/ 31 w 100"/>
                <a:gd name="T3" fmla="*/ 0 h 134"/>
                <a:gd name="T4" fmla="*/ 0 w 100"/>
                <a:gd name="T5" fmla="*/ 31 h 134"/>
                <a:gd name="T6" fmla="*/ 0 w 100"/>
                <a:gd name="T7" fmla="*/ 134 h 134"/>
                <a:gd name="T8" fmla="*/ 100 w 100"/>
                <a:gd name="T9" fmla="*/ 134 h 134"/>
                <a:gd name="T10" fmla="*/ 100 w 100"/>
                <a:gd name="T11" fmla="*/ 0 h 134"/>
                <a:gd name="T12" fmla="*/ 29 w 100"/>
                <a:gd name="T13" fmla="*/ 8 h 134"/>
                <a:gd name="T14" fmla="*/ 29 w 100"/>
                <a:gd name="T15" fmla="*/ 30 h 134"/>
                <a:gd name="T16" fmla="*/ 7 w 100"/>
                <a:gd name="T17" fmla="*/ 30 h 134"/>
                <a:gd name="T18" fmla="*/ 29 w 100"/>
                <a:gd name="T19" fmla="*/ 8 h 134"/>
                <a:gd name="T20" fmla="*/ 96 w 100"/>
                <a:gd name="T21" fmla="*/ 129 h 134"/>
                <a:gd name="T22" fmla="*/ 4 w 100"/>
                <a:gd name="T23" fmla="*/ 129 h 134"/>
                <a:gd name="T24" fmla="*/ 4 w 100"/>
                <a:gd name="T25" fmla="*/ 34 h 134"/>
                <a:gd name="T26" fmla="*/ 33 w 100"/>
                <a:gd name="T27" fmla="*/ 34 h 134"/>
                <a:gd name="T28" fmla="*/ 33 w 100"/>
                <a:gd name="T29" fmla="*/ 5 h 134"/>
                <a:gd name="T30" fmla="*/ 96 w 100"/>
                <a:gd name="T31" fmla="*/ 5 h 134"/>
                <a:gd name="T32" fmla="*/ 96 w 100"/>
                <a:gd name="T33" fmla="*/ 12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4">
                  <a:moveTo>
                    <a:pt x="100" y="0"/>
                  </a:moveTo>
                  <a:lnTo>
                    <a:pt x="31" y="0"/>
                  </a:lnTo>
                  <a:lnTo>
                    <a:pt x="0" y="31"/>
                  </a:lnTo>
                  <a:lnTo>
                    <a:pt x="0" y="134"/>
                  </a:lnTo>
                  <a:lnTo>
                    <a:pt x="100" y="134"/>
                  </a:lnTo>
                  <a:lnTo>
                    <a:pt x="100" y="0"/>
                  </a:lnTo>
                  <a:close/>
                  <a:moveTo>
                    <a:pt x="29" y="8"/>
                  </a:moveTo>
                  <a:lnTo>
                    <a:pt x="29" y="30"/>
                  </a:lnTo>
                  <a:lnTo>
                    <a:pt x="7" y="30"/>
                  </a:lnTo>
                  <a:lnTo>
                    <a:pt x="29" y="8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4"/>
                  </a:lnTo>
                  <a:lnTo>
                    <a:pt x="33" y="34"/>
                  </a:lnTo>
                  <a:lnTo>
                    <a:pt x="33" y="5"/>
                  </a:lnTo>
                  <a:lnTo>
                    <a:pt x="96" y="5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3" name="Freeform 175"/>
            <p:cNvSpPr>
              <a:spLocks/>
            </p:cNvSpPr>
            <p:nvPr/>
          </p:nvSpPr>
          <p:spPr bwMode="auto">
            <a:xfrm>
              <a:off x="2960489" y="3344685"/>
              <a:ext cx="81527" cy="99644"/>
            </a:xfrm>
            <a:custGeom>
              <a:avLst/>
              <a:gdLst>
                <a:gd name="T0" fmla="*/ 0 w 36"/>
                <a:gd name="T1" fmla="*/ 18 h 44"/>
                <a:gd name="T2" fmla="*/ 3 w 36"/>
                <a:gd name="T3" fmla="*/ 21 h 44"/>
                <a:gd name="T4" fmla="*/ 16 w 36"/>
                <a:gd name="T5" fmla="*/ 8 h 44"/>
                <a:gd name="T6" fmla="*/ 16 w 36"/>
                <a:gd name="T7" fmla="*/ 44 h 44"/>
                <a:gd name="T8" fmla="*/ 20 w 36"/>
                <a:gd name="T9" fmla="*/ 44 h 44"/>
                <a:gd name="T10" fmla="*/ 20 w 36"/>
                <a:gd name="T11" fmla="*/ 8 h 44"/>
                <a:gd name="T12" fmla="*/ 33 w 36"/>
                <a:gd name="T13" fmla="*/ 21 h 44"/>
                <a:gd name="T14" fmla="*/ 36 w 36"/>
                <a:gd name="T15" fmla="*/ 18 h 44"/>
                <a:gd name="T16" fmla="*/ 19 w 36"/>
                <a:gd name="T17" fmla="*/ 0 h 44"/>
                <a:gd name="T18" fmla="*/ 17 w 36"/>
                <a:gd name="T19" fmla="*/ 0 h 44"/>
                <a:gd name="T20" fmla="*/ 0 w 36"/>
                <a:gd name="T21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0" y="18"/>
                  </a:moveTo>
                  <a:lnTo>
                    <a:pt x="3" y="21"/>
                  </a:lnTo>
                  <a:lnTo>
                    <a:pt x="16" y="8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8"/>
                  </a:lnTo>
                  <a:lnTo>
                    <a:pt x="33" y="21"/>
                  </a:lnTo>
                  <a:lnTo>
                    <a:pt x="36" y="18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7" name="Group 696"/>
          <p:cNvGrpSpPr/>
          <p:nvPr/>
        </p:nvGrpSpPr>
        <p:grpSpPr>
          <a:xfrm>
            <a:off x="3241303" y="3269952"/>
            <a:ext cx="303460" cy="217404"/>
            <a:chOff x="3241303" y="3269952"/>
            <a:chExt cx="303460" cy="217404"/>
          </a:xfrm>
          <a:solidFill>
            <a:schemeClr val="tx1"/>
          </a:solidFill>
        </p:grpSpPr>
        <p:sp>
          <p:nvSpPr>
            <p:cNvPr id="584" name="Freeform 176"/>
            <p:cNvSpPr>
              <a:spLocks noEditPoints="1"/>
            </p:cNvSpPr>
            <p:nvPr/>
          </p:nvSpPr>
          <p:spPr bwMode="auto">
            <a:xfrm>
              <a:off x="3241303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30 w 134"/>
                <a:gd name="T15" fmla="*/ 92 h 96"/>
                <a:gd name="T16" fmla="*/ 5 w 134"/>
                <a:gd name="T17" fmla="*/ 92 h 96"/>
                <a:gd name="T18" fmla="*/ 5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30" y="92"/>
                  </a:moveTo>
                  <a:lnTo>
                    <a:pt x="5" y="92"/>
                  </a:lnTo>
                  <a:lnTo>
                    <a:pt x="5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5" name="Freeform 177"/>
            <p:cNvSpPr>
              <a:spLocks/>
            </p:cNvSpPr>
            <p:nvPr/>
          </p:nvSpPr>
          <p:spPr bwMode="auto">
            <a:xfrm>
              <a:off x="3347741" y="3367331"/>
              <a:ext cx="99644" cy="67939"/>
            </a:xfrm>
            <a:custGeom>
              <a:avLst/>
              <a:gdLst>
                <a:gd name="T0" fmla="*/ 0 w 44"/>
                <a:gd name="T1" fmla="*/ 15 h 30"/>
                <a:gd name="T2" fmla="*/ 14 w 44"/>
                <a:gd name="T3" fmla="*/ 30 h 30"/>
                <a:gd name="T4" fmla="*/ 17 w 44"/>
                <a:gd name="T5" fmla="*/ 30 h 30"/>
                <a:gd name="T6" fmla="*/ 44 w 44"/>
                <a:gd name="T7" fmla="*/ 3 h 30"/>
                <a:gd name="T8" fmla="*/ 41 w 44"/>
                <a:gd name="T9" fmla="*/ 0 h 30"/>
                <a:gd name="T10" fmla="*/ 16 w 44"/>
                <a:gd name="T11" fmla="*/ 25 h 30"/>
                <a:gd name="T12" fmla="*/ 2 w 44"/>
                <a:gd name="T13" fmla="*/ 12 h 30"/>
                <a:gd name="T14" fmla="*/ 0 w 44"/>
                <a:gd name="T1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0" y="15"/>
                  </a:moveTo>
                  <a:lnTo>
                    <a:pt x="14" y="30"/>
                  </a:lnTo>
                  <a:lnTo>
                    <a:pt x="17" y="30"/>
                  </a:lnTo>
                  <a:lnTo>
                    <a:pt x="44" y="3"/>
                  </a:lnTo>
                  <a:lnTo>
                    <a:pt x="41" y="0"/>
                  </a:lnTo>
                  <a:lnTo>
                    <a:pt x="16" y="25"/>
                  </a:lnTo>
                  <a:lnTo>
                    <a:pt x="2" y="12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0" name="Group 699"/>
          <p:cNvGrpSpPr/>
          <p:nvPr/>
        </p:nvGrpSpPr>
        <p:grpSpPr>
          <a:xfrm>
            <a:off x="3633084" y="3269952"/>
            <a:ext cx="303460" cy="217404"/>
            <a:chOff x="3633084" y="3269952"/>
            <a:chExt cx="303460" cy="217404"/>
          </a:xfrm>
          <a:solidFill>
            <a:schemeClr val="tx1"/>
          </a:solidFill>
        </p:grpSpPr>
        <p:sp>
          <p:nvSpPr>
            <p:cNvPr id="586" name="Freeform 178"/>
            <p:cNvSpPr>
              <a:spLocks noEditPoints="1"/>
            </p:cNvSpPr>
            <p:nvPr/>
          </p:nvSpPr>
          <p:spPr bwMode="auto">
            <a:xfrm>
              <a:off x="3633084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29 w 134"/>
                <a:gd name="T15" fmla="*/ 92 h 96"/>
                <a:gd name="T16" fmla="*/ 4 w 134"/>
                <a:gd name="T17" fmla="*/ 92 h 96"/>
                <a:gd name="T18" fmla="*/ 4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7" name="Freeform 179"/>
            <p:cNvSpPr>
              <a:spLocks noEditPoints="1"/>
            </p:cNvSpPr>
            <p:nvPr/>
          </p:nvSpPr>
          <p:spPr bwMode="auto">
            <a:xfrm>
              <a:off x="3732727" y="3365066"/>
              <a:ext cx="104173" cy="65675"/>
            </a:xfrm>
            <a:custGeom>
              <a:avLst/>
              <a:gdLst>
                <a:gd name="T0" fmla="*/ 13 w 88"/>
                <a:gd name="T1" fmla="*/ 25 h 56"/>
                <a:gd name="T2" fmla="*/ 0 w 88"/>
                <a:gd name="T3" fmla="*/ 40 h 56"/>
                <a:gd name="T4" fmla="*/ 16 w 88"/>
                <a:gd name="T5" fmla="*/ 56 h 56"/>
                <a:gd name="T6" fmla="*/ 72 w 88"/>
                <a:gd name="T7" fmla="*/ 56 h 56"/>
                <a:gd name="T8" fmla="*/ 88 w 88"/>
                <a:gd name="T9" fmla="*/ 40 h 56"/>
                <a:gd name="T10" fmla="*/ 75 w 88"/>
                <a:gd name="T11" fmla="*/ 25 h 56"/>
                <a:gd name="T12" fmla="*/ 44 w 88"/>
                <a:gd name="T13" fmla="*/ 0 h 56"/>
                <a:gd name="T14" fmla="*/ 13 w 88"/>
                <a:gd name="T15" fmla="*/ 25 h 56"/>
                <a:gd name="T16" fmla="*/ 44 w 88"/>
                <a:gd name="T17" fmla="*/ 8 h 56"/>
                <a:gd name="T18" fmla="*/ 68 w 88"/>
                <a:gd name="T19" fmla="*/ 28 h 56"/>
                <a:gd name="T20" fmla="*/ 68 w 88"/>
                <a:gd name="T21" fmla="*/ 32 h 56"/>
                <a:gd name="T22" fmla="*/ 72 w 88"/>
                <a:gd name="T23" fmla="*/ 32 h 56"/>
                <a:gd name="T24" fmla="*/ 80 w 88"/>
                <a:gd name="T25" fmla="*/ 40 h 56"/>
                <a:gd name="T26" fmla="*/ 72 w 88"/>
                <a:gd name="T27" fmla="*/ 48 h 56"/>
                <a:gd name="T28" fmla="*/ 16 w 88"/>
                <a:gd name="T29" fmla="*/ 48 h 56"/>
                <a:gd name="T30" fmla="*/ 8 w 88"/>
                <a:gd name="T31" fmla="*/ 40 h 56"/>
                <a:gd name="T32" fmla="*/ 16 w 88"/>
                <a:gd name="T33" fmla="*/ 32 h 56"/>
                <a:gd name="T34" fmla="*/ 19 w 88"/>
                <a:gd name="T35" fmla="*/ 32 h 56"/>
                <a:gd name="T36" fmla="*/ 20 w 88"/>
                <a:gd name="T37" fmla="*/ 29 h 56"/>
                <a:gd name="T38" fmla="*/ 44 w 88"/>
                <a:gd name="T3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13" y="25"/>
                  </a:move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6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4" y="27"/>
                    <a:pt x="75" y="25"/>
                  </a:cubicBezTo>
                  <a:cubicBezTo>
                    <a:pt x="74" y="10"/>
                    <a:pt x="61" y="0"/>
                    <a:pt x="44" y="0"/>
                  </a:cubicBezTo>
                  <a:cubicBezTo>
                    <a:pt x="29" y="0"/>
                    <a:pt x="16" y="12"/>
                    <a:pt x="13" y="25"/>
                  </a:cubicBezTo>
                  <a:close/>
                  <a:moveTo>
                    <a:pt x="44" y="8"/>
                  </a:move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6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32" y="8"/>
                    <a:pt x="4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1" name="Group 700"/>
          <p:cNvGrpSpPr/>
          <p:nvPr/>
        </p:nvGrpSpPr>
        <p:grpSpPr>
          <a:xfrm>
            <a:off x="4024863" y="3269952"/>
            <a:ext cx="301196" cy="217404"/>
            <a:chOff x="4024863" y="3269952"/>
            <a:chExt cx="301196" cy="217404"/>
          </a:xfrm>
          <a:solidFill>
            <a:schemeClr val="tx1"/>
          </a:solidFill>
        </p:grpSpPr>
        <p:sp>
          <p:nvSpPr>
            <p:cNvPr id="588" name="Freeform 180"/>
            <p:cNvSpPr>
              <a:spLocks noEditPoints="1"/>
            </p:cNvSpPr>
            <p:nvPr/>
          </p:nvSpPr>
          <p:spPr bwMode="auto">
            <a:xfrm>
              <a:off x="4024863" y="3269952"/>
              <a:ext cx="301196" cy="217404"/>
            </a:xfrm>
            <a:custGeom>
              <a:avLst/>
              <a:gdLst>
                <a:gd name="T0" fmla="*/ 46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6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6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6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9" name="Freeform 181"/>
            <p:cNvSpPr>
              <a:spLocks noEditPoints="1"/>
            </p:cNvSpPr>
            <p:nvPr/>
          </p:nvSpPr>
          <p:spPr bwMode="auto">
            <a:xfrm>
              <a:off x="4138095" y="3344685"/>
              <a:ext cx="74733" cy="104173"/>
            </a:xfrm>
            <a:custGeom>
              <a:avLst/>
              <a:gdLst>
                <a:gd name="T0" fmla="*/ 0 w 33"/>
                <a:gd name="T1" fmla="*/ 46 h 46"/>
                <a:gd name="T2" fmla="*/ 33 w 33"/>
                <a:gd name="T3" fmla="*/ 46 h 46"/>
                <a:gd name="T4" fmla="*/ 33 w 33"/>
                <a:gd name="T5" fmla="*/ 0 h 46"/>
                <a:gd name="T6" fmla="*/ 16 w 33"/>
                <a:gd name="T7" fmla="*/ 0 h 46"/>
                <a:gd name="T8" fmla="*/ 0 w 33"/>
                <a:gd name="T9" fmla="*/ 17 h 46"/>
                <a:gd name="T10" fmla="*/ 0 w 33"/>
                <a:gd name="T11" fmla="*/ 46 h 46"/>
                <a:gd name="T12" fmla="*/ 29 w 33"/>
                <a:gd name="T13" fmla="*/ 42 h 46"/>
                <a:gd name="T14" fmla="*/ 4 w 33"/>
                <a:gd name="T15" fmla="*/ 42 h 46"/>
                <a:gd name="T16" fmla="*/ 4 w 33"/>
                <a:gd name="T17" fmla="*/ 19 h 46"/>
                <a:gd name="T18" fmla="*/ 19 w 33"/>
                <a:gd name="T19" fmla="*/ 19 h 46"/>
                <a:gd name="T20" fmla="*/ 19 w 33"/>
                <a:gd name="T21" fmla="*/ 5 h 46"/>
                <a:gd name="T22" fmla="*/ 29 w 33"/>
                <a:gd name="T23" fmla="*/ 5 h 46"/>
                <a:gd name="T24" fmla="*/ 29 w 33"/>
                <a:gd name="T25" fmla="*/ 42 h 46"/>
                <a:gd name="T26" fmla="*/ 7 w 33"/>
                <a:gd name="T27" fmla="*/ 15 h 46"/>
                <a:gd name="T28" fmla="*/ 15 w 33"/>
                <a:gd name="T29" fmla="*/ 8 h 46"/>
                <a:gd name="T30" fmla="*/ 15 w 33"/>
                <a:gd name="T31" fmla="*/ 15 h 46"/>
                <a:gd name="T32" fmla="*/ 7 w 33"/>
                <a:gd name="T33" fmla="*/ 1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46">
                  <a:moveTo>
                    <a:pt x="0" y="46"/>
                  </a:moveTo>
                  <a:lnTo>
                    <a:pt x="33" y="46"/>
                  </a:lnTo>
                  <a:lnTo>
                    <a:pt x="33" y="0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0" y="46"/>
                  </a:lnTo>
                  <a:close/>
                  <a:moveTo>
                    <a:pt x="29" y="42"/>
                  </a:moveTo>
                  <a:lnTo>
                    <a:pt x="4" y="42"/>
                  </a:lnTo>
                  <a:lnTo>
                    <a:pt x="4" y="19"/>
                  </a:lnTo>
                  <a:lnTo>
                    <a:pt x="19" y="19"/>
                  </a:lnTo>
                  <a:lnTo>
                    <a:pt x="19" y="5"/>
                  </a:lnTo>
                  <a:lnTo>
                    <a:pt x="29" y="5"/>
                  </a:lnTo>
                  <a:lnTo>
                    <a:pt x="29" y="42"/>
                  </a:lnTo>
                  <a:close/>
                  <a:moveTo>
                    <a:pt x="7" y="15"/>
                  </a:moveTo>
                  <a:lnTo>
                    <a:pt x="15" y="8"/>
                  </a:lnTo>
                  <a:lnTo>
                    <a:pt x="15" y="15"/>
                  </a:lnTo>
                  <a:lnTo>
                    <a:pt x="7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4" name="Group 703"/>
          <p:cNvGrpSpPr/>
          <p:nvPr/>
        </p:nvGrpSpPr>
        <p:grpSpPr>
          <a:xfrm>
            <a:off x="4416644" y="3269952"/>
            <a:ext cx="301196" cy="217404"/>
            <a:chOff x="4416644" y="3269952"/>
            <a:chExt cx="301196" cy="217404"/>
          </a:xfrm>
          <a:solidFill>
            <a:schemeClr val="tx1"/>
          </a:solidFill>
        </p:grpSpPr>
        <p:sp>
          <p:nvSpPr>
            <p:cNvPr id="590" name="Freeform 182"/>
            <p:cNvSpPr>
              <a:spLocks noEditPoints="1"/>
            </p:cNvSpPr>
            <p:nvPr/>
          </p:nvSpPr>
          <p:spPr bwMode="auto">
            <a:xfrm>
              <a:off x="4416644" y="326995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1" name="Freeform 183"/>
            <p:cNvSpPr>
              <a:spLocks/>
            </p:cNvSpPr>
            <p:nvPr/>
          </p:nvSpPr>
          <p:spPr bwMode="auto">
            <a:xfrm>
              <a:off x="4525346" y="3344685"/>
              <a:ext cx="83792" cy="99644"/>
            </a:xfrm>
            <a:custGeom>
              <a:avLst/>
              <a:gdLst>
                <a:gd name="T0" fmla="*/ 3 w 37"/>
                <a:gd name="T1" fmla="*/ 24 h 44"/>
                <a:gd name="T2" fmla="*/ 0 w 37"/>
                <a:gd name="T3" fmla="*/ 27 h 44"/>
                <a:gd name="T4" fmla="*/ 17 w 37"/>
                <a:gd name="T5" fmla="*/ 44 h 44"/>
                <a:gd name="T6" fmla="*/ 20 w 37"/>
                <a:gd name="T7" fmla="*/ 44 h 44"/>
                <a:gd name="T8" fmla="*/ 37 w 37"/>
                <a:gd name="T9" fmla="*/ 27 h 44"/>
                <a:gd name="T10" fmla="*/ 34 w 37"/>
                <a:gd name="T11" fmla="*/ 24 h 44"/>
                <a:gd name="T12" fmla="*/ 21 w 37"/>
                <a:gd name="T13" fmla="*/ 37 h 44"/>
                <a:gd name="T14" fmla="*/ 21 w 37"/>
                <a:gd name="T15" fmla="*/ 0 h 44"/>
                <a:gd name="T16" fmla="*/ 16 w 37"/>
                <a:gd name="T17" fmla="*/ 0 h 44"/>
                <a:gd name="T18" fmla="*/ 16 w 37"/>
                <a:gd name="T19" fmla="*/ 37 h 44"/>
                <a:gd name="T20" fmla="*/ 3 w 37"/>
                <a:gd name="T21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44">
                  <a:moveTo>
                    <a:pt x="3" y="24"/>
                  </a:moveTo>
                  <a:lnTo>
                    <a:pt x="0" y="27"/>
                  </a:lnTo>
                  <a:lnTo>
                    <a:pt x="17" y="44"/>
                  </a:lnTo>
                  <a:lnTo>
                    <a:pt x="20" y="44"/>
                  </a:lnTo>
                  <a:lnTo>
                    <a:pt x="37" y="27"/>
                  </a:lnTo>
                  <a:lnTo>
                    <a:pt x="34" y="24"/>
                  </a:lnTo>
                  <a:lnTo>
                    <a:pt x="21" y="37"/>
                  </a:lnTo>
                  <a:lnTo>
                    <a:pt x="21" y="0"/>
                  </a:lnTo>
                  <a:lnTo>
                    <a:pt x="16" y="0"/>
                  </a:lnTo>
                  <a:lnTo>
                    <a:pt x="16" y="37"/>
                  </a:lnTo>
                  <a:lnTo>
                    <a:pt x="3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5" name="Group 704"/>
          <p:cNvGrpSpPr/>
          <p:nvPr/>
        </p:nvGrpSpPr>
        <p:grpSpPr>
          <a:xfrm>
            <a:off x="4808424" y="3269952"/>
            <a:ext cx="301196" cy="217404"/>
            <a:chOff x="4808424" y="3269952"/>
            <a:chExt cx="301196" cy="217404"/>
          </a:xfrm>
          <a:solidFill>
            <a:schemeClr val="tx1"/>
          </a:solidFill>
        </p:grpSpPr>
        <p:sp>
          <p:nvSpPr>
            <p:cNvPr id="592" name="Freeform 184"/>
            <p:cNvSpPr>
              <a:spLocks noEditPoints="1"/>
            </p:cNvSpPr>
            <p:nvPr/>
          </p:nvSpPr>
          <p:spPr bwMode="auto">
            <a:xfrm>
              <a:off x="4808424" y="326995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4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4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3" name="Freeform 185"/>
            <p:cNvSpPr>
              <a:spLocks noEditPoints="1"/>
            </p:cNvSpPr>
            <p:nvPr/>
          </p:nvSpPr>
          <p:spPr bwMode="auto">
            <a:xfrm>
              <a:off x="4930714" y="3335626"/>
              <a:ext cx="83792" cy="108702"/>
            </a:xfrm>
            <a:custGeom>
              <a:avLst/>
              <a:gdLst>
                <a:gd name="T0" fmla="*/ 4 w 37"/>
                <a:gd name="T1" fmla="*/ 4 h 48"/>
                <a:gd name="T2" fmla="*/ 4 w 37"/>
                <a:gd name="T3" fmla="*/ 0 h 48"/>
                <a:gd name="T4" fmla="*/ 0 w 37"/>
                <a:gd name="T5" fmla="*/ 0 h 48"/>
                <a:gd name="T6" fmla="*/ 0 w 37"/>
                <a:gd name="T7" fmla="*/ 48 h 48"/>
                <a:gd name="T8" fmla="*/ 4 w 37"/>
                <a:gd name="T9" fmla="*/ 48 h 48"/>
                <a:gd name="T10" fmla="*/ 4 w 37"/>
                <a:gd name="T11" fmla="*/ 25 h 48"/>
                <a:gd name="T12" fmla="*/ 37 w 37"/>
                <a:gd name="T13" fmla="*/ 25 h 48"/>
                <a:gd name="T14" fmla="*/ 31 w 37"/>
                <a:gd name="T15" fmla="*/ 15 h 48"/>
                <a:gd name="T16" fmla="*/ 37 w 37"/>
                <a:gd name="T17" fmla="*/ 4 h 48"/>
                <a:gd name="T18" fmla="*/ 4 w 37"/>
                <a:gd name="T19" fmla="*/ 4 h 48"/>
                <a:gd name="T20" fmla="*/ 29 w 37"/>
                <a:gd name="T21" fmla="*/ 21 h 48"/>
                <a:gd name="T22" fmla="*/ 4 w 37"/>
                <a:gd name="T23" fmla="*/ 21 h 48"/>
                <a:gd name="T24" fmla="*/ 4 w 37"/>
                <a:gd name="T25" fmla="*/ 9 h 48"/>
                <a:gd name="T26" fmla="*/ 29 w 37"/>
                <a:gd name="T27" fmla="*/ 9 h 48"/>
                <a:gd name="T28" fmla="*/ 25 w 37"/>
                <a:gd name="T29" fmla="*/ 15 h 48"/>
                <a:gd name="T30" fmla="*/ 29 w 37"/>
                <a:gd name="T31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48"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25"/>
                  </a:lnTo>
                  <a:lnTo>
                    <a:pt x="37" y="25"/>
                  </a:lnTo>
                  <a:lnTo>
                    <a:pt x="31" y="15"/>
                  </a:lnTo>
                  <a:lnTo>
                    <a:pt x="37" y="4"/>
                  </a:lnTo>
                  <a:lnTo>
                    <a:pt x="4" y="4"/>
                  </a:lnTo>
                  <a:close/>
                  <a:moveTo>
                    <a:pt x="29" y="21"/>
                  </a:moveTo>
                  <a:lnTo>
                    <a:pt x="4" y="21"/>
                  </a:lnTo>
                  <a:lnTo>
                    <a:pt x="4" y="9"/>
                  </a:lnTo>
                  <a:lnTo>
                    <a:pt x="29" y="9"/>
                  </a:lnTo>
                  <a:lnTo>
                    <a:pt x="25" y="15"/>
                  </a:lnTo>
                  <a:lnTo>
                    <a:pt x="29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8" name="Group 707"/>
          <p:cNvGrpSpPr/>
          <p:nvPr/>
        </p:nvGrpSpPr>
        <p:grpSpPr>
          <a:xfrm>
            <a:off x="5197939" y="3269952"/>
            <a:ext cx="303460" cy="217404"/>
            <a:chOff x="5197939" y="3269952"/>
            <a:chExt cx="303460" cy="217404"/>
          </a:xfrm>
          <a:solidFill>
            <a:schemeClr val="tx1"/>
          </a:solidFill>
        </p:grpSpPr>
        <p:sp>
          <p:nvSpPr>
            <p:cNvPr id="594" name="Freeform 186"/>
            <p:cNvSpPr>
              <a:spLocks noEditPoints="1"/>
            </p:cNvSpPr>
            <p:nvPr/>
          </p:nvSpPr>
          <p:spPr bwMode="auto">
            <a:xfrm>
              <a:off x="5197939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30 w 134"/>
                <a:gd name="T15" fmla="*/ 92 h 96"/>
                <a:gd name="T16" fmla="*/ 5 w 134"/>
                <a:gd name="T17" fmla="*/ 92 h 96"/>
                <a:gd name="T18" fmla="*/ 5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30" y="92"/>
                  </a:moveTo>
                  <a:lnTo>
                    <a:pt x="5" y="92"/>
                  </a:lnTo>
                  <a:lnTo>
                    <a:pt x="5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5" name="Freeform 187"/>
            <p:cNvSpPr>
              <a:spLocks noEditPoints="1"/>
            </p:cNvSpPr>
            <p:nvPr/>
          </p:nvSpPr>
          <p:spPr bwMode="auto">
            <a:xfrm>
              <a:off x="5293054" y="3349214"/>
              <a:ext cx="113231" cy="95114"/>
            </a:xfrm>
            <a:custGeom>
              <a:avLst/>
              <a:gdLst>
                <a:gd name="T0" fmla="*/ 19 w 50"/>
                <a:gd name="T1" fmla="*/ 0 h 42"/>
                <a:gd name="T2" fmla="*/ 19 w 50"/>
                <a:gd name="T3" fmla="*/ 38 h 42"/>
                <a:gd name="T4" fmla="*/ 17 w 50"/>
                <a:gd name="T5" fmla="*/ 38 h 42"/>
                <a:gd name="T6" fmla="*/ 17 w 50"/>
                <a:gd name="T7" fmla="*/ 21 h 42"/>
                <a:gd name="T8" fmla="*/ 4 w 50"/>
                <a:gd name="T9" fmla="*/ 21 h 42"/>
                <a:gd name="T10" fmla="*/ 4 w 50"/>
                <a:gd name="T11" fmla="*/ 38 h 42"/>
                <a:gd name="T12" fmla="*/ 0 w 50"/>
                <a:gd name="T13" fmla="*/ 38 h 42"/>
                <a:gd name="T14" fmla="*/ 0 w 50"/>
                <a:gd name="T15" fmla="*/ 42 h 42"/>
                <a:gd name="T16" fmla="*/ 50 w 50"/>
                <a:gd name="T17" fmla="*/ 42 h 42"/>
                <a:gd name="T18" fmla="*/ 50 w 50"/>
                <a:gd name="T19" fmla="*/ 38 h 42"/>
                <a:gd name="T20" fmla="*/ 46 w 50"/>
                <a:gd name="T21" fmla="*/ 38 h 42"/>
                <a:gd name="T22" fmla="*/ 46 w 50"/>
                <a:gd name="T23" fmla="*/ 15 h 42"/>
                <a:gd name="T24" fmla="*/ 33 w 50"/>
                <a:gd name="T25" fmla="*/ 15 h 42"/>
                <a:gd name="T26" fmla="*/ 33 w 50"/>
                <a:gd name="T27" fmla="*/ 38 h 42"/>
                <a:gd name="T28" fmla="*/ 31 w 50"/>
                <a:gd name="T29" fmla="*/ 38 h 42"/>
                <a:gd name="T30" fmla="*/ 31 w 50"/>
                <a:gd name="T31" fmla="*/ 0 h 42"/>
                <a:gd name="T32" fmla="*/ 19 w 50"/>
                <a:gd name="T33" fmla="*/ 0 h 42"/>
                <a:gd name="T34" fmla="*/ 8 w 50"/>
                <a:gd name="T35" fmla="*/ 38 h 42"/>
                <a:gd name="T36" fmla="*/ 8 w 50"/>
                <a:gd name="T37" fmla="*/ 25 h 42"/>
                <a:gd name="T38" fmla="*/ 13 w 50"/>
                <a:gd name="T39" fmla="*/ 25 h 42"/>
                <a:gd name="T40" fmla="*/ 13 w 50"/>
                <a:gd name="T41" fmla="*/ 38 h 42"/>
                <a:gd name="T42" fmla="*/ 8 w 50"/>
                <a:gd name="T43" fmla="*/ 38 h 42"/>
                <a:gd name="T44" fmla="*/ 38 w 50"/>
                <a:gd name="T45" fmla="*/ 19 h 42"/>
                <a:gd name="T46" fmla="*/ 42 w 50"/>
                <a:gd name="T47" fmla="*/ 19 h 42"/>
                <a:gd name="T48" fmla="*/ 42 w 50"/>
                <a:gd name="T49" fmla="*/ 38 h 42"/>
                <a:gd name="T50" fmla="*/ 38 w 50"/>
                <a:gd name="T51" fmla="*/ 38 h 42"/>
                <a:gd name="T52" fmla="*/ 38 w 50"/>
                <a:gd name="T53" fmla="*/ 19 h 42"/>
                <a:gd name="T54" fmla="*/ 23 w 50"/>
                <a:gd name="T55" fmla="*/ 38 h 42"/>
                <a:gd name="T56" fmla="*/ 23 w 50"/>
                <a:gd name="T57" fmla="*/ 5 h 42"/>
                <a:gd name="T58" fmla="*/ 27 w 50"/>
                <a:gd name="T59" fmla="*/ 5 h 42"/>
                <a:gd name="T60" fmla="*/ 27 w 50"/>
                <a:gd name="T61" fmla="*/ 38 h 42"/>
                <a:gd name="T62" fmla="*/ 23 w 50"/>
                <a:gd name="T63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0" h="42">
                  <a:moveTo>
                    <a:pt x="19" y="0"/>
                  </a:moveTo>
                  <a:lnTo>
                    <a:pt x="19" y="38"/>
                  </a:lnTo>
                  <a:lnTo>
                    <a:pt x="17" y="38"/>
                  </a:lnTo>
                  <a:lnTo>
                    <a:pt x="17" y="21"/>
                  </a:lnTo>
                  <a:lnTo>
                    <a:pt x="4" y="21"/>
                  </a:lnTo>
                  <a:lnTo>
                    <a:pt x="4" y="38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50" y="42"/>
                  </a:lnTo>
                  <a:lnTo>
                    <a:pt x="50" y="38"/>
                  </a:lnTo>
                  <a:lnTo>
                    <a:pt x="46" y="38"/>
                  </a:lnTo>
                  <a:lnTo>
                    <a:pt x="46" y="15"/>
                  </a:lnTo>
                  <a:lnTo>
                    <a:pt x="33" y="15"/>
                  </a:lnTo>
                  <a:lnTo>
                    <a:pt x="33" y="38"/>
                  </a:lnTo>
                  <a:lnTo>
                    <a:pt x="31" y="38"/>
                  </a:lnTo>
                  <a:lnTo>
                    <a:pt x="31" y="0"/>
                  </a:lnTo>
                  <a:lnTo>
                    <a:pt x="19" y="0"/>
                  </a:lnTo>
                  <a:close/>
                  <a:moveTo>
                    <a:pt x="8" y="38"/>
                  </a:moveTo>
                  <a:lnTo>
                    <a:pt x="8" y="25"/>
                  </a:lnTo>
                  <a:lnTo>
                    <a:pt x="13" y="25"/>
                  </a:lnTo>
                  <a:lnTo>
                    <a:pt x="13" y="38"/>
                  </a:lnTo>
                  <a:lnTo>
                    <a:pt x="8" y="38"/>
                  </a:lnTo>
                  <a:close/>
                  <a:moveTo>
                    <a:pt x="38" y="19"/>
                  </a:moveTo>
                  <a:lnTo>
                    <a:pt x="42" y="19"/>
                  </a:lnTo>
                  <a:lnTo>
                    <a:pt x="42" y="38"/>
                  </a:lnTo>
                  <a:lnTo>
                    <a:pt x="38" y="38"/>
                  </a:lnTo>
                  <a:lnTo>
                    <a:pt x="38" y="19"/>
                  </a:lnTo>
                  <a:close/>
                  <a:moveTo>
                    <a:pt x="23" y="38"/>
                  </a:moveTo>
                  <a:lnTo>
                    <a:pt x="23" y="5"/>
                  </a:lnTo>
                  <a:lnTo>
                    <a:pt x="27" y="5"/>
                  </a:lnTo>
                  <a:lnTo>
                    <a:pt x="27" y="38"/>
                  </a:lnTo>
                  <a:lnTo>
                    <a:pt x="23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9" name="Group 708"/>
          <p:cNvGrpSpPr/>
          <p:nvPr/>
        </p:nvGrpSpPr>
        <p:grpSpPr>
          <a:xfrm>
            <a:off x="5589720" y="3269952"/>
            <a:ext cx="303460" cy="217404"/>
            <a:chOff x="5589720" y="3269952"/>
            <a:chExt cx="303460" cy="217404"/>
          </a:xfrm>
          <a:solidFill>
            <a:schemeClr val="tx1"/>
          </a:solidFill>
        </p:grpSpPr>
        <p:sp>
          <p:nvSpPr>
            <p:cNvPr id="596" name="Freeform 188"/>
            <p:cNvSpPr>
              <a:spLocks noEditPoints="1"/>
            </p:cNvSpPr>
            <p:nvPr/>
          </p:nvSpPr>
          <p:spPr bwMode="auto">
            <a:xfrm>
              <a:off x="5589720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29 w 134"/>
                <a:gd name="T15" fmla="*/ 92 h 96"/>
                <a:gd name="T16" fmla="*/ 4 w 134"/>
                <a:gd name="T17" fmla="*/ 92 h 96"/>
                <a:gd name="T18" fmla="*/ 4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7" name="Freeform 189"/>
            <p:cNvSpPr>
              <a:spLocks noEditPoints="1"/>
            </p:cNvSpPr>
            <p:nvPr/>
          </p:nvSpPr>
          <p:spPr bwMode="auto">
            <a:xfrm>
              <a:off x="5689364" y="3356007"/>
              <a:ext cx="104173" cy="90585"/>
            </a:xfrm>
            <a:custGeom>
              <a:avLst/>
              <a:gdLst>
                <a:gd name="T0" fmla="*/ 0 w 88"/>
                <a:gd name="T1" fmla="*/ 24 h 77"/>
                <a:gd name="T2" fmla="*/ 42 w 88"/>
                <a:gd name="T3" fmla="*/ 76 h 77"/>
                <a:gd name="T4" fmla="*/ 44 w 88"/>
                <a:gd name="T5" fmla="*/ 77 h 77"/>
                <a:gd name="T6" fmla="*/ 46 w 88"/>
                <a:gd name="T7" fmla="*/ 76 h 77"/>
                <a:gd name="T8" fmla="*/ 88 w 88"/>
                <a:gd name="T9" fmla="*/ 24 h 77"/>
                <a:gd name="T10" fmla="*/ 64 w 88"/>
                <a:gd name="T11" fmla="*/ 0 h 77"/>
                <a:gd name="T12" fmla="*/ 44 w 88"/>
                <a:gd name="T13" fmla="*/ 11 h 77"/>
                <a:gd name="T14" fmla="*/ 24 w 88"/>
                <a:gd name="T15" fmla="*/ 0 h 77"/>
                <a:gd name="T16" fmla="*/ 0 w 88"/>
                <a:gd name="T17" fmla="*/ 24 h 77"/>
                <a:gd name="T18" fmla="*/ 40 w 88"/>
                <a:gd name="T19" fmla="*/ 24 h 77"/>
                <a:gd name="T20" fmla="*/ 48 w 88"/>
                <a:gd name="T21" fmla="*/ 24 h 77"/>
                <a:gd name="T22" fmla="*/ 64 w 88"/>
                <a:gd name="T23" fmla="*/ 8 h 77"/>
                <a:gd name="T24" fmla="*/ 80 w 88"/>
                <a:gd name="T25" fmla="*/ 24 h 77"/>
                <a:gd name="T26" fmla="*/ 44 w 88"/>
                <a:gd name="T27" fmla="*/ 68 h 77"/>
                <a:gd name="T28" fmla="*/ 8 w 88"/>
                <a:gd name="T29" fmla="*/ 24 h 77"/>
                <a:gd name="T30" fmla="*/ 24 w 88"/>
                <a:gd name="T31" fmla="*/ 8 h 77"/>
                <a:gd name="T32" fmla="*/ 40 w 88"/>
                <a:gd name="T33" fmla="*/ 2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7">
                  <a:moveTo>
                    <a:pt x="0" y="24"/>
                  </a:moveTo>
                  <a:cubicBezTo>
                    <a:pt x="0" y="53"/>
                    <a:pt x="41" y="75"/>
                    <a:pt x="42" y="76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8" y="75"/>
                    <a:pt x="88" y="53"/>
                    <a:pt x="88" y="24"/>
                  </a:cubicBezTo>
                  <a:cubicBezTo>
                    <a:pt x="88" y="11"/>
                    <a:pt x="78" y="0"/>
                    <a:pt x="64" y="0"/>
                  </a:cubicBezTo>
                  <a:cubicBezTo>
                    <a:pt x="56" y="0"/>
                    <a:pt x="49" y="4"/>
                    <a:pt x="44" y="11"/>
                  </a:cubicBezTo>
                  <a:cubicBezTo>
                    <a:pt x="40" y="4"/>
                    <a:pt x="33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lose/>
                  <a:moveTo>
                    <a:pt x="40" y="24"/>
                  </a:move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5" y="8"/>
                    <a:pt x="64" y="8"/>
                  </a:cubicBezTo>
                  <a:cubicBezTo>
                    <a:pt x="74" y="8"/>
                    <a:pt x="80" y="15"/>
                    <a:pt x="80" y="24"/>
                  </a:cubicBezTo>
                  <a:cubicBezTo>
                    <a:pt x="80" y="45"/>
                    <a:pt x="52" y="63"/>
                    <a:pt x="44" y="68"/>
                  </a:cubicBezTo>
                  <a:cubicBezTo>
                    <a:pt x="37" y="63"/>
                    <a:pt x="8" y="45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4" name="Group 713"/>
          <p:cNvGrpSpPr/>
          <p:nvPr/>
        </p:nvGrpSpPr>
        <p:grpSpPr>
          <a:xfrm>
            <a:off x="5981500" y="3269952"/>
            <a:ext cx="301196" cy="217404"/>
            <a:chOff x="5981500" y="3269952"/>
            <a:chExt cx="301196" cy="217404"/>
          </a:xfrm>
          <a:solidFill>
            <a:schemeClr val="tx1"/>
          </a:solidFill>
        </p:grpSpPr>
        <p:sp>
          <p:nvSpPr>
            <p:cNvPr id="598" name="Freeform 190"/>
            <p:cNvSpPr>
              <a:spLocks noEditPoints="1"/>
            </p:cNvSpPr>
            <p:nvPr/>
          </p:nvSpPr>
          <p:spPr bwMode="auto">
            <a:xfrm>
              <a:off x="5981500" y="326995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4 w 133"/>
                <a:gd name="T11" fmla="*/ 17 h 96"/>
                <a:gd name="T12" fmla="*/ 47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5 w 133"/>
                <a:gd name="T21" fmla="*/ 4 h 96"/>
                <a:gd name="T22" fmla="*/ 62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9" name="Rectangle 191"/>
            <p:cNvSpPr>
              <a:spLocks noChangeArrowheads="1"/>
            </p:cNvSpPr>
            <p:nvPr/>
          </p:nvSpPr>
          <p:spPr bwMode="auto">
            <a:xfrm>
              <a:off x="6090202" y="3392241"/>
              <a:ext cx="8379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5" name="Group 714"/>
          <p:cNvGrpSpPr/>
          <p:nvPr/>
        </p:nvGrpSpPr>
        <p:grpSpPr>
          <a:xfrm>
            <a:off x="6373281" y="3269952"/>
            <a:ext cx="303460" cy="217404"/>
            <a:chOff x="6373281" y="3269952"/>
            <a:chExt cx="303460" cy="217404"/>
          </a:xfrm>
          <a:solidFill>
            <a:schemeClr val="tx1"/>
          </a:solidFill>
        </p:grpSpPr>
        <p:sp>
          <p:nvSpPr>
            <p:cNvPr id="600" name="Freeform 192"/>
            <p:cNvSpPr>
              <a:spLocks noEditPoints="1"/>
            </p:cNvSpPr>
            <p:nvPr/>
          </p:nvSpPr>
          <p:spPr bwMode="auto">
            <a:xfrm>
              <a:off x="6373281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30 w 134"/>
                <a:gd name="T15" fmla="*/ 92 h 96"/>
                <a:gd name="T16" fmla="*/ 5 w 134"/>
                <a:gd name="T17" fmla="*/ 92 h 96"/>
                <a:gd name="T18" fmla="*/ 5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30" y="92"/>
                  </a:moveTo>
                  <a:lnTo>
                    <a:pt x="5" y="92"/>
                  </a:lnTo>
                  <a:lnTo>
                    <a:pt x="5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1" name="Freeform 193"/>
            <p:cNvSpPr>
              <a:spLocks/>
            </p:cNvSpPr>
            <p:nvPr/>
          </p:nvSpPr>
          <p:spPr bwMode="auto">
            <a:xfrm>
              <a:off x="6477453" y="3356007"/>
              <a:ext cx="99644" cy="83792"/>
            </a:xfrm>
            <a:custGeom>
              <a:avLst/>
              <a:gdLst>
                <a:gd name="T0" fmla="*/ 0 w 44"/>
                <a:gd name="T1" fmla="*/ 16 h 37"/>
                <a:gd name="T2" fmla="*/ 0 w 44"/>
                <a:gd name="T3" fmla="*/ 20 h 37"/>
                <a:gd name="T4" fmla="*/ 37 w 44"/>
                <a:gd name="T5" fmla="*/ 20 h 37"/>
                <a:gd name="T6" fmla="*/ 24 w 44"/>
                <a:gd name="T7" fmla="*/ 33 h 37"/>
                <a:gd name="T8" fmla="*/ 27 w 44"/>
                <a:gd name="T9" fmla="*/ 37 h 37"/>
                <a:gd name="T10" fmla="*/ 44 w 44"/>
                <a:gd name="T11" fmla="*/ 20 h 37"/>
                <a:gd name="T12" fmla="*/ 44 w 44"/>
                <a:gd name="T13" fmla="*/ 17 h 37"/>
                <a:gd name="T14" fmla="*/ 27 w 44"/>
                <a:gd name="T15" fmla="*/ 0 h 37"/>
                <a:gd name="T16" fmla="*/ 24 w 44"/>
                <a:gd name="T17" fmla="*/ 3 h 37"/>
                <a:gd name="T18" fmla="*/ 37 w 44"/>
                <a:gd name="T19" fmla="*/ 16 h 37"/>
                <a:gd name="T20" fmla="*/ 0 w 44"/>
                <a:gd name="T21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7">
                  <a:moveTo>
                    <a:pt x="0" y="16"/>
                  </a:moveTo>
                  <a:lnTo>
                    <a:pt x="0" y="20"/>
                  </a:lnTo>
                  <a:lnTo>
                    <a:pt x="37" y="20"/>
                  </a:lnTo>
                  <a:lnTo>
                    <a:pt x="24" y="33"/>
                  </a:lnTo>
                  <a:lnTo>
                    <a:pt x="27" y="37"/>
                  </a:lnTo>
                  <a:lnTo>
                    <a:pt x="44" y="20"/>
                  </a:lnTo>
                  <a:lnTo>
                    <a:pt x="44" y="17"/>
                  </a:lnTo>
                  <a:lnTo>
                    <a:pt x="27" y="0"/>
                  </a:lnTo>
                  <a:lnTo>
                    <a:pt x="24" y="3"/>
                  </a:lnTo>
                  <a:lnTo>
                    <a:pt x="37" y="16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6" name="Group 715"/>
          <p:cNvGrpSpPr/>
          <p:nvPr/>
        </p:nvGrpSpPr>
        <p:grpSpPr>
          <a:xfrm>
            <a:off x="6765060" y="3269952"/>
            <a:ext cx="301196" cy="217404"/>
            <a:chOff x="6765060" y="3269952"/>
            <a:chExt cx="301196" cy="217404"/>
          </a:xfrm>
          <a:solidFill>
            <a:schemeClr val="tx1"/>
          </a:solidFill>
        </p:grpSpPr>
        <p:sp>
          <p:nvSpPr>
            <p:cNvPr id="602" name="Freeform 194"/>
            <p:cNvSpPr>
              <a:spLocks noEditPoints="1"/>
            </p:cNvSpPr>
            <p:nvPr/>
          </p:nvSpPr>
          <p:spPr bwMode="auto">
            <a:xfrm>
              <a:off x="6765060" y="326995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5 w 133"/>
                <a:gd name="T21" fmla="*/ 4 h 96"/>
                <a:gd name="T22" fmla="*/ 62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3" name="Freeform 195"/>
            <p:cNvSpPr>
              <a:spLocks noEditPoints="1"/>
            </p:cNvSpPr>
            <p:nvPr/>
          </p:nvSpPr>
          <p:spPr bwMode="auto">
            <a:xfrm>
              <a:off x="6869233" y="3349214"/>
              <a:ext cx="95114" cy="95114"/>
            </a:xfrm>
            <a:custGeom>
              <a:avLst/>
              <a:gdLst>
                <a:gd name="T0" fmla="*/ 0 w 80"/>
                <a:gd name="T1" fmla="*/ 40 h 80"/>
                <a:gd name="T2" fmla="*/ 11 w 80"/>
                <a:gd name="T3" fmla="*/ 68 h 80"/>
                <a:gd name="T4" fmla="*/ 40 w 80"/>
                <a:gd name="T5" fmla="*/ 80 h 80"/>
                <a:gd name="T6" fmla="*/ 40 w 80"/>
                <a:gd name="T7" fmla="*/ 80 h 80"/>
                <a:gd name="T8" fmla="*/ 80 w 80"/>
                <a:gd name="T9" fmla="*/ 40 h 80"/>
                <a:gd name="T10" fmla="*/ 68 w 80"/>
                <a:gd name="T11" fmla="*/ 12 h 80"/>
                <a:gd name="T12" fmla="*/ 40 w 80"/>
                <a:gd name="T13" fmla="*/ 0 h 80"/>
                <a:gd name="T14" fmla="*/ 11 w 80"/>
                <a:gd name="T15" fmla="*/ 12 h 80"/>
                <a:gd name="T16" fmla="*/ 0 w 80"/>
                <a:gd name="T17" fmla="*/ 40 h 80"/>
                <a:gd name="T18" fmla="*/ 40 w 80"/>
                <a:gd name="T19" fmla="*/ 72 h 80"/>
                <a:gd name="T20" fmla="*/ 17 w 80"/>
                <a:gd name="T21" fmla="*/ 63 h 80"/>
                <a:gd name="T22" fmla="*/ 8 w 80"/>
                <a:gd name="T23" fmla="*/ 40 h 80"/>
                <a:gd name="T24" fmla="*/ 14 w 80"/>
                <a:gd name="T25" fmla="*/ 21 h 80"/>
                <a:gd name="T26" fmla="*/ 59 w 80"/>
                <a:gd name="T27" fmla="*/ 65 h 80"/>
                <a:gd name="T28" fmla="*/ 40 w 80"/>
                <a:gd name="T29" fmla="*/ 72 h 80"/>
                <a:gd name="T30" fmla="*/ 40 w 80"/>
                <a:gd name="T31" fmla="*/ 8 h 80"/>
                <a:gd name="T32" fmla="*/ 62 w 80"/>
                <a:gd name="T33" fmla="*/ 18 h 80"/>
                <a:gd name="T34" fmla="*/ 72 w 80"/>
                <a:gd name="T35" fmla="*/ 40 h 80"/>
                <a:gd name="T36" fmla="*/ 65 w 80"/>
                <a:gd name="T37" fmla="*/ 60 h 80"/>
                <a:gd name="T38" fmla="*/ 20 w 80"/>
                <a:gd name="T39" fmla="*/ 15 h 80"/>
                <a:gd name="T40" fmla="*/ 40 w 80"/>
                <a:gd name="T41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0" y="40"/>
                  </a:moveTo>
                  <a:cubicBezTo>
                    <a:pt x="0" y="51"/>
                    <a:pt x="4" y="61"/>
                    <a:pt x="11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30"/>
                    <a:pt x="76" y="19"/>
                    <a:pt x="68" y="12"/>
                  </a:cubicBezTo>
                  <a:cubicBezTo>
                    <a:pt x="60" y="4"/>
                    <a:pt x="50" y="0"/>
                    <a:pt x="40" y="0"/>
                  </a:cubicBezTo>
                  <a:cubicBezTo>
                    <a:pt x="29" y="0"/>
                    <a:pt x="19" y="4"/>
                    <a:pt x="11" y="12"/>
                  </a:cubicBezTo>
                  <a:cubicBezTo>
                    <a:pt x="4" y="19"/>
                    <a:pt x="0" y="30"/>
                    <a:pt x="0" y="40"/>
                  </a:cubicBezTo>
                  <a:close/>
                  <a:moveTo>
                    <a:pt x="40" y="72"/>
                  </a:moveTo>
                  <a:cubicBezTo>
                    <a:pt x="31" y="72"/>
                    <a:pt x="23" y="69"/>
                    <a:pt x="17" y="63"/>
                  </a:cubicBezTo>
                  <a:cubicBezTo>
                    <a:pt x="11" y="57"/>
                    <a:pt x="8" y="49"/>
                    <a:pt x="8" y="40"/>
                  </a:cubicBezTo>
                  <a:cubicBezTo>
                    <a:pt x="8" y="33"/>
                    <a:pt x="10" y="26"/>
                    <a:pt x="14" y="21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4" y="70"/>
                    <a:pt x="47" y="72"/>
                    <a:pt x="40" y="72"/>
                  </a:cubicBezTo>
                  <a:close/>
                  <a:moveTo>
                    <a:pt x="40" y="8"/>
                  </a:moveTo>
                  <a:cubicBezTo>
                    <a:pt x="48" y="8"/>
                    <a:pt x="56" y="12"/>
                    <a:pt x="62" y="18"/>
                  </a:cubicBezTo>
                  <a:cubicBezTo>
                    <a:pt x="68" y="24"/>
                    <a:pt x="72" y="32"/>
                    <a:pt x="72" y="40"/>
                  </a:cubicBezTo>
                  <a:cubicBezTo>
                    <a:pt x="72" y="48"/>
                    <a:pt x="69" y="54"/>
                    <a:pt x="65" y="60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6" y="11"/>
                    <a:pt x="32" y="8"/>
                    <a:pt x="4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8" name="Group 687"/>
          <p:cNvGrpSpPr/>
          <p:nvPr/>
        </p:nvGrpSpPr>
        <p:grpSpPr>
          <a:xfrm>
            <a:off x="2068227" y="3661732"/>
            <a:ext cx="301196" cy="217404"/>
            <a:chOff x="2068227" y="3661732"/>
            <a:chExt cx="301196" cy="217404"/>
          </a:xfrm>
          <a:solidFill>
            <a:schemeClr val="tx1"/>
          </a:solidFill>
        </p:grpSpPr>
        <p:sp>
          <p:nvSpPr>
            <p:cNvPr id="604" name="Freeform 196"/>
            <p:cNvSpPr>
              <a:spLocks noEditPoints="1"/>
            </p:cNvSpPr>
            <p:nvPr/>
          </p:nvSpPr>
          <p:spPr bwMode="auto">
            <a:xfrm>
              <a:off x="2068227" y="3661732"/>
              <a:ext cx="301196" cy="217404"/>
            </a:xfrm>
            <a:custGeom>
              <a:avLst/>
              <a:gdLst>
                <a:gd name="T0" fmla="*/ 46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6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6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6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5" name="Freeform 197"/>
            <p:cNvSpPr>
              <a:spLocks noEditPoints="1"/>
            </p:cNvSpPr>
            <p:nvPr/>
          </p:nvSpPr>
          <p:spPr bwMode="auto">
            <a:xfrm>
              <a:off x="2165607" y="3736464"/>
              <a:ext cx="86056" cy="104173"/>
            </a:xfrm>
            <a:custGeom>
              <a:avLst/>
              <a:gdLst>
                <a:gd name="T0" fmla="*/ 24 w 72"/>
                <a:gd name="T1" fmla="*/ 60 h 89"/>
                <a:gd name="T2" fmla="*/ 16 w 72"/>
                <a:gd name="T3" fmla="*/ 57 h 89"/>
                <a:gd name="T4" fmla="*/ 0 w 72"/>
                <a:gd name="T5" fmla="*/ 73 h 89"/>
                <a:gd name="T6" fmla="*/ 16 w 72"/>
                <a:gd name="T7" fmla="*/ 89 h 89"/>
                <a:gd name="T8" fmla="*/ 32 w 72"/>
                <a:gd name="T9" fmla="*/ 73 h 89"/>
                <a:gd name="T10" fmla="*/ 32 w 72"/>
                <a:gd name="T11" fmla="*/ 33 h 89"/>
                <a:gd name="T12" fmla="*/ 64 w 72"/>
                <a:gd name="T13" fmla="*/ 26 h 89"/>
                <a:gd name="T14" fmla="*/ 64 w 72"/>
                <a:gd name="T15" fmla="*/ 52 h 89"/>
                <a:gd name="T16" fmla="*/ 56 w 72"/>
                <a:gd name="T17" fmla="*/ 49 h 89"/>
                <a:gd name="T18" fmla="*/ 40 w 72"/>
                <a:gd name="T19" fmla="*/ 65 h 89"/>
                <a:gd name="T20" fmla="*/ 56 w 72"/>
                <a:gd name="T21" fmla="*/ 81 h 89"/>
                <a:gd name="T22" fmla="*/ 72 w 72"/>
                <a:gd name="T23" fmla="*/ 65 h 89"/>
                <a:gd name="T24" fmla="*/ 72 w 72"/>
                <a:gd name="T25" fmla="*/ 0 h 89"/>
                <a:gd name="T26" fmla="*/ 24 w 72"/>
                <a:gd name="T27" fmla="*/ 10 h 89"/>
                <a:gd name="T28" fmla="*/ 24 w 72"/>
                <a:gd name="T29" fmla="*/ 60 h 89"/>
                <a:gd name="T30" fmla="*/ 16 w 72"/>
                <a:gd name="T31" fmla="*/ 81 h 89"/>
                <a:gd name="T32" fmla="*/ 8 w 72"/>
                <a:gd name="T33" fmla="*/ 73 h 89"/>
                <a:gd name="T34" fmla="*/ 16 w 72"/>
                <a:gd name="T35" fmla="*/ 65 h 89"/>
                <a:gd name="T36" fmla="*/ 24 w 72"/>
                <a:gd name="T37" fmla="*/ 73 h 89"/>
                <a:gd name="T38" fmla="*/ 16 w 72"/>
                <a:gd name="T39" fmla="*/ 81 h 89"/>
                <a:gd name="T40" fmla="*/ 56 w 72"/>
                <a:gd name="T41" fmla="*/ 73 h 89"/>
                <a:gd name="T42" fmla="*/ 48 w 72"/>
                <a:gd name="T43" fmla="*/ 65 h 89"/>
                <a:gd name="T44" fmla="*/ 56 w 72"/>
                <a:gd name="T45" fmla="*/ 57 h 89"/>
                <a:gd name="T46" fmla="*/ 64 w 72"/>
                <a:gd name="T47" fmla="*/ 65 h 89"/>
                <a:gd name="T48" fmla="*/ 56 w 72"/>
                <a:gd name="T49" fmla="*/ 73 h 89"/>
                <a:gd name="T50" fmla="*/ 64 w 72"/>
                <a:gd name="T51" fmla="*/ 10 h 89"/>
                <a:gd name="T52" fmla="*/ 64 w 72"/>
                <a:gd name="T53" fmla="*/ 18 h 89"/>
                <a:gd name="T54" fmla="*/ 32 w 72"/>
                <a:gd name="T55" fmla="*/ 24 h 89"/>
                <a:gd name="T56" fmla="*/ 32 w 72"/>
                <a:gd name="T57" fmla="*/ 17 h 89"/>
                <a:gd name="T58" fmla="*/ 64 w 72"/>
                <a:gd name="T59" fmla="*/ 1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24" y="60"/>
                  </a:moveTo>
                  <a:cubicBezTo>
                    <a:pt x="22" y="58"/>
                    <a:pt x="19" y="57"/>
                    <a:pt x="16" y="57"/>
                  </a:cubicBezTo>
                  <a:cubicBezTo>
                    <a:pt x="7" y="57"/>
                    <a:pt x="0" y="64"/>
                    <a:pt x="0" y="73"/>
                  </a:cubicBezTo>
                  <a:cubicBezTo>
                    <a:pt x="0" y="82"/>
                    <a:pt x="7" y="89"/>
                    <a:pt x="16" y="89"/>
                  </a:cubicBezTo>
                  <a:cubicBezTo>
                    <a:pt x="25" y="89"/>
                    <a:pt x="32" y="82"/>
                    <a:pt x="32" y="7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7" y="49"/>
                    <a:pt x="40" y="56"/>
                    <a:pt x="40" y="65"/>
                  </a:cubicBezTo>
                  <a:cubicBezTo>
                    <a:pt x="40" y="74"/>
                    <a:pt x="47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60"/>
                  </a:lnTo>
                  <a:close/>
                  <a:moveTo>
                    <a:pt x="16" y="81"/>
                  </a:moveTo>
                  <a:cubicBezTo>
                    <a:pt x="12" y="81"/>
                    <a:pt x="8" y="78"/>
                    <a:pt x="8" y="73"/>
                  </a:cubicBezTo>
                  <a:cubicBezTo>
                    <a:pt x="8" y="69"/>
                    <a:pt x="12" y="65"/>
                    <a:pt x="16" y="65"/>
                  </a:cubicBezTo>
                  <a:cubicBezTo>
                    <a:pt x="21" y="65"/>
                    <a:pt x="24" y="69"/>
                    <a:pt x="24" y="73"/>
                  </a:cubicBezTo>
                  <a:cubicBezTo>
                    <a:pt x="24" y="78"/>
                    <a:pt x="21" y="81"/>
                    <a:pt x="16" y="81"/>
                  </a:cubicBezTo>
                  <a:close/>
                  <a:moveTo>
                    <a:pt x="56" y="73"/>
                  </a:moveTo>
                  <a:cubicBezTo>
                    <a:pt x="52" y="73"/>
                    <a:pt x="48" y="70"/>
                    <a:pt x="48" y="65"/>
                  </a:cubicBezTo>
                  <a:cubicBezTo>
                    <a:pt x="48" y="61"/>
                    <a:pt x="52" y="57"/>
                    <a:pt x="56" y="57"/>
                  </a:cubicBezTo>
                  <a:cubicBezTo>
                    <a:pt x="61" y="57"/>
                    <a:pt x="64" y="61"/>
                    <a:pt x="64" y="65"/>
                  </a:cubicBezTo>
                  <a:cubicBezTo>
                    <a:pt x="64" y="70"/>
                    <a:pt x="61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7"/>
                    <a:pt x="32" y="17"/>
                    <a:pt x="32" y="17"/>
                  </a:cubicBezTo>
                  <a:lnTo>
                    <a:pt x="64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4" name="Group 693"/>
          <p:cNvGrpSpPr/>
          <p:nvPr/>
        </p:nvGrpSpPr>
        <p:grpSpPr>
          <a:xfrm>
            <a:off x="2457743" y="3661732"/>
            <a:ext cx="303460" cy="217404"/>
            <a:chOff x="2457743" y="3661732"/>
            <a:chExt cx="303460" cy="217404"/>
          </a:xfrm>
          <a:solidFill>
            <a:schemeClr val="tx1"/>
          </a:solidFill>
        </p:grpSpPr>
        <p:sp>
          <p:nvSpPr>
            <p:cNvPr id="606" name="Freeform 198"/>
            <p:cNvSpPr>
              <a:spLocks noEditPoints="1"/>
            </p:cNvSpPr>
            <p:nvPr/>
          </p:nvSpPr>
          <p:spPr bwMode="auto">
            <a:xfrm>
              <a:off x="2457743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29 w 134"/>
                <a:gd name="T15" fmla="*/ 91 h 96"/>
                <a:gd name="T16" fmla="*/ 4 w 134"/>
                <a:gd name="T17" fmla="*/ 91 h 96"/>
                <a:gd name="T18" fmla="*/ 4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7" name="Freeform 199"/>
            <p:cNvSpPr>
              <a:spLocks noEditPoints="1"/>
            </p:cNvSpPr>
            <p:nvPr/>
          </p:nvSpPr>
          <p:spPr bwMode="auto">
            <a:xfrm>
              <a:off x="2557386" y="3736464"/>
              <a:ext cx="106438" cy="104173"/>
            </a:xfrm>
            <a:custGeom>
              <a:avLst/>
              <a:gdLst>
                <a:gd name="T0" fmla="*/ 0 w 47"/>
                <a:gd name="T1" fmla="*/ 46 h 46"/>
                <a:gd name="T2" fmla="*/ 14 w 47"/>
                <a:gd name="T3" fmla="*/ 44 h 46"/>
                <a:gd name="T4" fmla="*/ 47 w 47"/>
                <a:gd name="T5" fmla="*/ 11 h 46"/>
                <a:gd name="T6" fmla="*/ 35 w 47"/>
                <a:gd name="T7" fmla="*/ 0 h 46"/>
                <a:gd name="T8" fmla="*/ 3 w 47"/>
                <a:gd name="T9" fmla="*/ 32 h 46"/>
                <a:gd name="T10" fmla="*/ 0 w 47"/>
                <a:gd name="T11" fmla="*/ 46 h 46"/>
                <a:gd name="T12" fmla="*/ 41 w 47"/>
                <a:gd name="T13" fmla="*/ 11 h 46"/>
                <a:gd name="T14" fmla="*/ 38 w 47"/>
                <a:gd name="T15" fmla="*/ 14 h 46"/>
                <a:gd name="T16" fmla="*/ 32 w 47"/>
                <a:gd name="T17" fmla="*/ 8 h 46"/>
                <a:gd name="T18" fmla="*/ 35 w 47"/>
                <a:gd name="T19" fmla="*/ 5 h 46"/>
                <a:gd name="T20" fmla="*/ 41 w 47"/>
                <a:gd name="T21" fmla="*/ 11 h 46"/>
                <a:gd name="T22" fmla="*/ 6 w 47"/>
                <a:gd name="T23" fmla="*/ 34 h 46"/>
                <a:gd name="T24" fmla="*/ 29 w 47"/>
                <a:gd name="T25" fmla="*/ 12 h 46"/>
                <a:gd name="T26" fmla="*/ 35 w 47"/>
                <a:gd name="T27" fmla="*/ 17 h 46"/>
                <a:gd name="T28" fmla="*/ 12 w 47"/>
                <a:gd name="T29" fmla="*/ 40 h 46"/>
                <a:gd name="T30" fmla="*/ 5 w 47"/>
                <a:gd name="T31" fmla="*/ 41 h 46"/>
                <a:gd name="T32" fmla="*/ 6 w 47"/>
                <a:gd name="T33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6">
                  <a:moveTo>
                    <a:pt x="0" y="46"/>
                  </a:moveTo>
                  <a:lnTo>
                    <a:pt x="14" y="44"/>
                  </a:lnTo>
                  <a:lnTo>
                    <a:pt x="47" y="11"/>
                  </a:lnTo>
                  <a:lnTo>
                    <a:pt x="35" y="0"/>
                  </a:lnTo>
                  <a:lnTo>
                    <a:pt x="3" y="32"/>
                  </a:lnTo>
                  <a:lnTo>
                    <a:pt x="0" y="46"/>
                  </a:lnTo>
                  <a:close/>
                  <a:moveTo>
                    <a:pt x="41" y="11"/>
                  </a:moveTo>
                  <a:lnTo>
                    <a:pt x="38" y="14"/>
                  </a:lnTo>
                  <a:lnTo>
                    <a:pt x="32" y="8"/>
                  </a:lnTo>
                  <a:lnTo>
                    <a:pt x="35" y="5"/>
                  </a:lnTo>
                  <a:lnTo>
                    <a:pt x="41" y="11"/>
                  </a:lnTo>
                  <a:close/>
                  <a:moveTo>
                    <a:pt x="6" y="34"/>
                  </a:moveTo>
                  <a:lnTo>
                    <a:pt x="29" y="12"/>
                  </a:lnTo>
                  <a:lnTo>
                    <a:pt x="35" y="17"/>
                  </a:lnTo>
                  <a:lnTo>
                    <a:pt x="12" y="40"/>
                  </a:lnTo>
                  <a:lnTo>
                    <a:pt x="5" y="41"/>
                  </a:lnTo>
                  <a:lnTo>
                    <a:pt x="6" y="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5" name="Group 694"/>
          <p:cNvGrpSpPr/>
          <p:nvPr/>
        </p:nvGrpSpPr>
        <p:grpSpPr>
          <a:xfrm>
            <a:off x="2849523" y="3661732"/>
            <a:ext cx="301196" cy="217404"/>
            <a:chOff x="2849523" y="3661732"/>
            <a:chExt cx="301196" cy="217404"/>
          </a:xfrm>
          <a:solidFill>
            <a:schemeClr val="tx1"/>
          </a:solidFill>
        </p:grpSpPr>
        <p:sp>
          <p:nvSpPr>
            <p:cNvPr id="608" name="Freeform 200"/>
            <p:cNvSpPr>
              <a:spLocks noEditPoints="1"/>
            </p:cNvSpPr>
            <p:nvPr/>
          </p:nvSpPr>
          <p:spPr bwMode="auto">
            <a:xfrm>
              <a:off x="2849523" y="366173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4 w 133"/>
                <a:gd name="T11" fmla="*/ 17 h 96"/>
                <a:gd name="T12" fmla="*/ 47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5 w 133"/>
                <a:gd name="T21" fmla="*/ 4 h 96"/>
                <a:gd name="T22" fmla="*/ 62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9" name="Freeform 201"/>
            <p:cNvSpPr>
              <a:spLocks noEditPoints="1"/>
            </p:cNvSpPr>
            <p:nvPr/>
          </p:nvSpPr>
          <p:spPr bwMode="auto">
            <a:xfrm>
              <a:off x="2949167" y="3750052"/>
              <a:ext cx="104173" cy="76997"/>
            </a:xfrm>
            <a:custGeom>
              <a:avLst/>
              <a:gdLst>
                <a:gd name="T0" fmla="*/ 0 w 88"/>
                <a:gd name="T1" fmla="*/ 64 h 64"/>
                <a:gd name="T2" fmla="*/ 88 w 88"/>
                <a:gd name="T3" fmla="*/ 64 h 64"/>
                <a:gd name="T4" fmla="*/ 88 w 88"/>
                <a:gd name="T5" fmla="*/ 0 h 64"/>
                <a:gd name="T6" fmla="*/ 0 w 88"/>
                <a:gd name="T7" fmla="*/ 0 h 64"/>
                <a:gd name="T8" fmla="*/ 0 w 88"/>
                <a:gd name="T9" fmla="*/ 64 h 64"/>
                <a:gd name="T10" fmla="*/ 8 w 88"/>
                <a:gd name="T11" fmla="*/ 54 h 64"/>
                <a:gd name="T12" fmla="*/ 32 w 88"/>
                <a:gd name="T13" fmla="*/ 30 h 64"/>
                <a:gd name="T14" fmla="*/ 48 w 88"/>
                <a:gd name="T15" fmla="*/ 50 h 64"/>
                <a:gd name="T16" fmla="*/ 57 w 88"/>
                <a:gd name="T17" fmla="*/ 42 h 64"/>
                <a:gd name="T18" fmla="*/ 74 w 88"/>
                <a:gd name="T19" fmla="*/ 56 h 64"/>
                <a:gd name="T20" fmla="*/ 8 w 88"/>
                <a:gd name="T21" fmla="*/ 56 h 64"/>
                <a:gd name="T22" fmla="*/ 8 w 88"/>
                <a:gd name="T23" fmla="*/ 54 h 64"/>
                <a:gd name="T24" fmla="*/ 72 w 88"/>
                <a:gd name="T25" fmla="*/ 8 h 64"/>
                <a:gd name="T26" fmla="*/ 80 w 88"/>
                <a:gd name="T27" fmla="*/ 16 h 64"/>
                <a:gd name="T28" fmla="*/ 72 w 88"/>
                <a:gd name="T29" fmla="*/ 24 h 64"/>
                <a:gd name="T30" fmla="*/ 64 w 88"/>
                <a:gd name="T31" fmla="*/ 16 h 64"/>
                <a:gd name="T32" fmla="*/ 72 w 88"/>
                <a:gd name="T33" fmla="*/ 8 h 64"/>
                <a:gd name="T34" fmla="*/ 59 w 88"/>
                <a:gd name="T35" fmla="*/ 8 h 64"/>
                <a:gd name="T36" fmla="*/ 56 w 88"/>
                <a:gd name="T37" fmla="*/ 16 h 64"/>
                <a:gd name="T38" fmla="*/ 72 w 88"/>
                <a:gd name="T39" fmla="*/ 32 h 64"/>
                <a:gd name="T40" fmla="*/ 80 w 88"/>
                <a:gd name="T41" fmla="*/ 30 h 64"/>
                <a:gd name="T42" fmla="*/ 80 w 88"/>
                <a:gd name="T43" fmla="*/ 51 h 64"/>
                <a:gd name="T44" fmla="*/ 56 w 88"/>
                <a:gd name="T45" fmla="*/ 31 h 64"/>
                <a:gd name="T46" fmla="*/ 49 w 88"/>
                <a:gd name="T47" fmla="*/ 38 h 64"/>
                <a:gd name="T48" fmla="*/ 33 w 88"/>
                <a:gd name="T49" fmla="*/ 18 h 64"/>
                <a:gd name="T50" fmla="*/ 8 w 88"/>
                <a:gd name="T51" fmla="*/ 43 h 64"/>
                <a:gd name="T52" fmla="*/ 8 w 88"/>
                <a:gd name="T53" fmla="*/ 8 h 64"/>
                <a:gd name="T54" fmla="*/ 59 w 88"/>
                <a:gd name="T55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0" y="64"/>
                  </a:moveTo>
                  <a:cubicBezTo>
                    <a:pt x="88" y="64"/>
                    <a:pt x="88" y="64"/>
                    <a:pt x="88" y="64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4"/>
                  </a:lnTo>
                  <a:close/>
                  <a:moveTo>
                    <a:pt x="8" y="54"/>
                  </a:moveTo>
                  <a:cubicBezTo>
                    <a:pt x="32" y="30"/>
                    <a:pt x="32" y="30"/>
                    <a:pt x="32" y="3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4"/>
                  </a:lnTo>
                  <a:close/>
                  <a:moveTo>
                    <a:pt x="72" y="8"/>
                  </a:moveTo>
                  <a:cubicBezTo>
                    <a:pt x="77" y="8"/>
                    <a:pt x="80" y="12"/>
                    <a:pt x="80" y="16"/>
                  </a:cubicBezTo>
                  <a:cubicBezTo>
                    <a:pt x="80" y="21"/>
                    <a:pt x="77" y="24"/>
                    <a:pt x="72" y="24"/>
                  </a:cubicBezTo>
                  <a:cubicBezTo>
                    <a:pt x="68" y="24"/>
                    <a:pt x="64" y="21"/>
                    <a:pt x="64" y="16"/>
                  </a:cubicBezTo>
                  <a:cubicBezTo>
                    <a:pt x="64" y="12"/>
                    <a:pt x="68" y="8"/>
                    <a:pt x="72" y="8"/>
                  </a:cubicBezTo>
                  <a:close/>
                  <a:moveTo>
                    <a:pt x="59" y="8"/>
                  </a:moveTo>
                  <a:cubicBezTo>
                    <a:pt x="57" y="11"/>
                    <a:pt x="56" y="13"/>
                    <a:pt x="56" y="16"/>
                  </a:cubicBezTo>
                  <a:cubicBezTo>
                    <a:pt x="56" y="25"/>
                    <a:pt x="64" y="32"/>
                    <a:pt x="72" y="32"/>
                  </a:cubicBezTo>
                  <a:cubicBezTo>
                    <a:pt x="75" y="32"/>
                    <a:pt x="78" y="31"/>
                    <a:pt x="80" y="30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8" name="Group 697"/>
          <p:cNvGrpSpPr/>
          <p:nvPr/>
        </p:nvGrpSpPr>
        <p:grpSpPr>
          <a:xfrm>
            <a:off x="3241303" y="3661732"/>
            <a:ext cx="303460" cy="217404"/>
            <a:chOff x="3241303" y="3661732"/>
            <a:chExt cx="303460" cy="217404"/>
          </a:xfrm>
          <a:solidFill>
            <a:schemeClr val="tx1"/>
          </a:solidFill>
        </p:grpSpPr>
        <p:sp>
          <p:nvSpPr>
            <p:cNvPr id="610" name="Freeform 202"/>
            <p:cNvSpPr>
              <a:spLocks/>
            </p:cNvSpPr>
            <p:nvPr/>
          </p:nvSpPr>
          <p:spPr bwMode="auto">
            <a:xfrm>
              <a:off x="3350005" y="3745523"/>
              <a:ext cx="86056" cy="86056"/>
            </a:xfrm>
            <a:custGeom>
              <a:avLst/>
              <a:gdLst>
                <a:gd name="T0" fmla="*/ 0 w 38"/>
                <a:gd name="T1" fmla="*/ 17 h 38"/>
                <a:gd name="T2" fmla="*/ 0 w 38"/>
                <a:gd name="T3" fmla="*/ 21 h 38"/>
                <a:gd name="T4" fmla="*/ 17 w 38"/>
                <a:gd name="T5" fmla="*/ 21 h 38"/>
                <a:gd name="T6" fmla="*/ 17 w 38"/>
                <a:gd name="T7" fmla="*/ 38 h 38"/>
                <a:gd name="T8" fmla="*/ 21 w 38"/>
                <a:gd name="T9" fmla="*/ 38 h 38"/>
                <a:gd name="T10" fmla="*/ 21 w 38"/>
                <a:gd name="T11" fmla="*/ 21 h 38"/>
                <a:gd name="T12" fmla="*/ 38 w 38"/>
                <a:gd name="T13" fmla="*/ 21 h 38"/>
                <a:gd name="T14" fmla="*/ 38 w 38"/>
                <a:gd name="T15" fmla="*/ 17 h 38"/>
                <a:gd name="T16" fmla="*/ 21 w 38"/>
                <a:gd name="T17" fmla="*/ 17 h 38"/>
                <a:gd name="T18" fmla="*/ 21 w 38"/>
                <a:gd name="T19" fmla="*/ 0 h 38"/>
                <a:gd name="T20" fmla="*/ 17 w 38"/>
                <a:gd name="T21" fmla="*/ 0 h 38"/>
                <a:gd name="T22" fmla="*/ 17 w 38"/>
                <a:gd name="T23" fmla="*/ 17 h 38"/>
                <a:gd name="T24" fmla="*/ 0 w 38"/>
                <a:gd name="T25" fmla="*/ 1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8">
                  <a:moveTo>
                    <a:pt x="0" y="17"/>
                  </a:moveTo>
                  <a:lnTo>
                    <a:pt x="0" y="21"/>
                  </a:lnTo>
                  <a:lnTo>
                    <a:pt x="17" y="21"/>
                  </a:lnTo>
                  <a:lnTo>
                    <a:pt x="17" y="38"/>
                  </a:lnTo>
                  <a:lnTo>
                    <a:pt x="21" y="38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7"/>
                  </a:lnTo>
                  <a:lnTo>
                    <a:pt x="21" y="17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1" name="Freeform 203"/>
            <p:cNvSpPr>
              <a:spLocks noEditPoints="1"/>
            </p:cNvSpPr>
            <p:nvPr/>
          </p:nvSpPr>
          <p:spPr bwMode="auto">
            <a:xfrm>
              <a:off x="3241303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30 w 134"/>
                <a:gd name="T15" fmla="*/ 91 h 96"/>
                <a:gd name="T16" fmla="*/ 5 w 134"/>
                <a:gd name="T17" fmla="*/ 91 h 96"/>
                <a:gd name="T18" fmla="*/ 5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30" y="91"/>
                  </a:moveTo>
                  <a:lnTo>
                    <a:pt x="5" y="91"/>
                  </a:lnTo>
                  <a:lnTo>
                    <a:pt x="5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9" name="Group 698"/>
          <p:cNvGrpSpPr/>
          <p:nvPr/>
        </p:nvGrpSpPr>
        <p:grpSpPr>
          <a:xfrm>
            <a:off x="3633084" y="3661732"/>
            <a:ext cx="303460" cy="217404"/>
            <a:chOff x="3633084" y="3661732"/>
            <a:chExt cx="303460" cy="217404"/>
          </a:xfrm>
          <a:solidFill>
            <a:schemeClr val="tx1"/>
          </a:solidFill>
        </p:grpSpPr>
        <p:sp>
          <p:nvSpPr>
            <p:cNvPr id="612" name="Freeform 204"/>
            <p:cNvSpPr>
              <a:spLocks noEditPoints="1"/>
            </p:cNvSpPr>
            <p:nvPr/>
          </p:nvSpPr>
          <p:spPr bwMode="auto">
            <a:xfrm>
              <a:off x="3633084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29 w 134"/>
                <a:gd name="T15" fmla="*/ 91 h 96"/>
                <a:gd name="T16" fmla="*/ 4 w 134"/>
                <a:gd name="T17" fmla="*/ 91 h 96"/>
                <a:gd name="T18" fmla="*/ 4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3" name="Freeform 206"/>
            <p:cNvSpPr>
              <a:spLocks/>
            </p:cNvSpPr>
            <p:nvPr/>
          </p:nvSpPr>
          <p:spPr bwMode="auto">
            <a:xfrm>
              <a:off x="3732726" y="3747788"/>
              <a:ext cx="99644" cy="81527"/>
            </a:xfrm>
            <a:custGeom>
              <a:avLst/>
              <a:gdLst>
                <a:gd name="T0" fmla="*/ 17 w 44"/>
                <a:gd name="T1" fmla="*/ 0 h 36"/>
                <a:gd name="T2" fmla="*/ 0 w 44"/>
                <a:gd name="T3" fmla="*/ 16 h 36"/>
                <a:gd name="T4" fmla="*/ 0 w 44"/>
                <a:gd name="T5" fmla="*/ 20 h 36"/>
                <a:gd name="T6" fmla="*/ 17 w 44"/>
                <a:gd name="T7" fmla="*/ 36 h 36"/>
                <a:gd name="T8" fmla="*/ 20 w 44"/>
                <a:gd name="T9" fmla="*/ 33 h 36"/>
                <a:gd name="T10" fmla="*/ 7 w 44"/>
                <a:gd name="T11" fmla="*/ 20 h 36"/>
                <a:gd name="T12" fmla="*/ 44 w 44"/>
                <a:gd name="T13" fmla="*/ 20 h 36"/>
                <a:gd name="T14" fmla="*/ 44 w 44"/>
                <a:gd name="T15" fmla="*/ 16 h 36"/>
                <a:gd name="T16" fmla="*/ 7 w 44"/>
                <a:gd name="T17" fmla="*/ 16 h 36"/>
                <a:gd name="T18" fmla="*/ 20 w 44"/>
                <a:gd name="T19" fmla="*/ 3 h 36"/>
                <a:gd name="T20" fmla="*/ 17 w 44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17" y="0"/>
                  </a:moveTo>
                  <a:lnTo>
                    <a:pt x="0" y="16"/>
                  </a:lnTo>
                  <a:lnTo>
                    <a:pt x="0" y="20"/>
                  </a:lnTo>
                  <a:lnTo>
                    <a:pt x="17" y="36"/>
                  </a:lnTo>
                  <a:lnTo>
                    <a:pt x="20" y="33"/>
                  </a:lnTo>
                  <a:lnTo>
                    <a:pt x="7" y="20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7" y="16"/>
                  </a:lnTo>
                  <a:lnTo>
                    <a:pt x="20" y="3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2" name="Group 701"/>
          <p:cNvGrpSpPr/>
          <p:nvPr/>
        </p:nvGrpSpPr>
        <p:grpSpPr>
          <a:xfrm>
            <a:off x="4024863" y="3661732"/>
            <a:ext cx="301196" cy="217404"/>
            <a:chOff x="4024863" y="3661732"/>
            <a:chExt cx="301196" cy="217404"/>
          </a:xfrm>
          <a:solidFill>
            <a:schemeClr val="tx1"/>
          </a:solidFill>
        </p:grpSpPr>
        <p:sp>
          <p:nvSpPr>
            <p:cNvPr id="614" name="Freeform 207"/>
            <p:cNvSpPr>
              <a:spLocks noEditPoints="1"/>
            </p:cNvSpPr>
            <p:nvPr/>
          </p:nvSpPr>
          <p:spPr bwMode="auto">
            <a:xfrm>
              <a:off x="4024863" y="3661732"/>
              <a:ext cx="301196" cy="217404"/>
            </a:xfrm>
            <a:custGeom>
              <a:avLst/>
              <a:gdLst>
                <a:gd name="T0" fmla="*/ 46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6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6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6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5" name="Freeform 208"/>
            <p:cNvSpPr>
              <a:spLocks/>
            </p:cNvSpPr>
            <p:nvPr/>
          </p:nvSpPr>
          <p:spPr bwMode="auto">
            <a:xfrm>
              <a:off x="4133565" y="3788551"/>
              <a:ext cx="65675" cy="65675"/>
            </a:xfrm>
            <a:custGeom>
              <a:avLst/>
              <a:gdLst>
                <a:gd name="T0" fmla="*/ 37 w 56"/>
                <a:gd name="T1" fmla="*/ 23 h 55"/>
                <a:gd name="T2" fmla="*/ 44 w 56"/>
                <a:gd name="T3" fmla="*/ 32 h 55"/>
                <a:gd name="T4" fmla="*/ 36 w 56"/>
                <a:gd name="T5" fmla="*/ 32 h 55"/>
                <a:gd name="T6" fmla="*/ 8 w 56"/>
                <a:gd name="T7" fmla="*/ 0 h 55"/>
                <a:gd name="T8" fmla="*/ 0 w 56"/>
                <a:gd name="T9" fmla="*/ 0 h 55"/>
                <a:gd name="T10" fmla="*/ 36 w 56"/>
                <a:gd name="T11" fmla="*/ 40 h 55"/>
                <a:gd name="T12" fmla="*/ 44 w 56"/>
                <a:gd name="T13" fmla="*/ 40 h 55"/>
                <a:gd name="T14" fmla="*/ 37 w 56"/>
                <a:gd name="T15" fmla="*/ 50 h 55"/>
                <a:gd name="T16" fmla="*/ 43 w 56"/>
                <a:gd name="T17" fmla="*/ 55 h 55"/>
                <a:gd name="T18" fmla="*/ 56 w 56"/>
                <a:gd name="T19" fmla="*/ 39 h 55"/>
                <a:gd name="T20" fmla="*/ 56 w 56"/>
                <a:gd name="T21" fmla="*/ 34 h 55"/>
                <a:gd name="T22" fmla="*/ 43 w 56"/>
                <a:gd name="T23" fmla="*/ 18 h 55"/>
                <a:gd name="T24" fmla="*/ 37 w 56"/>
                <a:gd name="T25" fmla="*/ 2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37" y="23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3" y="18"/>
                    <a:pt x="43" y="18"/>
                    <a:pt x="43" y="18"/>
                  </a:cubicBezTo>
                  <a:lnTo>
                    <a:pt x="3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6" name="Freeform 209"/>
            <p:cNvSpPr>
              <a:spLocks/>
            </p:cNvSpPr>
            <p:nvPr/>
          </p:nvSpPr>
          <p:spPr bwMode="auto">
            <a:xfrm>
              <a:off x="4160741" y="3725142"/>
              <a:ext cx="67939" cy="63410"/>
            </a:xfrm>
            <a:custGeom>
              <a:avLst/>
              <a:gdLst>
                <a:gd name="T0" fmla="*/ 0 w 56"/>
                <a:gd name="T1" fmla="*/ 21 h 54"/>
                <a:gd name="T2" fmla="*/ 12 w 56"/>
                <a:gd name="T3" fmla="*/ 37 h 54"/>
                <a:gd name="T4" fmla="*/ 19 w 56"/>
                <a:gd name="T5" fmla="*/ 32 h 54"/>
                <a:gd name="T6" fmla="*/ 12 w 56"/>
                <a:gd name="T7" fmla="*/ 22 h 54"/>
                <a:gd name="T8" fmla="*/ 20 w 56"/>
                <a:gd name="T9" fmla="*/ 22 h 54"/>
                <a:gd name="T10" fmla="*/ 48 w 56"/>
                <a:gd name="T11" fmla="*/ 54 h 54"/>
                <a:gd name="T12" fmla="*/ 56 w 56"/>
                <a:gd name="T13" fmla="*/ 54 h 54"/>
                <a:gd name="T14" fmla="*/ 20 w 56"/>
                <a:gd name="T15" fmla="*/ 14 h 54"/>
                <a:gd name="T16" fmla="*/ 12 w 56"/>
                <a:gd name="T17" fmla="*/ 14 h 54"/>
                <a:gd name="T18" fmla="*/ 19 w 56"/>
                <a:gd name="T19" fmla="*/ 5 h 54"/>
                <a:gd name="T20" fmla="*/ 12 w 56"/>
                <a:gd name="T21" fmla="*/ 0 h 54"/>
                <a:gd name="T22" fmla="*/ 0 w 56"/>
                <a:gd name="T23" fmla="*/ 16 h 54"/>
                <a:gd name="T24" fmla="*/ 0 w 56"/>
                <a:gd name="T25" fmla="*/ 2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0" y="21"/>
                  </a:moveTo>
                  <a:cubicBezTo>
                    <a:pt x="12" y="37"/>
                    <a:pt x="12" y="37"/>
                    <a:pt x="12" y="37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6" y="22"/>
                    <a:pt x="48" y="40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5"/>
                    <a:pt x="40" y="14"/>
                    <a:pt x="2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lnTo>
                    <a:pt x="0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3" name="Group 702"/>
          <p:cNvGrpSpPr/>
          <p:nvPr/>
        </p:nvGrpSpPr>
        <p:grpSpPr>
          <a:xfrm>
            <a:off x="4416643" y="3661732"/>
            <a:ext cx="301196" cy="217404"/>
            <a:chOff x="4416643" y="3661732"/>
            <a:chExt cx="301196" cy="217404"/>
          </a:xfrm>
          <a:solidFill>
            <a:schemeClr val="tx1"/>
          </a:solidFill>
        </p:grpSpPr>
        <p:sp>
          <p:nvSpPr>
            <p:cNvPr id="617" name="Freeform 210"/>
            <p:cNvSpPr>
              <a:spLocks noEditPoints="1"/>
            </p:cNvSpPr>
            <p:nvPr/>
          </p:nvSpPr>
          <p:spPr bwMode="auto">
            <a:xfrm>
              <a:off x="4416643" y="366173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8" name="Freeform 211"/>
            <p:cNvSpPr>
              <a:spLocks/>
            </p:cNvSpPr>
            <p:nvPr/>
          </p:nvSpPr>
          <p:spPr bwMode="auto">
            <a:xfrm>
              <a:off x="4529874" y="3756847"/>
              <a:ext cx="74733" cy="72468"/>
            </a:xfrm>
            <a:custGeom>
              <a:avLst/>
              <a:gdLst>
                <a:gd name="T0" fmla="*/ 3 w 33"/>
                <a:gd name="T1" fmla="*/ 0 h 32"/>
                <a:gd name="T2" fmla="*/ 0 w 33"/>
                <a:gd name="T3" fmla="*/ 3 h 32"/>
                <a:gd name="T4" fmla="*/ 13 w 33"/>
                <a:gd name="T5" fmla="*/ 16 h 32"/>
                <a:gd name="T6" fmla="*/ 0 w 33"/>
                <a:gd name="T7" fmla="*/ 29 h 32"/>
                <a:gd name="T8" fmla="*/ 3 w 33"/>
                <a:gd name="T9" fmla="*/ 32 h 32"/>
                <a:gd name="T10" fmla="*/ 17 w 33"/>
                <a:gd name="T11" fmla="*/ 19 h 32"/>
                <a:gd name="T12" fmla="*/ 30 w 33"/>
                <a:gd name="T13" fmla="*/ 32 h 32"/>
                <a:gd name="T14" fmla="*/ 33 w 33"/>
                <a:gd name="T15" fmla="*/ 29 h 32"/>
                <a:gd name="T16" fmla="*/ 20 w 33"/>
                <a:gd name="T17" fmla="*/ 16 h 32"/>
                <a:gd name="T18" fmla="*/ 33 w 33"/>
                <a:gd name="T19" fmla="*/ 3 h 32"/>
                <a:gd name="T20" fmla="*/ 30 w 33"/>
                <a:gd name="T21" fmla="*/ 0 h 32"/>
                <a:gd name="T22" fmla="*/ 17 w 33"/>
                <a:gd name="T23" fmla="*/ 14 h 32"/>
                <a:gd name="T24" fmla="*/ 3 w 33"/>
                <a:gd name="T2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32">
                  <a:moveTo>
                    <a:pt x="3" y="0"/>
                  </a:move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lnTo>
                    <a:pt x="17" y="19"/>
                  </a:lnTo>
                  <a:lnTo>
                    <a:pt x="30" y="32"/>
                  </a:lnTo>
                  <a:lnTo>
                    <a:pt x="33" y="29"/>
                  </a:lnTo>
                  <a:lnTo>
                    <a:pt x="20" y="16"/>
                  </a:lnTo>
                  <a:lnTo>
                    <a:pt x="33" y="3"/>
                  </a:lnTo>
                  <a:lnTo>
                    <a:pt x="30" y="0"/>
                  </a:lnTo>
                  <a:lnTo>
                    <a:pt x="17" y="14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6" name="Group 705"/>
          <p:cNvGrpSpPr/>
          <p:nvPr/>
        </p:nvGrpSpPr>
        <p:grpSpPr>
          <a:xfrm>
            <a:off x="4808424" y="3661732"/>
            <a:ext cx="301196" cy="217404"/>
            <a:chOff x="4808424" y="3661732"/>
            <a:chExt cx="301196" cy="217404"/>
          </a:xfrm>
          <a:solidFill>
            <a:schemeClr val="tx1"/>
          </a:solidFill>
        </p:grpSpPr>
        <p:sp>
          <p:nvSpPr>
            <p:cNvPr id="619" name="Freeform 212"/>
            <p:cNvSpPr>
              <a:spLocks noEditPoints="1"/>
            </p:cNvSpPr>
            <p:nvPr/>
          </p:nvSpPr>
          <p:spPr bwMode="auto">
            <a:xfrm>
              <a:off x="4808424" y="366173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4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4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0" name="Freeform 213"/>
            <p:cNvSpPr>
              <a:spLocks noEditPoints="1"/>
            </p:cNvSpPr>
            <p:nvPr/>
          </p:nvSpPr>
          <p:spPr bwMode="auto">
            <a:xfrm>
              <a:off x="4910331" y="3750052"/>
              <a:ext cx="95114" cy="92850"/>
            </a:xfrm>
            <a:custGeom>
              <a:avLst/>
              <a:gdLst>
                <a:gd name="T0" fmla="*/ 0 w 79"/>
                <a:gd name="T1" fmla="*/ 28 h 79"/>
                <a:gd name="T2" fmla="*/ 28 w 79"/>
                <a:gd name="T3" fmla="*/ 56 h 79"/>
                <a:gd name="T4" fmla="*/ 45 w 79"/>
                <a:gd name="T5" fmla="*/ 51 h 79"/>
                <a:gd name="T6" fmla="*/ 73 w 79"/>
                <a:gd name="T7" fmla="*/ 79 h 79"/>
                <a:gd name="T8" fmla="*/ 79 w 79"/>
                <a:gd name="T9" fmla="*/ 73 h 79"/>
                <a:gd name="T10" fmla="*/ 50 w 79"/>
                <a:gd name="T11" fmla="*/ 45 h 79"/>
                <a:gd name="T12" fmla="*/ 56 w 79"/>
                <a:gd name="T13" fmla="*/ 28 h 79"/>
                <a:gd name="T14" fmla="*/ 28 w 79"/>
                <a:gd name="T15" fmla="*/ 0 h 79"/>
                <a:gd name="T16" fmla="*/ 0 w 79"/>
                <a:gd name="T17" fmla="*/ 28 h 79"/>
                <a:gd name="T18" fmla="*/ 48 w 79"/>
                <a:gd name="T19" fmla="*/ 28 h 79"/>
                <a:gd name="T20" fmla="*/ 28 w 79"/>
                <a:gd name="T21" fmla="*/ 48 h 79"/>
                <a:gd name="T22" fmla="*/ 8 w 79"/>
                <a:gd name="T23" fmla="*/ 28 h 79"/>
                <a:gd name="T24" fmla="*/ 28 w 79"/>
                <a:gd name="T25" fmla="*/ 8 h 79"/>
                <a:gd name="T26" fmla="*/ 48 w 79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0" y="28"/>
                  </a:moveTo>
                  <a:cubicBezTo>
                    <a:pt x="0" y="44"/>
                    <a:pt x="13" y="56"/>
                    <a:pt x="28" y="56"/>
                  </a:cubicBezTo>
                  <a:cubicBezTo>
                    <a:pt x="34" y="56"/>
                    <a:pt x="40" y="54"/>
                    <a:pt x="45" y="5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4" y="40"/>
                    <a:pt x="56" y="35"/>
                    <a:pt x="56" y="28"/>
                  </a:cubicBezTo>
                  <a:cubicBezTo>
                    <a:pt x="56" y="13"/>
                    <a:pt x="44" y="0"/>
                    <a:pt x="28" y="0"/>
                  </a:cubicBezTo>
                  <a:cubicBezTo>
                    <a:pt x="13" y="0"/>
                    <a:pt x="0" y="13"/>
                    <a:pt x="0" y="28"/>
                  </a:cubicBezTo>
                  <a:close/>
                  <a:moveTo>
                    <a:pt x="48" y="28"/>
                  </a:move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7" name="Group 706"/>
          <p:cNvGrpSpPr/>
          <p:nvPr/>
        </p:nvGrpSpPr>
        <p:grpSpPr>
          <a:xfrm>
            <a:off x="5197939" y="3661732"/>
            <a:ext cx="303460" cy="217404"/>
            <a:chOff x="5197939" y="3661732"/>
            <a:chExt cx="303460" cy="217404"/>
          </a:xfrm>
          <a:solidFill>
            <a:schemeClr val="tx1"/>
          </a:solidFill>
        </p:grpSpPr>
        <p:sp>
          <p:nvSpPr>
            <p:cNvPr id="621" name="Freeform 214"/>
            <p:cNvSpPr>
              <a:spLocks noEditPoints="1"/>
            </p:cNvSpPr>
            <p:nvPr/>
          </p:nvSpPr>
          <p:spPr bwMode="auto">
            <a:xfrm>
              <a:off x="5197939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30 w 134"/>
                <a:gd name="T15" fmla="*/ 91 h 96"/>
                <a:gd name="T16" fmla="*/ 5 w 134"/>
                <a:gd name="T17" fmla="*/ 91 h 96"/>
                <a:gd name="T18" fmla="*/ 5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30" y="91"/>
                  </a:moveTo>
                  <a:lnTo>
                    <a:pt x="5" y="91"/>
                  </a:lnTo>
                  <a:lnTo>
                    <a:pt x="5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2" name="Freeform 215"/>
            <p:cNvSpPr>
              <a:spLocks noEditPoints="1"/>
            </p:cNvSpPr>
            <p:nvPr/>
          </p:nvSpPr>
          <p:spPr bwMode="auto">
            <a:xfrm>
              <a:off x="5297583" y="3736464"/>
              <a:ext cx="106438" cy="99644"/>
            </a:xfrm>
            <a:custGeom>
              <a:avLst/>
              <a:gdLst>
                <a:gd name="T0" fmla="*/ 4 w 89"/>
                <a:gd name="T1" fmla="*/ 32 h 85"/>
                <a:gd name="T2" fmla="*/ 0 w 89"/>
                <a:gd name="T3" fmla="*/ 35 h 85"/>
                <a:gd name="T4" fmla="*/ 2 w 89"/>
                <a:gd name="T5" fmla="*/ 40 h 85"/>
                <a:gd name="T6" fmla="*/ 23 w 89"/>
                <a:gd name="T7" fmla="*/ 54 h 85"/>
                <a:gd name="T8" fmla="*/ 16 w 89"/>
                <a:gd name="T9" fmla="*/ 79 h 85"/>
                <a:gd name="T10" fmla="*/ 17 w 89"/>
                <a:gd name="T11" fmla="*/ 84 h 85"/>
                <a:gd name="T12" fmla="*/ 22 w 89"/>
                <a:gd name="T13" fmla="*/ 84 h 85"/>
                <a:gd name="T14" fmla="*/ 44 w 89"/>
                <a:gd name="T15" fmla="*/ 69 h 85"/>
                <a:gd name="T16" fmla="*/ 66 w 89"/>
                <a:gd name="T17" fmla="*/ 84 h 85"/>
                <a:gd name="T18" fmla="*/ 68 w 89"/>
                <a:gd name="T19" fmla="*/ 84 h 85"/>
                <a:gd name="T20" fmla="*/ 70 w 89"/>
                <a:gd name="T21" fmla="*/ 84 h 85"/>
                <a:gd name="T22" fmla="*/ 72 w 89"/>
                <a:gd name="T23" fmla="*/ 79 h 85"/>
                <a:gd name="T24" fmla="*/ 65 w 89"/>
                <a:gd name="T25" fmla="*/ 54 h 85"/>
                <a:gd name="T26" fmla="*/ 86 w 89"/>
                <a:gd name="T27" fmla="*/ 40 h 85"/>
                <a:gd name="T28" fmla="*/ 88 w 89"/>
                <a:gd name="T29" fmla="*/ 35 h 85"/>
                <a:gd name="T30" fmla="*/ 84 w 89"/>
                <a:gd name="T31" fmla="*/ 32 h 85"/>
                <a:gd name="T32" fmla="*/ 59 w 89"/>
                <a:gd name="T33" fmla="*/ 32 h 85"/>
                <a:gd name="T34" fmla="*/ 48 w 89"/>
                <a:gd name="T35" fmla="*/ 3 h 85"/>
                <a:gd name="T36" fmla="*/ 44 w 89"/>
                <a:gd name="T37" fmla="*/ 0 h 85"/>
                <a:gd name="T38" fmla="*/ 44 w 89"/>
                <a:gd name="T39" fmla="*/ 0 h 85"/>
                <a:gd name="T40" fmla="*/ 40 w 89"/>
                <a:gd name="T41" fmla="*/ 3 h 85"/>
                <a:gd name="T42" fmla="*/ 30 w 89"/>
                <a:gd name="T43" fmla="*/ 32 h 85"/>
                <a:gd name="T44" fmla="*/ 4 w 89"/>
                <a:gd name="T45" fmla="*/ 32 h 85"/>
                <a:gd name="T46" fmla="*/ 37 w 89"/>
                <a:gd name="T47" fmla="*/ 38 h 85"/>
                <a:gd name="T48" fmla="*/ 44 w 89"/>
                <a:gd name="T49" fmla="*/ 16 h 85"/>
                <a:gd name="T50" fmla="*/ 52 w 89"/>
                <a:gd name="T51" fmla="*/ 38 h 85"/>
                <a:gd name="T52" fmla="*/ 56 w 89"/>
                <a:gd name="T53" fmla="*/ 40 h 85"/>
                <a:gd name="T54" fmla="*/ 71 w 89"/>
                <a:gd name="T55" fmla="*/ 40 h 85"/>
                <a:gd name="T56" fmla="*/ 58 w 89"/>
                <a:gd name="T57" fmla="*/ 49 h 85"/>
                <a:gd name="T58" fmla="*/ 56 w 89"/>
                <a:gd name="T59" fmla="*/ 53 h 85"/>
                <a:gd name="T60" fmla="*/ 61 w 89"/>
                <a:gd name="T61" fmla="*/ 71 h 85"/>
                <a:gd name="T62" fmla="*/ 46 w 89"/>
                <a:gd name="T63" fmla="*/ 61 h 85"/>
                <a:gd name="T64" fmla="*/ 42 w 89"/>
                <a:gd name="T65" fmla="*/ 61 h 85"/>
                <a:gd name="T66" fmla="*/ 27 w 89"/>
                <a:gd name="T67" fmla="*/ 71 h 85"/>
                <a:gd name="T68" fmla="*/ 32 w 89"/>
                <a:gd name="T69" fmla="*/ 53 h 85"/>
                <a:gd name="T70" fmla="*/ 30 w 89"/>
                <a:gd name="T71" fmla="*/ 49 h 85"/>
                <a:gd name="T72" fmla="*/ 17 w 89"/>
                <a:gd name="T73" fmla="*/ 40 h 85"/>
                <a:gd name="T74" fmla="*/ 33 w 89"/>
                <a:gd name="T75" fmla="*/ 40 h 85"/>
                <a:gd name="T76" fmla="*/ 37 w 89"/>
                <a:gd name="T77" fmla="*/ 3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9" h="85">
                  <a:moveTo>
                    <a:pt x="4" y="32"/>
                  </a:moveTo>
                  <a:cubicBezTo>
                    <a:pt x="2" y="32"/>
                    <a:pt x="1" y="33"/>
                    <a:pt x="0" y="35"/>
                  </a:cubicBezTo>
                  <a:cubicBezTo>
                    <a:pt x="0" y="37"/>
                    <a:pt x="1" y="39"/>
                    <a:pt x="2" y="40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5" y="81"/>
                    <a:pt x="16" y="83"/>
                    <a:pt x="17" y="84"/>
                  </a:cubicBezTo>
                  <a:cubicBezTo>
                    <a:pt x="19" y="85"/>
                    <a:pt x="20" y="85"/>
                    <a:pt x="22" y="84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4"/>
                    <a:pt x="68" y="84"/>
                  </a:cubicBezTo>
                  <a:cubicBezTo>
                    <a:pt x="69" y="84"/>
                    <a:pt x="70" y="84"/>
                    <a:pt x="70" y="84"/>
                  </a:cubicBezTo>
                  <a:cubicBezTo>
                    <a:pt x="72" y="83"/>
                    <a:pt x="72" y="81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8" y="39"/>
                    <a:pt x="89" y="37"/>
                    <a:pt x="88" y="35"/>
                  </a:cubicBezTo>
                  <a:cubicBezTo>
                    <a:pt x="88" y="33"/>
                    <a:pt x="86" y="32"/>
                    <a:pt x="84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1"/>
                    <a:pt x="46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2" y="0"/>
                    <a:pt x="41" y="1"/>
                    <a:pt x="40" y="3"/>
                  </a:cubicBezTo>
                  <a:cubicBezTo>
                    <a:pt x="30" y="32"/>
                    <a:pt x="30" y="32"/>
                    <a:pt x="30" y="32"/>
                  </a:cubicBezTo>
                  <a:lnTo>
                    <a:pt x="4" y="32"/>
                  </a:lnTo>
                  <a:close/>
                  <a:moveTo>
                    <a:pt x="37" y="38"/>
                  </a:moveTo>
                  <a:cubicBezTo>
                    <a:pt x="44" y="16"/>
                    <a:pt x="44" y="16"/>
                    <a:pt x="44" y="16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3" y="39"/>
                    <a:pt x="55" y="40"/>
                    <a:pt x="56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6" y="52"/>
                    <a:pt x="56" y="53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5" y="60"/>
                    <a:pt x="43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3" y="52"/>
                    <a:pt x="32" y="50"/>
                    <a:pt x="30" y="49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5" y="40"/>
                    <a:pt x="36" y="39"/>
                    <a:pt x="37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0" name="Group 709"/>
          <p:cNvGrpSpPr/>
          <p:nvPr/>
        </p:nvGrpSpPr>
        <p:grpSpPr>
          <a:xfrm>
            <a:off x="5589719" y="3661732"/>
            <a:ext cx="303460" cy="217404"/>
            <a:chOff x="5589719" y="3661732"/>
            <a:chExt cx="303460" cy="217404"/>
          </a:xfrm>
          <a:solidFill>
            <a:schemeClr val="tx1"/>
          </a:solidFill>
        </p:grpSpPr>
        <p:sp>
          <p:nvSpPr>
            <p:cNvPr id="623" name="Freeform 216"/>
            <p:cNvSpPr>
              <a:spLocks noEditPoints="1"/>
            </p:cNvSpPr>
            <p:nvPr/>
          </p:nvSpPr>
          <p:spPr bwMode="auto">
            <a:xfrm>
              <a:off x="5589719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29 w 134"/>
                <a:gd name="T15" fmla="*/ 91 h 96"/>
                <a:gd name="T16" fmla="*/ 4 w 134"/>
                <a:gd name="T17" fmla="*/ 91 h 96"/>
                <a:gd name="T18" fmla="*/ 4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4" name="Freeform 217"/>
            <p:cNvSpPr>
              <a:spLocks/>
            </p:cNvSpPr>
            <p:nvPr/>
          </p:nvSpPr>
          <p:spPr bwMode="auto">
            <a:xfrm>
              <a:off x="5700686" y="3736464"/>
              <a:ext cx="81527" cy="99644"/>
            </a:xfrm>
            <a:custGeom>
              <a:avLst/>
              <a:gdLst>
                <a:gd name="T0" fmla="*/ 3 w 36"/>
                <a:gd name="T1" fmla="*/ 20 h 44"/>
                <a:gd name="T2" fmla="*/ 16 w 36"/>
                <a:gd name="T3" fmla="*/ 7 h 44"/>
                <a:gd name="T4" fmla="*/ 16 w 36"/>
                <a:gd name="T5" fmla="*/ 44 h 44"/>
                <a:gd name="T6" fmla="*/ 20 w 36"/>
                <a:gd name="T7" fmla="*/ 44 h 44"/>
                <a:gd name="T8" fmla="*/ 20 w 36"/>
                <a:gd name="T9" fmla="*/ 7 h 44"/>
                <a:gd name="T10" fmla="*/ 33 w 36"/>
                <a:gd name="T11" fmla="*/ 20 h 44"/>
                <a:gd name="T12" fmla="*/ 36 w 36"/>
                <a:gd name="T13" fmla="*/ 17 h 44"/>
                <a:gd name="T14" fmla="*/ 19 w 36"/>
                <a:gd name="T15" fmla="*/ 0 h 44"/>
                <a:gd name="T16" fmla="*/ 16 w 36"/>
                <a:gd name="T17" fmla="*/ 0 h 44"/>
                <a:gd name="T18" fmla="*/ 0 w 36"/>
                <a:gd name="T19" fmla="*/ 17 h 44"/>
                <a:gd name="T20" fmla="*/ 3 w 36"/>
                <a:gd name="T21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3" y="20"/>
                  </a:moveTo>
                  <a:lnTo>
                    <a:pt x="16" y="7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3" name="Group 712"/>
          <p:cNvGrpSpPr/>
          <p:nvPr/>
        </p:nvGrpSpPr>
        <p:grpSpPr>
          <a:xfrm>
            <a:off x="5981500" y="3618704"/>
            <a:ext cx="301196" cy="301196"/>
            <a:chOff x="5981500" y="3618704"/>
            <a:chExt cx="301196" cy="301196"/>
          </a:xfrm>
          <a:solidFill>
            <a:schemeClr val="tx1"/>
          </a:solidFill>
        </p:grpSpPr>
        <p:sp>
          <p:nvSpPr>
            <p:cNvPr id="625" name="Freeform 218"/>
            <p:cNvSpPr>
              <a:spLocks/>
            </p:cNvSpPr>
            <p:nvPr/>
          </p:nvSpPr>
          <p:spPr bwMode="auto">
            <a:xfrm>
              <a:off x="6087936" y="3682113"/>
              <a:ext cx="99644" cy="67939"/>
            </a:xfrm>
            <a:custGeom>
              <a:avLst/>
              <a:gdLst>
                <a:gd name="T0" fmla="*/ 17 w 44"/>
                <a:gd name="T1" fmla="*/ 30 h 30"/>
                <a:gd name="T2" fmla="*/ 44 w 44"/>
                <a:gd name="T3" fmla="*/ 3 h 30"/>
                <a:gd name="T4" fmla="*/ 42 w 44"/>
                <a:gd name="T5" fmla="*/ 0 h 30"/>
                <a:gd name="T6" fmla="*/ 16 w 44"/>
                <a:gd name="T7" fmla="*/ 26 h 30"/>
                <a:gd name="T8" fmla="*/ 3 w 44"/>
                <a:gd name="T9" fmla="*/ 13 h 30"/>
                <a:gd name="T10" fmla="*/ 0 w 44"/>
                <a:gd name="T11" fmla="*/ 16 h 30"/>
                <a:gd name="T12" fmla="*/ 15 w 44"/>
                <a:gd name="T13" fmla="*/ 30 h 30"/>
                <a:gd name="T14" fmla="*/ 17 w 4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17" y="30"/>
                  </a:move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15" y="30"/>
                  </a:lnTo>
                  <a:lnTo>
                    <a:pt x="17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6" name="Freeform 219"/>
            <p:cNvSpPr>
              <a:spLocks noEditPoints="1"/>
            </p:cNvSpPr>
            <p:nvPr/>
          </p:nvSpPr>
          <p:spPr bwMode="auto">
            <a:xfrm>
              <a:off x="5981500" y="3618704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4 h 133"/>
                <a:gd name="T32" fmla="*/ 7 w 133"/>
                <a:gd name="T33" fmla="*/ 55 h 133"/>
                <a:gd name="T34" fmla="*/ 21 w 133"/>
                <a:gd name="T35" fmla="*/ 49 h 133"/>
                <a:gd name="T36" fmla="*/ 21 w 133"/>
                <a:gd name="T37" fmla="*/ 64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5 h 133"/>
                <a:gd name="T52" fmla="*/ 113 w 133"/>
                <a:gd name="T53" fmla="*/ 64 h 133"/>
                <a:gd name="T54" fmla="*/ 113 w 133"/>
                <a:gd name="T55" fmla="*/ 49 h 133"/>
                <a:gd name="T56" fmla="*/ 127 w 133"/>
                <a:gd name="T57" fmla="*/ 5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4"/>
                  </a:moveTo>
                  <a:lnTo>
                    <a:pt x="7" y="55"/>
                  </a:lnTo>
                  <a:lnTo>
                    <a:pt x="21" y="49"/>
                  </a:lnTo>
                  <a:lnTo>
                    <a:pt x="21" y="64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5"/>
                  </a:moveTo>
                  <a:lnTo>
                    <a:pt x="113" y="64"/>
                  </a:lnTo>
                  <a:lnTo>
                    <a:pt x="113" y="49"/>
                  </a:lnTo>
                  <a:lnTo>
                    <a:pt x="127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7" name="Group 716"/>
          <p:cNvGrpSpPr/>
          <p:nvPr/>
        </p:nvGrpSpPr>
        <p:grpSpPr>
          <a:xfrm>
            <a:off x="6373279" y="3618704"/>
            <a:ext cx="303460" cy="301196"/>
            <a:chOff x="6373279" y="3618704"/>
            <a:chExt cx="303460" cy="301196"/>
          </a:xfrm>
          <a:solidFill>
            <a:schemeClr val="tx1"/>
          </a:solidFill>
        </p:grpSpPr>
        <p:sp>
          <p:nvSpPr>
            <p:cNvPr id="627" name="Freeform 220"/>
            <p:cNvSpPr>
              <a:spLocks noEditPoints="1"/>
            </p:cNvSpPr>
            <p:nvPr/>
          </p:nvSpPr>
          <p:spPr bwMode="auto">
            <a:xfrm>
              <a:off x="6472923" y="3688908"/>
              <a:ext cx="104173" cy="65675"/>
            </a:xfrm>
            <a:custGeom>
              <a:avLst/>
              <a:gdLst>
                <a:gd name="T0" fmla="*/ 16 w 88"/>
                <a:gd name="T1" fmla="*/ 56 h 56"/>
                <a:gd name="T2" fmla="*/ 72 w 88"/>
                <a:gd name="T3" fmla="*/ 56 h 56"/>
                <a:gd name="T4" fmla="*/ 88 w 88"/>
                <a:gd name="T5" fmla="*/ 40 h 56"/>
                <a:gd name="T6" fmla="*/ 75 w 88"/>
                <a:gd name="T7" fmla="*/ 25 h 56"/>
                <a:gd name="T8" fmla="*/ 44 w 88"/>
                <a:gd name="T9" fmla="*/ 0 h 56"/>
                <a:gd name="T10" fmla="*/ 12 w 88"/>
                <a:gd name="T11" fmla="*/ 25 h 56"/>
                <a:gd name="T12" fmla="*/ 0 w 88"/>
                <a:gd name="T13" fmla="*/ 40 h 56"/>
                <a:gd name="T14" fmla="*/ 16 w 88"/>
                <a:gd name="T15" fmla="*/ 56 h 56"/>
                <a:gd name="T16" fmla="*/ 16 w 88"/>
                <a:gd name="T17" fmla="*/ 32 h 56"/>
                <a:gd name="T18" fmla="*/ 19 w 88"/>
                <a:gd name="T19" fmla="*/ 32 h 56"/>
                <a:gd name="T20" fmla="*/ 19 w 88"/>
                <a:gd name="T21" fmla="*/ 29 h 56"/>
                <a:gd name="T22" fmla="*/ 44 w 88"/>
                <a:gd name="T23" fmla="*/ 8 h 56"/>
                <a:gd name="T24" fmla="*/ 68 w 88"/>
                <a:gd name="T25" fmla="*/ 28 h 56"/>
                <a:gd name="T26" fmla="*/ 68 w 88"/>
                <a:gd name="T27" fmla="*/ 32 h 56"/>
                <a:gd name="T28" fmla="*/ 72 w 88"/>
                <a:gd name="T29" fmla="*/ 32 h 56"/>
                <a:gd name="T30" fmla="*/ 80 w 88"/>
                <a:gd name="T31" fmla="*/ 40 h 56"/>
                <a:gd name="T32" fmla="*/ 72 w 88"/>
                <a:gd name="T33" fmla="*/ 48 h 56"/>
                <a:gd name="T34" fmla="*/ 16 w 88"/>
                <a:gd name="T35" fmla="*/ 48 h 56"/>
                <a:gd name="T36" fmla="*/ 8 w 88"/>
                <a:gd name="T37" fmla="*/ 40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16" y="56"/>
                  </a:move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7"/>
                    <a:pt x="75" y="25"/>
                  </a:cubicBezTo>
                  <a:cubicBezTo>
                    <a:pt x="73" y="11"/>
                    <a:pt x="60" y="0"/>
                    <a:pt x="44" y="0"/>
                  </a:cubicBezTo>
                  <a:cubicBezTo>
                    <a:pt x="29" y="0"/>
                    <a:pt x="16" y="12"/>
                    <a:pt x="12" y="25"/>
                  </a:cubicBez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5" y="56"/>
                    <a:pt x="16" y="56"/>
                  </a:cubicBezTo>
                  <a:close/>
                  <a:moveTo>
                    <a:pt x="16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6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8" name="Freeform 221"/>
            <p:cNvSpPr>
              <a:spLocks noEditPoints="1"/>
            </p:cNvSpPr>
            <p:nvPr/>
          </p:nvSpPr>
          <p:spPr bwMode="auto">
            <a:xfrm>
              <a:off x="6373279" y="3618704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4 h 133"/>
                <a:gd name="T32" fmla="*/ 7 w 134"/>
                <a:gd name="T33" fmla="*/ 55 h 133"/>
                <a:gd name="T34" fmla="*/ 21 w 134"/>
                <a:gd name="T35" fmla="*/ 49 h 133"/>
                <a:gd name="T36" fmla="*/ 21 w 134"/>
                <a:gd name="T37" fmla="*/ 64 h 133"/>
                <a:gd name="T38" fmla="*/ 5 w 134"/>
                <a:gd name="T39" fmla="*/ 129 h 133"/>
                <a:gd name="T40" fmla="*/ 5 w 134"/>
                <a:gd name="T41" fmla="*/ 58 h 133"/>
                <a:gd name="T42" fmla="*/ 67 w 134"/>
                <a:gd name="T43" fmla="*/ 97 h 133"/>
                <a:gd name="T44" fmla="*/ 130 w 134"/>
                <a:gd name="T45" fmla="*/ 58 h 133"/>
                <a:gd name="T46" fmla="*/ 130 w 134"/>
                <a:gd name="T47" fmla="*/ 129 h 133"/>
                <a:gd name="T48" fmla="*/ 5 w 134"/>
                <a:gd name="T49" fmla="*/ 129 h 133"/>
                <a:gd name="T50" fmla="*/ 127 w 134"/>
                <a:gd name="T51" fmla="*/ 55 h 133"/>
                <a:gd name="T52" fmla="*/ 113 w 134"/>
                <a:gd name="T53" fmla="*/ 64 h 133"/>
                <a:gd name="T54" fmla="*/ 113 w 134"/>
                <a:gd name="T55" fmla="*/ 49 h 133"/>
                <a:gd name="T56" fmla="*/ 127 w 134"/>
                <a:gd name="T57" fmla="*/ 5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4"/>
                  </a:moveTo>
                  <a:lnTo>
                    <a:pt x="7" y="55"/>
                  </a:lnTo>
                  <a:lnTo>
                    <a:pt x="21" y="49"/>
                  </a:lnTo>
                  <a:lnTo>
                    <a:pt x="21" y="64"/>
                  </a:lnTo>
                  <a:close/>
                  <a:moveTo>
                    <a:pt x="5" y="129"/>
                  </a:moveTo>
                  <a:lnTo>
                    <a:pt x="5" y="58"/>
                  </a:lnTo>
                  <a:lnTo>
                    <a:pt x="67" y="97"/>
                  </a:lnTo>
                  <a:lnTo>
                    <a:pt x="130" y="58"/>
                  </a:lnTo>
                  <a:lnTo>
                    <a:pt x="130" y="129"/>
                  </a:lnTo>
                  <a:lnTo>
                    <a:pt x="5" y="129"/>
                  </a:lnTo>
                  <a:close/>
                  <a:moveTo>
                    <a:pt x="127" y="55"/>
                  </a:moveTo>
                  <a:lnTo>
                    <a:pt x="113" y="64"/>
                  </a:lnTo>
                  <a:lnTo>
                    <a:pt x="113" y="49"/>
                  </a:lnTo>
                  <a:lnTo>
                    <a:pt x="127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8" name="Group 717"/>
          <p:cNvGrpSpPr/>
          <p:nvPr/>
        </p:nvGrpSpPr>
        <p:grpSpPr>
          <a:xfrm>
            <a:off x="6765060" y="3618704"/>
            <a:ext cx="301196" cy="301196"/>
            <a:chOff x="6765060" y="3618704"/>
            <a:chExt cx="301196" cy="301196"/>
          </a:xfrm>
          <a:solidFill>
            <a:schemeClr val="tx1"/>
          </a:solidFill>
        </p:grpSpPr>
        <p:sp>
          <p:nvSpPr>
            <p:cNvPr id="629" name="Freeform 222"/>
            <p:cNvSpPr>
              <a:spLocks noEditPoints="1"/>
            </p:cNvSpPr>
            <p:nvPr/>
          </p:nvSpPr>
          <p:spPr bwMode="auto">
            <a:xfrm>
              <a:off x="6878291" y="3661732"/>
              <a:ext cx="76997" cy="104173"/>
            </a:xfrm>
            <a:custGeom>
              <a:avLst/>
              <a:gdLst>
                <a:gd name="T0" fmla="*/ 34 w 34"/>
                <a:gd name="T1" fmla="*/ 0 h 46"/>
                <a:gd name="T2" fmla="*/ 16 w 34"/>
                <a:gd name="T3" fmla="*/ 0 h 46"/>
                <a:gd name="T4" fmla="*/ 0 w 34"/>
                <a:gd name="T5" fmla="*/ 16 h 46"/>
                <a:gd name="T6" fmla="*/ 0 w 34"/>
                <a:gd name="T7" fmla="*/ 46 h 46"/>
                <a:gd name="T8" fmla="*/ 34 w 34"/>
                <a:gd name="T9" fmla="*/ 46 h 46"/>
                <a:gd name="T10" fmla="*/ 34 w 34"/>
                <a:gd name="T11" fmla="*/ 0 h 46"/>
                <a:gd name="T12" fmla="*/ 15 w 34"/>
                <a:gd name="T13" fmla="*/ 7 h 46"/>
                <a:gd name="T14" fmla="*/ 15 w 34"/>
                <a:gd name="T15" fmla="*/ 14 h 46"/>
                <a:gd name="T16" fmla="*/ 7 w 34"/>
                <a:gd name="T17" fmla="*/ 14 h 46"/>
                <a:gd name="T18" fmla="*/ 15 w 34"/>
                <a:gd name="T19" fmla="*/ 7 h 46"/>
                <a:gd name="T20" fmla="*/ 29 w 34"/>
                <a:gd name="T21" fmla="*/ 41 h 46"/>
                <a:gd name="T22" fmla="*/ 4 w 34"/>
                <a:gd name="T23" fmla="*/ 41 h 46"/>
                <a:gd name="T24" fmla="*/ 4 w 34"/>
                <a:gd name="T25" fmla="*/ 19 h 46"/>
                <a:gd name="T26" fmla="*/ 19 w 34"/>
                <a:gd name="T27" fmla="*/ 19 h 46"/>
                <a:gd name="T28" fmla="*/ 19 w 34"/>
                <a:gd name="T29" fmla="*/ 4 h 46"/>
                <a:gd name="T30" fmla="*/ 29 w 34"/>
                <a:gd name="T31" fmla="*/ 4 h 46"/>
                <a:gd name="T32" fmla="*/ 29 w 34"/>
                <a:gd name="T33" fmla="*/ 4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46">
                  <a:moveTo>
                    <a:pt x="34" y="0"/>
                  </a:moveTo>
                  <a:lnTo>
                    <a:pt x="16" y="0"/>
                  </a:lnTo>
                  <a:lnTo>
                    <a:pt x="0" y="16"/>
                  </a:lnTo>
                  <a:lnTo>
                    <a:pt x="0" y="46"/>
                  </a:lnTo>
                  <a:lnTo>
                    <a:pt x="34" y="46"/>
                  </a:lnTo>
                  <a:lnTo>
                    <a:pt x="34" y="0"/>
                  </a:lnTo>
                  <a:close/>
                  <a:moveTo>
                    <a:pt x="15" y="7"/>
                  </a:moveTo>
                  <a:lnTo>
                    <a:pt x="15" y="14"/>
                  </a:lnTo>
                  <a:lnTo>
                    <a:pt x="7" y="14"/>
                  </a:lnTo>
                  <a:lnTo>
                    <a:pt x="15" y="7"/>
                  </a:lnTo>
                  <a:close/>
                  <a:moveTo>
                    <a:pt x="29" y="41"/>
                  </a:moveTo>
                  <a:lnTo>
                    <a:pt x="4" y="41"/>
                  </a:lnTo>
                  <a:lnTo>
                    <a:pt x="4" y="19"/>
                  </a:lnTo>
                  <a:lnTo>
                    <a:pt x="19" y="19"/>
                  </a:lnTo>
                  <a:lnTo>
                    <a:pt x="19" y="4"/>
                  </a:lnTo>
                  <a:lnTo>
                    <a:pt x="29" y="4"/>
                  </a:lnTo>
                  <a:lnTo>
                    <a:pt x="29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0" name="Freeform 223"/>
            <p:cNvSpPr>
              <a:spLocks noEditPoints="1"/>
            </p:cNvSpPr>
            <p:nvPr/>
          </p:nvSpPr>
          <p:spPr bwMode="auto">
            <a:xfrm>
              <a:off x="6765060" y="3618704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9 w 133"/>
                <a:gd name="T19" fmla="*/ 4 h 133"/>
                <a:gd name="T20" fmla="*/ 109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9 w 133"/>
                <a:gd name="T29" fmla="*/ 4 h 133"/>
                <a:gd name="T30" fmla="*/ 21 w 133"/>
                <a:gd name="T31" fmla="*/ 64 h 133"/>
                <a:gd name="T32" fmla="*/ 6 w 133"/>
                <a:gd name="T33" fmla="*/ 55 h 133"/>
                <a:gd name="T34" fmla="*/ 21 w 133"/>
                <a:gd name="T35" fmla="*/ 49 h 133"/>
                <a:gd name="T36" fmla="*/ 21 w 133"/>
                <a:gd name="T37" fmla="*/ 64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5 h 133"/>
                <a:gd name="T52" fmla="*/ 113 w 133"/>
                <a:gd name="T53" fmla="*/ 64 h 133"/>
                <a:gd name="T54" fmla="*/ 113 w 133"/>
                <a:gd name="T55" fmla="*/ 49 h 133"/>
                <a:gd name="T56" fmla="*/ 127 w 133"/>
                <a:gd name="T57" fmla="*/ 5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4"/>
                  </a:moveTo>
                  <a:lnTo>
                    <a:pt x="6" y="55"/>
                  </a:lnTo>
                  <a:lnTo>
                    <a:pt x="21" y="49"/>
                  </a:lnTo>
                  <a:lnTo>
                    <a:pt x="21" y="64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5"/>
                  </a:moveTo>
                  <a:lnTo>
                    <a:pt x="113" y="64"/>
                  </a:lnTo>
                  <a:lnTo>
                    <a:pt x="113" y="49"/>
                  </a:lnTo>
                  <a:lnTo>
                    <a:pt x="127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185337639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425049" y="411510"/>
            <a:ext cx="23235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Basic Elaboration</a:t>
            </a:r>
            <a:endParaRPr lang="uk-UA" sz="2400" dirty="0"/>
          </a:p>
        </p:txBody>
      </p:sp>
      <p:grpSp>
        <p:nvGrpSpPr>
          <p:cNvPr id="18" name="Группа 17"/>
          <p:cNvGrpSpPr/>
          <p:nvPr/>
        </p:nvGrpSpPr>
        <p:grpSpPr>
          <a:xfrm>
            <a:off x="2068227" y="1275606"/>
            <a:ext cx="301196" cy="301196"/>
            <a:chOff x="2068227" y="1275606"/>
            <a:chExt cx="301196" cy="301196"/>
          </a:xfrm>
          <a:solidFill>
            <a:schemeClr val="tx1"/>
          </a:solidFill>
        </p:grpSpPr>
        <p:sp>
          <p:nvSpPr>
            <p:cNvPr id="220" name="Freeform 224"/>
            <p:cNvSpPr>
              <a:spLocks/>
            </p:cNvSpPr>
            <p:nvPr/>
          </p:nvSpPr>
          <p:spPr bwMode="auto">
            <a:xfrm>
              <a:off x="2176929" y="1327691"/>
              <a:ext cx="81527" cy="97380"/>
            </a:xfrm>
            <a:custGeom>
              <a:avLst/>
              <a:gdLst>
                <a:gd name="T0" fmla="*/ 20 w 36"/>
                <a:gd name="T1" fmla="*/ 43 h 43"/>
                <a:gd name="T2" fmla="*/ 36 w 36"/>
                <a:gd name="T3" fmla="*/ 27 h 43"/>
                <a:gd name="T4" fmla="*/ 33 w 36"/>
                <a:gd name="T5" fmla="*/ 24 h 43"/>
                <a:gd name="T6" fmla="*/ 20 w 36"/>
                <a:gd name="T7" fmla="*/ 37 h 43"/>
                <a:gd name="T8" fmla="*/ 20 w 36"/>
                <a:gd name="T9" fmla="*/ 0 h 43"/>
                <a:gd name="T10" fmla="*/ 16 w 36"/>
                <a:gd name="T11" fmla="*/ 0 h 43"/>
                <a:gd name="T12" fmla="*/ 16 w 36"/>
                <a:gd name="T13" fmla="*/ 37 h 43"/>
                <a:gd name="T14" fmla="*/ 3 w 36"/>
                <a:gd name="T15" fmla="*/ 24 h 43"/>
                <a:gd name="T16" fmla="*/ 0 w 36"/>
                <a:gd name="T17" fmla="*/ 27 h 43"/>
                <a:gd name="T18" fmla="*/ 17 w 36"/>
                <a:gd name="T19" fmla="*/ 43 h 43"/>
                <a:gd name="T20" fmla="*/ 20 w 36"/>
                <a:gd name="T21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20" y="43"/>
                  </a:moveTo>
                  <a:lnTo>
                    <a:pt x="36" y="27"/>
                  </a:lnTo>
                  <a:lnTo>
                    <a:pt x="33" y="24"/>
                  </a:lnTo>
                  <a:lnTo>
                    <a:pt x="20" y="37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37"/>
                  </a:lnTo>
                  <a:lnTo>
                    <a:pt x="3" y="24"/>
                  </a:lnTo>
                  <a:lnTo>
                    <a:pt x="0" y="27"/>
                  </a:lnTo>
                  <a:lnTo>
                    <a:pt x="17" y="43"/>
                  </a:lnTo>
                  <a:lnTo>
                    <a:pt x="20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1" name="Freeform 225"/>
            <p:cNvSpPr>
              <a:spLocks noEditPoints="1"/>
            </p:cNvSpPr>
            <p:nvPr/>
          </p:nvSpPr>
          <p:spPr bwMode="auto">
            <a:xfrm>
              <a:off x="2068227" y="1275606"/>
              <a:ext cx="301196" cy="301196"/>
            </a:xfrm>
            <a:custGeom>
              <a:avLst/>
              <a:gdLst>
                <a:gd name="T0" fmla="*/ 112 w 133"/>
                <a:gd name="T1" fmla="*/ 0 h 133"/>
                <a:gd name="T2" fmla="*/ 20 w 133"/>
                <a:gd name="T3" fmla="*/ 0 h 133"/>
                <a:gd name="T4" fmla="*/ 20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2 w 133"/>
                <a:gd name="T15" fmla="*/ 44 h 133"/>
                <a:gd name="T16" fmla="*/ 112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6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0 w 133"/>
                <a:gd name="T31" fmla="*/ 63 h 133"/>
                <a:gd name="T32" fmla="*/ 6 w 133"/>
                <a:gd name="T33" fmla="*/ 54 h 133"/>
                <a:gd name="T34" fmla="*/ 20 w 133"/>
                <a:gd name="T35" fmla="*/ 49 h 133"/>
                <a:gd name="T36" fmla="*/ 20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6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2 w 133"/>
                <a:gd name="T53" fmla="*/ 63 h 133"/>
                <a:gd name="T54" fmla="*/ 112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2" y="0"/>
                  </a:moveTo>
                  <a:lnTo>
                    <a:pt x="20" y="0"/>
                  </a:lnTo>
                  <a:lnTo>
                    <a:pt x="20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2" y="44"/>
                  </a:lnTo>
                  <a:lnTo>
                    <a:pt x="112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6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0" y="63"/>
                  </a:moveTo>
                  <a:lnTo>
                    <a:pt x="6" y="54"/>
                  </a:lnTo>
                  <a:lnTo>
                    <a:pt x="20" y="49"/>
                  </a:lnTo>
                  <a:lnTo>
                    <a:pt x="20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6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2" y="63"/>
                  </a:lnTo>
                  <a:lnTo>
                    <a:pt x="112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9" name="Группа 18"/>
          <p:cNvGrpSpPr/>
          <p:nvPr/>
        </p:nvGrpSpPr>
        <p:grpSpPr>
          <a:xfrm>
            <a:off x="2457743" y="1275606"/>
            <a:ext cx="303460" cy="301196"/>
            <a:chOff x="2457743" y="1275606"/>
            <a:chExt cx="303460" cy="301196"/>
          </a:xfrm>
          <a:solidFill>
            <a:schemeClr val="tx1"/>
          </a:solidFill>
        </p:grpSpPr>
        <p:sp>
          <p:nvSpPr>
            <p:cNvPr id="222" name="Freeform 226"/>
            <p:cNvSpPr>
              <a:spLocks noEditPoints="1"/>
            </p:cNvSpPr>
            <p:nvPr/>
          </p:nvSpPr>
          <p:spPr bwMode="auto">
            <a:xfrm>
              <a:off x="2457743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4 w 134"/>
                <a:gd name="T39" fmla="*/ 129 h 133"/>
                <a:gd name="T40" fmla="*/ 4 w 134"/>
                <a:gd name="T41" fmla="*/ 58 h 133"/>
                <a:gd name="T42" fmla="*/ 67 w 134"/>
                <a:gd name="T43" fmla="*/ 97 h 133"/>
                <a:gd name="T44" fmla="*/ 129 w 134"/>
                <a:gd name="T45" fmla="*/ 58 h 133"/>
                <a:gd name="T46" fmla="*/ 129 w 134"/>
                <a:gd name="T47" fmla="*/ 129 h 133"/>
                <a:gd name="T48" fmla="*/ 4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3" name="Freeform 227"/>
            <p:cNvSpPr>
              <a:spLocks noEditPoints="1"/>
            </p:cNvSpPr>
            <p:nvPr/>
          </p:nvSpPr>
          <p:spPr bwMode="auto">
            <a:xfrm>
              <a:off x="2580032" y="1318633"/>
              <a:ext cx="86056" cy="106438"/>
            </a:xfrm>
            <a:custGeom>
              <a:avLst/>
              <a:gdLst>
                <a:gd name="T0" fmla="*/ 5 w 38"/>
                <a:gd name="T1" fmla="*/ 25 h 47"/>
                <a:gd name="T2" fmla="*/ 38 w 38"/>
                <a:gd name="T3" fmla="*/ 25 h 47"/>
                <a:gd name="T4" fmla="*/ 31 w 38"/>
                <a:gd name="T5" fmla="*/ 14 h 47"/>
                <a:gd name="T6" fmla="*/ 38 w 38"/>
                <a:gd name="T7" fmla="*/ 4 h 47"/>
                <a:gd name="T8" fmla="*/ 5 w 38"/>
                <a:gd name="T9" fmla="*/ 4 h 47"/>
                <a:gd name="T10" fmla="*/ 5 w 38"/>
                <a:gd name="T11" fmla="*/ 0 h 47"/>
                <a:gd name="T12" fmla="*/ 0 w 38"/>
                <a:gd name="T13" fmla="*/ 0 h 47"/>
                <a:gd name="T14" fmla="*/ 0 w 38"/>
                <a:gd name="T15" fmla="*/ 47 h 47"/>
                <a:gd name="T16" fmla="*/ 5 w 38"/>
                <a:gd name="T17" fmla="*/ 47 h 47"/>
                <a:gd name="T18" fmla="*/ 5 w 38"/>
                <a:gd name="T19" fmla="*/ 25 h 47"/>
                <a:gd name="T20" fmla="*/ 30 w 38"/>
                <a:gd name="T21" fmla="*/ 8 h 47"/>
                <a:gd name="T22" fmla="*/ 26 w 38"/>
                <a:gd name="T23" fmla="*/ 14 h 47"/>
                <a:gd name="T24" fmla="*/ 30 w 38"/>
                <a:gd name="T25" fmla="*/ 20 h 47"/>
                <a:gd name="T26" fmla="*/ 5 w 38"/>
                <a:gd name="T27" fmla="*/ 20 h 47"/>
                <a:gd name="T28" fmla="*/ 5 w 38"/>
                <a:gd name="T29" fmla="*/ 8 h 47"/>
                <a:gd name="T30" fmla="*/ 30 w 38"/>
                <a:gd name="T31" fmla="*/ 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47">
                  <a:moveTo>
                    <a:pt x="5" y="25"/>
                  </a:moveTo>
                  <a:lnTo>
                    <a:pt x="38" y="25"/>
                  </a:lnTo>
                  <a:lnTo>
                    <a:pt x="31" y="14"/>
                  </a:lnTo>
                  <a:lnTo>
                    <a:pt x="38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47"/>
                  </a:lnTo>
                  <a:lnTo>
                    <a:pt x="5" y="47"/>
                  </a:lnTo>
                  <a:lnTo>
                    <a:pt x="5" y="25"/>
                  </a:lnTo>
                  <a:close/>
                  <a:moveTo>
                    <a:pt x="30" y="8"/>
                  </a:moveTo>
                  <a:lnTo>
                    <a:pt x="26" y="14"/>
                  </a:lnTo>
                  <a:lnTo>
                    <a:pt x="30" y="20"/>
                  </a:lnTo>
                  <a:lnTo>
                    <a:pt x="5" y="20"/>
                  </a:lnTo>
                  <a:lnTo>
                    <a:pt x="5" y="8"/>
                  </a:lnTo>
                  <a:lnTo>
                    <a:pt x="3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0" name="Группа 19"/>
          <p:cNvGrpSpPr/>
          <p:nvPr/>
        </p:nvGrpSpPr>
        <p:grpSpPr>
          <a:xfrm>
            <a:off x="2849522" y="1275606"/>
            <a:ext cx="301196" cy="301196"/>
            <a:chOff x="2849522" y="1275606"/>
            <a:chExt cx="301196" cy="301196"/>
          </a:xfrm>
          <a:solidFill>
            <a:schemeClr val="tx1"/>
          </a:solidFill>
        </p:grpSpPr>
        <p:sp>
          <p:nvSpPr>
            <p:cNvPr id="224" name="Freeform 228"/>
            <p:cNvSpPr>
              <a:spLocks noEditPoints="1"/>
            </p:cNvSpPr>
            <p:nvPr/>
          </p:nvSpPr>
          <p:spPr bwMode="auto">
            <a:xfrm>
              <a:off x="2849522" y="1275606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3 h 133"/>
                <a:gd name="T32" fmla="*/ 7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3 w 133"/>
                <a:gd name="T53" fmla="*/ 63 h 133"/>
                <a:gd name="T54" fmla="*/ 113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5" name="Freeform 229"/>
            <p:cNvSpPr>
              <a:spLocks noEditPoints="1"/>
            </p:cNvSpPr>
            <p:nvPr/>
          </p:nvSpPr>
          <p:spPr bwMode="auto">
            <a:xfrm>
              <a:off x="2949166" y="1336750"/>
              <a:ext cx="104173" cy="90585"/>
            </a:xfrm>
            <a:custGeom>
              <a:avLst/>
              <a:gdLst>
                <a:gd name="T0" fmla="*/ 43 w 88"/>
                <a:gd name="T1" fmla="*/ 76 h 77"/>
                <a:gd name="T2" fmla="*/ 44 w 88"/>
                <a:gd name="T3" fmla="*/ 77 h 77"/>
                <a:gd name="T4" fmla="*/ 46 w 88"/>
                <a:gd name="T5" fmla="*/ 76 h 77"/>
                <a:gd name="T6" fmla="*/ 88 w 88"/>
                <a:gd name="T7" fmla="*/ 24 h 77"/>
                <a:gd name="T8" fmla="*/ 64 w 88"/>
                <a:gd name="T9" fmla="*/ 0 h 77"/>
                <a:gd name="T10" fmla="*/ 44 w 88"/>
                <a:gd name="T11" fmla="*/ 11 h 77"/>
                <a:gd name="T12" fmla="*/ 24 w 88"/>
                <a:gd name="T13" fmla="*/ 0 h 77"/>
                <a:gd name="T14" fmla="*/ 0 w 88"/>
                <a:gd name="T15" fmla="*/ 24 h 77"/>
                <a:gd name="T16" fmla="*/ 43 w 88"/>
                <a:gd name="T17" fmla="*/ 76 h 77"/>
                <a:gd name="T18" fmla="*/ 24 w 88"/>
                <a:gd name="T19" fmla="*/ 8 h 77"/>
                <a:gd name="T20" fmla="*/ 40 w 88"/>
                <a:gd name="T21" fmla="*/ 24 h 77"/>
                <a:gd name="T22" fmla="*/ 48 w 88"/>
                <a:gd name="T23" fmla="*/ 24 h 77"/>
                <a:gd name="T24" fmla="*/ 64 w 88"/>
                <a:gd name="T25" fmla="*/ 8 h 77"/>
                <a:gd name="T26" fmla="*/ 80 w 88"/>
                <a:gd name="T27" fmla="*/ 24 h 77"/>
                <a:gd name="T28" fmla="*/ 44 w 88"/>
                <a:gd name="T29" fmla="*/ 68 h 77"/>
                <a:gd name="T30" fmla="*/ 8 w 88"/>
                <a:gd name="T31" fmla="*/ 24 h 77"/>
                <a:gd name="T32" fmla="*/ 24 w 88"/>
                <a:gd name="T33" fmla="*/ 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7">
                  <a:moveTo>
                    <a:pt x="43" y="76"/>
                  </a:moveTo>
                  <a:cubicBezTo>
                    <a:pt x="44" y="77"/>
                    <a:pt x="44" y="77"/>
                    <a:pt x="44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8" y="75"/>
                    <a:pt x="88" y="53"/>
                    <a:pt x="88" y="24"/>
                  </a:cubicBezTo>
                  <a:cubicBezTo>
                    <a:pt x="88" y="11"/>
                    <a:pt x="78" y="0"/>
                    <a:pt x="64" y="0"/>
                  </a:cubicBezTo>
                  <a:cubicBezTo>
                    <a:pt x="56" y="0"/>
                    <a:pt x="49" y="5"/>
                    <a:pt x="44" y="11"/>
                  </a:cubicBezTo>
                  <a:cubicBezTo>
                    <a:pt x="40" y="5"/>
                    <a:pt x="33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53"/>
                    <a:pt x="41" y="75"/>
                    <a:pt x="43" y="76"/>
                  </a:cubicBezTo>
                  <a:close/>
                  <a:moveTo>
                    <a:pt x="24" y="8"/>
                  </a:moveTo>
                  <a:cubicBezTo>
                    <a:pt x="33" y="8"/>
                    <a:pt x="40" y="16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6"/>
                    <a:pt x="56" y="8"/>
                    <a:pt x="64" y="8"/>
                  </a:cubicBezTo>
                  <a:cubicBezTo>
                    <a:pt x="74" y="8"/>
                    <a:pt x="80" y="15"/>
                    <a:pt x="80" y="24"/>
                  </a:cubicBezTo>
                  <a:cubicBezTo>
                    <a:pt x="80" y="45"/>
                    <a:pt x="52" y="63"/>
                    <a:pt x="44" y="68"/>
                  </a:cubicBezTo>
                  <a:cubicBezTo>
                    <a:pt x="37" y="63"/>
                    <a:pt x="8" y="45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1" name="Группа 20"/>
          <p:cNvGrpSpPr/>
          <p:nvPr/>
        </p:nvGrpSpPr>
        <p:grpSpPr>
          <a:xfrm>
            <a:off x="3241303" y="1275606"/>
            <a:ext cx="303460" cy="301196"/>
            <a:chOff x="3241303" y="1275606"/>
            <a:chExt cx="303460" cy="301196"/>
          </a:xfrm>
          <a:solidFill>
            <a:schemeClr val="tx1"/>
          </a:solidFill>
        </p:grpSpPr>
        <p:sp>
          <p:nvSpPr>
            <p:cNvPr id="226" name="Freeform 230"/>
            <p:cNvSpPr>
              <a:spLocks/>
            </p:cNvSpPr>
            <p:nvPr/>
          </p:nvSpPr>
          <p:spPr bwMode="auto">
            <a:xfrm>
              <a:off x="3345476" y="1339015"/>
              <a:ext cx="99644" cy="81527"/>
            </a:xfrm>
            <a:custGeom>
              <a:avLst/>
              <a:gdLst>
                <a:gd name="T0" fmla="*/ 24 w 44"/>
                <a:gd name="T1" fmla="*/ 33 h 36"/>
                <a:gd name="T2" fmla="*/ 27 w 44"/>
                <a:gd name="T3" fmla="*/ 36 h 36"/>
                <a:gd name="T4" fmla="*/ 44 w 44"/>
                <a:gd name="T5" fmla="*/ 19 h 36"/>
                <a:gd name="T6" fmla="*/ 44 w 44"/>
                <a:gd name="T7" fmla="*/ 17 h 36"/>
                <a:gd name="T8" fmla="*/ 27 w 44"/>
                <a:gd name="T9" fmla="*/ 0 h 36"/>
                <a:gd name="T10" fmla="*/ 24 w 44"/>
                <a:gd name="T11" fmla="*/ 3 h 36"/>
                <a:gd name="T12" fmla="*/ 37 w 44"/>
                <a:gd name="T13" fmla="*/ 16 h 36"/>
                <a:gd name="T14" fmla="*/ 0 w 44"/>
                <a:gd name="T15" fmla="*/ 16 h 36"/>
                <a:gd name="T16" fmla="*/ 0 w 44"/>
                <a:gd name="T17" fmla="*/ 20 h 36"/>
                <a:gd name="T18" fmla="*/ 37 w 44"/>
                <a:gd name="T19" fmla="*/ 20 h 36"/>
                <a:gd name="T20" fmla="*/ 24 w 44"/>
                <a:gd name="T21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24" y="33"/>
                  </a:moveTo>
                  <a:lnTo>
                    <a:pt x="27" y="36"/>
                  </a:lnTo>
                  <a:lnTo>
                    <a:pt x="44" y="19"/>
                  </a:lnTo>
                  <a:lnTo>
                    <a:pt x="44" y="17"/>
                  </a:lnTo>
                  <a:lnTo>
                    <a:pt x="27" y="0"/>
                  </a:lnTo>
                  <a:lnTo>
                    <a:pt x="24" y="3"/>
                  </a:lnTo>
                  <a:lnTo>
                    <a:pt x="37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24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7" name="Freeform 231"/>
            <p:cNvSpPr>
              <a:spLocks noEditPoints="1"/>
            </p:cNvSpPr>
            <p:nvPr/>
          </p:nvSpPr>
          <p:spPr bwMode="auto">
            <a:xfrm>
              <a:off x="3241303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5 w 134"/>
                <a:gd name="T39" fmla="*/ 129 h 133"/>
                <a:gd name="T40" fmla="*/ 5 w 134"/>
                <a:gd name="T41" fmla="*/ 58 h 133"/>
                <a:gd name="T42" fmla="*/ 67 w 134"/>
                <a:gd name="T43" fmla="*/ 97 h 133"/>
                <a:gd name="T44" fmla="*/ 130 w 134"/>
                <a:gd name="T45" fmla="*/ 58 h 133"/>
                <a:gd name="T46" fmla="*/ 130 w 134"/>
                <a:gd name="T47" fmla="*/ 129 h 133"/>
                <a:gd name="T48" fmla="*/ 5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5" y="129"/>
                  </a:moveTo>
                  <a:lnTo>
                    <a:pt x="5" y="58"/>
                  </a:lnTo>
                  <a:lnTo>
                    <a:pt x="67" y="97"/>
                  </a:lnTo>
                  <a:lnTo>
                    <a:pt x="130" y="58"/>
                  </a:lnTo>
                  <a:lnTo>
                    <a:pt x="130" y="129"/>
                  </a:lnTo>
                  <a:lnTo>
                    <a:pt x="5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2" name="Группа 21"/>
          <p:cNvGrpSpPr/>
          <p:nvPr/>
        </p:nvGrpSpPr>
        <p:grpSpPr>
          <a:xfrm>
            <a:off x="3633082" y="1275606"/>
            <a:ext cx="303460" cy="301196"/>
            <a:chOff x="3633082" y="1275606"/>
            <a:chExt cx="303460" cy="301196"/>
          </a:xfrm>
          <a:solidFill>
            <a:schemeClr val="tx1"/>
          </a:solidFill>
        </p:grpSpPr>
        <p:sp>
          <p:nvSpPr>
            <p:cNvPr id="228" name="Freeform 232"/>
            <p:cNvSpPr>
              <a:spLocks noEditPoints="1"/>
            </p:cNvSpPr>
            <p:nvPr/>
          </p:nvSpPr>
          <p:spPr bwMode="auto">
            <a:xfrm>
              <a:off x="3737255" y="1332221"/>
              <a:ext cx="95114" cy="92850"/>
            </a:xfrm>
            <a:custGeom>
              <a:avLst/>
              <a:gdLst>
                <a:gd name="T0" fmla="*/ 40 w 80"/>
                <a:gd name="T1" fmla="*/ 80 h 80"/>
                <a:gd name="T2" fmla="*/ 40 w 80"/>
                <a:gd name="T3" fmla="*/ 80 h 80"/>
                <a:gd name="T4" fmla="*/ 80 w 80"/>
                <a:gd name="T5" fmla="*/ 40 h 80"/>
                <a:gd name="T6" fmla="*/ 68 w 80"/>
                <a:gd name="T7" fmla="*/ 12 h 80"/>
                <a:gd name="T8" fmla="*/ 40 w 80"/>
                <a:gd name="T9" fmla="*/ 0 h 80"/>
                <a:gd name="T10" fmla="*/ 11 w 80"/>
                <a:gd name="T11" fmla="*/ 12 h 80"/>
                <a:gd name="T12" fmla="*/ 0 w 80"/>
                <a:gd name="T13" fmla="*/ 40 h 80"/>
                <a:gd name="T14" fmla="*/ 11 w 80"/>
                <a:gd name="T15" fmla="*/ 69 h 80"/>
                <a:gd name="T16" fmla="*/ 40 w 80"/>
                <a:gd name="T17" fmla="*/ 80 h 80"/>
                <a:gd name="T18" fmla="*/ 40 w 80"/>
                <a:gd name="T19" fmla="*/ 8 h 80"/>
                <a:gd name="T20" fmla="*/ 62 w 80"/>
                <a:gd name="T21" fmla="*/ 18 h 80"/>
                <a:gd name="T22" fmla="*/ 72 w 80"/>
                <a:gd name="T23" fmla="*/ 40 h 80"/>
                <a:gd name="T24" fmla="*/ 65 w 80"/>
                <a:gd name="T25" fmla="*/ 60 h 80"/>
                <a:gd name="T26" fmla="*/ 20 w 80"/>
                <a:gd name="T27" fmla="*/ 15 h 80"/>
                <a:gd name="T28" fmla="*/ 40 w 80"/>
                <a:gd name="T29" fmla="*/ 8 h 80"/>
                <a:gd name="T30" fmla="*/ 14 w 80"/>
                <a:gd name="T31" fmla="*/ 21 h 80"/>
                <a:gd name="T32" fmla="*/ 59 w 80"/>
                <a:gd name="T33" fmla="*/ 66 h 80"/>
                <a:gd name="T34" fmla="*/ 40 w 80"/>
                <a:gd name="T35" fmla="*/ 72 h 80"/>
                <a:gd name="T36" fmla="*/ 17 w 80"/>
                <a:gd name="T37" fmla="*/ 63 h 80"/>
                <a:gd name="T38" fmla="*/ 8 w 80"/>
                <a:gd name="T39" fmla="*/ 40 h 80"/>
                <a:gd name="T40" fmla="*/ 14 w 80"/>
                <a:gd name="T41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40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30"/>
                    <a:pt x="76" y="20"/>
                    <a:pt x="68" y="12"/>
                  </a:cubicBezTo>
                  <a:cubicBezTo>
                    <a:pt x="60" y="5"/>
                    <a:pt x="50" y="0"/>
                    <a:pt x="40" y="0"/>
                  </a:cubicBezTo>
                  <a:cubicBezTo>
                    <a:pt x="29" y="0"/>
                    <a:pt x="19" y="5"/>
                    <a:pt x="11" y="12"/>
                  </a:cubicBezTo>
                  <a:cubicBezTo>
                    <a:pt x="4" y="20"/>
                    <a:pt x="0" y="30"/>
                    <a:pt x="0" y="40"/>
                  </a:cubicBezTo>
                  <a:cubicBezTo>
                    <a:pt x="0" y="51"/>
                    <a:pt x="4" y="61"/>
                    <a:pt x="11" y="69"/>
                  </a:cubicBezTo>
                  <a:cubicBezTo>
                    <a:pt x="19" y="76"/>
                    <a:pt x="29" y="80"/>
                    <a:pt x="40" y="80"/>
                  </a:cubicBezTo>
                  <a:close/>
                  <a:moveTo>
                    <a:pt x="40" y="8"/>
                  </a:moveTo>
                  <a:cubicBezTo>
                    <a:pt x="48" y="8"/>
                    <a:pt x="56" y="12"/>
                    <a:pt x="62" y="18"/>
                  </a:cubicBezTo>
                  <a:cubicBezTo>
                    <a:pt x="68" y="24"/>
                    <a:pt x="72" y="32"/>
                    <a:pt x="72" y="40"/>
                  </a:cubicBezTo>
                  <a:cubicBezTo>
                    <a:pt x="72" y="48"/>
                    <a:pt x="69" y="55"/>
                    <a:pt x="65" y="60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6" y="11"/>
                    <a:pt x="33" y="8"/>
                    <a:pt x="40" y="8"/>
                  </a:cubicBezTo>
                  <a:close/>
                  <a:moveTo>
                    <a:pt x="14" y="21"/>
                  </a:moveTo>
                  <a:cubicBezTo>
                    <a:pt x="59" y="66"/>
                    <a:pt x="59" y="66"/>
                    <a:pt x="59" y="66"/>
                  </a:cubicBezTo>
                  <a:cubicBezTo>
                    <a:pt x="54" y="70"/>
                    <a:pt x="47" y="72"/>
                    <a:pt x="40" y="72"/>
                  </a:cubicBezTo>
                  <a:cubicBezTo>
                    <a:pt x="31" y="72"/>
                    <a:pt x="23" y="69"/>
                    <a:pt x="17" y="63"/>
                  </a:cubicBezTo>
                  <a:cubicBezTo>
                    <a:pt x="11" y="57"/>
                    <a:pt x="8" y="49"/>
                    <a:pt x="8" y="40"/>
                  </a:cubicBezTo>
                  <a:cubicBezTo>
                    <a:pt x="8" y="33"/>
                    <a:pt x="10" y="26"/>
                    <a:pt x="14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9" name="Freeform 233"/>
            <p:cNvSpPr>
              <a:spLocks noEditPoints="1"/>
            </p:cNvSpPr>
            <p:nvPr/>
          </p:nvSpPr>
          <p:spPr bwMode="auto">
            <a:xfrm>
              <a:off x="3633082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4 w 134"/>
                <a:gd name="T39" fmla="*/ 129 h 133"/>
                <a:gd name="T40" fmla="*/ 4 w 134"/>
                <a:gd name="T41" fmla="*/ 58 h 133"/>
                <a:gd name="T42" fmla="*/ 67 w 134"/>
                <a:gd name="T43" fmla="*/ 97 h 133"/>
                <a:gd name="T44" fmla="*/ 129 w 134"/>
                <a:gd name="T45" fmla="*/ 58 h 133"/>
                <a:gd name="T46" fmla="*/ 129 w 134"/>
                <a:gd name="T47" fmla="*/ 129 h 133"/>
                <a:gd name="T48" fmla="*/ 4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3" name="Группа 22"/>
          <p:cNvGrpSpPr/>
          <p:nvPr/>
        </p:nvGrpSpPr>
        <p:grpSpPr>
          <a:xfrm>
            <a:off x="4024863" y="1275606"/>
            <a:ext cx="301196" cy="301196"/>
            <a:chOff x="4024863" y="1275606"/>
            <a:chExt cx="301196" cy="301196"/>
          </a:xfrm>
          <a:solidFill>
            <a:schemeClr val="tx1"/>
          </a:solidFill>
        </p:grpSpPr>
        <p:sp>
          <p:nvSpPr>
            <p:cNvPr id="230" name="Freeform 234"/>
            <p:cNvSpPr>
              <a:spLocks noEditPoints="1"/>
            </p:cNvSpPr>
            <p:nvPr/>
          </p:nvSpPr>
          <p:spPr bwMode="auto">
            <a:xfrm>
              <a:off x="4124507" y="1327691"/>
              <a:ext cx="83792" cy="104173"/>
            </a:xfrm>
            <a:custGeom>
              <a:avLst/>
              <a:gdLst>
                <a:gd name="T0" fmla="*/ 16 w 72"/>
                <a:gd name="T1" fmla="*/ 88 h 88"/>
                <a:gd name="T2" fmla="*/ 32 w 72"/>
                <a:gd name="T3" fmla="*/ 72 h 88"/>
                <a:gd name="T4" fmla="*/ 32 w 72"/>
                <a:gd name="T5" fmla="*/ 32 h 88"/>
                <a:gd name="T6" fmla="*/ 64 w 72"/>
                <a:gd name="T7" fmla="*/ 25 h 88"/>
                <a:gd name="T8" fmla="*/ 64 w 72"/>
                <a:gd name="T9" fmla="*/ 51 h 88"/>
                <a:gd name="T10" fmla="*/ 56 w 72"/>
                <a:gd name="T11" fmla="*/ 48 h 88"/>
                <a:gd name="T12" fmla="*/ 40 w 72"/>
                <a:gd name="T13" fmla="*/ 64 h 88"/>
                <a:gd name="T14" fmla="*/ 56 w 72"/>
                <a:gd name="T15" fmla="*/ 80 h 88"/>
                <a:gd name="T16" fmla="*/ 72 w 72"/>
                <a:gd name="T17" fmla="*/ 64 h 88"/>
                <a:gd name="T18" fmla="*/ 72 w 72"/>
                <a:gd name="T19" fmla="*/ 0 h 88"/>
                <a:gd name="T20" fmla="*/ 24 w 72"/>
                <a:gd name="T21" fmla="*/ 9 h 88"/>
                <a:gd name="T22" fmla="*/ 24 w 72"/>
                <a:gd name="T23" fmla="*/ 59 h 88"/>
                <a:gd name="T24" fmla="*/ 16 w 72"/>
                <a:gd name="T25" fmla="*/ 56 h 88"/>
                <a:gd name="T26" fmla="*/ 0 w 72"/>
                <a:gd name="T27" fmla="*/ 72 h 88"/>
                <a:gd name="T28" fmla="*/ 16 w 72"/>
                <a:gd name="T29" fmla="*/ 88 h 88"/>
                <a:gd name="T30" fmla="*/ 56 w 72"/>
                <a:gd name="T31" fmla="*/ 72 h 88"/>
                <a:gd name="T32" fmla="*/ 48 w 72"/>
                <a:gd name="T33" fmla="*/ 64 h 88"/>
                <a:gd name="T34" fmla="*/ 56 w 72"/>
                <a:gd name="T35" fmla="*/ 56 h 88"/>
                <a:gd name="T36" fmla="*/ 64 w 72"/>
                <a:gd name="T37" fmla="*/ 64 h 88"/>
                <a:gd name="T38" fmla="*/ 56 w 72"/>
                <a:gd name="T39" fmla="*/ 72 h 88"/>
                <a:gd name="T40" fmla="*/ 64 w 72"/>
                <a:gd name="T41" fmla="*/ 9 h 88"/>
                <a:gd name="T42" fmla="*/ 64 w 72"/>
                <a:gd name="T43" fmla="*/ 17 h 88"/>
                <a:gd name="T44" fmla="*/ 32 w 72"/>
                <a:gd name="T45" fmla="*/ 24 h 88"/>
                <a:gd name="T46" fmla="*/ 32 w 72"/>
                <a:gd name="T47" fmla="*/ 16 h 88"/>
                <a:gd name="T48" fmla="*/ 64 w 72"/>
                <a:gd name="T49" fmla="*/ 9 h 88"/>
                <a:gd name="T50" fmla="*/ 16 w 72"/>
                <a:gd name="T51" fmla="*/ 64 h 88"/>
                <a:gd name="T52" fmla="*/ 24 w 72"/>
                <a:gd name="T53" fmla="*/ 72 h 88"/>
                <a:gd name="T54" fmla="*/ 16 w 72"/>
                <a:gd name="T55" fmla="*/ 80 h 88"/>
                <a:gd name="T56" fmla="*/ 8 w 72"/>
                <a:gd name="T57" fmla="*/ 72 h 88"/>
                <a:gd name="T58" fmla="*/ 16 w 72"/>
                <a:gd name="T59" fmla="*/ 6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8">
                  <a:moveTo>
                    <a:pt x="16" y="88"/>
                  </a:moveTo>
                  <a:cubicBezTo>
                    <a:pt x="25" y="88"/>
                    <a:pt x="32" y="81"/>
                    <a:pt x="32" y="7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1" y="49"/>
                    <a:pt x="59" y="48"/>
                    <a:pt x="56" y="48"/>
                  </a:cubicBezTo>
                  <a:cubicBezTo>
                    <a:pt x="47" y="48"/>
                    <a:pt x="40" y="56"/>
                    <a:pt x="40" y="64"/>
                  </a:cubicBezTo>
                  <a:cubicBezTo>
                    <a:pt x="40" y="73"/>
                    <a:pt x="47" y="80"/>
                    <a:pt x="56" y="80"/>
                  </a:cubicBezTo>
                  <a:cubicBezTo>
                    <a:pt x="65" y="80"/>
                    <a:pt x="72" y="73"/>
                    <a:pt x="72" y="64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1" y="57"/>
                    <a:pt x="19" y="56"/>
                    <a:pt x="16" y="56"/>
                  </a:cubicBezTo>
                  <a:cubicBezTo>
                    <a:pt x="7" y="56"/>
                    <a:pt x="0" y="64"/>
                    <a:pt x="0" y="72"/>
                  </a:cubicBezTo>
                  <a:cubicBezTo>
                    <a:pt x="0" y="81"/>
                    <a:pt x="7" y="88"/>
                    <a:pt x="16" y="88"/>
                  </a:cubicBezTo>
                  <a:close/>
                  <a:moveTo>
                    <a:pt x="56" y="72"/>
                  </a:moveTo>
                  <a:cubicBezTo>
                    <a:pt x="51" y="72"/>
                    <a:pt x="48" y="69"/>
                    <a:pt x="48" y="64"/>
                  </a:cubicBezTo>
                  <a:cubicBezTo>
                    <a:pt x="48" y="60"/>
                    <a:pt x="51" y="56"/>
                    <a:pt x="56" y="56"/>
                  </a:cubicBezTo>
                  <a:cubicBezTo>
                    <a:pt x="60" y="56"/>
                    <a:pt x="64" y="60"/>
                    <a:pt x="64" y="64"/>
                  </a:cubicBezTo>
                  <a:cubicBezTo>
                    <a:pt x="64" y="69"/>
                    <a:pt x="60" y="72"/>
                    <a:pt x="56" y="72"/>
                  </a:cubicBezTo>
                  <a:close/>
                  <a:moveTo>
                    <a:pt x="64" y="9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9"/>
                  </a:lnTo>
                  <a:close/>
                  <a:moveTo>
                    <a:pt x="16" y="64"/>
                  </a:moveTo>
                  <a:cubicBezTo>
                    <a:pt x="20" y="64"/>
                    <a:pt x="24" y="68"/>
                    <a:pt x="24" y="72"/>
                  </a:cubicBezTo>
                  <a:cubicBezTo>
                    <a:pt x="24" y="77"/>
                    <a:pt x="20" y="80"/>
                    <a:pt x="16" y="80"/>
                  </a:cubicBezTo>
                  <a:cubicBezTo>
                    <a:pt x="11" y="80"/>
                    <a:pt x="8" y="77"/>
                    <a:pt x="8" y="72"/>
                  </a:cubicBezTo>
                  <a:cubicBezTo>
                    <a:pt x="8" y="68"/>
                    <a:pt x="11" y="64"/>
                    <a:pt x="16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1" name="Freeform 235"/>
            <p:cNvSpPr>
              <a:spLocks noEditPoints="1"/>
            </p:cNvSpPr>
            <p:nvPr/>
          </p:nvSpPr>
          <p:spPr bwMode="auto">
            <a:xfrm>
              <a:off x="4024863" y="1275606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3 h 133"/>
                <a:gd name="T32" fmla="*/ 6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3 w 133"/>
                <a:gd name="T53" fmla="*/ 63 h 133"/>
                <a:gd name="T54" fmla="*/ 113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6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4" name="Группа 23"/>
          <p:cNvGrpSpPr/>
          <p:nvPr/>
        </p:nvGrpSpPr>
        <p:grpSpPr>
          <a:xfrm>
            <a:off x="4416643" y="1275606"/>
            <a:ext cx="301196" cy="301196"/>
            <a:chOff x="4416643" y="1275606"/>
            <a:chExt cx="301196" cy="301196"/>
          </a:xfrm>
          <a:solidFill>
            <a:schemeClr val="tx1"/>
          </a:solidFill>
        </p:grpSpPr>
        <p:sp>
          <p:nvSpPr>
            <p:cNvPr id="232" name="Freeform 236"/>
            <p:cNvSpPr>
              <a:spLocks noEditPoints="1"/>
            </p:cNvSpPr>
            <p:nvPr/>
          </p:nvSpPr>
          <p:spPr bwMode="auto">
            <a:xfrm>
              <a:off x="4514022" y="1325428"/>
              <a:ext cx="106438" cy="108702"/>
            </a:xfrm>
            <a:custGeom>
              <a:avLst/>
              <a:gdLst>
                <a:gd name="T0" fmla="*/ 47 w 47"/>
                <a:gd name="T1" fmla="*/ 11 h 48"/>
                <a:gd name="T2" fmla="*/ 36 w 47"/>
                <a:gd name="T3" fmla="*/ 0 h 48"/>
                <a:gd name="T4" fmla="*/ 3 w 47"/>
                <a:gd name="T5" fmla="*/ 33 h 48"/>
                <a:gd name="T6" fmla="*/ 0 w 47"/>
                <a:gd name="T7" fmla="*/ 48 h 48"/>
                <a:gd name="T8" fmla="*/ 14 w 47"/>
                <a:gd name="T9" fmla="*/ 44 h 48"/>
                <a:gd name="T10" fmla="*/ 47 w 47"/>
                <a:gd name="T11" fmla="*/ 11 h 48"/>
                <a:gd name="T12" fmla="*/ 41 w 47"/>
                <a:gd name="T13" fmla="*/ 11 h 48"/>
                <a:gd name="T14" fmla="*/ 38 w 47"/>
                <a:gd name="T15" fmla="*/ 15 h 48"/>
                <a:gd name="T16" fmla="*/ 33 w 47"/>
                <a:gd name="T17" fmla="*/ 9 h 48"/>
                <a:gd name="T18" fmla="*/ 36 w 47"/>
                <a:gd name="T19" fmla="*/ 6 h 48"/>
                <a:gd name="T20" fmla="*/ 41 w 47"/>
                <a:gd name="T21" fmla="*/ 11 h 48"/>
                <a:gd name="T22" fmla="*/ 5 w 47"/>
                <a:gd name="T23" fmla="*/ 42 h 48"/>
                <a:gd name="T24" fmla="*/ 7 w 47"/>
                <a:gd name="T25" fmla="*/ 35 h 48"/>
                <a:gd name="T26" fmla="*/ 30 w 47"/>
                <a:gd name="T27" fmla="*/ 12 h 48"/>
                <a:gd name="T28" fmla="*/ 35 w 47"/>
                <a:gd name="T29" fmla="*/ 17 h 48"/>
                <a:gd name="T30" fmla="*/ 12 w 47"/>
                <a:gd name="T31" fmla="*/ 41 h 48"/>
                <a:gd name="T32" fmla="*/ 5 w 47"/>
                <a:gd name="T33" fmla="*/ 4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8">
                  <a:moveTo>
                    <a:pt x="47" y="11"/>
                  </a:moveTo>
                  <a:lnTo>
                    <a:pt x="36" y="0"/>
                  </a:lnTo>
                  <a:lnTo>
                    <a:pt x="3" y="33"/>
                  </a:lnTo>
                  <a:lnTo>
                    <a:pt x="0" y="48"/>
                  </a:lnTo>
                  <a:lnTo>
                    <a:pt x="14" y="44"/>
                  </a:lnTo>
                  <a:lnTo>
                    <a:pt x="47" y="11"/>
                  </a:lnTo>
                  <a:close/>
                  <a:moveTo>
                    <a:pt x="41" y="11"/>
                  </a:moveTo>
                  <a:lnTo>
                    <a:pt x="38" y="15"/>
                  </a:lnTo>
                  <a:lnTo>
                    <a:pt x="33" y="9"/>
                  </a:lnTo>
                  <a:lnTo>
                    <a:pt x="36" y="6"/>
                  </a:lnTo>
                  <a:lnTo>
                    <a:pt x="41" y="11"/>
                  </a:lnTo>
                  <a:close/>
                  <a:moveTo>
                    <a:pt x="5" y="42"/>
                  </a:moveTo>
                  <a:lnTo>
                    <a:pt x="7" y="35"/>
                  </a:lnTo>
                  <a:lnTo>
                    <a:pt x="30" y="12"/>
                  </a:lnTo>
                  <a:lnTo>
                    <a:pt x="35" y="17"/>
                  </a:lnTo>
                  <a:lnTo>
                    <a:pt x="12" y="41"/>
                  </a:lnTo>
                  <a:lnTo>
                    <a:pt x="5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3" name="Freeform 237"/>
            <p:cNvSpPr>
              <a:spLocks noEditPoints="1"/>
            </p:cNvSpPr>
            <p:nvPr/>
          </p:nvSpPr>
          <p:spPr bwMode="auto">
            <a:xfrm>
              <a:off x="4416643" y="1275606"/>
              <a:ext cx="301196" cy="301196"/>
            </a:xfrm>
            <a:custGeom>
              <a:avLst/>
              <a:gdLst>
                <a:gd name="T0" fmla="*/ 112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2 w 133"/>
                <a:gd name="T15" fmla="*/ 44 h 133"/>
                <a:gd name="T16" fmla="*/ 112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3 h 133"/>
                <a:gd name="T32" fmla="*/ 7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6 w 133"/>
                <a:gd name="T51" fmla="*/ 54 h 133"/>
                <a:gd name="T52" fmla="*/ 112 w 133"/>
                <a:gd name="T53" fmla="*/ 63 h 133"/>
                <a:gd name="T54" fmla="*/ 112 w 133"/>
                <a:gd name="T55" fmla="*/ 49 h 133"/>
                <a:gd name="T56" fmla="*/ 126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2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2" y="44"/>
                  </a:lnTo>
                  <a:lnTo>
                    <a:pt x="112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6" y="54"/>
                  </a:moveTo>
                  <a:lnTo>
                    <a:pt x="112" y="63"/>
                  </a:lnTo>
                  <a:lnTo>
                    <a:pt x="112" y="49"/>
                  </a:lnTo>
                  <a:lnTo>
                    <a:pt x="126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5" name="Группа 24"/>
          <p:cNvGrpSpPr/>
          <p:nvPr/>
        </p:nvGrpSpPr>
        <p:grpSpPr>
          <a:xfrm>
            <a:off x="4808424" y="1275606"/>
            <a:ext cx="301196" cy="301196"/>
            <a:chOff x="4808424" y="1275606"/>
            <a:chExt cx="301196" cy="301196"/>
          </a:xfrm>
          <a:solidFill>
            <a:schemeClr val="tx1"/>
          </a:solidFill>
        </p:grpSpPr>
        <p:sp>
          <p:nvSpPr>
            <p:cNvPr id="234" name="Freeform 238"/>
            <p:cNvSpPr>
              <a:spLocks noEditPoints="1"/>
            </p:cNvSpPr>
            <p:nvPr/>
          </p:nvSpPr>
          <p:spPr bwMode="auto">
            <a:xfrm>
              <a:off x="4905802" y="1341279"/>
              <a:ext cx="104173" cy="74733"/>
            </a:xfrm>
            <a:custGeom>
              <a:avLst/>
              <a:gdLst>
                <a:gd name="T0" fmla="*/ 88 w 88"/>
                <a:gd name="T1" fmla="*/ 0 h 64"/>
                <a:gd name="T2" fmla="*/ 0 w 88"/>
                <a:gd name="T3" fmla="*/ 0 h 64"/>
                <a:gd name="T4" fmla="*/ 0 w 88"/>
                <a:gd name="T5" fmla="*/ 64 h 64"/>
                <a:gd name="T6" fmla="*/ 88 w 88"/>
                <a:gd name="T7" fmla="*/ 64 h 64"/>
                <a:gd name="T8" fmla="*/ 88 w 88"/>
                <a:gd name="T9" fmla="*/ 0 h 64"/>
                <a:gd name="T10" fmla="*/ 72 w 88"/>
                <a:gd name="T11" fmla="*/ 8 h 64"/>
                <a:gd name="T12" fmla="*/ 80 w 88"/>
                <a:gd name="T13" fmla="*/ 16 h 64"/>
                <a:gd name="T14" fmla="*/ 72 w 88"/>
                <a:gd name="T15" fmla="*/ 24 h 64"/>
                <a:gd name="T16" fmla="*/ 64 w 88"/>
                <a:gd name="T17" fmla="*/ 16 h 64"/>
                <a:gd name="T18" fmla="*/ 72 w 88"/>
                <a:gd name="T19" fmla="*/ 8 h 64"/>
                <a:gd name="T20" fmla="*/ 58 w 88"/>
                <a:gd name="T21" fmla="*/ 8 h 64"/>
                <a:gd name="T22" fmla="*/ 56 w 88"/>
                <a:gd name="T23" fmla="*/ 16 h 64"/>
                <a:gd name="T24" fmla="*/ 72 w 88"/>
                <a:gd name="T25" fmla="*/ 32 h 64"/>
                <a:gd name="T26" fmla="*/ 80 w 88"/>
                <a:gd name="T27" fmla="*/ 30 h 64"/>
                <a:gd name="T28" fmla="*/ 80 w 88"/>
                <a:gd name="T29" fmla="*/ 51 h 64"/>
                <a:gd name="T30" fmla="*/ 56 w 88"/>
                <a:gd name="T31" fmla="*/ 31 h 64"/>
                <a:gd name="T32" fmla="*/ 48 w 88"/>
                <a:gd name="T33" fmla="*/ 38 h 64"/>
                <a:gd name="T34" fmla="*/ 32 w 88"/>
                <a:gd name="T35" fmla="*/ 18 h 64"/>
                <a:gd name="T36" fmla="*/ 8 w 88"/>
                <a:gd name="T37" fmla="*/ 43 h 64"/>
                <a:gd name="T38" fmla="*/ 8 w 88"/>
                <a:gd name="T39" fmla="*/ 8 h 64"/>
                <a:gd name="T40" fmla="*/ 58 w 88"/>
                <a:gd name="T41" fmla="*/ 8 h 64"/>
                <a:gd name="T42" fmla="*/ 8 w 88"/>
                <a:gd name="T43" fmla="*/ 54 h 64"/>
                <a:gd name="T44" fmla="*/ 32 w 88"/>
                <a:gd name="T45" fmla="*/ 30 h 64"/>
                <a:gd name="T46" fmla="*/ 48 w 88"/>
                <a:gd name="T47" fmla="*/ 50 h 64"/>
                <a:gd name="T48" fmla="*/ 56 w 88"/>
                <a:gd name="T49" fmla="*/ 42 h 64"/>
                <a:gd name="T50" fmla="*/ 74 w 88"/>
                <a:gd name="T51" fmla="*/ 56 h 64"/>
                <a:gd name="T52" fmla="*/ 8 w 88"/>
                <a:gd name="T53" fmla="*/ 56 h 64"/>
                <a:gd name="T54" fmla="*/ 8 w 88"/>
                <a:gd name="T55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88" y="64"/>
                    <a:pt x="88" y="64"/>
                    <a:pt x="88" y="64"/>
                  </a:cubicBezTo>
                  <a:lnTo>
                    <a:pt x="88" y="0"/>
                  </a:lnTo>
                  <a:close/>
                  <a:moveTo>
                    <a:pt x="72" y="8"/>
                  </a:moveTo>
                  <a:cubicBezTo>
                    <a:pt x="76" y="8"/>
                    <a:pt x="80" y="12"/>
                    <a:pt x="80" y="16"/>
                  </a:cubicBezTo>
                  <a:cubicBezTo>
                    <a:pt x="80" y="21"/>
                    <a:pt x="76" y="24"/>
                    <a:pt x="72" y="24"/>
                  </a:cubicBezTo>
                  <a:cubicBezTo>
                    <a:pt x="68" y="24"/>
                    <a:pt x="64" y="21"/>
                    <a:pt x="64" y="16"/>
                  </a:cubicBezTo>
                  <a:cubicBezTo>
                    <a:pt x="64" y="12"/>
                    <a:pt x="68" y="8"/>
                    <a:pt x="72" y="8"/>
                  </a:cubicBezTo>
                  <a:close/>
                  <a:moveTo>
                    <a:pt x="58" y="8"/>
                  </a:moveTo>
                  <a:cubicBezTo>
                    <a:pt x="57" y="11"/>
                    <a:pt x="56" y="14"/>
                    <a:pt x="56" y="16"/>
                  </a:cubicBezTo>
                  <a:cubicBezTo>
                    <a:pt x="56" y="25"/>
                    <a:pt x="63" y="32"/>
                    <a:pt x="72" y="32"/>
                  </a:cubicBezTo>
                  <a:cubicBezTo>
                    <a:pt x="75" y="32"/>
                    <a:pt x="78" y="32"/>
                    <a:pt x="80" y="30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8" y="8"/>
                  </a:lnTo>
                  <a:close/>
                  <a:moveTo>
                    <a:pt x="8" y="54"/>
                  </a:moveTo>
                  <a:cubicBezTo>
                    <a:pt x="32" y="30"/>
                    <a:pt x="32" y="30"/>
                    <a:pt x="32" y="3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5" name="Freeform 239"/>
            <p:cNvSpPr>
              <a:spLocks noEditPoints="1"/>
            </p:cNvSpPr>
            <p:nvPr/>
          </p:nvSpPr>
          <p:spPr bwMode="auto">
            <a:xfrm>
              <a:off x="4808424" y="1275606"/>
              <a:ext cx="301196" cy="301196"/>
            </a:xfrm>
            <a:custGeom>
              <a:avLst/>
              <a:gdLst>
                <a:gd name="T0" fmla="*/ 112 w 133"/>
                <a:gd name="T1" fmla="*/ 44 h 133"/>
                <a:gd name="T2" fmla="*/ 112 w 133"/>
                <a:gd name="T3" fmla="*/ 0 h 133"/>
                <a:gd name="T4" fmla="*/ 21 w 133"/>
                <a:gd name="T5" fmla="*/ 0 h 133"/>
                <a:gd name="T6" fmla="*/ 21 w 133"/>
                <a:gd name="T7" fmla="*/ 44 h 133"/>
                <a:gd name="T8" fmla="*/ 0 w 133"/>
                <a:gd name="T9" fmla="*/ 53 h 133"/>
                <a:gd name="T10" fmla="*/ 0 w 133"/>
                <a:gd name="T11" fmla="*/ 133 h 133"/>
                <a:gd name="T12" fmla="*/ 133 w 133"/>
                <a:gd name="T13" fmla="*/ 133 h 133"/>
                <a:gd name="T14" fmla="*/ 133 w 133"/>
                <a:gd name="T15" fmla="*/ 53 h 133"/>
                <a:gd name="T16" fmla="*/ 112 w 133"/>
                <a:gd name="T17" fmla="*/ 44 h 133"/>
                <a:gd name="T18" fmla="*/ 126 w 133"/>
                <a:gd name="T19" fmla="*/ 54 h 133"/>
                <a:gd name="T20" fmla="*/ 112 w 133"/>
                <a:gd name="T21" fmla="*/ 63 h 133"/>
                <a:gd name="T22" fmla="*/ 112 w 133"/>
                <a:gd name="T23" fmla="*/ 49 h 133"/>
                <a:gd name="T24" fmla="*/ 126 w 133"/>
                <a:gd name="T25" fmla="*/ 54 h 133"/>
                <a:gd name="T26" fmla="*/ 108 w 133"/>
                <a:gd name="T27" fmla="*/ 4 h 133"/>
                <a:gd name="T28" fmla="*/ 108 w 133"/>
                <a:gd name="T29" fmla="*/ 66 h 133"/>
                <a:gd name="T30" fmla="*/ 66 w 133"/>
                <a:gd name="T31" fmla="*/ 92 h 133"/>
                <a:gd name="T32" fmla="*/ 25 w 133"/>
                <a:gd name="T33" fmla="*/ 66 h 133"/>
                <a:gd name="T34" fmla="*/ 25 w 133"/>
                <a:gd name="T35" fmla="*/ 4 h 133"/>
                <a:gd name="T36" fmla="*/ 108 w 133"/>
                <a:gd name="T37" fmla="*/ 4 h 133"/>
                <a:gd name="T38" fmla="*/ 21 w 133"/>
                <a:gd name="T39" fmla="*/ 63 h 133"/>
                <a:gd name="T40" fmla="*/ 6 w 133"/>
                <a:gd name="T41" fmla="*/ 54 h 133"/>
                <a:gd name="T42" fmla="*/ 21 w 133"/>
                <a:gd name="T43" fmla="*/ 49 h 133"/>
                <a:gd name="T44" fmla="*/ 21 w 133"/>
                <a:gd name="T45" fmla="*/ 63 h 133"/>
                <a:gd name="T46" fmla="*/ 4 w 133"/>
                <a:gd name="T47" fmla="*/ 129 h 133"/>
                <a:gd name="T48" fmla="*/ 4 w 133"/>
                <a:gd name="T49" fmla="*/ 58 h 133"/>
                <a:gd name="T50" fmla="*/ 66 w 133"/>
                <a:gd name="T51" fmla="*/ 97 h 133"/>
                <a:gd name="T52" fmla="*/ 129 w 133"/>
                <a:gd name="T53" fmla="*/ 58 h 133"/>
                <a:gd name="T54" fmla="*/ 129 w 133"/>
                <a:gd name="T55" fmla="*/ 129 h 133"/>
                <a:gd name="T56" fmla="*/ 4 w 133"/>
                <a:gd name="T57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2" y="44"/>
                  </a:moveTo>
                  <a:lnTo>
                    <a:pt x="112" y="0"/>
                  </a:ln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2" y="44"/>
                  </a:lnTo>
                  <a:close/>
                  <a:moveTo>
                    <a:pt x="126" y="54"/>
                  </a:moveTo>
                  <a:lnTo>
                    <a:pt x="112" y="63"/>
                  </a:lnTo>
                  <a:lnTo>
                    <a:pt x="112" y="49"/>
                  </a:lnTo>
                  <a:lnTo>
                    <a:pt x="126" y="54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6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6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6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6" name="Группа 25"/>
          <p:cNvGrpSpPr/>
          <p:nvPr/>
        </p:nvGrpSpPr>
        <p:grpSpPr>
          <a:xfrm>
            <a:off x="5197939" y="1275606"/>
            <a:ext cx="303460" cy="301196"/>
            <a:chOff x="5197939" y="1275606"/>
            <a:chExt cx="303460" cy="301196"/>
          </a:xfrm>
          <a:solidFill>
            <a:schemeClr val="tx1"/>
          </a:solidFill>
        </p:grpSpPr>
        <p:sp>
          <p:nvSpPr>
            <p:cNvPr id="236" name="Freeform 240"/>
            <p:cNvSpPr>
              <a:spLocks/>
            </p:cNvSpPr>
            <p:nvPr/>
          </p:nvSpPr>
          <p:spPr bwMode="auto">
            <a:xfrm>
              <a:off x="5297583" y="1339015"/>
              <a:ext cx="99644" cy="81527"/>
            </a:xfrm>
            <a:custGeom>
              <a:avLst/>
              <a:gdLst>
                <a:gd name="T0" fmla="*/ 21 w 44"/>
                <a:gd name="T1" fmla="*/ 33 h 36"/>
                <a:gd name="T2" fmla="*/ 8 w 44"/>
                <a:gd name="T3" fmla="*/ 20 h 36"/>
                <a:gd name="T4" fmla="*/ 44 w 44"/>
                <a:gd name="T5" fmla="*/ 20 h 36"/>
                <a:gd name="T6" fmla="*/ 44 w 44"/>
                <a:gd name="T7" fmla="*/ 16 h 36"/>
                <a:gd name="T8" fmla="*/ 8 w 44"/>
                <a:gd name="T9" fmla="*/ 16 h 36"/>
                <a:gd name="T10" fmla="*/ 21 w 44"/>
                <a:gd name="T11" fmla="*/ 3 h 36"/>
                <a:gd name="T12" fmla="*/ 17 w 44"/>
                <a:gd name="T13" fmla="*/ 0 h 36"/>
                <a:gd name="T14" fmla="*/ 0 w 44"/>
                <a:gd name="T15" fmla="*/ 17 h 36"/>
                <a:gd name="T16" fmla="*/ 0 w 44"/>
                <a:gd name="T17" fmla="*/ 19 h 36"/>
                <a:gd name="T18" fmla="*/ 17 w 44"/>
                <a:gd name="T19" fmla="*/ 36 h 36"/>
                <a:gd name="T20" fmla="*/ 21 w 44"/>
                <a:gd name="T21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21" y="33"/>
                  </a:moveTo>
                  <a:lnTo>
                    <a:pt x="8" y="20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8" y="16"/>
                  </a:lnTo>
                  <a:lnTo>
                    <a:pt x="21" y="3"/>
                  </a:lnTo>
                  <a:lnTo>
                    <a:pt x="17" y="0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17" y="36"/>
                  </a:lnTo>
                  <a:lnTo>
                    <a:pt x="21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7" name="Freeform 241"/>
            <p:cNvSpPr>
              <a:spLocks noEditPoints="1"/>
            </p:cNvSpPr>
            <p:nvPr/>
          </p:nvSpPr>
          <p:spPr bwMode="auto">
            <a:xfrm>
              <a:off x="5197939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5 w 134"/>
                <a:gd name="T39" fmla="*/ 129 h 133"/>
                <a:gd name="T40" fmla="*/ 5 w 134"/>
                <a:gd name="T41" fmla="*/ 58 h 133"/>
                <a:gd name="T42" fmla="*/ 67 w 134"/>
                <a:gd name="T43" fmla="*/ 97 h 133"/>
                <a:gd name="T44" fmla="*/ 130 w 134"/>
                <a:gd name="T45" fmla="*/ 58 h 133"/>
                <a:gd name="T46" fmla="*/ 130 w 134"/>
                <a:gd name="T47" fmla="*/ 129 h 133"/>
                <a:gd name="T48" fmla="*/ 5 w 134"/>
                <a:gd name="T49" fmla="*/ 129 h 133"/>
                <a:gd name="T50" fmla="*/ 128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8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5" y="129"/>
                  </a:moveTo>
                  <a:lnTo>
                    <a:pt x="5" y="58"/>
                  </a:lnTo>
                  <a:lnTo>
                    <a:pt x="67" y="97"/>
                  </a:lnTo>
                  <a:lnTo>
                    <a:pt x="130" y="58"/>
                  </a:lnTo>
                  <a:lnTo>
                    <a:pt x="130" y="129"/>
                  </a:lnTo>
                  <a:lnTo>
                    <a:pt x="5" y="129"/>
                  </a:lnTo>
                  <a:close/>
                  <a:moveTo>
                    <a:pt x="128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8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7" name="Группа 26"/>
          <p:cNvGrpSpPr/>
          <p:nvPr/>
        </p:nvGrpSpPr>
        <p:grpSpPr>
          <a:xfrm>
            <a:off x="5589719" y="1275606"/>
            <a:ext cx="303460" cy="301196"/>
            <a:chOff x="5589719" y="1275606"/>
            <a:chExt cx="303460" cy="301196"/>
          </a:xfrm>
          <a:solidFill>
            <a:schemeClr val="tx1"/>
          </a:solidFill>
        </p:grpSpPr>
        <p:sp>
          <p:nvSpPr>
            <p:cNvPr id="238" name="Freeform 242"/>
            <p:cNvSpPr>
              <a:spLocks/>
            </p:cNvSpPr>
            <p:nvPr/>
          </p:nvSpPr>
          <p:spPr bwMode="auto">
            <a:xfrm>
              <a:off x="5698421" y="1379779"/>
              <a:ext cx="65675" cy="63410"/>
            </a:xfrm>
            <a:custGeom>
              <a:avLst/>
              <a:gdLst>
                <a:gd name="T0" fmla="*/ 36 w 56"/>
                <a:gd name="T1" fmla="*/ 40 h 55"/>
                <a:gd name="T2" fmla="*/ 44 w 56"/>
                <a:gd name="T3" fmla="*/ 40 h 55"/>
                <a:gd name="T4" fmla="*/ 37 w 56"/>
                <a:gd name="T5" fmla="*/ 50 h 55"/>
                <a:gd name="T6" fmla="*/ 44 w 56"/>
                <a:gd name="T7" fmla="*/ 55 h 55"/>
                <a:gd name="T8" fmla="*/ 56 w 56"/>
                <a:gd name="T9" fmla="*/ 39 h 55"/>
                <a:gd name="T10" fmla="*/ 56 w 56"/>
                <a:gd name="T11" fmla="*/ 34 h 55"/>
                <a:gd name="T12" fmla="*/ 44 w 56"/>
                <a:gd name="T13" fmla="*/ 18 h 55"/>
                <a:gd name="T14" fmla="*/ 37 w 56"/>
                <a:gd name="T15" fmla="*/ 23 h 55"/>
                <a:gd name="T16" fmla="*/ 44 w 56"/>
                <a:gd name="T17" fmla="*/ 32 h 55"/>
                <a:gd name="T18" fmla="*/ 36 w 56"/>
                <a:gd name="T19" fmla="*/ 32 h 55"/>
                <a:gd name="T20" fmla="*/ 8 w 56"/>
                <a:gd name="T21" fmla="*/ 0 h 55"/>
                <a:gd name="T22" fmla="*/ 0 w 56"/>
                <a:gd name="T23" fmla="*/ 0 h 55"/>
                <a:gd name="T24" fmla="*/ 36 w 56"/>
                <a:gd name="T25" fmla="*/ 4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1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6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9" name="Freeform 243"/>
            <p:cNvSpPr>
              <a:spLocks/>
            </p:cNvSpPr>
            <p:nvPr/>
          </p:nvSpPr>
          <p:spPr bwMode="auto">
            <a:xfrm>
              <a:off x="5727862" y="1316369"/>
              <a:ext cx="65675" cy="63410"/>
            </a:xfrm>
            <a:custGeom>
              <a:avLst/>
              <a:gdLst>
                <a:gd name="T0" fmla="*/ 20 w 56"/>
                <a:gd name="T1" fmla="*/ 32 h 54"/>
                <a:gd name="T2" fmla="*/ 12 w 56"/>
                <a:gd name="T3" fmla="*/ 22 h 54"/>
                <a:gd name="T4" fmla="*/ 20 w 56"/>
                <a:gd name="T5" fmla="*/ 22 h 54"/>
                <a:gd name="T6" fmla="*/ 48 w 56"/>
                <a:gd name="T7" fmla="*/ 54 h 54"/>
                <a:gd name="T8" fmla="*/ 56 w 56"/>
                <a:gd name="T9" fmla="*/ 54 h 54"/>
                <a:gd name="T10" fmla="*/ 20 w 56"/>
                <a:gd name="T11" fmla="*/ 14 h 54"/>
                <a:gd name="T12" fmla="*/ 12 w 56"/>
                <a:gd name="T13" fmla="*/ 14 h 54"/>
                <a:gd name="T14" fmla="*/ 20 w 56"/>
                <a:gd name="T15" fmla="*/ 5 h 54"/>
                <a:gd name="T16" fmla="*/ 13 w 56"/>
                <a:gd name="T17" fmla="*/ 0 h 54"/>
                <a:gd name="T18" fmla="*/ 0 w 56"/>
                <a:gd name="T19" fmla="*/ 16 h 54"/>
                <a:gd name="T20" fmla="*/ 0 w 56"/>
                <a:gd name="T21" fmla="*/ 21 h 54"/>
                <a:gd name="T22" fmla="*/ 13 w 56"/>
                <a:gd name="T23" fmla="*/ 37 h 54"/>
                <a:gd name="T24" fmla="*/ 20 w 56"/>
                <a:gd name="T2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20" y="32"/>
                  </a:move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6" y="22"/>
                    <a:pt x="48" y="40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6"/>
                    <a:pt x="41" y="14"/>
                    <a:pt x="2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lnTo>
                    <a:pt x="2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0" name="Freeform 244"/>
            <p:cNvSpPr>
              <a:spLocks noEditPoints="1"/>
            </p:cNvSpPr>
            <p:nvPr/>
          </p:nvSpPr>
          <p:spPr bwMode="auto">
            <a:xfrm>
              <a:off x="5589719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4 w 134"/>
                <a:gd name="T39" fmla="*/ 129 h 133"/>
                <a:gd name="T40" fmla="*/ 4 w 134"/>
                <a:gd name="T41" fmla="*/ 58 h 133"/>
                <a:gd name="T42" fmla="*/ 67 w 134"/>
                <a:gd name="T43" fmla="*/ 97 h 133"/>
                <a:gd name="T44" fmla="*/ 129 w 134"/>
                <a:gd name="T45" fmla="*/ 58 h 133"/>
                <a:gd name="T46" fmla="*/ 129 w 134"/>
                <a:gd name="T47" fmla="*/ 129 h 133"/>
                <a:gd name="T48" fmla="*/ 4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8" name="Группа 27"/>
          <p:cNvGrpSpPr/>
          <p:nvPr/>
        </p:nvGrpSpPr>
        <p:grpSpPr>
          <a:xfrm>
            <a:off x="5981500" y="1275606"/>
            <a:ext cx="301196" cy="301196"/>
            <a:chOff x="5981500" y="1275606"/>
            <a:chExt cx="301196" cy="301196"/>
          </a:xfrm>
          <a:solidFill>
            <a:schemeClr val="tx1"/>
          </a:solidFill>
        </p:grpSpPr>
        <p:sp>
          <p:nvSpPr>
            <p:cNvPr id="241" name="Freeform 245"/>
            <p:cNvSpPr>
              <a:spLocks/>
            </p:cNvSpPr>
            <p:nvPr/>
          </p:nvSpPr>
          <p:spPr bwMode="auto">
            <a:xfrm>
              <a:off x="6096995" y="1343545"/>
              <a:ext cx="72468" cy="72468"/>
            </a:xfrm>
            <a:custGeom>
              <a:avLst/>
              <a:gdLst>
                <a:gd name="T0" fmla="*/ 3 w 32"/>
                <a:gd name="T1" fmla="*/ 32 h 32"/>
                <a:gd name="T2" fmla="*/ 16 w 32"/>
                <a:gd name="T3" fmla="*/ 19 h 32"/>
                <a:gd name="T4" fmla="*/ 29 w 32"/>
                <a:gd name="T5" fmla="*/ 32 h 32"/>
                <a:gd name="T6" fmla="*/ 32 w 32"/>
                <a:gd name="T7" fmla="*/ 29 h 32"/>
                <a:gd name="T8" fmla="*/ 19 w 32"/>
                <a:gd name="T9" fmla="*/ 16 h 32"/>
                <a:gd name="T10" fmla="*/ 32 w 32"/>
                <a:gd name="T11" fmla="*/ 3 h 32"/>
                <a:gd name="T12" fmla="*/ 29 w 32"/>
                <a:gd name="T13" fmla="*/ 0 h 32"/>
                <a:gd name="T14" fmla="*/ 16 w 32"/>
                <a:gd name="T15" fmla="*/ 13 h 32"/>
                <a:gd name="T16" fmla="*/ 3 w 32"/>
                <a:gd name="T17" fmla="*/ 0 h 32"/>
                <a:gd name="T18" fmla="*/ 0 w 32"/>
                <a:gd name="T19" fmla="*/ 3 h 32"/>
                <a:gd name="T20" fmla="*/ 13 w 32"/>
                <a:gd name="T21" fmla="*/ 16 h 32"/>
                <a:gd name="T22" fmla="*/ 0 w 32"/>
                <a:gd name="T23" fmla="*/ 29 h 32"/>
                <a:gd name="T24" fmla="*/ 3 w 32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3" y="32"/>
                  </a:moveTo>
                  <a:lnTo>
                    <a:pt x="16" y="19"/>
                  </a:lnTo>
                  <a:lnTo>
                    <a:pt x="29" y="32"/>
                  </a:ln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2" name="Freeform 246"/>
            <p:cNvSpPr>
              <a:spLocks noEditPoints="1"/>
            </p:cNvSpPr>
            <p:nvPr/>
          </p:nvSpPr>
          <p:spPr bwMode="auto">
            <a:xfrm>
              <a:off x="5981500" y="1275606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3 h 133"/>
                <a:gd name="T32" fmla="*/ 7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3 w 133"/>
                <a:gd name="T53" fmla="*/ 63 h 133"/>
                <a:gd name="T54" fmla="*/ 113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9" name="Группа 28"/>
          <p:cNvGrpSpPr/>
          <p:nvPr/>
        </p:nvGrpSpPr>
        <p:grpSpPr>
          <a:xfrm>
            <a:off x="6373279" y="1275606"/>
            <a:ext cx="303460" cy="301196"/>
            <a:chOff x="6373279" y="1275606"/>
            <a:chExt cx="303460" cy="301196"/>
          </a:xfrm>
          <a:solidFill>
            <a:schemeClr val="tx1"/>
          </a:solidFill>
        </p:grpSpPr>
        <p:sp>
          <p:nvSpPr>
            <p:cNvPr id="243" name="Freeform 247"/>
            <p:cNvSpPr>
              <a:spLocks noEditPoints="1"/>
            </p:cNvSpPr>
            <p:nvPr/>
          </p:nvSpPr>
          <p:spPr bwMode="auto">
            <a:xfrm>
              <a:off x="6477452" y="1332221"/>
              <a:ext cx="92850" cy="92850"/>
            </a:xfrm>
            <a:custGeom>
              <a:avLst/>
              <a:gdLst>
                <a:gd name="T0" fmla="*/ 28 w 78"/>
                <a:gd name="T1" fmla="*/ 56 h 79"/>
                <a:gd name="T2" fmla="*/ 44 w 78"/>
                <a:gd name="T3" fmla="*/ 51 h 79"/>
                <a:gd name="T4" fmla="*/ 73 w 78"/>
                <a:gd name="T5" fmla="*/ 79 h 79"/>
                <a:gd name="T6" fmla="*/ 78 w 78"/>
                <a:gd name="T7" fmla="*/ 74 h 79"/>
                <a:gd name="T8" fmla="*/ 50 w 78"/>
                <a:gd name="T9" fmla="*/ 45 h 79"/>
                <a:gd name="T10" fmla="*/ 56 w 78"/>
                <a:gd name="T11" fmla="*/ 28 h 79"/>
                <a:gd name="T12" fmla="*/ 28 w 78"/>
                <a:gd name="T13" fmla="*/ 0 h 79"/>
                <a:gd name="T14" fmla="*/ 0 w 78"/>
                <a:gd name="T15" fmla="*/ 28 h 79"/>
                <a:gd name="T16" fmla="*/ 28 w 78"/>
                <a:gd name="T17" fmla="*/ 56 h 79"/>
                <a:gd name="T18" fmla="*/ 28 w 78"/>
                <a:gd name="T19" fmla="*/ 8 h 79"/>
                <a:gd name="T20" fmla="*/ 48 w 78"/>
                <a:gd name="T21" fmla="*/ 28 h 79"/>
                <a:gd name="T22" fmla="*/ 28 w 78"/>
                <a:gd name="T23" fmla="*/ 48 h 79"/>
                <a:gd name="T24" fmla="*/ 8 w 78"/>
                <a:gd name="T25" fmla="*/ 28 h 79"/>
                <a:gd name="T26" fmla="*/ 28 w 78"/>
                <a:gd name="T27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79">
                  <a:moveTo>
                    <a:pt x="28" y="56"/>
                  </a:moveTo>
                  <a:cubicBezTo>
                    <a:pt x="34" y="56"/>
                    <a:pt x="40" y="54"/>
                    <a:pt x="44" y="5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3" y="41"/>
                    <a:pt x="56" y="35"/>
                    <a:pt x="56" y="28"/>
                  </a:cubicBezTo>
                  <a:cubicBezTo>
                    <a:pt x="56" y="13"/>
                    <a:pt x="43" y="0"/>
                    <a:pt x="28" y="0"/>
                  </a:cubicBezTo>
                  <a:cubicBezTo>
                    <a:pt x="12" y="0"/>
                    <a:pt x="0" y="13"/>
                    <a:pt x="0" y="28"/>
                  </a:cubicBezTo>
                  <a:cubicBezTo>
                    <a:pt x="0" y="44"/>
                    <a:pt x="12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4" name="Freeform 248"/>
            <p:cNvSpPr>
              <a:spLocks noEditPoints="1"/>
            </p:cNvSpPr>
            <p:nvPr/>
          </p:nvSpPr>
          <p:spPr bwMode="auto">
            <a:xfrm>
              <a:off x="6373279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5 w 134"/>
                <a:gd name="T39" fmla="*/ 129 h 133"/>
                <a:gd name="T40" fmla="*/ 5 w 134"/>
                <a:gd name="T41" fmla="*/ 58 h 133"/>
                <a:gd name="T42" fmla="*/ 67 w 134"/>
                <a:gd name="T43" fmla="*/ 97 h 133"/>
                <a:gd name="T44" fmla="*/ 130 w 134"/>
                <a:gd name="T45" fmla="*/ 58 h 133"/>
                <a:gd name="T46" fmla="*/ 130 w 134"/>
                <a:gd name="T47" fmla="*/ 129 h 133"/>
                <a:gd name="T48" fmla="*/ 5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5" y="129"/>
                  </a:moveTo>
                  <a:lnTo>
                    <a:pt x="5" y="58"/>
                  </a:lnTo>
                  <a:lnTo>
                    <a:pt x="67" y="97"/>
                  </a:lnTo>
                  <a:lnTo>
                    <a:pt x="130" y="58"/>
                  </a:lnTo>
                  <a:lnTo>
                    <a:pt x="130" y="129"/>
                  </a:lnTo>
                  <a:lnTo>
                    <a:pt x="5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0" name="Группа 29"/>
          <p:cNvGrpSpPr/>
          <p:nvPr/>
        </p:nvGrpSpPr>
        <p:grpSpPr>
          <a:xfrm>
            <a:off x="6765060" y="1275606"/>
            <a:ext cx="301196" cy="301196"/>
            <a:chOff x="6765060" y="1275606"/>
            <a:chExt cx="301196" cy="301196"/>
          </a:xfrm>
          <a:solidFill>
            <a:schemeClr val="tx1"/>
          </a:solidFill>
        </p:grpSpPr>
        <p:sp>
          <p:nvSpPr>
            <p:cNvPr id="245" name="Freeform 249"/>
            <p:cNvSpPr>
              <a:spLocks noEditPoints="1"/>
            </p:cNvSpPr>
            <p:nvPr/>
          </p:nvSpPr>
          <p:spPr bwMode="auto">
            <a:xfrm>
              <a:off x="6765060" y="1275606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9 w 133"/>
                <a:gd name="T19" fmla="*/ 4 h 133"/>
                <a:gd name="T20" fmla="*/ 109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9 w 133"/>
                <a:gd name="T29" fmla="*/ 4 h 133"/>
                <a:gd name="T30" fmla="*/ 21 w 133"/>
                <a:gd name="T31" fmla="*/ 63 h 133"/>
                <a:gd name="T32" fmla="*/ 6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3 w 133"/>
                <a:gd name="T53" fmla="*/ 63 h 133"/>
                <a:gd name="T54" fmla="*/ 113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6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6" name="Freeform 250"/>
            <p:cNvSpPr>
              <a:spLocks noEditPoints="1"/>
            </p:cNvSpPr>
            <p:nvPr/>
          </p:nvSpPr>
          <p:spPr bwMode="auto">
            <a:xfrm>
              <a:off x="6862438" y="1327691"/>
              <a:ext cx="106438" cy="99644"/>
            </a:xfrm>
            <a:custGeom>
              <a:avLst/>
              <a:gdLst>
                <a:gd name="T0" fmla="*/ 2 w 89"/>
                <a:gd name="T1" fmla="*/ 40 h 85"/>
                <a:gd name="T2" fmla="*/ 24 w 89"/>
                <a:gd name="T3" fmla="*/ 54 h 85"/>
                <a:gd name="T4" fmla="*/ 16 w 89"/>
                <a:gd name="T5" fmla="*/ 79 h 85"/>
                <a:gd name="T6" fmla="*/ 18 w 89"/>
                <a:gd name="T7" fmla="*/ 84 h 85"/>
                <a:gd name="T8" fmla="*/ 22 w 89"/>
                <a:gd name="T9" fmla="*/ 84 h 85"/>
                <a:gd name="T10" fmla="*/ 45 w 89"/>
                <a:gd name="T11" fmla="*/ 69 h 85"/>
                <a:gd name="T12" fmla="*/ 66 w 89"/>
                <a:gd name="T13" fmla="*/ 84 h 85"/>
                <a:gd name="T14" fmla="*/ 68 w 89"/>
                <a:gd name="T15" fmla="*/ 84 h 85"/>
                <a:gd name="T16" fmla="*/ 71 w 89"/>
                <a:gd name="T17" fmla="*/ 84 h 85"/>
                <a:gd name="T18" fmla="*/ 72 w 89"/>
                <a:gd name="T19" fmla="*/ 79 h 85"/>
                <a:gd name="T20" fmla="*/ 65 w 89"/>
                <a:gd name="T21" fmla="*/ 54 h 85"/>
                <a:gd name="T22" fmla="*/ 87 w 89"/>
                <a:gd name="T23" fmla="*/ 40 h 85"/>
                <a:gd name="T24" fmla="*/ 88 w 89"/>
                <a:gd name="T25" fmla="*/ 35 h 85"/>
                <a:gd name="T26" fmla="*/ 85 w 89"/>
                <a:gd name="T27" fmla="*/ 32 h 85"/>
                <a:gd name="T28" fmla="*/ 59 w 89"/>
                <a:gd name="T29" fmla="*/ 32 h 85"/>
                <a:gd name="T30" fmla="*/ 48 w 89"/>
                <a:gd name="T31" fmla="*/ 3 h 85"/>
                <a:gd name="T32" fmla="*/ 45 w 89"/>
                <a:gd name="T33" fmla="*/ 0 h 85"/>
                <a:gd name="T34" fmla="*/ 41 w 89"/>
                <a:gd name="T35" fmla="*/ 3 h 85"/>
                <a:gd name="T36" fmla="*/ 31 w 89"/>
                <a:gd name="T37" fmla="*/ 32 h 85"/>
                <a:gd name="T38" fmla="*/ 5 w 89"/>
                <a:gd name="T39" fmla="*/ 32 h 85"/>
                <a:gd name="T40" fmla="*/ 1 w 89"/>
                <a:gd name="T41" fmla="*/ 35 h 85"/>
                <a:gd name="T42" fmla="*/ 2 w 89"/>
                <a:gd name="T43" fmla="*/ 40 h 85"/>
                <a:gd name="T44" fmla="*/ 34 w 89"/>
                <a:gd name="T45" fmla="*/ 40 h 85"/>
                <a:gd name="T46" fmla="*/ 37 w 89"/>
                <a:gd name="T47" fmla="*/ 38 h 85"/>
                <a:gd name="T48" fmla="*/ 45 w 89"/>
                <a:gd name="T49" fmla="*/ 16 h 85"/>
                <a:gd name="T50" fmla="*/ 53 w 89"/>
                <a:gd name="T51" fmla="*/ 38 h 85"/>
                <a:gd name="T52" fmla="*/ 57 w 89"/>
                <a:gd name="T53" fmla="*/ 40 h 85"/>
                <a:gd name="T54" fmla="*/ 71 w 89"/>
                <a:gd name="T55" fmla="*/ 40 h 85"/>
                <a:gd name="T56" fmla="*/ 58 w 89"/>
                <a:gd name="T57" fmla="*/ 49 h 85"/>
                <a:gd name="T58" fmla="*/ 57 w 89"/>
                <a:gd name="T59" fmla="*/ 54 h 85"/>
                <a:gd name="T60" fmla="*/ 62 w 89"/>
                <a:gd name="T61" fmla="*/ 71 h 85"/>
                <a:gd name="T62" fmla="*/ 47 w 89"/>
                <a:gd name="T63" fmla="*/ 61 h 85"/>
                <a:gd name="T64" fmla="*/ 42 w 89"/>
                <a:gd name="T65" fmla="*/ 61 h 85"/>
                <a:gd name="T66" fmla="*/ 27 w 89"/>
                <a:gd name="T67" fmla="*/ 71 h 85"/>
                <a:gd name="T68" fmla="*/ 33 w 89"/>
                <a:gd name="T69" fmla="*/ 54 h 85"/>
                <a:gd name="T70" fmla="*/ 31 w 89"/>
                <a:gd name="T71" fmla="*/ 49 h 85"/>
                <a:gd name="T72" fmla="*/ 18 w 89"/>
                <a:gd name="T73" fmla="*/ 40 h 85"/>
                <a:gd name="T74" fmla="*/ 34 w 89"/>
                <a:gd name="T75" fmla="*/ 4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5">
                  <a:moveTo>
                    <a:pt x="2" y="40"/>
                  </a:moveTo>
                  <a:cubicBezTo>
                    <a:pt x="24" y="54"/>
                    <a:pt x="24" y="54"/>
                    <a:pt x="24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1"/>
                    <a:pt x="16" y="83"/>
                    <a:pt x="18" y="84"/>
                  </a:cubicBezTo>
                  <a:cubicBezTo>
                    <a:pt x="19" y="85"/>
                    <a:pt x="21" y="85"/>
                    <a:pt x="22" y="84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7" y="84"/>
                    <a:pt x="68" y="84"/>
                    <a:pt x="68" y="84"/>
                  </a:cubicBezTo>
                  <a:cubicBezTo>
                    <a:pt x="69" y="84"/>
                    <a:pt x="70" y="84"/>
                    <a:pt x="71" y="84"/>
                  </a:cubicBezTo>
                  <a:cubicBezTo>
                    <a:pt x="72" y="83"/>
                    <a:pt x="73" y="81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8" y="39"/>
                    <a:pt x="89" y="37"/>
                    <a:pt x="88" y="35"/>
                  </a:cubicBezTo>
                  <a:cubicBezTo>
                    <a:pt x="88" y="34"/>
                    <a:pt x="86" y="32"/>
                    <a:pt x="85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1"/>
                    <a:pt x="46" y="0"/>
                    <a:pt x="45" y="0"/>
                  </a:cubicBezTo>
                  <a:cubicBezTo>
                    <a:pt x="43" y="0"/>
                    <a:pt x="41" y="2"/>
                    <a:pt x="41" y="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3" y="32"/>
                    <a:pt x="1" y="34"/>
                    <a:pt x="1" y="35"/>
                  </a:cubicBezTo>
                  <a:cubicBezTo>
                    <a:pt x="0" y="37"/>
                    <a:pt x="1" y="39"/>
                    <a:pt x="2" y="40"/>
                  </a:cubicBezTo>
                  <a:close/>
                  <a:moveTo>
                    <a:pt x="34" y="40"/>
                  </a:moveTo>
                  <a:cubicBezTo>
                    <a:pt x="35" y="40"/>
                    <a:pt x="37" y="39"/>
                    <a:pt x="37" y="38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4" y="39"/>
                    <a:pt x="55" y="40"/>
                    <a:pt x="57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6" y="52"/>
                    <a:pt x="57" y="54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0"/>
                    <a:pt x="44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2"/>
                    <a:pt x="32" y="50"/>
                    <a:pt x="31" y="49"/>
                  </a:cubicBezTo>
                  <a:cubicBezTo>
                    <a:pt x="18" y="40"/>
                    <a:pt x="18" y="40"/>
                    <a:pt x="18" y="40"/>
                  </a:cubicBezTo>
                  <a:lnTo>
                    <a:pt x="34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1" name="Группа 30"/>
          <p:cNvGrpSpPr/>
          <p:nvPr/>
        </p:nvGrpSpPr>
        <p:grpSpPr>
          <a:xfrm>
            <a:off x="2068227" y="1667385"/>
            <a:ext cx="301196" cy="301196"/>
            <a:chOff x="2068227" y="1667385"/>
            <a:chExt cx="301196" cy="301196"/>
          </a:xfrm>
          <a:solidFill>
            <a:schemeClr val="tx1"/>
          </a:solidFill>
        </p:grpSpPr>
        <p:sp>
          <p:nvSpPr>
            <p:cNvPr id="247" name="Freeform 251"/>
            <p:cNvSpPr>
              <a:spLocks/>
            </p:cNvSpPr>
            <p:nvPr/>
          </p:nvSpPr>
          <p:spPr bwMode="auto">
            <a:xfrm>
              <a:off x="2176929" y="1719472"/>
              <a:ext cx="81527" cy="99644"/>
            </a:xfrm>
            <a:custGeom>
              <a:avLst/>
              <a:gdLst>
                <a:gd name="T0" fmla="*/ 16 w 36"/>
                <a:gd name="T1" fmla="*/ 7 h 44"/>
                <a:gd name="T2" fmla="*/ 16 w 36"/>
                <a:gd name="T3" fmla="*/ 44 h 44"/>
                <a:gd name="T4" fmla="*/ 20 w 36"/>
                <a:gd name="T5" fmla="*/ 44 h 44"/>
                <a:gd name="T6" fmla="*/ 20 w 36"/>
                <a:gd name="T7" fmla="*/ 7 h 44"/>
                <a:gd name="T8" fmla="*/ 33 w 36"/>
                <a:gd name="T9" fmla="*/ 20 h 44"/>
                <a:gd name="T10" fmla="*/ 36 w 36"/>
                <a:gd name="T11" fmla="*/ 17 h 44"/>
                <a:gd name="T12" fmla="*/ 20 w 36"/>
                <a:gd name="T13" fmla="*/ 0 h 44"/>
                <a:gd name="T14" fmla="*/ 17 w 36"/>
                <a:gd name="T15" fmla="*/ 0 h 44"/>
                <a:gd name="T16" fmla="*/ 0 w 36"/>
                <a:gd name="T17" fmla="*/ 17 h 44"/>
                <a:gd name="T18" fmla="*/ 3 w 36"/>
                <a:gd name="T19" fmla="*/ 20 h 44"/>
                <a:gd name="T20" fmla="*/ 16 w 36"/>
                <a:gd name="T21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6" y="7"/>
                  </a:move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0" y="17"/>
                  </a:lnTo>
                  <a:lnTo>
                    <a:pt x="3" y="20"/>
                  </a:lnTo>
                  <a:lnTo>
                    <a:pt x="16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8" name="Freeform 252"/>
            <p:cNvSpPr>
              <a:spLocks noEditPoints="1"/>
            </p:cNvSpPr>
            <p:nvPr/>
          </p:nvSpPr>
          <p:spPr bwMode="auto">
            <a:xfrm>
              <a:off x="2068227" y="1667385"/>
              <a:ext cx="301196" cy="301196"/>
            </a:xfrm>
            <a:custGeom>
              <a:avLst/>
              <a:gdLst>
                <a:gd name="T0" fmla="*/ 112 w 133"/>
                <a:gd name="T1" fmla="*/ 0 h 133"/>
                <a:gd name="T2" fmla="*/ 20 w 133"/>
                <a:gd name="T3" fmla="*/ 0 h 133"/>
                <a:gd name="T4" fmla="*/ 20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2 w 133"/>
                <a:gd name="T15" fmla="*/ 44 h 133"/>
                <a:gd name="T16" fmla="*/ 112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6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0 w 133"/>
                <a:gd name="T31" fmla="*/ 63 h 133"/>
                <a:gd name="T32" fmla="*/ 6 w 133"/>
                <a:gd name="T33" fmla="*/ 54 h 133"/>
                <a:gd name="T34" fmla="*/ 20 w 133"/>
                <a:gd name="T35" fmla="*/ 49 h 133"/>
                <a:gd name="T36" fmla="*/ 20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6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2 w 133"/>
                <a:gd name="T53" fmla="*/ 63 h 133"/>
                <a:gd name="T54" fmla="*/ 112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2" y="0"/>
                  </a:moveTo>
                  <a:lnTo>
                    <a:pt x="20" y="0"/>
                  </a:lnTo>
                  <a:lnTo>
                    <a:pt x="20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2" y="44"/>
                  </a:lnTo>
                  <a:lnTo>
                    <a:pt x="112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6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0" y="63"/>
                  </a:moveTo>
                  <a:lnTo>
                    <a:pt x="6" y="54"/>
                  </a:lnTo>
                  <a:lnTo>
                    <a:pt x="20" y="49"/>
                  </a:lnTo>
                  <a:lnTo>
                    <a:pt x="20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6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2" y="63"/>
                  </a:lnTo>
                  <a:lnTo>
                    <a:pt x="112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0" name="Группа 369"/>
          <p:cNvGrpSpPr/>
          <p:nvPr/>
        </p:nvGrpSpPr>
        <p:grpSpPr>
          <a:xfrm>
            <a:off x="2457743" y="1683238"/>
            <a:ext cx="303460" cy="269491"/>
            <a:chOff x="2457743" y="1683238"/>
            <a:chExt cx="303460" cy="269491"/>
          </a:xfrm>
          <a:solidFill>
            <a:schemeClr val="tx1"/>
          </a:solidFill>
        </p:grpSpPr>
        <p:sp>
          <p:nvSpPr>
            <p:cNvPr id="249" name="Freeform 253"/>
            <p:cNvSpPr>
              <a:spLocks noEditPoints="1"/>
            </p:cNvSpPr>
            <p:nvPr/>
          </p:nvSpPr>
          <p:spPr bwMode="auto">
            <a:xfrm>
              <a:off x="2457743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8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4 w 134"/>
                <a:gd name="T17" fmla="*/ 4 h 119"/>
                <a:gd name="T18" fmla="*/ 129 w 134"/>
                <a:gd name="T19" fmla="*/ 4 h 119"/>
                <a:gd name="T20" fmla="*/ 129 w 134"/>
                <a:gd name="T21" fmla="*/ 87 h 119"/>
                <a:gd name="T22" fmla="*/ 66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4 w 134"/>
                <a:gd name="T29" fmla="*/ 87 h 119"/>
                <a:gd name="T30" fmla="*/ 4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0" name="Freeform 254"/>
            <p:cNvSpPr>
              <a:spLocks/>
            </p:cNvSpPr>
            <p:nvPr/>
          </p:nvSpPr>
          <p:spPr bwMode="auto">
            <a:xfrm>
              <a:off x="2564179" y="1755706"/>
              <a:ext cx="99644" cy="67939"/>
            </a:xfrm>
            <a:custGeom>
              <a:avLst/>
              <a:gdLst>
                <a:gd name="T0" fmla="*/ 17 w 44"/>
                <a:gd name="T1" fmla="*/ 30 h 30"/>
                <a:gd name="T2" fmla="*/ 44 w 44"/>
                <a:gd name="T3" fmla="*/ 3 h 30"/>
                <a:gd name="T4" fmla="*/ 42 w 44"/>
                <a:gd name="T5" fmla="*/ 0 h 30"/>
                <a:gd name="T6" fmla="*/ 16 w 44"/>
                <a:gd name="T7" fmla="*/ 26 h 30"/>
                <a:gd name="T8" fmla="*/ 3 w 44"/>
                <a:gd name="T9" fmla="*/ 12 h 30"/>
                <a:gd name="T10" fmla="*/ 0 w 44"/>
                <a:gd name="T11" fmla="*/ 16 h 30"/>
                <a:gd name="T12" fmla="*/ 15 w 44"/>
                <a:gd name="T13" fmla="*/ 30 h 30"/>
                <a:gd name="T14" fmla="*/ 17 w 4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17" y="30"/>
                  </a:move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lnTo>
                    <a:pt x="3" y="12"/>
                  </a:lnTo>
                  <a:lnTo>
                    <a:pt x="0" y="16"/>
                  </a:lnTo>
                  <a:lnTo>
                    <a:pt x="15" y="30"/>
                  </a:lnTo>
                  <a:lnTo>
                    <a:pt x="17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1" name="Группа 370"/>
          <p:cNvGrpSpPr/>
          <p:nvPr/>
        </p:nvGrpSpPr>
        <p:grpSpPr>
          <a:xfrm>
            <a:off x="2849522" y="1683238"/>
            <a:ext cx="301196" cy="269491"/>
            <a:chOff x="2849522" y="1683238"/>
            <a:chExt cx="301196" cy="269491"/>
          </a:xfrm>
          <a:solidFill>
            <a:schemeClr val="tx1"/>
          </a:solidFill>
        </p:grpSpPr>
        <p:sp>
          <p:nvSpPr>
            <p:cNvPr id="251" name="Freeform 255"/>
            <p:cNvSpPr>
              <a:spLocks noEditPoints="1"/>
            </p:cNvSpPr>
            <p:nvPr/>
          </p:nvSpPr>
          <p:spPr bwMode="auto">
            <a:xfrm>
              <a:off x="2849522" y="1683238"/>
              <a:ext cx="301196" cy="269491"/>
            </a:xfrm>
            <a:custGeom>
              <a:avLst/>
              <a:gdLst>
                <a:gd name="T0" fmla="*/ 0 w 133"/>
                <a:gd name="T1" fmla="*/ 91 h 119"/>
                <a:gd name="T2" fmla="*/ 36 w 133"/>
                <a:gd name="T3" fmla="*/ 91 h 119"/>
                <a:gd name="T4" fmla="*/ 36 w 133"/>
                <a:gd name="T5" fmla="*/ 119 h 119"/>
                <a:gd name="T6" fmla="*/ 68 w 133"/>
                <a:gd name="T7" fmla="*/ 91 h 119"/>
                <a:gd name="T8" fmla="*/ 133 w 133"/>
                <a:gd name="T9" fmla="*/ 91 h 119"/>
                <a:gd name="T10" fmla="*/ 133 w 133"/>
                <a:gd name="T11" fmla="*/ 0 h 119"/>
                <a:gd name="T12" fmla="*/ 0 w 133"/>
                <a:gd name="T13" fmla="*/ 0 h 119"/>
                <a:gd name="T14" fmla="*/ 0 w 133"/>
                <a:gd name="T15" fmla="*/ 91 h 119"/>
                <a:gd name="T16" fmla="*/ 4 w 133"/>
                <a:gd name="T17" fmla="*/ 4 h 119"/>
                <a:gd name="T18" fmla="*/ 129 w 133"/>
                <a:gd name="T19" fmla="*/ 4 h 119"/>
                <a:gd name="T20" fmla="*/ 129 w 133"/>
                <a:gd name="T21" fmla="*/ 87 h 119"/>
                <a:gd name="T22" fmla="*/ 66 w 133"/>
                <a:gd name="T23" fmla="*/ 87 h 119"/>
                <a:gd name="T24" fmla="*/ 40 w 133"/>
                <a:gd name="T25" fmla="*/ 110 h 119"/>
                <a:gd name="T26" fmla="*/ 40 w 133"/>
                <a:gd name="T27" fmla="*/ 87 h 119"/>
                <a:gd name="T28" fmla="*/ 4 w 133"/>
                <a:gd name="T29" fmla="*/ 87 h 119"/>
                <a:gd name="T30" fmla="*/ 4 w 133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2" name="Rectangle 256"/>
            <p:cNvSpPr>
              <a:spLocks noChangeArrowheads="1"/>
            </p:cNvSpPr>
            <p:nvPr/>
          </p:nvSpPr>
          <p:spPr bwMode="auto">
            <a:xfrm>
              <a:off x="2987665" y="1782882"/>
              <a:ext cx="2717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3" name="Rectangle 257"/>
            <p:cNvSpPr>
              <a:spLocks noChangeArrowheads="1"/>
            </p:cNvSpPr>
            <p:nvPr/>
          </p:nvSpPr>
          <p:spPr bwMode="auto">
            <a:xfrm>
              <a:off x="3032957" y="1782882"/>
              <a:ext cx="29441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4" name="Rectangle 258"/>
            <p:cNvSpPr>
              <a:spLocks noChangeArrowheads="1"/>
            </p:cNvSpPr>
            <p:nvPr/>
          </p:nvSpPr>
          <p:spPr bwMode="auto">
            <a:xfrm>
              <a:off x="2940107" y="1782882"/>
              <a:ext cx="2717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2" name="Группа 371"/>
          <p:cNvGrpSpPr/>
          <p:nvPr/>
        </p:nvGrpSpPr>
        <p:grpSpPr>
          <a:xfrm>
            <a:off x="3241303" y="1683238"/>
            <a:ext cx="303460" cy="269491"/>
            <a:chOff x="3241303" y="1683238"/>
            <a:chExt cx="303460" cy="269491"/>
          </a:xfrm>
          <a:solidFill>
            <a:schemeClr val="tx1"/>
          </a:solidFill>
        </p:grpSpPr>
        <p:sp>
          <p:nvSpPr>
            <p:cNvPr id="255" name="Freeform 259"/>
            <p:cNvSpPr>
              <a:spLocks/>
            </p:cNvSpPr>
            <p:nvPr/>
          </p:nvSpPr>
          <p:spPr bwMode="auto">
            <a:xfrm>
              <a:off x="3350005" y="1805528"/>
              <a:ext cx="86056" cy="43029"/>
            </a:xfrm>
            <a:custGeom>
              <a:avLst/>
              <a:gdLst>
                <a:gd name="T0" fmla="*/ 36 w 72"/>
                <a:gd name="T1" fmla="*/ 36 h 36"/>
                <a:gd name="T2" fmla="*/ 72 w 72"/>
                <a:gd name="T3" fmla="*/ 0 h 36"/>
                <a:gd name="T4" fmla="*/ 64 w 72"/>
                <a:gd name="T5" fmla="*/ 0 h 36"/>
                <a:gd name="T6" fmla="*/ 36 w 72"/>
                <a:gd name="T7" fmla="*/ 28 h 36"/>
                <a:gd name="T8" fmla="*/ 8 w 72"/>
                <a:gd name="T9" fmla="*/ 0 h 36"/>
                <a:gd name="T10" fmla="*/ 0 w 72"/>
                <a:gd name="T11" fmla="*/ 0 h 36"/>
                <a:gd name="T12" fmla="*/ 36 w 72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36">
                  <a:moveTo>
                    <a:pt x="36" y="36"/>
                  </a:moveTo>
                  <a:cubicBezTo>
                    <a:pt x="55" y="36"/>
                    <a:pt x="72" y="20"/>
                    <a:pt x="72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16"/>
                    <a:pt x="51" y="28"/>
                    <a:pt x="36" y="28"/>
                  </a:cubicBezTo>
                  <a:cubicBezTo>
                    <a:pt x="20" y="28"/>
                    <a:pt x="8" y="16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"/>
                    <a:pt x="16" y="36"/>
                    <a:pt x="36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6" name="Rectangle 260"/>
            <p:cNvSpPr>
              <a:spLocks noChangeArrowheads="1"/>
            </p:cNvSpPr>
            <p:nvPr/>
          </p:nvSpPr>
          <p:spPr bwMode="auto">
            <a:xfrm>
              <a:off x="3327359" y="1753441"/>
              <a:ext cx="905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7" name="Rectangle 261"/>
            <p:cNvSpPr>
              <a:spLocks noChangeArrowheads="1"/>
            </p:cNvSpPr>
            <p:nvPr/>
          </p:nvSpPr>
          <p:spPr bwMode="auto">
            <a:xfrm>
              <a:off x="3449649" y="1753441"/>
              <a:ext cx="905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8" name="Freeform 262"/>
            <p:cNvSpPr>
              <a:spLocks noEditPoints="1"/>
            </p:cNvSpPr>
            <p:nvPr/>
          </p:nvSpPr>
          <p:spPr bwMode="auto">
            <a:xfrm>
              <a:off x="3241303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8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5 w 134"/>
                <a:gd name="T17" fmla="*/ 4 h 119"/>
                <a:gd name="T18" fmla="*/ 130 w 134"/>
                <a:gd name="T19" fmla="*/ 4 h 119"/>
                <a:gd name="T20" fmla="*/ 130 w 134"/>
                <a:gd name="T21" fmla="*/ 87 h 119"/>
                <a:gd name="T22" fmla="*/ 66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5 w 134"/>
                <a:gd name="T29" fmla="*/ 87 h 119"/>
                <a:gd name="T30" fmla="*/ 5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5" y="4"/>
                  </a:moveTo>
                  <a:lnTo>
                    <a:pt x="130" y="4"/>
                  </a:lnTo>
                  <a:lnTo>
                    <a:pt x="130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5" y="87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3" name="Группа 372"/>
          <p:cNvGrpSpPr/>
          <p:nvPr/>
        </p:nvGrpSpPr>
        <p:grpSpPr>
          <a:xfrm>
            <a:off x="3633082" y="1683238"/>
            <a:ext cx="303460" cy="269491"/>
            <a:chOff x="3633082" y="1683238"/>
            <a:chExt cx="303460" cy="269491"/>
          </a:xfrm>
          <a:solidFill>
            <a:schemeClr val="tx1"/>
          </a:solidFill>
        </p:grpSpPr>
        <p:sp>
          <p:nvSpPr>
            <p:cNvPr id="259" name="Freeform 263"/>
            <p:cNvSpPr>
              <a:spLocks noEditPoints="1"/>
            </p:cNvSpPr>
            <p:nvPr/>
          </p:nvSpPr>
          <p:spPr bwMode="auto">
            <a:xfrm>
              <a:off x="3633082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7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4 w 134"/>
                <a:gd name="T17" fmla="*/ 4 h 119"/>
                <a:gd name="T18" fmla="*/ 129 w 134"/>
                <a:gd name="T19" fmla="*/ 4 h 119"/>
                <a:gd name="T20" fmla="*/ 129 w 134"/>
                <a:gd name="T21" fmla="*/ 87 h 119"/>
                <a:gd name="T22" fmla="*/ 66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4 w 134"/>
                <a:gd name="T29" fmla="*/ 87 h 119"/>
                <a:gd name="T30" fmla="*/ 4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7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0" name="Freeform 264"/>
            <p:cNvSpPr>
              <a:spLocks noEditPoints="1"/>
            </p:cNvSpPr>
            <p:nvPr/>
          </p:nvSpPr>
          <p:spPr bwMode="auto">
            <a:xfrm>
              <a:off x="3732726" y="1744382"/>
              <a:ext cx="104173" cy="90585"/>
            </a:xfrm>
            <a:custGeom>
              <a:avLst/>
              <a:gdLst>
                <a:gd name="T0" fmla="*/ 42 w 88"/>
                <a:gd name="T1" fmla="*/ 76 h 77"/>
                <a:gd name="T2" fmla="*/ 44 w 88"/>
                <a:gd name="T3" fmla="*/ 77 h 77"/>
                <a:gd name="T4" fmla="*/ 46 w 88"/>
                <a:gd name="T5" fmla="*/ 76 h 77"/>
                <a:gd name="T6" fmla="*/ 88 w 88"/>
                <a:gd name="T7" fmla="*/ 24 h 77"/>
                <a:gd name="T8" fmla="*/ 64 w 88"/>
                <a:gd name="T9" fmla="*/ 0 h 77"/>
                <a:gd name="T10" fmla="*/ 44 w 88"/>
                <a:gd name="T11" fmla="*/ 11 h 77"/>
                <a:gd name="T12" fmla="*/ 24 w 88"/>
                <a:gd name="T13" fmla="*/ 0 h 77"/>
                <a:gd name="T14" fmla="*/ 0 w 88"/>
                <a:gd name="T15" fmla="*/ 24 h 77"/>
                <a:gd name="T16" fmla="*/ 42 w 88"/>
                <a:gd name="T17" fmla="*/ 76 h 77"/>
                <a:gd name="T18" fmla="*/ 24 w 88"/>
                <a:gd name="T19" fmla="*/ 8 h 77"/>
                <a:gd name="T20" fmla="*/ 40 w 88"/>
                <a:gd name="T21" fmla="*/ 24 h 77"/>
                <a:gd name="T22" fmla="*/ 48 w 88"/>
                <a:gd name="T23" fmla="*/ 24 h 77"/>
                <a:gd name="T24" fmla="*/ 64 w 88"/>
                <a:gd name="T25" fmla="*/ 8 h 77"/>
                <a:gd name="T26" fmla="*/ 80 w 88"/>
                <a:gd name="T27" fmla="*/ 24 h 77"/>
                <a:gd name="T28" fmla="*/ 44 w 88"/>
                <a:gd name="T29" fmla="*/ 68 h 77"/>
                <a:gd name="T30" fmla="*/ 8 w 88"/>
                <a:gd name="T31" fmla="*/ 24 h 77"/>
                <a:gd name="T32" fmla="*/ 24 w 88"/>
                <a:gd name="T33" fmla="*/ 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7">
                  <a:moveTo>
                    <a:pt x="42" y="76"/>
                  </a:moveTo>
                  <a:cubicBezTo>
                    <a:pt x="44" y="77"/>
                    <a:pt x="44" y="77"/>
                    <a:pt x="44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7" y="75"/>
                    <a:pt x="88" y="53"/>
                    <a:pt x="88" y="24"/>
                  </a:cubicBezTo>
                  <a:cubicBezTo>
                    <a:pt x="88" y="11"/>
                    <a:pt x="77" y="0"/>
                    <a:pt x="64" y="0"/>
                  </a:cubicBezTo>
                  <a:cubicBezTo>
                    <a:pt x="55" y="0"/>
                    <a:pt x="48" y="4"/>
                    <a:pt x="44" y="11"/>
                  </a:cubicBezTo>
                  <a:cubicBezTo>
                    <a:pt x="39" y="4"/>
                    <a:pt x="32" y="0"/>
                    <a:pt x="24" y="0"/>
                  </a:cubicBezTo>
                  <a:cubicBezTo>
                    <a:pt x="10" y="0"/>
                    <a:pt x="0" y="11"/>
                    <a:pt x="0" y="24"/>
                  </a:cubicBezTo>
                  <a:cubicBezTo>
                    <a:pt x="0" y="53"/>
                    <a:pt x="40" y="75"/>
                    <a:pt x="42" y="76"/>
                  </a:cubicBezTo>
                  <a:close/>
                  <a:moveTo>
                    <a:pt x="24" y="8"/>
                  </a:moveTo>
                  <a:cubicBezTo>
                    <a:pt x="33" y="8"/>
                    <a:pt x="40" y="15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5" y="8"/>
                    <a:pt x="64" y="8"/>
                  </a:cubicBezTo>
                  <a:cubicBezTo>
                    <a:pt x="73" y="8"/>
                    <a:pt x="80" y="15"/>
                    <a:pt x="80" y="24"/>
                  </a:cubicBezTo>
                  <a:cubicBezTo>
                    <a:pt x="80" y="45"/>
                    <a:pt x="51" y="63"/>
                    <a:pt x="44" y="68"/>
                  </a:cubicBezTo>
                  <a:cubicBezTo>
                    <a:pt x="36" y="63"/>
                    <a:pt x="8" y="45"/>
                    <a:pt x="8" y="24"/>
                  </a:cubicBezTo>
                  <a:cubicBezTo>
                    <a:pt x="8" y="15"/>
                    <a:pt x="14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4" name="Группа 373"/>
          <p:cNvGrpSpPr/>
          <p:nvPr/>
        </p:nvGrpSpPr>
        <p:grpSpPr>
          <a:xfrm>
            <a:off x="4024863" y="1683238"/>
            <a:ext cx="301196" cy="269491"/>
            <a:chOff x="4024863" y="1683238"/>
            <a:chExt cx="301196" cy="269491"/>
          </a:xfrm>
          <a:solidFill>
            <a:schemeClr val="tx1"/>
          </a:solidFill>
        </p:grpSpPr>
        <p:sp>
          <p:nvSpPr>
            <p:cNvPr id="261" name="Rectangle 265"/>
            <p:cNvSpPr>
              <a:spLocks noChangeArrowheads="1"/>
            </p:cNvSpPr>
            <p:nvPr/>
          </p:nvSpPr>
          <p:spPr bwMode="auto">
            <a:xfrm>
              <a:off x="4133565" y="1782882"/>
              <a:ext cx="8379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2" name="Freeform 266"/>
            <p:cNvSpPr>
              <a:spLocks noEditPoints="1"/>
            </p:cNvSpPr>
            <p:nvPr/>
          </p:nvSpPr>
          <p:spPr bwMode="auto">
            <a:xfrm>
              <a:off x="4024863" y="1683238"/>
              <a:ext cx="301196" cy="269491"/>
            </a:xfrm>
            <a:custGeom>
              <a:avLst/>
              <a:gdLst>
                <a:gd name="T0" fmla="*/ 0 w 133"/>
                <a:gd name="T1" fmla="*/ 91 h 119"/>
                <a:gd name="T2" fmla="*/ 35 w 133"/>
                <a:gd name="T3" fmla="*/ 91 h 119"/>
                <a:gd name="T4" fmla="*/ 35 w 133"/>
                <a:gd name="T5" fmla="*/ 119 h 119"/>
                <a:gd name="T6" fmla="*/ 67 w 133"/>
                <a:gd name="T7" fmla="*/ 91 h 119"/>
                <a:gd name="T8" fmla="*/ 133 w 133"/>
                <a:gd name="T9" fmla="*/ 91 h 119"/>
                <a:gd name="T10" fmla="*/ 133 w 133"/>
                <a:gd name="T11" fmla="*/ 0 h 119"/>
                <a:gd name="T12" fmla="*/ 0 w 133"/>
                <a:gd name="T13" fmla="*/ 0 h 119"/>
                <a:gd name="T14" fmla="*/ 0 w 133"/>
                <a:gd name="T15" fmla="*/ 91 h 119"/>
                <a:gd name="T16" fmla="*/ 4 w 133"/>
                <a:gd name="T17" fmla="*/ 4 h 119"/>
                <a:gd name="T18" fmla="*/ 129 w 133"/>
                <a:gd name="T19" fmla="*/ 4 h 119"/>
                <a:gd name="T20" fmla="*/ 129 w 133"/>
                <a:gd name="T21" fmla="*/ 87 h 119"/>
                <a:gd name="T22" fmla="*/ 66 w 133"/>
                <a:gd name="T23" fmla="*/ 87 h 119"/>
                <a:gd name="T24" fmla="*/ 40 w 133"/>
                <a:gd name="T25" fmla="*/ 110 h 119"/>
                <a:gd name="T26" fmla="*/ 40 w 133"/>
                <a:gd name="T27" fmla="*/ 87 h 119"/>
                <a:gd name="T28" fmla="*/ 4 w 133"/>
                <a:gd name="T29" fmla="*/ 87 h 119"/>
                <a:gd name="T30" fmla="*/ 4 w 133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91"/>
                  </a:moveTo>
                  <a:lnTo>
                    <a:pt x="35" y="91"/>
                  </a:lnTo>
                  <a:lnTo>
                    <a:pt x="35" y="119"/>
                  </a:lnTo>
                  <a:lnTo>
                    <a:pt x="67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5" name="Группа 374"/>
          <p:cNvGrpSpPr/>
          <p:nvPr/>
        </p:nvGrpSpPr>
        <p:grpSpPr>
          <a:xfrm>
            <a:off x="4416643" y="1683238"/>
            <a:ext cx="301196" cy="269491"/>
            <a:chOff x="4416643" y="1683238"/>
            <a:chExt cx="301196" cy="269491"/>
          </a:xfrm>
          <a:solidFill>
            <a:schemeClr val="tx1"/>
          </a:solidFill>
        </p:grpSpPr>
        <p:sp>
          <p:nvSpPr>
            <p:cNvPr id="263" name="Freeform 267"/>
            <p:cNvSpPr>
              <a:spLocks noEditPoints="1"/>
            </p:cNvSpPr>
            <p:nvPr/>
          </p:nvSpPr>
          <p:spPr bwMode="auto">
            <a:xfrm>
              <a:off x="4416643" y="1683238"/>
              <a:ext cx="301196" cy="269491"/>
            </a:xfrm>
            <a:custGeom>
              <a:avLst/>
              <a:gdLst>
                <a:gd name="T0" fmla="*/ 0 w 133"/>
                <a:gd name="T1" fmla="*/ 0 h 119"/>
                <a:gd name="T2" fmla="*/ 0 w 133"/>
                <a:gd name="T3" fmla="*/ 91 h 119"/>
                <a:gd name="T4" fmla="*/ 35 w 133"/>
                <a:gd name="T5" fmla="*/ 91 h 119"/>
                <a:gd name="T6" fmla="*/ 35 w 133"/>
                <a:gd name="T7" fmla="*/ 119 h 119"/>
                <a:gd name="T8" fmla="*/ 67 w 133"/>
                <a:gd name="T9" fmla="*/ 91 h 119"/>
                <a:gd name="T10" fmla="*/ 133 w 133"/>
                <a:gd name="T11" fmla="*/ 91 h 119"/>
                <a:gd name="T12" fmla="*/ 133 w 133"/>
                <a:gd name="T13" fmla="*/ 0 h 119"/>
                <a:gd name="T14" fmla="*/ 0 w 133"/>
                <a:gd name="T15" fmla="*/ 0 h 119"/>
                <a:gd name="T16" fmla="*/ 129 w 133"/>
                <a:gd name="T17" fmla="*/ 87 h 119"/>
                <a:gd name="T18" fmla="*/ 65 w 133"/>
                <a:gd name="T19" fmla="*/ 87 h 119"/>
                <a:gd name="T20" fmla="*/ 39 w 133"/>
                <a:gd name="T21" fmla="*/ 110 h 119"/>
                <a:gd name="T22" fmla="*/ 39 w 133"/>
                <a:gd name="T23" fmla="*/ 87 h 119"/>
                <a:gd name="T24" fmla="*/ 4 w 133"/>
                <a:gd name="T25" fmla="*/ 87 h 119"/>
                <a:gd name="T26" fmla="*/ 4 w 133"/>
                <a:gd name="T27" fmla="*/ 4 h 119"/>
                <a:gd name="T28" fmla="*/ 129 w 133"/>
                <a:gd name="T29" fmla="*/ 4 h 119"/>
                <a:gd name="T30" fmla="*/ 129 w 133"/>
                <a:gd name="T31" fmla="*/ 8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0"/>
                  </a:moveTo>
                  <a:lnTo>
                    <a:pt x="0" y="91"/>
                  </a:lnTo>
                  <a:lnTo>
                    <a:pt x="35" y="91"/>
                  </a:lnTo>
                  <a:lnTo>
                    <a:pt x="35" y="119"/>
                  </a:lnTo>
                  <a:lnTo>
                    <a:pt x="67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close/>
                  <a:moveTo>
                    <a:pt x="129" y="87"/>
                  </a:moveTo>
                  <a:lnTo>
                    <a:pt x="65" y="87"/>
                  </a:lnTo>
                  <a:lnTo>
                    <a:pt x="39" y="110"/>
                  </a:lnTo>
                  <a:lnTo>
                    <a:pt x="39" y="87"/>
                  </a:lnTo>
                  <a:lnTo>
                    <a:pt x="4" y="87"/>
                  </a:lnTo>
                  <a:lnTo>
                    <a:pt x="4" y="4"/>
                  </a:lnTo>
                  <a:lnTo>
                    <a:pt x="129" y="4"/>
                  </a:lnTo>
                  <a:lnTo>
                    <a:pt x="129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4" name="Freeform 268"/>
            <p:cNvSpPr>
              <a:spLocks noEditPoints="1"/>
            </p:cNvSpPr>
            <p:nvPr/>
          </p:nvSpPr>
          <p:spPr bwMode="auto">
            <a:xfrm>
              <a:off x="4516286" y="1733060"/>
              <a:ext cx="83792" cy="106438"/>
            </a:xfrm>
            <a:custGeom>
              <a:avLst/>
              <a:gdLst>
                <a:gd name="T0" fmla="*/ 16 w 72"/>
                <a:gd name="T1" fmla="*/ 89 h 89"/>
                <a:gd name="T2" fmla="*/ 32 w 72"/>
                <a:gd name="T3" fmla="*/ 73 h 89"/>
                <a:gd name="T4" fmla="*/ 32 w 72"/>
                <a:gd name="T5" fmla="*/ 32 h 89"/>
                <a:gd name="T6" fmla="*/ 64 w 72"/>
                <a:gd name="T7" fmla="*/ 26 h 89"/>
                <a:gd name="T8" fmla="*/ 64 w 72"/>
                <a:gd name="T9" fmla="*/ 51 h 89"/>
                <a:gd name="T10" fmla="*/ 56 w 72"/>
                <a:gd name="T11" fmla="*/ 49 h 89"/>
                <a:gd name="T12" fmla="*/ 40 w 72"/>
                <a:gd name="T13" fmla="*/ 65 h 89"/>
                <a:gd name="T14" fmla="*/ 56 w 72"/>
                <a:gd name="T15" fmla="*/ 81 h 89"/>
                <a:gd name="T16" fmla="*/ 72 w 72"/>
                <a:gd name="T17" fmla="*/ 65 h 89"/>
                <a:gd name="T18" fmla="*/ 72 w 72"/>
                <a:gd name="T19" fmla="*/ 0 h 89"/>
                <a:gd name="T20" fmla="*/ 24 w 72"/>
                <a:gd name="T21" fmla="*/ 10 h 89"/>
                <a:gd name="T22" fmla="*/ 24 w 72"/>
                <a:gd name="T23" fmla="*/ 59 h 89"/>
                <a:gd name="T24" fmla="*/ 16 w 72"/>
                <a:gd name="T25" fmla="*/ 57 h 89"/>
                <a:gd name="T26" fmla="*/ 0 w 72"/>
                <a:gd name="T27" fmla="*/ 73 h 89"/>
                <a:gd name="T28" fmla="*/ 16 w 72"/>
                <a:gd name="T29" fmla="*/ 89 h 89"/>
                <a:gd name="T30" fmla="*/ 56 w 72"/>
                <a:gd name="T31" fmla="*/ 73 h 89"/>
                <a:gd name="T32" fmla="*/ 48 w 72"/>
                <a:gd name="T33" fmla="*/ 65 h 89"/>
                <a:gd name="T34" fmla="*/ 56 w 72"/>
                <a:gd name="T35" fmla="*/ 57 h 89"/>
                <a:gd name="T36" fmla="*/ 64 w 72"/>
                <a:gd name="T37" fmla="*/ 65 h 89"/>
                <a:gd name="T38" fmla="*/ 56 w 72"/>
                <a:gd name="T39" fmla="*/ 73 h 89"/>
                <a:gd name="T40" fmla="*/ 64 w 72"/>
                <a:gd name="T41" fmla="*/ 10 h 89"/>
                <a:gd name="T42" fmla="*/ 64 w 72"/>
                <a:gd name="T43" fmla="*/ 18 h 89"/>
                <a:gd name="T44" fmla="*/ 32 w 72"/>
                <a:gd name="T45" fmla="*/ 24 h 89"/>
                <a:gd name="T46" fmla="*/ 32 w 72"/>
                <a:gd name="T47" fmla="*/ 16 h 89"/>
                <a:gd name="T48" fmla="*/ 64 w 72"/>
                <a:gd name="T49" fmla="*/ 10 h 89"/>
                <a:gd name="T50" fmla="*/ 16 w 72"/>
                <a:gd name="T51" fmla="*/ 65 h 89"/>
                <a:gd name="T52" fmla="*/ 24 w 72"/>
                <a:gd name="T53" fmla="*/ 73 h 89"/>
                <a:gd name="T54" fmla="*/ 16 w 72"/>
                <a:gd name="T55" fmla="*/ 81 h 89"/>
                <a:gd name="T56" fmla="*/ 8 w 72"/>
                <a:gd name="T57" fmla="*/ 73 h 89"/>
                <a:gd name="T58" fmla="*/ 16 w 72"/>
                <a:gd name="T59" fmla="*/ 6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16" y="89"/>
                  </a:moveTo>
                  <a:cubicBezTo>
                    <a:pt x="25" y="89"/>
                    <a:pt x="32" y="82"/>
                    <a:pt x="32" y="7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7" y="49"/>
                    <a:pt x="40" y="56"/>
                    <a:pt x="40" y="65"/>
                  </a:cubicBezTo>
                  <a:cubicBezTo>
                    <a:pt x="40" y="74"/>
                    <a:pt x="47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2" y="58"/>
                    <a:pt x="19" y="57"/>
                    <a:pt x="16" y="57"/>
                  </a:cubicBezTo>
                  <a:cubicBezTo>
                    <a:pt x="7" y="57"/>
                    <a:pt x="0" y="64"/>
                    <a:pt x="0" y="73"/>
                  </a:cubicBezTo>
                  <a:cubicBezTo>
                    <a:pt x="0" y="82"/>
                    <a:pt x="7" y="89"/>
                    <a:pt x="16" y="89"/>
                  </a:cubicBezTo>
                  <a:close/>
                  <a:moveTo>
                    <a:pt x="56" y="73"/>
                  </a:moveTo>
                  <a:cubicBezTo>
                    <a:pt x="52" y="73"/>
                    <a:pt x="48" y="70"/>
                    <a:pt x="48" y="65"/>
                  </a:cubicBezTo>
                  <a:cubicBezTo>
                    <a:pt x="48" y="61"/>
                    <a:pt x="52" y="57"/>
                    <a:pt x="56" y="57"/>
                  </a:cubicBezTo>
                  <a:cubicBezTo>
                    <a:pt x="60" y="57"/>
                    <a:pt x="64" y="61"/>
                    <a:pt x="64" y="65"/>
                  </a:cubicBezTo>
                  <a:cubicBezTo>
                    <a:pt x="64" y="70"/>
                    <a:pt x="60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10"/>
                  </a:lnTo>
                  <a:close/>
                  <a:moveTo>
                    <a:pt x="16" y="65"/>
                  </a:moveTo>
                  <a:cubicBezTo>
                    <a:pt x="20" y="65"/>
                    <a:pt x="24" y="69"/>
                    <a:pt x="24" y="73"/>
                  </a:cubicBezTo>
                  <a:cubicBezTo>
                    <a:pt x="24" y="78"/>
                    <a:pt x="20" y="81"/>
                    <a:pt x="16" y="81"/>
                  </a:cubicBezTo>
                  <a:cubicBezTo>
                    <a:pt x="12" y="81"/>
                    <a:pt x="8" y="78"/>
                    <a:pt x="8" y="73"/>
                  </a:cubicBezTo>
                  <a:cubicBezTo>
                    <a:pt x="8" y="69"/>
                    <a:pt x="12" y="65"/>
                    <a:pt x="1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6" name="Группа 375"/>
          <p:cNvGrpSpPr/>
          <p:nvPr/>
        </p:nvGrpSpPr>
        <p:grpSpPr>
          <a:xfrm>
            <a:off x="4808424" y="1683238"/>
            <a:ext cx="301196" cy="269491"/>
            <a:chOff x="4808424" y="1683238"/>
            <a:chExt cx="301196" cy="269491"/>
          </a:xfrm>
          <a:solidFill>
            <a:schemeClr val="tx1"/>
          </a:solidFill>
        </p:grpSpPr>
        <p:sp>
          <p:nvSpPr>
            <p:cNvPr id="265" name="Freeform 269"/>
            <p:cNvSpPr>
              <a:spLocks/>
            </p:cNvSpPr>
            <p:nvPr/>
          </p:nvSpPr>
          <p:spPr bwMode="auto">
            <a:xfrm>
              <a:off x="4917126" y="1744382"/>
              <a:ext cx="83792" cy="83792"/>
            </a:xfrm>
            <a:custGeom>
              <a:avLst/>
              <a:gdLst>
                <a:gd name="T0" fmla="*/ 16 w 37"/>
                <a:gd name="T1" fmla="*/ 37 h 37"/>
                <a:gd name="T2" fmla="*/ 20 w 37"/>
                <a:gd name="T3" fmla="*/ 37 h 37"/>
                <a:gd name="T4" fmla="*/ 20 w 37"/>
                <a:gd name="T5" fmla="*/ 21 h 37"/>
                <a:gd name="T6" fmla="*/ 37 w 37"/>
                <a:gd name="T7" fmla="*/ 21 h 37"/>
                <a:gd name="T8" fmla="*/ 37 w 37"/>
                <a:gd name="T9" fmla="*/ 17 h 37"/>
                <a:gd name="T10" fmla="*/ 20 w 37"/>
                <a:gd name="T11" fmla="*/ 17 h 37"/>
                <a:gd name="T12" fmla="*/ 20 w 37"/>
                <a:gd name="T13" fmla="*/ 0 h 37"/>
                <a:gd name="T14" fmla="*/ 16 w 37"/>
                <a:gd name="T15" fmla="*/ 0 h 37"/>
                <a:gd name="T16" fmla="*/ 16 w 37"/>
                <a:gd name="T17" fmla="*/ 17 h 37"/>
                <a:gd name="T18" fmla="*/ 0 w 37"/>
                <a:gd name="T19" fmla="*/ 17 h 37"/>
                <a:gd name="T20" fmla="*/ 0 w 37"/>
                <a:gd name="T21" fmla="*/ 21 h 37"/>
                <a:gd name="T22" fmla="*/ 16 w 37"/>
                <a:gd name="T23" fmla="*/ 21 h 37"/>
                <a:gd name="T24" fmla="*/ 16 w 37"/>
                <a:gd name="T2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37">
                  <a:moveTo>
                    <a:pt x="16" y="37"/>
                  </a:moveTo>
                  <a:lnTo>
                    <a:pt x="20" y="37"/>
                  </a:lnTo>
                  <a:lnTo>
                    <a:pt x="20" y="21"/>
                  </a:lnTo>
                  <a:lnTo>
                    <a:pt x="37" y="21"/>
                  </a:lnTo>
                  <a:lnTo>
                    <a:pt x="37" y="17"/>
                  </a:lnTo>
                  <a:lnTo>
                    <a:pt x="20" y="17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17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6" y="21"/>
                  </a:lnTo>
                  <a:lnTo>
                    <a:pt x="16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6" name="Freeform 270"/>
            <p:cNvSpPr>
              <a:spLocks noEditPoints="1"/>
            </p:cNvSpPr>
            <p:nvPr/>
          </p:nvSpPr>
          <p:spPr bwMode="auto">
            <a:xfrm>
              <a:off x="4808424" y="1683238"/>
              <a:ext cx="301196" cy="269491"/>
            </a:xfrm>
            <a:custGeom>
              <a:avLst/>
              <a:gdLst>
                <a:gd name="T0" fmla="*/ 0 w 133"/>
                <a:gd name="T1" fmla="*/ 91 h 119"/>
                <a:gd name="T2" fmla="*/ 35 w 133"/>
                <a:gd name="T3" fmla="*/ 91 h 119"/>
                <a:gd name="T4" fmla="*/ 35 w 133"/>
                <a:gd name="T5" fmla="*/ 119 h 119"/>
                <a:gd name="T6" fmla="*/ 67 w 133"/>
                <a:gd name="T7" fmla="*/ 91 h 119"/>
                <a:gd name="T8" fmla="*/ 133 w 133"/>
                <a:gd name="T9" fmla="*/ 91 h 119"/>
                <a:gd name="T10" fmla="*/ 133 w 133"/>
                <a:gd name="T11" fmla="*/ 0 h 119"/>
                <a:gd name="T12" fmla="*/ 0 w 133"/>
                <a:gd name="T13" fmla="*/ 0 h 119"/>
                <a:gd name="T14" fmla="*/ 0 w 133"/>
                <a:gd name="T15" fmla="*/ 91 h 119"/>
                <a:gd name="T16" fmla="*/ 4 w 133"/>
                <a:gd name="T17" fmla="*/ 4 h 119"/>
                <a:gd name="T18" fmla="*/ 129 w 133"/>
                <a:gd name="T19" fmla="*/ 4 h 119"/>
                <a:gd name="T20" fmla="*/ 129 w 133"/>
                <a:gd name="T21" fmla="*/ 87 h 119"/>
                <a:gd name="T22" fmla="*/ 66 w 133"/>
                <a:gd name="T23" fmla="*/ 87 h 119"/>
                <a:gd name="T24" fmla="*/ 39 w 133"/>
                <a:gd name="T25" fmla="*/ 110 h 119"/>
                <a:gd name="T26" fmla="*/ 39 w 133"/>
                <a:gd name="T27" fmla="*/ 87 h 119"/>
                <a:gd name="T28" fmla="*/ 4 w 133"/>
                <a:gd name="T29" fmla="*/ 87 h 119"/>
                <a:gd name="T30" fmla="*/ 4 w 133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91"/>
                  </a:moveTo>
                  <a:lnTo>
                    <a:pt x="35" y="91"/>
                  </a:lnTo>
                  <a:lnTo>
                    <a:pt x="35" y="119"/>
                  </a:lnTo>
                  <a:lnTo>
                    <a:pt x="67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39" y="110"/>
                  </a:lnTo>
                  <a:lnTo>
                    <a:pt x="39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7" name="Группа 376"/>
          <p:cNvGrpSpPr/>
          <p:nvPr/>
        </p:nvGrpSpPr>
        <p:grpSpPr>
          <a:xfrm>
            <a:off x="5197939" y="1683238"/>
            <a:ext cx="303460" cy="269491"/>
            <a:chOff x="5197939" y="1683238"/>
            <a:chExt cx="303460" cy="269491"/>
          </a:xfrm>
          <a:solidFill>
            <a:schemeClr val="tx1"/>
          </a:solidFill>
        </p:grpSpPr>
        <p:sp>
          <p:nvSpPr>
            <p:cNvPr id="267" name="Freeform 271"/>
            <p:cNvSpPr>
              <a:spLocks noEditPoints="1"/>
            </p:cNvSpPr>
            <p:nvPr/>
          </p:nvSpPr>
          <p:spPr bwMode="auto">
            <a:xfrm>
              <a:off x="5197939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8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5 w 134"/>
                <a:gd name="T17" fmla="*/ 4 h 119"/>
                <a:gd name="T18" fmla="*/ 130 w 134"/>
                <a:gd name="T19" fmla="*/ 4 h 119"/>
                <a:gd name="T20" fmla="*/ 130 w 134"/>
                <a:gd name="T21" fmla="*/ 87 h 119"/>
                <a:gd name="T22" fmla="*/ 67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5 w 134"/>
                <a:gd name="T29" fmla="*/ 87 h 119"/>
                <a:gd name="T30" fmla="*/ 5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5" y="4"/>
                  </a:moveTo>
                  <a:lnTo>
                    <a:pt x="130" y="4"/>
                  </a:lnTo>
                  <a:lnTo>
                    <a:pt x="130" y="87"/>
                  </a:lnTo>
                  <a:lnTo>
                    <a:pt x="67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5" y="87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8" name="Freeform 272"/>
            <p:cNvSpPr>
              <a:spLocks/>
            </p:cNvSpPr>
            <p:nvPr/>
          </p:nvSpPr>
          <p:spPr bwMode="auto">
            <a:xfrm>
              <a:off x="5306641" y="1787411"/>
              <a:ext cx="67939" cy="63410"/>
            </a:xfrm>
            <a:custGeom>
              <a:avLst/>
              <a:gdLst>
                <a:gd name="T0" fmla="*/ 36 w 56"/>
                <a:gd name="T1" fmla="*/ 40 h 55"/>
                <a:gd name="T2" fmla="*/ 44 w 56"/>
                <a:gd name="T3" fmla="*/ 40 h 55"/>
                <a:gd name="T4" fmla="*/ 37 w 56"/>
                <a:gd name="T5" fmla="*/ 50 h 55"/>
                <a:gd name="T6" fmla="*/ 44 w 56"/>
                <a:gd name="T7" fmla="*/ 55 h 55"/>
                <a:gd name="T8" fmla="*/ 56 w 56"/>
                <a:gd name="T9" fmla="*/ 39 h 55"/>
                <a:gd name="T10" fmla="*/ 56 w 56"/>
                <a:gd name="T11" fmla="*/ 34 h 55"/>
                <a:gd name="T12" fmla="*/ 44 w 56"/>
                <a:gd name="T13" fmla="*/ 18 h 55"/>
                <a:gd name="T14" fmla="*/ 37 w 56"/>
                <a:gd name="T15" fmla="*/ 23 h 55"/>
                <a:gd name="T16" fmla="*/ 44 w 56"/>
                <a:gd name="T17" fmla="*/ 32 h 55"/>
                <a:gd name="T18" fmla="*/ 36 w 56"/>
                <a:gd name="T19" fmla="*/ 32 h 55"/>
                <a:gd name="T20" fmla="*/ 8 w 56"/>
                <a:gd name="T21" fmla="*/ 0 h 55"/>
                <a:gd name="T22" fmla="*/ 0 w 56"/>
                <a:gd name="T23" fmla="*/ 0 h 55"/>
                <a:gd name="T24" fmla="*/ 36 w 56"/>
                <a:gd name="T25" fmla="*/ 4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6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9" name="Freeform 273"/>
            <p:cNvSpPr>
              <a:spLocks/>
            </p:cNvSpPr>
            <p:nvPr/>
          </p:nvSpPr>
          <p:spPr bwMode="auto">
            <a:xfrm>
              <a:off x="5336081" y="1724002"/>
              <a:ext cx="65675" cy="63410"/>
            </a:xfrm>
            <a:custGeom>
              <a:avLst/>
              <a:gdLst>
                <a:gd name="T0" fmla="*/ 19 w 56"/>
                <a:gd name="T1" fmla="*/ 32 h 54"/>
                <a:gd name="T2" fmla="*/ 12 w 56"/>
                <a:gd name="T3" fmla="*/ 22 h 54"/>
                <a:gd name="T4" fmla="*/ 20 w 56"/>
                <a:gd name="T5" fmla="*/ 22 h 54"/>
                <a:gd name="T6" fmla="*/ 48 w 56"/>
                <a:gd name="T7" fmla="*/ 54 h 54"/>
                <a:gd name="T8" fmla="*/ 56 w 56"/>
                <a:gd name="T9" fmla="*/ 54 h 54"/>
                <a:gd name="T10" fmla="*/ 20 w 56"/>
                <a:gd name="T11" fmla="*/ 14 h 54"/>
                <a:gd name="T12" fmla="*/ 12 w 56"/>
                <a:gd name="T13" fmla="*/ 14 h 54"/>
                <a:gd name="T14" fmla="*/ 19 w 56"/>
                <a:gd name="T15" fmla="*/ 5 h 54"/>
                <a:gd name="T16" fmla="*/ 13 w 56"/>
                <a:gd name="T17" fmla="*/ 0 h 54"/>
                <a:gd name="T18" fmla="*/ 0 w 56"/>
                <a:gd name="T19" fmla="*/ 16 h 54"/>
                <a:gd name="T20" fmla="*/ 0 w 56"/>
                <a:gd name="T21" fmla="*/ 21 h 54"/>
                <a:gd name="T22" fmla="*/ 13 w 56"/>
                <a:gd name="T23" fmla="*/ 37 h 54"/>
                <a:gd name="T24" fmla="*/ 19 w 56"/>
                <a:gd name="T2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19" y="32"/>
                  </a:move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6" y="22"/>
                    <a:pt x="48" y="39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5"/>
                    <a:pt x="41" y="14"/>
                    <a:pt x="2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8" name="Группа 377"/>
          <p:cNvGrpSpPr/>
          <p:nvPr/>
        </p:nvGrpSpPr>
        <p:grpSpPr>
          <a:xfrm>
            <a:off x="5589719" y="1683238"/>
            <a:ext cx="303460" cy="269491"/>
            <a:chOff x="5589719" y="1683238"/>
            <a:chExt cx="303460" cy="269491"/>
          </a:xfrm>
          <a:solidFill>
            <a:schemeClr val="tx1"/>
          </a:solidFill>
        </p:grpSpPr>
        <p:sp>
          <p:nvSpPr>
            <p:cNvPr id="270" name="Freeform 274"/>
            <p:cNvSpPr>
              <a:spLocks noEditPoints="1"/>
            </p:cNvSpPr>
            <p:nvPr/>
          </p:nvSpPr>
          <p:spPr bwMode="auto">
            <a:xfrm>
              <a:off x="5589719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8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4 w 134"/>
                <a:gd name="T17" fmla="*/ 4 h 119"/>
                <a:gd name="T18" fmla="*/ 129 w 134"/>
                <a:gd name="T19" fmla="*/ 4 h 119"/>
                <a:gd name="T20" fmla="*/ 129 w 134"/>
                <a:gd name="T21" fmla="*/ 87 h 119"/>
                <a:gd name="T22" fmla="*/ 66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4 w 134"/>
                <a:gd name="T29" fmla="*/ 87 h 119"/>
                <a:gd name="T30" fmla="*/ 4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1" name="Freeform 275"/>
            <p:cNvSpPr>
              <a:spLocks/>
            </p:cNvSpPr>
            <p:nvPr/>
          </p:nvSpPr>
          <p:spPr bwMode="auto">
            <a:xfrm>
              <a:off x="5705215" y="1751177"/>
              <a:ext cx="72468" cy="72468"/>
            </a:xfrm>
            <a:custGeom>
              <a:avLst/>
              <a:gdLst>
                <a:gd name="T0" fmla="*/ 3 w 32"/>
                <a:gd name="T1" fmla="*/ 32 h 32"/>
                <a:gd name="T2" fmla="*/ 16 w 32"/>
                <a:gd name="T3" fmla="*/ 19 h 32"/>
                <a:gd name="T4" fmla="*/ 29 w 32"/>
                <a:gd name="T5" fmla="*/ 32 h 32"/>
                <a:gd name="T6" fmla="*/ 32 w 32"/>
                <a:gd name="T7" fmla="*/ 29 h 32"/>
                <a:gd name="T8" fmla="*/ 19 w 32"/>
                <a:gd name="T9" fmla="*/ 16 h 32"/>
                <a:gd name="T10" fmla="*/ 32 w 32"/>
                <a:gd name="T11" fmla="*/ 3 h 32"/>
                <a:gd name="T12" fmla="*/ 29 w 32"/>
                <a:gd name="T13" fmla="*/ 0 h 32"/>
                <a:gd name="T14" fmla="*/ 16 w 32"/>
                <a:gd name="T15" fmla="*/ 13 h 32"/>
                <a:gd name="T16" fmla="*/ 3 w 32"/>
                <a:gd name="T17" fmla="*/ 0 h 32"/>
                <a:gd name="T18" fmla="*/ 0 w 32"/>
                <a:gd name="T19" fmla="*/ 3 h 32"/>
                <a:gd name="T20" fmla="*/ 13 w 32"/>
                <a:gd name="T21" fmla="*/ 16 h 32"/>
                <a:gd name="T22" fmla="*/ 0 w 32"/>
                <a:gd name="T23" fmla="*/ 29 h 32"/>
                <a:gd name="T24" fmla="*/ 3 w 32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3" y="32"/>
                  </a:moveTo>
                  <a:lnTo>
                    <a:pt x="16" y="19"/>
                  </a:lnTo>
                  <a:lnTo>
                    <a:pt x="29" y="32"/>
                  </a:ln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9" name="Группа 378"/>
          <p:cNvGrpSpPr/>
          <p:nvPr/>
        </p:nvGrpSpPr>
        <p:grpSpPr>
          <a:xfrm>
            <a:off x="5981500" y="1683238"/>
            <a:ext cx="301196" cy="269491"/>
            <a:chOff x="5981500" y="1683238"/>
            <a:chExt cx="301196" cy="269491"/>
          </a:xfrm>
          <a:solidFill>
            <a:schemeClr val="tx1"/>
          </a:solidFill>
        </p:grpSpPr>
        <p:sp>
          <p:nvSpPr>
            <p:cNvPr id="272" name="Rectangle 276"/>
            <p:cNvSpPr>
              <a:spLocks noChangeArrowheads="1"/>
            </p:cNvSpPr>
            <p:nvPr/>
          </p:nvSpPr>
          <p:spPr bwMode="auto">
            <a:xfrm>
              <a:off x="6067555" y="1753441"/>
              <a:ext cx="905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3" name="Rectangle 277"/>
            <p:cNvSpPr>
              <a:spLocks noChangeArrowheads="1"/>
            </p:cNvSpPr>
            <p:nvPr/>
          </p:nvSpPr>
          <p:spPr bwMode="auto">
            <a:xfrm>
              <a:off x="6189845" y="1753441"/>
              <a:ext cx="905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4" name="Freeform 278"/>
            <p:cNvSpPr>
              <a:spLocks noEditPoints="1"/>
            </p:cNvSpPr>
            <p:nvPr/>
          </p:nvSpPr>
          <p:spPr bwMode="auto">
            <a:xfrm>
              <a:off x="5981500" y="1683238"/>
              <a:ext cx="301196" cy="269491"/>
            </a:xfrm>
            <a:custGeom>
              <a:avLst/>
              <a:gdLst>
                <a:gd name="T0" fmla="*/ 0 w 133"/>
                <a:gd name="T1" fmla="*/ 91 h 119"/>
                <a:gd name="T2" fmla="*/ 36 w 133"/>
                <a:gd name="T3" fmla="*/ 91 h 119"/>
                <a:gd name="T4" fmla="*/ 36 w 133"/>
                <a:gd name="T5" fmla="*/ 119 h 119"/>
                <a:gd name="T6" fmla="*/ 68 w 133"/>
                <a:gd name="T7" fmla="*/ 91 h 119"/>
                <a:gd name="T8" fmla="*/ 133 w 133"/>
                <a:gd name="T9" fmla="*/ 91 h 119"/>
                <a:gd name="T10" fmla="*/ 133 w 133"/>
                <a:gd name="T11" fmla="*/ 0 h 119"/>
                <a:gd name="T12" fmla="*/ 0 w 133"/>
                <a:gd name="T13" fmla="*/ 0 h 119"/>
                <a:gd name="T14" fmla="*/ 0 w 133"/>
                <a:gd name="T15" fmla="*/ 91 h 119"/>
                <a:gd name="T16" fmla="*/ 4 w 133"/>
                <a:gd name="T17" fmla="*/ 4 h 119"/>
                <a:gd name="T18" fmla="*/ 129 w 133"/>
                <a:gd name="T19" fmla="*/ 4 h 119"/>
                <a:gd name="T20" fmla="*/ 129 w 133"/>
                <a:gd name="T21" fmla="*/ 87 h 119"/>
                <a:gd name="T22" fmla="*/ 66 w 133"/>
                <a:gd name="T23" fmla="*/ 87 h 119"/>
                <a:gd name="T24" fmla="*/ 40 w 133"/>
                <a:gd name="T25" fmla="*/ 110 h 119"/>
                <a:gd name="T26" fmla="*/ 40 w 133"/>
                <a:gd name="T27" fmla="*/ 87 h 119"/>
                <a:gd name="T28" fmla="*/ 4 w 133"/>
                <a:gd name="T29" fmla="*/ 87 h 119"/>
                <a:gd name="T30" fmla="*/ 4 w 133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5" name="Freeform 279"/>
            <p:cNvSpPr>
              <a:spLocks/>
            </p:cNvSpPr>
            <p:nvPr/>
          </p:nvSpPr>
          <p:spPr bwMode="auto">
            <a:xfrm>
              <a:off x="6090202" y="1800999"/>
              <a:ext cx="83792" cy="43029"/>
            </a:xfrm>
            <a:custGeom>
              <a:avLst/>
              <a:gdLst>
                <a:gd name="T0" fmla="*/ 36 w 72"/>
                <a:gd name="T1" fmla="*/ 8 h 36"/>
                <a:gd name="T2" fmla="*/ 64 w 72"/>
                <a:gd name="T3" fmla="*/ 36 h 36"/>
                <a:gd name="T4" fmla="*/ 72 w 72"/>
                <a:gd name="T5" fmla="*/ 36 h 36"/>
                <a:gd name="T6" fmla="*/ 36 w 72"/>
                <a:gd name="T7" fmla="*/ 0 h 36"/>
                <a:gd name="T8" fmla="*/ 0 w 72"/>
                <a:gd name="T9" fmla="*/ 36 h 36"/>
                <a:gd name="T10" fmla="*/ 8 w 72"/>
                <a:gd name="T11" fmla="*/ 36 h 36"/>
                <a:gd name="T12" fmla="*/ 36 w 72"/>
                <a:gd name="T13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36">
                  <a:moveTo>
                    <a:pt x="36" y="8"/>
                  </a:moveTo>
                  <a:cubicBezTo>
                    <a:pt x="52" y="8"/>
                    <a:pt x="64" y="21"/>
                    <a:pt x="64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ubicBezTo>
                    <a:pt x="17" y="0"/>
                    <a:pt x="0" y="16"/>
                    <a:pt x="0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21"/>
                    <a:pt x="21" y="8"/>
                    <a:pt x="3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0" name="Группа 379"/>
          <p:cNvGrpSpPr/>
          <p:nvPr/>
        </p:nvGrpSpPr>
        <p:grpSpPr>
          <a:xfrm>
            <a:off x="6445747" y="1667385"/>
            <a:ext cx="158524" cy="301196"/>
            <a:chOff x="6445747" y="1667385"/>
            <a:chExt cx="158524" cy="301196"/>
          </a:xfrm>
          <a:solidFill>
            <a:schemeClr val="tx1"/>
          </a:solidFill>
        </p:grpSpPr>
        <p:sp>
          <p:nvSpPr>
            <p:cNvPr id="276" name="Freeform 280"/>
            <p:cNvSpPr>
              <a:spLocks noEditPoints="1"/>
            </p:cNvSpPr>
            <p:nvPr/>
          </p:nvSpPr>
          <p:spPr bwMode="auto">
            <a:xfrm>
              <a:off x="6445747" y="1667385"/>
              <a:ext cx="158524" cy="301196"/>
            </a:xfrm>
            <a:custGeom>
              <a:avLst/>
              <a:gdLst>
                <a:gd name="T0" fmla="*/ 70 w 70"/>
                <a:gd name="T1" fmla="*/ 0 h 133"/>
                <a:gd name="T2" fmla="*/ 0 w 70"/>
                <a:gd name="T3" fmla="*/ 0 h 133"/>
                <a:gd name="T4" fmla="*/ 0 w 70"/>
                <a:gd name="T5" fmla="*/ 133 h 133"/>
                <a:gd name="T6" fmla="*/ 70 w 70"/>
                <a:gd name="T7" fmla="*/ 133 h 133"/>
                <a:gd name="T8" fmla="*/ 70 w 70"/>
                <a:gd name="T9" fmla="*/ 0 h 133"/>
                <a:gd name="T10" fmla="*/ 66 w 70"/>
                <a:gd name="T11" fmla="*/ 4 h 133"/>
                <a:gd name="T12" fmla="*/ 66 w 70"/>
                <a:gd name="T13" fmla="*/ 17 h 133"/>
                <a:gd name="T14" fmla="*/ 4 w 70"/>
                <a:gd name="T15" fmla="*/ 17 h 133"/>
                <a:gd name="T16" fmla="*/ 4 w 70"/>
                <a:gd name="T17" fmla="*/ 4 h 133"/>
                <a:gd name="T18" fmla="*/ 66 w 70"/>
                <a:gd name="T19" fmla="*/ 4 h 133"/>
                <a:gd name="T20" fmla="*/ 66 w 70"/>
                <a:gd name="T21" fmla="*/ 21 h 133"/>
                <a:gd name="T22" fmla="*/ 66 w 70"/>
                <a:gd name="T23" fmla="*/ 104 h 133"/>
                <a:gd name="T24" fmla="*/ 4 w 70"/>
                <a:gd name="T25" fmla="*/ 104 h 133"/>
                <a:gd name="T26" fmla="*/ 4 w 70"/>
                <a:gd name="T27" fmla="*/ 21 h 133"/>
                <a:gd name="T28" fmla="*/ 66 w 70"/>
                <a:gd name="T29" fmla="*/ 21 h 133"/>
                <a:gd name="T30" fmla="*/ 4 w 70"/>
                <a:gd name="T31" fmla="*/ 129 h 133"/>
                <a:gd name="T32" fmla="*/ 4 w 70"/>
                <a:gd name="T33" fmla="*/ 108 h 133"/>
                <a:gd name="T34" fmla="*/ 66 w 70"/>
                <a:gd name="T35" fmla="*/ 108 h 133"/>
                <a:gd name="T36" fmla="*/ 66 w 70"/>
                <a:gd name="T37" fmla="*/ 129 h 133"/>
                <a:gd name="T38" fmla="*/ 4 w 70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133">
                  <a:moveTo>
                    <a:pt x="70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0" y="133"/>
                  </a:lnTo>
                  <a:lnTo>
                    <a:pt x="70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7" name="Rectangle 281"/>
            <p:cNvSpPr>
              <a:spLocks noChangeArrowheads="1"/>
            </p:cNvSpPr>
            <p:nvPr/>
          </p:nvSpPr>
          <p:spPr bwMode="auto">
            <a:xfrm>
              <a:off x="6506893" y="1685502"/>
              <a:ext cx="36234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8" name="Freeform 282"/>
            <p:cNvSpPr>
              <a:spLocks noEditPoints="1"/>
            </p:cNvSpPr>
            <p:nvPr/>
          </p:nvSpPr>
          <p:spPr bwMode="auto">
            <a:xfrm>
              <a:off x="6511422" y="1923289"/>
              <a:ext cx="27176" cy="27176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9" name="Freeform 283"/>
            <p:cNvSpPr>
              <a:spLocks noEditPoints="1"/>
            </p:cNvSpPr>
            <p:nvPr/>
          </p:nvSpPr>
          <p:spPr bwMode="auto">
            <a:xfrm>
              <a:off x="6472923" y="1776087"/>
              <a:ext cx="104173" cy="65675"/>
            </a:xfrm>
            <a:custGeom>
              <a:avLst/>
              <a:gdLst>
                <a:gd name="T0" fmla="*/ 16 w 88"/>
                <a:gd name="T1" fmla="*/ 56 h 56"/>
                <a:gd name="T2" fmla="*/ 72 w 88"/>
                <a:gd name="T3" fmla="*/ 56 h 56"/>
                <a:gd name="T4" fmla="*/ 88 w 88"/>
                <a:gd name="T5" fmla="*/ 40 h 56"/>
                <a:gd name="T6" fmla="*/ 75 w 88"/>
                <a:gd name="T7" fmla="*/ 24 h 56"/>
                <a:gd name="T8" fmla="*/ 44 w 88"/>
                <a:gd name="T9" fmla="*/ 0 h 56"/>
                <a:gd name="T10" fmla="*/ 12 w 88"/>
                <a:gd name="T11" fmla="*/ 24 h 56"/>
                <a:gd name="T12" fmla="*/ 0 w 88"/>
                <a:gd name="T13" fmla="*/ 40 h 56"/>
                <a:gd name="T14" fmla="*/ 16 w 88"/>
                <a:gd name="T15" fmla="*/ 56 h 56"/>
                <a:gd name="T16" fmla="*/ 16 w 88"/>
                <a:gd name="T17" fmla="*/ 32 h 56"/>
                <a:gd name="T18" fmla="*/ 19 w 88"/>
                <a:gd name="T19" fmla="*/ 32 h 56"/>
                <a:gd name="T20" fmla="*/ 19 w 88"/>
                <a:gd name="T21" fmla="*/ 28 h 56"/>
                <a:gd name="T22" fmla="*/ 44 w 88"/>
                <a:gd name="T23" fmla="*/ 8 h 56"/>
                <a:gd name="T24" fmla="*/ 68 w 88"/>
                <a:gd name="T25" fmla="*/ 28 h 56"/>
                <a:gd name="T26" fmla="*/ 68 w 88"/>
                <a:gd name="T27" fmla="*/ 32 h 56"/>
                <a:gd name="T28" fmla="*/ 72 w 88"/>
                <a:gd name="T29" fmla="*/ 32 h 56"/>
                <a:gd name="T30" fmla="*/ 80 w 88"/>
                <a:gd name="T31" fmla="*/ 40 h 56"/>
                <a:gd name="T32" fmla="*/ 72 w 88"/>
                <a:gd name="T33" fmla="*/ 48 h 56"/>
                <a:gd name="T34" fmla="*/ 16 w 88"/>
                <a:gd name="T35" fmla="*/ 48 h 56"/>
                <a:gd name="T36" fmla="*/ 8 w 88"/>
                <a:gd name="T37" fmla="*/ 40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16" y="56"/>
                  </a:move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6"/>
                    <a:pt x="75" y="24"/>
                  </a:cubicBezTo>
                  <a:cubicBezTo>
                    <a:pt x="73" y="10"/>
                    <a:pt x="60" y="0"/>
                    <a:pt x="44" y="0"/>
                  </a:cubicBezTo>
                  <a:cubicBezTo>
                    <a:pt x="29" y="0"/>
                    <a:pt x="16" y="12"/>
                    <a:pt x="12" y="24"/>
                  </a:cubicBezTo>
                  <a:cubicBezTo>
                    <a:pt x="4" y="26"/>
                    <a:pt x="0" y="34"/>
                    <a:pt x="0" y="40"/>
                  </a:cubicBezTo>
                  <a:cubicBezTo>
                    <a:pt x="0" y="50"/>
                    <a:pt x="5" y="56"/>
                    <a:pt x="16" y="56"/>
                  </a:cubicBezTo>
                  <a:close/>
                  <a:moveTo>
                    <a:pt x="16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5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1" name="Группа 380"/>
          <p:cNvGrpSpPr/>
          <p:nvPr/>
        </p:nvGrpSpPr>
        <p:grpSpPr>
          <a:xfrm>
            <a:off x="6835263" y="1667385"/>
            <a:ext cx="160789" cy="301196"/>
            <a:chOff x="6835263" y="1667385"/>
            <a:chExt cx="160789" cy="301196"/>
          </a:xfrm>
          <a:solidFill>
            <a:schemeClr val="tx1"/>
          </a:solidFill>
        </p:grpSpPr>
        <p:sp>
          <p:nvSpPr>
            <p:cNvPr id="280" name="Freeform 284"/>
            <p:cNvSpPr>
              <a:spLocks noEditPoints="1"/>
            </p:cNvSpPr>
            <p:nvPr/>
          </p:nvSpPr>
          <p:spPr bwMode="auto">
            <a:xfrm>
              <a:off x="6835263" y="1667385"/>
              <a:ext cx="160789" cy="301196"/>
            </a:xfrm>
            <a:custGeom>
              <a:avLst/>
              <a:gdLst>
                <a:gd name="T0" fmla="*/ 71 w 71"/>
                <a:gd name="T1" fmla="*/ 0 h 133"/>
                <a:gd name="T2" fmla="*/ 0 w 71"/>
                <a:gd name="T3" fmla="*/ 0 h 133"/>
                <a:gd name="T4" fmla="*/ 0 w 71"/>
                <a:gd name="T5" fmla="*/ 133 h 133"/>
                <a:gd name="T6" fmla="*/ 71 w 71"/>
                <a:gd name="T7" fmla="*/ 133 h 133"/>
                <a:gd name="T8" fmla="*/ 71 w 71"/>
                <a:gd name="T9" fmla="*/ 0 h 133"/>
                <a:gd name="T10" fmla="*/ 67 w 71"/>
                <a:gd name="T11" fmla="*/ 4 h 133"/>
                <a:gd name="T12" fmla="*/ 67 w 71"/>
                <a:gd name="T13" fmla="*/ 17 h 133"/>
                <a:gd name="T14" fmla="*/ 5 w 71"/>
                <a:gd name="T15" fmla="*/ 17 h 133"/>
                <a:gd name="T16" fmla="*/ 5 w 71"/>
                <a:gd name="T17" fmla="*/ 4 h 133"/>
                <a:gd name="T18" fmla="*/ 67 w 71"/>
                <a:gd name="T19" fmla="*/ 4 h 133"/>
                <a:gd name="T20" fmla="*/ 67 w 71"/>
                <a:gd name="T21" fmla="*/ 21 h 133"/>
                <a:gd name="T22" fmla="*/ 67 w 71"/>
                <a:gd name="T23" fmla="*/ 104 h 133"/>
                <a:gd name="T24" fmla="*/ 5 w 71"/>
                <a:gd name="T25" fmla="*/ 104 h 133"/>
                <a:gd name="T26" fmla="*/ 5 w 71"/>
                <a:gd name="T27" fmla="*/ 21 h 133"/>
                <a:gd name="T28" fmla="*/ 67 w 71"/>
                <a:gd name="T29" fmla="*/ 21 h 133"/>
                <a:gd name="T30" fmla="*/ 5 w 71"/>
                <a:gd name="T31" fmla="*/ 129 h 133"/>
                <a:gd name="T32" fmla="*/ 5 w 71"/>
                <a:gd name="T33" fmla="*/ 108 h 133"/>
                <a:gd name="T34" fmla="*/ 67 w 71"/>
                <a:gd name="T35" fmla="*/ 108 h 133"/>
                <a:gd name="T36" fmla="*/ 67 w 71"/>
                <a:gd name="T37" fmla="*/ 129 h 133"/>
                <a:gd name="T38" fmla="*/ 5 w 7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133">
                  <a:moveTo>
                    <a:pt x="7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1" y="133"/>
                  </a:lnTo>
                  <a:lnTo>
                    <a:pt x="71" y="0"/>
                  </a:lnTo>
                  <a:close/>
                  <a:moveTo>
                    <a:pt x="67" y="4"/>
                  </a:moveTo>
                  <a:lnTo>
                    <a:pt x="67" y="17"/>
                  </a:lnTo>
                  <a:lnTo>
                    <a:pt x="5" y="17"/>
                  </a:lnTo>
                  <a:lnTo>
                    <a:pt x="5" y="4"/>
                  </a:lnTo>
                  <a:lnTo>
                    <a:pt x="67" y="4"/>
                  </a:lnTo>
                  <a:close/>
                  <a:moveTo>
                    <a:pt x="67" y="21"/>
                  </a:moveTo>
                  <a:lnTo>
                    <a:pt x="67" y="104"/>
                  </a:lnTo>
                  <a:lnTo>
                    <a:pt x="5" y="104"/>
                  </a:lnTo>
                  <a:lnTo>
                    <a:pt x="5" y="21"/>
                  </a:lnTo>
                  <a:lnTo>
                    <a:pt x="67" y="21"/>
                  </a:lnTo>
                  <a:close/>
                  <a:moveTo>
                    <a:pt x="5" y="129"/>
                  </a:moveTo>
                  <a:lnTo>
                    <a:pt x="5" y="108"/>
                  </a:lnTo>
                  <a:lnTo>
                    <a:pt x="67" y="108"/>
                  </a:lnTo>
                  <a:lnTo>
                    <a:pt x="67" y="129"/>
                  </a:lnTo>
                  <a:lnTo>
                    <a:pt x="5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1" name="Rectangle 285"/>
            <p:cNvSpPr>
              <a:spLocks noChangeArrowheads="1"/>
            </p:cNvSpPr>
            <p:nvPr/>
          </p:nvSpPr>
          <p:spPr bwMode="auto">
            <a:xfrm>
              <a:off x="6898672" y="1685502"/>
              <a:ext cx="36234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2" name="Freeform 286"/>
            <p:cNvSpPr>
              <a:spLocks noEditPoints="1"/>
            </p:cNvSpPr>
            <p:nvPr/>
          </p:nvSpPr>
          <p:spPr bwMode="auto">
            <a:xfrm>
              <a:off x="6903202" y="1923289"/>
              <a:ext cx="27176" cy="27176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3" name="Freeform 287"/>
            <p:cNvSpPr>
              <a:spLocks noEditPoints="1"/>
            </p:cNvSpPr>
            <p:nvPr/>
          </p:nvSpPr>
          <p:spPr bwMode="auto">
            <a:xfrm>
              <a:off x="6864704" y="1767029"/>
              <a:ext cx="104173" cy="88321"/>
            </a:xfrm>
            <a:custGeom>
              <a:avLst/>
              <a:gdLst>
                <a:gd name="T0" fmla="*/ 42 w 88"/>
                <a:gd name="T1" fmla="*/ 75 h 76"/>
                <a:gd name="T2" fmla="*/ 44 w 88"/>
                <a:gd name="T3" fmla="*/ 76 h 76"/>
                <a:gd name="T4" fmla="*/ 46 w 88"/>
                <a:gd name="T5" fmla="*/ 75 h 76"/>
                <a:gd name="T6" fmla="*/ 88 w 88"/>
                <a:gd name="T7" fmla="*/ 24 h 76"/>
                <a:gd name="T8" fmla="*/ 64 w 88"/>
                <a:gd name="T9" fmla="*/ 0 h 76"/>
                <a:gd name="T10" fmla="*/ 44 w 88"/>
                <a:gd name="T11" fmla="*/ 10 h 76"/>
                <a:gd name="T12" fmla="*/ 24 w 88"/>
                <a:gd name="T13" fmla="*/ 0 h 76"/>
                <a:gd name="T14" fmla="*/ 0 w 88"/>
                <a:gd name="T15" fmla="*/ 24 h 76"/>
                <a:gd name="T16" fmla="*/ 42 w 88"/>
                <a:gd name="T17" fmla="*/ 75 h 76"/>
                <a:gd name="T18" fmla="*/ 24 w 88"/>
                <a:gd name="T19" fmla="*/ 8 h 76"/>
                <a:gd name="T20" fmla="*/ 40 w 88"/>
                <a:gd name="T21" fmla="*/ 24 h 76"/>
                <a:gd name="T22" fmla="*/ 48 w 88"/>
                <a:gd name="T23" fmla="*/ 24 h 76"/>
                <a:gd name="T24" fmla="*/ 64 w 88"/>
                <a:gd name="T25" fmla="*/ 8 h 76"/>
                <a:gd name="T26" fmla="*/ 80 w 88"/>
                <a:gd name="T27" fmla="*/ 24 h 76"/>
                <a:gd name="T28" fmla="*/ 44 w 88"/>
                <a:gd name="T29" fmla="*/ 67 h 76"/>
                <a:gd name="T30" fmla="*/ 8 w 88"/>
                <a:gd name="T31" fmla="*/ 24 h 76"/>
                <a:gd name="T32" fmla="*/ 24 w 88"/>
                <a:gd name="T33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6">
                  <a:moveTo>
                    <a:pt x="42" y="75"/>
                  </a:moveTo>
                  <a:cubicBezTo>
                    <a:pt x="44" y="76"/>
                    <a:pt x="44" y="76"/>
                    <a:pt x="44" y="76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7" y="74"/>
                    <a:pt x="88" y="52"/>
                    <a:pt x="88" y="24"/>
                  </a:cubicBezTo>
                  <a:cubicBezTo>
                    <a:pt x="88" y="10"/>
                    <a:pt x="77" y="0"/>
                    <a:pt x="64" y="0"/>
                  </a:cubicBezTo>
                  <a:cubicBezTo>
                    <a:pt x="55" y="0"/>
                    <a:pt x="48" y="4"/>
                    <a:pt x="44" y="10"/>
                  </a:cubicBezTo>
                  <a:cubicBezTo>
                    <a:pt x="39" y="4"/>
                    <a:pt x="32" y="0"/>
                    <a:pt x="24" y="0"/>
                  </a:cubicBezTo>
                  <a:cubicBezTo>
                    <a:pt x="10" y="0"/>
                    <a:pt x="0" y="10"/>
                    <a:pt x="0" y="24"/>
                  </a:cubicBezTo>
                  <a:cubicBezTo>
                    <a:pt x="0" y="52"/>
                    <a:pt x="40" y="74"/>
                    <a:pt x="42" y="75"/>
                  </a:cubicBezTo>
                  <a:close/>
                  <a:moveTo>
                    <a:pt x="24" y="8"/>
                  </a:moveTo>
                  <a:cubicBezTo>
                    <a:pt x="32" y="8"/>
                    <a:pt x="40" y="15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5" y="8"/>
                    <a:pt x="64" y="8"/>
                  </a:cubicBezTo>
                  <a:cubicBezTo>
                    <a:pt x="73" y="8"/>
                    <a:pt x="80" y="14"/>
                    <a:pt x="80" y="24"/>
                  </a:cubicBezTo>
                  <a:cubicBezTo>
                    <a:pt x="80" y="44"/>
                    <a:pt x="51" y="62"/>
                    <a:pt x="44" y="67"/>
                  </a:cubicBezTo>
                  <a:cubicBezTo>
                    <a:pt x="36" y="62"/>
                    <a:pt x="8" y="44"/>
                    <a:pt x="8" y="24"/>
                  </a:cubicBezTo>
                  <a:cubicBezTo>
                    <a:pt x="8" y="14"/>
                    <a:pt x="14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2" name="Группа 381"/>
          <p:cNvGrpSpPr/>
          <p:nvPr/>
        </p:nvGrpSpPr>
        <p:grpSpPr>
          <a:xfrm>
            <a:off x="2138430" y="2059166"/>
            <a:ext cx="160789" cy="301196"/>
            <a:chOff x="2138430" y="2059166"/>
            <a:chExt cx="160789" cy="301196"/>
          </a:xfrm>
          <a:solidFill>
            <a:schemeClr val="tx1"/>
          </a:solidFill>
        </p:grpSpPr>
        <p:sp>
          <p:nvSpPr>
            <p:cNvPr id="284" name="Freeform 288"/>
            <p:cNvSpPr>
              <a:spLocks noEditPoints="1"/>
            </p:cNvSpPr>
            <p:nvPr/>
          </p:nvSpPr>
          <p:spPr bwMode="auto">
            <a:xfrm>
              <a:off x="2138430" y="2059166"/>
              <a:ext cx="160789" cy="301196"/>
            </a:xfrm>
            <a:custGeom>
              <a:avLst/>
              <a:gdLst>
                <a:gd name="T0" fmla="*/ 71 w 71"/>
                <a:gd name="T1" fmla="*/ 0 h 133"/>
                <a:gd name="T2" fmla="*/ 0 w 71"/>
                <a:gd name="T3" fmla="*/ 0 h 133"/>
                <a:gd name="T4" fmla="*/ 0 w 71"/>
                <a:gd name="T5" fmla="*/ 133 h 133"/>
                <a:gd name="T6" fmla="*/ 71 w 71"/>
                <a:gd name="T7" fmla="*/ 133 h 133"/>
                <a:gd name="T8" fmla="*/ 71 w 71"/>
                <a:gd name="T9" fmla="*/ 0 h 133"/>
                <a:gd name="T10" fmla="*/ 66 w 71"/>
                <a:gd name="T11" fmla="*/ 4 h 133"/>
                <a:gd name="T12" fmla="*/ 66 w 71"/>
                <a:gd name="T13" fmla="*/ 17 h 133"/>
                <a:gd name="T14" fmla="*/ 4 w 71"/>
                <a:gd name="T15" fmla="*/ 17 h 133"/>
                <a:gd name="T16" fmla="*/ 4 w 71"/>
                <a:gd name="T17" fmla="*/ 4 h 133"/>
                <a:gd name="T18" fmla="*/ 66 w 71"/>
                <a:gd name="T19" fmla="*/ 4 h 133"/>
                <a:gd name="T20" fmla="*/ 66 w 71"/>
                <a:gd name="T21" fmla="*/ 21 h 133"/>
                <a:gd name="T22" fmla="*/ 66 w 71"/>
                <a:gd name="T23" fmla="*/ 104 h 133"/>
                <a:gd name="T24" fmla="*/ 4 w 71"/>
                <a:gd name="T25" fmla="*/ 104 h 133"/>
                <a:gd name="T26" fmla="*/ 4 w 71"/>
                <a:gd name="T27" fmla="*/ 21 h 133"/>
                <a:gd name="T28" fmla="*/ 66 w 71"/>
                <a:gd name="T29" fmla="*/ 21 h 133"/>
                <a:gd name="T30" fmla="*/ 4 w 71"/>
                <a:gd name="T31" fmla="*/ 129 h 133"/>
                <a:gd name="T32" fmla="*/ 4 w 71"/>
                <a:gd name="T33" fmla="*/ 108 h 133"/>
                <a:gd name="T34" fmla="*/ 66 w 71"/>
                <a:gd name="T35" fmla="*/ 108 h 133"/>
                <a:gd name="T36" fmla="*/ 66 w 71"/>
                <a:gd name="T37" fmla="*/ 129 h 133"/>
                <a:gd name="T38" fmla="*/ 4 w 7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133">
                  <a:moveTo>
                    <a:pt x="7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1" y="133"/>
                  </a:lnTo>
                  <a:lnTo>
                    <a:pt x="71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5" name="Rectangle 289"/>
            <p:cNvSpPr>
              <a:spLocks noChangeArrowheads="1"/>
            </p:cNvSpPr>
            <p:nvPr/>
          </p:nvSpPr>
          <p:spPr bwMode="auto">
            <a:xfrm>
              <a:off x="2199575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6" name="Freeform 290"/>
            <p:cNvSpPr>
              <a:spLocks noEditPoints="1"/>
            </p:cNvSpPr>
            <p:nvPr/>
          </p:nvSpPr>
          <p:spPr bwMode="auto">
            <a:xfrm>
              <a:off x="2204105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7" name="Freeform 291"/>
            <p:cNvSpPr>
              <a:spLocks noEditPoints="1"/>
            </p:cNvSpPr>
            <p:nvPr/>
          </p:nvSpPr>
          <p:spPr bwMode="auto">
            <a:xfrm>
              <a:off x="2170134" y="2152015"/>
              <a:ext cx="95114" cy="95114"/>
            </a:xfrm>
            <a:custGeom>
              <a:avLst/>
              <a:gdLst>
                <a:gd name="T0" fmla="*/ 12 w 80"/>
                <a:gd name="T1" fmla="*/ 68 h 80"/>
                <a:gd name="T2" fmla="*/ 40 w 80"/>
                <a:gd name="T3" fmla="*/ 80 h 80"/>
                <a:gd name="T4" fmla="*/ 40 w 80"/>
                <a:gd name="T5" fmla="*/ 80 h 80"/>
                <a:gd name="T6" fmla="*/ 80 w 80"/>
                <a:gd name="T7" fmla="*/ 40 h 80"/>
                <a:gd name="T8" fmla="*/ 69 w 80"/>
                <a:gd name="T9" fmla="*/ 11 h 80"/>
                <a:gd name="T10" fmla="*/ 40 w 80"/>
                <a:gd name="T11" fmla="*/ 0 h 80"/>
                <a:gd name="T12" fmla="*/ 12 w 80"/>
                <a:gd name="T13" fmla="*/ 11 h 80"/>
                <a:gd name="T14" fmla="*/ 0 w 80"/>
                <a:gd name="T15" fmla="*/ 40 h 80"/>
                <a:gd name="T16" fmla="*/ 12 w 80"/>
                <a:gd name="T17" fmla="*/ 68 h 80"/>
                <a:gd name="T18" fmla="*/ 40 w 80"/>
                <a:gd name="T19" fmla="*/ 8 h 80"/>
                <a:gd name="T20" fmla="*/ 63 w 80"/>
                <a:gd name="T21" fmla="*/ 17 h 80"/>
                <a:gd name="T22" fmla="*/ 72 w 80"/>
                <a:gd name="T23" fmla="*/ 40 h 80"/>
                <a:gd name="T24" fmla="*/ 65 w 80"/>
                <a:gd name="T25" fmla="*/ 59 h 80"/>
                <a:gd name="T26" fmla="*/ 21 w 80"/>
                <a:gd name="T27" fmla="*/ 14 h 80"/>
                <a:gd name="T28" fmla="*/ 40 w 80"/>
                <a:gd name="T29" fmla="*/ 8 h 80"/>
                <a:gd name="T30" fmla="*/ 15 w 80"/>
                <a:gd name="T31" fmla="*/ 20 h 80"/>
                <a:gd name="T32" fmla="*/ 60 w 80"/>
                <a:gd name="T33" fmla="*/ 65 h 80"/>
                <a:gd name="T34" fmla="*/ 40 w 80"/>
                <a:gd name="T35" fmla="*/ 72 h 80"/>
                <a:gd name="T36" fmla="*/ 18 w 80"/>
                <a:gd name="T37" fmla="*/ 62 h 80"/>
                <a:gd name="T38" fmla="*/ 8 w 80"/>
                <a:gd name="T39" fmla="*/ 40 h 80"/>
                <a:gd name="T40" fmla="*/ 15 w 80"/>
                <a:gd name="T41" fmla="*/ 2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12" y="68"/>
                  </a:moveTo>
                  <a:cubicBezTo>
                    <a:pt x="19" y="76"/>
                    <a:pt x="30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9" y="11"/>
                  </a:cubicBezTo>
                  <a:cubicBezTo>
                    <a:pt x="61" y="4"/>
                    <a:pt x="51" y="0"/>
                    <a:pt x="40" y="0"/>
                  </a:cubicBezTo>
                  <a:cubicBezTo>
                    <a:pt x="30" y="0"/>
                    <a:pt x="19" y="4"/>
                    <a:pt x="12" y="11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0"/>
                    <a:pt x="4" y="60"/>
                    <a:pt x="12" y="68"/>
                  </a:cubicBezTo>
                  <a:close/>
                  <a:moveTo>
                    <a:pt x="40" y="8"/>
                  </a:moveTo>
                  <a:cubicBezTo>
                    <a:pt x="49" y="8"/>
                    <a:pt x="57" y="11"/>
                    <a:pt x="63" y="17"/>
                  </a:cubicBezTo>
                  <a:cubicBezTo>
                    <a:pt x="69" y="23"/>
                    <a:pt x="72" y="31"/>
                    <a:pt x="72" y="40"/>
                  </a:cubicBezTo>
                  <a:cubicBezTo>
                    <a:pt x="72" y="47"/>
                    <a:pt x="70" y="54"/>
                    <a:pt x="65" y="59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6" y="10"/>
                    <a:pt x="33" y="8"/>
                    <a:pt x="40" y="8"/>
                  </a:cubicBezTo>
                  <a:close/>
                  <a:moveTo>
                    <a:pt x="15" y="20"/>
                  </a:moveTo>
                  <a:cubicBezTo>
                    <a:pt x="60" y="65"/>
                    <a:pt x="60" y="65"/>
                    <a:pt x="60" y="65"/>
                  </a:cubicBezTo>
                  <a:cubicBezTo>
                    <a:pt x="54" y="69"/>
                    <a:pt x="48" y="72"/>
                    <a:pt x="40" y="72"/>
                  </a:cubicBezTo>
                  <a:cubicBezTo>
                    <a:pt x="32" y="72"/>
                    <a:pt x="24" y="68"/>
                    <a:pt x="18" y="62"/>
                  </a:cubicBezTo>
                  <a:cubicBezTo>
                    <a:pt x="12" y="56"/>
                    <a:pt x="8" y="48"/>
                    <a:pt x="8" y="40"/>
                  </a:cubicBezTo>
                  <a:cubicBezTo>
                    <a:pt x="8" y="32"/>
                    <a:pt x="11" y="26"/>
                    <a:pt x="1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3" name="Группа 382"/>
          <p:cNvGrpSpPr/>
          <p:nvPr/>
        </p:nvGrpSpPr>
        <p:grpSpPr>
          <a:xfrm>
            <a:off x="2530211" y="2059166"/>
            <a:ext cx="158524" cy="301196"/>
            <a:chOff x="2530211" y="2059166"/>
            <a:chExt cx="158524" cy="301196"/>
          </a:xfrm>
          <a:solidFill>
            <a:schemeClr val="tx1"/>
          </a:solidFill>
        </p:grpSpPr>
        <p:sp>
          <p:nvSpPr>
            <p:cNvPr id="288" name="Freeform 292"/>
            <p:cNvSpPr>
              <a:spLocks noEditPoints="1"/>
            </p:cNvSpPr>
            <p:nvPr/>
          </p:nvSpPr>
          <p:spPr bwMode="auto">
            <a:xfrm>
              <a:off x="2530211" y="2059166"/>
              <a:ext cx="158524" cy="301196"/>
            </a:xfrm>
            <a:custGeom>
              <a:avLst/>
              <a:gdLst>
                <a:gd name="T0" fmla="*/ 70 w 70"/>
                <a:gd name="T1" fmla="*/ 0 h 133"/>
                <a:gd name="T2" fmla="*/ 0 w 70"/>
                <a:gd name="T3" fmla="*/ 0 h 133"/>
                <a:gd name="T4" fmla="*/ 0 w 70"/>
                <a:gd name="T5" fmla="*/ 133 h 133"/>
                <a:gd name="T6" fmla="*/ 70 w 70"/>
                <a:gd name="T7" fmla="*/ 133 h 133"/>
                <a:gd name="T8" fmla="*/ 70 w 70"/>
                <a:gd name="T9" fmla="*/ 0 h 133"/>
                <a:gd name="T10" fmla="*/ 66 w 70"/>
                <a:gd name="T11" fmla="*/ 4 h 133"/>
                <a:gd name="T12" fmla="*/ 66 w 70"/>
                <a:gd name="T13" fmla="*/ 17 h 133"/>
                <a:gd name="T14" fmla="*/ 4 w 70"/>
                <a:gd name="T15" fmla="*/ 17 h 133"/>
                <a:gd name="T16" fmla="*/ 4 w 70"/>
                <a:gd name="T17" fmla="*/ 4 h 133"/>
                <a:gd name="T18" fmla="*/ 66 w 70"/>
                <a:gd name="T19" fmla="*/ 4 h 133"/>
                <a:gd name="T20" fmla="*/ 66 w 70"/>
                <a:gd name="T21" fmla="*/ 21 h 133"/>
                <a:gd name="T22" fmla="*/ 66 w 70"/>
                <a:gd name="T23" fmla="*/ 104 h 133"/>
                <a:gd name="T24" fmla="*/ 4 w 70"/>
                <a:gd name="T25" fmla="*/ 104 h 133"/>
                <a:gd name="T26" fmla="*/ 4 w 70"/>
                <a:gd name="T27" fmla="*/ 21 h 133"/>
                <a:gd name="T28" fmla="*/ 66 w 70"/>
                <a:gd name="T29" fmla="*/ 21 h 133"/>
                <a:gd name="T30" fmla="*/ 4 w 70"/>
                <a:gd name="T31" fmla="*/ 129 h 133"/>
                <a:gd name="T32" fmla="*/ 4 w 70"/>
                <a:gd name="T33" fmla="*/ 108 h 133"/>
                <a:gd name="T34" fmla="*/ 66 w 70"/>
                <a:gd name="T35" fmla="*/ 108 h 133"/>
                <a:gd name="T36" fmla="*/ 66 w 70"/>
                <a:gd name="T37" fmla="*/ 129 h 133"/>
                <a:gd name="T38" fmla="*/ 4 w 70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133">
                  <a:moveTo>
                    <a:pt x="70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0" y="133"/>
                  </a:lnTo>
                  <a:lnTo>
                    <a:pt x="70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9" name="Rectangle 293"/>
            <p:cNvSpPr>
              <a:spLocks noChangeArrowheads="1"/>
            </p:cNvSpPr>
            <p:nvPr/>
          </p:nvSpPr>
          <p:spPr bwMode="auto">
            <a:xfrm>
              <a:off x="2591355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0" name="Freeform 294"/>
            <p:cNvSpPr>
              <a:spLocks noEditPoints="1"/>
            </p:cNvSpPr>
            <p:nvPr/>
          </p:nvSpPr>
          <p:spPr bwMode="auto">
            <a:xfrm>
              <a:off x="2595884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1" name="Freeform 295"/>
            <p:cNvSpPr>
              <a:spLocks noEditPoints="1"/>
            </p:cNvSpPr>
            <p:nvPr/>
          </p:nvSpPr>
          <p:spPr bwMode="auto">
            <a:xfrm>
              <a:off x="2557386" y="2147486"/>
              <a:ext cx="86056" cy="104173"/>
            </a:xfrm>
            <a:custGeom>
              <a:avLst/>
              <a:gdLst>
                <a:gd name="T0" fmla="*/ 16 w 72"/>
                <a:gd name="T1" fmla="*/ 89 h 89"/>
                <a:gd name="T2" fmla="*/ 32 w 72"/>
                <a:gd name="T3" fmla="*/ 73 h 89"/>
                <a:gd name="T4" fmla="*/ 32 w 72"/>
                <a:gd name="T5" fmla="*/ 32 h 89"/>
                <a:gd name="T6" fmla="*/ 64 w 72"/>
                <a:gd name="T7" fmla="*/ 26 h 89"/>
                <a:gd name="T8" fmla="*/ 64 w 72"/>
                <a:gd name="T9" fmla="*/ 51 h 89"/>
                <a:gd name="T10" fmla="*/ 56 w 72"/>
                <a:gd name="T11" fmla="*/ 49 h 89"/>
                <a:gd name="T12" fmla="*/ 40 w 72"/>
                <a:gd name="T13" fmla="*/ 65 h 89"/>
                <a:gd name="T14" fmla="*/ 56 w 72"/>
                <a:gd name="T15" fmla="*/ 81 h 89"/>
                <a:gd name="T16" fmla="*/ 72 w 72"/>
                <a:gd name="T17" fmla="*/ 65 h 89"/>
                <a:gd name="T18" fmla="*/ 72 w 72"/>
                <a:gd name="T19" fmla="*/ 0 h 89"/>
                <a:gd name="T20" fmla="*/ 24 w 72"/>
                <a:gd name="T21" fmla="*/ 9 h 89"/>
                <a:gd name="T22" fmla="*/ 24 w 72"/>
                <a:gd name="T23" fmla="*/ 59 h 89"/>
                <a:gd name="T24" fmla="*/ 16 w 72"/>
                <a:gd name="T25" fmla="*/ 57 h 89"/>
                <a:gd name="T26" fmla="*/ 0 w 72"/>
                <a:gd name="T27" fmla="*/ 73 h 89"/>
                <a:gd name="T28" fmla="*/ 16 w 72"/>
                <a:gd name="T29" fmla="*/ 89 h 89"/>
                <a:gd name="T30" fmla="*/ 56 w 72"/>
                <a:gd name="T31" fmla="*/ 73 h 89"/>
                <a:gd name="T32" fmla="*/ 48 w 72"/>
                <a:gd name="T33" fmla="*/ 65 h 89"/>
                <a:gd name="T34" fmla="*/ 56 w 72"/>
                <a:gd name="T35" fmla="*/ 57 h 89"/>
                <a:gd name="T36" fmla="*/ 64 w 72"/>
                <a:gd name="T37" fmla="*/ 65 h 89"/>
                <a:gd name="T38" fmla="*/ 56 w 72"/>
                <a:gd name="T39" fmla="*/ 73 h 89"/>
                <a:gd name="T40" fmla="*/ 64 w 72"/>
                <a:gd name="T41" fmla="*/ 10 h 89"/>
                <a:gd name="T42" fmla="*/ 64 w 72"/>
                <a:gd name="T43" fmla="*/ 17 h 89"/>
                <a:gd name="T44" fmla="*/ 32 w 72"/>
                <a:gd name="T45" fmla="*/ 24 h 89"/>
                <a:gd name="T46" fmla="*/ 32 w 72"/>
                <a:gd name="T47" fmla="*/ 16 h 89"/>
                <a:gd name="T48" fmla="*/ 64 w 72"/>
                <a:gd name="T49" fmla="*/ 10 h 89"/>
                <a:gd name="T50" fmla="*/ 16 w 72"/>
                <a:gd name="T51" fmla="*/ 65 h 89"/>
                <a:gd name="T52" fmla="*/ 24 w 72"/>
                <a:gd name="T53" fmla="*/ 73 h 89"/>
                <a:gd name="T54" fmla="*/ 16 w 72"/>
                <a:gd name="T55" fmla="*/ 81 h 89"/>
                <a:gd name="T56" fmla="*/ 8 w 72"/>
                <a:gd name="T57" fmla="*/ 73 h 89"/>
                <a:gd name="T58" fmla="*/ 16 w 72"/>
                <a:gd name="T59" fmla="*/ 6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16" y="89"/>
                  </a:moveTo>
                  <a:cubicBezTo>
                    <a:pt x="25" y="89"/>
                    <a:pt x="32" y="82"/>
                    <a:pt x="32" y="7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8" y="49"/>
                    <a:pt x="40" y="56"/>
                    <a:pt x="40" y="65"/>
                  </a:cubicBezTo>
                  <a:cubicBezTo>
                    <a:pt x="40" y="74"/>
                    <a:pt x="48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2" y="58"/>
                    <a:pt x="19" y="57"/>
                    <a:pt x="16" y="57"/>
                  </a:cubicBezTo>
                  <a:cubicBezTo>
                    <a:pt x="8" y="57"/>
                    <a:pt x="0" y="64"/>
                    <a:pt x="0" y="73"/>
                  </a:cubicBezTo>
                  <a:cubicBezTo>
                    <a:pt x="0" y="82"/>
                    <a:pt x="8" y="89"/>
                    <a:pt x="16" y="89"/>
                  </a:cubicBezTo>
                  <a:close/>
                  <a:moveTo>
                    <a:pt x="56" y="73"/>
                  </a:moveTo>
                  <a:cubicBezTo>
                    <a:pt x="52" y="73"/>
                    <a:pt x="48" y="69"/>
                    <a:pt x="48" y="65"/>
                  </a:cubicBezTo>
                  <a:cubicBezTo>
                    <a:pt x="48" y="60"/>
                    <a:pt x="52" y="57"/>
                    <a:pt x="56" y="57"/>
                  </a:cubicBezTo>
                  <a:cubicBezTo>
                    <a:pt x="61" y="57"/>
                    <a:pt x="64" y="60"/>
                    <a:pt x="64" y="65"/>
                  </a:cubicBezTo>
                  <a:cubicBezTo>
                    <a:pt x="64" y="69"/>
                    <a:pt x="61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10"/>
                  </a:lnTo>
                  <a:close/>
                  <a:moveTo>
                    <a:pt x="16" y="65"/>
                  </a:moveTo>
                  <a:cubicBezTo>
                    <a:pt x="21" y="65"/>
                    <a:pt x="24" y="68"/>
                    <a:pt x="24" y="73"/>
                  </a:cubicBezTo>
                  <a:cubicBezTo>
                    <a:pt x="24" y="77"/>
                    <a:pt x="21" y="81"/>
                    <a:pt x="16" y="81"/>
                  </a:cubicBezTo>
                  <a:cubicBezTo>
                    <a:pt x="12" y="81"/>
                    <a:pt x="8" y="77"/>
                    <a:pt x="8" y="73"/>
                  </a:cubicBezTo>
                  <a:cubicBezTo>
                    <a:pt x="8" y="68"/>
                    <a:pt x="12" y="65"/>
                    <a:pt x="1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4" name="Группа 383"/>
          <p:cNvGrpSpPr/>
          <p:nvPr/>
        </p:nvGrpSpPr>
        <p:grpSpPr>
          <a:xfrm>
            <a:off x="2919726" y="2059166"/>
            <a:ext cx="160789" cy="301196"/>
            <a:chOff x="2919726" y="2059166"/>
            <a:chExt cx="160789" cy="301196"/>
          </a:xfrm>
          <a:solidFill>
            <a:schemeClr val="tx1"/>
          </a:solidFill>
        </p:grpSpPr>
        <p:sp>
          <p:nvSpPr>
            <p:cNvPr id="292" name="Freeform 296"/>
            <p:cNvSpPr>
              <a:spLocks noEditPoints="1"/>
            </p:cNvSpPr>
            <p:nvPr/>
          </p:nvSpPr>
          <p:spPr bwMode="auto">
            <a:xfrm>
              <a:off x="2919726" y="2059166"/>
              <a:ext cx="160789" cy="301196"/>
            </a:xfrm>
            <a:custGeom>
              <a:avLst/>
              <a:gdLst>
                <a:gd name="T0" fmla="*/ 71 w 71"/>
                <a:gd name="T1" fmla="*/ 0 h 133"/>
                <a:gd name="T2" fmla="*/ 0 w 71"/>
                <a:gd name="T3" fmla="*/ 0 h 133"/>
                <a:gd name="T4" fmla="*/ 0 w 71"/>
                <a:gd name="T5" fmla="*/ 133 h 133"/>
                <a:gd name="T6" fmla="*/ 71 w 71"/>
                <a:gd name="T7" fmla="*/ 133 h 133"/>
                <a:gd name="T8" fmla="*/ 71 w 71"/>
                <a:gd name="T9" fmla="*/ 0 h 133"/>
                <a:gd name="T10" fmla="*/ 67 w 71"/>
                <a:gd name="T11" fmla="*/ 4 h 133"/>
                <a:gd name="T12" fmla="*/ 67 w 71"/>
                <a:gd name="T13" fmla="*/ 17 h 133"/>
                <a:gd name="T14" fmla="*/ 5 w 71"/>
                <a:gd name="T15" fmla="*/ 17 h 133"/>
                <a:gd name="T16" fmla="*/ 5 w 71"/>
                <a:gd name="T17" fmla="*/ 4 h 133"/>
                <a:gd name="T18" fmla="*/ 67 w 71"/>
                <a:gd name="T19" fmla="*/ 4 h 133"/>
                <a:gd name="T20" fmla="*/ 67 w 71"/>
                <a:gd name="T21" fmla="*/ 21 h 133"/>
                <a:gd name="T22" fmla="*/ 67 w 71"/>
                <a:gd name="T23" fmla="*/ 104 h 133"/>
                <a:gd name="T24" fmla="*/ 5 w 71"/>
                <a:gd name="T25" fmla="*/ 104 h 133"/>
                <a:gd name="T26" fmla="*/ 5 w 71"/>
                <a:gd name="T27" fmla="*/ 21 h 133"/>
                <a:gd name="T28" fmla="*/ 67 w 71"/>
                <a:gd name="T29" fmla="*/ 21 h 133"/>
                <a:gd name="T30" fmla="*/ 5 w 71"/>
                <a:gd name="T31" fmla="*/ 129 h 133"/>
                <a:gd name="T32" fmla="*/ 5 w 71"/>
                <a:gd name="T33" fmla="*/ 108 h 133"/>
                <a:gd name="T34" fmla="*/ 67 w 71"/>
                <a:gd name="T35" fmla="*/ 108 h 133"/>
                <a:gd name="T36" fmla="*/ 67 w 71"/>
                <a:gd name="T37" fmla="*/ 129 h 133"/>
                <a:gd name="T38" fmla="*/ 5 w 7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133">
                  <a:moveTo>
                    <a:pt x="7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1" y="133"/>
                  </a:lnTo>
                  <a:lnTo>
                    <a:pt x="71" y="0"/>
                  </a:lnTo>
                  <a:close/>
                  <a:moveTo>
                    <a:pt x="67" y="4"/>
                  </a:moveTo>
                  <a:lnTo>
                    <a:pt x="67" y="17"/>
                  </a:lnTo>
                  <a:lnTo>
                    <a:pt x="5" y="17"/>
                  </a:lnTo>
                  <a:lnTo>
                    <a:pt x="5" y="4"/>
                  </a:lnTo>
                  <a:lnTo>
                    <a:pt x="67" y="4"/>
                  </a:lnTo>
                  <a:close/>
                  <a:moveTo>
                    <a:pt x="67" y="21"/>
                  </a:moveTo>
                  <a:lnTo>
                    <a:pt x="67" y="104"/>
                  </a:lnTo>
                  <a:lnTo>
                    <a:pt x="5" y="104"/>
                  </a:lnTo>
                  <a:lnTo>
                    <a:pt x="5" y="21"/>
                  </a:lnTo>
                  <a:lnTo>
                    <a:pt x="67" y="21"/>
                  </a:lnTo>
                  <a:close/>
                  <a:moveTo>
                    <a:pt x="5" y="129"/>
                  </a:moveTo>
                  <a:lnTo>
                    <a:pt x="5" y="108"/>
                  </a:lnTo>
                  <a:lnTo>
                    <a:pt x="67" y="108"/>
                  </a:lnTo>
                  <a:lnTo>
                    <a:pt x="67" y="129"/>
                  </a:lnTo>
                  <a:lnTo>
                    <a:pt x="5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3" name="Rectangle 297"/>
            <p:cNvSpPr>
              <a:spLocks noChangeArrowheads="1"/>
            </p:cNvSpPr>
            <p:nvPr/>
          </p:nvSpPr>
          <p:spPr bwMode="auto">
            <a:xfrm>
              <a:off x="2980870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4" name="Freeform 298"/>
            <p:cNvSpPr>
              <a:spLocks noEditPoints="1"/>
            </p:cNvSpPr>
            <p:nvPr/>
          </p:nvSpPr>
          <p:spPr bwMode="auto">
            <a:xfrm>
              <a:off x="2987665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5" name="Freeform 299"/>
            <p:cNvSpPr>
              <a:spLocks noEditPoints="1"/>
            </p:cNvSpPr>
            <p:nvPr/>
          </p:nvSpPr>
          <p:spPr bwMode="auto">
            <a:xfrm>
              <a:off x="2946902" y="2145222"/>
              <a:ext cx="108702" cy="108702"/>
            </a:xfrm>
            <a:custGeom>
              <a:avLst/>
              <a:gdLst>
                <a:gd name="T0" fmla="*/ 14 w 48"/>
                <a:gd name="T1" fmla="*/ 45 h 48"/>
                <a:gd name="T2" fmla="*/ 48 w 48"/>
                <a:gd name="T3" fmla="*/ 12 h 48"/>
                <a:gd name="T4" fmla="*/ 36 w 48"/>
                <a:gd name="T5" fmla="*/ 0 h 48"/>
                <a:gd name="T6" fmla="*/ 3 w 48"/>
                <a:gd name="T7" fmla="*/ 34 h 48"/>
                <a:gd name="T8" fmla="*/ 0 w 48"/>
                <a:gd name="T9" fmla="*/ 48 h 48"/>
                <a:gd name="T10" fmla="*/ 14 w 48"/>
                <a:gd name="T11" fmla="*/ 45 h 48"/>
                <a:gd name="T12" fmla="*/ 42 w 48"/>
                <a:gd name="T13" fmla="*/ 12 h 48"/>
                <a:gd name="T14" fmla="*/ 38 w 48"/>
                <a:gd name="T15" fmla="*/ 15 h 48"/>
                <a:gd name="T16" fmla="*/ 33 w 48"/>
                <a:gd name="T17" fmla="*/ 10 h 48"/>
                <a:gd name="T18" fmla="*/ 36 w 48"/>
                <a:gd name="T19" fmla="*/ 6 h 48"/>
                <a:gd name="T20" fmla="*/ 42 w 48"/>
                <a:gd name="T21" fmla="*/ 12 h 48"/>
                <a:gd name="T22" fmla="*/ 7 w 48"/>
                <a:gd name="T23" fmla="*/ 36 h 48"/>
                <a:gd name="T24" fmla="*/ 30 w 48"/>
                <a:gd name="T25" fmla="*/ 12 h 48"/>
                <a:gd name="T26" fmla="*/ 36 w 48"/>
                <a:gd name="T27" fmla="*/ 18 h 48"/>
                <a:gd name="T28" fmla="*/ 12 w 48"/>
                <a:gd name="T29" fmla="*/ 41 h 48"/>
                <a:gd name="T30" fmla="*/ 6 w 48"/>
                <a:gd name="T31" fmla="*/ 43 h 48"/>
                <a:gd name="T32" fmla="*/ 7 w 48"/>
                <a:gd name="T33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48">
                  <a:moveTo>
                    <a:pt x="14" y="45"/>
                  </a:moveTo>
                  <a:lnTo>
                    <a:pt x="48" y="12"/>
                  </a:lnTo>
                  <a:lnTo>
                    <a:pt x="36" y="0"/>
                  </a:lnTo>
                  <a:lnTo>
                    <a:pt x="3" y="34"/>
                  </a:lnTo>
                  <a:lnTo>
                    <a:pt x="0" y="48"/>
                  </a:lnTo>
                  <a:lnTo>
                    <a:pt x="14" y="45"/>
                  </a:lnTo>
                  <a:close/>
                  <a:moveTo>
                    <a:pt x="42" y="12"/>
                  </a:moveTo>
                  <a:lnTo>
                    <a:pt x="38" y="15"/>
                  </a:lnTo>
                  <a:lnTo>
                    <a:pt x="33" y="10"/>
                  </a:lnTo>
                  <a:lnTo>
                    <a:pt x="36" y="6"/>
                  </a:lnTo>
                  <a:lnTo>
                    <a:pt x="42" y="12"/>
                  </a:lnTo>
                  <a:close/>
                  <a:moveTo>
                    <a:pt x="7" y="36"/>
                  </a:moveTo>
                  <a:lnTo>
                    <a:pt x="30" y="12"/>
                  </a:lnTo>
                  <a:lnTo>
                    <a:pt x="36" y="18"/>
                  </a:lnTo>
                  <a:lnTo>
                    <a:pt x="12" y="41"/>
                  </a:lnTo>
                  <a:lnTo>
                    <a:pt x="6" y="43"/>
                  </a:lnTo>
                  <a:lnTo>
                    <a:pt x="7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5" name="Группа 384"/>
          <p:cNvGrpSpPr/>
          <p:nvPr/>
        </p:nvGrpSpPr>
        <p:grpSpPr>
          <a:xfrm>
            <a:off x="3313771" y="2059166"/>
            <a:ext cx="158524" cy="301196"/>
            <a:chOff x="3313771" y="2059166"/>
            <a:chExt cx="158524" cy="301196"/>
          </a:xfrm>
          <a:solidFill>
            <a:schemeClr val="tx1"/>
          </a:solidFill>
        </p:grpSpPr>
        <p:sp>
          <p:nvSpPr>
            <p:cNvPr id="296" name="Freeform 300"/>
            <p:cNvSpPr>
              <a:spLocks noEditPoints="1"/>
            </p:cNvSpPr>
            <p:nvPr/>
          </p:nvSpPr>
          <p:spPr bwMode="auto">
            <a:xfrm>
              <a:off x="3313771" y="2059166"/>
              <a:ext cx="158524" cy="301196"/>
            </a:xfrm>
            <a:custGeom>
              <a:avLst/>
              <a:gdLst>
                <a:gd name="T0" fmla="*/ 70 w 70"/>
                <a:gd name="T1" fmla="*/ 0 h 133"/>
                <a:gd name="T2" fmla="*/ 0 w 70"/>
                <a:gd name="T3" fmla="*/ 0 h 133"/>
                <a:gd name="T4" fmla="*/ 0 w 70"/>
                <a:gd name="T5" fmla="*/ 133 h 133"/>
                <a:gd name="T6" fmla="*/ 70 w 70"/>
                <a:gd name="T7" fmla="*/ 133 h 133"/>
                <a:gd name="T8" fmla="*/ 70 w 70"/>
                <a:gd name="T9" fmla="*/ 0 h 133"/>
                <a:gd name="T10" fmla="*/ 66 w 70"/>
                <a:gd name="T11" fmla="*/ 4 h 133"/>
                <a:gd name="T12" fmla="*/ 66 w 70"/>
                <a:gd name="T13" fmla="*/ 17 h 133"/>
                <a:gd name="T14" fmla="*/ 4 w 70"/>
                <a:gd name="T15" fmla="*/ 17 h 133"/>
                <a:gd name="T16" fmla="*/ 4 w 70"/>
                <a:gd name="T17" fmla="*/ 4 h 133"/>
                <a:gd name="T18" fmla="*/ 66 w 70"/>
                <a:gd name="T19" fmla="*/ 4 h 133"/>
                <a:gd name="T20" fmla="*/ 66 w 70"/>
                <a:gd name="T21" fmla="*/ 21 h 133"/>
                <a:gd name="T22" fmla="*/ 66 w 70"/>
                <a:gd name="T23" fmla="*/ 104 h 133"/>
                <a:gd name="T24" fmla="*/ 4 w 70"/>
                <a:gd name="T25" fmla="*/ 104 h 133"/>
                <a:gd name="T26" fmla="*/ 4 w 70"/>
                <a:gd name="T27" fmla="*/ 21 h 133"/>
                <a:gd name="T28" fmla="*/ 66 w 70"/>
                <a:gd name="T29" fmla="*/ 21 h 133"/>
                <a:gd name="T30" fmla="*/ 4 w 70"/>
                <a:gd name="T31" fmla="*/ 129 h 133"/>
                <a:gd name="T32" fmla="*/ 4 w 70"/>
                <a:gd name="T33" fmla="*/ 108 h 133"/>
                <a:gd name="T34" fmla="*/ 66 w 70"/>
                <a:gd name="T35" fmla="*/ 108 h 133"/>
                <a:gd name="T36" fmla="*/ 66 w 70"/>
                <a:gd name="T37" fmla="*/ 129 h 133"/>
                <a:gd name="T38" fmla="*/ 4 w 70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133">
                  <a:moveTo>
                    <a:pt x="70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0" y="133"/>
                  </a:lnTo>
                  <a:lnTo>
                    <a:pt x="70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7" name="Rectangle 301"/>
            <p:cNvSpPr>
              <a:spLocks noChangeArrowheads="1"/>
            </p:cNvSpPr>
            <p:nvPr/>
          </p:nvSpPr>
          <p:spPr bwMode="auto">
            <a:xfrm>
              <a:off x="3374915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8" name="Freeform 302"/>
            <p:cNvSpPr>
              <a:spLocks noEditPoints="1"/>
            </p:cNvSpPr>
            <p:nvPr/>
          </p:nvSpPr>
          <p:spPr bwMode="auto">
            <a:xfrm>
              <a:off x="3379444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9" name="Freeform 303"/>
            <p:cNvSpPr>
              <a:spLocks noEditPoints="1"/>
            </p:cNvSpPr>
            <p:nvPr/>
          </p:nvSpPr>
          <p:spPr bwMode="auto">
            <a:xfrm>
              <a:off x="3340946" y="2163339"/>
              <a:ext cx="104173" cy="74733"/>
            </a:xfrm>
            <a:custGeom>
              <a:avLst/>
              <a:gdLst>
                <a:gd name="T0" fmla="*/ 88 w 88"/>
                <a:gd name="T1" fmla="*/ 64 h 64"/>
                <a:gd name="T2" fmla="*/ 88 w 88"/>
                <a:gd name="T3" fmla="*/ 0 h 64"/>
                <a:gd name="T4" fmla="*/ 0 w 88"/>
                <a:gd name="T5" fmla="*/ 0 h 64"/>
                <a:gd name="T6" fmla="*/ 0 w 88"/>
                <a:gd name="T7" fmla="*/ 64 h 64"/>
                <a:gd name="T8" fmla="*/ 88 w 88"/>
                <a:gd name="T9" fmla="*/ 64 h 64"/>
                <a:gd name="T10" fmla="*/ 8 w 88"/>
                <a:gd name="T11" fmla="*/ 53 h 64"/>
                <a:gd name="T12" fmla="*/ 31 w 88"/>
                <a:gd name="T13" fmla="*/ 30 h 64"/>
                <a:gd name="T14" fmla="*/ 47 w 88"/>
                <a:gd name="T15" fmla="*/ 50 h 64"/>
                <a:gd name="T16" fmla="*/ 56 w 88"/>
                <a:gd name="T17" fmla="*/ 41 h 64"/>
                <a:gd name="T18" fmla="*/ 73 w 88"/>
                <a:gd name="T19" fmla="*/ 56 h 64"/>
                <a:gd name="T20" fmla="*/ 8 w 88"/>
                <a:gd name="T21" fmla="*/ 56 h 64"/>
                <a:gd name="T22" fmla="*/ 8 w 88"/>
                <a:gd name="T23" fmla="*/ 53 h 64"/>
                <a:gd name="T24" fmla="*/ 72 w 88"/>
                <a:gd name="T25" fmla="*/ 8 h 64"/>
                <a:gd name="T26" fmla="*/ 80 w 88"/>
                <a:gd name="T27" fmla="*/ 16 h 64"/>
                <a:gd name="T28" fmla="*/ 72 w 88"/>
                <a:gd name="T29" fmla="*/ 24 h 64"/>
                <a:gd name="T30" fmla="*/ 64 w 88"/>
                <a:gd name="T31" fmla="*/ 16 h 64"/>
                <a:gd name="T32" fmla="*/ 72 w 88"/>
                <a:gd name="T33" fmla="*/ 8 h 64"/>
                <a:gd name="T34" fmla="*/ 58 w 88"/>
                <a:gd name="T35" fmla="*/ 8 h 64"/>
                <a:gd name="T36" fmla="*/ 56 w 88"/>
                <a:gd name="T37" fmla="*/ 16 h 64"/>
                <a:gd name="T38" fmla="*/ 72 w 88"/>
                <a:gd name="T39" fmla="*/ 32 h 64"/>
                <a:gd name="T40" fmla="*/ 80 w 88"/>
                <a:gd name="T41" fmla="*/ 29 h 64"/>
                <a:gd name="T42" fmla="*/ 80 w 88"/>
                <a:gd name="T43" fmla="*/ 50 h 64"/>
                <a:gd name="T44" fmla="*/ 55 w 88"/>
                <a:gd name="T45" fmla="*/ 30 h 64"/>
                <a:gd name="T46" fmla="*/ 48 w 88"/>
                <a:gd name="T47" fmla="*/ 38 h 64"/>
                <a:gd name="T48" fmla="*/ 32 w 88"/>
                <a:gd name="T49" fmla="*/ 18 h 64"/>
                <a:gd name="T50" fmla="*/ 8 w 88"/>
                <a:gd name="T51" fmla="*/ 42 h 64"/>
                <a:gd name="T52" fmla="*/ 8 w 88"/>
                <a:gd name="T53" fmla="*/ 8 h 64"/>
                <a:gd name="T54" fmla="*/ 58 w 88"/>
                <a:gd name="T55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88" y="64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88" y="64"/>
                  </a:lnTo>
                  <a:close/>
                  <a:moveTo>
                    <a:pt x="8" y="53"/>
                  </a:moveTo>
                  <a:cubicBezTo>
                    <a:pt x="31" y="30"/>
                    <a:pt x="31" y="30"/>
                    <a:pt x="31" y="3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3"/>
                  </a:lnTo>
                  <a:close/>
                  <a:moveTo>
                    <a:pt x="72" y="8"/>
                  </a:moveTo>
                  <a:cubicBezTo>
                    <a:pt x="76" y="8"/>
                    <a:pt x="80" y="11"/>
                    <a:pt x="80" y="16"/>
                  </a:cubicBezTo>
                  <a:cubicBezTo>
                    <a:pt x="80" y="20"/>
                    <a:pt x="76" y="24"/>
                    <a:pt x="72" y="24"/>
                  </a:cubicBezTo>
                  <a:cubicBezTo>
                    <a:pt x="67" y="24"/>
                    <a:pt x="64" y="20"/>
                    <a:pt x="64" y="16"/>
                  </a:cubicBezTo>
                  <a:cubicBezTo>
                    <a:pt x="64" y="11"/>
                    <a:pt x="67" y="8"/>
                    <a:pt x="72" y="8"/>
                  </a:cubicBezTo>
                  <a:close/>
                  <a:moveTo>
                    <a:pt x="58" y="8"/>
                  </a:moveTo>
                  <a:cubicBezTo>
                    <a:pt x="56" y="10"/>
                    <a:pt x="56" y="13"/>
                    <a:pt x="56" y="16"/>
                  </a:cubicBezTo>
                  <a:cubicBezTo>
                    <a:pt x="56" y="25"/>
                    <a:pt x="63" y="32"/>
                    <a:pt x="72" y="32"/>
                  </a:cubicBezTo>
                  <a:cubicBezTo>
                    <a:pt x="75" y="32"/>
                    <a:pt x="77" y="31"/>
                    <a:pt x="80" y="29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6" name="Группа 385"/>
          <p:cNvGrpSpPr/>
          <p:nvPr/>
        </p:nvGrpSpPr>
        <p:grpSpPr>
          <a:xfrm>
            <a:off x="3705550" y="2059166"/>
            <a:ext cx="158524" cy="301196"/>
            <a:chOff x="3705550" y="2059166"/>
            <a:chExt cx="158524" cy="301196"/>
          </a:xfrm>
          <a:solidFill>
            <a:schemeClr val="tx1"/>
          </a:solidFill>
        </p:grpSpPr>
        <p:sp>
          <p:nvSpPr>
            <p:cNvPr id="300" name="Freeform 304"/>
            <p:cNvSpPr>
              <a:spLocks noEditPoints="1"/>
            </p:cNvSpPr>
            <p:nvPr/>
          </p:nvSpPr>
          <p:spPr bwMode="auto">
            <a:xfrm>
              <a:off x="3705550" y="2059166"/>
              <a:ext cx="158524" cy="301196"/>
            </a:xfrm>
            <a:custGeom>
              <a:avLst/>
              <a:gdLst>
                <a:gd name="T0" fmla="*/ 70 w 70"/>
                <a:gd name="T1" fmla="*/ 0 h 133"/>
                <a:gd name="T2" fmla="*/ 0 w 70"/>
                <a:gd name="T3" fmla="*/ 0 h 133"/>
                <a:gd name="T4" fmla="*/ 0 w 70"/>
                <a:gd name="T5" fmla="*/ 133 h 133"/>
                <a:gd name="T6" fmla="*/ 70 w 70"/>
                <a:gd name="T7" fmla="*/ 133 h 133"/>
                <a:gd name="T8" fmla="*/ 70 w 70"/>
                <a:gd name="T9" fmla="*/ 0 h 133"/>
                <a:gd name="T10" fmla="*/ 66 w 70"/>
                <a:gd name="T11" fmla="*/ 4 h 133"/>
                <a:gd name="T12" fmla="*/ 66 w 70"/>
                <a:gd name="T13" fmla="*/ 17 h 133"/>
                <a:gd name="T14" fmla="*/ 4 w 70"/>
                <a:gd name="T15" fmla="*/ 17 h 133"/>
                <a:gd name="T16" fmla="*/ 4 w 70"/>
                <a:gd name="T17" fmla="*/ 4 h 133"/>
                <a:gd name="T18" fmla="*/ 66 w 70"/>
                <a:gd name="T19" fmla="*/ 4 h 133"/>
                <a:gd name="T20" fmla="*/ 66 w 70"/>
                <a:gd name="T21" fmla="*/ 21 h 133"/>
                <a:gd name="T22" fmla="*/ 66 w 70"/>
                <a:gd name="T23" fmla="*/ 104 h 133"/>
                <a:gd name="T24" fmla="*/ 4 w 70"/>
                <a:gd name="T25" fmla="*/ 104 h 133"/>
                <a:gd name="T26" fmla="*/ 4 w 70"/>
                <a:gd name="T27" fmla="*/ 21 h 133"/>
                <a:gd name="T28" fmla="*/ 66 w 70"/>
                <a:gd name="T29" fmla="*/ 21 h 133"/>
                <a:gd name="T30" fmla="*/ 4 w 70"/>
                <a:gd name="T31" fmla="*/ 129 h 133"/>
                <a:gd name="T32" fmla="*/ 4 w 70"/>
                <a:gd name="T33" fmla="*/ 108 h 133"/>
                <a:gd name="T34" fmla="*/ 66 w 70"/>
                <a:gd name="T35" fmla="*/ 108 h 133"/>
                <a:gd name="T36" fmla="*/ 66 w 70"/>
                <a:gd name="T37" fmla="*/ 129 h 133"/>
                <a:gd name="T38" fmla="*/ 4 w 70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133">
                  <a:moveTo>
                    <a:pt x="70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0" y="133"/>
                  </a:lnTo>
                  <a:lnTo>
                    <a:pt x="70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1" name="Rectangle 305"/>
            <p:cNvSpPr>
              <a:spLocks noChangeArrowheads="1"/>
            </p:cNvSpPr>
            <p:nvPr/>
          </p:nvSpPr>
          <p:spPr bwMode="auto">
            <a:xfrm>
              <a:off x="3766696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2" name="Freeform 306"/>
            <p:cNvSpPr>
              <a:spLocks noEditPoints="1"/>
            </p:cNvSpPr>
            <p:nvPr/>
          </p:nvSpPr>
          <p:spPr bwMode="auto">
            <a:xfrm>
              <a:off x="3771225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3" name="Freeform 307"/>
            <p:cNvSpPr>
              <a:spLocks/>
            </p:cNvSpPr>
            <p:nvPr/>
          </p:nvSpPr>
          <p:spPr bwMode="auto">
            <a:xfrm>
              <a:off x="3741784" y="2199573"/>
              <a:ext cx="65675" cy="63410"/>
            </a:xfrm>
            <a:custGeom>
              <a:avLst/>
              <a:gdLst>
                <a:gd name="T0" fmla="*/ 36 w 56"/>
                <a:gd name="T1" fmla="*/ 40 h 54"/>
                <a:gd name="T2" fmla="*/ 44 w 56"/>
                <a:gd name="T3" fmla="*/ 40 h 54"/>
                <a:gd name="T4" fmla="*/ 37 w 56"/>
                <a:gd name="T5" fmla="*/ 49 h 54"/>
                <a:gd name="T6" fmla="*/ 43 w 56"/>
                <a:gd name="T7" fmla="*/ 54 h 54"/>
                <a:gd name="T8" fmla="*/ 56 w 56"/>
                <a:gd name="T9" fmla="*/ 38 h 54"/>
                <a:gd name="T10" fmla="*/ 56 w 56"/>
                <a:gd name="T11" fmla="*/ 33 h 54"/>
                <a:gd name="T12" fmla="*/ 43 w 56"/>
                <a:gd name="T13" fmla="*/ 17 h 54"/>
                <a:gd name="T14" fmla="*/ 37 w 56"/>
                <a:gd name="T15" fmla="*/ 22 h 54"/>
                <a:gd name="T16" fmla="*/ 44 w 56"/>
                <a:gd name="T17" fmla="*/ 32 h 54"/>
                <a:gd name="T18" fmla="*/ 36 w 56"/>
                <a:gd name="T19" fmla="*/ 32 h 54"/>
                <a:gd name="T20" fmla="*/ 8 w 56"/>
                <a:gd name="T21" fmla="*/ 0 h 54"/>
                <a:gd name="T22" fmla="*/ 0 w 56"/>
                <a:gd name="T23" fmla="*/ 0 h 54"/>
                <a:gd name="T24" fmla="*/ 36 w 56"/>
                <a:gd name="T2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4" name="Freeform 308"/>
            <p:cNvSpPr>
              <a:spLocks/>
            </p:cNvSpPr>
            <p:nvPr/>
          </p:nvSpPr>
          <p:spPr bwMode="auto">
            <a:xfrm>
              <a:off x="3771225" y="2136163"/>
              <a:ext cx="65675" cy="63410"/>
            </a:xfrm>
            <a:custGeom>
              <a:avLst/>
              <a:gdLst>
                <a:gd name="T0" fmla="*/ 19 w 56"/>
                <a:gd name="T1" fmla="*/ 32 h 55"/>
                <a:gd name="T2" fmla="*/ 12 w 56"/>
                <a:gd name="T3" fmla="*/ 23 h 55"/>
                <a:gd name="T4" fmla="*/ 20 w 56"/>
                <a:gd name="T5" fmla="*/ 23 h 55"/>
                <a:gd name="T6" fmla="*/ 48 w 56"/>
                <a:gd name="T7" fmla="*/ 55 h 55"/>
                <a:gd name="T8" fmla="*/ 56 w 56"/>
                <a:gd name="T9" fmla="*/ 55 h 55"/>
                <a:gd name="T10" fmla="*/ 20 w 56"/>
                <a:gd name="T11" fmla="*/ 15 h 55"/>
                <a:gd name="T12" fmla="*/ 12 w 56"/>
                <a:gd name="T13" fmla="*/ 15 h 55"/>
                <a:gd name="T14" fmla="*/ 19 w 56"/>
                <a:gd name="T15" fmla="*/ 5 h 55"/>
                <a:gd name="T16" fmla="*/ 12 w 56"/>
                <a:gd name="T17" fmla="*/ 0 h 55"/>
                <a:gd name="T18" fmla="*/ 0 w 56"/>
                <a:gd name="T19" fmla="*/ 16 h 55"/>
                <a:gd name="T20" fmla="*/ 0 w 56"/>
                <a:gd name="T21" fmla="*/ 21 h 55"/>
                <a:gd name="T22" fmla="*/ 12 w 56"/>
                <a:gd name="T23" fmla="*/ 37 h 55"/>
                <a:gd name="T24" fmla="*/ 19 w 56"/>
                <a:gd name="T25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19" y="32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5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0" y="15"/>
                    <a:pt x="2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2" y="37"/>
                    <a:pt x="12" y="37"/>
                    <a:pt x="12" y="37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7" name="Группа 386"/>
          <p:cNvGrpSpPr/>
          <p:nvPr/>
        </p:nvGrpSpPr>
        <p:grpSpPr>
          <a:xfrm>
            <a:off x="4095066" y="2059166"/>
            <a:ext cx="160789" cy="301196"/>
            <a:chOff x="4095066" y="2059166"/>
            <a:chExt cx="160789" cy="301196"/>
          </a:xfrm>
          <a:solidFill>
            <a:schemeClr val="tx1"/>
          </a:solidFill>
        </p:grpSpPr>
        <p:sp>
          <p:nvSpPr>
            <p:cNvPr id="305" name="Freeform 309"/>
            <p:cNvSpPr>
              <a:spLocks noEditPoints="1"/>
            </p:cNvSpPr>
            <p:nvPr/>
          </p:nvSpPr>
          <p:spPr bwMode="auto">
            <a:xfrm>
              <a:off x="4095066" y="2059166"/>
              <a:ext cx="160789" cy="301196"/>
            </a:xfrm>
            <a:custGeom>
              <a:avLst/>
              <a:gdLst>
                <a:gd name="T0" fmla="*/ 71 w 71"/>
                <a:gd name="T1" fmla="*/ 0 h 133"/>
                <a:gd name="T2" fmla="*/ 0 w 71"/>
                <a:gd name="T3" fmla="*/ 0 h 133"/>
                <a:gd name="T4" fmla="*/ 0 w 71"/>
                <a:gd name="T5" fmla="*/ 133 h 133"/>
                <a:gd name="T6" fmla="*/ 71 w 71"/>
                <a:gd name="T7" fmla="*/ 133 h 133"/>
                <a:gd name="T8" fmla="*/ 71 w 71"/>
                <a:gd name="T9" fmla="*/ 0 h 133"/>
                <a:gd name="T10" fmla="*/ 67 w 71"/>
                <a:gd name="T11" fmla="*/ 4 h 133"/>
                <a:gd name="T12" fmla="*/ 67 w 71"/>
                <a:gd name="T13" fmla="*/ 17 h 133"/>
                <a:gd name="T14" fmla="*/ 4 w 71"/>
                <a:gd name="T15" fmla="*/ 17 h 133"/>
                <a:gd name="T16" fmla="*/ 4 w 71"/>
                <a:gd name="T17" fmla="*/ 4 h 133"/>
                <a:gd name="T18" fmla="*/ 67 w 71"/>
                <a:gd name="T19" fmla="*/ 4 h 133"/>
                <a:gd name="T20" fmla="*/ 67 w 71"/>
                <a:gd name="T21" fmla="*/ 21 h 133"/>
                <a:gd name="T22" fmla="*/ 67 w 71"/>
                <a:gd name="T23" fmla="*/ 104 h 133"/>
                <a:gd name="T24" fmla="*/ 4 w 71"/>
                <a:gd name="T25" fmla="*/ 104 h 133"/>
                <a:gd name="T26" fmla="*/ 4 w 71"/>
                <a:gd name="T27" fmla="*/ 21 h 133"/>
                <a:gd name="T28" fmla="*/ 67 w 71"/>
                <a:gd name="T29" fmla="*/ 21 h 133"/>
                <a:gd name="T30" fmla="*/ 4 w 71"/>
                <a:gd name="T31" fmla="*/ 129 h 133"/>
                <a:gd name="T32" fmla="*/ 4 w 71"/>
                <a:gd name="T33" fmla="*/ 108 h 133"/>
                <a:gd name="T34" fmla="*/ 67 w 71"/>
                <a:gd name="T35" fmla="*/ 108 h 133"/>
                <a:gd name="T36" fmla="*/ 67 w 71"/>
                <a:gd name="T37" fmla="*/ 129 h 133"/>
                <a:gd name="T38" fmla="*/ 4 w 7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133">
                  <a:moveTo>
                    <a:pt x="7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1" y="133"/>
                  </a:lnTo>
                  <a:lnTo>
                    <a:pt x="71" y="0"/>
                  </a:lnTo>
                  <a:close/>
                  <a:moveTo>
                    <a:pt x="67" y="4"/>
                  </a:moveTo>
                  <a:lnTo>
                    <a:pt x="67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7" y="4"/>
                  </a:lnTo>
                  <a:close/>
                  <a:moveTo>
                    <a:pt x="67" y="21"/>
                  </a:moveTo>
                  <a:lnTo>
                    <a:pt x="67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7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7" y="108"/>
                  </a:lnTo>
                  <a:lnTo>
                    <a:pt x="67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6" name="Rectangle 310"/>
            <p:cNvSpPr>
              <a:spLocks noChangeArrowheads="1"/>
            </p:cNvSpPr>
            <p:nvPr/>
          </p:nvSpPr>
          <p:spPr bwMode="auto">
            <a:xfrm>
              <a:off x="4156212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7" name="Freeform 311"/>
            <p:cNvSpPr>
              <a:spLocks noEditPoints="1"/>
            </p:cNvSpPr>
            <p:nvPr/>
          </p:nvSpPr>
          <p:spPr bwMode="auto">
            <a:xfrm>
              <a:off x="4160741" y="2312804"/>
              <a:ext cx="29441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8" name="Freeform 312"/>
            <p:cNvSpPr>
              <a:spLocks noEditPoints="1"/>
            </p:cNvSpPr>
            <p:nvPr/>
          </p:nvSpPr>
          <p:spPr bwMode="auto">
            <a:xfrm>
              <a:off x="4129036" y="2152015"/>
              <a:ext cx="92850" cy="95114"/>
            </a:xfrm>
            <a:custGeom>
              <a:avLst/>
              <a:gdLst>
                <a:gd name="T0" fmla="*/ 28 w 79"/>
                <a:gd name="T1" fmla="*/ 56 h 79"/>
                <a:gd name="T2" fmla="*/ 45 w 79"/>
                <a:gd name="T3" fmla="*/ 50 h 79"/>
                <a:gd name="T4" fmla="*/ 73 w 79"/>
                <a:gd name="T5" fmla="*/ 79 h 79"/>
                <a:gd name="T6" fmla="*/ 79 w 79"/>
                <a:gd name="T7" fmla="*/ 73 h 79"/>
                <a:gd name="T8" fmla="*/ 50 w 79"/>
                <a:gd name="T9" fmla="*/ 44 h 79"/>
                <a:gd name="T10" fmla="*/ 56 w 79"/>
                <a:gd name="T11" fmla="*/ 28 h 79"/>
                <a:gd name="T12" fmla="*/ 28 w 79"/>
                <a:gd name="T13" fmla="*/ 0 h 79"/>
                <a:gd name="T14" fmla="*/ 0 w 79"/>
                <a:gd name="T15" fmla="*/ 28 h 79"/>
                <a:gd name="T16" fmla="*/ 28 w 79"/>
                <a:gd name="T17" fmla="*/ 56 h 79"/>
                <a:gd name="T18" fmla="*/ 28 w 79"/>
                <a:gd name="T19" fmla="*/ 8 h 79"/>
                <a:gd name="T20" fmla="*/ 48 w 79"/>
                <a:gd name="T21" fmla="*/ 28 h 79"/>
                <a:gd name="T22" fmla="*/ 28 w 79"/>
                <a:gd name="T23" fmla="*/ 48 h 79"/>
                <a:gd name="T24" fmla="*/ 8 w 79"/>
                <a:gd name="T25" fmla="*/ 28 h 79"/>
                <a:gd name="T26" fmla="*/ 28 w 79"/>
                <a:gd name="T27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28" y="56"/>
                  </a:moveTo>
                  <a:cubicBezTo>
                    <a:pt x="34" y="56"/>
                    <a:pt x="40" y="54"/>
                    <a:pt x="45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4" y="40"/>
                    <a:pt x="56" y="34"/>
                    <a:pt x="56" y="28"/>
                  </a:cubicBez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8" name="Группа 387"/>
          <p:cNvGrpSpPr/>
          <p:nvPr/>
        </p:nvGrpSpPr>
        <p:grpSpPr>
          <a:xfrm>
            <a:off x="4464201" y="2059166"/>
            <a:ext cx="206082" cy="301196"/>
            <a:chOff x="4464201" y="2059166"/>
            <a:chExt cx="206082" cy="301196"/>
          </a:xfrm>
          <a:solidFill>
            <a:schemeClr val="tx1"/>
          </a:solidFill>
        </p:grpSpPr>
        <p:sp>
          <p:nvSpPr>
            <p:cNvPr id="309" name="Freeform 313"/>
            <p:cNvSpPr>
              <a:spLocks noEditPoints="1"/>
            </p:cNvSpPr>
            <p:nvPr/>
          </p:nvSpPr>
          <p:spPr bwMode="auto">
            <a:xfrm>
              <a:off x="4516286" y="2167868"/>
              <a:ext cx="101909" cy="65675"/>
            </a:xfrm>
            <a:custGeom>
              <a:avLst/>
              <a:gdLst>
                <a:gd name="T0" fmla="*/ 16 w 88"/>
                <a:gd name="T1" fmla="*/ 56 h 56"/>
                <a:gd name="T2" fmla="*/ 72 w 88"/>
                <a:gd name="T3" fmla="*/ 56 h 56"/>
                <a:gd name="T4" fmla="*/ 88 w 88"/>
                <a:gd name="T5" fmla="*/ 40 h 56"/>
                <a:gd name="T6" fmla="*/ 76 w 88"/>
                <a:gd name="T7" fmla="*/ 24 h 56"/>
                <a:gd name="T8" fmla="*/ 44 w 88"/>
                <a:gd name="T9" fmla="*/ 0 h 56"/>
                <a:gd name="T10" fmla="*/ 13 w 88"/>
                <a:gd name="T11" fmla="*/ 24 h 56"/>
                <a:gd name="T12" fmla="*/ 0 w 88"/>
                <a:gd name="T13" fmla="*/ 40 h 56"/>
                <a:gd name="T14" fmla="*/ 16 w 88"/>
                <a:gd name="T15" fmla="*/ 56 h 56"/>
                <a:gd name="T16" fmla="*/ 16 w 88"/>
                <a:gd name="T17" fmla="*/ 32 h 56"/>
                <a:gd name="T18" fmla="*/ 19 w 88"/>
                <a:gd name="T19" fmla="*/ 32 h 56"/>
                <a:gd name="T20" fmla="*/ 20 w 88"/>
                <a:gd name="T21" fmla="*/ 28 h 56"/>
                <a:gd name="T22" fmla="*/ 44 w 88"/>
                <a:gd name="T23" fmla="*/ 8 h 56"/>
                <a:gd name="T24" fmla="*/ 68 w 88"/>
                <a:gd name="T25" fmla="*/ 28 h 56"/>
                <a:gd name="T26" fmla="*/ 68 w 88"/>
                <a:gd name="T27" fmla="*/ 32 h 56"/>
                <a:gd name="T28" fmla="*/ 72 w 88"/>
                <a:gd name="T29" fmla="*/ 32 h 56"/>
                <a:gd name="T30" fmla="*/ 80 w 88"/>
                <a:gd name="T31" fmla="*/ 40 h 56"/>
                <a:gd name="T32" fmla="*/ 72 w 88"/>
                <a:gd name="T33" fmla="*/ 48 h 56"/>
                <a:gd name="T34" fmla="*/ 16 w 88"/>
                <a:gd name="T35" fmla="*/ 48 h 56"/>
                <a:gd name="T36" fmla="*/ 8 w 88"/>
                <a:gd name="T37" fmla="*/ 40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16" y="56"/>
                  </a:move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4" y="26"/>
                    <a:pt x="76" y="24"/>
                  </a:cubicBezTo>
                  <a:cubicBezTo>
                    <a:pt x="74" y="10"/>
                    <a:pt x="61" y="0"/>
                    <a:pt x="44" y="0"/>
                  </a:cubicBezTo>
                  <a:cubicBezTo>
                    <a:pt x="29" y="0"/>
                    <a:pt x="17" y="12"/>
                    <a:pt x="13" y="24"/>
                  </a:cubicBez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6" y="56"/>
                    <a:pt x="16" y="56"/>
                  </a:cubicBezTo>
                  <a:close/>
                  <a:moveTo>
                    <a:pt x="16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2" y="19"/>
                    <a:pt x="32" y="8"/>
                    <a:pt x="44" y="8"/>
                  </a:cubicBezTo>
                  <a:cubicBezTo>
                    <a:pt x="56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8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5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0" name="Freeform 314"/>
            <p:cNvSpPr>
              <a:spLocks noEditPoints="1"/>
            </p:cNvSpPr>
            <p:nvPr/>
          </p:nvSpPr>
          <p:spPr bwMode="auto">
            <a:xfrm>
              <a:off x="4464201" y="2059166"/>
              <a:ext cx="206082" cy="301196"/>
            </a:xfrm>
            <a:custGeom>
              <a:avLst/>
              <a:gdLst>
                <a:gd name="T0" fmla="*/ 91 w 91"/>
                <a:gd name="T1" fmla="*/ 0 h 133"/>
                <a:gd name="T2" fmla="*/ 0 w 91"/>
                <a:gd name="T3" fmla="*/ 0 h 133"/>
                <a:gd name="T4" fmla="*/ 0 w 91"/>
                <a:gd name="T5" fmla="*/ 133 h 133"/>
                <a:gd name="T6" fmla="*/ 91 w 91"/>
                <a:gd name="T7" fmla="*/ 133 h 133"/>
                <a:gd name="T8" fmla="*/ 91 w 91"/>
                <a:gd name="T9" fmla="*/ 0 h 133"/>
                <a:gd name="T10" fmla="*/ 87 w 91"/>
                <a:gd name="T11" fmla="*/ 4 h 133"/>
                <a:gd name="T12" fmla="*/ 87 w 91"/>
                <a:gd name="T13" fmla="*/ 17 h 133"/>
                <a:gd name="T14" fmla="*/ 4 w 91"/>
                <a:gd name="T15" fmla="*/ 17 h 133"/>
                <a:gd name="T16" fmla="*/ 4 w 91"/>
                <a:gd name="T17" fmla="*/ 4 h 133"/>
                <a:gd name="T18" fmla="*/ 87 w 91"/>
                <a:gd name="T19" fmla="*/ 4 h 133"/>
                <a:gd name="T20" fmla="*/ 87 w 91"/>
                <a:gd name="T21" fmla="*/ 21 h 133"/>
                <a:gd name="T22" fmla="*/ 87 w 91"/>
                <a:gd name="T23" fmla="*/ 104 h 133"/>
                <a:gd name="T24" fmla="*/ 4 w 91"/>
                <a:gd name="T25" fmla="*/ 104 h 133"/>
                <a:gd name="T26" fmla="*/ 4 w 91"/>
                <a:gd name="T27" fmla="*/ 21 h 133"/>
                <a:gd name="T28" fmla="*/ 87 w 91"/>
                <a:gd name="T29" fmla="*/ 21 h 133"/>
                <a:gd name="T30" fmla="*/ 4 w 91"/>
                <a:gd name="T31" fmla="*/ 129 h 133"/>
                <a:gd name="T32" fmla="*/ 4 w 91"/>
                <a:gd name="T33" fmla="*/ 108 h 133"/>
                <a:gd name="T34" fmla="*/ 87 w 91"/>
                <a:gd name="T35" fmla="*/ 108 h 133"/>
                <a:gd name="T36" fmla="*/ 87 w 91"/>
                <a:gd name="T37" fmla="*/ 129 h 133"/>
                <a:gd name="T38" fmla="*/ 4 w 9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1" h="133">
                  <a:moveTo>
                    <a:pt x="9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1" y="133"/>
                  </a:lnTo>
                  <a:lnTo>
                    <a:pt x="91" y="0"/>
                  </a:lnTo>
                  <a:close/>
                  <a:moveTo>
                    <a:pt x="87" y="4"/>
                  </a:moveTo>
                  <a:lnTo>
                    <a:pt x="87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7" y="4"/>
                  </a:lnTo>
                  <a:close/>
                  <a:moveTo>
                    <a:pt x="87" y="21"/>
                  </a:moveTo>
                  <a:lnTo>
                    <a:pt x="87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7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7" y="108"/>
                  </a:lnTo>
                  <a:lnTo>
                    <a:pt x="87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1" name="Rectangle 315"/>
            <p:cNvSpPr>
              <a:spLocks noChangeArrowheads="1"/>
            </p:cNvSpPr>
            <p:nvPr/>
          </p:nvSpPr>
          <p:spPr bwMode="auto">
            <a:xfrm>
              <a:off x="4547991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2" name="Freeform 316"/>
            <p:cNvSpPr>
              <a:spLocks noEditPoints="1"/>
            </p:cNvSpPr>
            <p:nvPr/>
          </p:nvSpPr>
          <p:spPr bwMode="auto">
            <a:xfrm>
              <a:off x="4552520" y="2312804"/>
              <a:ext cx="29441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9" name="Группа 388"/>
          <p:cNvGrpSpPr/>
          <p:nvPr/>
        </p:nvGrpSpPr>
        <p:grpSpPr>
          <a:xfrm>
            <a:off x="4855980" y="2059166"/>
            <a:ext cx="206082" cy="301196"/>
            <a:chOff x="4855980" y="2059166"/>
            <a:chExt cx="206082" cy="301196"/>
          </a:xfrm>
          <a:solidFill>
            <a:schemeClr val="tx1"/>
          </a:solidFill>
        </p:grpSpPr>
        <p:sp>
          <p:nvSpPr>
            <p:cNvPr id="313" name="Freeform 317"/>
            <p:cNvSpPr>
              <a:spLocks noEditPoints="1"/>
            </p:cNvSpPr>
            <p:nvPr/>
          </p:nvSpPr>
          <p:spPr bwMode="auto">
            <a:xfrm>
              <a:off x="4855980" y="2059166"/>
              <a:ext cx="206082" cy="301196"/>
            </a:xfrm>
            <a:custGeom>
              <a:avLst/>
              <a:gdLst>
                <a:gd name="T0" fmla="*/ 91 w 91"/>
                <a:gd name="T1" fmla="*/ 0 h 133"/>
                <a:gd name="T2" fmla="*/ 0 w 91"/>
                <a:gd name="T3" fmla="*/ 0 h 133"/>
                <a:gd name="T4" fmla="*/ 0 w 91"/>
                <a:gd name="T5" fmla="*/ 133 h 133"/>
                <a:gd name="T6" fmla="*/ 91 w 91"/>
                <a:gd name="T7" fmla="*/ 133 h 133"/>
                <a:gd name="T8" fmla="*/ 91 w 91"/>
                <a:gd name="T9" fmla="*/ 0 h 133"/>
                <a:gd name="T10" fmla="*/ 87 w 91"/>
                <a:gd name="T11" fmla="*/ 4 h 133"/>
                <a:gd name="T12" fmla="*/ 87 w 91"/>
                <a:gd name="T13" fmla="*/ 17 h 133"/>
                <a:gd name="T14" fmla="*/ 4 w 91"/>
                <a:gd name="T15" fmla="*/ 17 h 133"/>
                <a:gd name="T16" fmla="*/ 4 w 91"/>
                <a:gd name="T17" fmla="*/ 4 h 133"/>
                <a:gd name="T18" fmla="*/ 87 w 91"/>
                <a:gd name="T19" fmla="*/ 4 h 133"/>
                <a:gd name="T20" fmla="*/ 87 w 91"/>
                <a:gd name="T21" fmla="*/ 21 h 133"/>
                <a:gd name="T22" fmla="*/ 87 w 91"/>
                <a:gd name="T23" fmla="*/ 104 h 133"/>
                <a:gd name="T24" fmla="*/ 4 w 91"/>
                <a:gd name="T25" fmla="*/ 104 h 133"/>
                <a:gd name="T26" fmla="*/ 4 w 91"/>
                <a:gd name="T27" fmla="*/ 21 h 133"/>
                <a:gd name="T28" fmla="*/ 87 w 91"/>
                <a:gd name="T29" fmla="*/ 21 h 133"/>
                <a:gd name="T30" fmla="*/ 4 w 91"/>
                <a:gd name="T31" fmla="*/ 129 h 133"/>
                <a:gd name="T32" fmla="*/ 4 w 91"/>
                <a:gd name="T33" fmla="*/ 108 h 133"/>
                <a:gd name="T34" fmla="*/ 87 w 91"/>
                <a:gd name="T35" fmla="*/ 108 h 133"/>
                <a:gd name="T36" fmla="*/ 87 w 91"/>
                <a:gd name="T37" fmla="*/ 129 h 133"/>
                <a:gd name="T38" fmla="*/ 4 w 9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1" h="133">
                  <a:moveTo>
                    <a:pt x="9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1" y="133"/>
                  </a:lnTo>
                  <a:lnTo>
                    <a:pt x="91" y="0"/>
                  </a:lnTo>
                  <a:close/>
                  <a:moveTo>
                    <a:pt x="87" y="4"/>
                  </a:moveTo>
                  <a:lnTo>
                    <a:pt x="87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7" y="4"/>
                  </a:lnTo>
                  <a:close/>
                  <a:moveTo>
                    <a:pt x="87" y="21"/>
                  </a:moveTo>
                  <a:lnTo>
                    <a:pt x="87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7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7" y="108"/>
                  </a:lnTo>
                  <a:lnTo>
                    <a:pt x="87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4" name="Freeform 318"/>
            <p:cNvSpPr>
              <a:spLocks noEditPoints="1"/>
            </p:cNvSpPr>
            <p:nvPr/>
          </p:nvSpPr>
          <p:spPr bwMode="auto">
            <a:xfrm>
              <a:off x="4905802" y="2158810"/>
              <a:ext cx="104173" cy="88321"/>
            </a:xfrm>
            <a:custGeom>
              <a:avLst/>
              <a:gdLst>
                <a:gd name="T0" fmla="*/ 42 w 88"/>
                <a:gd name="T1" fmla="*/ 75 h 76"/>
                <a:gd name="T2" fmla="*/ 44 w 88"/>
                <a:gd name="T3" fmla="*/ 76 h 76"/>
                <a:gd name="T4" fmla="*/ 46 w 88"/>
                <a:gd name="T5" fmla="*/ 75 h 76"/>
                <a:gd name="T6" fmla="*/ 88 w 88"/>
                <a:gd name="T7" fmla="*/ 24 h 76"/>
                <a:gd name="T8" fmla="*/ 64 w 88"/>
                <a:gd name="T9" fmla="*/ 0 h 76"/>
                <a:gd name="T10" fmla="*/ 44 w 88"/>
                <a:gd name="T11" fmla="*/ 10 h 76"/>
                <a:gd name="T12" fmla="*/ 24 w 88"/>
                <a:gd name="T13" fmla="*/ 0 h 76"/>
                <a:gd name="T14" fmla="*/ 0 w 88"/>
                <a:gd name="T15" fmla="*/ 24 h 76"/>
                <a:gd name="T16" fmla="*/ 42 w 88"/>
                <a:gd name="T17" fmla="*/ 75 h 76"/>
                <a:gd name="T18" fmla="*/ 24 w 88"/>
                <a:gd name="T19" fmla="*/ 8 h 76"/>
                <a:gd name="T20" fmla="*/ 40 w 88"/>
                <a:gd name="T21" fmla="*/ 24 h 76"/>
                <a:gd name="T22" fmla="*/ 48 w 88"/>
                <a:gd name="T23" fmla="*/ 24 h 76"/>
                <a:gd name="T24" fmla="*/ 64 w 88"/>
                <a:gd name="T25" fmla="*/ 8 h 76"/>
                <a:gd name="T26" fmla="*/ 80 w 88"/>
                <a:gd name="T27" fmla="*/ 24 h 76"/>
                <a:gd name="T28" fmla="*/ 44 w 88"/>
                <a:gd name="T29" fmla="*/ 67 h 76"/>
                <a:gd name="T30" fmla="*/ 8 w 88"/>
                <a:gd name="T31" fmla="*/ 24 h 76"/>
                <a:gd name="T32" fmla="*/ 24 w 88"/>
                <a:gd name="T33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6">
                  <a:moveTo>
                    <a:pt x="42" y="75"/>
                  </a:moveTo>
                  <a:cubicBezTo>
                    <a:pt x="44" y="76"/>
                    <a:pt x="44" y="76"/>
                    <a:pt x="44" y="76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8" y="74"/>
                    <a:pt x="88" y="52"/>
                    <a:pt x="88" y="24"/>
                  </a:cubicBezTo>
                  <a:cubicBezTo>
                    <a:pt x="88" y="10"/>
                    <a:pt x="78" y="0"/>
                    <a:pt x="64" y="0"/>
                  </a:cubicBezTo>
                  <a:cubicBezTo>
                    <a:pt x="56" y="0"/>
                    <a:pt x="48" y="4"/>
                    <a:pt x="44" y="10"/>
                  </a:cubicBezTo>
                  <a:cubicBezTo>
                    <a:pt x="40" y="4"/>
                    <a:pt x="32" y="0"/>
                    <a:pt x="24" y="0"/>
                  </a:cubicBezTo>
                  <a:cubicBezTo>
                    <a:pt x="10" y="0"/>
                    <a:pt x="0" y="10"/>
                    <a:pt x="0" y="24"/>
                  </a:cubicBezTo>
                  <a:cubicBezTo>
                    <a:pt x="0" y="52"/>
                    <a:pt x="40" y="74"/>
                    <a:pt x="42" y="75"/>
                  </a:cubicBezTo>
                  <a:close/>
                  <a:moveTo>
                    <a:pt x="24" y="8"/>
                  </a:moveTo>
                  <a:cubicBezTo>
                    <a:pt x="33" y="8"/>
                    <a:pt x="40" y="15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5" y="8"/>
                    <a:pt x="64" y="8"/>
                  </a:cubicBezTo>
                  <a:cubicBezTo>
                    <a:pt x="73" y="8"/>
                    <a:pt x="80" y="14"/>
                    <a:pt x="80" y="24"/>
                  </a:cubicBezTo>
                  <a:cubicBezTo>
                    <a:pt x="80" y="44"/>
                    <a:pt x="52" y="63"/>
                    <a:pt x="44" y="67"/>
                  </a:cubicBezTo>
                  <a:cubicBezTo>
                    <a:pt x="36" y="63"/>
                    <a:pt x="8" y="44"/>
                    <a:pt x="8" y="24"/>
                  </a:cubicBezTo>
                  <a:cubicBezTo>
                    <a:pt x="8" y="14"/>
                    <a:pt x="15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5" name="Rectangle 319"/>
            <p:cNvSpPr>
              <a:spLocks noChangeArrowheads="1"/>
            </p:cNvSpPr>
            <p:nvPr/>
          </p:nvSpPr>
          <p:spPr bwMode="auto">
            <a:xfrm>
              <a:off x="4939772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6" name="Freeform 320"/>
            <p:cNvSpPr>
              <a:spLocks noEditPoints="1"/>
            </p:cNvSpPr>
            <p:nvPr/>
          </p:nvSpPr>
          <p:spPr bwMode="auto">
            <a:xfrm>
              <a:off x="4944301" y="2312804"/>
              <a:ext cx="29441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90" name="Группа 389"/>
          <p:cNvGrpSpPr/>
          <p:nvPr/>
        </p:nvGrpSpPr>
        <p:grpSpPr>
          <a:xfrm>
            <a:off x="5245496" y="2059166"/>
            <a:ext cx="208346" cy="301196"/>
            <a:chOff x="5245496" y="2059166"/>
            <a:chExt cx="208346" cy="301196"/>
          </a:xfrm>
          <a:solidFill>
            <a:schemeClr val="tx1"/>
          </a:solidFill>
        </p:grpSpPr>
        <p:sp>
          <p:nvSpPr>
            <p:cNvPr id="317" name="Freeform 321"/>
            <p:cNvSpPr>
              <a:spLocks noEditPoints="1"/>
            </p:cNvSpPr>
            <p:nvPr/>
          </p:nvSpPr>
          <p:spPr bwMode="auto">
            <a:xfrm>
              <a:off x="5302112" y="2152015"/>
              <a:ext cx="95114" cy="95114"/>
            </a:xfrm>
            <a:custGeom>
              <a:avLst/>
              <a:gdLst>
                <a:gd name="T0" fmla="*/ 12 w 80"/>
                <a:gd name="T1" fmla="*/ 68 h 80"/>
                <a:gd name="T2" fmla="*/ 40 w 80"/>
                <a:gd name="T3" fmla="*/ 80 h 80"/>
                <a:gd name="T4" fmla="*/ 40 w 80"/>
                <a:gd name="T5" fmla="*/ 80 h 80"/>
                <a:gd name="T6" fmla="*/ 80 w 80"/>
                <a:gd name="T7" fmla="*/ 40 h 80"/>
                <a:gd name="T8" fmla="*/ 68 w 80"/>
                <a:gd name="T9" fmla="*/ 11 h 80"/>
                <a:gd name="T10" fmla="*/ 40 w 80"/>
                <a:gd name="T11" fmla="*/ 0 h 80"/>
                <a:gd name="T12" fmla="*/ 12 w 80"/>
                <a:gd name="T13" fmla="*/ 11 h 80"/>
                <a:gd name="T14" fmla="*/ 0 w 80"/>
                <a:gd name="T15" fmla="*/ 40 h 80"/>
                <a:gd name="T16" fmla="*/ 12 w 80"/>
                <a:gd name="T17" fmla="*/ 68 h 80"/>
                <a:gd name="T18" fmla="*/ 40 w 80"/>
                <a:gd name="T19" fmla="*/ 8 h 80"/>
                <a:gd name="T20" fmla="*/ 63 w 80"/>
                <a:gd name="T21" fmla="*/ 17 h 80"/>
                <a:gd name="T22" fmla="*/ 72 w 80"/>
                <a:gd name="T23" fmla="*/ 40 h 80"/>
                <a:gd name="T24" fmla="*/ 65 w 80"/>
                <a:gd name="T25" fmla="*/ 59 h 80"/>
                <a:gd name="T26" fmla="*/ 21 w 80"/>
                <a:gd name="T27" fmla="*/ 14 h 80"/>
                <a:gd name="T28" fmla="*/ 40 w 80"/>
                <a:gd name="T29" fmla="*/ 8 h 80"/>
                <a:gd name="T30" fmla="*/ 15 w 80"/>
                <a:gd name="T31" fmla="*/ 20 h 80"/>
                <a:gd name="T32" fmla="*/ 60 w 80"/>
                <a:gd name="T33" fmla="*/ 65 h 80"/>
                <a:gd name="T34" fmla="*/ 40 w 80"/>
                <a:gd name="T35" fmla="*/ 72 h 80"/>
                <a:gd name="T36" fmla="*/ 18 w 80"/>
                <a:gd name="T37" fmla="*/ 62 h 80"/>
                <a:gd name="T38" fmla="*/ 8 w 80"/>
                <a:gd name="T39" fmla="*/ 40 h 80"/>
                <a:gd name="T40" fmla="*/ 15 w 80"/>
                <a:gd name="T41" fmla="*/ 2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12" y="68"/>
                  </a:move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1"/>
                  </a:cubicBezTo>
                  <a:cubicBezTo>
                    <a:pt x="61" y="4"/>
                    <a:pt x="51" y="0"/>
                    <a:pt x="40" y="0"/>
                  </a:cubicBezTo>
                  <a:cubicBezTo>
                    <a:pt x="29" y="0"/>
                    <a:pt x="19" y="4"/>
                    <a:pt x="12" y="11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0"/>
                    <a:pt x="4" y="60"/>
                    <a:pt x="12" y="68"/>
                  </a:cubicBezTo>
                  <a:close/>
                  <a:moveTo>
                    <a:pt x="40" y="8"/>
                  </a:moveTo>
                  <a:cubicBezTo>
                    <a:pt x="49" y="8"/>
                    <a:pt x="57" y="11"/>
                    <a:pt x="63" y="17"/>
                  </a:cubicBezTo>
                  <a:cubicBezTo>
                    <a:pt x="69" y="23"/>
                    <a:pt x="72" y="31"/>
                    <a:pt x="72" y="40"/>
                  </a:cubicBezTo>
                  <a:cubicBezTo>
                    <a:pt x="72" y="47"/>
                    <a:pt x="70" y="54"/>
                    <a:pt x="65" y="59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6" y="10"/>
                    <a:pt x="33" y="8"/>
                    <a:pt x="40" y="8"/>
                  </a:cubicBezTo>
                  <a:close/>
                  <a:moveTo>
                    <a:pt x="15" y="20"/>
                  </a:moveTo>
                  <a:cubicBezTo>
                    <a:pt x="60" y="65"/>
                    <a:pt x="60" y="65"/>
                    <a:pt x="60" y="65"/>
                  </a:cubicBezTo>
                  <a:cubicBezTo>
                    <a:pt x="54" y="69"/>
                    <a:pt x="48" y="72"/>
                    <a:pt x="40" y="72"/>
                  </a:cubicBezTo>
                  <a:cubicBezTo>
                    <a:pt x="32" y="72"/>
                    <a:pt x="24" y="68"/>
                    <a:pt x="18" y="62"/>
                  </a:cubicBezTo>
                  <a:cubicBezTo>
                    <a:pt x="12" y="56"/>
                    <a:pt x="8" y="48"/>
                    <a:pt x="8" y="40"/>
                  </a:cubicBezTo>
                  <a:cubicBezTo>
                    <a:pt x="8" y="32"/>
                    <a:pt x="11" y="26"/>
                    <a:pt x="1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8" name="Freeform 322"/>
            <p:cNvSpPr>
              <a:spLocks noEditPoints="1"/>
            </p:cNvSpPr>
            <p:nvPr/>
          </p:nvSpPr>
          <p:spPr bwMode="auto">
            <a:xfrm>
              <a:off x="5245496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8 w 92"/>
                <a:gd name="T19" fmla="*/ 4 h 133"/>
                <a:gd name="T20" fmla="*/ 88 w 92"/>
                <a:gd name="T21" fmla="*/ 21 h 133"/>
                <a:gd name="T22" fmla="*/ 88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8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8" y="4"/>
                  </a:lnTo>
                  <a:close/>
                  <a:moveTo>
                    <a:pt x="88" y="21"/>
                  </a:moveTo>
                  <a:lnTo>
                    <a:pt x="88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8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9" name="Rectangle 323"/>
            <p:cNvSpPr>
              <a:spLocks noChangeArrowheads="1"/>
            </p:cNvSpPr>
            <p:nvPr/>
          </p:nvSpPr>
          <p:spPr bwMode="auto">
            <a:xfrm>
              <a:off x="5331552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0" name="Freeform 324"/>
            <p:cNvSpPr>
              <a:spLocks noEditPoints="1"/>
            </p:cNvSpPr>
            <p:nvPr/>
          </p:nvSpPr>
          <p:spPr bwMode="auto">
            <a:xfrm>
              <a:off x="5336081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91" name="Группа 390"/>
          <p:cNvGrpSpPr/>
          <p:nvPr/>
        </p:nvGrpSpPr>
        <p:grpSpPr>
          <a:xfrm>
            <a:off x="5637277" y="2059166"/>
            <a:ext cx="208346" cy="301196"/>
            <a:chOff x="5637277" y="2059166"/>
            <a:chExt cx="208346" cy="301196"/>
          </a:xfrm>
          <a:solidFill>
            <a:schemeClr val="tx1"/>
          </a:solidFill>
        </p:grpSpPr>
        <p:sp>
          <p:nvSpPr>
            <p:cNvPr id="321" name="Freeform 325"/>
            <p:cNvSpPr>
              <a:spLocks noEditPoints="1"/>
            </p:cNvSpPr>
            <p:nvPr/>
          </p:nvSpPr>
          <p:spPr bwMode="auto">
            <a:xfrm>
              <a:off x="5689362" y="2147486"/>
              <a:ext cx="86056" cy="104173"/>
            </a:xfrm>
            <a:custGeom>
              <a:avLst/>
              <a:gdLst>
                <a:gd name="T0" fmla="*/ 16 w 72"/>
                <a:gd name="T1" fmla="*/ 89 h 89"/>
                <a:gd name="T2" fmla="*/ 32 w 72"/>
                <a:gd name="T3" fmla="*/ 73 h 89"/>
                <a:gd name="T4" fmla="*/ 32 w 72"/>
                <a:gd name="T5" fmla="*/ 32 h 89"/>
                <a:gd name="T6" fmla="*/ 64 w 72"/>
                <a:gd name="T7" fmla="*/ 26 h 89"/>
                <a:gd name="T8" fmla="*/ 64 w 72"/>
                <a:gd name="T9" fmla="*/ 51 h 89"/>
                <a:gd name="T10" fmla="*/ 56 w 72"/>
                <a:gd name="T11" fmla="*/ 49 h 89"/>
                <a:gd name="T12" fmla="*/ 40 w 72"/>
                <a:gd name="T13" fmla="*/ 65 h 89"/>
                <a:gd name="T14" fmla="*/ 56 w 72"/>
                <a:gd name="T15" fmla="*/ 81 h 89"/>
                <a:gd name="T16" fmla="*/ 72 w 72"/>
                <a:gd name="T17" fmla="*/ 65 h 89"/>
                <a:gd name="T18" fmla="*/ 72 w 72"/>
                <a:gd name="T19" fmla="*/ 0 h 89"/>
                <a:gd name="T20" fmla="*/ 24 w 72"/>
                <a:gd name="T21" fmla="*/ 9 h 89"/>
                <a:gd name="T22" fmla="*/ 24 w 72"/>
                <a:gd name="T23" fmla="*/ 59 h 89"/>
                <a:gd name="T24" fmla="*/ 16 w 72"/>
                <a:gd name="T25" fmla="*/ 57 h 89"/>
                <a:gd name="T26" fmla="*/ 0 w 72"/>
                <a:gd name="T27" fmla="*/ 73 h 89"/>
                <a:gd name="T28" fmla="*/ 16 w 72"/>
                <a:gd name="T29" fmla="*/ 89 h 89"/>
                <a:gd name="T30" fmla="*/ 56 w 72"/>
                <a:gd name="T31" fmla="*/ 73 h 89"/>
                <a:gd name="T32" fmla="*/ 48 w 72"/>
                <a:gd name="T33" fmla="*/ 65 h 89"/>
                <a:gd name="T34" fmla="*/ 56 w 72"/>
                <a:gd name="T35" fmla="*/ 57 h 89"/>
                <a:gd name="T36" fmla="*/ 64 w 72"/>
                <a:gd name="T37" fmla="*/ 65 h 89"/>
                <a:gd name="T38" fmla="*/ 56 w 72"/>
                <a:gd name="T39" fmla="*/ 73 h 89"/>
                <a:gd name="T40" fmla="*/ 64 w 72"/>
                <a:gd name="T41" fmla="*/ 10 h 89"/>
                <a:gd name="T42" fmla="*/ 64 w 72"/>
                <a:gd name="T43" fmla="*/ 17 h 89"/>
                <a:gd name="T44" fmla="*/ 32 w 72"/>
                <a:gd name="T45" fmla="*/ 24 h 89"/>
                <a:gd name="T46" fmla="*/ 32 w 72"/>
                <a:gd name="T47" fmla="*/ 16 h 89"/>
                <a:gd name="T48" fmla="*/ 64 w 72"/>
                <a:gd name="T49" fmla="*/ 10 h 89"/>
                <a:gd name="T50" fmla="*/ 16 w 72"/>
                <a:gd name="T51" fmla="*/ 65 h 89"/>
                <a:gd name="T52" fmla="*/ 24 w 72"/>
                <a:gd name="T53" fmla="*/ 73 h 89"/>
                <a:gd name="T54" fmla="*/ 16 w 72"/>
                <a:gd name="T55" fmla="*/ 81 h 89"/>
                <a:gd name="T56" fmla="*/ 8 w 72"/>
                <a:gd name="T57" fmla="*/ 73 h 89"/>
                <a:gd name="T58" fmla="*/ 16 w 72"/>
                <a:gd name="T59" fmla="*/ 6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16" y="89"/>
                  </a:moveTo>
                  <a:cubicBezTo>
                    <a:pt x="25" y="89"/>
                    <a:pt x="32" y="82"/>
                    <a:pt x="32" y="7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7" y="49"/>
                    <a:pt x="40" y="56"/>
                    <a:pt x="40" y="65"/>
                  </a:cubicBezTo>
                  <a:cubicBezTo>
                    <a:pt x="40" y="74"/>
                    <a:pt x="47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2" y="58"/>
                    <a:pt x="19" y="57"/>
                    <a:pt x="16" y="57"/>
                  </a:cubicBezTo>
                  <a:cubicBezTo>
                    <a:pt x="7" y="57"/>
                    <a:pt x="0" y="64"/>
                    <a:pt x="0" y="73"/>
                  </a:cubicBezTo>
                  <a:cubicBezTo>
                    <a:pt x="0" y="82"/>
                    <a:pt x="7" y="89"/>
                    <a:pt x="16" y="89"/>
                  </a:cubicBezTo>
                  <a:close/>
                  <a:moveTo>
                    <a:pt x="56" y="73"/>
                  </a:moveTo>
                  <a:cubicBezTo>
                    <a:pt x="52" y="73"/>
                    <a:pt x="48" y="69"/>
                    <a:pt x="48" y="65"/>
                  </a:cubicBezTo>
                  <a:cubicBezTo>
                    <a:pt x="48" y="60"/>
                    <a:pt x="52" y="57"/>
                    <a:pt x="56" y="57"/>
                  </a:cubicBezTo>
                  <a:cubicBezTo>
                    <a:pt x="61" y="57"/>
                    <a:pt x="64" y="60"/>
                    <a:pt x="64" y="65"/>
                  </a:cubicBezTo>
                  <a:cubicBezTo>
                    <a:pt x="64" y="69"/>
                    <a:pt x="61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10"/>
                  </a:lnTo>
                  <a:close/>
                  <a:moveTo>
                    <a:pt x="16" y="65"/>
                  </a:moveTo>
                  <a:cubicBezTo>
                    <a:pt x="21" y="65"/>
                    <a:pt x="24" y="68"/>
                    <a:pt x="24" y="73"/>
                  </a:cubicBezTo>
                  <a:cubicBezTo>
                    <a:pt x="24" y="77"/>
                    <a:pt x="21" y="81"/>
                    <a:pt x="16" y="81"/>
                  </a:cubicBezTo>
                  <a:cubicBezTo>
                    <a:pt x="12" y="81"/>
                    <a:pt x="8" y="77"/>
                    <a:pt x="8" y="73"/>
                  </a:cubicBezTo>
                  <a:cubicBezTo>
                    <a:pt x="8" y="68"/>
                    <a:pt x="12" y="65"/>
                    <a:pt x="1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2" name="Freeform 326"/>
            <p:cNvSpPr>
              <a:spLocks noEditPoints="1"/>
            </p:cNvSpPr>
            <p:nvPr/>
          </p:nvSpPr>
          <p:spPr bwMode="auto">
            <a:xfrm>
              <a:off x="5637277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8 w 92"/>
                <a:gd name="T19" fmla="*/ 4 h 133"/>
                <a:gd name="T20" fmla="*/ 88 w 92"/>
                <a:gd name="T21" fmla="*/ 21 h 133"/>
                <a:gd name="T22" fmla="*/ 88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8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8" y="4"/>
                  </a:lnTo>
                  <a:close/>
                  <a:moveTo>
                    <a:pt x="88" y="21"/>
                  </a:moveTo>
                  <a:lnTo>
                    <a:pt x="88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8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3" name="Rectangle 327"/>
            <p:cNvSpPr>
              <a:spLocks noChangeArrowheads="1"/>
            </p:cNvSpPr>
            <p:nvPr/>
          </p:nvSpPr>
          <p:spPr bwMode="auto">
            <a:xfrm>
              <a:off x="5723332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4" name="Freeform 328"/>
            <p:cNvSpPr>
              <a:spLocks noEditPoints="1"/>
            </p:cNvSpPr>
            <p:nvPr/>
          </p:nvSpPr>
          <p:spPr bwMode="auto">
            <a:xfrm>
              <a:off x="5727862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92" name="Группа 391"/>
          <p:cNvGrpSpPr/>
          <p:nvPr/>
        </p:nvGrpSpPr>
        <p:grpSpPr>
          <a:xfrm>
            <a:off x="6029056" y="2059166"/>
            <a:ext cx="208346" cy="301196"/>
            <a:chOff x="6029056" y="2059166"/>
            <a:chExt cx="208346" cy="301196"/>
          </a:xfrm>
          <a:solidFill>
            <a:schemeClr val="tx1"/>
          </a:solidFill>
        </p:grpSpPr>
        <p:sp>
          <p:nvSpPr>
            <p:cNvPr id="325" name="Freeform 329"/>
            <p:cNvSpPr>
              <a:spLocks noEditPoints="1"/>
            </p:cNvSpPr>
            <p:nvPr/>
          </p:nvSpPr>
          <p:spPr bwMode="auto">
            <a:xfrm>
              <a:off x="6078878" y="2145222"/>
              <a:ext cx="108702" cy="108702"/>
            </a:xfrm>
            <a:custGeom>
              <a:avLst/>
              <a:gdLst>
                <a:gd name="T0" fmla="*/ 14 w 48"/>
                <a:gd name="T1" fmla="*/ 45 h 48"/>
                <a:gd name="T2" fmla="*/ 48 w 48"/>
                <a:gd name="T3" fmla="*/ 12 h 48"/>
                <a:gd name="T4" fmla="*/ 36 w 48"/>
                <a:gd name="T5" fmla="*/ 0 h 48"/>
                <a:gd name="T6" fmla="*/ 3 w 48"/>
                <a:gd name="T7" fmla="*/ 34 h 48"/>
                <a:gd name="T8" fmla="*/ 0 w 48"/>
                <a:gd name="T9" fmla="*/ 48 h 48"/>
                <a:gd name="T10" fmla="*/ 14 w 48"/>
                <a:gd name="T11" fmla="*/ 45 h 48"/>
                <a:gd name="T12" fmla="*/ 42 w 48"/>
                <a:gd name="T13" fmla="*/ 12 h 48"/>
                <a:gd name="T14" fmla="*/ 38 w 48"/>
                <a:gd name="T15" fmla="*/ 15 h 48"/>
                <a:gd name="T16" fmla="*/ 33 w 48"/>
                <a:gd name="T17" fmla="*/ 10 h 48"/>
                <a:gd name="T18" fmla="*/ 36 w 48"/>
                <a:gd name="T19" fmla="*/ 6 h 48"/>
                <a:gd name="T20" fmla="*/ 42 w 48"/>
                <a:gd name="T21" fmla="*/ 12 h 48"/>
                <a:gd name="T22" fmla="*/ 7 w 48"/>
                <a:gd name="T23" fmla="*/ 36 h 48"/>
                <a:gd name="T24" fmla="*/ 30 w 48"/>
                <a:gd name="T25" fmla="*/ 12 h 48"/>
                <a:gd name="T26" fmla="*/ 36 w 48"/>
                <a:gd name="T27" fmla="*/ 18 h 48"/>
                <a:gd name="T28" fmla="*/ 12 w 48"/>
                <a:gd name="T29" fmla="*/ 41 h 48"/>
                <a:gd name="T30" fmla="*/ 6 w 48"/>
                <a:gd name="T31" fmla="*/ 43 h 48"/>
                <a:gd name="T32" fmla="*/ 7 w 48"/>
                <a:gd name="T33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48">
                  <a:moveTo>
                    <a:pt x="14" y="45"/>
                  </a:moveTo>
                  <a:lnTo>
                    <a:pt x="48" y="12"/>
                  </a:lnTo>
                  <a:lnTo>
                    <a:pt x="36" y="0"/>
                  </a:lnTo>
                  <a:lnTo>
                    <a:pt x="3" y="34"/>
                  </a:lnTo>
                  <a:lnTo>
                    <a:pt x="0" y="48"/>
                  </a:lnTo>
                  <a:lnTo>
                    <a:pt x="14" y="45"/>
                  </a:lnTo>
                  <a:close/>
                  <a:moveTo>
                    <a:pt x="42" y="12"/>
                  </a:moveTo>
                  <a:lnTo>
                    <a:pt x="38" y="15"/>
                  </a:lnTo>
                  <a:lnTo>
                    <a:pt x="33" y="10"/>
                  </a:lnTo>
                  <a:lnTo>
                    <a:pt x="36" y="6"/>
                  </a:lnTo>
                  <a:lnTo>
                    <a:pt x="42" y="12"/>
                  </a:lnTo>
                  <a:close/>
                  <a:moveTo>
                    <a:pt x="7" y="36"/>
                  </a:moveTo>
                  <a:lnTo>
                    <a:pt x="30" y="12"/>
                  </a:lnTo>
                  <a:lnTo>
                    <a:pt x="36" y="18"/>
                  </a:lnTo>
                  <a:lnTo>
                    <a:pt x="12" y="41"/>
                  </a:lnTo>
                  <a:lnTo>
                    <a:pt x="6" y="43"/>
                  </a:lnTo>
                  <a:lnTo>
                    <a:pt x="7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6" name="Freeform 330"/>
            <p:cNvSpPr>
              <a:spLocks noEditPoints="1"/>
            </p:cNvSpPr>
            <p:nvPr/>
          </p:nvSpPr>
          <p:spPr bwMode="auto">
            <a:xfrm>
              <a:off x="6029056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7 w 92"/>
                <a:gd name="T11" fmla="*/ 4 h 133"/>
                <a:gd name="T12" fmla="*/ 87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7 w 92"/>
                <a:gd name="T19" fmla="*/ 4 h 133"/>
                <a:gd name="T20" fmla="*/ 87 w 92"/>
                <a:gd name="T21" fmla="*/ 21 h 133"/>
                <a:gd name="T22" fmla="*/ 87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7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7 w 92"/>
                <a:gd name="T35" fmla="*/ 108 h 133"/>
                <a:gd name="T36" fmla="*/ 87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7" y="4"/>
                  </a:moveTo>
                  <a:lnTo>
                    <a:pt x="87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7" y="4"/>
                  </a:lnTo>
                  <a:close/>
                  <a:moveTo>
                    <a:pt x="87" y="21"/>
                  </a:moveTo>
                  <a:lnTo>
                    <a:pt x="87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7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7" y="108"/>
                  </a:lnTo>
                  <a:lnTo>
                    <a:pt x="87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7" name="Rectangle 331"/>
            <p:cNvSpPr>
              <a:spLocks noChangeArrowheads="1"/>
            </p:cNvSpPr>
            <p:nvPr/>
          </p:nvSpPr>
          <p:spPr bwMode="auto">
            <a:xfrm>
              <a:off x="6112848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8" name="Freeform 332"/>
            <p:cNvSpPr>
              <a:spLocks noEditPoints="1"/>
            </p:cNvSpPr>
            <p:nvPr/>
          </p:nvSpPr>
          <p:spPr bwMode="auto">
            <a:xfrm>
              <a:off x="6117377" y="2312804"/>
              <a:ext cx="29441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93" name="Группа 392"/>
          <p:cNvGrpSpPr/>
          <p:nvPr/>
        </p:nvGrpSpPr>
        <p:grpSpPr>
          <a:xfrm>
            <a:off x="6420837" y="2059166"/>
            <a:ext cx="208346" cy="301196"/>
            <a:chOff x="6420837" y="2059166"/>
            <a:chExt cx="208346" cy="301196"/>
          </a:xfrm>
          <a:solidFill>
            <a:schemeClr val="tx1"/>
          </a:solidFill>
        </p:grpSpPr>
        <p:sp>
          <p:nvSpPr>
            <p:cNvPr id="329" name="Freeform 333"/>
            <p:cNvSpPr>
              <a:spLocks noEditPoints="1"/>
            </p:cNvSpPr>
            <p:nvPr/>
          </p:nvSpPr>
          <p:spPr bwMode="auto">
            <a:xfrm>
              <a:off x="6472923" y="2163339"/>
              <a:ext cx="104173" cy="74733"/>
            </a:xfrm>
            <a:custGeom>
              <a:avLst/>
              <a:gdLst>
                <a:gd name="T0" fmla="*/ 88 w 88"/>
                <a:gd name="T1" fmla="*/ 64 h 64"/>
                <a:gd name="T2" fmla="*/ 88 w 88"/>
                <a:gd name="T3" fmla="*/ 0 h 64"/>
                <a:gd name="T4" fmla="*/ 0 w 88"/>
                <a:gd name="T5" fmla="*/ 0 h 64"/>
                <a:gd name="T6" fmla="*/ 0 w 88"/>
                <a:gd name="T7" fmla="*/ 64 h 64"/>
                <a:gd name="T8" fmla="*/ 88 w 88"/>
                <a:gd name="T9" fmla="*/ 64 h 64"/>
                <a:gd name="T10" fmla="*/ 8 w 88"/>
                <a:gd name="T11" fmla="*/ 53 h 64"/>
                <a:gd name="T12" fmla="*/ 31 w 88"/>
                <a:gd name="T13" fmla="*/ 30 h 64"/>
                <a:gd name="T14" fmla="*/ 47 w 88"/>
                <a:gd name="T15" fmla="*/ 50 h 64"/>
                <a:gd name="T16" fmla="*/ 56 w 88"/>
                <a:gd name="T17" fmla="*/ 41 h 64"/>
                <a:gd name="T18" fmla="*/ 73 w 88"/>
                <a:gd name="T19" fmla="*/ 56 h 64"/>
                <a:gd name="T20" fmla="*/ 8 w 88"/>
                <a:gd name="T21" fmla="*/ 56 h 64"/>
                <a:gd name="T22" fmla="*/ 8 w 88"/>
                <a:gd name="T23" fmla="*/ 53 h 64"/>
                <a:gd name="T24" fmla="*/ 72 w 88"/>
                <a:gd name="T25" fmla="*/ 8 h 64"/>
                <a:gd name="T26" fmla="*/ 80 w 88"/>
                <a:gd name="T27" fmla="*/ 16 h 64"/>
                <a:gd name="T28" fmla="*/ 72 w 88"/>
                <a:gd name="T29" fmla="*/ 24 h 64"/>
                <a:gd name="T30" fmla="*/ 64 w 88"/>
                <a:gd name="T31" fmla="*/ 16 h 64"/>
                <a:gd name="T32" fmla="*/ 72 w 88"/>
                <a:gd name="T33" fmla="*/ 8 h 64"/>
                <a:gd name="T34" fmla="*/ 58 w 88"/>
                <a:gd name="T35" fmla="*/ 8 h 64"/>
                <a:gd name="T36" fmla="*/ 56 w 88"/>
                <a:gd name="T37" fmla="*/ 16 h 64"/>
                <a:gd name="T38" fmla="*/ 72 w 88"/>
                <a:gd name="T39" fmla="*/ 32 h 64"/>
                <a:gd name="T40" fmla="*/ 80 w 88"/>
                <a:gd name="T41" fmla="*/ 29 h 64"/>
                <a:gd name="T42" fmla="*/ 80 w 88"/>
                <a:gd name="T43" fmla="*/ 50 h 64"/>
                <a:gd name="T44" fmla="*/ 55 w 88"/>
                <a:gd name="T45" fmla="*/ 30 h 64"/>
                <a:gd name="T46" fmla="*/ 48 w 88"/>
                <a:gd name="T47" fmla="*/ 38 h 64"/>
                <a:gd name="T48" fmla="*/ 32 w 88"/>
                <a:gd name="T49" fmla="*/ 18 h 64"/>
                <a:gd name="T50" fmla="*/ 8 w 88"/>
                <a:gd name="T51" fmla="*/ 42 h 64"/>
                <a:gd name="T52" fmla="*/ 8 w 88"/>
                <a:gd name="T53" fmla="*/ 8 h 64"/>
                <a:gd name="T54" fmla="*/ 58 w 88"/>
                <a:gd name="T55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88" y="64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88" y="64"/>
                  </a:lnTo>
                  <a:close/>
                  <a:moveTo>
                    <a:pt x="8" y="53"/>
                  </a:moveTo>
                  <a:cubicBezTo>
                    <a:pt x="31" y="30"/>
                    <a:pt x="31" y="30"/>
                    <a:pt x="31" y="3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3"/>
                  </a:lnTo>
                  <a:close/>
                  <a:moveTo>
                    <a:pt x="72" y="8"/>
                  </a:moveTo>
                  <a:cubicBezTo>
                    <a:pt x="76" y="8"/>
                    <a:pt x="80" y="11"/>
                    <a:pt x="80" y="16"/>
                  </a:cubicBezTo>
                  <a:cubicBezTo>
                    <a:pt x="80" y="20"/>
                    <a:pt x="76" y="24"/>
                    <a:pt x="72" y="24"/>
                  </a:cubicBezTo>
                  <a:cubicBezTo>
                    <a:pt x="67" y="24"/>
                    <a:pt x="64" y="20"/>
                    <a:pt x="64" y="16"/>
                  </a:cubicBezTo>
                  <a:cubicBezTo>
                    <a:pt x="64" y="11"/>
                    <a:pt x="67" y="8"/>
                    <a:pt x="72" y="8"/>
                  </a:cubicBezTo>
                  <a:close/>
                  <a:moveTo>
                    <a:pt x="58" y="8"/>
                  </a:moveTo>
                  <a:cubicBezTo>
                    <a:pt x="56" y="10"/>
                    <a:pt x="56" y="13"/>
                    <a:pt x="56" y="16"/>
                  </a:cubicBezTo>
                  <a:cubicBezTo>
                    <a:pt x="56" y="25"/>
                    <a:pt x="63" y="32"/>
                    <a:pt x="72" y="32"/>
                  </a:cubicBezTo>
                  <a:cubicBezTo>
                    <a:pt x="74" y="32"/>
                    <a:pt x="77" y="31"/>
                    <a:pt x="80" y="29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0" name="Freeform 334"/>
            <p:cNvSpPr>
              <a:spLocks noEditPoints="1"/>
            </p:cNvSpPr>
            <p:nvPr/>
          </p:nvSpPr>
          <p:spPr bwMode="auto">
            <a:xfrm>
              <a:off x="6420837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8 w 92"/>
                <a:gd name="T19" fmla="*/ 4 h 133"/>
                <a:gd name="T20" fmla="*/ 88 w 92"/>
                <a:gd name="T21" fmla="*/ 21 h 133"/>
                <a:gd name="T22" fmla="*/ 88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8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8" y="4"/>
                  </a:lnTo>
                  <a:close/>
                  <a:moveTo>
                    <a:pt x="88" y="21"/>
                  </a:moveTo>
                  <a:lnTo>
                    <a:pt x="88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8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1" name="Rectangle 335"/>
            <p:cNvSpPr>
              <a:spLocks noChangeArrowheads="1"/>
            </p:cNvSpPr>
            <p:nvPr/>
          </p:nvSpPr>
          <p:spPr bwMode="auto">
            <a:xfrm>
              <a:off x="6506893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2" name="Freeform 336"/>
            <p:cNvSpPr>
              <a:spLocks noEditPoints="1"/>
            </p:cNvSpPr>
            <p:nvPr/>
          </p:nvSpPr>
          <p:spPr bwMode="auto">
            <a:xfrm>
              <a:off x="6511422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812617" y="2059166"/>
            <a:ext cx="208346" cy="301196"/>
            <a:chOff x="6812617" y="2059166"/>
            <a:chExt cx="208346" cy="301196"/>
          </a:xfrm>
          <a:solidFill>
            <a:schemeClr val="tx1"/>
          </a:solidFill>
        </p:grpSpPr>
        <p:sp>
          <p:nvSpPr>
            <p:cNvPr id="333" name="Freeform 337"/>
            <p:cNvSpPr>
              <a:spLocks/>
            </p:cNvSpPr>
            <p:nvPr/>
          </p:nvSpPr>
          <p:spPr bwMode="auto">
            <a:xfrm>
              <a:off x="6873762" y="2199573"/>
              <a:ext cx="65675" cy="63410"/>
            </a:xfrm>
            <a:custGeom>
              <a:avLst/>
              <a:gdLst>
                <a:gd name="T0" fmla="*/ 36 w 56"/>
                <a:gd name="T1" fmla="*/ 40 h 54"/>
                <a:gd name="T2" fmla="*/ 44 w 56"/>
                <a:gd name="T3" fmla="*/ 40 h 54"/>
                <a:gd name="T4" fmla="*/ 36 w 56"/>
                <a:gd name="T5" fmla="*/ 49 h 54"/>
                <a:gd name="T6" fmla="*/ 43 w 56"/>
                <a:gd name="T7" fmla="*/ 54 h 54"/>
                <a:gd name="T8" fmla="*/ 56 w 56"/>
                <a:gd name="T9" fmla="*/ 38 h 54"/>
                <a:gd name="T10" fmla="*/ 56 w 56"/>
                <a:gd name="T11" fmla="*/ 33 h 54"/>
                <a:gd name="T12" fmla="*/ 43 w 56"/>
                <a:gd name="T13" fmla="*/ 17 h 54"/>
                <a:gd name="T14" fmla="*/ 37 w 56"/>
                <a:gd name="T15" fmla="*/ 22 h 54"/>
                <a:gd name="T16" fmla="*/ 44 w 56"/>
                <a:gd name="T17" fmla="*/ 32 h 54"/>
                <a:gd name="T18" fmla="*/ 36 w 56"/>
                <a:gd name="T19" fmla="*/ 32 h 54"/>
                <a:gd name="T20" fmla="*/ 8 w 56"/>
                <a:gd name="T21" fmla="*/ 0 h 54"/>
                <a:gd name="T22" fmla="*/ 0 w 56"/>
                <a:gd name="T23" fmla="*/ 0 h 54"/>
                <a:gd name="T24" fmla="*/ 36 w 56"/>
                <a:gd name="T2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4" name="Freeform 338"/>
            <p:cNvSpPr>
              <a:spLocks/>
            </p:cNvSpPr>
            <p:nvPr/>
          </p:nvSpPr>
          <p:spPr bwMode="auto">
            <a:xfrm>
              <a:off x="6903202" y="2136163"/>
              <a:ext cx="65675" cy="63410"/>
            </a:xfrm>
            <a:custGeom>
              <a:avLst/>
              <a:gdLst>
                <a:gd name="T0" fmla="*/ 19 w 56"/>
                <a:gd name="T1" fmla="*/ 32 h 55"/>
                <a:gd name="T2" fmla="*/ 12 w 56"/>
                <a:gd name="T3" fmla="*/ 23 h 55"/>
                <a:gd name="T4" fmla="*/ 20 w 56"/>
                <a:gd name="T5" fmla="*/ 23 h 55"/>
                <a:gd name="T6" fmla="*/ 48 w 56"/>
                <a:gd name="T7" fmla="*/ 55 h 55"/>
                <a:gd name="T8" fmla="*/ 56 w 56"/>
                <a:gd name="T9" fmla="*/ 55 h 55"/>
                <a:gd name="T10" fmla="*/ 20 w 56"/>
                <a:gd name="T11" fmla="*/ 15 h 55"/>
                <a:gd name="T12" fmla="*/ 12 w 56"/>
                <a:gd name="T13" fmla="*/ 15 h 55"/>
                <a:gd name="T14" fmla="*/ 19 w 56"/>
                <a:gd name="T15" fmla="*/ 5 h 55"/>
                <a:gd name="T16" fmla="*/ 12 w 56"/>
                <a:gd name="T17" fmla="*/ 0 h 55"/>
                <a:gd name="T18" fmla="*/ 0 w 56"/>
                <a:gd name="T19" fmla="*/ 16 h 55"/>
                <a:gd name="T20" fmla="*/ 0 w 56"/>
                <a:gd name="T21" fmla="*/ 21 h 55"/>
                <a:gd name="T22" fmla="*/ 12 w 56"/>
                <a:gd name="T23" fmla="*/ 37 h 55"/>
                <a:gd name="T24" fmla="*/ 19 w 56"/>
                <a:gd name="T25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19" y="32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5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0" y="15"/>
                    <a:pt x="2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2" y="37"/>
                    <a:pt x="12" y="37"/>
                    <a:pt x="12" y="37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5" name="Freeform 339"/>
            <p:cNvSpPr>
              <a:spLocks noEditPoints="1"/>
            </p:cNvSpPr>
            <p:nvPr/>
          </p:nvSpPr>
          <p:spPr bwMode="auto">
            <a:xfrm>
              <a:off x="6812617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8 w 92"/>
                <a:gd name="T19" fmla="*/ 4 h 133"/>
                <a:gd name="T20" fmla="*/ 88 w 92"/>
                <a:gd name="T21" fmla="*/ 21 h 133"/>
                <a:gd name="T22" fmla="*/ 88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8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8" y="4"/>
                  </a:lnTo>
                  <a:close/>
                  <a:moveTo>
                    <a:pt x="88" y="21"/>
                  </a:moveTo>
                  <a:lnTo>
                    <a:pt x="88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8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6" name="Rectangle 340"/>
            <p:cNvSpPr>
              <a:spLocks noChangeArrowheads="1"/>
            </p:cNvSpPr>
            <p:nvPr/>
          </p:nvSpPr>
          <p:spPr bwMode="auto">
            <a:xfrm>
              <a:off x="6898672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7" name="Freeform 341"/>
            <p:cNvSpPr>
              <a:spLocks noEditPoints="1"/>
            </p:cNvSpPr>
            <p:nvPr/>
          </p:nvSpPr>
          <p:spPr bwMode="auto">
            <a:xfrm>
              <a:off x="6903202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113520" y="2450946"/>
            <a:ext cx="208346" cy="301196"/>
            <a:chOff x="2113520" y="2450946"/>
            <a:chExt cx="208346" cy="301196"/>
          </a:xfrm>
          <a:solidFill>
            <a:schemeClr val="tx1"/>
          </a:solidFill>
        </p:grpSpPr>
        <p:sp>
          <p:nvSpPr>
            <p:cNvPr id="338" name="Freeform 342"/>
            <p:cNvSpPr>
              <a:spLocks noEditPoints="1"/>
            </p:cNvSpPr>
            <p:nvPr/>
          </p:nvSpPr>
          <p:spPr bwMode="auto">
            <a:xfrm>
              <a:off x="2170134" y="2543796"/>
              <a:ext cx="92850" cy="92850"/>
            </a:xfrm>
            <a:custGeom>
              <a:avLst/>
              <a:gdLst>
                <a:gd name="T0" fmla="*/ 28 w 79"/>
                <a:gd name="T1" fmla="*/ 56 h 79"/>
                <a:gd name="T2" fmla="*/ 45 w 79"/>
                <a:gd name="T3" fmla="*/ 50 h 79"/>
                <a:gd name="T4" fmla="*/ 73 w 79"/>
                <a:gd name="T5" fmla="*/ 79 h 79"/>
                <a:gd name="T6" fmla="*/ 79 w 79"/>
                <a:gd name="T7" fmla="*/ 73 h 79"/>
                <a:gd name="T8" fmla="*/ 51 w 79"/>
                <a:gd name="T9" fmla="*/ 45 h 79"/>
                <a:gd name="T10" fmla="*/ 56 w 79"/>
                <a:gd name="T11" fmla="*/ 28 h 79"/>
                <a:gd name="T12" fmla="*/ 28 w 79"/>
                <a:gd name="T13" fmla="*/ 0 h 79"/>
                <a:gd name="T14" fmla="*/ 0 w 79"/>
                <a:gd name="T15" fmla="*/ 28 h 79"/>
                <a:gd name="T16" fmla="*/ 28 w 79"/>
                <a:gd name="T17" fmla="*/ 56 h 79"/>
                <a:gd name="T18" fmla="*/ 28 w 79"/>
                <a:gd name="T19" fmla="*/ 8 h 79"/>
                <a:gd name="T20" fmla="*/ 48 w 79"/>
                <a:gd name="T21" fmla="*/ 28 h 79"/>
                <a:gd name="T22" fmla="*/ 28 w 79"/>
                <a:gd name="T23" fmla="*/ 48 h 79"/>
                <a:gd name="T24" fmla="*/ 8 w 79"/>
                <a:gd name="T25" fmla="*/ 28 h 79"/>
                <a:gd name="T26" fmla="*/ 28 w 79"/>
                <a:gd name="T27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28" y="56"/>
                  </a:moveTo>
                  <a:cubicBezTo>
                    <a:pt x="34" y="56"/>
                    <a:pt x="40" y="54"/>
                    <a:pt x="45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0"/>
                    <a:pt x="56" y="34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9" name="Freeform 343"/>
            <p:cNvSpPr>
              <a:spLocks noEditPoints="1"/>
            </p:cNvSpPr>
            <p:nvPr/>
          </p:nvSpPr>
          <p:spPr bwMode="auto">
            <a:xfrm>
              <a:off x="2113520" y="245094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6 h 133"/>
                <a:gd name="T14" fmla="*/ 5 w 92"/>
                <a:gd name="T15" fmla="*/ 16 h 133"/>
                <a:gd name="T16" fmla="*/ 5 w 92"/>
                <a:gd name="T17" fmla="*/ 4 h 133"/>
                <a:gd name="T18" fmla="*/ 88 w 92"/>
                <a:gd name="T19" fmla="*/ 4 h 133"/>
                <a:gd name="T20" fmla="*/ 88 w 92"/>
                <a:gd name="T21" fmla="*/ 20 h 133"/>
                <a:gd name="T22" fmla="*/ 88 w 92"/>
                <a:gd name="T23" fmla="*/ 104 h 133"/>
                <a:gd name="T24" fmla="*/ 5 w 92"/>
                <a:gd name="T25" fmla="*/ 104 h 133"/>
                <a:gd name="T26" fmla="*/ 5 w 92"/>
                <a:gd name="T27" fmla="*/ 20 h 133"/>
                <a:gd name="T28" fmla="*/ 88 w 92"/>
                <a:gd name="T29" fmla="*/ 20 h 133"/>
                <a:gd name="T30" fmla="*/ 5 w 92"/>
                <a:gd name="T31" fmla="*/ 129 h 133"/>
                <a:gd name="T32" fmla="*/ 5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5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6"/>
                  </a:lnTo>
                  <a:lnTo>
                    <a:pt x="5" y="16"/>
                  </a:lnTo>
                  <a:lnTo>
                    <a:pt x="5" y="4"/>
                  </a:lnTo>
                  <a:lnTo>
                    <a:pt x="88" y="4"/>
                  </a:lnTo>
                  <a:close/>
                  <a:moveTo>
                    <a:pt x="88" y="20"/>
                  </a:moveTo>
                  <a:lnTo>
                    <a:pt x="88" y="104"/>
                  </a:lnTo>
                  <a:lnTo>
                    <a:pt x="5" y="104"/>
                  </a:lnTo>
                  <a:lnTo>
                    <a:pt x="5" y="20"/>
                  </a:lnTo>
                  <a:lnTo>
                    <a:pt x="88" y="20"/>
                  </a:lnTo>
                  <a:close/>
                  <a:moveTo>
                    <a:pt x="5" y="129"/>
                  </a:moveTo>
                  <a:lnTo>
                    <a:pt x="5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5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0" name="Rectangle 344"/>
            <p:cNvSpPr>
              <a:spLocks noChangeArrowheads="1"/>
            </p:cNvSpPr>
            <p:nvPr/>
          </p:nvSpPr>
          <p:spPr bwMode="auto">
            <a:xfrm>
              <a:off x="2199575" y="246906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1" name="Freeform 345"/>
            <p:cNvSpPr>
              <a:spLocks noEditPoints="1"/>
            </p:cNvSpPr>
            <p:nvPr/>
          </p:nvSpPr>
          <p:spPr bwMode="auto">
            <a:xfrm>
              <a:off x="2204105" y="2704584"/>
              <a:ext cx="27176" cy="27176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14" y="8"/>
                    <a:pt x="16" y="10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2500770" y="2450946"/>
            <a:ext cx="217404" cy="301196"/>
          </a:xfrm>
          <a:custGeom>
            <a:avLst/>
            <a:gdLst>
              <a:gd name="T0" fmla="*/ 66 w 96"/>
              <a:gd name="T1" fmla="*/ 8 h 133"/>
              <a:gd name="T2" fmla="*/ 58 w 96"/>
              <a:gd name="T3" fmla="*/ 8 h 133"/>
              <a:gd name="T4" fmla="*/ 58 w 96"/>
              <a:gd name="T5" fmla="*/ 0 h 133"/>
              <a:gd name="T6" fmla="*/ 38 w 96"/>
              <a:gd name="T7" fmla="*/ 0 h 133"/>
              <a:gd name="T8" fmla="*/ 38 w 96"/>
              <a:gd name="T9" fmla="*/ 8 h 133"/>
              <a:gd name="T10" fmla="*/ 30 w 96"/>
              <a:gd name="T11" fmla="*/ 8 h 133"/>
              <a:gd name="T12" fmla="*/ 28 w 96"/>
              <a:gd name="T13" fmla="*/ 14 h 133"/>
              <a:gd name="T14" fmla="*/ 0 w 96"/>
              <a:gd name="T15" fmla="*/ 14 h 133"/>
              <a:gd name="T16" fmla="*/ 0 w 96"/>
              <a:gd name="T17" fmla="*/ 133 h 133"/>
              <a:gd name="T18" fmla="*/ 96 w 96"/>
              <a:gd name="T19" fmla="*/ 133 h 133"/>
              <a:gd name="T20" fmla="*/ 96 w 96"/>
              <a:gd name="T21" fmla="*/ 14 h 133"/>
              <a:gd name="T22" fmla="*/ 68 w 96"/>
              <a:gd name="T23" fmla="*/ 14 h 133"/>
              <a:gd name="T24" fmla="*/ 66 w 96"/>
              <a:gd name="T25" fmla="*/ 8 h 133"/>
              <a:gd name="T26" fmla="*/ 33 w 96"/>
              <a:gd name="T27" fmla="*/ 12 h 133"/>
              <a:gd name="T28" fmla="*/ 42 w 96"/>
              <a:gd name="T29" fmla="*/ 12 h 133"/>
              <a:gd name="T30" fmla="*/ 42 w 96"/>
              <a:gd name="T31" fmla="*/ 4 h 133"/>
              <a:gd name="T32" fmla="*/ 54 w 96"/>
              <a:gd name="T33" fmla="*/ 4 h 133"/>
              <a:gd name="T34" fmla="*/ 54 w 96"/>
              <a:gd name="T35" fmla="*/ 12 h 133"/>
              <a:gd name="T36" fmla="*/ 63 w 96"/>
              <a:gd name="T37" fmla="*/ 12 h 133"/>
              <a:gd name="T38" fmla="*/ 66 w 96"/>
              <a:gd name="T39" fmla="*/ 25 h 133"/>
              <a:gd name="T40" fmla="*/ 30 w 96"/>
              <a:gd name="T41" fmla="*/ 25 h 133"/>
              <a:gd name="T42" fmla="*/ 33 w 96"/>
              <a:gd name="T43" fmla="*/ 12 h 133"/>
              <a:gd name="T44" fmla="*/ 71 w 96"/>
              <a:gd name="T45" fmla="*/ 29 h 133"/>
              <a:gd name="T46" fmla="*/ 83 w 96"/>
              <a:gd name="T47" fmla="*/ 29 h 133"/>
              <a:gd name="T48" fmla="*/ 83 w 96"/>
              <a:gd name="T49" fmla="*/ 120 h 133"/>
              <a:gd name="T50" fmla="*/ 13 w 96"/>
              <a:gd name="T51" fmla="*/ 120 h 133"/>
              <a:gd name="T52" fmla="*/ 13 w 96"/>
              <a:gd name="T53" fmla="*/ 29 h 133"/>
              <a:gd name="T54" fmla="*/ 25 w 96"/>
              <a:gd name="T55" fmla="*/ 29 h 133"/>
              <a:gd name="T56" fmla="*/ 71 w 96"/>
              <a:gd name="T57" fmla="*/ 29 h 133"/>
              <a:gd name="T58" fmla="*/ 92 w 96"/>
              <a:gd name="T59" fmla="*/ 18 h 133"/>
              <a:gd name="T60" fmla="*/ 92 w 96"/>
              <a:gd name="T61" fmla="*/ 129 h 133"/>
              <a:gd name="T62" fmla="*/ 4 w 96"/>
              <a:gd name="T63" fmla="*/ 129 h 133"/>
              <a:gd name="T64" fmla="*/ 4 w 96"/>
              <a:gd name="T65" fmla="*/ 18 h 133"/>
              <a:gd name="T66" fmla="*/ 27 w 96"/>
              <a:gd name="T67" fmla="*/ 18 h 133"/>
              <a:gd name="T68" fmla="*/ 26 w 96"/>
              <a:gd name="T69" fmla="*/ 25 h 133"/>
              <a:gd name="T70" fmla="*/ 8 w 96"/>
              <a:gd name="T71" fmla="*/ 25 h 133"/>
              <a:gd name="T72" fmla="*/ 8 w 96"/>
              <a:gd name="T73" fmla="*/ 124 h 133"/>
              <a:gd name="T74" fmla="*/ 88 w 96"/>
              <a:gd name="T75" fmla="*/ 124 h 133"/>
              <a:gd name="T76" fmla="*/ 88 w 96"/>
              <a:gd name="T77" fmla="*/ 25 h 133"/>
              <a:gd name="T78" fmla="*/ 70 w 96"/>
              <a:gd name="T79" fmla="*/ 25 h 133"/>
              <a:gd name="T80" fmla="*/ 69 w 96"/>
              <a:gd name="T81" fmla="*/ 18 h 133"/>
              <a:gd name="T82" fmla="*/ 92 w 96"/>
              <a:gd name="T83" fmla="*/ 1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" h="133">
                <a:moveTo>
                  <a:pt x="66" y="8"/>
                </a:moveTo>
                <a:lnTo>
                  <a:pt x="58" y="8"/>
                </a:lnTo>
                <a:lnTo>
                  <a:pt x="58" y="0"/>
                </a:lnTo>
                <a:lnTo>
                  <a:pt x="38" y="0"/>
                </a:lnTo>
                <a:lnTo>
                  <a:pt x="38" y="8"/>
                </a:lnTo>
                <a:lnTo>
                  <a:pt x="30" y="8"/>
                </a:lnTo>
                <a:lnTo>
                  <a:pt x="28" y="14"/>
                </a:lnTo>
                <a:lnTo>
                  <a:pt x="0" y="14"/>
                </a:lnTo>
                <a:lnTo>
                  <a:pt x="0" y="133"/>
                </a:lnTo>
                <a:lnTo>
                  <a:pt x="96" y="133"/>
                </a:lnTo>
                <a:lnTo>
                  <a:pt x="96" y="14"/>
                </a:lnTo>
                <a:lnTo>
                  <a:pt x="68" y="14"/>
                </a:lnTo>
                <a:lnTo>
                  <a:pt x="66" y="8"/>
                </a:lnTo>
                <a:close/>
                <a:moveTo>
                  <a:pt x="33" y="12"/>
                </a:moveTo>
                <a:lnTo>
                  <a:pt x="42" y="12"/>
                </a:lnTo>
                <a:lnTo>
                  <a:pt x="42" y="4"/>
                </a:lnTo>
                <a:lnTo>
                  <a:pt x="54" y="4"/>
                </a:lnTo>
                <a:lnTo>
                  <a:pt x="54" y="12"/>
                </a:lnTo>
                <a:lnTo>
                  <a:pt x="63" y="12"/>
                </a:lnTo>
                <a:lnTo>
                  <a:pt x="66" y="25"/>
                </a:lnTo>
                <a:lnTo>
                  <a:pt x="30" y="25"/>
                </a:lnTo>
                <a:lnTo>
                  <a:pt x="33" y="12"/>
                </a:lnTo>
                <a:close/>
                <a:moveTo>
                  <a:pt x="71" y="29"/>
                </a:moveTo>
                <a:lnTo>
                  <a:pt x="83" y="29"/>
                </a:lnTo>
                <a:lnTo>
                  <a:pt x="83" y="120"/>
                </a:lnTo>
                <a:lnTo>
                  <a:pt x="13" y="120"/>
                </a:lnTo>
                <a:lnTo>
                  <a:pt x="13" y="29"/>
                </a:lnTo>
                <a:lnTo>
                  <a:pt x="25" y="29"/>
                </a:lnTo>
                <a:lnTo>
                  <a:pt x="71" y="29"/>
                </a:lnTo>
                <a:close/>
                <a:moveTo>
                  <a:pt x="92" y="18"/>
                </a:moveTo>
                <a:lnTo>
                  <a:pt x="92" y="129"/>
                </a:lnTo>
                <a:lnTo>
                  <a:pt x="4" y="129"/>
                </a:lnTo>
                <a:lnTo>
                  <a:pt x="4" y="18"/>
                </a:lnTo>
                <a:lnTo>
                  <a:pt x="27" y="18"/>
                </a:lnTo>
                <a:lnTo>
                  <a:pt x="26" y="25"/>
                </a:lnTo>
                <a:lnTo>
                  <a:pt x="8" y="25"/>
                </a:lnTo>
                <a:lnTo>
                  <a:pt x="8" y="124"/>
                </a:lnTo>
                <a:lnTo>
                  <a:pt x="88" y="124"/>
                </a:lnTo>
                <a:lnTo>
                  <a:pt x="88" y="25"/>
                </a:lnTo>
                <a:lnTo>
                  <a:pt x="70" y="25"/>
                </a:lnTo>
                <a:lnTo>
                  <a:pt x="69" y="18"/>
                </a:lnTo>
                <a:lnTo>
                  <a:pt x="92" y="1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uk-UA" sz="2400"/>
          </a:p>
        </p:txBody>
      </p:sp>
      <p:grpSp>
        <p:nvGrpSpPr>
          <p:cNvPr id="5" name="Group 4"/>
          <p:cNvGrpSpPr/>
          <p:nvPr/>
        </p:nvGrpSpPr>
        <p:grpSpPr>
          <a:xfrm>
            <a:off x="2892551" y="2450946"/>
            <a:ext cx="217404" cy="301196"/>
            <a:chOff x="2892551" y="2450946"/>
            <a:chExt cx="217404" cy="301196"/>
          </a:xfrm>
          <a:solidFill>
            <a:schemeClr val="tx1"/>
          </a:solidFill>
        </p:grpSpPr>
        <p:sp>
          <p:nvSpPr>
            <p:cNvPr id="343" name="Freeform 347"/>
            <p:cNvSpPr>
              <a:spLocks/>
            </p:cNvSpPr>
            <p:nvPr/>
          </p:nvSpPr>
          <p:spPr bwMode="auto">
            <a:xfrm>
              <a:off x="2955960" y="2577765"/>
              <a:ext cx="99644" cy="70204"/>
            </a:xfrm>
            <a:custGeom>
              <a:avLst/>
              <a:gdLst>
                <a:gd name="T0" fmla="*/ 16 w 44"/>
                <a:gd name="T1" fmla="*/ 26 h 31"/>
                <a:gd name="T2" fmla="*/ 3 w 44"/>
                <a:gd name="T3" fmla="*/ 13 h 31"/>
                <a:gd name="T4" fmla="*/ 0 w 44"/>
                <a:gd name="T5" fmla="*/ 16 h 31"/>
                <a:gd name="T6" fmla="*/ 15 w 44"/>
                <a:gd name="T7" fmla="*/ 31 h 31"/>
                <a:gd name="T8" fmla="*/ 17 w 44"/>
                <a:gd name="T9" fmla="*/ 31 h 31"/>
                <a:gd name="T10" fmla="*/ 44 w 44"/>
                <a:gd name="T11" fmla="*/ 3 h 31"/>
                <a:gd name="T12" fmla="*/ 42 w 44"/>
                <a:gd name="T13" fmla="*/ 0 h 31"/>
                <a:gd name="T14" fmla="*/ 16 w 44"/>
                <a:gd name="T15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1">
                  <a:moveTo>
                    <a:pt x="16" y="26"/>
                  </a:moveTo>
                  <a:lnTo>
                    <a:pt x="3" y="13"/>
                  </a:lnTo>
                  <a:lnTo>
                    <a:pt x="0" y="16"/>
                  </a:lnTo>
                  <a:lnTo>
                    <a:pt x="15" y="31"/>
                  </a:lnTo>
                  <a:lnTo>
                    <a:pt x="17" y="31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4" name="Freeform 348"/>
            <p:cNvSpPr>
              <a:spLocks noEditPoints="1"/>
            </p:cNvSpPr>
            <p:nvPr/>
          </p:nvSpPr>
          <p:spPr bwMode="auto">
            <a:xfrm>
              <a:off x="2892551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1 w 96"/>
                <a:gd name="T45" fmla="*/ 18 h 133"/>
                <a:gd name="T46" fmla="*/ 91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1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1" y="18"/>
                  </a:moveTo>
                  <a:lnTo>
                    <a:pt x="91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284330" y="2450946"/>
            <a:ext cx="217404" cy="301196"/>
            <a:chOff x="3284330" y="2450946"/>
            <a:chExt cx="217404" cy="301196"/>
          </a:xfrm>
          <a:solidFill>
            <a:schemeClr val="tx1"/>
          </a:solidFill>
        </p:grpSpPr>
        <p:sp>
          <p:nvSpPr>
            <p:cNvPr id="345" name="Freeform 349"/>
            <p:cNvSpPr>
              <a:spLocks noEditPoints="1"/>
            </p:cNvSpPr>
            <p:nvPr/>
          </p:nvSpPr>
          <p:spPr bwMode="auto">
            <a:xfrm>
              <a:off x="3340946" y="2586823"/>
              <a:ext cx="104173" cy="65675"/>
            </a:xfrm>
            <a:custGeom>
              <a:avLst/>
              <a:gdLst>
                <a:gd name="T0" fmla="*/ 75 w 88"/>
                <a:gd name="T1" fmla="*/ 24 h 56"/>
                <a:gd name="T2" fmla="*/ 44 w 88"/>
                <a:gd name="T3" fmla="*/ 0 h 56"/>
                <a:gd name="T4" fmla="*/ 12 w 88"/>
                <a:gd name="T5" fmla="*/ 24 h 56"/>
                <a:gd name="T6" fmla="*/ 0 w 88"/>
                <a:gd name="T7" fmla="*/ 40 h 56"/>
                <a:gd name="T8" fmla="*/ 16 w 88"/>
                <a:gd name="T9" fmla="*/ 56 h 56"/>
                <a:gd name="T10" fmla="*/ 72 w 88"/>
                <a:gd name="T11" fmla="*/ 56 h 56"/>
                <a:gd name="T12" fmla="*/ 88 w 88"/>
                <a:gd name="T13" fmla="*/ 40 h 56"/>
                <a:gd name="T14" fmla="*/ 75 w 88"/>
                <a:gd name="T15" fmla="*/ 24 h 56"/>
                <a:gd name="T16" fmla="*/ 72 w 88"/>
                <a:gd name="T17" fmla="*/ 48 h 56"/>
                <a:gd name="T18" fmla="*/ 16 w 88"/>
                <a:gd name="T19" fmla="*/ 48 h 56"/>
                <a:gd name="T20" fmla="*/ 8 w 88"/>
                <a:gd name="T21" fmla="*/ 40 h 56"/>
                <a:gd name="T22" fmla="*/ 16 w 88"/>
                <a:gd name="T23" fmla="*/ 32 h 56"/>
                <a:gd name="T24" fmla="*/ 19 w 88"/>
                <a:gd name="T25" fmla="*/ 32 h 56"/>
                <a:gd name="T26" fmla="*/ 20 w 88"/>
                <a:gd name="T27" fmla="*/ 29 h 56"/>
                <a:gd name="T28" fmla="*/ 44 w 88"/>
                <a:gd name="T29" fmla="*/ 8 h 56"/>
                <a:gd name="T30" fmla="*/ 68 w 88"/>
                <a:gd name="T31" fmla="*/ 28 h 56"/>
                <a:gd name="T32" fmla="*/ 68 w 88"/>
                <a:gd name="T33" fmla="*/ 32 h 56"/>
                <a:gd name="T34" fmla="*/ 72 w 88"/>
                <a:gd name="T35" fmla="*/ 32 h 56"/>
                <a:gd name="T36" fmla="*/ 80 w 88"/>
                <a:gd name="T37" fmla="*/ 40 h 56"/>
                <a:gd name="T38" fmla="*/ 72 w 88"/>
                <a:gd name="T3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5" y="24"/>
                  </a:moveTo>
                  <a:cubicBezTo>
                    <a:pt x="73" y="10"/>
                    <a:pt x="60" y="0"/>
                    <a:pt x="44" y="0"/>
                  </a:cubicBezTo>
                  <a:cubicBezTo>
                    <a:pt x="29" y="0"/>
                    <a:pt x="16" y="12"/>
                    <a:pt x="12" y="24"/>
                  </a:cubicBez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5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6"/>
                    <a:pt x="75" y="24"/>
                  </a:cubicBezTo>
                  <a:close/>
                  <a:moveTo>
                    <a:pt x="72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6" name="Freeform 350"/>
            <p:cNvSpPr>
              <a:spLocks noEditPoints="1"/>
            </p:cNvSpPr>
            <p:nvPr/>
          </p:nvSpPr>
          <p:spPr bwMode="auto">
            <a:xfrm>
              <a:off x="3284330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29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29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3676111" y="2450946"/>
            <a:ext cx="217404" cy="301196"/>
            <a:chOff x="3676111" y="2450946"/>
            <a:chExt cx="217404" cy="301196"/>
          </a:xfrm>
          <a:solidFill>
            <a:schemeClr val="tx1"/>
          </a:solidFill>
        </p:grpSpPr>
        <p:sp>
          <p:nvSpPr>
            <p:cNvPr id="347" name="Freeform 351"/>
            <p:cNvSpPr>
              <a:spLocks/>
            </p:cNvSpPr>
            <p:nvPr/>
          </p:nvSpPr>
          <p:spPr bwMode="auto">
            <a:xfrm>
              <a:off x="3744050" y="2568706"/>
              <a:ext cx="81527" cy="97380"/>
            </a:xfrm>
            <a:custGeom>
              <a:avLst/>
              <a:gdLst>
                <a:gd name="T0" fmla="*/ 20 w 36"/>
                <a:gd name="T1" fmla="*/ 36 h 43"/>
                <a:gd name="T2" fmla="*/ 20 w 36"/>
                <a:gd name="T3" fmla="*/ 0 h 43"/>
                <a:gd name="T4" fmla="*/ 16 w 36"/>
                <a:gd name="T5" fmla="*/ 0 h 43"/>
                <a:gd name="T6" fmla="*/ 16 w 36"/>
                <a:gd name="T7" fmla="*/ 36 h 43"/>
                <a:gd name="T8" fmla="*/ 3 w 36"/>
                <a:gd name="T9" fmla="*/ 23 h 43"/>
                <a:gd name="T10" fmla="*/ 0 w 36"/>
                <a:gd name="T11" fmla="*/ 26 h 43"/>
                <a:gd name="T12" fmla="*/ 16 w 36"/>
                <a:gd name="T13" fmla="*/ 43 h 43"/>
                <a:gd name="T14" fmla="*/ 19 w 36"/>
                <a:gd name="T15" fmla="*/ 43 h 43"/>
                <a:gd name="T16" fmla="*/ 36 w 36"/>
                <a:gd name="T17" fmla="*/ 26 h 43"/>
                <a:gd name="T18" fmla="*/ 33 w 36"/>
                <a:gd name="T19" fmla="*/ 23 h 43"/>
                <a:gd name="T20" fmla="*/ 20 w 36"/>
                <a:gd name="T21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20" y="36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16" y="43"/>
                  </a:lnTo>
                  <a:lnTo>
                    <a:pt x="19" y="43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8" name="Freeform 352"/>
            <p:cNvSpPr>
              <a:spLocks noEditPoints="1"/>
            </p:cNvSpPr>
            <p:nvPr/>
          </p:nvSpPr>
          <p:spPr bwMode="auto">
            <a:xfrm>
              <a:off x="3676111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067891" y="2450946"/>
            <a:ext cx="217404" cy="301196"/>
            <a:chOff x="4067891" y="2450946"/>
            <a:chExt cx="217404" cy="301196"/>
          </a:xfrm>
          <a:solidFill>
            <a:schemeClr val="tx1"/>
          </a:solidFill>
        </p:grpSpPr>
        <p:sp>
          <p:nvSpPr>
            <p:cNvPr id="349" name="Freeform 353"/>
            <p:cNvSpPr>
              <a:spLocks noEditPoints="1"/>
            </p:cNvSpPr>
            <p:nvPr/>
          </p:nvSpPr>
          <p:spPr bwMode="auto">
            <a:xfrm>
              <a:off x="4067891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29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7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1 w 96"/>
                <a:gd name="T29" fmla="*/ 12 h 133"/>
                <a:gd name="T30" fmla="*/ 41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29 w 96"/>
                <a:gd name="T41" fmla="*/ 25 h 133"/>
                <a:gd name="T42" fmla="*/ 33 w 96"/>
                <a:gd name="T43" fmla="*/ 12 h 133"/>
                <a:gd name="T44" fmla="*/ 91 w 96"/>
                <a:gd name="T45" fmla="*/ 18 h 133"/>
                <a:gd name="T46" fmla="*/ 91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1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29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7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1" y="12"/>
                  </a:lnTo>
                  <a:lnTo>
                    <a:pt x="41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29" y="25"/>
                  </a:lnTo>
                  <a:lnTo>
                    <a:pt x="33" y="12"/>
                  </a:lnTo>
                  <a:close/>
                  <a:moveTo>
                    <a:pt x="91" y="18"/>
                  </a:moveTo>
                  <a:lnTo>
                    <a:pt x="91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0" name="Freeform 354"/>
            <p:cNvSpPr>
              <a:spLocks noEditPoints="1"/>
            </p:cNvSpPr>
            <p:nvPr/>
          </p:nvSpPr>
          <p:spPr bwMode="auto">
            <a:xfrm>
              <a:off x="4147153" y="2557384"/>
              <a:ext cx="83792" cy="108702"/>
            </a:xfrm>
            <a:custGeom>
              <a:avLst/>
              <a:gdLst>
                <a:gd name="T0" fmla="*/ 4 w 37"/>
                <a:gd name="T1" fmla="*/ 5 h 48"/>
                <a:gd name="T2" fmla="*/ 4 w 37"/>
                <a:gd name="T3" fmla="*/ 0 h 48"/>
                <a:gd name="T4" fmla="*/ 0 w 37"/>
                <a:gd name="T5" fmla="*/ 0 h 48"/>
                <a:gd name="T6" fmla="*/ 0 w 37"/>
                <a:gd name="T7" fmla="*/ 48 h 48"/>
                <a:gd name="T8" fmla="*/ 4 w 37"/>
                <a:gd name="T9" fmla="*/ 48 h 48"/>
                <a:gd name="T10" fmla="*/ 4 w 37"/>
                <a:gd name="T11" fmla="*/ 25 h 48"/>
                <a:gd name="T12" fmla="*/ 37 w 37"/>
                <a:gd name="T13" fmla="*/ 25 h 48"/>
                <a:gd name="T14" fmla="*/ 30 w 37"/>
                <a:gd name="T15" fmla="*/ 15 h 48"/>
                <a:gd name="T16" fmla="*/ 37 w 37"/>
                <a:gd name="T17" fmla="*/ 5 h 48"/>
                <a:gd name="T18" fmla="*/ 4 w 37"/>
                <a:gd name="T19" fmla="*/ 5 h 48"/>
                <a:gd name="T20" fmla="*/ 30 w 37"/>
                <a:gd name="T21" fmla="*/ 21 h 48"/>
                <a:gd name="T22" fmla="*/ 4 w 37"/>
                <a:gd name="T23" fmla="*/ 21 h 48"/>
                <a:gd name="T24" fmla="*/ 4 w 37"/>
                <a:gd name="T25" fmla="*/ 9 h 48"/>
                <a:gd name="T26" fmla="*/ 30 w 37"/>
                <a:gd name="T27" fmla="*/ 9 h 48"/>
                <a:gd name="T28" fmla="*/ 26 w 37"/>
                <a:gd name="T29" fmla="*/ 15 h 48"/>
                <a:gd name="T30" fmla="*/ 30 w 37"/>
                <a:gd name="T31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48">
                  <a:moveTo>
                    <a:pt x="4" y="5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25"/>
                  </a:lnTo>
                  <a:lnTo>
                    <a:pt x="37" y="25"/>
                  </a:lnTo>
                  <a:lnTo>
                    <a:pt x="30" y="15"/>
                  </a:lnTo>
                  <a:lnTo>
                    <a:pt x="37" y="5"/>
                  </a:lnTo>
                  <a:lnTo>
                    <a:pt x="4" y="5"/>
                  </a:lnTo>
                  <a:close/>
                  <a:moveTo>
                    <a:pt x="30" y="21"/>
                  </a:moveTo>
                  <a:lnTo>
                    <a:pt x="4" y="21"/>
                  </a:lnTo>
                  <a:lnTo>
                    <a:pt x="4" y="9"/>
                  </a:lnTo>
                  <a:lnTo>
                    <a:pt x="30" y="9"/>
                  </a:lnTo>
                  <a:lnTo>
                    <a:pt x="26" y="15"/>
                  </a:lnTo>
                  <a:lnTo>
                    <a:pt x="30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459671" y="2450946"/>
            <a:ext cx="215140" cy="301196"/>
            <a:chOff x="4459671" y="2450946"/>
            <a:chExt cx="215140" cy="301196"/>
          </a:xfrm>
          <a:solidFill>
            <a:schemeClr val="tx1"/>
          </a:solidFill>
        </p:grpSpPr>
        <p:sp>
          <p:nvSpPr>
            <p:cNvPr id="351" name="Rectangle 355"/>
            <p:cNvSpPr>
              <a:spLocks noChangeArrowheads="1"/>
            </p:cNvSpPr>
            <p:nvPr/>
          </p:nvSpPr>
          <p:spPr bwMode="auto">
            <a:xfrm>
              <a:off x="4525345" y="2613999"/>
              <a:ext cx="83792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2" name="Freeform 356"/>
            <p:cNvSpPr>
              <a:spLocks noEditPoints="1"/>
            </p:cNvSpPr>
            <p:nvPr/>
          </p:nvSpPr>
          <p:spPr bwMode="auto">
            <a:xfrm>
              <a:off x="4459671" y="2450946"/>
              <a:ext cx="215140" cy="301196"/>
            </a:xfrm>
            <a:custGeom>
              <a:avLst/>
              <a:gdLst>
                <a:gd name="T0" fmla="*/ 66 w 95"/>
                <a:gd name="T1" fmla="*/ 8 h 133"/>
                <a:gd name="T2" fmla="*/ 58 w 95"/>
                <a:gd name="T3" fmla="*/ 8 h 133"/>
                <a:gd name="T4" fmla="*/ 58 w 95"/>
                <a:gd name="T5" fmla="*/ 0 h 133"/>
                <a:gd name="T6" fmla="*/ 37 w 95"/>
                <a:gd name="T7" fmla="*/ 0 h 133"/>
                <a:gd name="T8" fmla="*/ 37 w 95"/>
                <a:gd name="T9" fmla="*/ 8 h 133"/>
                <a:gd name="T10" fmla="*/ 29 w 95"/>
                <a:gd name="T11" fmla="*/ 8 h 133"/>
                <a:gd name="T12" fmla="*/ 28 w 95"/>
                <a:gd name="T13" fmla="*/ 14 h 133"/>
                <a:gd name="T14" fmla="*/ 0 w 95"/>
                <a:gd name="T15" fmla="*/ 14 h 133"/>
                <a:gd name="T16" fmla="*/ 0 w 95"/>
                <a:gd name="T17" fmla="*/ 133 h 133"/>
                <a:gd name="T18" fmla="*/ 95 w 95"/>
                <a:gd name="T19" fmla="*/ 133 h 133"/>
                <a:gd name="T20" fmla="*/ 95 w 95"/>
                <a:gd name="T21" fmla="*/ 14 h 133"/>
                <a:gd name="T22" fmla="*/ 67 w 95"/>
                <a:gd name="T23" fmla="*/ 14 h 133"/>
                <a:gd name="T24" fmla="*/ 66 w 95"/>
                <a:gd name="T25" fmla="*/ 8 h 133"/>
                <a:gd name="T26" fmla="*/ 32 w 95"/>
                <a:gd name="T27" fmla="*/ 12 h 133"/>
                <a:gd name="T28" fmla="*/ 41 w 95"/>
                <a:gd name="T29" fmla="*/ 12 h 133"/>
                <a:gd name="T30" fmla="*/ 41 w 95"/>
                <a:gd name="T31" fmla="*/ 4 h 133"/>
                <a:gd name="T32" fmla="*/ 54 w 95"/>
                <a:gd name="T33" fmla="*/ 4 h 133"/>
                <a:gd name="T34" fmla="*/ 54 w 95"/>
                <a:gd name="T35" fmla="*/ 12 h 133"/>
                <a:gd name="T36" fmla="*/ 63 w 95"/>
                <a:gd name="T37" fmla="*/ 12 h 133"/>
                <a:gd name="T38" fmla="*/ 66 w 95"/>
                <a:gd name="T39" fmla="*/ 25 h 133"/>
                <a:gd name="T40" fmla="*/ 29 w 95"/>
                <a:gd name="T41" fmla="*/ 25 h 133"/>
                <a:gd name="T42" fmla="*/ 32 w 95"/>
                <a:gd name="T43" fmla="*/ 12 h 133"/>
                <a:gd name="T44" fmla="*/ 91 w 95"/>
                <a:gd name="T45" fmla="*/ 18 h 133"/>
                <a:gd name="T46" fmla="*/ 91 w 95"/>
                <a:gd name="T47" fmla="*/ 129 h 133"/>
                <a:gd name="T48" fmla="*/ 4 w 95"/>
                <a:gd name="T49" fmla="*/ 129 h 133"/>
                <a:gd name="T50" fmla="*/ 4 w 95"/>
                <a:gd name="T51" fmla="*/ 18 h 133"/>
                <a:gd name="T52" fmla="*/ 27 w 95"/>
                <a:gd name="T53" fmla="*/ 18 h 133"/>
                <a:gd name="T54" fmla="*/ 24 w 95"/>
                <a:gd name="T55" fmla="*/ 29 h 133"/>
                <a:gd name="T56" fmla="*/ 71 w 95"/>
                <a:gd name="T57" fmla="*/ 29 h 133"/>
                <a:gd name="T58" fmla="*/ 68 w 95"/>
                <a:gd name="T59" fmla="*/ 18 h 133"/>
                <a:gd name="T60" fmla="*/ 91 w 95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5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29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5" y="133"/>
                  </a:lnTo>
                  <a:lnTo>
                    <a:pt x="95" y="14"/>
                  </a:lnTo>
                  <a:lnTo>
                    <a:pt x="67" y="14"/>
                  </a:lnTo>
                  <a:lnTo>
                    <a:pt x="66" y="8"/>
                  </a:lnTo>
                  <a:close/>
                  <a:moveTo>
                    <a:pt x="32" y="12"/>
                  </a:moveTo>
                  <a:lnTo>
                    <a:pt x="41" y="12"/>
                  </a:lnTo>
                  <a:lnTo>
                    <a:pt x="41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29" y="25"/>
                  </a:lnTo>
                  <a:lnTo>
                    <a:pt x="32" y="12"/>
                  </a:lnTo>
                  <a:close/>
                  <a:moveTo>
                    <a:pt x="91" y="18"/>
                  </a:moveTo>
                  <a:lnTo>
                    <a:pt x="91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8" y="18"/>
                  </a:lnTo>
                  <a:lnTo>
                    <a:pt x="9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849187" y="2450946"/>
            <a:ext cx="217404" cy="301196"/>
            <a:chOff x="4849187" y="2450946"/>
            <a:chExt cx="217404" cy="301196"/>
          </a:xfrm>
          <a:solidFill>
            <a:schemeClr val="tx1"/>
          </a:solidFill>
        </p:grpSpPr>
        <p:sp>
          <p:nvSpPr>
            <p:cNvPr id="353" name="Freeform 357"/>
            <p:cNvSpPr>
              <a:spLocks noEditPoints="1"/>
            </p:cNvSpPr>
            <p:nvPr/>
          </p:nvSpPr>
          <p:spPr bwMode="auto">
            <a:xfrm>
              <a:off x="4910331" y="2573235"/>
              <a:ext cx="95114" cy="92850"/>
            </a:xfrm>
            <a:custGeom>
              <a:avLst/>
              <a:gdLst>
                <a:gd name="T0" fmla="*/ 40 w 80"/>
                <a:gd name="T1" fmla="*/ 0 h 80"/>
                <a:gd name="T2" fmla="*/ 12 w 80"/>
                <a:gd name="T3" fmla="*/ 12 h 80"/>
                <a:gd name="T4" fmla="*/ 0 w 80"/>
                <a:gd name="T5" fmla="*/ 40 h 80"/>
                <a:gd name="T6" fmla="*/ 12 w 80"/>
                <a:gd name="T7" fmla="*/ 68 h 80"/>
                <a:gd name="T8" fmla="*/ 40 w 80"/>
                <a:gd name="T9" fmla="*/ 80 h 80"/>
                <a:gd name="T10" fmla="*/ 40 w 80"/>
                <a:gd name="T11" fmla="*/ 80 h 80"/>
                <a:gd name="T12" fmla="*/ 80 w 80"/>
                <a:gd name="T13" fmla="*/ 40 h 80"/>
                <a:gd name="T14" fmla="*/ 68 w 80"/>
                <a:gd name="T15" fmla="*/ 12 h 80"/>
                <a:gd name="T16" fmla="*/ 40 w 80"/>
                <a:gd name="T17" fmla="*/ 0 h 80"/>
                <a:gd name="T18" fmla="*/ 40 w 80"/>
                <a:gd name="T19" fmla="*/ 72 h 80"/>
                <a:gd name="T20" fmla="*/ 17 w 80"/>
                <a:gd name="T21" fmla="*/ 62 h 80"/>
                <a:gd name="T22" fmla="*/ 8 w 80"/>
                <a:gd name="T23" fmla="*/ 40 h 80"/>
                <a:gd name="T24" fmla="*/ 15 w 80"/>
                <a:gd name="T25" fmla="*/ 20 h 80"/>
                <a:gd name="T26" fmla="*/ 60 w 80"/>
                <a:gd name="T27" fmla="*/ 65 h 80"/>
                <a:gd name="T28" fmla="*/ 40 w 80"/>
                <a:gd name="T29" fmla="*/ 72 h 80"/>
                <a:gd name="T30" fmla="*/ 65 w 80"/>
                <a:gd name="T31" fmla="*/ 59 h 80"/>
                <a:gd name="T32" fmla="*/ 20 w 80"/>
                <a:gd name="T33" fmla="*/ 15 h 80"/>
                <a:gd name="T34" fmla="*/ 40 w 80"/>
                <a:gd name="T35" fmla="*/ 8 h 80"/>
                <a:gd name="T36" fmla="*/ 63 w 80"/>
                <a:gd name="T37" fmla="*/ 17 h 80"/>
                <a:gd name="T38" fmla="*/ 72 w 80"/>
                <a:gd name="T39" fmla="*/ 40 h 80"/>
                <a:gd name="T40" fmla="*/ 65 w 80"/>
                <a:gd name="T41" fmla="*/ 5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cubicBezTo>
                    <a:pt x="29" y="0"/>
                    <a:pt x="19" y="4"/>
                    <a:pt x="12" y="12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0"/>
                    <a:pt x="4" y="61"/>
                    <a:pt x="12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2"/>
                  </a:cubicBezTo>
                  <a:cubicBezTo>
                    <a:pt x="61" y="4"/>
                    <a:pt x="51" y="0"/>
                    <a:pt x="40" y="0"/>
                  </a:cubicBezTo>
                  <a:close/>
                  <a:moveTo>
                    <a:pt x="40" y="72"/>
                  </a:moveTo>
                  <a:cubicBezTo>
                    <a:pt x="32" y="72"/>
                    <a:pt x="23" y="68"/>
                    <a:pt x="17" y="62"/>
                  </a:cubicBezTo>
                  <a:cubicBezTo>
                    <a:pt x="11" y="56"/>
                    <a:pt x="8" y="48"/>
                    <a:pt x="8" y="40"/>
                  </a:cubicBezTo>
                  <a:cubicBezTo>
                    <a:pt x="8" y="33"/>
                    <a:pt x="10" y="26"/>
                    <a:pt x="15" y="20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54" y="69"/>
                    <a:pt x="47" y="72"/>
                    <a:pt x="40" y="72"/>
                  </a:cubicBezTo>
                  <a:close/>
                  <a:moveTo>
                    <a:pt x="65" y="59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6" y="10"/>
                    <a:pt x="33" y="8"/>
                    <a:pt x="40" y="8"/>
                  </a:cubicBezTo>
                  <a:cubicBezTo>
                    <a:pt x="49" y="8"/>
                    <a:pt x="57" y="11"/>
                    <a:pt x="63" y="17"/>
                  </a:cubicBezTo>
                  <a:cubicBezTo>
                    <a:pt x="69" y="23"/>
                    <a:pt x="72" y="31"/>
                    <a:pt x="72" y="40"/>
                  </a:cubicBezTo>
                  <a:cubicBezTo>
                    <a:pt x="72" y="47"/>
                    <a:pt x="70" y="54"/>
                    <a:pt x="65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4" name="Freeform 358"/>
            <p:cNvSpPr>
              <a:spLocks noEditPoints="1"/>
            </p:cNvSpPr>
            <p:nvPr/>
          </p:nvSpPr>
          <p:spPr bwMode="auto">
            <a:xfrm>
              <a:off x="4849187" y="2450946"/>
              <a:ext cx="217404" cy="301196"/>
            </a:xfrm>
            <a:custGeom>
              <a:avLst/>
              <a:gdLst>
                <a:gd name="T0" fmla="*/ 67 w 96"/>
                <a:gd name="T1" fmla="*/ 8 h 133"/>
                <a:gd name="T2" fmla="*/ 59 w 96"/>
                <a:gd name="T3" fmla="*/ 8 h 133"/>
                <a:gd name="T4" fmla="*/ 59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30 w 96"/>
                <a:gd name="T11" fmla="*/ 8 h 133"/>
                <a:gd name="T12" fmla="*/ 29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7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5 w 96"/>
                <a:gd name="T33" fmla="*/ 4 h 133"/>
                <a:gd name="T34" fmla="*/ 55 w 96"/>
                <a:gd name="T35" fmla="*/ 12 h 133"/>
                <a:gd name="T36" fmla="*/ 63 w 96"/>
                <a:gd name="T37" fmla="*/ 12 h 133"/>
                <a:gd name="T38" fmla="*/ 67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5 w 96"/>
                <a:gd name="T49" fmla="*/ 129 h 133"/>
                <a:gd name="T50" fmla="*/ 5 w 96"/>
                <a:gd name="T51" fmla="*/ 18 h 133"/>
                <a:gd name="T52" fmla="*/ 27 w 96"/>
                <a:gd name="T53" fmla="*/ 18 h 133"/>
                <a:gd name="T54" fmla="*/ 25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7" y="8"/>
                  </a:moveTo>
                  <a:lnTo>
                    <a:pt x="59" y="8"/>
                  </a:lnTo>
                  <a:lnTo>
                    <a:pt x="59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30" y="8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7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5" y="4"/>
                  </a:lnTo>
                  <a:lnTo>
                    <a:pt x="55" y="12"/>
                  </a:lnTo>
                  <a:lnTo>
                    <a:pt x="63" y="12"/>
                  </a:lnTo>
                  <a:lnTo>
                    <a:pt x="67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5" y="129"/>
                  </a:lnTo>
                  <a:lnTo>
                    <a:pt x="5" y="18"/>
                  </a:lnTo>
                  <a:lnTo>
                    <a:pt x="27" y="18"/>
                  </a:lnTo>
                  <a:lnTo>
                    <a:pt x="25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5240966" y="2450946"/>
            <a:ext cx="217404" cy="301196"/>
            <a:chOff x="5240966" y="2450946"/>
            <a:chExt cx="217404" cy="301196"/>
          </a:xfrm>
          <a:solidFill>
            <a:schemeClr val="tx1"/>
          </a:solidFill>
        </p:grpSpPr>
        <p:sp>
          <p:nvSpPr>
            <p:cNvPr id="355" name="Freeform 359"/>
            <p:cNvSpPr>
              <a:spLocks noEditPoints="1"/>
            </p:cNvSpPr>
            <p:nvPr/>
          </p:nvSpPr>
          <p:spPr bwMode="auto">
            <a:xfrm>
              <a:off x="5297583" y="2566442"/>
              <a:ext cx="106438" cy="106438"/>
            </a:xfrm>
            <a:custGeom>
              <a:avLst/>
              <a:gdLst>
                <a:gd name="T0" fmla="*/ 3 w 47"/>
                <a:gd name="T1" fmla="*/ 33 h 47"/>
                <a:gd name="T2" fmla="*/ 0 w 47"/>
                <a:gd name="T3" fmla="*/ 47 h 47"/>
                <a:gd name="T4" fmla="*/ 14 w 47"/>
                <a:gd name="T5" fmla="*/ 44 h 47"/>
                <a:gd name="T6" fmla="*/ 47 w 47"/>
                <a:gd name="T7" fmla="*/ 11 h 47"/>
                <a:gd name="T8" fmla="*/ 36 w 47"/>
                <a:gd name="T9" fmla="*/ 0 h 47"/>
                <a:gd name="T10" fmla="*/ 3 w 47"/>
                <a:gd name="T11" fmla="*/ 33 h 47"/>
                <a:gd name="T12" fmla="*/ 12 w 47"/>
                <a:gd name="T13" fmla="*/ 40 h 47"/>
                <a:gd name="T14" fmla="*/ 5 w 47"/>
                <a:gd name="T15" fmla="*/ 42 h 47"/>
                <a:gd name="T16" fmla="*/ 6 w 47"/>
                <a:gd name="T17" fmla="*/ 35 h 47"/>
                <a:gd name="T18" fmla="*/ 29 w 47"/>
                <a:gd name="T19" fmla="*/ 12 h 47"/>
                <a:gd name="T20" fmla="*/ 35 w 47"/>
                <a:gd name="T21" fmla="*/ 17 h 47"/>
                <a:gd name="T22" fmla="*/ 12 w 47"/>
                <a:gd name="T23" fmla="*/ 40 h 47"/>
                <a:gd name="T24" fmla="*/ 38 w 47"/>
                <a:gd name="T25" fmla="*/ 14 h 47"/>
                <a:gd name="T26" fmla="*/ 32 w 47"/>
                <a:gd name="T27" fmla="*/ 9 h 47"/>
                <a:gd name="T28" fmla="*/ 36 w 47"/>
                <a:gd name="T29" fmla="*/ 5 h 47"/>
                <a:gd name="T30" fmla="*/ 41 w 47"/>
                <a:gd name="T31" fmla="*/ 11 h 47"/>
                <a:gd name="T32" fmla="*/ 38 w 47"/>
                <a:gd name="T33" fmla="*/ 1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7">
                  <a:moveTo>
                    <a:pt x="3" y="33"/>
                  </a:moveTo>
                  <a:lnTo>
                    <a:pt x="0" y="47"/>
                  </a:lnTo>
                  <a:lnTo>
                    <a:pt x="14" y="44"/>
                  </a:lnTo>
                  <a:lnTo>
                    <a:pt x="47" y="11"/>
                  </a:lnTo>
                  <a:lnTo>
                    <a:pt x="36" y="0"/>
                  </a:lnTo>
                  <a:lnTo>
                    <a:pt x="3" y="33"/>
                  </a:lnTo>
                  <a:close/>
                  <a:moveTo>
                    <a:pt x="12" y="40"/>
                  </a:moveTo>
                  <a:lnTo>
                    <a:pt x="5" y="42"/>
                  </a:lnTo>
                  <a:lnTo>
                    <a:pt x="6" y="35"/>
                  </a:lnTo>
                  <a:lnTo>
                    <a:pt x="29" y="12"/>
                  </a:lnTo>
                  <a:lnTo>
                    <a:pt x="35" y="17"/>
                  </a:lnTo>
                  <a:lnTo>
                    <a:pt x="12" y="40"/>
                  </a:lnTo>
                  <a:close/>
                  <a:moveTo>
                    <a:pt x="38" y="14"/>
                  </a:moveTo>
                  <a:lnTo>
                    <a:pt x="32" y="9"/>
                  </a:lnTo>
                  <a:lnTo>
                    <a:pt x="36" y="5"/>
                  </a:lnTo>
                  <a:lnTo>
                    <a:pt x="41" y="11"/>
                  </a:lnTo>
                  <a:lnTo>
                    <a:pt x="38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6" name="Freeform 360"/>
            <p:cNvSpPr>
              <a:spLocks noEditPoints="1"/>
            </p:cNvSpPr>
            <p:nvPr/>
          </p:nvSpPr>
          <p:spPr bwMode="auto">
            <a:xfrm>
              <a:off x="5240966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9 w 96"/>
                <a:gd name="T3" fmla="*/ 8 h 133"/>
                <a:gd name="T4" fmla="*/ 59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5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9" y="8"/>
                  </a:lnTo>
                  <a:lnTo>
                    <a:pt x="59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5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5632747" y="2450946"/>
            <a:ext cx="217404" cy="301196"/>
            <a:chOff x="5632747" y="2450946"/>
            <a:chExt cx="217404" cy="301196"/>
          </a:xfrm>
          <a:solidFill>
            <a:schemeClr val="tx1"/>
          </a:solidFill>
        </p:grpSpPr>
        <p:sp>
          <p:nvSpPr>
            <p:cNvPr id="357" name="Freeform 361"/>
            <p:cNvSpPr>
              <a:spLocks/>
            </p:cNvSpPr>
            <p:nvPr/>
          </p:nvSpPr>
          <p:spPr bwMode="auto">
            <a:xfrm>
              <a:off x="5698421" y="2577765"/>
              <a:ext cx="86056" cy="83792"/>
            </a:xfrm>
            <a:custGeom>
              <a:avLst/>
              <a:gdLst>
                <a:gd name="T0" fmla="*/ 21 w 38"/>
                <a:gd name="T1" fmla="*/ 0 h 37"/>
                <a:gd name="T2" fmla="*/ 17 w 38"/>
                <a:gd name="T3" fmla="*/ 0 h 37"/>
                <a:gd name="T4" fmla="*/ 17 w 38"/>
                <a:gd name="T5" fmla="*/ 16 h 37"/>
                <a:gd name="T6" fmla="*/ 0 w 38"/>
                <a:gd name="T7" fmla="*/ 16 h 37"/>
                <a:gd name="T8" fmla="*/ 0 w 38"/>
                <a:gd name="T9" fmla="*/ 21 h 37"/>
                <a:gd name="T10" fmla="*/ 17 w 38"/>
                <a:gd name="T11" fmla="*/ 21 h 37"/>
                <a:gd name="T12" fmla="*/ 17 w 38"/>
                <a:gd name="T13" fmla="*/ 37 h 37"/>
                <a:gd name="T14" fmla="*/ 21 w 38"/>
                <a:gd name="T15" fmla="*/ 37 h 37"/>
                <a:gd name="T16" fmla="*/ 21 w 38"/>
                <a:gd name="T17" fmla="*/ 21 h 37"/>
                <a:gd name="T18" fmla="*/ 38 w 38"/>
                <a:gd name="T19" fmla="*/ 21 h 37"/>
                <a:gd name="T20" fmla="*/ 38 w 38"/>
                <a:gd name="T21" fmla="*/ 16 h 37"/>
                <a:gd name="T22" fmla="*/ 21 w 38"/>
                <a:gd name="T23" fmla="*/ 16 h 37"/>
                <a:gd name="T24" fmla="*/ 21 w 38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7">
                  <a:moveTo>
                    <a:pt x="2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lnTo>
                    <a:pt x="21" y="37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6"/>
                  </a:lnTo>
                  <a:lnTo>
                    <a:pt x="21" y="16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8" name="Freeform 362"/>
            <p:cNvSpPr>
              <a:spLocks noEditPoints="1"/>
            </p:cNvSpPr>
            <p:nvPr/>
          </p:nvSpPr>
          <p:spPr bwMode="auto">
            <a:xfrm>
              <a:off x="5632747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5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5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024527" y="2450946"/>
            <a:ext cx="217404" cy="301196"/>
            <a:chOff x="6024527" y="2450946"/>
            <a:chExt cx="217404" cy="301196"/>
          </a:xfrm>
          <a:solidFill>
            <a:schemeClr val="tx1"/>
          </a:solidFill>
        </p:grpSpPr>
        <p:sp>
          <p:nvSpPr>
            <p:cNvPr id="359" name="Freeform 363"/>
            <p:cNvSpPr>
              <a:spLocks/>
            </p:cNvSpPr>
            <p:nvPr/>
          </p:nvSpPr>
          <p:spPr bwMode="auto">
            <a:xfrm>
              <a:off x="6090202" y="2620793"/>
              <a:ext cx="65675" cy="63410"/>
            </a:xfrm>
            <a:custGeom>
              <a:avLst/>
              <a:gdLst>
                <a:gd name="T0" fmla="*/ 37 w 56"/>
                <a:gd name="T1" fmla="*/ 22 h 54"/>
                <a:gd name="T2" fmla="*/ 44 w 56"/>
                <a:gd name="T3" fmla="*/ 32 h 54"/>
                <a:gd name="T4" fmla="*/ 36 w 56"/>
                <a:gd name="T5" fmla="*/ 32 h 54"/>
                <a:gd name="T6" fmla="*/ 8 w 56"/>
                <a:gd name="T7" fmla="*/ 0 h 54"/>
                <a:gd name="T8" fmla="*/ 0 w 56"/>
                <a:gd name="T9" fmla="*/ 0 h 54"/>
                <a:gd name="T10" fmla="*/ 36 w 56"/>
                <a:gd name="T11" fmla="*/ 40 h 54"/>
                <a:gd name="T12" fmla="*/ 44 w 56"/>
                <a:gd name="T13" fmla="*/ 40 h 54"/>
                <a:gd name="T14" fmla="*/ 37 w 56"/>
                <a:gd name="T15" fmla="*/ 49 h 54"/>
                <a:gd name="T16" fmla="*/ 44 w 56"/>
                <a:gd name="T17" fmla="*/ 54 h 54"/>
                <a:gd name="T18" fmla="*/ 56 w 56"/>
                <a:gd name="T19" fmla="*/ 38 h 54"/>
                <a:gd name="T20" fmla="*/ 56 w 56"/>
                <a:gd name="T21" fmla="*/ 33 h 54"/>
                <a:gd name="T22" fmla="*/ 44 w 56"/>
                <a:gd name="T23" fmla="*/ 17 h 54"/>
                <a:gd name="T24" fmla="*/ 37 w 56"/>
                <a:gd name="T2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7" y="22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1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6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4" y="17"/>
                    <a:pt x="44" y="17"/>
                    <a:pt x="44" y="17"/>
                  </a:cubicBezTo>
                  <a:lnTo>
                    <a:pt x="37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0" name="Freeform 364"/>
            <p:cNvSpPr>
              <a:spLocks/>
            </p:cNvSpPr>
            <p:nvPr/>
          </p:nvSpPr>
          <p:spPr bwMode="auto">
            <a:xfrm>
              <a:off x="6117377" y="2555118"/>
              <a:ext cx="67939" cy="65675"/>
            </a:xfrm>
            <a:custGeom>
              <a:avLst/>
              <a:gdLst>
                <a:gd name="T0" fmla="*/ 20 w 56"/>
                <a:gd name="T1" fmla="*/ 15 h 55"/>
                <a:gd name="T2" fmla="*/ 12 w 56"/>
                <a:gd name="T3" fmla="*/ 15 h 55"/>
                <a:gd name="T4" fmla="*/ 20 w 56"/>
                <a:gd name="T5" fmla="*/ 5 h 55"/>
                <a:gd name="T6" fmla="*/ 13 w 56"/>
                <a:gd name="T7" fmla="*/ 0 h 55"/>
                <a:gd name="T8" fmla="*/ 0 w 56"/>
                <a:gd name="T9" fmla="*/ 16 h 55"/>
                <a:gd name="T10" fmla="*/ 0 w 56"/>
                <a:gd name="T11" fmla="*/ 21 h 55"/>
                <a:gd name="T12" fmla="*/ 13 w 56"/>
                <a:gd name="T13" fmla="*/ 37 h 55"/>
                <a:gd name="T14" fmla="*/ 19 w 56"/>
                <a:gd name="T15" fmla="*/ 32 h 55"/>
                <a:gd name="T16" fmla="*/ 12 w 56"/>
                <a:gd name="T17" fmla="*/ 23 h 55"/>
                <a:gd name="T18" fmla="*/ 20 w 56"/>
                <a:gd name="T19" fmla="*/ 23 h 55"/>
                <a:gd name="T20" fmla="*/ 48 w 56"/>
                <a:gd name="T21" fmla="*/ 55 h 55"/>
                <a:gd name="T22" fmla="*/ 56 w 56"/>
                <a:gd name="T23" fmla="*/ 55 h 55"/>
                <a:gd name="T24" fmla="*/ 20 w 56"/>
                <a:gd name="T25" fmla="*/ 1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20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1" y="15"/>
                    <a:pt x="2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1" name="Freeform 365"/>
            <p:cNvSpPr>
              <a:spLocks noEditPoints="1"/>
            </p:cNvSpPr>
            <p:nvPr/>
          </p:nvSpPr>
          <p:spPr bwMode="auto">
            <a:xfrm>
              <a:off x="6024527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1 w 96"/>
                <a:gd name="T29" fmla="*/ 12 h 133"/>
                <a:gd name="T30" fmla="*/ 41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1 w 96"/>
                <a:gd name="T45" fmla="*/ 18 h 133"/>
                <a:gd name="T46" fmla="*/ 91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1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1" y="12"/>
                  </a:lnTo>
                  <a:lnTo>
                    <a:pt x="41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1" y="18"/>
                  </a:moveTo>
                  <a:lnTo>
                    <a:pt x="91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416308" y="2450946"/>
            <a:ext cx="217404" cy="301196"/>
            <a:chOff x="6416308" y="2450946"/>
            <a:chExt cx="217404" cy="301196"/>
          </a:xfrm>
          <a:solidFill>
            <a:schemeClr val="tx1"/>
          </a:solidFill>
        </p:grpSpPr>
        <p:sp>
          <p:nvSpPr>
            <p:cNvPr id="362" name="Freeform 366"/>
            <p:cNvSpPr>
              <a:spLocks/>
            </p:cNvSpPr>
            <p:nvPr/>
          </p:nvSpPr>
          <p:spPr bwMode="auto">
            <a:xfrm>
              <a:off x="6488776" y="2582294"/>
              <a:ext cx="72468" cy="74733"/>
            </a:xfrm>
            <a:custGeom>
              <a:avLst/>
              <a:gdLst>
                <a:gd name="T0" fmla="*/ 29 w 32"/>
                <a:gd name="T1" fmla="*/ 0 h 33"/>
                <a:gd name="T2" fmla="*/ 16 w 32"/>
                <a:gd name="T3" fmla="*/ 13 h 33"/>
                <a:gd name="T4" fmla="*/ 3 w 32"/>
                <a:gd name="T5" fmla="*/ 0 h 33"/>
                <a:gd name="T6" fmla="*/ 0 w 32"/>
                <a:gd name="T7" fmla="*/ 4 h 33"/>
                <a:gd name="T8" fmla="*/ 13 w 32"/>
                <a:gd name="T9" fmla="*/ 17 h 33"/>
                <a:gd name="T10" fmla="*/ 0 w 32"/>
                <a:gd name="T11" fmla="*/ 30 h 33"/>
                <a:gd name="T12" fmla="*/ 3 w 32"/>
                <a:gd name="T13" fmla="*/ 33 h 33"/>
                <a:gd name="T14" fmla="*/ 16 w 32"/>
                <a:gd name="T15" fmla="*/ 19 h 33"/>
                <a:gd name="T16" fmla="*/ 29 w 32"/>
                <a:gd name="T17" fmla="*/ 33 h 33"/>
                <a:gd name="T18" fmla="*/ 32 w 32"/>
                <a:gd name="T19" fmla="*/ 30 h 33"/>
                <a:gd name="T20" fmla="*/ 19 w 32"/>
                <a:gd name="T21" fmla="*/ 17 h 33"/>
                <a:gd name="T22" fmla="*/ 32 w 32"/>
                <a:gd name="T23" fmla="*/ 4 h 33"/>
                <a:gd name="T24" fmla="*/ 29 w 32"/>
                <a:gd name="T2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3">
                  <a:moveTo>
                    <a:pt x="29" y="0"/>
                  </a:moveTo>
                  <a:lnTo>
                    <a:pt x="16" y="13"/>
                  </a:lnTo>
                  <a:lnTo>
                    <a:pt x="3" y="0"/>
                  </a:lnTo>
                  <a:lnTo>
                    <a:pt x="0" y="4"/>
                  </a:lnTo>
                  <a:lnTo>
                    <a:pt x="13" y="17"/>
                  </a:lnTo>
                  <a:lnTo>
                    <a:pt x="0" y="30"/>
                  </a:lnTo>
                  <a:lnTo>
                    <a:pt x="3" y="33"/>
                  </a:lnTo>
                  <a:lnTo>
                    <a:pt x="16" y="19"/>
                  </a:lnTo>
                  <a:lnTo>
                    <a:pt x="29" y="33"/>
                  </a:lnTo>
                  <a:lnTo>
                    <a:pt x="32" y="30"/>
                  </a:lnTo>
                  <a:lnTo>
                    <a:pt x="19" y="17"/>
                  </a:lnTo>
                  <a:lnTo>
                    <a:pt x="32" y="4"/>
                  </a:ln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3" name="Freeform 367"/>
            <p:cNvSpPr>
              <a:spLocks noEditPoints="1"/>
            </p:cNvSpPr>
            <p:nvPr/>
          </p:nvSpPr>
          <p:spPr bwMode="auto">
            <a:xfrm>
              <a:off x="6416308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29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29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808087" y="2450946"/>
            <a:ext cx="217404" cy="301196"/>
            <a:chOff x="6808087" y="2450946"/>
            <a:chExt cx="217404" cy="301196"/>
          </a:xfrm>
          <a:solidFill>
            <a:schemeClr val="tx1"/>
          </a:solidFill>
        </p:grpSpPr>
        <p:sp>
          <p:nvSpPr>
            <p:cNvPr id="364" name="Freeform 368"/>
            <p:cNvSpPr>
              <a:spLocks noEditPoints="1"/>
            </p:cNvSpPr>
            <p:nvPr/>
          </p:nvSpPr>
          <p:spPr bwMode="auto">
            <a:xfrm>
              <a:off x="6869233" y="2573235"/>
              <a:ext cx="92850" cy="92850"/>
            </a:xfrm>
            <a:custGeom>
              <a:avLst/>
              <a:gdLst>
                <a:gd name="T0" fmla="*/ 56 w 78"/>
                <a:gd name="T1" fmla="*/ 28 h 79"/>
                <a:gd name="T2" fmla="*/ 28 w 78"/>
                <a:gd name="T3" fmla="*/ 0 h 79"/>
                <a:gd name="T4" fmla="*/ 0 w 78"/>
                <a:gd name="T5" fmla="*/ 28 h 79"/>
                <a:gd name="T6" fmla="*/ 28 w 78"/>
                <a:gd name="T7" fmla="*/ 56 h 79"/>
                <a:gd name="T8" fmla="*/ 44 w 78"/>
                <a:gd name="T9" fmla="*/ 50 h 79"/>
                <a:gd name="T10" fmla="*/ 73 w 78"/>
                <a:gd name="T11" fmla="*/ 79 h 79"/>
                <a:gd name="T12" fmla="*/ 78 w 78"/>
                <a:gd name="T13" fmla="*/ 73 h 79"/>
                <a:gd name="T14" fmla="*/ 50 w 78"/>
                <a:gd name="T15" fmla="*/ 45 h 79"/>
                <a:gd name="T16" fmla="*/ 56 w 78"/>
                <a:gd name="T17" fmla="*/ 28 h 79"/>
                <a:gd name="T18" fmla="*/ 8 w 78"/>
                <a:gd name="T19" fmla="*/ 28 h 79"/>
                <a:gd name="T20" fmla="*/ 28 w 78"/>
                <a:gd name="T21" fmla="*/ 8 h 79"/>
                <a:gd name="T22" fmla="*/ 48 w 78"/>
                <a:gd name="T23" fmla="*/ 28 h 79"/>
                <a:gd name="T24" fmla="*/ 28 w 78"/>
                <a:gd name="T25" fmla="*/ 48 h 79"/>
                <a:gd name="T26" fmla="*/ 8 w 78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79">
                  <a:moveTo>
                    <a:pt x="56" y="28"/>
                  </a:move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ubicBezTo>
                    <a:pt x="34" y="56"/>
                    <a:pt x="40" y="54"/>
                    <a:pt x="44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4" y="40"/>
                    <a:pt x="56" y="34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5" name="Freeform 369"/>
            <p:cNvSpPr>
              <a:spLocks noEditPoints="1"/>
            </p:cNvSpPr>
            <p:nvPr/>
          </p:nvSpPr>
          <p:spPr bwMode="auto">
            <a:xfrm>
              <a:off x="6808087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108990" y="2840461"/>
            <a:ext cx="217404" cy="303460"/>
            <a:chOff x="2108990" y="2840461"/>
            <a:chExt cx="217404" cy="303460"/>
          </a:xfrm>
          <a:solidFill>
            <a:schemeClr val="tx1"/>
          </a:solidFill>
        </p:grpSpPr>
        <p:sp>
          <p:nvSpPr>
            <p:cNvPr id="366" name="Freeform 370"/>
            <p:cNvSpPr>
              <a:spLocks noEditPoints="1"/>
            </p:cNvSpPr>
            <p:nvPr/>
          </p:nvSpPr>
          <p:spPr bwMode="auto">
            <a:xfrm>
              <a:off x="2108990" y="2840461"/>
              <a:ext cx="217404" cy="303460"/>
            </a:xfrm>
            <a:custGeom>
              <a:avLst/>
              <a:gdLst>
                <a:gd name="T0" fmla="*/ 66 w 96"/>
                <a:gd name="T1" fmla="*/ 9 h 134"/>
                <a:gd name="T2" fmla="*/ 59 w 96"/>
                <a:gd name="T3" fmla="*/ 9 h 134"/>
                <a:gd name="T4" fmla="*/ 59 w 96"/>
                <a:gd name="T5" fmla="*/ 0 h 134"/>
                <a:gd name="T6" fmla="*/ 38 w 96"/>
                <a:gd name="T7" fmla="*/ 0 h 134"/>
                <a:gd name="T8" fmla="*/ 38 w 96"/>
                <a:gd name="T9" fmla="*/ 9 h 134"/>
                <a:gd name="T10" fmla="*/ 30 w 96"/>
                <a:gd name="T11" fmla="*/ 9 h 134"/>
                <a:gd name="T12" fmla="*/ 28 w 96"/>
                <a:gd name="T13" fmla="*/ 15 h 134"/>
                <a:gd name="T14" fmla="*/ 0 w 96"/>
                <a:gd name="T15" fmla="*/ 15 h 134"/>
                <a:gd name="T16" fmla="*/ 0 w 96"/>
                <a:gd name="T17" fmla="*/ 134 h 134"/>
                <a:gd name="T18" fmla="*/ 96 w 96"/>
                <a:gd name="T19" fmla="*/ 134 h 134"/>
                <a:gd name="T20" fmla="*/ 96 w 96"/>
                <a:gd name="T21" fmla="*/ 15 h 134"/>
                <a:gd name="T22" fmla="*/ 68 w 96"/>
                <a:gd name="T23" fmla="*/ 15 h 134"/>
                <a:gd name="T24" fmla="*/ 66 w 96"/>
                <a:gd name="T25" fmla="*/ 9 h 134"/>
                <a:gd name="T26" fmla="*/ 33 w 96"/>
                <a:gd name="T27" fmla="*/ 13 h 134"/>
                <a:gd name="T28" fmla="*/ 42 w 96"/>
                <a:gd name="T29" fmla="*/ 13 h 134"/>
                <a:gd name="T30" fmla="*/ 42 w 96"/>
                <a:gd name="T31" fmla="*/ 5 h 134"/>
                <a:gd name="T32" fmla="*/ 54 w 96"/>
                <a:gd name="T33" fmla="*/ 5 h 134"/>
                <a:gd name="T34" fmla="*/ 54 w 96"/>
                <a:gd name="T35" fmla="*/ 13 h 134"/>
                <a:gd name="T36" fmla="*/ 63 w 96"/>
                <a:gd name="T37" fmla="*/ 13 h 134"/>
                <a:gd name="T38" fmla="*/ 66 w 96"/>
                <a:gd name="T39" fmla="*/ 25 h 134"/>
                <a:gd name="T40" fmla="*/ 30 w 96"/>
                <a:gd name="T41" fmla="*/ 25 h 134"/>
                <a:gd name="T42" fmla="*/ 33 w 96"/>
                <a:gd name="T43" fmla="*/ 13 h 134"/>
                <a:gd name="T44" fmla="*/ 92 w 96"/>
                <a:gd name="T45" fmla="*/ 19 h 134"/>
                <a:gd name="T46" fmla="*/ 92 w 96"/>
                <a:gd name="T47" fmla="*/ 129 h 134"/>
                <a:gd name="T48" fmla="*/ 4 w 96"/>
                <a:gd name="T49" fmla="*/ 129 h 134"/>
                <a:gd name="T50" fmla="*/ 4 w 96"/>
                <a:gd name="T51" fmla="*/ 19 h 134"/>
                <a:gd name="T52" fmla="*/ 27 w 96"/>
                <a:gd name="T53" fmla="*/ 19 h 134"/>
                <a:gd name="T54" fmla="*/ 25 w 96"/>
                <a:gd name="T55" fmla="*/ 29 h 134"/>
                <a:gd name="T56" fmla="*/ 72 w 96"/>
                <a:gd name="T57" fmla="*/ 29 h 134"/>
                <a:gd name="T58" fmla="*/ 69 w 96"/>
                <a:gd name="T59" fmla="*/ 19 h 134"/>
                <a:gd name="T60" fmla="*/ 92 w 96"/>
                <a:gd name="T61" fmla="*/ 1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4">
                  <a:moveTo>
                    <a:pt x="66" y="9"/>
                  </a:moveTo>
                  <a:lnTo>
                    <a:pt x="59" y="9"/>
                  </a:lnTo>
                  <a:lnTo>
                    <a:pt x="59" y="0"/>
                  </a:lnTo>
                  <a:lnTo>
                    <a:pt x="38" y="0"/>
                  </a:lnTo>
                  <a:lnTo>
                    <a:pt x="38" y="9"/>
                  </a:lnTo>
                  <a:lnTo>
                    <a:pt x="30" y="9"/>
                  </a:lnTo>
                  <a:lnTo>
                    <a:pt x="28" y="15"/>
                  </a:lnTo>
                  <a:lnTo>
                    <a:pt x="0" y="15"/>
                  </a:lnTo>
                  <a:lnTo>
                    <a:pt x="0" y="134"/>
                  </a:lnTo>
                  <a:lnTo>
                    <a:pt x="96" y="134"/>
                  </a:lnTo>
                  <a:lnTo>
                    <a:pt x="96" y="15"/>
                  </a:lnTo>
                  <a:lnTo>
                    <a:pt x="68" y="15"/>
                  </a:lnTo>
                  <a:lnTo>
                    <a:pt x="66" y="9"/>
                  </a:lnTo>
                  <a:close/>
                  <a:moveTo>
                    <a:pt x="33" y="13"/>
                  </a:moveTo>
                  <a:lnTo>
                    <a:pt x="42" y="13"/>
                  </a:lnTo>
                  <a:lnTo>
                    <a:pt x="42" y="5"/>
                  </a:lnTo>
                  <a:lnTo>
                    <a:pt x="54" y="5"/>
                  </a:lnTo>
                  <a:lnTo>
                    <a:pt x="54" y="13"/>
                  </a:lnTo>
                  <a:lnTo>
                    <a:pt x="63" y="13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3"/>
                  </a:lnTo>
                  <a:close/>
                  <a:moveTo>
                    <a:pt x="92" y="19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9"/>
                  </a:lnTo>
                  <a:lnTo>
                    <a:pt x="27" y="19"/>
                  </a:lnTo>
                  <a:lnTo>
                    <a:pt x="25" y="29"/>
                  </a:lnTo>
                  <a:lnTo>
                    <a:pt x="72" y="29"/>
                  </a:lnTo>
                  <a:lnTo>
                    <a:pt x="69" y="19"/>
                  </a:lnTo>
                  <a:lnTo>
                    <a:pt x="92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7" name="Freeform 371"/>
            <p:cNvSpPr>
              <a:spLocks noEditPoints="1"/>
            </p:cNvSpPr>
            <p:nvPr/>
          </p:nvSpPr>
          <p:spPr bwMode="auto">
            <a:xfrm>
              <a:off x="2165605" y="2958222"/>
              <a:ext cx="106438" cy="99644"/>
            </a:xfrm>
            <a:custGeom>
              <a:avLst/>
              <a:gdLst>
                <a:gd name="T0" fmla="*/ 84 w 89"/>
                <a:gd name="T1" fmla="*/ 32 h 84"/>
                <a:gd name="T2" fmla="*/ 59 w 89"/>
                <a:gd name="T3" fmla="*/ 32 h 84"/>
                <a:gd name="T4" fmla="*/ 48 w 89"/>
                <a:gd name="T5" fmla="*/ 3 h 84"/>
                <a:gd name="T6" fmla="*/ 44 w 89"/>
                <a:gd name="T7" fmla="*/ 0 h 84"/>
                <a:gd name="T8" fmla="*/ 40 w 89"/>
                <a:gd name="T9" fmla="*/ 3 h 84"/>
                <a:gd name="T10" fmla="*/ 30 w 89"/>
                <a:gd name="T11" fmla="*/ 32 h 84"/>
                <a:gd name="T12" fmla="*/ 4 w 89"/>
                <a:gd name="T13" fmla="*/ 32 h 84"/>
                <a:gd name="T14" fmla="*/ 0 w 89"/>
                <a:gd name="T15" fmla="*/ 35 h 84"/>
                <a:gd name="T16" fmla="*/ 2 w 89"/>
                <a:gd name="T17" fmla="*/ 39 h 84"/>
                <a:gd name="T18" fmla="*/ 24 w 89"/>
                <a:gd name="T19" fmla="*/ 54 h 84"/>
                <a:gd name="T20" fmla="*/ 16 w 89"/>
                <a:gd name="T21" fmla="*/ 79 h 84"/>
                <a:gd name="T22" fmla="*/ 17 w 89"/>
                <a:gd name="T23" fmla="*/ 83 h 84"/>
                <a:gd name="T24" fmla="*/ 22 w 89"/>
                <a:gd name="T25" fmla="*/ 83 h 84"/>
                <a:gd name="T26" fmla="*/ 44 w 89"/>
                <a:gd name="T27" fmla="*/ 69 h 84"/>
                <a:gd name="T28" fmla="*/ 66 w 89"/>
                <a:gd name="T29" fmla="*/ 83 h 84"/>
                <a:gd name="T30" fmla="*/ 68 w 89"/>
                <a:gd name="T31" fmla="*/ 84 h 84"/>
                <a:gd name="T32" fmla="*/ 70 w 89"/>
                <a:gd name="T33" fmla="*/ 83 h 84"/>
                <a:gd name="T34" fmla="*/ 72 w 89"/>
                <a:gd name="T35" fmla="*/ 79 h 84"/>
                <a:gd name="T36" fmla="*/ 65 w 89"/>
                <a:gd name="T37" fmla="*/ 54 h 84"/>
                <a:gd name="T38" fmla="*/ 86 w 89"/>
                <a:gd name="T39" fmla="*/ 39 h 84"/>
                <a:gd name="T40" fmla="*/ 88 w 89"/>
                <a:gd name="T41" fmla="*/ 35 h 84"/>
                <a:gd name="T42" fmla="*/ 84 w 89"/>
                <a:gd name="T43" fmla="*/ 32 h 84"/>
                <a:gd name="T44" fmla="*/ 58 w 89"/>
                <a:gd name="T45" fmla="*/ 49 h 84"/>
                <a:gd name="T46" fmla="*/ 56 w 89"/>
                <a:gd name="T47" fmla="*/ 53 h 84"/>
                <a:gd name="T48" fmla="*/ 61 w 89"/>
                <a:gd name="T49" fmla="*/ 71 h 84"/>
                <a:gd name="T50" fmla="*/ 46 w 89"/>
                <a:gd name="T51" fmla="*/ 61 h 84"/>
                <a:gd name="T52" fmla="*/ 42 w 89"/>
                <a:gd name="T53" fmla="*/ 61 h 84"/>
                <a:gd name="T54" fmla="*/ 27 w 89"/>
                <a:gd name="T55" fmla="*/ 71 h 84"/>
                <a:gd name="T56" fmla="*/ 32 w 89"/>
                <a:gd name="T57" fmla="*/ 53 h 84"/>
                <a:gd name="T58" fmla="*/ 30 w 89"/>
                <a:gd name="T59" fmla="*/ 49 h 84"/>
                <a:gd name="T60" fmla="*/ 17 w 89"/>
                <a:gd name="T61" fmla="*/ 40 h 84"/>
                <a:gd name="T62" fmla="*/ 33 w 89"/>
                <a:gd name="T63" fmla="*/ 40 h 84"/>
                <a:gd name="T64" fmla="*/ 37 w 89"/>
                <a:gd name="T65" fmla="*/ 37 h 84"/>
                <a:gd name="T66" fmla="*/ 44 w 89"/>
                <a:gd name="T67" fmla="*/ 16 h 84"/>
                <a:gd name="T68" fmla="*/ 52 w 89"/>
                <a:gd name="T69" fmla="*/ 38 h 84"/>
                <a:gd name="T70" fmla="*/ 56 w 89"/>
                <a:gd name="T71" fmla="*/ 40 h 84"/>
                <a:gd name="T72" fmla="*/ 71 w 89"/>
                <a:gd name="T73" fmla="*/ 40 h 84"/>
                <a:gd name="T74" fmla="*/ 58 w 89"/>
                <a:gd name="T75" fmla="*/ 4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4">
                  <a:moveTo>
                    <a:pt x="84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1"/>
                    <a:pt x="46" y="0"/>
                    <a:pt x="44" y="0"/>
                  </a:cubicBezTo>
                  <a:cubicBezTo>
                    <a:pt x="42" y="0"/>
                    <a:pt x="41" y="1"/>
                    <a:pt x="40" y="3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2" y="32"/>
                    <a:pt x="1" y="33"/>
                    <a:pt x="0" y="35"/>
                  </a:cubicBezTo>
                  <a:cubicBezTo>
                    <a:pt x="0" y="37"/>
                    <a:pt x="1" y="38"/>
                    <a:pt x="2" y="39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5" y="81"/>
                    <a:pt x="16" y="82"/>
                    <a:pt x="17" y="83"/>
                  </a:cubicBezTo>
                  <a:cubicBezTo>
                    <a:pt x="19" y="84"/>
                    <a:pt x="20" y="84"/>
                    <a:pt x="22" y="83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4"/>
                    <a:pt x="67" y="84"/>
                    <a:pt x="68" y="84"/>
                  </a:cubicBezTo>
                  <a:cubicBezTo>
                    <a:pt x="69" y="84"/>
                    <a:pt x="70" y="84"/>
                    <a:pt x="70" y="83"/>
                  </a:cubicBezTo>
                  <a:cubicBezTo>
                    <a:pt x="72" y="82"/>
                    <a:pt x="72" y="81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8" y="38"/>
                    <a:pt x="89" y="37"/>
                    <a:pt x="88" y="35"/>
                  </a:cubicBezTo>
                  <a:cubicBezTo>
                    <a:pt x="88" y="33"/>
                    <a:pt x="86" y="32"/>
                    <a:pt x="84" y="32"/>
                  </a:cubicBezTo>
                  <a:close/>
                  <a:moveTo>
                    <a:pt x="58" y="49"/>
                  </a:moveTo>
                  <a:cubicBezTo>
                    <a:pt x="57" y="50"/>
                    <a:pt x="56" y="52"/>
                    <a:pt x="56" y="53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5" y="60"/>
                    <a:pt x="43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3" y="52"/>
                    <a:pt x="32" y="50"/>
                    <a:pt x="30" y="49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5" y="40"/>
                    <a:pt x="36" y="39"/>
                    <a:pt x="37" y="3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3" y="39"/>
                    <a:pt x="55" y="40"/>
                    <a:pt x="56" y="40"/>
                  </a:cubicBezTo>
                  <a:cubicBezTo>
                    <a:pt x="71" y="40"/>
                    <a:pt x="71" y="40"/>
                    <a:pt x="71" y="40"/>
                  </a:cubicBezTo>
                  <a:lnTo>
                    <a:pt x="58" y="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500770" y="2840461"/>
            <a:ext cx="217404" cy="303460"/>
            <a:chOff x="2500770" y="2840461"/>
            <a:chExt cx="217404" cy="303460"/>
          </a:xfrm>
          <a:solidFill>
            <a:schemeClr val="tx1"/>
          </a:solidFill>
        </p:grpSpPr>
        <p:sp>
          <p:nvSpPr>
            <p:cNvPr id="368" name="Freeform 372"/>
            <p:cNvSpPr>
              <a:spLocks/>
            </p:cNvSpPr>
            <p:nvPr/>
          </p:nvSpPr>
          <p:spPr bwMode="auto">
            <a:xfrm>
              <a:off x="2568709" y="2958222"/>
              <a:ext cx="81527" cy="99644"/>
            </a:xfrm>
            <a:custGeom>
              <a:avLst/>
              <a:gdLst>
                <a:gd name="T0" fmla="*/ 16 w 36"/>
                <a:gd name="T1" fmla="*/ 0 h 44"/>
                <a:gd name="T2" fmla="*/ 0 w 36"/>
                <a:gd name="T3" fmla="*/ 18 h 44"/>
                <a:gd name="T4" fmla="*/ 3 w 36"/>
                <a:gd name="T5" fmla="*/ 21 h 44"/>
                <a:gd name="T6" fmla="*/ 16 w 36"/>
                <a:gd name="T7" fmla="*/ 8 h 44"/>
                <a:gd name="T8" fmla="*/ 16 w 36"/>
                <a:gd name="T9" fmla="*/ 44 h 44"/>
                <a:gd name="T10" fmla="*/ 20 w 36"/>
                <a:gd name="T11" fmla="*/ 44 h 44"/>
                <a:gd name="T12" fmla="*/ 20 w 36"/>
                <a:gd name="T13" fmla="*/ 8 h 44"/>
                <a:gd name="T14" fmla="*/ 34 w 36"/>
                <a:gd name="T15" fmla="*/ 21 h 44"/>
                <a:gd name="T16" fmla="*/ 36 w 36"/>
                <a:gd name="T17" fmla="*/ 18 h 44"/>
                <a:gd name="T18" fmla="*/ 20 w 36"/>
                <a:gd name="T19" fmla="*/ 0 h 44"/>
                <a:gd name="T20" fmla="*/ 16 w 36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6" y="0"/>
                  </a:moveTo>
                  <a:lnTo>
                    <a:pt x="0" y="18"/>
                  </a:lnTo>
                  <a:lnTo>
                    <a:pt x="3" y="21"/>
                  </a:lnTo>
                  <a:lnTo>
                    <a:pt x="16" y="8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8"/>
                  </a:lnTo>
                  <a:lnTo>
                    <a:pt x="34" y="21"/>
                  </a:lnTo>
                  <a:lnTo>
                    <a:pt x="36" y="18"/>
                  </a:lnTo>
                  <a:lnTo>
                    <a:pt x="20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9" name="Freeform 373"/>
            <p:cNvSpPr>
              <a:spLocks noEditPoints="1"/>
            </p:cNvSpPr>
            <p:nvPr/>
          </p:nvSpPr>
          <p:spPr bwMode="auto">
            <a:xfrm>
              <a:off x="2500770" y="2840461"/>
              <a:ext cx="217404" cy="303460"/>
            </a:xfrm>
            <a:custGeom>
              <a:avLst/>
              <a:gdLst>
                <a:gd name="T0" fmla="*/ 66 w 96"/>
                <a:gd name="T1" fmla="*/ 9 h 134"/>
                <a:gd name="T2" fmla="*/ 58 w 96"/>
                <a:gd name="T3" fmla="*/ 9 h 134"/>
                <a:gd name="T4" fmla="*/ 58 w 96"/>
                <a:gd name="T5" fmla="*/ 0 h 134"/>
                <a:gd name="T6" fmla="*/ 38 w 96"/>
                <a:gd name="T7" fmla="*/ 0 h 134"/>
                <a:gd name="T8" fmla="*/ 38 w 96"/>
                <a:gd name="T9" fmla="*/ 9 h 134"/>
                <a:gd name="T10" fmla="*/ 30 w 96"/>
                <a:gd name="T11" fmla="*/ 9 h 134"/>
                <a:gd name="T12" fmla="*/ 28 w 96"/>
                <a:gd name="T13" fmla="*/ 15 h 134"/>
                <a:gd name="T14" fmla="*/ 0 w 96"/>
                <a:gd name="T15" fmla="*/ 15 h 134"/>
                <a:gd name="T16" fmla="*/ 0 w 96"/>
                <a:gd name="T17" fmla="*/ 134 h 134"/>
                <a:gd name="T18" fmla="*/ 96 w 96"/>
                <a:gd name="T19" fmla="*/ 134 h 134"/>
                <a:gd name="T20" fmla="*/ 96 w 96"/>
                <a:gd name="T21" fmla="*/ 15 h 134"/>
                <a:gd name="T22" fmla="*/ 68 w 96"/>
                <a:gd name="T23" fmla="*/ 15 h 134"/>
                <a:gd name="T24" fmla="*/ 66 w 96"/>
                <a:gd name="T25" fmla="*/ 9 h 134"/>
                <a:gd name="T26" fmla="*/ 33 w 96"/>
                <a:gd name="T27" fmla="*/ 13 h 134"/>
                <a:gd name="T28" fmla="*/ 42 w 96"/>
                <a:gd name="T29" fmla="*/ 13 h 134"/>
                <a:gd name="T30" fmla="*/ 42 w 96"/>
                <a:gd name="T31" fmla="*/ 5 h 134"/>
                <a:gd name="T32" fmla="*/ 54 w 96"/>
                <a:gd name="T33" fmla="*/ 5 h 134"/>
                <a:gd name="T34" fmla="*/ 54 w 96"/>
                <a:gd name="T35" fmla="*/ 13 h 134"/>
                <a:gd name="T36" fmla="*/ 63 w 96"/>
                <a:gd name="T37" fmla="*/ 13 h 134"/>
                <a:gd name="T38" fmla="*/ 66 w 96"/>
                <a:gd name="T39" fmla="*/ 25 h 134"/>
                <a:gd name="T40" fmla="*/ 30 w 96"/>
                <a:gd name="T41" fmla="*/ 25 h 134"/>
                <a:gd name="T42" fmla="*/ 33 w 96"/>
                <a:gd name="T43" fmla="*/ 13 h 134"/>
                <a:gd name="T44" fmla="*/ 92 w 96"/>
                <a:gd name="T45" fmla="*/ 19 h 134"/>
                <a:gd name="T46" fmla="*/ 92 w 96"/>
                <a:gd name="T47" fmla="*/ 129 h 134"/>
                <a:gd name="T48" fmla="*/ 4 w 96"/>
                <a:gd name="T49" fmla="*/ 129 h 134"/>
                <a:gd name="T50" fmla="*/ 4 w 96"/>
                <a:gd name="T51" fmla="*/ 19 h 134"/>
                <a:gd name="T52" fmla="*/ 27 w 96"/>
                <a:gd name="T53" fmla="*/ 19 h 134"/>
                <a:gd name="T54" fmla="*/ 25 w 96"/>
                <a:gd name="T55" fmla="*/ 29 h 134"/>
                <a:gd name="T56" fmla="*/ 71 w 96"/>
                <a:gd name="T57" fmla="*/ 29 h 134"/>
                <a:gd name="T58" fmla="*/ 69 w 96"/>
                <a:gd name="T59" fmla="*/ 19 h 134"/>
                <a:gd name="T60" fmla="*/ 92 w 96"/>
                <a:gd name="T61" fmla="*/ 1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4">
                  <a:moveTo>
                    <a:pt x="66" y="9"/>
                  </a:moveTo>
                  <a:lnTo>
                    <a:pt x="58" y="9"/>
                  </a:lnTo>
                  <a:lnTo>
                    <a:pt x="58" y="0"/>
                  </a:lnTo>
                  <a:lnTo>
                    <a:pt x="38" y="0"/>
                  </a:lnTo>
                  <a:lnTo>
                    <a:pt x="38" y="9"/>
                  </a:lnTo>
                  <a:lnTo>
                    <a:pt x="30" y="9"/>
                  </a:lnTo>
                  <a:lnTo>
                    <a:pt x="28" y="15"/>
                  </a:lnTo>
                  <a:lnTo>
                    <a:pt x="0" y="15"/>
                  </a:lnTo>
                  <a:lnTo>
                    <a:pt x="0" y="134"/>
                  </a:lnTo>
                  <a:lnTo>
                    <a:pt x="96" y="134"/>
                  </a:lnTo>
                  <a:lnTo>
                    <a:pt x="96" y="15"/>
                  </a:lnTo>
                  <a:lnTo>
                    <a:pt x="68" y="15"/>
                  </a:lnTo>
                  <a:lnTo>
                    <a:pt x="66" y="9"/>
                  </a:lnTo>
                  <a:close/>
                  <a:moveTo>
                    <a:pt x="33" y="13"/>
                  </a:moveTo>
                  <a:lnTo>
                    <a:pt x="42" y="13"/>
                  </a:lnTo>
                  <a:lnTo>
                    <a:pt x="42" y="5"/>
                  </a:lnTo>
                  <a:lnTo>
                    <a:pt x="54" y="5"/>
                  </a:lnTo>
                  <a:lnTo>
                    <a:pt x="54" y="13"/>
                  </a:lnTo>
                  <a:lnTo>
                    <a:pt x="63" y="13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3"/>
                  </a:lnTo>
                  <a:close/>
                  <a:moveTo>
                    <a:pt x="92" y="19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9"/>
                  </a:lnTo>
                  <a:lnTo>
                    <a:pt x="27" y="19"/>
                  </a:lnTo>
                  <a:lnTo>
                    <a:pt x="25" y="29"/>
                  </a:lnTo>
                  <a:lnTo>
                    <a:pt x="71" y="29"/>
                  </a:lnTo>
                  <a:lnTo>
                    <a:pt x="69" y="19"/>
                  </a:lnTo>
                  <a:lnTo>
                    <a:pt x="92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</p:spTree>
    <p:extLst>
      <p:ext uri="{BB962C8B-B14F-4D97-AF65-F5344CB8AC3E}">
        <p14:creationId xmlns:p14="http://schemas.microsoft.com/office/powerpoint/2010/main" val="93257981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4051664" y="411510"/>
            <a:ext cx="10702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Arrows</a:t>
            </a:r>
            <a:endParaRPr lang="uk-UA" sz="2400" dirty="0"/>
          </a:p>
        </p:txBody>
      </p:sp>
      <p:sp>
        <p:nvSpPr>
          <p:cNvPr id="5" name="Freeform 11"/>
          <p:cNvSpPr>
            <a:spLocks/>
          </p:cNvSpPr>
          <p:nvPr/>
        </p:nvSpPr>
        <p:spPr bwMode="auto">
          <a:xfrm>
            <a:off x="2065823" y="1264880"/>
            <a:ext cx="302608" cy="302608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24 w 256"/>
              <a:gd name="T5" fmla="*/ 202 h 256"/>
              <a:gd name="T6" fmla="*/ 42 w 256"/>
              <a:gd name="T7" fmla="*/ 220 h 256"/>
              <a:gd name="T8" fmla="*/ 8 w 256"/>
              <a:gd name="T9" fmla="*/ 220 h 256"/>
              <a:gd name="T10" fmla="*/ 8 w 256"/>
              <a:gd name="T11" fmla="*/ 228 h 256"/>
              <a:gd name="T12" fmla="*/ 52 w 256"/>
              <a:gd name="T13" fmla="*/ 228 h 256"/>
              <a:gd name="T14" fmla="*/ 56 w 256"/>
              <a:gd name="T15" fmla="*/ 224 h 256"/>
              <a:gd name="T16" fmla="*/ 56 w 256"/>
              <a:gd name="T17" fmla="*/ 180 h 256"/>
              <a:gd name="T18" fmla="*/ 48 w 256"/>
              <a:gd name="T19" fmla="*/ 180 h 256"/>
              <a:gd name="T20" fmla="*/ 48 w 256"/>
              <a:gd name="T21" fmla="*/ 215 h 256"/>
              <a:gd name="T22" fmla="*/ 30 w 256"/>
              <a:gd name="T23" fmla="*/ 197 h 256"/>
              <a:gd name="T24" fmla="*/ 8 w 256"/>
              <a:gd name="T25" fmla="*/ 128 h 256"/>
              <a:gd name="T26" fmla="*/ 128 w 256"/>
              <a:gd name="T27" fmla="*/ 8 h 256"/>
              <a:gd name="T28" fmla="*/ 248 w 256"/>
              <a:gd name="T29" fmla="*/ 128 h 256"/>
              <a:gd name="T30" fmla="*/ 128 w 256"/>
              <a:gd name="T31" fmla="*/ 248 h 256"/>
              <a:gd name="T32" fmla="*/ 128 w 256"/>
              <a:gd name="T33" fmla="*/ 256 h 256"/>
              <a:gd name="T34" fmla="*/ 256 w 256"/>
              <a:gd name="T35" fmla="*/ 128 h 256"/>
              <a:gd name="T36" fmla="*/ 128 w 256"/>
              <a:gd name="T37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8" y="0"/>
                  <a:pt x="0" y="57"/>
                  <a:pt x="0" y="128"/>
                </a:cubicBezTo>
                <a:cubicBezTo>
                  <a:pt x="0" y="154"/>
                  <a:pt x="8" y="180"/>
                  <a:pt x="24" y="202"/>
                </a:cubicBezTo>
                <a:cubicBezTo>
                  <a:pt x="42" y="220"/>
                  <a:pt x="42" y="220"/>
                  <a:pt x="42" y="220"/>
                </a:cubicBezTo>
                <a:cubicBezTo>
                  <a:pt x="8" y="220"/>
                  <a:pt x="8" y="220"/>
                  <a:pt x="8" y="220"/>
                </a:cubicBezTo>
                <a:cubicBezTo>
                  <a:pt x="8" y="228"/>
                  <a:pt x="8" y="228"/>
                  <a:pt x="8" y="228"/>
                </a:cubicBezTo>
                <a:cubicBezTo>
                  <a:pt x="52" y="228"/>
                  <a:pt x="52" y="228"/>
                  <a:pt x="52" y="228"/>
                </a:cubicBezTo>
                <a:cubicBezTo>
                  <a:pt x="56" y="224"/>
                  <a:pt x="56" y="224"/>
                  <a:pt x="56" y="224"/>
                </a:cubicBezTo>
                <a:cubicBezTo>
                  <a:pt x="56" y="180"/>
                  <a:pt x="56" y="180"/>
                  <a:pt x="56" y="180"/>
                </a:cubicBezTo>
                <a:cubicBezTo>
                  <a:pt x="48" y="180"/>
                  <a:pt x="48" y="180"/>
                  <a:pt x="48" y="180"/>
                </a:cubicBezTo>
                <a:cubicBezTo>
                  <a:pt x="48" y="215"/>
                  <a:pt x="48" y="215"/>
                  <a:pt x="48" y="215"/>
                </a:cubicBezTo>
                <a:cubicBezTo>
                  <a:pt x="30" y="197"/>
                  <a:pt x="30" y="197"/>
                  <a:pt x="30" y="197"/>
                </a:cubicBezTo>
                <a:cubicBezTo>
                  <a:pt x="16" y="177"/>
                  <a:pt x="8" y="153"/>
                  <a:pt x="8" y="128"/>
                </a:cubicBezTo>
                <a:cubicBezTo>
                  <a:pt x="8" y="61"/>
                  <a:pt x="62" y="8"/>
                  <a:pt x="128" y="8"/>
                </a:cubicBezTo>
                <a:cubicBezTo>
                  <a:pt x="194" y="8"/>
                  <a:pt x="248" y="61"/>
                  <a:pt x="248" y="128"/>
                </a:cubicBezTo>
                <a:cubicBezTo>
                  <a:pt x="248" y="194"/>
                  <a:pt x="194" y="248"/>
                  <a:pt x="128" y="248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" name="Группа 1"/>
          <p:cNvGrpSpPr/>
          <p:nvPr/>
        </p:nvGrpSpPr>
        <p:grpSpPr>
          <a:xfrm>
            <a:off x="2458794" y="1264880"/>
            <a:ext cx="302608" cy="302608"/>
            <a:chOff x="2458794" y="1264880"/>
            <a:chExt cx="302608" cy="302608"/>
          </a:xfrm>
          <a:solidFill>
            <a:schemeClr val="tx1"/>
          </a:solidFill>
        </p:grpSpPr>
        <p:sp>
          <p:nvSpPr>
            <p:cNvPr id="6" name="Freeform 12"/>
            <p:cNvSpPr>
              <a:spLocks/>
            </p:cNvSpPr>
            <p:nvPr/>
          </p:nvSpPr>
          <p:spPr bwMode="auto">
            <a:xfrm>
              <a:off x="2458794" y="1264880"/>
              <a:ext cx="161812" cy="268985"/>
            </a:xfrm>
            <a:custGeom>
              <a:avLst/>
              <a:gdLst>
                <a:gd name="T0" fmla="*/ 128 w 137"/>
                <a:gd name="T1" fmla="*/ 0 h 228"/>
                <a:gd name="T2" fmla="*/ 0 w 137"/>
                <a:gd name="T3" fmla="*/ 128 h 228"/>
                <a:gd name="T4" fmla="*/ 24 w 137"/>
                <a:gd name="T5" fmla="*/ 202 h 228"/>
                <a:gd name="T6" fmla="*/ 42 w 137"/>
                <a:gd name="T7" fmla="*/ 220 h 228"/>
                <a:gd name="T8" fmla="*/ 8 w 137"/>
                <a:gd name="T9" fmla="*/ 220 h 228"/>
                <a:gd name="T10" fmla="*/ 8 w 137"/>
                <a:gd name="T11" fmla="*/ 228 h 228"/>
                <a:gd name="T12" fmla="*/ 52 w 137"/>
                <a:gd name="T13" fmla="*/ 228 h 228"/>
                <a:gd name="T14" fmla="*/ 56 w 137"/>
                <a:gd name="T15" fmla="*/ 224 h 228"/>
                <a:gd name="T16" fmla="*/ 56 w 137"/>
                <a:gd name="T17" fmla="*/ 180 h 228"/>
                <a:gd name="T18" fmla="*/ 48 w 137"/>
                <a:gd name="T19" fmla="*/ 180 h 228"/>
                <a:gd name="T20" fmla="*/ 48 w 137"/>
                <a:gd name="T21" fmla="*/ 215 h 228"/>
                <a:gd name="T22" fmla="*/ 30 w 137"/>
                <a:gd name="T23" fmla="*/ 197 h 228"/>
                <a:gd name="T24" fmla="*/ 8 w 137"/>
                <a:gd name="T25" fmla="*/ 128 h 228"/>
                <a:gd name="T26" fmla="*/ 128 w 137"/>
                <a:gd name="T27" fmla="*/ 8 h 228"/>
                <a:gd name="T28" fmla="*/ 136 w 137"/>
                <a:gd name="T29" fmla="*/ 8 h 228"/>
                <a:gd name="T30" fmla="*/ 137 w 137"/>
                <a:gd name="T31" fmla="*/ 0 h 228"/>
                <a:gd name="T32" fmla="*/ 128 w 137"/>
                <a:gd name="T33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228">
                  <a:moveTo>
                    <a:pt x="128" y="0"/>
                  </a:moveTo>
                  <a:cubicBezTo>
                    <a:pt x="58" y="0"/>
                    <a:pt x="0" y="57"/>
                    <a:pt x="0" y="128"/>
                  </a:cubicBezTo>
                  <a:cubicBezTo>
                    <a:pt x="0" y="154"/>
                    <a:pt x="9" y="180"/>
                    <a:pt x="24" y="202"/>
                  </a:cubicBezTo>
                  <a:cubicBezTo>
                    <a:pt x="42" y="220"/>
                    <a:pt x="42" y="220"/>
                    <a:pt x="42" y="220"/>
                  </a:cubicBezTo>
                  <a:cubicBezTo>
                    <a:pt x="8" y="220"/>
                    <a:pt x="8" y="220"/>
                    <a:pt x="8" y="220"/>
                  </a:cubicBezTo>
                  <a:cubicBezTo>
                    <a:pt x="8" y="228"/>
                    <a:pt x="8" y="228"/>
                    <a:pt x="8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6" y="224"/>
                    <a:pt x="56" y="224"/>
                    <a:pt x="56" y="224"/>
                  </a:cubicBezTo>
                  <a:cubicBezTo>
                    <a:pt x="56" y="180"/>
                    <a:pt x="56" y="180"/>
                    <a:pt x="56" y="180"/>
                  </a:cubicBezTo>
                  <a:cubicBezTo>
                    <a:pt x="48" y="180"/>
                    <a:pt x="48" y="180"/>
                    <a:pt x="48" y="180"/>
                  </a:cubicBezTo>
                  <a:cubicBezTo>
                    <a:pt x="48" y="215"/>
                    <a:pt x="48" y="215"/>
                    <a:pt x="48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16" y="177"/>
                    <a:pt x="8" y="153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ubicBezTo>
                    <a:pt x="131" y="8"/>
                    <a:pt x="134" y="8"/>
                    <a:pt x="136" y="8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4" y="0"/>
                    <a:pt x="131" y="0"/>
                    <a:pt x="1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" name="Freeform 13"/>
            <p:cNvSpPr>
              <a:spLocks/>
            </p:cNvSpPr>
            <p:nvPr/>
          </p:nvSpPr>
          <p:spPr bwMode="auto">
            <a:xfrm>
              <a:off x="2702561" y="1300604"/>
              <a:ext cx="21014" cy="21014"/>
            </a:xfrm>
            <a:custGeom>
              <a:avLst/>
              <a:gdLst>
                <a:gd name="T0" fmla="*/ 6 w 18"/>
                <a:gd name="T1" fmla="*/ 0 h 17"/>
                <a:gd name="T2" fmla="*/ 0 w 18"/>
                <a:gd name="T3" fmla="*/ 6 h 17"/>
                <a:gd name="T4" fmla="*/ 12 w 18"/>
                <a:gd name="T5" fmla="*/ 17 h 17"/>
                <a:gd name="T6" fmla="*/ 18 w 18"/>
                <a:gd name="T7" fmla="*/ 12 h 17"/>
                <a:gd name="T8" fmla="*/ 6 w 18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10"/>
                    <a:pt x="8" y="13"/>
                    <a:pt x="12" y="17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4" y="8"/>
                    <a:pt x="10" y="4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14"/>
            <p:cNvSpPr>
              <a:spLocks/>
            </p:cNvSpPr>
            <p:nvPr/>
          </p:nvSpPr>
          <p:spPr bwMode="auto">
            <a:xfrm>
              <a:off x="2738285" y="1460314"/>
              <a:ext cx="14711" cy="23117"/>
            </a:xfrm>
            <a:custGeom>
              <a:avLst/>
              <a:gdLst>
                <a:gd name="T0" fmla="*/ 14 w 14"/>
                <a:gd name="T1" fmla="*/ 3 h 18"/>
                <a:gd name="T2" fmla="*/ 6 w 14"/>
                <a:gd name="T3" fmla="*/ 0 h 18"/>
                <a:gd name="T4" fmla="*/ 0 w 14"/>
                <a:gd name="T5" fmla="*/ 15 h 18"/>
                <a:gd name="T6" fmla="*/ 7 w 14"/>
                <a:gd name="T7" fmla="*/ 18 h 18"/>
                <a:gd name="T8" fmla="*/ 14 w 14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14" y="3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5"/>
                    <a:pt x="2" y="10"/>
                    <a:pt x="0" y="15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0" y="13"/>
                    <a:pt x="12" y="8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Freeform 15"/>
            <p:cNvSpPr>
              <a:spLocks/>
            </p:cNvSpPr>
            <p:nvPr/>
          </p:nvSpPr>
          <p:spPr bwMode="auto">
            <a:xfrm>
              <a:off x="2681547" y="1529662"/>
              <a:ext cx="21014" cy="16812"/>
            </a:xfrm>
            <a:custGeom>
              <a:avLst/>
              <a:gdLst>
                <a:gd name="T0" fmla="*/ 4 w 18"/>
                <a:gd name="T1" fmla="*/ 15 h 15"/>
                <a:gd name="T2" fmla="*/ 18 w 18"/>
                <a:gd name="T3" fmla="*/ 6 h 15"/>
                <a:gd name="T4" fmla="*/ 13 w 18"/>
                <a:gd name="T5" fmla="*/ 0 h 15"/>
                <a:gd name="T6" fmla="*/ 0 w 18"/>
                <a:gd name="T7" fmla="*/ 8 h 15"/>
                <a:gd name="T8" fmla="*/ 4 w 18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4" y="15"/>
                  </a:moveTo>
                  <a:cubicBezTo>
                    <a:pt x="9" y="13"/>
                    <a:pt x="14" y="9"/>
                    <a:pt x="18" y="6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3"/>
                    <a:pt x="5" y="6"/>
                    <a:pt x="0" y="8"/>
                  </a:cubicBezTo>
                  <a:lnTo>
                    <a:pt x="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" name="Freeform 16"/>
            <p:cNvSpPr>
              <a:spLocks/>
            </p:cNvSpPr>
            <p:nvPr/>
          </p:nvSpPr>
          <p:spPr bwMode="auto">
            <a:xfrm>
              <a:off x="2681547" y="1285894"/>
              <a:ext cx="21014" cy="16812"/>
            </a:xfrm>
            <a:custGeom>
              <a:avLst/>
              <a:gdLst>
                <a:gd name="T0" fmla="*/ 0 w 18"/>
                <a:gd name="T1" fmla="*/ 7 h 15"/>
                <a:gd name="T2" fmla="*/ 13 w 18"/>
                <a:gd name="T3" fmla="*/ 15 h 15"/>
                <a:gd name="T4" fmla="*/ 18 w 18"/>
                <a:gd name="T5" fmla="*/ 9 h 15"/>
                <a:gd name="T6" fmla="*/ 4 w 18"/>
                <a:gd name="T7" fmla="*/ 0 h 15"/>
                <a:gd name="T8" fmla="*/ 0 w 18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0" y="7"/>
                  </a:moveTo>
                  <a:cubicBezTo>
                    <a:pt x="5" y="9"/>
                    <a:pt x="9" y="12"/>
                    <a:pt x="13" y="15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4" y="6"/>
                    <a:pt x="9" y="2"/>
                    <a:pt x="4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" name="Freeform 17"/>
            <p:cNvSpPr>
              <a:spLocks/>
            </p:cNvSpPr>
            <p:nvPr/>
          </p:nvSpPr>
          <p:spPr bwMode="auto">
            <a:xfrm>
              <a:off x="2750894" y="1405676"/>
              <a:ext cx="10508" cy="21014"/>
            </a:xfrm>
            <a:custGeom>
              <a:avLst/>
              <a:gdLst>
                <a:gd name="T0" fmla="*/ 0 w 8"/>
                <a:gd name="T1" fmla="*/ 1 h 17"/>
                <a:gd name="T2" fmla="*/ 0 w 8"/>
                <a:gd name="T3" fmla="*/ 9 h 17"/>
                <a:gd name="T4" fmla="*/ 0 w 8"/>
                <a:gd name="T5" fmla="*/ 16 h 17"/>
                <a:gd name="T6" fmla="*/ 8 w 8"/>
                <a:gd name="T7" fmla="*/ 17 h 17"/>
                <a:gd name="T8" fmla="*/ 8 w 8"/>
                <a:gd name="T9" fmla="*/ 9 h 17"/>
                <a:gd name="T10" fmla="*/ 8 w 8"/>
                <a:gd name="T11" fmla="*/ 0 h 17"/>
                <a:gd name="T12" fmla="*/ 0 w 8"/>
                <a:gd name="T1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7">
                  <a:moveTo>
                    <a:pt x="0" y="1"/>
                  </a:moveTo>
                  <a:cubicBezTo>
                    <a:pt x="0" y="3"/>
                    <a:pt x="0" y="6"/>
                    <a:pt x="0" y="9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4"/>
                    <a:pt x="8" y="11"/>
                    <a:pt x="8" y="9"/>
                  </a:cubicBezTo>
                  <a:cubicBezTo>
                    <a:pt x="8" y="6"/>
                    <a:pt x="8" y="3"/>
                    <a:pt x="8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Freeform 18"/>
            <p:cNvSpPr>
              <a:spLocks/>
            </p:cNvSpPr>
            <p:nvPr/>
          </p:nvSpPr>
          <p:spPr bwMode="auto">
            <a:xfrm>
              <a:off x="2656330" y="1542271"/>
              <a:ext cx="21014" cy="16812"/>
            </a:xfrm>
            <a:custGeom>
              <a:avLst/>
              <a:gdLst>
                <a:gd name="T0" fmla="*/ 3 w 18"/>
                <a:gd name="T1" fmla="*/ 14 h 14"/>
                <a:gd name="T2" fmla="*/ 18 w 18"/>
                <a:gd name="T3" fmla="*/ 7 h 14"/>
                <a:gd name="T4" fmla="*/ 15 w 18"/>
                <a:gd name="T5" fmla="*/ 0 h 14"/>
                <a:gd name="T6" fmla="*/ 0 w 18"/>
                <a:gd name="T7" fmla="*/ 6 h 14"/>
                <a:gd name="T8" fmla="*/ 3 w 1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3" y="14"/>
                  </a:moveTo>
                  <a:cubicBezTo>
                    <a:pt x="8" y="12"/>
                    <a:pt x="13" y="10"/>
                    <a:pt x="18" y="7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5" y="5"/>
                    <a:pt x="0" y="6"/>
                  </a:cubicBezTo>
                  <a:lnTo>
                    <a:pt x="3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19"/>
            <p:cNvSpPr>
              <a:spLocks/>
            </p:cNvSpPr>
            <p:nvPr/>
          </p:nvSpPr>
          <p:spPr bwMode="auto">
            <a:xfrm>
              <a:off x="2629010" y="1552777"/>
              <a:ext cx="21014" cy="12609"/>
            </a:xfrm>
            <a:custGeom>
              <a:avLst/>
              <a:gdLst>
                <a:gd name="T0" fmla="*/ 1 w 18"/>
                <a:gd name="T1" fmla="*/ 11 h 11"/>
                <a:gd name="T2" fmla="*/ 18 w 18"/>
                <a:gd name="T3" fmla="*/ 8 h 11"/>
                <a:gd name="T4" fmla="*/ 16 w 18"/>
                <a:gd name="T5" fmla="*/ 0 h 11"/>
                <a:gd name="T6" fmla="*/ 0 w 18"/>
                <a:gd name="T7" fmla="*/ 4 h 11"/>
                <a:gd name="T8" fmla="*/ 1 w 18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1" y="11"/>
                  </a:moveTo>
                  <a:cubicBezTo>
                    <a:pt x="7" y="11"/>
                    <a:pt x="12" y="10"/>
                    <a:pt x="18" y="8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2"/>
                    <a:pt x="5" y="3"/>
                    <a:pt x="0" y="4"/>
                  </a:cubicBezTo>
                  <a:lnTo>
                    <a:pt x="1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Freeform 20"/>
            <p:cNvSpPr>
              <a:spLocks/>
            </p:cNvSpPr>
            <p:nvPr/>
          </p:nvSpPr>
          <p:spPr bwMode="auto">
            <a:xfrm>
              <a:off x="2629010" y="1266981"/>
              <a:ext cx="18914" cy="12609"/>
            </a:xfrm>
            <a:custGeom>
              <a:avLst/>
              <a:gdLst>
                <a:gd name="T0" fmla="*/ 0 w 17"/>
                <a:gd name="T1" fmla="*/ 8 h 11"/>
                <a:gd name="T2" fmla="*/ 15 w 17"/>
                <a:gd name="T3" fmla="*/ 11 h 11"/>
                <a:gd name="T4" fmla="*/ 17 w 17"/>
                <a:gd name="T5" fmla="*/ 3 h 11"/>
                <a:gd name="T6" fmla="*/ 1 w 17"/>
                <a:gd name="T7" fmla="*/ 0 h 11"/>
                <a:gd name="T8" fmla="*/ 0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0" y="8"/>
                  </a:moveTo>
                  <a:cubicBezTo>
                    <a:pt x="5" y="8"/>
                    <a:pt x="10" y="9"/>
                    <a:pt x="15" y="11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2" y="1"/>
                    <a:pt x="6" y="0"/>
                    <a:pt x="1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" name="Freeform 21"/>
            <p:cNvSpPr>
              <a:spLocks/>
            </p:cNvSpPr>
            <p:nvPr/>
          </p:nvSpPr>
          <p:spPr bwMode="auto">
            <a:xfrm>
              <a:off x="2746691" y="1376256"/>
              <a:ext cx="12609" cy="21014"/>
            </a:xfrm>
            <a:custGeom>
              <a:avLst/>
              <a:gdLst>
                <a:gd name="T0" fmla="*/ 8 w 11"/>
                <a:gd name="T1" fmla="*/ 0 h 18"/>
                <a:gd name="T2" fmla="*/ 0 w 11"/>
                <a:gd name="T3" fmla="*/ 2 h 18"/>
                <a:gd name="T4" fmla="*/ 3 w 11"/>
                <a:gd name="T5" fmla="*/ 18 h 18"/>
                <a:gd name="T6" fmla="*/ 11 w 11"/>
                <a:gd name="T7" fmla="*/ 17 h 18"/>
                <a:gd name="T8" fmla="*/ 8 w 11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8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7"/>
                    <a:pt x="3" y="13"/>
                    <a:pt x="3" y="18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1"/>
                    <a:pt x="9" y="6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22"/>
            <p:cNvSpPr>
              <a:spLocks/>
            </p:cNvSpPr>
            <p:nvPr/>
          </p:nvSpPr>
          <p:spPr bwMode="auto">
            <a:xfrm>
              <a:off x="2704662" y="1510748"/>
              <a:ext cx="18914" cy="18914"/>
            </a:xfrm>
            <a:custGeom>
              <a:avLst/>
              <a:gdLst>
                <a:gd name="T0" fmla="*/ 0 w 17"/>
                <a:gd name="T1" fmla="*/ 11 h 17"/>
                <a:gd name="T2" fmla="*/ 5 w 17"/>
                <a:gd name="T3" fmla="*/ 17 h 17"/>
                <a:gd name="T4" fmla="*/ 17 w 17"/>
                <a:gd name="T5" fmla="*/ 5 h 17"/>
                <a:gd name="T6" fmla="*/ 11 w 17"/>
                <a:gd name="T7" fmla="*/ 0 h 17"/>
                <a:gd name="T8" fmla="*/ 0 w 17"/>
                <a:gd name="T9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0" y="11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9" y="13"/>
                    <a:pt x="13" y="9"/>
                    <a:pt x="17" y="5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7" y="4"/>
                    <a:pt x="3" y="7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Freeform 23"/>
            <p:cNvSpPr>
              <a:spLocks/>
            </p:cNvSpPr>
            <p:nvPr/>
          </p:nvSpPr>
          <p:spPr bwMode="auto">
            <a:xfrm>
              <a:off x="2746691" y="1432996"/>
              <a:ext cx="12609" cy="23117"/>
            </a:xfrm>
            <a:custGeom>
              <a:avLst/>
              <a:gdLst>
                <a:gd name="T0" fmla="*/ 11 w 11"/>
                <a:gd name="T1" fmla="*/ 1 h 18"/>
                <a:gd name="T2" fmla="*/ 3 w 11"/>
                <a:gd name="T3" fmla="*/ 0 h 18"/>
                <a:gd name="T4" fmla="*/ 0 w 11"/>
                <a:gd name="T5" fmla="*/ 16 h 18"/>
                <a:gd name="T6" fmla="*/ 8 w 11"/>
                <a:gd name="T7" fmla="*/ 18 h 18"/>
                <a:gd name="T8" fmla="*/ 11 w 11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11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2" y="11"/>
                    <a:pt x="0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2"/>
                    <a:pt x="11" y="7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721474" y="1323720"/>
              <a:ext cx="18914" cy="21014"/>
            </a:xfrm>
            <a:custGeom>
              <a:avLst/>
              <a:gdLst>
                <a:gd name="T0" fmla="*/ 0 w 16"/>
                <a:gd name="T1" fmla="*/ 4 h 18"/>
                <a:gd name="T2" fmla="*/ 9 w 16"/>
                <a:gd name="T3" fmla="*/ 18 h 18"/>
                <a:gd name="T4" fmla="*/ 16 w 16"/>
                <a:gd name="T5" fmla="*/ 13 h 18"/>
                <a:gd name="T6" fmla="*/ 7 w 16"/>
                <a:gd name="T7" fmla="*/ 0 h 18"/>
                <a:gd name="T8" fmla="*/ 0 w 16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0" y="4"/>
                  </a:moveTo>
                  <a:cubicBezTo>
                    <a:pt x="4" y="9"/>
                    <a:pt x="7" y="13"/>
                    <a:pt x="9" y="18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3" y="9"/>
                    <a:pt x="10" y="4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Freeform 25"/>
            <p:cNvSpPr>
              <a:spLocks/>
            </p:cNvSpPr>
            <p:nvPr/>
          </p:nvSpPr>
          <p:spPr bwMode="auto">
            <a:xfrm>
              <a:off x="2738285" y="1348938"/>
              <a:ext cx="14711" cy="21014"/>
            </a:xfrm>
            <a:custGeom>
              <a:avLst/>
              <a:gdLst>
                <a:gd name="T0" fmla="*/ 0 w 14"/>
                <a:gd name="T1" fmla="*/ 3 h 18"/>
                <a:gd name="T2" fmla="*/ 6 w 14"/>
                <a:gd name="T3" fmla="*/ 18 h 18"/>
                <a:gd name="T4" fmla="*/ 14 w 14"/>
                <a:gd name="T5" fmla="*/ 15 h 18"/>
                <a:gd name="T6" fmla="*/ 7 w 14"/>
                <a:gd name="T7" fmla="*/ 0 h 18"/>
                <a:gd name="T8" fmla="*/ 0 w 14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0" y="3"/>
                  </a:moveTo>
                  <a:cubicBezTo>
                    <a:pt x="2" y="8"/>
                    <a:pt x="4" y="13"/>
                    <a:pt x="6" y="18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0"/>
                    <a:pt x="10" y="5"/>
                    <a:pt x="7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Freeform 26"/>
            <p:cNvSpPr>
              <a:spLocks/>
            </p:cNvSpPr>
            <p:nvPr/>
          </p:nvSpPr>
          <p:spPr bwMode="auto">
            <a:xfrm>
              <a:off x="2656330" y="1271184"/>
              <a:ext cx="21014" cy="16812"/>
            </a:xfrm>
            <a:custGeom>
              <a:avLst/>
              <a:gdLst>
                <a:gd name="T0" fmla="*/ 0 w 18"/>
                <a:gd name="T1" fmla="*/ 8 h 14"/>
                <a:gd name="T2" fmla="*/ 14 w 18"/>
                <a:gd name="T3" fmla="*/ 14 h 14"/>
                <a:gd name="T4" fmla="*/ 18 w 18"/>
                <a:gd name="T5" fmla="*/ 7 h 14"/>
                <a:gd name="T6" fmla="*/ 2 w 18"/>
                <a:gd name="T7" fmla="*/ 0 h 14"/>
                <a:gd name="T8" fmla="*/ 0 w 18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0" y="8"/>
                  </a:moveTo>
                  <a:cubicBezTo>
                    <a:pt x="5" y="10"/>
                    <a:pt x="10" y="12"/>
                    <a:pt x="14" y="14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3" y="4"/>
                    <a:pt x="8" y="2"/>
                    <a:pt x="2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7"/>
            <p:cNvSpPr>
              <a:spLocks/>
            </p:cNvSpPr>
            <p:nvPr/>
          </p:nvSpPr>
          <p:spPr bwMode="auto">
            <a:xfrm>
              <a:off x="2723576" y="1487633"/>
              <a:ext cx="16812" cy="18914"/>
            </a:xfrm>
            <a:custGeom>
              <a:avLst/>
              <a:gdLst>
                <a:gd name="T0" fmla="*/ 15 w 15"/>
                <a:gd name="T1" fmla="*/ 4 h 17"/>
                <a:gd name="T2" fmla="*/ 8 w 15"/>
                <a:gd name="T3" fmla="*/ 0 h 17"/>
                <a:gd name="T4" fmla="*/ 0 w 15"/>
                <a:gd name="T5" fmla="*/ 13 h 17"/>
                <a:gd name="T6" fmla="*/ 6 w 15"/>
                <a:gd name="T7" fmla="*/ 17 h 17"/>
                <a:gd name="T8" fmla="*/ 15 w 15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15" y="4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3" y="8"/>
                    <a:pt x="0" y="13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9" y="13"/>
                    <a:pt x="12" y="8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8"/>
            <p:cNvSpPr>
              <a:spLocks/>
            </p:cNvSpPr>
            <p:nvPr/>
          </p:nvSpPr>
          <p:spPr bwMode="auto">
            <a:xfrm>
              <a:off x="2610098" y="1556980"/>
              <a:ext cx="10508" cy="10508"/>
            </a:xfrm>
            <a:custGeom>
              <a:avLst/>
              <a:gdLst>
                <a:gd name="T0" fmla="*/ 0 w 9"/>
                <a:gd name="T1" fmla="*/ 1 h 9"/>
                <a:gd name="T2" fmla="*/ 0 w 9"/>
                <a:gd name="T3" fmla="*/ 9 h 9"/>
                <a:gd name="T4" fmla="*/ 9 w 9"/>
                <a:gd name="T5" fmla="*/ 8 h 9"/>
                <a:gd name="T6" fmla="*/ 8 w 9"/>
                <a:gd name="T7" fmla="*/ 0 h 9"/>
                <a:gd name="T8" fmla="*/ 0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3" y="9"/>
                    <a:pt x="6" y="9"/>
                    <a:pt x="9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1"/>
                    <a:pt x="3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" name="Группа 2"/>
          <p:cNvGrpSpPr/>
          <p:nvPr/>
        </p:nvGrpSpPr>
        <p:grpSpPr>
          <a:xfrm>
            <a:off x="2921111" y="1264880"/>
            <a:ext cx="161812" cy="302608"/>
            <a:chOff x="2921111" y="1264880"/>
            <a:chExt cx="161812" cy="302608"/>
          </a:xfrm>
          <a:solidFill>
            <a:schemeClr val="tx1"/>
          </a:solidFill>
        </p:grpSpPr>
        <p:sp>
          <p:nvSpPr>
            <p:cNvPr id="23" name="Freeform 29"/>
            <p:cNvSpPr>
              <a:spLocks noEditPoints="1"/>
            </p:cNvSpPr>
            <p:nvPr/>
          </p:nvSpPr>
          <p:spPr bwMode="auto">
            <a:xfrm>
              <a:off x="2921111" y="1264880"/>
              <a:ext cx="161812" cy="302608"/>
            </a:xfrm>
            <a:custGeom>
              <a:avLst/>
              <a:gdLst>
                <a:gd name="T0" fmla="*/ 68 w 136"/>
                <a:gd name="T1" fmla="*/ 0 h 256"/>
                <a:gd name="T2" fmla="*/ 0 w 136"/>
                <a:gd name="T3" fmla="*/ 68 h 256"/>
                <a:gd name="T4" fmla="*/ 0 w 136"/>
                <a:gd name="T5" fmla="*/ 188 h 256"/>
                <a:gd name="T6" fmla="*/ 68 w 136"/>
                <a:gd name="T7" fmla="*/ 256 h 256"/>
                <a:gd name="T8" fmla="*/ 136 w 136"/>
                <a:gd name="T9" fmla="*/ 188 h 256"/>
                <a:gd name="T10" fmla="*/ 136 w 136"/>
                <a:gd name="T11" fmla="*/ 68 h 256"/>
                <a:gd name="T12" fmla="*/ 68 w 136"/>
                <a:gd name="T13" fmla="*/ 0 h 256"/>
                <a:gd name="T14" fmla="*/ 128 w 136"/>
                <a:gd name="T15" fmla="*/ 188 h 256"/>
                <a:gd name="T16" fmla="*/ 68 w 136"/>
                <a:gd name="T17" fmla="*/ 248 h 256"/>
                <a:gd name="T18" fmla="*/ 8 w 136"/>
                <a:gd name="T19" fmla="*/ 188 h 256"/>
                <a:gd name="T20" fmla="*/ 8 w 136"/>
                <a:gd name="T21" fmla="*/ 68 h 256"/>
                <a:gd name="T22" fmla="*/ 68 w 136"/>
                <a:gd name="T23" fmla="*/ 8 h 256"/>
                <a:gd name="T24" fmla="*/ 128 w 136"/>
                <a:gd name="T25" fmla="*/ 68 h 256"/>
                <a:gd name="T26" fmla="*/ 128 w 136"/>
                <a:gd name="T27" fmla="*/ 18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6" h="256">
                  <a:moveTo>
                    <a:pt x="68" y="0"/>
                  </a:moveTo>
                  <a:cubicBezTo>
                    <a:pt x="31" y="0"/>
                    <a:pt x="0" y="30"/>
                    <a:pt x="0" y="68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25"/>
                    <a:pt x="31" y="256"/>
                    <a:pt x="68" y="256"/>
                  </a:cubicBezTo>
                  <a:cubicBezTo>
                    <a:pt x="106" y="256"/>
                    <a:pt x="136" y="225"/>
                    <a:pt x="136" y="188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36" y="30"/>
                    <a:pt x="106" y="0"/>
                    <a:pt x="68" y="0"/>
                  </a:cubicBezTo>
                  <a:close/>
                  <a:moveTo>
                    <a:pt x="128" y="188"/>
                  </a:moveTo>
                  <a:cubicBezTo>
                    <a:pt x="128" y="221"/>
                    <a:pt x="102" y="248"/>
                    <a:pt x="68" y="248"/>
                  </a:cubicBezTo>
                  <a:cubicBezTo>
                    <a:pt x="35" y="248"/>
                    <a:pt x="8" y="221"/>
                    <a:pt x="8" y="18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35"/>
                    <a:pt x="35" y="8"/>
                    <a:pt x="68" y="8"/>
                  </a:cubicBezTo>
                  <a:cubicBezTo>
                    <a:pt x="102" y="8"/>
                    <a:pt x="128" y="35"/>
                    <a:pt x="128" y="68"/>
                  </a:cubicBezTo>
                  <a:lnTo>
                    <a:pt x="128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" name="Freeform 30"/>
            <p:cNvSpPr>
              <a:spLocks noEditPoints="1"/>
            </p:cNvSpPr>
            <p:nvPr/>
          </p:nvSpPr>
          <p:spPr bwMode="auto">
            <a:xfrm>
              <a:off x="2940024" y="1426691"/>
              <a:ext cx="123986" cy="121884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4" y="0"/>
                    <a:pt x="0" y="23"/>
                    <a:pt x="0" y="52"/>
                  </a:cubicBezTo>
                  <a:cubicBezTo>
                    <a:pt x="0" y="80"/>
                    <a:pt x="24" y="104"/>
                    <a:pt x="52" y="104"/>
                  </a:cubicBezTo>
                  <a:cubicBezTo>
                    <a:pt x="81" y="104"/>
                    <a:pt x="104" y="80"/>
                    <a:pt x="104" y="52"/>
                  </a:cubicBezTo>
                  <a:cubicBezTo>
                    <a:pt x="104" y="23"/>
                    <a:pt x="81" y="0"/>
                    <a:pt x="52" y="0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7" y="8"/>
                    <a:pt x="96" y="27"/>
                    <a:pt x="96" y="52"/>
                  </a:cubicBezTo>
                  <a:cubicBezTo>
                    <a:pt x="96" y="76"/>
                    <a:pt x="77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" name="Группа 3"/>
          <p:cNvGrpSpPr/>
          <p:nvPr/>
        </p:nvGrpSpPr>
        <p:grpSpPr>
          <a:xfrm>
            <a:off x="3244734" y="1336329"/>
            <a:ext cx="304710" cy="159710"/>
            <a:chOff x="3244734" y="1336329"/>
            <a:chExt cx="304710" cy="159710"/>
          </a:xfrm>
          <a:solidFill>
            <a:schemeClr val="tx1"/>
          </a:solidFill>
        </p:grpSpPr>
        <p:sp>
          <p:nvSpPr>
            <p:cNvPr id="25" name="Freeform 31"/>
            <p:cNvSpPr>
              <a:spLocks noEditPoints="1"/>
            </p:cNvSpPr>
            <p:nvPr/>
          </p:nvSpPr>
          <p:spPr bwMode="auto">
            <a:xfrm>
              <a:off x="3244734" y="1336329"/>
              <a:ext cx="304710" cy="159710"/>
            </a:xfrm>
            <a:custGeom>
              <a:avLst/>
              <a:gdLst>
                <a:gd name="T0" fmla="*/ 188 w 256"/>
                <a:gd name="T1" fmla="*/ 0 h 136"/>
                <a:gd name="T2" fmla="*/ 68 w 256"/>
                <a:gd name="T3" fmla="*/ 0 h 136"/>
                <a:gd name="T4" fmla="*/ 0 w 256"/>
                <a:gd name="T5" fmla="*/ 68 h 136"/>
                <a:gd name="T6" fmla="*/ 68 w 256"/>
                <a:gd name="T7" fmla="*/ 136 h 136"/>
                <a:gd name="T8" fmla="*/ 188 w 256"/>
                <a:gd name="T9" fmla="*/ 136 h 136"/>
                <a:gd name="T10" fmla="*/ 256 w 256"/>
                <a:gd name="T11" fmla="*/ 68 h 136"/>
                <a:gd name="T12" fmla="*/ 188 w 256"/>
                <a:gd name="T13" fmla="*/ 0 h 136"/>
                <a:gd name="T14" fmla="*/ 188 w 256"/>
                <a:gd name="T15" fmla="*/ 128 h 136"/>
                <a:gd name="T16" fmla="*/ 68 w 256"/>
                <a:gd name="T17" fmla="*/ 128 h 136"/>
                <a:gd name="T18" fmla="*/ 8 w 256"/>
                <a:gd name="T19" fmla="*/ 68 h 136"/>
                <a:gd name="T20" fmla="*/ 68 w 256"/>
                <a:gd name="T21" fmla="*/ 8 h 136"/>
                <a:gd name="T22" fmla="*/ 188 w 256"/>
                <a:gd name="T23" fmla="*/ 8 h 136"/>
                <a:gd name="T24" fmla="*/ 248 w 256"/>
                <a:gd name="T25" fmla="*/ 68 h 136"/>
                <a:gd name="T26" fmla="*/ 188 w 256"/>
                <a:gd name="T27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6" h="136">
                  <a:moveTo>
                    <a:pt x="188" y="0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30" y="0"/>
                    <a:pt x="0" y="30"/>
                    <a:pt x="0" y="68"/>
                  </a:cubicBezTo>
                  <a:cubicBezTo>
                    <a:pt x="0" y="105"/>
                    <a:pt x="30" y="136"/>
                    <a:pt x="68" y="136"/>
                  </a:cubicBezTo>
                  <a:cubicBezTo>
                    <a:pt x="188" y="136"/>
                    <a:pt x="188" y="136"/>
                    <a:pt x="188" y="136"/>
                  </a:cubicBezTo>
                  <a:cubicBezTo>
                    <a:pt x="225" y="136"/>
                    <a:pt x="256" y="105"/>
                    <a:pt x="256" y="68"/>
                  </a:cubicBezTo>
                  <a:cubicBezTo>
                    <a:pt x="256" y="30"/>
                    <a:pt x="225" y="0"/>
                    <a:pt x="188" y="0"/>
                  </a:cubicBezTo>
                  <a:close/>
                  <a:moveTo>
                    <a:pt x="188" y="128"/>
                  </a:moveTo>
                  <a:cubicBezTo>
                    <a:pt x="68" y="128"/>
                    <a:pt x="68" y="128"/>
                    <a:pt x="68" y="128"/>
                  </a:cubicBezTo>
                  <a:cubicBezTo>
                    <a:pt x="34" y="128"/>
                    <a:pt x="8" y="101"/>
                    <a:pt x="8" y="68"/>
                  </a:cubicBezTo>
                  <a:cubicBezTo>
                    <a:pt x="8" y="35"/>
                    <a:pt x="34" y="8"/>
                    <a:pt x="68" y="8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221" y="8"/>
                    <a:pt x="248" y="35"/>
                    <a:pt x="248" y="68"/>
                  </a:cubicBezTo>
                  <a:cubicBezTo>
                    <a:pt x="248" y="101"/>
                    <a:pt x="221" y="128"/>
                    <a:pt x="188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" name="Freeform 32"/>
            <p:cNvSpPr>
              <a:spLocks noEditPoints="1"/>
            </p:cNvSpPr>
            <p:nvPr/>
          </p:nvSpPr>
          <p:spPr bwMode="auto">
            <a:xfrm>
              <a:off x="3263646" y="1355241"/>
              <a:ext cx="123986" cy="121884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0"/>
                    <a:pt x="23" y="104"/>
                    <a:pt x="52" y="104"/>
                  </a:cubicBezTo>
                  <a:cubicBezTo>
                    <a:pt x="80" y="104"/>
                    <a:pt x="104" y="80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lose/>
                  <a:moveTo>
                    <a:pt x="52" y="96"/>
                  </a:moveTo>
                  <a:cubicBezTo>
                    <a:pt x="27" y="96"/>
                    <a:pt x="8" y="76"/>
                    <a:pt x="8" y="52"/>
                  </a:cubicBezTo>
                  <a:cubicBezTo>
                    <a:pt x="8" y="27"/>
                    <a:pt x="27" y="8"/>
                    <a:pt x="52" y="8"/>
                  </a:cubicBezTo>
                  <a:cubicBezTo>
                    <a:pt x="76" y="8"/>
                    <a:pt x="96" y="27"/>
                    <a:pt x="96" y="52"/>
                  </a:cubicBezTo>
                  <a:cubicBezTo>
                    <a:pt x="96" y="76"/>
                    <a:pt x="76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7" name="Группа 296"/>
          <p:cNvGrpSpPr/>
          <p:nvPr/>
        </p:nvGrpSpPr>
        <p:grpSpPr>
          <a:xfrm>
            <a:off x="3637703" y="1336329"/>
            <a:ext cx="304710" cy="159710"/>
            <a:chOff x="3637703" y="1336329"/>
            <a:chExt cx="304710" cy="159710"/>
          </a:xfrm>
          <a:solidFill>
            <a:schemeClr val="tx1"/>
          </a:solidFill>
        </p:grpSpPr>
        <p:sp>
          <p:nvSpPr>
            <p:cNvPr id="27" name="Freeform 33"/>
            <p:cNvSpPr>
              <a:spLocks noEditPoints="1"/>
            </p:cNvSpPr>
            <p:nvPr/>
          </p:nvSpPr>
          <p:spPr bwMode="auto">
            <a:xfrm>
              <a:off x="3637703" y="1336329"/>
              <a:ext cx="304710" cy="159710"/>
            </a:xfrm>
            <a:custGeom>
              <a:avLst/>
              <a:gdLst>
                <a:gd name="T0" fmla="*/ 188 w 256"/>
                <a:gd name="T1" fmla="*/ 0 h 136"/>
                <a:gd name="T2" fmla="*/ 68 w 256"/>
                <a:gd name="T3" fmla="*/ 0 h 136"/>
                <a:gd name="T4" fmla="*/ 0 w 256"/>
                <a:gd name="T5" fmla="*/ 68 h 136"/>
                <a:gd name="T6" fmla="*/ 68 w 256"/>
                <a:gd name="T7" fmla="*/ 136 h 136"/>
                <a:gd name="T8" fmla="*/ 188 w 256"/>
                <a:gd name="T9" fmla="*/ 136 h 136"/>
                <a:gd name="T10" fmla="*/ 256 w 256"/>
                <a:gd name="T11" fmla="*/ 68 h 136"/>
                <a:gd name="T12" fmla="*/ 188 w 256"/>
                <a:gd name="T13" fmla="*/ 0 h 136"/>
                <a:gd name="T14" fmla="*/ 188 w 256"/>
                <a:gd name="T15" fmla="*/ 128 h 136"/>
                <a:gd name="T16" fmla="*/ 68 w 256"/>
                <a:gd name="T17" fmla="*/ 128 h 136"/>
                <a:gd name="T18" fmla="*/ 8 w 256"/>
                <a:gd name="T19" fmla="*/ 68 h 136"/>
                <a:gd name="T20" fmla="*/ 68 w 256"/>
                <a:gd name="T21" fmla="*/ 8 h 136"/>
                <a:gd name="T22" fmla="*/ 188 w 256"/>
                <a:gd name="T23" fmla="*/ 8 h 136"/>
                <a:gd name="T24" fmla="*/ 248 w 256"/>
                <a:gd name="T25" fmla="*/ 68 h 136"/>
                <a:gd name="T26" fmla="*/ 188 w 256"/>
                <a:gd name="T27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6" h="136">
                  <a:moveTo>
                    <a:pt x="188" y="0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30" y="0"/>
                    <a:pt x="0" y="30"/>
                    <a:pt x="0" y="68"/>
                  </a:cubicBezTo>
                  <a:cubicBezTo>
                    <a:pt x="0" y="105"/>
                    <a:pt x="30" y="136"/>
                    <a:pt x="68" y="136"/>
                  </a:cubicBezTo>
                  <a:cubicBezTo>
                    <a:pt x="188" y="136"/>
                    <a:pt x="188" y="136"/>
                    <a:pt x="188" y="136"/>
                  </a:cubicBezTo>
                  <a:cubicBezTo>
                    <a:pt x="225" y="136"/>
                    <a:pt x="256" y="105"/>
                    <a:pt x="256" y="68"/>
                  </a:cubicBezTo>
                  <a:cubicBezTo>
                    <a:pt x="256" y="30"/>
                    <a:pt x="225" y="0"/>
                    <a:pt x="188" y="0"/>
                  </a:cubicBezTo>
                  <a:close/>
                  <a:moveTo>
                    <a:pt x="188" y="128"/>
                  </a:moveTo>
                  <a:cubicBezTo>
                    <a:pt x="68" y="128"/>
                    <a:pt x="68" y="128"/>
                    <a:pt x="68" y="128"/>
                  </a:cubicBezTo>
                  <a:cubicBezTo>
                    <a:pt x="35" y="128"/>
                    <a:pt x="8" y="101"/>
                    <a:pt x="8" y="68"/>
                  </a:cubicBezTo>
                  <a:cubicBezTo>
                    <a:pt x="8" y="35"/>
                    <a:pt x="35" y="8"/>
                    <a:pt x="68" y="8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221" y="8"/>
                    <a:pt x="248" y="35"/>
                    <a:pt x="248" y="68"/>
                  </a:cubicBezTo>
                  <a:cubicBezTo>
                    <a:pt x="248" y="101"/>
                    <a:pt x="221" y="128"/>
                    <a:pt x="188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" name="Freeform 34"/>
            <p:cNvSpPr>
              <a:spLocks noEditPoints="1"/>
            </p:cNvSpPr>
            <p:nvPr/>
          </p:nvSpPr>
          <p:spPr bwMode="auto">
            <a:xfrm>
              <a:off x="3799515" y="1355241"/>
              <a:ext cx="123986" cy="121884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0"/>
                    <a:pt x="23" y="104"/>
                    <a:pt x="52" y="104"/>
                  </a:cubicBezTo>
                  <a:cubicBezTo>
                    <a:pt x="80" y="104"/>
                    <a:pt x="104" y="80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lose/>
                  <a:moveTo>
                    <a:pt x="52" y="96"/>
                  </a:moveTo>
                  <a:cubicBezTo>
                    <a:pt x="27" y="96"/>
                    <a:pt x="8" y="76"/>
                    <a:pt x="8" y="52"/>
                  </a:cubicBezTo>
                  <a:cubicBezTo>
                    <a:pt x="8" y="27"/>
                    <a:pt x="27" y="8"/>
                    <a:pt x="52" y="8"/>
                  </a:cubicBezTo>
                  <a:cubicBezTo>
                    <a:pt x="76" y="8"/>
                    <a:pt x="96" y="27"/>
                    <a:pt x="96" y="52"/>
                  </a:cubicBezTo>
                  <a:cubicBezTo>
                    <a:pt x="96" y="76"/>
                    <a:pt x="76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8" name="Группа 297"/>
          <p:cNvGrpSpPr/>
          <p:nvPr/>
        </p:nvGrpSpPr>
        <p:grpSpPr>
          <a:xfrm>
            <a:off x="4102123" y="1264880"/>
            <a:ext cx="161812" cy="302608"/>
            <a:chOff x="4102123" y="1264880"/>
            <a:chExt cx="161812" cy="302608"/>
          </a:xfrm>
          <a:solidFill>
            <a:schemeClr val="tx1"/>
          </a:solidFill>
        </p:grpSpPr>
        <p:sp>
          <p:nvSpPr>
            <p:cNvPr id="29" name="Freeform 35"/>
            <p:cNvSpPr>
              <a:spLocks noEditPoints="1"/>
            </p:cNvSpPr>
            <p:nvPr/>
          </p:nvSpPr>
          <p:spPr bwMode="auto">
            <a:xfrm>
              <a:off x="4102123" y="1264880"/>
              <a:ext cx="161812" cy="302608"/>
            </a:xfrm>
            <a:custGeom>
              <a:avLst/>
              <a:gdLst>
                <a:gd name="T0" fmla="*/ 136 w 136"/>
                <a:gd name="T1" fmla="*/ 188 h 256"/>
                <a:gd name="T2" fmla="*/ 136 w 136"/>
                <a:gd name="T3" fmla="*/ 68 h 256"/>
                <a:gd name="T4" fmla="*/ 68 w 136"/>
                <a:gd name="T5" fmla="*/ 0 h 256"/>
                <a:gd name="T6" fmla="*/ 0 w 136"/>
                <a:gd name="T7" fmla="*/ 68 h 256"/>
                <a:gd name="T8" fmla="*/ 0 w 136"/>
                <a:gd name="T9" fmla="*/ 188 h 256"/>
                <a:gd name="T10" fmla="*/ 68 w 136"/>
                <a:gd name="T11" fmla="*/ 256 h 256"/>
                <a:gd name="T12" fmla="*/ 136 w 136"/>
                <a:gd name="T13" fmla="*/ 188 h 256"/>
                <a:gd name="T14" fmla="*/ 68 w 136"/>
                <a:gd name="T15" fmla="*/ 248 h 256"/>
                <a:gd name="T16" fmla="*/ 8 w 136"/>
                <a:gd name="T17" fmla="*/ 188 h 256"/>
                <a:gd name="T18" fmla="*/ 8 w 136"/>
                <a:gd name="T19" fmla="*/ 68 h 256"/>
                <a:gd name="T20" fmla="*/ 68 w 136"/>
                <a:gd name="T21" fmla="*/ 8 h 256"/>
                <a:gd name="T22" fmla="*/ 128 w 136"/>
                <a:gd name="T23" fmla="*/ 68 h 256"/>
                <a:gd name="T24" fmla="*/ 128 w 136"/>
                <a:gd name="T25" fmla="*/ 188 h 256"/>
                <a:gd name="T26" fmla="*/ 68 w 136"/>
                <a:gd name="T27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6" h="256">
                  <a:moveTo>
                    <a:pt x="136" y="188"/>
                  </a:moveTo>
                  <a:cubicBezTo>
                    <a:pt x="136" y="68"/>
                    <a:pt x="136" y="68"/>
                    <a:pt x="136" y="68"/>
                  </a:cubicBezTo>
                  <a:cubicBezTo>
                    <a:pt x="136" y="30"/>
                    <a:pt x="105" y="0"/>
                    <a:pt x="68" y="0"/>
                  </a:cubicBezTo>
                  <a:cubicBezTo>
                    <a:pt x="30" y="0"/>
                    <a:pt x="0" y="30"/>
                    <a:pt x="0" y="68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25"/>
                    <a:pt x="30" y="256"/>
                    <a:pt x="68" y="256"/>
                  </a:cubicBezTo>
                  <a:cubicBezTo>
                    <a:pt x="105" y="256"/>
                    <a:pt x="136" y="225"/>
                    <a:pt x="136" y="188"/>
                  </a:cubicBezTo>
                  <a:close/>
                  <a:moveTo>
                    <a:pt x="68" y="248"/>
                  </a:moveTo>
                  <a:cubicBezTo>
                    <a:pt x="35" y="248"/>
                    <a:pt x="8" y="221"/>
                    <a:pt x="8" y="18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35"/>
                    <a:pt x="35" y="8"/>
                    <a:pt x="68" y="8"/>
                  </a:cubicBezTo>
                  <a:cubicBezTo>
                    <a:pt x="101" y="8"/>
                    <a:pt x="128" y="35"/>
                    <a:pt x="128" y="68"/>
                  </a:cubicBezTo>
                  <a:cubicBezTo>
                    <a:pt x="128" y="188"/>
                    <a:pt x="128" y="188"/>
                    <a:pt x="128" y="188"/>
                  </a:cubicBezTo>
                  <a:cubicBezTo>
                    <a:pt x="128" y="221"/>
                    <a:pt x="101" y="248"/>
                    <a:pt x="68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" name="Freeform 36"/>
            <p:cNvSpPr>
              <a:spLocks noEditPoints="1"/>
            </p:cNvSpPr>
            <p:nvPr/>
          </p:nvSpPr>
          <p:spPr bwMode="auto">
            <a:xfrm>
              <a:off x="4121035" y="1283792"/>
              <a:ext cx="123986" cy="123986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0"/>
                    <a:pt x="23" y="104"/>
                    <a:pt x="52" y="104"/>
                  </a:cubicBezTo>
                  <a:cubicBezTo>
                    <a:pt x="80" y="104"/>
                    <a:pt x="104" y="80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6" y="8"/>
                    <a:pt x="96" y="27"/>
                    <a:pt x="96" y="52"/>
                  </a:cubicBezTo>
                  <a:cubicBezTo>
                    <a:pt x="96" y="76"/>
                    <a:pt x="76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0" name="Группа 299"/>
          <p:cNvGrpSpPr/>
          <p:nvPr/>
        </p:nvGrpSpPr>
        <p:grpSpPr>
          <a:xfrm>
            <a:off x="4816614" y="1264880"/>
            <a:ext cx="304710" cy="302608"/>
            <a:chOff x="4816614" y="1264880"/>
            <a:chExt cx="304710" cy="302608"/>
          </a:xfrm>
          <a:solidFill>
            <a:schemeClr val="tx1"/>
          </a:solidFill>
        </p:grpSpPr>
        <p:sp>
          <p:nvSpPr>
            <p:cNvPr id="31" name="Freeform 38"/>
            <p:cNvSpPr>
              <a:spLocks/>
            </p:cNvSpPr>
            <p:nvPr/>
          </p:nvSpPr>
          <p:spPr bwMode="auto">
            <a:xfrm>
              <a:off x="4875454" y="1361546"/>
              <a:ext cx="178623" cy="121884"/>
            </a:xfrm>
            <a:custGeom>
              <a:avLst/>
              <a:gdLst>
                <a:gd name="T0" fmla="*/ 31 w 85"/>
                <a:gd name="T1" fmla="*/ 58 h 58"/>
                <a:gd name="T2" fmla="*/ 85 w 85"/>
                <a:gd name="T3" fmla="*/ 3 h 58"/>
                <a:gd name="T4" fmla="*/ 81 w 85"/>
                <a:gd name="T5" fmla="*/ 0 h 58"/>
                <a:gd name="T6" fmla="*/ 29 w 85"/>
                <a:gd name="T7" fmla="*/ 52 h 58"/>
                <a:gd name="T8" fmla="*/ 3 w 85"/>
                <a:gd name="T9" fmla="*/ 27 h 58"/>
                <a:gd name="T10" fmla="*/ 0 w 85"/>
                <a:gd name="T11" fmla="*/ 30 h 58"/>
                <a:gd name="T12" fmla="*/ 27 w 85"/>
                <a:gd name="T13" fmla="*/ 58 h 58"/>
                <a:gd name="T14" fmla="*/ 31 w 85"/>
                <a:gd name="T1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58">
                  <a:moveTo>
                    <a:pt x="31" y="58"/>
                  </a:moveTo>
                  <a:lnTo>
                    <a:pt x="85" y="3"/>
                  </a:lnTo>
                  <a:lnTo>
                    <a:pt x="81" y="0"/>
                  </a:lnTo>
                  <a:lnTo>
                    <a:pt x="29" y="52"/>
                  </a:lnTo>
                  <a:lnTo>
                    <a:pt x="3" y="27"/>
                  </a:lnTo>
                  <a:lnTo>
                    <a:pt x="0" y="30"/>
                  </a:lnTo>
                  <a:lnTo>
                    <a:pt x="27" y="58"/>
                  </a:lnTo>
                  <a:lnTo>
                    <a:pt x="31" y="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9"/>
            <p:cNvSpPr>
              <a:spLocks noEditPoints="1"/>
            </p:cNvSpPr>
            <p:nvPr/>
          </p:nvSpPr>
          <p:spPr bwMode="auto">
            <a:xfrm>
              <a:off x="4816614" y="1264880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1" name="Группа 300"/>
          <p:cNvGrpSpPr/>
          <p:nvPr/>
        </p:nvGrpSpPr>
        <p:grpSpPr>
          <a:xfrm>
            <a:off x="5211685" y="1264880"/>
            <a:ext cx="302608" cy="302608"/>
            <a:chOff x="5211685" y="1264880"/>
            <a:chExt cx="302608" cy="302608"/>
          </a:xfrm>
          <a:solidFill>
            <a:schemeClr val="tx1"/>
          </a:solidFill>
        </p:grpSpPr>
        <p:sp>
          <p:nvSpPr>
            <p:cNvPr id="33" name="Freeform 40"/>
            <p:cNvSpPr>
              <a:spLocks/>
            </p:cNvSpPr>
            <p:nvPr/>
          </p:nvSpPr>
          <p:spPr bwMode="auto">
            <a:xfrm>
              <a:off x="5278932" y="1374155"/>
              <a:ext cx="168116" cy="90363"/>
            </a:xfrm>
            <a:custGeom>
              <a:avLst/>
              <a:gdLst>
                <a:gd name="T0" fmla="*/ 41 w 80"/>
                <a:gd name="T1" fmla="*/ 43 h 43"/>
                <a:gd name="T2" fmla="*/ 80 w 80"/>
                <a:gd name="T3" fmla="*/ 4 h 43"/>
                <a:gd name="T4" fmla="*/ 76 w 80"/>
                <a:gd name="T5" fmla="*/ 0 h 43"/>
                <a:gd name="T6" fmla="*/ 40 w 80"/>
                <a:gd name="T7" fmla="*/ 37 h 43"/>
                <a:gd name="T8" fmla="*/ 3 w 80"/>
                <a:gd name="T9" fmla="*/ 0 h 43"/>
                <a:gd name="T10" fmla="*/ 0 w 80"/>
                <a:gd name="T11" fmla="*/ 4 h 43"/>
                <a:gd name="T12" fmla="*/ 38 w 80"/>
                <a:gd name="T13" fmla="*/ 43 h 43"/>
                <a:gd name="T14" fmla="*/ 41 w 80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3">
                  <a:moveTo>
                    <a:pt x="41" y="43"/>
                  </a:moveTo>
                  <a:lnTo>
                    <a:pt x="80" y="4"/>
                  </a:lnTo>
                  <a:lnTo>
                    <a:pt x="76" y="0"/>
                  </a:lnTo>
                  <a:lnTo>
                    <a:pt x="40" y="37"/>
                  </a:lnTo>
                  <a:lnTo>
                    <a:pt x="3" y="0"/>
                  </a:lnTo>
                  <a:lnTo>
                    <a:pt x="0" y="4"/>
                  </a:lnTo>
                  <a:lnTo>
                    <a:pt x="38" y="43"/>
                  </a:lnTo>
                  <a:lnTo>
                    <a:pt x="41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41"/>
            <p:cNvSpPr>
              <a:spLocks noEditPoints="1"/>
            </p:cNvSpPr>
            <p:nvPr/>
          </p:nvSpPr>
          <p:spPr bwMode="auto">
            <a:xfrm>
              <a:off x="5211685" y="1264880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5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3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2" name="Группа 301"/>
          <p:cNvGrpSpPr/>
          <p:nvPr/>
        </p:nvGrpSpPr>
        <p:grpSpPr>
          <a:xfrm>
            <a:off x="5604655" y="1264880"/>
            <a:ext cx="302608" cy="302608"/>
            <a:chOff x="5604655" y="1264880"/>
            <a:chExt cx="302608" cy="302608"/>
          </a:xfrm>
          <a:solidFill>
            <a:schemeClr val="tx1"/>
          </a:solidFill>
        </p:grpSpPr>
        <p:sp>
          <p:nvSpPr>
            <p:cNvPr id="35" name="Freeform 42"/>
            <p:cNvSpPr>
              <a:spLocks noEditPoints="1"/>
            </p:cNvSpPr>
            <p:nvPr/>
          </p:nvSpPr>
          <p:spPr bwMode="auto">
            <a:xfrm>
              <a:off x="5604655" y="1264880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3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ubicBezTo>
                    <a:pt x="191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43"/>
            <p:cNvSpPr>
              <a:spLocks/>
            </p:cNvSpPr>
            <p:nvPr/>
          </p:nvSpPr>
          <p:spPr bwMode="auto">
            <a:xfrm>
              <a:off x="5707626" y="1344735"/>
              <a:ext cx="119783" cy="119783"/>
            </a:xfrm>
            <a:custGeom>
              <a:avLst/>
              <a:gdLst>
                <a:gd name="T0" fmla="*/ 57 w 57"/>
                <a:gd name="T1" fmla="*/ 57 h 57"/>
                <a:gd name="T2" fmla="*/ 57 w 57"/>
                <a:gd name="T3" fmla="*/ 52 h 57"/>
                <a:gd name="T4" fmla="*/ 5 w 57"/>
                <a:gd name="T5" fmla="*/ 52 h 57"/>
                <a:gd name="T6" fmla="*/ 5 w 57"/>
                <a:gd name="T7" fmla="*/ 0 h 57"/>
                <a:gd name="T8" fmla="*/ 0 w 57"/>
                <a:gd name="T9" fmla="*/ 0 h 57"/>
                <a:gd name="T10" fmla="*/ 0 w 57"/>
                <a:gd name="T11" fmla="*/ 54 h 57"/>
                <a:gd name="T12" fmla="*/ 2 w 57"/>
                <a:gd name="T13" fmla="*/ 57 h 57"/>
                <a:gd name="T14" fmla="*/ 57 w 57"/>
                <a:gd name="T1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57">
                  <a:moveTo>
                    <a:pt x="57" y="57"/>
                  </a:moveTo>
                  <a:lnTo>
                    <a:pt x="57" y="52"/>
                  </a:lnTo>
                  <a:lnTo>
                    <a:pt x="5" y="52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2" y="57"/>
                  </a:lnTo>
                  <a:lnTo>
                    <a:pt x="57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3" name="Группа 302"/>
          <p:cNvGrpSpPr/>
          <p:nvPr/>
        </p:nvGrpSpPr>
        <p:grpSpPr>
          <a:xfrm>
            <a:off x="5997626" y="1264880"/>
            <a:ext cx="302608" cy="302608"/>
            <a:chOff x="5997626" y="1264880"/>
            <a:chExt cx="302608" cy="302608"/>
          </a:xfrm>
          <a:solidFill>
            <a:schemeClr val="tx1"/>
          </a:solidFill>
        </p:grpSpPr>
        <p:sp>
          <p:nvSpPr>
            <p:cNvPr id="37" name="Freeform 44"/>
            <p:cNvSpPr>
              <a:spLocks noEditPoints="1"/>
            </p:cNvSpPr>
            <p:nvPr/>
          </p:nvSpPr>
          <p:spPr bwMode="auto">
            <a:xfrm>
              <a:off x="5997626" y="1264880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4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4 w 256"/>
                <a:gd name="T41" fmla="*/ 212 h 256"/>
                <a:gd name="T42" fmla="*/ 8 w 256"/>
                <a:gd name="T43" fmla="*/ 128 h 256"/>
                <a:gd name="T44" fmla="*/ 44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3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4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1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ubicBezTo>
                    <a:pt x="191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4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" name="Freeform 45"/>
            <p:cNvSpPr>
              <a:spLocks/>
            </p:cNvSpPr>
            <p:nvPr/>
          </p:nvSpPr>
          <p:spPr bwMode="auto">
            <a:xfrm>
              <a:off x="6077480" y="1344735"/>
              <a:ext cx="117681" cy="119783"/>
            </a:xfrm>
            <a:custGeom>
              <a:avLst/>
              <a:gdLst>
                <a:gd name="T0" fmla="*/ 56 w 56"/>
                <a:gd name="T1" fmla="*/ 54 h 57"/>
                <a:gd name="T2" fmla="*/ 56 w 56"/>
                <a:gd name="T3" fmla="*/ 0 h 57"/>
                <a:gd name="T4" fmla="*/ 52 w 56"/>
                <a:gd name="T5" fmla="*/ 0 h 57"/>
                <a:gd name="T6" fmla="*/ 52 w 56"/>
                <a:gd name="T7" fmla="*/ 52 h 57"/>
                <a:gd name="T8" fmla="*/ 0 w 56"/>
                <a:gd name="T9" fmla="*/ 52 h 57"/>
                <a:gd name="T10" fmla="*/ 0 w 56"/>
                <a:gd name="T11" fmla="*/ 57 h 57"/>
                <a:gd name="T12" fmla="*/ 54 w 56"/>
                <a:gd name="T13" fmla="*/ 57 h 57"/>
                <a:gd name="T14" fmla="*/ 56 w 56"/>
                <a:gd name="T15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7">
                  <a:moveTo>
                    <a:pt x="56" y="54"/>
                  </a:moveTo>
                  <a:lnTo>
                    <a:pt x="56" y="0"/>
                  </a:lnTo>
                  <a:lnTo>
                    <a:pt x="52" y="0"/>
                  </a:lnTo>
                  <a:lnTo>
                    <a:pt x="52" y="52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54" y="57"/>
                  </a:lnTo>
                  <a:lnTo>
                    <a:pt x="56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4" name="Группа 303"/>
          <p:cNvGrpSpPr/>
          <p:nvPr/>
        </p:nvGrpSpPr>
        <p:grpSpPr>
          <a:xfrm>
            <a:off x="6390595" y="1264880"/>
            <a:ext cx="302608" cy="302608"/>
            <a:chOff x="6390595" y="1264880"/>
            <a:chExt cx="302608" cy="302608"/>
          </a:xfrm>
          <a:solidFill>
            <a:schemeClr val="tx1"/>
          </a:solidFill>
        </p:grpSpPr>
        <p:sp>
          <p:nvSpPr>
            <p:cNvPr id="39" name="Freeform 46"/>
            <p:cNvSpPr>
              <a:spLocks/>
            </p:cNvSpPr>
            <p:nvPr/>
          </p:nvSpPr>
          <p:spPr bwMode="auto">
            <a:xfrm>
              <a:off x="6514581" y="1332126"/>
              <a:ext cx="90363" cy="166015"/>
            </a:xfrm>
            <a:custGeom>
              <a:avLst/>
              <a:gdLst>
                <a:gd name="T0" fmla="*/ 4 w 43"/>
                <a:gd name="T1" fmla="*/ 79 h 79"/>
                <a:gd name="T2" fmla="*/ 43 w 43"/>
                <a:gd name="T3" fmla="*/ 41 h 79"/>
                <a:gd name="T4" fmla="*/ 43 w 43"/>
                <a:gd name="T5" fmla="*/ 38 h 79"/>
                <a:gd name="T6" fmla="*/ 4 w 43"/>
                <a:gd name="T7" fmla="*/ 0 h 79"/>
                <a:gd name="T8" fmla="*/ 0 w 43"/>
                <a:gd name="T9" fmla="*/ 3 h 79"/>
                <a:gd name="T10" fmla="*/ 37 w 43"/>
                <a:gd name="T11" fmla="*/ 40 h 79"/>
                <a:gd name="T12" fmla="*/ 0 w 43"/>
                <a:gd name="T13" fmla="*/ 77 h 79"/>
                <a:gd name="T14" fmla="*/ 4 w 43"/>
                <a:gd name="T1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79">
                  <a:moveTo>
                    <a:pt x="4" y="79"/>
                  </a:moveTo>
                  <a:lnTo>
                    <a:pt x="43" y="41"/>
                  </a:lnTo>
                  <a:lnTo>
                    <a:pt x="43" y="38"/>
                  </a:lnTo>
                  <a:lnTo>
                    <a:pt x="4" y="0"/>
                  </a:lnTo>
                  <a:lnTo>
                    <a:pt x="0" y="3"/>
                  </a:lnTo>
                  <a:lnTo>
                    <a:pt x="37" y="40"/>
                  </a:lnTo>
                  <a:lnTo>
                    <a:pt x="0" y="77"/>
                  </a:lnTo>
                  <a:lnTo>
                    <a:pt x="4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Freeform 47"/>
            <p:cNvSpPr>
              <a:spLocks noEditPoints="1"/>
            </p:cNvSpPr>
            <p:nvPr/>
          </p:nvSpPr>
          <p:spPr bwMode="auto">
            <a:xfrm>
              <a:off x="6390595" y="1264880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2 w 256"/>
                <a:gd name="T29" fmla="*/ 43 h 256"/>
                <a:gd name="T30" fmla="*/ 248 w 256"/>
                <a:gd name="T31" fmla="*/ 128 h 256"/>
                <a:gd name="T32" fmla="*/ 212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3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5" y="20"/>
                    <a:pt x="95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2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2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5" y="248"/>
                    <a:pt x="65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9" name="Группа 298"/>
          <p:cNvGrpSpPr/>
          <p:nvPr/>
        </p:nvGrpSpPr>
        <p:grpSpPr>
          <a:xfrm>
            <a:off x="4423643" y="1264880"/>
            <a:ext cx="304710" cy="302608"/>
            <a:chOff x="4423643" y="1264880"/>
            <a:chExt cx="304710" cy="302608"/>
          </a:xfrm>
          <a:solidFill>
            <a:schemeClr val="tx1"/>
          </a:solidFill>
        </p:grpSpPr>
        <p:sp>
          <p:nvSpPr>
            <p:cNvPr id="41" name="Rectangle 48"/>
            <p:cNvSpPr>
              <a:spLocks noChangeArrowheads="1"/>
            </p:cNvSpPr>
            <p:nvPr/>
          </p:nvSpPr>
          <p:spPr bwMode="auto">
            <a:xfrm>
              <a:off x="4490890" y="1407778"/>
              <a:ext cx="17021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Freeform 49"/>
            <p:cNvSpPr>
              <a:spLocks noEditPoints="1"/>
            </p:cNvSpPr>
            <p:nvPr/>
          </p:nvSpPr>
          <p:spPr bwMode="auto">
            <a:xfrm>
              <a:off x="4423643" y="1264880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6" name="Группа 305"/>
          <p:cNvGrpSpPr/>
          <p:nvPr/>
        </p:nvGrpSpPr>
        <p:grpSpPr>
          <a:xfrm>
            <a:off x="2065823" y="1657849"/>
            <a:ext cx="302608" cy="302608"/>
            <a:chOff x="2065823" y="1657849"/>
            <a:chExt cx="302608" cy="302608"/>
          </a:xfrm>
          <a:solidFill>
            <a:schemeClr val="tx1"/>
          </a:solidFill>
        </p:grpSpPr>
        <p:sp>
          <p:nvSpPr>
            <p:cNvPr id="43" name="Freeform 50"/>
            <p:cNvSpPr>
              <a:spLocks/>
            </p:cNvSpPr>
            <p:nvPr/>
          </p:nvSpPr>
          <p:spPr bwMode="auto">
            <a:xfrm>
              <a:off x="2130969" y="1725096"/>
              <a:ext cx="170218" cy="170218"/>
            </a:xfrm>
            <a:custGeom>
              <a:avLst/>
              <a:gdLst>
                <a:gd name="T0" fmla="*/ 38 w 81"/>
                <a:gd name="T1" fmla="*/ 81 h 81"/>
                <a:gd name="T2" fmla="*/ 43 w 81"/>
                <a:gd name="T3" fmla="*/ 81 h 81"/>
                <a:gd name="T4" fmla="*/ 43 w 81"/>
                <a:gd name="T5" fmla="*/ 42 h 81"/>
                <a:gd name="T6" fmla="*/ 81 w 81"/>
                <a:gd name="T7" fmla="*/ 42 h 81"/>
                <a:gd name="T8" fmla="*/ 81 w 81"/>
                <a:gd name="T9" fmla="*/ 38 h 81"/>
                <a:gd name="T10" fmla="*/ 43 w 81"/>
                <a:gd name="T11" fmla="*/ 38 h 81"/>
                <a:gd name="T12" fmla="*/ 43 w 81"/>
                <a:gd name="T13" fmla="*/ 0 h 81"/>
                <a:gd name="T14" fmla="*/ 38 w 81"/>
                <a:gd name="T15" fmla="*/ 0 h 81"/>
                <a:gd name="T16" fmla="*/ 38 w 81"/>
                <a:gd name="T17" fmla="*/ 38 h 81"/>
                <a:gd name="T18" fmla="*/ 0 w 81"/>
                <a:gd name="T19" fmla="*/ 38 h 81"/>
                <a:gd name="T20" fmla="*/ 0 w 81"/>
                <a:gd name="T21" fmla="*/ 42 h 81"/>
                <a:gd name="T22" fmla="*/ 38 w 81"/>
                <a:gd name="T23" fmla="*/ 42 h 81"/>
                <a:gd name="T24" fmla="*/ 38 w 81"/>
                <a:gd name="T25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81">
                  <a:moveTo>
                    <a:pt x="38" y="81"/>
                  </a:moveTo>
                  <a:lnTo>
                    <a:pt x="43" y="81"/>
                  </a:lnTo>
                  <a:lnTo>
                    <a:pt x="43" y="42"/>
                  </a:lnTo>
                  <a:lnTo>
                    <a:pt x="81" y="42"/>
                  </a:lnTo>
                  <a:lnTo>
                    <a:pt x="81" y="38"/>
                  </a:lnTo>
                  <a:lnTo>
                    <a:pt x="43" y="38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8" y="38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38" y="42"/>
                  </a:lnTo>
                  <a:lnTo>
                    <a:pt x="38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Freeform 51"/>
            <p:cNvSpPr>
              <a:spLocks noEditPoints="1"/>
            </p:cNvSpPr>
            <p:nvPr/>
          </p:nvSpPr>
          <p:spPr bwMode="auto">
            <a:xfrm>
              <a:off x="2065823" y="1657849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3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5" name="Группа 304"/>
          <p:cNvGrpSpPr/>
          <p:nvPr/>
        </p:nvGrpSpPr>
        <p:grpSpPr>
          <a:xfrm>
            <a:off x="6783566" y="1264880"/>
            <a:ext cx="304710" cy="302608"/>
            <a:chOff x="6783566" y="1264880"/>
            <a:chExt cx="304710" cy="302608"/>
          </a:xfrm>
          <a:solidFill>
            <a:schemeClr val="tx1"/>
          </a:solidFill>
        </p:grpSpPr>
        <p:sp>
          <p:nvSpPr>
            <p:cNvPr id="45" name="Freeform 52"/>
            <p:cNvSpPr>
              <a:spLocks/>
            </p:cNvSpPr>
            <p:nvPr/>
          </p:nvSpPr>
          <p:spPr bwMode="auto">
            <a:xfrm>
              <a:off x="6869724" y="1342633"/>
              <a:ext cx="130290" cy="130290"/>
            </a:xfrm>
            <a:custGeom>
              <a:avLst/>
              <a:gdLst>
                <a:gd name="T0" fmla="*/ 0 w 62"/>
                <a:gd name="T1" fmla="*/ 58 h 62"/>
                <a:gd name="T2" fmla="*/ 4 w 62"/>
                <a:gd name="T3" fmla="*/ 62 h 62"/>
                <a:gd name="T4" fmla="*/ 31 w 62"/>
                <a:gd name="T5" fmla="*/ 34 h 62"/>
                <a:gd name="T6" fmla="*/ 59 w 62"/>
                <a:gd name="T7" fmla="*/ 62 h 62"/>
                <a:gd name="T8" fmla="*/ 62 w 62"/>
                <a:gd name="T9" fmla="*/ 58 h 62"/>
                <a:gd name="T10" fmla="*/ 34 w 62"/>
                <a:gd name="T11" fmla="*/ 31 h 62"/>
                <a:gd name="T12" fmla="*/ 62 w 62"/>
                <a:gd name="T13" fmla="*/ 3 h 62"/>
                <a:gd name="T14" fmla="*/ 59 w 62"/>
                <a:gd name="T15" fmla="*/ 0 h 62"/>
                <a:gd name="T16" fmla="*/ 31 w 62"/>
                <a:gd name="T17" fmla="*/ 27 h 62"/>
                <a:gd name="T18" fmla="*/ 3 w 62"/>
                <a:gd name="T19" fmla="*/ 0 h 62"/>
                <a:gd name="T20" fmla="*/ 0 w 62"/>
                <a:gd name="T21" fmla="*/ 3 h 62"/>
                <a:gd name="T22" fmla="*/ 28 w 62"/>
                <a:gd name="T23" fmla="*/ 31 h 62"/>
                <a:gd name="T24" fmla="*/ 0 w 62"/>
                <a:gd name="T25" fmla="*/ 5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62">
                  <a:moveTo>
                    <a:pt x="0" y="58"/>
                  </a:moveTo>
                  <a:lnTo>
                    <a:pt x="4" y="62"/>
                  </a:lnTo>
                  <a:lnTo>
                    <a:pt x="31" y="34"/>
                  </a:lnTo>
                  <a:lnTo>
                    <a:pt x="59" y="62"/>
                  </a:lnTo>
                  <a:lnTo>
                    <a:pt x="62" y="58"/>
                  </a:lnTo>
                  <a:lnTo>
                    <a:pt x="34" y="31"/>
                  </a:lnTo>
                  <a:lnTo>
                    <a:pt x="62" y="3"/>
                  </a:lnTo>
                  <a:lnTo>
                    <a:pt x="59" y="0"/>
                  </a:lnTo>
                  <a:lnTo>
                    <a:pt x="31" y="27"/>
                  </a:lnTo>
                  <a:lnTo>
                    <a:pt x="3" y="0"/>
                  </a:lnTo>
                  <a:lnTo>
                    <a:pt x="0" y="3"/>
                  </a:lnTo>
                  <a:lnTo>
                    <a:pt x="28" y="31"/>
                  </a:lnTo>
                  <a:lnTo>
                    <a:pt x="0" y="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Freeform 53"/>
            <p:cNvSpPr>
              <a:spLocks noEditPoints="1"/>
            </p:cNvSpPr>
            <p:nvPr/>
          </p:nvSpPr>
          <p:spPr bwMode="auto">
            <a:xfrm>
              <a:off x="6783566" y="1264880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3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5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5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7" name="Группа 306"/>
          <p:cNvGrpSpPr/>
          <p:nvPr/>
        </p:nvGrpSpPr>
        <p:grpSpPr>
          <a:xfrm>
            <a:off x="2458794" y="1657849"/>
            <a:ext cx="302608" cy="302608"/>
            <a:chOff x="2458794" y="1657849"/>
            <a:chExt cx="302608" cy="302608"/>
          </a:xfrm>
          <a:solidFill>
            <a:schemeClr val="tx1"/>
          </a:solidFill>
        </p:grpSpPr>
        <p:sp>
          <p:nvSpPr>
            <p:cNvPr id="47" name="Freeform 54"/>
            <p:cNvSpPr>
              <a:spLocks/>
            </p:cNvSpPr>
            <p:nvPr/>
          </p:nvSpPr>
          <p:spPr bwMode="auto">
            <a:xfrm>
              <a:off x="2547054" y="1725096"/>
              <a:ext cx="90363" cy="168116"/>
            </a:xfrm>
            <a:custGeom>
              <a:avLst/>
              <a:gdLst>
                <a:gd name="T0" fmla="*/ 43 w 43"/>
                <a:gd name="T1" fmla="*/ 77 h 80"/>
                <a:gd name="T2" fmla="*/ 6 w 43"/>
                <a:gd name="T3" fmla="*/ 40 h 80"/>
                <a:gd name="T4" fmla="*/ 43 w 43"/>
                <a:gd name="T5" fmla="*/ 3 h 80"/>
                <a:gd name="T6" fmla="*/ 39 w 43"/>
                <a:gd name="T7" fmla="*/ 0 h 80"/>
                <a:gd name="T8" fmla="*/ 0 w 43"/>
                <a:gd name="T9" fmla="*/ 38 h 80"/>
                <a:gd name="T10" fmla="*/ 0 w 43"/>
                <a:gd name="T11" fmla="*/ 42 h 80"/>
                <a:gd name="T12" fmla="*/ 39 w 43"/>
                <a:gd name="T13" fmla="*/ 80 h 80"/>
                <a:gd name="T14" fmla="*/ 43 w 43"/>
                <a:gd name="T15" fmla="*/ 7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80">
                  <a:moveTo>
                    <a:pt x="43" y="77"/>
                  </a:moveTo>
                  <a:lnTo>
                    <a:pt x="6" y="40"/>
                  </a:lnTo>
                  <a:lnTo>
                    <a:pt x="43" y="3"/>
                  </a:lnTo>
                  <a:lnTo>
                    <a:pt x="39" y="0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39" y="80"/>
                  </a:lnTo>
                  <a:lnTo>
                    <a:pt x="4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" name="Freeform 55"/>
            <p:cNvSpPr>
              <a:spLocks noEditPoints="1"/>
            </p:cNvSpPr>
            <p:nvPr/>
          </p:nvSpPr>
          <p:spPr bwMode="auto">
            <a:xfrm>
              <a:off x="2458794" y="1657849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3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ubicBezTo>
                    <a:pt x="191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8" name="Группа 307"/>
          <p:cNvGrpSpPr/>
          <p:nvPr/>
        </p:nvGrpSpPr>
        <p:grpSpPr>
          <a:xfrm>
            <a:off x="2851763" y="1657849"/>
            <a:ext cx="302608" cy="302608"/>
            <a:chOff x="2851763" y="1657849"/>
            <a:chExt cx="302608" cy="302608"/>
          </a:xfrm>
          <a:solidFill>
            <a:schemeClr val="tx1"/>
          </a:solidFill>
        </p:grpSpPr>
        <p:sp>
          <p:nvSpPr>
            <p:cNvPr id="49" name="Freeform 56"/>
            <p:cNvSpPr>
              <a:spLocks/>
            </p:cNvSpPr>
            <p:nvPr/>
          </p:nvSpPr>
          <p:spPr bwMode="auto">
            <a:xfrm>
              <a:off x="2919009" y="1762922"/>
              <a:ext cx="168116" cy="88261"/>
            </a:xfrm>
            <a:custGeom>
              <a:avLst/>
              <a:gdLst>
                <a:gd name="T0" fmla="*/ 40 w 80"/>
                <a:gd name="T1" fmla="*/ 5 h 42"/>
                <a:gd name="T2" fmla="*/ 77 w 80"/>
                <a:gd name="T3" fmla="*/ 42 h 42"/>
                <a:gd name="T4" fmla="*/ 80 w 80"/>
                <a:gd name="T5" fmla="*/ 38 h 42"/>
                <a:gd name="T6" fmla="*/ 41 w 80"/>
                <a:gd name="T7" fmla="*/ 0 h 42"/>
                <a:gd name="T8" fmla="*/ 39 w 80"/>
                <a:gd name="T9" fmla="*/ 0 h 42"/>
                <a:gd name="T10" fmla="*/ 0 w 80"/>
                <a:gd name="T11" fmla="*/ 38 h 42"/>
                <a:gd name="T12" fmla="*/ 3 w 80"/>
                <a:gd name="T13" fmla="*/ 41 h 42"/>
                <a:gd name="T14" fmla="*/ 40 w 80"/>
                <a:gd name="T15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40" y="5"/>
                  </a:moveTo>
                  <a:lnTo>
                    <a:pt x="77" y="42"/>
                  </a:lnTo>
                  <a:lnTo>
                    <a:pt x="80" y="38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4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Freeform 57"/>
            <p:cNvSpPr>
              <a:spLocks noEditPoints="1"/>
            </p:cNvSpPr>
            <p:nvPr/>
          </p:nvSpPr>
          <p:spPr bwMode="auto">
            <a:xfrm>
              <a:off x="2851763" y="1657849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4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4 w 256"/>
                <a:gd name="T41" fmla="*/ 213 h 256"/>
                <a:gd name="T42" fmla="*/ 8 w 256"/>
                <a:gd name="T43" fmla="*/ 128 h 256"/>
                <a:gd name="T44" fmla="*/ 44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4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1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ubicBezTo>
                    <a:pt x="191" y="235"/>
                    <a:pt x="161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4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9" name="Группа 308"/>
          <p:cNvGrpSpPr/>
          <p:nvPr/>
        </p:nvGrpSpPr>
        <p:grpSpPr>
          <a:xfrm>
            <a:off x="3244734" y="1657849"/>
            <a:ext cx="304710" cy="302608"/>
            <a:chOff x="3244734" y="1657849"/>
            <a:chExt cx="304710" cy="302608"/>
          </a:xfrm>
          <a:solidFill>
            <a:schemeClr val="tx1"/>
          </a:solidFill>
        </p:grpSpPr>
        <p:sp>
          <p:nvSpPr>
            <p:cNvPr id="51" name="Freeform 58"/>
            <p:cNvSpPr>
              <a:spLocks noEditPoints="1"/>
            </p:cNvSpPr>
            <p:nvPr/>
          </p:nvSpPr>
          <p:spPr bwMode="auto">
            <a:xfrm>
              <a:off x="3244734" y="1657849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2 w 256"/>
                <a:gd name="T29" fmla="*/ 43 h 256"/>
                <a:gd name="T30" fmla="*/ 248 w 256"/>
                <a:gd name="T31" fmla="*/ 128 h 256"/>
                <a:gd name="T32" fmla="*/ 212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3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4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5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2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2" y="213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5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59"/>
            <p:cNvSpPr>
              <a:spLocks/>
            </p:cNvSpPr>
            <p:nvPr/>
          </p:nvSpPr>
          <p:spPr bwMode="auto">
            <a:xfrm>
              <a:off x="3349806" y="1762922"/>
              <a:ext cx="117681" cy="117681"/>
            </a:xfrm>
            <a:custGeom>
              <a:avLst/>
              <a:gdLst>
                <a:gd name="T0" fmla="*/ 4 w 56"/>
                <a:gd name="T1" fmla="*/ 4 h 56"/>
                <a:gd name="T2" fmla="*/ 56 w 56"/>
                <a:gd name="T3" fmla="*/ 4 h 56"/>
                <a:gd name="T4" fmla="*/ 56 w 56"/>
                <a:gd name="T5" fmla="*/ 0 h 56"/>
                <a:gd name="T6" fmla="*/ 0 w 56"/>
                <a:gd name="T7" fmla="*/ 0 h 56"/>
                <a:gd name="T8" fmla="*/ 0 w 56"/>
                <a:gd name="T9" fmla="*/ 56 h 56"/>
                <a:gd name="T10" fmla="*/ 4 w 56"/>
                <a:gd name="T11" fmla="*/ 56 h 56"/>
                <a:gd name="T12" fmla="*/ 4 w 56"/>
                <a:gd name="T13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56">
                  <a:moveTo>
                    <a:pt x="4" y="4"/>
                  </a:moveTo>
                  <a:lnTo>
                    <a:pt x="56" y="4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0" name="Группа 309"/>
          <p:cNvGrpSpPr/>
          <p:nvPr/>
        </p:nvGrpSpPr>
        <p:grpSpPr>
          <a:xfrm>
            <a:off x="3637703" y="1657849"/>
            <a:ext cx="304710" cy="302608"/>
            <a:chOff x="3637703" y="1657849"/>
            <a:chExt cx="304710" cy="302608"/>
          </a:xfrm>
          <a:solidFill>
            <a:schemeClr val="tx1"/>
          </a:solidFill>
        </p:grpSpPr>
        <p:sp>
          <p:nvSpPr>
            <p:cNvPr id="53" name="Freeform 60"/>
            <p:cNvSpPr>
              <a:spLocks noEditPoints="1"/>
            </p:cNvSpPr>
            <p:nvPr/>
          </p:nvSpPr>
          <p:spPr bwMode="auto">
            <a:xfrm>
              <a:off x="3637703" y="1657849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3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4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1" y="13"/>
                    <a:pt x="37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3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61"/>
            <p:cNvSpPr>
              <a:spLocks/>
            </p:cNvSpPr>
            <p:nvPr/>
          </p:nvSpPr>
          <p:spPr bwMode="auto">
            <a:xfrm>
              <a:off x="3719660" y="1762922"/>
              <a:ext cx="117681" cy="117681"/>
            </a:xfrm>
            <a:custGeom>
              <a:avLst/>
              <a:gdLst>
                <a:gd name="T0" fmla="*/ 51 w 56"/>
                <a:gd name="T1" fmla="*/ 56 h 56"/>
                <a:gd name="T2" fmla="*/ 56 w 56"/>
                <a:gd name="T3" fmla="*/ 56 h 56"/>
                <a:gd name="T4" fmla="*/ 56 w 56"/>
                <a:gd name="T5" fmla="*/ 2 h 56"/>
                <a:gd name="T6" fmla="*/ 54 w 56"/>
                <a:gd name="T7" fmla="*/ 0 h 56"/>
                <a:gd name="T8" fmla="*/ 0 w 56"/>
                <a:gd name="T9" fmla="*/ 0 h 56"/>
                <a:gd name="T10" fmla="*/ 0 w 56"/>
                <a:gd name="T11" fmla="*/ 4 h 56"/>
                <a:gd name="T12" fmla="*/ 51 w 56"/>
                <a:gd name="T13" fmla="*/ 4 h 56"/>
                <a:gd name="T14" fmla="*/ 51 w 56"/>
                <a:gd name="T1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51" y="56"/>
                  </a:moveTo>
                  <a:lnTo>
                    <a:pt x="56" y="56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51" y="4"/>
                  </a:lnTo>
                  <a:lnTo>
                    <a:pt x="51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5" name="Freeform 62"/>
          <p:cNvSpPr>
            <a:spLocks/>
          </p:cNvSpPr>
          <p:nvPr/>
        </p:nvSpPr>
        <p:spPr bwMode="auto">
          <a:xfrm>
            <a:off x="4030674" y="1657849"/>
            <a:ext cx="304710" cy="302608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128 w 256"/>
              <a:gd name="T7" fmla="*/ 248 h 256"/>
              <a:gd name="T8" fmla="*/ 8 w 256"/>
              <a:gd name="T9" fmla="*/ 128 h 256"/>
              <a:gd name="T10" fmla="*/ 128 w 256"/>
              <a:gd name="T11" fmla="*/ 8 h 256"/>
              <a:gd name="T12" fmla="*/ 248 w 256"/>
              <a:gd name="T13" fmla="*/ 128 h 256"/>
              <a:gd name="T14" fmla="*/ 226 w 256"/>
              <a:gd name="T15" fmla="*/ 197 h 256"/>
              <a:gd name="T16" fmla="*/ 208 w 256"/>
              <a:gd name="T17" fmla="*/ 215 h 256"/>
              <a:gd name="T18" fmla="*/ 208 w 256"/>
              <a:gd name="T19" fmla="*/ 180 h 256"/>
              <a:gd name="T20" fmla="*/ 200 w 256"/>
              <a:gd name="T21" fmla="*/ 180 h 256"/>
              <a:gd name="T22" fmla="*/ 200 w 256"/>
              <a:gd name="T23" fmla="*/ 224 h 256"/>
              <a:gd name="T24" fmla="*/ 204 w 256"/>
              <a:gd name="T25" fmla="*/ 228 h 256"/>
              <a:gd name="T26" fmla="*/ 248 w 256"/>
              <a:gd name="T27" fmla="*/ 228 h 256"/>
              <a:gd name="T28" fmla="*/ 248 w 256"/>
              <a:gd name="T29" fmla="*/ 220 h 256"/>
              <a:gd name="T30" fmla="*/ 214 w 256"/>
              <a:gd name="T31" fmla="*/ 220 h 256"/>
              <a:gd name="T32" fmla="*/ 232 w 256"/>
              <a:gd name="T33" fmla="*/ 203 h 256"/>
              <a:gd name="T34" fmla="*/ 232 w 256"/>
              <a:gd name="T35" fmla="*/ 202 h 256"/>
              <a:gd name="T36" fmla="*/ 256 w 256"/>
              <a:gd name="T37" fmla="*/ 128 h 256"/>
              <a:gd name="T38" fmla="*/ 128 w 256"/>
              <a:gd name="T39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28" y="248"/>
                  <a:pt x="128" y="248"/>
                  <a:pt x="128" y="248"/>
                </a:cubicBezTo>
                <a:cubicBezTo>
                  <a:pt x="62" y="248"/>
                  <a:pt x="8" y="194"/>
                  <a:pt x="8" y="128"/>
                </a:cubicBezTo>
                <a:cubicBezTo>
                  <a:pt x="8" y="62"/>
                  <a:pt x="62" y="8"/>
                  <a:pt x="128" y="8"/>
                </a:cubicBezTo>
                <a:cubicBezTo>
                  <a:pt x="194" y="8"/>
                  <a:pt x="248" y="62"/>
                  <a:pt x="248" y="128"/>
                </a:cubicBezTo>
                <a:cubicBezTo>
                  <a:pt x="248" y="153"/>
                  <a:pt x="240" y="177"/>
                  <a:pt x="226" y="197"/>
                </a:cubicBezTo>
                <a:cubicBezTo>
                  <a:pt x="208" y="215"/>
                  <a:pt x="208" y="215"/>
                  <a:pt x="208" y="215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0" y="180"/>
                  <a:pt x="200" y="180"/>
                  <a:pt x="200" y="180"/>
                </a:cubicBezTo>
                <a:cubicBezTo>
                  <a:pt x="200" y="224"/>
                  <a:pt x="200" y="224"/>
                  <a:pt x="200" y="224"/>
                </a:cubicBezTo>
                <a:cubicBezTo>
                  <a:pt x="204" y="228"/>
                  <a:pt x="204" y="228"/>
                  <a:pt x="204" y="228"/>
                </a:cubicBezTo>
                <a:cubicBezTo>
                  <a:pt x="248" y="228"/>
                  <a:pt x="248" y="228"/>
                  <a:pt x="248" y="228"/>
                </a:cubicBezTo>
                <a:cubicBezTo>
                  <a:pt x="248" y="220"/>
                  <a:pt x="248" y="220"/>
                  <a:pt x="248" y="220"/>
                </a:cubicBezTo>
                <a:cubicBezTo>
                  <a:pt x="214" y="220"/>
                  <a:pt x="214" y="220"/>
                  <a:pt x="214" y="220"/>
                </a:cubicBezTo>
                <a:cubicBezTo>
                  <a:pt x="232" y="203"/>
                  <a:pt x="232" y="203"/>
                  <a:pt x="232" y="203"/>
                </a:cubicBezTo>
                <a:cubicBezTo>
                  <a:pt x="232" y="202"/>
                  <a:pt x="232" y="202"/>
                  <a:pt x="232" y="202"/>
                </a:cubicBezTo>
                <a:cubicBezTo>
                  <a:pt x="248" y="180"/>
                  <a:pt x="256" y="155"/>
                  <a:pt x="256" y="128"/>
                </a:cubicBezTo>
                <a:cubicBezTo>
                  <a:pt x="256" y="57"/>
                  <a:pt x="198" y="0"/>
                  <a:pt x="12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11" name="Группа 310"/>
          <p:cNvGrpSpPr/>
          <p:nvPr/>
        </p:nvGrpSpPr>
        <p:grpSpPr>
          <a:xfrm>
            <a:off x="4423643" y="1657849"/>
            <a:ext cx="304711" cy="302610"/>
            <a:chOff x="4423643" y="1657849"/>
            <a:chExt cx="304711" cy="302610"/>
          </a:xfrm>
          <a:solidFill>
            <a:schemeClr val="tx1"/>
          </a:solidFill>
        </p:grpSpPr>
        <p:sp>
          <p:nvSpPr>
            <p:cNvPr id="56" name="Freeform 63"/>
            <p:cNvSpPr>
              <a:spLocks/>
            </p:cNvSpPr>
            <p:nvPr/>
          </p:nvSpPr>
          <p:spPr bwMode="auto">
            <a:xfrm>
              <a:off x="4444658" y="1880602"/>
              <a:ext cx="18914" cy="21014"/>
            </a:xfrm>
            <a:custGeom>
              <a:avLst/>
              <a:gdLst>
                <a:gd name="T0" fmla="*/ 16 w 16"/>
                <a:gd name="T1" fmla="*/ 13 h 18"/>
                <a:gd name="T2" fmla="*/ 7 w 16"/>
                <a:gd name="T3" fmla="*/ 0 h 18"/>
                <a:gd name="T4" fmla="*/ 0 w 16"/>
                <a:gd name="T5" fmla="*/ 4 h 18"/>
                <a:gd name="T6" fmla="*/ 9 w 16"/>
                <a:gd name="T7" fmla="*/ 18 h 18"/>
                <a:gd name="T8" fmla="*/ 16 w 16"/>
                <a:gd name="T9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16" y="13"/>
                  </a:moveTo>
                  <a:cubicBezTo>
                    <a:pt x="12" y="9"/>
                    <a:pt x="10" y="4"/>
                    <a:pt x="7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8"/>
                    <a:pt x="6" y="13"/>
                    <a:pt x="9" y="18"/>
                  </a:cubicBezTo>
                  <a:lnTo>
                    <a:pt x="16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64"/>
            <p:cNvSpPr>
              <a:spLocks/>
            </p:cNvSpPr>
            <p:nvPr/>
          </p:nvSpPr>
          <p:spPr bwMode="auto">
            <a:xfrm>
              <a:off x="4444658" y="1716690"/>
              <a:ext cx="18914" cy="21014"/>
            </a:xfrm>
            <a:custGeom>
              <a:avLst/>
              <a:gdLst>
                <a:gd name="T0" fmla="*/ 0 w 16"/>
                <a:gd name="T1" fmla="*/ 14 h 18"/>
                <a:gd name="T2" fmla="*/ 7 w 16"/>
                <a:gd name="T3" fmla="*/ 18 h 18"/>
                <a:gd name="T4" fmla="*/ 16 w 16"/>
                <a:gd name="T5" fmla="*/ 5 h 18"/>
                <a:gd name="T6" fmla="*/ 9 w 16"/>
                <a:gd name="T7" fmla="*/ 0 h 18"/>
                <a:gd name="T8" fmla="*/ 0 w 16"/>
                <a:gd name="T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0" y="14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10" y="13"/>
                    <a:pt x="13" y="9"/>
                    <a:pt x="16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4"/>
                    <a:pt x="3" y="9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" name="Freeform 65"/>
            <p:cNvSpPr>
              <a:spLocks/>
            </p:cNvSpPr>
            <p:nvPr/>
          </p:nvSpPr>
          <p:spPr bwMode="auto">
            <a:xfrm>
              <a:off x="4423643" y="1798647"/>
              <a:ext cx="10508" cy="21014"/>
            </a:xfrm>
            <a:custGeom>
              <a:avLst/>
              <a:gdLst>
                <a:gd name="T0" fmla="*/ 0 w 8"/>
                <a:gd name="T1" fmla="*/ 9 h 17"/>
                <a:gd name="T2" fmla="*/ 0 w 8"/>
                <a:gd name="T3" fmla="*/ 17 h 17"/>
                <a:gd name="T4" fmla="*/ 8 w 8"/>
                <a:gd name="T5" fmla="*/ 16 h 17"/>
                <a:gd name="T6" fmla="*/ 8 w 8"/>
                <a:gd name="T7" fmla="*/ 9 h 17"/>
                <a:gd name="T8" fmla="*/ 8 w 8"/>
                <a:gd name="T9" fmla="*/ 1 h 17"/>
                <a:gd name="T10" fmla="*/ 0 w 8"/>
                <a:gd name="T11" fmla="*/ 0 h 17"/>
                <a:gd name="T12" fmla="*/ 0 w 8"/>
                <a:gd name="T13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7">
                  <a:moveTo>
                    <a:pt x="0" y="9"/>
                  </a:moveTo>
                  <a:cubicBezTo>
                    <a:pt x="0" y="11"/>
                    <a:pt x="0" y="14"/>
                    <a:pt x="0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4"/>
                    <a:pt x="8" y="11"/>
                    <a:pt x="8" y="9"/>
                  </a:cubicBezTo>
                  <a:cubicBezTo>
                    <a:pt x="8" y="6"/>
                    <a:pt x="8" y="3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" name="Freeform 66"/>
            <p:cNvSpPr>
              <a:spLocks/>
            </p:cNvSpPr>
            <p:nvPr/>
          </p:nvSpPr>
          <p:spPr bwMode="auto">
            <a:xfrm>
              <a:off x="4425745" y="1828067"/>
              <a:ext cx="12609" cy="21014"/>
            </a:xfrm>
            <a:custGeom>
              <a:avLst/>
              <a:gdLst>
                <a:gd name="T0" fmla="*/ 0 w 11"/>
                <a:gd name="T1" fmla="*/ 1 h 18"/>
                <a:gd name="T2" fmla="*/ 3 w 11"/>
                <a:gd name="T3" fmla="*/ 18 h 18"/>
                <a:gd name="T4" fmla="*/ 11 w 11"/>
                <a:gd name="T5" fmla="*/ 16 h 18"/>
                <a:gd name="T6" fmla="*/ 8 w 11"/>
                <a:gd name="T7" fmla="*/ 0 h 18"/>
                <a:gd name="T8" fmla="*/ 0 w 11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0" y="1"/>
                  </a:moveTo>
                  <a:cubicBezTo>
                    <a:pt x="1" y="7"/>
                    <a:pt x="2" y="12"/>
                    <a:pt x="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1"/>
                    <a:pt x="9" y="5"/>
                    <a:pt x="8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Freeform 67"/>
            <p:cNvSpPr>
              <a:spLocks/>
            </p:cNvSpPr>
            <p:nvPr/>
          </p:nvSpPr>
          <p:spPr bwMode="auto">
            <a:xfrm>
              <a:off x="4425745" y="1769227"/>
              <a:ext cx="12609" cy="21014"/>
            </a:xfrm>
            <a:custGeom>
              <a:avLst/>
              <a:gdLst>
                <a:gd name="T0" fmla="*/ 0 w 11"/>
                <a:gd name="T1" fmla="*/ 17 h 18"/>
                <a:gd name="T2" fmla="*/ 8 w 11"/>
                <a:gd name="T3" fmla="*/ 18 h 18"/>
                <a:gd name="T4" fmla="*/ 11 w 11"/>
                <a:gd name="T5" fmla="*/ 3 h 18"/>
                <a:gd name="T6" fmla="*/ 3 w 11"/>
                <a:gd name="T7" fmla="*/ 0 h 18"/>
                <a:gd name="T8" fmla="*/ 0 w 11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0" y="17"/>
                  </a:moveTo>
                  <a:cubicBezTo>
                    <a:pt x="8" y="18"/>
                    <a:pt x="8" y="18"/>
                    <a:pt x="8" y="18"/>
                  </a:cubicBezTo>
                  <a:cubicBezTo>
                    <a:pt x="9" y="13"/>
                    <a:pt x="10" y="8"/>
                    <a:pt x="11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6"/>
                    <a:pt x="1" y="11"/>
                    <a:pt x="0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68"/>
            <p:cNvSpPr>
              <a:spLocks/>
            </p:cNvSpPr>
            <p:nvPr/>
          </p:nvSpPr>
          <p:spPr bwMode="auto">
            <a:xfrm>
              <a:off x="4432049" y="1741907"/>
              <a:ext cx="16812" cy="21014"/>
            </a:xfrm>
            <a:custGeom>
              <a:avLst/>
              <a:gdLst>
                <a:gd name="T0" fmla="*/ 0 w 13"/>
                <a:gd name="T1" fmla="*/ 15 h 18"/>
                <a:gd name="T2" fmla="*/ 7 w 13"/>
                <a:gd name="T3" fmla="*/ 18 h 18"/>
                <a:gd name="T4" fmla="*/ 13 w 13"/>
                <a:gd name="T5" fmla="*/ 4 h 18"/>
                <a:gd name="T6" fmla="*/ 6 w 13"/>
                <a:gd name="T7" fmla="*/ 0 h 18"/>
                <a:gd name="T8" fmla="*/ 0 w 13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0" y="15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9" y="13"/>
                    <a:pt x="11" y="8"/>
                    <a:pt x="13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5"/>
                    <a:pt x="2" y="10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9"/>
            <p:cNvSpPr>
              <a:spLocks/>
            </p:cNvSpPr>
            <p:nvPr/>
          </p:nvSpPr>
          <p:spPr bwMode="auto">
            <a:xfrm>
              <a:off x="4432049" y="1853284"/>
              <a:ext cx="16812" cy="23117"/>
            </a:xfrm>
            <a:custGeom>
              <a:avLst/>
              <a:gdLst>
                <a:gd name="T0" fmla="*/ 13 w 13"/>
                <a:gd name="T1" fmla="*/ 15 h 18"/>
                <a:gd name="T2" fmla="*/ 7 w 13"/>
                <a:gd name="T3" fmla="*/ 0 h 18"/>
                <a:gd name="T4" fmla="*/ 0 w 13"/>
                <a:gd name="T5" fmla="*/ 3 h 18"/>
                <a:gd name="T6" fmla="*/ 6 w 13"/>
                <a:gd name="T7" fmla="*/ 18 h 18"/>
                <a:gd name="T8" fmla="*/ 13 w 13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13" y="15"/>
                  </a:moveTo>
                  <a:cubicBezTo>
                    <a:pt x="11" y="10"/>
                    <a:pt x="9" y="5"/>
                    <a:pt x="7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8"/>
                    <a:pt x="4" y="13"/>
                    <a:pt x="6" y="18"/>
                  </a:cubicBezTo>
                  <a:lnTo>
                    <a:pt x="13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70"/>
            <p:cNvSpPr>
              <a:spLocks/>
            </p:cNvSpPr>
            <p:nvPr/>
          </p:nvSpPr>
          <p:spPr bwMode="auto">
            <a:xfrm>
              <a:off x="4507701" y="1664154"/>
              <a:ext cx="23117" cy="16812"/>
            </a:xfrm>
            <a:custGeom>
              <a:avLst/>
              <a:gdLst>
                <a:gd name="T0" fmla="*/ 18 w 18"/>
                <a:gd name="T1" fmla="*/ 8 h 14"/>
                <a:gd name="T2" fmla="*/ 16 w 18"/>
                <a:gd name="T3" fmla="*/ 0 h 14"/>
                <a:gd name="T4" fmla="*/ 0 w 18"/>
                <a:gd name="T5" fmla="*/ 7 h 14"/>
                <a:gd name="T6" fmla="*/ 4 w 18"/>
                <a:gd name="T7" fmla="*/ 14 h 14"/>
                <a:gd name="T8" fmla="*/ 18 w 18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8" y="8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1" y="2"/>
                    <a:pt x="5" y="4"/>
                    <a:pt x="0" y="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9" y="12"/>
                    <a:pt x="14" y="10"/>
                    <a:pt x="1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Freeform 71"/>
            <p:cNvSpPr>
              <a:spLocks/>
            </p:cNvSpPr>
            <p:nvPr/>
          </p:nvSpPr>
          <p:spPr bwMode="auto">
            <a:xfrm>
              <a:off x="4484586" y="1922631"/>
              <a:ext cx="21014" cy="18914"/>
            </a:xfrm>
            <a:custGeom>
              <a:avLst/>
              <a:gdLst>
                <a:gd name="T0" fmla="*/ 14 w 18"/>
                <a:gd name="T1" fmla="*/ 16 h 16"/>
                <a:gd name="T2" fmla="*/ 18 w 18"/>
                <a:gd name="T3" fmla="*/ 9 h 16"/>
                <a:gd name="T4" fmla="*/ 5 w 18"/>
                <a:gd name="T5" fmla="*/ 0 h 16"/>
                <a:gd name="T6" fmla="*/ 0 w 18"/>
                <a:gd name="T7" fmla="*/ 6 h 16"/>
                <a:gd name="T8" fmla="*/ 14 w 18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4" y="16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3" y="6"/>
                    <a:pt x="9" y="3"/>
                    <a:pt x="5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0"/>
                    <a:pt x="9" y="13"/>
                    <a:pt x="1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" name="Freeform 72"/>
            <p:cNvSpPr>
              <a:spLocks/>
            </p:cNvSpPr>
            <p:nvPr/>
          </p:nvSpPr>
          <p:spPr bwMode="auto">
            <a:xfrm>
              <a:off x="4537121" y="1945748"/>
              <a:ext cx="21014" cy="14711"/>
            </a:xfrm>
            <a:custGeom>
              <a:avLst/>
              <a:gdLst>
                <a:gd name="T0" fmla="*/ 16 w 17"/>
                <a:gd name="T1" fmla="*/ 11 h 11"/>
                <a:gd name="T2" fmla="*/ 17 w 17"/>
                <a:gd name="T3" fmla="*/ 3 h 11"/>
                <a:gd name="T4" fmla="*/ 2 w 17"/>
                <a:gd name="T5" fmla="*/ 0 h 11"/>
                <a:gd name="T6" fmla="*/ 0 w 17"/>
                <a:gd name="T7" fmla="*/ 7 h 11"/>
                <a:gd name="T8" fmla="*/ 16 w 17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6" y="11"/>
                  </a:moveTo>
                  <a:cubicBezTo>
                    <a:pt x="17" y="3"/>
                    <a:pt x="17" y="3"/>
                    <a:pt x="17" y="3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9"/>
                    <a:pt x="11" y="10"/>
                    <a:pt x="16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Freeform 73"/>
            <p:cNvSpPr>
              <a:spLocks/>
            </p:cNvSpPr>
            <p:nvPr/>
          </p:nvSpPr>
          <p:spPr bwMode="auto">
            <a:xfrm>
              <a:off x="4507701" y="1935240"/>
              <a:ext cx="23117" cy="16812"/>
            </a:xfrm>
            <a:custGeom>
              <a:avLst/>
              <a:gdLst>
                <a:gd name="T0" fmla="*/ 16 w 18"/>
                <a:gd name="T1" fmla="*/ 14 h 14"/>
                <a:gd name="T2" fmla="*/ 18 w 18"/>
                <a:gd name="T3" fmla="*/ 6 h 14"/>
                <a:gd name="T4" fmla="*/ 4 w 18"/>
                <a:gd name="T5" fmla="*/ 0 h 14"/>
                <a:gd name="T6" fmla="*/ 0 w 18"/>
                <a:gd name="T7" fmla="*/ 7 h 14"/>
                <a:gd name="T8" fmla="*/ 16 w 1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6" y="14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3" y="5"/>
                    <a:pt x="8" y="3"/>
                    <a:pt x="4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0"/>
                    <a:pt x="10" y="12"/>
                    <a:pt x="16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74"/>
            <p:cNvSpPr>
              <a:spLocks/>
            </p:cNvSpPr>
            <p:nvPr/>
          </p:nvSpPr>
          <p:spPr bwMode="auto">
            <a:xfrm>
              <a:off x="4484586" y="1678864"/>
              <a:ext cx="21014" cy="16812"/>
            </a:xfrm>
            <a:custGeom>
              <a:avLst/>
              <a:gdLst>
                <a:gd name="T0" fmla="*/ 18 w 18"/>
                <a:gd name="T1" fmla="*/ 7 h 15"/>
                <a:gd name="T2" fmla="*/ 14 w 18"/>
                <a:gd name="T3" fmla="*/ 0 h 15"/>
                <a:gd name="T4" fmla="*/ 0 w 18"/>
                <a:gd name="T5" fmla="*/ 9 h 15"/>
                <a:gd name="T6" fmla="*/ 5 w 18"/>
                <a:gd name="T7" fmla="*/ 15 h 15"/>
                <a:gd name="T8" fmla="*/ 18 w 18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18" y="7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9" y="3"/>
                    <a:pt x="5" y="6"/>
                    <a:pt x="0" y="9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2"/>
                    <a:pt x="14" y="9"/>
                    <a:pt x="1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Freeform 75"/>
            <p:cNvSpPr>
              <a:spLocks/>
            </p:cNvSpPr>
            <p:nvPr/>
          </p:nvSpPr>
          <p:spPr bwMode="auto">
            <a:xfrm>
              <a:off x="4537121" y="1659951"/>
              <a:ext cx="21014" cy="12609"/>
            </a:xfrm>
            <a:custGeom>
              <a:avLst/>
              <a:gdLst>
                <a:gd name="T0" fmla="*/ 17 w 17"/>
                <a:gd name="T1" fmla="*/ 8 h 11"/>
                <a:gd name="T2" fmla="*/ 16 w 17"/>
                <a:gd name="T3" fmla="*/ 0 h 11"/>
                <a:gd name="T4" fmla="*/ 0 w 17"/>
                <a:gd name="T5" fmla="*/ 3 h 11"/>
                <a:gd name="T6" fmla="*/ 2 w 17"/>
                <a:gd name="T7" fmla="*/ 11 h 11"/>
                <a:gd name="T8" fmla="*/ 17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8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1" y="0"/>
                    <a:pt x="5" y="2"/>
                    <a:pt x="0" y="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7" y="9"/>
                    <a:pt x="12" y="8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Freeform 76"/>
            <p:cNvSpPr>
              <a:spLocks/>
            </p:cNvSpPr>
            <p:nvPr/>
          </p:nvSpPr>
          <p:spPr bwMode="auto">
            <a:xfrm>
              <a:off x="4461469" y="1693575"/>
              <a:ext cx="21014" cy="23117"/>
            </a:xfrm>
            <a:custGeom>
              <a:avLst/>
              <a:gdLst>
                <a:gd name="T0" fmla="*/ 12 w 17"/>
                <a:gd name="T1" fmla="*/ 0 h 18"/>
                <a:gd name="T2" fmla="*/ 0 w 17"/>
                <a:gd name="T3" fmla="*/ 12 h 18"/>
                <a:gd name="T4" fmla="*/ 6 w 17"/>
                <a:gd name="T5" fmla="*/ 18 h 18"/>
                <a:gd name="T6" fmla="*/ 17 w 17"/>
                <a:gd name="T7" fmla="*/ 6 h 18"/>
                <a:gd name="T8" fmla="*/ 12 w 17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12" y="0"/>
                  </a:moveTo>
                  <a:cubicBezTo>
                    <a:pt x="7" y="4"/>
                    <a:pt x="3" y="8"/>
                    <a:pt x="0" y="12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4"/>
                    <a:pt x="13" y="10"/>
                    <a:pt x="17" y="6"/>
                  </a:cubicBez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77"/>
            <p:cNvSpPr>
              <a:spLocks/>
            </p:cNvSpPr>
            <p:nvPr/>
          </p:nvSpPr>
          <p:spPr bwMode="auto">
            <a:xfrm>
              <a:off x="4461469" y="1903719"/>
              <a:ext cx="21014" cy="18914"/>
            </a:xfrm>
            <a:custGeom>
              <a:avLst/>
              <a:gdLst>
                <a:gd name="T0" fmla="*/ 11 w 17"/>
                <a:gd name="T1" fmla="*/ 17 h 17"/>
                <a:gd name="T2" fmla="*/ 17 w 17"/>
                <a:gd name="T3" fmla="*/ 11 h 17"/>
                <a:gd name="T4" fmla="*/ 6 w 17"/>
                <a:gd name="T5" fmla="*/ 0 h 17"/>
                <a:gd name="T6" fmla="*/ 0 w 17"/>
                <a:gd name="T7" fmla="*/ 5 h 17"/>
                <a:gd name="T8" fmla="*/ 11 w 17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1" y="17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13" y="7"/>
                    <a:pt x="9" y="4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9"/>
                    <a:pt x="7" y="13"/>
                    <a:pt x="11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1" name="Freeform 78"/>
            <p:cNvSpPr>
              <a:spLocks/>
            </p:cNvSpPr>
            <p:nvPr/>
          </p:nvSpPr>
          <p:spPr bwMode="auto">
            <a:xfrm>
              <a:off x="4566542" y="1949951"/>
              <a:ext cx="10508" cy="10508"/>
            </a:xfrm>
            <a:custGeom>
              <a:avLst/>
              <a:gdLst>
                <a:gd name="T0" fmla="*/ 8 w 8"/>
                <a:gd name="T1" fmla="*/ 1 h 9"/>
                <a:gd name="T2" fmla="*/ 0 w 8"/>
                <a:gd name="T3" fmla="*/ 0 h 9"/>
                <a:gd name="T4" fmla="*/ 0 w 8"/>
                <a:gd name="T5" fmla="*/ 8 h 9"/>
                <a:gd name="T6" fmla="*/ 8 w 8"/>
                <a:gd name="T7" fmla="*/ 9 h 9"/>
                <a:gd name="T8" fmla="*/ 8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5" y="1"/>
                    <a:pt x="3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9"/>
                    <a:pt x="5" y="9"/>
                    <a:pt x="8" y="9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Freeform 79"/>
            <p:cNvSpPr>
              <a:spLocks/>
            </p:cNvSpPr>
            <p:nvPr/>
          </p:nvSpPr>
          <p:spPr bwMode="auto">
            <a:xfrm>
              <a:off x="4566542" y="1657849"/>
              <a:ext cx="161812" cy="268985"/>
            </a:xfrm>
            <a:custGeom>
              <a:avLst/>
              <a:gdLst>
                <a:gd name="T0" fmla="*/ 8 w 136"/>
                <a:gd name="T1" fmla="*/ 0 h 228"/>
                <a:gd name="T2" fmla="*/ 0 w 136"/>
                <a:gd name="T3" fmla="*/ 0 h 228"/>
                <a:gd name="T4" fmla="*/ 0 w 136"/>
                <a:gd name="T5" fmla="*/ 8 h 228"/>
                <a:gd name="T6" fmla="*/ 8 w 136"/>
                <a:gd name="T7" fmla="*/ 8 h 228"/>
                <a:gd name="T8" fmla="*/ 128 w 136"/>
                <a:gd name="T9" fmla="*/ 128 h 228"/>
                <a:gd name="T10" fmla="*/ 106 w 136"/>
                <a:gd name="T11" fmla="*/ 197 h 228"/>
                <a:gd name="T12" fmla="*/ 88 w 136"/>
                <a:gd name="T13" fmla="*/ 215 h 228"/>
                <a:gd name="T14" fmla="*/ 88 w 136"/>
                <a:gd name="T15" fmla="*/ 180 h 228"/>
                <a:gd name="T16" fmla="*/ 80 w 136"/>
                <a:gd name="T17" fmla="*/ 180 h 228"/>
                <a:gd name="T18" fmla="*/ 80 w 136"/>
                <a:gd name="T19" fmla="*/ 224 h 228"/>
                <a:gd name="T20" fmla="*/ 84 w 136"/>
                <a:gd name="T21" fmla="*/ 228 h 228"/>
                <a:gd name="T22" fmla="*/ 128 w 136"/>
                <a:gd name="T23" fmla="*/ 228 h 228"/>
                <a:gd name="T24" fmla="*/ 128 w 136"/>
                <a:gd name="T25" fmla="*/ 220 h 228"/>
                <a:gd name="T26" fmla="*/ 95 w 136"/>
                <a:gd name="T27" fmla="*/ 220 h 228"/>
                <a:gd name="T28" fmla="*/ 112 w 136"/>
                <a:gd name="T29" fmla="*/ 203 h 228"/>
                <a:gd name="T30" fmla="*/ 112 w 136"/>
                <a:gd name="T31" fmla="*/ 202 h 228"/>
                <a:gd name="T32" fmla="*/ 136 w 136"/>
                <a:gd name="T33" fmla="*/ 128 h 228"/>
                <a:gd name="T34" fmla="*/ 8 w 136"/>
                <a:gd name="T35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6" h="228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74" y="8"/>
                    <a:pt x="128" y="62"/>
                    <a:pt x="128" y="128"/>
                  </a:cubicBezTo>
                  <a:cubicBezTo>
                    <a:pt x="128" y="153"/>
                    <a:pt x="120" y="177"/>
                    <a:pt x="106" y="197"/>
                  </a:cubicBezTo>
                  <a:cubicBezTo>
                    <a:pt x="88" y="215"/>
                    <a:pt x="88" y="215"/>
                    <a:pt x="88" y="215"/>
                  </a:cubicBezTo>
                  <a:cubicBezTo>
                    <a:pt x="88" y="180"/>
                    <a:pt x="88" y="180"/>
                    <a:pt x="88" y="180"/>
                  </a:cubicBezTo>
                  <a:cubicBezTo>
                    <a:pt x="80" y="180"/>
                    <a:pt x="80" y="180"/>
                    <a:pt x="80" y="180"/>
                  </a:cubicBezTo>
                  <a:cubicBezTo>
                    <a:pt x="80" y="224"/>
                    <a:pt x="80" y="224"/>
                    <a:pt x="80" y="224"/>
                  </a:cubicBezTo>
                  <a:cubicBezTo>
                    <a:pt x="84" y="228"/>
                    <a:pt x="84" y="228"/>
                    <a:pt x="84" y="228"/>
                  </a:cubicBezTo>
                  <a:cubicBezTo>
                    <a:pt x="128" y="228"/>
                    <a:pt x="128" y="228"/>
                    <a:pt x="128" y="228"/>
                  </a:cubicBezTo>
                  <a:cubicBezTo>
                    <a:pt x="128" y="220"/>
                    <a:pt x="128" y="220"/>
                    <a:pt x="128" y="220"/>
                  </a:cubicBezTo>
                  <a:cubicBezTo>
                    <a:pt x="95" y="220"/>
                    <a:pt x="95" y="220"/>
                    <a:pt x="95" y="220"/>
                  </a:cubicBezTo>
                  <a:cubicBezTo>
                    <a:pt x="112" y="203"/>
                    <a:pt x="112" y="203"/>
                    <a:pt x="112" y="203"/>
                  </a:cubicBezTo>
                  <a:cubicBezTo>
                    <a:pt x="112" y="202"/>
                    <a:pt x="112" y="202"/>
                    <a:pt x="112" y="202"/>
                  </a:cubicBezTo>
                  <a:cubicBezTo>
                    <a:pt x="128" y="180"/>
                    <a:pt x="136" y="155"/>
                    <a:pt x="136" y="128"/>
                  </a:cubicBezTo>
                  <a:cubicBezTo>
                    <a:pt x="136" y="57"/>
                    <a:pt x="79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2" name="Группа 311"/>
          <p:cNvGrpSpPr/>
          <p:nvPr/>
        </p:nvGrpSpPr>
        <p:grpSpPr>
          <a:xfrm>
            <a:off x="4816614" y="1657849"/>
            <a:ext cx="304710" cy="302608"/>
            <a:chOff x="4816614" y="1657849"/>
            <a:chExt cx="304710" cy="302608"/>
          </a:xfrm>
          <a:solidFill>
            <a:schemeClr val="tx1"/>
          </a:solidFill>
        </p:grpSpPr>
        <p:sp>
          <p:nvSpPr>
            <p:cNvPr id="73" name="Freeform 80"/>
            <p:cNvSpPr>
              <a:spLocks/>
            </p:cNvSpPr>
            <p:nvPr/>
          </p:nvSpPr>
          <p:spPr bwMode="auto">
            <a:xfrm>
              <a:off x="5001541" y="1773429"/>
              <a:ext cx="119783" cy="73551"/>
            </a:xfrm>
            <a:custGeom>
              <a:avLst/>
              <a:gdLst>
                <a:gd name="T0" fmla="*/ 20 w 57"/>
                <a:gd name="T1" fmla="*/ 3 h 35"/>
                <a:gd name="T2" fmla="*/ 17 w 57"/>
                <a:gd name="T3" fmla="*/ 0 h 35"/>
                <a:gd name="T4" fmla="*/ 0 w 57"/>
                <a:gd name="T5" fmla="*/ 15 h 35"/>
                <a:gd name="T6" fmla="*/ 0 w 57"/>
                <a:gd name="T7" fmla="*/ 19 h 35"/>
                <a:gd name="T8" fmla="*/ 17 w 57"/>
                <a:gd name="T9" fmla="*/ 35 h 35"/>
                <a:gd name="T10" fmla="*/ 20 w 57"/>
                <a:gd name="T11" fmla="*/ 31 h 35"/>
                <a:gd name="T12" fmla="*/ 8 w 57"/>
                <a:gd name="T13" fmla="*/ 19 h 35"/>
                <a:gd name="T14" fmla="*/ 57 w 57"/>
                <a:gd name="T15" fmla="*/ 19 h 35"/>
                <a:gd name="T16" fmla="*/ 57 w 57"/>
                <a:gd name="T17" fmla="*/ 15 h 35"/>
                <a:gd name="T18" fmla="*/ 8 w 57"/>
                <a:gd name="T19" fmla="*/ 15 h 35"/>
                <a:gd name="T20" fmla="*/ 20 w 57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35">
                  <a:moveTo>
                    <a:pt x="20" y="3"/>
                  </a:moveTo>
                  <a:lnTo>
                    <a:pt x="17" y="0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7" y="35"/>
                  </a:lnTo>
                  <a:lnTo>
                    <a:pt x="20" y="31"/>
                  </a:lnTo>
                  <a:lnTo>
                    <a:pt x="8" y="19"/>
                  </a:lnTo>
                  <a:lnTo>
                    <a:pt x="57" y="19"/>
                  </a:lnTo>
                  <a:lnTo>
                    <a:pt x="57" y="15"/>
                  </a:lnTo>
                  <a:lnTo>
                    <a:pt x="8" y="15"/>
                  </a:lnTo>
                  <a:lnTo>
                    <a:pt x="2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Freeform 81"/>
            <p:cNvSpPr>
              <a:spLocks/>
            </p:cNvSpPr>
            <p:nvPr/>
          </p:nvSpPr>
          <p:spPr bwMode="auto">
            <a:xfrm>
              <a:off x="4816614" y="1773429"/>
              <a:ext cx="119783" cy="73551"/>
            </a:xfrm>
            <a:custGeom>
              <a:avLst/>
              <a:gdLst>
                <a:gd name="T0" fmla="*/ 37 w 57"/>
                <a:gd name="T1" fmla="*/ 31 h 35"/>
                <a:gd name="T2" fmla="*/ 40 w 57"/>
                <a:gd name="T3" fmla="*/ 35 h 35"/>
                <a:gd name="T4" fmla="*/ 57 w 57"/>
                <a:gd name="T5" fmla="*/ 19 h 35"/>
                <a:gd name="T6" fmla="*/ 57 w 57"/>
                <a:gd name="T7" fmla="*/ 15 h 35"/>
                <a:gd name="T8" fmla="*/ 40 w 57"/>
                <a:gd name="T9" fmla="*/ 0 h 35"/>
                <a:gd name="T10" fmla="*/ 38 w 57"/>
                <a:gd name="T11" fmla="*/ 3 h 35"/>
                <a:gd name="T12" fmla="*/ 49 w 57"/>
                <a:gd name="T13" fmla="*/ 15 h 35"/>
                <a:gd name="T14" fmla="*/ 0 w 57"/>
                <a:gd name="T15" fmla="*/ 15 h 35"/>
                <a:gd name="T16" fmla="*/ 0 w 57"/>
                <a:gd name="T17" fmla="*/ 19 h 35"/>
                <a:gd name="T18" fmla="*/ 49 w 57"/>
                <a:gd name="T19" fmla="*/ 19 h 35"/>
                <a:gd name="T20" fmla="*/ 37 w 57"/>
                <a:gd name="T21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35">
                  <a:moveTo>
                    <a:pt x="37" y="31"/>
                  </a:moveTo>
                  <a:lnTo>
                    <a:pt x="40" y="35"/>
                  </a:lnTo>
                  <a:lnTo>
                    <a:pt x="57" y="19"/>
                  </a:lnTo>
                  <a:lnTo>
                    <a:pt x="57" y="15"/>
                  </a:lnTo>
                  <a:lnTo>
                    <a:pt x="40" y="0"/>
                  </a:lnTo>
                  <a:lnTo>
                    <a:pt x="38" y="3"/>
                  </a:lnTo>
                  <a:lnTo>
                    <a:pt x="49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49" y="19"/>
                  </a:lnTo>
                  <a:lnTo>
                    <a:pt x="37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82"/>
            <p:cNvSpPr>
              <a:spLocks/>
            </p:cNvSpPr>
            <p:nvPr/>
          </p:nvSpPr>
          <p:spPr bwMode="auto">
            <a:xfrm>
              <a:off x="4932193" y="1842776"/>
              <a:ext cx="73551" cy="117681"/>
            </a:xfrm>
            <a:custGeom>
              <a:avLst/>
              <a:gdLst>
                <a:gd name="T0" fmla="*/ 16 w 35"/>
                <a:gd name="T1" fmla="*/ 0 h 56"/>
                <a:gd name="T2" fmla="*/ 0 w 35"/>
                <a:gd name="T3" fmla="*/ 16 h 56"/>
                <a:gd name="T4" fmla="*/ 4 w 35"/>
                <a:gd name="T5" fmla="*/ 19 h 56"/>
                <a:gd name="T6" fmla="*/ 15 w 35"/>
                <a:gd name="T7" fmla="*/ 7 h 56"/>
                <a:gd name="T8" fmla="*/ 15 w 35"/>
                <a:gd name="T9" fmla="*/ 56 h 56"/>
                <a:gd name="T10" fmla="*/ 20 w 35"/>
                <a:gd name="T11" fmla="*/ 56 h 56"/>
                <a:gd name="T12" fmla="*/ 20 w 35"/>
                <a:gd name="T13" fmla="*/ 7 h 56"/>
                <a:gd name="T14" fmla="*/ 32 w 35"/>
                <a:gd name="T15" fmla="*/ 20 h 56"/>
                <a:gd name="T16" fmla="*/ 35 w 35"/>
                <a:gd name="T17" fmla="*/ 16 h 56"/>
                <a:gd name="T18" fmla="*/ 19 w 35"/>
                <a:gd name="T19" fmla="*/ 0 h 56"/>
                <a:gd name="T20" fmla="*/ 16 w 35"/>
                <a:gd name="T2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56">
                  <a:moveTo>
                    <a:pt x="16" y="0"/>
                  </a:moveTo>
                  <a:lnTo>
                    <a:pt x="0" y="16"/>
                  </a:lnTo>
                  <a:lnTo>
                    <a:pt x="4" y="19"/>
                  </a:lnTo>
                  <a:lnTo>
                    <a:pt x="15" y="7"/>
                  </a:lnTo>
                  <a:lnTo>
                    <a:pt x="15" y="56"/>
                  </a:lnTo>
                  <a:lnTo>
                    <a:pt x="20" y="56"/>
                  </a:lnTo>
                  <a:lnTo>
                    <a:pt x="20" y="7"/>
                  </a:lnTo>
                  <a:lnTo>
                    <a:pt x="32" y="20"/>
                  </a:lnTo>
                  <a:lnTo>
                    <a:pt x="35" y="16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Freeform 83"/>
            <p:cNvSpPr>
              <a:spLocks/>
            </p:cNvSpPr>
            <p:nvPr/>
          </p:nvSpPr>
          <p:spPr bwMode="auto">
            <a:xfrm>
              <a:off x="4932193" y="1657849"/>
              <a:ext cx="73551" cy="117681"/>
            </a:xfrm>
            <a:custGeom>
              <a:avLst/>
              <a:gdLst>
                <a:gd name="T0" fmla="*/ 15 w 35"/>
                <a:gd name="T1" fmla="*/ 0 h 56"/>
                <a:gd name="T2" fmla="*/ 15 w 35"/>
                <a:gd name="T3" fmla="*/ 48 h 56"/>
                <a:gd name="T4" fmla="*/ 4 w 35"/>
                <a:gd name="T5" fmla="*/ 37 h 56"/>
                <a:gd name="T6" fmla="*/ 0 w 35"/>
                <a:gd name="T7" fmla="*/ 40 h 56"/>
                <a:gd name="T8" fmla="*/ 16 w 35"/>
                <a:gd name="T9" fmla="*/ 56 h 56"/>
                <a:gd name="T10" fmla="*/ 19 w 35"/>
                <a:gd name="T11" fmla="*/ 56 h 56"/>
                <a:gd name="T12" fmla="*/ 35 w 35"/>
                <a:gd name="T13" fmla="*/ 40 h 56"/>
                <a:gd name="T14" fmla="*/ 32 w 35"/>
                <a:gd name="T15" fmla="*/ 37 h 56"/>
                <a:gd name="T16" fmla="*/ 20 w 35"/>
                <a:gd name="T17" fmla="*/ 48 h 56"/>
                <a:gd name="T18" fmla="*/ 20 w 35"/>
                <a:gd name="T19" fmla="*/ 0 h 56"/>
                <a:gd name="T20" fmla="*/ 15 w 35"/>
                <a:gd name="T2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56">
                  <a:moveTo>
                    <a:pt x="15" y="0"/>
                  </a:moveTo>
                  <a:lnTo>
                    <a:pt x="15" y="48"/>
                  </a:lnTo>
                  <a:lnTo>
                    <a:pt x="4" y="37"/>
                  </a:lnTo>
                  <a:lnTo>
                    <a:pt x="0" y="40"/>
                  </a:lnTo>
                  <a:lnTo>
                    <a:pt x="16" y="56"/>
                  </a:lnTo>
                  <a:lnTo>
                    <a:pt x="19" y="56"/>
                  </a:lnTo>
                  <a:lnTo>
                    <a:pt x="35" y="40"/>
                  </a:lnTo>
                  <a:lnTo>
                    <a:pt x="32" y="37"/>
                  </a:lnTo>
                  <a:lnTo>
                    <a:pt x="20" y="48"/>
                  </a:lnTo>
                  <a:lnTo>
                    <a:pt x="20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77" name="Freeform 84"/>
          <p:cNvSpPr>
            <a:spLocks noEditPoints="1"/>
          </p:cNvSpPr>
          <p:nvPr/>
        </p:nvSpPr>
        <p:spPr bwMode="auto">
          <a:xfrm>
            <a:off x="5211685" y="1657849"/>
            <a:ext cx="302608" cy="302608"/>
          </a:xfrm>
          <a:custGeom>
            <a:avLst/>
            <a:gdLst>
              <a:gd name="T0" fmla="*/ 128 w 256"/>
              <a:gd name="T1" fmla="*/ 0 h 256"/>
              <a:gd name="T2" fmla="*/ 38 w 256"/>
              <a:gd name="T3" fmla="*/ 37 h 256"/>
              <a:gd name="T4" fmla="*/ 0 w 256"/>
              <a:gd name="T5" fmla="*/ 128 h 256"/>
              <a:gd name="T6" fmla="*/ 38 w 256"/>
              <a:gd name="T7" fmla="*/ 218 h 256"/>
              <a:gd name="T8" fmla="*/ 128 w 256"/>
              <a:gd name="T9" fmla="*/ 256 h 256"/>
              <a:gd name="T10" fmla="*/ 219 w 256"/>
              <a:gd name="T11" fmla="*/ 218 h 256"/>
              <a:gd name="T12" fmla="*/ 256 w 256"/>
              <a:gd name="T13" fmla="*/ 128 h 256"/>
              <a:gd name="T14" fmla="*/ 219 w 256"/>
              <a:gd name="T15" fmla="*/ 37 h 256"/>
              <a:gd name="T16" fmla="*/ 128 w 256"/>
              <a:gd name="T17" fmla="*/ 0 h 256"/>
              <a:gd name="T18" fmla="*/ 43 w 256"/>
              <a:gd name="T19" fmla="*/ 213 h 256"/>
              <a:gd name="T20" fmla="*/ 8 w 256"/>
              <a:gd name="T21" fmla="*/ 128 h 256"/>
              <a:gd name="T22" fmla="*/ 41 w 256"/>
              <a:gd name="T23" fmla="*/ 46 h 256"/>
              <a:gd name="T24" fmla="*/ 210 w 256"/>
              <a:gd name="T25" fmla="*/ 215 h 256"/>
              <a:gd name="T26" fmla="*/ 128 w 256"/>
              <a:gd name="T27" fmla="*/ 248 h 256"/>
              <a:gd name="T28" fmla="*/ 43 w 256"/>
              <a:gd name="T29" fmla="*/ 213 h 256"/>
              <a:gd name="T30" fmla="*/ 216 w 256"/>
              <a:gd name="T31" fmla="*/ 210 h 256"/>
              <a:gd name="T32" fmla="*/ 46 w 256"/>
              <a:gd name="T33" fmla="*/ 40 h 256"/>
              <a:gd name="T34" fmla="*/ 128 w 256"/>
              <a:gd name="T35" fmla="*/ 8 h 256"/>
              <a:gd name="T36" fmla="*/ 213 w 256"/>
              <a:gd name="T37" fmla="*/ 43 h 256"/>
              <a:gd name="T38" fmla="*/ 248 w 256"/>
              <a:gd name="T39" fmla="*/ 128 h 256"/>
              <a:gd name="T40" fmla="*/ 216 w 256"/>
              <a:gd name="T41" fmla="*/ 21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94" y="0"/>
                  <a:pt x="62" y="13"/>
                  <a:pt x="38" y="37"/>
                </a:cubicBezTo>
                <a:cubicBezTo>
                  <a:pt x="14" y="61"/>
                  <a:pt x="0" y="94"/>
                  <a:pt x="0" y="128"/>
                </a:cubicBezTo>
                <a:cubicBezTo>
                  <a:pt x="0" y="162"/>
                  <a:pt x="14" y="194"/>
                  <a:pt x="38" y="218"/>
                </a:cubicBezTo>
                <a:cubicBezTo>
                  <a:pt x="62" y="242"/>
                  <a:pt x="94" y="256"/>
                  <a:pt x="128" y="256"/>
                </a:cubicBezTo>
                <a:cubicBezTo>
                  <a:pt x="162" y="256"/>
                  <a:pt x="195" y="242"/>
                  <a:pt x="219" y="218"/>
                </a:cubicBezTo>
                <a:cubicBezTo>
                  <a:pt x="243" y="194"/>
                  <a:pt x="256" y="162"/>
                  <a:pt x="256" y="128"/>
                </a:cubicBezTo>
                <a:cubicBezTo>
                  <a:pt x="256" y="94"/>
                  <a:pt x="243" y="61"/>
                  <a:pt x="219" y="37"/>
                </a:cubicBezTo>
                <a:cubicBezTo>
                  <a:pt x="195" y="13"/>
                  <a:pt x="162" y="0"/>
                  <a:pt x="128" y="0"/>
                </a:cubicBezTo>
                <a:close/>
                <a:moveTo>
                  <a:pt x="43" y="213"/>
                </a:moveTo>
                <a:cubicBezTo>
                  <a:pt x="21" y="190"/>
                  <a:pt x="8" y="160"/>
                  <a:pt x="8" y="128"/>
                </a:cubicBezTo>
                <a:cubicBezTo>
                  <a:pt x="8" y="97"/>
                  <a:pt x="20" y="68"/>
                  <a:pt x="41" y="46"/>
                </a:cubicBezTo>
                <a:cubicBezTo>
                  <a:pt x="210" y="215"/>
                  <a:pt x="210" y="215"/>
                  <a:pt x="210" y="215"/>
                </a:cubicBezTo>
                <a:cubicBezTo>
                  <a:pt x="188" y="236"/>
                  <a:pt x="159" y="248"/>
                  <a:pt x="128" y="248"/>
                </a:cubicBezTo>
                <a:cubicBezTo>
                  <a:pt x="96" y="248"/>
                  <a:pt x="66" y="235"/>
                  <a:pt x="43" y="213"/>
                </a:cubicBezTo>
                <a:close/>
                <a:moveTo>
                  <a:pt x="216" y="210"/>
                </a:moveTo>
                <a:cubicBezTo>
                  <a:pt x="46" y="40"/>
                  <a:pt x="46" y="40"/>
                  <a:pt x="46" y="40"/>
                </a:cubicBezTo>
                <a:cubicBezTo>
                  <a:pt x="69" y="19"/>
                  <a:pt x="97" y="8"/>
                  <a:pt x="128" y="8"/>
                </a:cubicBezTo>
                <a:cubicBezTo>
                  <a:pt x="160" y="8"/>
                  <a:pt x="190" y="20"/>
                  <a:pt x="213" y="43"/>
                </a:cubicBezTo>
                <a:cubicBezTo>
                  <a:pt x="236" y="66"/>
                  <a:pt x="248" y="96"/>
                  <a:pt x="248" y="128"/>
                </a:cubicBezTo>
                <a:cubicBezTo>
                  <a:pt x="248" y="158"/>
                  <a:pt x="237" y="187"/>
                  <a:pt x="216" y="21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85"/>
          <p:cNvSpPr>
            <a:spLocks/>
          </p:cNvSpPr>
          <p:nvPr/>
        </p:nvSpPr>
        <p:spPr bwMode="auto">
          <a:xfrm>
            <a:off x="6390595" y="2443789"/>
            <a:ext cx="302608" cy="302608"/>
          </a:xfrm>
          <a:custGeom>
            <a:avLst/>
            <a:gdLst>
              <a:gd name="T0" fmla="*/ 117 w 144"/>
              <a:gd name="T1" fmla="*/ 0 h 144"/>
              <a:gd name="T2" fmla="*/ 117 w 144"/>
              <a:gd name="T3" fmla="*/ 5 h 144"/>
              <a:gd name="T4" fmla="*/ 137 w 144"/>
              <a:gd name="T5" fmla="*/ 5 h 144"/>
              <a:gd name="T6" fmla="*/ 5 w 144"/>
              <a:gd name="T7" fmla="*/ 136 h 144"/>
              <a:gd name="T8" fmla="*/ 5 w 144"/>
              <a:gd name="T9" fmla="*/ 117 h 144"/>
              <a:gd name="T10" fmla="*/ 0 w 144"/>
              <a:gd name="T11" fmla="*/ 117 h 144"/>
              <a:gd name="T12" fmla="*/ 0 w 144"/>
              <a:gd name="T13" fmla="*/ 142 h 144"/>
              <a:gd name="T14" fmla="*/ 3 w 144"/>
              <a:gd name="T15" fmla="*/ 144 h 144"/>
              <a:gd name="T16" fmla="*/ 27 w 144"/>
              <a:gd name="T17" fmla="*/ 144 h 144"/>
              <a:gd name="T18" fmla="*/ 27 w 144"/>
              <a:gd name="T19" fmla="*/ 140 h 144"/>
              <a:gd name="T20" fmla="*/ 8 w 144"/>
              <a:gd name="T21" fmla="*/ 140 h 144"/>
              <a:gd name="T22" fmla="*/ 140 w 144"/>
              <a:gd name="T23" fmla="*/ 8 h 144"/>
              <a:gd name="T24" fmla="*/ 140 w 144"/>
              <a:gd name="T25" fmla="*/ 27 h 144"/>
              <a:gd name="T26" fmla="*/ 144 w 144"/>
              <a:gd name="T27" fmla="*/ 27 h 144"/>
              <a:gd name="T28" fmla="*/ 144 w 144"/>
              <a:gd name="T29" fmla="*/ 2 h 144"/>
              <a:gd name="T30" fmla="*/ 142 w 144"/>
              <a:gd name="T31" fmla="*/ 0 h 144"/>
              <a:gd name="T32" fmla="*/ 117 w 144"/>
              <a:gd name="T33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4" h="144">
                <a:moveTo>
                  <a:pt x="117" y="0"/>
                </a:moveTo>
                <a:lnTo>
                  <a:pt x="117" y="5"/>
                </a:lnTo>
                <a:lnTo>
                  <a:pt x="137" y="5"/>
                </a:lnTo>
                <a:lnTo>
                  <a:pt x="5" y="136"/>
                </a:lnTo>
                <a:lnTo>
                  <a:pt x="5" y="117"/>
                </a:lnTo>
                <a:lnTo>
                  <a:pt x="0" y="117"/>
                </a:lnTo>
                <a:lnTo>
                  <a:pt x="0" y="142"/>
                </a:lnTo>
                <a:lnTo>
                  <a:pt x="3" y="144"/>
                </a:lnTo>
                <a:lnTo>
                  <a:pt x="27" y="144"/>
                </a:lnTo>
                <a:lnTo>
                  <a:pt x="27" y="140"/>
                </a:lnTo>
                <a:lnTo>
                  <a:pt x="8" y="140"/>
                </a:lnTo>
                <a:lnTo>
                  <a:pt x="140" y="8"/>
                </a:lnTo>
                <a:lnTo>
                  <a:pt x="140" y="27"/>
                </a:lnTo>
                <a:lnTo>
                  <a:pt x="144" y="27"/>
                </a:lnTo>
                <a:lnTo>
                  <a:pt x="144" y="2"/>
                </a:lnTo>
                <a:lnTo>
                  <a:pt x="142" y="0"/>
                </a:lnTo>
                <a:lnTo>
                  <a:pt x="117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86"/>
          <p:cNvSpPr>
            <a:spLocks/>
          </p:cNvSpPr>
          <p:nvPr/>
        </p:nvSpPr>
        <p:spPr bwMode="auto">
          <a:xfrm>
            <a:off x="5997626" y="2443789"/>
            <a:ext cx="302608" cy="302608"/>
          </a:xfrm>
          <a:custGeom>
            <a:avLst/>
            <a:gdLst>
              <a:gd name="T0" fmla="*/ 139 w 144"/>
              <a:gd name="T1" fmla="*/ 136 h 144"/>
              <a:gd name="T2" fmla="*/ 8 w 144"/>
              <a:gd name="T3" fmla="*/ 5 h 144"/>
              <a:gd name="T4" fmla="*/ 27 w 144"/>
              <a:gd name="T5" fmla="*/ 5 h 144"/>
              <a:gd name="T6" fmla="*/ 27 w 144"/>
              <a:gd name="T7" fmla="*/ 0 h 144"/>
              <a:gd name="T8" fmla="*/ 2 w 144"/>
              <a:gd name="T9" fmla="*/ 0 h 144"/>
              <a:gd name="T10" fmla="*/ 0 w 144"/>
              <a:gd name="T11" fmla="*/ 2 h 144"/>
              <a:gd name="T12" fmla="*/ 0 w 144"/>
              <a:gd name="T13" fmla="*/ 27 h 144"/>
              <a:gd name="T14" fmla="*/ 4 w 144"/>
              <a:gd name="T15" fmla="*/ 27 h 144"/>
              <a:gd name="T16" fmla="*/ 4 w 144"/>
              <a:gd name="T17" fmla="*/ 8 h 144"/>
              <a:gd name="T18" fmla="*/ 137 w 144"/>
              <a:gd name="T19" fmla="*/ 140 h 144"/>
              <a:gd name="T20" fmla="*/ 117 w 144"/>
              <a:gd name="T21" fmla="*/ 140 h 144"/>
              <a:gd name="T22" fmla="*/ 117 w 144"/>
              <a:gd name="T23" fmla="*/ 144 h 144"/>
              <a:gd name="T24" fmla="*/ 142 w 144"/>
              <a:gd name="T25" fmla="*/ 144 h 144"/>
              <a:gd name="T26" fmla="*/ 144 w 144"/>
              <a:gd name="T27" fmla="*/ 142 h 144"/>
              <a:gd name="T28" fmla="*/ 144 w 144"/>
              <a:gd name="T29" fmla="*/ 117 h 144"/>
              <a:gd name="T30" fmla="*/ 139 w 144"/>
              <a:gd name="T31" fmla="*/ 117 h 144"/>
              <a:gd name="T32" fmla="*/ 139 w 144"/>
              <a:gd name="T33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4" h="144">
                <a:moveTo>
                  <a:pt x="139" y="136"/>
                </a:moveTo>
                <a:lnTo>
                  <a:pt x="8" y="5"/>
                </a:lnTo>
                <a:lnTo>
                  <a:pt x="27" y="5"/>
                </a:lnTo>
                <a:lnTo>
                  <a:pt x="27" y="0"/>
                </a:lnTo>
                <a:lnTo>
                  <a:pt x="2" y="0"/>
                </a:lnTo>
                <a:lnTo>
                  <a:pt x="0" y="2"/>
                </a:lnTo>
                <a:lnTo>
                  <a:pt x="0" y="27"/>
                </a:lnTo>
                <a:lnTo>
                  <a:pt x="4" y="27"/>
                </a:lnTo>
                <a:lnTo>
                  <a:pt x="4" y="8"/>
                </a:lnTo>
                <a:lnTo>
                  <a:pt x="137" y="140"/>
                </a:lnTo>
                <a:lnTo>
                  <a:pt x="117" y="140"/>
                </a:lnTo>
                <a:lnTo>
                  <a:pt x="117" y="144"/>
                </a:lnTo>
                <a:lnTo>
                  <a:pt x="142" y="144"/>
                </a:lnTo>
                <a:lnTo>
                  <a:pt x="144" y="142"/>
                </a:lnTo>
                <a:lnTo>
                  <a:pt x="144" y="117"/>
                </a:lnTo>
                <a:lnTo>
                  <a:pt x="139" y="117"/>
                </a:lnTo>
                <a:lnTo>
                  <a:pt x="139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92"/>
          <p:cNvSpPr>
            <a:spLocks noEditPoints="1"/>
          </p:cNvSpPr>
          <p:nvPr/>
        </p:nvSpPr>
        <p:spPr bwMode="auto">
          <a:xfrm>
            <a:off x="2141475" y="2050820"/>
            <a:ext cx="151304" cy="302608"/>
          </a:xfrm>
          <a:custGeom>
            <a:avLst/>
            <a:gdLst>
              <a:gd name="T0" fmla="*/ 64 w 128"/>
              <a:gd name="T1" fmla="*/ 0 h 256"/>
              <a:gd name="T2" fmla="*/ 0 w 128"/>
              <a:gd name="T3" fmla="*/ 64 h 256"/>
              <a:gd name="T4" fmla="*/ 60 w 128"/>
              <a:gd name="T5" fmla="*/ 128 h 256"/>
              <a:gd name="T6" fmla="*/ 60 w 128"/>
              <a:gd name="T7" fmla="*/ 242 h 256"/>
              <a:gd name="T8" fmla="*/ 31 w 128"/>
              <a:gd name="T9" fmla="*/ 213 h 256"/>
              <a:gd name="T10" fmla="*/ 25 w 128"/>
              <a:gd name="T11" fmla="*/ 219 h 256"/>
              <a:gd name="T12" fmla="*/ 61 w 128"/>
              <a:gd name="T13" fmla="*/ 256 h 256"/>
              <a:gd name="T14" fmla="*/ 67 w 128"/>
              <a:gd name="T15" fmla="*/ 256 h 256"/>
              <a:gd name="T16" fmla="*/ 103 w 128"/>
              <a:gd name="T17" fmla="*/ 219 h 256"/>
              <a:gd name="T18" fmla="*/ 97 w 128"/>
              <a:gd name="T19" fmla="*/ 213 h 256"/>
              <a:gd name="T20" fmla="*/ 68 w 128"/>
              <a:gd name="T21" fmla="*/ 242 h 256"/>
              <a:gd name="T22" fmla="*/ 68 w 128"/>
              <a:gd name="T23" fmla="*/ 128 h 256"/>
              <a:gd name="T24" fmla="*/ 128 w 128"/>
              <a:gd name="T25" fmla="*/ 64 h 256"/>
              <a:gd name="T26" fmla="*/ 64 w 128"/>
              <a:gd name="T27" fmla="*/ 0 h 256"/>
              <a:gd name="T28" fmla="*/ 64 w 128"/>
              <a:gd name="T29" fmla="*/ 120 h 256"/>
              <a:gd name="T30" fmla="*/ 8 w 128"/>
              <a:gd name="T31" fmla="*/ 64 h 256"/>
              <a:gd name="T32" fmla="*/ 64 w 128"/>
              <a:gd name="T33" fmla="*/ 8 h 256"/>
              <a:gd name="T34" fmla="*/ 120 w 128"/>
              <a:gd name="T35" fmla="*/ 64 h 256"/>
              <a:gd name="T36" fmla="*/ 64 w 128"/>
              <a:gd name="T37" fmla="*/ 12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256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8"/>
                  <a:pt x="27" y="126"/>
                  <a:pt x="60" y="128"/>
                </a:cubicBezTo>
                <a:cubicBezTo>
                  <a:pt x="60" y="242"/>
                  <a:pt x="60" y="242"/>
                  <a:pt x="60" y="242"/>
                </a:cubicBezTo>
                <a:cubicBezTo>
                  <a:pt x="31" y="213"/>
                  <a:pt x="31" y="213"/>
                  <a:pt x="31" y="213"/>
                </a:cubicBezTo>
                <a:cubicBezTo>
                  <a:pt x="25" y="219"/>
                  <a:pt x="25" y="219"/>
                  <a:pt x="25" y="219"/>
                </a:cubicBezTo>
                <a:cubicBezTo>
                  <a:pt x="61" y="256"/>
                  <a:pt x="61" y="256"/>
                  <a:pt x="61" y="256"/>
                </a:cubicBezTo>
                <a:cubicBezTo>
                  <a:pt x="67" y="256"/>
                  <a:pt x="67" y="256"/>
                  <a:pt x="67" y="256"/>
                </a:cubicBezTo>
                <a:cubicBezTo>
                  <a:pt x="103" y="219"/>
                  <a:pt x="103" y="219"/>
                  <a:pt x="103" y="219"/>
                </a:cubicBezTo>
                <a:cubicBezTo>
                  <a:pt x="97" y="213"/>
                  <a:pt x="97" y="213"/>
                  <a:pt x="97" y="213"/>
                </a:cubicBezTo>
                <a:cubicBezTo>
                  <a:pt x="68" y="242"/>
                  <a:pt x="68" y="242"/>
                  <a:pt x="68" y="242"/>
                </a:cubicBezTo>
                <a:cubicBezTo>
                  <a:pt x="68" y="128"/>
                  <a:pt x="68" y="128"/>
                  <a:pt x="68" y="128"/>
                </a:cubicBezTo>
                <a:cubicBezTo>
                  <a:pt x="102" y="126"/>
                  <a:pt x="128" y="98"/>
                  <a:pt x="128" y="64"/>
                </a:cubicBezTo>
                <a:cubicBezTo>
                  <a:pt x="128" y="29"/>
                  <a:pt x="100" y="0"/>
                  <a:pt x="64" y="0"/>
                </a:cubicBezTo>
                <a:close/>
                <a:moveTo>
                  <a:pt x="64" y="120"/>
                </a:moveTo>
                <a:cubicBezTo>
                  <a:pt x="33" y="120"/>
                  <a:pt x="8" y="95"/>
                  <a:pt x="8" y="64"/>
                </a:cubicBezTo>
                <a:cubicBezTo>
                  <a:pt x="8" y="33"/>
                  <a:pt x="33" y="8"/>
                  <a:pt x="64" y="8"/>
                </a:cubicBezTo>
                <a:cubicBezTo>
                  <a:pt x="95" y="8"/>
                  <a:pt x="120" y="33"/>
                  <a:pt x="120" y="64"/>
                </a:cubicBezTo>
                <a:cubicBezTo>
                  <a:pt x="120" y="95"/>
                  <a:pt x="95" y="120"/>
                  <a:pt x="64" y="12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17" name="Группа 316"/>
          <p:cNvGrpSpPr/>
          <p:nvPr/>
        </p:nvGrpSpPr>
        <p:grpSpPr>
          <a:xfrm>
            <a:off x="2534446" y="2050820"/>
            <a:ext cx="151304" cy="302608"/>
            <a:chOff x="2534446" y="2050820"/>
            <a:chExt cx="151304" cy="302608"/>
          </a:xfrm>
          <a:solidFill>
            <a:schemeClr val="tx1"/>
          </a:solidFill>
        </p:grpSpPr>
        <p:sp>
          <p:nvSpPr>
            <p:cNvPr id="81" name="Rectangle 93"/>
            <p:cNvSpPr>
              <a:spLocks noChangeArrowheads="1"/>
            </p:cNvSpPr>
            <p:nvPr/>
          </p:nvSpPr>
          <p:spPr bwMode="auto">
            <a:xfrm>
              <a:off x="2603793" y="2311399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Rectangle 94"/>
            <p:cNvSpPr>
              <a:spLocks noChangeArrowheads="1"/>
            </p:cNvSpPr>
            <p:nvPr/>
          </p:nvSpPr>
          <p:spPr bwMode="auto">
            <a:xfrm>
              <a:off x="2603793" y="2281979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Rectangle 95"/>
            <p:cNvSpPr>
              <a:spLocks noChangeArrowheads="1"/>
            </p:cNvSpPr>
            <p:nvPr/>
          </p:nvSpPr>
          <p:spPr bwMode="auto">
            <a:xfrm>
              <a:off x="2603793" y="2225239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Rectangle 96"/>
            <p:cNvSpPr>
              <a:spLocks noChangeArrowheads="1"/>
            </p:cNvSpPr>
            <p:nvPr/>
          </p:nvSpPr>
          <p:spPr bwMode="auto">
            <a:xfrm>
              <a:off x="2603793" y="2254659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Freeform 97"/>
            <p:cNvSpPr>
              <a:spLocks noEditPoints="1"/>
            </p:cNvSpPr>
            <p:nvPr/>
          </p:nvSpPr>
          <p:spPr bwMode="auto">
            <a:xfrm>
              <a:off x="2534446" y="2050820"/>
              <a:ext cx="151304" cy="166015"/>
            </a:xfrm>
            <a:custGeom>
              <a:avLst/>
              <a:gdLst>
                <a:gd name="T0" fmla="*/ 128 w 128"/>
                <a:gd name="T1" fmla="*/ 64 h 140"/>
                <a:gd name="T2" fmla="*/ 64 w 128"/>
                <a:gd name="T3" fmla="*/ 0 h 140"/>
                <a:gd name="T4" fmla="*/ 0 w 128"/>
                <a:gd name="T5" fmla="*/ 64 h 140"/>
                <a:gd name="T6" fmla="*/ 60 w 128"/>
                <a:gd name="T7" fmla="*/ 128 h 140"/>
                <a:gd name="T8" fmla="*/ 60 w 128"/>
                <a:gd name="T9" fmla="*/ 140 h 140"/>
                <a:gd name="T10" fmla="*/ 68 w 128"/>
                <a:gd name="T11" fmla="*/ 140 h 140"/>
                <a:gd name="T12" fmla="*/ 68 w 128"/>
                <a:gd name="T13" fmla="*/ 128 h 140"/>
                <a:gd name="T14" fmla="*/ 128 w 128"/>
                <a:gd name="T15" fmla="*/ 64 h 140"/>
                <a:gd name="T16" fmla="*/ 64 w 128"/>
                <a:gd name="T17" fmla="*/ 120 h 140"/>
                <a:gd name="T18" fmla="*/ 8 w 128"/>
                <a:gd name="T19" fmla="*/ 64 h 140"/>
                <a:gd name="T20" fmla="*/ 64 w 128"/>
                <a:gd name="T21" fmla="*/ 8 h 140"/>
                <a:gd name="T22" fmla="*/ 120 w 128"/>
                <a:gd name="T23" fmla="*/ 64 h 140"/>
                <a:gd name="T24" fmla="*/ 64 w 128"/>
                <a:gd name="T25" fmla="*/ 12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40">
                  <a:moveTo>
                    <a:pt x="128" y="64"/>
                  </a:moveTo>
                  <a:cubicBezTo>
                    <a:pt x="128" y="29"/>
                    <a:pt x="100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8"/>
                    <a:pt x="27" y="126"/>
                    <a:pt x="60" y="128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28"/>
                    <a:pt x="68" y="128"/>
                    <a:pt x="68" y="128"/>
                  </a:cubicBezTo>
                  <a:cubicBezTo>
                    <a:pt x="102" y="126"/>
                    <a:pt x="128" y="98"/>
                    <a:pt x="128" y="64"/>
                  </a:cubicBezTo>
                  <a:close/>
                  <a:moveTo>
                    <a:pt x="64" y="120"/>
                  </a:moveTo>
                  <a:cubicBezTo>
                    <a:pt x="33" y="120"/>
                    <a:pt x="8" y="95"/>
                    <a:pt x="8" y="64"/>
                  </a:cubicBezTo>
                  <a:cubicBezTo>
                    <a:pt x="8" y="33"/>
                    <a:pt x="33" y="8"/>
                    <a:pt x="64" y="8"/>
                  </a:cubicBezTo>
                  <a:cubicBezTo>
                    <a:pt x="95" y="8"/>
                    <a:pt x="120" y="33"/>
                    <a:pt x="120" y="64"/>
                  </a:cubicBezTo>
                  <a:cubicBezTo>
                    <a:pt x="120" y="95"/>
                    <a:pt x="95" y="120"/>
                    <a:pt x="64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Freeform 98"/>
            <p:cNvSpPr>
              <a:spLocks/>
            </p:cNvSpPr>
            <p:nvPr/>
          </p:nvSpPr>
          <p:spPr bwMode="auto">
            <a:xfrm>
              <a:off x="2563866" y="2302993"/>
              <a:ext cx="92464" cy="50435"/>
            </a:xfrm>
            <a:custGeom>
              <a:avLst/>
              <a:gdLst>
                <a:gd name="T0" fmla="*/ 3 w 44"/>
                <a:gd name="T1" fmla="*/ 0 h 24"/>
                <a:gd name="T2" fmla="*/ 0 w 44"/>
                <a:gd name="T3" fmla="*/ 3 h 24"/>
                <a:gd name="T4" fmla="*/ 21 w 44"/>
                <a:gd name="T5" fmla="*/ 24 h 24"/>
                <a:gd name="T6" fmla="*/ 23 w 44"/>
                <a:gd name="T7" fmla="*/ 24 h 24"/>
                <a:gd name="T8" fmla="*/ 44 w 44"/>
                <a:gd name="T9" fmla="*/ 3 h 24"/>
                <a:gd name="T10" fmla="*/ 41 w 44"/>
                <a:gd name="T11" fmla="*/ 0 h 24"/>
                <a:gd name="T12" fmla="*/ 23 w 44"/>
                <a:gd name="T13" fmla="*/ 17 h 24"/>
                <a:gd name="T14" fmla="*/ 21 w 44"/>
                <a:gd name="T15" fmla="*/ 17 h 24"/>
                <a:gd name="T16" fmla="*/ 3 w 4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4">
                  <a:moveTo>
                    <a:pt x="3" y="0"/>
                  </a:moveTo>
                  <a:lnTo>
                    <a:pt x="0" y="3"/>
                  </a:lnTo>
                  <a:lnTo>
                    <a:pt x="21" y="24"/>
                  </a:lnTo>
                  <a:lnTo>
                    <a:pt x="23" y="24"/>
                  </a:lnTo>
                  <a:lnTo>
                    <a:pt x="44" y="3"/>
                  </a:lnTo>
                  <a:lnTo>
                    <a:pt x="41" y="0"/>
                  </a:lnTo>
                  <a:lnTo>
                    <a:pt x="23" y="17"/>
                  </a:lnTo>
                  <a:lnTo>
                    <a:pt x="21" y="17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8" name="Группа 317"/>
          <p:cNvGrpSpPr/>
          <p:nvPr/>
        </p:nvGrpSpPr>
        <p:grpSpPr>
          <a:xfrm>
            <a:off x="2961038" y="2050820"/>
            <a:ext cx="84058" cy="302608"/>
            <a:chOff x="2961038" y="2050820"/>
            <a:chExt cx="84058" cy="302608"/>
          </a:xfrm>
          <a:solidFill>
            <a:schemeClr val="tx1"/>
          </a:solidFill>
        </p:grpSpPr>
        <p:sp>
          <p:nvSpPr>
            <p:cNvPr id="87" name="Rectangle 99"/>
            <p:cNvSpPr>
              <a:spLocks noChangeArrowheads="1"/>
            </p:cNvSpPr>
            <p:nvPr/>
          </p:nvSpPr>
          <p:spPr bwMode="auto">
            <a:xfrm>
              <a:off x="2961038" y="2050820"/>
              <a:ext cx="8406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8" name="Rectangle 100"/>
            <p:cNvSpPr>
              <a:spLocks noChangeArrowheads="1"/>
            </p:cNvSpPr>
            <p:nvPr/>
          </p:nvSpPr>
          <p:spPr bwMode="auto">
            <a:xfrm>
              <a:off x="2998864" y="2050820"/>
              <a:ext cx="8406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Rectangle 101"/>
            <p:cNvSpPr>
              <a:spLocks noChangeArrowheads="1"/>
            </p:cNvSpPr>
            <p:nvPr/>
          </p:nvSpPr>
          <p:spPr bwMode="auto">
            <a:xfrm>
              <a:off x="3036690" y="2050820"/>
              <a:ext cx="8406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0" name="Freeform 102"/>
          <p:cNvSpPr>
            <a:spLocks noEditPoints="1"/>
          </p:cNvSpPr>
          <p:nvPr/>
        </p:nvSpPr>
        <p:spPr bwMode="auto">
          <a:xfrm>
            <a:off x="3244734" y="2126472"/>
            <a:ext cx="304710" cy="151304"/>
          </a:xfrm>
          <a:custGeom>
            <a:avLst/>
            <a:gdLst>
              <a:gd name="T0" fmla="*/ 192 w 256"/>
              <a:gd name="T1" fmla="*/ 0 h 128"/>
              <a:gd name="T2" fmla="*/ 128 w 256"/>
              <a:gd name="T3" fmla="*/ 60 h 128"/>
              <a:gd name="T4" fmla="*/ 13 w 256"/>
              <a:gd name="T5" fmla="*/ 60 h 128"/>
              <a:gd name="T6" fmla="*/ 42 w 256"/>
              <a:gd name="T7" fmla="*/ 31 h 128"/>
              <a:gd name="T8" fmla="*/ 36 w 256"/>
              <a:gd name="T9" fmla="*/ 25 h 128"/>
              <a:gd name="T10" fmla="*/ 0 w 256"/>
              <a:gd name="T11" fmla="*/ 61 h 128"/>
              <a:gd name="T12" fmla="*/ 0 w 256"/>
              <a:gd name="T13" fmla="*/ 67 h 128"/>
              <a:gd name="T14" fmla="*/ 36 w 256"/>
              <a:gd name="T15" fmla="*/ 103 h 128"/>
              <a:gd name="T16" fmla="*/ 42 w 256"/>
              <a:gd name="T17" fmla="*/ 97 h 128"/>
              <a:gd name="T18" fmla="*/ 13 w 256"/>
              <a:gd name="T19" fmla="*/ 68 h 128"/>
              <a:gd name="T20" fmla="*/ 128 w 256"/>
              <a:gd name="T21" fmla="*/ 68 h 128"/>
              <a:gd name="T22" fmla="*/ 192 w 256"/>
              <a:gd name="T23" fmla="*/ 128 h 128"/>
              <a:gd name="T24" fmla="*/ 256 w 256"/>
              <a:gd name="T25" fmla="*/ 64 h 128"/>
              <a:gd name="T26" fmla="*/ 192 w 256"/>
              <a:gd name="T27" fmla="*/ 0 h 128"/>
              <a:gd name="T28" fmla="*/ 192 w 256"/>
              <a:gd name="T29" fmla="*/ 120 h 128"/>
              <a:gd name="T30" fmla="*/ 136 w 256"/>
              <a:gd name="T31" fmla="*/ 64 h 128"/>
              <a:gd name="T32" fmla="*/ 192 w 256"/>
              <a:gd name="T33" fmla="*/ 8 h 128"/>
              <a:gd name="T34" fmla="*/ 248 w 256"/>
              <a:gd name="T35" fmla="*/ 64 h 128"/>
              <a:gd name="T36" fmla="*/ 192 w 256"/>
              <a:gd name="T37" fmla="*/ 1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6" h="128">
                <a:moveTo>
                  <a:pt x="192" y="0"/>
                </a:moveTo>
                <a:cubicBezTo>
                  <a:pt x="158" y="0"/>
                  <a:pt x="130" y="26"/>
                  <a:pt x="128" y="60"/>
                </a:cubicBezTo>
                <a:cubicBezTo>
                  <a:pt x="13" y="60"/>
                  <a:pt x="13" y="60"/>
                  <a:pt x="13" y="60"/>
                </a:cubicBezTo>
                <a:cubicBezTo>
                  <a:pt x="42" y="31"/>
                  <a:pt x="42" y="31"/>
                  <a:pt x="42" y="31"/>
                </a:cubicBezTo>
                <a:cubicBezTo>
                  <a:pt x="36" y="25"/>
                  <a:pt x="36" y="25"/>
                  <a:pt x="36" y="25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7"/>
                  <a:pt x="0" y="67"/>
                  <a:pt x="0" y="67"/>
                </a:cubicBezTo>
                <a:cubicBezTo>
                  <a:pt x="36" y="103"/>
                  <a:pt x="36" y="103"/>
                  <a:pt x="36" y="103"/>
                </a:cubicBezTo>
                <a:cubicBezTo>
                  <a:pt x="42" y="97"/>
                  <a:pt x="42" y="97"/>
                  <a:pt x="42" y="97"/>
                </a:cubicBezTo>
                <a:cubicBezTo>
                  <a:pt x="13" y="68"/>
                  <a:pt x="13" y="68"/>
                  <a:pt x="13" y="68"/>
                </a:cubicBezTo>
                <a:cubicBezTo>
                  <a:pt x="128" y="68"/>
                  <a:pt x="128" y="68"/>
                  <a:pt x="128" y="68"/>
                </a:cubicBezTo>
                <a:cubicBezTo>
                  <a:pt x="130" y="101"/>
                  <a:pt x="158" y="128"/>
                  <a:pt x="192" y="128"/>
                </a:cubicBezTo>
                <a:cubicBezTo>
                  <a:pt x="227" y="128"/>
                  <a:pt x="256" y="99"/>
                  <a:pt x="256" y="64"/>
                </a:cubicBezTo>
                <a:cubicBezTo>
                  <a:pt x="256" y="29"/>
                  <a:pt x="227" y="0"/>
                  <a:pt x="192" y="0"/>
                </a:cubicBezTo>
                <a:close/>
                <a:moveTo>
                  <a:pt x="192" y="120"/>
                </a:moveTo>
                <a:cubicBezTo>
                  <a:pt x="161" y="120"/>
                  <a:pt x="136" y="95"/>
                  <a:pt x="136" y="64"/>
                </a:cubicBezTo>
                <a:cubicBezTo>
                  <a:pt x="136" y="33"/>
                  <a:pt x="161" y="8"/>
                  <a:pt x="192" y="8"/>
                </a:cubicBezTo>
                <a:cubicBezTo>
                  <a:pt x="222" y="8"/>
                  <a:pt x="248" y="33"/>
                  <a:pt x="248" y="64"/>
                </a:cubicBezTo>
                <a:cubicBezTo>
                  <a:pt x="248" y="95"/>
                  <a:pt x="222" y="120"/>
                  <a:pt x="192" y="12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19" name="Группа 318"/>
          <p:cNvGrpSpPr/>
          <p:nvPr/>
        </p:nvGrpSpPr>
        <p:grpSpPr>
          <a:xfrm>
            <a:off x="3637703" y="2126472"/>
            <a:ext cx="304711" cy="151304"/>
            <a:chOff x="3637703" y="2126472"/>
            <a:chExt cx="304711" cy="151304"/>
          </a:xfrm>
          <a:solidFill>
            <a:schemeClr val="tx1"/>
          </a:solidFill>
        </p:grpSpPr>
        <p:sp>
          <p:nvSpPr>
            <p:cNvPr id="91" name="Rectangle 103"/>
            <p:cNvSpPr>
              <a:spLocks noChangeArrowheads="1"/>
            </p:cNvSpPr>
            <p:nvPr/>
          </p:nvSpPr>
          <p:spPr bwMode="auto">
            <a:xfrm>
              <a:off x="3662921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2" name="Rectangle 104"/>
            <p:cNvSpPr>
              <a:spLocks noChangeArrowheads="1"/>
            </p:cNvSpPr>
            <p:nvPr/>
          </p:nvSpPr>
          <p:spPr bwMode="auto">
            <a:xfrm>
              <a:off x="3746978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Rectangle 105"/>
            <p:cNvSpPr>
              <a:spLocks noChangeArrowheads="1"/>
            </p:cNvSpPr>
            <p:nvPr/>
          </p:nvSpPr>
          <p:spPr bwMode="auto">
            <a:xfrm>
              <a:off x="3719660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4" name="Rectangle 106"/>
            <p:cNvSpPr>
              <a:spLocks noChangeArrowheads="1"/>
            </p:cNvSpPr>
            <p:nvPr/>
          </p:nvSpPr>
          <p:spPr bwMode="auto">
            <a:xfrm>
              <a:off x="3690240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5" name="Freeform 107"/>
            <p:cNvSpPr>
              <a:spLocks noEditPoints="1"/>
            </p:cNvSpPr>
            <p:nvPr/>
          </p:nvSpPr>
          <p:spPr bwMode="auto">
            <a:xfrm>
              <a:off x="3776399" y="2126472"/>
              <a:ext cx="166015" cy="151304"/>
            </a:xfrm>
            <a:custGeom>
              <a:avLst/>
              <a:gdLst>
                <a:gd name="T0" fmla="*/ 76 w 140"/>
                <a:gd name="T1" fmla="*/ 0 h 128"/>
                <a:gd name="T2" fmla="*/ 12 w 140"/>
                <a:gd name="T3" fmla="*/ 60 h 128"/>
                <a:gd name="T4" fmla="*/ 0 w 140"/>
                <a:gd name="T5" fmla="*/ 60 h 128"/>
                <a:gd name="T6" fmla="*/ 0 w 140"/>
                <a:gd name="T7" fmla="*/ 68 h 128"/>
                <a:gd name="T8" fmla="*/ 12 w 140"/>
                <a:gd name="T9" fmla="*/ 68 h 128"/>
                <a:gd name="T10" fmla="*/ 76 w 140"/>
                <a:gd name="T11" fmla="*/ 128 h 128"/>
                <a:gd name="T12" fmla="*/ 140 w 140"/>
                <a:gd name="T13" fmla="*/ 64 h 128"/>
                <a:gd name="T14" fmla="*/ 76 w 140"/>
                <a:gd name="T15" fmla="*/ 0 h 128"/>
                <a:gd name="T16" fmla="*/ 76 w 140"/>
                <a:gd name="T17" fmla="*/ 120 h 128"/>
                <a:gd name="T18" fmla="*/ 20 w 140"/>
                <a:gd name="T19" fmla="*/ 64 h 128"/>
                <a:gd name="T20" fmla="*/ 76 w 140"/>
                <a:gd name="T21" fmla="*/ 8 h 128"/>
                <a:gd name="T22" fmla="*/ 132 w 140"/>
                <a:gd name="T23" fmla="*/ 64 h 128"/>
                <a:gd name="T24" fmla="*/ 76 w 140"/>
                <a:gd name="T25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" h="128">
                  <a:moveTo>
                    <a:pt x="76" y="0"/>
                  </a:moveTo>
                  <a:cubicBezTo>
                    <a:pt x="42" y="0"/>
                    <a:pt x="14" y="26"/>
                    <a:pt x="12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4" y="101"/>
                    <a:pt x="42" y="128"/>
                    <a:pt x="76" y="128"/>
                  </a:cubicBezTo>
                  <a:cubicBezTo>
                    <a:pt x="111" y="128"/>
                    <a:pt x="140" y="99"/>
                    <a:pt x="140" y="64"/>
                  </a:cubicBezTo>
                  <a:cubicBezTo>
                    <a:pt x="140" y="29"/>
                    <a:pt x="111" y="0"/>
                    <a:pt x="76" y="0"/>
                  </a:cubicBezTo>
                  <a:close/>
                  <a:moveTo>
                    <a:pt x="76" y="120"/>
                  </a:moveTo>
                  <a:cubicBezTo>
                    <a:pt x="45" y="120"/>
                    <a:pt x="20" y="95"/>
                    <a:pt x="20" y="64"/>
                  </a:cubicBezTo>
                  <a:cubicBezTo>
                    <a:pt x="20" y="33"/>
                    <a:pt x="45" y="8"/>
                    <a:pt x="76" y="8"/>
                  </a:cubicBezTo>
                  <a:cubicBezTo>
                    <a:pt x="107" y="8"/>
                    <a:pt x="132" y="33"/>
                    <a:pt x="132" y="64"/>
                  </a:cubicBezTo>
                  <a:cubicBezTo>
                    <a:pt x="132" y="95"/>
                    <a:pt x="107" y="120"/>
                    <a:pt x="76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Freeform 108"/>
            <p:cNvSpPr>
              <a:spLocks/>
            </p:cNvSpPr>
            <p:nvPr/>
          </p:nvSpPr>
          <p:spPr bwMode="auto">
            <a:xfrm>
              <a:off x="3637703" y="2155892"/>
              <a:ext cx="50435" cy="92464"/>
            </a:xfrm>
            <a:custGeom>
              <a:avLst/>
              <a:gdLst>
                <a:gd name="T0" fmla="*/ 21 w 24"/>
                <a:gd name="T1" fmla="*/ 0 h 44"/>
                <a:gd name="T2" fmla="*/ 0 w 24"/>
                <a:gd name="T3" fmla="*/ 20 h 44"/>
                <a:gd name="T4" fmla="*/ 0 w 24"/>
                <a:gd name="T5" fmla="*/ 24 h 44"/>
                <a:gd name="T6" fmla="*/ 21 w 24"/>
                <a:gd name="T7" fmla="*/ 44 h 44"/>
                <a:gd name="T8" fmla="*/ 24 w 24"/>
                <a:gd name="T9" fmla="*/ 41 h 44"/>
                <a:gd name="T10" fmla="*/ 7 w 24"/>
                <a:gd name="T11" fmla="*/ 23 h 44"/>
                <a:gd name="T12" fmla="*/ 7 w 24"/>
                <a:gd name="T13" fmla="*/ 20 h 44"/>
                <a:gd name="T14" fmla="*/ 24 w 24"/>
                <a:gd name="T15" fmla="*/ 4 h 44"/>
                <a:gd name="T16" fmla="*/ 21 w 24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44">
                  <a:moveTo>
                    <a:pt x="21" y="0"/>
                  </a:moveTo>
                  <a:lnTo>
                    <a:pt x="0" y="20"/>
                  </a:lnTo>
                  <a:lnTo>
                    <a:pt x="0" y="24"/>
                  </a:lnTo>
                  <a:lnTo>
                    <a:pt x="21" y="44"/>
                  </a:lnTo>
                  <a:lnTo>
                    <a:pt x="24" y="41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24" y="4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7" name="Freeform 109"/>
          <p:cNvSpPr>
            <a:spLocks noEditPoints="1"/>
          </p:cNvSpPr>
          <p:nvPr/>
        </p:nvSpPr>
        <p:spPr bwMode="auto">
          <a:xfrm>
            <a:off x="5211685" y="2126472"/>
            <a:ext cx="302608" cy="151304"/>
          </a:xfrm>
          <a:custGeom>
            <a:avLst/>
            <a:gdLst>
              <a:gd name="T0" fmla="*/ 213 w 256"/>
              <a:gd name="T1" fmla="*/ 31 h 128"/>
              <a:gd name="T2" fmla="*/ 243 w 256"/>
              <a:gd name="T3" fmla="*/ 60 h 128"/>
              <a:gd name="T4" fmla="*/ 128 w 256"/>
              <a:gd name="T5" fmla="*/ 60 h 128"/>
              <a:gd name="T6" fmla="*/ 64 w 256"/>
              <a:gd name="T7" fmla="*/ 0 h 128"/>
              <a:gd name="T8" fmla="*/ 0 w 256"/>
              <a:gd name="T9" fmla="*/ 64 h 128"/>
              <a:gd name="T10" fmla="*/ 64 w 256"/>
              <a:gd name="T11" fmla="*/ 128 h 128"/>
              <a:gd name="T12" fmla="*/ 128 w 256"/>
              <a:gd name="T13" fmla="*/ 68 h 128"/>
              <a:gd name="T14" fmla="*/ 243 w 256"/>
              <a:gd name="T15" fmla="*/ 68 h 128"/>
              <a:gd name="T16" fmla="*/ 213 w 256"/>
              <a:gd name="T17" fmla="*/ 97 h 128"/>
              <a:gd name="T18" fmla="*/ 220 w 256"/>
              <a:gd name="T19" fmla="*/ 103 h 128"/>
              <a:gd name="T20" fmla="*/ 256 w 256"/>
              <a:gd name="T21" fmla="*/ 67 h 128"/>
              <a:gd name="T22" fmla="*/ 256 w 256"/>
              <a:gd name="T23" fmla="*/ 61 h 128"/>
              <a:gd name="T24" fmla="*/ 220 w 256"/>
              <a:gd name="T25" fmla="*/ 25 h 128"/>
              <a:gd name="T26" fmla="*/ 213 w 256"/>
              <a:gd name="T27" fmla="*/ 31 h 128"/>
              <a:gd name="T28" fmla="*/ 64 w 256"/>
              <a:gd name="T29" fmla="*/ 120 h 128"/>
              <a:gd name="T30" fmla="*/ 8 w 256"/>
              <a:gd name="T31" fmla="*/ 64 h 128"/>
              <a:gd name="T32" fmla="*/ 64 w 256"/>
              <a:gd name="T33" fmla="*/ 8 h 128"/>
              <a:gd name="T34" fmla="*/ 120 w 256"/>
              <a:gd name="T35" fmla="*/ 64 h 128"/>
              <a:gd name="T36" fmla="*/ 64 w 256"/>
              <a:gd name="T37" fmla="*/ 1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6" h="128">
                <a:moveTo>
                  <a:pt x="213" y="31"/>
                </a:moveTo>
                <a:cubicBezTo>
                  <a:pt x="243" y="60"/>
                  <a:pt x="243" y="60"/>
                  <a:pt x="243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6" y="26"/>
                  <a:pt x="98" y="0"/>
                  <a:pt x="64" y="0"/>
                </a:cubicBez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8" y="128"/>
                  <a:pt x="126" y="101"/>
                  <a:pt x="128" y="68"/>
                </a:cubicBezTo>
                <a:cubicBezTo>
                  <a:pt x="243" y="68"/>
                  <a:pt x="243" y="68"/>
                  <a:pt x="243" y="68"/>
                </a:cubicBezTo>
                <a:cubicBezTo>
                  <a:pt x="213" y="97"/>
                  <a:pt x="213" y="97"/>
                  <a:pt x="213" y="97"/>
                </a:cubicBezTo>
                <a:cubicBezTo>
                  <a:pt x="220" y="103"/>
                  <a:pt x="220" y="103"/>
                  <a:pt x="220" y="103"/>
                </a:cubicBezTo>
                <a:cubicBezTo>
                  <a:pt x="256" y="67"/>
                  <a:pt x="256" y="67"/>
                  <a:pt x="256" y="67"/>
                </a:cubicBezTo>
                <a:cubicBezTo>
                  <a:pt x="256" y="61"/>
                  <a:pt x="256" y="61"/>
                  <a:pt x="256" y="61"/>
                </a:cubicBezTo>
                <a:cubicBezTo>
                  <a:pt x="220" y="25"/>
                  <a:pt x="220" y="25"/>
                  <a:pt x="220" y="25"/>
                </a:cubicBezTo>
                <a:lnTo>
                  <a:pt x="213" y="31"/>
                </a:lnTo>
                <a:close/>
                <a:moveTo>
                  <a:pt x="64" y="120"/>
                </a:moveTo>
                <a:cubicBezTo>
                  <a:pt x="33" y="120"/>
                  <a:pt x="8" y="95"/>
                  <a:pt x="8" y="64"/>
                </a:cubicBezTo>
                <a:cubicBezTo>
                  <a:pt x="8" y="33"/>
                  <a:pt x="33" y="8"/>
                  <a:pt x="64" y="8"/>
                </a:cubicBezTo>
                <a:cubicBezTo>
                  <a:pt x="95" y="8"/>
                  <a:pt x="120" y="33"/>
                  <a:pt x="120" y="64"/>
                </a:cubicBezTo>
                <a:cubicBezTo>
                  <a:pt x="120" y="95"/>
                  <a:pt x="95" y="120"/>
                  <a:pt x="64" y="12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84" name="Группа 383"/>
          <p:cNvGrpSpPr/>
          <p:nvPr/>
        </p:nvGrpSpPr>
        <p:grpSpPr>
          <a:xfrm>
            <a:off x="4030674" y="2126472"/>
            <a:ext cx="304710" cy="151304"/>
            <a:chOff x="4030674" y="2126472"/>
            <a:chExt cx="304710" cy="151304"/>
          </a:xfrm>
          <a:solidFill>
            <a:schemeClr val="tx1"/>
          </a:solidFill>
        </p:grpSpPr>
        <p:sp>
          <p:nvSpPr>
            <p:cNvPr id="98" name="Rectangle 110"/>
            <p:cNvSpPr>
              <a:spLocks noChangeArrowheads="1"/>
            </p:cNvSpPr>
            <p:nvPr/>
          </p:nvSpPr>
          <p:spPr bwMode="auto">
            <a:xfrm>
              <a:off x="4207195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Rectangle 111"/>
            <p:cNvSpPr>
              <a:spLocks noChangeArrowheads="1"/>
            </p:cNvSpPr>
            <p:nvPr/>
          </p:nvSpPr>
          <p:spPr bwMode="auto">
            <a:xfrm>
              <a:off x="4234513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0" name="Rectangle 112"/>
            <p:cNvSpPr>
              <a:spLocks noChangeArrowheads="1"/>
            </p:cNvSpPr>
            <p:nvPr/>
          </p:nvSpPr>
          <p:spPr bwMode="auto">
            <a:xfrm>
              <a:off x="4291253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1" name="Rectangle 113"/>
            <p:cNvSpPr>
              <a:spLocks noChangeArrowheads="1"/>
            </p:cNvSpPr>
            <p:nvPr/>
          </p:nvSpPr>
          <p:spPr bwMode="auto">
            <a:xfrm>
              <a:off x="4263934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2" name="Freeform 114"/>
            <p:cNvSpPr>
              <a:spLocks noEditPoints="1"/>
            </p:cNvSpPr>
            <p:nvPr/>
          </p:nvSpPr>
          <p:spPr bwMode="auto">
            <a:xfrm>
              <a:off x="4030674" y="2126472"/>
              <a:ext cx="166015" cy="151304"/>
            </a:xfrm>
            <a:custGeom>
              <a:avLst/>
              <a:gdLst>
                <a:gd name="T0" fmla="*/ 128 w 140"/>
                <a:gd name="T1" fmla="*/ 68 h 128"/>
                <a:gd name="T2" fmla="*/ 140 w 140"/>
                <a:gd name="T3" fmla="*/ 68 h 128"/>
                <a:gd name="T4" fmla="*/ 140 w 140"/>
                <a:gd name="T5" fmla="*/ 60 h 128"/>
                <a:gd name="T6" fmla="*/ 128 w 140"/>
                <a:gd name="T7" fmla="*/ 60 h 128"/>
                <a:gd name="T8" fmla="*/ 64 w 140"/>
                <a:gd name="T9" fmla="*/ 0 h 128"/>
                <a:gd name="T10" fmla="*/ 0 w 140"/>
                <a:gd name="T11" fmla="*/ 64 h 128"/>
                <a:gd name="T12" fmla="*/ 64 w 140"/>
                <a:gd name="T13" fmla="*/ 128 h 128"/>
                <a:gd name="T14" fmla="*/ 128 w 140"/>
                <a:gd name="T15" fmla="*/ 68 h 128"/>
                <a:gd name="T16" fmla="*/ 64 w 140"/>
                <a:gd name="T17" fmla="*/ 120 h 128"/>
                <a:gd name="T18" fmla="*/ 8 w 140"/>
                <a:gd name="T19" fmla="*/ 64 h 128"/>
                <a:gd name="T20" fmla="*/ 64 w 140"/>
                <a:gd name="T21" fmla="*/ 8 h 128"/>
                <a:gd name="T22" fmla="*/ 120 w 140"/>
                <a:gd name="T23" fmla="*/ 64 h 128"/>
                <a:gd name="T24" fmla="*/ 64 w 140"/>
                <a:gd name="T25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" h="128">
                  <a:moveTo>
                    <a:pt x="128" y="68"/>
                  </a:moveTo>
                  <a:cubicBezTo>
                    <a:pt x="140" y="68"/>
                    <a:pt x="140" y="68"/>
                    <a:pt x="140" y="68"/>
                  </a:cubicBezTo>
                  <a:cubicBezTo>
                    <a:pt x="140" y="60"/>
                    <a:pt x="140" y="60"/>
                    <a:pt x="140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26"/>
                    <a:pt x="98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8" y="128"/>
                    <a:pt x="126" y="101"/>
                    <a:pt x="128" y="68"/>
                  </a:cubicBezTo>
                  <a:close/>
                  <a:moveTo>
                    <a:pt x="64" y="120"/>
                  </a:moveTo>
                  <a:cubicBezTo>
                    <a:pt x="33" y="120"/>
                    <a:pt x="8" y="95"/>
                    <a:pt x="8" y="64"/>
                  </a:cubicBezTo>
                  <a:cubicBezTo>
                    <a:pt x="8" y="33"/>
                    <a:pt x="33" y="8"/>
                    <a:pt x="64" y="8"/>
                  </a:cubicBezTo>
                  <a:cubicBezTo>
                    <a:pt x="95" y="8"/>
                    <a:pt x="120" y="33"/>
                    <a:pt x="120" y="64"/>
                  </a:cubicBezTo>
                  <a:cubicBezTo>
                    <a:pt x="120" y="95"/>
                    <a:pt x="95" y="120"/>
                    <a:pt x="64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3" name="Freeform 115"/>
            <p:cNvSpPr>
              <a:spLocks/>
            </p:cNvSpPr>
            <p:nvPr/>
          </p:nvSpPr>
          <p:spPr bwMode="auto">
            <a:xfrm>
              <a:off x="4282847" y="2155892"/>
              <a:ext cx="52537" cy="92464"/>
            </a:xfrm>
            <a:custGeom>
              <a:avLst/>
              <a:gdLst>
                <a:gd name="T0" fmla="*/ 0 w 25"/>
                <a:gd name="T1" fmla="*/ 4 h 44"/>
                <a:gd name="T2" fmla="*/ 18 w 25"/>
                <a:gd name="T3" fmla="*/ 20 h 44"/>
                <a:gd name="T4" fmla="*/ 18 w 25"/>
                <a:gd name="T5" fmla="*/ 23 h 44"/>
                <a:gd name="T6" fmla="*/ 0 w 25"/>
                <a:gd name="T7" fmla="*/ 41 h 44"/>
                <a:gd name="T8" fmla="*/ 4 w 25"/>
                <a:gd name="T9" fmla="*/ 44 h 44"/>
                <a:gd name="T10" fmla="*/ 25 w 25"/>
                <a:gd name="T11" fmla="*/ 24 h 44"/>
                <a:gd name="T12" fmla="*/ 25 w 25"/>
                <a:gd name="T13" fmla="*/ 20 h 44"/>
                <a:gd name="T14" fmla="*/ 4 w 25"/>
                <a:gd name="T15" fmla="*/ 0 h 44"/>
                <a:gd name="T16" fmla="*/ 0 w 25"/>
                <a:gd name="T17" fmla="*/ 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44">
                  <a:moveTo>
                    <a:pt x="0" y="4"/>
                  </a:moveTo>
                  <a:lnTo>
                    <a:pt x="18" y="20"/>
                  </a:lnTo>
                  <a:lnTo>
                    <a:pt x="18" y="23"/>
                  </a:lnTo>
                  <a:lnTo>
                    <a:pt x="0" y="41"/>
                  </a:lnTo>
                  <a:lnTo>
                    <a:pt x="4" y="44"/>
                  </a:lnTo>
                  <a:lnTo>
                    <a:pt x="25" y="24"/>
                  </a:lnTo>
                  <a:lnTo>
                    <a:pt x="25" y="20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04" name="Freeform 116"/>
          <p:cNvSpPr>
            <a:spLocks noEditPoints="1"/>
          </p:cNvSpPr>
          <p:nvPr/>
        </p:nvSpPr>
        <p:spPr bwMode="auto">
          <a:xfrm>
            <a:off x="4499295" y="2050820"/>
            <a:ext cx="153406" cy="302608"/>
          </a:xfrm>
          <a:custGeom>
            <a:avLst/>
            <a:gdLst>
              <a:gd name="T0" fmla="*/ 68 w 128"/>
              <a:gd name="T1" fmla="*/ 128 h 256"/>
              <a:gd name="T2" fmla="*/ 68 w 128"/>
              <a:gd name="T3" fmla="*/ 13 h 256"/>
              <a:gd name="T4" fmla="*/ 97 w 128"/>
              <a:gd name="T5" fmla="*/ 43 h 256"/>
              <a:gd name="T6" fmla="*/ 103 w 128"/>
              <a:gd name="T7" fmla="*/ 36 h 256"/>
              <a:gd name="T8" fmla="*/ 67 w 128"/>
              <a:gd name="T9" fmla="*/ 0 h 256"/>
              <a:gd name="T10" fmla="*/ 61 w 128"/>
              <a:gd name="T11" fmla="*/ 0 h 256"/>
              <a:gd name="T12" fmla="*/ 25 w 128"/>
              <a:gd name="T13" fmla="*/ 36 h 256"/>
              <a:gd name="T14" fmla="*/ 31 w 128"/>
              <a:gd name="T15" fmla="*/ 42 h 256"/>
              <a:gd name="T16" fmla="*/ 60 w 128"/>
              <a:gd name="T17" fmla="*/ 13 h 256"/>
              <a:gd name="T18" fmla="*/ 60 w 128"/>
              <a:gd name="T19" fmla="*/ 128 h 256"/>
              <a:gd name="T20" fmla="*/ 0 w 128"/>
              <a:gd name="T21" fmla="*/ 192 h 256"/>
              <a:gd name="T22" fmla="*/ 64 w 128"/>
              <a:gd name="T23" fmla="*/ 256 h 256"/>
              <a:gd name="T24" fmla="*/ 128 w 128"/>
              <a:gd name="T25" fmla="*/ 192 h 256"/>
              <a:gd name="T26" fmla="*/ 68 w 128"/>
              <a:gd name="T27" fmla="*/ 128 h 256"/>
              <a:gd name="T28" fmla="*/ 64 w 128"/>
              <a:gd name="T29" fmla="*/ 248 h 256"/>
              <a:gd name="T30" fmla="*/ 8 w 128"/>
              <a:gd name="T31" fmla="*/ 192 h 256"/>
              <a:gd name="T32" fmla="*/ 64 w 128"/>
              <a:gd name="T33" fmla="*/ 136 h 256"/>
              <a:gd name="T34" fmla="*/ 120 w 128"/>
              <a:gd name="T35" fmla="*/ 192 h 256"/>
              <a:gd name="T36" fmla="*/ 64 w 128"/>
              <a:gd name="T37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256">
                <a:moveTo>
                  <a:pt x="68" y="128"/>
                </a:moveTo>
                <a:cubicBezTo>
                  <a:pt x="68" y="13"/>
                  <a:pt x="68" y="13"/>
                  <a:pt x="68" y="13"/>
                </a:cubicBezTo>
                <a:cubicBezTo>
                  <a:pt x="97" y="43"/>
                  <a:pt x="97" y="43"/>
                  <a:pt x="97" y="43"/>
                </a:cubicBezTo>
                <a:cubicBezTo>
                  <a:pt x="103" y="36"/>
                  <a:pt x="103" y="36"/>
                  <a:pt x="103" y="36"/>
                </a:cubicBezTo>
                <a:cubicBezTo>
                  <a:pt x="67" y="0"/>
                  <a:pt x="67" y="0"/>
                  <a:pt x="67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25" y="36"/>
                  <a:pt x="25" y="36"/>
                  <a:pt x="25" y="36"/>
                </a:cubicBezTo>
                <a:cubicBezTo>
                  <a:pt x="31" y="42"/>
                  <a:pt x="31" y="42"/>
                  <a:pt x="31" y="42"/>
                </a:cubicBezTo>
                <a:cubicBezTo>
                  <a:pt x="60" y="13"/>
                  <a:pt x="60" y="13"/>
                  <a:pt x="60" y="13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27" y="130"/>
                  <a:pt x="0" y="158"/>
                  <a:pt x="0" y="192"/>
                </a:cubicBezTo>
                <a:cubicBezTo>
                  <a:pt x="0" y="227"/>
                  <a:pt x="29" y="256"/>
                  <a:pt x="64" y="256"/>
                </a:cubicBezTo>
                <a:cubicBezTo>
                  <a:pt x="99" y="256"/>
                  <a:pt x="128" y="227"/>
                  <a:pt x="128" y="192"/>
                </a:cubicBezTo>
                <a:cubicBezTo>
                  <a:pt x="128" y="158"/>
                  <a:pt x="101" y="130"/>
                  <a:pt x="68" y="128"/>
                </a:cubicBezTo>
                <a:close/>
                <a:moveTo>
                  <a:pt x="64" y="248"/>
                </a:moveTo>
                <a:cubicBezTo>
                  <a:pt x="33" y="248"/>
                  <a:pt x="8" y="223"/>
                  <a:pt x="8" y="192"/>
                </a:cubicBezTo>
                <a:cubicBezTo>
                  <a:pt x="8" y="161"/>
                  <a:pt x="33" y="136"/>
                  <a:pt x="64" y="136"/>
                </a:cubicBezTo>
                <a:cubicBezTo>
                  <a:pt x="95" y="136"/>
                  <a:pt x="120" y="161"/>
                  <a:pt x="120" y="192"/>
                </a:cubicBezTo>
                <a:cubicBezTo>
                  <a:pt x="120" y="223"/>
                  <a:pt x="95" y="248"/>
                  <a:pt x="64" y="24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85" name="Группа 384"/>
          <p:cNvGrpSpPr/>
          <p:nvPr/>
        </p:nvGrpSpPr>
        <p:grpSpPr>
          <a:xfrm>
            <a:off x="4894367" y="2050820"/>
            <a:ext cx="151304" cy="302608"/>
            <a:chOff x="4894367" y="2050820"/>
            <a:chExt cx="151304" cy="302608"/>
          </a:xfrm>
          <a:solidFill>
            <a:schemeClr val="tx1"/>
          </a:solidFill>
        </p:grpSpPr>
        <p:sp>
          <p:nvSpPr>
            <p:cNvPr id="105" name="Rectangle 117"/>
            <p:cNvSpPr>
              <a:spLocks noChangeArrowheads="1"/>
            </p:cNvSpPr>
            <p:nvPr/>
          </p:nvSpPr>
          <p:spPr bwMode="auto">
            <a:xfrm>
              <a:off x="4963715" y="213067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Rectangle 118"/>
            <p:cNvSpPr>
              <a:spLocks noChangeArrowheads="1"/>
            </p:cNvSpPr>
            <p:nvPr/>
          </p:nvSpPr>
          <p:spPr bwMode="auto">
            <a:xfrm>
              <a:off x="4963715" y="207393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7" name="Rectangle 119"/>
            <p:cNvSpPr>
              <a:spLocks noChangeArrowheads="1"/>
            </p:cNvSpPr>
            <p:nvPr/>
          </p:nvSpPr>
          <p:spPr bwMode="auto">
            <a:xfrm>
              <a:off x="4963715" y="210335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8" name="Rectangle 120"/>
            <p:cNvSpPr>
              <a:spLocks noChangeArrowheads="1"/>
            </p:cNvSpPr>
            <p:nvPr/>
          </p:nvSpPr>
          <p:spPr bwMode="auto">
            <a:xfrm>
              <a:off x="4963715" y="216009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Freeform 121"/>
            <p:cNvSpPr>
              <a:spLocks noEditPoints="1"/>
            </p:cNvSpPr>
            <p:nvPr/>
          </p:nvSpPr>
          <p:spPr bwMode="auto">
            <a:xfrm>
              <a:off x="4894367" y="2187413"/>
              <a:ext cx="151304" cy="166015"/>
            </a:xfrm>
            <a:custGeom>
              <a:avLst/>
              <a:gdLst>
                <a:gd name="T0" fmla="*/ 0 w 128"/>
                <a:gd name="T1" fmla="*/ 76 h 140"/>
                <a:gd name="T2" fmla="*/ 64 w 128"/>
                <a:gd name="T3" fmla="*/ 140 h 140"/>
                <a:gd name="T4" fmla="*/ 128 w 128"/>
                <a:gd name="T5" fmla="*/ 76 h 140"/>
                <a:gd name="T6" fmla="*/ 68 w 128"/>
                <a:gd name="T7" fmla="*/ 12 h 140"/>
                <a:gd name="T8" fmla="*/ 68 w 128"/>
                <a:gd name="T9" fmla="*/ 0 h 140"/>
                <a:gd name="T10" fmla="*/ 60 w 128"/>
                <a:gd name="T11" fmla="*/ 0 h 140"/>
                <a:gd name="T12" fmla="*/ 60 w 128"/>
                <a:gd name="T13" fmla="*/ 12 h 140"/>
                <a:gd name="T14" fmla="*/ 0 w 128"/>
                <a:gd name="T15" fmla="*/ 76 h 140"/>
                <a:gd name="T16" fmla="*/ 64 w 128"/>
                <a:gd name="T17" fmla="*/ 20 h 140"/>
                <a:gd name="T18" fmla="*/ 120 w 128"/>
                <a:gd name="T19" fmla="*/ 76 h 140"/>
                <a:gd name="T20" fmla="*/ 64 w 128"/>
                <a:gd name="T21" fmla="*/ 132 h 140"/>
                <a:gd name="T22" fmla="*/ 8 w 128"/>
                <a:gd name="T23" fmla="*/ 76 h 140"/>
                <a:gd name="T24" fmla="*/ 64 w 128"/>
                <a:gd name="T25" fmla="*/ 2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40">
                  <a:moveTo>
                    <a:pt x="0" y="76"/>
                  </a:moveTo>
                  <a:cubicBezTo>
                    <a:pt x="0" y="111"/>
                    <a:pt x="29" y="140"/>
                    <a:pt x="64" y="140"/>
                  </a:cubicBezTo>
                  <a:cubicBezTo>
                    <a:pt x="99" y="140"/>
                    <a:pt x="128" y="111"/>
                    <a:pt x="128" y="76"/>
                  </a:cubicBezTo>
                  <a:cubicBezTo>
                    <a:pt x="128" y="42"/>
                    <a:pt x="101" y="14"/>
                    <a:pt x="68" y="12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27" y="14"/>
                    <a:pt x="0" y="42"/>
                    <a:pt x="0" y="76"/>
                  </a:cubicBezTo>
                  <a:close/>
                  <a:moveTo>
                    <a:pt x="64" y="20"/>
                  </a:moveTo>
                  <a:cubicBezTo>
                    <a:pt x="95" y="20"/>
                    <a:pt x="120" y="45"/>
                    <a:pt x="120" y="76"/>
                  </a:cubicBezTo>
                  <a:cubicBezTo>
                    <a:pt x="120" y="107"/>
                    <a:pt x="95" y="132"/>
                    <a:pt x="64" y="132"/>
                  </a:cubicBezTo>
                  <a:cubicBezTo>
                    <a:pt x="33" y="132"/>
                    <a:pt x="8" y="107"/>
                    <a:pt x="8" y="76"/>
                  </a:cubicBezTo>
                  <a:cubicBezTo>
                    <a:pt x="8" y="45"/>
                    <a:pt x="33" y="20"/>
                    <a:pt x="6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0" name="Freeform 122"/>
            <p:cNvSpPr>
              <a:spLocks/>
            </p:cNvSpPr>
            <p:nvPr/>
          </p:nvSpPr>
          <p:spPr bwMode="auto">
            <a:xfrm>
              <a:off x="4923787" y="2050820"/>
              <a:ext cx="92464" cy="50435"/>
            </a:xfrm>
            <a:custGeom>
              <a:avLst/>
              <a:gdLst>
                <a:gd name="T0" fmla="*/ 40 w 44"/>
                <a:gd name="T1" fmla="*/ 24 h 24"/>
                <a:gd name="T2" fmla="*/ 44 w 44"/>
                <a:gd name="T3" fmla="*/ 20 h 24"/>
                <a:gd name="T4" fmla="*/ 23 w 44"/>
                <a:gd name="T5" fmla="*/ 0 h 24"/>
                <a:gd name="T6" fmla="*/ 20 w 44"/>
                <a:gd name="T7" fmla="*/ 0 h 24"/>
                <a:gd name="T8" fmla="*/ 0 w 44"/>
                <a:gd name="T9" fmla="*/ 20 h 24"/>
                <a:gd name="T10" fmla="*/ 3 w 44"/>
                <a:gd name="T11" fmla="*/ 24 h 24"/>
                <a:gd name="T12" fmla="*/ 20 w 44"/>
                <a:gd name="T13" fmla="*/ 7 h 24"/>
                <a:gd name="T14" fmla="*/ 23 w 44"/>
                <a:gd name="T15" fmla="*/ 7 h 24"/>
                <a:gd name="T16" fmla="*/ 40 w 44"/>
                <a:gd name="T1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4">
                  <a:moveTo>
                    <a:pt x="40" y="24"/>
                  </a:moveTo>
                  <a:lnTo>
                    <a:pt x="44" y="2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0" y="20"/>
                  </a:lnTo>
                  <a:lnTo>
                    <a:pt x="3" y="24"/>
                  </a:lnTo>
                  <a:lnTo>
                    <a:pt x="20" y="7"/>
                  </a:lnTo>
                  <a:lnTo>
                    <a:pt x="23" y="7"/>
                  </a:lnTo>
                  <a:lnTo>
                    <a:pt x="40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4" name="Группа 413"/>
          <p:cNvGrpSpPr/>
          <p:nvPr/>
        </p:nvGrpSpPr>
        <p:grpSpPr>
          <a:xfrm>
            <a:off x="2851763" y="3339004"/>
            <a:ext cx="302608" cy="84058"/>
            <a:chOff x="2851763" y="3339004"/>
            <a:chExt cx="302608" cy="84058"/>
          </a:xfrm>
          <a:solidFill>
            <a:schemeClr val="tx1"/>
          </a:solidFill>
        </p:grpSpPr>
        <p:sp>
          <p:nvSpPr>
            <p:cNvPr id="111" name="Rectangle 123"/>
            <p:cNvSpPr>
              <a:spLocks noChangeArrowheads="1"/>
            </p:cNvSpPr>
            <p:nvPr/>
          </p:nvSpPr>
          <p:spPr bwMode="auto">
            <a:xfrm>
              <a:off x="2851763" y="3414656"/>
              <a:ext cx="30260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Rectangle 124"/>
            <p:cNvSpPr>
              <a:spLocks noChangeArrowheads="1"/>
            </p:cNvSpPr>
            <p:nvPr/>
          </p:nvSpPr>
          <p:spPr bwMode="auto">
            <a:xfrm>
              <a:off x="2851763" y="3376830"/>
              <a:ext cx="30260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Rectangle 125"/>
            <p:cNvSpPr>
              <a:spLocks noChangeArrowheads="1"/>
            </p:cNvSpPr>
            <p:nvPr/>
          </p:nvSpPr>
          <p:spPr bwMode="auto">
            <a:xfrm>
              <a:off x="2851763" y="3339004"/>
              <a:ext cx="30260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9" name="Группа 388"/>
          <p:cNvGrpSpPr/>
          <p:nvPr/>
        </p:nvGrpSpPr>
        <p:grpSpPr>
          <a:xfrm>
            <a:off x="2065823" y="2443789"/>
            <a:ext cx="302608" cy="302608"/>
            <a:chOff x="2065823" y="2443789"/>
            <a:chExt cx="302608" cy="302608"/>
          </a:xfrm>
          <a:solidFill>
            <a:schemeClr val="tx1"/>
          </a:solidFill>
        </p:grpSpPr>
        <p:sp>
          <p:nvSpPr>
            <p:cNvPr id="114" name="Freeform 126"/>
            <p:cNvSpPr>
              <a:spLocks noEditPoints="1"/>
            </p:cNvSpPr>
            <p:nvPr/>
          </p:nvSpPr>
          <p:spPr bwMode="auto">
            <a:xfrm>
              <a:off x="2065823" y="2443789"/>
              <a:ext cx="302608" cy="30260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3"/>
                    <a:pt x="94" y="256"/>
                    <a:pt x="128" y="256"/>
                  </a:cubicBezTo>
                  <a:cubicBezTo>
                    <a:pt x="162" y="256"/>
                    <a:pt x="195" y="243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2"/>
                    <a:pt x="219" y="37"/>
                  </a:cubicBezTo>
                  <a:cubicBezTo>
                    <a:pt x="195" y="13"/>
                    <a:pt x="162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5" name="Rectangle 127"/>
            <p:cNvSpPr>
              <a:spLocks noChangeArrowheads="1"/>
            </p:cNvSpPr>
            <p:nvPr/>
          </p:nvSpPr>
          <p:spPr bwMode="auto">
            <a:xfrm>
              <a:off x="2210823" y="2523644"/>
              <a:ext cx="10508" cy="10507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Rectangle 128"/>
            <p:cNvSpPr>
              <a:spLocks noChangeArrowheads="1"/>
            </p:cNvSpPr>
            <p:nvPr/>
          </p:nvSpPr>
          <p:spPr bwMode="auto">
            <a:xfrm>
              <a:off x="2210823" y="2647630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8" name="Группа 387"/>
          <p:cNvGrpSpPr/>
          <p:nvPr/>
        </p:nvGrpSpPr>
        <p:grpSpPr>
          <a:xfrm>
            <a:off x="6783566" y="2050820"/>
            <a:ext cx="304708" cy="302608"/>
            <a:chOff x="6783566" y="2050820"/>
            <a:chExt cx="304708" cy="302608"/>
          </a:xfrm>
          <a:solidFill>
            <a:schemeClr val="tx1"/>
          </a:solidFill>
        </p:grpSpPr>
        <p:sp>
          <p:nvSpPr>
            <p:cNvPr id="117" name="Freeform 129"/>
            <p:cNvSpPr>
              <a:spLocks/>
            </p:cNvSpPr>
            <p:nvPr/>
          </p:nvSpPr>
          <p:spPr bwMode="auto">
            <a:xfrm>
              <a:off x="6783566" y="2050820"/>
              <a:ext cx="107174" cy="107174"/>
            </a:xfrm>
            <a:custGeom>
              <a:avLst/>
              <a:gdLst>
                <a:gd name="T0" fmla="*/ 5 w 51"/>
                <a:gd name="T1" fmla="*/ 7 h 51"/>
                <a:gd name="T2" fmla="*/ 48 w 51"/>
                <a:gd name="T3" fmla="*/ 51 h 51"/>
                <a:gd name="T4" fmla="*/ 51 w 51"/>
                <a:gd name="T5" fmla="*/ 48 h 51"/>
                <a:gd name="T6" fmla="*/ 8 w 51"/>
                <a:gd name="T7" fmla="*/ 4 h 51"/>
                <a:gd name="T8" fmla="*/ 27 w 51"/>
                <a:gd name="T9" fmla="*/ 4 h 51"/>
                <a:gd name="T10" fmla="*/ 27 w 51"/>
                <a:gd name="T11" fmla="*/ 0 h 51"/>
                <a:gd name="T12" fmla="*/ 3 w 51"/>
                <a:gd name="T13" fmla="*/ 0 h 51"/>
                <a:gd name="T14" fmla="*/ 0 w 51"/>
                <a:gd name="T15" fmla="*/ 2 h 51"/>
                <a:gd name="T16" fmla="*/ 0 w 51"/>
                <a:gd name="T17" fmla="*/ 27 h 51"/>
                <a:gd name="T18" fmla="*/ 5 w 51"/>
                <a:gd name="T19" fmla="*/ 27 h 51"/>
                <a:gd name="T20" fmla="*/ 5 w 51"/>
                <a:gd name="T21" fmla="*/ 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51">
                  <a:moveTo>
                    <a:pt x="5" y="7"/>
                  </a:moveTo>
                  <a:lnTo>
                    <a:pt x="48" y="51"/>
                  </a:lnTo>
                  <a:lnTo>
                    <a:pt x="51" y="48"/>
                  </a:lnTo>
                  <a:lnTo>
                    <a:pt x="8" y="4"/>
                  </a:lnTo>
                  <a:lnTo>
                    <a:pt x="27" y="4"/>
                  </a:lnTo>
                  <a:lnTo>
                    <a:pt x="27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7"/>
                  </a:lnTo>
                  <a:lnTo>
                    <a:pt x="5" y="27"/>
                  </a:lnTo>
                  <a:lnTo>
                    <a:pt x="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8" name="Freeform 130"/>
            <p:cNvSpPr>
              <a:spLocks/>
            </p:cNvSpPr>
            <p:nvPr/>
          </p:nvSpPr>
          <p:spPr bwMode="auto">
            <a:xfrm>
              <a:off x="6783566" y="2246254"/>
              <a:ext cx="107174" cy="107174"/>
            </a:xfrm>
            <a:custGeom>
              <a:avLst/>
              <a:gdLst>
                <a:gd name="T0" fmla="*/ 27 w 51"/>
                <a:gd name="T1" fmla="*/ 51 h 51"/>
                <a:gd name="T2" fmla="*/ 27 w 51"/>
                <a:gd name="T3" fmla="*/ 47 h 51"/>
                <a:gd name="T4" fmla="*/ 8 w 51"/>
                <a:gd name="T5" fmla="*/ 47 h 51"/>
                <a:gd name="T6" fmla="*/ 51 w 51"/>
                <a:gd name="T7" fmla="*/ 3 h 51"/>
                <a:gd name="T8" fmla="*/ 48 w 51"/>
                <a:gd name="T9" fmla="*/ 0 h 51"/>
                <a:gd name="T10" fmla="*/ 5 w 51"/>
                <a:gd name="T11" fmla="*/ 43 h 51"/>
                <a:gd name="T12" fmla="*/ 5 w 51"/>
                <a:gd name="T13" fmla="*/ 24 h 51"/>
                <a:gd name="T14" fmla="*/ 0 w 51"/>
                <a:gd name="T15" fmla="*/ 24 h 51"/>
                <a:gd name="T16" fmla="*/ 0 w 51"/>
                <a:gd name="T17" fmla="*/ 49 h 51"/>
                <a:gd name="T18" fmla="*/ 3 w 51"/>
                <a:gd name="T19" fmla="*/ 51 h 51"/>
                <a:gd name="T20" fmla="*/ 27 w 51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51">
                  <a:moveTo>
                    <a:pt x="27" y="51"/>
                  </a:moveTo>
                  <a:lnTo>
                    <a:pt x="27" y="47"/>
                  </a:lnTo>
                  <a:lnTo>
                    <a:pt x="8" y="47"/>
                  </a:lnTo>
                  <a:lnTo>
                    <a:pt x="51" y="3"/>
                  </a:lnTo>
                  <a:lnTo>
                    <a:pt x="48" y="0"/>
                  </a:lnTo>
                  <a:lnTo>
                    <a:pt x="5" y="43"/>
                  </a:lnTo>
                  <a:lnTo>
                    <a:pt x="5" y="24"/>
                  </a:lnTo>
                  <a:lnTo>
                    <a:pt x="0" y="24"/>
                  </a:lnTo>
                  <a:lnTo>
                    <a:pt x="0" y="49"/>
                  </a:lnTo>
                  <a:lnTo>
                    <a:pt x="3" y="51"/>
                  </a:lnTo>
                  <a:lnTo>
                    <a:pt x="27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9" name="Freeform 131"/>
            <p:cNvSpPr>
              <a:spLocks/>
            </p:cNvSpPr>
            <p:nvPr/>
          </p:nvSpPr>
          <p:spPr bwMode="auto">
            <a:xfrm>
              <a:off x="6978999" y="2246254"/>
              <a:ext cx="109275" cy="107174"/>
            </a:xfrm>
            <a:custGeom>
              <a:avLst/>
              <a:gdLst>
                <a:gd name="T0" fmla="*/ 47 w 52"/>
                <a:gd name="T1" fmla="*/ 43 h 51"/>
                <a:gd name="T2" fmla="*/ 3 w 52"/>
                <a:gd name="T3" fmla="*/ 0 h 51"/>
                <a:gd name="T4" fmla="*/ 0 w 52"/>
                <a:gd name="T5" fmla="*/ 3 h 51"/>
                <a:gd name="T6" fmla="*/ 44 w 52"/>
                <a:gd name="T7" fmla="*/ 47 h 51"/>
                <a:gd name="T8" fmla="*/ 24 w 52"/>
                <a:gd name="T9" fmla="*/ 47 h 51"/>
                <a:gd name="T10" fmla="*/ 24 w 52"/>
                <a:gd name="T11" fmla="*/ 51 h 51"/>
                <a:gd name="T12" fmla="*/ 49 w 52"/>
                <a:gd name="T13" fmla="*/ 51 h 51"/>
                <a:gd name="T14" fmla="*/ 52 w 52"/>
                <a:gd name="T15" fmla="*/ 49 h 51"/>
                <a:gd name="T16" fmla="*/ 52 w 52"/>
                <a:gd name="T17" fmla="*/ 24 h 51"/>
                <a:gd name="T18" fmla="*/ 47 w 52"/>
                <a:gd name="T19" fmla="*/ 24 h 51"/>
                <a:gd name="T20" fmla="*/ 47 w 52"/>
                <a:gd name="T21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51">
                  <a:moveTo>
                    <a:pt x="47" y="43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44" y="47"/>
                  </a:lnTo>
                  <a:lnTo>
                    <a:pt x="24" y="47"/>
                  </a:lnTo>
                  <a:lnTo>
                    <a:pt x="24" y="51"/>
                  </a:lnTo>
                  <a:lnTo>
                    <a:pt x="49" y="51"/>
                  </a:lnTo>
                  <a:lnTo>
                    <a:pt x="52" y="49"/>
                  </a:lnTo>
                  <a:lnTo>
                    <a:pt x="52" y="24"/>
                  </a:lnTo>
                  <a:lnTo>
                    <a:pt x="47" y="24"/>
                  </a:lnTo>
                  <a:lnTo>
                    <a:pt x="47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0" name="Freeform 132"/>
            <p:cNvSpPr>
              <a:spLocks/>
            </p:cNvSpPr>
            <p:nvPr/>
          </p:nvSpPr>
          <p:spPr bwMode="auto">
            <a:xfrm>
              <a:off x="6978999" y="2050820"/>
              <a:ext cx="109275" cy="107174"/>
            </a:xfrm>
            <a:custGeom>
              <a:avLst/>
              <a:gdLst>
                <a:gd name="T0" fmla="*/ 24 w 52"/>
                <a:gd name="T1" fmla="*/ 0 h 51"/>
                <a:gd name="T2" fmla="*/ 24 w 52"/>
                <a:gd name="T3" fmla="*/ 4 h 51"/>
                <a:gd name="T4" fmla="*/ 44 w 52"/>
                <a:gd name="T5" fmla="*/ 4 h 51"/>
                <a:gd name="T6" fmla="*/ 0 w 52"/>
                <a:gd name="T7" fmla="*/ 48 h 51"/>
                <a:gd name="T8" fmla="*/ 3 w 52"/>
                <a:gd name="T9" fmla="*/ 51 h 51"/>
                <a:gd name="T10" fmla="*/ 47 w 52"/>
                <a:gd name="T11" fmla="*/ 7 h 51"/>
                <a:gd name="T12" fmla="*/ 47 w 52"/>
                <a:gd name="T13" fmla="*/ 27 h 51"/>
                <a:gd name="T14" fmla="*/ 52 w 52"/>
                <a:gd name="T15" fmla="*/ 27 h 51"/>
                <a:gd name="T16" fmla="*/ 52 w 52"/>
                <a:gd name="T17" fmla="*/ 2 h 51"/>
                <a:gd name="T18" fmla="*/ 49 w 52"/>
                <a:gd name="T19" fmla="*/ 0 h 51"/>
                <a:gd name="T20" fmla="*/ 24 w 52"/>
                <a:gd name="T2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51">
                  <a:moveTo>
                    <a:pt x="24" y="0"/>
                  </a:moveTo>
                  <a:lnTo>
                    <a:pt x="24" y="4"/>
                  </a:lnTo>
                  <a:lnTo>
                    <a:pt x="44" y="4"/>
                  </a:lnTo>
                  <a:lnTo>
                    <a:pt x="0" y="48"/>
                  </a:lnTo>
                  <a:lnTo>
                    <a:pt x="3" y="51"/>
                  </a:lnTo>
                  <a:lnTo>
                    <a:pt x="47" y="7"/>
                  </a:lnTo>
                  <a:lnTo>
                    <a:pt x="47" y="27"/>
                  </a:lnTo>
                  <a:lnTo>
                    <a:pt x="52" y="27"/>
                  </a:lnTo>
                  <a:lnTo>
                    <a:pt x="52" y="2"/>
                  </a:lnTo>
                  <a:lnTo>
                    <a:pt x="49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0" name="Группа 389"/>
          <p:cNvGrpSpPr/>
          <p:nvPr/>
        </p:nvGrpSpPr>
        <p:grpSpPr>
          <a:xfrm>
            <a:off x="2458794" y="2443789"/>
            <a:ext cx="302608" cy="302608"/>
            <a:chOff x="2458794" y="2443789"/>
            <a:chExt cx="302608" cy="302608"/>
          </a:xfrm>
          <a:solidFill>
            <a:schemeClr val="tx1"/>
          </a:solidFill>
        </p:grpSpPr>
        <p:sp>
          <p:nvSpPr>
            <p:cNvPr id="121" name="Freeform 133"/>
            <p:cNvSpPr>
              <a:spLocks/>
            </p:cNvSpPr>
            <p:nvPr/>
          </p:nvSpPr>
          <p:spPr bwMode="auto">
            <a:xfrm>
              <a:off x="2517634" y="2443789"/>
              <a:ext cx="243768" cy="245870"/>
            </a:xfrm>
            <a:custGeom>
              <a:avLst/>
              <a:gdLst>
                <a:gd name="T0" fmla="*/ 89 w 116"/>
                <a:gd name="T1" fmla="*/ 0 h 117"/>
                <a:gd name="T2" fmla="*/ 89 w 116"/>
                <a:gd name="T3" fmla="*/ 5 h 117"/>
                <a:gd name="T4" fmla="*/ 109 w 116"/>
                <a:gd name="T5" fmla="*/ 5 h 117"/>
                <a:gd name="T6" fmla="*/ 57 w 116"/>
                <a:gd name="T7" fmla="*/ 55 h 117"/>
                <a:gd name="T8" fmla="*/ 3 w 116"/>
                <a:gd name="T9" fmla="*/ 1 h 117"/>
                <a:gd name="T10" fmla="*/ 0 w 116"/>
                <a:gd name="T11" fmla="*/ 4 h 117"/>
                <a:gd name="T12" fmla="*/ 112 w 116"/>
                <a:gd name="T13" fmla="*/ 117 h 117"/>
                <a:gd name="T14" fmla="*/ 115 w 116"/>
                <a:gd name="T15" fmla="*/ 113 h 117"/>
                <a:gd name="T16" fmla="*/ 61 w 116"/>
                <a:gd name="T17" fmla="*/ 59 h 117"/>
                <a:gd name="T18" fmla="*/ 111 w 116"/>
                <a:gd name="T19" fmla="*/ 8 h 117"/>
                <a:gd name="T20" fmla="*/ 111 w 116"/>
                <a:gd name="T21" fmla="*/ 27 h 117"/>
                <a:gd name="T22" fmla="*/ 116 w 116"/>
                <a:gd name="T23" fmla="*/ 27 h 117"/>
                <a:gd name="T24" fmla="*/ 116 w 116"/>
                <a:gd name="T25" fmla="*/ 2 h 117"/>
                <a:gd name="T26" fmla="*/ 114 w 116"/>
                <a:gd name="T27" fmla="*/ 0 h 117"/>
                <a:gd name="T28" fmla="*/ 89 w 116"/>
                <a:gd name="T2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6" h="117">
                  <a:moveTo>
                    <a:pt x="89" y="0"/>
                  </a:moveTo>
                  <a:lnTo>
                    <a:pt x="89" y="5"/>
                  </a:lnTo>
                  <a:lnTo>
                    <a:pt x="109" y="5"/>
                  </a:lnTo>
                  <a:lnTo>
                    <a:pt x="57" y="55"/>
                  </a:lnTo>
                  <a:lnTo>
                    <a:pt x="3" y="1"/>
                  </a:lnTo>
                  <a:lnTo>
                    <a:pt x="0" y="4"/>
                  </a:lnTo>
                  <a:lnTo>
                    <a:pt x="112" y="117"/>
                  </a:lnTo>
                  <a:lnTo>
                    <a:pt x="115" y="113"/>
                  </a:lnTo>
                  <a:lnTo>
                    <a:pt x="61" y="59"/>
                  </a:lnTo>
                  <a:lnTo>
                    <a:pt x="111" y="8"/>
                  </a:lnTo>
                  <a:lnTo>
                    <a:pt x="111" y="27"/>
                  </a:lnTo>
                  <a:lnTo>
                    <a:pt x="116" y="27"/>
                  </a:lnTo>
                  <a:lnTo>
                    <a:pt x="116" y="2"/>
                  </a:lnTo>
                  <a:lnTo>
                    <a:pt x="114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2" name="Freeform 134"/>
            <p:cNvSpPr>
              <a:spLocks/>
            </p:cNvSpPr>
            <p:nvPr/>
          </p:nvSpPr>
          <p:spPr bwMode="auto">
            <a:xfrm>
              <a:off x="2458794" y="2502630"/>
              <a:ext cx="245870" cy="243767"/>
            </a:xfrm>
            <a:custGeom>
              <a:avLst/>
              <a:gdLst>
                <a:gd name="T0" fmla="*/ 27 w 117"/>
                <a:gd name="T1" fmla="*/ 116 h 116"/>
                <a:gd name="T2" fmla="*/ 27 w 117"/>
                <a:gd name="T3" fmla="*/ 112 h 116"/>
                <a:gd name="T4" fmla="*/ 8 w 117"/>
                <a:gd name="T5" fmla="*/ 112 h 116"/>
                <a:gd name="T6" fmla="*/ 58 w 117"/>
                <a:gd name="T7" fmla="*/ 61 h 116"/>
                <a:gd name="T8" fmla="*/ 113 w 117"/>
                <a:gd name="T9" fmla="*/ 116 h 116"/>
                <a:gd name="T10" fmla="*/ 117 w 117"/>
                <a:gd name="T11" fmla="*/ 113 h 116"/>
                <a:gd name="T12" fmla="*/ 4 w 117"/>
                <a:gd name="T13" fmla="*/ 0 h 116"/>
                <a:gd name="T14" fmla="*/ 1 w 117"/>
                <a:gd name="T15" fmla="*/ 3 h 116"/>
                <a:gd name="T16" fmla="*/ 55 w 117"/>
                <a:gd name="T17" fmla="*/ 58 h 116"/>
                <a:gd name="T18" fmla="*/ 4 w 117"/>
                <a:gd name="T19" fmla="*/ 108 h 116"/>
                <a:gd name="T20" fmla="*/ 4 w 117"/>
                <a:gd name="T21" fmla="*/ 89 h 116"/>
                <a:gd name="T22" fmla="*/ 0 w 117"/>
                <a:gd name="T23" fmla="*/ 89 h 116"/>
                <a:gd name="T24" fmla="*/ 0 w 117"/>
                <a:gd name="T25" fmla="*/ 114 h 116"/>
                <a:gd name="T26" fmla="*/ 2 w 117"/>
                <a:gd name="T27" fmla="*/ 116 h 116"/>
                <a:gd name="T28" fmla="*/ 27 w 117"/>
                <a:gd name="T2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7" h="116">
                  <a:moveTo>
                    <a:pt x="27" y="116"/>
                  </a:moveTo>
                  <a:lnTo>
                    <a:pt x="27" y="112"/>
                  </a:lnTo>
                  <a:lnTo>
                    <a:pt x="8" y="112"/>
                  </a:lnTo>
                  <a:lnTo>
                    <a:pt x="58" y="61"/>
                  </a:lnTo>
                  <a:lnTo>
                    <a:pt x="113" y="116"/>
                  </a:lnTo>
                  <a:lnTo>
                    <a:pt x="117" y="113"/>
                  </a:lnTo>
                  <a:lnTo>
                    <a:pt x="4" y="0"/>
                  </a:lnTo>
                  <a:lnTo>
                    <a:pt x="1" y="3"/>
                  </a:lnTo>
                  <a:lnTo>
                    <a:pt x="55" y="58"/>
                  </a:lnTo>
                  <a:lnTo>
                    <a:pt x="4" y="108"/>
                  </a:lnTo>
                  <a:lnTo>
                    <a:pt x="4" y="89"/>
                  </a:lnTo>
                  <a:lnTo>
                    <a:pt x="0" y="89"/>
                  </a:lnTo>
                  <a:lnTo>
                    <a:pt x="0" y="114"/>
                  </a:lnTo>
                  <a:lnTo>
                    <a:pt x="2" y="116"/>
                  </a:lnTo>
                  <a:lnTo>
                    <a:pt x="27" y="1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1" name="Группа 390"/>
          <p:cNvGrpSpPr/>
          <p:nvPr/>
        </p:nvGrpSpPr>
        <p:grpSpPr>
          <a:xfrm>
            <a:off x="2851763" y="2443789"/>
            <a:ext cx="302608" cy="302608"/>
            <a:chOff x="2851763" y="2443789"/>
            <a:chExt cx="302608" cy="302608"/>
          </a:xfrm>
          <a:solidFill>
            <a:schemeClr val="tx1"/>
          </a:solidFill>
        </p:grpSpPr>
        <p:sp>
          <p:nvSpPr>
            <p:cNvPr id="123" name="Freeform 135"/>
            <p:cNvSpPr>
              <a:spLocks/>
            </p:cNvSpPr>
            <p:nvPr/>
          </p:nvSpPr>
          <p:spPr bwMode="auto">
            <a:xfrm>
              <a:off x="3049299" y="2443789"/>
              <a:ext cx="105072" cy="302608"/>
            </a:xfrm>
            <a:custGeom>
              <a:avLst/>
              <a:gdLst>
                <a:gd name="T0" fmla="*/ 0 w 50"/>
                <a:gd name="T1" fmla="*/ 0 h 144"/>
                <a:gd name="T2" fmla="*/ 0 w 50"/>
                <a:gd name="T3" fmla="*/ 144 h 144"/>
                <a:gd name="T4" fmla="*/ 5 w 50"/>
                <a:gd name="T5" fmla="*/ 144 h 144"/>
                <a:gd name="T6" fmla="*/ 5 w 50"/>
                <a:gd name="T7" fmla="*/ 74 h 144"/>
                <a:gd name="T8" fmla="*/ 43 w 50"/>
                <a:gd name="T9" fmla="*/ 74 h 144"/>
                <a:gd name="T10" fmla="*/ 31 w 50"/>
                <a:gd name="T11" fmla="*/ 86 h 144"/>
                <a:gd name="T12" fmla="*/ 34 w 50"/>
                <a:gd name="T13" fmla="*/ 90 h 144"/>
                <a:gd name="T14" fmla="*/ 50 w 50"/>
                <a:gd name="T15" fmla="*/ 74 h 144"/>
                <a:gd name="T16" fmla="*/ 50 w 50"/>
                <a:gd name="T17" fmla="*/ 70 h 144"/>
                <a:gd name="T18" fmla="*/ 34 w 50"/>
                <a:gd name="T19" fmla="*/ 55 h 144"/>
                <a:gd name="T20" fmla="*/ 31 w 50"/>
                <a:gd name="T21" fmla="*/ 58 h 144"/>
                <a:gd name="T22" fmla="*/ 43 w 50"/>
                <a:gd name="T23" fmla="*/ 70 h 144"/>
                <a:gd name="T24" fmla="*/ 5 w 50"/>
                <a:gd name="T25" fmla="*/ 70 h 144"/>
                <a:gd name="T26" fmla="*/ 5 w 50"/>
                <a:gd name="T27" fmla="*/ 0 h 144"/>
                <a:gd name="T28" fmla="*/ 0 w 50"/>
                <a:gd name="T2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144">
                  <a:moveTo>
                    <a:pt x="0" y="0"/>
                  </a:moveTo>
                  <a:lnTo>
                    <a:pt x="0" y="144"/>
                  </a:lnTo>
                  <a:lnTo>
                    <a:pt x="5" y="144"/>
                  </a:lnTo>
                  <a:lnTo>
                    <a:pt x="5" y="74"/>
                  </a:lnTo>
                  <a:lnTo>
                    <a:pt x="43" y="74"/>
                  </a:lnTo>
                  <a:lnTo>
                    <a:pt x="31" y="86"/>
                  </a:lnTo>
                  <a:lnTo>
                    <a:pt x="34" y="90"/>
                  </a:lnTo>
                  <a:lnTo>
                    <a:pt x="50" y="74"/>
                  </a:lnTo>
                  <a:lnTo>
                    <a:pt x="50" y="70"/>
                  </a:lnTo>
                  <a:lnTo>
                    <a:pt x="34" y="55"/>
                  </a:lnTo>
                  <a:lnTo>
                    <a:pt x="31" y="58"/>
                  </a:lnTo>
                  <a:lnTo>
                    <a:pt x="43" y="70"/>
                  </a:lnTo>
                  <a:lnTo>
                    <a:pt x="5" y="7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Freeform 136"/>
            <p:cNvSpPr>
              <a:spLocks/>
            </p:cNvSpPr>
            <p:nvPr/>
          </p:nvSpPr>
          <p:spPr bwMode="auto">
            <a:xfrm>
              <a:off x="2851763" y="2443789"/>
              <a:ext cx="102971" cy="302608"/>
            </a:xfrm>
            <a:custGeom>
              <a:avLst/>
              <a:gdLst>
                <a:gd name="T0" fmla="*/ 16 w 49"/>
                <a:gd name="T1" fmla="*/ 55 h 144"/>
                <a:gd name="T2" fmla="*/ 0 w 49"/>
                <a:gd name="T3" fmla="*/ 70 h 144"/>
                <a:gd name="T4" fmla="*/ 0 w 49"/>
                <a:gd name="T5" fmla="*/ 74 h 144"/>
                <a:gd name="T6" fmla="*/ 16 w 49"/>
                <a:gd name="T7" fmla="*/ 90 h 144"/>
                <a:gd name="T8" fmla="*/ 19 w 49"/>
                <a:gd name="T9" fmla="*/ 86 h 144"/>
                <a:gd name="T10" fmla="*/ 8 w 49"/>
                <a:gd name="T11" fmla="*/ 74 h 144"/>
                <a:gd name="T12" fmla="*/ 45 w 49"/>
                <a:gd name="T13" fmla="*/ 74 h 144"/>
                <a:gd name="T14" fmla="*/ 45 w 49"/>
                <a:gd name="T15" fmla="*/ 144 h 144"/>
                <a:gd name="T16" fmla="*/ 49 w 49"/>
                <a:gd name="T17" fmla="*/ 144 h 144"/>
                <a:gd name="T18" fmla="*/ 49 w 49"/>
                <a:gd name="T19" fmla="*/ 0 h 144"/>
                <a:gd name="T20" fmla="*/ 45 w 49"/>
                <a:gd name="T21" fmla="*/ 0 h 144"/>
                <a:gd name="T22" fmla="*/ 45 w 49"/>
                <a:gd name="T23" fmla="*/ 70 h 144"/>
                <a:gd name="T24" fmla="*/ 8 w 49"/>
                <a:gd name="T25" fmla="*/ 70 h 144"/>
                <a:gd name="T26" fmla="*/ 19 w 49"/>
                <a:gd name="T27" fmla="*/ 58 h 144"/>
                <a:gd name="T28" fmla="*/ 16 w 49"/>
                <a:gd name="T29" fmla="*/ 5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9" h="144">
                  <a:moveTo>
                    <a:pt x="16" y="55"/>
                  </a:moveTo>
                  <a:lnTo>
                    <a:pt x="0" y="70"/>
                  </a:lnTo>
                  <a:lnTo>
                    <a:pt x="0" y="74"/>
                  </a:lnTo>
                  <a:lnTo>
                    <a:pt x="16" y="90"/>
                  </a:lnTo>
                  <a:lnTo>
                    <a:pt x="19" y="86"/>
                  </a:lnTo>
                  <a:lnTo>
                    <a:pt x="8" y="74"/>
                  </a:lnTo>
                  <a:lnTo>
                    <a:pt x="45" y="74"/>
                  </a:lnTo>
                  <a:lnTo>
                    <a:pt x="45" y="144"/>
                  </a:lnTo>
                  <a:lnTo>
                    <a:pt x="49" y="144"/>
                  </a:lnTo>
                  <a:lnTo>
                    <a:pt x="49" y="0"/>
                  </a:lnTo>
                  <a:lnTo>
                    <a:pt x="45" y="0"/>
                  </a:lnTo>
                  <a:lnTo>
                    <a:pt x="45" y="70"/>
                  </a:lnTo>
                  <a:lnTo>
                    <a:pt x="8" y="70"/>
                  </a:lnTo>
                  <a:lnTo>
                    <a:pt x="19" y="58"/>
                  </a:lnTo>
                  <a:lnTo>
                    <a:pt x="16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2" name="Группа 391"/>
          <p:cNvGrpSpPr/>
          <p:nvPr/>
        </p:nvGrpSpPr>
        <p:grpSpPr>
          <a:xfrm>
            <a:off x="3244734" y="2443789"/>
            <a:ext cx="304710" cy="302609"/>
            <a:chOff x="3244734" y="2443789"/>
            <a:chExt cx="304710" cy="302609"/>
          </a:xfrm>
          <a:solidFill>
            <a:schemeClr val="tx1"/>
          </a:solidFill>
        </p:grpSpPr>
        <p:sp>
          <p:nvSpPr>
            <p:cNvPr id="125" name="Freeform 137"/>
            <p:cNvSpPr>
              <a:spLocks/>
            </p:cNvSpPr>
            <p:nvPr/>
          </p:nvSpPr>
          <p:spPr bwMode="auto">
            <a:xfrm>
              <a:off x="3244734" y="2643427"/>
              <a:ext cx="304710" cy="102971"/>
            </a:xfrm>
            <a:custGeom>
              <a:avLst/>
              <a:gdLst>
                <a:gd name="T0" fmla="*/ 0 w 145"/>
                <a:gd name="T1" fmla="*/ 4 h 49"/>
                <a:gd name="T2" fmla="*/ 70 w 145"/>
                <a:gd name="T3" fmla="*/ 4 h 49"/>
                <a:gd name="T4" fmla="*/ 70 w 145"/>
                <a:gd name="T5" fmla="*/ 41 h 49"/>
                <a:gd name="T6" fmla="*/ 58 w 145"/>
                <a:gd name="T7" fmla="*/ 30 h 49"/>
                <a:gd name="T8" fmla="*/ 55 w 145"/>
                <a:gd name="T9" fmla="*/ 33 h 49"/>
                <a:gd name="T10" fmla="*/ 71 w 145"/>
                <a:gd name="T11" fmla="*/ 49 h 49"/>
                <a:gd name="T12" fmla="*/ 74 w 145"/>
                <a:gd name="T13" fmla="*/ 49 h 49"/>
                <a:gd name="T14" fmla="*/ 89 w 145"/>
                <a:gd name="T15" fmla="*/ 33 h 49"/>
                <a:gd name="T16" fmla="*/ 86 w 145"/>
                <a:gd name="T17" fmla="*/ 30 h 49"/>
                <a:gd name="T18" fmla="*/ 75 w 145"/>
                <a:gd name="T19" fmla="*/ 41 h 49"/>
                <a:gd name="T20" fmla="*/ 75 w 145"/>
                <a:gd name="T21" fmla="*/ 4 h 49"/>
                <a:gd name="T22" fmla="*/ 145 w 145"/>
                <a:gd name="T23" fmla="*/ 4 h 49"/>
                <a:gd name="T24" fmla="*/ 145 w 145"/>
                <a:gd name="T25" fmla="*/ 0 h 49"/>
                <a:gd name="T26" fmla="*/ 0 w 145"/>
                <a:gd name="T27" fmla="*/ 0 h 49"/>
                <a:gd name="T28" fmla="*/ 0 w 145"/>
                <a:gd name="T29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5" h="49">
                  <a:moveTo>
                    <a:pt x="0" y="4"/>
                  </a:moveTo>
                  <a:lnTo>
                    <a:pt x="70" y="4"/>
                  </a:lnTo>
                  <a:lnTo>
                    <a:pt x="70" y="41"/>
                  </a:lnTo>
                  <a:lnTo>
                    <a:pt x="58" y="30"/>
                  </a:lnTo>
                  <a:lnTo>
                    <a:pt x="55" y="33"/>
                  </a:lnTo>
                  <a:lnTo>
                    <a:pt x="71" y="49"/>
                  </a:lnTo>
                  <a:lnTo>
                    <a:pt x="74" y="49"/>
                  </a:lnTo>
                  <a:lnTo>
                    <a:pt x="89" y="33"/>
                  </a:lnTo>
                  <a:lnTo>
                    <a:pt x="86" y="30"/>
                  </a:lnTo>
                  <a:lnTo>
                    <a:pt x="75" y="41"/>
                  </a:lnTo>
                  <a:lnTo>
                    <a:pt x="75" y="4"/>
                  </a:lnTo>
                  <a:lnTo>
                    <a:pt x="145" y="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6" name="Freeform 138"/>
            <p:cNvSpPr>
              <a:spLocks/>
            </p:cNvSpPr>
            <p:nvPr/>
          </p:nvSpPr>
          <p:spPr bwMode="auto">
            <a:xfrm>
              <a:off x="3244734" y="2443789"/>
              <a:ext cx="304710" cy="105072"/>
            </a:xfrm>
            <a:custGeom>
              <a:avLst/>
              <a:gdLst>
                <a:gd name="T0" fmla="*/ 75 w 145"/>
                <a:gd name="T1" fmla="*/ 8 h 50"/>
                <a:gd name="T2" fmla="*/ 86 w 145"/>
                <a:gd name="T3" fmla="*/ 20 h 50"/>
                <a:gd name="T4" fmla="*/ 89 w 145"/>
                <a:gd name="T5" fmla="*/ 16 h 50"/>
                <a:gd name="T6" fmla="*/ 74 w 145"/>
                <a:gd name="T7" fmla="*/ 0 h 50"/>
                <a:gd name="T8" fmla="*/ 71 w 145"/>
                <a:gd name="T9" fmla="*/ 0 h 50"/>
                <a:gd name="T10" fmla="*/ 55 w 145"/>
                <a:gd name="T11" fmla="*/ 16 h 50"/>
                <a:gd name="T12" fmla="*/ 58 w 145"/>
                <a:gd name="T13" fmla="*/ 19 h 50"/>
                <a:gd name="T14" fmla="*/ 70 w 145"/>
                <a:gd name="T15" fmla="*/ 8 h 50"/>
                <a:gd name="T16" fmla="*/ 70 w 145"/>
                <a:gd name="T17" fmla="*/ 45 h 50"/>
                <a:gd name="T18" fmla="*/ 0 w 145"/>
                <a:gd name="T19" fmla="*/ 45 h 50"/>
                <a:gd name="T20" fmla="*/ 0 w 145"/>
                <a:gd name="T21" fmla="*/ 50 h 50"/>
                <a:gd name="T22" fmla="*/ 145 w 145"/>
                <a:gd name="T23" fmla="*/ 50 h 50"/>
                <a:gd name="T24" fmla="*/ 145 w 145"/>
                <a:gd name="T25" fmla="*/ 45 h 50"/>
                <a:gd name="T26" fmla="*/ 75 w 145"/>
                <a:gd name="T27" fmla="*/ 45 h 50"/>
                <a:gd name="T28" fmla="*/ 75 w 145"/>
                <a:gd name="T29" fmla="*/ 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5" h="50">
                  <a:moveTo>
                    <a:pt x="75" y="8"/>
                  </a:moveTo>
                  <a:lnTo>
                    <a:pt x="86" y="20"/>
                  </a:lnTo>
                  <a:lnTo>
                    <a:pt x="89" y="16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55" y="16"/>
                  </a:lnTo>
                  <a:lnTo>
                    <a:pt x="58" y="19"/>
                  </a:lnTo>
                  <a:lnTo>
                    <a:pt x="70" y="8"/>
                  </a:lnTo>
                  <a:lnTo>
                    <a:pt x="70" y="45"/>
                  </a:lnTo>
                  <a:lnTo>
                    <a:pt x="0" y="45"/>
                  </a:lnTo>
                  <a:lnTo>
                    <a:pt x="0" y="50"/>
                  </a:lnTo>
                  <a:lnTo>
                    <a:pt x="145" y="50"/>
                  </a:lnTo>
                  <a:lnTo>
                    <a:pt x="145" y="45"/>
                  </a:lnTo>
                  <a:lnTo>
                    <a:pt x="75" y="45"/>
                  </a:lnTo>
                  <a:lnTo>
                    <a:pt x="75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3" name="Группа 392"/>
          <p:cNvGrpSpPr/>
          <p:nvPr/>
        </p:nvGrpSpPr>
        <p:grpSpPr>
          <a:xfrm>
            <a:off x="3637703" y="2443789"/>
            <a:ext cx="304710" cy="302608"/>
            <a:chOff x="3637703" y="2443789"/>
            <a:chExt cx="304710" cy="302608"/>
          </a:xfrm>
          <a:solidFill>
            <a:schemeClr val="tx1"/>
          </a:solidFill>
        </p:grpSpPr>
        <p:sp>
          <p:nvSpPr>
            <p:cNvPr id="127" name="Freeform 139"/>
            <p:cNvSpPr>
              <a:spLocks/>
            </p:cNvSpPr>
            <p:nvPr/>
          </p:nvSpPr>
          <p:spPr bwMode="auto">
            <a:xfrm>
              <a:off x="3675529" y="2559369"/>
              <a:ext cx="229058" cy="73551"/>
            </a:xfrm>
            <a:custGeom>
              <a:avLst/>
              <a:gdLst>
                <a:gd name="T0" fmla="*/ 20 w 109"/>
                <a:gd name="T1" fmla="*/ 31 h 35"/>
                <a:gd name="T2" fmla="*/ 8 w 109"/>
                <a:gd name="T3" fmla="*/ 19 h 35"/>
                <a:gd name="T4" fmla="*/ 101 w 109"/>
                <a:gd name="T5" fmla="*/ 19 h 35"/>
                <a:gd name="T6" fmla="*/ 89 w 109"/>
                <a:gd name="T7" fmla="*/ 31 h 35"/>
                <a:gd name="T8" fmla="*/ 92 w 109"/>
                <a:gd name="T9" fmla="*/ 35 h 35"/>
                <a:gd name="T10" fmla="*/ 109 w 109"/>
                <a:gd name="T11" fmla="*/ 19 h 35"/>
                <a:gd name="T12" fmla="*/ 109 w 109"/>
                <a:gd name="T13" fmla="*/ 15 h 35"/>
                <a:gd name="T14" fmla="*/ 92 w 109"/>
                <a:gd name="T15" fmla="*/ 0 h 35"/>
                <a:gd name="T16" fmla="*/ 89 w 109"/>
                <a:gd name="T17" fmla="*/ 3 h 35"/>
                <a:gd name="T18" fmla="*/ 101 w 109"/>
                <a:gd name="T19" fmla="*/ 15 h 35"/>
                <a:gd name="T20" fmla="*/ 8 w 109"/>
                <a:gd name="T21" fmla="*/ 15 h 35"/>
                <a:gd name="T22" fmla="*/ 20 w 109"/>
                <a:gd name="T23" fmla="*/ 3 h 35"/>
                <a:gd name="T24" fmla="*/ 16 w 109"/>
                <a:gd name="T25" fmla="*/ 0 h 35"/>
                <a:gd name="T26" fmla="*/ 0 w 109"/>
                <a:gd name="T27" fmla="*/ 15 h 35"/>
                <a:gd name="T28" fmla="*/ 0 w 109"/>
                <a:gd name="T29" fmla="*/ 19 h 35"/>
                <a:gd name="T30" fmla="*/ 16 w 109"/>
                <a:gd name="T31" fmla="*/ 35 h 35"/>
                <a:gd name="T32" fmla="*/ 20 w 109"/>
                <a:gd name="T33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9" h="35">
                  <a:moveTo>
                    <a:pt x="20" y="31"/>
                  </a:moveTo>
                  <a:lnTo>
                    <a:pt x="8" y="19"/>
                  </a:lnTo>
                  <a:lnTo>
                    <a:pt x="101" y="19"/>
                  </a:lnTo>
                  <a:lnTo>
                    <a:pt x="89" y="31"/>
                  </a:lnTo>
                  <a:lnTo>
                    <a:pt x="92" y="35"/>
                  </a:lnTo>
                  <a:lnTo>
                    <a:pt x="109" y="19"/>
                  </a:lnTo>
                  <a:lnTo>
                    <a:pt x="109" y="15"/>
                  </a:lnTo>
                  <a:lnTo>
                    <a:pt x="92" y="0"/>
                  </a:lnTo>
                  <a:lnTo>
                    <a:pt x="89" y="3"/>
                  </a:lnTo>
                  <a:lnTo>
                    <a:pt x="101" y="15"/>
                  </a:lnTo>
                  <a:lnTo>
                    <a:pt x="8" y="15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6" y="35"/>
                  </a:lnTo>
                  <a:lnTo>
                    <a:pt x="2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8" name="Rectangle 140"/>
            <p:cNvSpPr>
              <a:spLocks noChangeArrowheads="1"/>
            </p:cNvSpPr>
            <p:nvPr/>
          </p:nvSpPr>
          <p:spPr bwMode="auto">
            <a:xfrm>
              <a:off x="3931905" y="2443789"/>
              <a:ext cx="10508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9" name="Rectangle 141"/>
            <p:cNvSpPr>
              <a:spLocks noChangeArrowheads="1"/>
            </p:cNvSpPr>
            <p:nvPr/>
          </p:nvSpPr>
          <p:spPr bwMode="auto">
            <a:xfrm>
              <a:off x="3637703" y="2443789"/>
              <a:ext cx="10508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4" name="Группа 393"/>
          <p:cNvGrpSpPr/>
          <p:nvPr/>
        </p:nvGrpSpPr>
        <p:grpSpPr>
          <a:xfrm>
            <a:off x="4030674" y="2443789"/>
            <a:ext cx="304710" cy="302608"/>
            <a:chOff x="4030674" y="2443789"/>
            <a:chExt cx="304710" cy="302608"/>
          </a:xfrm>
          <a:solidFill>
            <a:schemeClr val="tx1"/>
          </a:solidFill>
        </p:grpSpPr>
        <p:sp>
          <p:nvSpPr>
            <p:cNvPr id="130" name="Freeform 142"/>
            <p:cNvSpPr>
              <a:spLocks/>
            </p:cNvSpPr>
            <p:nvPr/>
          </p:nvSpPr>
          <p:spPr bwMode="auto">
            <a:xfrm>
              <a:off x="4146253" y="2481615"/>
              <a:ext cx="73551" cy="226956"/>
            </a:xfrm>
            <a:custGeom>
              <a:avLst/>
              <a:gdLst>
                <a:gd name="T0" fmla="*/ 3 w 35"/>
                <a:gd name="T1" fmla="*/ 88 h 108"/>
                <a:gd name="T2" fmla="*/ 0 w 35"/>
                <a:gd name="T3" fmla="*/ 92 h 108"/>
                <a:gd name="T4" fmla="*/ 16 w 35"/>
                <a:gd name="T5" fmla="*/ 108 h 108"/>
                <a:gd name="T6" fmla="*/ 19 w 35"/>
                <a:gd name="T7" fmla="*/ 108 h 108"/>
                <a:gd name="T8" fmla="*/ 35 w 35"/>
                <a:gd name="T9" fmla="*/ 92 h 108"/>
                <a:gd name="T10" fmla="*/ 32 w 35"/>
                <a:gd name="T11" fmla="*/ 88 h 108"/>
                <a:gd name="T12" fmla="*/ 20 w 35"/>
                <a:gd name="T13" fmla="*/ 100 h 108"/>
                <a:gd name="T14" fmla="*/ 20 w 35"/>
                <a:gd name="T15" fmla="*/ 8 h 108"/>
                <a:gd name="T16" fmla="*/ 32 w 35"/>
                <a:gd name="T17" fmla="*/ 20 h 108"/>
                <a:gd name="T18" fmla="*/ 35 w 35"/>
                <a:gd name="T19" fmla="*/ 16 h 108"/>
                <a:gd name="T20" fmla="*/ 19 w 35"/>
                <a:gd name="T21" fmla="*/ 0 h 108"/>
                <a:gd name="T22" fmla="*/ 16 w 35"/>
                <a:gd name="T23" fmla="*/ 0 h 108"/>
                <a:gd name="T24" fmla="*/ 0 w 35"/>
                <a:gd name="T25" fmla="*/ 16 h 108"/>
                <a:gd name="T26" fmla="*/ 3 w 35"/>
                <a:gd name="T27" fmla="*/ 19 h 108"/>
                <a:gd name="T28" fmla="*/ 15 w 35"/>
                <a:gd name="T29" fmla="*/ 8 h 108"/>
                <a:gd name="T30" fmla="*/ 15 w 35"/>
                <a:gd name="T31" fmla="*/ 100 h 108"/>
                <a:gd name="T32" fmla="*/ 3 w 35"/>
                <a:gd name="T33" fmla="*/ 8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08">
                  <a:moveTo>
                    <a:pt x="3" y="88"/>
                  </a:moveTo>
                  <a:lnTo>
                    <a:pt x="0" y="92"/>
                  </a:lnTo>
                  <a:lnTo>
                    <a:pt x="16" y="108"/>
                  </a:lnTo>
                  <a:lnTo>
                    <a:pt x="19" y="108"/>
                  </a:lnTo>
                  <a:lnTo>
                    <a:pt x="35" y="92"/>
                  </a:lnTo>
                  <a:lnTo>
                    <a:pt x="32" y="88"/>
                  </a:lnTo>
                  <a:lnTo>
                    <a:pt x="20" y="100"/>
                  </a:lnTo>
                  <a:lnTo>
                    <a:pt x="20" y="8"/>
                  </a:lnTo>
                  <a:lnTo>
                    <a:pt x="32" y="20"/>
                  </a:lnTo>
                  <a:lnTo>
                    <a:pt x="35" y="16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0" y="16"/>
                  </a:lnTo>
                  <a:lnTo>
                    <a:pt x="3" y="19"/>
                  </a:lnTo>
                  <a:lnTo>
                    <a:pt x="15" y="8"/>
                  </a:lnTo>
                  <a:lnTo>
                    <a:pt x="15" y="100"/>
                  </a:lnTo>
                  <a:lnTo>
                    <a:pt x="3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1" name="Rectangle 143"/>
            <p:cNvSpPr>
              <a:spLocks noChangeArrowheads="1"/>
            </p:cNvSpPr>
            <p:nvPr/>
          </p:nvSpPr>
          <p:spPr bwMode="auto">
            <a:xfrm>
              <a:off x="4030674" y="2443789"/>
              <a:ext cx="304710" cy="105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2" name="Rectangle 144"/>
            <p:cNvSpPr>
              <a:spLocks noChangeArrowheads="1"/>
            </p:cNvSpPr>
            <p:nvPr/>
          </p:nvSpPr>
          <p:spPr bwMode="auto">
            <a:xfrm>
              <a:off x="4030674" y="2737991"/>
              <a:ext cx="30471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5" name="Группа 394"/>
          <p:cNvGrpSpPr/>
          <p:nvPr/>
        </p:nvGrpSpPr>
        <p:grpSpPr>
          <a:xfrm>
            <a:off x="4423643" y="2443789"/>
            <a:ext cx="304710" cy="302609"/>
            <a:chOff x="4423643" y="2443789"/>
            <a:chExt cx="304710" cy="302609"/>
          </a:xfrm>
          <a:solidFill>
            <a:schemeClr val="tx1"/>
          </a:solidFill>
        </p:grpSpPr>
        <p:sp>
          <p:nvSpPr>
            <p:cNvPr id="133" name="Freeform 145"/>
            <p:cNvSpPr>
              <a:spLocks/>
            </p:cNvSpPr>
            <p:nvPr/>
          </p:nvSpPr>
          <p:spPr bwMode="auto">
            <a:xfrm>
              <a:off x="4505600" y="2672847"/>
              <a:ext cx="140797" cy="73551"/>
            </a:xfrm>
            <a:custGeom>
              <a:avLst/>
              <a:gdLst>
                <a:gd name="T0" fmla="*/ 34 w 67"/>
                <a:gd name="T1" fmla="*/ 30 h 35"/>
                <a:gd name="T2" fmla="*/ 4 w 67"/>
                <a:gd name="T3" fmla="*/ 0 h 35"/>
                <a:gd name="T4" fmla="*/ 0 w 67"/>
                <a:gd name="T5" fmla="*/ 3 h 35"/>
                <a:gd name="T6" fmla="*/ 32 w 67"/>
                <a:gd name="T7" fmla="*/ 35 h 35"/>
                <a:gd name="T8" fmla="*/ 35 w 67"/>
                <a:gd name="T9" fmla="*/ 35 h 35"/>
                <a:gd name="T10" fmla="*/ 67 w 67"/>
                <a:gd name="T11" fmla="*/ 3 h 35"/>
                <a:gd name="T12" fmla="*/ 63 w 67"/>
                <a:gd name="T13" fmla="*/ 0 h 35"/>
                <a:gd name="T14" fmla="*/ 34 w 67"/>
                <a:gd name="T15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35">
                  <a:moveTo>
                    <a:pt x="34" y="3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32" y="35"/>
                  </a:lnTo>
                  <a:lnTo>
                    <a:pt x="35" y="35"/>
                  </a:lnTo>
                  <a:lnTo>
                    <a:pt x="67" y="3"/>
                  </a:lnTo>
                  <a:lnTo>
                    <a:pt x="63" y="0"/>
                  </a:lnTo>
                  <a:lnTo>
                    <a:pt x="34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4" name="Freeform 146"/>
            <p:cNvSpPr>
              <a:spLocks/>
            </p:cNvSpPr>
            <p:nvPr/>
          </p:nvSpPr>
          <p:spPr bwMode="auto">
            <a:xfrm>
              <a:off x="4505600" y="2443789"/>
              <a:ext cx="140797" cy="75652"/>
            </a:xfrm>
            <a:custGeom>
              <a:avLst/>
              <a:gdLst>
                <a:gd name="T0" fmla="*/ 32 w 67"/>
                <a:gd name="T1" fmla="*/ 0 h 36"/>
                <a:gd name="T2" fmla="*/ 0 w 67"/>
                <a:gd name="T3" fmla="*/ 32 h 36"/>
                <a:gd name="T4" fmla="*/ 4 w 67"/>
                <a:gd name="T5" fmla="*/ 36 h 36"/>
                <a:gd name="T6" fmla="*/ 34 w 67"/>
                <a:gd name="T7" fmla="*/ 5 h 36"/>
                <a:gd name="T8" fmla="*/ 63 w 67"/>
                <a:gd name="T9" fmla="*/ 36 h 36"/>
                <a:gd name="T10" fmla="*/ 67 w 67"/>
                <a:gd name="T11" fmla="*/ 32 h 36"/>
                <a:gd name="T12" fmla="*/ 35 w 67"/>
                <a:gd name="T13" fmla="*/ 0 h 36"/>
                <a:gd name="T14" fmla="*/ 32 w 67"/>
                <a:gd name="T1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36">
                  <a:moveTo>
                    <a:pt x="32" y="0"/>
                  </a:moveTo>
                  <a:lnTo>
                    <a:pt x="0" y="32"/>
                  </a:lnTo>
                  <a:lnTo>
                    <a:pt x="4" y="36"/>
                  </a:lnTo>
                  <a:lnTo>
                    <a:pt x="34" y="5"/>
                  </a:lnTo>
                  <a:lnTo>
                    <a:pt x="63" y="36"/>
                  </a:lnTo>
                  <a:lnTo>
                    <a:pt x="67" y="32"/>
                  </a:lnTo>
                  <a:lnTo>
                    <a:pt x="35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5" name="Freeform 147"/>
            <p:cNvSpPr>
              <a:spLocks noEditPoints="1"/>
            </p:cNvSpPr>
            <p:nvPr/>
          </p:nvSpPr>
          <p:spPr bwMode="auto">
            <a:xfrm>
              <a:off x="4547629" y="2567775"/>
              <a:ext cx="56740" cy="56740"/>
            </a:xfrm>
            <a:custGeom>
              <a:avLst/>
              <a:gdLst>
                <a:gd name="T0" fmla="*/ 48 w 48"/>
                <a:gd name="T1" fmla="*/ 24 h 48"/>
                <a:gd name="T2" fmla="*/ 24 w 48"/>
                <a:gd name="T3" fmla="*/ 0 h 48"/>
                <a:gd name="T4" fmla="*/ 0 w 48"/>
                <a:gd name="T5" fmla="*/ 24 h 48"/>
                <a:gd name="T6" fmla="*/ 24 w 48"/>
                <a:gd name="T7" fmla="*/ 48 h 48"/>
                <a:gd name="T8" fmla="*/ 48 w 48"/>
                <a:gd name="T9" fmla="*/ 24 h 48"/>
                <a:gd name="T10" fmla="*/ 8 w 48"/>
                <a:gd name="T11" fmla="*/ 24 h 48"/>
                <a:gd name="T12" fmla="*/ 24 w 48"/>
                <a:gd name="T13" fmla="*/ 8 h 48"/>
                <a:gd name="T14" fmla="*/ 40 w 48"/>
                <a:gd name="T15" fmla="*/ 24 h 48"/>
                <a:gd name="T16" fmla="*/ 24 w 48"/>
                <a:gd name="T17" fmla="*/ 40 h 48"/>
                <a:gd name="T18" fmla="*/ 8 w 48"/>
                <a:gd name="T1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48" y="24"/>
                  </a:moveTo>
                  <a:cubicBezTo>
                    <a:pt x="48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37" y="48"/>
                    <a:pt x="48" y="37"/>
                    <a:pt x="48" y="24"/>
                  </a:cubicBezTo>
                  <a:close/>
                  <a:moveTo>
                    <a:pt x="8" y="24"/>
                  </a:move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ubicBezTo>
                    <a:pt x="15" y="40"/>
                    <a:pt x="8" y="33"/>
                    <a:pt x="8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6" name="Freeform 148"/>
            <p:cNvSpPr>
              <a:spLocks/>
            </p:cNvSpPr>
            <p:nvPr/>
          </p:nvSpPr>
          <p:spPr bwMode="auto">
            <a:xfrm>
              <a:off x="4652701" y="2525746"/>
              <a:ext cx="75652" cy="138695"/>
            </a:xfrm>
            <a:custGeom>
              <a:avLst/>
              <a:gdLst>
                <a:gd name="T0" fmla="*/ 0 w 36"/>
                <a:gd name="T1" fmla="*/ 3 h 66"/>
                <a:gd name="T2" fmla="*/ 30 w 36"/>
                <a:gd name="T3" fmla="*/ 33 h 66"/>
                <a:gd name="T4" fmla="*/ 0 w 36"/>
                <a:gd name="T5" fmla="*/ 63 h 66"/>
                <a:gd name="T6" fmla="*/ 4 w 36"/>
                <a:gd name="T7" fmla="*/ 66 h 66"/>
                <a:gd name="T8" fmla="*/ 36 w 36"/>
                <a:gd name="T9" fmla="*/ 35 h 66"/>
                <a:gd name="T10" fmla="*/ 36 w 36"/>
                <a:gd name="T11" fmla="*/ 31 h 66"/>
                <a:gd name="T12" fmla="*/ 4 w 36"/>
                <a:gd name="T13" fmla="*/ 0 h 66"/>
                <a:gd name="T14" fmla="*/ 0 w 36"/>
                <a:gd name="T15" fmla="*/ 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66">
                  <a:moveTo>
                    <a:pt x="0" y="3"/>
                  </a:moveTo>
                  <a:lnTo>
                    <a:pt x="30" y="33"/>
                  </a:lnTo>
                  <a:lnTo>
                    <a:pt x="0" y="63"/>
                  </a:lnTo>
                  <a:lnTo>
                    <a:pt x="4" y="66"/>
                  </a:lnTo>
                  <a:lnTo>
                    <a:pt x="36" y="35"/>
                  </a:lnTo>
                  <a:lnTo>
                    <a:pt x="36" y="31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7" name="Freeform 149"/>
            <p:cNvSpPr>
              <a:spLocks/>
            </p:cNvSpPr>
            <p:nvPr/>
          </p:nvSpPr>
          <p:spPr bwMode="auto">
            <a:xfrm>
              <a:off x="4423643" y="2525746"/>
              <a:ext cx="75652" cy="138695"/>
            </a:xfrm>
            <a:custGeom>
              <a:avLst/>
              <a:gdLst>
                <a:gd name="T0" fmla="*/ 36 w 36"/>
                <a:gd name="T1" fmla="*/ 3 h 66"/>
                <a:gd name="T2" fmla="*/ 32 w 36"/>
                <a:gd name="T3" fmla="*/ 0 h 66"/>
                <a:gd name="T4" fmla="*/ 0 w 36"/>
                <a:gd name="T5" fmla="*/ 31 h 66"/>
                <a:gd name="T6" fmla="*/ 0 w 36"/>
                <a:gd name="T7" fmla="*/ 35 h 66"/>
                <a:gd name="T8" fmla="*/ 33 w 36"/>
                <a:gd name="T9" fmla="*/ 66 h 66"/>
                <a:gd name="T10" fmla="*/ 36 w 36"/>
                <a:gd name="T11" fmla="*/ 63 h 66"/>
                <a:gd name="T12" fmla="*/ 6 w 36"/>
                <a:gd name="T13" fmla="*/ 33 h 66"/>
                <a:gd name="T14" fmla="*/ 36 w 36"/>
                <a:gd name="T15" fmla="*/ 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66">
                  <a:moveTo>
                    <a:pt x="36" y="3"/>
                  </a:moveTo>
                  <a:lnTo>
                    <a:pt x="32" y="0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33" y="66"/>
                  </a:lnTo>
                  <a:lnTo>
                    <a:pt x="36" y="63"/>
                  </a:lnTo>
                  <a:lnTo>
                    <a:pt x="6" y="33"/>
                  </a:lnTo>
                  <a:lnTo>
                    <a:pt x="36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6" name="Группа 395"/>
          <p:cNvGrpSpPr/>
          <p:nvPr/>
        </p:nvGrpSpPr>
        <p:grpSpPr>
          <a:xfrm>
            <a:off x="4816614" y="2511036"/>
            <a:ext cx="304710" cy="168116"/>
            <a:chOff x="4816614" y="2511036"/>
            <a:chExt cx="304710" cy="168116"/>
          </a:xfrm>
          <a:solidFill>
            <a:schemeClr val="tx1"/>
          </a:solidFill>
        </p:grpSpPr>
        <p:sp>
          <p:nvSpPr>
            <p:cNvPr id="138" name="Freeform 150"/>
            <p:cNvSpPr>
              <a:spLocks/>
            </p:cNvSpPr>
            <p:nvPr/>
          </p:nvSpPr>
          <p:spPr bwMode="auto">
            <a:xfrm>
              <a:off x="5030961" y="2511036"/>
              <a:ext cx="90363" cy="168116"/>
            </a:xfrm>
            <a:custGeom>
              <a:avLst/>
              <a:gdLst>
                <a:gd name="T0" fmla="*/ 0 w 43"/>
                <a:gd name="T1" fmla="*/ 4 h 80"/>
                <a:gd name="T2" fmla="*/ 37 w 43"/>
                <a:gd name="T3" fmla="*/ 40 h 80"/>
                <a:gd name="T4" fmla="*/ 0 w 43"/>
                <a:gd name="T5" fmla="*/ 77 h 80"/>
                <a:gd name="T6" fmla="*/ 4 w 43"/>
                <a:gd name="T7" fmla="*/ 80 h 80"/>
                <a:gd name="T8" fmla="*/ 43 w 43"/>
                <a:gd name="T9" fmla="*/ 42 h 80"/>
                <a:gd name="T10" fmla="*/ 43 w 43"/>
                <a:gd name="T11" fmla="*/ 38 h 80"/>
                <a:gd name="T12" fmla="*/ 4 w 43"/>
                <a:gd name="T13" fmla="*/ 0 h 80"/>
                <a:gd name="T14" fmla="*/ 0 w 43"/>
                <a:gd name="T15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80">
                  <a:moveTo>
                    <a:pt x="0" y="4"/>
                  </a:moveTo>
                  <a:lnTo>
                    <a:pt x="37" y="40"/>
                  </a:lnTo>
                  <a:lnTo>
                    <a:pt x="0" y="77"/>
                  </a:lnTo>
                  <a:lnTo>
                    <a:pt x="4" y="80"/>
                  </a:lnTo>
                  <a:lnTo>
                    <a:pt x="43" y="42"/>
                  </a:lnTo>
                  <a:lnTo>
                    <a:pt x="43" y="38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9" name="Freeform 151"/>
            <p:cNvSpPr>
              <a:spLocks/>
            </p:cNvSpPr>
            <p:nvPr/>
          </p:nvSpPr>
          <p:spPr bwMode="auto">
            <a:xfrm>
              <a:off x="4816614" y="2511036"/>
              <a:ext cx="90363" cy="168116"/>
            </a:xfrm>
            <a:custGeom>
              <a:avLst/>
              <a:gdLst>
                <a:gd name="T0" fmla="*/ 39 w 43"/>
                <a:gd name="T1" fmla="*/ 0 h 80"/>
                <a:gd name="T2" fmla="*/ 0 w 43"/>
                <a:gd name="T3" fmla="*/ 38 h 80"/>
                <a:gd name="T4" fmla="*/ 0 w 43"/>
                <a:gd name="T5" fmla="*/ 42 h 80"/>
                <a:gd name="T6" fmla="*/ 39 w 43"/>
                <a:gd name="T7" fmla="*/ 80 h 80"/>
                <a:gd name="T8" fmla="*/ 43 w 43"/>
                <a:gd name="T9" fmla="*/ 77 h 80"/>
                <a:gd name="T10" fmla="*/ 6 w 43"/>
                <a:gd name="T11" fmla="*/ 40 h 80"/>
                <a:gd name="T12" fmla="*/ 43 w 43"/>
                <a:gd name="T13" fmla="*/ 4 h 80"/>
                <a:gd name="T14" fmla="*/ 39 w 4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80">
                  <a:moveTo>
                    <a:pt x="39" y="0"/>
                  </a:moveTo>
                  <a:lnTo>
                    <a:pt x="0" y="38"/>
                  </a:lnTo>
                  <a:lnTo>
                    <a:pt x="0" y="42"/>
                  </a:lnTo>
                  <a:lnTo>
                    <a:pt x="39" y="80"/>
                  </a:lnTo>
                  <a:lnTo>
                    <a:pt x="43" y="77"/>
                  </a:lnTo>
                  <a:lnTo>
                    <a:pt x="6" y="40"/>
                  </a:lnTo>
                  <a:lnTo>
                    <a:pt x="43" y="4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0" name="Freeform 152"/>
            <p:cNvSpPr>
              <a:spLocks noEditPoints="1"/>
            </p:cNvSpPr>
            <p:nvPr/>
          </p:nvSpPr>
          <p:spPr bwMode="auto">
            <a:xfrm>
              <a:off x="4940599" y="2567775"/>
              <a:ext cx="56740" cy="56740"/>
            </a:xfrm>
            <a:custGeom>
              <a:avLst/>
              <a:gdLst>
                <a:gd name="T0" fmla="*/ 24 w 48"/>
                <a:gd name="T1" fmla="*/ 0 h 48"/>
                <a:gd name="T2" fmla="*/ 0 w 48"/>
                <a:gd name="T3" fmla="*/ 24 h 48"/>
                <a:gd name="T4" fmla="*/ 24 w 48"/>
                <a:gd name="T5" fmla="*/ 48 h 48"/>
                <a:gd name="T6" fmla="*/ 48 w 48"/>
                <a:gd name="T7" fmla="*/ 24 h 48"/>
                <a:gd name="T8" fmla="*/ 24 w 48"/>
                <a:gd name="T9" fmla="*/ 0 h 48"/>
                <a:gd name="T10" fmla="*/ 24 w 48"/>
                <a:gd name="T11" fmla="*/ 40 h 48"/>
                <a:gd name="T12" fmla="*/ 8 w 48"/>
                <a:gd name="T13" fmla="*/ 24 h 48"/>
                <a:gd name="T14" fmla="*/ 24 w 48"/>
                <a:gd name="T15" fmla="*/ 8 h 48"/>
                <a:gd name="T16" fmla="*/ 40 w 48"/>
                <a:gd name="T17" fmla="*/ 24 h 48"/>
                <a:gd name="T18" fmla="*/ 24 w 48"/>
                <a:gd name="T19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37" y="48"/>
                    <a:pt x="48" y="37"/>
                    <a:pt x="48" y="24"/>
                  </a:cubicBezTo>
                  <a:cubicBezTo>
                    <a:pt x="48" y="11"/>
                    <a:pt x="37" y="0"/>
                    <a:pt x="24" y="0"/>
                  </a:cubicBezTo>
                  <a:close/>
                  <a:moveTo>
                    <a:pt x="24" y="40"/>
                  </a:moveTo>
                  <a:cubicBezTo>
                    <a:pt x="15" y="40"/>
                    <a:pt x="8" y="33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7" name="Группа 396"/>
          <p:cNvGrpSpPr/>
          <p:nvPr/>
        </p:nvGrpSpPr>
        <p:grpSpPr>
          <a:xfrm>
            <a:off x="5278932" y="2443789"/>
            <a:ext cx="168116" cy="302609"/>
            <a:chOff x="5278932" y="2443789"/>
            <a:chExt cx="168116" cy="302609"/>
          </a:xfrm>
          <a:solidFill>
            <a:schemeClr val="tx1"/>
          </a:solidFill>
        </p:grpSpPr>
        <p:sp>
          <p:nvSpPr>
            <p:cNvPr id="141" name="Freeform 153"/>
            <p:cNvSpPr>
              <a:spLocks/>
            </p:cNvSpPr>
            <p:nvPr/>
          </p:nvSpPr>
          <p:spPr bwMode="auto">
            <a:xfrm>
              <a:off x="5278932" y="2658137"/>
              <a:ext cx="168116" cy="88261"/>
            </a:xfrm>
            <a:custGeom>
              <a:avLst/>
              <a:gdLst>
                <a:gd name="T0" fmla="*/ 40 w 80"/>
                <a:gd name="T1" fmla="*/ 37 h 42"/>
                <a:gd name="T2" fmla="*/ 3 w 80"/>
                <a:gd name="T3" fmla="*/ 0 h 42"/>
                <a:gd name="T4" fmla="*/ 0 w 80"/>
                <a:gd name="T5" fmla="*/ 3 h 42"/>
                <a:gd name="T6" fmla="*/ 38 w 80"/>
                <a:gd name="T7" fmla="*/ 42 h 42"/>
                <a:gd name="T8" fmla="*/ 41 w 80"/>
                <a:gd name="T9" fmla="*/ 42 h 42"/>
                <a:gd name="T10" fmla="*/ 80 w 80"/>
                <a:gd name="T11" fmla="*/ 3 h 42"/>
                <a:gd name="T12" fmla="*/ 76 w 80"/>
                <a:gd name="T13" fmla="*/ 0 h 42"/>
                <a:gd name="T14" fmla="*/ 40 w 80"/>
                <a:gd name="T15" fmla="*/ 3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40" y="37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38" y="42"/>
                  </a:lnTo>
                  <a:lnTo>
                    <a:pt x="41" y="42"/>
                  </a:lnTo>
                  <a:lnTo>
                    <a:pt x="80" y="3"/>
                  </a:lnTo>
                  <a:lnTo>
                    <a:pt x="76" y="0"/>
                  </a:lnTo>
                  <a:lnTo>
                    <a:pt x="4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2" name="Freeform 154"/>
            <p:cNvSpPr>
              <a:spLocks/>
            </p:cNvSpPr>
            <p:nvPr/>
          </p:nvSpPr>
          <p:spPr bwMode="auto">
            <a:xfrm>
              <a:off x="5278932" y="2443789"/>
              <a:ext cx="168116" cy="88261"/>
            </a:xfrm>
            <a:custGeom>
              <a:avLst/>
              <a:gdLst>
                <a:gd name="T0" fmla="*/ 38 w 80"/>
                <a:gd name="T1" fmla="*/ 0 h 42"/>
                <a:gd name="T2" fmla="*/ 0 w 80"/>
                <a:gd name="T3" fmla="*/ 38 h 42"/>
                <a:gd name="T4" fmla="*/ 3 w 80"/>
                <a:gd name="T5" fmla="*/ 42 h 42"/>
                <a:gd name="T6" fmla="*/ 40 w 80"/>
                <a:gd name="T7" fmla="*/ 5 h 42"/>
                <a:gd name="T8" fmla="*/ 76 w 80"/>
                <a:gd name="T9" fmla="*/ 42 h 42"/>
                <a:gd name="T10" fmla="*/ 80 w 80"/>
                <a:gd name="T11" fmla="*/ 38 h 42"/>
                <a:gd name="T12" fmla="*/ 41 w 80"/>
                <a:gd name="T13" fmla="*/ 0 h 42"/>
                <a:gd name="T14" fmla="*/ 38 w 80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38" y="0"/>
                  </a:moveTo>
                  <a:lnTo>
                    <a:pt x="0" y="38"/>
                  </a:lnTo>
                  <a:lnTo>
                    <a:pt x="3" y="42"/>
                  </a:lnTo>
                  <a:lnTo>
                    <a:pt x="40" y="5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41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3" name="Freeform 155"/>
            <p:cNvSpPr>
              <a:spLocks noEditPoints="1"/>
            </p:cNvSpPr>
            <p:nvPr/>
          </p:nvSpPr>
          <p:spPr bwMode="auto">
            <a:xfrm>
              <a:off x="5333569" y="2567775"/>
              <a:ext cx="56740" cy="56740"/>
            </a:xfrm>
            <a:custGeom>
              <a:avLst/>
              <a:gdLst>
                <a:gd name="T0" fmla="*/ 48 w 48"/>
                <a:gd name="T1" fmla="*/ 24 h 48"/>
                <a:gd name="T2" fmla="*/ 24 w 48"/>
                <a:gd name="T3" fmla="*/ 0 h 48"/>
                <a:gd name="T4" fmla="*/ 0 w 48"/>
                <a:gd name="T5" fmla="*/ 24 h 48"/>
                <a:gd name="T6" fmla="*/ 24 w 48"/>
                <a:gd name="T7" fmla="*/ 48 h 48"/>
                <a:gd name="T8" fmla="*/ 48 w 48"/>
                <a:gd name="T9" fmla="*/ 24 h 48"/>
                <a:gd name="T10" fmla="*/ 8 w 48"/>
                <a:gd name="T11" fmla="*/ 24 h 48"/>
                <a:gd name="T12" fmla="*/ 24 w 48"/>
                <a:gd name="T13" fmla="*/ 8 h 48"/>
                <a:gd name="T14" fmla="*/ 40 w 48"/>
                <a:gd name="T15" fmla="*/ 24 h 48"/>
                <a:gd name="T16" fmla="*/ 24 w 48"/>
                <a:gd name="T17" fmla="*/ 40 h 48"/>
                <a:gd name="T18" fmla="*/ 8 w 48"/>
                <a:gd name="T1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48" y="24"/>
                  </a:moveTo>
                  <a:cubicBezTo>
                    <a:pt x="48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37" y="48"/>
                    <a:pt x="48" y="37"/>
                    <a:pt x="48" y="24"/>
                  </a:cubicBezTo>
                  <a:close/>
                  <a:moveTo>
                    <a:pt x="8" y="24"/>
                  </a:move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ubicBezTo>
                    <a:pt x="15" y="40"/>
                    <a:pt x="8" y="33"/>
                    <a:pt x="8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6" name="Группа 425"/>
          <p:cNvGrpSpPr/>
          <p:nvPr/>
        </p:nvGrpSpPr>
        <p:grpSpPr>
          <a:xfrm>
            <a:off x="2122563" y="3713061"/>
            <a:ext cx="189130" cy="121884"/>
            <a:chOff x="2122563" y="3713061"/>
            <a:chExt cx="189130" cy="121884"/>
          </a:xfrm>
          <a:solidFill>
            <a:schemeClr val="tx1"/>
          </a:solidFill>
        </p:grpSpPr>
        <p:sp>
          <p:nvSpPr>
            <p:cNvPr id="144" name="Rectangle 156"/>
            <p:cNvSpPr>
              <a:spLocks noChangeArrowheads="1"/>
            </p:cNvSpPr>
            <p:nvPr/>
          </p:nvSpPr>
          <p:spPr bwMode="auto">
            <a:xfrm>
              <a:off x="2122563" y="3713061"/>
              <a:ext cx="18913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5" name="Rectangle 157"/>
            <p:cNvSpPr>
              <a:spLocks noChangeArrowheads="1"/>
            </p:cNvSpPr>
            <p:nvPr/>
          </p:nvSpPr>
          <p:spPr bwMode="auto">
            <a:xfrm>
              <a:off x="2122563" y="3769801"/>
              <a:ext cx="18913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6" name="Rectangle 158"/>
            <p:cNvSpPr>
              <a:spLocks noChangeArrowheads="1"/>
            </p:cNvSpPr>
            <p:nvPr/>
          </p:nvSpPr>
          <p:spPr bwMode="auto">
            <a:xfrm>
              <a:off x="2122563" y="3826539"/>
              <a:ext cx="18913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7" name="Группа 426"/>
          <p:cNvGrpSpPr/>
          <p:nvPr/>
        </p:nvGrpSpPr>
        <p:grpSpPr>
          <a:xfrm>
            <a:off x="2458794" y="3713061"/>
            <a:ext cx="302608" cy="121884"/>
            <a:chOff x="2458794" y="3713061"/>
            <a:chExt cx="302608" cy="121884"/>
          </a:xfrm>
          <a:solidFill>
            <a:schemeClr val="tx1"/>
          </a:solidFill>
        </p:grpSpPr>
        <p:sp>
          <p:nvSpPr>
            <p:cNvPr id="147" name="Rectangle 159"/>
            <p:cNvSpPr>
              <a:spLocks noChangeArrowheads="1"/>
            </p:cNvSpPr>
            <p:nvPr/>
          </p:nvSpPr>
          <p:spPr bwMode="auto">
            <a:xfrm>
              <a:off x="2458794" y="3713061"/>
              <a:ext cx="27319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8" name="Rectangle 160"/>
            <p:cNvSpPr>
              <a:spLocks noChangeArrowheads="1"/>
            </p:cNvSpPr>
            <p:nvPr/>
          </p:nvSpPr>
          <p:spPr bwMode="auto">
            <a:xfrm>
              <a:off x="2534446" y="3713061"/>
              <a:ext cx="226956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9" name="Rectangle 161"/>
            <p:cNvSpPr>
              <a:spLocks noChangeArrowheads="1"/>
            </p:cNvSpPr>
            <p:nvPr/>
          </p:nvSpPr>
          <p:spPr bwMode="auto">
            <a:xfrm>
              <a:off x="2458794" y="3769801"/>
              <a:ext cx="27319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0" name="Rectangle 162"/>
            <p:cNvSpPr>
              <a:spLocks noChangeArrowheads="1"/>
            </p:cNvSpPr>
            <p:nvPr/>
          </p:nvSpPr>
          <p:spPr bwMode="auto">
            <a:xfrm>
              <a:off x="2534446" y="3769801"/>
              <a:ext cx="226956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1" name="Rectangle 163"/>
            <p:cNvSpPr>
              <a:spLocks noChangeArrowheads="1"/>
            </p:cNvSpPr>
            <p:nvPr/>
          </p:nvSpPr>
          <p:spPr bwMode="auto">
            <a:xfrm>
              <a:off x="2458794" y="3826539"/>
              <a:ext cx="27319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2" name="Rectangle 164"/>
            <p:cNvSpPr>
              <a:spLocks noChangeArrowheads="1"/>
            </p:cNvSpPr>
            <p:nvPr/>
          </p:nvSpPr>
          <p:spPr bwMode="auto">
            <a:xfrm>
              <a:off x="2534446" y="3826539"/>
              <a:ext cx="226956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53" name="Freeform 165"/>
          <p:cNvSpPr>
            <a:spLocks/>
          </p:cNvSpPr>
          <p:nvPr/>
        </p:nvSpPr>
        <p:spPr bwMode="auto">
          <a:xfrm>
            <a:off x="6783566" y="2559369"/>
            <a:ext cx="304710" cy="73551"/>
          </a:xfrm>
          <a:custGeom>
            <a:avLst/>
            <a:gdLst>
              <a:gd name="T0" fmla="*/ 16 w 145"/>
              <a:gd name="T1" fmla="*/ 0 h 35"/>
              <a:gd name="T2" fmla="*/ 0 w 145"/>
              <a:gd name="T3" fmla="*/ 15 h 35"/>
              <a:gd name="T4" fmla="*/ 0 w 145"/>
              <a:gd name="T5" fmla="*/ 19 h 35"/>
              <a:gd name="T6" fmla="*/ 16 w 145"/>
              <a:gd name="T7" fmla="*/ 35 h 35"/>
              <a:gd name="T8" fmla="*/ 19 w 145"/>
              <a:gd name="T9" fmla="*/ 31 h 35"/>
              <a:gd name="T10" fmla="*/ 8 w 145"/>
              <a:gd name="T11" fmla="*/ 19 h 35"/>
              <a:gd name="T12" fmla="*/ 137 w 145"/>
              <a:gd name="T13" fmla="*/ 19 h 35"/>
              <a:gd name="T14" fmla="*/ 125 w 145"/>
              <a:gd name="T15" fmla="*/ 31 h 35"/>
              <a:gd name="T16" fmla="*/ 128 w 145"/>
              <a:gd name="T17" fmla="*/ 35 h 35"/>
              <a:gd name="T18" fmla="*/ 145 w 145"/>
              <a:gd name="T19" fmla="*/ 19 h 35"/>
              <a:gd name="T20" fmla="*/ 145 w 145"/>
              <a:gd name="T21" fmla="*/ 15 h 35"/>
              <a:gd name="T22" fmla="*/ 128 w 145"/>
              <a:gd name="T23" fmla="*/ 0 h 35"/>
              <a:gd name="T24" fmla="*/ 125 w 145"/>
              <a:gd name="T25" fmla="*/ 3 h 35"/>
              <a:gd name="T26" fmla="*/ 137 w 145"/>
              <a:gd name="T27" fmla="*/ 15 h 35"/>
              <a:gd name="T28" fmla="*/ 8 w 145"/>
              <a:gd name="T29" fmla="*/ 15 h 35"/>
              <a:gd name="T30" fmla="*/ 19 w 145"/>
              <a:gd name="T31" fmla="*/ 3 h 35"/>
              <a:gd name="T32" fmla="*/ 16 w 145"/>
              <a:gd name="T33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5" h="35">
                <a:moveTo>
                  <a:pt x="16" y="0"/>
                </a:moveTo>
                <a:lnTo>
                  <a:pt x="0" y="15"/>
                </a:lnTo>
                <a:lnTo>
                  <a:pt x="0" y="19"/>
                </a:lnTo>
                <a:lnTo>
                  <a:pt x="16" y="35"/>
                </a:lnTo>
                <a:lnTo>
                  <a:pt x="19" y="31"/>
                </a:lnTo>
                <a:lnTo>
                  <a:pt x="8" y="19"/>
                </a:lnTo>
                <a:lnTo>
                  <a:pt x="137" y="19"/>
                </a:lnTo>
                <a:lnTo>
                  <a:pt x="125" y="31"/>
                </a:lnTo>
                <a:lnTo>
                  <a:pt x="128" y="35"/>
                </a:lnTo>
                <a:lnTo>
                  <a:pt x="145" y="19"/>
                </a:lnTo>
                <a:lnTo>
                  <a:pt x="145" y="15"/>
                </a:lnTo>
                <a:lnTo>
                  <a:pt x="128" y="0"/>
                </a:lnTo>
                <a:lnTo>
                  <a:pt x="125" y="3"/>
                </a:lnTo>
                <a:lnTo>
                  <a:pt x="137" y="15"/>
                </a:lnTo>
                <a:lnTo>
                  <a:pt x="8" y="15"/>
                </a:lnTo>
                <a:lnTo>
                  <a:pt x="19" y="3"/>
                </a:lnTo>
                <a:lnTo>
                  <a:pt x="16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2" name="Группа 411"/>
          <p:cNvGrpSpPr/>
          <p:nvPr/>
        </p:nvGrpSpPr>
        <p:grpSpPr>
          <a:xfrm>
            <a:off x="2065823" y="3229729"/>
            <a:ext cx="302608" cy="302608"/>
            <a:chOff x="2065823" y="3229729"/>
            <a:chExt cx="302608" cy="302608"/>
          </a:xfrm>
          <a:solidFill>
            <a:schemeClr val="tx1"/>
          </a:solidFill>
        </p:grpSpPr>
        <p:sp>
          <p:nvSpPr>
            <p:cNvPr id="154" name="Freeform 166"/>
            <p:cNvSpPr>
              <a:spLocks noEditPoints="1"/>
            </p:cNvSpPr>
            <p:nvPr/>
          </p:nvSpPr>
          <p:spPr bwMode="auto">
            <a:xfrm>
              <a:off x="2065823" y="3229729"/>
              <a:ext cx="302608" cy="30260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8 h 256"/>
                <a:gd name="T4" fmla="*/ 0 w 256"/>
                <a:gd name="T5" fmla="*/ 128 h 256"/>
                <a:gd name="T6" fmla="*/ 38 w 256"/>
                <a:gd name="T7" fmla="*/ 219 h 256"/>
                <a:gd name="T8" fmla="*/ 128 w 256"/>
                <a:gd name="T9" fmla="*/ 256 h 256"/>
                <a:gd name="T10" fmla="*/ 219 w 256"/>
                <a:gd name="T11" fmla="*/ 219 h 256"/>
                <a:gd name="T12" fmla="*/ 256 w 256"/>
                <a:gd name="T13" fmla="*/ 128 h 256"/>
                <a:gd name="T14" fmla="*/ 219 w 256"/>
                <a:gd name="T15" fmla="*/ 38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4"/>
                    <a:pt x="38" y="38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2"/>
                    <a:pt x="14" y="195"/>
                    <a:pt x="38" y="219"/>
                  </a:cubicBezTo>
                  <a:cubicBezTo>
                    <a:pt x="62" y="243"/>
                    <a:pt x="94" y="256"/>
                    <a:pt x="128" y="256"/>
                  </a:cubicBezTo>
                  <a:cubicBezTo>
                    <a:pt x="162" y="256"/>
                    <a:pt x="195" y="243"/>
                    <a:pt x="219" y="219"/>
                  </a:cubicBezTo>
                  <a:cubicBezTo>
                    <a:pt x="243" y="195"/>
                    <a:pt x="256" y="162"/>
                    <a:pt x="256" y="128"/>
                  </a:cubicBezTo>
                  <a:cubicBezTo>
                    <a:pt x="256" y="94"/>
                    <a:pt x="243" y="62"/>
                    <a:pt x="219" y="38"/>
                  </a:cubicBezTo>
                  <a:cubicBezTo>
                    <a:pt x="195" y="14"/>
                    <a:pt x="162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0" y="236"/>
                    <a:pt x="160" y="248"/>
                    <a:pt x="128" y="248"/>
                  </a:cubicBezTo>
                  <a:cubicBezTo>
                    <a:pt x="96" y="248"/>
                    <a:pt x="66" y="236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0" y="21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5" name="Rectangle 167"/>
            <p:cNvSpPr>
              <a:spLocks noChangeArrowheads="1"/>
            </p:cNvSpPr>
            <p:nvPr/>
          </p:nvSpPr>
          <p:spPr bwMode="auto">
            <a:xfrm>
              <a:off x="2210823" y="3347410"/>
              <a:ext cx="10508" cy="10507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6" name="Rectangle 168"/>
            <p:cNvSpPr>
              <a:spLocks noChangeArrowheads="1"/>
            </p:cNvSpPr>
            <p:nvPr/>
          </p:nvSpPr>
          <p:spPr bwMode="auto">
            <a:xfrm>
              <a:off x="2210823" y="3309584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0" name="Группа 399"/>
          <p:cNvGrpSpPr/>
          <p:nvPr/>
        </p:nvGrpSpPr>
        <p:grpSpPr>
          <a:xfrm>
            <a:off x="2458794" y="2836760"/>
            <a:ext cx="302608" cy="302608"/>
            <a:chOff x="2458794" y="2836760"/>
            <a:chExt cx="302608" cy="302608"/>
          </a:xfrm>
          <a:solidFill>
            <a:schemeClr val="tx1"/>
          </a:solidFill>
        </p:grpSpPr>
        <p:sp>
          <p:nvSpPr>
            <p:cNvPr id="157" name="Freeform 169"/>
            <p:cNvSpPr>
              <a:spLocks noEditPoints="1"/>
            </p:cNvSpPr>
            <p:nvPr/>
          </p:nvSpPr>
          <p:spPr bwMode="auto">
            <a:xfrm>
              <a:off x="2458794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Freeform 170"/>
            <p:cNvSpPr>
              <a:spLocks/>
            </p:cNvSpPr>
            <p:nvPr/>
          </p:nvSpPr>
          <p:spPr bwMode="auto">
            <a:xfrm>
              <a:off x="2486112" y="2946035"/>
              <a:ext cx="245870" cy="94566"/>
            </a:xfrm>
            <a:custGeom>
              <a:avLst/>
              <a:gdLst>
                <a:gd name="T0" fmla="*/ 53 w 117"/>
                <a:gd name="T1" fmla="*/ 44 h 45"/>
                <a:gd name="T2" fmla="*/ 54 w 117"/>
                <a:gd name="T3" fmla="*/ 45 h 45"/>
                <a:gd name="T4" fmla="*/ 117 w 117"/>
                <a:gd name="T5" fmla="*/ 45 h 45"/>
                <a:gd name="T6" fmla="*/ 117 w 117"/>
                <a:gd name="T7" fmla="*/ 40 h 45"/>
                <a:gd name="T8" fmla="*/ 55 w 117"/>
                <a:gd name="T9" fmla="*/ 40 h 45"/>
                <a:gd name="T10" fmla="*/ 29 w 117"/>
                <a:gd name="T11" fmla="*/ 1 h 45"/>
                <a:gd name="T12" fmla="*/ 27 w 117"/>
                <a:gd name="T13" fmla="*/ 0 h 45"/>
                <a:gd name="T14" fmla="*/ 0 w 117"/>
                <a:gd name="T15" fmla="*/ 0 h 45"/>
                <a:gd name="T16" fmla="*/ 0 w 117"/>
                <a:gd name="T17" fmla="*/ 4 h 45"/>
                <a:gd name="T18" fmla="*/ 26 w 117"/>
                <a:gd name="T19" fmla="*/ 4 h 45"/>
                <a:gd name="T20" fmla="*/ 53 w 117"/>
                <a:gd name="T21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7" h="45">
                  <a:moveTo>
                    <a:pt x="53" y="44"/>
                  </a:moveTo>
                  <a:lnTo>
                    <a:pt x="54" y="45"/>
                  </a:lnTo>
                  <a:lnTo>
                    <a:pt x="117" y="45"/>
                  </a:lnTo>
                  <a:lnTo>
                    <a:pt x="117" y="40"/>
                  </a:lnTo>
                  <a:lnTo>
                    <a:pt x="55" y="40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6" y="4"/>
                  </a:lnTo>
                  <a:lnTo>
                    <a:pt x="53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9" name="Rectangle 171"/>
            <p:cNvSpPr>
              <a:spLocks noChangeArrowheads="1"/>
            </p:cNvSpPr>
            <p:nvPr/>
          </p:nvSpPr>
          <p:spPr bwMode="auto">
            <a:xfrm>
              <a:off x="2599590" y="2946035"/>
              <a:ext cx="132392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1" name="Группа 400"/>
          <p:cNvGrpSpPr/>
          <p:nvPr/>
        </p:nvGrpSpPr>
        <p:grpSpPr>
          <a:xfrm>
            <a:off x="2851763" y="2836760"/>
            <a:ext cx="302608" cy="302608"/>
            <a:chOff x="2851763" y="2836760"/>
            <a:chExt cx="302608" cy="302608"/>
          </a:xfrm>
          <a:solidFill>
            <a:schemeClr val="tx1"/>
          </a:solidFill>
        </p:grpSpPr>
        <p:sp>
          <p:nvSpPr>
            <p:cNvPr id="160" name="Freeform 172"/>
            <p:cNvSpPr>
              <a:spLocks noEditPoints="1"/>
            </p:cNvSpPr>
            <p:nvPr/>
          </p:nvSpPr>
          <p:spPr bwMode="auto">
            <a:xfrm>
              <a:off x="2851763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1" name="Freeform 173"/>
            <p:cNvSpPr>
              <a:spLocks noEditPoints="1"/>
            </p:cNvSpPr>
            <p:nvPr/>
          </p:nvSpPr>
          <p:spPr bwMode="auto">
            <a:xfrm>
              <a:off x="2927415" y="2912412"/>
              <a:ext cx="151304" cy="151304"/>
            </a:xfrm>
            <a:custGeom>
              <a:avLst/>
              <a:gdLst>
                <a:gd name="T0" fmla="*/ 24 w 128"/>
                <a:gd name="T1" fmla="*/ 80 h 128"/>
                <a:gd name="T2" fmla="*/ 0 w 128"/>
                <a:gd name="T3" fmla="*/ 104 h 128"/>
                <a:gd name="T4" fmla="*/ 24 w 128"/>
                <a:gd name="T5" fmla="*/ 128 h 128"/>
                <a:gd name="T6" fmla="*/ 48 w 128"/>
                <a:gd name="T7" fmla="*/ 104 h 128"/>
                <a:gd name="T8" fmla="*/ 48 w 128"/>
                <a:gd name="T9" fmla="*/ 88 h 128"/>
                <a:gd name="T10" fmla="*/ 80 w 128"/>
                <a:gd name="T11" fmla="*/ 88 h 128"/>
                <a:gd name="T12" fmla="*/ 80 w 128"/>
                <a:gd name="T13" fmla="*/ 104 h 128"/>
                <a:gd name="T14" fmla="*/ 104 w 128"/>
                <a:gd name="T15" fmla="*/ 128 h 128"/>
                <a:gd name="T16" fmla="*/ 128 w 128"/>
                <a:gd name="T17" fmla="*/ 104 h 128"/>
                <a:gd name="T18" fmla="*/ 104 w 128"/>
                <a:gd name="T19" fmla="*/ 80 h 128"/>
                <a:gd name="T20" fmla="*/ 88 w 128"/>
                <a:gd name="T21" fmla="*/ 80 h 128"/>
                <a:gd name="T22" fmla="*/ 88 w 128"/>
                <a:gd name="T23" fmla="*/ 48 h 128"/>
                <a:gd name="T24" fmla="*/ 104 w 128"/>
                <a:gd name="T25" fmla="*/ 48 h 128"/>
                <a:gd name="T26" fmla="*/ 128 w 128"/>
                <a:gd name="T27" fmla="*/ 24 h 128"/>
                <a:gd name="T28" fmla="*/ 104 w 128"/>
                <a:gd name="T29" fmla="*/ 0 h 128"/>
                <a:gd name="T30" fmla="*/ 80 w 128"/>
                <a:gd name="T31" fmla="*/ 24 h 128"/>
                <a:gd name="T32" fmla="*/ 80 w 128"/>
                <a:gd name="T33" fmla="*/ 40 h 128"/>
                <a:gd name="T34" fmla="*/ 48 w 128"/>
                <a:gd name="T35" fmla="*/ 40 h 128"/>
                <a:gd name="T36" fmla="*/ 48 w 128"/>
                <a:gd name="T37" fmla="*/ 24 h 128"/>
                <a:gd name="T38" fmla="*/ 24 w 128"/>
                <a:gd name="T39" fmla="*/ 0 h 128"/>
                <a:gd name="T40" fmla="*/ 0 w 128"/>
                <a:gd name="T41" fmla="*/ 24 h 128"/>
                <a:gd name="T42" fmla="*/ 24 w 128"/>
                <a:gd name="T43" fmla="*/ 48 h 128"/>
                <a:gd name="T44" fmla="*/ 40 w 128"/>
                <a:gd name="T45" fmla="*/ 48 h 128"/>
                <a:gd name="T46" fmla="*/ 40 w 128"/>
                <a:gd name="T47" fmla="*/ 80 h 128"/>
                <a:gd name="T48" fmla="*/ 24 w 128"/>
                <a:gd name="T49" fmla="*/ 80 h 128"/>
                <a:gd name="T50" fmla="*/ 40 w 128"/>
                <a:gd name="T51" fmla="*/ 104 h 128"/>
                <a:gd name="T52" fmla="*/ 24 w 128"/>
                <a:gd name="T53" fmla="*/ 120 h 128"/>
                <a:gd name="T54" fmla="*/ 8 w 128"/>
                <a:gd name="T55" fmla="*/ 104 h 128"/>
                <a:gd name="T56" fmla="*/ 24 w 128"/>
                <a:gd name="T57" fmla="*/ 88 h 128"/>
                <a:gd name="T58" fmla="*/ 40 w 128"/>
                <a:gd name="T59" fmla="*/ 88 h 128"/>
                <a:gd name="T60" fmla="*/ 40 w 128"/>
                <a:gd name="T61" fmla="*/ 104 h 128"/>
                <a:gd name="T62" fmla="*/ 88 w 128"/>
                <a:gd name="T63" fmla="*/ 24 h 128"/>
                <a:gd name="T64" fmla="*/ 104 w 128"/>
                <a:gd name="T65" fmla="*/ 8 h 128"/>
                <a:gd name="T66" fmla="*/ 120 w 128"/>
                <a:gd name="T67" fmla="*/ 24 h 128"/>
                <a:gd name="T68" fmla="*/ 104 w 128"/>
                <a:gd name="T69" fmla="*/ 40 h 128"/>
                <a:gd name="T70" fmla="*/ 88 w 128"/>
                <a:gd name="T71" fmla="*/ 40 h 128"/>
                <a:gd name="T72" fmla="*/ 88 w 128"/>
                <a:gd name="T73" fmla="*/ 24 h 128"/>
                <a:gd name="T74" fmla="*/ 88 w 128"/>
                <a:gd name="T75" fmla="*/ 88 h 128"/>
                <a:gd name="T76" fmla="*/ 104 w 128"/>
                <a:gd name="T77" fmla="*/ 88 h 128"/>
                <a:gd name="T78" fmla="*/ 120 w 128"/>
                <a:gd name="T79" fmla="*/ 104 h 128"/>
                <a:gd name="T80" fmla="*/ 104 w 128"/>
                <a:gd name="T81" fmla="*/ 120 h 128"/>
                <a:gd name="T82" fmla="*/ 88 w 128"/>
                <a:gd name="T83" fmla="*/ 104 h 128"/>
                <a:gd name="T84" fmla="*/ 88 w 128"/>
                <a:gd name="T85" fmla="*/ 88 h 128"/>
                <a:gd name="T86" fmla="*/ 48 w 128"/>
                <a:gd name="T87" fmla="*/ 48 h 128"/>
                <a:gd name="T88" fmla="*/ 80 w 128"/>
                <a:gd name="T89" fmla="*/ 48 h 128"/>
                <a:gd name="T90" fmla="*/ 80 w 128"/>
                <a:gd name="T91" fmla="*/ 80 h 128"/>
                <a:gd name="T92" fmla="*/ 48 w 128"/>
                <a:gd name="T93" fmla="*/ 80 h 128"/>
                <a:gd name="T94" fmla="*/ 48 w 128"/>
                <a:gd name="T95" fmla="*/ 48 h 128"/>
                <a:gd name="T96" fmla="*/ 24 w 128"/>
                <a:gd name="T97" fmla="*/ 40 h 128"/>
                <a:gd name="T98" fmla="*/ 8 w 128"/>
                <a:gd name="T99" fmla="*/ 24 h 128"/>
                <a:gd name="T100" fmla="*/ 24 w 128"/>
                <a:gd name="T101" fmla="*/ 8 h 128"/>
                <a:gd name="T102" fmla="*/ 40 w 128"/>
                <a:gd name="T103" fmla="*/ 24 h 128"/>
                <a:gd name="T104" fmla="*/ 40 w 128"/>
                <a:gd name="T105" fmla="*/ 40 h 128"/>
                <a:gd name="T106" fmla="*/ 24 w 128"/>
                <a:gd name="T107" fmla="*/ 4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8" h="128">
                  <a:moveTo>
                    <a:pt x="24" y="80"/>
                  </a:moveTo>
                  <a:cubicBezTo>
                    <a:pt x="11" y="80"/>
                    <a:pt x="0" y="91"/>
                    <a:pt x="0" y="104"/>
                  </a:cubicBezTo>
                  <a:cubicBezTo>
                    <a:pt x="0" y="117"/>
                    <a:pt x="11" y="128"/>
                    <a:pt x="24" y="128"/>
                  </a:cubicBezTo>
                  <a:cubicBezTo>
                    <a:pt x="38" y="128"/>
                    <a:pt x="48" y="117"/>
                    <a:pt x="48" y="104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104"/>
                    <a:pt x="80" y="104"/>
                    <a:pt x="80" y="104"/>
                  </a:cubicBezTo>
                  <a:cubicBezTo>
                    <a:pt x="80" y="117"/>
                    <a:pt x="91" y="128"/>
                    <a:pt x="104" y="128"/>
                  </a:cubicBezTo>
                  <a:cubicBezTo>
                    <a:pt x="118" y="128"/>
                    <a:pt x="128" y="117"/>
                    <a:pt x="128" y="104"/>
                  </a:cubicBezTo>
                  <a:cubicBezTo>
                    <a:pt x="128" y="91"/>
                    <a:pt x="118" y="80"/>
                    <a:pt x="104" y="80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118" y="48"/>
                    <a:pt x="128" y="37"/>
                    <a:pt x="128" y="24"/>
                  </a:cubicBezTo>
                  <a:cubicBezTo>
                    <a:pt x="128" y="11"/>
                    <a:pt x="118" y="0"/>
                    <a:pt x="104" y="0"/>
                  </a:cubicBezTo>
                  <a:cubicBezTo>
                    <a:pt x="91" y="0"/>
                    <a:pt x="80" y="11"/>
                    <a:pt x="80" y="2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1"/>
                    <a:pt x="38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80"/>
                    <a:pt x="40" y="80"/>
                    <a:pt x="40" y="80"/>
                  </a:cubicBezTo>
                  <a:lnTo>
                    <a:pt x="24" y="80"/>
                  </a:lnTo>
                  <a:close/>
                  <a:moveTo>
                    <a:pt x="40" y="104"/>
                  </a:moveTo>
                  <a:cubicBezTo>
                    <a:pt x="40" y="113"/>
                    <a:pt x="33" y="120"/>
                    <a:pt x="24" y="120"/>
                  </a:cubicBezTo>
                  <a:cubicBezTo>
                    <a:pt x="16" y="120"/>
                    <a:pt x="8" y="113"/>
                    <a:pt x="8" y="104"/>
                  </a:cubicBezTo>
                  <a:cubicBezTo>
                    <a:pt x="8" y="95"/>
                    <a:pt x="16" y="88"/>
                    <a:pt x="24" y="88"/>
                  </a:cubicBezTo>
                  <a:cubicBezTo>
                    <a:pt x="40" y="88"/>
                    <a:pt x="40" y="88"/>
                    <a:pt x="40" y="88"/>
                  </a:cubicBezTo>
                  <a:lnTo>
                    <a:pt x="40" y="104"/>
                  </a:lnTo>
                  <a:close/>
                  <a:moveTo>
                    <a:pt x="88" y="24"/>
                  </a:moveTo>
                  <a:cubicBezTo>
                    <a:pt x="88" y="15"/>
                    <a:pt x="96" y="8"/>
                    <a:pt x="104" y="8"/>
                  </a:cubicBezTo>
                  <a:cubicBezTo>
                    <a:pt x="113" y="8"/>
                    <a:pt x="120" y="15"/>
                    <a:pt x="120" y="24"/>
                  </a:cubicBezTo>
                  <a:cubicBezTo>
                    <a:pt x="120" y="33"/>
                    <a:pt x="113" y="40"/>
                    <a:pt x="104" y="40"/>
                  </a:cubicBezTo>
                  <a:cubicBezTo>
                    <a:pt x="88" y="40"/>
                    <a:pt x="88" y="40"/>
                    <a:pt x="88" y="40"/>
                  </a:cubicBezTo>
                  <a:lnTo>
                    <a:pt x="88" y="24"/>
                  </a:lnTo>
                  <a:close/>
                  <a:moveTo>
                    <a:pt x="88" y="88"/>
                  </a:moveTo>
                  <a:cubicBezTo>
                    <a:pt x="104" y="88"/>
                    <a:pt x="104" y="88"/>
                    <a:pt x="104" y="88"/>
                  </a:cubicBezTo>
                  <a:cubicBezTo>
                    <a:pt x="113" y="88"/>
                    <a:pt x="120" y="95"/>
                    <a:pt x="120" y="104"/>
                  </a:cubicBezTo>
                  <a:cubicBezTo>
                    <a:pt x="120" y="113"/>
                    <a:pt x="113" y="120"/>
                    <a:pt x="104" y="120"/>
                  </a:cubicBezTo>
                  <a:cubicBezTo>
                    <a:pt x="96" y="120"/>
                    <a:pt x="88" y="113"/>
                    <a:pt x="88" y="104"/>
                  </a:cubicBezTo>
                  <a:lnTo>
                    <a:pt x="88" y="88"/>
                  </a:lnTo>
                  <a:close/>
                  <a:moveTo>
                    <a:pt x="48" y="48"/>
                  </a:moveTo>
                  <a:cubicBezTo>
                    <a:pt x="80" y="48"/>
                    <a:pt x="80" y="48"/>
                    <a:pt x="80" y="48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48" y="80"/>
                    <a:pt x="48" y="80"/>
                    <a:pt x="48" y="80"/>
                  </a:cubicBezTo>
                  <a:lnTo>
                    <a:pt x="48" y="48"/>
                  </a:lnTo>
                  <a:close/>
                  <a:moveTo>
                    <a:pt x="24" y="40"/>
                  </a:moveTo>
                  <a:cubicBezTo>
                    <a:pt x="16" y="40"/>
                    <a:pt x="8" y="33"/>
                    <a:pt x="8" y="24"/>
                  </a:cubicBezTo>
                  <a:cubicBezTo>
                    <a:pt x="8" y="15"/>
                    <a:pt x="16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0" y="40"/>
                    <a:pt x="40" y="40"/>
                    <a:pt x="40" y="40"/>
                  </a:cubicBezTo>
                  <a:lnTo>
                    <a:pt x="24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2" name="Группа 401"/>
          <p:cNvGrpSpPr/>
          <p:nvPr/>
        </p:nvGrpSpPr>
        <p:grpSpPr>
          <a:xfrm>
            <a:off x="3244734" y="2836760"/>
            <a:ext cx="304710" cy="302608"/>
            <a:chOff x="3244734" y="2836760"/>
            <a:chExt cx="304710" cy="302608"/>
          </a:xfrm>
          <a:solidFill>
            <a:schemeClr val="tx1"/>
          </a:solidFill>
        </p:grpSpPr>
        <p:sp>
          <p:nvSpPr>
            <p:cNvPr id="162" name="Freeform 174"/>
            <p:cNvSpPr>
              <a:spLocks noEditPoints="1"/>
            </p:cNvSpPr>
            <p:nvPr/>
          </p:nvSpPr>
          <p:spPr bwMode="auto">
            <a:xfrm>
              <a:off x="3244734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Freeform 175"/>
            <p:cNvSpPr>
              <a:spLocks noEditPoints="1"/>
            </p:cNvSpPr>
            <p:nvPr/>
          </p:nvSpPr>
          <p:spPr bwMode="auto">
            <a:xfrm>
              <a:off x="3280458" y="2927121"/>
              <a:ext cx="229058" cy="121884"/>
            </a:xfrm>
            <a:custGeom>
              <a:avLst/>
              <a:gdLst>
                <a:gd name="T0" fmla="*/ 109 w 109"/>
                <a:gd name="T1" fmla="*/ 58 h 58"/>
                <a:gd name="T2" fmla="*/ 109 w 109"/>
                <a:gd name="T3" fmla="*/ 0 h 58"/>
                <a:gd name="T4" fmla="*/ 25 w 109"/>
                <a:gd name="T5" fmla="*/ 0 h 58"/>
                <a:gd name="T6" fmla="*/ 0 w 109"/>
                <a:gd name="T7" fmla="*/ 29 h 58"/>
                <a:gd name="T8" fmla="*/ 25 w 109"/>
                <a:gd name="T9" fmla="*/ 58 h 58"/>
                <a:gd name="T10" fmla="*/ 109 w 109"/>
                <a:gd name="T11" fmla="*/ 58 h 58"/>
                <a:gd name="T12" fmla="*/ 27 w 109"/>
                <a:gd name="T13" fmla="*/ 4 h 58"/>
                <a:gd name="T14" fmla="*/ 105 w 109"/>
                <a:gd name="T15" fmla="*/ 4 h 58"/>
                <a:gd name="T16" fmla="*/ 105 w 109"/>
                <a:gd name="T17" fmla="*/ 54 h 58"/>
                <a:gd name="T18" fmla="*/ 27 w 109"/>
                <a:gd name="T19" fmla="*/ 54 h 58"/>
                <a:gd name="T20" fmla="*/ 6 w 109"/>
                <a:gd name="T21" fmla="*/ 29 h 58"/>
                <a:gd name="T22" fmla="*/ 27 w 109"/>
                <a:gd name="T23" fmla="*/ 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58">
                  <a:moveTo>
                    <a:pt x="109" y="58"/>
                  </a:moveTo>
                  <a:lnTo>
                    <a:pt x="109" y="0"/>
                  </a:lnTo>
                  <a:lnTo>
                    <a:pt x="25" y="0"/>
                  </a:lnTo>
                  <a:lnTo>
                    <a:pt x="0" y="29"/>
                  </a:lnTo>
                  <a:lnTo>
                    <a:pt x="25" y="58"/>
                  </a:lnTo>
                  <a:lnTo>
                    <a:pt x="109" y="58"/>
                  </a:lnTo>
                  <a:close/>
                  <a:moveTo>
                    <a:pt x="27" y="4"/>
                  </a:moveTo>
                  <a:lnTo>
                    <a:pt x="105" y="4"/>
                  </a:lnTo>
                  <a:lnTo>
                    <a:pt x="105" y="54"/>
                  </a:lnTo>
                  <a:lnTo>
                    <a:pt x="27" y="54"/>
                  </a:lnTo>
                  <a:lnTo>
                    <a:pt x="6" y="29"/>
                  </a:lnTo>
                  <a:lnTo>
                    <a:pt x="27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Freeform 176"/>
            <p:cNvSpPr>
              <a:spLocks/>
            </p:cNvSpPr>
            <p:nvPr/>
          </p:nvSpPr>
          <p:spPr bwMode="auto">
            <a:xfrm>
              <a:off x="3368718" y="2952339"/>
              <a:ext cx="73551" cy="73551"/>
            </a:xfrm>
            <a:custGeom>
              <a:avLst/>
              <a:gdLst>
                <a:gd name="T0" fmla="*/ 3 w 35"/>
                <a:gd name="T1" fmla="*/ 35 h 35"/>
                <a:gd name="T2" fmla="*/ 18 w 35"/>
                <a:gd name="T3" fmla="*/ 21 h 35"/>
                <a:gd name="T4" fmla="*/ 32 w 35"/>
                <a:gd name="T5" fmla="*/ 35 h 35"/>
                <a:gd name="T6" fmla="*/ 35 w 35"/>
                <a:gd name="T7" fmla="*/ 31 h 35"/>
                <a:gd name="T8" fmla="*/ 21 w 35"/>
                <a:gd name="T9" fmla="*/ 17 h 35"/>
                <a:gd name="T10" fmla="*/ 35 w 35"/>
                <a:gd name="T11" fmla="*/ 3 h 35"/>
                <a:gd name="T12" fmla="*/ 32 w 35"/>
                <a:gd name="T13" fmla="*/ 0 h 35"/>
                <a:gd name="T14" fmla="*/ 18 w 35"/>
                <a:gd name="T15" fmla="*/ 14 h 35"/>
                <a:gd name="T16" fmla="*/ 3 w 35"/>
                <a:gd name="T17" fmla="*/ 0 h 35"/>
                <a:gd name="T18" fmla="*/ 0 w 35"/>
                <a:gd name="T19" fmla="*/ 3 h 35"/>
                <a:gd name="T20" fmla="*/ 15 w 35"/>
                <a:gd name="T21" fmla="*/ 17 h 35"/>
                <a:gd name="T22" fmla="*/ 0 w 35"/>
                <a:gd name="T23" fmla="*/ 31 h 35"/>
                <a:gd name="T24" fmla="*/ 3 w 35"/>
                <a:gd name="T2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35">
                  <a:moveTo>
                    <a:pt x="3" y="35"/>
                  </a:moveTo>
                  <a:lnTo>
                    <a:pt x="18" y="21"/>
                  </a:lnTo>
                  <a:lnTo>
                    <a:pt x="32" y="35"/>
                  </a:lnTo>
                  <a:lnTo>
                    <a:pt x="35" y="31"/>
                  </a:lnTo>
                  <a:lnTo>
                    <a:pt x="21" y="17"/>
                  </a:lnTo>
                  <a:lnTo>
                    <a:pt x="35" y="3"/>
                  </a:lnTo>
                  <a:lnTo>
                    <a:pt x="32" y="0"/>
                  </a:lnTo>
                  <a:lnTo>
                    <a:pt x="18" y="14"/>
                  </a:lnTo>
                  <a:lnTo>
                    <a:pt x="3" y="0"/>
                  </a:lnTo>
                  <a:lnTo>
                    <a:pt x="0" y="3"/>
                  </a:lnTo>
                  <a:lnTo>
                    <a:pt x="15" y="17"/>
                  </a:lnTo>
                  <a:lnTo>
                    <a:pt x="0" y="31"/>
                  </a:lnTo>
                  <a:lnTo>
                    <a:pt x="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3" name="Группа 402"/>
          <p:cNvGrpSpPr/>
          <p:nvPr/>
        </p:nvGrpSpPr>
        <p:grpSpPr>
          <a:xfrm>
            <a:off x="3637703" y="2836760"/>
            <a:ext cx="304710" cy="302608"/>
            <a:chOff x="3637703" y="2836760"/>
            <a:chExt cx="304710" cy="302608"/>
          </a:xfrm>
          <a:solidFill>
            <a:schemeClr val="tx1"/>
          </a:solidFill>
        </p:grpSpPr>
        <p:sp>
          <p:nvSpPr>
            <p:cNvPr id="165" name="Freeform 177"/>
            <p:cNvSpPr>
              <a:spLocks noEditPoints="1"/>
            </p:cNvSpPr>
            <p:nvPr/>
          </p:nvSpPr>
          <p:spPr bwMode="auto">
            <a:xfrm>
              <a:off x="3637703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Freeform 178"/>
            <p:cNvSpPr>
              <a:spLocks noEditPoints="1"/>
            </p:cNvSpPr>
            <p:nvPr/>
          </p:nvSpPr>
          <p:spPr bwMode="auto">
            <a:xfrm>
              <a:off x="3732269" y="2954441"/>
              <a:ext cx="113478" cy="86160"/>
            </a:xfrm>
            <a:custGeom>
              <a:avLst/>
              <a:gdLst>
                <a:gd name="T0" fmla="*/ 29 w 54"/>
                <a:gd name="T1" fmla="*/ 41 h 41"/>
                <a:gd name="T2" fmla="*/ 54 w 54"/>
                <a:gd name="T3" fmla="*/ 4 h 41"/>
                <a:gd name="T4" fmla="*/ 52 w 54"/>
                <a:gd name="T5" fmla="*/ 0 h 41"/>
                <a:gd name="T6" fmla="*/ 3 w 54"/>
                <a:gd name="T7" fmla="*/ 0 h 41"/>
                <a:gd name="T8" fmla="*/ 0 w 54"/>
                <a:gd name="T9" fmla="*/ 4 h 41"/>
                <a:gd name="T10" fmla="*/ 25 w 54"/>
                <a:gd name="T11" fmla="*/ 41 h 41"/>
                <a:gd name="T12" fmla="*/ 29 w 54"/>
                <a:gd name="T13" fmla="*/ 41 h 41"/>
                <a:gd name="T14" fmla="*/ 48 w 54"/>
                <a:gd name="T15" fmla="*/ 5 h 41"/>
                <a:gd name="T16" fmla="*/ 27 w 54"/>
                <a:gd name="T17" fmla="*/ 35 h 41"/>
                <a:gd name="T18" fmla="*/ 7 w 54"/>
                <a:gd name="T19" fmla="*/ 5 h 41"/>
                <a:gd name="T20" fmla="*/ 48 w 54"/>
                <a:gd name="T21" fmla="*/ 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41">
                  <a:moveTo>
                    <a:pt x="29" y="41"/>
                  </a:moveTo>
                  <a:lnTo>
                    <a:pt x="54" y="4"/>
                  </a:lnTo>
                  <a:lnTo>
                    <a:pt x="52" y="0"/>
                  </a:lnTo>
                  <a:lnTo>
                    <a:pt x="3" y="0"/>
                  </a:lnTo>
                  <a:lnTo>
                    <a:pt x="0" y="4"/>
                  </a:lnTo>
                  <a:lnTo>
                    <a:pt x="25" y="41"/>
                  </a:lnTo>
                  <a:lnTo>
                    <a:pt x="29" y="41"/>
                  </a:lnTo>
                  <a:close/>
                  <a:moveTo>
                    <a:pt x="48" y="5"/>
                  </a:moveTo>
                  <a:lnTo>
                    <a:pt x="27" y="35"/>
                  </a:lnTo>
                  <a:lnTo>
                    <a:pt x="7" y="5"/>
                  </a:lnTo>
                  <a:lnTo>
                    <a:pt x="48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4" name="Группа 403"/>
          <p:cNvGrpSpPr/>
          <p:nvPr/>
        </p:nvGrpSpPr>
        <p:grpSpPr>
          <a:xfrm>
            <a:off x="4030674" y="2836760"/>
            <a:ext cx="304710" cy="302608"/>
            <a:chOff x="4030674" y="2836760"/>
            <a:chExt cx="304710" cy="302608"/>
          </a:xfrm>
          <a:solidFill>
            <a:schemeClr val="tx1"/>
          </a:solidFill>
        </p:grpSpPr>
        <p:sp>
          <p:nvSpPr>
            <p:cNvPr id="167" name="Freeform 179"/>
            <p:cNvSpPr>
              <a:spLocks noEditPoints="1"/>
            </p:cNvSpPr>
            <p:nvPr/>
          </p:nvSpPr>
          <p:spPr bwMode="auto">
            <a:xfrm>
              <a:off x="4030674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8" name="Freeform 180"/>
            <p:cNvSpPr>
              <a:spLocks noEditPoints="1"/>
            </p:cNvSpPr>
            <p:nvPr/>
          </p:nvSpPr>
          <p:spPr bwMode="auto">
            <a:xfrm>
              <a:off x="4131543" y="2933426"/>
              <a:ext cx="84058" cy="111377"/>
            </a:xfrm>
            <a:custGeom>
              <a:avLst/>
              <a:gdLst>
                <a:gd name="T0" fmla="*/ 40 w 40"/>
                <a:gd name="T1" fmla="*/ 51 h 53"/>
                <a:gd name="T2" fmla="*/ 40 w 40"/>
                <a:gd name="T3" fmla="*/ 1 h 53"/>
                <a:gd name="T4" fmla="*/ 36 w 40"/>
                <a:gd name="T5" fmla="*/ 0 h 53"/>
                <a:gd name="T6" fmla="*/ 0 w 40"/>
                <a:gd name="T7" fmla="*/ 24 h 53"/>
                <a:gd name="T8" fmla="*/ 0 w 40"/>
                <a:gd name="T9" fmla="*/ 28 h 53"/>
                <a:gd name="T10" fmla="*/ 36 w 40"/>
                <a:gd name="T11" fmla="*/ 53 h 53"/>
                <a:gd name="T12" fmla="*/ 40 w 40"/>
                <a:gd name="T13" fmla="*/ 51 h 53"/>
                <a:gd name="T14" fmla="*/ 36 w 40"/>
                <a:gd name="T15" fmla="*/ 46 h 53"/>
                <a:gd name="T16" fmla="*/ 6 w 40"/>
                <a:gd name="T17" fmla="*/ 26 h 53"/>
                <a:gd name="T18" fmla="*/ 36 w 40"/>
                <a:gd name="T19" fmla="*/ 6 h 53"/>
                <a:gd name="T20" fmla="*/ 36 w 40"/>
                <a:gd name="T21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53">
                  <a:moveTo>
                    <a:pt x="40" y="51"/>
                  </a:moveTo>
                  <a:lnTo>
                    <a:pt x="40" y="1"/>
                  </a:lnTo>
                  <a:lnTo>
                    <a:pt x="36" y="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36" y="53"/>
                  </a:lnTo>
                  <a:lnTo>
                    <a:pt x="40" y="51"/>
                  </a:lnTo>
                  <a:close/>
                  <a:moveTo>
                    <a:pt x="36" y="46"/>
                  </a:moveTo>
                  <a:lnTo>
                    <a:pt x="6" y="26"/>
                  </a:lnTo>
                  <a:lnTo>
                    <a:pt x="36" y="6"/>
                  </a:lnTo>
                  <a:lnTo>
                    <a:pt x="36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5" name="Группа 404"/>
          <p:cNvGrpSpPr/>
          <p:nvPr/>
        </p:nvGrpSpPr>
        <p:grpSpPr>
          <a:xfrm>
            <a:off x="4423643" y="2836760"/>
            <a:ext cx="304710" cy="302608"/>
            <a:chOff x="4423643" y="2836760"/>
            <a:chExt cx="304710" cy="302608"/>
          </a:xfrm>
          <a:solidFill>
            <a:schemeClr val="tx1"/>
          </a:solidFill>
        </p:grpSpPr>
        <p:sp>
          <p:nvSpPr>
            <p:cNvPr id="169" name="Freeform 181"/>
            <p:cNvSpPr>
              <a:spLocks noEditPoints="1"/>
            </p:cNvSpPr>
            <p:nvPr/>
          </p:nvSpPr>
          <p:spPr bwMode="auto">
            <a:xfrm>
              <a:off x="4423643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0" name="Freeform 182"/>
            <p:cNvSpPr>
              <a:spLocks/>
            </p:cNvSpPr>
            <p:nvPr/>
          </p:nvSpPr>
          <p:spPr bwMode="auto">
            <a:xfrm>
              <a:off x="4461469" y="2916615"/>
              <a:ext cx="229058" cy="140797"/>
            </a:xfrm>
            <a:custGeom>
              <a:avLst/>
              <a:gdLst>
                <a:gd name="T0" fmla="*/ 25 w 109"/>
                <a:gd name="T1" fmla="*/ 64 h 67"/>
                <a:gd name="T2" fmla="*/ 8 w 109"/>
                <a:gd name="T3" fmla="*/ 48 h 67"/>
                <a:gd name="T4" fmla="*/ 109 w 109"/>
                <a:gd name="T5" fmla="*/ 48 h 67"/>
                <a:gd name="T6" fmla="*/ 109 w 109"/>
                <a:gd name="T7" fmla="*/ 0 h 67"/>
                <a:gd name="T8" fmla="*/ 82 w 109"/>
                <a:gd name="T9" fmla="*/ 0 h 67"/>
                <a:gd name="T10" fmla="*/ 82 w 109"/>
                <a:gd name="T11" fmla="*/ 5 h 67"/>
                <a:gd name="T12" fmla="*/ 104 w 109"/>
                <a:gd name="T13" fmla="*/ 5 h 67"/>
                <a:gd name="T14" fmla="*/ 104 w 109"/>
                <a:gd name="T15" fmla="*/ 43 h 67"/>
                <a:gd name="T16" fmla="*/ 8 w 109"/>
                <a:gd name="T17" fmla="*/ 43 h 67"/>
                <a:gd name="T18" fmla="*/ 25 w 109"/>
                <a:gd name="T19" fmla="*/ 27 h 67"/>
                <a:gd name="T20" fmla="*/ 21 w 109"/>
                <a:gd name="T21" fmla="*/ 23 h 67"/>
                <a:gd name="T22" fmla="*/ 0 w 109"/>
                <a:gd name="T23" fmla="*/ 44 h 67"/>
                <a:gd name="T24" fmla="*/ 0 w 109"/>
                <a:gd name="T25" fmla="*/ 47 h 67"/>
                <a:gd name="T26" fmla="*/ 21 w 109"/>
                <a:gd name="T27" fmla="*/ 67 h 67"/>
                <a:gd name="T28" fmla="*/ 25 w 109"/>
                <a:gd name="T29" fmla="*/ 6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67">
                  <a:moveTo>
                    <a:pt x="25" y="64"/>
                  </a:moveTo>
                  <a:lnTo>
                    <a:pt x="8" y="48"/>
                  </a:lnTo>
                  <a:lnTo>
                    <a:pt x="109" y="48"/>
                  </a:lnTo>
                  <a:lnTo>
                    <a:pt x="109" y="0"/>
                  </a:lnTo>
                  <a:lnTo>
                    <a:pt x="82" y="0"/>
                  </a:lnTo>
                  <a:lnTo>
                    <a:pt x="82" y="5"/>
                  </a:lnTo>
                  <a:lnTo>
                    <a:pt x="104" y="5"/>
                  </a:lnTo>
                  <a:lnTo>
                    <a:pt x="104" y="43"/>
                  </a:lnTo>
                  <a:lnTo>
                    <a:pt x="8" y="43"/>
                  </a:lnTo>
                  <a:lnTo>
                    <a:pt x="25" y="27"/>
                  </a:lnTo>
                  <a:lnTo>
                    <a:pt x="21" y="23"/>
                  </a:lnTo>
                  <a:lnTo>
                    <a:pt x="0" y="44"/>
                  </a:lnTo>
                  <a:lnTo>
                    <a:pt x="0" y="47"/>
                  </a:lnTo>
                  <a:lnTo>
                    <a:pt x="21" y="67"/>
                  </a:lnTo>
                  <a:lnTo>
                    <a:pt x="25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6" name="Группа 405"/>
          <p:cNvGrpSpPr/>
          <p:nvPr/>
        </p:nvGrpSpPr>
        <p:grpSpPr>
          <a:xfrm>
            <a:off x="4816614" y="2836760"/>
            <a:ext cx="304710" cy="302608"/>
            <a:chOff x="4816614" y="2836760"/>
            <a:chExt cx="304710" cy="302608"/>
          </a:xfrm>
          <a:solidFill>
            <a:schemeClr val="tx1"/>
          </a:solidFill>
        </p:grpSpPr>
        <p:sp>
          <p:nvSpPr>
            <p:cNvPr id="171" name="Freeform 183"/>
            <p:cNvSpPr>
              <a:spLocks noEditPoints="1"/>
            </p:cNvSpPr>
            <p:nvPr/>
          </p:nvSpPr>
          <p:spPr bwMode="auto">
            <a:xfrm>
              <a:off x="4816614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2" name="Freeform 184"/>
            <p:cNvSpPr>
              <a:spLocks noEditPoints="1"/>
            </p:cNvSpPr>
            <p:nvPr/>
          </p:nvSpPr>
          <p:spPr bwMode="auto">
            <a:xfrm>
              <a:off x="4936396" y="2933426"/>
              <a:ext cx="84058" cy="111377"/>
            </a:xfrm>
            <a:custGeom>
              <a:avLst/>
              <a:gdLst>
                <a:gd name="T0" fmla="*/ 40 w 40"/>
                <a:gd name="T1" fmla="*/ 28 h 53"/>
                <a:gd name="T2" fmla="*/ 40 w 40"/>
                <a:gd name="T3" fmla="*/ 24 h 53"/>
                <a:gd name="T4" fmla="*/ 4 w 40"/>
                <a:gd name="T5" fmla="*/ 0 h 53"/>
                <a:gd name="T6" fmla="*/ 0 w 40"/>
                <a:gd name="T7" fmla="*/ 1 h 53"/>
                <a:gd name="T8" fmla="*/ 0 w 40"/>
                <a:gd name="T9" fmla="*/ 51 h 53"/>
                <a:gd name="T10" fmla="*/ 4 w 40"/>
                <a:gd name="T11" fmla="*/ 53 h 53"/>
                <a:gd name="T12" fmla="*/ 40 w 40"/>
                <a:gd name="T13" fmla="*/ 28 h 53"/>
                <a:gd name="T14" fmla="*/ 4 w 40"/>
                <a:gd name="T15" fmla="*/ 6 h 53"/>
                <a:gd name="T16" fmla="*/ 34 w 40"/>
                <a:gd name="T17" fmla="*/ 26 h 53"/>
                <a:gd name="T18" fmla="*/ 4 w 40"/>
                <a:gd name="T19" fmla="*/ 46 h 53"/>
                <a:gd name="T20" fmla="*/ 4 w 40"/>
                <a:gd name="T21" fmla="*/ 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53">
                  <a:moveTo>
                    <a:pt x="40" y="28"/>
                  </a:moveTo>
                  <a:lnTo>
                    <a:pt x="40" y="24"/>
                  </a:lnTo>
                  <a:lnTo>
                    <a:pt x="4" y="0"/>
                  </a:lnTo>
                  <a:lnTo>
                    <a:pt x="0" y="1"/>
                  </a:lnTo>
                  <a:lnTo>
                    <a:pt x="0" y="51"/>
                  </a:lnTo>
                  <a:lnTo>
                    <a:pt x="4" y="53"/>
                  </a:lnTo>
                  <a:lnTo>
                    <a:pt x="40" y="28"/>
                  </a:lnTo>
                  <a:close/>
                  <a:moveTo>
                    <a:pt x="4" y="6"/>
                  </a:moveTo>
                  <a:lnTo>
                    <a:pt x="34" y="26"/>
                  </a:lnTo>
                  <a:lnTo>
                    <a:pt x="4" y="46"/>
                  </a:lnTo>
                  <a:lnTo>
                    <a:pt x="4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7" name="Группа 406"/>
          <p:cNvGrpSpPr/>
          <p:nvPr/>
        </p:nvGrpSpPr>
        <p:grpSpPr>
          <a:xfrm>
            <a:off x="5211685" y="2836760"/>
            <a:ext cx="302608" cy="302608"/>
            <a:chOff x="5211685" y="2836760"/>
            <a:chExt cx="302608" cy="302608"/>
          </a:xfrm>
          <a:solidFill>
            <a:schemeClr val="tx1"/>
          </a:solidFill>
        </p:grpSpPr>
        <p:sp>
          <p:nvSpPr>
            <p:cNvPr id="173" name="Freeform 185"/>
            <p:cNvSpPr>
              <a:spLocks noEditPoints="1"/>
            </p:cNvSpPr>
            <p:nvPr/>
          </p:nvSpPr>
          <p:spPr bwMode="auto">
            <a:xfrm>
              <a:off x="5211685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Freeform 186"/>
            <p:cNvSpPr>
              <a:spLocks noEditPoints="1"/>
            </p:cNvSpPr>
            <p:nvPr/>
          </p:nvSpPr>
          <p:spPr bwMode="auto">
            <a:xfrm>
              <a:off x="5287337" y="2916615"/>
              <a:ext cx="149203" cy="142898"/>
            </a:xfrm>
            <a:custGeom>
              <a:avLst/>
              <a:gdLst>
                <a:gd name="T0" fmla="*/ 18 w 71"/>
                <a:gd name="T1" fmla="*/ 45 h 68"/>
                <a:gd name="T2" fmla="*/ 18 w 71"/>
                <a:gd name="T3" fmla="*/ 66 h 68"/>
                <a:gd name="T4" fmla="*/ 20 w 71"/>
                <a:gd name="T5" fmla="*/ 68 h 68"/>
                <a:gd name="T6" fmla="*/ 51 w 71"/>
                <a:gd name="T7" fmla="*/ 68 h 68"/>
                <a:gd name="T8" fmla="*/ 54 w 71"/>
                <a:gd name="T9" fmla="*/ 66 h 68"/>
                <a:gd name="T10" fmla="*/ 54 w 71"/>
                <a:gd name="T11" fmla="*/ 45 h 68"/>
                <a:gd name="T12" fmla="*/ 69 w 71"/>
                <a:gd name="T13" fmla="*/ 45 h 68"/>
                <a:gd name="T14" fmla="*/ 71 w 71"/>
                <a:gd name="T15" fmla="*/ 41 h 68"/>
                <a:gd name="T16" fmla="*/ 37 w 71"/>
                <a:gd name="T17" fmla="*/ 0 h 68"/>
                <a:gd name="T18" fmla="*/ 34 w 71"/>
                <a:gd name="T19" fmla="*/ 0 h 68"/>
                <a:gd name="T20" fmla="*/ 0 w 71"/>
                <a:gd name="T21" fmla="*/ 41 h 68"/>
                <a:gd name="T22" fmla="*/ 2 w 71"/>
                <a:gd name="T23" fmla="*/ 45 h 68"/>
                <a:gd name="T24" fmla="*/ 18 w 71"/>
                <a:gd name="T25" fmla="*/ 45 h 68"/>
                <a:gd name="T26" fmla="*/ 36 w 71"/>
                <a:gd name="T27" fmla="*/ 6 h 68"/>
                <a:gd name="T28" fmla="*/ 65 w 71"/>
                <a:gd name="T29" fmla="*/ 41 h 68"/>
                <a:gd name="T30" fmla="*/ 51 w 71"/>
                <a:gd name="T31" fmla="*/ 41 h 68"/>
                <a:gd name="T32" fmla="*/ 49 w 71"/>
                <a:gd name="T33" fmla="*/ 43 h 68"/>
                <a:gd name="T34" fmla="*/ 49 w 71"/>
                <a:gd name="T35" fmla="*/ 63 h 68"/>
                <a:gd name="T36" fmla="*/ 22 w 71"/>
                <a:gd name="T37" fmla="*/ 63 h 68"/>
                <a:gd name="T38" fmla="*/ 22 w 71"/>
                <a:gd name="T39" fmla="*/ 43 h 68"/>
                <a:gd name="T40" fmla="*/ 20 w 71"/>
                <a:gd name="T41" fmla="*/ 41 h 68"/>
                <a:gd name="T42" fmla="*/ 7 w 71"/>
                <a:gd name="T43" fmla="*/ 41 h 68"/>
                <a:gd name="T44" fmla="*/ 36 w 71"/>
                <a:gd name="T45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1" h="68">
                  <a:moveTo>
                    <a:pt x="18" y="45"/>
                  </a:moveTo>
                  <a:lnTo>
                    <a:pt x="18" y="66"/>
                  </a:lnTo>
                  <a:lnTo>
                    <a:pt x="20" y="68"/>
                  </a:lnTo>
                  <a:lnTo>
                    <a:pt x="51" y="68"/>
                  </a:lnTo>
                  <a:lnTo>
                    <a:pt x="54" y="66"/>
                  </a:lnTo>
                  <a:lnTo>
                    <a:pt x="54" y="45"/>
                  </a:lnTo>
                  <a:lnTo>
                    <a:pt x="69" y="45"/>
                  </a:lnTo>
                  <a:lnTo>
                    <a:pt x="71" y="4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0" y="41"/>
                  </a:lnTo>
                  <a:lnTo>
                    <a:pt x="2" y="45"/>
                  </a:lnTo>
                  <a:lnTo>
                    <a:pt x="18" y="45"/>
                  </a:lnTo>
                  <a:close/>
                  <a:moveTo>
                    <a:pt x="36" y="6"/>
                  </a:moveTo>
                  <a:lnTo>
                    <a:pt x="65" y="41"/>
                  </a:lnTo>
                  <a:lnTo>
                    <a:pt x="51" y="41"/>
                  </a:lnTo>
                  <a:lnTo>
                    <a:pt x="49" y="43"/>
                  </a:lnTo>
                  <a:lnTo>
                    <a:pt x="49" y="63"/>
                  </a:lnTo>
                  <a:lnTo>
                    <a:pt x="22" y="63"/>
                  </a:lnTo>
                  <a:lnTo>
                    <a:pt x="22" y="43"/>
                  </a:lnTo>
                  <a:lnTo>
                    <a:pt x="20" y="41"/>
                  </a:lnTo>
                  <a:lnTo>
                    <a:pt x="7" y="41"/>
                  </a:lnTo>
                  <a:lnTo>
                    <a:pt x="3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8" name="Группа 407"/>
          <p:cNvGrpSpPr/>
          <p:nvPr/>
        </p:nvGrpSpPr>
        <p:grpSpPr>
          <a:xfrm>
            <a:off x="5604655" y="2836760"/>
            <a:ext cx="302608" cy="302608"/>
            <a:chOff x="5604655" y="2836760"/>
            <a:chExt cx="302608" cy="302608"/>
          </a:xfrm>
          <a:solidFill>
            <a:schemeClr val="tx1"/>
          </a:solidFill>
        </p:grpSpPr>
        <p:sp>
          <p:nvSpPr>
            <p:cNvPr id="175" name="Freeform 187"/>
            <p:cNvSpPr>
              <a:spLocks noEditPoints="1"/>
            </p:cNvSpPr>
            <p:nvPr/>
          </p:nvSpPr>
          <p:spPr bwMode="auto">
            <a:xfrm>
              <a:off x="5604655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Freeform 188"/>
            <p:cNvSpPr>
              <a:spLocks/>
            </p:cNvSpPr>
            <p:nvPr/>
          </p:nvSpPr>
          <p:spPr bwMode="auto">
            <a:xfrm>
              <a:off x="5661395" y="2952339"/>
              <a:ext cx="166015" cy="73551"/>
            </a:xfrm>
            <a:custGeom>
              <a:avLst/>
              <a:gdLst>
                <a:gd name="T0" fmla="*/ 59 w 79"/>
                <a:gd name="T1" fmla="*/ 31 h 35"/>
                <a:gd name="T2" fmla="*/ 63 w 79"/>
                <a:gd name="T3" fmla="*/ 35 h 35"/>
                <a:gd name="T4" fmla="*/ 79 w 79"/>
                <a:gd name="T5" fmla="*/ 19 h 35"/>
                <a:gd name="T6" fmla="*/ 79 w 79"/>
                <a:gd name="T7" fmla="*/ 15 h 35"/>
                <a:gd name="T8" fmla="*/ 63 w 79"/>
                <a:gd name="T9" fmla="*/ 0 h 35"/>
                <a:gd name="T10" fmla="*/ 59 w 79"/>
                <a:gd name="T11" fmla="*/ 3 h 35"/>
                <a:gd name="T12" fmla="*/ 71 w 79"/>
                <a:gd name="T13" fmla="*/ 15 h 35"/>
                <a:gd name="T14" fmla="*/ 0 w 79"/>
                <a:gd name="T15" fmla="*/ 15 h 35"/>
                <a:gd name="T16" fmla="*/ 0 w 79"/>
                <a:gd name="T17" fmla="*/ 19 h 35"/>
                <a:gd name="T18" fmla="*/ 71 w 79"/>
                <a:gd name="T19" fmla="*/ 19 h 35"/>
                <a:gd name="T20" fmla="*/ 59 w 79"/>
                <a:gd name="T21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35">
                  <a:moveTo>
                    <a:pt x="59" y="31"/>
                  </a:moveTo>
                  <a:lnTo>
                    <a:pt x="63" y="35"/>
                  </a:lnTo>
                  <a:lnTo>
                    <a:pt x="79" y="19"/>
                  </a:lnTo>
                  <a:lnTo>
                    <a:pt x="79" y="15"/>
                  </a:lnTo>
                  <a:lnTo>
                    <a:pt x="63" y="0"/>
                  </a:lnTo>
                  <a:lnTo>
                    <a:pt x="59" y="3"/>
                  </a:lnTo>
                  <a:lnTo>
                    <a:pt x="71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71" y="19"/>
                  </a:lnTo>
                  <a:lnTo>
                    <a:pt x="59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Rectangle 189"/>
            <p:cNvSpPr>
              <a:spLocks noChangeArrowheads="1"/>
            </p:cNvSpPr>
            <p:nvPr/>
          </p:nvSpPr>
          <p:spPr bwMode="auto">
            <a:xfrm>
              <a:off x="5835814" y="2946035"/>
              <a:ext cx="10508" cy="8405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9" name="Группа 408"/>
          <p:cNvGrpSpPr/>
          <p:nvPr/>
        </p:nvGrpSpPr>
        <p:grpSpPr>
          <a:xfrm>
            <a:off x="5997626" y="2836760"/>
            <a:ext cx="302608" cy="302608"/>
            <a:chOff x="5997626" y="2836760"/>
            <a:chExt cx="302608" cy="302608"/>
          </a:xfrm>
          <a:solidFill>
            <a:schemeClr val="tx1"/>
          </a:solidFill>
        </p:grpSpPr>
        <p:sp>
          <p:nvSpPr>
            <p:cNvPr id="178" name="Freeform 190"/>
            <p:cNvSpPr>
              <a:spLocks noEditPoints="1"/>
            </p:cNvSpPr>
            <p:nvPr/>
          </p:nvSpPr>
          <p:spPr bwMode="auto">
            <a:xfrm>
              <a:off x="5997626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9" name="Freeform 191"/>
            <p:cNvSpPr>
              <a:spLocks noEditPoints="1"/>
            </p:cNvSpPr>
            <p:nvPr/>
          </p:nvSpPr>
          <p:spPr bwMode="auto">
            <a:xfrm>
              <a:off x="6092190" y="2946035"/>
              <a:ext cx="113478" cy="84058"/>
            </a:xfrm>
            <a:custGeom>
              <a:avLst/>
              <a:gdLst>
                <a:gd name="T0" fmla="*/ 52 w 54"/>
                <a:gd name="T1" fmla="*/ 40 h 40"/>
                <a:gd name="T2" fmla="*/ 54 w 54"/>
                <a:gd name="T3" fmla="*/ 36 h 40"/>
                <a:gd name="T4" fmla="*/ 29 w 54"/>
                <a:gd name="T5" fmla="*/ 0 h 40"/>
                <a:gd name="T6" fmla="*/ 25 w 54"/>
                <a:gd name="T7" fmla="*/ 0 h 40"/>
                <a:gd name="T8" fmla="*/ 0 w 54"/>
                <a:gd name="T9" fmla="*/ 36 h 40"/>
                <a:gd name="T10" fmla="*/ 2 w 54"/>
                <a:gd name="T11" fmla="*/ 40 h 40"/>
                <a:gd name="T12" fmla="*/ 52 w 54"/>
                <a:gd name="T13" fmla="*/ 40 h 40"/>
                <a:gd name="T14" fmla="*/ 27 w 54"/>
                <a:gd name="T15" fmla="*/ 6 h 40"/>
                <a:gd name="T16" fmla="*/ 48 w 54"/>
                <a:gd name="T17" fmla="*/ 36 h 40"/>
                <a:gd name="T18" fmla="*/ 6 w 54"/>
                <a:gd name="T19" fmla="*/ 36 h 40"/>
                <a:gd name="T20" fmla="*/ 27 w 54"/>
                <a:gd name="T21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40">
                  <a:moveTo>
                    <a:pt x="52" y="40"/>
                  </a:moveTo>
                  <a:lnTo>
                    <a:pt x="54" y="36"/>
                  </a:lnTo>
                  <a:lnTo>
                    <a:pt x="29" y="0"/>
                  </a:lnTo>
                  <a:lnTo>
                    <a:pt x="25" y="0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52" y="40"/>
                  </a:lnTo>
                  <a:close/>
                  <a:moveTo>
                    <a:pt x="27" y="6"/>
                  </a:moveTo>
                  <a:lnTo>
                    <a:pt x="48" y="36"/>
                  </a:lnTo>
                  <a:lnTo>
                    <a:pt x="6" y="36"/>
                  </a:lnTo>
                  <a:lnTo>
                    <a:pt x="27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6" name="Группа 385"/>
          <p:cNvGrpSpPr/>
          <p:nvPr/>
        </p:nvGrpSpPr>
        <p:grpSpPr>
          <a:xfrm>
            <a:off x="5604655" y="2050820"/>
            <a:ext cx="302609" cy="302608"/>
            <a:chOff x="5604655" y="2050820"/>
            <a:chExt cx="302609" cy="302608"/>
          </a:xfrm>
          <a:solidFill>
            <a:schemeClr val="tx1"/>
          </a:solidFill>
        </p:grpSpPr>
        <p:sp>
          <p:nvSpPr>
            <p:cNvPr id="180" name="Freeform 196"/>
            <p:cNvSpPr>
              <a:spLocks/>
            </p:cNvSpPr>
            <p:nvPr/>
          </p:nvSpPr>
          <p:spPr bwMode="auto">
            <a:xfrm>
              <a:off x="5604655" y="2166399"/>
              <a:ext cx="126087" cy="73551"/>
            </a:xfrm>
            <a:custGeom>
              <a:avLst/>
              <a:gdLst>
                <a:gd name="T0" fmla="*/ 19 w 60"/>
                <a:gd name="T1" fmla="*/ 3 h 35"/>
                <a:gd name="T2" fmla="*/ 16 w 60"/>
                <a:gd name="T3" fmla="*/ 0 h 35"/>
                <a:gd name="T4" fmla="*/ 0 w 60"/>
                <a:gd name="T5" fmla="*/ 15 h 35"/>
                <a:gd name="T6" fmla="*/ 0 w 60"/>
                <a:gd name="T7" fmla="*/ 19 h 35"/>
                <a:gd name="T8" fmla="*/ 16 w 60"/>
                <a:gd name="T9" fmla="*/ 35 h 35"/>
                <a:gd name="T10" fmla="*/ 19 w 60"/>
                <a:gd name="T11" fmla="*/ 31 h 35"/>
                <a:gd name="T12" fmla="*/ 7 w 60"/>
                <a:gd name="T13" fmla="*/ 19 h 35"/>
                <a:gd name="T14" fmla="*/ 60 w 60"/>
                <a:gd name="T15" fmla="*/ 19 h 35"/>
                <a:gd name="T16" fmla="*/ 60 w 60"/>
                <a:gd name="T17" fmla="*/ 15 h 35"/>
                <a:gd name="T18" fmla="*/ 7 w 60"/>
                <a:gd name="T19" fmla="*/ 15 h 35"/>
                <a:gd name="T20" fmla="*/ 19 w 60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35">
                  <a:moveTo>
                    <a:pt x="19" y="3"/>
                  </a:moveTo>
                  <a:lnTo>
                    <a:pt x="16" y="0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6" y="35"/>
                  </a:lnTo>
                  <a:lnTo>
                    <a:pt x="19" y="31"/>
                  </a:lnTo>
                  <a:lnTo>
                    <a:pt x="7" y="19"/>
                  </a:lnTo>
                  <a:lnTo>
                    <a:pt x="60" y="19"/>
                  </a:lnTo>
                  <a:lnTo>
                    <a:pt x="60" y="15"/>
                  </a:lnTo>
                  <a:lnTo>
                    <a:pt x="7" y="15"/>
                  </a:lnTo>
                  <a:lnTo>
                    <a:pt x="19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Freeform 197"/>
            <p:cNvSpPr>
              <a:spLocks/>
            </p:cNvSpPr>
            <p:nvPr/>
          </p:nvSpPr>
          <p:spPr bwMode="auto">
            <a:xfrm>
              <a:off x="5779075" y="2166399"/>
              <a:ext cx="128189" cy="73551"/>
            </a:xfrm>
            <a:custGeom>
              <a:avLst/>
              <a:gdLst>
                <a:gd name="T0" fmla="*/ 0 w 61"/>
                <a:gd name="T1" fmla="*/ 19 h 35"/>
                <a:gd name="T2" fmla="*/ 54 w 61"/>
                <a:gd name="T3" fmla="*/ 19 h 35"/>
                <a:gd name="T4" fmla="*/ 41 w 61"/>
                <a:gd name="T5" fmla="*/ 31 h 35"/>
                <a:gd name="T6" fmla="*/ 45 w 61"/>
                <a:gd name="T7" fmla="*/ 35 h 35"/>
                <a:gd name="T8" fmla="*/ 61 w 61"/>
                <a:gd name="T9" fmla="*/ 19 h 35"/>
                <a:gd name="T10" fmla="*/ 61 w 61"/>
                <a:gd name="T11" fmla="*/ 15 h 35"/>
                <a:gd name="T12" fmla="*/ 45 w 61"/>
                <a:gd name="T13" fmla="*/ 0 h 35"/>
                <a:gd name="T14" fmla="*/ 42 w 61"/>
                <a:gd name="T15" fmla="*/ 3 h 35"/>
                <a:gd name="T16" fmla="*/ 54 w 61"/>
                <a:gd name="T17" fmla="*/ 15 h 35"/>
                <a:gd name="T18" fmla="*/ 0 w 61"/>
                <a:gd name="T19" fmla="*/ 15 h 35"/>
                <a:gd name="T20" fmla="*/ 0 w 61"/>
                <a:gd name="T21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35">
                  <a:moveTo>
                    <a:pt x="0" y="19"/>
                  </a:moveTo>
                  <a:lnTo>
                    <a:pt x="54" y="19"/>
                  </a:lnTo>
                  <a:lnTo>
                    <a:pt x="41" y="31"/>
                  </a:lnTo>
                  <a:lnTo>
                    <a:pt x="45" y="35"/>
                  </a:lnTo>
                  <a:lnTo>
                    <a:pt x="61" y="19"/>
                  </a:lnTo>
                  <a:lnTo>
                    <a:pt x="61" y="15"/>
                  </a:lnTo>
                  <a:lnTo>
                    <a:pt x="45" y="0"/>
                  </a:lnTo>
                  <a:lnTo>
                    <a:pt x="42" y="3"/>
                  </a:lnTo>
                  <a:lnTo>
                    <a:pt x="54" y="15"/>
                  </a:lnTo>
                  <a:lnTo>
                    <a:pt x="0" y="15"/>
                  </a:lnTo>
                  <a:lnTo>
                    <a:pt x="0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2" name="Freeform 198"/>
            <p:cNvSpPr>
              <a:spLocks/>
            </p:cNvSpPr>
            <p:nvPr/>
          </p:nvSpPr>
          <p:spPr bwMode="auto">
            <a:xfrm>
              <a:off x="5718133" y="2050820"/>
              <a:ext cx="73551" cy="128189"/>
            </a:xfrm>
            <a:custGeom>
              <a:avLst/>
              <a:gdLst>
                <a:gd name="T0" fmla="*/ 16 w 35"/>
                <a:gd name="T1" fmla="*/ 0 h 61"/>
                <a:gd name="T2" fmla="*/ 0 w 35"/>
                <a:gd name="T3" fmla="*/ 16 h 61"/>
                <a:gd name="T4" fmla="*/ 4 w 35"/>
                <a:gd name="T5" fmla="*/ 19 h 61"/>
                <a:gd name="T6" fmla="*/ 15 w 35"/>
                <a:gd name="T7" fmla="*/ 7 h 61"/>
                <a:gd name="T8" fmla="*/ 15 w 35"/>
                <a:gd name="T9" fmla="*/ 61 h 61"/>
                <a:gd name="T10" fmla="*/ 20 w 35"/>
                <a:gd name="T11" fmla="*/ 61 h 61"/>
                <a:gd name="T12" fmla="*/ 20 w 35"/>
                <a:gd name="T13" fmla="*/ 7 h 61"/>
                <a:gd name="T14" fmla="*/ 32 w 35"/>
                <a:gd name="T15" fmla="*/ 20 h 61"/>
                <a:gd name="T16" fmla="*/ 35 w 35"/>
                <a:gd name="T17" fmla="*/ 16 h 61"/>
                <a:gd name="T18" fmla="*/ 19 w 35"/>
                <a:gd name="T19" fmla="*/ 0 h 61"/>
                <a:gd name="T20" fmla="*/ 16 w 35"/>
                <a:gd name="T2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1">
                  <a:moveTo>
                    <a:pt x="16" y="0"/>
                  </a:moveTo>
                  <a:lnTo>
                    <a:pt x="0" y="16"/>
                  </a:lnTo>
                  <a:lnTo>
                    <a:pt x="4" y="19"/>
                  </a:lnTo>
                  <a:lnTo>
                    <a:pt x="15" y="7"/>
                  </a:lnTo>
                  <a:lnTo>
                    <a:pt x="15" y="61"/>
                  </a:lnTo>
                  <a:lnTo>
                    <a:pt x="20" y="61"/>
                  </a:lnTo>
                  <a:lnTo>
                    <a:pt x="20" y="7"/>
                  </a:lnTo>
                  <a:lnTo>
                    <a:pt x="32" y="20"/>
                  </a:lnTo>
                  <a:lnTo>
                    <a:pt x="35" y="16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Freeform 199"/>
            <p:cNvSpPr>
              <a:spLocks/>
            </p:cNvSpPr>
            <p:nvPr/>
          </p:nvSpPr>
          <p:spPr bwMode="auto">
            <a:xfrm>
              <a:off x="5718133" y="2225239"/>
              <a:ext cx="73551" cy="128189"/>
            </a:xfrm>
            <a:custGeom>
              <a:avLst/>
              <a:gdLst>
                <a:gd name="T0" fmla="*/ 15 w 35"/>
                <a:gd name="T1" fmla="*/ 0 h 61"/>
                <a:gd name="T2" fmla="*/ 15 w 35"/>
                <a:gd name="T3" fmla="*/ 53 h 61"/>
                <a:gd name="T4" fmla="*/ 4 w 35"/>
                <a:gd name="T5" fmla="*/ 41 h 61"/>
                <a:gd name="T6" fmla="*/ 0 w 35"/>
                <a:gd name="T7" fmla="*/ 45 h 61"/>
                <a:gd name="T8" fmla="*/ 16 w 35"/>
                <a:gd name="T9" fmla="*/ 61 h 61"/>
                <a:gd name="T10" fmla="*/ 19 w 35"/>
                <a:gd name="T11" fmla="*/ 61 h 61"/>
                <a:gd name="T12" fmla="*/ 35 w 35"/>
                <a:gd name="T13" fmla="*/ 45 h 61"/>
                <a:gd name="T14" fmla="*/ 32 w 35"/>
                <a:gd name="T15" fmla="*/ 41 h 61"/>
                <a:gd name="T16" fmla="*/ 20 w 35"/>
                <a:gd name="T17" fmla="*/ 53 h 61"/>
                <a:gd name="T18" fmla="*/ 20 w 35"/>
                <a:gd name="T19" fmla="*/ 0 h 61"/>
                <a:gd name="T20" fmla="*/ 15 w 35"/>
                <a:gd name="T2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1">
                  <a:moveTo>
                    <a:pt x="15" y="0"/>
                  </a:moveTo>
                  <a:lnTo>
                    <a:pt x="15" y="53"/>
                  </a:lnTo>
                  <a:lnTo>
                    <a:pt x="4" y="41"/>
                  </a:lnTo>
                  <a:lnTo>
                    <a:pt x="0" y="45"/>
                  </a:lnTo>
                  <a:lnTo>
                    <a:pt x="16" y="61"/>
                  </a:lnTo>
                  <a:lnTo>
                    <a:pt x="19" y="61"/>
                  </a:lnTo>
                  <a:lnTo>
                    <a:pt x="35" y="45"/>
                  </a:lnTo>
                  <a:lnTo>
                    <a:pt x="32" y="41"/>
                  </a:lnTo>
                  <a:lnTo>
                    <a:pt x="20" y="53"/>
                  </a:lnTo>
                  <a:lnTo>
                    <a:pt x="20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8" name="Группа 427"/>
          <p:cNvGrpSpPr/>
          <p:nvPr/>
        </p:nvGrpSpPr>
        <p:grpSpPr>
          <a:xfrm>
            <a:off x="4030674" y="3643714"/>
            <a:ext cx="304710" cy="260580"/>
            <a:chOff x="4030674" y="3643714"/>
            <a:chExt cx="304710" cy="260580"/>
          </a:xfrm>
          <a:solidFill>
            <a:schemeClr val="tx1"/>
          </a:solidFill>
        </p:grpSpPr>
        <p:sp>
          <p:nvSpPr>
            <p:cNvPr id="184" name="Freeform 200"/>
            <p:cNvSpPr>
              <a:spLocks/>
            </p:cNvSpPr>
            <p:nvPr/>
          </p:nvSpPr>
          <p:spPr bwMode="auto">
            <a:xfrm>
              <a:off x="4146253" y="3643714"/>
              <a:ext cx="73551" cy="222753"/>
            </a:xfrm>
            <a:custGeom>
              <a:avLst/>
              <a:gdLst>
                <a:gd name="T0" fmla="*/ 19 w 35"/>
                <a:gd name="T1" fmla="*/ 106 h 106"/>
                <a:gd name="T2" fmla="*/ 35 w 35"/>
                <a:gd name="T3" fmla="*/ 90 h 106"/>
                <a:gd name="T4" fmla="*/ 32 w 35"/>
                <a:gd name="T5" fmla="*/ 87 h 106"/>
                <a:gd name="T6" fmla="*/ 20 w 35"/>
                <a:gd name="T7" fmla="*/ 99 h 106"/>
                <a:gd name="T8" fmla="*/ 20 w 35"/>
                <a:gd name="T9" fmla="*/ 0 h 106"/>
                <a:gd name="T10" fmla="*/ 15 w 35"/>
                <a:gd name="T11" fmla="*/ 0 h 106"/>
                <a:gd name="T12" fmla="*/ 15 w 35"/>
                <a:gd name="T13" fmla="*/ 99 h 106"/>
                <a:gd name="T14" fmla="*/ 3 w 35"/>
                <a:gd name="T15" fmla="*/ 86 h 106"/>
                <a:gd name="T16" fmla="*/ 0 w 35"/>
                <a:gd name="T17" fmla="*/ 90 h 106"/>
                <a:gd name="T18" fmla="*/ 16 w 35"/>
                <a:gd name="T19" fmla="*/ 106 h 106"/>
                <a:gd name="T20" fmla="*/ 19 w 35"/>
                <a:gd name="T2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06">
                  <a:moveTo>
                    <a:pt x="19" y="106"/>
                  </a:moveTo>
                  <a:lnTo>
                    <a:pt x="35" y="90"/>
                  </a:lnTo>
                  <a:lnTo>
                    <a:pt x="32" y="87"/>
                  </a:lnTo>
                  <a:lnTo>
                    <a:pt x="20" y="99"/>
                  </a:lnTo>
                  <a:lnTo>
                    <a:pt x="20" y="0"/>
                  </a:lnTo>
                  <a:lnTo>
                    <a:pt x="15" y="0"/>
                  </a:lnTo>
                  <a:lnTo>
                    <a:pt x="15" y="99"/>
                  </a:lnTo>
                  <a:lnTo>
                    <a:pt x="3" y="86"/>
                  </a:lnTo>
                  <a:lnTo>
                    <a:pt x="0" y="90"/>
                  </a:lnTo>
                  <a:lnTo>
                    <a:pt x="16" y="106"/>
                  </a:lnTo>
                  <a:lnTo>
                    <a:pt x="19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5" name="Rectangle 201"/>
            <p:cNvSpPr>
              <a:spLocks noChangeArrowheads="1"/>
            </p:cNvSpPr>
            <p:nvPr/>
          </p:nvSpPr>
          <p:spPr bwMode="auto">
            <a:xfrm>
              <a:off x="4030674" y="3895888"/>
              <a:ext cx="30471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9" name="Группа 428"/>
          <p:cNvGrpSpPr/>
          <p:nvPr/>
        </p:nvGrpSpPr>
        <p:grpSpPr>
          <a:xfrm>
            <a:off x="4446760" y="3622700"/>
            <a:ext cx="260579" cy="302608"/>
            <a:chOff x="4446760" y="3622700"/>
            <a:chExt cx="260579" cy="302608"/>
          </a:xfrm>
          <a:solidFill>
            <a:schemeClr val="tx1"/>
          </a:solidFill>
        </p:grpSpPr>
        <p:sp>
          <p:nvSpPr>
            <p:cNvPr id="186" name="Freeform 202"/>
            <p:cNvSpPr>
              <a:spLocks/>
            </p:cNvSpPr>
            <p:nvPr/>
          </p:nvSpPr>
          <p:spPr bwMode="auto">
            <a:xfrm>
              <a:off x="4484586" y="3738279"/>
              <a:ext cx="222753" cy="73551"/>
            </a:xfrm>
            <a:custGeom>
              <a:avLst/>
              <a:gdLst>
                <a:gd name="T0" fmla="*/ 19 w 106"/>
                <a:gd name="T1" fmla="*/ 31 h 35"/>
                <a:gd name="T2" fmla="*/ 7 w 106"/>
                <a:gd name="T3" fmla="*/ 19 h 35"/>
                <a:gd name="T4" fmla="*/ 106 w 106"/>
                <a:gd name="T5" fmla="*/ 19 h 35"/>
                <a:gd name="T6" fmla="*/ 106 w 106"/>
                <a:gd name="T7" fmla="*/ 15 h 35"/>
                <a:gd name="T8" fmla="*/ 7 w 106"/>
                <a:gd name="T9" fmla="*/ 15 h 35"/>
                <a:gd name="T10" fmla="*/ 19 w 106"/>
                <a:gd name="T11" fmla="*/ 3 h 35"/>
                <a:gd name="T12" fmla="*/ 16 w 106"/>
                <a:gd name="T13" fmla="*/ 0 h 35"/>
                <a:gd name="T14" fmla="*/ 0 w 106"/>
                <a:gd name="T15" fmla="*/ 16 h 35"/>
                <a:gd name="T16" fmla="*/ 0 w 106"/>
                <a:gd name="T17" fmla="*/ 19 h 35"/>
                <a:gd name="T18" fmla="*/ 16 w 106"/>
                <a:gd name="T19" fmla="*/ 35 h 35"/>
                <a:gd name="T20" fmla="*/ 19 w 106"/>
                <a:gd name="T21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35">
                  <a:moveTo>
                    <a:pt x="19" y="31"/>
                  </a:moveTo>
                  <a:lnTo>
                    <a:pt x="7" y="19"/>
                  </a:lnTo>
                  <a:lnTo>
                    <a:pt x="106" y="19"/>
                  </a:lnTo>
                  <a:lnTo>
                    <a:pt x="106" y="15"/>
                  </a:lnTo>
                  <a:lnTo>
                    <a:pt x="7" y="15"/>
                  </a:lnTo>
                  <a:lnTo>
                    <a:pt x="19" y="3"/>
                  </a:lnTo>
                  <a:lnTo>
                    <a:pt x="16" y="0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16" y="35"/>
                  </a:lnTo>
                  <a:lnTo>
                    <a:pt x="19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7" name="Rectangle 203"/>
            <p:cNvSpPr>
              <a:spLocks noChangeArrowheads="1"/>
            </p:cNvSpPr>
            <p:nvPr/>
          </p:nvSpPr>
          <p:spPr bwMode="auto">
            <a:xfrm>
              <a:off x="4446760" y="3622700"/>
              <a:ext cx="8406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0" name="Группа 429"/>
          <p:cNvGrpSpPr/>
          <p:nvPr/>
        </p:nvGrpSpPr>
        <p:grpSpPr>
          <a:xfrm>
            <a:off x="4839729" y="3622700"/>
            <a:ext cx="260579" cy="302608"/>
            <a:chOff x="4839729" y="3622700"/>
            <a:chExt cx="260579" cy="302608"/>
          </a:xfrm>
          <a:solidFill>
            <a:schemeClr val="tx1"/>
          </a:solidFill>
        </p:grpSpPr>
        <p:sp>
          <p:nvSpPr>
            <p:cNvPr id="188" name="Freeform 204"/>
            <p:cNvSpPr>
              <a:spLocks/>
            </p:cNvSpPr>
            <p:nvPr/>
          </p:nvSpPr>
          <p:spPr bwMode="auto">
            <a:xfrm>
              <a:off x="4839729" y="3738279"/>
              <a:ext cx="222753" cy="73551"/>
            </a:xfrm>
            <a:custGeom>
              <a:avLst/>
              <a:gdLst>
                <a:gd name="T0" fmla="*/ 86 w 106"/>
                <a:gd name="T1" fmla="*/ 31 h 35"/>
                <a:gd name="T2" fmla="*/ 89 w 106"/>
                <a:gd name="T3" fmla="*/ 35 h 35"/>
                <a:gd name="T4" fmla="*/ 106 w 106"/>
                <a:gd name="T5" fmla="*/ 19 h 35"/>
                <a:gd name="T6" fmla="*/ 106 w 106"/>
                <a:gd name="T7" fmla="*/ 16 h 35"/>
                <a:gd name="T8" fmla="*/ 89 w 106"/>
                <a:gd name="T9" fmla="*/ 0 h 35"/>
                <a:gd name="T10" fmla="*/ 86 w 106"/>
                <a:gd name="T11" fmla="*/ 3 h 35"/>
                <a:gd name="T12" fmla="*/ 98 w 106"/>
                <a:gd name="T13" fmla="*/ 15 h 35"/>
                <a:gd name="T14" fmla="*/ 0 w 106"/>
                <a:gd name="T15" fmla="*/ 15 h 35"/>
                <a:gd name="T16" fmla="*/ 0 w 106"/>
                <a:gd name="T17" fmla="*/ 19 h 35"/>
                <a:gd name="T18" fmla="*/ 98 w 106"/>
                <a:gd name="T19" fmla="*/ 19 h 35"/>
                <a:gd name="T20" fmla="*/ 86 w 106"/>
                <a:gd name="T21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35">
                  <a:moveTo>
                    <a:pt x="86" y="31"/>
                  </a:moveTo>
                  <a:lnTo>
                    <a:pt x="89" y="35"/>
                  </a:lnTo>
                  <a:lnTo>
                    <a:pt x="106" y="19"/>
                  </a:lnTo>
                  <a:lnTo>
                    <a:pt x="106" y="16"/>
                  </a:lnTo>
                  <a:lnTo>
                    <a:pt x="89" y="0"/>
                  </a:lnTo>
                  <a:lnTo>
                    <a:pt x="86" y="3"/>
                  </a:lnTo>
                  <a:lnTo>
                    <a:pt x="98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98" y="19"/>
                  </a:lnTo>
                  <a:lnTo>
                    <a:pt x="86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9" name="Rectangle 206"/>
            <p:cNvSpPr>
              <a:spLocks noChangeArrowheads="1"/>
            </p:cNvSpPr>
            <p:nvPr/>
          </p:nvSpPr>
          <p:spPr bwMode="auto">
            <a:xfrm>
              <a:off x="5089800" y="3622700"/>
              <a:ext cx="10508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1" name="Группа 430"/>
          <p:cNvGrpSpPr/>
          <p:nvPr/>
        </p:nvGrpSpPr>
        <p:grpSpPr>
          <a:xfrm>
            <a:off x="5211684" y="3643714"/>
            <a:ext cx="302608" cy="260579"/>
            <a:chOff x="5211684" y="3643714"/>
            <a:chExt cx="302608" cy="260579"/>
          </a:xfrm>
          <a:solidFill>
            <a:schemeClr val="tx1"/>
          </a:solidFill>
        </p:grpSpPr>
        <p:sp>
          <p:nvSpPr>
            <p:cNvPr id="190" name="Freeform 207"/>
            <p:cNvSpPr>
              <a:spLocks/>
            </p:cNvSpPr>
            <p:nvPr/>
          </p:nvSpPr>
          <p:spPr bwMode="auto">
            <a:xfrm>
              <a:off x="5325162" y="3681540"/>
              <a:ext cx="73551" cy="222753"/>
            </a:xfrm>
            <a:custGeom>
              <a:avLst/>
              <a:gdLst>
                <a:gd name="T0" fmla="*/ 20 w 35"/>
                <a:gd name="T1" fmla="*/ 106 h 106"/>
                <a:gd name="T2" fmla="*/ 20 w 35"/>
                <a:gd name="T3" fmla="*/ 8 h 106"/>
                <a:gd name="T4" fmla="*/ 32 w 35"/>
                <a:gd name="T5" fmla="*/ 20 h 106"/>
                <a:gd name="T6" fmla="*/ 35 w 35"/>
                <a:gd name="T7" fmla="*/ 17 h 106"/>
                <a:gd name="T8" fmla="*/ 19 w 35"/>
                <a:gd name="T9" fmla="*/ 0 h 106"/>
                <a:gd name="T10" fmla="*/ 16 w 35"/>
                <a:gd name="T11" fmla="*/ 0 h 106"/>
                <a:gd name="T12" fmla="*/ 0 w 35"/>
                <a:gd name="T13" fmla="*/ 17 h 106"/>
                <a:gd name="T14" fmla="*/ 4 w 35"/>
                <a:gd name="T15" fmla="*/ 20 h 106"/>
                <a:gd name="T16" fmla="*/ 15 w 35"/>
                <a:gd name="T17" fmla="*/ 8 h 106"/>
                <a:gd name="T18" fmla="*/ 15 w 35"/>
                <a:gd name="T19" fmla="*/ 106 h 106"/>
                <a:gd name="T20" fmla="*/ 20 w 35"/>
                <a:gd name="T2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06">
                  <a:moveTo>
                    <a:pt x="20" y="106"/>
                  </a:moveTo>
                  <a:lnTo>
                    <a:pt x="20" y="8"/>
                  </a:lnTo>
                  <a:lnTo>
                    <a:pt x="32" y="20"/>
                  </a:lnTo>
                  <a:lnTo>
                    <a:pt x="35" y="17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4" y="20"/>
                  </a:lnTo>
                  <a:lnTo>
                    <a:pt x="15" y="8"/>
                  </a:lnTo>
                  <a:lnTo>
                    <a:pt x="15" y="106"/>
                  </a:lnTo>
                  <a:lnTo>
                    <a:pt x="20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1" name="Rectangle 208"/>
            <p:cNvSpPr>
              <a:spLocks noChangeArrowheads="1"/>
            </p:cNvSpPr>
            <p:nvPr/>
          </p:nvSpPr>
          <p:spPr bwMode="auto">
            <a:xfrm>
              <a:off x="5211684" y="3643714"/>
              <a:ext cx="302608" cy="105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92" name="Freeform 209"/>
          <p:cNvSpPr>
            <a:spLocks/>
          </p:cNvSpPr>
          <p:nvPr/>
        </p:nvSpPr>
        <p:spPr bwMode="auto">
          <a:xfrm>
            <a:off x="5997624" y="2050820"/>
            <a:ext cx="302608" cy="302608"/>
          </a:xfrm>
          <a:custGeom>
            <a:avLst/>
            <a:gdLst>
              <a:gd name="T0" fmla="*/ 0 w 144"/>
              <a:gd name="T1" fmla="*/ 74 h 144"/>
              <a:gd name="T2" fmla="*/ 16 w 144"/>
              <a:gd name="T3" fmla="*/ 90 h 144"/>
              <a:gd name="T4" fmla="*/ 19 w 144"/>
              <a:gd name="T5" fmla="*/ 86 h 144"/>
              <a:gd name="T6" fmla="*/ 8 w 144"/>
              <a:gd name="T7" fmla="*/ 74 h 144"/>
              <a:gd name="T8" fmla="*/ 70 w 144"/>
              <a:gd name="T9" fmla="*/ 74 h 144"/>
              <a:gd name="T10" fmla="*/ 70 w 144"/>
              <a:gd name="T11" fmla="*/ 136 h 144"/>
              <a:gd name="T12" fmla="*/ 58 w 144"/>
              <a:gd name="T13" fmla="*/ 124 h 144"/>
              <a:gd name="T14" fmla="*/ 55 w 144"/>
              <a:gd name="T15" fmla="*/ 128 h 144"/>
              <a:gd name="T16" fmla="*/ 71 w 144"/>
              <a:gd name="T17" fmla="*/ 144 h 144"/>
              <a:gd name="T18" fmla="*/ 73 w 144"/>
              <a:gd name="T19" fmla="*/ 144 h 144"/>
              <a:gd name="T20" fmla="*/ 89 w 144"/>
              <a:gd name="T21" fmla="*/ 128 h 144"/>
              <a:gd name="T22" fmla="*/ 86 w 144"/>
              <a:gd name="T23" fmla="*/ 124 h 144"/>
              <a:gd name="T24" fmla="*/ 74 w 144"/>
              <a:gd name="T25" fmla="*/ 136 h 144"/>
              <a:gd name="T26" fmla="*/ 74 w 144"/>
              <a:gd name="T27" fmla="*/ 74 h 144"/>
              <a:gd name="T28" fmla="*/ 137 w 144"/>
              <a:gd name="T29" fmla="*/ 74 h 144"/>
              <a:gd name="T30" fmla="*/ 125 w 144"/>
              <a:gd name="T31" fmla="*/ 86 h 144"/>
              <a:gd name="T32" fmla="*/ 128 w 144"/>
              <a:gd name="T33" fmla="*/ 90 h 144"/>
              <a:gd name="T34" fmla="*/ 144 w 144"/>
              <a:gd name="T35" fmla="*/ 74 h 144"/>
              <a:gd name="T36" fmla="*/ 144 w 144"/>
              <a:gd name="T37" fmla="*/ 70 h 144"/>
              <a:gd name="T38" fmla="*/ 128 w 144"/>
              <a:gd name="T39" fmla="*/ 55 h 144"/>
              <a:gd name="T40" fmla="*/ 125 w 144"/>
              <a:gd name="T41" fmla="*/ 58 h 144"/>
              <a:gd name="T42" fmla="*/ 137 w 144"/>
              <a:gd name="T43" fmla="*/ 70 h 144"/>
              <a:gd name="T44" fmla="*/ 74 w 144"/>
              <a:gd name="T45" fmla="*/ 70 h 144"/>
              <a:gd name="T46" fmla="*/ 74 w 144"/>
              <a:gd name="T47" fmla="*/ 7 h 144"/>
              <a:gd name="T48" fmla="*/ 86 w 144"/>
              <a:gd name="T49" fmla="*/ 20 h 144"/>
              <a:gd name="T50" fmla="*/ 89 w 144"/>
              <a:gd name="T51" fmla="*/ 16 h 144"/>
              <a:gd name="T52" fmla="*/ 73 w 144"/>
              <a:gd name="T53" fmla="*/ 0 h 144"/>
              <a:gd name="T54" fmla="*/ 71 w 144"/>
              <a:gd name="T55" fmla="*/ 0 h 144"/>
              <a:gd name="T56" fmla="*/ 55 w 144"/>
              <a:gd name="T57" fmla="*/ 16 h 144"/>
              <a:gd name="T58" fmla="*/ 58 w 144"/>
              <a:gd name="T59" fmla="*/ 19 h 144"/>
              <a:gd name="T60" fmla="*/ 70 w 144"/>
              <a:gd name="T61" fmla="*/ 7 h 144"/>
              <a:gd name="T62" fmla="*/ 70 w 144"/>
              <a:gd name="T63" fmla="*/ 70 h 144"/>
              <a:gd name="T64" fmla="*/ 8 w 144"/>
              <a:gd name="T65" fmla="*/ 70 h 144"/>
              <a:gd name="T66" fmla="*/ 19 w 144"/>
              <a:gd name="T67" fmla="*/ 58 h 144"/>
              <a:gd name="T68" fmla="*/ 16 w 144"/>
              <a:gd name="T69" fmla="*/ 55 h 144"/>
              <a:gd name="T70" fmla="*/ 0 w 144"/>
              <a:gd name="T71" fmla="*/ 70 h 144"/>
              <a:gd name="T72" fmla="*/ 0 w 144"/>
              <a:gd name="T73" fmla="*/ 7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4" h="144">
                <a:moveTo>
                  <a:pt x="0" y="74"/>
                </a:moveTo>
                <a:lnTo>
                  <a:pt x="16" y="90"/>
                </a:lnTo>
                <a:lnTo>
                  <a:pt x="19" y="86"/>
                </a:lnTo>
                <a:lnTo>
                  <a:pt x="8" y="74"/>
                </a:lnTo>
                <a:lnTo>
                  <a:pt x="70" y="74"/>
                </a:lnTo>
                <a:lnTo>
                  <a:pt x="70" y="136"/>
                </a:lnTo>
                <a:lnTo>
                  <a:pt x="58" y="124"/>
                </a:lnTo>
                <a:lnTo>
                  <a:pt x="55" y="128"/>
                </a:lnTo>
                <a:lnTo>
                  <a:pt x="71" y="144"/>
                </a:lnTo>
                <a:lnTo>
                  <a:pt x="73" y="144"/>
                </a:lnTo>
                <a:lnTo>
                  <a:pt x="89" y="128"/>
                </a:lnTo>
                <a:lnTo>
                  <a:pt x="86" y="124"/>
                </a:lnTo>
                <a:lnTo>
                  <a:pt x="74" y="136"/>
                </a:lnTo>
                <a:lnTo>
                  <a:pt x="74" y="74"/>
                </a:lnTo>
                <a:lnTo>
                  <a:pt x="137" y="74"/>
                </a:lnTo>
                <a:lnTo>
                  <a:pt x="125" y="86"/>
                </a:lnTo>
                <a:lnTo>
                  <a:pt x="128" y="90"/>
                </a:lnTo>
                <a:lnTo>
                  <a:pt x="144" y="74"/>
                </a:lnTo>
                <a:lnTo>
                  <a:pt x="144" y="70"/>
                </a:lnTo>
                <a:lnTo>
                  <a:pt x="128" y="55"/>
                </a:lnTo>
                <a:lnTo>
                  <a:pt x="125" y="58"/>
                </a:lnTo>
                <a:lnTo>
                  <a:pt x="137" y="70"/>
                </a:lnTo>
                <a:lnTo>
                  <a:pt x="74" y="70"/>
                </a:lnTo>
                <a:lnTo>
                  <a:pt x="74" y="7"/>
                </a:lnTo>
                <a:lnTo>
                  <a:pt x="86" y="20"/>
                </a:lnTo>
                <a:lnTo>
                  <a:pt x="89" y="16"/>
                </a:lnTo>
                <a:lnTo>
                  <a:pt x="73" y="0"/>
                </a:lnTo>
                <a:lnTo>
                  <a:pt x="71" y="0"/>
                </a:lnTo>
                <a:lnTo>
                  <a:pt x="55" y="16"/>
                </a:lnTo>
                <a:lnTo>
                  <a:pt x="58" y="19"/>
                </a:lnTo>
                <a:lnTo>
                  <a:pt x="70" y="7"/>
                </a:lnTo>
                <a:lnTo>
                  <a:pt x="70" y="70"/>
                </a:lnTo>
                <a:lnTo>
                  <a:pt x="8" y="70"/>
                </a:lnTo>
                <a:lnTo>
                  <a:pt x="19" y="58"/>
                </a:lnTo>
                <a:lnTo>
                  <a:pt x="16" y="55"/>
                </a:lnTo>
                <a:lnTo>
                  <a:pt x="0" y="70"/>
                </a:lnTo>
                <a:lnTo>
                  <a:pt x="0" y="7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3" name="Группа 412"/>
          <p:cNvGrpSpPr/>
          <p:nvPr/>
        </p:nvGrpSpPr>
        <p:grpSpPr>
          <a:xfrm>
            <a:off x="2458792" y="3229729"/>
            <a:ext cx="302608" cy="302608"/>
            <a:chOff x="2458792" y="3229729"/>
            <a:chExt cx="302608" cy="302608"/>
          </a:xfrm>
          <a:solidFill>
            <a:schemeClr val="tx1"/>
          </a:solidFill>
        </p:grpSpPr>
        <p:sp>
          <p:nvSpPr>
            <p:cNvPr id="193" name="Freeform 211"/>
            <p:cNvSpPr>
              <a:spLocks noEditPoints="1"/>
            </p:cNvSpPr>
            <p:nvPr/>
          </p:nvSpPr>
          <p:spPr bwMode="auto">
            <a:xfrm>
              <a:off x="2458792" y="3229729"/>
              <a:ext cx="302608" cy="30260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8 h 256"/>
                <a:gd name="T4" fmla="*/ 0 w 256"/>
                <a:gd name="T5" fmla="*/ 128 h 256"/>
                <a:gd name="T6" fmla="*/ 38 w 256"/>
                <a:gd name="T7" fmla="*/ 219 h 256"/>
                <a:gd name="T8" fmla="*/ 128 w 256"/>
                <a:gd name="T9" fmla="*/ 256 h 256"/>
                <a:gd name="T10" fmla="*/ 219 w 256"/>
                <a:gd name="T11" fmla="*/ 219 h 256"/>
                <a:gd name="T12" fmla="*/ 256 w 256"/>
                <a:gd name="T13" fmla="*/ 128 h 256"/>
                <a:gd name="T14" fmla="*/ 219 w 256"/>
                <a:gd name="T15" fmla="*/ 38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4"/>
                    <a:pt x="38" y="38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2"/>
                    <a:pt x="14" y="195"/>
                    <a:pt x="38" y="219"/>
                  </a:cubicBezTo>
                  <a:cubicBezTo>
                    <a:pt x="62" y="243"/>
                    <a:pt x="94" y="256"/>
                    <a:pt x="128" y="256"/>
                  </a:cubicBezTo>
                  <a:cubicBezTo>
                    <a:pt x="163" y="256"/>
                    <a:pt x="195" y="243"/>
                    <a:pt x="219" y="219"/>
                  </a:cubicBezTo>
                  <a:cubicBezTo>
                    <a:pt x="243" y="195"/>
                    <a:pt x="256" y="162"/>
                    <a:pt x="256" y="128"/>
                  </a:cubicBezTo>
                  <a:cubicBezTo>
                    <a:pt x="256" y="94"/>
                    <a:pt x="243" y="62"/>
                    <a:pt x="219" y="38"/>
                  </a:cubicBezTo>
                  <a:cubicBezTo>
                    <a:pt x="195" y="14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6"/>
                    <a:pt x="160" y="248"/>
                    <a:pt x="128" y="248"/>
                  </a:cubicBezTo>
                  <a:cubicBezTo>
                    <a:pt x="96" y="248"/>
                    <a:pt x="66" y="236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1" y="21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Rectangle 212"/>
            <p:cNvSpPr>
              <a:spLocks noChangeArrowheads="1"/>
            </p:cNvSpPr>
            <p:nvPr/>
          </p:nvSpPr>
          <p:spPr bwMode="auto">
            <a:xfrm>
              <a:off x="2595387" y="3433570"/>
              <a:ext cx="8406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5" name="Freeform 213"/>
            <p:cNvSpPr>
              <a:spLocks/>
            </p:cNvSpPr>
            <p:nvPr/>
          </p:nvSpPr>
          <p:spPr bwMode="auto">
            <a:xfrm>
              <a:off x="2565967" y="3301178"/>
              <a:ext cx="86160" cy="113478"/>
            </a:xfrm>
            <a:custGeom>
              <a:avLst/>
              <a:gdLst>
                <a:gd name="T0" fmla="*/ 36 w 72"/>
                <a:gd name="T1" fmla="*/ 0 h 96"/>
                <a:gd name="T2" fmla="*/ 0 w 72"/>
                <a:gd name="T3" fmla="*/ 24 h 96"/>
                <a:gd name="T4" fmla="*/ 8 w 72"/>
                <a:gd name="T5" fmla="*/ 24 h 96"/>
                <a:gd name="T6" fmla="*/ 36 w 72"/>
                <a:gd name="T7" fmla="*/ 8 h 96"/>
                <a:gd name="T8" fmla="*/ 64 w 72"/>
                <a:gd name="T9" fmla="*/ 32 h 96"/>
                <a:gd name="T10" fmla="*/ 43 w 72"/>
                <a:gd name="T11" fmla="*/ 57 h 96"/>
                <a:gd name="T12" fmla="*/ 24 w 72"/>
                <a:gd name="T13" fmla="*/ 92 h 96"/>
                <a:gd name="T14" fmla="*/ 24 w 72"/>
                <a:gd name="T15" fmla="*/ 96 h 96"/>
                <a:gd name="T16" fmla="*/ 32 w 72"/>
                <a:gd name="T17" fmla="*/ 96 h 96"/>
                <a:gd name="T18" fmla="*/ 32 w 72"/>
                <a:gd name="T19" fmla="*/ 92 h 96"/>
                <a:gd name="T20" fmla="*/ 46 w 72"/>
                <a:gd name="T21" fmla="*/ 64 h 96"/>
                <a:gd name="T22" fmla="*/ 72 w 72"/>
                <a:gd name="T23" fmla="*/ 32 h 96"/>
                <a:gd name="T24" fmla="*/ 36 w 72"/>
                <a:gd name="T2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96">
                  <a:moveTo>
                    <a:pt x="36" y="0"/>
                  </a:moveTo>
                  <a:cubicBezTo>
                    <a:pt x="12" y="0"/>
                    <a:pt x="0" y="8"/>
                    <a:pt x="0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17"/>
                    <a:pt x="12" y="8"/>
                    <a:pt x="36" y="8"/>
                  </a:cubicBezTo>
                  <a:cubicBezTo>
                    <a:pt x="53" y="8"/>
                    <a:pt x="64" y="18"/>
                    <a:pt x="64" y="32"/>
                  </a:cubicBezTo>
                  <a:cubicBezTo>
                    <a:pt x="64" y="43"/>
                    <a:pt x="49" y="54"/>
                    <a:pt x="43" y="57"/>
                  </a:cubicBezTo>
                  <a:cubicBezTo>
                    <a:pt x="42" y="57"/>
                    <a:pt x="24" y="66"/>
                    <a:pt x="24" y="92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2" y="71"/>
                    <a:pt x="46" y="64"/>
                    <a:pt x="46" y="64"/>
                  </a:cubicBezTo>
                  <a:cubicBezTo>
                    <a:pt x="47" y="63"/>
                    <a:pt x="72" y="50"/>
                    <a:pt x="72" y="32"/>
                  </a:cubicBezTo>
                  <a:cubicBezTo>
                    <a:pt x="72" y="13"/>
                    <a:pt x="58" y="0"/>
                    <a:pt x="3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5" name="Группа 314"/>
          <p:cNvGrpSpPr/>
          <p:nvPr/>
        </p:nvGrpSpPr>
        <p:grpSpPr>
          <a:xfrm>
            <a:off x="6375884" y="1657849"/>
            <a:ext cx="332029" cy="302608"/>
            <a:chOff x="6375884" y="1657849"/>
            <a:chExt cx="332029" cy="302608"/>
          </a:xfrm>
          <a:solidFill>
            <a:schemeClr val="tx1"/>
          </a:solidFill>
        </p:grpSpPr>
        <p:sp>
          <p:nvSpPr>
            <p:cNvPr id="196" name="Freeform 218"/>
            <p:cNvSpPr>
              <a:spLocks/>
            </p:cNvSpPr>
            <p:nvPr/>
          </p:nvSpPr>
          <p:spPr bwMode="auto">
            <a:xfrm>
              <a:off x="6548203" y="1657849"/>
              <a:ext cx="159710" cy="264782"/>
            </a:xfrm>
            <a:custGeom>
              <a:avLst/>
              <a:gdLst>
                <a:gd name="T0" fmla="*/ 0 w 136"/>
                <a:gd name="T1" fmla="*/ 8 h 224"/>
                <a:gd name="T2" fmla="*/ 82 w 136"/>
                <a:gd name="T3" fmla="*/ 42 h 224"/>
                <a:gd name="T4" fmla="*/ 93 w 136"/>
                <a:gd name="T5" fmla="*/ 193 h 224"/>
                <a:gd name="T6" fmla="*/ 76 w 136"/>
                <a:gd name="T7" fmla="*/ 210 h 224"/>
                <a:gd name="T8" fmla="*/ 76 w 136"/>
                <a:gd name="T9" fmla="*/ 176 h 224"/>
                <a:gd name="T10" fmla="*/ 68 w 136"/>
                <a:gd name="T11" fmla="*/ 176 h 224"/>
                <a:gd name="T12" fmla="*/ 68 w 136"/>
                <a:gd name="T13" fmla="*/ 220 h 224"/>
                <a:gd name="T14" fmla="*/ 72 w 136"/>
                <a:gd name="T15" fmla="*/ 224 h 224"/>
                <a:gd name="T16" fmla="*/ 116 w 136"/>
                <a:gd name="T17" fmla="*/ 224 h 224"/>
                <a:gd name="T18" fmla="*/ 116 w 136"/>
                <a:gd name="T19" fmla="*/ 216 h 224"/>
                <a:gd name="T20" fmla="*/ 81 w 136"/>
                <a:gd name="T21" fmla="*/ 216 h 224"/>
                <a:gd name="T22" fmla="*/ 98 w 136"/>
                <a:gd name="T23" fmla="*/ 199 h 224"/>
                <a:gd name="T24" fmla="*/ 99 w 136"/>
                <a:gd name="T25" fmla="*/ 198 h 224"/>
                <a:gd name="T26" fmla="*/ 87 w 136"/>
                <a:gd name="T27" fmla="*/ 36 h 224"/>
                <a:gd name="T28" fmla="*/ 0 w 136"/>
                <a:gd name="T29" fmla="*/ 0 h 224"/>
                <a:gd name="T30" fmla="*/ 0 w 136"/>
                <a:gd name="T31" fmla="*/ 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6" h="224">
                  <a:moveTo>
                    <a:pt x="0" y="8"/>
                  </a:moveTo>
                  <a:cubicBezTo>
                    <a:pt x="31" y="8"/>
                    <a:pt x="60" y="20"/>
                    <a:pt x="82" y="42"/>
                  </a:cubicBezTo>
                  <a:cubicBezTo>
                    <a:pt x="122" y="82"/>
                    <a:pt x="127" y="147"/>
                    <a:pt x="93" y="193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76" y="176"/>
                    <a:pt x="76" y="176"/>
                    <a:pt x="76" y="176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68" y="220"/>
                    <a:pt x="68" y="220"/>
                    <a:pt x="68" y="220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6" y="216"/>
                    <a:pt x="116" y="216"/>
                    <a:pt x="116" y="216"/>
                  </a:cubicBezTo>
                  <a:cubicBezTo>
                    <a:pt x="81" y="216"/>
                    <a:pt x="81" y="216"/>
                    <a:pt x="81" y="216"/>
                  </a:cubicBezTo>
                  <a:cubicBezTo>
                    <a:pt x="98" y="199"/>
                    <a:pt x="98" y="199"/>
                    <a:pt x="98" y="199"/>
                  </a:cubicBezTo>
                  <a:cubicBezTo>
                    <a:pt x="99" y="198"/>
                    <a:pt x="99" y="198"/>
                    <a:pt x="99" y="198"/>
                  </a:cubicBezTo>
                  <a:cubicBezTo>
                    <a:pt x="136" y="149"/>
                    <a:pt x="131" y="79"/>
                    <a:pt x="87" y="36"/>
                  </a:cubicBezTo>
                  <a:cubicBezTo>
                    <a:pt x="64" y="13"/>
                    <a:pt x="33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Freeform 219"/>
            <p:cNvSpPr>
              <a:spLocks/>
            </p:cNvSpPr>
            <p:nvPr/>
          </p:nvSpPr>
          <p:spPr bwMode="auto">
            <a:xfrm>
              <a:off x="6375884" y="1695675"/>
              <a:ext cx="161812" cy="264782"/>
            </a:xfrm>
            <a:custGeom>
              <a:avLst/>
              <a:gdLst>
                <a:gd name="T0" fmla="*/ 44 w 137"/>
                <a:gd name="T1" fmla="*/ 30 h 224"/>
                <a:gd name="T2" fmla="*/ 61 w 137"/>
                <a:gd name="T3" fmla="*/ 13 h 224"/>
                <a:gd name="T4" fmla="*/ 61 w 137"/>
                <a:gd name="T5" fmla="*/ 48 h 224"/>
                <a:gd name="T6" fmla="*/ 69 w 137"/>
                <a:gd name="T7" fmla="*/ 48 h 224"/>
                <a:gd name="T8" fmla="*/ 69 w 137"/>
                <a:gd name="T9" fmla="*/ 4 h 224"/>
                <a:gd name="T10" fmla="*/ 65 w 137"/>
                <a:gd name="T11" fmla="*/ 0 h 224"/>
                <a:gd name="T12" fmla="*/ 21 w 137"/>
                <a:gd name="T13" fmla="*/ 0 h 224"/>
                <a:gd name="T14" fmla="*/ 21 w 137"/>
                <a:gd name="T15" fmla="*/ 8 h 224"/>
                <a:gd name="T16" fmla="*/ 55 w 137"/>
                <a:gd name="T17" fmla="*/ 8 h 224"/>
                <a:gd name="T18" fmla="*/ 38 w 137"/>
                <a:gd name="T19" fmla="*/ 25 h 224"/>
                <a:gd name="T20" fmla="*/ 37 w 137"/>
                <a:gd name="T21" fmla="*/ 25 h 224"/>
                <a:gd name="T22" fmla="*/ 49 w 137"/>
                <a:gd name="T23" fmla="*/ 187 h 224"/>
                <a:gd name="T24" fmla="*/ 137 w 137"/>
                <a:gd name="T25" fmla="*/ 224 h 224"/>
                <a:gd name="T26" fmla="*/ 137 w 137"/>
                <a:gd name="T27" fmla="*/ 216 h 224"/>
                <a:gd name="T28" fmla="*/ 55 w 137"/>
                <a:gd name="T29" fmla="*/ 182 h 224"/>
                <a:gd name="T30" fmla="*/ 44 w 137"/>
                <a:gd name="T31" fmla="*/ 3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7" h="224">
                  <a:moveTo>
                    <a:pt x="44" y="30"/>
                  </a:moveTo>
                  <a:cubicBezTo>
                    <a:pt x="61" y="13"/>
                    <a:pt x="61" y="13"/>
                    <a:pt x="61" y="13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0" y="74"/>
                    <a:pt x="5" y="144"/>
                    <a:pt x="49" y="187"/>
                  </a:cubicBezTo>
                  <a:cubicBezTo>
                    <a:pt x="72" y="211"/>
                    <a:pt x="103" y="224"/>
                    <a:pt x="137" y="224"/>
                  </a:cubicBezTo>
                  <a:cubicBezTo>
                    <a:pt x="137" y="216"/>
                    <a:pt x="137" y="216"/>
                    <a:pt x="137" y="216"/>
                  </a:cubicBezTo>
                  <a:cubicBezTo>
                    <a:pt x="106" y="216"/>
                    <a:pt x="76" y="204"/>
                    <a:pt x="55" y="182"/>
                  </a:cubicBezTo>
                  <a:cubicBezTo>
                    <a:pt x="14" y="141"/>
                    <a:pt x="9" y="76"/>
                    <a:pt x="44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6" name="Группа 315"/>
          <p:cNvGrpSpPr/>
          <p:nvPr/>
        </p:nvGrpSpPr>
        <p:grpSpPr>
          <a:xfrm>
            <a:off x="6770956" y="1657849"/>
            <a:ext cx="329927" cy="302608"/>
            <a:chOff x="6770956" y="1657849"/>
            <a:chExt cx="329927" cy="302608"/>
          </a:xfrm>
          <a:solidFill>
            <a:schemeClr val="tx1"/>
          </a:solidFill>
        </p:grpSpPr>
        <p:sp>
          <p:nvSpPr>
            <p:cNvPr id="198" name="Freeform 220"/>
            <p:cNvSpPr>
              <a:spLocks/>
            </p:cNvSpPr>
            <p:nvPr/>
          </p:nvSpPr>
          <p:spPr bwMode="auto">
            <a:xfrm>
              <a:off x="6770956" y="1657849"/>
              <a:ext cx="159710" cy="264782"/>
            </a:xfrm>
            <a:custGeom>
              <a:avLst/>
              <a:gdLst>
                <a:gd name="T0" fmla="*/ 36 w 136"/>
                <a:gd name="T1" fmla="*/ 198 h 224"/>
                <a:gd name="T2" fmla="*/ 54 w 136"/>
                <a:gd name="T3" fmla="*/ 216 h 224"/>
                <a:gd name="T4" fmla="*/ 20 w 136"/>
                <a:gd name="T5" fmla="*/ 216 h 224"/>
                <a:gd name="T6" fmla="*/ 20 w 136"/>
                <a:gd name="T7" fmla="*/ 224 h 224"/>
                <a:gd name="T8" fmla="*/ 64 w 136"/>
                <a:gd name="T9" fmla="*/ 224 h 224"/>
                <a:gd name="T10" fmla="*/ 68 w 136"/>
                <a:gd name="T11" fmla="*/ 220 h 224"/>
                <a:gd name="T12" fmla="*/ 68 w 136"/>
                <a:gd name="T13" fmla="*/ 176 h 224"/>
                <a:gd name="T14" fmla="*/ 60 w 136"/>
                <a:gd name="T15" fmla="*/ 176 h 224"/>
                <a:gd name="T16" fmla="*/ 60 w 136"/>
                <a:gd name="T17" fmla="*/ 210 h 224"/>
                <a:gd name="T18" fmla="*/ 43 w 136"/>
                <a:gd name="T19" fmla="*/ 193 h 224"/>
                <a:gd name="T20" fmla="*/ 54 w 136"/>
                <a:gd name="T21" fmla="*/ 42 h 224"/>
                <a:gd name="T22" fmla="*/ 136 w 136"/>
                <a:gd name="T23" fmla="*/ 8 h 224"/>
                <a:gd name="T24" fmla="*/ 136 w 136"/>
                <a:gd name="T25" fmla="*/ 0 h 224"/>
                <a:gd name="T26" fmla="*/ 48 w 136"/>
                <a:gd name="T27" fmla="*/ 36 h 224"/>
                <a:gd name="T28" fmla="*/ 36 w 136"/>
                <a:gd name="T29" fmla="*/ 19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24">
                  <a:moveTo>
                    <a:pt x="36" y="198"/>
                  </a:moveTo>
                  <a:cubicBezTo>
                    <a:pt x="54" y="216"/>
                    <a:pt x="54" y="216"/>
                    <a:pt x="54" y="216"/>
                  </a:cubicBezTo>
                  <a:cubicBezTo>
                    <a:pt x="20" y="216"/>
                    <a:pt x="20" y="216"/>
                    <a:pt x="20" y="216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64" y="224"/>
                    <a:pt x="64" y="224"/>
                    <a:pt x="64" y="224"/>
                  </a:cubicBezTo>
                  <a:cubicBezTo>
                    <a:pt x="68" y="220"/>
                    <a:pt x="68" y="220"/>
                    <a:pt x="68" y="220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60" y="176"/>
                    <a:pt x="60" y="176"/>
                    <a:pt x="60" y="176"/>
                  </a:cubicBezTo>
                  <a:cubicBezTo>
                    <a:pt x="60" y="210"/>
                    <a:pt x="60" y="210"/>
                    <a:pt x="60" y="210"/>
                  </a:cubicBezTo>
                  <a:cubicBezTo>
                    <a:pt x="43" y="193"/>
                    <a:pt x="43" y="193"/>
                    <a:pt x="43" y="193"/>
                  </a:cubicBezTo>
                  <a:cubicBezTo>
                    <a:pt x="8" y="147"/>
                    <a:pt x="13" y="82"/>
                    <a:pt x="54" y="42"/>
                  </a:cubicBezTo>
                  <a:cubicBezTo>
                    <a:pt x="76" y="20"/>
                    <a:pt x="105" y="8"/>
                    <a:pt x="136" y="8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03" y="0"/>
                    <a:pt x="71" y="13"/>
                    <a:pt x="48" y="36"/>
                  </a:cubicBezTo>
                  <a:cubicBezTo>
                    <a:pt x="5" y="79"/>
                    <a:pt x="0" y="149"/>
                    <a:pt x="36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9" name="Freeform 221"/>
            <p:cNvSpPr>
              <a:spLocks/>
            </p:cNvSpPr>
            <p:nvPr/>
          </p:nvSpPr>
          <p:spPr bwMode="auto">
            <a:xfrm>
              <a:off x="6941173" y="1695675"/>
              <a:ext cx="159710" cy="264782"/>
            </a:xfrm>
            <a:custGeom>
              <a:avLst/>
              <a:gdLst>
                <a:gd name="T0" fmla="*/ 81 w 136"/>
                <a:gd name="T1" fmla="*/ 8 h 224"/>
                <a:gd name="T2" fmla="*/ 116 w 136"/>
                <a:gd name="T3" fmla="*/ 8 h 224"/>
                <a:gd name="T4" fmla="*/ 116 w 136"/>
                <a:gd name="T5" fmla="*/ 0 h 224"/>
                <a:gd name="T6" fmla="*/ 72 w 136"/>
                <a:gd name="T7" fmla="*/ 0 h 224"/>
                <a:gd name="T8" fmla="*/ 68 w 136"/>
                <a:gd name="T9" fmla="*/ 4 h 224"/>
                <a:gd name="T10" fmla="*/ 68 w 136"/>
                <a:gd name="T11" fmla="*/ 48 h 224"/>
                <a:gd name="T12" fmla="*/ 76 w 136"/>
                <a:gd name="T13" fmla="*/ 48 h 224"/>
                <a:gd name="T14" fmla="*/ 76 w 136"/>
                <a:gd name="T15" fmla="*/ 13 h 224"/>
                <a:gd name="T16" fmla="*/ 93 w 136"/>
                <a:gd name="T17" fmla="*/ 30 h 224"/>
                <a:gd name="T18" fmla="*/ 82 w 136"/>
                <a:gd name="T19" fmla="*/ 182 h 224"/>
                <a:gd name="T20" fmla="*/ 0 w 136"/>
                <a:gd name="T21" fmla="*/ 216 h 224"/>
                <a:gd name="T22" fmla="*/ 0 w 136"/>
                <a:gd name="T23" fmla="*/ 224 h 224"/>
                <a:gd name="T24" fmla="*/ 87 w 136"/>
                <a:gd name="T25" fmla="*/ 187 h 224"/>
                <a:gd name="T26" fmla="*/ 99 w 136"/>
                <a:gd name="T27" fmla="*/ 25 h 224"/>
                <a:gd name="T28" fmla="*/ 81 w 136"/>
                <a:gd name="T29" fmla="*/ 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24">
                  <a:moveTo>
                    <a:pt x="81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76" y="48"/>
                    <a:pt x="76" y="48"/>
                    <a:pt x="76" y="48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93" y="30"/>
                    <a:pt x="93" y="30"/>
                    <a:pt x="93" y="30"/>
                  </a:cubicBezTo>
                  <a:cubicBezTo>
                    <a:pt x="127" y="76"/>
                    <a:pt x="122" y="141"/>
                    <a:pt x="82" y="182"/>
                  </a:cubicBezTo>
                  <a:cubicBezTo>
                    <a:pt x="60" y="204"/>
                    <a:pt x="31" y="216"/>
                    <a:pt x="0" y="216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33" y="224"/>
                    <a:pt x="64" y="211"/>
                    <a:pt x="87" y="187"/>
                  </a:cubicBezTo>
                  <a:cubicBezTo>
                    <a:pt x="131" y="144"/>
                    <a:pt x="136" y="74"/>
                    <a:pt x="99" y="25"/>
                  </a:cubicBezTo>
                  <a:lnTo>
                    <a:pt x="81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01" name="Freeform 223"/>
          <p:cNvSpPr>
            <a:spLocks/>
          </p:cNvSpPr>
          <p:nvPr/>
        </p:nvSpPr>
        <p:spPr bwMode="auto">
          <a:xfrm>
            <a:off x="5997624" y="1809153"/>
            <a:ext cx="10508" cy="18914"/>
          </a:xfrm>
          <a:custGeom>
            <a:avLst/>
            <a:gdLst>
              <a:gd name="T0" fmla="*/ 2 w 10"/>
              <a:gd name="T1" fmla="*/ 17 h 17"/>
              <a:gd name="T2" fmla="*/ 10 w 10"/>
              <a:gd name="T3" fmla="*/ 16 h 17"/>
              <a:gd name="T4" fmla="*/ 8 w 10"/>
              <a:gd name="T5" fmla="*/ 0 h 17"/>
              <a:gd name="T6" fmla="*/ 0 w 10"/>
              <a:gd name="T7" fmla="*/ 0 h 17"/>
              <a:gd name="T8" fmla="*/ 2 w 10"/>
              <a:gd name="T9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7">
                <a:moveTo>
                  <a:pt x="2" y="17"/>
                </a:moveTo>
                <a:cubicBezTo>
                  <a:pt x="10" y="16"/>
                  <a:pt x="10" y="16"/>
                  <a:pt x="10" y="16"/>
                </a:cubicBezTo>
                <a:cubicBezTo>
                  <a:pt x="9" y="10"/>
                  <a:pt x="9" y="5"/>
                  <a:pt x="8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6"/>
                  <a:pt x="1" y="11"/>
                  <a:pt x="2" y="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2" name="Freeform 224"/>
          <p:cNvSpPr>
            <a:spLocks/>
          </p:cNvSpPr>
          <p:nvPr/>
        </p:nvSpPr>
        <p:spPr bwMode="auto">
          <a:xfrm>
            <a:off x="5997624" y="1777632"/>
            <a:ext cx="10508" cy="21014"/>
          </a:xfrm>
          <a:custGeom>
            <a:avLst/>
            <a:gdLst>
              <a:gd name="T0" fmla="*/ 0 w 9"/>
              <a:gd name="T1" fmla="*/ 17 h 18"/>
              <a:gd name="T2" fmla="*/ 8 w 9"/>
              <a:gd name="T3" fmla="*/ 18 h 18"/>
              <a:gd name="T4" fmla="*/ 9 w 9"/>
              <a:gd name="T5" fmla="*/ 2 h 18"/>
              <a:gd name="T6" fmla="*/ 2 w 9"/>
              <a:gd name="T7" fmla="*/ 0 h 18"/>
              <a:gd name="T8" fmla="*/ 0 w 9"/>
              <a:gd name="T9" fmla="*/ 17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8">
                <a:moveTo>
                  <a:pt x="0" y="17"/>
                </a:moveTo>
                <a:cubicBezTo>
                  <a:pt x="8" y="18"/>
                  <a:pt x="8" y="18"/>
                  <a:pt x="8" y="18"/>
                </a:cubicBezTo>
                <a:cubicBezTo>
                  <a:pt x="8" y="12"/>
                  <a:pt x="8" y="7"/>
                  <a:pt x="9" y="2"/>
                </a:cubicBezTo>
                <a:cubicBezTo>
                  <a:pt x="2" y="0"/>
                  <a:pt x="2" y="0"/>
                  <a:pt x="2" y="0"/>
                </a:cubicBezTo>
                <a:cubicBezTo>
                  <a:pt x="0" y="6"/>
                  <a:pt x="0" y="11"/>
                  <a:pt x="0" y="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3" name="Freeform 225"/>
          <p:cNvSpPr>
            <a:spLocks/>
          </p:cNvSpPr>
          <p:nvPr/>
        </p:nvSpPr>
        <p:spPr bwMode="auto">
          <a:xfrm>
            <a:off x="6001827" y="1748212"/>
            <a:ext cx="14711" cy="21014"/>
          </a:xfrm>
          <a:custGeom>
            <a:avLst/>
            <a:gdLst>
              <a:gd name="T0" fmla="*/ 0 w 13"/>
              <a:gd name="T1" fmla="*/ 17 h 19"/>
              <a:gd name="T2" fmla="*/ 8 w 13"/>
              <a:gd name="T3" fmla="*/ 19 h 19"/>
              <a:gd name="T4" fmla="*/ 13 w 13"/>
              <a:gd name="T5" fmla="*/ 3 h 19"/>
              <a:gd name="T6" fmla="*/ 6 w 13"/>
              <a:gd name="T7" fmla="*/ 0 h 19"/>
              <a:gd name="T8" fmla="*/ 0 w 13"/>
              <a:gd name="T9" fmla="*/ 17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9">
                <a:moveTo>
                  <a:pt x="0" y="17"/>
                </a:moveTo>
                <a:cubicBezTo>
                  <a:pt x="8" y="19"/>
                  <a:pt x="8" y="19"/>
                  <a:pt x="8" y="19"/>
                </a:cubicBezTo>
                <a:cubicBezTo>
                  <a:pt x="9" y="13"/>
                  <a:pt x="11" y="8"/>
                  <a:pt x="13" y="3"/>
                </a:cubicBezTo>
                <a:cubicBezTo>
                  <a:pt x="6" y="0"/>
                  <a:pt x="6" y="0"/>
                  <a:pt x="6" y="0"/>
                </a:cubicBezTo>
                <a:cubicBezTo>
                  <a:pt x="4" y="6"/>
                  <a:pt x="2" y="11"/>
                  <a:pt x="0" y="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9" name="Freeform 231"/>
          <p:cNvSpPr>
            <a:spLocks/>
          </p:cNvSpPr>
          <p:nvPr/>
        </p:nvSpPr>
        <p:spPr bwMode="auto">
          <a:xfrm>
            <a:off x="6001827" y="1836473"/>
            <a:ext cx="14711" cy="21014"/>
          </a:xfrm>
          <a:custGeom>
            <a:avLst/>
            <a:gdLst>
              <a:gd name="T0" fmla="*/ 0 w 12"/>
              <a:gd name="T1" fmla="*/ 1 h 18"/>
              <a:gd name="T2" fmla="*/ 5 w 12"/>
              <a:gd name="T3" fmla="*/ 18 h 18"/>
              <a:gd name="T4" fmla="*/ 12 w 12"/>
              <a:gd name="T5" fmla="*/ 15 h 18"/>
              <a:gd name="T6" fmla="*/ 8 w 12"/>
              <a:gd name="T7" fmla="*/ 0 h 18"/>
              <a:gd name="T8" fmla="*/ 0 w 12"/>
              <a:gd name="T9" fmla="*/ 1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8">
                <a:moveTo>
                  <a:pt x="0" y="1"/>
                </a:moveTo>
                <a:cubicBezTo>
                  <a:pt x="1" y="7"/>
                  <a:pt x="3" y="12"/>
                  <a:pt x="5" y="18"/>
                </a:cubicBezTo>
                <a:cubicBezTo>
                  <a:pt x="12" y="15"/>
                  <a:pt x="12" y="15"/>
                  <a:pt x="12" y="15"/>
                </a:cubicBezTo>
                <a:cubicBezTo>
                  <a:pt x="10" y="10"/>
                  <a:pt x="9" y="5"/>
                  <a:pt x="8" y="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14" name="Группа 313"/>
          <p:cNvGrpSpPr/>
          <p:nvPr/>
        </p:nvGrpSpPr>
        <p:grpSpPr>
          <a:xfrm>
            <a:off x="6006030" y="1657849"/>
            <a:ext cx="294204" cy="302610"/>
            <a:chOff x="6006030" y="1657849"/>
            <a:chExt cx="294204" cy="302610"/>
          </a:xfrm>
          <a:solidFill>
            <a:schemeClr val="tx1"/>
          </a:solidFill>
        </p:grpSpPr>
        <p:sp>
          <p:nvSpPr>
            <p:cNvPr id="200" name="Freeform 222"/>
            <p:cNvSpPr>
              <a:spLocks/>
            </p:cNvSpPr>
            <p:nvPr/>
          </p:nvSpPr>
          <p:spPr bwMode="auto">
            <a:xfrm>
              <a:off x="6134219" y="1657849"/>
              <a:ext cx="10508" cy="8406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0 h 8"/>
                <a:gd name="T4" fmla="*/ 1 w 8"/>
                <a:gd name="T5" fmla="*/ 8 h 8"/>
                <a:gd name="T6" fmla="*/ 8 w 8"/>
                <a:gd name="T7" fmla="*/ 8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8"/>
                    <a:pt x="6" y="8"/>
                    <a:pt x="8" y="8"/>
                  </a:cubicBez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226"/>
            <p:cNvSpPr>
              <a:spLocks/>
            </p:cNvSpPr>
            <p:nvPr/>
          </p:nvSpPr>
          <p:spPr bwMode="auto">
            <a:xfrm>
              <a:off x="6027044" y="1886907"/>
              <a:ext cx="21014" cy="2101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6 h 10"/>
                <a:gd name="T4" fmla="*/ 7 w 10"/>
                <a:gd name="T5" fmla="*/ 10 h 10"/>
                <a:gd name="T6" fmla="*/ 0 w 10"/>
                <a:gd name="T7" fmla="*/ 3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6"/>
                  </a:lnTo>
                  <a:lnTo>
                    <a:pt x="7" y="10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Freeform 227"/>
            <p:cNvSpPr>
              <a:spLocks/>
            </p:cNvSpPr>
            <p:nvPr/>
          </p:nvSpPr>
          <p:spPr bwMode="auto">
            <a:xfrm>
              <a:off x="6104799" y="1659951"/>
              <a:ext cx="21014" cy="12609"/>
            </a:xfrm>
            <a:custGeom>
              <a:avLst/>
              <a:gdLst>
                <a:gd name="T0" fmla="*/ 17 w 18"/>
                <a:gd name="T1" fmla="*/ 0 h 11"/>
                <a:gd name="T2" fmla="*/ 0 w 18"/>
                <a:gd name="T3" fmla="*/ 3 h 11"/>
                <a:gd name="T4" fmla="*/ 2 w 18"/>
                <a:gd name="T5" fmla="*/ 11 h 11"/>
                <a:gd name="T6" fmla="*/ 18 w 18"/>
                <a:gd name="T7" fmla="*/ 8 h 11"/>
                <a:gd name="T8" fmla="*/ 17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17" y="0"/>
                  </a:moveTo>
                  <a:cubicBezTo>
                    <a:pt x="11" y="1"/>
                    <a:pt x="5" y="2"/>
                    <a:pt x="0" y="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7" y="10"/>
                    <a:pt x="12" y="8"/>
                    <a:pt x="18" y="8"/>
                  </a:cubicBez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Freeform 228"/>
            <p:cNvSpPr>
              <a:spLocks/>
            </p:cNvSpPr>
            <p:nvPr/>
          </p:nvSpPr>
          <p:spPr bwMode="auto">
            <a:xfrm>
              <a:off x="6075378" y="1666255"/>
              <a:ext cx="23117" cy="16812"/>
            </a:xfrm>
            <a:custGeom>
              <a:avLst/>
              <a:gdLst>
                <a:gd name="T0" fmla="*/ 16 w 18"/>
                <a:gd name="T1" fmla="*/ 0 h 14"/>
                <a:gd name="T2" fmla="*/ 0 w 18"/>
                <a:gd name="T3" fmla="*/ 7 h 14"/>
                <a:gd name="T4" fmla="*/ 3 w 18"/>
                <a:gd name="T5" fmla="*/ 14 h 14"/>
                <a:gd name="T6" fmla="*/ 18 w 18"/>
                <a:gd name="T7" fmla="*/ 7 h 14"/>
                <a:gd name="T8" fmla="*/ 16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6" y="0"/>
                  </a:moveTo>
                  <a:cubicBezTo>
                    <a:pt x="10" y="2"/>
                    <a:pt x="5" y="4"/>
                    <a:pt x="0" y="7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8" y="11"/>
                    <a:pt x="13" y="9"/>
                    <a:pt x="18" y="7"/>
                  </a:cubicBez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229"/>
            <p:cNvSpPr>
              <a:spLocks/>
            </p:cNvSpPr>
            <p:nvPr/>
          </p:nvSpPr>
          <p:spPr bwMode="auto">
            <a:xfrm>
              <a:off x="6010233" y="1861690"/>
              <a:ext cx="18914" cy="23117"/>
            </a:xfrm>
            <a:custGeom>
              <a:avLst/>
              <a:gdLst>
                <a:gd name="T0" fmla="*/ 0 w 15"/>
                <a:gd name="T1" fmla="*/ 4 h 19"/>
                <a:gd name="T2" fmla="*/ 9 w 15"/>
                <a:gd name="T3" fmla="*/ 19 h 19"/>
                <a:gd name="T4" fmla="*/ 15 w 15"/>
                <a:gd name="T5" fmla="*/ 14 h 19"/>
                <a:gd name="T6" fmla="*/ 8 w 15"/>
                <a:gd name="T7" fmla="*/ 0 h 19"/>
                <a:gd name="T8" fmla="*/ 0 w 15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9">
                  <a:moveTo>
                    <a:pt x="0" y="4"/>
                  </a:moveTo>
                  <a:cubicBezTo>
                    <a:pt x="3" y="9"/>
                    <a:pt x="6" y="14"/>
                    <a:pt x="9" y="19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2" y="10"/>
                    <a:pt x="10" y="5"/>
                    <a:pt x="8" y="0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Freeform 230"/>
            <p:cNvSpPr>
              <a:spLocks/>
            </p:cNvSpPr>
            <p:nvPr/>
          </p:nvSpPr>
          <p:spPr bwMode="auto">
            <a:xfrm>
              <a:off x="6012335" y="1720893"/>
              <a:ext cx="18914" cy="23117"/>
            </a:xfrm>
            <a:custGeom>
              <a:avLst/>
              <a:gdLst>
                <a:gd name="T0" fmla="*/ 0 w 16"/>
                <a:gd name="T1" fmla="*/ 14 h 18"/>
                <a:gd name="T2" fmla="*/ 8 w 16"/>
                <a:gd name="T3" fmla="*/ 18 h 18"/>
                <a:gd name="T4" fmla="*/ 16 w 16"/>
                <a:gd name="T5" fmla="*/ 4 h 18"/>
                <a:gd name="T6" fmla="*/ 9 w 16"/>
                <a:gd name="T7" fmla="*/ 0 h 18"/>
                <a:gd name="T8" fmla="*/ 0 w 16"/>
                <a:gd name="T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0" y="14"/>
                  </a:moveTo>
                  <a:cubicBezTo>
                    <a:pt x="8" y="18"/>
                    <a:pt x="8" y="18"/>
                    <a:pt x="8" y="18"/>
                  </a:cubicBezTo>
                  <a:cubicBezTo>
                    <a:pt x="10" y="13"/>
                    <a:pt x="13" y="9"/>
                    <a:pt x="16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4"/>
                    <a:pt x="3" y="9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Freeform 232"/>
            <p:cNvSpPr>
              <a:spLocks/>
            </p:cNvSpPr>
            <p:nvPr/>
          </p:nvSpPr>
          <p:spPr bwMode="auto">
            <a:xfrm>
              <a:off x="6050161" y="1678864"/>
              <a:ext cx="21014" cy="18914"/>
            </a:xfrm>
            <a:custGeom>
              <a:avLst/>
              <a:gdLst>
                <a:gd name="T0" fmla="*/ 18 w 18"/>
                <a:gd name="T1" fmla="*/ 7 h 16"/>
                <a:gd name="T2" fmla="*/ 14 w 18"/>
                <a:gd name="T3" fmla="*/ 0 h 16"/>
                <a:gd name="T4" fmla="*/ 0 w 18"/>
                <a:gd name="T5" fmla="*/ 10 h 16"/>
                <a:gd name="T6" fmla="*/ 5 w 18"/>
                <a:gd name="T7" fmla="*/ 16 h 16"/>
                <a:gd name="T8" fmla="*/ 18 w 18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8" y="7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9" y="3"/>
                    <a:pt x="5" y="7"/>
                    <a:pt x="0" y="1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0" y="13"/>
                    <a:pt x="14" y="10"/>
                    <a:pt x="1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Freeform 233"/>
            <p:cNvSpPr>
              <a:spLocks/>
            </p:cNvSpPr>
            <p:nvPr/>
          </p:nvSpPr>
          <p:spPr bwMode="auto">
            <a:xfrm>
              <a:off x="6029147" y="1697777"/>
              <a:ext cx="18914" cy="21014"/>
            </a:xfrm>
            <a:custGeom>
              <a:avLst/>
              <a:gdLst>
                <a:gd name="T0" fmla="*/ 10 w 17"/>
                <a:gd name="T1" fmla="*/ 2 h 18"/>
                <a:gd name="T2" fmla="*/ 0 w 17"/>
                <a:gd name="T3" fmla="*/ 13 h 18"/>
                <a:gd name="T4" fmla="*/ 7 w 17"/>
                <a:gd name="T5" fmla="*/ 18 h 18"/>
                <a:gd name="T6" fmla="*/ 15 w 17"/>
                <a:gd name="T7" fmla="*/ 8 h 18"/>
                <a:gd name="T8" fmla="*/ 17 w 17"/>
                <a:gd name="T9" fmla="*/ 6 h 18"/>
                <a:gd name="T10" fmla="*/ 12 w 17"/>
                <a:gd name="T11" fmla="*/ 0 h 18"/>
                <a:gd name="T12" fmla="*/ 10 w 17"/>
                <a:gd name="T13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8">
                  <a:moveTo>
                    <a:pt x="10" y="2"/>
                  </a:moveTo>
                  <a:cubicBezTo>
                    <a:pt x="6" y="5"/>
                    <a:pt x="3" y="9"/>
                    <a:pt x="0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9" y="14"/>
                    <a:pt x="12" y="11"/>
                    <a:pt x="15" y="8"/>
                  </a:cubicBezTo>
                  <a:cubicBezTo>
                    <a:pt x="16" y="7"/>
                    <a:pt x="17" y="6"/>
                    <a:pt x="17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Freeform 234"/>
            <p:cNvSpPr>
              <a:spLocks/>
            </p:cNvSpPr>
            <p:nvPr/>
          </p:nvSpPr>
          <p:spPr bwMode="auto">
            <a:xfrm>
              <a:off x="6153131" y="1949951"/>
              <a:ext cx="10508" cy="10508"/>
            </a:xfrm>
            <a:custGeom>
              <a:avLst/>
              <a:gdLst>
                <a:gd name="T0" fmla="*/ 0 w 9"/>
                <a:gd name="T1" fmla="*/ 1 h 9"/>
                <a:gd name="T2" fmla="*/ 0 w 9"/>
                <a:gd name="T3" fmla="*/ 9 h 9"/>
                <a:gd name="T4" fmla="*/ 9 w 9"/>
                <a:gd name="T5" fmla="*/ 8 h 9"/>
                <a:gd name="T6" fmla="*/ 8 w 9"/>
                <a:gd name="T7" fmla="*/ 0 h 9"/>
                <a:gd name="T8" fmla="*/ 0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3" y="9"/>
                    <a:pt x="6" y="9"/>
                    <a:pt x="9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1"/>
                    <a:pt x="3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Freeform 235"/>
            <p:cNvSpPr>
              <a:spLocks/>
            </p:cNvSpPr>
            <p:nvPr/>
          </p:nvSpPr>
          <p:spPr bwMode="auto">
            <a:xfrm>
              <a:off x="6281320" y="1760821"/>
              <a:ext cx="14711" cy="21014"/>
            </a:xfrm>
            <a:custGeom>
              <a:avLst/>
              <a:gdLst>
                <a:gd name="T0" fmla="*/ 7 w 12"/>
                <a:gd name="T1" fmla="*/ 0 h 18"/>
                <a:gd name="T2" fmla="*/ 0 w 12"/>
                <a:gd name="T3" fmla="*/ 3 h 18"/>
                <a:gd name="T4" fmla="*/ 4 w 12"/>
                <a:gd name="T5" fmla="*/ 18 h 18"/>
                <a:gd name="T6" fmla="*/ 12 w 12"/>
                <a:gd name="T7" fmla="*/ 16 h 18"/>
                <a:gd name="T8" fmla="*/ 7 w 1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7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8"/>
                    <a:pt x="3" y="13"/>
                    <a:pt x="4" y="18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0"/>
                    <a:pt x="9" y="5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4" name="Freeform 236"/>
            <p:cNvSpPr>
              <a:spLocks/>
            </p:cNvSpPr>
            <p:nvPr/>
          </p:nvSpPr>
          <p:spPr bwMode="auto">
            <a:xfrm>
              <a:off x="6281320" y="1849081"/>
              <a:ext cx="14711" cy="21014"/>
            </a:xfrm>
            <a:custGeom>
              <a:avLst/>
              <a:gdLst>
                <a:gd name="T0" fmla="*/ 12 w 12"/>
                <a:gd name="T1" fmla="*/ 2 h 18"/>
                <a:gd name="T2" fmla="*/ 5 w 12"/>
                <a:gd name="T3" fmla="*/ 0 h 18"/>
                <a:gd name="T4" fmla="*/ 0 w 12"/>
                <a:gd name="T5" fmla="*/ 15 h 18"/>
                <a:gd name="T6" fmla="*/ 7 w 12"/>
                <a:gd name="T7" fmla="*/ 18 h 18"/>
                <a:gd name="T8" fmla="*/ 12 w 12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12" y="2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5"/>
                    <a:pt x="2" y="10"/>
                    <a:pt x="0" y="15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9" y="13"/>
                    <a:pt x="11" y="7"/>
                    <a:pt x="1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237"/>
            <p:cNvSpPr>
              <a:spLocks/>
            </p:cNvSpPr>
            <p:nvPr/>
          </p:nvSpPr>
          <p:spPr bwMode="auto">
            <a:xfrm>
              <a:off x="6289726" y="1788139"/>
              <a:ext cx="10508" cy="23117"/>
            </a:xfrm>
            <a:custGeom>
              <a:avLst/>
              <a:gdLst>
                <a:gd name="T0" fmla="*/ 0 w 9"/>
                <a:gd name="T1" fmla="*/ 2 h 18"/>
                <a:gd name="T2" fmla="*/ 1 w 9"/>
                <a:gd name="T3" fmla="*/ 18 h 18"/>
                <a:gd name="T4" fmla="*/ 9 w 9"/>
                <a:gd name="T5" fmla="*/ 18 h 18"/>
                <a:gd name="T6" fmla="*/ 8 w 9"/>
                <a:gd name="T7" fmla="*/ 0 h 18"/>
                <a:gd name="T8" fmla="*/ 0 w 9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0" y="2"/>
                  </a:moveTo>
                  <a:cubicBezTo>
                    <a:pt x="1" y="7"/>
                    <a:pt x="1" y="12"/>
                    <a:pt x="1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2"/>
                    <a:pt x="9" y="6"/>
                    <a:pt x="8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Freeform 238"/>
            <p:cNvSpPr>
              <a:spLocks/>
            </p:cNvSpPr>
            <p:nvPr/>
          </p:nvSpPr>
          <p:spPr bwMode="auto">
            <a:xfrm>
              <a:off x="6287623" y="1819661"/>
              <a:ext cx="12609" cy="21014"/>
            </a:xfrm>
            <a:custGeom>
              <a:avLst/>
              <a:gdLst>
                <a:gd name="T0" fmla="*/ 0 w 10"/>
                <a:gd name="T1" fmla="*/ 16 h 17"/>
                <a:gd name="T2" fmla="*/ 8 w 10"/>
                <a:gd name="T3" fmla="*/ 17 h 17"/>
                <a:gd name="T4" fmla="*/ 10 w 10"/>
                <a:gd name="T5" fmla="*/ 0 h 17"/>
                <a:gd name="T6" fmla="*/ 2 w 10"/>
                <a:gd name="T7" fmla="*/ 0 h 17"/>
                <a:gd name="T8" fmla="*/ 0 w 10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0" y="16"/>
                  </a:moveTo>
                  <a:cubicBezTo>
                    <a:pt x="8" y="17"/>
                    <a:pt x="8" y="17"/>
                    <a:pt x="8" y="17"/>
                  </a:cubicBezTo>
                  <a:cubicBezTo>
                    <a:pt x="9" y="12"/>
                    <a:pt x="10" y="6"/>
                    <a:pt x="1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5"/>
                    <a:pt x="1" y="11"/>
                    <a:pt x="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Freeform 239"/>
            <p:cNvSpPr>
              <a:spLocks/>
            </p:cNvSpPr>
            <p:nvPr/>
          </p:nvSpPr>
          <p:spPr bwMode="auto">
            <a:xfrm>
              <a:off x="6224580" y="1918428"/>
              <a:ext cx="23117" cy="18914"/>
            </a:xfrm>
            <a:custGeom>
              <a:avLst/>
              <a:gdLst>
                <a:gd name="T0" fmla="*/ 5 w 19"/>
                <a:gd name="T1" fmla="*/ 16 h 16"/>
                <a:gd name="T2" fmla="*/ 19 w 19"/>
                <a:gd name="T3" fmla="*/ 6 h 16"/>
                <a:gd name="T4" fmla="*/ 13 w 19"/>
                <a:gd name="T5" fmla="*/ 0 h 16"/>
                <a:gd name="T6" fmla="*/ 0 w 19"/>
                <a:gd name="T7" fmla="*/ 9 h 16"/>
                <a:gd name="T8" fmla="*/ 5 w 19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5" y="16"/>
                  </a:moveTo>
                  <a:cubicBezTo>
                    <a:pt x="9" y="13"/>
                    <a:pt x="14" y="10"/>
                    <a:pt x="19" y="6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3"/>
                    <a:pt x="5" y="7"/>
                    <a:pt x="0" y="9"/>
                  </a:cubicBezTo>
                  <a:lnTo>
                    <a:pt x="5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8" name="Freeform 240"/>
            <p:cNvSpPr>
              <a:spLocks/>
            </p:cNvSpPr>
            <p:nvPr/>
          </p:nvSpPr>
          <p:spPr bwMode="auto">
            <a:xfrm>
              <a:off x="6247697" y="1899516"/>
              <a:ext cx="21014" cy="18914"/>
            </a:xfrm>
            <a:custGeom>
              <a:avLst/>
              <a:gdLst>
                <a:gd name="T0" fmla="*/ 6 w 18"/>
                <a:gd name="T1" fmla="*/ 17 h 17"/>
                <a:gd name="T2" fmla="*/ 8 w 18"/>
                <a:gd name="T3" fmla="*/ 15 h 17"/>
                <a:gd name="T4" fmla="*/ 18 w 18"/>
                <a:gd name="T5" fmla="*/ 5 h 17"/>
                <a:gd name="T6" fmla="*/ 11 w 18"/>
                <a:gd name="T7" fmla="*/ 0 h 17"/>
                <a:gd name="T8" fmla="*/ 2 w 18"/>
                <a:gd name="T9" fmla="*/ 10 h 17"/>
                <a:gd name="T10" fmla="*/ 0 w 18"/>
                <a:gd name="T11" fmla="*/ 12 h 17"/>
                <a:gd name="T12" fmla="*/ 6 w 18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7" y="17"/>
                    <a:pt x="7" y="16"/>
                    <a:pt x="8" y="15"/>
                  </a:cubicBezTo>
                  <a:cubicBezTo>
                    <a:pt x="11" y="12"/>
                    <a:pt x="15" y="8"/>
                    <a:pt x="18" y="5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3"/>
                    <a:pt x="6" y="7"/>
                    <a:pt x="2" y="10"/>
                  </a:cubicBezTo>
                  <a:cubicBezTo>
                    <a:pt x="2" y="10"/>
                    <a:pt x="1" y="11"/>
                    <a:pt x="0" y="12"/>
                  </a:cubicBezTo>
                  <a:lnTo>
                    <a:pt x="6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9" name="Freeform 241"/>
            <p:cNvSpPr>
              <a:spLocks/>
            </p:cNvSpPr>
            <p:nvPr/>
          </p:nvSpPr>
          <p:spPr bwMode="auto">
            <a:xfrm>
              <a:off x="6266609" y="1874299"/>
              <a:ext cx="18914" cy="23117"/>
            </a:xfrm>
            <a:custGeom>
              <a:avLst/>
              <a:gdLst>
                <a:gd name="T0" fmla="*/ 15 w 15"/>
                <a:gd name="T1" fmla="*/ 4 h 19"/>
                <a:gd name="T2" fmla="*/ 8 w 15"/>
                <a:gd name="T3" fmla="*/ 0 h 19"/>
                <a:gd name="T4" fmla="*/ 0 w 15"/>
                <a:gd name="T5" fmla="*/ 14 h 19"/>
                <a:gd name="T6" fmla="*/ 7 w 15"/>
                <a:gd name="T7" fmla="*/ 19 h 19"/>
                <a:gd name="T8" fmla="*/ 15 w 15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9">
                  <a:moveTo>
                    <a:pt x="15" y="4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5"/>
                    <a:pt x="3" y="10"/>
                    <a:pt x="0" y="14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0" y="14"/>
                    <a:pt x="13" y="9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0" name="Freeform 242"/>
            <p:cNvSpPr>
              <a:spLocks/>
            </p:cNvSpPr>
            <p:nvPr/>
          </p:nvSpPr>
          <p:spPr bwMode="auto">
            <a:xfrm>
              <a:off x="6172045" y="1945748"/>
              <a:ext cx="21014" cy="14711"/>
            </a:xfrm>
            <a:custGeom>
              <a:avLst/>
              <a:gdLst>
                <a:gd name="T0" fmla="*/ 16 w 18"/>
                <a:gd name="T1" fmla="*/ 0 h 12"/>
                <a:gd name="T2" fmla="*/ 0 w 18"/>
                <a:gd name="T3" fmla="*/ 4 h 12"/>
                <a:gd name="T4" fmla="*/ 1 w 18"/>
                <a:gd name="T5" fmla="*/ 12 h 12"/>
                <a:gd name="T6" fmla="*/ 18 w 18"/>
                <a:gd name="T7" fmla="*/ 8 h 12"/>
                <a:gd name="T8" fmla="*/ 16 w 1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2">
                  <a:moveTo>
                    <a:pt x="16" y="0"/>
                  </a:moveTo>
                  <a:cubicBezTo>
                    <a:pt x="11" y="2"/>
                    <a:pt x="5" y="3"/>
                    <a:pt x="0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7" y="11"/>
                    <a:pt x="13" y="10"/>
                    <a:pt x="18" y="8"/>
                  </a:cubicBez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Freeform 243"/>
            <p:cNvSpPr>
              <a:spLocks/>
            </p:cNvSpPr>
            <p:nvPr/>
          </p:nvSpPr>
          <p:spPr bwMode="auto">
            <a:xfrm>
              <a:off x="6201465" y="1935240"/>
              <a:ext cx="21014" cy="16812"/>
            </a:xfrm>
            <a:custGeom>
              <a:avLst/>
              <a:gdLst>
                <a:gd name="T0" fmla="*/ 14 w 18"/>
                <a:gd name="T1" fmla="*/ 0 h 14"/>
                <a:gd name="T2" fmla="*/ 0 w 18"/>
                <a:gd name="T3" fmla="*/ 7 h 14"/>
                <a:gd name="T4" fmla="*/ 2 w 18"/>
                <a:gd name="T5" fmla="*/ 14 h 14"/>
                <a:gd name="T6" fmla="*/ 18 w 18"/>
                <a:gd name="T7" fmla="*/ 8 h 14"/>
                <a:gd name="T8" fmla="*/ 1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4" y="0"/>
                  </a:moveTo>
                  <a:cubicBezTo>
                    <a:pt x="10" y="3"/>
                    <a:pt x="5" y="5"/>
                    <a:pt x="0" y="7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8" y="13"/>
                    <a:pt x="13" y="10"/>
                    <a:pt x="18" y="8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Freeform 244"/>
            <p:cNvSpPr>
              <a:spLocks/>
            </p:cNvSpPr>
            <p:nvPr/>
          </p:nvSpPr>
          <p:spPr bwMode="auto">
            <a:xfrm>
              <a:off x="6268711" y="1733501"/>
              <a:ext cx="18914" cy="21014"/>
            </a:xfrm>
            <a:custGeom>
              <a:avLst/>
              <a:gdLst>
                <a:gd name="T0" fmla="*/ 16 w 16"/>
                <a:gd name="T1" fmla="*/ 15 h 18"/>
                <a:gd name="T2" fmla="*/ 7 w 16"/>
                <a:gd name="T3" fmla="*/ 0 h 18"/>
                <a:gd name="T4" fmla="*/ 0 w 16"/>
                <a:gd name="T5" fmla="*/ 4 h 18"/>
                <a:gd name="T6" fmla="*/ 8 w 16"/>
                <a:gd name="T7" fmla="*/ 18 h 18"/>
                <a:gd name="T8" fmla="*/ 16 w 16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16" y="15"/>
                  </a:moveTo>
                  <a:cubicBezTo>
                    <a:pt x="13" y="10"/>
                    <a:pt x="10" y="4"/>
                    <a:pt x="7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9"/>
                    <a:pt x="6" y="13"/>
                    <a:pt x="8" y="18"/>
                  </a:cubicBezTo>
                  <a:lnTo>
                    <a:pt x="16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Freeform 245"/>
            <p:cNvSpPr>
              <a:spLocks/>
            </p:cNvSpPr>
            <p:nvPr/>
          </p:nvSpPr>
          <p:spPr bwMode="auto">
            <a:xfrm>
              <a:off x="6249798" y="1710386"/>
              <a:ext cx="21014" cy="2101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3 h 10"/>
                <a:gd name="T4" fmla="*/ 3 w 10"/>
                <a:gd name="T5" fmla="*/ 0 h 10"/>
                <a:gd name="T6" fmla="*/ 10 w 10"/>
                <a:gd name="T7" fmla="*/ 7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3"/>
                  </a:lnTo>
                  <a:lnTo>
                    <a:pt x="3" y="0"/>
                  </a:lnTo>
                  <a:lnTo>
                    <a:pt x="10" y="7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Freeform 246"/>
            <p:cNvSpPr>
              <a:spLocks/>
            </p:cNvSpPr>
            <p:nvPr/>
          </p:nvSpPr>
          <p:spPr bwMode="auto">
            <a:xfrm>
              <a:off x="6006030" y="1865893"/>
              <a:ext cx="56740" cy="56740"/>
            </a:xfrm>
            <a:custGeom>
              <a:avLst/>
              <a:gdLst>
                <a:gd name="T0" fmla="*/ 0 w 27"/>
                <a:gd name="T1" fmla="*/ 23 h 27"/>
                <a:gd name="T2" fmla="*/ 0 w 27"/>
                <a:gd name="T3" fmla="*/ 27 h 27"/>
                <a:gd name="T4" fmla="*/ 25 w 27"/>
                <a:gd name="T5" fmla="*/ 27 h 27"/>
                <a:gd name="T6" fmla="*/ 27 w 27"/>
                <a:gd name="T7" fmla="*/ 25 h 27"/>
                <a:gd name="T8" fmla="*/ 27 w 27"/>
                <a:gd name="T9" fmla="*/ 0 h 27"/>
                <a:gd name="T10" fmla="*/ 23 w 27"/>
                <a:gd name="T11" fmla="*/ 0 h 27"/>
                <a:gd name="T12" fmla="*/ 23 w 27"/>
                <a:gd name="T13" fmla="*/ 20 h 27"/>
                <a:gd name="T14" fmla="*/ 21 w 27"/>
                <a:gd name="T15" fmla="*/ 23 h 27"/>
                <a:gd name="T16" fmla="*/ 0 w 27"/>
                <a:gd name="T17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0" y="23"/>
                  </a:moveTo>
                  <a:lnTo>
                    <a:pt x="0" y="27"/>
                  </a:lnTo>
                  <a:lnTo>
                    <a:pt x="25" y="27"/>
                  </a:lnTo>
                  <a:lnTo>
                    <a:pt x="27" y="25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3" y="20"/>
                  </a:lnTo>
                  <a:lnTo>
                    <a:pt x="21" y="23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Freeform 247"/>
            <p:cNvSpPr>
              <a:spLocks/>
            </p:cNvSpPr>
            <p:nvPr/>
          </p:nvSpPr>
          <p:spPr bwMode="auto">
            <a:xfrm>
              <a:off x="6232986" y="1695675"/>
              <a:ext cx="56740" cy="56740"/>
            </a:xfrm>
            <a:custGeom>
              <a:avLst/>
              <a:gdLst>
                <a:gd name="T0" fmla="*/ 0 w 27"/>
                <a:gd name="T1" fmla="*/ 2 h 27"/>
                <a:gd name="T2" fmla="*/ 0 w 27"/>
                <a:gd name="T3" fmla="*/ 27 h 27"/>
                <a:gd name="T4" fmla="*/ 5 w 27"/>
                <a:gd name="T5" fmla="*/ 27 h 27"/>
                <a:gd name="T6" fmla="*/ 5 w 27"/>
                <a:gd name="T7" fmla="*/ 6 h 27"/>
                <a:gd name="T8" fmla="*/ 7 w 27"/>
                <a:gd name="T9" fmla="*/ 4 h 27"/>
                <a:gd name="T10" fmla="*/ 27 w 27"/>
                <a:gd name="T11" fmla="*/ 4 h 27"/>
                <a:gd name="T12" fmla="*/ 27 w 27"/>
                <a:gd name="T13" fmla="*/ 0 h 27"/>
                <a:gd name="T14" fmla="*/ 3 w 27"/>
                <a:gd name="T15" fmla="*/ 0 h 27"/>
                <a:gd name="T16" fmla="*/ 0 w 27"/>
                <a:gd name="T1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0" y="2"/>
                  </a:moveTo>
                  <a:lnTo>
                    <a:pt x="0" y="27"/>
                  </a:lnTo>
                  <a:lnTo>
                    <a:pt x="5" y="27"/>
                  </a:lnTo>
                  <a:lnTo>
                    <a:pt x="5" y="6"/>
                  </a:lnTo>
                  <a:lnTo>
                    <a:pt x="7" y="4"/>
                  </a:lnTo>
                  <a:lnTo>
                    <a:pt x="27" y="4"/>
                  </a:lnTo>
                  <a:lnTo>
                    <a:pt x="27" y="0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3" name="Группа 312"/>
          <p:cNvGrpSpPr/>
          <p:nvPr/>
        </p:nvGrpSpPr>
        <p:grpSpPr>
          <a:xfrm>
            <a:off x="5604655" y="1657849"/>
            <a:ext cx="302608" cy="302610"/>
            <a:chOff x="5604655" y="1657849"/>
            <a:chExt cx="302608" cy="302610"/>
          </a:xfrm>
          <a:solidFill>
            <a:schemeClr val="tx1"/>
          </a:solidFill>
        </p:grpSpPr>
        <p:sp>
          <p:nvSpPr>
            <p:cNvPr id="226" name="Freeform 248"/>
            <p:cNvSpPr>
              <a:spLocks/>
            </p:cNvSpPr>
            <p:nvPr/>
          </p:nvSpPr>
          <p:spPr bwMode="auto">
            <a:xfrm>
              <a:off x="5760162" y="1657849"/>
              <a:ext cx="10508" cy="8406"/>
            </a:xfrm>
            <a:custGeom>
              <a:avLst/>
              <a:gdLst>
                <a:gd name="T0" fmla="*/ 0 w 9"/>
                <a:gd name="T1" fmla="*/ 0 h 8"/>
                <a:gd name="T2" fmla="*/ 0 w 9"/>
                <a:gd name="T3" fmla="*/ 8 h 8"/>
                <a:gd name="T4" fmla="*/ 8 w 9"/>
                <a:gd name="T5" fmla="*/ 8 h 8"/>
                <a:gd name="T6" fmla="*/ 9 w 9"/>
                <a:gd name="T7" fmla="*/ 0 h 8"/>
                <a:gd name="T8" fmla="*/ 0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Freeform 249"/>
            <p:cNvSpPr>
              <a:spLocks/>
            </p:cNvSpPr>
            <p:nvPr/>
          </p:nvSpPr>
          <p:spPr bwMode="auto">
            <a:xfrm>
              <a:off x="5779074" y="1659951"/>
              <a:ext cx="21014" cy="12609"/>
            </a:xfrm>
            <a:custGeom>
              <a:avLst/>
              <a:gdLst>
                <a:gd name="T0" fmla="*/ 1 w 18"/>
                <a:gd name="T1" fmla="*/ 0 h 11"/>
                <a:gd name="T2" fmla="*/ 0 w 18"/>
                <a:gd name="T3" fmla="*/ 8 h 11"/>
                <a:gd name="T4" fmla="*/ 16 w 18"/>
                <a:gd name="T5" fmla="*/ 11 h 11"/>
                <a:gd name="T6" fmla="*/ 18 w 18"/>
                <a:gd name="T7" fmla="*/ 3 h 11"/>
                <a:gd name="T8" fmla="*/ 1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1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" y="8"/>
                    <a:pt x="11" y="10"/>
                    <a:pt x="16" y="11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2" y="2"/>
                    <a:pt x="7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8" name="Freeform 250"/>
            <p:cNvSpPr>
              <a:spLocks/>
            </p:cNvSpPr>
            <p:nvPr/>
          </p:nvSpPr>
          <p:spPr bwMode="auto">
            <a:xfrm>
              <a:off x="5888349" y="1836473"/>
              <a:ext cx="14711" cy="21014"/>
            </a:xfrm>
            <a:custGeom>
              <a:avLst/>
              <a:gdLst>
                <a:gd name="T0" fmla="*/ 13 w 13"/>
                <a:gd name="T1" fmla="*/ 1 h 18"/>
                <a:gd name="T2" fmla="*/ 5 w 13"/>
                <a:gd name="T3" fmla="*/ 0 h 18"/>
                <a:gd name="T4" fmla="*/ 0 w 13"/>
                <a:gd name="T5" fmla="*/ 15 h 18"/>
                <a:gd name="T6" fmla="*/ 8 w 13"/>
                <a:gd name="T7" fmla="*/ 18 h 18"/>
                <a:gd name="T8" fmla="*/ 13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13" y="1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5"/>
                    <a:pt x="2" y="10"/>
                    <a:pt x="0" y="15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0" y="12"/>
                    <a:pt x="12" y="7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Freeform 251"/>
            <p:cNvSpPr>
              <a:spLocks/>
            </p:cNvSpPr>
            <p:nvPr/>
          </p:nvSpPr>
          <p:spPr bwMode="auto">
            <a:xfrm>
              <a:off x="5896755" y="1809153"/>
              <a:ext cx="10508" cy="18914"/>
            </a:xfrm>
            <a:custGeom>
              <a:avLst/>
              <a:gdLst>
                <a:gd name="T0" fmla="*/ 9 w 9"/>
                <a:gd name="T1" fmla="*/ 0 h 17"/>
                <a:gd name="T2" fmla="*/ 1 w 9"/>
                <a:gd name="T3" fmla="*/ 0 h 17"/>
                <a:gd name="T4" fmla="*/ 0 w 9"/>
                <a:gd name="T5" fmla="*/ 16 h 17"/>
                <a:gd name="T6" fmla="*/ 8 w 9"/>
                <a:gd name="T7" fmla="*/ 17 h 17"/>
                <a:gd name="T8" fmla="*/ 9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1" y="10"/>
                    <a:pt x="0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1"/>
                    <a:pt x="9" y="5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252"/>
            <p:cNvSpPr>
              <a:spLocks/>
            </p:cNvSpPr>
            <p:nvPr/>
          </p:nvSpPr>
          <p:spPr bwMode="auto">
            <a:xfrm>
              <a:off x="5856828" y="1886907"/>
              <a:ext cx="21014" cy="21014"/>
            </a:xfrm>
            <a:custGeom>
              <a:avLst/>
              <a:gdLst>
                <a:gd name="T0" fmla="*/ 3 w 10"/>
                <a:gd name="T1" fmla="*/ 10 h 10"/>
                <a:gd name="T2" fmla="*/ 0 w 10"/>
                <a:gd name="T3" fmla="*/ 6 h 10"/>
                <a:gd name="T4" fmla="*/ 6 w 10"/>
                <a:gd name="T5" fmla="*/ 0 h 10"/>
                <a:gd name="T6" fmla="*/ 10 w 10"/>
                <a:gd name="T7" fmla="*/ 3 h 10"/>
                <a:gd name="T8" fmla="*/ 3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3" y="10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10" y="3"/>
                  </a:lnTo>
                  <a:lnTo>
                    <a:pt x="3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1" name="Freeform 253"/>
            <p:cNvSpPr>
              <a:spLocks/>
            </p:cNvSpPr>
            <p:nvPr/>
          </p:nvSpPr>
          <p:spPr bwMode="auto">
            <a:xfrm>
              <a:off x="5808494" y="1666255"/>
              <a:ext cx="21014" cy="16812"/>
            </a:xfrm>
            <a:custGeom>
              <a:avLst/>
              <a:gdLst>
                <a:gd name="T0" fmla="*/ 2 w 18"/>
                <a:gd name="T1" fmla="*/ 0 h 14"/>
                <a:gd name="T2" fmla="*/ 0 w 18"/>
                <a:gd name="T3" fmla="*/ 8 h 14"/>
                <a:gd name="T4" fmla="*/ 14 w 18"/>
                <a:gd name="T5" fmla="*/ 14 h 14"/>
                <a:gd name="T6" fmla="*/ 18 w 18"/>
                <a:gd name="T7" fmla="*/ 7 h 14"/>
                <a:gd name="T8" fmla="*/ 2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2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0" y="11"/>
                    <a:pt x="14" y="14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3" y="4"/>
                    <a:pt x="8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2" name="Freeform 254"/>
            <p:cNvSpPr>
              <a:spLocks/>
            </p:cNvSpPr>
            <p:nvPr/>
          </p:nvSpPr>
          <p:spPr bwMode="auto">
            <a:xfrm>
              <a:off x="5875740" y="1861690"/>
              <a:ext cx="16812" cy="23117"/>
            </a:xfrm>
            <a:custGeom>
              <a:avLst/>
              <a:gdLst>
                <a:gd name="T0" fmla="*/ 15 w 15"/>
                <a:gd name="T1" fmla="*/ 4 h 19"/>
                <a:gd name="T2" fmla="*/ 8 w 15"/>
                <a:gd name="T3" fmla="*/ 0 h 19"/>
                <a:gd name="T4" fmla="*/ 0 w 15"/>
                <a:gd name="T5" fmla="*/ 14 h 19"/>
                <a:gd name="T6" fmla="*/ 7 w 15"/>
                <a:gd name="T7" fmla="*/ 19 h 19"/>
                <a:gd name="T8" fmla="*/ 15 w 15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9">
                  <a:moveTo>
                    <a:pt x="15" y="4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5"/>
                    <a:pt x="3" y="10"/>
                    <a:pt x="0" y="14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0" y="14"/>
                    <a:pt x="13" y="9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Freeform 255"/>
            <p:cNvSpPr>
              <a:spLocks/>
            </p:cNvSpPr>
            <p:nvPr/>
          </p:nvSpPr>
          <p:spPr bwMode="auto">
            <a:xfrm>
              <a:off x="5894654" y="1777632"/>
              <a:ext cx="12609" cy="21014"/>
            </a:xfrm>
            <a:custGeom>
              <a:avLst/>
              <a:gdLst>
                <a:gd name="T0" fmla="*/ 0 w 10"/>
                <a:gd name="T1" fmla="*/ 2 h 18"/>
                <a:gd name="T2" fmla="*/ 2 w 10"/>
                <a:gd name="T3" fmla="*/ 18 h 18"/>
                <a:gd name="T4" fmla="*/ 10 w 10"/>
                <a:gd name="T5" fmla="*/ 17 h 18"/>
                <a:gd name="T6" fmla="*/ 8 w 10"/>
                <a:gd name="T7" fmla="*/ 0 h 18"/>
                <a:gd name="T8" fmla="*/ 0 w 10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2"/>
                  </a:moveTo>
                  <a:cubicBezTo>
                    <a:pt x="1" y="7"/>
                    <a:pt x="2" y="12"/>
                    <a:pt x="2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1"/>
                    <a:pt x="9" y="6"/>
                    <a:pt x="8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4" name="Freeform 256"/>
            <p:cNvSpPr>
              <a:spLocks/>
            </p:cNvSpPr>
            <p:nvPr/>
          </p:nvSpPr>
          <p:spPr bwMode="auto">
            <a:xfrm>
              <a:off x="5873640" y="1720893"/>
              <a:ext cx="18914" cy="23117"/>
            </a:xfrm>
            <a:custGeom>
              <a:avLst/>
              <a:gdLst>
                <a:gd name="T0" fmla="*/ 0 w 15"/>
                <a:gd name="T1" fmla="*/ 4 h 18"/>
                <a:gd name="T2" fmla="*/ 8 w 15"/>
                <a:gd name="T3" fmla="*/ 18 h 18"/>
                <a:gd name="T4" fmla="*/ 15 w 15"/>
                <a:gd name="T5" fmla="*/ 14 h 18"/>
                <a:gd name="T6" fmla="*/ 7 w 15"/>
                <a:gd name="T7" fmla="*/ 0 h 18"/>
                <a:gd name="T8" fmla="*/ 0 w 15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8">
                  <a:moveTo>
                    <a:pt x="0" y="4"/>
                  </a:moveTo>
                  <a:cubicBezTo>
                    <a:pt x="3" y="9"/>
                    <a:pt x="6" y="13"/>
                    <a:pt x="8" y="18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3" y="9"/>
                    <a:pt x="10" y="4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Freeform 257"/>
            <p:cNvSpPr>
              <a:spLocks/>
            </p:cNvSpPr>
            <p:nvPr/>
          </p:nvSpPr>
          <p:spPr bwMode="auto">
            <a:xfrm>
              <a:off x="5888349" y="1748212"/>
              <a:ext cx="14711" cy="21014"/>
            </a:xfrm>
            <a:custGeom>
              <a:avLst/>
              <a:gdLst>
                <a:gd name="T0" fmla="*/ 0 w 12"/>
                <a:gd name="T1" fmla="*/ 3 h 19"/>
                <a:gd name="T2" fmla="*/ 5 w 12"/>
                <a:gd name="T3" fmla="*/ 19 h 19"/>
                <a:gd name="T4" fmla="*/ 12 w 12"/>
                <a:gd name="T5" fmla="*/ 17 h 19"/>
                <a:gd name="T6" fmla="*/ 7 w 12"/>
                <a:gd name="T7" fmla="*/ 0 h 19"/>
                <a:gd name="T8" fmla="*/ 0 w 12"/>
                <a:gd name="T9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2" y="8"/>
                    <a:pt x="3" y="13"/>
                    <a:pt x="5" y="19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1"/>
                    <a:pt x="9" y="6"/>
                    <a:pt x="7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6" name="Freeform 258"/>
            <p:cNvSpPr>
              <a:spLocks/>
            </p:cNvSpPr>
            <p:nvPr/>
          </p:nvSpPr>
          <p:spPr bwMode="auto">
            <a:xfrm>
              <a:off x="5854726" y="1697777"/>
              <a:ext cx="21014" cy="21014"/>
            </a:xfrm>
            <a:custGeom>
              <a:avLst/>
              <a:gdLst>
                <a:gd name="T0" fmla="*/ 6 w 17"/>
                <a:gd name="T1" fmla="*/ 0 h 18"/>
                <a:gd name="T2" fmla="*/ 0 w 17"/>
                <a:gd name="T3" fmla="*/ 6 h 18"/>
                <a:gd name="T4" fmla="*/ 2 w 17"/>
                <a:gd name="T5" fmla="*/ 8 h 18"/>
                <a:gd name="T6" fmla="*/ 11 w 17"/>
                <a:gd name="T7" fmla="*/ 18 h 18"/>
                <a:gd name="T8" fmla="*/ 17 w 17"/>
                <a:gd name="T9" fmla="*/ 13 h 18"/>
                <a:gd name="T10" fmla="*/ 8 w 17"/>
                <a:gd name="T11" fmla="*/ 2 h 18"/>
                <a:gd name="T12" fmla="*/ 6 w 17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8">
                  <a:moveTo>
                    <a:pt x="6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2" y="7"/>
                    <a:pt x="2" y="8"/>
                  </a:cubicBezTo>
                  <a:cubicBezTo>
                    <a:pt x="5" y="11"/>
                    <a:pt x="8" y="14"/>
                    <a:pt x="11" y="18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5" y="9"/>
                    <a:pt x="11" y="5"/>
                    <a:pt x="8" y="2"/>
                  </a:cubicBezTo>
                  <a:cubicBezTo>
                    <a:pt x="7" y="1"/>
                    <a:pt x="7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7" name="Freeform 259"/>
            <p:cNvSpPr>
              <a:spLocks/>
            </p:cNvSpPr>
            <p:nvPr/>
          </p:nvSpPr>
          <p:spPr bwMode="auto">
            <a:xfrm>
              <a:off x="5831611" y="1678864"/>
              <a:ext cx="21014" cy="18914"/>
            </a:xfrm>
            <a:custGeom>
              <a:avLst/>
              <a:gdLst>
                <a:gd name="T0" fmla="*/ 0 w 18"/>
                <a:gd name="T1" fmla="*/ 7 h 16"/>
                <a:gd name="T2" fmla="*/ 13 w 18"/>
                <a:gd name="T3" fmla="*/ 16 h 16"/>
                <a:gd name="T4" fmla="*/ 18 w 18"/>
                <a:gd name="T5" fmla="*/ 10 h 16"/>
                <a:gd name="T6" fmla="*/ 4 w 18"/>
                <a:gd name="T7" fmla="*/ 0 h 16"/>
                <a:gd name="T8" fmla="*/ 0 w 18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0" y="7"/>
                  </a:moveTo>
                  <a:cubicBezTo>
                    <a:pt x="5" y="10"/>
                    <a:pt x="9" y="13"/>
                    <a:pt x="13" y="16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4" y="7"/>
                    <a:pt x="9" y="3"/>
                    <a:pt x="4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8" name="Freeform 260"/>
            <p:cNvSpPr>
              <a:spLocks/>
            </p:cNvSpPr>
            <p:nvPr/>
          </p:nvSpPr>
          <p:spPr bwMode="auto">
            <a:xfrm>
              <a:off x="5840017" y="1865893"/>
              <a:ext cx="56740" cy="56740"/>
            </a:xfrm>
            <a:custGeom>
              <a:avLst/>
              <a:gdLst>
                <a:gd name="T0" fmla="*/ 5 w 27"/>
                <a:gd name="T1" fmla="*/ 20 h 27"/>
                <a:gd name="T2" fmla="*/ 5 w 27"/>
                <a:gd name="T3" fmla="*/ 0 h 27"/>
                <a:gd name="T4" fmla="*/ 0 w 27"/>
                <a:gd name="T5" fmla="*/ 0 h 27"/>
                <a:gd name="T6" fmla="*/ 0 w 27"/>
                <a:gd name="T7" fmla="*/ 25 h 27"/>
                <a:gd name="T8" fmla="*/ 3 w 27"/>
                <a:gd name="T9" fmla="*/ 27 h 27"/>
                <a:gd name="T10" fmla="*/ 27 w 27"/>
                <a:gd name="T11" fmla="*/ 27 h 27"/>
                <a:gd name="T12" fmla="*/ 27 w 27"/>
                <a:gd name="T13" fmla="*/ 23 h 27"/>
                <a:gd name="T14" fmla="*/ 7 w 27"/>
                <a:gd name="T15" fmla="*/ 23 h 27"/>
                <a:gd name="T16" fmla="*/ 5 w 27"/>
                <a:gd name="T17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5" y="20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0" y="25"/>
                  </a:lnTo>
                  <a:lnTo>
                    <a:pt x="3" y="27"/>
                  </a:lnTo>
                  <a:lnTo>
                    <a:pt x="27" y="27"/>
                  </a:lnTo>
                  <a:lnTo>
                    <a:pt x="27" y="23"/>
                  </a:lnTo>
                  <a:lnTo>
                    <a:pt x="7" y="23"/>
                  </a:lnTo>
                  <a:lnTo>
                    <a:pt x="5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9" name="Freeform 261"/>
            <p:cNvSpPr>
              <a:spLocks/>
            </p:cNvSpPr>
            <p:nvPr/>
          </p:nvSpPr>
          <p:spPr bwMode="auto">
            <a:xfrm>
              <a:off x="5741248" y="1949951"/>
              <a:ext cx="8406" cy="10508"/>
            </a:xfrm>
            <a:custGeom>
              <a:avLst/>
              <a:gdLst>
                <a:gd name="T0" fmla="*/ 8 w 8"/>
                <a:gd name="T1" fmla="*/ 1 h 9"/>
                <a:gd name="T2" fmla="*/ 1 w 8"/>
                <a:gd name="T3" fmla="*/ 0 h 9"/>
                <a:gd name="T4" fmla="*/ 0 w 8"/>
                <a:gd name="T5" fmla="*/ 8 h 9"/>
                <a:gd name="T6" fmla="*/ 8 w 8"/>
                <a:gd name="T7" fmla="*/ 9 h 9"/>
                <a:gd name="T8" fmla="*/ 8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6" y="1"/>
                    <a:pt x="3" y="1"/>
                    <a:pt x="1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9"/>
                    <a:pt x="6" y="9"/>
                    <a:pt x="8" y="9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0" name="Freeform 262"/>
            <p:cNvSpPr>
              <a:spLocks/>
            </p:cNvSpPr>
            <p:nvPr/>
          </p:nvSpPr>
          <p:spPr bwMode="auto">
            <a:xfrm>
              <a:off x="5657190" y="1918428"/>
              <a:ext cx="21014" cy="18914"/>
            </a:xfrm>
            <a:custGeom>
              <a:avLst/>
              <a:gdLst>
                <a:gd name="T0" fmla="*/ 0 w 18"/>
                <a:gd name="T1" fmla="*/ 6 h 16"/>
                <a:gd name="T2" fmla="*/ 14 w 18"/>
                <a:gd name="T3" fmla="*/ 16 h 16"/>
                <a:gd name="T4" fmla="*/ 18 w 18"/>
                <a:gd name="T5" fmla="*/ 9 h 16"/>
                <a:gd name="T6" fmla="*/ 5 w 18"/>
                <a:gd name="T7" fmla="*/ 0 h 16"/>
                <a:gd name="T8" fmla="*/ 0 w 18"/>
                <a:gd name="T9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0" y="6"/>
                  </a:moveTo>
                  <a:cubicBezTo>
                    <a:pt x="5" y="10"/>
                    <a:pt x="9" y="13"/>
                    <a:pt x="14" y="1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4" y="7"/>
                    <a:pt x="9" y="3"/>
                    <a:pt x="5" y="0"/>
                  </a:cubicBez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Freeform 263"/>
            <p:cNvSpPr>
              <a:spLocks/>
            </p:cNvSpPr>
            <p:nvPr/>
          </p:nvSpPr>
          <p:spPr bwMode="auto">
            <a:xfrm>
              <a:off x="5604655" y="1819661"/>
              <a:ext cx="10508" cy="21014"/>
            </a:xfrm>
            <a:custGeom>
              <a:avLst/>
              <a:gdLst>
                <a:gd name="T0" fmla="*/ 0 w 10"/>
                <a:gd name="T1" fmla="*/ 0 h 17"/>
                <a:gd name="T2" fmla="*/ 2 w 10"/>
                <a:gd name="T3" fmla="*/ 17 h 17"/>
                <a:gd name="T4" fmla="*/ 10 w 10"/>
                <a:gd name="T5" fmla="*/ 16 h 17"/>
                <a:gd name="T6" fmla="*/ 8 w 10"/>
                <a:gd name="T7" fmla="*/ 0 h 17"/>
                <a:gd name="T8" fmla="*/ 0 w 10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1" y="6"/>
                    <a:pt x="1" y="12"/>
                    <a:pt x="2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1"/>
                    <a:pt x="9" y="5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Freeform 264"/>
            <p:cNvSpPr>
              <a:spLocks/>
            </p:cNvSpPr>
            <p:nvPr/>
          </p:nvSpPr>
          <p:spPr bwMode="auto">
            <a:xfrm>
              <a:off x="5608858" y="1849081"/>
              <a:ext cx="14711" cy="21014"/>
            </a:xfrm>
            <a:custGeom>
              <a:avLst/>
              <a:gdLst>
                <a:gd name="T0" fmla="*/ 0 w 13"/>
                <a:gd name="T1" fmla="*/ 2 h 18"/>
                <a:gd name="T2" fmla="*/ 6 w 13"/>
                <a:gd name="T3" fmla="*/ 18 h 18"/>
                <a:gd name="T4" fmla="*/ 13 w 13"/>
                <a:gd name="T5" fmla="*/ 15 h 18"/>
                <a:gd name="T6" fmla="*/ 8 w 13"/>
                <a:gd name="T7" fmla="*/ 0 h 18"/>
                <a:gd name="T8" fmla="*/ 0 w 13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0" y="2"/>
                  </a:moveTo>
                  <a:cubicBezTo>
                    <a:pt x="2" y="7"/>
                    <a:pt x="4" y="13"/>
                    <a:pt x="6" y="18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1" y="10"/>
                    <a:pt x="9" y="5"/>
                    <a:pt x="8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3" name="Freeform 265"/>
            <p:cNvSpPr>
              <a:spLocks/>
            </p:cNvSpPr>
            <p:nvPr/>
          </p:nvSpPr>
          <p:spPr bwMode="auto">
            <a:xfrm>
              <a:off x="5608858" y="1760821"/>
              <a:ext cx="14711" cy="21014"/>
            </a:xfrm>
            <a:custGeom>
              <a:avLst/>
              <a:gdLst>
                <a:gd name="T0" fmla="*/ 7 w 12"/>
                <a:gd name="T1" fmla="*/ 18 h 18"/>
                <a:gd name="T2" fmla="*/ 12 w 12"/>
                <a:gd name="T3" fmla="*/ 3 h 18"/>
                <a:gd name="T4" fmla="*/ 5 w 12"/>
                <a:gd name="T5" fmla="*/ 0 h 18"/>
                <a:gd name="T6" fmla="*/ 0 w 12"/>
                <a:gd name="T7" fmla="*/ 16 h 18"/>
                <a:gd name="T8" fmla="*/ 7 w 12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7" y="18"/>
                  </a:moveTo>
                  <a:cubicBezTo>
                    <a:pt x="9" y="13"/>
                    <a:pt x="10" y="7"/>
                    <a:pt x="12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5"/>
                    <a:pt x="1" y="10"/>
                    <a:pt x="0" y="16"/>
                  </a:cubicBezTo>
                  <a:lnTo>
                    <a:pt x="7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Freeform 266"/>
            <p:cNvSpPr>
              <a:spLocks/>
            </p:cNvSpPr>
            <p:nvPr/>
          </p:nvSpPr>
          <p:spPr bwMode="auto">
            <a:xfrm>
              <a:off x="5682408" y="1935240"/>
              <a:ext cx="21014" cy="16812"/>
            </a:xfrm>
            <a:custGeom>
              <a:avLst/>
              <a:gdLst>
                <a:gd name="T0" fmla="*/ 3 w 18"/>
                <a:gd name="T1" fmla="*/ 0 h 14"/>
                <a:gd name="T2" fmla="*/ 0 w 18"/>
                <a:gd name="T3" fmla="*/ 8 h 14"/>
                <a:gd name="T4" fmla="*/ 15 w 18"/>
                <a:gd name="T5" fmla="*/ 14 h 14"/>
                <a:gd name="T6" fmla="*/ 18 w 18"/>
                <a:gd name="T7" fmla="*/ 7 h 14"/>
                <a:gd name="T8" fmla="*/ 3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3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" y="10"/>
                    <a:pt x="10" y="13"/>
                    <a:pt x="15" y="14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3" y="5"/>
                    <a:pt x="8" y="3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Freeform 267"/>
            <p:cNvSpPr>
              <a:spLocks/>
            </p:cNvSpPr>
            <p:nvPr/>
          </p:nvSpPr>
          <p:spPr bwMode="auto">
            <a:xfrm>
              <a:off x="5604655" y="1788139"/>
              <a:ext cx="10508" cy="23117"/>
            </a:xfrm>
            <a:custGeom>
              <a:avLst/>
              <a:gdLst>
                <a:gd name="T0" fmla="*/ 0 w 10"/>
                <a:gd name="T1" fmla="*/ 18 h 18"/>
                <a:gd name="T2" fmla="*/ 8 w 10"/>
                <a:gd name="T3" fmla="*/ 18 h 18"/>
                <a:gd name="T4" fmla="*/ 10 w 10"/>
                <a:gd name="T5" fmla="*/ 2 h 18"/>
                <a:gd name="T6" fmla="*/ 2 w 10"/>
                <a:gd name="T7" fmla="*/ 0 h 18"/>
                <a:gd name="T8" fmla="*/ 0 w 10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8" y="18"/>
                    <a:pt x="8" y="18"/>
                    <a:pt x="8" y="18"/>
                  </a:cubicBezTo>
                  <a:cubicBezTo>
                    <a:pt x="8" y="12"/>
                    <a:pt x="9" y="7"/>
                    <a:pt x="1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0" y="12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Freeform 268"/>
            <p:cNvSpPr>
              <a:spLocks/>
            </p:cNvSpPr>
            <p:nvPr/>
          </p:nvSpPr>
          <p:spPr bwMode="auto">
            <a:xfrm>
              <a:off x="5617264" y="1733501"/>
              <a:ext cx="18914" cy="21014"/>
            </a:xfrm>
            <a:custGeom>
              <a:avLst/>
              <a:gdLst>
                <a:gd name="T0" fmla="*/ 0 w 15"/>
                <a:gd name="T1" fmla="*/ 15 h 18"/>
                <a:gd name="T2" fmla="*/ 7 w 15"/>
                <a:gd name="T3" fmla="*/ 18 h 18"/>
                <a:gd name="T4" fmla="*/ 15 w 15"/>
                <a:gd name="T5" fmla="*/ 4 h 18"/>
                <a:gd name="T6" fmla="*/ 9 w 15"/>
                <a:gd name="T7" fmla="*/ 0 h 18"/>
                <a:gd name="T8" fmla="*/ 0 w 15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8">
                  <a:moveTo>
                    <a:pt x="0" y="15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10" y="13"/>
                    <a:pt x="12" y="9"/>
                    <a:pt x="15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4"/>
                    <a:pt x="3" y="10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Freeform 269"/>
            <p:cNvSpPr>
              <a:spLocks/>
            </p:cNvSpPr>
            <p:nvPr/>
          </p:nvSpPr>
          <p:spPr bwMode="auto">
            <a:xfrm>
              <a:off x="5619364" y="1874299"/>
              <a:ext cx="18914" cy="23117"/>
            </a:xfrm>
            <a:custGeom>
              <a:avLst/>
              <a:gdLst>
                <a:gd name="T0" fmla="*/ 0 w 16"/>
                <a:gd name="T1" fmla="*/ 4 h 19"/>
                <a:gd name="T2" fmla="*/ 9 w 16"/>
                <a:gd name="T3" fmla="*/ 19 h 19"/>
                <a:gd name="T4" fmla="*/ 16 w 16"/>
                <a:gd name="T5" fmla="*/ 14 h 19"/>
                <a:gd name="T6" fmla="*/ 7 w 16"/>
                <a:gd name="T7" fmla="*/ 0 h 19"/>
                <a:gd name="T8" fmla="*/ 0 w 16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9">
                  <a:moveTo>
                    <a:pt x="0" y="4"/>
                  </a:moveTo>
                  <a:cubicBezTo>
                    <a:pt x="3" y="9"/>
                    <a:pt x="6" y="14"/>
                    <a:pt x="9" y="19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0"/>
                    <a:pt x="10" y="5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Freeform 270"/>
            <p:cNvSpPr>
              <a:spLocks/>
            </p:cNvSpPr>
            <p:nvPr/>
          </p:nvSpPr>
          <p:spPr bwMode="auto">
            <a:xfrm>
              <a:off x="5636176" y="1899516"/>
              <a:ext cx="18914" cy="18914"/>
            </a:xfrm>
            <a:custGeom>
              <a:avLst/>
              <a:gdLst>
                <a:gd name="T0" fmla="*/ 12 w 17"/>
                <a:gd name="T1" fmla="*/ 17 h 17"/>
                <a:gd name="T2" fmla="*/ 17 w 17"/>
                <a:gd name="T3" fmla="*/ 12 h 17"/>
                <a:gd name="T4" fmla="*/ 15 w 17"/>
                <a:gd name="T5" fmla="*/ 10 h 17"/>
                <a:gd name="T6" fmla="*/ 6 w 17"/>
                <a:gd name="T7" fmla="*/ 0 h 17"/>
                <a:gd name="T8" fmla="*/ 0 w 17"/>
                <a:gd name="T9" fmla="*/ 5 h 17"/>
                <a:gd name="T10" fmla="*/ 10 w 17"/>
                <a:gd name="T11" fmla="*/ 15 h 17"/>
                <a:gd name="T12" fmla="*/ 12 w 17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7">
                  <a:moveTo>
                    <a:pt x="12" y="17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6" y="10"/>
                    <a:pt x="15" y="10"/>
                  </a:cubicBezTo>
                  <a:cubicBezTo>
                    <a:pt x="12" y="7"/>
                    <a:pt x="9" y="3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8"/>
                    <a:pt x="6" y="12"/>
                    <a:pt x="10" y="15"/>
                  </a:cubicBezTo>
                  <a:cubicBezTo>
                    <a:pt x="10" y="16"/>
                    <a:pt x="11" y="17"/>
                    <a:pt x="12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Freeform 271"/>
            <p:cNvSpPr>
              <a:spLocks/>
            </p:cNvSpPr>
            <p:nvPr/>
          </p:nvSpPr>
          <p:spPr bwMode="auto">
            <a:xfrm>
              <a:off x="5634075" y="1710386"/>
              <a:ext cx="21014" cy="21014"/>
            </a:xfrm>
            <a:custGeom>
              <a:avLst/>
              <a:gdLst>
                <a:gd name="T0" fmla="*/ 4 w 10"/>
                <a:gd name="T1" fmla="*/ 10 h 10"/>
                <a:gd name="T2" fmla="*/ 0 w 10"/>
                <a:gd name="T3" fmla="*/ 7 h 10"/>
                <a:gd name="T4" fmla="*/ 7 w 10"/>
                <a:gd name="T5" fmla="*/ 0 h 10"/>
                <a:gd name="T6" fmla="*/ 10 w 10"/>
                <a:gd name="T7" fmla="*/ 3 h 10"/>
                <a:gd name="T8" fmla="*/ 4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10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0" y="3"/>
                  </a:lnTo>
                  <a:lnTo>
                    <a:pt x="4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Freeform 272"/>
            <p:cNvSpPr>
              <a:spLocks/>
            </p:cNvSpPr>
            <p:nvPr/>
          </p:nvSpPr>
          <p:spPr bwMode="auto">
            <a:xfrm>
              <a:off x="5711828" y="1945748"/>
              <a:ext cx="21014" cy="14711"/>
            </a:xfrm>
            <a:custGeom>
              <a:avLst/>
              <a:gdLst>
                <a:gd name="T0" fmla="*/ 2 w 18"/>
                <a:gd name="T1" fmla="*/ 0 h 12"/>
                <a:gd name="T2" fmla="*/ 0 w 18"/>
                <a:gd name="T3" fmla="*/ 8 h 12"/>
                <a:gd name="T4" fmla="*/ 16 w 18"/>
                <a:gd name="T5" fmla="*/ 12 h 12"/>
                <a:gd name="T6" fmla="*/ 18 w 18"/>
                <a:gd name="T7" fmla="*/ 4 h 12"/>
                <a:gd name="T8" fmla="*/ 2 w 1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2">
                  <a:moveTo>
                    <a:pt x="2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" y="10"/>
                    <a:pt x="11" y="11"/>
                    <a:pt x="16" y="1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2" y="3"/>
                    <a:pt x="7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Freeform 273"/>
            <p:cNvSpPr>
              <a:spLocks/>
            </p:cNvSpPr>
            <p:nvPr/>
          </p:nvSpPr>
          <p:spPr bwMode="auto">
            <a:xfrm>
              <a:off x="5613061" y="1695675"/>
              <a:ext cx="56740" cy="56740"/>
            </a:xfrm>
            <a:custGeom>
              <a:avLst/>
              <a:gdLst>
                <a:gd name="T0" fmla="*/ 0 w 27"/>
                <a:gd name="T1" fmla="*/ 0 h 27"/>
                <a:gd name="T2" fmla="*/ 0 w 27"/>
                <a:gd name="T3" fmla="*/ 4 h 27"/>
                <a:gd name="T4" fmla="*/ 21 w 27"/>
                <a:gd name="T5" fmla="*/ 4 h 27"/>
                <a:gd name="T6" fmla="*/ 23 w 27"/>
                <a:gd name="T7" fmla="*/ 6 h 27"/>
                <a:gd name="T8" fmla="*/ 23 w 27"/>
                <a:gd name="T9" fmla="*/ 27 h 27"/>
                <a:gd name="T10" fmla="*/ 27 w 27"/>
                <a:gd name="T11" fmla="*/ 27 h 27"/>
                <a:gd name="T12" fmla="*/ 27 w 27"/>
                <a:gd name="T13" fmla="*/ 2 h 27"/>
                <a:gd name="T14" fmla="*/ 25 w 27"/>
                <a:gd name="T15" fmla="*/ 0 h 27"/>
                <a:gd name="T16" fmla="*/ 0 w 27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lnTo>
                    <a:pt x="0" y="4"/>
                  </a:lnTo>
                  <a:lnTo>
                    <a:pt x="21" y="4"/>
                  </a:lnTo>
                  <a:lnTo>
                    <a:pt x="23" y="6"/>
                  </a:lnTo>
                  <a:lnTo>
                    <a:pt x="23" y="27"/>
                  </a:lnTo>
                  <a:lnTo>
                    <a:pt x="27" y="27"/>
                  </a:lnTo>
                  <a:lnTo>
                    <a:pt x="27" y="2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7" name="Группа 386"/>
          <p:cNvGrpSpPr/>
          <p:nvPr/>
        </p:nvGrpSpPr>
        <p:grpSpPr>
          <a:xfrm>
            <a:off x="6392696" y="2052921"/>
            <a:ext cx="298406" cy="300507"/>
            <a:chOff x="6392696" y="2052921"/>
            <a:chExt cx="298406" cy="300507"/>
          </a:xfrm>
          <a:solidFill>
            <a:schemeClr val="tx1"/>
          </a:solidFill>
        </p:grpSpPr>
        <p:sp>
          <p:nvSpPr>
            <p:cNvPr id="252" name="Freeform 274"/>
            <p:cNvSpPr>
              <a:spLocks/>
            </p:cNvSpPr>
            <p:nvPr/>
          </p:nvSpPr>
          <p:spPr bwMode="auto">
            <a:xfrm>
              <a:off x="6392696" y="2239950"/>
              <a:ext cx="111377" cy="113478"/>
            </a:xfrm>
            <a:custGeom>
              <a:avLst/>
              <a:gdLst>
                <a:gd name="T0" fmla="*/ 3 w 53"/>
                <a:gd name="T1" fmla="*/ 54 h 54"/>
                <a:gd name="T2" fmla="*/ 49 w 53"/>
                <a:gd name="T3" fmla="*/ 7 h 54"/>
                <a:gd name="T4" fmla="*/ 49 w 53"/>
                <a:gd name="T5" fmla="*/ 27 h 54"/>
                <a:gd name="T6" fmla="*/ 53 w 53"/>
                <a:gd name="T7" fmla="*/ 27 h 54"/>
                <a:gd name="T8" fmla="*/ 53 w 53"/>
                <a:gd name="T9" fmla="*/ 2 h 54"/>
                <a:gd name="T10" fmla="*/ 51 w 53"/>
                <a:gd name="T11" fmla="*/ 0 h 54"/>
                <a:gd name="T12" fmla="*/ 26 w 53"/>
                <a:gd name="T13" fmla="*/ 0 h 54"/>
                <a:gd name="T14" fmla="*/ 26 w 53"/>
                <a:gd name="T15" fmla="*/ 5 h 54"/>
                <a:gd name="T16" fmla="*/ 45 w 53"/>
                <a:gd name="T17" fmla="*/ 5 h 54"/>
                <a:gd name="T18" fmla="*/ 0 w 53"/>
                <a:gd name="T19" fmla="*/ 50 h 54"/>
                <a:gd name="T20" fmla="*/ 3 w 53"/>
                <a:gd name="T2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4">
                  <a:moveTo>
                    <a:pt x="3" y="54"/>
                  </a:moveTo>
                  <a:lnTo>
                    <a:pt x="49" y="7"/>
                  </a:lnTo>
                  <a:lnTo>
                    <a:pt x="49" y="27"/>
                  </a:lnTo>
                  <a:lnTo>
                    <a:pt x="53" y="27"/>
                  </a:lnTo>
                  <a:lnTo>
                    <a:pt x="53" y="2"/>
                  </a:lnTo>
                  <a:lnTo>
                    <a:pt x="51" y="0"/>
                  </a:lnTo>
                  <a:lnTo>
                    <a:pt x="26" y="0"/>
                  </a:lnTo>
                  <a:lnTo>
                    <a:pt x="26" y="5"/>
                  </a:lnTo>
                  <a:lnTo>
                    <a:pt x="45" y="5"/>
                  </a:lnTo>
                  <a:lnTo>
                    <a:pt x="0" y="50"/>
                  </a:lnTo>
                  <a:lnTo>
                    <a:pt x="3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Freeform 275"/>
            <p:cNvSpPr>
              <a:spLocks/>
            </p:cNvSpPr>
            <p:nvPr/>
          </p:nvSpPr>
          <p:spPr bwMode="auto">
            <a:xfrm>
              <a:off x="6579725" y="2239950"/>
              <a:ext cx="111377" cy="113478"/>
            </a:xfrm>
            <a:custGeom>
              <a:avLst/>
              <a:gdLst>
                <a:gd name="T0" fmla="*/ 0 w 53"/>
                <a:gd name="T1" fmla="*/ 27 h 54"/>
                <a:gd name="T2" fmla="*/ 5 w 53"/>
                <a:gd name="T3" fmla="*/ 27 h 54"/>
                <a:gd name="T4" fmla="*/ 5 w 53"/>
                <a:gd name="T5" fmla="*/ 7 h 54"/>
                <a:gd name="T6" fmla="*/ 51 w 53"/>
                <a:gd name="T7" fmla="*/ 54 h 54"/>
                <a:gd name="T8" fmla="*/ 53 w 53"/>
                <a:gd name="T9" fmla="*/ 50 h 54"/>
                <a:gd name="T10" fmla="*/ 8 w 53"/>
                <a:gd name="T11" fmla="*/ 5 h 54"/>
                <a:gd name="T12" fmla="*/ 27 w 53"/>
                <a:gd name="T13" fmla="*/ 5 h 54"/>
                <a:gd name="T14" fmla="*/ 27 w 53"/>
                <a:gd name="T15" fmla="*/ 0 h 54"/>
                <a:gd name="T16" fmla="*/ 3 w 53"/>
                <a:gd name="T17" fmla="*/ 0 h 54"/>
                <a:gd name="T18" fmla="*/ 0 w 53"/>
                <a:gd name="T19" fmla="*/ 2 h 54"/>
                <a:gd name="T20" fmla="*/ 0 w 53"/>
                <a:gd name="T21" fmla="*/ 2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4">
                  <a:moveTo>
                    <a:pt x="0" y="27"/>
                  </a:moveTo>
                  <a:lnTo>
                    <a:pt x="5" y="27"/>
                  </a:lnTo>
                  <a:lnTo>
                    <a:pt x="5" y="7"/>
                  </a:lnTo>
                  <a:lnTo>
                    <a:pt x="51" y="54"/>
                  </a:lnTo>
                  <a:lnTo>
                    <a:pt x="53" y="50"/>
                  </a:lnTo>
                  <a:lnTo>
                    <a:pt x="8" y="5"/>
                  </a:lnTo>
                  <a:lnTo>
                    <a:pt x="27" y="5"/>
                  </a:lnTo>
                  <a:lnTo>
                    <a:pt x="27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276"/>
            <p:cNvSpPr>
              <a:spLocks/>
            </p:cNvSpPr>
            <p:nvPr/>
          </p:nvSpPr>
          <p:spPr bwMode="auto">
            <a:xfrm>
              <a:off x="6579725" y="2052921"/>
              <a:ext cx="111377" cy="111377"/>
            </a:xfrm>
            <a:custGeom>
              <a:avLst/>
              <a:gdLst>
                <a:gd name="T0" fmla="*/ 0 w 53"/>
                <a:gd name="T1" fmla="*/ 26 h 53"/>
                <a:gd name="T2" fmla="*/ 0 w 53"/>
                <a:gd name="T3" fmla="*/ 51 h 53"/>
                <a:gd name="T4" fmla="*/ 3 w 53"/>
                <a:gd name="T5" fmla="*/ 53 h 53"/>
                <a:gd name="T6" fmla="*/ 27 w 53"/>
                <a:gd name="T7" fmla="*/ 53 h 53"/>
                <a:gd name="T8" fmla="*/ 27 w 53"/>
                <a:gd name="T9" fmla="*/ 49 h 53"/>
                <a:gd name="T10" fmla="*/ 8 w 53"/>
                <a:gd name="T11" fmla="*/ 49 h 53"/>
                <a:gd name="T12" fmla="*/ 53 w 53"/>
                <a:gd name="T13" fmla="*/ 3 h 53"/>
                <a:gd name="T14" fmla="*/ 51 w 53"/>
                <a:gd name="T15" fmla="*/ 0 h 53"/>
                <a:gd name="T16" fmla="*/ 5 w 53"/>
                <a:gd name="T17" fmla="*/ 45 h 53"/>
                <a:gd name="T18" fmla="*/ 5 w 53"/>
                <a:gd name="T19" fmla="*/ 26 h 53"/>
                <a:gd name="T20" fmla="*/ 0 w 53"/>
                <a:gd name="T21" fmla="*/ 2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3">
                  <a:moveTo>
                    <a:pt x="0" y="26"/>
                  </a:moveTo>
                  <a:lnTo>
                    <a:pt x="0" y="51"/>
                  </a:lnTo>
                  <a:lnTo>
                    <a:pt x="3" y="53"/>
                  </a:lnTo>
                  <a:lnTo>
                    <a:pt x="27" y="53"/>
                  </a:lnTo>
                  <a:lnTo>
                    <a:pt x="27" y="49"/>
                  </a:lnTo>
                  <a:lnTo>
                    <a:pt x="8" y="49"/>
                  </a:lnTo>
                  <a:lnTo>
                    <a:pt x="53" y="3"/>
                  </a:lnTo>
                  <a:lnTo>
                    <a:pt x="51" y="0"/>
                  </a:lnTo>
                  <a:lnTo>
                    <a:pt x="5" y="45"/>
                  </a:lnTo>
                  <a:lnTo>
                    <a:pt x="5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277"/>
            <p:cNvSpPr>
              <a:spLocks/>
            </p:cNvSpPr>
            <p:nvPr/>
          </p:nvSpPr>
          <p:spPr bwMode="auto">
            <a:xfrm>
              <a:off x="6392696" y="2052921"/>
              <a:ext cx="111377" cy="111377"/>
            </a:xfrm>
            <a:custGeom>
              <a:avLst/>
              <a:gdLst>
                <a:gd name="T0" fmla="*/ 26 w 53"/>
                <a:gd name="T1" fmla="*/ 53 h 53"/>
                <a:gd name="T2" fmla="*/ 51 w 53"/>
                <a:gd name="T3" fmla="*/ 53 h 53"/>
                <a:gd name="T4" fmla="*/ 53 w 53"/>
                <a:gd name="T5" fmla="*/ 51 h 53"/>
                <a:gd name="T6" fmla="*/ 53 w 53"/>
                <a:gd name="T7" fmla="*/ 26 h 53"/>
                <a:gd name="T8" fmla="*/ 49 w 53"/>
                <a:gd name="T9" fmla="*/ 26 h 53"/>
                <a:gd name="T10" fmla="*/ 49 w 53"/>
                <a:gd name="T11" fmla="*/ 45 h 53"/>
                <a:gd name="T12" fmla="*/ 3 w 53"/>
                <a:gd name="T13" fmla="*/ 0 h 53"/>
                <a:gd name="T14" fmla="*/ 0 w 53"/>
                <a:gd name="T15" fmla="*/ 3 h 53"/>
                <a:gd name="T16" fmla="*/ 45 w 53"/>
                <a:gd name="T17" fmla="*/ 49 h 53"/>
                <a:gd name="T18" fmla="*/ 26 w 53"/>
                <a:gd name="T19" fmla="*/ 49 h 53"/>
                <a:gd name="T20" fmla="*/ 26 w 53"/>
                <a:gd name="T2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3">
                  <a:moveTo>
                    <a:pt x="26" y="53"/>
                  </a:moveTo>
                  <a:lnTo>
                    <a:pt x="51" y="53"/>
                  </a:lnTo>
                  <a:lnTo>
                    <a:pt x="53" y="51"/>
                  </a:lnTo>
                  <a:lnTo>
                    <a:pt x="53" y="26"/>
                  </a:lnTo>
                  <a:lnTo>
                    <a:pt x="49" y="26"/>
                  </a:lnTo>
                  <a:lnTo>
                    <a:pt x="49" y="45"/>
                  </a:lnTo>
                  <a:lnTo>
                    <a:pt x="3" y="0"/>
                  </a:lnTo>
                  <a:lnTo>
                    <a:pt x="0" y="3"/>
                  </a:lnTo>
                  <a:lnTo>
                    <a:pt x="45" y="49"/>
                  </a:lnTo>
                  <a:lnTo>
                    <a:pt x="26" y="49"/>
                  </a:lnTo>
                  <a:lnTo>
                    <a:pt x="26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8" name="Группа 397"/>
          <p:cNvGrpSpPr/>
          <p:nvPr/>
        </p:nvGrpSpPr>
        <p:grpSpPr>
          <a:xfrm>
            <a:off x="5604655" y="2445891"/>
            <a:ext cx="300507" cy="300507"/>
            <a:chOff x="5604655" y="2445891"/>
            <a:chExt cx="300507" cy="300507"/>
          </a:xfrm>
          <a:solidFill>
            <a:schemeClr val="tx1"/>
          </a:solidFill>
        </p:grpSpPr>
        <p:sp>
          <p:nvSpPr>
            <p:cNvPr id="256" name="Freeform 278"/>
            <p:cNvSpPr>
              <a:spLocks/>
            </p:cNvSpPr>
            <p:nvPr/>
          </p:nvSpPr>
          <p:spPr bwMode="auto">
            <a:xfrm>
              <a:off x="5604655" y="2605601"/>
              <a:ext cx="140797" cy="140797"/>
            </a:xfrm>
            <a:custGeom>
              <a:avLst/>
              <a:gdLst>
                <a:gd name="T0" fmla="*/ 4 w 67"/>
                <a:gd name="T1" fmla="*/ 5 h 67"/>
                <a:gd name="T2" fmla="*/ 0 w 67"/>
                <a:gd name="T3" fmla="*/ 8 h 67"/>
                <a:gd name="T4" fmla="*/ 59 w 67"/>
                <a:gd name="T5" fmla="*/ 67 h 67"/>
                <a:gd name="T6" fmla="*/ 62 w 67"/>
                <a:gd name="T7" fmla="*/ 63 h 67"/>
                <a:gd name="T8" fmla="*/ 35 w 67"/>
                <a:gd name="T9" fmla="*/ 36 h 67"/>
                <a:gd name="T10" fmla="*/ 63 w 67"/>
                <a:gd name="T11" fmla="*/ 8 h 67"/>
                <a:gd name="T12" fmla="*/ 63 w 67"/>
                <a:gd name="T13" fmla="*/ 27 h 67"/>
                <a:gd name="T14" fmla="*/ 67 w 67"/>
                <a:gd name="T15" fmla="*/ 27 h 67"/>
                <a:gd name="T16" fmla="*/ 67 w 67"/>
                <a:gd name="T17" fmla="*/ 2 h 67"/>
                <a:gd name="T18" fmla="*/ 65 w 67"/>
                <a:gd name="T19" fmla="*/ 0 h 67"/>
                <a:gd name="T20" fmla="*/ 40 w 67"/>
                <a:gd name="T21" fmla="*/ 0 h 67"/>
                <a:gd name="T22" fmla="*/ 40 w 67"/>
                <a:gd name="T23" fmla="*/ 4 h 67"/>
                <a:gd name="T24" fmla="*/ 60 w 67"/>
                <a:gd name="T25" fmla="*/ 4 h 67"/>
                <a:gd name="T26" fmla="*/ 31 w 67"/>
                <a:gd name="T27" fmla="*/ 32 h 67"/>
                <a:gd name="T28" fmla="*/ 4 w 67"/>
                <a:gd name="T29" fmla="*/ 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" h="67">
                  <a:moveTo>
                    <a:pt x="4" y="5"/>
                  </a:moveTo>
                  <a:lnTo>
                    <a:pt x="0" y="8"/>
                  </a:lnTo>
                  <a:lnTo>
                    <a:pt x="59" y="67"/>
                  </a:lnTo>
                  <a:lnTo>
                    <a:pt x="62" y="63"/>
                  </a:lnTo>
                  <a:lnTo>
                    <a:pt x="35" y="36"/>
                  </a:lnTo>
                  <a:lnTo>
                    <a:pt x="63" y="8"/>
                  </a:lnTo>
                  <a:lnTo>
                    <a:pt x="63" y="27"/>
                  </a:lnTo>
                  <a:lnTo>
                    <a:pt x="67" y="27"/>
                  </a:lnTo>
                  <a:lnTo>
                    <a:pt x="67" y="2"/>
                  </a:lnTo>
                  <a:lnTo>
                    <a:pt x="65" y="0"/>
                  </a:lnTo>
                  <a:lnTo>
                    <a:pt x="40" y="0"/>
                  </a:lnTo>
                  <a:lnTo>
                    <a:pt x="40" y="4"/>
                  </a:lnTo>
                  <a:lnTo>
                    <a:pt x="60" y="4"/>
                  </a:lnTo>
                  <a:lnTo>
                    <a:pt x="31" y="32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Freeform 279"/>
            <p:cNvSpPr>
              <a:spLocks/>
            </p:cNvSpPr>
            <p:nvPr/>
          </p:nvSpPr>
          <p:spPr bwMode="auto">
            <a:xfrm>
              <a:off x="5764365" y="2445891"/>
              <a:ext cx="140797" cy="140797"/>
            </a:xfrm>
            <a:custGeom>
              <a:avLst/>
              <a:gdLst>
                <a:gd name="T0" fmla="*/ 0 w 67"/>
                <a:gd name="T1" fmla="*/ 40 h 67"/>
                <a:gd name="T2" fmla="*/ 0 w 67"/>
                <a:gd name="T3" fmla="*/ 64 h 67"/>
                <a:gd name="T4" fmla="*/ 2 w 67"/>
                <a:gd name="T5" fmla="*/ 67 h 67"/>
                <a:gd name="T6" fmla="*/ 27 w 67"/>
                <a:gd name="T7" fmla="*/ 67 h 67"/>
                <a:gd name="T8" fmla="*/ 27 w 67"/>
                <a:gd name="T9" fmla="*/ 62 h 67"/>
                <a:gd name="T10" fmla="*/ 8 w 67"/>
                <a:gd name="T11" fmla="*/ 62 h 67"/>
                <a:gd name="T12" fmla="*/ 36 w 67"/>
                <a:gd name="T13" fmla="*/ 34 h 67"/>
                <a:gd name="T14" fmla="*/ 64 w 67"/>
                <a:gd name="T15" fmla="*/ 62 h 67"/>
                <a:gd name="T16" fmla="*/ 67 w 67"/>
                <a:gd name="T17" fmla="*/ 58 h 67"/>
                <a:gd name="T18" fmla="*/ 9 w 67"/>
                <a:gd name="T19" fmla="*/ 0 h 67"/>
                <a:gd name="T20" fmla="*/ 5 w 67"/>
                <a:gd name="T21" fmla="*/ 3 h 67"/>
                <a:gd name="T22" fmla="*/ 33 w 67"/>
                <a:gd name="T23" fmla="*/ 31 h 67"/>
                <a:gd name="T24" fmla="*/ 5 w 67"/>
                <a:gd name="T25" fmla="*/ 59 h 67"/>
                <a:gd name="T26" fmla="*/ 5 w 67"/>
                <a:gd name="T27" fmla="*/ 40 h 67"/>
                <a:gd name="T28" fmla="*/ 0 w 67"/>
                <a:gd name="T29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" h="67">
                  <a:moveTo>
                    <a:pt x="0" y="40"/>
                  </a:moveTo>
                  <a:lnTo>
                    <a:pt x="0" y="64"/>
                  </a:lnTo>
                  <a:lnTo>
                    <a:pt x="2" y="67"/>
                  </a:lnTo>
                  <a:lnTo>
                    <a:pt x="27" y="67"/>
                  </a:lnTo>
                  <a:lnTo>
                    <a:pt x="27" y="62"/>
                  </a:lnTo>
                  <a:lnTo>
                    <a:pt x="8" y="62"/>
                  </a:lnTo>
                  <a:lnTo>
                    <a:pt x="36" y="34"/>
                  </a:lnTo>
                  <a:lnTo>
                    <a:pt x="64" y="62"/>
                  </a:lnTo>
                  <a:lnTo>
                    <a:pt x="67" y="58"/>
                  </a:lnTo>
                  <a:lnTo>
                    <a:pt x="9" y="0"/>
                  </a:lnTo>
                  <a:lnTo>
                    <a:pt x="5" y="3"/>
                  </a:lnTo>
                  <a:lnTo>
                    <a:pt x="33" y="31"/>
                  </a:lnTo>
                  <a:lnTo>
                    <a:pt x="5" y="59"/>
                  </a:lnTo>
                  <a:lnTo>
                    <a:pt x="5" y="40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5" name="Группа 434"/>
          <p:cNvGrpSpPr/>
          <p:nvPr/>
        </p:nvGrpSpPr>
        <p:grpSpPr>
          <a:xfrm>
            <a:off x="6783564" y="3738279"/>
            <a:ext cx="304711" cy="73551"/>
            <a:chOff x="6783564" y="3738279"/>
            <a:chExt cx="304711" cy="73551"/>
          </a:xfrm>
          <a:solidFill>
            <a:schemeClr val="tx1"/>
          </a:solidFill>
        </p:grpSpPr>
        <p:sp>
          <p:nvSpPr>
            <p:cNvPr id="258" name="Freeform 282"/>
            <p:cNvSpPr>
              <a:spLocks/>
            </p:cNvSpPr>
            <p:nvPr/>
          </p:nvSpPr>
          <p:spPr bwMode="auto">
            <a:xfrm>
              <a:off x="6960086" y="3738279"/>
              <a:ext cx="128189" cy="73551"/>
            </a:xfrm>
            <a:custGeom>
              <a:avLst/>
              <a:gdLst>
                <a:gd name="T0" fmla="*/ 19 w 61"/>
                <a:gd name="T1" fmla="*/ 3 h 35"/>
                <a:gd name="T2" fmla="*/ 15 w 61"/>
                <a:gd name="T3" fmla="*/ 0 h 35"/>
                <a:gd name="T4" fmla="*/ 0 w 61"/>
                <a:gd name="T5" fmla="*/ 16 h 35"/>
                <a:gd name="T6" fmla="*/ 0 w 61"/>
                <a:gd name="T7" fmla="*/ 19 h 35"/>
                <a:gd name="T8" fmla="*/ 15 w 61"/>
                <a:gd name="T9" fmla="*/ 35 h 35"/>
                <a:gd name="T10" fmla="*/ 19 w 61"/>
                <a:gd name="T11" fmla="*/ 31 h 35"/>
                <a:gd name="T12" fmla="*/ 7 w 61"/>
                <a:gd name="T13" fmla="*/ 19 h 35"/>
                <a:gd name="T14" fmla="*/ 61 w 61"/>
                <a:gd name="T15" fmla="*/ 19 h 35"/>
                <a:gd name="T16" fmla="*/ 61 w 61"/>
                <a:gd name="T17" fmla="*/ 15 h 35"/>
                <a:gd name="T18" fmla="*/ 7 w 61"/>
                <a:gd name="T19" fmla="*/ 15 h 35"/>
                <a:gd name="T20" fmla="*/ 19 w 61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35">
                  <a:moveTo>
                    <a:pt x="19" y="3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15" y="35"/>
                  </a:lnTo>
                  <a:lnTo>
                    <a:pt x="19" y="31"/>
                  </a:lnTo>
                  <a:lnTo>
                    <a:pt x="7" y="19"/>
                  </a:lnTo>
                  <a:lnTo>
                    <a:pt x="61" y="19"/>
                  </a:lnTo>
                  <a:lnTo>
                    <a:pt x="61" y="15"/>
                  </a:lnTo>
                  <a:lnTo>
                    <a:pt x="7" y="15"/>
                  </a:lnTo>
                  <a:lnTo>
                    <a:pt x="19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Freeform 283"/>
            <p:cNvSpPr>
              <a:spLocks/>
            </p:cNvSpPr>
            <p:nvPr/>
          </p:nvSpPr>
          <p:spPr bwMode="auto">
            <a:xfrm>
              <a:off x="6783564" y="3738279"/>
              <a:ext cx="128189" cy="73551"/>
            </a:xfrm>
            <a:custGeom>
              <a:avLst/>
              <a:gdLst>
                <a:gd name="T0" fmla="*/ 41 w 61"/>
                <a:gd name="T1" fmla="*/ 3 h 35"/>
                <a:gd name="T2" fmla="*/ 53 w 61"/>
                <a:gd name="T3" fmla="*/ 15 h 35"/>
                <a:gd name="T4" fmla="*/ 0 w 61"/>
                <a:gd name="T5" fmla="*/ 15 h 35"/>
                <a:gd name="T6" fmla="*/ 0 w 61"/>
                <a:gd name="T7" fmla="*/ 19 h 35"/>
                <a:gd name="T8" fmla="*/ 53 w 61"/>
                <a:gd name="T9" fmla="*/ 19 h 35"/>
                <a:gd name="T10" fmla="*/ 41 w 61"/>
                <a:gd name="T11" fmla="*/ 31 h 35"/>
                <a:gd name="T12" fmla="*/ 45 w 61"/>
                <a:gd name="T13" fmla="*/ 35 h 35"/>
                <a:gd name="T14" fmla="*/ 61 w 61"/>
                <a:gd name="T15" fmla="*/ 19 h 35"/>
                <a:gd name="T16" fmla="*/ 61 w 61"/>
                <a:gd name="T17" fmla="*/ 16 h 35"/>
                <a:gd name="T18" fmla="*/ 45 w 61"/>
                <a:gd name="T19" fmla="*/ 0 h 35"/>
                <a:gd name="T20" fmla="*/ 41 w 61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35">
                  <a:moveTo>
                    <a:pt x="41" y="3"/>
                  </a:moveTo>
                  <a:lnTo>
                    <a:pt x="53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53" y="19"/>
                  </a:lnTo>
                  <a:lnTo>
                    <a:pt x="41" y="31"/>
                  </a:lnTo>
                  <a:lnTo>
                    <a:pt x="45" y="35"/>
                  </a:lnTo>
                  <a:lnTo>
                    <a:pt x="61" y="19"/>
                  </a:lnTo>
                  <a:lnTo>
                    <a:pt x="61" y="16"/>
                  </a:lnTo>
                  <a:lnTo>
                    <a:pt x="45" y="0"/>
                  </a:lnTo>
                  <a:lnTo>
                    <a:pt x="4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4" name="Группа 433"/>
          <p:cNvGrpSpPr/>
          <p:nvPr/>
        </p:nvGrpSpPr>
        <p:grpSpPr>
          <a:xfrm>
            <a:off x="6409507" y="3622700"/>
            <a:ext cx="264783" cy="302608"/>
            <a:chOff x="6409507" y="3622700"/>
            <a:chExt cx="264783" cy="302608"/>
          </a:xfrm>
          <a:solidFill>
            <a:schemeClr val="tx1"/>
          </a:solidFill>
        </p:grpSpPr>
        <p:sp>
          <p:nvSpPr>
            <p:cNvPr id="260" name="Freeform 284"/>
            <p:cNvSpPr>
              <a:spLocks/>
            </p:cNvSpPr>
            <p:nvPr/>
          </p:nvSpPr>
          <p:spPr bwMode="auto">
            <a:xfrm>
              <a:off x="6409507" y="3622700"/>
              <a:ext cx="109275" cy="302608"/>
            </a:xfrm>
            <a:custGeom>
              <a:avLst/>
              <a:gdLst>
                <a:gd name="T0" fmla="*/ 0 w 52"/>
                <a:gd name="T1" fmla="*/ 0 h 144"/>
                <a:gd name="T2" fmla="*/ 0 w 52"/>
                <a:gd name="T3" fmla="*/ 144 h 144"/>
                <a:gd name="T4" fmla="*/ 5 w 52"/>
                <a:gd name="T5" fmla="*/ 144 h 144"/>
                <a:gd name="T6" fmla="*/ 5 w 52"/>
                <a:gd name="T7" fmla="*/ 74 h 144"/>
                <a:gd name="T8" fmla="*/ 44 w 52"/>
                <a:gd name="T9" fmla="*/ 74 h 144"/>
                <a:gd name="T10" fmla="*/ 32 w 52"/>
                <a:gd name="T11" fmla="*/ 86 h 144"/>
                <a:gd name="T12" fmla="*/ 36 w 52"/>
                <a:gd name="T13" fmla="*/ 90 h 144"/>
                <a:gd name="T14" fmla="*/ 52 w 52"/>
                <a:gd name="T15" fmla="*/ 74 h 144"/>
                <a:gd name="T16" fmla="*/ 52 w 52"/>
                <a:gd name="T17" fmla="*/ 71 h 144"/>
                <a:gd name="T18" fmla="*/ 36 w 52"/>
                <a:gd name="T19" fmla="*/ 55 h 144"/>
                <a:gd name="T20" fmla="*/ 32 w 52"/>
                <a:gd name="T21" fmla="*/ 58 h 144"/>
                <a:gd name="T22" fmla="*/ 44 w 52"/>
                <a:gd name="T23" fmla="*/ 70 h 144"/>
                <a:gd name="T24" fmla="*/ 5 w 52"/>
                <a:gd name="T25" fmla="*/ 70 h 144"/>
                <a:gd name="T26" fmla="*/ 5 w 52"/>
                <a:gd name="T27" fmla="*/ 0 h 144"/>
                <a:gd name="T28" fmla="*/ 0 w 52"/>
                <a:gd name="T2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" h="144">
                  <a:moveTo>
                    <a:pt x="0" y="0"/>
                  </a:moveTo>
                  <a:lnTo>
                    <a:pt x="0" y="144"/>
                  </a:lnTo>
                  <a:lnTo>
                    <a:pt x="5" y="144"/>
                  </a:lnTo>
                  <a:lnTo>
                    <a:pt x="5" y="74"/>
                  </a:lnTo>
                  <a:lnTo>
                    <a:pt x="44" y="74"/>
                  </a:lnTo>
                  <a:lnTo>
                    <a:pt x="32" y="86"/>
                  </a:lnTo>
                  <a:lnTo>
                    <a:pt x="36" y="90"/>
                  </a:lnTo>
                  <a:lnTo>
                    <a:pt x="52" y="74"/>
                  </a:lnTo>
                  <a:lnTo>
                    <a:pt x="52" y="71"/>
                  </a:lnTo>
                  <a:lnTo>
                    <a:pt x="36" y="55"/>
                  </a:lnTo>
                  <a:lnTo>
                    <a:pt x="32" y="58"/>
                  </a:lnTo>
                  <a:lnTo>
                    <a:pt x="44" y="70"/>
                  </a:lnTo>
                  <a:lnTo>
                    <a:pt x="5" y="7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1" name="Freeform 285"/>
            <p:cNvSpPr>
              <a:spLocks/>
            </p:cNvSpPr>
            <p:nvPr/>
          </p:nvSpPr>
          <p:spPr bwMode="auto">
            <a:xfrm>
              <a:off x="6567116" y="3622700"/>
              <a:ext cx="107174" cy="302608"/>
            </a:xfrm>
            <a:custGeom>
              <a:avLst/>
              <a:gdLst>
                <a:gd name="T0" fmla="*/ 15 w 51"/>
                <a:gd name="T1" fmla="*/ 55 h 144"/>
                <a:gd name="T2" fmla="*/ 0 w 51"/>
                <a:gd name="T3" fmla="*/ 71 h 144"/>
                <a:gd name="T4" fmla="*/ 0 w 51"/>
                <a:gd name="T5" fmla="*/ 74 h 144"/>
                <a:gd name="T6" fmla="*/ 15 w 51"/>
                <a:gd name="T7" fmla="*/ 90 h 144"/>
                <a:gd name="T8" fmla="*/ 19 w 51"/>
                <a:gd name="T9" fmla="*/ 86 h 144"/>
                <a:gd name="T10" fmla="*/ 7 w 51"/>
                <a:gd name="T11" fmla="*/ 74 h 144"/>
                <a:gd name="T12" fmla="*/ 47 w 51"/>
                <a:gd name="T13" fmla="*/ 74 h 144"/>
                <a:gd name="T14" fmla="*/ 47 w 51"/>
                <a:gd name="T15" fmla="*/ 144 h 144"/>
                <a:gd name="T16" fmla="*/ 51 w 51"/>
                <a:gd name="T17" fmla="*/ 144 h 144"/>
                <a:gd name="T18" fmla="*/ 51 w 51"/>
                <a:gd name="T19" fmla="*/ 0 h 144"/>
                <a:gd name="T20" fmla="*/ 47 w 51"/>
                <a:gd name="T21" fmla="*/ 0 h 144"/>
                <a:gd name="T22" fmla="*/ 47 w 51"/>
                <a:gd name="T23" fmla="*/ 70 h 144"/>
                <a:gd name="T24" fmla="*/ 7 w 51"/>
                <a:gd name="T25" fmla="*/ 70 h 144"/>
                <a:gd name="T26" fmla="*/ 19 w 51"/>
                <a:gd name="T27" fmla="*/ 58 h 144"/>
                <a:gd name="T28" fmla="*/ 15 w 51"/>
                <a:gd name="T29" fmla="*/ 5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144">
                  <a:moveTo>
                    <a:pt x="15" y="55"/>
                  </a:moveTo>
                  <a:lnTo>
                    <a:pt x="0" y="71"/>
                  </a:lnTo>
                  <a:lnTo>
                    <a:pt x="0" y="74"/>
                  </a:lnTo>
                  <a:lnTo>
                    <a:pt x="15" y="90"/>
                  </a:lnTo>
                  <a:lnTo>
                    <a:pt x="19" y="86"/>
                  </a:lnTo>
                  <a:lnTo>
                    <a:pt x="7" y="74"/>
                  </a:lnTo>
                  <a:lnTo>
                    <a:pt x="47" y="74"/>
                  </a:lnTo>
                  <a:lnTo>
                    <a:pt x="47" y="144"/>
                  </a:lnTo>
                  <a:lnTo>
                    <a:pt x="51" y="144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7" y="70"/>
                  </a:lnTo>
                  <a:lnTo>
                    <a:pt x="7" y="70"/>
                  </a:lnTo>
                  <a:lnTo>
                    <a:pt x="19" y="58"/>
                  </a:lnTo>
                  <a:lnTo>
                    <a:pt x="15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3" name="Группа 432"/>
          <p:cNvGrpSpPr/>
          <p:nvPr/>
        </p:nvGrpSpPr>
        <p:grpSpPr>
          <a:xfrm>
            <a:off x="5997624" y="3641612"/>
            <a:ext cx="302608" cy="264782"/>
            <a:chOff x="5997624" y="3641612"/>
            <a:chExt cx="302608" cy="264782"/>
          </a:xfrm>
          <a:solidFill>
            <a:schemeClr val="tx1"/>
          </a:solidFill>
        </p:grpSpPr>
        <p:sp>
          <p:nvSpPr>
            <p:cNvPr id="262" name="Freeform 286"/>
            <p:cNvSpPr>
              <a:spLocks/>
            </p:cNvSpPr>
            <p:nvPr/>
          </p:nvSpPr>
          <p:spPr bwMode="auto">
            <a:xfrm>
              <a:off x="5997624" y="3641612"/>
              <a:ext cx="302608" cy="109275"/>
            </a:xfrm>
            <a:custGeom>
              <a:avLst/>
              <a:gdLst>
                <a:gd name="T0" fmla="*/ 0 w 144"/>
                <a:gd name="T1" fmla="*/ 5 h 52"/>
                <a:gd name="T2" fmla="*/ 70 w 144"/>
                <a:gd name="T3" fmla="*/ 5 h 52"/>
                <a:gd name="T4" fmla="*/ 70 w 144"/>
                <a:gd name="T5" fmla="*/ 45 h 52"/>
                <a:gd name="T6" fmla="*/ 58 w 144"/>
                <a:gd name="T7" fmla="*/ 32 h 52"/>
                <a:gd name="T8" fmla="*/ 55 w 144"/>
                <a:gd name="T9" fmla="*/ 36 h 52"/>
                <a:gd name="T10" fmla="*/ 71 w 144"/>
                <a:gd name="T11" fmla="*/ 52 h 52"/>
                <a:gd name="T12" fmla="*/ 73 w 144"/>
                <a:gd name="T13" fmla="*/ 52 h 52"/>
                <a:gd name="T14" fmla="*/ 89 w 144"/>
                <a:gd name="T15" fmla="*/ 36 h 52"/>
                <a:gd name="T16" fmla="*/ 86 w 144"/>
                <a:gd name="T17" fmla="*/ 33 h 52"/>
                <a:gd name="T18" fmla="*/ 74 w 144"/>
                <a:gd name="T19" fmla="*/ 45 h 52"/>
                <a:gd name="T20" fmla="*/ 74 w 144"/>
                <a:gd name="T21" fmla="*/ 5 h 52"/>
                <a:gd name="T22" fmla="*/ 144 w 144"/>
                <a:gd name="T23" fmla="*/ 5 h 52"/>
                <a:gd name="T24" fmla="*/ 144 w 144"/>
                <a:gd name="T25" fmla="*/ 0 h 52"/>
                <a:gd name="T26" fmla="*/ 0 w 144"/>
                <a:gd name="T27" fmla="*/ 0 h 52"/>
                <a:gd name="T28" fmla="*/ 0 w 144"/>
                <a:gd name="T29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52">
                  <a:moveTo>
                    <a:pt x="0" y="5"/>
                  </a:moveTo>
                  <a:lnTo>
                    <a:pt x="70" y="5"/>
                  </a:lnTo>
                  <a:lnTo>
                    <a:pt x="70" y="45"/>
                  </a:lnTo>
                  <a:lnTo>
                    <a:pt x="58" y="32"/>
                  </a:lnTo>
                  <a:lnTo>
                    <a:pt x="55" y="36"/>
                  </a:lnTo>
                  <a:lnTo>
                    <a:pt x="71" y="52"/>
                  </a:lnTo>
                  <a:lnTo>
                    <a:pt x="73" y="52"/>
                  </a:lnTo>
                  <a:lnTo>
                    <a:pt x="89" y="36"/>
                  </a:lnTo>
                  <a:lnTo>
                    <a:pt x="86" y="33"/>
                  </a:lnTo>
                  <a:lnTo>
                    <a:pt x="74" y="45"/>
                  </a:lnTo>
                  <a:lnTo>
                    <a:pt x="74" y="5"/>
                  </a:lnTo>
                  <a:lnTo>
                    <a:pt x="144" y="5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287"/>
            <p:cNvSpPr>
              <a:spLocks/>
            </p:cNvSpPr>
            <p:nvPr/>
          </p:nvSpPr>
          <p:spPr bwMode="auto">
            <a:xfrm>
              <a:off x="5997624" y="3797119"/>
              <a:ext cx="302608" cy="109275"/>
            </a:xfrm>
            <a:custGeom>
              <a:avLst/>
              <a:gdLst>
                <a:gd name="T0" fmla="*/ 74 w 144"/>
                <a:gd name="T1" fmla="*/ 8 h 52"/>
                <a:gd name="T2" fmla="*/ 86 w 144"/>
                <a:gd name="T3" fmla="*/ 20 h 52"/>
                <a:gd name="T4" fmla="*/ 89 w 144"/>
                <a:gd name="T5" fmla="*/ 17 h 52"/>
                <a:gd name="T6" fmla="*/ 73 w 144"/>
                <a:gd name="T7" fmla="*/ 0 h 52"/>
                <a:gd name="T8" fmla="*/ 71 w 144"/>
                <a:gd name="T9" fmla="*/ 0 h 52"/>
                <a:gd name="T10" fmla="*/ 55 w 144"/>
                <a:gd name="T11" fmla="*/ 17 h 52"/>
                <a:gd name="T12" fmla="*/ 58 w 144"/>
                <a:gd name="T13" fmla="*/ 20 h 52"/>
                <a:gd name="T14" fmla="*/ 70 w 144"/>
                <a:gd name="T15" fmla="*/ 8 h 52"/>
                <a:gd name="T16" fmla="*/ 70 w 144"/>
                <a:gd name="T17" fmla="*/ 48 h 52"/>
                <a:gd name="T18" fmla="*/ 0 w 144"/>
                <a:gd name="T19" fmla="*/ 48 h 52"/>
                <a:gd name="T20" fmla="*/ 0 w 144"/>
                <a:gd name="T21" fmla="*/ 52 h 52"/>
                <a:gd name="T22" fmla="*/ 144 w 144"/>
                <a:gd name="T23" fmla="*/ 52 h 52"/>
                <a:gd name="T24" fmla="*/ 144 w 144"/>
                <a:gd name="T25" fmla="*/ 48 h 52"/>
                <a:gd name="T26" fmla="*/ 74 w 144"/>
                <a:gd name="T27" fmla="*/ 48 h 52"/>
                <a:gd name="T28" fmla="*/ 74 w 144"/>
                <a:gd name="T29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52">
                  <a:moveTo>
                    <a:pt x="74" y="8"/>
                  </a:moveTo>
                  <a:lnTo>
                    <a:pt x="86" y="20"/>
                  </a:lnTo>
                  <a:lnTo>
                    <a:pt x="89" y="17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55" y="17"/>
                  </a:lnTo>
                  <a:lnTo>
                    <a:pt x="58" y="20"/>
                  </a:lnTo>
                  <a:lnTo>
                    <a:pt x="70" y="8"/>
                  </a:lnTo>
                  <a:lnTo>
                    <a:pt x="70" y="48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144" y="52"/>
                  </a:lnTo>
                  <a:lnTo>
                    <a:pt x="144" y="48"/>
                  </a:lnTo>
                  <a:lnTo>
                    <a:pt x="74" y="48"/>
                  </a:lnTo>
                  <a:lnTo>
                    <a:pt x="7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2" name="Группа 431"/>
          <p:cNvGrpSpPr/>
          <p:nvPr/>
        </p:nvGrpSpPr>
        <p:grpSpPr>
          <a:xfrm>
            <a:off x="5718133" y="3622700"/>
            <a:ext cx="73551" cy="302608"/>
            <a:chOff x="5718133" y="3622700"/>
            <a:chExt cx="73551" cy="302608"/>
          </a:xfrm>
          <a:solidFill>
            <a:schemeClr val="tx1"/>
          </a:solidFill>
        </p:grpSpPr>
        <p:sp>
          <p:nvSpPr>
            <p:cNvPr id="264" name="Freeform 288"/>
            <p:cNvSpPr>
              <a:spLocks/>
            </p:cNvSpPr>
            <p:nvPr/>
          </p:nvSpPr>
          <p:spPr bwMode="auto">
            <a:xfrm>
              <a:off x="5718133" y="3622700"/>
              <a:ext cx="73551" cy="128189"/>
            </a:xfrm>
            <a:custGeom>
              <a:avLst/>
              <a:gdLst>
                <a:gd name="T0" fmla="*/ 20 w 35"/>
                <a:gd name="T1" fmla="*/ 54 h 61"/>
                <a:gd name="T2" fmla="*/ 20 w 35"/>
                <a:gd name="T3" fmla="*/ 0 h 61"/>
                <a:gd name="T4" fmla="*/ 15 w 35"/>
                <a:gd name="T5" fmla="*/ 0 h 61"/>
                <a:gd name="T6" fmla="*/ 15 w 35"/>
                <a:gd name="T7" fmla="*/ 54 h 61"/>
                <a:gd name="T8" fmla="*/ 4 w 35"/>
                <a:gd name="T9" fmla="*/ 41 h 61"/>
                <a:gd name="T10" fmla="*/ 0 w 35"/>
                <a:gd name="T11" fmla="*/ 45 h 61"/>
                <a:gd name="T12" fmla="*/ 16 w 35"/>
                <a:gd name="T13" fmla="*/ 61 h 61"/>
                <a:gd name="T14" fmla="*/ 19 w 35"/>
                <a:gd name="T15" fmla="*/ 61 h 61"/>
                <a:gd name="T16" fmla="*/ 35 w 35"/>
                <a:gd name="T17" fmla="*/ 45 h 61"/>
                <a:gd name="T18" fmla="*/ 32 w 35"/>
                <a:gd name="T19" fmla="*/ 42 h 61"/>
                <a:gd name="T20" fmla="*/ 20 w 35"/>
                <a:gd name="T21" fmla="*/ 5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1">
                  <a:moveTo>
                    <a:pt x="20" y="54"/>
                  </a:moveTo>
                  <a:lnTo>
                    <a:pt x="20" y="0"/>
                  </a:lnTo>
                  <a:lnTo>
                    <a:pt x="15" y="0"/>
                  </a:lnTo>
                  <a:lnTo>
                    <a:pt x="15" y="54"/>
                  </a:lnTo>
                  <a:lnTo>
                    <a:pt x="4" y="41"/>
                  </a:lnTo>
                  <a:lnTo>
                    <a:pt x="0" y="45"/>
                  </a:lnTo>
                  <a:lnTo>
                    <a:pt x="16" y="61"/>
                  </a:lnTo>
                  <a:lnTo>
                    <a:pt x="19" y="61"/>
                  </a:lnTo>
                  <a:lnTo>
                    <a:pt x="35" y="45"/>
                  </a:lnTo>
                  <a:lnTo>
                    <a:pt x="32" y="42"/>
                  </a:lnTo>
                  <a:lnTo>
                    <a:pt x="20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Freeform 289"/>
            <p:cNvSpPr>
              <a:spLocks/>
            </p:cNvSpPr>
            <p:nvPr/>
          </p:nvSpPr>
          <p:spPr bwMode="auto">
            <a:xfrm>
              <a:off x="5718133" y="3797119"/>
              <a:ext cx="73551" cy="128189"/>
            </a:xfrm>
            <a:custGeom>
              <a:avLst/>
              <a:gdLst>
                <a:gd name="T0" fmla="*/ 16 w 35"/>
                <a:gd name="T1" fmla="*/ 0 h 61"/>
                <a:gd name="T2" fmla="*/ 0 w 35"/>
                <a:gd name="T3" fmla="*/ 17 h 61"/>
                <a:gd name="T4" fmla="*/ 4 w 35"/>
                <a:gd name="T5" fmla="*/ 20 h 61"/>
                <a:gd name="T6" fmla="*/ 15 w 35"/>
                <a:gd name="T7" fmla="*/ 8 h 61"/>
                <a:gd name="T8" fmla="*/ 15 w 35"/>
                <a:gd name="T9" fmla="*/ 61 h 61"/>
                <a:gd name="T10" fmla="*/ 20 w 35"/>
                <a:gd name="T11" fmla="*/ 61 h 61"/>
                <a:gd name="T12" fmla="*/ 20 w 35"/>
                <a:gd name="T13" fmla="*/ 8 h 61"/>
                <a:gd name="T14" fmla="*/ 32 w 35"/>
                <a:gd name="T15" fmla="*/ 20 h 61"/>
                <a:gd name="T16" fmla="*/ 35 w 35"/>
                <a:gd name="T17" fmla="*/ 17 h 61"/>
                <a:gd name="T18" fmla="*/ 19 w 35"/>
                <a:gd name="T19" fmla="*/ 0 h 61"/>
                <a:gd name="T20" fmla="*/ 16 w 35"/>
                <a:gd name="T2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1">
                  <a:moveTo>
                    <a:pt x="16" y="0"/>
                  </a:moveTo>
                  <a:lnTo>
                    <a:pt x="0" y="17"/>
                  </a:lnTo>
                  <a:lnTo>
                    <a:pt x="4" y="20"/>
                  </a:lnTo>
                  <a:lnTo>
                    <a:pt x="15" y="8"/>
                  </a:lnTo>
                  <a:lnTo>
                    <a:pt x="15" y="61"/>
                  </a:lnTo>
                  <a:lnTo>
                    <a:pt x="20" y="61"/>
                  </a:lnTo>
                  <a:lnTo>
                    <a:pt x="20" y="8"/>
                  </a:lnTo>
                  <a:lnTo>
                    <a:pt x="32" y="20"/>
                  </a:lnTo>
                  <a:lnTo>
                    <a:pt x="35" y="17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0" name="Группа 409"/>
          <p:cNvGrpSpPr/>
          <p:nvPr/>
        </p:nvGrpSpPr>
        <p:grpSpPr>
          <a:xfrm>
            <a:off x="6390595" y="2836760"/>
            <a:ext cx="302608" cy="302608"/>
            <a:chOff x="6390595" y="2836760"/>
            <a:chExt cx="302608" cy="302608"/>
          </a:xfrm>
          <a:solidFill>
            <a:schemeClr val="tx1"/>
          </a:solidFill>
        </p:grpSpPr>
        <p:sp>
          <p:nvSpPr>
            <p:cNvPr id="266" name="Freeform 350"/>
            <p:cNvSpPr>
              <a:spLocks/>
            </p:cNvSpPr>
            <p:nvPr/>
          </p:nvSpPr>
          <p:spPr bwMode="auto">
            <a:xfrm>
              <a:off x="6449435" y="2933426"/>
              <a:ext cx="176521" cy="121884"/>
            </a:xfrm>
            <a:custGeom>
              <a:avLst/>
              <a:gdLst>
                <a:gd name="T0" fmla="*/ 29 w 84"/>
                <a:gd name="T1" fmla="*/ 52 h 58"/>
                <a:gd name="T2" fmla="*/ 3 w 84"/>
                <a:gd name="T3" fmla="*/ 27 h 58"/>
                <a:gd name="T4" fmla="*/ 0 w 84"/>
                <a:gd name="T5" fmla="*/ 30 h 58"/>
                <a:gd name="T6" fmla="*/ 27 w 84"/>
                <a:gd name="T7" fmla="*/ 58 h 58"/>
                <a:gd name="T8" fmla="*/ 30 w 84"/>
                <a:gd name="T9" fmla="*/ 58 h 58"/>
                <a:gd name="T10" fmla="*/ 84 w 84"/>
                <a:gd name="T11" fmla="*/ 3 h 58"/>
                <a:gd name="T12" fmla="*/ 81 w 84"/>
                <a:gd name="T13" fmla="*/ 0 h 58"/>
                <a:gd name="T14" fmla="*/ 29 w 84"/>
                <a:gd name="T15" fmla="*/ 5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8">
                  <a:moveTo>
                    <a:pt x="29" y="52"/>
                  </a:moveTo>
                  <a:lnTo>
                    <a:pt x="3" y="27"/>
                  </a:lnTo>
                  <a:lnTo>
                    <a:pt x="0" y="30"/>
                  </a:lnTo>
                  <a:lnTo>
                    <a:pt x="27" y="58"/>
                  </a:lnTo>
                  <a:lnTo>
                    <a:pt x="30" y="58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29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Freeform 351"/>
            <p:cNvSpPr>
              <a:spLocks noEditPoints="1"/>
            </p:cNvSpPr>
            <p:nvPr/>
          </p:nvSpPr>
          <p:spPr bwMode="auto">
            <a:xfrm>
              <a:off x="6390595" y="2836760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5 w 144"/>
                <a:gd name="T11" fmla="*/ 5 h 144"/>
                <a:gd name="T12" fmla="*/ 140 w 144"/>
                <a:gd name="T13" fmla="*/ 5 h 144"/>
                <a:gd name="T14" fmla="*/ 140 w 144"/>
                <a:gd name="T15" fmla="*/ 140 h 144"/>
                <a:gd name="T16" fmla="*/ 5 w 144"/>
                <a:gd name="T17" fmla="*/ 140 h 144"/>
                <a:gd name="T18" fmla="*/ 5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1" name="Группа 410"/>
          <p:cNvGrpSpPr/>
          <p:nvPr/>
        </p:nvGrpSpPr>
        <p:grpSpPr>
          <a:xfrm>
            <a:off x="6783564" y="2836760"/>
            <a:ext cx="304710" cy="302608"/>
            <a:chOff x="6783564" y="2836760"/>
            <a:chExt cx="304710" cy="302608"/>
          </a:xfrm>
          <a:solidFill>
            <a:schemeClr val="tx1"/>
          </a:solidFill>
        </p:grpSpPr>
        <p:sp>
          <p:nvSpPr>
            <p:cNvPr id="268" name="Freeform 352"/>
            <p:cNvSpPr>
              <a:spLocks/>
            </p:cNvSpPr>
            <p:nvPr/>
          </p:nvSpPr>
          <p:spPr bwMode="auto">
            <a:xfrm>
              <a:off x="6850810" y="2946035"/>
              <a:ext cx="168116" cy="90363"/>
            </a:xfrm>
            <a:custGeom>
              <a:avLst/>
              <a:gdLst>
                <a:gd name="T0" fmla="*/ 40 w 80"/>
                <a:gd name="T1" fmla="*/ 37 h 43"/>
                <a:gd name="T2" fmla="*/ 3 w 80"/>
                <a:gd name="T3" fmla="*/ 0 h 43"/>
                <a:gd name="T4" fmla="*/ 0 w 80"/>
                <a:gd name="T5" fmla="*/ 4 h 43"/>
                <a:gd name="T6" fmla="*/ 39 w 80"/>
                <a:gd name="T7" fmla="*/ 43 h 43"/>
                <a:gd name="T8" fmla="*/ 42 w 80"/>
                <a:gd name="T9" fmla="*/ 43 h 43"/>
                <a:gd name="T10" fmla="*/ 80 w 80"/>
                <a:gd name="T11" fmla="*/ 4 h 43"/>
                <a:gd name="T12" fmla="*/ 77 w 80"/>
                <a:gd name="T13" fmla="*/ 1 h 43"/>
                <a:gd name="T14" fmla="*/ 40 w 80"/>
                <a:gd name="T15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3">
                  <a:moveTo>
                    <a:pt x="40" y="37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39" y="43"/>
                  </a:lnTo>
                  <a:lnTo>
                    <a:pt x="42" y="43"/>
                  </a:lnTo>
                  <a:lnTo>
                    <a:pt x="80" y="4"/>
                  </a:lnTo>
                  <a:lnTo>
                    <a:pt x="77" y="1"/>
                  </a:lnTo>
                  <a:lnTo>
                    <a:pt x="4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Freeform 353"/>
            <p:cNvSpPr>
              <a:spLocks noEditPoints="1"/>
            </p:cNvSpPr>
            <p:nvPr/>
          </p:nvSpPr>
          <p:spPr bwMode="auto">
            <a:xfrm>
              <a:off x="6783564" y="2836760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9" name="Группа 398"/>
          <p:cNvGrpSpPr/>
          <p:nvPr/>
        </p:nvGrpSpPr>
        <p:grpSpPr>
          <a:xfrm>
            <a:off x="2065823" y="2836760"/>
            <a:ext cx="302608" cy="302608"/>
            <a:chOff x="2065823" y="2836760"/>
            <a:chExt cx="302608" cy="302608"/>
          </a:xfrm>
          <a:solidFill>
            <a:schemeClr val="tx1"/>
          </a:solidFill>
        </p:grpSpPr>
        <p:sp>
          <p:nvSpPr>
            <p:cNvPr id="270" name="Freeform 354"/>
            <p:cNvSpPr>
              <a:spLocks/>
            </p:cNvSpPr>
            <p:nvPr/>
          </p:nvSpPr>
          <p:spPr bwMode="auto">
            <a:xfrm>
              <a:off x="2168793" y="2916615"/>
              <a:ext cx="117681" cy="119783"/>
            </a:xfrm>
            <a:custGeom>
              <a:avLst/>
              <a:gdLst>
                <a:gd name="T0" fmla="*/ 5 w 56"/>
                <a:gd name="T1" fmla="*/ 0 h 57"/>
                <a:gd name="T2" fmla="*/ 0 w 56"/>
                <a:gd name="T3" fmla="*/ 0 h 57"/>
                <a:gd name="T4" fmla="*/ 0 w 56"/>
                <a:gd name="T5" fmla="*/ 54 h 57"/>
                <a:gd name="T6" fmla="*/ 2 w 56"/>
                <a:gd name="T7" fmla="*/ 57 h 57"/>
                <a:gd name="T8" fmla="*/ 56 w 56"/>
                <a:gd name="T9" fmla="*/ 57 h 57"/>
                <a:gd name="T10" fmla="*/ 56 w 56"/>
                <a:gd name="T11" fmla="*/ 52 h 57"/>
                <a:gd name="T12" fmla="*/ 5 w 56"/>
                <a:gd name="T13" fmla="*/ 52 h 57"/>
                <a:gd name="T14" fmla="*/ 5 w 56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7">
                  <a:moveTo>
                    <a:pt x="5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2" y="57"/>
                  </a:lnTo>
                  <a:lnTo>
                    <a:pt x="56" y="57"/>
                  </a:lnTo>
                  <a:lnTo>
                    <a:pt x="56" y="52"/>
                  </a:lnTo>
                  <a:lnTo>
                    <a:pt x="5" y="52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Freeform 355"/>
            <p:cNvSpPr>
              <a:spLocks noEditPoints="1"/>
            </p:cNvSpPr>
            <p:nvPr/>
          </p:nvSpPr>
          <p:spPr bwMode="auto">
            <a:xfrm>
              <a:off x="2065823" y="2836760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4 w 144"/>
                <a:gd name="T11" fmla="*/ 5 h 144"/>
                <a:gd name="T12" fmla="*/ 139 w 144"/>
                <a:gd name="T13" fmla="*/ 5 h 144"/>
                <a:gd name="T14" fmla="*/ 139 w 144"/>
                <a:gd name="T15" fmla="*/ 140 h 144"/>
                <a:gd name="T16" fmla="*/ 4 w 144"/>
                <a:gd name="T17" fmla="*/ 140 h 144"/>
                <a:gd name="T18" fmla="*/ 4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4" y="5"/>
                  </a:moveTo>
                  <a:lnTo>
                    <a:pt x="139" y="5"/>
                  </a:lnTo>
                  <a:lnTo>
                    <a:pt x="139" y="140"/>
                  </a:lnTo>
                  <a:lnTo>
                    <a:pt x="4" y="140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5" name="Группа 424"/>
          <p:cNvGrpSpPr/>
          <p:nvPr/>
        </p:nvGrpSpPr>
        <p:grpSpPr>
          <a:xfrm>
            <a:off x="6783564" y="3229729"/>
            <a:ext cx="304710" cy="302608"/>
            <a:chOff x="6783564" y="3229729"/>
            <a:chExt cx="304710" cy="302608"/>
          </a:xfrm>
          <a:solidFill>
            <a:schemeClr val="tx1"/>
          </a:solidFill>
        </p:grpSpPr>
        <p:sp>
          <p:nvSpPr>
            <p:cNvPr id="272" name="Freeform 356"/>
            <p:cNvSpPr>
              <a:spLocks/>
            </p:cNvSpPr>
            <p:nvPr/>
          </p:nvSpPr>
          <p:spPr bwMode="auto">
            <a:xfrm>
              <a:off x="6865521" y="3309584"/>
              <a:ext cx="117681" cy="119783"/>
            </a:xfrm>
            <a:custGeom>
              <a:avLst/>
              <a:gdLst>
                <a:gd name="T0" fmla="*/ 51 w 56"/>
                <a:gd name="T1" fmla="*/ 52 h 57"/>
                <a:gd name="T2" fmla="*/ 0 w 56"/>
                <a:gd name="T3" fmla="*/ 52 h 57"/>
                <a:gd name="T4" fmla="*/ 0 w 56"/>
                <a:gd name="T5" fmla="*/ 57 h 57"/>
                <a:gd name="T6" fmla="*/ 54 w 56"/>
                <a:gd name="T7" fmla="*/ 57 h 57"/>
                <a:gd name="T8" fmla="*/ 56 w 56"/>
                <a:gd name="T9" fmla="*/ 54 h 57"/>
                <a:gd name="T10" fmla="*/ 56 w 56"/>
                <a:gd name="T11" fmla="*/ 0 h 57"/>
                <a:gd name="T12" fmla="*/ 51 w 56"/>
                <a:gd name="T13" fmla="*/ 0 h 57"/>
                <a:gd name="T14" fmla="*/ 51 w 56"/>
                <a:gd name="T15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7">
                  <a:moveTo>
                    <a:pt x="51" y="52"/>
                  </a:moveTo>
                  <a:lnTo>
                    <a:pt x="0" y="52"/>
                  </a:lnTo>
                  <a:lnTo>
                    <a:pt x="0" y="57"/>
                  </a:lnTo>
                  <a:lnTo>
                    <a:pt x="54" y="57"/>
                  </a:lnTo>
                  <a:lnTo>
                    <a:pt x="56" y="54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5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Freeform 357"/>
            <p:cNvSpPr>
              <a:spLocks noEditPoints="1"/>
            </p:cNvSpPr>
            <p:nvPr/>
          </p:nvSpPr>
          <p:spPr bwMode="auto">
            <a:xfrm>
              <a:off x="6783564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4" name="Группа 423"/>
          <p:cNvGrpSpPr/>
          <p:nvPr/>
        </p:nvGrpSpPr>
        <p:grpSpPr>
          <a:xfrm>
            <a:off x="6390595" y="3229729"/>
            <a:ext cx="302608" cy="302608"/>
            <a:chOff x="6390595" y="3229729"/>
            <a:chExt cx="302608" cy="302608"/>
          </a:xfrm>
          <a:solidFill>
            <a:schemeClr val="tx1"/>
          </a:solidFill>
        </p:grpSpPr>
        <p:sp>
          <p:nvSpPr>
            <p:cNvPr id="274" name="Freeform 358"/>
            <p:cNvSpPr>
              <a:spLocks/>
            </p:cNvSpPr>
            <p:nvPr/>
          </p:nvSpPr>
          <p:spPr bwMode="auto">
            <a:xfrm>
              <a:off x="6480956" y="3296976"/>
              <a:ext cx="88261" cy="168116"/>
            </a:xfrm>
            <a:custGeom>
              <a:avLst/>
              <a:gdLst>
                <a:gd name="T0" fmla="*/ 38 w 42"/>
                <a:gd name="T1" fmla="*/ 0 h 80"/>
                <a:gd name="T2" fmla="*/ 0 w 42"/>
                <a:gd name="T3" fmla="*/ 38 h 80"/>
                <a:gd name="T4" fmla="*/ 0 w 42"/>
                <a:gd name="T5" fmla="*/ 42 h 80"/>
                <a:gd name="T6" fmla="*/ 38 w 42"/>
                <a:gd name="T7" fmla="*/ 80 h 80"/>
                <a:gd name="T8" fmla="*/ 42 w 42"/>
                <a:gd name="T9" fmla="*/ 77 h 80"/>
                <a:gd name="T10" fmla="*/ 5 w 42"/>
                <a:gd name="T11" fmla="*/ 40 h 80"/>
                <a:gd name="T12" fmla="*/ 42 w 42"/>
                <a:gd name="T13" fmla="*/ 4 h 80"/>
                <a:gd name="T14" fmla="*/ 38 w 42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0">
                  <a:moveTo>
                    <a:pt x="38" y="0"/>
                  </a:moveTo>
                  <a:lnTo>
                    <a:pt x="0" y="38"/>
                  </a:lnTo>
                  <a:lnTo>
                    <a:pt x="0" y="42"/>
                  </a:lnTo>
                  <a:lnTo>
                    <a:pt x="38" y="80"/>
                  </a:lnTo>
                  <a:lnTo>
                    <a:pt x="42" y="77"/>
                  </a:lnTo>
                  <a:lnTo>
                    <a:pt x="5" y="40"/>
                  </a:lnTo>
                  <a:lnTo>
                    <a:pt x="42" y="4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Freeform 359"/>
            <p:cNvSpPr>
              <a:spLocks noEditPoints="1"/>
            </p:cNvSpPr>
            <p:nvPr/>
          </p:nvSpPr>
          <p:spPr bwMode="auto">
            <a:xfrm>
              <a:off x="6390595" y="3229729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5 w 144"/>
                <a:gd name="T11" fmla="*/ 5 h 144"/>
                <a:gd name="T12" fmla="*/ 140 w 144"/>
                <a:gd name="T13" fmla="*/ 5 h 144"/>
                <a:gd name="T14" fmla="*/ 140 w 144"/>
                <a:gd name="T15" fmla="*/ 140 h 144"/>
                <a:gd name="T16" fmla="*/ 5 w 144"/>
                <a:gd name="T17" fmla="*/ 140 h 144"/>
                <a:gd name="T18" fmla="*/ 5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3" name="Группа 422"/>
          <p:cNvGrpSpPr/>
          <p:nvPr/>
        </p:nvGrpSpPr>
        <p:grpSpPr>
          <a:xfrm>
            <a:off x="5997624" y="3229729"/>
            <a:ext cx="302608" cy="302608"/>
            <a:chOff x="5997624" y="3229729"/>
            <a:chExt cx="302608" cy="302608"/>
          </a:xfrm>
          <a:solidFill>
            <a:schemeClr val="tx1"/>
          </a:solidFill>
        </p:grpSpPr>
        <p:sp>
          <p:nvSpPr>
            <p:cNvPr id="276" name="Rectangle 360"/>
            <p:cNvSpPr>
              <a:spLocks noChangeArrowheads="1"/>
            </p:cNvSpPr>
            <p:nvPr/>
          </p:nvSpPr>
          <p:spPr bwMode="auto">
            <a:xfrm>
              <a:off x="6062770" y="3372628"/>
              <a:ext cx="17021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Freeform 361"/>
            <p:cNvSpPr>
              <a:spLocks noEditPoints="1"/>
            </p:cNvSpPr>
            <p:nvPr/>
          </p:nvSpPr>
          <p:spPr bwMode="auto">
            <a:xfrm>
              <a:off x="5997624" y="3229729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4 w 144"/>
                <a:gd name="T11" fmla="*/ 5 h 144"/>
                <a:gd name="T12" fmla="*/ 139 w 144"/>
                <a:gd name="T13" fmla="*/ 5 h 144"/>
                <a:gd name="T14" fmla="*/ 139 w 144"/>
                <a:gd name="T15" fmla="*/ 140 h 144"/>
                <a:gd name="T16" fmla="*/ 4 w 144"/>
                <a:gd name="T17" fmla="*/ 140 h 144"/>
                <a:gd name="T18" fmla="*/ 4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4" y="5"/>
                  </a:moveTo>
                  <a:lnTo>
                    <a:pt x="139" y="5"/>
                  </a:lnTo>
                  <a:lnTo>
                    <a:pt x="139" y="140"/>
                  </a:lnTo>
                  <a:lnTo>
                    <a:pt x="4" y="140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2" name="Группа 421"/>
          <p:cNvGrpSpPr/>
          <p:nvPr/>
        </p:nvGrpSpPr>
        <p:grpSpPr>
          <a:xfrm>
            <a:off x="5604655" y="3229729"/>
            <a:ext cx="302608" cy="302608"/>
            <a:chOff x="5604655" y="3229729"/>
            <a:chExt cx="302608" cy="302608"/>
          </a:xfrm>
          <a:solidFill>
            <a:schemeClr val="tx1"/>
          </a:solidFill>
        </p:grpSpPr>
        <p:sp>
          <p:nvSpPr>
            <p:cNvPr id="278" name="Freeform 362"/>
            <p:cNvSpPr>
              <a:spLocks/>
            </p:cNvSpPr>
            <p:nvPr/>
          </p:nvSpPr>
          <p:spPr bwMode="auto">
            <a:xfrm>
              <a:off x="5669799" y="3296976"/>
              <a:ext cx="170218" cy="170218"/>
            </a:xfrm>
            <a:custGeom>
              <a:avLst/>
              <a:gdLst>
                <a:gd name="T0" fmla="*/ 38 w 81"/>
                <a:gd name="T1" fmla="*/ 81 h 81"/>
                <a:gd name="T2" fmla="*/ 43 w 81"/>
                <a:gd name="T3" fmla="*/ 81 h 81"/>
                <a:gd name="T4" fmla="*/ 43 w 81"/>
                <a:gd name="T5" fmla="*/ 42 h 81"/>
                <a:gd name="T6" fmla="*/ 81 w 81"/>
                <a:gd name="T7" fmla="*/ 42 h 81"/>
                <a:gd name="T8" fmla="*/ 81 w 81"/>
                <a:gd name="T9" fmla="*/ 38 h 81"/>
                <a:gd name="T10" fmla="*/ 43 w 81"/>
                <a:gd name="T11" fmla="*/ 38 h 81"/>
                <a:gd name="T12" fmla="*/ 43 w 81"/>
                <a:gd name="T13" fmla="*/ 0 h 81"/>
                <a:gd name="T14" fmla="*/ 38 w 81"/>
                <a:gd name="T15" fmla="*/ 0 h 81"/>
                <a:gd name="T16" fmla="*/ 38 w 81"/>
                <a:gd name="T17" fmla="*/ 38 h 81"/>
                <a:gd name="T18" fmla="*/ 0 w 81"/>
                <a:gd name="T19" fmla="*/ 38 h 81"/>
                <a:gd name="T20" fmla="*/ 0 w 81"/>
                <a:gd name="T21" fmla="*/ 42 h 81"/>
                <a:gd name="T22" fmla="*/ 38 w 81"/>
                <a:gd name="T23" fmla="*/ 42 h 81"/>
                <a:gd name="T24" fmla="*/ 38 w 81"/>
                <a:gd name="T25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81">
                  <a:moveTo>
                    <a:pt x="38" y="81"/>
                  </a:moveTo>
                  <a:lnTo>
                    <a:pt x="43" y="81"/>
                  </a:lnTo>
                  <a:lnTo>
                    <a:pt x="43" y="42"/>
                  </a:lnTo>
                  <a:lnTo>
                    <a:pt x="81" y="42"/>
                  </a:lnTo>
                  <a:lnTo>
                    <a:pt x="81" y="38"/>
                  </a:lnTo>
                  <a:lnTo>
                    <a:pt x="43" y="38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8" y="38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38" y="42"/>
                  </a:lnTo>
                  <a:lnTo>
                    <a:pt x="38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9" name="Freeform 363"/>
            <p:cNvSpPr>
              <a:spLocks noEditPoints="1"/>
            </p:cNvSpPr>
            <p:nvPr/>
          </p:nvSpPr>
          <p:spPr bwMode="auto">
            <a:xfrm>
              <a:off x="5604655" y="3229729"/>
              <a:ext cx="302608" cy="302608"/>
            </a:xfrm>
            <a:custGeom>
              <a:avLst/>
              <a:gdLst>
                <a:gd name="T0" fmla="*/ 0 w 144"/>
                <a:gd name="T1" fmla="*/ 0 h 144"/>
                <a:gd name="T2" fmla="*/ 0 w 144"/>
                <a:gd name="T3" fmla="*/ 144 h 144"/>
                <a:gd name="T4" fmla="*/ 144 w 144"/>
                <a:gd name="T5" fmla="*/ 144 h 144"/>
                <a:gd name="T6" fmla="*/ 144 w 144"/>
                <a:gd name="T7" fmla="*/ 0 h 144"/>
                <a:gd name="T8" fmla="*/ 0 w 144"/>
                <a:gd name="T9" fmla="*/ 0 h 144"/>
                <a:gd name="T10" fmla="*/ 139 w 144"/>
                <a:gd name="T11" fmla="*/ 140 h 144"/>
                <a:gd name="T12" fmla="*/ 4 w 144"/>
                <a:gd name="T13" fmla="*/ 140 h 144"/>
                <a:gd name="T14" fmla="*/ 4 w 144"/>
                <a:gd name="T15" fmla="*/ 5 h 144"/>
                <a:gd name="T16" fmla="*/ 139 w 144"/>
                <a:gd name="T17" fmla="*/ 5 h 144"/>
                <a:gd name="T18" fmla="*/ 139 w 144"/>
                <a:gd name="T19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0"/>
                  </a:moveTo>
                  <a:lnTo>
                    <a:pt x="0" y="144"/>
                  </a:ln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1" name="Группа 420"/>
          <p:cNvGrpSpPr/>
          <p:nvPr/>
        </p:nvGrpSpPr>
        <p:grpSpPr>
          <a:xfrm>
            <a:off x="5211684" y="3229729"/>
            <a:ext cx="302608" cy="302608"/>
            <a:chOff x="5211684" y="3229729"/>
            <a:chExt cx="302608" cy="302608"/>
          </a:xfrm>
          <a:solidFill>
            <a:schemeClr val="tx1"/>
          </a:solidFill>
        </p:grpSpPr>
        <p:sp>
          <p:nvSpPr>
            <p:cNvPr id="280" name="Freeform 364"/>
            <p:cNvSpPr>
              <a:spLocks/>
            </p:cNvSpPr>
            <p:nvPr/>
          </p:nvSpPr>
          <p:spPr bwMode="auto">
            <a:xfrm>
              <a:off x="5297844" y="3307483"/>
              <a:ext cx="130290" cy="130290"/>
            </a:xfrm>
            <a:custGeom>
              <a:avLst/>
              <a:gdLst>
                <a:gd name="T0" fmla="*/ 62 w 62"/>
                <a:gd name="T1" fmla="*/ 3 h 62"/>
                <a:gd name="T2" fmla="*/ 58 w 62"/>
                <a:gd name="T3" fmla="*/ 0 h 62"/>
                <a:gd name="T4" fmla="*/ 31 w 62"/>
                <a:gd name="T5" fmla="*/ 28 h 62"/>
                <a:gd name="T6" fmla="*/ 3 w 62"/>
                <a:gd name="T7" fmla="*/ 0 h 62"/>
                <a:gd name="T8" fmla="*/ 0 w 62"/>
                <a:gd name="T9" fmla="*/ 4 h 62"/>
                <a:gd name="T10" fmla="*/ 28 w 62"/>
                <a:gd name="T11" fmla="*/ 31 h 62"/>
                <a:gd name="T12" fmla="*/ 0 w 62"/>
                <a:gd name="T13" fmla="*/ 59 h 62"/>
                <a:gd name="T14" fmla="*/ 3 w 62"/>
                <a:gd name="T15" fmla="*/ 62 h 62"/>
                <a:gd name="T16" fmla="*/ 31 w 62"/>
                <a:gd name="T17" fmla="*/ 34 h 62"/>
                <a:gd name="T18" fmla="*/ 59 w 62"/>
                <a:gd name="T19" fmla="*/ 62 h 62"/>
                <a:gd name="T20" fmla="*/ 62 w 62"/>
                <a:gd name="T21" fmla="*/ 59 h 62"/>
                <a:gd name="T22" fmla="*/ 34 w 62"/>
                <a:gd name="T23" fmla="*/ 31 h 62"/>
                <a:gd name="T24" fmla="*/ 62 w 62"/>
                <a:gd name="T25" fmla="*/ 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62">
                  <a:moveTo>
                    <a:pt x="62" y="3"/>
                  </a:moveTo>
                  <a:lnTo>
                    <a:pt x="58" y="0"/>
                  </a:lnTo>
                  <a:lnTo>
                    <a:pt x="31" y="28"/>
                  </a:lnTo>
                  <a:lnTo>
                    <a:pt x="3" y="0"/>
                  </a:lnTo>
                  <a:lnTo>
                    <a:pt x="0" y="4"/>
                  </a:lnTo>
                  <a:lnTo>
                    <a:pt x="28" y="31"/>
                  </a:lnTo>
                  <a:lnTo>
                    <a:pt x="0" y="59"/>
                  </a:lnTo>
                  <a:lnTo>
                    <a:pt x="3" y="62"/>
                  </a:lnTo>
                  <a:lnTo>
                    <a:pt x="31" y="34"/>
                  </a:lnTo>
                  <a:lnTo>
                    <a:pt x="59" y="62"/>
                  </a:lnTo>
                  <a:lnTo>
                    <a:pt x="62" y="59"/>
                  </a:lnTo>
                  <a:lnTo>
                    <a:pt x="34" y="31"/>
                  </a:lnTo>
                  <a:lnTo>
                    <a:pt x="6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365"/>
            <p:cNvSpPr>
              <a:spLocks noEditPoints="1"/>
            </p:cNvSpPr>
            <p:nvPr/>
          </p:nvSpPr>
          <p:spPr bwMode="auto">
            <a:xfrm>
              <a:off x="5211684" y="3229729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4 w 144"/>
                <a:gd name="T11" fmla="*/ 5 h 144"/>
                <a:gd name="T12" fmla="*/ 139 w 144"/>
                <a:gd name="T13" fmla="*/ 5 h 144"/>
                <a:gd name="T14" fmla="*/ 139 w 144"/>
                <a:gd name="T15" fmla="*/ 140 h 144"/>
                <a:gd name="T16" fmla="*/ 4 w 144"/>
                <a:gd name="T17" fmla="*/ 140 h 144"/>
                <a:gd name="T18" fmla="*/ 4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4" y="5"/>
                  </a:moveTo>
                  <a:lnTo>
                    <a:pt x="139" y="5"/>
                  </a:lnTo>
                  <a:lnTo>
                    <a:pt x="139" y="140"/>
                  </a:lnTo>
                  <a:lnTo>
                    <a:pt x="4" y="140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0" name="Группа 419"/>
          <p:cNvGrpSpPr/>
          <p:nvPr/>
        </p:nvGrpSpPr>
        <p:grpSpPr>
          <a:xfrm>
            <a:off x="4816613" y="3229729"/>
            <a:ext cx="304710" cy="302608"/>
            <a:chOff x="4816613" y="3229729"/>
            <a:chExt cx="304710" cy="302608"/>
          </a:xfrm>
          <a:solidFill>
            <a:schemeClr val="tx1"/>
          </a:solidFill>
        </p:grpSpPr>
        <p:sp>
          <p:nvSpPr>
            <p:cNvPr id="282" name="Freeform 366"/>
            <p:cNvSpPr>
              <a:spLocks/>
            </p:cNvSpPr>
            <p:nvPr/>
          </p:nvSpPr>
          <p:spPr bwMode="auto">
            <a:xfrm>
              <a:off x="4942699" y="3296976"/>
              <a:ext cx="88261" cy="168116"/>
            </a:xfrm>
            <a:custGeom>
              <a:avLst/>
              <a:gdLst>
                <a:gd name="T0" fmla="*/ 0 w 42"/>
                <a:gd name="T1" fmla="*/ 4 h 80"/>
                <a:gd name="T2" fmla="*/ 36 w 42"/>
                <a:gd name="T3" fmla="*/ 40 h 80"/>
                <a:gd name="T4" fmla="*/ 0 w 42"/>
                <a:gd name="T5" fmla="*/ 77 h 80"/>
                <a:gd name="T6" fmla="*/ 3 w 42"/>
                <a:gd name="T7" fmla="*/ 80 h 80"/>
                <a:gd name="T8" fmla="*/ 42 w 42"/>
                <a:gd name="T9" fmla="*/ 42 h 80"/>
                <a:gd name="T10" fmla="*/ 42 w 42"/>
                <a:gd name="T11" fmla="*/ 38 h 80"/>
                <a:gd name="T12" fmla="*/ 3 w 42"/>
                <a:gd name="T13" fmla="*/ 0 h 80"/>
                <a:gd name="T14" fmla="*/ 0 w 42"/>
                <a:gd name="T15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0">
                  <a:moveTo>
                    <a:pt x="0" y="4"/>
                  </a:moveTo>
                  <a:lnTo>
                    <a:pt x="36" y="40"/>
                  </a:lnTo>
                  <a:lnTo>
                    <a:pt x="0" y="77"/>
                  </a:lnTo>
                  <a:lnTo>
                    <a:pt x="3" y="80"/>
                  </a:lnTo>
                  <a:lnTo>
                    <a:pt x="42" y="42"/>
                  </a:lnTo>
                  <a:lnTo>
                    <a:pt x="42" y="38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Freeform 367"/>
            <p:cNvSpPr>
              <a:spLocks noEditPoints="1"/>
            </p:cNvSpPr>
            <p:nvPr/>
          </p:nvSpPr>
          <p:spPr bwMode="auto">
            <a:xfrm>
              <a:off x="4816613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9" name="Группа 418"/>
          <p:cNvGrpSpPr/>
          <p:nvPr/>
        </p:nvGrpSpPr>
        <p:grpSpPr>
          <a:xfrm>
            <a:off x="4423643" y="3229729"/>
            <a:ext cx="304710" cy="302608"/>
            <a:chOff x="4423643" y="3229729"/>
            <a:chExt cx="304710" cy="302608"/>
          </a:xfrm>
          <a:solidFill>
            <a:schemeClr val="tx1"/>
          </a:solidFill>
        </p:grpSpPr>
        <p:sp>
          <p:nvSpPr>
            <p:cNvPr id="284" name="Freeform 368"/>
            <p:cNvSpPr>
              <a:spLocks/>
            </p:cNvSpPr>
            <p:nvPr/>
          </p:nvSpPr>
          <p:spPr bwMode="auto">
            <a:xfrm>
              <a:off x="4492990" y="3334802"/>
              <a:ext cx="168116" cy="88261"/>
            </a:xfrm>
            <a:custGeom>
              <a:avLst/>
              <a:gdLst>
                <a:gd name="T0" fmla="*/ 38 w 80"/>
                <a:gd name="T1" fmla="*/ 0 h 42"/>
                <a:gd name="T2" fmla="*/ 0 w 80"/>
                <a:gd name="T3" fmla="*/ 39 h 42"/>
                <a:gd name="T4" fmla="*/ 3 w 80"/>
                <a:gd name="T5" fmla="*/ 42 h 42"/>
                <a:gd name="T6" fmla="*/ 40 w 80"/>
                <a:gd name="T7" fmla="*/ 5 h 42"/>
                <a:gd name="T8" fmla="*/ 76 w 80"/>
                <a:gd name="T9" fmla="*/ 42 h 42"/>
                <a:gd name="T10" fmla="*/ 80 w 80"/>
                <a:gd name="T11" fmla="*/ 39 h 42"/>
                <a:gd name="T12" fmla="*/ 41 w 80"/>
                <a:gd name="T13" fmla="*/ 0 h 42"/>
                <a:gd name="T14" fmla="*/ 38 w 80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38" y="0"/>
                  </a:moveTo>
                  <a:lnTo>
                    <a:pt x="0" y="39"/>
                  </a:lnTo>
                  <a:lnTo>
                    <a:pt x="3" y="42"/>
                  </a:lnTo>
                  <a:lnTo>
                    <a:pt x="40" y="5"/>
                  </a:lnTo>
                  <a:lnTo>
                    <a:pt x="76" y="42"/>
                  </a:lnTo>
                  <a:lnTo>
                    <a:pt x="80" y="39"/>
                  </a:lnTo>
                  <a:lnTo>
                    <a:pt x="41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Freeform 369"/>
            <p:cNvSpPr>
              <a:spLocks noEditPoints="1"/>
            </p:cNvSpPr>
            <p:nvPr/>
          </p:nvSpPr>
          <p:spPr bwMode="auto">
            <a:xfrm>
              <a:off x="4423643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8" name="Группа 417"/>
          <p:cNvGrpSpPr/>
          <p:nvPr/>
        </p:nvGrpSpPr>
        <p:grpSpPr>
          <a:xfrm>
            <a:off x="4030673" y="3229729"/>
            <a:ext cx="304710" cy="302608"/>
            <a:chOff x="4030673" y="3229729"/>
            <a:chExt cx="304710" cy="302608"/>
          </a:xfrm>
          <a:solidFill>
            <a:schemeClr val="tx1"/>
          </a:solidFill>
        </p:grpSpPr>
        <p:sp>
          <p:nvSpPr>
            <p:cNvPr id="286" name="Freeform 370"/>
            <p:cNvSpPr>
              <a:spLocks/>
            </p:cNvSpPr>
            <p:nvPr/>
          </p:nvSpPr>
          <p:spPr bwMode="auto">
            <a:xfrm>
              <a:off x="4135745" y="3334802"/>
              <a:ext cx="117681" cy="117681"/>
            </a:xfrm>
            <a:custGeom>
              <a:avLst/>
              <a:gdLst>
                <a:gd name="T0" fmla="*/ 0 w 56"/>
                <a:gd name="T1" fmla="*/ 2 h 56"/>
                <a:gd name="T2" fmla="*/ 0 w 56"/>
                <a:gd name="T3" fmla="*/ 56 h 56"/>
                <a:gd name="T4" fmla="*/ 4 w 56"/>
                <a:gd name="T5" fmla="*/ 56 h 56"/>
                <a:gd name="T6" fmla="*/ 4 w 56"/>
                <a:gd name="T7" fmla="*/ 4 h 56"/>
                <a:gd name="T8" fmla="*/ 56 w 56"/>
                <a:gd name="T9" fmla="*/ 4 h 56"/>
                <a:gd name="T10" fmla="*/ 56 w 56"/>
                <a:gd name="T11" fmla="*/ 0 h 56"/>
                <a:gd name="T12" fmla="*/ 2 w 56"/>
                <a:gd name="T13" fmla="*/ 0 h 56"/>
                <a:gd name="T14" fmla="*/ 0 w 56"/>
                <a:gd name="T15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0" y="2"/>
                  </a:moveTo>
                  <a:lnTo>
                    <a:pt x="0" y="56"/>
                  </a:lnTo>
                  <a:lnTo>
                    <a:pt x="4" y="56"/>
                  </a:lnTo>
                  <a:lnTo>
                    <a:pt x="4" y="4"/>
                  </a:lnTo>
                  <a:lnTo>
                    <a:pt x="56" y="4"/>
                  </a:lnTo>
                  <a:lnTo>
                    <a:pt x="56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7" name="Freeform 371"/>
            <p:cNvSpPr>
              <a:spLocks noEditPoints="1"/>
            </p:cNvSpPr>
            <p:nvPr/>
          </p:nvSpPr>
          <p:spPr bwMode="auto">
            <a:xfrm>
              <a:off x="4030673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7" name="Группа 416"/>
          <p:cNvGrpSpPr/>
          <p:nvPr/>
        </p:nvGrpSpPr>
        <p:grpSpPr>
          <a:xfrm>
            <a:off x="3637703" y="3229729"/>
            <a:ext cx="304710" cy="302608"/>
            <a:chOff x="3637703" y="3229729"/>
            <a:chExt cx="304710" cy="302608"/>
          </a:xfrm>
          <a:solidFill>
            <a:schemeClr val="tx1"/>
          </a:solidFill>
        </p:grpSpPr>
        <p:sp>
          <p:nvSpPr>
            <p:cNvPr id="288" name="Freeform 372"/>
            <p:cNvSpPr>
              <a:spLocks/>
            </p:cNvSpPr>
            <p:nvPr/>
          </p:nvSpPr>
          <p:spPr bwMode="auto">
            <a:xfrm>
              <a:off x="3719659" y="3334802"/>
              <a:ext cx="117681" cy="117681"/>
            </a:xfrm>
            <a:custGeom>
              <a:avLst/>
              <a:gdLst>
                <a:gd name="T0" fmla="*/ 0 w 56"/>
                <a:gd name="T1" fmla="*/ 0 h 56"/>
                <a:gd name="T2" fmla="*/ 0 w 56"/>
                <a:gd name="T3" fmla="*/ 4 h 56"/>
                <a:gd name="T4" fmla="*/ 51 w 56"/>
                <a:gd name="T5" fmla="*/ 4 h 56"/>
                <a:gd name="T6" fmla="*/ 51 w 56"/>
                <a:gd name="T7" fmla="*/ 56 h 56"/>
                <a:gd name="T8" fmla="*/ 56 w 56"/>
                <a:gd name="T9" fmla="*/ 56 h 56"/>
                <a:gd name="T10" fmla="*/ 56 w 56"/>
                <a:gd name="T11" fmla="*/ 2 h 56"/>
                <a:gd name="T12" fmla="*/ 54 w 56"/>
                <a:gd name="T13" fmla="*/ 0 h 56"/>
                <a:gd name="T14" fmla="*/ 0 w 56"/>
                <a:gd name="T1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0" y="0"/>
                  </a:moveTo>
                  <a:lnTo>
                    <a:pt x="0" y="4"/>
                  </a:lnTo>
                  <a:lnTo>
                    <a:pt x="51" y="4"/>
                  </a:lnTo>
                  <a:lnTo>
                    <a:pt x="51" y="56"/>
                  </a:lnTo>
                  <a:lnTo>
                    <a:pt x="56" y="56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373"/>
            <p:cNvSpPr>
              <a:spLocks noEditPoints="1"/>
            </p:cNvSpPr>
            <p:nvPr/>
          </p:nvSpPr>
          <p:spPr bwMode="auto">
            <a:xfrm>
              <a:off x="3637703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6" name="Группа 415"/>
          <p:cNvGrpSpPr/>
          <p:nvPr/>
        </p:nvGrpSpPr>
        <p:grpSpPr>
          <a:xfrm>
            <a:off x="3244733" y="3229729"/>
            <a:ext cx="304709" cy="302610"/>
            <a:chOff x="3244733" y="3229729"/>
            <a:chExt cx="304709" cy="302610"/>
          </a:xfrm>
          <a:solidFill>
            <a:schemeClr val="tx1"/>
          </a:solidFill>
        </p:grpSpPr>
        <p:sp>
          <p:nvSpPr>
            <p:cNvPr id="290" name="Freeform 374"/>
            <p:cNvSpPr>
              <a:spLocks noEditPoints="1"/>
            </p:cNvSpPr>
            <p:nvPr/>
          </p:nvSpPr>
          <p:spPr bwMode="auto">
            <a:xfrm>
              <a:off x="3244733" y="3229729"/>
              <a:ext cx="138695" cy="136595"/>
            </a:xfrm>
            <a:custGeom>
              <a:avLst/>
              <a:gdLst>
                <a:gd name="T0" fmla="*/ 66 w 66"/>
                <a:gd name="T1" fmla="*/ 0 h 65"/>
                <a:gd name="T2" fmla="*/ 0 w 66"/>
                <a:gd name="T3" fmla="*/ 0 h 65"/>
                <a:gd name="T4" fmla="*/ 0 w 66"/>
                <a:gd name="T5" fmla="*/ 65 h 65"/>
                <a:gd name="T6" fmla="*/ 66 w 66"/>
                <a:gd name="T7" fmla="*/ 65 h 65"/>
                <a:gd name="T8" fmla="*/ 66 w 66"/>
                <a:gd name="T9" fmla="*/ 0 h 65"/>
                <a:gd name="T10" fmla="*/ 61 w 66"/>
                <a:gd name="T11" fmla="*/ 61 h 65"/>
                <a:gd name="T12" fmla="*/ 5 w 66"/>
                <a:gd name="T13" fmla="*/ 61 h 65"/>
                <a:gd name="T14" fmla="*/ 5 w 66"/>
                <a:gd name="T15" fmla="*/ 5 h 65"/>
                <a:gd name="T16" fmla="*/ 61 w 66"/>
                <a:gd name="T17" fmla="*/ 5 h 65"/>
                <a:gd name="T18" fmla="*/ 61 w 66"/>
                <a:gd name="T19" fmla="*/ 6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5">
                  <a:moveTo>
                    <a:pt x="66" y="0"/>
                  </a:moveTo>
                  <a:lnTo>
                    <a:pt x="0" y="0"/>
                  </a:lnTo>
                  <a:lnTo>
                    <a:pt x="0" y="65"/>
                  </a:lnTo>
                  <a:lnTo>
                    <a:pt x="66" y="65"/>
                  </a:lnTo>
                  <a:lnTo>
                    <a:pt x="66" y="0"/>
                  </a:lnTo>
                  <a:close/>
                  <a:moveTo>
                    <a:pt x="61" y="61"/>
                  </a:moveTo>
                  <a:lnTo>
                    <a:pt x="5" y="61"/>
                  </a:lnTo>
                  <a:lnTo>
                    <a:pt x="5" y="5"/>
                  </a:lnTo>
                  <a:lnTo>
                    <a:pt x="61" y="5"/>
                  </a:lnTo>
                  <a:lnTo>
                    <a:pt x="61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Freeform 375"/>
            <p:cNvSpPr>
              <a:spLocks noEditPoints="1"/>
            </p:cNvSpPr>
            <p:nvPr/>
          </p:nvSpPr>
          <p:spPr bwMode="auto">
            <a:xfrm>
              <a:off x="3410747" y="3229729"/>
              <a:ext cx="138695" cy="136595"/>
            </a:xfrm>
            <a:custGeom>
              <a:avLst/>
              <a:gdLst>
                <a:gd name="T0" fmla="*/ 0 w 66"/>
                <a:gd name="T1" fmla="*/ 65 h 65"/>
                <a:gd name="T2" fmla="*/ 66 w 66"/>
                <a:gd name="T3" fmla="*/ 65 h 65"/>
                <a:gd name="T4" fmla="*/ 66 w 66"/>
                <a:gd name="T5" fmla="*/ 0 h 65"/>
                <a:gd name="T6" fmla="*/ 0 w 66"/>
                <a:gd name="T7" fmla="*/ 0 h 65"/>
                <a:gd name="T8" fmla="*/ 0 w 66"/>
                <a:gd name="T9" fmla="*/ 65 h 65"/>
                <a:gd name="T10" fmla="*/ 5 w 66"/>
                <a:gd name="T11" fmla="*/ 5 h 65"/>
                <a:gd name="T12" fmla="*/ 61 w 66"/>
                <a:gd name="T13" fmla="*/ 5 h 65"/>
                <a:gd name="T14" fmla="*/ 61 w 66"/>
                <a:gd name="T15" fmla="*/ 61 h 65"/>
                <a:gd name="T16" fmla="*/ 5 w 66"/>
                <a:gd name="T17" fmla="*/ 61 h 65"/>
                <a:gd name="T18" fmla="*/ 5 w 66"/>
                <a:gd name="T19" fmla="*/ 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5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  <a:close/>
                  <a:moveTo>
                    <a:pt x="5" y="5"/>
                  </a:moveTo>
                  <a:lnTo>
                    <a:pt x="61" y="5"/>
                  </a:lnTo>
                  <a:lnTo>
                    <a:pt x="61" y="61"/>
                  </a:lnTo>
                  <a:lnTo>
                    <a:pt x="5" y="61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Freeform 376"/>
            <p:cNvSpPr>
              <a:spLocks noEditPoints="1"/>
            </p:cNvSpPr>
            <p:nvPr/>
          </p:nvSpPr>
          <p:spPr bwMode="auto">
            <a:xfrm>
              <a:off x="3244733" y="3395744"/>
              <a:ext cx="138695" cy="136595"/>
            </a:xfrm>
            <a:custGeom>
              <a:avLst/>
              <a:gdLst>
                <a:gd name="T0" fmla="*/ 66 w 66"/>
                <a:gd name="T1" fmla="*/ 0 h 65"/>
                <a:gd name="T2" fmla="*/ 0 w 66"/>
                <a:gd name="T3" fmla="*/ 0 h 65"/>
                <a:gd name="T4" fmla="*/ 0 w 66"/>
                <a:gd name="T5" fmla="*/ 65 h 65"/>
                <a:gd name="T6" fmla="*/ 66 w 66"/>
                <a:gd name="T7" fmla="*/ 65 h 65"/>
                <a:gd name="T8" fmla="*/ 66 w 66"/>
                <a:gd name="T9" fmla="*/ 0 h 65"/>
                <a:gd name="T10" fmla="*/ 61 w 66"/>
                <a:gd name="T11" fmla="*/ 61 h 65"/>
                <a:gd name="T12" fmla="*/ 5 w 66"/>
                <a:gd name="T13" fmla="*/ 61 h 65"/>
                <a:gd name="T14" fmla="*/ 5 w 66"/>
                <a:gd name="T15" fmla="*/ 4 h 65"/>
                <a:gd name="T16" fmla="*/ 61 w 66"/>
                <a:gd name="T17" fmla="*/ 4 h 65"/>
                <a:gd name="T18" fmla="*/ 61 w 66"/>
                <a:gd name="T19" fmla="*/ 6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5">
                  <a:moveTo>
                    <a:pt x="66" y="0"/>
                  </a:moveTo>
                  <a:lnTo>
                    <a:pt x="0" y="0"/>
                  </a:lnTo>
                  <a:lnTo>
                    <a:pt x="0" y="65"/>
                  </a:lnTo>
                  <a:lnTo>
                    <a:pt x="66" y="65"/>
                  </a:lnTo>
                  <a:lnTo>
                    <a:pt x="66" y="0"/>
                  </a:lnTo>
                  <a:close/>
                  <a:moveTo>
                    <a:pt x="61" y="61"/>
                  </a:moveTo>
                  <a:lnTo>
                    <a:pt x="5" y="61"/>
                  </a:lnTo>
                  <a:lnTo>
                    <a:pt x="5" y="4"/>
                  </a:lnTo>
                  <a:lnTo>
                    <a:pt x="61" y="4"/>
                  </a:lnTo>
                  <a:lnTo>
                    <a:pt x="61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Freeform 377"/>
            <p:cNvSpPr>
              <a:spLocks noEditPoints="1"/>
            </p:cNvSpPr>
            <p:nvPr/>
          </p:nvSpPr>
          <p:spPr bwMode="auto">
            <a:xfrm>
              <a:off x="3410747" y="3395744"/>
              <a:ext cx="138695" cy="136595"/>
            </a:xfrm>
            <a:custGeom>
              <a:avLst/>
              <a:gdLst>
                <a:gd name="T0" fmla="*/ 0 w 66"/>
                <a:gd name="T1" fmla="*/ 65 h 65"/>
                <a:gd name="T2" fmla="*/ 66 w 66"/>
                <a:gd name="T3" fmla="*/ 65 h 65"/>
                <a:gd name="T4" fmla="*/ 66 w 66"/>
                <a:gd name="T5" fmla="*/ 0 h 65"/>
                <a:gd name="T6" fmla="*/ 0 w 66"/>
                <a:gd name="T7" fmla="*/ 0 h 65"/>
                <a:gd name="T8" fmla="*/ 0 w 66"/>
                <a:gd name="T9" fmla="*/ 65 h 65"/>
                <a:gd name="T10" fmla="*/ 5 w 66"/>
                <a:gd name="T11" fmla="*/ 4 h 65"/>
                <a:gd name="T12" fmla="*/ 61 w 66"/>
                <a:gd name="T13" fmla="*/ 4 h 65"/>
                <a:gd name="T14" fmla="*/ 61 w 66"/>
                <a:gd name="T15" fmla="*/ 61 h 65"/>
                <a:gd name="T16" fmla="*/ 5 w 66"/>
                <a:gd name="T17" fmla="*/ 61 h 65"/>
                <a:gd name="T18" fmla="*/ 5 w 66"/>
                <a:gd name="T19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5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  <a:close/>
                  <a:moveTo>
                    <a:pt x="5" y="4"/>
                  </a:moveTo>
                  <a:lnTo>
                    <a:pt x="61" y="4"/>
                  </a:lnTo>
                  <a:lnTo>
                    <a:pt x="61" y="61"/>
                  </a:lnTo>
                  <a:lnTo>
                    <a:pt x="5" y="61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4" name="Freeform 401"/>
          <p:cNvSpPr>
            <a:spLocks/>
          </p:cNvSpPr>
          <p:nvPr/>
        </p:nvSpPr>
        <p:spPr bwMode="auto">
          <a:xfrm>
            <a:off x="3337196" y="3715164"/>
            <a:ext cx="119783" cy="117681"/>
          </a:xfrm>
          <a:custGeom>
            <a:avLst/>
            <a:gdLst>
              <a:gd name="T0" fmla="*/ 5 w 57"/>
              <a:gd name="T1" fmla="*/ 5 h 56"/>
              <a:gd name="T2" fmla="*/ 57 w 57"/>
              <a:gd name="T3" fmla="*/ 5 h 56"/>
              <a:gd name="T4" fmla="*/ 57 w 57"/>
              <a:gd name="T5" fmla="*/ 0 h 56"/>
              <a:gd name="T6" fmla="*/ 2 w 57"/>
              <a:gd name="T7" fmla="*/ 0 h 56"/>
              <a:gd name="T8" fmla="*/ 0 w 57"/>
              <a:gd name="T9" fmla="*/ 2 h 56"/>
              <a:gd name="T10" fmla="*/ 0 w 57"/>
              <a:gd name="T11" fmla="*/ 56 h 56"/>
              <a:gd name="T12" fmla="*/ 5 w 57"/>
              <a:gd name="T13" fmla="*/ 56 h 56"/>
              <a:gd name="T14" fmla="*/ 5 w 57"/>
              <a:gd name="T15" fmla="*/ 5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" h="56">
                <a:moveTo>
                  <a:pt x="5" y="5"/>
                </a:moveTo>
                <a:lnTo>
                  <a:pt x="57" y="5"/>
                </a:lnTo>
                <a:lnTo>
                  <a:pt x="57" y="0"/>
                </a:lnTo>
                <a:lnTo>
                  <a:pt x="2" y="0"/>
                </a:lnTo>
                <a:lnTo>
                  <a:pt x="0" y="2"/>
                </a:lnTo>
                <a:lnTo>
                  <a:pt x="0" y="56"/>
                </a:lnTo>
                <a:lnTo>
                  <a:pt x="5" y="56"/>
                </a:lnTo>
                <a:lnTo>
                  <a:pt x="5" y="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5" name="Freeform 402"/>
          <p:cNvSpPr>
            <a:spLocks/>
          </p:cNvSpPr>
          <p:nvPr/>
        </p:nvSpPr>
        <p:spPr bwMode="auto">
          <a:xfrm>
            <a:off x="3730167" y="3715164"/>
            <a:ext cx="119783" cy="117681"/>
          </a:xfrm>
          <a:custGeom>
            <a:avLst/>
            <a:gdLst>
              <a:gd name="T0" fmla="*/ 57 w 57"/>
              <a:gd name="T1" fmla="*/ 56 h 56"/>
              <a:gd name="T2" fmla="*/ 57 w 57"/>
              <a:gd name="T3" fmla="*/ 2 h 56"/>
              <a:gd name="T4" fmla="*/ 54 w 57"/>
              <a:gd name="T5" fmla="*/ 0 h 56"/>
              <a:gd name="T6" fmla="*/ 0 w 57"/>
              <a:gd name="T7" fmla="*/ 0 h 56"/>
              <a:gd name="T8" fmla="*/ 0 w 57"/>
              <a:gd name="T9" fmla="*/ 5 h 56"/>
              <a:gd name="T10" fmla="*/ 52 w 57"/>
              <a:gd name="T11" fmla="*/ 5 h 56"/>
              <a:gd name="T12" fmla="*/ 52 w 57"/>
              <a:gd name="T13" fmla="*/ 56 h 56"/>
              <a:gd name="T14" fmla="*/ 57 w 57"/>
              <a:gd name="T15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" h="56">
                <a:moveTo>
                  <a:pt x="57" y="56"/>
                </a:moveTo>
                <a:lnTo>
                  <a:pt x="57" y="2"/>
                </a:lnTo>
                <a:lnTo>
                  <a:pt x="54" y="0"/>
                </a:lnTo>
                <a:lnTo>
                  <a:pt x="0" y="0"/>
                </a:lnTo>
                <a:lnTo>
                  <a:pt x="0" y="5"/>
                </a:lnTo>
                <a:lnTo>
                  <a:pt x="52" y="5"/>
                </a:lnTo>
                <a:lnTo>
                  <a:pt x="52" y="56"/>
                </a:lnTo>
                <a:lnTo>
                  <a:pt x="57" y="5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6" name="Freeform 403"/>
          <p:cNvSpPr>
            <a:spLocks/>
          </p:cNvSpPr>
          <p:nvPr/>
        </p:nvSpPr>
        <p:spPr bwMode="auto">
          <a:xfrm>
            <a:off x="2967342" y="3622700"/>
            <a:ext cx="71449" cy="302608"/>
          </a:xfrm>
          <a:custGeom>
            <a:avLst/>
            <a:gdLst>
              <a:gd name="T0" fmla="*/ 3 w 34"/>
              <a:gd name="T1" fmla="*/ 125 h 144"/>
              <a:gd name="T2" fmla="*/ 0 w 34"/>
              <a:gd name="T3" fmla="*/ 129 h 144"/>
              <a:gd name="T4" fmla="*/ 16 w 34"/>
              <a:gd name="T5" fmla="*/ 144 h 144"/>
              <a:gd name="T6" fmla="*/ 18 w 34"/>
              <a:gd name="T7" fmla="*/ 144 h 144"/>
              <a:gd name="T8" fmla="*/ 34 w 34"/>
              <a:gd name="T9" fmla="*/ 129 h 144"/>
              <a:gd name="T10" fmla="*/ 31 w 34"/>
              <a:gd name="T11" fmla="*/ 125 h 144"/>
              <a:gd name="T12" fmla="*/ 19 w 34"/>
              <a:gd name="T13" fmla="*/ 137 h 144"/>
              <a:gd name="T14" fmla="*/ 19 w 34"/>
              <a:gd name="T15" fmla="*/ 8 h 144"/>
              <a:gd name="T16" fmla="*/ 31 w 34"/>
              <a:gd name="T17" fmla="*/ 20 h 144"/>
              <a:gd name="T18" fmla="*/ 34 w 34"/>
              <a:gd name="T19" fmla="*/ 16 h 144"/>
              <a:gd name="T20" fmla="*/ 18 w 34"/>
              <a:gd name="T21" fmla="*/ 0 h 144"/>
              <a:gd name="T22" fmla="*/ 16 w 34"/>
              <a:gd name="T23" fmla="*/ 0 h 144"/>
              <a:gd name="T24" fmla="*/ 0 w 34"/>
              <a:gd name="T25" fmla="*/ 16 h 144"/>
              <a:gd name="T26" fmla="*/ 3 w 34"/>
              <a:gd name="T27" fmla="*/ 20 h 144"/>
              <a:gd name="T28" fmla="*/ 15 w 34"/>
              <a:gd name="T29" fmla="*/ 8 h 144"/>
              <a:gd name="T30" fmla="*/ 15 w 34"/>
              <a:gd name="T31" fmla="*/ 137 h 144"/>
              <a:gd name="T32" fmla="*/ 3 w 34"/>
              <a:gd name="T33" fmla="*/ 12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4" h="144">
                <a:moveTo>
                  <a:pt x="3" y="125"/>
                </a:moveTo>
                <a:lnTo>
                  <a:pt x="0" y="129"/>
                </a:lnTo>
                <a:lnTo>
                  <a:pt x="16" y="144"/>
                </a:lnTo>
                <a:lnTo>
                  <a:pt x="18" y="144"/>
                </a:lnTo>
                <a:lnTo>
                  <a:pt x="34" y="129"/>
                </a:lnTo>
                <a:lnTo>
                  <a:pt x="31" y="125"/>
                </a:lnTo>
                <a:lnTo>
                  <a:pt x="19" y="137"/>
                </a:lnTo>
                <a:lnTo>
                  <a:pt x="19" y="8"/>
                </a:lnTo>
                <a:lnTo>
                  <a:pt x="31" y="20"/>
                </a:lnTo>
                <a:lnTo>
                  <a:pt x="34" y="16"/>
                </a:lnTo>
                <a:lnTo>
                  <a:pt x="18" y="0"/>
                </a:lnTo>
                <a:lnTo>
                  <a:pt x="16" y="0"/>
                </a:lnTo>
                <a:lnTo>
                  <a:pt x="0" y="16"/>
                </a:lnTo>
                <a:lnTo>
                  <a:pt x="3" y="20"/>
                </a:lnTo>
                <a:lnTo>
                  <a:pt x="15" y="8"/>
                </a:lnTo>
                <a:lnTo>
                  <a:pt x="15" y="137"/>
                </a:lnTo>
                <a:lnTo>
                  <a:pt x="3" y="12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92647715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4051664" y="411510"/>
            <a:ext cx="10702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Arrows</a:t>
            </a:r>
            <a:endParaRPr lang="uk-UA" sz="2400" dirty="0"/>
          </a:p>
        </p:txBody>
      </p:sp>
      <p:sp>
        <p:nvSpPr>
          <p:cNvPr id="5" name="Freeform 37"/>
          <p:cNvSpPr>
            <a:spLocks/>
          </p:cNvSpPr>
          <p:nvPr/>
        </p:nvSpPr>
        <p:spPr bwMode="auto">
          <a:xfrm>
            <a:off x="6846609" y="2154010"/>
            <a:ext cx="178623" cy="121884"/>
          </a:xfrm>
          <a:custGeom>
            <a:avLst/>
            <a:gdLst>
              <a:gd name="T0" fmla="*/ 4 w 85"/>
              <a:gd name="T1" fmla="*/ 27 h 58"/>
              <a:gd name="T2" fmla="*/ 0 w 85"/>
              <a:gd name="T3" fmla="*/ 30 h 58"/>
              <a:gd name="T4" fmla="*/ 27 w 85"/>
              <a:gd name="T5" fmla="*/ 58 h 58"/>
              <a:gd name="T6" fmla="*/ 31 w 85"/>
              <a:gd name="T7" fmla="*/ 58 h 58"/>
              <a:gd name="T8" fmla="*/ 85 w 85"/>
              <a:gd name="T9" fmla="*/ 3 h 58"/>
              <a:gd name="T10" fmla="*/ 81 w 85"/>
              <a:gd name="T11" fmla="*/ 0 h 58"/>
              <a:gd name="T12" fmla="*/ 29 w 85"/>
              <a:gd name="T13" fmla="*/ 52 h 58"/>
              <a:gd name="T14" fmla="*/ 4 w 85"/>
              <a:gd name="T15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58">
                <a:moveTo>
                  <a:pt x="4" y="27"/>
                </a:moveTo>
                <a:lnTo>
                  <a:pt x="0" y="30"/>
                </a:lnTo>
                <a:lnTo>
                  <a:pt x="27" y="58"/>
                </a:lnTo>
                <a:lnTo>
                  <a:pt x="31" y="58"/>
                </a:lnTo>
                <a:lnTo>
                  <a:pt x="85" y="3"/>
                </a:lnTo>
                <a:lnTo>
                  <a:pt x="81" y="0"/>
                </a:lnTo>
                <a:lnTo>
                  <a:pt x="29" y="52"/>
                </a:lnTo>
                <a:lnTo>
                  <a:pt x="4" y="2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" name="Freeform 87"/>
          <p:cNvSpPr>
            <a:spLocks/>
          </p:cNvSpPr>
          <p:nvPr/>
        </p:nvSpPr>
        <p:spPr bwMode="auto">
          <a:xfrm>
            <a:off x="2526040" y="2168721"/>
            <a:ext cx="168116" cy="90363"/>
          </a:xfrm>
          <a:custGeom>
            <a:avLst/>
            <a:gdLst>
              <a:gd name="T0" fmla="*/ 77 w 80"/>
              <a:gd name="T1" fmla="*/ 0 h 43"/>
              <a:gd name="T2" fmla="*/ 40 w 80"/>
              <a:gd name="T3" fmla="*/ 37 h 43"/>
              <a:gd name="T4" fmla="*/ 3 w 80"/>
              <a:gd name="T5" fmla="*/ 0 h 43"/>
              <a:gd name="T6" fmla="*/ 0 w 80"/>
              <a:gd name="T7" fmla="*/ 4 h 43"/>
              <a:gd name="T8" fmla="*/ 39 w 80"/>
              <a:gd name="T9" fmla="*/ 43 h 43"/>
              <a:gd name="T10" fmla="*/ 41 w 80"/>
              <a:gd name="T11" fmla="*/ 43 h 43"/>
              <a:gd name="T12" fmla="*/ 80 w 80"/>
              <a:gd name="T13" fmla="*/ 4 h 43"/>
              <a:gd name="T14" fmla="*/ 77 w 80"/>
              <a:gd name="T15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0" h="43">
                <a:moveTo>
                  <a:pt x="77" y="0"/>
                </a:moveTo>
                <a:lnTo>
                  <a:pt x="40" y="37"/>
                </a:lnTo>
                <a:lnTo>
                  <a:pt x="3" y="0"/>
                </a:lnTo>
                <a:lnTo>
                  <a:pt x="0" y="4"/>
                </a:lnTo>
                <a:lnTo>
                  <a:pt x="39" y="43"/>
                </a:lnTo>
                <a:lnTo>
                  <a:pt x="41" y="43"/>
                </a:lnTo>
                <a:lnTo>
                  <a:pt x="80" y="4"/>
                </a:lnTo>
                <a:lnTo>
                  <a:pt x="77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0" name="Группа 109"/>
          <p:cNvGrpSpPr/>
          <p:nvPr/>
        </p:nvGrpSpPr>
        <p:grpSpPr>
          <a:xfrm>
            <a:off x="4100021" y="2135098"/>
            <a:ext cx="168116" cy="159710"/>
            <a:chOff x="4100021" y="2135098"/>
            <a:chExt cx="168116" cy="159710"/>
          </a:xfrm>
          <a:solidFill>
            <a:schemeClr val="tx1"/>
          </a:solidFill>
        </p:grpSpPr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4100021" y="2204445"/>
              <a:ext cx="168116" cy="90363"/>
            </a:xfrm>
            <a:custGeom>
              <a:avLst/>
              <a:gdLst>
                <a:gd name="T0" fmla="*/ 40 w 80"/>
                <a:gd name="T1" fmla="*/ 37 h 43"/>
                <a:gd name="T2" fmla="*/ 3 w 80"/>
                <a:gd name="T3" fmla="*/ 0 h 43"/>
                <a:gd name="T4" fmla="*/ 0 w 80"/>
                <a:gd name="T5" fmla="*/ 4 h 43"/>
                <a:gd name="T6" fmla="*/ 38 w 80"/>
                <a:gd name="T7" fmla="*/ 43 h 43"/>
                <a:gd name="T8" fmla="*/ 41 w 80"/>
                <a:gd name="T9" fmla="*/ 43 h 43"/>
                <a:gd name="T10" fmla="*/ 80 w 80"/>
                <a:gd name="T11" fmla="*/ 4 h 43"/>
                <a:gd name="T12" fmla="*/ 76 w 80"/>
                <a:gd name="T13" fmla="*/ 1 h 43"/>
                <a:gd name="T14" fmla="*/ 40 w 80"/>
                <a:gd name="T15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3">
                  <a:moveTo>
                    <a:pt x="40" y="37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38" y="43"/>
                  </a:lnTo>
                  <a:lnTo>
                    <a:pt x="41" y="43"/>
                  </a:lnTo>
                  <a:lnTo>
                    <a:pt x="80" y="4"/>
                  </a:lnTo>
                  <a:lnTo>
                    <a:pt x="76" y="1"/>
                  </a:lnTo>
                  <a:lnTo>
                    <a:pt x="4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89"/>
            <p:cNvSpPr>
              <a:spLocks/>
            </p:cNvSpPr>
            <p:nvPr/>
          </p:nvSpPr>
          <p:spPr bwMode="auto">
            <a:xfrm>
              <a:off x="4100021" y="2135098"/>
              <a:ext cx="168116" cy="88261"/>
            </a:xfrm>
            <a:custGeom>
              <a:avLst/>
              <a:gdLst>
                <a:gd name="T0" fmla="*/ 40 w 80"/>
                <a:gd name="T1" fmla="*/ 36 h 42"/>
                <a:gd name="T2" fmla="*/ 3 w 80"/>
                <a:gd name="T3" fmla="*/ 0 h 42"/>
                <a:gd name="T4" fmla="*/ 0 w 80"/>
                <a:gd name="T5" fmla="*/ 3 h 42"/>
                <a:gd name="T6" fmla="*/ 38 w 80"/>
                <a:gd name="T7" fmla="*/ 42 h 42"/>
                <a:gd name="T8" fmla="*/ 41 w 80"/>
                <a:gd name="T9" fmla="*/ 42 h 42"/>
                <a:gd name="T10" fmla="*/ 80 w 80"/>
                <a:gd name="T11" fmla="*/ 3 h 42"/>
                <a:gd name="T12" fmla="*/ 76 w 80"/>
                <a:gd name="T13" fmla="*/ 0 h 42"/>
                <a:gd name="T14" fmla="*/ 40 w 80"/>
                <a:gd name="T15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40" y="36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38" y="42"/>
                  </a:lnTo>
                  <a:lnTo>
                    <a:pt x="41" y="42"/>
                  </a:lnTo>
                  <a:lnTo>
                    <a:pt x="80" y="3"/>
                  </a:lnTo>
                  <a:lnTo>
                    <a:pt x="76" y="0"/>
                  </a:ln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" name="Freeform 90"/>
          <p:cNvSpPr>
            <a:spLocks/>
          </p:cNvSpPr>
          <p:nvPr/>
        </p:nvSpPr>
        <p:spPr bwMode="auto">
          <a:xfrm>
            <a:off x="2944227" y="2156112"/>
            <a:ext cx="117681" cy="117681"/>
          </a:xfrm>
          <a:custGeom>
            <a:avLst/>
            <a:gdLst>
              <a:gd name="T0" fmla="*/ 0 w 56"/>
              <a:gd name="T1" fmla="*/ 0 h 56"/>
              <a:gd name="T2" fmla="*/ 0 w 56"/>
              <a:gd name="T3" fmla="*/ 54 h 56"/>
              <a:gd name="T4" fmla="*/ 2 w 56"/>
              <a:gd name="T5" fmla="*/ 56 h 56"/>
              <a:gd name="T6" fmla="*/ 56 w 56"/>
              <a:gd name="T7" fmla="*/ 56 h 56"/>
              <a:gd name="T8" fmla="*/ 56 w 56"/>
              <a:gd name="T9" fmla="*/ 52 h 56"/>
              <a:gd name="T10" fmla="*/ 4 w 56"/>
              <a:gd name="T11" fmla="*/ 52 h 56"/>
              <a:gd name="T12" fmla="*/ 4 w 56"/>
              <a:gd name="T13" fmla="*/ 0 h 56"/>
              <a:gd name="T14" fmla="*/ 0 w 56"/>
              <a:gd name="T15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56">
                <a:moveTo>
                  <a:pt x="0" y="0"/>
                </a:moveTo>
                <a:lnTo>
                  <a:pt x="0" y="54"/>
                </a:lnTo>
                <a:lnTo>
                  <a:pt x="2" y="56"/>
                </a:lnTo>
                <a:lnTo>
                  <a:pt x="56" y="56"/>
                </a:lnTo>
                <a:lnTo>
                  <a:pt x="56" y="52"/>
                </a:lnTo>
                <a:lnTo>
                  <a:pt x="4" y="52"/>
                </a:lnTo>
                <a:lnTo>
                  <a:pt x="4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91"/>
          <p:cNvSpPr>
            <a:spLocks/>
          </p:cNvSpPr>
          <p:nvPr/>
        </p:nvSpPr>
        <p:spPr bwMode="auto">
          <a:xfrm>
            <a:off x="3337197" y="2156112"/>
            <a:ext cx="119783" cy="117681"/>
          </a:xfrm>
          <a:custGeom>
            <a:avLst/>
            <a:gdLst>
              <a:gd name="T0" fmla="*/ 0 w 57"/>
              <a:gd name="T1" fmla="*/ 52 h 56"/>
              <a:gd name="T2" fmla="*/ 0 w 57"/>
              <a:gd name="T3" fmla="*/ 56 h 56"/>
              <a:gd name="T4" fmla="*/ 54 w 57"/>
              <a:gd name="T5" fmla="*/ 56 h 56"/>
              <a:gd name="T6" fmla="*/ 57 w 57"/>
              <a:gd name="T7" fmla="*/ 54 h 56"/>
              <a:gd name="T8" fmla="*/ 57 w 57"/>
              <a:gd name="T9" fmla="*/ 0 h 56"/>
              <a:gd name="T10" fmla="*/ 52 w 57"/>
              <a:gd name="T11" fmla="*/ 0 h 56"/>
              <a:gd name="T12" fmla="*/ 52 w 57"/>
              <a:gd name="T13" fmla="*/ 52 h 56"/>
              <a:gd name="T14" fmla="*/ 0 w 57"/>
              <a:gd name="T15" fmla="*/ 5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" h="56">
                <a:moveTo>
                  <a:pt x="0" y="52"/>
                </a:moveTo>
                <a:lnTo>
                  <a:pt x="0" y="56"/>
                </a:lnTo>
                <a:lnTo>
                  <a:pt x="54" y="56"/>
                </a:lnTo>
                <a:lnTo>
                  <a:pt x="57" y="54"/>
                </a:lnTo>
                <a:lnTo>
                  <a:pt x="57" y="0"/>
                </a:lnTo>
                <a:lnTo>
                  <a:pt x="52" y="0"/>
                </a:lnTo>
                <a:lnTo>
                  <a:pt x="52" y="52"/>
                </a:lnTo>
                <a:lnTo>
                  <a:pt x="0" y="5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192"/>
          <p:cNvSpPr>
            <a:spLocks/>
          </p:cNvSpPr>
          <p:nvPr/>
        </p:nvSpPr>
        <p:spPr bwMode="auto">
          <a:xfrm>
            <a:off x="2172997" y="2130895"/>
            <a:ext cx="88261" cy="168116"/>
          </a:xfrm>
          <a:custGeom>
            <a:avLst/>
            <a:gdLst>
              <a:gd name="T0" fmla="*/ 39 w 42"/>
              <a:gd name="T1" fmla="*/ 0 h 80"/>
              <a:gd name="T2" fmla="*/ 0 w 42"/>
              <a:gd name="T3" fmla="*/ 38 h 80"/>
              <a:gd name="T4" fmla="*/ 0 w 42"/>
              <a:gd name="T5" fmla="*/ 42 h 80"/>
              <a:gd name="T6" fmla="*/ 39 w 42"/>
              <a:gd name="T7" fmla="*/ 80 h 80"/>
              <a:gd name="T8" fmla="*/ 42 w 42"/>
              <a:gd name="T9" fmla="*/ 76 h 80"/>
              <a:gd name="T10" fmla="*/ 5 w 42"/>
              <a:gd name="T11" fmla="*/ 40 h 80"/>
              <a:gd name="T12" fmla="*/ 42 w 42"/>
              <a:gd name="T13" fmla="*/ 3 h 80"/>
              <a:gd name="T14" fmla="*/ 39 w 42"/>
              <a:gd name="T1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" h="80">
                <a:moveTo>
                  <a:pt x="39" y="0"/>
                </a:moveTo>
                <a:lnTo>
                  <a:pt x="0" y="38"/>
                </a:lnTo>
                <a:lnTo>
                  <a:pt x="0" y="42"/>
                </a:lnTo>
                <a:lnTo>
                  <a:pt x="39" y="80"/>
                </a:lnTo>
                <a:lnTo>
                  <a:pt x="42" y="76"/>
                </a:lnTo>
                <a:lnTo>
                  <a:pt x="5" y="40"/>
                </a:lnTo>
                <a:lnTo>
                  <a:pt x="42" y="3"/>
                </a:lnTo>
                <a:lnTo>
                  <a:pt x="39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1" name="Группа 110"/>
          <p:cNvGrpSpPr/>
          <p:nvPr/>
        </p:nvGrpSpPr>
        <p:grpSpPr>
          <a:xfrm>
            <a:off x="3711254" y="2130895"/>
            <a:ext cx="157610" cy="168116"/>
            <a:chOff x="3711254" y="2130895"/>
            <a:chExt cx="157610" cy="168116"/>
          </a:xfrm>
          <a:solidFill>
            <a:schemeClr val="tx1"/>
          </a:solidFill>
        </p:grpSpPr>
        <p:sp>
          <p:nvSpPr>
            <p:cNvPr id="12" name="Freeform 193"/>
            <p:cNvSpPr>
              <a:spLocks/>
            </p:cNvSpPr>
            <p:nvPr/>
          </p:nvSpPr>
          <p:spPr bwMode="auto">
            <a:xfrm>
              <a:off x="3711254" y="2130895"/>
              <a:ext cx="86160" cy="168116"/>
            </a:xfrm>
            <a:custGeom>
              <a:avLst/>
              <a:gdLst>
                <a:gd name="T0" fmla="*/ 41 w 41"/>
                <a:gd name="T1" fmla="*/ 3 h 80"/>
                <a:gd name="T2" fmla="*/ 38 w 41"/>
                <a:gd name="T3" fmla="*/ 0 h 80"/>
                <a:gd name="T4" fmla="*/ 0 w 41"/>
                <a:gd name="T5" fmla="*/ 38 h 80"/>
                <a:gd name="T6" fmla="*/ 0 w 41"/>
                <a:gd name="T7" fmla="*/ 42 h 80"/>
                <a:gd name="T8" fmla="*/ 38 w 41"/>
                <a:gd name="T9" fmla="*/ 80 h 80"/>
                <a:gd name="T10" fmla="*/ 41 w 41"/>
                <a:gd name="T11" fmla="*/ 76 h 80"/>
                <a:gd name="T12" fmla="*/ 5 w 41"/>
                <a:gd name="T13" fmla="*/ 40 h 80"/>
                <a:gd name="T14" fmla="*/ 41 w 41"/>
                <a:gd name="T15" fmla="*/ 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80">
                  <a:moveTo>
                    <a:pt x="41" y="3"/>
                  </a:moveTo>
                  <a:lnTo>
                    <a:pt x="38" y="0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38" y="80"/>
                  </a:lnTo>
                  <a:lnTo>
                    <a:pt x="41" y="76"/>
                  </a:lnTo>
                  <a:lnTo>
                    <a:pt x="5" y="40"/>
                  </a:lnTo>
                  <a:lnTo>
                    <a:pt x="4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194"/>
            <p:cNvSpPr>
              <a:spLocks/>
            </p:cNvSpPr>
            <p:nvPr/>
          </p:nvSpPr>
          <p:spPr bwMode="auto">
            <a:xfrm>
              <a:off x="3782704" y="2130895"/>
              <a:ext cx="86160" cy="168116"/>
            </a:xfrm>
            <a:custGeom>
              <a:avLst/>
              <a:gdLst>
                <a:gd name="T0" fmla="*/ 38 w 41"/>
                <a:gd name="T1" fmla="*/ 0 h 80"/>
                <a:gd name="T2" fmla="*/ 0 w 41"/>
                <a:gd name="T3" fmla="*/ 38 h 80"/>
                <a:gd name="T4" fmla="*/ 0 w 41"/>
                <a:gd name="T5" fmla="*/ 42 h 80"/>
                <a:gd name="T6" fmla="*/ 38 w 41"/>
                <a:gd name="T7" fmla="*/ 80 h 80"/>
                <a:gd name="T8" fmla="*/ 41 w 41"/>
                <a:gd name="T9" fmla="*/ 76 h 80"/>
                <a:gd name="T10" fmla="*/ 5 w 41"/>
                <a:gd name="T11" fmla="*/ 40 h 80"/>
                <a:gd name="T12" fmla="*/ 41 w 41"/>
                <a:gd name="T13" fmla="*/ 3 h 80"/>
                <a:gd name="T14" fmla="*/ 38 w 41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80">
                  <a:moveTo>
                    <a:pt x="38" y="0"/>
                  </a:moveTo>
                  <a:lnTo>
                    <a:pt x="0" y="38"/>
                  </a:lnTo>
                  <a:lnTo>
                    <a:pt x="0" y="42"/>
                  </a:lnTo>
                  <a:lnTo>
                    <a:pt x="38" y="80"/>
                  </a:lnTo>
                  <a:lnTo>
                    <a:pt x="41" y="76"/>
                  </a:lnTo>
                  <a:lnTo>
                    <a:pt x="5" y="40"/>
                  </a:lnTo>
                  <a:lnTo>
                    <a:pt x="41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4" name="Rectangle 195"/>
          <p:cNvSpPr>
            <a:spLocks noChangeArrowheads="1"/>
          </p:cNvSpPr>
          <p:nvPr/>
        </p:nvSpPr>
        <p:spPr bwMode="auto">
          <a:xfrm>
            <a:off x="5276830" y="2210749"/>
            <a:ext cx="170218" cy="84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210"/>
          <p:cNvSpPr>
            <a:spLocks/>
          </p:cNvSpPr>
          <p:nvPr/>
        </p:nvSpPr>
        <p:spPr bwMode="auto">
          <a:xfrm>
            <a:off x="5669799" y="2128793"/>
            <a:ext cx="170218" cy="170218"/>
          </a:xfrm>
          <a:custGeom>
            <a:avLst/>
            <a:gdLst>
              <a:gd name="T0" fmla="*/ 38 w 81"/>
              <a:gd name="T1" fmla="*/ 0 h 81"/>
              <a:gd name="T2" fmla="*/ 38 w 81"/>
              <a:gd name="T3" fmla="*/ 39 h 81"/>
              <a:gd name="T4" fmla="*/ 0 w 81"/>
              <a:gd name="T5" fmla="*/ 39 h 81"/>
              <a:gd name="T6" fmla="*/ 0 w 81"/>
              <a:gd name="T7" fmla="*/ 43 h 81"/>
              <a:gd name="T8" fmla="*/ 38 w 81"/>
              <a:gd name="T9" fmla="*/ 43 h 81"/>
              <a:gd name="T10" fmla="*/ 38 w 81"/>
              <a:gd name="T11" fmla="*/ 81 h 81"/>
              <a:gd name="T12" fmla="*/ 43 w 81"/>
              <a:gd name="T13" fmla="*/ 81 h 81"/>
              <a:gd name="T14" fmla="*/ 43 w 81"/>
              <a:gd name="T15" fmla="*/ 43 h 81"/>
              <a:gd name="T16" fmla="*/ 81 w 81"/>
              <a:gd name="T17" fmla="*/ 43 h 81"/>
              <a:gd name="T18" fmla="*/ 81 w 81"/>
              <a:gd name="T19" fmla="*/ 39 h 81"/>
              <a:gd name="T20" fmla="*/ 43 w 81"/>
              <a:gd name="T21" fmla="*/ 39 h 81"/>
              <a:gd name="T22" fmla="*/ 43 w 81"/>
              <a:gd name="T23" fmla="*/ 0 h 81"/>
              <a:gd name="T24" fmla="*/ 38 w 81"/>
              <a:gd name="T25" fmla="*/ 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1" h="81">
                <a:moveTo>
                  <a:pt x="38" y="0"/>
                </a:moveTo>
                <a:lnTo>
                  <a:pt x="38" y="39"/>
                </a:lnTo>
                <a:lnTo>
                  <a:pt x="0" y="39"/>
                </a:lnTo>
                <a:lnTo>
                  <a:pt x="0" y="43"/>
                </a:lnTo>
                <a:lnTo>
                  <a:pt x="38" y="43"/>
                </a:lnTo>
                <a:lnTo>
                  <a:pt x="38" y="81"/>
                </a:lnTo>
                <a:lnTo>
                  <a:pt x="43" y="81"/>
                </a:lnTo>
                <a:lnTo>
                  <a:pt x="43" y="43"/>
                </a:lnTo>
                <a:lnTo>
                  <a:pt x="81" y="43"/>
                </a:lnTo>
                <a:lnTo>
                  <a:pt x="81" y="39"/>
                </a:lnTo>
                <a:lnTo>
                  <a:pt x="43" y="39"/>
                </a:lnTo>
                <a:lnTo>
                  <a:pt x="43" y="0"/>
                </a:lnTo>
                <a:lnTo>
                  <a:pt x="38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214"/>
          <p:cNvSpPr>
            <a:spLocks/>
          </p:cNvSpPr>
          <p:nvPr/>
        </p:nvSpPr>
        <p:spPr bwMode="auto">
          <a:xfrm>
            <a:off x="6083784" y="2149807"/>
            <a:ext cx="130290" cy="130290"/>
          </a:xfrm>
          <a:custGeom>
            <a:avLst/>
            <a:gdLst>
              <a:gd name="T0" fmla="*/ 58 w 62"/>
              <a:gd name="T1" fmla="*/ 0 h 62"/>
              <a:gd name="T2" fmla="*/ 31 w 62"/>
              <a:gd name="T3" fmla="*/ 27 h 62"/>
              <a:gd name="T4" fmla="*/ 3 w 62"/>
              <a:gd name="T5" fmla="*/ 0 h 62"/>
              <a:gd name="T6" fmla="*/ 0 w 62"/>
              <a:gd name="T7" fmla="*/ 3 h 62"/>
              <a:gd name="T8" fmla="*/ 28 w 62"/>
              <a:gd name="T9" fmla="*/ 31 h 62"/>
              <a:gd name="T10" fmla="*/ 0 w 62"/>
              <a:gd name="T11" fmla="*/ 58 h 62"/>
              <a:gd name="T12" fmla="*/ 3 w 62"/>
              <a:gd name="T13" fmla="*/ 62 h 62"/>
              <a:gd name="T14" fmla="*/ 31 w 62"/>
              <a:gd name="T15" fmla="*/ 34 h 62"/>
              <a:gd name="T16" fmla="*/ 59 w 62"/>
              <a:gd name="T17" fmla="*/ 61 h 62"/>
              <a:gd name="T18" fmla="*/ 62 w 62"/>
              <a:gd name="T19" fmla="*/ 58 h 62"/>
              <a:gd name="T20" fmla="*/ 34 w 62"/>
              <a:gd name="T21" fmla="*/ 31 h 62"/>
              <a:gd name="T22" fmla="*/ 62 w 62"/>
              <a:gd name="T23" fmla="*/ 3 h 62"/>
              <a:gd name="T24" fmla="*/ 58 w 62"/>
              <a:gd name="T25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2" h="62">
                <a:moveTo>
                  <a:pt x="58" y="0"/>
                </a:moveTo>
                <a:lnTo>
                  <a:pt x="31" y="27"/>
                </a:lnTo>
                <a:lnTo>
                  <a:pt x="3" y="0"/>
                </a:lnTo>
                <a:lnTo>
                  <a:pt x="0" y="3"/>
                </a:lnTo>
                <a:lnTo>
                  <a:pt x="28" y="31"/>
                </a:lnTo>
                <a:lnTo>
                  <a:pt x="0" y="58"/>
                </a:lnTo>
                <a:lnTo>
                  <a:pt x="3" y="62"/>
                </a:lnTo>
                <a:lnTo>
                  <a:pt x="31" y="34"/>
                </a:lnTo>
                <a:lnTo>
                  <a:pt x="59" y="61"/>
                </a:lnTo>
                <a:lnTo>
                  <a:pt x="62" y="58"/>
                </a:lnTo>
                <a:lnTo>
                  <a:pt x="34" y="31"/>
                </a:lnTo>
                <a:lnTo>
                  <a:pt x="62" y="3"/>
                </a:lnTo>
                <a:lnTo>
                  <a:pt x="58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215"/>
          <p:cNvSpPr>
            <a:spLocks/>
          </p:cNvSpPr>
          <p:nvPr/>
        </p:nvSpPr>
        <p:spPr bwMode="auto">
          <a:xfrm>
            <a:off x="6497768" y="2130895"/>
            <a:ext cx="88261" cy="168116"/>
          </a:xfrm>
          <a:custGeom>
            <a:avLst/>
            <a:gdLst>
              <a:gd name="T0" fmla="*/ 42 w 42"/>
              <a:gd name="T1" fmla="*/ 38 h 80"/>
              <a:gd name="T2" fmla="*/ 3 w 42"/>
              <a:gd name="T3" fmla="*/ 0 h 80"/>
              <a:gd name="T4" fmla="*/ 0 w 42"/>
              <a:gd name="T5" fmla="*/ 3 h 80"/>
              <a:gd name="T6" fmla="*/ 37 w 42"/>
              <a:gd name="T7" fmla="*/ 40 h 80"/>
              <a:gd name="T8" fmla="*/ 0 w 42"/>
              <a:gd name="T9" fmla="*/ 76 h 80"/>
              <a:gd name="T10" fmla="*/ 3 w 42"/>
              <a:gd name="T11" fmla="*/ 80 h 80"/>
              <a:gd name="T12" fmla="*/ 42 w 42"/>
              <a:gd name="T13" fmla="*/ 42 h 80"/>
              <a:gd name="T14" fmla="*/ 42 w 42"/>
              <a:gd name="T15" fmla="*/ 3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" h="80">
                <a:moveTo>
                  <a:pt x="42" y="38"/>
                </a:moveTo>
                <a:lnTo>
                  <a:pt x="3" y="0"/>
                </a:lnTo>
                <a:lnTo>
                  <a:pt x="0" y="3"/>
                </a:lnTo>
                <a:lnTo>
                  <a:pt x="37" y="40"/>
                </a:lnTo>
                <a:lnTo>
                  <a:pt x="0" y="76"/>
                </a:lnTo>
                <a:lnTo>
                  <a:pt x="3" y="80"/>
                </a:lnTo>
                <a:lnTo>
                  <a:pt x="42" y="42"/>
                </a:lnTo>
                <a:lnTo>
                  <a:pt x="42" y="3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2" name="Группа 111"/>
          <p:cNvGrpSpPr/>
          <p:nvPr/>
        </p:nvGrpSpPr>
        <p:grpSpPr>
          <a:xfrm>
            <a:off x="4497193" y="2130895"/>
            <a:ext cx="157610" cy="168116"/>
            <a:chOff x="4497193" y="2130895"/>
            <a:chExt cx="157610" cy="168116"/>
          </a:xfrm>
          <a:solidFill>
            <a:schemeClr val="tx1"/>
          </a:solidFill>
        </p:grpSpPr>
        <p:sp>
          <p:nvSpPr>
            <p:cNvPr id="18" name="Freeform 216"/>
            <p:cNvSpPr>
              <a:spLocks/>
            </p:cNvSpPr>
            <p:nvPr/>
          </p:nvSpPr>
          <p:spPr bwMode="auto">
            <a:xfrm>
              <a:off x="4566542" y="2130895"/>
              <a:ext cx="88261" cy="168116"/>
            </a:xfrm>
            <a:custGeom>
              <a:avLst/>
              <a:gdLst>
                <a:gd name="T0" fmla="*/ 0 w 42"/>
                <a:gd name="T1" fmla="*/ 3 h 80"/>
                <a:gd name="T2" fmla="*/ 37 w 42"/>
                <a:gd name="T3" fmla="*/ 40 h 80"/>
                <a:gd name="T4" fmla="*/ 0 w 42"/>
                <a:gd name="T5" fmla="*/ 76 h 80"/>
                <a:gd name="T6" fmla="*/ 4 w 42"/>
                <a:gd name="T7" fmla="*/ 80 h 80"/>
                <a:gd name="T8" fmla="*/ 42 w 42"/>
                <a:gd name="T9" fmla="*/ 42 h 80"/>
                <a:gd name="T10" fmla="*/ 42 w 42"/>
                <a:gd name="T11" fmla="*/ 38 h 80"/>
                <a:gd name="T12" fmla="*/ 4 w 42"/>
                <a:gd name="T13" fmla="*/ 0 h 80"/>
                <a:gd name="T14" fmla="*/ 0 w 42"/>
                <a:gd name="T15" fmla="*/ 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0">
                  <a:moveTo>
                    <a:pt x="0" y="3"/>
                  </a:moveTo>
                  <a:lnTo>
                    <a:pt x="37" y="40"/>
                  </a:lnTo>
                  <a:lnTo>
                    <a:pt x="0" y="76"/>
                  </a:lnTo>
                  <a:lnTo>
                    <a:pt x="4" y="80"/>
                  </a:lnTo>
                  <a:lnTo>
                    <a:pt x="42" y="42"/>
                  </a:lnTo>
                  <a:lnTo>
                    <a:pt x="42" y="38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Freeform 217"/>
            <p:cNvSpPr>
              <a:spLocks/>
            </p:cNvSpPr>
            <p:nvPr/>
          </p:nvSpPr>
          <p:spPr bwMode="auto">
            <a:xfrm>
              <a:off x="4497193" y="2130895"/>
              <a:ext cx="88261" cy="168116"/>
            </a:xfrm>
            <a:custGeom>
              <a:avLst/>
              <a:gdLst>
                <a:gd name="T0" fmla="*/ 42 w 42"/>
                <a:gd name="T1" fmla="*/ 38 h 80"/>
                <a:gd name="T2" fmla="*/ 3 w 42"/>
                <a:gd name="T3" fmla="*/ 0 h 80"/>
                <a:gd name="T4" fmla="*/ 0 w 42"/>
                <a:gd name="T5" fmla="*/ 3 h 80"/>
                <a:gd name="T6" fmla="*/ 36 w 42"/>
                <a:gd name="T7" fmla="*/ 40 h 80"/>
                <a:gd name="T8" fmla="*/ 0 w 42"/>
                <a:gd name="T9" fmla="*/ 76 h 80"/>
                <a:gd name="T10" fmla="*/ 3 w 42"/>
                <a:gd name="T11" fmla="*/ 80 h 80"/>
                <a:gd name="T12" fmla="*/ 42 w 42"/>
                <a:gd name="T13" fmla="*/ 42 h 80"/>
                <a:gd name="T14" fmla="*/ 42 w 42"/>
                <a:gd name="T15" fmla="*/ 3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0">
                  <a:moveTo>
                    <a:pt x="42" y="38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36" y="40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42" y="42"/>
                  </a:lnTo>
                  <a:lnTo>
                    <a:pt x="42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17" name="Группа 116"/>
          <p:cNvGrpSpPr/>
          <p:nvPr/>
        </p:nvGrpSpPr>
        <p:grpSpPr>
          <a:xfrm>
            <a:off x="3639804" y="2456618"/>
            <a:ext cx="300507" cy="300506"/>
            <a:chOff x="3639804" y="2456618"/>
            <a:chExt cx="300507" cy="300506"/>
          </a:xfrm>
          <a:solidFill>
            <a:schemeClr val="tx1"/>
          </a:solidFill>
        </p:grpSpPr>
        <p:sp>
          <p:nvSpPr>
            <p:cNvPr id="20" name="Freeform 280"/>
            <p:cNvSpPr>
              <a:spLocks/>
            </p:cNvSpPr>
            <p:nvPr/>
          </p:nvSpPr>
          <p:spPr bwMode="auto">
            <a:xfrm>
              <a:off x="3799514" y="2456618"/>
              <a:ext cx="140797" cy="140797"/>
            </a:xfrm>
            <a:custGeom>
              <a:avLst/>
              <a:gdLst>
                <a:gd name="T0" fmla="*/ 27 w 67"/>
                <a:gd name="T1" fmla="*/ 67 h 67"/>
                <a:gd name="T2" fmla="*/ 27 w 67"/>
                <a:gd name="T3" fmla="*/ 63 h 67"/>
                <a:gd name="T4" fmla="*/ 7 w 67"/>
                <a:gd name="T5" fmla="*/ 63 h 67"/>
                <a:gd name="T6" fmla="*/ 67 w 67"/>
                <a:gd name="T7" fmla="*/ 4 h 67"/>
                <a:gd name="T8" fmla="*/ 64 w 67"/>
                <a:gd name="T9" fmla="*/ 0 h 67"/>
                <a:gd name="T10" fmla="*/ 4 w 67"/>
                <a:gd name="T11" fmla="*/ 59 h 67"/>
                <a:gd name="T12" fmla="*/ 4 w 67"/>
                <a:gd name="T13" fmla="*/ 40 h 67"/>
                <a:gd name="T14" fmla="*/ 0 w 67"/>
                <a:gd name="T15" fmla="*/ 40 h 67"/>
                <a:gd name="T16" fmla="*/ 0 w 67"/>
                <a:gd name="T17" fmla="*/ 65 h 67"/>
                <a:gd name="T18" fmla="*/ 2 w 67"/>
                <a:gd name="T19" fmla="*/ 67 h 67"/>
                <a:gd name="T20" fmla="*/ 27 w 67"/>
                <a:gd name="T2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67">
                  <a:moveTo>
                    <a:pt x="27" y="67"/>
                  </a:moveTo>
                  <a:lnTo>
                    <a:pt x="27" y="63"/>
                  </a:lnTo>
                  <a:lnTo>
                    <a:pt x="7" y="63"/>
                  </a:lnTo>
                  <a:lnTo>
                    <a:pt x="67" y="4"/>
                  </a:lnTo>
                  <a:lnTo>
                    <a:pt x="64" y="0"/>
                  </a:lnTo>
                  <a:lnTo>
                    <a:pt x="4" y="59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65"/>
                  </a:lnTo>
                  <a:lnTo>
                    <a:pt x="2" y="67"/>
                  </a:lnTo>
                  <a:lnTo>
                    <a:pt x="27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81"/>
            <p:cNvSpPr>
              <a:spLocks/>
            </p:cNvSpPr>
            <p:nvPr/>
          </p:nvSpPr>
          <p:spPr bwMode="auto">
            <a:xfrm>
              <a:off x="3639804" y="2616327"/>
              <a:ext cx="140797" cy="140797"/>
            </a:xfrm>
            <a:custGeom>
              <a:avLst/>
              <a:gdLst>
                <a:gd name="T0" fmla="*/ 3 w 67"/>
                <a:gd name="T1" fmla="*/ 67 h 67"/>
                <a:gd name="T2" fmla="*/ 62 w 67"/>
                <a:gd name="T3" fmla="*/ 8 h 67"/>
                <a:gd name="T4" fmla="*/ 62 w 67"/>
                <a:gd name="T5" fmla="*/ 27 h 67"/>
                <a:gd name="T6" fmla="*/ 67 w 67"/>
                <a:gd name="T7" fmla="*/ 27 h 67"/>
                <a:gd name="T8" fmla="*/ 67 w 67"/>
                <a:gd name="T9" fmla="*/ 3 h 67"/>
                <a:gd name="T10" fmla="*/ 65 w 67"/>
                <a:gd name="T11" fmla="*/ 0 h 67"/>
                <a:gd name="T12" fmla="*/ 40 w 67"/>
                <a:gd name="T13" fmla="*/ 0 h 67"/>
                <a:gd name="T14" fmla="*/ 40 w 67"/>
                <a:gd name="T15" fmla="*/ 5 h 67"/>
                <a:gd name="T16" fmla="*/ 59 w 67"/>
                <a:gd name="T17" fmla="*/ 5 h 67"/>
                <a:gd name="T18" fmla="*/ 0 w 67"/>
                <a:gd name="T19" fmla="*/ 64 h 67"/>
                <a:gd name="T20" fmla="*/ 3 w 67"/>
                <a:gd name="T2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67">
                  <a:moveTo>
                    <a:pt x="3" y="67"/>
                  </a:moveTo>
                  <a:lnTo>
                    <a:pt x="62" y="8"/>
                  </a:lnTo>
                  <a:lnTo>
                    <a:pt x="62" y="27"/>
                  </a:lnTo>
                  <a:lnTo>
                    <a:pt x="67" y="27"/>
                  </a:lnTo>
                  <a:lnTo>
                    <a:pt x="67" y="3"/>
                  </a:lnTo>
                  <a:lnTo>
                    <a:pt x="65" y="0"/>
                  </a:lnTo>
                  <a:lnTo>
                    <a:pt x="40" y="0"/>
                  </a:lnTo>
                  <a:lnTo>
                    <a:pt x="40" y="5"/>
                  </a:lnTo>
                  <a:lnTo>
                    <a:pt x="59" y="5"/>
                  </a:lnTo>
                  <a:lnTo>
                    <a:pt x="0" y="64"/>
                  </a:lnTo>
                  <a:lnTo>
                    <a:pt x="3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" name="Freeform 290"/>
          <p:cNvSpPr>
            <a:spLocks noEditPoints="1"/>
          </p:cNvSpPr>
          <p:nvPr/>
        </p:nvSpPr>
        <p:spPr bwMode="auto">
          <a:xfrm>
            <a:off x="2523938" y="1275606"/>
            <a:ext cx="170218" cy="304710"/>
          </a:xfrm>
          <a:custGeom>
            <a:avLst/>
            <a:gdLst>
              <a:gd name="T0" fmla="*/ 0 w 81"/>
              <a:gd name="T1" fmla="*/ 102 h 145"/>
              <a:gd name="T2" fmla="*/ 41 w 81"/>
              <a:gd name="T3" fmla="*/ 145 h 145"/>
              <a:gd name="T4" fmla="*/ 81 w 81"/>
              <a:gd name="T5" fmla="*/ 102 h 145"/>
              <a:gd name="T6" fmla="*/ 81 w 81"/>
              <a:gd name="T7" fmla="*/ 0 h 145"/>
              <a:gd name="T8" fmla="*/ 0 w 81"/>
              <a:gd name="T9" fmla="*/ 0 h 145"/>
              <a:gd name="T10" fmla="*/ 0 w 81"/>
              <a:gd name="T11" fmla="*/ 102 h 145"/>
              <a:gd name="T12" fmla="*/ 5 w 81"/>
              <a:gd name="T13" fmla="*/ 5 h 145"/>
              <a:gd name="T14" fmla="*/ 77 w 81"/>
              <a:gd name="T15" fmla="*/ 5 h 145"/>
              <a:gd name="T16" fmla="*/ 77 w 81"/>
              <a:gd name="T17" fmla="*/ 100 h 145"/>
              <a:gd name="T18" fmla="*/ 41 w 81"/>
              <a:gd name="T19" fmla="*/ 139 h 145"/>
              <a:gd name="T20" fmla="*/ 5 w 81"/>
              <a:gd name="T21" fmla="*/ 100 h 145"/>
              <a:gd name="T22" fmla="*/ 5 w 81"/>
              <a:gd name="T23" fmla="*/ 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1" h="145">
                <a:moveTo>
                  <a:pt x="0" y="102"/>
                </a:moveTo>
                <a:lnTo>
                  <a:pt x="41" y="145"/>
                </a:lnTo>
                <a:lnTo>
                  <a:pt x="81" y="102"/>
                </a:lnTo>
                <a:lnTo>
                  <a:pt x="81" y="0"/>
                </a:lnTo>
                <a:lnTo>
                  <a:pt x="0" y="0"/>
                </a:lnTo>
                <a:lnTo>
                  <a:pt x="0" y="102"/>
                </a:lnTo>
                <a:close/>
                <a:moveTo>
                  <a:pt x="5" y="5"/>
                </a:moveTo>
                <a:lnTo>
                  <a:pt x="77" y="5"/>
                </a:lnTo>
                <a:lnTo>
                  <a:pt x="77" y="100"/>
                </a:lnTo>
                <a:lnTo>
                  <a:pt x="41" y="139"/>
                </a:lnTo>
                <a:lnTo>
                  <a:pt x="5" y="100"/>
                </a:lnTo>
                <a:lnTo>
                  <a:pt x="5" y="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291"/>
          <p:cNvSpPr>
            <a:spLocks noEditPoints="1"/>
          </p:cNvSpPr>
          <p:nvPr/>
        </p:nvSpPr>
        <p:spPr bwMode="auto">
          <a:xfrm>
            <a:off x="2851763" y="1342853"/>
            <a:ext cx="302608" cy="170218"/>
          </a:xfrm>
          <a:custGeom>
            <a:avLst/>
            <a:gdLst>
              <a:gd name="T0" fmla="*/ 42 w 144"/>
              <a:gd name="T1" fmla="*/ 0 h 81"/>
              <a:gd name="T2" fmla="*/ 0 w 144"/>
              <a:gd name="T3" fmla="*/ 40 h 81"/>
              <a:gd name="T4" fmla="*/ 42 w 144"/>
              <a:gd name="T5" fmla="*/ 81 h 81"/>
              <a:gd name="T6" fmla="*/ 144 w 144"/>
              <a:gd name="T7" fmla="*/ 81 h 81"/>
              <a:gd name="T8" fmla="*/ 144 w 144"/>
              <a:gd name="T9" fmla="*/ 0 h 81"/>
              <a:gd name="T10" fmla="*/ 42 w 144"/>
              <a:gd name="T11" fmla="*/ 0 h 81"/>
              <a:gd name="T12" fmla="*/ 140 w 144"/>
              <a:gd name="T13" fmla="*/ 76 h 81"/>
              <a:gd name="T14" fmla="*/ 44 w 144"/>
              <a:gd name="T15" fmla="*/ 76 h 81"/>
              <a:gd name="T16" fmla="*/ 6 w 144"/>
              <a:gd name="T17" fmla="*/ 40 h 81"/>
              <a:gd name="T18" fmla="*/ 44 w 144"/>
              <a:gd name="T19" fmla="*/ 4 h 81"/>
              <a:gd name="T20" fmla="*/ 140 w 144"/>
              <a:gd name="T21" fmla="*/ 4 h 81"/>
              <a:gd name="T22" fmla="*/ 140 w 144"/>
              <a:gd name="T23" fmla="*/ 7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4" h="81">
                <a:moveTo>
                  <a:pt x="42" y="0"/>
                </a:moveTo>
                <a:lnTo>
                  <a:pt x="0" y="40"/>
                </a:lnTo>
                <a:lnTo>
                  <a:pt x="42" y="81"/>
                </a:lnTo>
                <a:lnTo>
                  <a:pt x="144" y="81"/>
                </a:lnTo>
                <a:lnTo>
                  <a:pt x="144" y="0"/>
                </a:lnTo>
                <a:lnTo>
                  <a:pt x="42" y="0"/>
                </a:lnTo>
                <a:close/>
                <a:moveTo>
                  <a:pt x="140" y="76"/>
                </a:moveTo>
                <a:lnTo>
                  <a:pt x="44" y="76"/>
                </a:lnTo>
                <a:lnTo>
                  <a:pt x="6" y="40"/>
                </a:lnTo>
                <a:lnTo>
                  <a:pt x="44" y="4"/>
                </a:lnTo>
                <a:lnTo>
                  <a:pt x="140" y="4"/>
                </a:lnTo>
                <a:lnTo>
                  <a:pt x="140" y="7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92"/>
          <p:cNvSpPr>
            <a:spLocks noEditPoints="1"/>
          </p:cNvSpPr>
          <p:nvPr/>
        </p:nvSpPr>
        <p:spPr bwMode="auto">
          <a:xfrm>
            <a:off x="2063721" y="1342853"/>
            <a:ext cx="304710" cy="170218"/>
          </a:xfrm>
          <a:custGeom>
            <a:avLst/>
            <a:gdLst>
              <a:gd name="T0" fmla="*/ 0 w 145"/>
              <a:gd name="T1" fmla="*/ 0 h 81"/>
              <a:gd name="T2" fmla="*/ 0 w 145"/>
              <a:gd name="T3" fmla="*/ 81 h 81"/>
              <a:gd name="T4" fmla="*/ 103 w 145"/>
              <a:gd name="T5" fmla="*/ 81 h 81"/>
              <a:gd name="T6" fmla="*/ 145 w 145"/>
              <a:gd name="T7" fmla="*/ 40 h 81"/>
              <a:gd name="T8" fmla="*/ 103 w 145"/>
              <a:gd name="T9" fmla="*/ 0 h 81"/>
              <a:gd name="T10" fmla="*/ 0 w 145"/>
              <a:gd name="T11" fmla="*/ 0 h 81"/>
              <a:gd name="T12" fmla="*/ 101 w 145"/>
              <a:gd name="T13" fmla="*/ 76 h 81"/>
              <a:gd name="T14" fmla="*/ 5 w 145"/>
              <a:gd name="T15" fmla="*/ 76 h 81"/>
              <a:gd name="T16" fmla="*/ 5 w 145"/>
              <a:gd name="T17" fmla="*/ 4 h 81"/>
              <a:gd name="T18" fmla="*/ 101 w 145"/>
              <a:gd name="T19" fmla="*/ 4 h 81"/>
              <a:gd name="T20" fmla="*/ 139 w 145"/>
              <a:gd name="T21" fmla="*/ 40 h 81"/>
              <a:gd name="T22" fmla="*/ 101 w 145"/>
              <a:gd name="T23" fmla="*/ 7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5" h="81">
                <a:moveTo>
                  <a:pt x="0" y="0"/>
                </a:moveTo>
                <a:lnTo>
                  <a:pt x="0" y="81"/>
                </a:lnTo>
                <a:lnTo>
                  <a:pt x="103" y="81"/>
                </a:lnTo>
                <a:lnTo>
                  <a:pt x="145" y="40"/>
                </a:lnTo>
                <a:lnTo>
                  <a:pt x="103" y="0"/>
                </a:lnTo>
                <a:lnTo>
                  <a:pt x="0" y="0"/>
                </a:lnTo>
                <a:close/>
                <a:moveTo>
                  <a:pt x="101" y="76"/>
                </a:moveTo>
                <a:lnTo>
                  <a:pt x="5" y="76"/>
                </a:lnTo>
                <a:lnTo>
                  <a:pt x="5" y="4"/>
                </a:lnTo>
                <a:lnTo>
                  <a:pt x="101" y="4"/>
                </a:lnTo>
                <a:lnTo>
                  <a:pt x="139" y="40"/>
                </a:lnTo>
                <a:lnTo>
                  <a:pt x="101" y="7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93"/>
          <p:cNvSpPr>
            <a:spLocks noEditPoints="1"/>
          </p:cNvSpPr>
          <p:nvPr/>
        </p:nvSpPr>
        <p:spPr bwMode="auto">
          <a:xfrm>
            <a:off x="3311979" y="1275606"/>
            <a:ext cx="170218" cy="304710"/>
          </a:xfrm>
          <a:custGeom>
            <a:avLst/>
            <a:gdLst>
              <a:gd name="T0" fmla="*/ 40 w 81"/>
              <a:gd name="T1" fmla="*/ 0 h 145"/>
              <a:gd name="T2" fmla="*/ 0 w 81"/>
              <a:gd name="T3" fmla="*/ 43 h 145"/>
              <a:gd name="T4" fmla="*/ 0 w 81"/>
              <a:gd name="T5" fmla="*/ 145 h 145"/>
              <a:gd name="T6" fmla="*/ 81 w 81"/>
              <a:gd name="T7" fmla="*/ 145 h 145"/>
              <a:gd name="T8" fmla="*/ 81 w 81"/>
              <a:gd name="T9" fmla="*/ 43 h 145"/>
              <a:gd name="T10" fmla="*/ 40 w 81"/>
              <a:gd name="T11" fmla="*/ 0 h 145"/>
              <a:gd name="T12" fmla="*/ 76 w 81"/>
              <a:gd name="T13" fmla="*/ 140 h 145"/>
              <a:gd name="T14" fmla="*/ 4 w 81"/>
              <a:gd name="T15" fmla="*/ 140 h 145"/>
              <a:gd name="T16" fmla="*/ 4 w 81"/>
              <a:gd name="T17" fmla="*/ 45 h 145"/>
              <a:gd name="T18" fmla="*/ 40 w 81"/>
              <a:gd name="T19" fmla="*/ 6 h 145"/>
              <a:gd name="T20" fmla="*/ 76 w 81"/>
              <a:gd name="T21" fmla="*/ 45 h 145"/>
              <a:gd name="T22" fmla="*/ 76 w 81"/>
              <a:gd name="T23" fmla="*/ 140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1" h="145">
                <a:moveTo>
                  <a:pt x="40" y="0"/>
                </a:moveTo>
                <a:lnTo>
                  <a:pt x="0" y="43"/>
                </a:lnTo>
                <a:lnTo>
                  <a:pt x="0" y="145"/>
                </a:lnTo>
                <a:lnTo>
                  <a:pt x="81" y="145"/>
                </a:lnTo>
                <a:lnTo>
                  <a:pt x="81" y="43"/>
                </a:lnTo>
                <a:lnTo>
                  <a:pt x="40" y="0"/>
                </a:lnTo>
                <a:close/>
                <a:moveTo>
                  <a:pt x="76" y="140"/>
                </a:moveTo>
                <a:lnTo>
                  <a:pt x="4" y="140"/>
                </a:lnTo>
                <a:lnTo>
                  <a:pt x="4" y="45"/>
                </a:lnTo>
                <a:lnTo>
                  <a:pt x="40" y="6"/>
                </a:lnTo>
                <a:lnTo>
                  <a:pt x="76" y="45"/>
                </a:lnTo>
                <a:lnTo>
                  <a:pt x="76" y="14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94"/>
          <p:cNvSpPr>
            <a:spLocks/>
          </p:cNvSpPr>
          <p:nvPr/>
        </p:nvSpPr>
        <p:spPr bwMode="auto">
          <a:xfrm>
            <a:off x="3721761" y="1275606"/>
            <a:ext cx="136595" cy="302608"/>
          </a:xfrm>
          <a:custGeom>
            <a:avLst/>
            <a:gdLst>
              <a:gd name="T0" fmla="*/ 65 w 65"/>
              <a:gd name="T1" fmla="*/ 5 h 144"/>
              <a:gd name="T2" fmla="*/ 65 w 65"/>
              <a:gd name="T3" fmla="*/ 0 h 144"/>
              <a:gd name="T4" fmla="*/ 19 w 65"/>
              <a:gd name="T5" fmla="*/ 0 h 144"/>
              <a:gd name="T6" fmla="*/ 19 w 65"/>
              <a:gd name="T7" fmla="*/ 137 h 144"/>
              <a:gd name="T8" fmla="*/ 3 w 65"/>
              <a:gd name="T9" fmla="*/ 121 h 144"/>
              <a:gd name="T10" fmla="*/ 0 w 65"/>
              <a:gd name="T11" fmla="*/ 124 h 144"/>
              <a:gd name="T12" fmla="*/ 20 w 65"/>
              <a:gd name="T13" fmla="*/ 144 h 144"/>
              <a:gd name="T14" fmla="*/ 23 w 65"/>
              <a:gd name="T15" fmla="*/ 144 h 144"/>
              <a:gd name="T16" fmla="*/ 44 w 65"/>
              <a:gd name="T17" fmla="*/ 124 h 144"/>
              <a:gd name="T18" fmla="*/ 40 w 65"/>
              <a:gd name="T19" fmla="*/ 121 h 144"/>
              <a:gd name="T20" fmla="*/ 24 w 65"/>
              <a:gd name="T21" fmla="*/ 137 h 144"/>
              <a:gd name="T22" fmla="*/ 24 w 65"/>
              <a:gd name="T23" fmla="*/ 5 h 144"/>
              <a:gd name="T24" fmla="*/ 65 w 65"/>
              <a:gd name="T25" fmla="*/ 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5" h="144">
                <a:moveTo>
                  <a:pt x="65" y="5"/>
                </a:moveTo>
                <a:lnTo>
                  <a:pt x="65" y="0"/>
                </a:lnTo>
                <a:lnTo>
                  <a:pt x="19" y="0"/>
                </a:lnTo>
                <a:lnTo>
                  <a:pt x="19" y="137"/>
                </a:lnTo>
                <a:lnTo>
                  <a:pt x="3" y="121"/>
                </a:lnTo>
                <a:lnTo>
                  <a:pt x="0" y="124"/>
                </a:lnTo>
                <a:lnTo>
                  <a:pt x="20" y="144"/>
                </a:lnTo>
                <a:lnTo>
                  <a:pt x="23" y="144"/>
                </a:lnTo>
                <a:lnTo>
                  <a:pt x="44" y="124"/>
                </a:lnTo>
                <a:lnTo>
                  <a:pt x="40" y="121"/>
                </a:lnTo>
                <a:lnTo>
                  <a:pt x="24" y="137"/>
                </a:lnTo>
                <a:lnTo>
                  <a:pt x="24" y="5"/>
                </a:lnTo>
                <a:lnTo>
                  <a:pt x="65" y="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95"/>
          <p:cNvSpPr>
            <a:spLocks/>
          </p:cNvSpPr>
          <p:nvPr/>
        </p:nvSpPr>
        <p:spPr bwMode="auto">
          <a:xfrm>
            <a:off x="4114730" y="1275606"/>
            <a:ext cx="136595" cy="302608"/>
          </a:xfrm>
          <a:custGeom>
            <a:avLst/>
            <a:gdLst>
              <a:gd name="T0" fmla="*/ 0 w 65"/>
              <a:gd name="T1" fmla="*/ 5 h 144"/>
              <a:gd name="T2" fmla="*/ 40 w 65"/>
              <a:gd name="T3" fmla="*/ 5 h 144"/>
              <a:gd name="T4" fmla="*/ 40 w 65"/>
              <a:gd name="T5" fmla="*/ 137 h 144"/>
              <a:gd name="T6" fmla="*/ 24 w 65"/>
              <a:gd name="T7" fmla="*/ 121 h 144"/>
              <a:gd name="T8" fmla="*/ 21 w 65"/>
              <a:gd name="T9" fmla="*/ 124 h 144"/>
              <a:gd name="T10" fmla="*/ 42 w 65"/>
              <a:gd name="T11" fmla="*/ 144 h 144"/>
              <a:gd name="T12" fmla="*/ 44 w 65"/>
              <a:gd name="T13" fmla="*/ 144 h 144"/>
              <a:gd name="T14" fmla="*/ 65 w 65"/>
              <a:gd name="T15" fmla="*/ 124 h 144"/>
              <a:gd name="T16" fmla="*/ 62 w 65"/>
              <a:gd name="T17" fmla="*/ 121 h 144"/>
              <a:gd name="T18" fmla="*/ 45 w 65"/>
              <a:gd name="T19" fmla="*/ 137 h 144"/>
              <a:gd name="T20" fmla="*/ 45 w 65"/>
              <a:gd name="T21" fmla="*/ 0 h 144"/>
              <a:gd name="T22" fmla="*/ 0 w 65"/>
              <a:gd name="T23" fmla="*/ 0 h 144"/>
              <a:gd name="T24" fmla="*/ 0 w 65"/>
              <a:gd name="T25" fmla="*/ 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5" h="144">
                <a:moveTo>
                  <a:pt x="0" y="5"/>
                </a:moveTo>
                <a:lnTo>
                  <a:pt x="40" y="5"/>
                </a:lnTo>
                <a:lnTo>
                  <a:pt x="40" y="137"/>
                </a:lnTo>
                <a:lnTo>
                  <a:pt x="24" y="121"/>
                </a:lnTo>
                <a:lnTo>
                  <a:pt x="21" y="124"/>
                </a:lnTo>
                <a:lnTo>
                  <a:pt x="42" y="144"/>
                </a:lnTo>
                <a:lnTo>
                  <a:pt x="44" y="144"/>
                </a:lnTo>
                <a:lnTo>
                  <a:pt x="65" y="124"/>
                </a:lnTo>
                <a:lnTo>
                  <a:pt x="62" y="121"/>
                </a:lnTo>
                <a:lnTo>
                  <a:pt x="45" y="137"/>
                </a:lnTo>
                <a:lnTo>
                  <a:pt x="45" y="0"/>
                </a:lnTo>
                <a:lnTo>
                  <a:pt x="0" y="0"/>
                </a:lnTo>
                <a:lnTo>
                  <a:pt x="0" y="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96"/>
          <p:cNvSpPr>
            <a:spLocks/>
          </p:cNvSpPr>
          <p:nvPr/>
        </p:nvSpPr>
        <p:spPr bwMode="auto">
          <a:xfrm>
            <a:off x="4423643" y="1359664"/>
            <a:ext cx="304710" cy="136595"/>
          </a:xfrm>
          <a:custGeom>
            <a:avLst/>
            <a:gdLst>
              <a:gd name="T0" fmla="*/ 25 w 145"/>
              <a:gd name="T1" fmla="*/ 3 h 65"/>
              <a:gd name="T2" fmla="*/ 21 w 145"/>
              <a:gd name="T3" fmla="*/ 0 h 65"/>
              <a:gd name="T4" fmla="*/ 0 w 145"/>
              <a:gd name="T5" fmla="*/ 20 h 65"/>
              <a:gd name="T6" fmla="*/ 0 w 145"/>
              <a:gd name="T7" fmla="*/ 24 h 65"/>
              <a:gd name="T8" fmla="*/ 21 w 145"/>
              <a:gd name="T9" fmla="*/ 44 h 65"/>
              <a:gd name="T10" fmla="*/ 24 w 145"/>
              <a:gd name="T11" fmla="*/ 41 h 65"/>
              <a:gd name="T12" fmla="*/ 8 w 145"/>
              <a:gd name="T13" fmla="*/ 24 h 65"/>
              <a:gd name="T14" fmla="*/ 140 w 145"/>
              <a:gd name="T15" fmla="*/ 24 h 65"/>
              <a:gd name="T16" fmla="*/ 140 w 145"/>
              <a:gd name="T17" fmla="*/ 65 h 65"/>
              <a:gd name="T18" fmla="*/ 145 w 145"/>
              <a:gd name="T19" fmla="*/ 65 h 65"/>
              <a:gd name="T20" fmla="*/ 145 w 145"/>
              <a:gd name="T21" fmla="*/ 20 h 65"/>
              <a:gd name="T22" fmla="*/ 8 w 145"/>
              <a:gd name="T23" fmla="*/ 20 h 65"/>
              <a:gd name="T24" fmla="*/ 25 w 145"/>
              <a:gd name="T25" fmla="*/ 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" h="65">
                <a:moveTo>
                  <a:pt x="25" y="3"/>
                </a:moveTo>
                <a:lnTo>
                  <a:pt x="21" y="0"/>
                </a:lnTo>
                <a:lnTo>
                  <a:pt x="0" y="20"/>
                </a:lnTo>
                <a:lnTo>
                  <a:pt x="0" y="24"/>
                </a:lnTo>
                <a:lnTo>
                  <a:pt x="21" y="44"/>
                </a:lnTo>
                <a:lnTo>
                  <a:pt x="24" y="41"/>
                </a:lnTo>
                <a:lnTo>
                  <a:pt x="8" y="24"/>
                </a:lnTo>
                <a:lnTo>
                  <a:pt x="140" y="24"/>
                </a:lnTo>
                <a:lnTo>
                  <a:pt x="140" y="65"/>
                </a:lnTo>
                <a:lnTo>
                  <a:pt x="145" y="65"/>
                </a:lnTo>
                <a:lnTo>
                  <a:pt x="145" y="20"/>
                </a:lnTo>
                <a:lnTo>
                  <a:pt x="8" y="20"/>
                </a:lnTo>
                <a:lnTo>
                  <a:pt x="25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97"/>
          <p:cNvSpPr>
            <a:spLocks/>
          </p:cNvSpPr>
          <p:nvPr/>
        </p:nvSpPr>
        <p:spPr bwMode="auto">
          <a:xfrm>
            <a:off x="4816613" y="1359664"/>
            <a:ext cx="304710" cy="136595"/>
          </a:xfrm>
          <a:custGeom>
            <a:avLst/>
            <a:gdLst>
              <a:gd name="T0" fmla="*/ 140 w 145"/>
              <a:gd name="T1" fmla="*/ 41 h 65"/>
              <a:gd name="T2" fmla="*/ 8 w 145"/>
              <a:gd name="T3" fmla="*/ 41 h 65"/>
              <a:gd name="T4" fmla="*/ 25 w 145"/>
              <a:gd name="T5" fmla="*/ 24 h 65"/>
              <a:gd name="T6" fmla="*/ 21 w 145"/>
              <a:gd name="T7" fmla="*/ 21 h 65"/>
              <a:gd name="T8" fmla="*/ 0 w 145"/>
              <a:gd name="T9" fmla="*/ 41 h 65"/>
              <a:gd name="T10" fmla="*/ 0 w 145"/>
              <a:gd name="T11" fmla="*/ 45 h 65"/>
              <a:gd name="T12" fmla="*/ 21 w 145"/>
              <a:gd name="T13" fmla="*/ 65 h 65"/>
              <a:gd name="T14" fmla="*/ 25 w 145"/>
              <a:gd name="T15" fmla="*/ 62 h 65"/>
              <a:gd name="T16" fmla="*/ 8 w 145"/>
              <a:gd name="T17" fmla="*/ 45 h 65"/>
              <a:gd name="T18" fmla="*/ 145 w 145"/>
              <a:gd name="T19" fmla="*/ 45 h 65"/>
              <a:gd name="T20" fmla="*/ 145 w 145"/>
              <a:gd name="T21" fmla="*/ 0 h 65"/>
              <a:gd name="T22" fmla="*/ 140 w 145"/>
              <a:gd name="T23" fmla="*/ 0 h 65"/>
              <a:gd name="T24" fmla="*/ 140 w 145"/>
              <a:gd name="T25" fmla="*/ 41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" h="65">
                <a:moveTo>
                  <a:pt x="140" y="41"/>
                </a:moveTo>
                <a:lnTo>
                  <a:pt x="8" y="41"/>
                </a:lnTo>
                <a:lnTo>
                  <a:pt x="25" y="24"/>
                </a:lnTo>
                <a:lnTo>
                  <a:pt x="21" y="21"/>
                </a:lnTo>
                <a:lnTo>
                  <a:pt x="0" y="41"/>
                </a:lnTo>
                <a:lnTo>
                  <a:pt x="0" y="45"/>
                </a:lnTo>
                <a:lnTo>
                  <a:pt x="21" y="65"/>
                </a:lnTo>
                <a:lnTo>
                  <a:pt x="25" y="62"/>
                </a:lnTo>
                <a:lnTo>
                  <a:pt x="8" y="45"/>
                </a:lnTo>
                <a:lnTo>
                  <a:pt x="145" y="45"/>
                </a:lnTo>
                <a:lnTo>
                  <a:pt x="145" y="0"/>
                </a:lnTo>
                <a:lnTo>
                  <a:pt x="140" y="0"/>
                </a:lnTo>
                <a:lnTo>
                  <a:pt x="140" y="4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98"/>
          <p:cNvSpPr>
            <a:spLocks/>
          </p:cNvSpPr>
          <p:nvPr/>
        </p:nvSpPr>
        <p:spPr bwMode="auto">
          <a:xfrm>
            <a:off x="5211684" y="1359664"/>
            <a:ext cx="302608" cy="136595"/>
          </a:xfrm>
          <a:custGeom>
            <a:avLst/>
            <a:gdLst>
              <a:gd name="T0" fmla="*/ 4 w 144"/>
              <a:gd name="T1" fmla="*/ 24 h 65"/>
              <a:gd name="T2" fmla="*/ 136 w 144"/>
              <a:gd name="T3" fmla="*/ 24 h 65"/>
              <a:gd name="T4" fmla="*/ 120 w 144"/>
              <a:gd name="T5" fmla="*/ 41 h 65"/>
              <a:gd name="T6" fmla="*/ 123 w 144"/>
              <a:gd name="T7" fmla="*/ 44 h 65"/>
              <a:gd name="T8" fmla="*/ 144 w 144"/>
              <a:gd name="T9" fmla="*/ 24 h 65"/>
              <a:gd name="T10" fmla="*/ 144 w 144"/>
              <a:gd name="T11" fmla="*/ 20 h 65"/>
              <a:gd name="T12" fmla="*/ 123 w 144"/>
              <a:gd name="T13" fmla="*/ 0 h 65"/>
              <a:gd name="T14" fmla="*/ 120 w 144"/>
              <a:gd name="T15" fmla="*/ 3 h 65"/>
              <a:gd name="T16" fmla="*/ 136 w 144"/>
              <a:gd name="T17" fmla="*/ 20 h 65"/>
              <a:gd name="T18" fmla="*/ 0 w 144"/>
              <a:gd name="T19" fmla="*/ 20 h 65"/>
              <a:gd name="T20" fmla="*/ 0 w 144"/>
              <a:gd name="T21" fmla="*/ 65 h 65"/>
              <a:gd name="T22" fmla="*/ 4 w 144"/>
              <a:gd name="T23" fmla="*/ 65 h 65"/>
              <a:gd name="T24" fmla="*/ 4 w 144"/>
              <a:gd name="T25" fmla="*/ 2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4" h="65">
                <a:moveTo>
                  <a:pt x="4" y="24"/>
                </a:moveTo>
                <a:lnTo>
                  <a:pt x="136" y="24"/>
                </a:lnTo>
                <a:lnTo>
                  <a:pt x="120" y="41"/>
                </a:lnTo>
                <a:lnTo>
                  <a:pt x="123" y="44"/>
                </a:lnTo>
                <a:lnTo>
                  <a:pt x="144" y="24"/>
                </a:lnTo>
                <a:lnTo>
                  <a:pt x="144" y="20"/>
                </a:lnTo>
                <a:lnTo>
                  <a:pt x="123" y="0"/>
                </a:lnTo>
                <a:lnTo>
                  <a:pt x="120" y="3"/>
                </a:lnTo>
                <a:lnTo>
                  <a:pt x="136" y="20"/>
                </a:lnTo>
                <a:lnTo>
                  <a:pt x="0" y="20"/>
                </a:lnTo>
                <a:lnTo>
                  <a:pt x="0" y="65"/>
                </a:lnTo>
                <a:lnTo>
                  <a:pt x="4" y="65"/>
                </a:lnTo>
                <a:lnTo>
                  <a:pt x="4" y="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99"/>
          <p:cNvSpPr>
            <a:spLocks/>
          </p:cNvSpPr>
          <p:nvPr/>
        </p:nvSpPr>
        <p:spPr bwMode="auto">
          <a:xfrm>
            <a:off x="5604655" y="1359664"/>
            <a:ext cx="302608" cy="136595"/>
          </a:xfrm>
          <a:custGeom>
            <a:avLst/>
            <a:gdLst>
              <a:gd name="T0" fmla="*/ 120 w 144"/>
              <a:gd name="T1" fmla="*/ 62 h 65"/>
              <a:gd name="T2" fmla="*/ 124 w 144"/>
              <a:gd name="T3" fmla="*/ 65 h 65"/>
              <a:gd name="T4" fmla="*/ 144 w 144"/>
              <a:gd name="T5" fmla="*/ 45 h 65"/>
              <a:gd name="T6" fmla="*/ 144 w 144"/>
              <a:gd name="T7" fmla="*/ 41 h 65"/>
              <a:gd name="T8" fmla="*/ 124 w 144"/>
              <a:gd name="T9" fmla="*/ 21 h 65"/>
              <a:gd name="T10" fmla="*/ 120 w 144"/>
              <a:gd name="T11" fmla="*/ 24 h 65"/>
              <a:gd name="T12" fmla="*/ 137 w 144"/>
              <a:gd name="T13" fmla="*/ 41 h 65"/>
              <a:gd name="T14" fmla="*/ 4 w 144"/>
              <a:gd name="T15" fmla="*/ 41 h 65"/>
              <a:gd name="T16" fmla="*/ 4 w 144"/>
              <a:gd name="T17" fmla="*/ 0 h 65"/>
              <a:gd name="T18" fmla="*/ 0 w 144"/>
              <a:gd name="T19" fmla="*/ 0 h 65"/>
              <a:gd name="T20" fmla="*/ 0 w 144"/>
              <a:gd name="T21" fmla="*/ 45 h 65"/>
              <a:gd name="T22" fmla="*/ 137 w 144"/>
              <a:gd name="T23" fmla="*/ 45 h 65"/>
              <a:gd name="T24" fmla="*/ 120 w 144"/>
              <a:gd name="T25" fmla="*/ 6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4" h="65">
                <a:moveTo>
                  <a:pt x="120" y="62"/>
                </a:moveTo>
                <a:lnTo>
                  <a:pt x="124" y="65"/>
                </a:lnTo>
                <a:lnTo>
                  <a:pt x="144" y="45"/>
                </a:lnTo>
                <a:lnTo>
                  <a:pt x="144" y="41"/>
                </a:lnTo>
                <a:lnTo>
                  <a:pt x="124" y="21"/>
                </a:lnTo>
                <a:lnTo>
                  <a:pt x="120" y="24"/>
                </a:lnTo>
                <a:lnTo>
                  <a:pt x="137" y="41"/>
                </a:lnTo>
                <a:lnTo>
                  <a:pt x="4" y="41"/>
                </a:lnTo>
                <a:lnTo>
                  <a:pt x="4" y="0"/>
                </a:lnTo>
                <a:lnTo>
                  <a:pt x="0" y="0"/>
                </a:lnTo>
                <a:lnTo>
                  <a:pt x="0" y="45"/>
                </a:lnTo>
                <a:lnTo>
                  <a:pt x="137" y="45"/>
                </a:lnTo>
                <a:lnTo>
                  <a:pt x="120" y="6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300"/>
          <p:cNvSpPr>
            <a:spLocks/>
          </p:cNvSpPr>
          <p:nvPr/>
        </p:nvSpPr>
        <p:spPr bwMode="auto">
          <a:xfrm>
            <a:off x="6081682" y="1275606"/>
            <a:ext cx="134492" cy="302608"/>
          </a:xfrm>
          <a:custGeom>
            <a:avLst/>
            <a:gdLst>
              <a:gd name="T0" fmla="*/ 0 w 64"/>
              <a:gd name="T1" fmla="*/ 140 h 144"/>
              <a:gd name="T2" fmla="*/ 0 w 64"/>
              <a:gd name="T3" fmla="*/ 144 h 144"/>
              <a:gd name="T4" fmla="*/ 45 w 64"/>
              <a:gd name="T5" fmla="*/ 144 h 144"/>
              <a:gd name="T6" fmla="*/ 45 w 64"/>
              <a:gd name="T7" fmla="*/ 8 h 144"/>
              <a:gd name="T8" fmla="*/ 61 w 64"/>
              <a:gd name="T9" fmla="*/ 24 h 144"/>
              <a:gd name="T10" fmla="*/ 64 w 64"/>
              <a:gd name="T11" fmla="*/ 21 h 144"/>
              <a:gd name="T12" fmla="*/ 44 w 64"/>
              <a:gd name="T13" fmla="*/ 0 h 144"/>
              <a:gd name="T14" fmla="*/ 41 w 64"/>
              <a:gd name="T15" fmla="*/ 0 h 144"/>
              <a:gd name="T16" fmla="*/ 20 w 64"/>
              <a:gd name="T17" fmla="*/ 21 h 144"/>
              <a:gd name="T18" fmla="*/ 24 w 64"/>
              <a:gd name="T19" fmla="*/ 24 h 144"/>
              <a:gd name="T20" fmla="*/ 40 w 64"/>
              <a:gd name="T21" fmla="*/ 8 h 144"/>
              <a:gd name="T22" fmla="*/ 40 w 64"/>
              <a:gd name="T23" fmla="*/ 140 h 144"/>
              <a:gd name="T24" fmla="*/ 0 w 64"/>
              <a:gd name="T25" fmla="*/ 1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4" h="144">
                <a:moveTo>
                  <a:pt x="0" y="140"/>
                </a:moveTo>
                <a:lnTo>
                  <a:pt x="0" y="144"/>
                </a:lnTo>
                <a:lnTo>
                  <a:pt x="45" y="144"/>
                </a:lnTo>
                <a:lnTo>
                  <a:pt x="45" y="8"/>
                </a:lnTo>
                <a:lnTo>
                  <a:pt x="61" y="24"/>
                </a:lnTo>
                <a:lnTo>
                  <a:pt x="64" y="21"/>
                </a:lnTo>
                <a:lnTo>
                  <a:pt x="44" y="0"/>
                </a:lnTo>
                <a:lnTo>
                  <a:pt x="41" y="0"/>
                </a:lnTo>
                <a:lnTo>
                  <a:pt x="20" y="21"/>
                </a:lnTo>
                <a:lnTo>
                  <a:pt x="24" y="24"/>
                </a:lnTo>
                <a:lnTo>
                  <a:pt x="40" y="8"/>
                </a:lnTo>
                <a:lnTo>
                  <a:pt x="40" y="140"/>
                </a:lnTo>
                <a:lnTo>
                  <a:pt x="0" y="14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301"/>
          <p:cNvSpPr>
            <a:spLocks/>
          </p:cNvSpPr>
          <p:nvPr/>
        </p:nvSpPr>
        <p:spPr bwMode="auto">
          <a:xfrm>
            <a:off x="6474653" y="1275606"/>
            <a:ext cx="134492" cy="302608"/>
          </a:xfrm>
          <a:custGeom>
            <a:avLst/>
            <a:gdLst>
              <a:gd name="T0" fmla="*/ 64 w 64"/>
              <a:gd name="T1" fmla="*/ 144 h 144"/>
              <a:gd name="T2" fmla="*/ 64 w 64"/>
              <a:gd name="T3" fmla="*/ 140 h 144"/>
              <a:gd name="T4" fmla="*/ 24 w 64"/>
              <a:gd name="T5" fmla="*/ 140 h 144"/>
              <a:gd name="T6" fmla="*/ 24 w 64"/>
              <a:gd name="T7" fmla="*/ 8 h 144"/>
              <a:gd name="T8" fmla="*/ 40 w 64"/>
              <a:gd name="T9" fmla="*/ 24 h 144"/>
              <a:gd name="T10" fmla="*/ 44 w 64"/>
              <a:gd name="T11" fmla="*/ 21 h 144"/>
              <a:gd name="T12" fmla="*/ 23 w 64"/>
              <a:gd name="T13" fmla="*/ 0 h 144"/>
              <a:gd name="T14" fmla="*/ 20 w 64"/>
              <a:gd name="T15" fmla="*/ 0 h 144"/>
              <a:gd name="T16" fmla="*/ 0 w 64"/>
              <a:gd name="T17" fmla="*/ 21 h 144"/>
              <a:gd name="T18" fmla="*/ 3 w 64"/>
              <a:gd name="T19" fmla="*/ 24 h 144"/>
              <a:gd name="T20" fmla="*/ 19 w 64"/>
              <a:gd name="T21" fmla="*/ 8 h 144"/>
              <a:gd name="T22" fmla="*/ 19 w 64"/>
              <a:gd name="T23" fmla="*/ 144 h 144"/>
              <a:gd name="T24" fmla="*/ 64 w 64"/>
              <a:gd name="T25" fmla="*/ 1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4" h="144">
                <a:moveTo>
                  <a:pt x="64" y="144"/>
                </a:moveTo>
                <a:lnTo>
                  <a:pt x="64" y="140"/>
                </a:lnTo>
                <a:lnTo>
                  <a:pt x="24" y="140"/>
                </a:lnTo>
                <a:lnTo>
                  <a:pt x="24" y="8"/>
                </a:lnTo>
                <a:lnTo>
                  <a:pt x="40" y="24"/>
                </a:lnTo>
                <a:lnTo>
                  <a:pt x="44" y="21"/>
                </a:lnTo>
                <a:lnTo>
                  <a:pt x="23" y="0"/>
                </a:lnTo>
                <a:lnTo>
                  <a:pt x="20" y="0"/>
                </a:lnTo>
                <a:lnTo>
                  <a:pt x="0" y="21"/>
                </a:lnTo>
                <a:lnTo>
                  <a:pt x="3" y="24"/>
                </a:lnTo>
                <a:lnTo>
                  <a:pt x="19" y="8"/>
                </a:lnTo>
                <a:lnTo>
                  <a:pt x="19" y="144"/>
                </a:lnTo>
                <a:lnTo>
                  <a:pt x="64" y="1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2"/>
          <p:cNvSpPr>
            <a:spLocks/>
          </p:cNvSpPr>
          <p:nvPr/>
        </p:nvSpPr>
        <p:spPr bwMode="auto">
          <a:xfrm>
            <a:off x="6888636" y="1275606"/>
            <a:ext cx="92464" cy="302608"/>
          </a:xfrm>
          <a:custGeom>
            <a:avLst/>
            <a:gdLst>
              <a:gd name="T0" fmla="*/ 20 w 44"/>
              <a:gd name="T1" fmla="*/ 0 h 144"/>
              <a:gd name="T2" fmla="*/ 20 w 44"/>
              <a:gd name="T3" fmla="*/ 137 h 144"/>
              <a:gd name="T4" fmla="*/ 3 w 44"/>
              <a:gd name="T5" fmla="*/ 121 h 144"/>
              <a:gd name="T6" fmla="*/ 0 w 44"/>
              <a:gd name="T7" fmla="*/ 124 h 144"/>
              <a:gd name="T8" fmla="*/ 21 w 44"/>
              <a:gd name="T9" fmla="*/ 144 h 144"/>
              <a:gd name="T10" fmla="*/ 24 w 44"/>
              <a:gd name="T11" fmla="*/ 144 h 144"/>
              <a:gd name="T12" fmla="*/ 44 w 44"/>
              <a:gd name="T13" fmla="*/ 124 h 144"/>
              <a:gd name="T14" fmla="*/ 41 w 44"/>
              <a:gd name="T15" fmla="*/ 121 h 144"/>
              <a:gd name="T16" fmla="*/ 25 w 44"/>
              <a:gd name="T17" fmla="*/ 137 h 144"/>
              <a:gd name="T18" fmla="*/ 25 w 44"/>
              <a:gd name="T19" fmla="*/ 0 h 144"/>
              <a:gd name="T20" fmla="*/ 20 w 44"/>
              <a:gd name="T21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4" h="144">
                <a:moveTo>
                  <a:pt x="20" y="0"/>
                </a:moveTo>
                <a:lnTo>
                  <a:pt x="20" y="137"/>
                </a:lnTo>
                <a:lnTo>
                  <a:pt x="3" y="121"/>
                </a:lnTo>
                <a:lnTo>
                  <a:pt x="0" y="124"/>
                </a:lnTo>
                <a:lnTo>
                  <a:pt x="21" y="144"/>
                </a:lnTo>
                <a:lnTo>
                  <a:pt x="24" y="144"/>
                </a:lnTo>
                <a:lnTo>
                  <a:pt x="44" y="124"/>
                </a:lnTo>
                <a:lnTo>
                  <a:pt x="41" y="121"/>
                </a:lnTo>
                <a:lnTo>
                  <a:pt x="25" y="137"/>
                </a:lnTo>
                <a:lnTo>
                  <a:pt x="25" y="0"/>
                </a:lnTo>
                <a:lnTo>
                  <a:pt x="2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" name="Группа 1"/>
          <p:cNvGrpSpPr/>
          <p:nvPr/>
        </p:nvGrpSpPr>
        <p:grpSpPr>
          <a:xfrm>
            <a:off x="2563865" y="1670678"/>
            <a:ext cx="92464" cy="302608"/>
            <a:chOff x="2563865" y="1670678"/>
            <a:chExt cx="92464" cy="302608"/>
          </a:xfrm>
          <a:solidFill>
            <a:schemeClr val="tx1"/>
          </a:solidFill>
        </p:grpSpPr>
        <p:sp>
          <p:nvSpPr>
            <p:cNvPr id="35" name="Rectangle 303"/>
            <p:cNvSpPr>
              <a:spLocks noChangeArrowheads="1"/>
            </p:cNvSpPr>
            <p:nvPr/>
          </p:nvSpPr>
          <p:spPr bwMode="auto">
            <a:xfrm>
              <a:off x="2603793" y="184089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Rectangle 304"/>
            <p:cNvSpPr>
              <a:spLocks noChangeArrowheads="1"/>
            </p:cNvSpPr>
            <p:nvPr/>
          </p:nvSpPr>
          <p:spPr bwMode="auto">
            <a:xfrm>
              <a:off x="2603793" y="1754736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Rectangle 305"/>
            <p:cNvSpPr>
              <a:spLocks noChangeArrowheads="1"/>
            </p:cNvSpPr>
            <p:nvPr/>
          </p:nvSpPr>
          <p:spPr bwMode="auto">
            <a:xfrm>
              <a:off x="2603793" y="181147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" name="Rectangle 306"/>
            <p:cNvSpPr>
              <a:spLocks noChangeArrowheads="1"/>
            </p:cNvSpPr>
            <p:nvPr/>
          </p:nvSpPr>
          <p:spPr bwMode="auto">
            <a:xfrm>
              <a:off x="2603793" y="1784156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Rectangle 307"/>
            <p:cNvSpPr>
              <a:spLocks noChangeArrowheads="1"/>
            </p:cNvSpPr>
            <p:nvPr/>
          </p:nvSpPr>
          <p:spPr bwMode="auto">
            <a:xfrm>
              <a:off x="2603793" y="1727417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Rectangle 308"/>
            <p:cNvSpPr>
              <a:spLocks noChangeArrowheads="1"/>
            </p:cNvSpPr>
            <p:nvPr/>
          </p:nvSpPr>
          <p:spPr bwMode="auto">
            <a:xfrm>
              <a:off x="2603793" y="1670678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Rectangle 309"/>
            <p:cNvSpPr>
              <a:spLocks noChangeArrowheads="1"/>
            </p:cNvSpPr>
            <p:nvPr/>
          </p:nvSpPr>
          <p:spPr bwMode="auto">
            <a:xfrm>
              <a:off x="2603793" y="1697997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Rectangle 310"/>
            <p:cNvSpPr>
              <a:spLocks noChangeArrowheads="1"/>
            </p:cNvSpPr>
            <p:nvPr/>
          </p:nvSpPr>
          <p:spPr bwMode="auto">
            <a:xfrm>
              <a:off x="2603793" y="1868213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Rectangle 311"/>
            <p:cNvSpPr>
              <a:spLocks noChangeArrowheads="1"/>
            </p:cNvSpPr>
            <p:nvPr/>
          </p:nvSpPr>
          <p:spPr bwMode="auto">
            <a:xfrm>
              <a:off x="2603793" y="1897634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Rectangle 312"/>
            <p:cNvSpPr>
              <a:spLocks noChangeArrowheads="1"/>
            </p:cNvSpPr>
            <p:nvPr/>
          </p:nvSpPr>
          <p:spPr bwMode="auto">
            <a:xfrm>
              <a:off x="2603793" y="1924953"/>
              <a:ext cx="10508" cy="63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Freeform 313"/>
            <p:cNvSpPr>
              <a:spLocks/>
            </p:cNvSpPr>
            <p:nvPr/>
          </p:nvSpPr>
          <p:spPr bwMode="auto">
            <a:xfrm>
              <a:off x="2563865" y="1922851"/>
              <a:ext cx="92464" cy="50435"/>
            </a:xfrm>
            <a:custGeom>
              <a:avLst/>
              <a:gdLst>
                <a:gd name="T0" fmla="*/ 21 w 44"/>
                <a:gd name="T1" fmla="*/ 24 h 24"/>
                <a:gd name="T2" fmla="*/ 23 w 44"/>
                <a:gd name="T3" fmla="*/ 24 h 24"/>
                <a:gd name="T4" fmla="*/ 44 w 44"/>
                <a:gd name="T5" fmla="*/ 3 h 24"/>
                <a:gd name="T6" fmla="*/ 41 w 44"/>
                <a:gd name="T7" fmla="*/ 0 h 24"/>
                <a:gd name="T8" fmla="*/ 22 w 44"/>
                <a:gd name="T9" fmla="*/ 18 h 24"/>
                <a:gd name="T10" fmla="*/ 3 w 44"/>
                <a:gd name="T11" fmla="*/ 0 h 24"/>
                <a:gd name="T12" fmla="*/ 0 w 44"/>
                <a:gd name="T13" fmla="*/ 3 h 24"/>
                <a:gd name="T14" fmla="*/ 21 w 44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4">
                  <a:moveTo>
                    <a:pt x="21" y="24"/>
                  </a:moveTo>
                  <a:lnTo>
                    <a:pt x="23" y="24"/>
                  </a:lnTo>
                  <a:lnTo>
                    <a:pt x="44" y="3"/>
                  </a:lnTo>
                  <a:lnTo>
                    <a:pt x="41" y="0"/>
                  </a:lnTo>
                  <a:lnTo>
                    <a:pt x="22" y="18"/>
                  </a:lnTo>
                  <a:lnTo>
                    <a:pt x="3" y="0"/>
                  </a:lnTo>
                  <a:lnTo>
                    <a:pt x="0" y="3"/>
                  </a:lnTo>
                  <a:lnTo>
                    <a:pt x="21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6" name="Freeform 314"/>
          <p:cNvSpPr>
            <a:spLocks/>
          </p:cNvSpPr>
          <p:nvPr/>
        </p:nvSpPr>
        <p:spPr bwMode="auto">
          <a:xfrm>
            <a:off x="2065823" y="1775750"/>
            <a:ext cx="302608" cy="90363"/>
          </a:xfrm>
          <a:custGeom>
            <a:avLst/>
            <a:gdLst>
              <a:gd name="T0" fmla="*/ 24 w 144"/>
              <a:gd name="T1" fmla="*/ 3 h 43"/>
              <a:gd name="T2" fmla="*/ 20 w 144"/>
              <a:gd name="T3" fmla="*/ 0 h 43"/>
              <a:gd name="T4" fmla="*/ 0 w 144"/>
              <a:gd name="T5" fmla="*/ 20 h 43"/>
              <a:gd name="T6" fmla="*/ 0 w 144"/>
              <a:gd name="T7" fmla="*/ 23 h 43"/>
              <a:gd name="T8" fmla="*/ 20 w 144"/>
              <a:gd name="T9" fmla="*/ 43 h 43"/>
              <a:gd name="T10" fmla="*/ 24 w 144"/>
              <a:gd name="T11" fmla="*/ 40 h 43"/>
              <a:gd name="T12" fmla="*/ 7 w 144"/>
              <a:gd name="T13" fmla="*/ 24 h 43"/>
              <a:gd name="T14" fmla="*/ 144 w 144"/>
              <a:gd name="T15" fmla="*/ 24 h 43"/>
              <a:gd name="T16" fmla="*/ 144 w 144"/>
              <a:gd name="T17" fmla="*/ 20 h 43"/>
              <a:gd name="T18" fmla="*/ 7 w 144"/>
              <a:gd name="T19" fmla="*/ 20 h 43"/>
              <a:gd name="T20" fmla="*/ 24 w 144"/>
              <a:gd name="T21" fmla="*/ 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4" h="43">
                <a:moveTo>
                  <a:pt x="24" y="3"/>
                </a:moveTo>
                <a:lnTo>
                  <a:pt x="20" y="0"/>
                </a:lnTo>
                <a:lnTo>
                  <a:pt x="0" y="20"/>
                </a:lnTo>
                <a:lnTo>
                  <a:pt x="0" y="23"/>
                </a:lnTo>
                <a:lnTo>
                  <a:pt x="20" y="43"/>
                </a:lnTo>
                <a:lnTo>
                  <a:pt x="24" y="40"/>
                </a:lnTo>
                <a:lnTo>
                  <a:pt x="7" y="24"/>
                </a:lnTo>
                <a:lnTo>
                  <a:pt x="144" y="24"/>
                </a:lnTo>
                <a:lnTo>
                  <a:pt x="144" y="20"/>
                </a:lnTo>
                <a:lnTo>
                  <a:pt x="7" y="20"/>
                </a:lnTo>
                <a:lnTo>
                  <a:pt x="24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" name="Группа 2"/>
          <p:cNvGrpSpPr/>
          <p:nvPr/>
        </p:nvGrpSpPr>
        <p:grpSpPr>
          <a:xfrm>
            <a:off x="2851763" y="1775750"/>
            <a:ext cx="302608" cy="90363"/>
            <a:chOff x="2851763" y="1775750"/>
            <a:chExt cx="302608" cy="90363"/>
          </a:xfrm>
          <a:solidFill>
            <a:schemeClr val="tx1"/>
          </a:solidFill>
        </p:grpSpPr>
        <p:sp>
          <p:nvSpPr>
            <p:cNvPr id="47" name="Rectangle 315"/>
            <p:cNvSpPr>
              <a:spLocks noChangeArrowheads="1"/>
            </p:cNvSpPr>
            <p:nvPr/>
          </p:nvSpPr>
          <p:spPr bwMode="auto">
            <a:xfrm>
              <a:off x="304929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" name="Rectangle 316"/>
            <p:cNvSpPr>
              <a:spLocks noChangeArrowheads="1"/>
            </p:cNvSpPr>
            <p:nvPr/>
          </p:nvSpPr>
          <p:spPr bwMode="auto">
            <a:xfrm>
              <a:off x="302197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Rectangle 317"/>
            <p:cNvSpPr>
              <a:spLocks noChangeArrowheads="1"/>
            </p:cNvSpPr>
            <p:nvPr/>
          </p:nvSpPr>
          <p:spPr bwMode="auto">
            <a:xfrm>
              <a:off x="299255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Rectangle 318"/>
            <p:cNvSpPr>
              <a:spLocks noChangeArrowheads="1"/>
            </p:cNvSpPr>
            <p:nvPr/>
          </p:nvSpPr>
          <p:spPr bwMode="auto">
            <a:xfrm>
              <a:off x="307871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" name="Rectangle 319"/>
            <p:cNvSpPr>
              <a:spLocks noChangeArrowheads="1"/>
            </p:cNvSpPr>
            <p:nvPr/>
          </p:nvSpPr>
          <p:spPr bwMode="auto">
            <a:xfrm>
              <a:off x="3106037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Rectangle 320"/>
            <p:cNvSpPr>
              <a:spLocks noChangeArrowheads="1"/>
            </p:cNvSpPr>
            <p:nvPr/>
          </p:nvSpPr>
          <p:spPr bwMode="auto">
            <a:xfrm>
              <a:off x="3135457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Rectangle 321"/>
            <p:cNvSpPr>
              <a:spLocks noChangeArrowheads="1"/>
            </p:cNvSpPr>
            <p:nvPr/>
          </p:nvSpPr>
          <p:spPr bwMode="auto">
            <a:xfrm>
              <a:off x="290850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Rectangle 322"/>
            <p:cNvSpPr>
              <a:spLocks noChangeArrowheads="1"/>
            </p:cNvSpPr>
            <p:nvPr/>
          </p:nvSpPr>
          <p:spPr bwMode="auto">
            <a:xfrm>
              <a:off x="293582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Rectangle 323"/>
            <p:cNvSpPr>
              <a:spLocks noChangeArrowheads="1"/>
            </p:cNvSpPr>
            <p:nvPr/>
          </p:nvSpPr>
          <p:spPr bwMode="auto">
            <a:xfrm>
              <a:off x="296524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" name="Rectangle 324"/>
            <p:cNvSpPr>
              <a:spLocks noChangeArrowheads="1"/>
            </p:cNvSpPr>
            <p:nvPr/>
          </p:nvSpPr>
          <p:spPr bwMode="auto">
            <a:xfrm>
              <a:off x="287908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325"/>
            <p:cNvSpPr>
              <a:spLocks/>
            </p:cNvSpPr>
            <p:nvPr/>
          </p:nvSpPr>
          <p:spPr bwMode="auto">
            <a:xfrm>
              <a:off x="2851763" y="1775750"/>
              <a:ext cx="50435" cy="90363"/>
            </a:xfrm>
            <a:custGeom>
              <a:avLst/>
              <a:gdLst>
                <a:gd name="T0" fmla="*/ 21 w 24"/>
                <a:gd name="T1" fmla="*/ 0 h 43"/>
                <a:gd name="T2" fmla="*/ 0 w 24"/>
                <a:gd name="T3" fmla="*/ 20 h 43"/>
                <a:gd name="T4" fmla="*/ 0 w 24"/>
                <a:gd name="T5" fmla="*/ 23 h 43"/>
                <a:gd name="T6" fmla="*/ 21 w 24"/>
                <a:gd name="T7" fmla="*/ 43 h 43"/>
                <a:gd name="T8" fmla="*/ 24 w 24"/>
                <a:gd name="T9" fmla="*/ 40 h 43"/>
                <a:gd name="T10" fmla="*/ 8 w 24"/>
                <a:gd name="T11" fmla="*/ 24 h 43"/>
                <a:gd name="T12" fmla="*/ 9 w 24"/>
                <a:gd name="T13" fmla="*/ 24 h 43"/>
                <a:gd name="T14" fmla="*/ 9 w 24"/>
                <a:gd name="T15" fmla="*/ 20 h 43"/>
                <a:gd name="T16" fmla="*/ 8 w 24"/>
                <a:gd name="T17" fmla="*/ 20 h 43"/>
                <a:gd name="T18" fmla="*/ 24 w 24"/>
                <a:gd name="T19" fmla="*/ 3 h 43"/>
                <a:gd name="T20" fmla="*/ 21 w 24"/>
                <a:gd name="T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43">
                  <a:moveTo>
                    <a:pt x="21" y="0"/>
                  </a:moveTo>
                  <a:lnTo>
                    <a:pt x="0" y="20"/>
                  </a:lnTo>
                  <a:lnTo>
                    <a:pt x="0" y="23"/>
                  </a:lnTo>
                  <a:lnTo>
                    <a:pt x="21" y="43"/>
                  </a:lnTo>
                  <a:lnTo>
                    <a:pt x="24" y="40"/>
                  </a:lnTo>
                  <a:lnTo>
                    <a:pt x="8" y="24"/>
                  </a:lnTo>
                  <a:lnTo>
                    <a:pt x="9" y="24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24" y="3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8" name="Freeform 326"/>
          <p:cNvSpPr>
            <a:spLocks/>
          </p:cNvSpPr>
          <p:nvPr/>
        </p:nvSpPr>
        <p:spPr bwMode="auto">
          <a:xfrm>
            <a:off x="3244733" y="1775750"/>
            <a:ext cx="304710" cy="90363"/>
          </a:xfrm>
          <a:custGeom>
            <a:avLst/>
            <a:gdLst>
              <a:gd name="T0" fmla="*/ 120 w 145"/>
              <a:gd name="T1" fmla="*/ 40 h 43"/>
              <a:gd name="T2" fmla="*/ 124 w 145"/>
              <a:gd name="T3" fmla="*/ 43 h 43"/>
              <a:gd name="T4" fmla="*/ 145 w 145"/>
              <a:gd name="T5" fmla="*/ 23 h 43"/>
              <a:gd name="T6" fmla="*/ 145 w 145"/>
              <a:gd name="T7" fmla="*/ 20 h 43"/>
              <a:gd name="T8" fmla="*/ 124 w 145"/>
              <a:gd name="T9" fmla="*/ 0 h 43"/>
              <a:gd name="T10" fmla="*/ 120 w 145"/>
              <a:gd name="T11" fmla="*/ 3 h 43"/>
              <a:gd name="T12" fmla="*/ 137 w 145"/>
              <a:gd name="T13" fmla="*/ 20 h 43"/>
              <a:gd name="T14" fmla="*/ 0 w 145"/>
              <a:gd name="T15" fmla="*/ 20 h 43"/>
              <a:gd name="T16" fmla="*/ 0 w 145"/>
              <a:gd name="T17" fmla="*/ 24 h 43"/>
              <a:gd name="T18" fmla="*/ 137 w 145"/>
              <a:gd name="T19" fmla="*/ 24 h 43"/>
              <a:gd name="T20" fmla="*/ 120 w 145"/>
              <a:gd name="T21" fmla="*/ 4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5" h="43">
                <a:moveTo>
                  <a:pt x="120" y="40"/>
                </a:moveTo>
                <a:lnTo>
                  <a:pt x="124" y="43"/>
                </a:lnTo>
                <a:lnTo>
                  <a:pt x="145" y="23"/>
                </a:lnTo>
                <a:lnTo>
                  <a:pt x="145" y="20"/>
                </a:lnTo>
                <a:lnTo>
                  <a:pt x="124" y="0"/>
                </a:lnTo>
                <a:lnTo>
                  <a:pt x="120" y="3"/>
                </a:lnTo>
                <a:lnTo>
                  <a:pt x="137" y="20"/>
                </a:lnTo>
                <a:lnTo>
                  <a:pt x="0" y="20"/>
                </a:lnTo>
                <a:lnTo>
                  <a:pt x="0" y="24"/>
                </a:lnTo>
                <a:lnTo>
                  <a:pt x="137" y="24"/>
                </a:lnTo>
                <a:lnTo>
                  <a:pt x="120" y="4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05" name="Группа 104"/>
          <p:cNvGrpSpPr/>
          <p:nvPr/>
        </p:nvGrpSpPr>
        <p:grpSpPr>
          <a:xfrm>
            <a:off x="3637703" y="1775750"/>
            <a:ext cx="304711" cy="90363"/>
            <a:chOff x="3637703" y="1775750"/>
            <a:chExt cx="304711" cy="90363"/>
          </a:xfrm>
          <a:solidFill>
            <a:schemeClr val="tx1"/>
          </a:solidFill>
        </p:grpSpPr>
        <p:sp>
          <p:nvSpPr>
            <p:cNvPr id="59" name="Rectangle 327"/>
            <p:cNvSpPr>
              <a:spLocks noChangeArrowheads="1"/>
            </p:cNvSpPr>
            <p:nvPr/>
          </p:nvSpPr>
          <p:spPr bwMode="auto">
            <a:xfrm>
              <a:off x="375118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Rectangle 328"/>
            <p:cNvSpPr>
              <a:spLocks noChangeArrowheads="1"/>
            </p:cNvSpPr>
            <p:nvPr/>
          </p:nvSpPr>
          <p:spPr bwMode="auto">
            <a:xfrm>
              <a:off x="3667123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Rectangle 329"/>
            <p:cNvSpPr>
              <a:spLocks noChangeArrowheads="1"/>
            </p:cNvSpPr>
            <p:nvPr/>
          </p:nvSpPr>
          <p:spPr bwMode="auto">
            <a:xfrm>
              <a:off x="3694442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Rectangle 330"/>
            <p:cNvSpPr>
              <a:spLocks noChangeArrowheads="1"/>
            </p:cNvSpPr>
            <p:nvPr/>
          </p:nvSpPr>
          <p:spPr bwMode="auto">
            <a:xfrm>
              <a:off x="3723862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Rectangle 331"/>
            <p:cNvSpPr>
              <a:spLocks noChangeArrowheads="1"/>
            </p:cNvSpPr>
            <p:nvPr/>
          </p:nvSpPr>
          <p:spPr bwMode="auto">
            <a:xfrm>
              <a:off x="3637703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Rectangle 332"/>
            <p:cNvSpPr>
              <a:spLocks noChangeArrowheads="1"/>
            </p:cNvSpPr>
            <p:nvPr/>
          </p:nvSpPr>
          <p:spPr bwMode="auto">
            <a:xfrm>
              <a:off x="389407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" name="Rectangle 333"/>
            <p:cNvSpPr>
              <a:spLocks noChangeArrowheads="1"/>
            </p:cNvSpPr>
            <p:nvPr/>
          </p:nvSpPr>
          <p:spPr bwMode="auto">
            <a:xfrm>
              <a:off x="3866760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Rectangle 334"/>
            <p:cNvSpPr>
              <a:spLocks noChangeArrowheads="1"/>
            </p:cNvSpPr>
            <p:nvPr/>
          </p:nvSpPr>
          <p:spPr bwMode="auto">
            <a:xfrm>
              <a:off x="3837340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Rectangle 335"/>
            <p:cNvSpPr>
              <a:spLocks noChangeArrowheads="1"/>
            </p:cNvSpPr>
            <p:nvPr/>
          </p:nvSpPr>
          <p:spPr bwMode="auto">
            <a:xfrm>
              <a:off x="3807920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Rectangle 336"/>
            <p:cNvSpPr>
              <a:spLocks noChangeArrowheads="1"/>
            </p:cNvSpPr>
            <p:nvPr/>
          </p:nvSpPr>
          <p:spPr bwMode="auto">
            <a:xfrm>
              <a:off x="378060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Freeform 337"/>
            <p:cNvSpPr>
              <a:spLocks/>
            </p:cNvSpPr>
            <p:nvPr/>
          </p:nvSpPr>
          <p:spPr bwMode="auto">
            <a:xfrm>
              <a:off x="3889877" y="1775750"/>
              <a:ext cx="52537" cy="90363"/>
            </a:xfrm>
            <a:custGeom>
              <a:avLst/>
              <a:gdLst>
                <a:gd name="T0" fmla="*/ 4 w 25"/>
                <a:gd name="T1" fmla="*/ 43 h 43"/>
                <a:gd name="T2" fmla="*/ 25 w 25"/>
                <a:gd name="T3" fmla="*/ 23 h 43"/>
                <a:gd name="T4" fmla="*/ 25 w 25"/>
                <a:gd name="T5" fmla="*/ 20 h 43"/>
                <a:gd name="T6" fmla="*/ 4 w 25"/>
                <a:gd name="T7" fmla="*/ 0 h 43"/>
                <a:gd name="T8" fmla="*/ 0 w 25"/>
                <a:gd name="T9" fmla="*/ 3 h 43"/>
                <a:gd name="T10" fmla="*/ 17 w 25"/>
                <a:gd name="T11" fmla="*/ 20 h 43"/>
                <a:gd name="T12" fmla="*/ 16 w 25"/>
                <a:gd name="T13" fmla="*/ 20 h 43"/>
                <a:gd name="T14" fmla="*/ 16 w 25"/>
                <a:gd name="T15" fmla="*/ 24 h 43"/>
                <a:gd name="T16" fmla="*/ 17 w 25"/>
                <a:gd name="T17" fmla="*/ 24 h 43"/>
                <a:gd name="T18" fmla="*/ 0 w 25"/>
                <a:gd name="T19" fmla="*/ 40 h 43"/>
                <a:gd name="T20" fmla="*/ 4 w 25"/>
                <a:gd name="T21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43">
                  <a:moveTo>
                    <a:pt x="4" y="43"/>
                  </a:moveTo>
                  <a:lnTo>
                    <a:pt x="25" y="23"/>
                  </a:lnTo>
                  <a:lnTo>
                    <a:pt x="25" y="20"/>
                  </a:lnTo>
                  <a:lnTo>
                    <a:pt x="4" y="0"/>
                  </a:lnTo>
                  <a:lnTo>
                    <a:pt x="0" y="3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17" y="24"/>
                  </a:lnTo>
                  <a:lnTo>
                    <a:pt x="0" y="40"/>
                  </a:lnTo>
                  <a:lnTo>
                    <a:pt x="4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70" name="Freeform 338"/>
          <p:cNvSpPr>
            <a:spLocks/>
          </p:cNvSpPr>
          <p:nvPr/>
        </p:nvSpPr>
        <p:spPr bwMode="auto">
          <a:xfrm>
            <a:off x="4137847" y="1670678"/>
            <a:ext cx="90363" cy="302608"/>
          </a:xfrm>
          <a:custGeom>
            <a:avLst/>
            <a:gdLst>
              <a:gd name="T0" fmla="*/ 24 w 43"/>
              <a:gd name="T1" fmla="*/ 144 h 144"/>
              <a:gd name="T2" fmla="*/ 24 w 43"/>
              <a:gd name="T3" fmla="*/ 7 h 144"/>
              <a:gd name="T4" fmla="*/ 40 w 43"/>
              <a:gd name="T5" fmla="*/ 23 h 144"/>
              <a:gd name="T6" fmla="*/ 43 w 43"/>
              <a:gd name="T7" fmla="*/ 20 h 144"/>
              <a:gd name="T8" fmla="*/ 23 w 43"/>
              <a:gd name="T9" fmla="*/ 0 h 144"/>
              <a:gd name="T10" fmla="*/ 20 w 43"/>
              <a:gd name="T11" fmla="*/ 0 h 144"/>
              <a:gd name="T12" fmla="*/ 0 w 43"/>
              <a:gd name="T13" fmla="*/ 20 h 144"/>
              <a:gd name="T14" fmla="*/ 3 w 43"/>
              <a:gd name="T15" fmla="*/ 23 h 144"/>
              <a:gd name="T16" fmla="*/ 19 w 43"/>
              <a:gd name="T17" fmla="*/ 7 h 144"/>
              <a:gd name="T18" fmla="*/ 19 w 43"/>
              <a:gd name="T19" fmla="*/ 144 h 144"/>
              <a:gd name="T20" fmla="*/ 24 w 43"/>
              <a:gd name="T21" fmla="*/ 1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" h="144">
                <a:moveTo>
                  <a:pt x="24" y="144"/>
                </a:moveTo>
                <a:lnTo>
                  <a:pt x="24" y="7"/>
                </a:lnTo>
                <a:lnTo>
                  <a:pt x="40" y="23"/>
                </a:lnTo>
                <a:lnTo>
                  <a:pt x="43" y="20"/>
                </a:lnTo>
                <a:lnTo>
                  <a:pt x="23" y="0"/>
                </a:lnTo>
                <a:lnTo>
                  <a:pt x="20" y="0"/>
                </a:lnTo>
                <a:lnTo>
                  <a:pt x="0" y="20"/>
                </a:lnTo>
                <a:lnTo>
                  <a:pt x="3" y="23"/>
                </a:lnTo>
                <a:lnTo>
                  <a:pt x="19" y="7"/>
                </a:lnTo>
                <a:lnTo>
                  <a:pt x="19" y="144"/>
                </a:lnTo>
                <a:lnTo>
                  <a:pt x="24" y="1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06" name="Группа 105"/>
          <p:cNvGrpSpPr/>
          <p:nvPr/>
        </p:nvGrpSpPr>
        <p:grpSpPr>
          <a:xfrm>
            <a:off x="4530816" y="1670678"/>
            <a:ext cx="92464" cy="302609"/>
            <a:chOff x="4530816" y="1670678"/>
            <a:chExt cx="92464" cy="302609"/>
          </a:xfrm>
          <a:solidFill>
            <a:schemeClr val="tx1"/>
          </a:solidFill>
        </p:grpSpPr>
        <p:sp>
          <p:nvSpPr>
            <p:cNvPr id="71" name="Rectangle 339"/>
            <p:cNvSpPr>
              <a:spLocks noChangeArrowheads="1"/>
            </p:cNvSpPr>
            <p:nvPr/>
          </p:nvSpPr>
          <p:spPr bwMode="auto">
            <a:xfrm>
              <a:off x="4570744" y="1924953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Rectangle 340"/>
            <p:cNvSpPr>
              <a:spLocks noChangeArrowheads="1"/>
            </p:cNvSpPr>
            <p:nvPr/>
          </p:nvSpPr>
          <p:spPr bwMode="auto">
            <a:xfrm>
              <a:off x="4570744" y="1754736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3" name="Rectangle 341"/>
            <p:cNvSpPr>
              <a:spLocks noChangeArrowheads="1"/>
            </p:cNvSpPr>
            <p:nvPr/>
          </p:nvSpPr>
          <p:spPr bwMode="auto">
            <a:xfrm>
              <a:off x="4570744" y="1897634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Rectangle 342"/>
            <p:cNvSpPr>
              <a:spLocks noChangeArrowheads="1"/>
            </p:cNvSpPr>
            <p:nvPr/>
          </p:nvSpPr>
          <p:spPr bwMode="auto">
            <a:xfrm>
              <a:off x="4570744" y="184089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Rectangle 343"/>
            <p:cNvSpPr>
              <a:spLocks noChangeArrowheads="1"/>
            </p:cNvSpPr>
            <p:nvPr/>
          </p:nvSpPr>
          <p:spPr bwMode="auto">
            <a:xfrm>
              <a:off x="4570744" y="1727417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Rectangle 344"/>
            <p:cNvSpPr>
              <a:spLocks noChangeArrowheads="1"/>
            </p:cNvSpPr>
            <p:nvPr/>
          </p:nvSpPr>
          <p:spPr bwMode="auto">
            <a:xfrm>
              <a:off x="4570744" y="1868213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Rectangle 345"/>
            <p:cNvSpPr>
              <a:spLocks noChangeArrowheads="1"/>
            </p:cNvSpPr>
            <p:nvPr/>
          </p:nvSpPr>
          <p:spPr bwMode="auto">
            <a:xfrm>
              <a:off x="4570744" y="181147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8" name="Rectangle 346"/>
            <p:cNvSpPr>
              <a:spLocks noChangeArrowheads="1"/>
            </p:cNvSpPr>
            <p:nvPr/>
          </p:nvSpPr>
          <p:spPr bwMode="auto">
            <a:xfrm>
              <a:off x="4570744" y="1697997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9" name="Rectangle 347"/>
            <p:cNvSpPr>
              <a:spLocks noChangeArrowheads="1"/>
            </p:cNvSpPr>
            <p:nvPr/>
          </p:nvSpPr>
          <p:spPr bwMode="auto">
            <a:xfrm>
              <a:off x="4570744" y="1954373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Rectangle 348"/>
            <p:cNvSpPr>
              <a:spLocks noChangeArrowheads="1"/>
            </p:cNvSpPr>
            <p:nvPr/>
          </p:nvSpPr>
          <p:spPr bwMode="auto">
            <a:xfrm>
              <a:off x="4570744" y="1784156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1" name="Freeform 349"/>
            <p:cNvSpPr>
              <a:spLocks/>
            </p:cNvSpPr>
            <p:nvPr/>
          </p:nvSpPr>
          <p:spPr bwMode="auto">
            <a:xfrm>
              <a:off x="4530816" y="1670678"/>
              <a:ext cx="92464" cy="48334"/>
            </a:xfrm>
            <a:custGeom>
              <a:avLst/>
              <a:gdLst>
                <a:gd name="T0" fmla="*/ 3 w 44"/>
                <a:gd name="T1" fmla="*/ 23 h 23"/>
                <a:gd name="T2" fmla="*/ 19 w 44"/>
                <a:gd name="T3" fmla="*/ 7 h 23"/>
                <a:gd name="T4" fmla="*/ 19 w 44"/>
                <a:gd name="T5" fmla="*/ 9 h 23"/>
                <a:gd name="T6" fmla="*/ 24 w 44"/>
                <a:gd name="T7" fmla="*/ 9 h 23"/>
                <a:gd name="T8" fmla="*/ 24 w 44"/>
                <a:gd name="T9" fmla="*/ 7 h 23"/>
                <a:gd name="T10" fmla="*/ 40 w 44"/>
                <a:gd name="T11" fmla="*/ 23 h 23"/>
                <a:gd name="T12" fmla="*/ 44 w 44"/>
                <a:gd name="T13" fmla="*/ 20 h 23"/>
                <a:gd name="T14" fmla="*/ 23 w 44"/>
                <a:gd name="T15" fmla="*/ 0 h 23"/>
                <a:gd name="T16" fmla="*/ 20 w 44"/>
                <a:gd name="T17" fmla="*/ 0 h 23"/>
                <a:gd name="T18" fmla="*/ 0 w 44"/>
                <a:gd name="T19" fmla="*/ 20 h 23"/>
                <a:gd name="T20" fmla="*/ 3 w 44"/>
                <a:gd name="T2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23">
                  <a:moveTo>
                    <a:pt x="3" y="23"/>
                  </a:moveTo>
                  <a:lnTo>
                    <a:pt x="19" y="7"/>
                  </a:lnTo>
                  <a:lnTo>
                    <a:pt x="19" y="9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40" y="23"/>
                  </a:lnTo>
                  <a:lnTo>
                    <a:pt x="44" y="2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0" y="20"/>
                  </a:lnTo>
                  <a:lnTo>
                    <a:pt x="3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08" name="Группа 107"/>
          <p:cNvGrpSpPr/>
          <p:nvPr/>
        </p:nvGrpSpPr>
        <p:grpSpPr>
          <a:xfrm>
            <a:off x="5211684" y="1670678"/>
            <a:ext cx="302610" cy="302608"/>
            <a:chOff x="5211684" y="1670678"/>
            <a:chExt cx="302610" cy="302608"/>
          </a:xfrm>
          <a:solidFill>
            <a:schemeClr val="tx1"/>
          </a:solidFill>
        </p:grpSpPr>
        <p:sp>
          <p:nvSpPr>
            <p:cNvPr id="82" name="Freeform 378"/>
            <p:cNvSpPr>
              <a:spLocks/>
            </p:cNvSpPr>
            <p:nvPr/>
          </p:nvSpPr>
          <p:spPr bwMode="auto">
            <a:xfrm>
              <a:off x="5386105" y="1670678"/>
              <a:ext cx="128189" cy="123986"/>
            </a:xfrm>
            <a:custGeom>
              <a:avLst/>
              <a:gdLst>
                <a:gd name="T0" fmla="*/ 34 w 61"/>
                <a:gd name="T1" fmla="*/ 0 h 59"/>
                <a:gd name="T2" fmla="*/ 34 w 61"/>
                <a:gd name="T3" fmla="*/ 4 h 59"/>
                <a:gd name="T4" fmla="*/ 53 w 61"/>
                <a:gd name="T5" fmla="*/ 4 h 59"/>
                <a:gd name="T6" fmla="*/ 0 w 61"/>
                <a:gd name="T7" fmla="*/ 57 h 59"/>
                <a:gd name="T8" fmla="*/ 4 w 61"/>
                <a:gd name="T9" fmla="*/ 59 h 59"/>
                <a:gd name="T10" fmla="*/ 56 w 61"/>
                <a:gd name="T11" fmla="*/ 7 h 59"/>
                <a:gd name="T12" fmla="*/ 56 w 61"/>
                <a:gd name="T13" fmla="*/ 27 h 59"/>
                <a:gd name="T14" fmla="*/ 61 w 61"/>
                <a:gd name="T15" fmla="*/ 27 h 59"/>
                <a:gd name="T16" fmla="*/ 61 w 61"/>
                <a:gd name="T17" fmla="*/ 2 h 59"/>
                <a:gd name="T18" fmla="*/ 59 w 61"/>
                <a:gd name="T19" fmla="*/ 0 h 59"/>
                <a:gd name="T20" fmla="*/ 34 w 61"/>
                <a:gd name="T2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59">
                  <a:moveTo>
                    <a:pt x="34" y="0"/>
                  </a:moveTo>
                  <a:lnTo>
                    <a:pt x="34" y="4"/>
                  </a:lnTo>
                  <a:lnTo>
                    <a:pt x="53" y="4"/>
                  </a:lnTo>
                  <a:lnTo>
                    <a:pt x="0" y="57"/>
                  </a:lnTo>
                  <a:lnTo>
                    <a:pt x="4" y="59"/>
                  </a:lnTo>
                  <a:lnTo>
                    <a:pt x="56" y="7"/>
                  </a:lnTo>
                  <a:lnTo>
                    <a:pt x="56" y="27"/>
                  </a:lnTo>
                  <a:lnTo>
                    <a:pt x="61" y="27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Freeform 379"/>
            <p:cNvSpPr>
              <a:spLocks/>
            </p:cNvSpPr>
            <p:nvPr/>
          </p:nvSpPr>
          <p:spPr bwMode="auto">
            <a:xfrm>
              <a:off x="5211684" y="1847199"/>
              <a:ext cx="126087" cy="126087"/>
            </a:xfrm>
            <a:custGeom>
              <a:avLst/>
              <a:gdLst>
                <a:gd name="T0" fmla="*/ 56 w 60"/>
                <a:gd name="T1" fmla="*/ 0 h 60"/>
                <a:gd name="T2" fmla="*/ 4 w 60"/>
                <a:gd name="T3" fmla="*/ 52 h 60"/>
                <a:gd name="T4" fmla="*/ 4 w 60"/>
                <a:gd name="T5" fmla="*/ 33 h 60"/>
                <a:gd name="T6" fmla="*/ 0 w 60"/>
                <a:gd name="T7" fmla="*/ 33 h 60"/>
                <a:gd name="T8" fmla="*/ 0 w 60"/>
                <a:gd name="T9" fmla="*/ 58 h 60"/>
                <a:gd name="T10" fmla="*/ 2 w 60"/>
                <a:gd name="T11" fmla="*/ 60 h 60"/>
                <a:gd name="T12" fmla="*/ 27 w 60"/>
                <a:gd name="T13" fmla="*/ 60 h 60"/>
                <a:gd name="T14" fmla="*/ 27 w 60"/>
                <a:gd name="T15" fmla="*/ 55 h 60"/>
                <a:gd name="T16" fmla="*/ 7 w 60"/>
                <a:gd name="T17" fmla="*/ 55 h 60"/>
                <a:gd name="T18" fmla="*/ 60 w 60"/>
                <a:gd name="T19" fmla="*/ 2 h 60"/>
                <a:gd name="T20" fmla="*/ 56 w 60"/>
                <a:gd name="T2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4" y="52"/>
                  </a:lnTo>
                  <a:lnTo>
                    <a:pt x="4" y="33"/>
                  </a:lnTo>
                  <a:lnTo>
                    <a:pt x="0" y="33"/>
                  </a:lnTo>
                  <a:lnTo>
                    <a:pt x="0" y="58"/>
                  </a:lnTo>
                  <a:lnTo>
                    <a:pt x="2" y="60"/>
                  </a:lnTo>
                  <a:lnTo>
                    <a:pt x="27" y="60"/>
                  </a:lnTo>
                  <a:lnTo>
                    <a:pt x="27" y="55"/>
                  </a:lnTo>
                  <a:lnTo>
                    <a:pt x="7" y="55"/>
                  </a:lnTo>
                  <a:lnTo>
                    <a:pt x="60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380"/>
            <p:cNvSpPr>
              <a:spLocks/>
            </p:cNvSpPr>
            <p:nvPr/>
          </p:nvSpPr>
          <p:spPr bwMode="auto">
            <a:xfrm>
              <a:off x="5320959" y="1779953"/>
              <a:ext cx="81957" cy="81957"/>
            </a:xfrm>
            <a:custGeom>
              <a:avLst/>
              <a:gdLst>
                <a:gd name="T0" fmla="*/ 36 w 39"/>
                <a:gd name="T1" fmla="*/ 39 h 39"/>
                <a:gd name="T2" fmla="*/ 0 w 39"/>
                <a:gd name="T3" fmla="*/ 3 h 39"/>
                <a:gd name="T4" fmla="*/ 3 w 39"/>
                <a:gd name="T5" fmla="*/ 0 h 39"/>
                <a:gd name="T6" fmla="*/ 39 w 39"/>
                <a:gd name="T7" fmla="*/ 36 h 39"/>
                <a:gd name="T8" fmla="*/ 36 w 39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36" y="39"/>
                  </a:moveTo>
                  <a:lnTo>
                    <a:pt x="0" y="3"/>
                  </a:lnTo>
                  <a:lnTo>
                    <a:pt x="3" y="0"/>
                  </a:lnTo>
                  <a:lnTo>
                    <a:pt x="39" y="36"/>
                  </a:lnTo>
                  <a:lnTo>
                    <a:pt x="3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07" name="Группа 106"/>
          <p:cNvGrpSpPr/>
          <p:nvPr/>
        </p:nvGrpSpPr>
        <p:grpSpPr>
          <a:xfrm>
            <a:off x="4816613" y="1670678"/>
            <a:ext cx="304710" cy="302608"/>
            <a:chOff x="4816613" y="1670678"/>
            <a:chExt cx="304710" cy="302608"/>
          </a:xfrm>
          <a:solidFill>
            <a:schemeClr val="tx1"/>
          </a:solidFill>
        </p:grpSpPr>
        <p:sp>
          <p:nvSpPr>
            <p:cNvPr id="85" name="Freeform 381"/>
            <p:cNvSpPr>
              <a:spLocks/>
            </p:cNvSpPr>
            <p:nvPr/>
          </p:nvSpPr>
          <p:spPr bwMode="auto">
            <a:xfrm>
              <a:off x="4993134" y="1847199"/>
              <a:ext cx="128189" cy="126087"/>
            </a:xfrm>
            <a:custGeom>
              <a:avLst/>
              <a:gdLst>
                <a:gd name="T0" fmla="*/ 56 w 61"/>
                <a:gd name="T1" fmla="*/ 52 h 60"/>
                <a:gd name="T2" fmla="*/ 4 w 61"/>
                <a:gd name="T3" fmla="*/ 0 h 60"/>
                <a:gd name="T4" fmla="*/ 0 w 61"/>
                <a:gd name="T5" fmla="*/ 2 h 60"/>
                <a:gd name="T6" fmla="*/ 53 w 61"/>
                <a:gd name="T7" fmla="*/ 55 h 60"/>
                <a:gd name="T8" fmla="*/ 34 w 61"/>
                <a:gd name="T9" fmla="*/ 55 h 60"/>
                <a:gd name="T10" fmla="*/ 34 w 61"/>
                <a:gd name="T11" fmla="*/ 60 h 60"/>
                <a:gd name="T12" fmla="*/ 58 w 61"/>
                <a:gd name="T13" fmla="*/ 60 h 60"/>
                <a:gd name="T14" fmla="*/ 61 w 61"/>
                <a:gd name="T15" fmla="*/ 58 h 60"/>
                <a:gd name="T16" fmla="*/ 61 w 61"/>
                <a:gd name="T17" fmla="*/ 33 h 60"/>
                <a:gd name="T18" fmla="*/ 56 w 61"/>
                <a:gd name="T19" fmla="*/ 33 h 60"/>
                <a:gd name="T20" fmla="*/ 56 w 61"/>
                <a:gd name="T21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60">
                  <a:moveTo>
                    <a:pt x="56" y="52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53" y="55"/>
                  </a:lnTo>
                  <a:lnTo>
                    <a:pt x="34" y="55"/>
                  </a:lnTo>
                  <a:lnTo>
                    <a:pt x="34" y="60"/>
                  </a:lnTo>
                  <a:lnTo>
                    <a:pt x="58" y="60"/>
                  </a:lnTo>
                  <a:lnTo>
                    <a:pt x="61" y="58"/>
                  </a:lnTo>
                  <a:lnTo>
                    <a:pt x="61" y="33"/>
                  </a:lnTo>
                  <a:lnTo>
                    <a:pt x="56" y="33"/>
                  </a:lnTo>
                  <a:lnTo>
                    <a:pt x="56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Freeform 382"/>
            <p:cNvSpPr>
              <a:spLocks/>
            </p:cNvSpPr>
            <p:nvPr/>
          </p:nvSpPr>
          <p:spPr bwMode="auto">
            <a:xfrm>
              <a:off x="4816613" y="1670678"/>
              <a:ext cx="128189" cy="123986"/>
            </a:xfrm>
            <a:custGeom>
              <a:avLst/>
              <a:gdLst>
                <a:gd name="T0" fmla="*/ 57 w 61"/>
                <a:gd name="T1" fmla="*/ 59 h 59"/>
                <a:gd name="T2" fmla="*/ 61 w 61"/>
                <a:gd name="T3" fmla="*/ 57 h 59"/>
                <a:gd name="T4" fmla="*/ 8 w 61"/>
                <a:gd name="T5" fmla="*/ 4 h 59"/>
                <a:gd name="T6" fmla="*/ 28 w 61"/>
                <a:gd name="T7" fmla="*/ 4 h 59"/>
                <a:gd name="T8" fmla="*/ 28 w 61"/>
                <a:gd name="T9" fmla="*/ 0 h 59"/>
                <a:gd name="T10" fmla="*/ 3 w 61"/>
                <a:gd name="T11" fmla="*/ 0 h 59"/>
                <a:gd name="T12" fmla="*/ 0 w 61"/>
                <a:gd name="T13" fmla="*/ 2 h 59"/>
                <a:gd name="T14" fmla="*/ 0 w 61"/>
                <a:gd name="T15" fmla="*/ 27 h 59"/>
                <a:gd name="T16" fmla="*/ 5 w 61"/>
                <a:gd name="T17" fmla="*/ 27 h 59"/>
                <a:gd name="T18" fmla="*/ 5 w 61"/>
                <a:gd name="T19" fmla="*/ 7 h 59"/>
                <a:gd name="T20" fmla="*/ 57 w 61"/>
                <a:gd name="T21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59">
                  <a:moveTo>
                    <a:pt x="57" y="59"/>
                  </a:moveTo>
                  <a:lnTo>
                    <a:pt x="61" y="57"/>
                  </a:lnTo>
                  <a:lnTo>
                    <a:pt x="8" y="4"/>
                  </a:lnTo>
                  <a:lnTo>
                    <a:pt x="28" y="4"/>
                  </a:lnTo>
                  <a:lnTo>
                    <a:pt x="28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7"/>
                  </a:lnTo>
                  <a:lnTo>
                    <a:pt x="5" y="27"/>
                  </a:lnTo>
                  <a:lnTo>
                    <a:pt x="5" y="7"/>
                  </a:lnTo>
                  <a:lnTo>
                    <a:pt x="57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Freeform 383"/>
            <p:cNvSpPr>
              <a:spLocks/>
            </p:cNvSpPr>
            <p:nvPr/>
          </p:nvSpPr>
          <p:spPr bwMode="auto">
            <a:xfrm>
              <a:off x="4927990" y="1779953"/>
              <a:ext cx="81957" cy="81957"/>
            </a:xfrm>
            <a:custGeom>
              <a:avLst/>
              <a:gdLst>
                <a:gd name="T0" fmla="*/ 0 w 39"/>
                <a:gd name="T1" fmla="*/ 36 h 39"/>
                <a:gd name="T2" fmla="*/ 36 w 39"/>
                <a:gd name="T3" fmla="*/ 0 h 39"/>
                <a:gd name="T4" fmla="*/ 39 w 39"/>
                <a:gd name="T5" fmla="*/ 3 h 39"/>
                <a:gd name="T6" fmla="*/ 3 w 39"/>
                <a:gd name="T7" fmla="*/ 39 h 39"/>
                <a:gd name="T8" fmla="*/ 0 w 39"/>
                <a:gd name="T9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0" y="36"/>
                  </a:moveTo>
                  <a:lnTo>
                    <a:pt x="36" y="0"/>
                  </a:lnTo>
                  <a:lnTo>
                    <a:pt x="39" y="3"/>
                  </a:lnTo>
                  <a:lnTo>
                    <a:pt x="3" y="39"/>
                  </a:lnTo>
                  <a:lnTo>
                    <a:pt x="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88" name="Freeform 384"/>
          <p:cNvSpPr>
            <a:spLocks/>
          </p:cNvSpPr>
          <p:nvPr/>
        </p:nvSpPr>
        <p:spPr bwMode="auto">
          <a:xfrm>
            <a:off x="5604655" y="1670678"/>
            <a:ext cx="302608" cy="302608"/>
          </a:xfrm>
          <a:custGeom>
            <a:avLst/>
            <a:gdLst>
              <a:gd name="T0" fmla="*/ 117 w 144"/>
              <a:gd name="T1" fmla="*/ 0 h 144"/>
              <a:gd name="T2" fmla="*/ 117 w 144"/>
              <a:gd name="T3" fmla="*/ 4 h 144"/>
              <a:gd name="T4" fmla="*/ 137 w 144"/>
              <a:gd name="T5" fmla="*/ 4 h 144"/>
              <a:gd name="T6" fmla="*/ 72 w 144"/>
              <a:gd name="T7" fmla="*/ 68 h 144"/>
              <a:gd name="T8" fmla="*/ 4 w 144"/>
              <a:gd name="T9" fmla="*/ 0 h 144"/>
              <a:gd name="T10" fmla="*/ 0 w 144"/>
              <a:gd name="T11" fmla="*/ 3 h 144"/>
              <a:gd name="T12" fmla="*/ 69 w 144"/>
              <a:gd name="T13" fmla="*/ 72 h 144"/>
              <a:gd name="T14" fmla="*/ 4 w 144"/>
              <a:gd name="T15" fmla="*/ 136 h 144"/>
              <a:gd name="T16" fmla="*/ 4 w 144"/>
              <a:gd name="T17" fmla="*/ 117 h 144"/>
              <a:gd name="T18" fmla="*/ 0 w 144"/>
              <a:gd name="T19" fmla="*/ 117 h 144"/>
              <a:gd name="T20" fmla="*/ 0 w 144"/>
              <a:gd name="T21" fmla="*/ 142 h 144"/>
              <a:gd name="T22" fmla="*/ 2 w 144"/>
              <a:gd name="T23" fmla="*/ 144 h 144"/>
              <a:gd name="T24" fmla="*/ 27 w 144"/>
              <a:gd name="T25" fmla="*/ 144 h 144"/>
              <a:gd name="T26" fmla="*/ 27 w 144"/>
              <a:gd name="T27" fmla="*/ 139 h 144"/>
              <a:gd name="T28" fmla="*/ 7 w 144"/>
              <a:gd name="T29" fmla="*/ 139 h 144"/>
              <a:gd name="T30" fmla="*/ 72 w 144"/>
              <a:gd name="T31" fmla="*/ 75 h 144"/>
              <a:gd name="T32" fmla="*/ 140 w 144"/>
              <a:gd name="T33" fmla="*/ 143 h 144"/>
              <a:gd name="T34" fmla="*/ 143 w 144"/>
              <a:gd name="T35" fmla="*/ 140 h 144"/>
              <a:gd name="T36" fmla="*/ 75 w 144"/>
              <a:gd name="T37" fmla="*/ 72 h 144"/>
              <a:gd name="T38" fmla="*/ 139 w 144"/>
              <a:gd name="T39" fmla="*/ 7 h 144"/>
              <a:gd name="T40" fmla="*/ 139 w 144"/>
              <a:gd name="T41" fmla="*/ 27 h 144"/>
              <a:gd name="T42" fmla="*/ 144 w 144"/>
              <a:gd name="T43" fmla="*/ 27 h 144"/>
              <a:gd name="T44" fmla="*/ 144 w 144"/>
              <a:gd name="T45" fmla="*/ 2 h 144"/>
              <a:gd name="T46" fmla="*/ 142 w 144"/>
              <a:gd name="T47" fmla="*/ 0 h 144"/>
              <a:gd name="T48" fmla="*/ 117 w 144"/>
              <a:gd name="T49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4" h="144">
                <a:moveTo>
                  <a:pt x="117" y="0"/>
                </a:moveTo>
                <a:lnTo>
                  <a:pt x="117" y="4"/>
                </a:lnTo>
                <a:lnTo>
                  <a:pt x="137" y="4"/>
                </a:lnTo>
                <a:lnTo>
                  <a:pt x="72" y="68"/>
                </a:lnTo>
                <a:lnTo>
                  <a:pt x="4" y="0"/>
                </a:lnTo>
                <a:lnTo>
                  <a:pt x="0" y="3"/>
                </a:lnTo>
                <a:lnTo>
                  <a:pt x="69" y="72"/>
                </a:lnTo>
                <a:lnTo>
                  <a:pt x="4" y="136"/>
                </a:lnTo>
                <a:lnTo>
                  <a:pt x="4" y="117"/>
                </a:lnTo>
                <a:lnTo>
                  <a:pt x="0" y="117"/>
                </a:lnTo>
                <a:lnTo>
                  <a:pt x="0" y="142"/>
                </a:lnTo>
                <a:lnTo>
                  <a:pt x="2" y="144"/>
                </a:lnTo>
                <a:lnTo>
                  <a:pt x="27" y="144"/>
                </a:lnTo>
                <a:lnTo>
                  <a:pt x="27" y="139"/>
                </a:lnTo>
                <a:lnTo>
                  <a:pt x="7" y="139"/>
                </a:lnTo>
                <a:lnTo>
                  <a:pt x="72" y="75"/>
                </a:lnTo>
                <a:lnTo>
                  <a:pt x="140" y="143"/>
                </a:lnTo>
                <a:lnTo>
                  <a:pt x="143" y="140"/>
                </a:lnTo>
                <a:lnTo>
                  <a:pt x="75" y="72"/>
                </a:lnTo>
                <a:lnTo>
                  <a:pt x="139" y="7"/>
                </a:lnTo>
                <a:lnTo>
                  <a:pt x="139" y="27"/>
                </a:lnTo>
                <a:lnTo>
                  <a:pt x="144" y="27"/>
                </a:lnTo>
                <a:lnTo>
                  <a:pt x="144" y="2"/>
                </a:lnTo>
                <a:lnTo>
                  <a:pt x="142" y="0"/>
                </a:lnTo>
                <a:lnTo>
                  <a:pt x="117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385"/>
          <p:cNvSpPr>
            <a:spLocks/>
          </p:cNvSpPr>
          <p:nvPr/>
        </p:nvSpPr>
        <p:spPr bwMode="auto">
          <a:xfrm>
            <a:off x="5997624" y="1670678"/>
            <a:ext cx="302608" cy="302608"/>
          </a:xfrm>
          <a:custGeom>
            <a:avLst/>
            <a:gdLst>
              <a:gd name="T0" fmla="*/ 139 w 144"/>
              <a:gd name="T1" fmla="*/ 136 h 144"/>
              <a:gd name="T2" fmla="*/ 75 w 144"/>
              <a:gd name="T3" fmla="*/ 72 h 144"/>
              <a:gd name="T4" fmla="*/ 143 w 144"/>
              <a:gd name="T5" fmla="*/ 3 h 144"/>
              <a:gd name="T6" fmla="*/ 140 w 144"/>
              <a:gd name="T7" fmla="*/ 0 h 144"/>
              <a:gd name="T8" fmla="*/ 72 w 144"/>
              <a:gd name="T9" fmla="*/ 68 h 144"/>
              <a:gd name="T10" fmla="*/ 8 w 144"/>
              <a:gd name="T11" fmla="*/ 4 h 144"/>
              <a:gd name="T12" fmla="*/ 27 w 144"/>
              <a:gd name="T13" fmla="*/ 4 h 144"/>
              <a:gd name="T14" fmla="*/ 27 w 144"/>
              <a:gd name="T15" fmla="*/ 0 h 144"/>
              <a:gd name="T16" fmla="*/ 2 w 144"/>
              <a:gd name="T17" fmla="*/ 0 h 144"/>
              <a:gd name="T18" fmla="*/ 0 w 144"/>
              <a:gd name="T19" fmla="*/ 2 h 144"/>
              <a:gd name="T20" fmla="*/ 0 w 144"/>
              <a:gd name="T21" fmla="*/ 27 h 144"/>
              <a:gd name="T22" fmla="*/ 4 w 144"/>
              <a:gd name="T23" fmla="*/ 27 h 144"/>
              <a:gd name="T24" fmla="*/ 4 w 144"/>
              <a:gd name="T25" fmla="*/ 7 h 144"/>
              <a:gd name="T26" fmla="*/ 69 w 144"/>
              <a:gd name="T27" fmla="*/ 72 h 144"/>
              <a:gd name="T28" fmla="*/ 1 w 144"/>
              <a:gd name="T29" fmla="*/ 140 h 144"/>
              <a:gd name="T30" fmla="*/ 4 w 144"/>
              <a:gd name="T31" fmla="*/ 143 h 144"/>
              <a:gd name="T32" fmla="*/ 72 w 144"/>
              <a:gd name="T33" fmla="*/ 75 h 144"/>
              <a:gd name="T34" fmla="*/ 137 w 144"/>
              <a:gd name="T35" fmla="*/ 139 h 144"/>
              <a:gd name="T36" fmla="*/ 117 w 144"/>
              <a:gd name="T37" fmla="*/ 139 h 144"/>
              <a:gd name="T38" fmla="*/ 117 w 144"/>
              <a:gd name="T39" fmla="*/ 144 h 144"/>
              <a:gd name="T40" fmla="*/ 142 w 144"/>
              <a:gd name="T41" fmla="*/ 144 h 144"/>
              <a:gd name="T42" fmla="*/ 144 w 144"/>
              <a:gd name="T43" fmla="*/ 142 h 144"/>
              <a:gd name="T44" fmla="*/ 144 w 144"/>
              <a:gd name="T45" fmla="*/ 117 h 144"/>
              <a:gd name="T46" fmla="*/ 139 w 144"/>
              <a:gd name="T47" fmla="*/ 117 h 144"/>
              <a:gd name="T48" fmla="*/ 139 w 144"/>
              <a:gd name="T49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4" h="144">
                <a:moveTo>
                  <a:pt x="139" y="136"/>
                </a:moveTo>
                <a:lnTo>
                  <a:pt x="75" y="72"/>
                </a:lnTo>
                <a:lnTo>
                  <a:pt x="143" y="3"/>
                </a:lnTo>
                <a:lnTo>
                  <a:pt x="140" y="0"/>
                </a:lnTo>
                <a:lnTo>
                  <a:pt x="72" y="68"/>
                </a:lnTo>
                <a:lnTo>
                  <a:pt x="8" y="4"/>
                </a:lnTo>
                <a:lnTo>
                  <a:pt x="27" y="4"/>
                </a:lnTo>
                <a:lnTo>
                  <a:pt x="27" y="0"/>
                </a:lnTo>
                <a:lnTo>
                  <a:pt x="2" y="0"/>
                </a:lnTo>
                <a:lnTo>
                  <a:pt x="0" y="2"/>
                </a:lnTo>
                <a:lnTo>
                  <a:pt x="0" y="27"/>
                </a:lnTo>
                <a:lnTo>
                  <a:pt x="4" y="27"/>
                </a:lnTo>
                <a:lnTo>
                  <a:pt x="4" y="7"/>
                </a:lnTo>
                <a:lnTo>
                  <a:pt x="69" y="72"/>
                </a:lnTo>
                <a:lnTo>
                  <a:pt x="1" y="140"/>
                </a:lnTo>
                <a:lnTo>
                  <a:pt x="4" y="143"/>
                </a:lnTo>
                <a:lnTo>
                  <a:pt x="72" y="75"/>
                </a:lnTo>
                <a:lnTo>
                  <a:pt x="137" y="139"/>
                </a:lnTo>
                <a:lnTo>
                  <a:pt x="117" y="139"/>
                </a:lnTo>
                <a:lnTo>
                  <a:pt x="117" y="144"/>
                </a:lnTo>
                <a:lnTo>
                  <a:pt x="142" y="144"/>
                </a:lnTo>
                <a:lnTo>
                  <a:pt x="144" y="142"/>
                </a:lnTo>
                <a:lnTo>
                  <a:pt x="144" y="117"/>
                </a:lnTo>
                <a:lnTo>
                  <a:pt x="139" y="117"/>
                </a:lnTo>
                <a:lnTo>
                  <a:pt x="139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09" name="Группа 108"/>
          <p:cNvGrpSpPr/>
          <p:nvPr/>
        </p:nvGrpSpPr>
        <p:grpSpPr>
          <a:xfrm>
            <a:off x="6390595" y="1769446"/>
            <a:ext cx="302608" cy="105072"/>
            <a:chOff x="6390595" y="1769446"/>
            <a:chExt cx="302608" cy="105072"/>
          </a:xfrm>
          <a:solidFill>
            <a:schemeClr val="tx1"/>
          </a:solidFill>
        </p:grpSpPr>
        <p:sp>
          <p:nvSpPr>
            <p:cNvPr id="90" name="Freeform 386"/>
            <p:cNvSpPr>
              <a:spLocks/>
            </p:cNvSpPr>
            <p:nvPr/>
          </p:nvSpPr>
          <p:spPr bwMode="auto">
            <a:xfrm>
              <a:off x="6571319" y="1779953"/>
              <a:ext cx="121884" cy="81957"/>
            </a:xfrm>
            <a:custGeom>
              <a:avLst/>
              <a:gdLst>
                <a:gd name="T0" fmla="*/ 37 w 58"/>
                <a:gd name="T1" fmla="*/ 3 h 39"/>
                <a:gd name="T2" fmla="*/ 51 w 58"/>
                <a:gd name="T3" fmla="*/ 18 h 39"/>
                <a:gd name="T4" fmla="*/ 0 w 58"/>
                <a:gd name="T5" fmla="*/ 18 h 39"/>
                <a:gd name="T6" fmla="*/ 0 w 58"/>
                <a:gd name="T7" fmla="*/ 22 h 39"/>
                <a:gd name="T8" fmla="*/ 51 w 58"/>
                <a:gd name="T9" fmla="*/ 22 h 39"/>
                <a:gd name="T10" fmla="*/ 37 w 58"/>
                <a:gd name="T11" fmla="*/ 36 h 39"/>
                <a:gd name="T12" fmla="*/ 40 w 58"/>
                <a:gd name="T13" fmla="*/ 39 h 39"/>
                <a:gd name="T14" fmla="*/ 58 w 58"/>
                <a:gd name="T15" fmla="*/ 21 h 39"/>
                <a:gd name="T16" fmla="*/ 58 w 58"/>
                <a:gd name="T17" fmla="*/ 18 h 39"/>
                <a:gd name="T18" fmla="*/ 40 w 58"/>
                <a:gd name="T19" fmla="*/ 0 h 39"/>
                <a:gd name="T20" fmla="*/ 37 w 58"/>
                <a:gd name="T21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39">
                  <a:moveTo>
                    <a:pt x="37" y="3"/>
                  </a:moveTo>
                  <a:lnTo>
                    <a:pt x="51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51" y="22"/>
                  </a:lnTo>
                  <a:lnTo>
                    <a:pt x="37" y="36"/>
                  </a:lnTo>
                  <a:lnTo>
                    <a:pt x="40" y="39"/>
                  </a:lnTo>
                  <a:lnTo>
                    <a:pt x="58" y="21"/>
                  </a:lnTo>
                  <a:lnTo>
                    <a:pt x="58" y="18"/>
                  </a:lnTo>
                  <a:lnTo>
                    <a:pt x="40" y="0"/>
                  </a:lnTo>
                  <a:lnTo>
                    <a:pt x="37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1" name="Freeform 387"/>
            <p:cNvSpPr>
              <a:spLocks/>
            </p:cNvSpPr>
            <p:nvPr/>
          </p:nvSpPr>
          <p:spPr bwMode="auto">
            <a:xfrm>
              <a:off x="6390595" y="1779953"/>
              <a:ext cx="123986" cy="81957"/>
            </a:xfrm>
            <a:custGeom>
              <a:avLst/>
              <a:gdLst>
                <a:gd name="T0" fmla="*/ 22 w 59"/>
                <a:gd name="T1" fmla="*/ 3 h 39"/>
                <a:gd name="T2" fmla="*/ 18 w 59"/>
                <a:gd name="T3" fmla="*/ 0 h 39"/>
                <a:gd name="T4" fmla="*/ 0 w 59"/>
                <a:gd name="T5" fmla="*/ 18 h 39"/>
                <a:gd name="T6" fmla="*/ 0 w 59"/>
                <a:gd name="T7" fmla="*/ 21 h 39"/>
                <a:gd name="T8" fmla="*/ 18 w 59"/>
                <a:gd name="T9" fmla="*/ 39 h 39"/>
                <a:gd name="T10" fmla="*/ 22 w 59"/>
                <a:gd name="T11" fmla="*/ 36 h 39"/>
                <a:gd name="T12" fmla="*/ 8 w 59"/>
                <a:gd name="T13" fmla="*/ 22 h 39"/>
                <a:gd name="T14" fmla="*/ 59 w 59"/>
                <a:gd name="T15" fmla="*/ 22 h 39"/>
                <a:gd name="T16" fmla="*/ 59 w 59"/>
                <a:gd name="T17" fmla="*/ 18 h 39"/>
                <a:gd name="T18" fmla="*/ 8 w 59"/>
                <a:gd name="T19" fmla="*/ 18 h 39"/>
                <a:gd name="T20" fmla="*/ 22 w 59"/>
                <a:gd name="T21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39">
                  <a:moveTo>
                    <a:pt x="22" y="3"/>
                  </a:moveTo>
                  <a:lnTo>
                    <a:pt x="18" y="0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8" y="39"/>
                  </a:lnTo>
                  <a:lnTo>
                    <a:pt x="22" y="36"/>
                  </a:lnTo>
                  <a:lnTo>
                    <a:pt x="8" y="22"/>
                  </a:lnTo>
                  <a:lnTo>
                    <a:pt x="59" y="22"/>
                  </a:lnTo>
                  <a:lnTo>
                    <a:pt x="59" y="18"/>
                  </a:lnTo>
                  <a:lnTo>
                    <a:pt x="8" y="18"/>
                  </a:lnTo>
                  <a:lnTo>
                    <a:pt x="2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2" name="Rectangle 388"/>
            <p:cNvSpPr>
              <a:spLocks noChangeArrowheads="1"/>
            </p:cNvSpPr>
            <p:nvPr/>
          </p:nvSpPr>
          <p:spPr bwMode="auto">
            <a:xfrm>
              <a:off x="6537696" y="1769446"/>
              <a:ext cx="10508" cy="10507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3" name="Freeform 389"/>
          <p:cNvSpPr>
            <a:spLocks/>
          </p:cNvSpPr>
          <p:nvPr/>
        </p:nvSpPr>
        <p:spPr bwMode="auto">
          <a:xfrm>
            <a:off x="6783564" y="1670678"/>
            <a:ext cx="304710" cy="302608"/>
          </a:xfrm>
          <a:custGeom>
            <a:avLst/>
            <a:gdLst>
              <a:gd name="T0" fmla="*/ 123 w 145"/>
              <a:gd name="T1" fmla="*/ 55 h 144"/>
              <a:gd name="T2" fmla="*/ 137 w 145"/>
              <a:gd name="T3" fmla="*/ 70 h 144"/>
              <a:gd name="T4" fmla="*/ 75 w 145"/>
              <a:gd name="T5" fmla="*/ 70 h 144"/>
              <a:gd name="T6" fmla="*/ 75 w 145"/>
              <a:gd name="T7" fmla="*/ 0 h 144"/>
              <a:gd name="T8" fmla="*/ 70 w 145"/>
              <a:gd name="T9" fmla="*/ 0 h 144"/>
              <a:gd name="T10" fmla="*/ 70 w 145"/>
              <a:gd name="T11" fmla="*/ 70 h 144"/>
              <a:gd name="T12" fmla="*/ 8 w 145"/>
              <a:gd name="T13" fmla="*/ 70 h 144"/>
              <a:gd name="T14" fmla="*/ 22 w 145"/>
              <a:gd name="T15" fmla="*/ 55 h 144"/>
              <a:gd name="T16" fmla="*/ 18 w 145"/>
              <a:gd name="T17" fmla="*/ 52 h 144"/>
              <a:gd name="T18" fmla="*/ 0 w 145"/>
              <a:gd name="T19" fmla="*/ 70 h 144"/>
              <a:gd name="T20" fmla="*/ 0 w 145"/>
              <a:gd name="T21" fmla="*/ 73 h 144"/>
              <a:gd name="T22" fmla="*/ 18 w 145"/>
              <a:gd name="T23" fmla="*/ 91 h 144"/>
              <a:gd name="T24" fmla="*/ 22 w 145"/>
              <a:gd name="T25" fmla="*/ 88 h 144"/>
              <a:gd name="T26" fmla="*/ 8 w 145"/>
              <a:gd name="T27" fmla="*/ 74 h 144"/>
              <a:gd name="T28" fmla="*/ 70 w 145"/>
              <a:gd name="T29" fmla="*/ 74 h 144"/>
              <a:gd name="T30" fmla="*/ 70 w 145"/>
              <a:gd name="T31" fmla="*/ 144 h 144"/>
              <a:gd name="T32" fmla="*/ 75 w 145"/>
              <a:gd name="T33" fmla="*/ 144 h 144"/>
              <a:gd name="T34" fmla="*/ 75 w 145"/>
              <a:gd name="T35" fmla="*/ 74 h 144"/>
              <a:gd name="T36" fmla="*/ 137 w 145"/>
              <a:gd name="T37" fmla="*/ 74 h 144"/>
              <a:gd name="T38" fmla="*/ 123 w 145"/>
              <a:gd name="T39" fmla="*/ 88 h 144"/>
              <a:gd name="T40" fmla="*/ 126 w 145"/>
              <a:gd name="T41" fmla="*/ 91 h 144"/>
              <a:gd name="T42" fmla="*/ 145 w 145"/>
              <a:gd name="T43" fmla="*/ 73 h 144"/>
              <a:gd name="T44" fmla="*/ 145 w 145"/>
              <a:gd name="T45" fmla="*/ 70 h 144"/>
              <a:gd name="T46" fmla="*/ 126 w 145"/>
              <a:gd name="T47" fmla="*/ 52 h 144"/>
              <a:gd name="T48" fmla="*/ 123 w 145"/>
              <a:gd name="T49" fmla="*/ 5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44">
                <a:moveTo>
                  <a:pt x="123" y="55"/>
                </a:moveTo>
                <a:lnTo>
                  <a:pt x="137" y="70"/>
                </a:lnTo>
                <a:lnTo>
                  <a:pt x="75" y="70"/>
                </a:lnTo>
                <a:lnTo>
                  <a:pt x="75" y="0"/>
                </a:lnTo>
                <a:lnTo>
                  <a:pt x="70" y="0"/>
                </a:lnTo>
                <a:lnTo>
                  <a:pt x="70" y="70"/>
                </a:lnTo>
                <a:lnTo>
                  <a:pt x="8" y="70"/>
                </a:lnTo>
                <a:lnTo>
                  <a:pt x="22" y="55"/>
                </a:lnTo>
                <a:lnTo>
                  <a:pt x="18" y="52"/>
                </a:lnTo>
                <a:lnTo>
                  <a:pt x="0" y="70"/>
                </a:lnTo>
                <a:lnTo>
                  <a:pt x="0" y="73"/>
                </a:lnTo>
                <a:lnTo>
                  <a:pt x="18" y="91"/>
                </a:lnTo>
                <a:lnTo>
                  <a:pt x="22" y="88"/>
                </a:lnTo>
                <a:lnTo>
                  <a:pt x="8" y="74"/>
                </a:lnTo>
                <a:lnTo>
                  <a:pt x="70" y="74"/>
                </a:lnTo>
                <a:lnTo>
                  <a:pt x="70" y="144"/>
                </a:lnTo>
                <a:lnTo>
                  <a:pt x="75" y="144"/>
                </a:lnTo>
                <a:lnTo>
                  <a:pt x="75" y="74"/>
                </a:lnTo>
                <a:lnTo>
                  <a:pt x="137" y="74"/>
                </a:lnTo>
                <a:lnTo>
                  <a:pt x="123" y="88"/>
                </a:lnTo>
                <a:lnTo>
                  <a:pt x="126" y="91"/>
                </a:lnTo>
                <a:lnTo>
                  <a:pt x="145" y="73"/>
                </a:lnTo>
                <a:lnTo>
                  <a:pt x="145" y="70"/>
                </a:lnTo>
                <a:lnTo>
                  <a:pt x="126" y="52"/>
                </a:lnTo>
                <a:lnTo>
                  <a:pt x="123" y="5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6" name="Группа 115"/>
          <p:cNvGrpSpPr/>
          <p:nvPr/>
        </p:nvGrpSpPr>
        <p:grpSpPr>
          <a:xfrm>
            <a:off x="2950530" y="2456618"/>
            <a:ext cx="105072" cy="302609"/>
            <a:chOff x="2950530" y="2456618"/>
            <a:chExt cx="105072" cy="302609"/>
          </a:xfrm>
          <a:solidFill>
            <a:schemeClr val="tx1"/>
          </a:solidFill>
        </p:grpSpPr>
        <p:sp>
          <p:nvSpPr>
            <p:cNvPr id="94" name="Freeform 390"/>
            <p:cNvSpPr>
              <a:spLocks/>
            </p:cNvSpPr>
            <p:nvPr/>
          </p:nvSpPr>
          <p:spPr bwMode="auto">
            <a:xfrm>
              <a:off x="2963139" y="2456618"/>
              <a:ext cx="81957" cy="121884"/>
            </a:xfrm>
            <a:custGeom>
              <a:avLst/>
              <a:gdLst>
                <a:gd name="T0" fmla="*/ 18 w 39"/>
                <a:gd name="T1" fmla="*/ 0 h 58"/>
                <a:gd name="T2" fmla="*/ 0 w 39"/>
                <a:gd name="T3" fmla="*/ 18 h 58"/>
                <a:gd name="T4" fmla="*/ 2 w 39"/>
                <a:gd name="T5" fmla="*/ 21 h 58"/>
                <a:gd name="T6" fmla="*/ 17 w 39"/>
                <a:gd name="T7" fmla="*/ 7 h 58"/>
                <a:gd name="T8" fmla="*/ 17 w 39"/>
                <a:gd name="T9" fmla="*/ 58 h 58"/>
                <a:gd name="T10" fmla="*/ 21 w 39"/>
                <a:gd name="T11" fmla="*/ 58 h 58"/>
                <a:gd name="T12" fmla="*/ 21 w 39"/>
                <a:gd name="T13" fmla="*/ 7 h 58"/>
                <a:gd name="T14" fmla="*/ 36 w 39"/>
                <a:gd name="T15" fmla="*/ 22 h 58"/>
                <a:gd name="T16" fmla="*/ 39 w 39"/>
                <a:gd name="T17" fmla="*/ 18 h 58"/>
                <a:gd name="T18" fmla="*/ 20 w 39"/>
                <a:gd name="T19" fmla="*/ 0 h 58"/>
                <a:gd name="T20" fmla="*/ 18 w 39"/>
                <a:gd name="T2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58">
                  <a:moveTo>
                    <a:pt x="18" y="0"/>
                  </a:moveTo>
                  <a:lnTo>
                    <a:pt x="0" y="18"/>
                  </a:lnTo>
                  <a:lnTo>
                    <a:pt x="2" y="21"/>
                  </a:lnTo>
                  <a:lnTo>
                    <a:pt x="17" y="7"/>
                  </a:lnTo>
                  <a:lnTo>
                    <a:pt x="17" y="58"/>
                  </a:lnTo>
                  <a:lnTo>
                    <a:pt x="21" y="58"/>
                  </a:lnTo>
                  <a:lnTo>
                    <a:pt x="21" y="7"/>
                  </a:lnTo>
                  <a:lnTo>
                    <a:pt x="36" y="22"/>
                  </a:lnTo>
                  <a:lnTo>
                    <a:pt x="39" y="18"/>
                  </a:lnTo>
                  <a:lnTo>
                    <a:pt x="20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5" name="Freeform 391"/>
            <p:cNvSpPr>
              <a:spLocks/>
            </p:cNvSpPr>
            <p:nvPr/>
          </p:nvSpPr>
          <p:spPr bwMode="auto">
            <a:xfrm>
              <a:off x="2963139" y="2635241"/>
              <a:ext cx="81957" cy="123986"/>
            </a:xfrm>
            <a:custGeom>
              <a:avLst/>
              <a:gdLst>
                <a:gd name="T0" fmla="*/ 21 w 39"/>
                <a:gd name="T1" fmla="*/ 51 h 59"/>
                <a:gd name="T2" fmla="*/ 21 w 39"/>
                <a:gd name="T3" fmla="*/ 0 h 59"/>
                <a:gd name="T4" fmla="*/ 17 w 39"/>
                <a:gd name="T5" fmla="*/ 0 h 59"/>
                <a:gd name="T6" fmla="*/ 17 w 39"/>
                <a:gd name="T7" fmla="*/ 51 h 59"/>
                <a:gd name="T8" fmla="*/ 2 w 39"/>
                <a:gd name="T9" fmla="*/ 37 h 59"/>
                <a:gd name="T10" fmla="*/ 0 w 39"/>
                <a:gd name="T11" fmla="*/ 40 h 59"/>
                <a:gd name="T12" fmla="*/ 18 w 39"/>
                <a:gd name="T13" fmla="*/ 59 h 59"/>
                <a:gd name="T14" fmla="*/ 20 w 39"/>
                <a:gd name="T15" fmla="*/ 59 h 59"/>
                <a:gd name="T16" fmla="*/ 39 w 39"/>
                <a:gd name="T17" fmla="*/ 40 h 59"/>
                <a:gd name="T18" fmla="*/ 36 w 39"/>
                <a:gd name="T19" fmla="*/ 37 h 59"/>
                <a:gd name="T20" fmla="*/ 21 w 39"/>
                <a:gd name="T21" fmla="*/ 5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59">
                  <a:moveTo>
                    <a:pt x="21" y="51"/>
                  </a:moveTo>
                  <a:lnTo>
                    <a:pt x="21" y="0"/>
                  </a:lnTo>
                  <a:lnTo>
                    <a:pt x="17" y="0"/>
                  </a:lnTo>
                  <a:lnTo>
                    <a:pt x="17" y="51"/>
                  </a:lnTo>
                  <a:lnTo>
                    <a:pt x="2" y="37"/>
                  </a:lnTo>
                  <a:lnTo>
                    <a:pt x="0" y="40"/>
                  </a:lnTo>
                  <a:lnTo>
                    <a:pt x="18" y="59"/>
                  </a:lnTo>
                  <a:lnTo>
                    <a:pt x="20" y="59"/>
                  </a:lnTo>
                  <a:lnTo>
                    <a:pt x="39" y="40"/>
                  </a:lnTo>
                  <a:lnTo>
                    <a:pt x="36" y="37"/>
                  </a:lnTo>
                  <a:lnTo>
                    <a:pt x="2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Rectangle 392"/>
            <p:cNvSpPr>
              <a:spLocks noChangeArrowheads="1"/>
            </p:cNvSpPr>
            <p:nvPr/>
          </p:nvSpPr>
          <p:spPr bwMode="auto">
            <a:xfrm>
              <a:off x="2950530" y="2603719"/>
              <a:ext cx="105072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7" name="Freeform 393"/>
          <p:cNvSpPr>
            <a:spLocks/>
          </p:cNvSpPr>
          <p:nvPr/>
        </p:nvSpPr>
        <p:spPr bwMode="auto">
          <a:xfrm>
            <a:off x="3244733" y="2456618"/>
            <a:ext cx="304710" cy="302608"/>
          </a:xfrm>
          <a:custGeom>
            <a:avLst/>
            <a:gdLst>
              <a:gd name="T0" fmla="*/ 75 w 145"/>
              <a:gd name="T1" fmla="*/ 7 h 144"/>
              <a:gd name="T2" fmla="*/ 89 w 145"/>
              <a:gd name="T3" fmla="*/ 22 h 144"/>
              <a:gd name="T4" fmla="*/ 92 w 145"/>
              <a:gd name="T5" fmla="*/ 18 h 144"/>
              <a:gd name="T6" fmla="*/ 74 w 145"/>
              <a:gd name="T7" fmla="*/ 0 h 144"/>
              <a:gd name="T8" fmla="*/ 71 w 145"/>
              <a:gd name="T9" fmla="*/ 0 h 144"/>
              <a:gd name="T10" fmla="*/ 53 w 145"/>
              <a:gd name="T11" fmla="*/ 18 h 144"/>
              <a:gd name="T12" fmla="*/ 56 w 145"/>
              <a:gd name="T13" fmla="*/ 21 h 144"/>
              <a:gd name="T14" fmla="*/ 70 w 145"/>
              <a:gd name="T15" fmla="*/ 7 h 144"/>
              <a:gd name="T16" fmla="*/ 70 w 145"/>
              <a:gd name="T17" fmla="*/ 70 h 144"/>
              <a:gd name="T18" fmla="*/ 0 w 145"/>
              <a:gd name="T19" fmla="*/ 70 h 144"/>
              <a:gd name="T20" fmla="*/ 0 w 145"/>
              <a:gd name="T21" fmla="*/ 74 h 144"/>
              <a:gd name="T22" fmla="*/ 70 w 145"/>
              <a:gd name="T23" fmla="*/ 74 h 144"/>
              <a:gd name="T24" fmla="*/ 70 w 145"/>
              <a:gd name="T25" fmla="*/ 136 h 144"/>
              <a:gd name="T26" fmla="*/ 56 w 145"/>
              <a:gd name="T27" fmla="*/ 122 h 144"/>
              <a:gd name="T28" fmla="*/ 53 w 145"/>
              <a:gd name="T29" fmla="*/ 125 h 144"/>
              <a:gd name="T30" fmla="*/ 71 w 145"/>
              <a:gd name="T31" fmla="*/ 144 h 144"/>
              <a:gd name="T32" fmla="*/ 74 w 145"/>
              <a:gd name="T33" fmla="*/ 144 h 144"/>
              <a:gd name="T34" fmla="*/ 92 w 145"/>
              <a:gd name="T35" fmla="*/ 125 h 144"/>
              <a:gd name="T36" fmla="*/ 89 w 145"/>
              <a:gd name="T37" fmla="*/ 122 h 144"/>
              <a:gd name="T38" fmla="*/ 75 w 145"/>
              <a:gd name="T39" fmla="*/ 136 h 144"/>
              <a:gd name="T40" fmla="*/ 75 w 145"/>
              <a:gd name="T41" fmla="*/ 74 h 144"/>
              <a:gd name="T42" fmla="*/ 145 w 145"/>
              <a:gd name="T43" fmla="*/ 74 h 144"/>
              <a:gd name="T44" fmla="*/ 145 w 145"/>
              <a:gd name="T45" fmla="*/ 70 h 144"/>
              <a:gd name="T46" fmla="*/ 75 w 145"/>
              <a:gd name="T47" fmla="*/ 70 h 144"/>
              <a:gd name="T48" fmla="*/ 75 w 145"/>
              <a:gd name="T49" fmla="*/ 7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44">
                <a:moveTo>
                  <a:pt x="75" y="7"/>
                </a:moveTo>
                <a:lnTo>
                  <a:pt x="89" y="22"/>
                </a:lnTo>
                <a:lnTo>
                  <a:pt x="92" y="18"/>
                </a:lnTo>
                <a:lnTo>
                  <a:pt x="74" y="0"/>
                </a:lnTo>
                <a:lnTo>
                  <a:pt x="71" y="0"/>
                </a:lnTo>
                <a:lnTo>
                  <a:pt x="53" y="18"/>
                </a:lnTo>
                <a:lnTo>
                  <a:pt x="56" y="21"/>
                </a:lnTo>
                <a:lnTo>
                  <a:pt x="70" y="7"/>
                </a:lnTo>
                <a:lnTo>
                  <a:pt x="70" y="70"/>
                </a:lnTo>
                <a:lnTo>
                  <a:pt x="0" y="70"/>
                </a:lnTo>
                <a:lnTo>
                  <a:pt x="0" y="74"/>
                </a:lnTo>
                <a:lnTo>
                  <a:pt x="70" y="74"/>
                </a:lnTo>
                <a:lnTo>
                  <a:pt x="70" y="136"/>
                </a:lnTo>
                <a:lnTo>
                  <a:pt x="56" y="122"/>
                </a:lnTo>
                <a:lnTo>
                  <a:pt x="53" y="125"/>
                </a:lnTo>
                <a:lnTo>
                  <a:pt x="71" y="144"/>
                </a:lnTo>
                <a:lnTo>
                  <a:pt x="74" y="144"/>
                </a:lnTo>
                <a:lnTo>
                  <a:pt x="92" y="125"/>
                </a:lnTo>
                <a:lnTo>
                  <a:pt x="89" y="122"/>
                </a:lnTo>
                <a:lnTo>
                  <a:pt x="75" y="136"/>
                </a:lnTo>
                <a:lnTo>
                  <a:pt x="75" y="74"/>
                </a:lnTo>
                <a:lnTo>
                  <a:pt x="145" y="74"/>
                </a:lnTo>
                <a:lnTo>
                  <a:pt x="145" y="70"/>
                </a:lnTo>
                <a:lnTo>
                  <a:pt x="75" y="70"/>
                </a:lnTo>
                <a:lnTo>
                  <a:pt x="75" y="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4" name="Группа 113"/>
          <p:cNvGrpSpPr/>
          <p:nvPr/>
        </p:nvGrpSpPr>
        <p:grpSpPr>
          <a:xfrm>
            <a:off x="2065823" y="2513357"/>
            <a:ext cx="302608" cy="187029"/>
            <a:chOff x="2065823" y="2513357"/>
            <a:chExt cx="302608" cy="187029"/>
          </a:xfrm>
          <a:solidFill>
            <a:schemeClr val="tx1"/>
          </a:solidFill>
        </p:grpSpPr>
        <p:sp>
          <p:nvSpPr>
            <p:cNvPr id="98" name="Freeform 394"/>
            <p:cNvSpPr>
              <a:spLocks/>
            </p:cNvSpPr>
            <p:nvPr/>
          </p:nvSpPr>
          <p:spPr bwMode="auto">
            <a:xfrm>
              <a:off x="2107852" y="2607922"/>
              <a:ext cx="260579" cy="92464"/>
            </a:xfrm>
            <a:custGeom>
              <a:avLst/>
              <a:gdLst>
                <a:gd name="T0" fmla="*/ 104 w 124"/>
                <a:gd name="T1" fmla="*/ 44 h 44"/>
                <a:gd name="T2" fmla="*/ 124 w 124"/>
                <a:gd name="T3" fmla="*/ 24 h 44"/>
                <a:gd name="T4" fmla="*/ 124 w 124"/>
                <a:gd name="T5" fmla="*/ 21 h 44"/>
                <a:gd name="T6" fmla="*/ 104 w 124"/>
                <a:gd name="T7" fmla="*/ 0 h 44"/>
                <a:gd name="T8" fmla="*/ 100 w 124"/>
                <a:gd name="T9" fmla="*/ 4 h 44"/>
                <a:gd name="T10" fmla="*/ 116 w 124"/>
                <a:gd name="T11" fmla="*/ 20 h 44"/>
                <a:gd name="T12" fmla="*/ 0 w 124"/>
                <a:gd name="T13" fmla="*/ 20 h 44"/>
                <a:gd name="T14" fmla="*/ 0 w 124"/>
                <a:gd name="T15" fmla="*/ 25 h 44"/>
                <a:gd name="T16" fmla="*/ 116 w 124"/>
                <a:gd name="T17" fmla="*/ 25 h 44"/>
                <a:gd name="T18" fmla="*/ 100 w 124"/>
                <a:gd name="T19" fmla="*/ 41 h 44"/>
                <a:gd name="T20" fmla="*/ 104 w 124"/>
                <a:gd name="T2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44">
                  <a:moveTo>
                    <a:pt x="104" y="44"/>
                  </a:moveTo>
                  <a:lnTo>
                    <a:pt x="124" y="24"/>
                  </a:lnTo>
                  <a:lnTo>
                    <a:pt x="124" y="21"/>
                  </a:lnTo>
                  <a:lnTo>
                    <a:pt x="104" y="0"/>
                  </a:lnTo>
                  <a:lnTo>
                    <a:pt x="100" y="4"/>
                  </a:lnTo>
                  <a:lnTo>
                    <a:pt x="116" y="20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116" y="25"/>
                  </a:lnTo>
                  <a:lnTo>
                    <a:pt x="100" y="41"/>
                  </a:lnTo>
                  <a:lnTo>
                    <a:pt x="104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Freeform 395"/>
            <p:cNvSpPr>
              <a:spLocks/>
            </p:cNvSpPr>
            <p:nvPr/>
          </p:nvSpPr>
          <p:spPr bwMode="auto">
            <a:xfrm>
              <a:off x="2065823" y="2513357"/>
              <a:ext cx="260579" cy="92464"/>
            </a:xfrm>
            <a:custGeom>
              <a:avLst/>
              <a:gdLst>
                <a:gd name="T0" fmla="*/ 20 w 124"/>
                <a:gd name="T1" fmla="*/ 0 h 44"/>
                <a:gd name="T2" fmla="*/ 0 w 124"/>
                <a:gd name="T3" fmla="*/ 21 h 44"/>
                <a:gd name="T4" fmla="*/ 0 w 124"/>
                <a:gd name="T5" fmla="*/ 24 h 44"/>
                <a:gd name="T6" fmla="*/ 20 w 124"/>
                <a:gd name="T7" fmla="*/ 44 h 44"/>
                <a:gd name="T8" fmla="*/ 24 w 124"/>
                <a:gd name="T9" fmla="*/ 41 h 44"/>
                <a:gd name="T10" fmla="*/ 7 w 124"/>
                <a:gd name="T11" fmla="*/ 25 h 44"/>
                <a:gd name="T12" fmla="*/ 124 w 124"/>
                <a:gd name="T13" fmla="*/ 25 h 44"/>
                <a:gd name="T14" fmla="*/ 124 w 124"/>
                <a:gd name="T15" fmla="*/ 20 h 44"/>
                <a:gd name="T16" fmla="*/ 7 w 124"/>
                <a:gd name="T17" fmla="*/ 20 h 44"/>
                <a:gd name="T18" fmla="*/ 24 w 124"/>
                <a:gd name="T19" fmla="*/ 4 h 44"/>
                <a:gd name="T20" fmla="*/ 20 w 124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44">
                  <a:moveTo>
                    <a:pt x="20" y="0"/>
                  </a:moveTo>
                  <a:lnTo>
                    <a:pt x="0" y="21"/>
                  </a:lnTo>
                  <a:lnTo>
                    <a:pt x="0" y="24"/>
                  </a:lnTo>
                  <a:lnTo>
                    <a:pt x="20" y="44"/>
                  </a:lnTo>
                  <a:lnTo>
                    <a:pt x="24" y="41"/>
                  </a:lnTo>
                  <a:lnTo>
                    <a:pt x="7" y="25"/>
                  </a:lnTo>
                  <a:lnTo>
                    <a:pt x="124" y="25"/>
                  </a:lnTo>
                  <a:lnTo>
                    <a:pt x="124" y="20"/>
                  </a:lnTo>
                  <a:lnTo>
                    <a:pt x="7" y="20"/>
                  </a:lnTo>
                  <a:lnTo>
                    <a:pt x="24" y="4"/>
                  </a:lnTo>
                  <a:lnTo>
                    <a:pt x="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15" name="Группа 114"/>
          <p:cNvGrpSpPr/>
          <p:nvPr/>
        </p:nvGrpSpPr>
        <p:grpSpPr>
          <a:xfrm>
            <a:off x="2517633" y="2456618"/>
            <a:ext cx="184929" cy="302608"/>
            <a:chOff x="2517633" y="2456618"/>
            <a:chExt cx="184929" cy="302608"/>
          </a:xfrm>
          <a:solidFill>
            <a:schemeClr val="tx1"/>
          </a:solidFill>
        </p:grpSpPr>
        <p:sp>
          <p:nvSpPr>
            <p:cNvPr id="100" name="Freeform 396"/>
            <p:cNvSpPr>
              <a:spLocks/>
            </p:cNvSpPr>
            <p:nvPr/>
          </p:nvSpPr>
          <p:spPr bwMode="auto">
            <a:xfrm>
              <a:off x="2612199" y="2456618"/>
              <a:ext cx="90363" cy="260579"/>
            </a:xfrm>
            <a:custGeom>
              <a:avLst/>
              <a:gdLst>
                <a:gd name="T0" fmla="*/ 24 w 43"/>
                <a:gd name="T1" fmla="*/ 124 h 124"/>
                <a:gd name="T2" fmla="*/ 24 w 43"/>
                <a:gd name="T3" fmla="*/ 7 h 124"/>
                <a:gd name="T4" fmla="*/ 40 w 43"/>
                <a:gd name="T5" fmla="*/ 24 h 124"/>
                <a:gd name="T6" fmla="*/ 43 w 43"/>
                <a:gd name="T7" fmla="*/ 20 h 124"/>
                <a:gd name="T8" fmla="*/ 23 w 43"/>
                <a:gd name="T9" fmla="*/ 0 h 124"/>
                <a:gd name="T10" fmla="*/ 20 w 43"/>
                <a:gd name="T11" fmla="*/ 0 h 124"/>
                <a:gd name="T12" fmla="*/ 0 w 43"/>
                <a:gd name="T13" fmla="*/ 20 h 124"/>
                <a:gd name="T14" fmla="*/ 3 w 43"/>
                <a:gd name="T15" fmla="*/ 23 h 124"/>
                <a:gd name="T16" fmla="*/ 19 w 43"/>
                <a:gd name="T17" fmla="*/ 7 h 124"/>
                <a:gd name="T18" fmla="*/ 19 w 43"/>
                <a:gd name="T19" fmla="*/ 124 h 124"/>
                <a:gd name="T20" fmla="*/ 24 w 43"/>
                <a:gd name="T2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4">
                  <a:moveTo>
                    <a:pt x="24" y="124"/>
                  </a:moveTo>
                  <a:lnTo>
                    <a:pt x="24" y="7"/>
                  </a:lnTo>
                  <a:lnTo>
                    <a:pt x="40" y="24"/>
                  </a:lnTo>
                  <a:lnTo>
                    <a:pt x="43" y="2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0" y="20"/>
                  </a:lnTo>
                  <a:lnTo>
                    <a:pt x="3" y="23"/>
                  </a:lnTo>
                  <a:lnTo>
                    <a:pt x="19" y="7"/>
                  </a:lnTo>
                  <a:lnTo>
                    <a:pt x="19" y="124"/>
                  </a:lnTo>
                  <a:lnTo>
                    <a:pt x="24" y="1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1" name="Freeform 397"/>
            <p:cNvSpPr>
              <a:spLocks/>
            </p:cNvSpPr>
            <p:nvPr/>
          </p:nvSpPr>
          <p:spPr bwMode="auto">
            <a:xfrm>
              <a:off x="2517633" y="2498647"/>
              <a:ext cx="90363" cy="260579"/>
            </a:xfrm>
            <a:custGeom>
              <a:avLst/>
              <a:gdLst>
                <a:gd name="T0" fmla="*/ 0 w 43"/>
                <a:gd name="T1" fmla="*/ 103 h 124"/>
                <a:gd name="T2" fmla="*/ 20 w 43"/>
                <a:gd name="T3" fmla="*/ 124 h 124"/>
                <a:gd name="T4" fmla="*/ 23 w 43"/>
                <a:gd name="T5" fmla="*/ 124 h 124"/>
                <a:gd name="T6" fmla="*/ 43 w 43"/>
                <a:gd name="T7" fmla="*/ 103 h 124"/>
                <a:gd name="T8" fmla="*/ 40 w 43"/>
                <a:gd name="T9" fmla="*/ 100 h 124"/>
                <a:gd name="T10" fmla="*/ 23 w 43"/>
                <a:gd name="T11" fmla="*/ 116 h 124"/>
                <a:gd name="T12" fmla="*/ 23 w 43"/>
                <a:gd name="T13" fmla="*/ 0 h 124"/>
                <a:gd name="T14" fmla="*/ 19 w 43"/>
                <a:gd name="T15" fmla="*/ 0 h 124"/>
                <a:gd name="T16" fmla="*/ 19 w 43"/>
                <a:gd name="T17" fmla="*/ 116 h 124"/>
                <a:gd name="T18" fmla="*/ 3 w 43"/>
                <a:gd name="T19" fmla="*/ 100 h 124"/>
                <a:gd name="T20" fmla="*/ 0 w 43"/>
                <a:gd name="T21" fmla="*/ 10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4">
                  <a:moveTo>
                    <a:pt x="0" y="103"/>
                  </a:moveTo>
                  <a:lnTo>
                    <a:pt x="20" y="124"/>
                  </a:lnTo>
                  <a:lnTo>
                    <a:pt x="23" y="124"/>
                  </a:lnTo>
                  <a:lnTo>
                    <a:pt x="43" y="103"/>
                  </a:lnTo>
                  <a:lnTo>
                    <a:pt x="40" y="100"/>
                  </a:lnTo>
                  <a:lnTo>
                    <a:pt x="23" y="116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9" y="116"/>
                  </a:lnTo>
                  <a:lnTo>
                    <a:pt x="3" y="100"/>
                  </a:lnTo>
                  <a:lnTo>
                    <a:pt x="0" y="1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02" name="Freeform 398"/>
          <p:cNvSpPr>
            <a:spLocks/>
          </p:cNvSpPr>
          <p:nvPr/>
        </p:nvSpPr>
        <p:spPr bwMode="auto">
          <a:xfrm>
            <a:off x="4100021" y="2563792"/>
            <a:ext cx="168116" cy="88261"/>
          </a:xfrm>
          <a:custGeom>
            <a:avLst/>
            <a:gdLst>
              <a:gd name="T0" fmla="*/ 80 w 80"/>
              <a:gd name="T1" fmla="*/ 38 h 42"/>
              <a:gd name="T2" fmla="*/ 41 w 80"/>
              <a:gd name="T3" fmla="*/ 0 h 42"/>
              <a:gd name="T4" fmla="*/ 38 w 80"/>
              <a:gd name="T5" fmla="*/ 0 h 42"/>
              <a:gd name="T6" fmla="*/ 0 w 80"/>
              <a:gd name="T7" fmla="*/ 38 h 42"/>
              <a:gd name="T8" fmla="*/ 3 w 80"/>
              <a:gd name="T9" fmla="*/ 42 h 42"/>
              <a:gd name="T10" fmla="*/ 40 w 80"/>
              <a:gd name="T11" fmla="*/ 5 h 42"/>
              <a:gd name="T12" fmla="*/ 76 w 80"/>
              <a:gd name="T13" fmla="*/ 42 h 42"/>
              <a:gd name="T14" fmla="*/ 80 w 80"/>
              <a:gd name="T15" fmla="*/ 3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0" h="42">
                <a:moveTo>
                  <a:pt x="80" y="38"/>
                </a:moveTo>
                <a:lnTo>
                  <a:pt x="41" y="0"/>
                </a:lnTo>
                <a:lnTo>
                  <a:pt x="38" y="0"/>
                </a:lnTo>
                <a:lnTo>
                  <a:pt x="0" y="38"/>
                </a:lnTo>
                <a:lnTo>
                  <a:pt x="3" y="42"/>
                </a:lnTo>
                <a:lnTo>
                  <a:pt x="40" y="5"/>
                </a:lnTo>
                <a:lnTo>
                  <a:pt x="76" y="42"/>
                </a:lnTo>
                <a:lnTo>
                  <a:pt x="80" y="3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3" name="Группа 112"/>
          <p:cNvGrpSpPr/>
          <p:nvPr/>
        </p:nvGrpSpPr>
        <p:grpSpPr>
          <a:xfrm>
            <a:off x="4885961" y="2135098"/>
            <a:ext cx="168116" cy="159710"/>
            <a:chOff x="4885961" y="2135098"/>
            <a:chExt cx="168116" cy="159710"/>
          </a:xfrm>
          <a:solidFill>
            <a:schemeClr val="tx1"/>
          </a:solidFill>
        </p:grpSpPr>
        <p:sp>
          <p:nvSpPr>
            <p:cNvPr id="103" name="Freeform 399"/>
            <p:cNvSpPr>
              <a:spLocks/>
            </p:cNvSpPr>
            <p:nvPr/>
          </p:nvSpPr>
          <p:spPr bwMode="auto">
            <a:xfrm>
              <a:off x="4885961" y="2135098"/>
              <a:ext cx="168116" cy="88261"/>
            </a:xfrm>
            <a:custGeom>
              <a:avLst/>
              <a:gdLst>
                <a:gd name="T0" fmla="*/ 38 w 80"/>
                <a:gd name="T1" fmla="*/ 0 h 42"/>
                <a:gd name="T2" fmla="*/ 0 w 80"/>
                <a:gd name="T3" fmla="*/ 38 h 42"/>
                <a:gd name="T4" fmla="*/ 3 w 80"/>
                <a:gd name="T5" fmla="*/ 42 h 42"/>
                <a:gd name="T6" fmla="*/ 40 w 80"/>
                <a:gd name="T7" fmla="*/ 5 h 42"/>
                <a:gd name="T8" fmla="*/ 76 w 80"/>
                <a:gd name="T9" fmla="*/ 42 h 42"/>
                <a:gd name="T10" fmla="*/ 80 w 80"/>
                <a:gd name="T11" fmla="*/ 38 h 42"/>
                <a:gd name="T12" fmla="*/ 41 w 80"/>
                <a:gd name="T13" fmla="*/ 0 h 42"/>
                <a:gd name="T14" fmla="*/ 38 w 80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38" y="0"/>
                  </a:moveTo>
                  <a:lnTo>
                    <a:pt x="0" y="38"/>
                  </a:lnTo>
                  <a:lnTo>
                    <a:pt x="3" y="42"/>
                  </a:lnTo>
                  <a:lnTo>
                    <a:pt x="40" y="5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41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4" name="Freeform 400"/>
            <p:cNvSpPr>
              <a:spLocks/>
            </p:cNvSpPr>
            <p:nvPr/>
          </p:nvSpPr>
          <p:spPr bwMode="auto">
            <a:xfrm>
              <a:off x="4885961" y="2204445"/>
              <a:ext cx="168116" cy="90363"/>
            </a:xfrm>
            <a:custGeom>
              <a:avLst/>
              <a:gdLst>
                <a:gd name="T0" fmla="*/ 38 w 80"/>
                <a:gd name="T1" fmla="*/ 0 h 43"/>
                <a:gd name="T2" fmla="*/ 0 w 80"/>
                <a:gd name="T3" fmla="*/ 39 h 43"/>
                <a:gd name="T4" fmla="*/ 3 w 80"/>
                <a:gd name="T5" fmla="*/ 43 h 43"/>
                <a:gd name="T6" fmla="*/ 40 w 80"/>
                <a:gd name="T7" fmla="*/ 6 h 43"/>
                <a:gd name="T8" fmla="*/ 76 w 80"/>
                <a:gd name="T9" fmla="*/ 43 h 43"/>
                <a:gd name="T10" fmla="*/ 80 w 80"/>
                <a:gd name="T11" fmla="*/ 39 h 43"/>
                <a:gd name="T12" fmla="*/ 41 w 80"/>
                <a:gd name="T13" fmla="*/ 0 h 43"/>
                <a:gd name="T14" fmla="*/ 38 w 80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3">
                  <a:moveTo>
                    <a:pt x="38" y="0"/>
                  </a:moveTo>
                  <a:lnTo>
                    <a:pt x="0" y="39"/>
                  </a:lnTo>
                  <a:lnTo>
                    <a:pt x="3" y="43"/>
                  </a:lnTo>
                  <a:lnTo>
                    <a:pt x="40" y="6"/>
                  </a:lnTo>
                  <a:lnTo>
                    <a:pt x="76" y="43"/>
                  </a:lnTo>
                  <a:lnTo>
                    <a:pt x="80" y="39"/>
                  </a:lnTo>
                  <a:lnTo>
                    <a:pt x="41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237211565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761138" y="411510"/>
            <a:ext cx="16513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Ecommerce</a:t>
            </a:r>
            <a:endParaRPr lang="uk-UA" sz="2400" dirty="0"/>
          </a:p>
        </p:txBody>
      </p:sp>
      <p:grpSp>
        <p:nvGrpSpPr>
          <p:cNvPr id="2" name="Группа 1"/>
          <p:cNvGrpSpPr/>
          <p:nvPr/>
        </p:nvGrpSpPr>
        <p:grpSpPr>
          <a:xfrm>
            <a:off x="2116901" y="1265239"/>
            <a:ext cx="218125" cy="302560"/>
            <a:chOff x="2116901" y="1265239"/>
            <a:chExt cx="218125" cy="302560"/>
          </a:xfrm>
          <a:solidFill>
            <a:schemeClr val="tx1"/>
          </a:solidFill>
        </p:grpSpPr>
        <p:sp>
          <p:nvSpPr>
            <p:cNvPr id="5" name="Freeform 11"/>
            <p:cNvSpPr>
              <a:spLocks noEditPoints="1"/>
            </p:cNvSpPr>
            <p:nvPr/>
          </p:nvSpPr>
          <p:spPr bwMode="auto">
            <a:xfrm>
              <a:off x="2116901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" name="Freeform 12"/>
            <p:cNvSpPr>
              <a:spLocks/>
            </p:cNvSpPr>
            <p:nvPr/>
          </p:nvSpPr>
          <p:spPr bwMode="auto">
            <a:xfrm>
              <a:off x="2173191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" name="Группа 2"/>
          <p:cNvGrpSpPr/>
          <p:nvPr/>
        </p:nvGrpSpPr>
        <p:grpSpPr>
          <a:xfrm>
            <a:off x="2509525" y="1265239"/>
            <a:ext cx="218125" cy="302560"/>
            <a:chOff x="2509525" y="1265239"/>
            <a:chExt cx="218125" cy="302560"/>
          </a:xfrm>
          <a:solidFill>
            <a:schemeClr val="tx1"/>
          </a:solidFill>
        </p:grpSpPr>
        <p:sp>
          <p:nvSpPr>
            <p:cNvPr id="7" name="Freeform 13"/>
            <p:cNvSpPr>
              <a:spLocks noEditPoints="1"/>
            </p:cNvSpPr>
            <p:nvPr/>
          </p:nvSpPr>
          <p:spPr bwMode="auto">
            <a:xfrm>
              <a:off x="2509525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14"/>
            <p:cNvSpPr>
              <a:spLocks/>
            </p:cNvSpPr>
            <p:nvPr/>
          </p:nvSpPr>
          <p:spPr bwMode="auto">
            <a:xfrm>
              <a:off x="2574258" y="1421445"/>
              <a:ext cx="99915" cy="67548"/>
            </a:xfrm>
            <a:custGeom>
              <a:avLst/>
              <a:gdLst>
                <a:gd name="T0" fmla="*/ 27 w 71"/>
                <a:gd name="T1" fmla="*/ 48 h 48"/>
                <a:gd name="T2" fmla="*/ 23 w 71"/>
                <a:gd name="T3" fmla="*/ 48 h 48"/>
                <a:gd name="T4" fmla="*/ 0 w 71"/>
                <a:gd name="T5" fmla="*/ 25 h 48"/>
                <a:gd name="T6" fmla="*/ 4 w 71"/>
                <a:gd name="T7" fmla="*/ 21 h 48"/>
                <a:gd name="T8" fmla="*/ 25 w 71"/>
                <a:gd name="T9" fmla="*/ 42 h 48"/>
                <a:gd name="T10" fmla="*/ 67 w 71"/>
                <a:gd name="T11" fmla="*/ 0 h 48"/>
                <a:gd name="T12" fmla="*/ 71 w 71"/>
                <a:gd name="T13" fmla="*/ 5 h 48"/>
                <a:gd name="T14" fmla="*/ 27 w 71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8">
                  <a:moveTo>
                    <a:pt x="27" y="48"/>
                  </a:moveTo>
                  <a:lnTo>
                    <a:pt x="23" y="48"/>
                  </a:lnTo>
                  <a:lnTo>
                    <a:pt x="0" y="25"/>
                  </a:lnTo>
                  <a:lnTo>
                    <a:pt x="4" y="21"/>
                  </a:lnTo>
                  <a:lnTo>
                    <a:pt x="25" y="42"/>
                  </a:lnTo>
                  <a:lnTo>
                    <a:pt x="67" y="0"/>
                  </a:lnTo>
                  <a:lnTo>
                    <a:pt x="71" y="5"/>
                  </a:lnTo>
                  <a:lnTo>
                    <a:pt x="27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Freeform 15"/>
            <p:cNvSpPr>
              <a:spLocks/>
            </p:cNvSpPr>
            <p:nvPr/>
          </p:nvSpPr>
          <p:spPr bwMode="auto">
            <a:xfrm>
              <a:off x="2567222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9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" name="Группа 3"/>
          <p:cNvGrpSpPr/>
          <p:nvPr/>
        </p:nvGrpSpPr>
        <p:grpSpPr>
          <a:xfrm>
            <a:off x="2902149" y="1265239"/>
            <a:ext cx="218125" cy="302560"/>
            <a:chOff x="2902149" y="1265239"/>
            <a:chExt cx="218125" cy="302560"/>
          </a:xfrm>
          <a:solidFill>
            <a:schemeClr val="tx1"/>
          </a:solidFill>
        </p:grpSpPr>
        <p:sp>
          <p:nvSpPr>
            <p:cNvPr id="10" name="Freeform 16"/>
            <p:cNvSpPr>
              <a:spLocks noEditPoints="1"/>
            </p:cNvSpPr>
            <p:nvPr/>
          </p:nvSpPr>
          <p:spPr bwMode="auto">
            <a:xfrm>
              <a:off x="2902149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" name="Freeform 17"/>
            <p:cNvSpPr>
              <a:spLocks/>
            </p:cNvSpPr>
            <p:nvPr/>
          </p:nvSpPr>
          <p:spPr bwMode="auto">
            <a:xfrm>
              <a:off x="2959846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5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9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Freeform 18"/>
            <p:cNvSpPr>
              <a:spLocks noEditPoints="1"/>
            </p:cNvSpPr>
            <p:nvPr/>
          </p:nvSpPr>
          <p:spPr bwMode="auto">
            <a:xfrm>
              <a:off x="2959846" y="1429888"/>
              <a:ext cx="104137" cy="66141"/>
            </a:xfrm>
            <a:custGeom>
              <a:avLst/>
              <a:gdLst>
                <a:gd name="T0" fmla="*/ 72 w 88"/>
                <a:gd name="T1" fmla="*/ 56 h 56"/>
                <a:gd name="T2" fmla="*/ 16 w 88"/>
                <a:gd name="T3" fmla="*/ 56 h 56"/>
                <a:gd name="T4" fmla="*/ 0 w 88"/>
                <a:gd name="T5" fmla="*/ 40 h 56"/>
                <a:gd name="T6" fmla="*/ 13 w 88"/>
                <a:gd name="T7" fmla="*/ 24 h 56"/>
                <a:gd name="T8" fmla="*/ 44 w 88"/>
                <a:gd name="T9" fmla="*/ 0 h 56"/>
                <a:gd name="T10" fmla="*/ 76 w 88"/>
                <a:gd name="T11" fmla="*/ 24 h 56"/>
                <a:gd name="T12" fmla="*/ 88 w 88"/>
                <a:gd name="T13" fmla="*/ 40 h 56"/>
                <a:gd name="T14" fmla="*/ 72 w 88"/>
                <a:gd name="T15" fmla="*/ 56 h 56"/>
                <a:gd name="T16" fmla="*/ 16 w 88"/>
                <a:gd name="T17" fmla="*/ 32 h 56"/>
                <a:gd name="T18" fmla="*/ 8 w 88"/>
                <a:gd name="T19" fmla="*/ 40 h 56"/>
                <a:gd name="T20" fmla="*/ 16 w 88"/>
                <a:gd name="T21" fmla="*/ 48 h 56"/>
                <a:gd name="T22" fmla="*/ 72 w 88"/>
                <a:gd name="T23" fmla="*/ 48 h 56"/>
                <a:gd name="T24" fmla="*/ 80 w 88"/>
                <a:gd name="T25" fmla="*/ 40 h 56"/>
                <a:gd name="T26" fmla="*/ 72 w 88"/>
                <a:gd name="T27" fmla="*/ 32 h 56"/>
                <a:gd name="T28" fmla="*/ 68 w 88"/>
                <a:gd name="T29" fmla="*/ 32 h 56"/>
                <a:gd name="T30" fmla="*/ 68 w 88"/>
                <a:gd name="T31" fmla="*/ 28 h 56"/>
                <a:gd name="T32" fmla="*/ 44 w 88"/>
                <a:gd name="T33" fmla="*/ 8 h 56"/>
                <a:gd name="T34" fmla="*/ 20 w 88"/>
                <a:gd name="T35" fmla="*/ 28 h 56"/>
                <a:gd name="T36" fmla="*/ 20 w 88"/>
                <a:gd name="T37" fmla="*/ 32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2" y="56"/>
                  </a:moveTo>
                  <a:cubicBezTo>
                    <a:pt x="16" y="56"/>
                    <a:pt x="16" y="56"/>
                    <a:pt x="16" y="56"/>
                  </a:cubicBezTo>
                  <a:cubicBezTo>
                    <a:pt x="6" y="56"/>
                    <a:pt x="0" y="50"/>
                    <a:pt x="0" y="40"/>
                  </a:cubicBezTo>
                  <a:cubicBezTo>
                    <a:pt x="0" y="34"/>
                    <a:pt x="5" y="26"/>
                    <a:pt x="13" y="24"/>
                  </a:cubicBezTo>
                  <a:cubicBezTo>
                    <a:pt x="17" y="12"/>
                    <a:pt x="30" y="0"/>
                    <a:pt x="44" y="0"/>
                  </a:cubicBezTo>
                  <a:cubicBezTo>
                    <a:pt x="61" y="0"/>
                    <a:pt x="74" y="10"/>
                    <a:pt x="76" y="24"/>
                  </a:cubicBezTo>
                  <a:cubicBezTo>
                    <a:pt x="84" y="26"/>
                    <a:pt x="88" y="35"/>
                    <a:pt x="88" y="40"/>
                  </a:cubicBezTo>
                  <a:cubicBezTo>
                    <a:pt x="88" y="50"/>
                    <a:pt x="82" y="56"/>
                    <a:pt x="72" y="56"/>
                  </a:cubicBezTo>
                  <a:close/>
                  <a:moveTo>
                    <a:pt x="16" y="32"/>
                  </a:moveTo>
                  <a:cubicBezTo>
                    <a:pt x="11" y="32"/>
                    <a:pt x="8" y="38"/>
                    <a:pt x="8" y="40"/>
                  </a:cubicBezTo>
                  <a:cubicBezTo>
                    <a:pt x="8" y="45"/>
                    <a:pt x="11" y="48"/>
                    <a:pt x="16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8" y="48"/>
                    <a:pt x="80" y="45"/>
                    <a:pt x="80" y="40"/>
                  </a:cubicBezTo>
                  <a:cubicBezTo>
                    <a:pt x="80" y="38"/>
                    <a:pt x="78" y="32"/>
                    <a:pt x="72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8" y="15"/>
                    <a:pt x="56" y="8"/>
                    <a:pt x="44" y="8"/>
                  </a:cubicBezTo>
                  <a:cubicBezTo>
                    <a:pt x="33" y="8"/>
                    <a:pt x="22" y="19"/>
                    <a:pt x="20" y="28"/>
                  </a:cubicBezTo>
                  <a:cubicBezTo>
                    <a:pt x="20" y="32"/>
                    <a:pt x="20" y="32"/>
                    <a:pt x="20" y="32"/>
                  </a:cubicBezTo>
                  <a:lnTo>
                    <a:pt x="16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4" name="Группа 413"/>
          <p:cNvGrpSpPr/>
          <p:nvPr/>
        </p:nvGrpSpPr>
        <p:grpSpPr>
          <a:xfrm>
            <a:off x="3296180" y="1265239"/>
            <a:ext cx="218125" cy="302560"/>
            <a:chOff x="3296180" y="1265239"/>
            <a:chExt cx="218125" cy="302560"/>
          </a:xfrm>
          <a:solidFill>
            <a:schemeClr val="tx1"/>
          </a:solidFill>
        </p:grpSpPr>
        <p:sp>
          <p:nvSpPr>
            <p:cNvPr id="13" name="Freeform 19"/>
            <p:cNvSpPr>
              <a:spLocks/>
            </p:cNvSpPr>
            <p:nvPr/>
          </p:nvSpPr>
          <p:spPr bwMode="auto">
            <a:xfrm>
              <a:off x="3363728" y="1465069"/>
              <a:ext cx="81621" cy="43625"/>
            </a:xfrm>
            <a:custGeom>
              <a:avLst/>
              <a:gdLst>
                <a:gd name="T0" fmla="*/ 31 w 58"/>
                <a:gd name="T1" fmla="*/ 31 h 31"/>
                <a:gd name="T2" fmla="*/ 27 w 58"/>
                <a:gd name="T3" fmla="*/ 31 h 31"/>
                <a:gd name="T4" fmla="*/ 0 w 58"/>
                <a:gd name="T5" fmla="*/ 4 h 31"/>
                <a:gd name="T6" fmla="*/ 4 w 58"/>
                <a:gd name="T7" fmla="*/ 0 h 31"/>
                <a:gd name="T8" fmla="*/ 30 w 58"/>
                <a:gd name="T9" fmla="*/ 24 h 31"/>
                <a:gd name="T10" fmla="*/ 54 w 58"/>
                <a:gd name="T11" fmla="*/ 0 h 31"/>
                <a:gd name="T12" fmla="*/ 58 w 58"/>
                <a:gd name="T13" fmla="*/ 4 h 31"/>
                <a:gd name="T14" fmla="*/ 31 w 58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31">
                  <a:moveTo>
                    <a:pt x="31" y="31"/>
                  </a:moveTo>
                  <a:lnTo>
                    <a:pt x="27" y="31"/>
                  </a:lnTo>
                  <a:lnTo>
                    <a:pt x="0" y="4"/>
                  </a:lnTo>
                  <a:lnTo>
                    <a:pt x="4" y="0"/>
                  </a:lnTo>
                  <a:lnTo>
                    <a:pt x="30" y="24"/>
                  </a:lnTo>
                  <a:lnTo>
                    <a:pt x="54" y="0"/>
                  </a:lnTo>
                  <a:lnTo>
                    <a:pt x="58" y="4"/>
                  </a:lnTo>
                  <a:lnTo>
                    <a:pt x="31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Rectangle 20"/>
            <p:cNvSpPr>
              <a:spLocks noChangeArrowheads="1"/>
            </p:cNvSpPr>
            <p:nvPr/>
          </p:nvSpPr>
          <p:spPr bwMode="auto">
            <a:xfrm>
              <a:off x="3400317" y="1411593"/>
              <a:ext cx="9851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" name="Freeform 21"/>
            <p:cNvSpPr>
              <a:spLocks noEditPoints="1"/>
            </p:cNvSpPr>
            <p:nvPr/>
          </p:nvSpPr>
          <p:spPr bwMode="auto">
            <a:xfrm>
              <a:off x="3296180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22"/>
            <p:cNvSpPr>
              <a:spLocks/>
            </p:cNvSpPr>
            <p:nvPr/>
          </p:nvSpPr>
          <p:spPr bwMode="auto">
            <a:xfrm>
              <a:off x="3353877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3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19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3" name="Группа 432"/>
          <p:cNvGrpSpPr/>
          <p:nvPr/>
        </p:nvGrpSpPr>
        <p:grpSpPr>
          <a:xfrm>
            <a:off x="3688803" y="1265239"/>
            <a:ext cx="218125" cy="302560"/>
            <a:chOff x="3688803" y="1265239"/>
            <a:chExt cx="218125" cy="302560"/>
          </a:xfrm>
          <a:solidFill>
            <a:schemeClr val="tx1"/>
          </a:solidFill>
        </p:grpSpPr>
        <p:sp>
          <p:nvSpPr>
            <p:cNvPr id="17" name="Freeform 23"/>
            <p:cNvSpPr>
              <a:spLocks noEditPoints="1"/>
            </p:cNvSpPr>
            <p:nvPr/>
          </p:nvSpPr>
          <p:spPr bwMode="auto">
            <a:xfrm>
              <a:off x="3688803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Rectangle 24"/>
            <p:cNvSpPr>
              <a:spLocks noChangeArrowheads="1"/>
            </p:cNvSpPr>
            <p:nvPr/>
          </p:nvSpPr>
          <p:spPr bwMode="auto">
            <a:xfrm>
              <a:off x="3754945" y="1459440"/>
              <a:ext cx="85843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Freeform 25"/>
            <p:cNvSpPr>
              <a:spLocks/>
            </p:cNvSpPr>
            <p:nvPr/>
          </p:nvSpPr>
          <p:spPr bwMode="auto">
            <a:xfrm>
              <a:off x="3746501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19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4" name="Группа 433"/>
          <p:cNvGrpSpPr/>
          <p:nvPr/>
        </p:nvGrpSpPr>
        <p:grpSpPr>
          <a:xfrm>
            <a:off x="4081427" y="1265239"/>
            <a:ext cx="218125" cy="302560"/>
            <a:chOff x="4081427" y="1265239"/>
            <a:chExt cx="218125" cy="302560"/>
          </a:xfrm>
          <a:solidFill>
            <a:schemeClr val="tx1"/>
          </a:solidFill>
        </p:grpSpPr>
        <p:sp>
          <p:nvSpPr>
            <p:cNvPr id="20" name="Rectangle 26"/>
            <p:cNvSpPr>
              <a:spLocks noChangeArrowheads="1"/>
            </p:cNvSpPr>
            <p:nvPr/>
          </p:nvSpPr>
          <p:spPr bwMode="auto">
            <a:xfrm>
              <a:off x="4185564" y="1421445"/>
              <a:ext cx="9851" cy="8443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Rectangle 27"/>
            <p:cNvSpPr>
              <a:spLocks noChangeArrowheads="1"/>
            </p:cNvSpPr>
            <p:nvPr/>
          </p:nvSpPr>
          <p:spPr bwMode="auto">
            <a:xfrm>
              <a:off x="4147568" y="1459440"/>
              <a:ext cx="85843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8"/>
            <p:cNvSpPr>
              <a:spLocks noEditPoints="1"/>
            </p:cNvSpPr>
            <p:nvPr/>
          </p:nvSpPr>
          <p:spPr bwMode="auto">
            <a:xfrm>
              <a:off x="4081427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" name="Freeform 29"/>
            <p:cNvSpPr>
              <a:spLocks/>
            </p:cNvSpPr>
            <p:nvPr/>
          </p:nvSpPr>
          <p:spPr bwMode="auto">
            <a:xfrm>
              <a:off x="4139124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5" name="Группа 434"/>
          <p:cNvGrpSpPr/>
          <p:nvPr/>
        </p:nvGrpSpPr>
        <p:grpSpPr>
          <a:xfrm>
            <a:off x="4475458" y="1265239"/>
            <a:ext cx="216717" cy="302560"/>
            <a:chOff x="4475458" y="1265239"/>
            <a:chExt cx="216717" cy="302560"/>
          </a:xfrm>
          <a:solidFill>
            <a:schemeClr val="tx1"/>
          </a:solidFill>
        </p:grpSpPr>
        <p:sp>
          <p:nvSpPr>
            <p:cNvPr id="24" name="Freeform 30"/>
            <p:cNvSpPr>
              <a:spLocks/>
            </p:cNvSpPr>
            <p:nvPr/>
          </p:nvSpPr>
          <p:spPr bwMode="auto">
            <a:xfrm>
              <a:off x="4541599" y="1463662"/>
              <a:ext cx="60512" cy="47847"/>
            </a:xfrm>
            <a:custGeom>
              <a:avLst/>
              <a:gdLst>
                <a:gd name="T0" fmla="*/ 52 w 52"/>
                <a:gd name="T1" fmla="*/ 40 h 40"/>
                <a:gd name="T2" fmla="*/ 36 w 52"/>
                <a:gd name="T3" fmla="*/ 40 h 40"/>
                <a:gd name="T4" fmla="*/ 0 w 52"/>
                <a:gd name="T5" fmla="*/ 0 h 40"/>
                <a:gd name="T6" fmla="*/ 8 w 52"/>
                <a:gd name="T7" fmla="*/ 0 h 40"/>
                <a:gd name="T8" fmla="*/ 36 w 52"/>
                <a:gd name="T9" fmla="*/ 32 h 40"/>
                <a:gd name="T10" fmla="*/ 52 w 52"/>
                <a:gd name="T11" fmla="*/ 32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36" y="40"/>
                    <a:pt x="36" y="40"/>
                    <a:pt x="36" y="40"/>
                  </a:cubicBezTo>
                  <a:cubicBezTo>
                    <a:pt x="15" y="40"/>
                    <a:pt x="0" y="18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4"/>
                    <a:pt x="20" y="32"/>
                    <a:pt x="36" y="32"/>
                  </a:cubicBezTo>
                  <a:cubicBezTo>
                    <a:pt x="52" y="32"/>
                    <a:pt x="52" y="32"/>
                    <a:pt x="52" y="32"/>
                  </a:cubicBezTo>
                  <a:lnTo>
                    <a:pt x="5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" name="Freeform 31"/>
            <p:cNvSpPr>
              <a:spLocks/>
            </p:cNvSpPr>
            <p:nvPr/>
          </p:nvSpPr>
          <p:spPr bwMode="auto">
            <a:xfrm>
              <a:off x="4585224" y="1483364"/>
              <a:ext cx="21109" cy="43625"/>
            </a:xfrm>
            <a:custGeom>
              <a:avLst/>
              <a:gdLst>
                <a:gd name="T0" fmla="*/ 5 w 15"/>
                <a:gd name="T1" fmla="*/ 31 h 31"/>
                <a:gd name="T2" fmla="*/ 0 w 15"/>
                <a:gd name="T3" fmla="*/ 27 h 31"/>
                <a:gd name="T4" fmla="*/ 8 w 15"/>
                <a:gd name="T5" fmla="*/ 16 h 31"/>
                <a:gd name="T6" fmla="*/ 0 w 15"/>
                <a:gd name="T7" fmla="*/ 4 h 31"/>
                <a:gd name="T8" fmla="*/ 5 w 15"/>
                <a:gd name="T9" fmla="*/ 0 h 31"/>
                <a:gd name="T10" fmla="*/ 15 w 15"/>
                <a:gd name="T11" fmla="*/ 14 h 31"/>
                <a:gd name="T12" fmla="*/ 15 w 15"/>
                <a:gd name="T13" fmla="*/ 18 h 31"/>
                <a:gd name="T14" fmla="*/ 5 w 1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1">
                  <a:moveTo>
                    <a:pt x="5" y="31"/>
                  </a:moveTo>
                  <a:lnTo>
                    <a:pt x="0" y="27"/>
                  </a:lnTo>
                  <a:lnTo>
                    <a:pt x="8" y="16"/>
                  </a:lnTo>
                  <a:lnTo>
                    <a:pt x="0" y="4"/>
                  </a:lnTo>
                  <a:lnTo>
                    <a:pt x="5" y="0"/>
                  </a:lnTo>
                  <a:lnTo>
                    <a:pt x="15" y="14"/>
                  </a:lnTo>
                  <a:lnTo>
                    <a:pt x="15" y="18"/>
                  </a:lnTo>
                  <a:lnTo>
                    <a:pt x="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" name="Freeform 32"/>
            <p:cNvSpPr>
              <a:spLocks/>
            </p:cNvSpPr>
            <p:nvPr/>
          </p:nvSpPr>
          <p:spPr bwMode="auto">
            <a:xfrm>
              <a:off x="4573966" y="1415816"/>
              <a:ext cx="61919" cy="47847"/>
            </a:xfrm>
            <a:custGeom>
              <a:avLst/>
              <a:gdLst>
                <a:gd name="T0" fmla="*/ 52 w 52"/>
                <a:gd name="T1" fmla="*/ 40 h 40"/>
                <a:gd name="T2" fmla="*/ 44 w 52"/>
                <a:gd name="T3" fmla="*/ 40 h 40"/>
                <a:gd name="T4" fmla="*/ 16 w 52"/>
                <a:gd name="T5" fmla="*/ 8 h 40"/>
                <a:gd name="T6" fmla="*/ 0 w 52"/>
                <a:gd name="T7" fmla="*/ 8 h 40"/>
                <a:gd name="T8" fmla="*/ 0 w 52"/>
                <a:gd name="T9" fmla="*/ 0 h 40"/>
                <a:gd name="T10" fmla="*/ 16 w 52"/>
                <a:gd name="T11" fmla="*/ 0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44" y="25"/>
                    <a:pt x="32" y="8"/>
                    <a:pt x="16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37" y="0"/>
                    <a:pt x="52" y="21"/>
                    <a:pt x="52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33"/>
            <p:cNvSpPr>
              <a:spLocks/>
            </p:cNvSpPr>
            <p:nvPr/>
          </p:nvSpPr>
          <p:spPr bwMode="auto">
            <a:xfrm>
              <a:off x="4571152" y="1398929"/>
              <a:ext cx="21109" cy="43625"/>
            </a:xfrm>
            <a:custGeom>
              <a:avLst/>
              <a:gdLst>
                <a:gd name="T0" fmla="*/ 10 w 15"/>
                <a:gd name="T1" fmla="*/ 31 h 31"/>
                <a:gd name="T2" fmla="*/ 0 w 15"/>
                <a:gd name="T3" fmla="*/ 17 h 31"/>
                <a:gd name="T4" fmla="*/ 0 w 15"/>
                <a:gd name="T5" fmla="*/ 13 h 31"/>
                <a:gd name="T6" fmla="*/ 10 w 15"/>
                <a:gd name="T7" fmla="*/ 0 h 31"/>
                <a:gd name="T8" fmla="*/ 15 w 15"/>
                <a:gd name="T9" fmla="*/ 4 h 31"/>
                <a:gd name="T10" fmla="*/ 6 w 15"/>
                <a:gd name="T11" fmla="*/ 16 h 31"/>
                <a:gd name="T12" fmla="*/ 15 w 15"/>
                <a:gd name="T13" fmla="*/ 27 h 31"/>
                <a:gd name="T14" fmla="*/ 10 w 1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1">
                  <a:moveTo>
                    <a:pt x="10" y="31"/>
                  </a:moveTo>
                  <a:lnTo>
                    <a:pt x="0" y="17"/>
                  </a:lnTo>
                  <a:lnTo>
                    <a:pt x="0" y="13"/>
                  </a:lnTo>
                  <a:lnTo>
                    <a:pt x="10" y="0"/>
                  </a:lnTo>
                  <a:lnTo>
                    <a:pt x="15" y="4"/>
                  </a:lnTo>
                  <a:lnTo>
                    <a:pt x="6" y="16"/>
                  </a:lnTo>
                  <a:lnTo>
                    <a:pt x="15" y="27"/>
                  </a:lnTo>
                  <a:lnTo>
                    <a:pt x="1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" name="Freeform 34"/>
            <p:cNvSpPr>
              <a:spLocks noEditPoints="1"/>
            </p:cNvSpPr>
            <p:nvPr/>
          </p:nvSpPr>
          <p:spPr bwMode="auto">
            <a:xfrm>
              <a:off x="4475458" y="1345453"/>
              <a:ext cx="216717" cy="222346"/>
            </a:xfrm>
            <a:custGeom>
              <a:avLst/>
              <a:gdLst>
                <a:gd name="T0" fmla="*/ 154 w 154"/>
                <a:gd name="T1" fmla="*/ 158 h 158"/>
                <a:gd name="T2" fmla="*/ 0 w 154"/>
                <a:gd name="T3" fmla="*/ 158 h 158"/>
                <a:gd name="T4" fmla="*/ 0 w 154"/>
                <a:gd name="T5" fmla="*/ 0 h 158"/>
                <a:gd name="T6" fmla="*/ 154 w 154"/>
                <a:gd name="T7" fmla="*/ 0 h 158"/>
                <a:gd name="T8" fmla="*/ 154 w 154"/>
                <a:gd name="T9" fmla="*/ 158 h 158"/>
                <a:gd name="T10" fmla="*/ 6 w 154"/>
                <a:gd name="T11" fmla="*/ 151 h 158"/>
                <a:gd name="T12" fmla="*/ 147 w 154"/>
                <a:gd name="T13" fmla="*/ 151 h 158"/>
                <a:gd name="T14" fmla="*/ 147 w 154"/>
                <a:gd name="T15" fmla="*/ 7 h 158"/>
                <a:gd name="T16" fmla="*/ 6 w 154"/>
                <a:gd name="T17" fmla="*/ 7 h 158"/>
                <a:gd name="T18" fmla="*/ 6 w 154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58">
                  <a:moveTo>
                    <a:pt x="154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158"/>
                  </a:lnTo>
                  <a:close/>
                  <a:moveTo>
                    <a:pt x="6" y="151"/>
                  </a:moveTo>
                  <a:lnTo>
                    <a:pt x="147" y="151"/>
                  </a:lnTo>
                  <a:lnTo>
                    <a:pt x="147" y="7"/>
                  </a:lnTo>
                  <a:lnTo>
                    <a:pt x="6" y="7"/>
                  </a:lnTo>
                  <a:lnTo>
                    <a:pt x="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" name="Freeform 35"/>
            <p:cNvSpPr>
              <a:spLocks/>
            </p:cNvSpPr>
            <p:nvPr/>
          </p:nvSpPr>
          <p:spPr bwMode="auto">
            <a:xfrm>
              <a:off x="4531749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6" name="Группа 435"/>
          <p:cNvGrpSpPr/>
          <p:nvPr/>
        </p:nvGrpSpPr>
        <p:grpSpPr>
          <a:xfrm>
            <a:off x="4868082" y="1265239"/>
            <a:ext cx="216717" cy="302560"/>
            <a:chOff x="4868082" y="1265239"/>
            <a:chExt cx="216717" cy="302560"/>
          </a:xfrm>
          <a:solidFill>
            <a:schemeClr val="tx1"/>
          </a:solidFill>
        </p:grpSpPr>
        <p:sp>
          <p:nvSpPr>
            <p:cNvPr id="30" name="Freeform 36"/>
            <p:cNvSpPr>
              <a:spLocks noEditPoints="1"/>
            </p:cNvSpPr>
            <p:nvPr/>
          </p:nvSpPr>
          <p:spPr bwMode="auto">
            <a:xfrm>
              <a:off x="4868082" y="1345453"/>
              <a:ext cx="216717" cy="222346"/>
            </a:xfrm>
            <a:custGeom>
              <a:avLst/>
              <a:gdLst>
                <a:gd name="T0" fmla="*/ 154 w 154"/>
                <a:gd name="T1" fmla="*/ 158 h 158"/>
                <a:gd name="T2" fmla="*/ 0 w 154"/>
                <a:gd name="T3" fmla="*/ 158 h 158"/>
                <a:gd name="T4" fmla="*/ 0 w 154"/>
                <a:gd name="T5" fmla="*/ 0 h 158"/>
                <a:gd name="T6" fmla="*/ 154 w 154"/>
                <a:gd name="T7" fmla="*/ 0 h 158"/>
                <a:gd name="T8" fmla="*/ 154 w 154"/>
                <a:gd name="T9" fmla="*/ 158 h 158"/>
                <a:gd name="T10" fmla="*/ 6 w 154"/>
                <a:gd name="T11" fmla="*/ 151 h 158"/>
                <a:gd name="T12" fmla="*/ 148 w 154"/>
                <a:gd name="T13" fmla="*/ 151 h 158"/>
                <a:gd name="T14" fmla="*/ 148 w 154"/>
                <a:gd name="T15" fmla="*/ 7 h 158"/>
                <a:gd name="T16" fmla="*/ 6 w 154"/>
                <a:gd name="T17" fmla="*/ 7 h 158"/>
                <a:gd name="T18" fmla="*/ 6 w 154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58">
                  <a:moveTo>
                    <a:pt x="154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158"/>
                  </a:lnTo>
                  <a:close/>
                  <a:moveTo>
                    <a:pt x="6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6" y="7"/>
                  </a:lnTo>
                  <a:lnTo>
                    <a:pt x="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" name="Freeform 37"/>
            <p:cNvSpPr>
              <a:spLocks/>
            </p:cNvSpPr>
            <p:nvPr/>
          </p:nvSpPr>
          <p:spPr bwMode="auto">
            <a:xfrm>
              <a:off x="4939852" y="1427074"/>
              <a:ext cx="73177" cy="71770"/>
            </a:xfrm>
            <a:custGeom>
              <a:avLst/>
              <a:gdLst>
                <a:gd name="T0" fmla="*/ 5 w 52"/>
                <a:gd name="T1" fmla="*/ 0 h 51"/>
                <a:gd name="T2" fmla="*/ 52 w 52"/>
                <a:gd name="T3" fmla="*/ 47 h 51"/>
                <a:gd name="T4" fmla="*/ 47 w 52"/>
                <a:gd name="T5" fmla="*/ 51 h 51"/>
                <a:gd name="T6" fmla="*/ 0 w 52"/>
                <a:gd name="T7" fmla="*/ 4 h 51"/>
                <a:gd name="T8" fmla="*/ 5 w 5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1">
                  <a:moveTo>
                    <a:pt x="5" y="0"/>
                  </a:moveTo>
                  <a:lnTo>
                    <a:pt x="52" y="47"/>
                  </a:lnTo>
                  <a:lnTo>
                    <a:pt x="47" y="51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8"/>
            <p:cNvSpPr>
              <a:spLocks/>
            </p:cNvSpPr>
            <p:nvPr/>
          </p:nvSpPr>
          <p:spPr bwMode="auto">
            <a:xfrm>
              <a:off x="4939852" y="1427074"/>
              <a:ext cx="73177" cy="71770"/>
            </a:xfrm>
            <a:custGeom>
              <a:avLst/>
              <a:gdLst>
                <a:gd name="T0" fmla="*/ 47 w 52"/>
                <a:gd name="T1" fmla="*/ 0 h 51"/>
                <a:gd name="T2" fmla="*/ 52 w 52"/>
                <a:gd name="T3" fmla="*/ 4 h 51"/>
                <a:gd name="T4" fmla="*/ 5 w 52"/>
                <a:gd name="T5" fmla="*/ 51 h 51"/>
                <a:gd name="T6" fmla="*/ 0 w 52"/>
                <a:gd name="T7" fmla="*/ 47 h 51"/>
                <a:gd name="T8" fmla="*/ 47 w 5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1">
                  <a:moveTo>
                    <a:pt x="47" y="0"/>
                  </a:moveTo>
                  <a:lnTo>
                    <a:pt x="52" y="4"/>
                  </a:lnTo>
                  <a:lnTo>
                    <a:pt x="5" y="51"/>
                  </a:lnTo>
                  <a:lnTo>
                    <a:pt x="0" y="47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39"/>
            <p:cNvSpPr>
              <a:spLocks/>
            </p:cNvSpPr>
            <p:nvPr/>
          </p:nvSpPr>
          <p:spPr bwMode="auto">
            <a:xfrm>
              <a:off x="4924372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7" name="Группа 436"/>
          <p:cNvGrpSpPr/>
          <p:nvPr/>
        </p:nvGrpSpPr>
        <p:grpSpPr>
          <a:xfrm>
            <a:off x="5260706" y="1265239"/>
            <a:ext cx="216717" cy="302560"/>
            <a:chOff x="5260706" y="1265239"/>
            <a:chExt cx="216717" cy="302560"/>
          </a:xfrm>
          <a:solidFill>
            <a:schemeClr val="tx1"/>
          </a:solidFill>
        </p:grpSpPr>
        <p:sp>
          <p:nvSpPr>
            <p:cNvPr id="34" name="Freeform 40"/>
            <p:cNvSpPr>
              <a:spLocks noEditPoints="1"/>
            </p:cNvSpPr>
            <p:nvPr/>
          </p:nvSpPr>
          <p:spPr bwMode="auto">
            <a:xfrm>
              <a:off x="5321217" y="1415816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" name="Freeform 41"/>
            <p:cNvSpPr>
              <a:spLocks/>
            </p:cNvSpPr>
            <p:nvPr/>
          </p:nvSpPr>
          <p:spPr bwMode="auto">
            <a:xfrm>
              <a:off x="5370472" y="1465069"/>
              <a:ext cx="45032" cy="43625"/>
            </a:xfrm>
            <a:custGeom>
              <a:avLst/>
              <a:gdLst>
                <a:gd name="T0" fmla="*/ 5 w 32"/>
                <a:gd name="T1" fmla="*/ 0 h 31"/>
                <a:gd name="T2" fmla="*/ 32 w 32"/>
                <a:gd name="T3" fmla="*/ 27 h 31"/>
                <a:gd name="T4" fmla="*/ 27 w 32"/>
                <a:gd name="T5" fmla="*/ 31 h 31"/>
                <a:gd name="T6" fmla="*/ 0 w 32"/>
                <a:gd name="T7" fmla="*/ 4 h 31"/>
                <a:gd name="T8" fmla="*/ 5 w 32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1">
                  <a:moveTo>
                    <a:pt x="5" y="0"/>
                  </a:moveTo>
                  <a:lnTo>
                    <a:pt x="32" y="27"/>
                  </a:lnTo>
                  <a:lnTo>
                    <a:pt x="27" y="31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42"/>
            <p:cNvSpPr>
              <a:spLocks noEditPoints="1"/>
            </p:cNvSpPr>
            <p:nvPr/>
          </p:nvSpPr>
          <p:spPr bwMode="auto">
            <a:xfrm>
              <a:off x="5260706" y="1345453"/>
              <a:ext cx="216717" cy="222346"/>
            </a:xfrm>
            <a:custGeom>
              <a:avLst/>
              <a:gdLst>
                <a:gd name="T0" fmla="*/ 154 w 154"/>
                <a:gd name="T1" fmla="*/ 158 h 158"/>
                <a:gd name="T2" fmla="*/ 0 w 154"/>
                <a:gd name="T3" fmla="*/ 158 h 158"/>
                <a:gd name="T4" fmla="*/ 0 w 154"/>
                <a:gd name="T5" fmla="*/ 0 h 158"/>
                <a:gd name="T6" fmla="*/ 154 w 154"/>
                <a:gd name="T7" fmla="*/ 0 h 158"/>
                <a:gd name="T8" fmla="*/ 154 w 154"/>
                <a:gd name="T9" fmla="*/ 158 h 158"/>
                <a:gd name="T10" fmla="*/ 6 w 154"/>
                <a:gd name="T11" fmla="*/ 151 h 158"/>
                <a:gd name="T12" fmla="*/ 148 w 154"/>
                <a:gd name="T13" fmla="*/ 151 h 158"/>
                <a:gd name="T14" fmla="*/ 148 w 154"/>
                <a:gd name="T15" fmla="*/ 7 h 158"/>
                <a:gd name="T16" fmla="*/ 6 w 154"/>
                <a:gd name="T17" fmla="*/ 7 h 158"/>
                <a:gd name="T18" fmla="*/ 6 w 154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58">
                  <a:moveTo>
                    <a:pt x="154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158"/>
                  </a:lnTo>
                  <a:close/>
                  <a:moveTo>
                    <a:pt x="6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6" y="7"/>
                  </a:lnTo>
                  <a:lnTo>
                    <a:pt x="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43"/>
            <p:cNvSpPr>
              <a:spLocks/>
            </p:cNvSpPr>
            <p:nvPr/>
          </p:nvSpPr>
          <p:spPr bwMode="auto">
            <a:xfrm>
              <a:off x="5316996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8" name="Группа 437"/>
          <p:cNvGrpSpPr/>
          <p:nvPr/>
        </p:nvGrpSpPr>
        <p:grpSpPr>
          <a:xfrm>
            <a:off x="5653329" y="1265239"/>
            <a:ext cx="216717" cy="302560"/>
            <a:chOff x="5653329" y="1265239"/>
            <a:chExt cx="216717" cy="302560"/>
          </a:xfrm>
          <a:solidFill>
            <a:schemeClr val="tx1"/>
          </a:solidFill>
        </p:grpSpPr>
        <p:sp>
          <p:nvSpPr>
            <p:cNvPr id="38" name="Freeform 44"/>
            <p:cNvSpPr>
              <a:spLocks/>
            </p:cNvSpPr>
            <p:nvPr/>
          </p:nvSpPr>
          <p:spPr bwMode="auto">
            <a:xfrm>
              <a:off x="5720877" y="1413001"/>
              <a:ext cx="83028" cy="43625"/>
            </a:xfrm>
            <a:custGeom>
              <a:avLst/>
              <a:gdLst>
                <a:gd name="T0" fmla="*/ 53 w 59"/>
                <a:gd name="T1" fmla="*/ 31 h 31"/>
                <a:gd name="T2" fmla="*/ 29 w 59"/>
                <a:gd name="T3" fmla="*/ 6 h 31"/>
                <a:gd name="T4" fmla="*/ 5 w 59"/>
                <a:gd name="T5" fmla="*/ 31 h 31"/>
                <a:gd name="T6" fmla="*/ 0 w 59"/>
                <a:gd name="T7" fmla="*/ 27 h 31"/>
                <a:gd name="T8" fmla="*/ 27 w 59"/>
                <a:gd name="T9" fmla="*/ 0 h 31"/>
                <a:gd name="T10" fmla="*/ 32 w 59"/>
                <a:gd name="T11" fmla="*/ 0 h 31"/>
                <a:gd name="T12" fmla="*/ 59 w 59"/>
                <a:gd name="T13" fmla="*/ 27 h 31"/>
                <a:gd name="T14" fmla="*/ 53 w 59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1">
                  <a:moveTo>
                    <a:pt x="53" y="31"/>
                  </a:moveTo>
                  <a:lnTo>
                    <a:pt x="29" y="6"/>
                  </a:lnTo>
                  <a:lnTo>
                    <a:pt x="5" y="31"/>
                  </a:lnTo>
                  <a:lnTo>
                    <a:pt x="0" y="27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59" y="27"/>
                  </a:lnTo>
                  <a:lnTo>
                    <a:pt x="53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Rectangle 45"/>
            <p:cNvSpPr>
              <a:spLocks noChangeArrowheads="1"/>
            </p:cNvSpPr>
            <p:nvPr/>
          </p:nvSpPr>
          <p:spPr bwMode="auto">
            <a:xfrm>
              <a:off x="5757466" y="1415816"/>
              <a:ext cx="8444" cy="956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Freeform 46"/>
            <p:cNvSpPr>
              <a:spLocks noEditPoints="1"/>
            </p:cNvSpPr>
            <p:nvPr/>
          </p:nvSpPr>
          <p:spPr bwMode="auto">
            <a:xfrm>
              <a:off x="5653329" y="1345453"/>
              <a:ext cx="216717" cy="222346"/>
            </a:xfrm>
            <a:custGeom>
              <a:avLst/>
              <a:gdLst>
                <a:gd name="T0" fmla="*/ 154 w 154"/>
                <a:gd name="T1" fmla="*/ 158 h 158"/>
                <a:gd name="T2" fmla="*/ 0 w 154"/>
                <a:gd name="T3" fmla="*/ 158 h 158"/>
                <a:gd name="T4" fmla="*/ 0 w 154"/>
                <a:gd name="T5" fmla="*/ 0 h 158"/>
                <a:gd name="T6" fmla="*/ 154 w 154"/>
                <a:gd name="T7" fmla="*/ 0 h 158"/>
                <a:gd name="T8" fmla="*/ 154 w 154"/>
                <a:gd name="T9" fmla="*/ 158 h 158"/>
                <a:gd name="T10" fmla="*/ 6 w 154"/>
                <a:gd name="T11" fmla="*/ 151 h 158"/>
                <a:gd name="T12" fmla="*/ 148 w 154"/>
                <a:gd name="T13" fmla="*/ 151 h 158"/>
                <a:gd name="T14" fmla="*/ 148 w 154"/>
                <a:gd name="T15" fmla="*/ 7 h 158"/>
                <a:gd name="T16" fmla="*/ 6 w 154"/>
                <a:gd name="T17" fmla="*/ 7 h 158"/>
                <a:gd name="T18" fmla="*/ 6 w 154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58">
                  <a:moveTo>
                    <a:pt x="154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158"/>
                  </a:lnTo>
                  <a:close/>
                  <a:moveTo>
                    <a:pt x="6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6" y="7"/>
                  </a:lnTo>
                  <a:lnTo>
                    <a:pt x="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Freeform 47"/>
            <p:cNvSpPr>
              <a:spLocks/>
            </p:cNvSpPr>
            <p:nvPr/>
          </p:nvSpPr>
          <p:spPr bwMode="auto">
            <a:xfrm>
              <a:off x="5709619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9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9" name="Группа 438"/>
          <p:cNvGrpSpPr/>
          <p:nvPr/>
        </p:nvGrpSpPr>
        <p:grpSpPr>
          <a:xfrm>
            <a:off x="6003736" y="1335602"/>
            <a:ext cx="302560" cy="160427"/>
            <a:chOff x="6003736" y="1335602"/>
            <a:chExt cx="302560" cy="160427"/>
          </a:xfrm>
          <a:solidFill>
            <a:schemeClr val="tx1"/>
          </a:solidFill>
        </p:grpSpPr>
        <p:sp>
          <p:nvSpPr>
            <p:cNvPr id="42" name="Freeform 48"/>
            <p:cNvSpPr>
              <a:spLocks noEditPoints="1"/>
            </p:cNvSpPr>
            <p:nvPr/>
          </p:nvSpPr>
          <p:spPr bwMode="auto">
            <a:xfrm>
              <a:off x="6003736" y="1335602"/>
              <a:ext cx="302560" cy="160427"/>
            </a:xfrm>
            <a:custGeom>
              <a:avLst/>
              <a:gdLst>
                <a:gd name="T0" fmla="*/ 215 w 215"/>
                <a:gd name="T1" fmla="*/ 114 h 114"/>
                <a:gd name="T2" fmla="*/ 0 w 215"/>
                <a:gd name="T3" fmla="*/ 114 h 114"/>
                <a:gd name="T4" fmla="*/ 0 w 215"/>
                <a:gd name="T5" fmla="*/ 0 h 114"/>
                <a:gd name="T6" fmla="*/ 215 w 215"/>
                <a:gd name="T7" fmla="*/ 0 h 114"/>
                <a:gd name="T8" fmla="*/ 215 w 215"/>
                <a:gd name="T9" fmla="*/ 114 h 114"/>
                <a:gd name="T10" fmla="*/ 6 w 215"/>
                <a:gd name="T11" fmla="*/ 108 h 114"/>
                <a:gd name="T12" fmla="*/ 208 w 215"/>
                <a:gd name="T13" fmla="*/ 108 h 114"/>
                <a:gd name="T14" fmla="*/ 208 w 215"/>
                <a:gd name="T15" fmla="*/ 7 h 114"/>
                <a:gd name="T16" fmla="*/ 6 w 215"/>
                <a:gd name="T17" fmla="*/ 7 h 114"/>
                <a:gd name="T18" fmla="*/ 6 w 215"/>
                <a:gd name="T19" fmla="*/ 10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114">
                  <a:moveTo>
                    <a:pt x="215" y="114"/>
                  </a:moveTo>
                  <a:lnTo>
                    <a:pt x="0" y="114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114"/>
                  </a:lnTo>
                  <a:close/>
                  <a:moveTo>
                    <a:pt x="6" y="108"/>
                  </a:moveTo>
                  <a:lnTo>
                    <a:pt x="208" y="108"/>
                  </a:lnTo>
                  <a:lnTo>
                    <a:pt x="208" y="7"/>
                  </a:lnTo>
                  <a:lnTo>
                    <a:pt x="6" y="7"/>
                  </a:lnTo>
                  <a:lnTo>
                    <a:pt x="6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49"/>
            <p:cNvSpPr>
              <a:spLocks noEditPoints="1"/>
            </p:cNvSpPr>
            <p:nvPr/>
          </p:nvSpPr>
          <p:spPr bwMode="auto">
            <a:xfrm>
              <a:off x="6022030" y="1355303"/>
              <a:ext cx="264564" cy="122431"/>
            </a:xfrm>
            <a:custGeom>
              <a:avLst/>
              <a:gdLst>
                <a:gd name="T0" fmla="*/ 204 w 224"/>
                <a:gd name="T1" fmla="*/ 104 h 104"/>
                <a:gd name="T2" fmla="*/ 20 w 224"/>
                <a:gd name="T3" fmla="*/ 104 h 104"/>
                <a:gd name="T4" fmla="*/ 20 w 224"/>
                <a:gd name="T5" fmla="*/ 100 h 104"/>
                <a:gd name="T6" fmla="*/ 4 w 224"/>
                <a:gd name="T7" fmla="*/ 84 h 104"/>
                <a:gd name="T8" fmla="*/ 0 w 224"/>
                <a:gd name="T9" fmla="*/ 84 h 104"/>
                <a:gd name="T10" fmla="*/ 0 w 224"/>
                <a:gd name="T11" fmla="*/ 20 h 104"/>
                <a:gd name="T12" fmla="*/ 4 w 224"/>
                <a:gd name="T13" fmla="*/ 20 h 104"/>
                <a:gd name="T14" fmla="*/ 20 w 224"/>
                <a:gd name="T15" fmla="*/ 4 h 104"/>
                <a:gd name="T16" fmla="*/ 20 w 224"/>
                <a:gd name="T17" fmla="*/ 0 h 104"/>
                <a:gd name="T18" fmla="*/ 204 w 224"/>
                <a:gd name="T19" fmla="*/ 0 h 104"/>
                <a:gd name="T20" fmla="*/ 204 w 224"/>
                <a:gd name="T21" fmla="*/ 4 h 104"/>
                <a:gd name="T22" fmla="*/ 220 w 224"/>
                <a:gd name="T23" fmla="*/ 20 h 104"/>
                <a:gd name="T24" fmla="*/ 224 w 224"/>
                <a:gd name="T25" fmla="*/ 20 h 104"/>
                <a:gd name="T26" fmla="*/ 224 w 224"/>
                <a:gd name="T27" fmla="*/ 84 h 104"/>
                <a:gd name="T28" fmla="*/ 220 w 224"/>
                <a:gd name="T29" fmla="*/ 84 h 104"/>
                <a:gd name="T30" fmla="*/ 204 w 224"/>
                <a:gd name="T31" fmla="*/ 100 h 104"/>
                <a:gd name="T32" fmla="*/ 204 w 224"/>
                <a:gd name="T33" fmla="*/ 104 h 104"/>
                <a:gd name="T34" fmla="*/ 28 w 224"/>
                <a:gd name="T35" fmla="*/ 96 h 104"/>
                <a:gd name="T36" fmla="*/ 197 w 224"/>
                <a:gd name="T37" fmla="*/ 96 h 104"/>
                <a:gd name="T38" fmla="*/ 216 w 224"/>
                <a:gd name="T39" fmla="*/ 76 h 104"/>
                <a:gd name="T40" fmla="*/ 216 w 224"/>
                <a:gd name="T41" fmla="*/ 27 h 104"/>
                <a:gd name="T42" fmla="*/ 197 w 224"/>
                <a:gd name="T43" fmla="*/ 8 h 104"/>
                <a:gd name="T44" fmla="*/ 28 w 224"/>
                <a:gd name="T45" fmla="*/ 8 h 104"/>
                <a:gd name="T46" fmla="*/ 8 w 224"/>
                <a:gd name="T47" fmla="*/ 27 h 104"/>
                <a:gd name="T48" fmla="*/ 8 w 224"/>
                <a:gd name="T49" fmla="*/ 76 h 104"/>
                <a:gd name="T50" fmla="*/ 28 w 224"/>
                <a:gd name="T51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4" h="104">
                  <a:moveTo>
                    <a:pt x="204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91"/>
                    <a:pt x="13" y="84"/>
                    <a:pt x="4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13" y="20"/>
                    <a:pt x="20" y="12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4" y="12"/>
                    <a:pt x="212" y="20"/>
                    <a:pt x="220" y="20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0" y="84"/>
                    <a:pt x="220" y="84"/>
                    <a:pt x="220" y="84"/>
                  </a:cubicBezTo>
                  <a:cubicBezTo>
                    <a:pt x="212" y="84"/>
                    <a:pt x="204" y="91"/>
                    <a:pt x="204" y="100"/>
                  </a:cubicBezTo>
                  <a:lnTo>
                    <a:pt x="204" y="104"/>
                  </a:lnTo>
                  <a:close/>
                  <a:moveTo>
                    <a:pt x="28" y="96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198" y="86"/>
                    <a:pt x="206" y="78"/>
                    <a:pt x="216" y="76"/>
                  </a:cubicBezTo>
                  <a:cubicBezTo>
                    <a:pt x="216" y="27"/>
                    <a:pt x="216" y="27"/>
                    <a:pt x="216" y="27"/>
                  </a:cubicBezTo>
                  <a:cubicBezTo>
                    <a:pt x="206" y="26"/>
                    <a:pt x="198" y="18"/>
                    <a:pt x="197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6" y="18"/>
                    <a:pt x="18" y="26"/>
                    <a:pt x="8" y="2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8" y="78"/>
                    <a:pt x="26" y="86"/>
                    <a:pt x="28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Freeform 50"/>
            <p:cNvSpPr>
              <a:spLocks noEditPoints="1"/>
            </p:cNvSpPr>
            <p:nvPr/>
          </p:nvSpPr>
          <p:spPr bwMode="auto">
            <a:xfrm>
              <a:off x="6112094" y="1373598"/>
              <a:ext cx="84435" cy="85843"/>
            </a:xfrm>
            <a:custGeom>
              <a:avLst/>
              <a:gdLst>
                <a:gd name="T0" fmla="*/ 36 w 72"/>
                <a:gd name="T1" fmla="*/ 72 h 72"/>
                <a:gd name="T2" fmla="*/ 0 w 72"/>
                <a:gd name="T3" fmla="*/ 36 h 72"/>
                <a:gd name="T4" fmla="*/ 36 w 72"/>
                <a:gd name="T5" fmla="*/ 0 h 72"/>
                <a:gd name="T6" fmla="*/ 72 w 72"/>
                <a:gd name="T7" fmla="*/ 36 h 72"/>
                <a:gd name="T8" fmla="*/ 36 w 72"/>
                <a:gd name="T9" fmla="*/ 72 h 72"/>
                <a:gd name="T10" fmla="*/ 36 w 72"/>
                <a:gd name="T11" fmla="*/ 8 h 72"/>
                <a:gd name="T12" fmla="*/ 8 w 72"/>
                <a:gd name="T13" fmla="*/ 36 h 72"/>
                <a:gd name="T14" fmla="*/ 36 w 72"/>
                <a:gd name="T15" fmla="*/ 64 h 72"/>
                <a:gd name="T16" fmla="*/ 64 w 72"/>
                <a:gd name="T17" fmla="*/ 36 h 72"/>
                <a:gd name="T18" fmla="*/ 36 w 72"/>
                <a:gd name="T19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2">
                  <a:moveTo>
                    <a:pt x="36" y="72"/>
                  </a:moveTo>
                  <a:cubicBezTo>
                    <a:pt x="17" y="72"/>
                    <a:pt x="0" y="55"/>
                    <a:pt x="0" y="36"/>
                  </a:cubicBezTo>
                  <a:cubicBezTo>
                    <a:pt x="0" y="16"/>
                    <a:pt x="17" y="0"/>
                    <a:pt x="36" y="0"/>
                  </a:cubicBezTo>
                  <a:cubicBezTo>
                    <a:pt x="56" y="0"/>
                    <a:pt x="72" y="16"/>
                    <a:pt x="72" y="36"/>
                  </a:cubicBezTo>
                  <a:cubicBezTo>
                    <a:pt x="72" y="55"/>
                    <a:pt x="56" y="72"/>
                    <a:pt x="36" y="72"/>
                  </a:cubicBezTo>
                  <a:close/>
                  <a:moveTo>
                    <a:pt x="36" y="8"/>
                  </a:moveTo>
                  <a:cubicBezTo>
                    <a:pt x="21" y="8"/>
                    <a:pt x="8" y="20"/>
                    <a:pt x="8" y="36"/>
                  </a:cubicBezTo>
                  <a:cubicBezTo>
                    <a:pt x="8" y="51"/>
                    <a:pt x="21" y="64"/>
                    <a:pt x="36" y="64"/>
                  </a:cubicBezTo>
                  <a:cubicBezTo>
                    <a:pt x="52" y="64"/>
                    <a:pt x="64" y="51"/>
                    <a:pt x="64" y="36"/>
                  </a:cubicBezTo>
                  <a:cubicBezTo>
                    <a:pt x="64" y="20"/>
                    <a:pt x="52" y="8"/>
                    <a:pt x="3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0" name="Группа 439"/>
          <p:cNvGrpSpPr/>
          <p:nvPr/>
        </p:nvGrpSpPr>
        <p:grpSpPr>
          <a:xfrm>
            <a:off x="6397767" y="1325751"/>
            <a:ext cx="302559" cy="180129"/>
            <a:chOff x="6397767" y="1325751"/>
            <a:chExt cx="302559" cy="180129"/>
          </a:xfrm>
          <a:solidFill>
            <a:schemeClr val="tx1"/>
          </a:solidFill>
        </p:grpSpPr>
        <p:sp>
          <p:nvSpPr>
            <p:cNvPr id="45" name="Freeform 51"/>
            <p:cNvSpPr>
              <a:spLocks noEditPoints="1"/>
            </p:cNvSpPr>
            <p:nvPr/>
          </p:nvSpPr>
          <p:spPr bwMode="auto">
            <a:xfrm>
              <a:off x="6397767" y="1373598"/>
              <a:ext cx="254713" cy="132282"/>
            </a:xfrm>
            <a:custGeom>
              <a:avLst/>
              <a:gdLst>
                <a:gd name="T0" fmla="*/ 181 w 181"/>
                <a:gd name="T1" fmla="*/ 94 h 94"/>
                <a:gd name="T2" fmla="*/ 0 w 181"/>
                <a:gd name="T3" fmla="*/ 94 h 94"/>
                <a:gd name="T4" fmla="*/ 0 w 181"/>
                <a:gd name="T5" fmla="*/ 0 h 94"/>
                <a:gd name="T6" fmla="*/ 181 w 181"/>
                <a:gd name="T7" fmla="*/ 0 h 94"/>
                <a:gd name="T8" fmla="*/ 181 w 181"/>
                <a:gd name="T9" fmla="*/ 94 h 94"/>
                <a:gd name="T10" fmla="*/ 6 w 181"/>
                <a:gd name="T11" fmla="*/ 87 h 94"/>
                <a:gd name="T12" fmla="*/ 174 w 181"/>
                <a:gd name="T13" fmla="*/ 87 h 94"/>
                <a:gd name="T14" fmla="*/ 174 w 181"/>
                <a:gd name="T15" fmla="*/ 7 h 94"/>
                <a:gd name="T16" fmla="*/ 6 w 181"/>
                <a:gd name="T17" fmla="*/ 7 h 94"/>
                <a:gd name="T18" fmla="*/ 6 w 181"/>
                <a:gd name="T19" fmla="*/ 8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94">
                  <a:moveTo>
                    <a:pt x="181" y="94"/>
                  </a:moveTo>
                  <a:lnTo>
                    <a:pt x="0" y="94"/>
                  </a:lnTo>
                  <a:lnTo>
                    <a:pt x="0" y="0"/>
                  </a:lnTo>
                  <a:lnTo>
                    <a:pt x="181" y="0"/>
                  </a:lnTo>
                  <a:lnTo>
                    <a:pt x="181" y="94"/>
                  </a:lnTo>
                  <a:close/>
                  <a:moveTo>
                    <a:pt x="6" y="87"/>
                  </a:moveTo>
                  <a:lnTo>
                    <a:pt x="174" y="87"/>
                  </a:lnTo>
                  <a:lnTo>
                    <a:pt x="174" y="7"/>
                  </a:lnTo>
                  <a:lnTo>
                    <a:pt x="6" y="7"/>
                  </a:lnTo>
                  <a:lnTo>
                    <a:pt x="6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Freeform 52"/>
            <p:cNvSpPr>
              <a:spLocks/>
            </p:cNvSpPr>
            <p:nvPr/>
          </p:nvSpPr>
          <p:spPr bwMode="auto">
            <a:xfrm>
              <a:off x="6444206" y="1325751"/>
              <a:ext cx="256120" cy="133690"/>
            </a:xfrm>
            <a:custGeom>
              <a:avLst/>
              <a:gdLst>
                <a:gd name="T0" fmla="*/ 182 w 182"/>
                <a:gd name="T1" fmla="*/ 95 h 95"/>
                <a:gd name="T2" fmla="*/ 151 w 182"/>
                <a:gd name="T3" fmla="*/ 95 h 95"/>
                <a:gd name="T4" fmla="*/ 151 w 182"/>
                <a:gd name="T5" fmla="*/ 88 h 95"/>
                <a:gd name="T6" fmla="*/ 175 w 182"/>
                <a:gd name="T7" fmla="*/ 88 h 95"/>
                <a:gd name="T8" fmla="*/ 175 w 182"/>
                <a:gd name="T9" fmla="*/ 7 h 95"/>
                <a:gd name="T10" fmla="*/ 7 w 182"/>
                <a:gd name="T11" fmla="*/ 7 h 95"/>
                <a:gd name="T12" fmla="*/ 7 w 182"/>
                <a:gd name="T13" fmla="*/ 31 h 95"/>
                <a:gd name="T14" fmla="*/ 0 w 182"/>
                <a:gd name="T15" fmla="*/ 31 h 95"/>
                <a:gd name="T16" fmla="*/ 0 w 182"/>
                <a:gd name="T17" fmla="*/ 0 h 95"/>
                <a:gd name="T18" fmla="*/ 182 w 182"/>
                <a:gd name="T19" fmla="*/ 0 h 95"/>
                <a:gd name="T20" fmla="*/ 182 w 182"/>
                <a:gd name="T2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2" h="95">
                  <a:moveTo>
                    <a:pt x="182" y="95"/>
                  </a:moveTo>
                  <a:lnTo>
                    <a:pt x="151" y="95"/>
                  </a:lnTo>
                  <a:lnTo>
                    <a:pt x="151" y="88"/>
                  </a:lnTo>
                  <a:lnTo>
                    <a:pt x="175" y="88"/>
                  </a:lnTo>
                  <a:lnTo>
                    <a:pt x="175" y="7"/>
                  </a:lnTo>
                  <a:lnTo>
                    <a:pt x="7" y="7"/>
                  </a:lnTo>
                  <a:lnTo>
                    <a:pt x="7" y="31"/>
                  </a:lnTo>
                  <a:lnTo>
                    <a:pt x="0" y="31"/>
                  </a:lnTo>
                  <a:lnTo>
                    <a:pt x="0" y="0"/>
                  </a:lnTo>
                  <a:lnTo>
                    <a:pt x="182" y="0"/>
                  </a:lnTo>
                  <a:lnTo>
                    <a:pt x="182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Freeform 53"/>
            <p:cNvSpPr>
              <a:spLocks noEditPoints="1"/>
            </p:cNvSpPr>
            <p:nvPr/>
          </p:nvSpPr>
          <p:spPr bwMode="auto">
            <a:xfrm>
              <a:off x="6416061" y="1391892"/>
              <a:ext cx="218125" cy="95693"/>
            </a:xfrm>
            <a:custGeom>
              <a:avLst/>
              <a:gdLst>
                <a:gd name="T0" fmla="*/ 168 w 184"/>
                <a:gd name="T1" fmla="*/ 80 h 80"/>
                <a:gd name="T2" fmla="*/ 20 w 184"/>
                <a:gd name="T3" fmla="*/ 80 h 80"/>
                <a:gd name="T4" fmla="*/ 20 w 184"/>
                <a:gd name="T5" fmla="*/ 76 h 80"/>
                <a:gd name="T6" fmla="*/ 4 w 184"/>
                <a:gd name="T7" fmla="*/ 64 h 80"/>
                <a:gd name="T8" fmla="*/ 0 w 184"/>
                <a:gd name="T9" fmla="*/ 64 h 80"/>
                <a:gd name="T10" fmla="*/ 0 w 184"/>
                <a:gd name="T11" fmla="*/ 16 h 80"/>
                <a:gd name="T12" fmla="*/ 4 w 184"/>
                <a:gd name="T13" fmla="*/ 16 h 80"/>
                <a:gd name="T14" fmla="*/ 20 w 184"/>
                <a:gd name="T15" fmla="*/ 4 h 80"/>
                <a:gd name="T16" fmla="*/ 20 w 184"/>
                <a:gd name="T17" fmla="*/ 0 h 80"/>
                <a:gd name="T18" fmla="*/ 168 w 184"/>
                <a:gd name="T19" fmla="*/ 0 h 80"/>
                <a:gd name="T20" fmla="*/ 168 w 184"/>
                <a:gd name="T21" fmla="*/ 4 h 80"/>
                <a:gd name="T22" fmla="*/ 180 w 184"/>
                <a:gd name="T23" fmla="*/ 16 h 80"/>
                <a:gd name="T24" fmla="*/ 184 w 184"/>
                <a:gd name="T25" fmla="*/ 16 h 80"/>
                <a:gd name="T26" fmla="*/ 184 w 184"/>
                <a:gd name="T27" fmla="*/ 64 h 80"/>
                <a:gd name="T28" fmla="*/ 180 w 184"/>
                <a:gd name="T29" fmla="*/ 64 h 80"/>
                <a:gd name="T30" fmla="*/ 168 w 184"/>
                <a:gd name="T31" fmla="*/ 76 h 80"/>
                <a:gd name="T32" fmla="*/ 168 w 184"/>
                <a:gd name="T33" fmla="*/ 80 h 80"/>
                <a:gd name="T34" fmla="*/ 27 w 184"/>
                <a:gd name="T35" fmla="*/ 72 h 80"/>
                <a:gd name="T36" fmla="*/ 160 w 184"/>
                <a:gd name="T37" fmla="*/ 72 h 80"/>
                <a:gd name="T38" fmla="*/ 176 w 184"/>
                <a:gd name="T39" fmla="*/ 56 h 80"/>
                <a:gd name="T40" fmla="*/ 176 w 184"/>
                <a:gd name="T41" fmla="*/ 23 h 80"/>
                <a:gd name="T42" fmla="*/ 160 w 184"/>
                <a:gd name="T43" fmla="*/ 8 h 80"/>
                <a:gd name="T44" fmla="*/ 27 w 184"/>
                <a:gd name="T45" fmla="*/ 8 h 80"/>
                <a:gd name="T46" fmla="*/ 8 w 184"/>
                <a:gd name="T47" fmla="*/ 23 h 80"/>
                <a:gd name="T48" fmla="*/ 8 w 184"/>
                <a:gd name="T49" fmla="*/ 56 h 80"/>
                <a:gd name="T50" fmla="*/ 27 w 184"/>
                <a:gd name="T51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4" h="80">
                  <a:moveTo>
                    <a:pt x="168" y="80"/>
                  </a:moveTo>
                  <a:cubicBezTo>
                    <a:pt x="20" y="80"/>
                    <a:pt x="20" y="80"/>
                    <a:pt x="20" y="80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69"/>
                    <a:pt x="18" y="64"/>
                    <a:pt x="4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8" y="16"/>
                    <a:pt x="20" y="10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68" y="14"/>
                    <a:pt x="174" y="16"/>
                    <a:pt x="180" y="16"/>
                  </a:cubicBezTo>
                  <a:cubicBezTo>
                    <a:pt x="184" y="16"/>
                    <a:pt x="184" y="16"/>
                    <a:pt x="184" y="16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0" y="64"/>
                    <a:pt x="180" y="64"/>
                    <a:pt x="180" y="64"/>
                  </a:cubicBezTo>
                  <a:cubicBezTo>
                    <a:pt x="174" y="64"/>
                    <a:pt x="168" y="66"/>
                    <a:pt x="168" y="76"/>
                  </a:cubicBezTo>
                  <a:lnTo>
                    <a:pt x="168" y="80"/>
                  </a:lnTo>
                  <a:close/>
                  <a:moveTo>
                    <a:pt x="27" y="72"/>
                  </a:moveTo>
                  <a:cubicBezTo>
                    <a:pt x="160" y="72"/>
                    <a:pt x="160" y="72"/>
                    <a:pt x="160" y="72"/>
                  </a:cubicBezTo>
                  <a:cubicBezTo>
                    <a:pt x="161" y="62"/>
                    <a:pt x="168" y="57"/>
                    <a:pt x="176" y="56"/>
                  </a:cubicBezTo>
                  <a:cubicBezTo>
                    <a:pt x="176" y="23"/>
                    <a:pt x="176" y="23"/>
                    <a:pt x="176" y="23"/>
                  </a:cubicBezTo>
                  <a:cubicBezTo>
                    <a:pt x="168" y="22"/>
                    <a:pt x="161" y="18"/>
                    <a:pt x="160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15"/>
                    <a:pt x="21" y="22"/>
                    <a:pt x="8" y="23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21" y="57"/>
                    <a:pt x="26" y="64"/>
                    <a:pt x="27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" name="Freeform 54"/>
            <p:cNvSpPr>
              <a:spLocks noEditPoints="1"/>
            </p:cNvSpPr>
            <p:nvPr/>
          </p:nvSpPr>
          <p:spPr bwMode="auto">
            <a:xfrm>
              <a:off x="6496275" y="1411593"/>
              <a:ext cx="56290" cy="56290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8 h 48"/>
                <a:gd name="T12" fmla="*/ 8 w 48"/>
                <a:gd name="T13" fmla="*/ 24 h 48"/>
                <a:gd name="T14" fmla="*/ 24 w 48"/>
                <a:gd name="T15" fmla="*/ 40 h 48"/>
                <a:gd name="T16" fmla="*/ 40 w 48"/>
                <a:gd name="T17" fmla="*/ 24 h 48"/>
                <a:gd name="T18" fmla="*/ 24 w 48"/>
                <a:gd name="T19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0" y="48"/>
                    <a:pt x="0" y="37"/>
                    <a:pt x="0" y="24"/>
                  </a:cubicBezTo>
                  <a:cubicBezTo>
                    <a:pt x="0" y="10"/>
                    <a:pt x="10" y="0"/>
                    <a:pt x="24" y="0"/>
                  </a:cubicBezTo>
                  <a:cubicBezTo>
                    <a:pt x="37" y="0"/>
                    <a:pt x="48" y="10"/>
                    <a:pt x="48" y="24"/>
                  </a:cubicBezTo>
                  <a:cubicBezTo>
                    <a:pt x="48" y="37"/>
                    <a:pt x="37" y="48"/>
                    <a:pt x="24" y="48"/>
                  </a:cubicBezTo>
                  <a:close/>
                  <a:moveTo>
                    <a:pt x="24" y="8"/>
                  </a:moveTo>
                  <a:cubicBezTo>
                    <a:pt x="15" y="8"/>
                    <a:pt x="8" y="15"/>
                    <a:pt x="8" y="24"/>
                  </a:cubicBezTo>
                  <a:cubicBezTo>
                    <a:pt x="8" y="32"/>
                    <a:pt x="15" y="40"/>
                    <a:pt x="24" y="40"/>
                  </a:cubicBezTo>
                  <a:cubicBezTo>
                    <a:pt x="32" y="40"/>
                    <a:pt x="40" y="32"/>
                    <a:pt x="40" y="24"/>
                  </a:cubicBezTo>
                  <a:cubicBezTo>
                    <a:pt x="40" y="15"/>
                    <a:pt x="32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2" name="Группа 441"/>
          <p:cNvGrpSpPr/>
          <p:nvPr/>
        </p:nvGrpSpPr>
        <p:grpSpPr>
          <a:xfrm>
            <a:off x="2073276" y="1677565"/>
            <a:ext cx="306781" cy="261749"/>
            <a:chOff x="2073276" y="1677565"/>
            <a:chExt cx="306781" cy="261749"/>
          </a:xfrm>
          <a:solidFill>
            <a:schemeClr val="tx1"/>
          </a:solidFill>
        </p:grpSpPr>
        <p:sp>
          <p:nvSpPr>
            <p:cNvPr id="49" name="Freeform 55"/>
            <p:cNvSpPr>
              <a:spLocks noEditPoints="1"/>
            </p:cNvSpPr>
            <p:nvPr/>
          </p:nvSpPr>
          <p:spPr bwMode="auto">
            <a:xfrm>
              <a:off x="2073276" y="1769036"/>
              <a:ext cx="306781" cy="170278"/>
            </a:xfrm>
            <a:custGeom>
              <a:avLst/>
              <a:gdLst>
                <a:gd name="T0" fmla="*/ 178 w 218"/>
                <a:gd name="T1" fmla="*/ 121 h 121"/>
                <a:gd name="T2" fmla="*/ 39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8 w 218"/>
                <a:gd name="T9" fmla="*/ 121 h 121"/>
                <a:gd name="T10" fmla="*/ 44 w 218"/>
                <a:gd name="T11" fmla="*/ 114 h 121"/>
                <a:gd name="T12" fmla="*/ 173 w 218"/>
                <a:gd name="T13" fmla="*/ 114 h 121"/>
                <a:gd name="T14" fmla="*/ 208 w 218"/>
                <a:gd name="T15" fmla="*/ 7 h 121"/>
                <a:gd name="T16" fmla="*/ 9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8" y="121"/>
                  </a:moveTo>
                  <a:lnTo>
                    <a:pt x="39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8" y="121"/>
                  </a:lnTo>
                  <a:close/>
                  <a:moveTo>
                    <a:pt x="44" y="114"/>
                  </a:moveTo>
                  <a:lnTo>
                    <a:pt x="173" y="114"/>
                  </a:lnTo>
                  <a:lnTo>
                    <a:pt x="208" y="7"/>
                  </a:lnTo>
                  <a:lnTo>
                    <a:pt x="9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Freeform 56"/>
            <p:cNvSpPr>
              <a:spLocks/>
            </p:cNvSpPr>
            <p:nvPr/>
          </p:nvSpPr>
          <p:spPr bwMode="auto">
            <a:xfrm>
              <a:off x="2136603" y="1677565"/>
              <a:ext cx="46440" cy="98508"/>
            </a:xfrm>
            <a:custGeom>
              <a:avLst/>
              <a:gdLst>
                <a:gd name="T0" fmla="*/ 26 w 33"/>
                <a:gd name="T1" fmla="*/ 0 h 70"/>
                <a:gd name="T2" fmla="*/ 33 w 33"/>
                <a:gd name="T3" fmla="*/ 3 h 70"/>
                <a:gd name="T4" fmla="*/ 6 w 33"/>
                <a:gd name="T5" fmla="*/ 70 h 70"/>
                <a:gd name="T6" fmla="*/ 0 w 33"/>
                <a:gd name="T7" fmla="*/ 67 h 70"/>
                <a:gd name="T8" fmla="*/ 2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26" y="0"/>
                  </a:moveTo>
                  <a:lnTo>
                    <a:pt x="33" y="3"/>
                  </a:lnTo>
                  <a:lnTo>
                    <a:pt x="6" y="70"/>
                  </a:lnTo>
                  <a:lnTo>
                    <a:pt x="0" y="67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" name="Freeform 57"/>
            <p:cNvSpPr>
              <a:spLocks/>
            </p:cNvSpPr>
            <p:nvPr/>
          </p:nvSpPr>
          <p:spPr bwMode="auto">
            <a:xfrm>
              <a:off x="2268885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3" name="Группа 442"/>
          <p:cNvGrpSpPr/>
          <p:nvPr/>
        </p:nvGrpSpPr>
        <p:grpSpPr>
          <a:xfrm>
            <a:off x="2465900" y="1677565"/>
            <a:ext cx="306781" cy="261749"/>
            <a:chOff x="2465900" y="1677565"/>
            <a:chExt cx="306781" cy="261749"/>
          </a:xfrm>
          <a:solidFill>
            <a:schemeClr val="tx1"/>
          </a:solidFill>
        </p:grpSpPr>
        <p:sp>
          <p:nvSpPr>
            <p:cNvPr id="52" name="Freeform 58"/>
            <p:cNvSpPr>
              <a:spLocks noEditPoints="1"/>
            </p:cNvSpPr>
            <p:nvPr/>
          </p:nvSpPr>
          <p:spPr bwMode="auto">
            <a:xfrm>
              <a:off x="2465900" y="1769036"/>
              <a:ext cx="306781" cy="170278"/>
            </a:xfrm>
            <a:custGeom>
              <a:avLst/>
              <a:gdLst>
                <a:gd name="T0" fmla="*/ 178 w 218"/>
                <a:gd name="T1" fmla="*/ 121 h 121"/>
                <a:gd name="T2" fmla="*/ 39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8 w 218"/>
                <a:gd name="T9" fmla="*/ 121 h 121"/>
                <a:gd name="T10" fmla="*/ 44 w 218"/>
                <a:gd name="T11" fmla="*/ 114 h 121"/>
                <a:gd name="T12" fmla="*/ 173 w 218"/>
                <a:gd name="T13" fmla="*/ 114 h 121"/>
                <a:gd name="T14" fmla="*/ 209 w 218"/>
                <a:gd name="T15" fmla="*/ 7 h 121"/>
                <a:gd name="T16" fmla="*/ 9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8" y="121"/>
                  </a:moveTo>
                  <a:lnTo>
                    <a:pt x="39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8" y="121"/>
                  </a:lnTo>
                  <a:close/>
                  <a:moveTo>
                    <a:pt x="44" y="114"/>
                  </a:moveTo>
                  <a:lnTo>
                    <a:pt x="173" y="114"/>
                  </a:lnTo>
                  <a:lnTo>
                    <a:pt x="209" y="7"/>
                  </a:lnTo>
                  <a:lnTo>
                    <a:pt x="9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Freeform 59"/>
            <p:cNvSpPr>
              <a:spLocks/>
            </p:cNvSpPr>
            <p:nvPr/>
          </p:nvSpPr>
          <p:spPr bwMode="auto">
            <a:xfrm>
              <a:off x="2530634" y="1677565"/>
              <a:ext cx="45032" cy="98508"/>
            </a:xfrm>
            <a:custGeom>
              <a:avLst/>
              <a:gdLst>
                <a:gd name="T0" fmla="*/ 26 w 32"/>
                <a:gd name="T1" fmla="*/ 0 h 70"/>
                <a:gd name="T2" fmla="*/ 32 w 32"/>
                <a:gd name="T3" fmla="*/ 3 h 70"/>
                <a:gd name="T4" fmla="*/ 5 w 32"/>
                <a:gd name="T5" fmla="*/ 70 h 70"/>
                <a:gd name="T6" fmla="*/ 0 w 32"/>
                <a:gd name="T7" fmla="*/ 67 h 70"/>
                <a:gd name="T8" fmla="*/ 26 w 3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26" y="0"/>
                  </a:moveTo>
                  <a:lnTo>
                    <a:pt x="32" y="3"/>
                  </a:lnTo>
                  <a:lnTo>
                    <a:pt x="5" y="70"/>
                  </a:lnTo>
                  <a:lnTo>
                    <a:pt x="0" y="67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60"/>
            <p:cNvSpPr>
              <a:spLocks/>
            </p:cNvSpPr>
            <p:nvPr/>
          </p:nvSpPr>
          <p:spPr bwMode="auto">
            <a:xfrm>
              <a:off x="2662916" y="1677565"/>
              <a:ext cx="45032" cy="98508"/>
            </a:xfrm>
            <a:custGeom>
              <a:avLst/>
              <a:gdLst>
                <a:gd name="T0" fmla="*/ 6 w 32"/>
                <a:gd name="T1" fmla="*/ 0 h 70"/>
                <a:gd name="T2" fmla="*/ 32 w 32"/>
                <a:gd name="T3" fmla="*/ 67 h 70"/>
                <a:gd name="T4" fmla="*/ 27 w 32"/>
                <a:gd name="T5" fmla="*/ 70 h 70"/>
                <a:gd name="T6" fmla="*/ 0 w 32"/>
                <a:gd name="T7" fmla="*/ 3 h 70"/>
                <a:gd name="T8" fmla="*/ 6 w 3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6" y="0"/>
                  </a:moveTo>
                  <a:lnTo>
                    <a:pt x="32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Freeform 61"/>
            <p:cNvSpPr>
              <a:spLocks/>
            </p:cNvSpPr>
            <p:nvPr/>
          </p:nvSpPr>
          <p:spPr bwMode="auto">
            <a:xfrm>
              <a:off x="2574258" y="1818290"/>
              <a:ext cx="99915" cy="67548"/>
            </a:xfrm>
            <a:custGeom>
              <a:avLst/>
              <a:gdLst>
                <a:gd name="T0" fmla="*/ 27 w 71"/>
                <a:gd name="T1" fmla="*/ 48 h 48"/>
                <a:gd name="T2" fmla="*/ 23 w 71"/>
                <a:gd name="T3" fmla="*/ 48 h 48"/>
                <a:gd name="T4" fmla="*/ 0 w 71"/>
                <a:gd name="T5" fmla="*/ 25 h 48"/>
                <a:gd name="T6" fmla="*/ 4 w 71"/>
                <a:gd name="T7" fmla="*/ 20 h 48"/>
                <a:gd name="T8" fmla="*/ 25 w 71"/>
                <a:gd name="T9" fmla="*/ 41 h 48"/>
                <a:gd name="T10" fmla="*/ 67 w 71"/>
                <a:gd name="T11" fmla="*/ 0 h 48"/>
                <a:gd name="T12" fmla="*/ 71 w 71"/>
                <a:gd name="T13" fmla="*/ 4 h 48"/>
                <a:gd name="T14" fmla="*/ 27 w 71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8">
                  <a:moveTo>
                    <a:pt x="27" y="48"/>
                  </a:moveTo>
                  <a:lnTo>
                    <a:pt x="23" y="48"/>
                  </a:lnTo>
                  <a:lnTo>
                    <a:pt x="0" y="25"/>
                  </a:lnTo>
                  <a:lnTo>
                    <a:pt x="4" y="20"/>
                  </a:lnTo>
                  <a:lnTo>
                    <a:pt x="25" y="41"/>
                  </a:lnTo>
                  <a:lnTo>
                    <a:pt x="67" y="0"/>
                  </a:lnTo>
                  <a:lnTo>
                    <a:pt x="71" y="4"/>
                  </a:lnTo>
                  <a:lnTo>
                    <a:pt x="27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4" name="Группа 443"/>
          <p:cNvGrpSpPr/>
          <p:nvPr/>
        </p:nvGrpSpPr>
        <p:grpSpPr>
          <a:xfrm>
            <a:off x="2858524" y="1677565"/>
            <a:ext cx="306781" cy="261749"/>
            <a:chOff x="2858524" y="1677565"/>
            <a:chExt cx="306781" cy="261749"/>
          </a:xfrm>
          <a:solidFill>
            <a:schemeClr val="tx1"/>
          </a:solidFill>
        </p:grpSpPr>
        <p:sp>
          <p:nvSpPr>
            <p:cNvPr id="56" name="Freeform 62"/>
            <p:cNvSpPr>
              <a:spLocks noEditPoints="1"/>
            </p:cNvSpPr>
            <p:nvPr/>
          </p:nvSpPr>
          <p:spPr bwMode="auto">
            <a:xfrm>
              <a:off x="2858524" y="1769036"/>
              <a:ext cx="306781" cy="170278"/>
            </a:xfrm>
            <a:custGeom>
              <a:avLst/>
              <a:gdLst>
                <a:gd name="T0" fmla="*/ 178 w 218"/>
                <a:gd name="T1" fmla="*/ 121 h 121"/>
                <a:gd name="T2" fmla="*/ 40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8 w 218"/>
                <a:gd name="T9" fmla="*/ 121 h 121"/>
                <a:gd name="T10" fmla="*/ 44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9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8" y="121"/>
                  </a:moveTo>
                  <a:lnTo>
                    <a:pt x="40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8" y="121"/>
                  </a:lnTo>
                  <a:close/>
                  <a:moveTo>
                    <a:pt x="44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9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63"/>
            <p:cNvSpPr>
              <a:spLocks/>
            </p:cNvSpPr>
            <p:nvPr/>
          </p:nvSpPr>
          <p:spPr bwMode="auto">
            <a:xfrm>
              <a:off x="2923257" y="1677565"/>
              <a:ext cx="45032" cy="98508"/>
            </a:xfrm>
            <a:custGeom>
              <a:avLst/>
              <a:gdLst>
                <a:gd name="T0" fmla="*/ 26 w 32"/>
                <a:gd name="T1" fmla="*/ 0 h 70"/>
                <a:gd name="T2" fmla="*/ 32 w 32"/>
                <a:gd name="T3" fmla="*/ 3 h 70"/>
                <a:gd name="T4" fmla="*/ 5 w 32"/>
                <a:gd name="T5" fmla="*/ 70 h 70"/>
                <a:gd name="T6" fmla="*/ 0 w 32"/>
                <a:gd name="T7" fmla="*/ 67 h 70"/>
                <a:gd name="T8" fmla="*/ 26 w 3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26" y="0"/>
                  </a:moveTo>
                  <a:lnTo>
                    <a:pt x="32" y="3"/>
                  </a:lnTo>
                  <a:lnTo>
                    <a:pt x="5" y="70"/>
                  </a:lnTo>
                  <a:lnTo>
                    <a:pt x="0" y="67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" name="Freeform 64"/>
            <p:cNvSpPr>
              <a:spLocks/>
            </p:cNvSpPr>
            <p:nvPr/>
          </p:nvSpPr>
          <p:spPr bwMode="auto">
            <a:xfrm>
              <a:off x="3055539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" name="Freeform 65"/>
            <p:cNvSpPr>
              <a:spLocks noEditPoints="1"/>
            </p:cNvSpPr>
            <p:nvPr/>
          </p:nvSpPr>
          <p:spPr bwMode="auto">
            <a:xfrm>
              <a:off x="2959846" y="1821105"/>
              <a:ext cx="104137" cy="66141"/>
            </a:xfrm>
            <a:custGeom>
              <a:avLst/>
              <a:gdLst>
                <a:gd name="T0" fmla="*/ 72 w 88"/>
                <a:gd name="T1" fmla="*/ 56 h 56"/>
                <a:gd name="T2" fmla="*/ 16 w 88"/>
                <a:gd name="T3" fmla="*/ 56 h 56"/>
                <a:gd name="T4" fmla="*/ 0 w 88"/>
                <a:gd name="T5" fmla="*/ 40 h 56"/>
                <a:gd name="T6" fmla="*/ 13 w 88"/>
                <a:gd name="T7" fmla="*/ 25 h 56"/>
                <a:gd name="T8" fmla="*/ 44 w 88"/>
                <a:gd name="T9" fmla="*/ 0 h 56"/>
                <a:gd name="T10" fmla="*/ 76 w 88"/>
                <a:gd name="T11" fmla="*/ 25 h 56"/>
                <a:gd name="T12" fmla="*/ 88 w 88"/>
                <a:gd name="T13" fmla="*/ 40 h 56"/>
                <a:gd name="T14" fmla="*/ 72 w 88"/>
                <a:gd name="T15" fmla="*/ 56 h 56"/>
                <a:gd name="T16" fmla="*/ 16 w 88"/>
                <a:gd name="T17" fmla="*/ 32 h 56"/>
                <a:gd name="T18" fmla="*/ 8 w 88"/>
                <a:gd name="T19" fmla="*/ 40 h 56"/>
                <a:gd name="T20" fmla="*/ 16 w 88"/>
                <a:gd name="T21" fmla="*/ 48 h 56"/>
                <a:gd name="T22" fmla="*/ 72 w 88"/>
                <a:gd name="T23" fmla="*/ 48 h 56"/>
                <a:gd name="T24" fmla="*/ 80 w 88"/>
                <a:gd name="T25" fmla="*/ 40 h 56"/>
                <a:gd name="T26" fmla="*/ 72 w 88"/>
                <a:gd name="T27" fmla="*/ 32 h 56"/>
                <a:gd name="T28" fmla="*/ 68 w 88"/>
                <a:gd name="T29" fmla="*/ 32 h 56"/>
                <a:gd name="T30" fmla="*/ 68 w 88"/>
                <a:gd name="T31" fmla="*/ 28 h 56"/>
                <a:gd name="T32" fmla="*/ 44 w 88"/>
                <a:gd name="T33" fmla="*/ 8 h 56"/>
                <a:gd name="T34" fmla="*/ 20 w 88"/>
                <a:gd name="T35" fmla="*/ 29 h 56"/>
                <a:gd name="T36" fmla="*/ 20 w 88"/>
                <a:gd name="T37" fmla="*/ 32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2" y="56"/>
                  </a:moveTo>
                  <a:cubicBezTo>
                    <a:pt x="16" y="56"/>
                    <a:pt x="16" y="56"/>
                    <a:pt x="16" y="56"/>
                  </a:cubicBezTo>
                  <a:cubicBezTo>
                    <a:pt x="6" y="56"/>
                    <a:pt x="0" y="51"/>
                    <a:pt x="0" y="40"/>
                  </a:cubicBezTo>
                  <a:cubicBezTo>
                    <a:pt x="0" y="35"/>
                    <a:pt x="5" y="27"/>
                    <a:pt x="13" y="25"/>
                  </a:cubicBezTo>
                  <a:cubicBezTo>
                    <a:pt x="17" y="13"/>
                    <a:pt x="30" y="0"/>
                    <a:pt x="44" y="0"/>
                  </a:cubicBezTo>
                  <a:cubicBezTo>
                    <a:pt x="61" y="0"/>
                    <a:pt x="74" y="11"/>
                    <a:pt x="76" y="25"/>
                  </a:cubicBezTo>
                  <a:cubicBezTo>
                    <a:pt x="84" y="27"/>
                    <a:pt x="88" y="35"/>
                    <a:pt x="88" y="40"/>
                  </a:cubicBezTo>
                  <a:cubicBezTo>
                    <a:pt x="88" y="50"/>
                    <a:pt x="82" y="56"/>
                    <a:pt x="72" y="56"/>
                  </a:cubicBezTo>
                  <a:close/>
                  <a:moveTo>
                    <a:pt x="16" y="32"/>
                  </a:moveTo>
                  <a:cubicBezTo>
                    <a:pt x="11" y="32"/>
                    <a:pt x="8" y="39"/>
                    <a:pt x="8" y="40"/>
                  </a:cubicBezTo>
                  <a:cubicBezTo>
                    <a:pt x="8" y="46"/>
                    <a:pt x="11" y="48"/>
                    <a:pt x="16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8" y="48"/>
                    <a:pt x="80" y="46"/>
                    <a:pt x="80" y="40"/>
                  </a:cubicBezTo>
                  <a:cubicBezTo>
                    <a:pt x="80" y="39"/>
                    <a:pt x="78" y="32"/>
                    <a:pt x="72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8" y="15"/>
                    <a:pt x="56" y="8"/>
                    <a:pt x="44" y="8"/>
                  </a:cubicBezTo>
                  <a:cubicBezTo>
                    <a:pt x="33" y="8"/>
                    <a:pt x="22" y="19"/>
                    <a:pt x="20" y="29"/>
                  </a:cubicBezTo>
                  <a:cubicBezTo>
                    <a:pt x="20" y="32"/>
                    <a:pt x="20" y="32"/>
                    <a:pt x="20" y="32"/>
                  </a:cubicBezTo>
                  <a:lnTo>
                    <a:pt x="16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5" name="Группа 444"/>
          <p:cNvGrpSpPr/>
          <p:nvPr/>
        </p:nvGrpSpPr>
        <p:grpSpPr>
          <a:xfrm>
            <a:off x="3251148" y="1677565"/>
            <a:ext cx="306781" cy="261749"/>
            <a:chOff x="3251148" y="1677565"/>
            <a:chExt cx="306781" cy="261749"/>
          </a:xfrm>
          <a:solidFill>
            <a:schemeClr val="tx1"/>
          </a:solidFill>
        </p:grpSpPr>
        <p:sp>
          <p:nvSpPr>
            <p:cNvPr id="60" name="Freeform 66"/>
            <p:cNvSpPr>
              <a:spLocks noEditPoints="1"/>
            </p:cNvSpPr>
            <p:nvPr/>
          </p:nvSpPr>
          <p:spPr bwMode="auto">
            <a:xfrm>
              <a:off x="3251148" y="1769036"/>
              <a:ext cx="306781" cy="170278"/>
            </a:xfrm>
            <a:custGeom>
              <a:avLst/>
              <a:gdLst>
                <a:gd name="T0" fmla="*/ 179 w 218"/>
                <a:gd name="T1" fmla="*/ 121 h 121"/>
                <a:gd name="T2" fmla="*/ 40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9 w 218"/>
                <a:gd name="T9" fmla="*/ 121 h 121"/>
                <a:gd name="T10" fmla="*/ 44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10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9" y="121"/>
                  </a:moveTo>
                  <a:lnTo>
                    <a:pt x="40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9" y="121"/>
                  </a:lnTo>
                  <a:close/>
                  <a:moveTo>
                    <a:pt x="44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10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67"/>
            <p:cNvSpPr>
              <a:spLocks/>
            </p:cNvSpPr>
            <p:nvPr/>
          </p:nvSpPr>
          <p:spPr bwMode="auto">
            <a:xfrm>
              <a:off x="3315881" y="1677565"/>
              <a:ext cx="45032" cy="98508"/>
            </a:xfrm>
            <a:custGeom>
              <a:avLst/>
              <a:gdLst>
                <a:gd name="T0" fmla="*/ 27 w 32"/>
                <a:gd name="T1" fmla="*/ 0 h 70"/>
                <a:gd name="T2" fmla="*/ 32 w 32"/>
                <a:gd name="T3" fmla="*/ 3 h 70"/>
                <a:gd name="T4" fmla="*/ 6 w 32"/>
                <a:gd name="T5" fmla="*/ 70 h 70"/>
                <a:gd name="T6" fmla="*/ 0 w 32"/>
                <a:gd name="T7" fmla="*/ 67 h 70"/>
                <a:gd name="T8" fmla="*/ 27 w 3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27" y="0"/>
                  </a:moveTo>
                  <a:lnTo>
                    <a:pt x="32" y="3"/>
                  </a:lnTo>
                  <a:lnTo>
                    <a:pt x="6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8"/>
            <p:cNvSpPr>
              <a:spLocks/>
            </p:cNvSpPr>
            <p:nvPr/>
          </p:nvSpPr>
          <p:spPr bwMode="auto">
            <a:xfrm>
              <a:off x="3448163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69"/>
            <p:cNvSpPr>
              <a:spLocks/>
            </p:cNvSpPr>
            <p:nvPr/>
          </p:nvSpPr>
          <p:spPr bwMode="auto">
            <a:xfrm>
              <a:off x="3363728" y="1860508"/>
              <a:ext cx="81621" cy="45032"/>
            </a:xfrm>
            <a:custGeom>
              <a:avLst/>
              <a:gdLst>
                <a:gd name="T0" fmla="*/ 31 w 58"/>
                <a:gd name="T1" fmla="*/ 32 h 32"/>
                <a:gd name="T2" fmla="*/ 27 w 58"/>
                <a:gd name="T3" fmla="*/ 32 h 32"/>
                <a:gd name="T4" fmla="*/ 0 w 58"/>
                <a:gd name="T5" fmla="*/ 5 h 32"/>
                <a:gd name="T6" fmla="*/ 4 w 58"/>
                <a:gd name="T7" fmla="*/ 0 h 32"/>
                <a:gd name="T8" fmla="*/ 30 w 58"/>
                <a:gd name="T9" fmla="*/ 25 h 32"/>
                <a:gd name="T10" fmla="*/ 54 w 58"/>
                <a:gd name="T11" fmla="*/ 0 h 32"/>
                <a:gd name="T12" fmla="*/ 58 w 58"/>
                <a:gd name="T13" fmla="*/ 5 h 32"/>
                <a:gd name="T14" fmla="*/ 31 w 58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32">
                  <a:moveTo>
                    <a:pt x="31" y="32"/>
                  </a:moveTo>
                  <a:lnTo>
                    <a:pt x="27" y="32"/>
                  </a:lnTo>
                  <a:lnTo>
                    <a:pt x="0" y="5"/>
                  </a:lnTo>
                  <a:lnTo>
                    <a:pt x="4" y="0"/>
                  </a:lnTo>
                  <a:lnTo>
                    <a:pt x="30" y="25"/>
                  </a:lnTo>
                  <a:lnTo>
                    <a:pt x="54" y="0"/>
                  </a:lnTo>
                  <a:lnTo>
                    <a:pt x="58" y="5"/>
                  </a:lnTo>
                  <a:lnTo>
                    <a:pt x="31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Rectangle 70"/>
            <p:cNvSpPr>
              <a:spLocks noChangeArrowheads="1"/>
            </p:cNvSpPr>
            <p:nvPr/>
          </p:nvSpPr>
          <p:spPr bwMode="auto">
            <a:xfrm>
              <a:off x="3400317" y="1807032"/>
              <a:ext cx="9851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6" name="Группа 445"/>
          <p:cNvGrpSpPr/>
          <p:nvPr/>
        </p:nvGrpSpPr>
        <p:grpSpPr>
          <a:xfrm>
            <a:off x="3643771" y="1677565"/>
            <a:ext cx="306781" cy="261749"/>
            <a:chOff x="3643771" y="1677565"/>
            <a:chExt cx="306781" cy="261749"/>
          </a:xfrm>
          <a:solidFill>
            <a:schemeClr val="tx1"/>
          </a:solidFill>
        </p:grpSpPr>
        <p:sp>
          <p:nvSpPr>
            <p:cNvPr id="65" name="Freeform 71"/>
            <p:cNvSpPr>
              <a:spLocks noEditPoints="1"/>
            </p:cNvSpPr>
            <p:nvPr/>
          </p:nvSpPr>
          <p:spPr bwMode="auto">
            <a:xfrm>
              <a:off x="3643771" y="1769036"/>
              <a:ext cx="306781" cy="170278"/>
            </a:xfrm>
            <a:custGeom>
              <a:avLst/>
              <a:gdLst>
                <a:gd name="T0" fmla="*/ 179 w 218"/>
                <a:gd name="T1" fmla="*/ 121 h 121"/>
                <a:gd name="T2" fmla="*/ 40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9 w 218"/>
                <a:gd name="T9" fmla="*/ 121 h 121"/>
                <a:gd name="T10" fmla="*/ 45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10 w 218"/>
                <a:gd name="T17" fmla="*/ 7 h 121"/>
                <a:gd name="T18" fmla="*/ 45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9" y="121"/>
                  </a:moveTo>
                  <a:lnTo>
                    <a:pt x="40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9" y="121"/>
                  </a:lnTo>
                  <a:close/>
                  <a:moveTo>
                    <a:pt x="45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10" y="7"/>
                  </a:lnTo>
                  <a:lnTo>
                    <a:pt x="45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Freeform 72"/>
            <p:cNvSpPr>
              <a:spLocks/>
            </p:cNvSpPr>
            <p:nvPr/>
          </p:nvSpPr>
          <p:spPr bwMode="auto">
            <a:xfrm>
              <a:off x="3708505" y="1677565"/>
              <a:ext cx="46440" cy="98508"/>
            </a:xfrm>
            <a:custGeom>
              <a:avLst/>
              <a:gdLst>
                <a:gd name="T0" fmla="*/ 27 w 33"/>
                <a:gd name="T1" fmla="*/ 0 h 70"/>
                <a:gd name="T2" fmla="*/ 33 w 33"/>
                <a:gd name="T3" fmla="*/ 3 h 70"/>
                <a:gd name="T4" fmla="*/ 6 w 33"/>
                <a:gd name="T5" fmla="*/ 70 h 70"/>
                <a:gd name="T6" fmla="*/ 0 w 33"/>
                <a:gd name="T7" fmla="*/ 67 h 70"/>
                <a:gd name="T8" fmla="*/ 27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27" y="0"/>
                  </a:moveTo>
                  <a:lnTo>
                    <a:pt x="33" y="3"/>
                  </a:lnTo>
                  <a:lnTo>
                    <a:pt x="6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73"/>
            <p:cNvSpPr>
              <a:spLocks/>
            </p:cNvSpPr>
            <p:nvPr/>
          </p:nvSpPr>
          <p:spPr bwMode="auto">
            <a:xfrm>
              <a:off x="3840787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Rectangle 74"/>
            <p:cNvSpPr>
              <a:spLocks noChangeArrowheads="1"/>
            </p:cNvSpPr>
            <p:nvPr/>
          </p:nvSpPr>
          <p:spPr bwMode="auto">
            <a:xfrm>
              <a:off x="3754945" y="1853471"/>
              <a:ext cx="8584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7" name="Группа 446"/>
          <p:cNvGrpSpPr/>
          <p:nvPr/>
        </p:nvGrpSpPr>
        <p:grpSpPr>
          <a:xfrm>
            <a:off x="4036395" y="1677565"/>
            <a:ext cx="306781" cy="261749"/>
            <a:chOff x="4036395" y="1677565"/>
            <a:chExt cx="306781" cy="261749"/>
          </a:xfrm>
          <a:solidFill>
            <a:schemeClr val="tx1"/>
          </a:solidFill>
        </p:grpSpPr>
        <p:sp>
          <p:nvSpPr>
            <p:cNvPr id="69" name="Freeform 75"/>
            <p:cNvSpPr>
              <a:spLocks noEditPoints="1"/>
            </p:cNvSpPr>
            <p:nvPr/>
          </p:nvSpPr>
          <p:spPr bwMode="auto">
            <a:xfrm>
              <a:off x="4036395" y="1769036"/>
              <a:ext cx="306781" cy="170278"/>
            </a:xfrm>
            <a:custGeom>
              <a:avLst/>
              <a:gdLst>
                <a:gd name="T0" fmla="*/ 180 w 218"/>
                <a:gd name="T1" fmla="*/ 121 h 121"/>
                <a:gd name="T2" fmla="*/ 40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80 w 218"/>
                <a:gd name="T9" fmla="*/ 121 h 121"/>
                <a:gd name="T10" fmla="*/ 45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10 w 218"/>
                <a:gd name="T17" fmla="*/ 7 h 121"/>
                <a:gd name="T18" fmla="*/ 45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80" y="121"/>
                  </a:moveTo>
                  <a:lnTo>
                    <a:pt x="40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80" y="121"/>
                  </a:lnTo>
                  <a:close/>
                  <a:moveTo>
                    <a:pt x="45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10" y="7"/>
                  </a:lnTo>
                  <a:lnTo>
                    <a:pt x="45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76"/>
            <p:cNvSpPr>
              <a:spLocks/>
            </p:cNvSpPr>
            <p:nvPr/>
          </p:nvSpPr>
          <p:spPr bwMode="auto">
            <a:xfrm>
              <a:off x="4101129" y="1677565"/>
              <a:ext cx="46440" cy="98508"/>
            </a:xfrm>
            <a:custGeom>
              <a:avLst/>
              <a:gdLst>
                <a:gd name="T0" fmla="*/ 27 w 33"/>
                <a:gd name="T1" fmla="*/ 0 h 70"/>
                <a:gd name="T2" fmla="*/ 33 w 33"/>
                <a:gd name="T3" fmla="*/ 3 h 70"/>
                <a:gd name="T4" fmla="*/ 7 w 33"/>
                <a:gd name="T5" fmla="*/ 70 h 70"/>
                <a:gd name="T6" fmla="*/ 0 w 33"/>
                <a:gd name="T7" fmla="*/ 67 h 70"/>
                <a:gd name="T8" fmla="*/ 27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27" y="0"/>
                  </a:moveTo>
                  <a:lnTo>
                    <a:pt x="33" y="3"/>
                  </a:lnTo>
                  <a:lnTo>
                    <a:pt x="7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1" name="Freeform 77"/>
            <p:cNvSpPr>
              <a:spLocks/>
            </p:cNvSpPr>
            <p:nvPr/>
          </p:nvSpPr>
          <p:spPr bwMode="auto">
            <a:xfrm>
              <a:off x="4233411" y="1677565"/>
              <a:ext cx="47847" cy="98508"/>
            </a:xfrm>
            <a:custGeom>
              <a:avLst/>
              <a:gdLst>
                <a:gd name="T0" fmla="*/ 7 w 34"/>
                <a:gd name="T1" fmla="*/ 0 h 70"/>
                <a:gd name="T2" fmla="*/ 34 w 34"/>
                <a:gd name="T3" fmla="*/ 67 h 70"/>
                <a:gd name="T4" fmla="*/ 27 w 34"/>
                <a:gd name="T5" fmla="*/ 70 h 70"/>
                <a:gd name="T6" fmla="*/ 0 w 34"/>
                <a:gd name="T7" fmla="*/ 3 h 70"/>
                <a:gd name="T8" fmla="*/ 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7" y="0"/>
                  </a:moveTo>
                  <a:lnTo>
                    <a:pt x="34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Rectangle 78"/>
            <p:cNvSpPr>
              <a:spLocks noChangeArrowheads="1"/>
            </p:cNvSpPr>
            <p:nvPr/>
          </p:nvSpPr>
          <p:spPr bwMode="auto">
            <a:xfrm>
              <a:off x="4185564" y="1815476"/>
              <a:ext cx="9851" cy="8584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3" name="Rectangle 79"/>
            <p:cNvSpPr>
              <a:spLocks noChangeArrowheads="1"/>
            </p:cNvSpPr>
            <p:nvPr/>
          </p:nvSpPr>
          <p:spPr bwMode="auto">
            <a:xfrm>
              <a:off x="4147568" y="1853471"/>
              <a:ext cx="8584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8" name="Группа 447"/>
          <p:cNvGrpSpPr/>
          <p:nvPr/>
        </p:nvGrpSpPr>
        <p:grpSpPr>
          <a:xfrm>
            <a:off x="4430426" y="1677565"/>
            <a:ext cx="305374" cy="261749"/>
            <a:chOff x="4430426" y="1677565"/>
            <a:chExt cx="305374" cy="261749"/>
          </a:xfrm>
          <a:solidFill>
            <a:schemeClr val="tx1"/>
          </a:solidFill>
        </p:grpSpPr>
        <p:sp>
          <p:nvSpPr>
            <p:cNvPr id="74" name="Freeform 80"/>
            <p:cNvSpPr>
              <a:spLocks noEditPoints="1"/>
            </p:cNvSpPr>
            <p:nvPr/>
          </p:nvSpPr>
          <p:spPr bwMode="auto">
            <a:xfrm>
              <a:off x="4430426" y="1769036"/>
              <a:ext cx="305374" cy="170278"/>
            </a:xfrm>
            <a:custGeom>
              <a:avLst/>
              <a:gdLst>
                <a:gd name="T0" fmla="*/ 179 w 217"/>
                <a:gd name="T1" fmla="*/ 121 h 121"/>
                <a:gd name="T2" fmla="*/ 39 w 217"/>
                <a:gd name="T3" fmla="*/ 121 h 121"/>
                <a:gd name="T4" fmla="*/ 0 w 217"/>
                <a:gd name="T5" fmla="*/ 0 h 121"/>
                <a:gd name="T6" fmla="*/ 217 w 217"/>
                <a:gd name="T7" fmla="*/ 0 h 121"/>
                <a:gd name="T8" fmla="*/ 179 w 217"/>
                <a:gd name="T9" fmla="*/ 121 h 121"/>
                <a:gd name="T10" fmla="*/ 44 w 217"/>
                <a:gd name="T11" fmla="*/ 114 h 121"/>
                <a:gd name="T12" fmla="*/ 174 w 217"/>
                <a:gd name="T13" fmla="*/ 114 h 121"/>
                <a:gd name="T14" fmla="*/ 208 w 217"/>
                <a:gd name="T15" fmla="*/ 7 h 121"/>
                <a:gd name="T16" fmla="*/ 9 w 217"/>
                <a:gd name="T17" fmla="*/ 7 h 121"/>
                <a:gd name="T18" fmla="*/ 44 w 217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121">
                  <a:moveTo>
                    <a:pt x="179" y="121"/>
                  </a:moveTo>
                  <a:lnTo>
                    <a:pt x="39" y="121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79" y="121"/>
                  </a:lnTo>
                  <a:close/>
                  <a:moveTo>
                    <a:pt x="44" y="114"/>
                  </a:moveTo>
                  <a:lnTo>
                    <a:pt x="174" y="114"/>
                  </a:lnTo>
                  <a:lnTo>
                    <a:pt x="208" y="7"/>
                  </a:lnTo>
                  <a:lnTo>
                    <a:pt x="9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81"/>
            <p:cNvSpPr>
              <a:spLocks/>
            </p:cNvSpPr>
            <p:nvPr/>
          </p:nvSpPr>
          <p:spPr bwMode="auto">
            <a:xfrm>
              <a:off x="4493752" y="1677565"/>
              <a:ext cx="47847" cy="98508"/>
            </a:xfrm>
            <a:custGeom>
              <a:avLst/>
              <a:gdLst>
                <a:gd name="T0" fmla="*/ 27 w 34"/>
                <a:gd name="T1" fmla="*/ 0 h 70"/>
                <a:gd name="T2" fmla="*/ 34 w 34"/>
                <a:gd name="T3" fmla="*/ 3 h 70"/>
                <a:gd name="T4" fmla="*/ 7 w 34"/>
                <a:gd name="T5" fmla="*/ 70 h 70"/>
                <a:gd name="T6" fmla="*/ 0 w 34"/>
                <a:gd name="T7" fmla="*/ 67 h 70"/>
                <a:gd name="T8" fmla="*/ 2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27" y="0"/>
                  </a:moveTo>
                  <a:lnTo>
                    <a:pt x="34" y="3"/>
                  </a:lnTo>
                  <a:lnTo>
                    <a:pt x="7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Freeform 82"/>
            <p:cNvSpPr>
              <a:spLocks/>
            </p:cNvSpPr>
            <p:nvPr/>
          </p:nvSpPr>
          <p:spPr bwMode="auto">
            <a:xfrm>
              <a:off x="4626034" y="1677565"/>
              <a:ext cx="47847" cy="98508"/>
            </a:xfrm>
            <a:custGeom>
              <a:avLst/>
              <a:gdLst>
                <a:gd name="T0" fmla="*/ 7 w 34"/>
                <a:gd name="T1" fmla="*/ 0 h 70"/>
                <a:gd name="T2" fmla="*/ 34 w 34"/>
                <a:gd name="T3" fmla="*/ 67 h 70"/>
                <a:gd name="T4" fmla="*/ 27 w 34"/>
                <a:gd name="T5" fmla="*/ 70 h 70"/>
                <a:gd name="T6" fmla="*/ 0 w 34"/>
                <a:gd name="T7" fmla="*/ 3 h 70"/>
                <a:gd name="T8" fmla="*/ 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7" y="0"/>
                  </a:moveTo>
                  <a:lnTo>
                    <a:pt x="34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Freeform 83"/>
            <p:cNvSpPr>
              <a:spLocks/>
            </p:cNvSpPr>
            <p:nvPr/>
          </p:nvSpPr>
          <p:spPr bwMode="auto">
            <a:xfrm>
              <a:off x="4535970" y="1853471"/>
              <a:ext cx="61919" cy="47847"/>
            </a:xfrm>
            <a:custGeom>
              <a:avLst/>
              <a:gdLst>
                <a:gd name="T0" fmla="*/ 52 w 52"/>
                <a:gd name="T1" fmla="*/ 40 h 40"/>
                <a:gd name="T2" fmla="*/ 36 w 52"/>
                <a:gd name="T3" fmla="*/ 40 h 40"/>
                <a:gd name="T4" fmla="*/ 0 w 52"/>
                <a:gd name="T5" fmla="*/ 0 h 40"/>
                <a:gd name="T6" fmla="*/ 8 w 52"/>
                <a:gd name="T7" fmla="*/ 0 h 40"/>
                <a:gd name="T8" fmla="*/ 36 w 52"/>
                <a:gd name="T9" fmla="*/ 32 h 40"/>
                <a:gd name="T10" fmla="*/ 52 w 52"/>
                <a:gd name="T11" fmla="*/ 32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36" y="40"/>
                    <a:pt x="36" y="40"/>
                    <a:pt x="36" y="40"/>
                  </a:cubicBezTo>
                  <a:cubicBezTo>
                    <a:pt x="15" y="40"/>
                    <a:pt x="0" y="19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5"/>
                    <a:pt x="20" y="32"/>
                    <a:pt x="36" y="32"/>
                  </a:cubicBezTo>
                  <a:cubicBezTo>
                    <a:pt x="52" y="32"/>
                    <a:pt x="52" y="32"/>
                    <a:pt x="52" y="32"/>
                  </a:cubicBezTo>
                  <a:lnTo>
                    <a:pt x="5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8" name="Freeform 84"/>
            <p:cNvSpPr>
              <a:spLocks/>
            </p:cNvSpPr>
            <p:nvPr/>
          </p:nvSpPr>
          <p:spPr bwMode="auto">
            <a:xfrm>
              <a:off x="4579595" y="1875987"/>
              <a:ext cx="21109" cy="43625"/>
            </a:xfrm>
            <a:custGeom>
              <a:avLst/>
              <a:gdLst>
                <a:gd name="T0" fmla="*/ 5 w 15"/>
                <a:gd name="T1" fmla="*/ 31 h 31"/>
                <a:gd name="T2" fmla="*/ 0 w 15"/>
                <a:gd name="T3" fmla="*/ 26 h 31"/>
                <a:gd name="T4" fmla="*/ 9 w 15"/>
                <a:gd name="T5" fmla="*/ 15 h 31"/>
                <a:gd name="T6" fmla="*/ 0 w 15"/>
                <a:gd name="T7" fmla="*/ 4 h 31"/>
                <a:gd name="T8" fmla="*/ 5 w 15"/>
                <a:gd name="T9" fmla="*/ 0 h 31"/>
                <a:gd name="T10" fmla="*/ 15 w 15"/>
                <a:gd name="T11" fmla="*/ 13 h 31"/>
                <a:gd name="T12" fmla="*/ 15 w 15"/>
                <a:gd name="T13" fmla="*/ 17 h 31"/>
                <a:gd name="T14" fmla="*/ 5 w 1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1">
                  <a:moveTo>
                    <a:pt x="5" y="31"/>
                  </a:moveTo>
                  <a:lnTo>
                    <a:pt x="0" y="26"/>
                  </a:lnTo>
                  <a:lnTo>
                    <a:pt x="9" y="15"/>
                  </a:lnTo>
                  <a:lnTo>
                    <a:pt x="0" y="4"/>
                  </a:lnTo>
                  <a:lnTo>
                    <a:pt x="5" y="0"/>
                  </a:lnTo>
                  <a:lnTo>
                    <a:pt x="15" y="13"/>
                  </a:lnTo>
                  <a:lnTo>
                    <a:pt x="15" y="17"/>
                  </a:lnTo>
                  <a:lnTo>
                    <a:pt x="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9" name="Freeform 85"/>
            <p:cNvSpPr>
              <a:spLocks/>
            </p:cNvSpPr>
            <p:nvPr/>
          </p:nvSpPr>
          <p:spPr bwMode="auto">
            <a:xfrm>
              <a:off x="4569744" y="1807032"/>
              <a:ext cx="60512" cy="46440"/>
            </a:xfrm>
            <a:custGeom>
              <a:avLst/>
              <a:gdLst>
                <a:gd name="T0" fmla="*/ 52 w 52"/>
                <a:gd name="T1" fmla="*/ 40 h 40"/>
                <a:gd name="T2" fmla="*/ 44 w 52"/>
                <a:gd name="T3" fmla="*/ 40 h 40"/>
                <a:gd name="T4" fmla="*/ 16 w 52"/>
                <a:gd name="T5" fmla="*/ 8 h 40"/>
                <a:gd name="T6" fmla="*/ 0 w 52"/>
                <a:gd name="T7" fmla="*/ 8 h 40"/>
                <a:gd name="T8" fmla="*/ 0 w 52"/>
                <a:gd name="T9" fmla="*/ 0 h 40"/>
                <a:gd name="T10" fmla="*/ 16 w 52"/>
                <a:gd name="T11" fmla="*/ 0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44" y="26"/>
                    <a:pt x="32" y="8"/>
                    <a:pt x="16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37" y="0"/>
                    <a:pt x="52" y="22"/>
                    <a:pt x="52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Freeform 86"/>
            <p:cNvSpPr>
              <a:spLocks/>
            </p:cNvSpPr>
            <p:nvPr/>
          </p:nvSpPr>
          <p:spPr bwMode="auto">
            <a:xfrm>
              <a:off x="4565523" y="1790145"/>
              <a:ext cx="21109" cy="43625"/>
            </a:xfrm>
            <a:custGeom>
              <a:avLst/>
              <a:gdLst>
                <a:gd name="T0" fmla="*/ 10 w 15"/>
                <a:gd name="T1" fmla="*/ 31 h 31"/>
                <a:gd name="T2" fmla="*/ 0 w 15"/>
                <a:gd name="T3" fmla="*/ 18 h 31"/>
                <a:gd name="T4" fmla="*/ 0 w 15"/>
                <a:gd name="T5" fmla="*/ 13 h 31"/>
                <a:gd name="T6" fmla="*/ 10 w 15"/>
                <a:gd name="T7" fmla="*/ 0 h 31"/>
                <a:gd name="T8" fmla="*/ 15 w 15"/>
                <a:gd name="T9" fmla="*/ 4 h 31"/>
                <a:gd name="T10" fmla="*/ 7 w 15"/>
                <a:gd name="T11" fmla="*/ 15 h 31"/>
                <a:gd name="T12" fmla="*/ 15 w 15"/>
                <a:gd name="T13" fmla="*/ 27 h 31"/>
                <a:gd name="T14" fmla="*/ 10 w 1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1">
                  <a:moveTo>
                    <a:pt x="10" y="31"/>
                  </a:moveTo>
                  <a:lnTo>
                    <a:pt x="0" y="18"/>
                  </a:lnTo>
                  <a:lnTo>
                    <a:pt x="0" y="13"/>
                  </a:lnTo>
                  <a:lnTo>
                    <a:pt x="10" y="0"/>
                  </a:lnTo>
                  <a:lnTo>
                    <a:pt x="15" y="4"/>
                  </a:lnTo>
                  <a:lnTo>
                    <a:pt x="7" y="15"/>
                  </a:lnTo>
                  <a:lnTo>
                    <a:pt x="15" y="27"/>
                  </a:lnTo>
                  <a:lnTo>
                    <a:pt x="1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9" name="Группа 448"/>
          <p:cNvGrpSpPr/>
          <p:nvPr/>
        </p:nvGrpSpPr>
        <p:grpSpPr>
          <a:xfrm>
            <a:off x="4823050" y="1677565"/>
            <a:ext cx="306781" cy="261749"/>
            <a:chOff x="4823050" y="1677565"/>
            <a:chExt cx="306781" cy="261749"/>
          </a:xfrm>
          <a:solidFill>
            <a:schemeClr val="tx1"/>
          </a:solidFill>
        </p:grpSpPr>
        <p:sp>
          <p:nvSpPr>
            <p:cNvPr id="81" name="Freeform 87"/>
            <p:cNvSpPr>
              <a:spLocks noEditPoints="1"/>
            </p:cNvSpPr>
            <p:nvPr/>
          </p:nvSpPr>
          <p:spPr bwMode="auto">
            <a:xfrm>
              <a:off x="4823050" y="1769036"/>
              <a:ext cx="306781" cy="170278"/>
            </a:xfrm>
            <a:custGeom>
              <a:avLst/>
              <a:gdLst>
                <a:gd name="T0" fmla="*/ 179 w 218"/>
                <a:gd name="T1" fmla="*/ 121 h 121"/>
                <a:gd name="T2" fmla="*/ 39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9 w 218"/>
                <a:gd name="T9" fmla="*/ 121 h 121"/>
                <a:gd name="T10" fmla="*/ 44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10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9" y="121"/>
                  </a:moveTo>
                  <a:lnTo>
                    <a:pt x="39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9" y="121"/>
                  </a:lnTo>
                  <a:close/>
                  <a:moveTo>
                    <a:pt x="44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10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Freeform 88"/>
            <p:cNvSpPr>
              <a:spLocks/>
            </p:cNvSpPr>
            <p:nvPr/>
          </p:nvSpPr>
          <p:spPr bwMode="auto">
            <a:xfrm>
              <a:off x="4886376" y="1677565"/>
              <a:ext cx="47847" cy="98508"/>
            </a:xfrm>
            <a:custGeom>
              <a:avLst/>
              <a:gdLst>
                <a:gd name="T0" fmla="*/ 27 w 34"/>
                <a:gd name="T1" fmla="*/ 0 h 70"/>
                <a:gd name="T2" fmla="*/ 34 w 34"/>
                <a:gd name="T3" fmla="*/ 3 h 70"/>
                <a:gd name="T4" fmla="*/ 7 w 34"/>
                <a:gd name="T5" fmla="*/ 70 h 70"/>
                <a:gd name="T6" fmla="*/ 0 w 34"/>
                <a:gd name="T7" fmla="*/ 67 h 70"/>
                <a:gd name="T8" fmla="*/ 2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27" y="0"/>
                  </a:moveTo>
                  <a:lnTo>
                    <a:pt x="34" y="3"/>
                  </a:lnTo>
                  <a:lnTo>
                    <a:pt x="7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Freeform 89"/>
            <p:cNvSpPr>
              <a:spLocks/>
            </p:cNvSpPr>
            <p:nvPr/>
          </p:nvSpPr>
          <p:spPr bwMode="auto">
            <a:xfrm>
              <a:off x="5018658" y="1677565"/>
              <a:ext cx="47847" cy="98508"/>
            </a:xfrm>
            <a:custGeom>
              <a:avLst/>
              <a:gdLst>
                <a:gd name="T0" fmla="*/ 7 w 34"/>
                <a:gd name="T1" fmla="*/ 0 h 70"/>
                <a:gd name="T2" fmla="*/ 34 w 34"/>
                <a:gd name="T3" fmla="*/ 67 h 70"/>
                <a:gd name="T4" fmla="*/ 27 w 34"/>
                <a:gd name="T5" fmla="*/ 70 h 70"/>
                <a:gd name="T6" fmla="*/ 0 w 34"/>
                <a:gd name="T7" fmla="*/ 3 h 70"/>
                <a:gd name="T8" fmla="*/ 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7" y="0"/>
                  </a:moveTo>
                  <a:lnTo>
                    <a:pt x="34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90"/>
            <p:cNvSpPr>
              <a:spLocks/>
            </p:cNvSpPr>
            <p:nvPr/>
          </p:nvSpPr>
          <p:spPr bwMode="auto">
            <a:xfrm>
              <a:off x="4939852" y="1823919"/>
              <a:ext cx="73177" cy="71770"/>
            </a:xfrm>
            <a:custGeom>
              <a:avLst/>
              <a:gdLst>
                <a:gd name="T0" fmla="*/ 5 w 52"/>
                <a:gd name="T1" fmla="*/ 0 h 51"/>
                <a:gd name="T2" fmla="*/ 52 w 52"/>
                <a:gd name="T3" fmla="*/ 47 h 51"/>
                <a:gd name="T4" fmla="*/ 47 w 52"/>
                <a:gd name="T5" fmla="*/ 51 h 51"/>
                <a:gd name="T6" fmla="*/ 0 w 52"/>
                <a:gd name="T7" fmla="*/ 4 h 51"/>
                <a:gd name="T8" fmla="*/ 5 w 5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1">
                  <a:moveTo>
                    <a:pt x="5" y="0"/>
                  </a:moveTo>
                  <a:lnTo>
                    <a:pt x="52" y="47"/>
                  </a:lnTo>
                  <a:lnTo>
                    <a:pt x="47" y="51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Freeform 91"/>
            <p:cNvSpPr>
              <a:spLocks/>
            </p:cNvSpPr>
            <p:nvPr/>
          </p:nvSpPr>
          <p:spPr bwMode="auto">
            <a:xfrm>
              <a:off x="4939852" y="1823919"/>
              <a:ext cx="73177" cy="71770"/>
            </a:xfrm>
            <a:custGeom>
              <a:avLst/>
              <a:gdLst>
                <a:gd name="T0" fmla="*/ 47 w 52"/>
                <a:gd name="T1" fmla="*/ 0 h 51"/>
                <a:gd name="T2" fmla="*/ 52 w 52"/>
                <a:gd name="T3" fmla="*/ 4 h 51"/>
                <a:gd name="T4" fmla="*/ 5 w 52"/>
                <a:gd name="T5" fmla="*/ 51 h 51"/>
                <a:gd name="T6" fmla="*/ 0 w 52"/>
                <a:gd name="T7" fmla="*/ 47 h 51"/>
                <a:gd name="T8" fmla="*/ 47 w 5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1">
                  <a:moveTo>
                    <a:pt x="47" y="0"/>
                  </a:moveTo>
                  <a:lnTo>
                    <a:pt x="52" y="4"/>
                  </a:lnTo>
                  <a:lnTo>
                    <a:pt x="5" y="51"/>
                  </a:lnTo>
                  <a:lnTo>
                    <a:pt x="0" y="47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0" name="Группа 449"/>
          <p:cNvGrpSpPr/>
          <p:nvPr/>
        </p:nvGrpSpPr>
        <p:grpSpPr>
          <a:xfrm>
            <a:off x="5217081" y="1677565"/>
            <a:ext cx="305374" cy="261749"/>
            <a:chOff x="5217081" y="1677565"/>
            <a:chExt cx="305374" cy="261749"/>
          </a:xfrm>
          <a:solidFill>
            <a:schemeClr val="tx1"/>
          </a:solidFill>
        </p:grpSpPr>
        <p:sp>
          <p:nvSpPr>
            <p:cNvPr id="86" name="Freeform 92"/>
            <p:cNvSpPr>
              <a:spLocks noEditPoints="1"/>
            </p:cNvSpPr>
            <p:nvPr/>
          </p:nvSpPr>
          <p:spPr bwMode="auto">
            <a:xfrm>
              <a:off x="5217081" y="1769036"/>
              <a:ext cx="305374" cy="170278"/>
            </a:xfrm>
            <a:custGeom>
              <a:avLst/>
              <a:gdLst>
                <a:gd name="T0" fmla="*/ 178 w 217"/>
                <a:gd name="T1" fmla="*/ 121 h 121"/>
                <a:gd name="T2" fmla="*/ 38 w 217"/>
                <a:gd name="T3" fmla="*/ 121 h 121"/>
                <a:gd name="T4" fmla="*/ 0 w 217"/>
                <a:gd name="T5" fmla="*/ 0 h 121"/>
                <a:gd name="T6" fmla="*/ 217 w 217"/>
                <a:gd name="T7" fmla="*/ 0 h 121"/>
                <a:gd name="T8" fmla="*/ 178 w 217"/>
                <a:gd name="T9" fmla="*/ 121 h 121"/>
                <a:gd name="T10" fmla="*/ 43 w 217"/>
                <a:gd name="T11" fmla="*/ 114 h 121"/>
                <a:gd name="T12" fmla="*/ 173 w 217"/>
                <a:gd name="T13" fmla="*/ 114 h 121"/>
                <a:gd name="T14" fmla="*/ 208 w 217"/>
                <a:gd name="T15" fmla="*/ 7 h 121"/>
                <a:gd name="T16" fmla="*/ 9 w 217"/>
                <a:gd name="T17" fmla="*/ 7 h 121"/>
                <a:gd name="T18" fmla="*/ 43 w 217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121">
                  <a:moveTo>
                    <a:pt x="178" y="121"/>
                  </a:moveTo>
                  <a:lnTo>
                    <a:pt x="38" y="121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78" y="121"/>
                  </a:lnTo>
                  <a:close/>
                  <a:moveTo>
                    <a:pt x="43" y="114"/>
                  </a:moveTo>
                  <a:lnTo>
                    <a:pt x="173" y="114"/>
                  </a:lnTo>
                  <a:lnTo>
                    <a:pt x="208" y="7"/>
                  </a:lnTo>
                  <a:lnTo>
                    <a:pt x="9" y="7"/>
                  </a:lnTo>
                  <a:lnTo>
                    <a:pt x="43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Freeform 93"/>
            <p:cNvSpPr>
              <a:spLocks/>
            </p:cNvSpPr>
            <p:nvPr/>
          </p:nvSpPr>
          <p:spPr bwMode="auto">
            <a:xfrm>
              <a:off x="5279000" y="1677565"/>
              <a:ext cx="47847" cy="98508"/>
            </a:xfrm>
            <a:custGeom>
              <a:avLst/>
              <a:gdLst>
                <a:gd name="T0" fmla="*/ 27 w 34"/>
                <a:gd name="T1" fmla="*/ 0 h 70"/>
                <a:gd name="T2" fmla="*/ 34 w 34"/>
                <a:gd name="T3" fmla="*/ 3 h 70"/>
                <a:gd name="T4" fmla="*/ 7 w 34"/>
                <a:gd name="T5" fmla="*/ 70 h 70"/>
                <a:gd name="T6" fmla="*/ 0 w 34"/>
                <a:gd name="T7" fmla="*/ 67 h 70"/>
                <a:gd name="T8" fmla="*/ 2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27" y="0"/>
                  </a:moveTo>
                  <a:lnTo>
                    <a:pt x="34" y="3"/>
                  </a:lnTo>
                  <a:lnTo>
                    <a:pt x="7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8" name="Freeform 94"/>
            <p:cNvSpPr>
              <a:spLocks/>
            </p:cNvSpPr>
            <p:nvPr/>
          </p:nvSpPr>
          <p:spPr bwMode="auto">
            <a:xfrm>
              <a:off x="5411282" y="1677565"/>
              <a:ext cx="47847" cy="98508"/>
            </a:xfrm>
            <a:custGeom>
              <a:avLst/>
              <a:gdLst>
                <a:gd name="T0" fmla="*/ 7 w 34"/>
                <a:gd name="T1" fmla="*/ 0 h 70"/>
                <a:gd name="T2" fmla="*/ 34 w 34"/>
                <a:gd name="T3" fmla="*/ 67 h 70"/>
                <a:gd name="T4" fmla="*/ 27 w 34"/>
                <a:gd name="T5" fmla="*/ 70 h 70"/>
                <a:gd name="T6" fmla="*/ 0 w 34"/>
                <a:gd name="T7" fmla="*/ 3 h 70"/>
                <a:gd name="T8" fmla="*/ 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7" y="0"/>
                  </a:moveTo>
                  <a:lnTo>
                    <a:pt x="34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95"/>
            <p:cNvSpPr>
              <a:spLocks noEditPoints="1"/>
            </p:cNvSpPr>
            <p:nvPr/>
          </p:nvSpPr>
          <p:spPr bwMode="auto">
            <a:xfrm>
              <a:off x="5321217" y="1811253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4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44" y="0"/>
                    <a:pt x="56" y="13"/>
                    <a:pt x="56" y="28"/>
                  </a:cubicBezTo>
                  <a:cubicBezTo>
                    <a:pt x="56" y="44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96"/>
            <p:cNvSpPr>
              <a:spLocks/>
            </p:cNvSpPr>
            <p:nvPr/>
          </p:nvSpPr>
          <p:spPr bwMode="auto">
            <a:xfrm>
              <a:off x="5370472" y="1860508"/>
              <a:ext cx="45032" cy="45032"/>
            </a:xfrm>
            <a:custGeom>
              <a:avLst/>
              <a:gdLst>
                <a:gd name="T0" fmla="*/ 5 w 32"/>
                <a:gd name="T1" fmla="*/ 0 h 32"/>
                <a:gd name="T2" fmla="*/ 32 w 32"/>
                <a:gd name="T3" fmla="*/ 27 h 32"/>
                <a:gd name="T4" fmla="*/ 27 w 32"/>
                <a:gd name="T5" fmla="*/ 32 h 32"/>
                <a:gd name="T6" fmla="*/ 0 w 32"/>
                <a:gd name="T7" fmla="*/ 5 h 32"/>
                <a:gd name="T8" fmla="*/ 5 w 32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5" y="0"/>
                  </a:moveTo>
                  <a:lnTo>
                    <a:pt x="32" y="27"/>
                  </a:ln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1" name="Группа 450"/>
          <p:cNvGrpSpPr/>
          <p:nvPr/>
        </p:nvGrpSpPr>
        <p:grpSpPr>
          <a:xfrm>
            <a:off x="5609705" y="1677565"/>
            <a:ext cx="305374" cy="261749"/>
            <a:chOff x="5609705" y="1677565"/>
            <a:chExt cx="305374" cy="261749"/>
          </a:xfrm>
          <a:solidFill>
            <a:schemeClr val="tx1"/>
          </a:solidFill>
        </p:grpSpPr>
        <p:sp>
          <p:nvSpPr>
            <p:cNvPr id="91" name="Freeform 97"/>
            <p:cNvSpPr>
              <a:spLocks noEditPoints="1"/>
            </p:cNvSpPr>
            <p:nvPr/>
          </p:nvSpPr>
          <p:spPr bwMode="auto">
            <a:xfrm>
              <a:off x="5609705" y="1769036"/>
              <a:ext cx="305374" cy="170278"/>
            </a:xfrm>
            <a:custGeom>
              <a:avLst/>
              <a:gdLst>
                <a:gd name="T0" fmla="*/ 178 w 217"/>
                <a:gd name="T1" fmla="*/ 121 h 121"/>
                <a:gd name="T2" fmla="*/ 38 w 217"/>
                <a:gd name="T3" fmla="*/ 121 h 121"/>
                <a:gd name="T4" fmla="*/ 0 w 217"/>
                <a:gd name="T5" fmla="*/ 0 h 121"/>
                <a:gd name="T6" fmla="*/ 217 w 217"/>
                <a:gd name="T7" fmla="*/ 0 h 121"/>
                <a:gd name="T8" fmla="*/ 178 w 217"/>
                <a:gd name="T9" fmla="*/ 121 h 121"/>
                <a:gd name="T10" fmla="*/ 43 w 217"/>
                <a:gd name="T11" fmla="*/ 114 h 121"/>
                <a:gd name="T12" fmla="*/ 173 w 217"/>
                <a:gd name="T13" fmla="*/ 114 h 121"/>
                <a:gd name="T14" fmla="*/ 208 w 217"/>
                <a:gd name="T15" fmla="*/ 7 h 121"/>
                <a:gd name="T16" fmla="*/ 9 w 217"/>
                <a:gd name="T17" fmla="*/ 7 h 121"/>
                <a:gd name="T18" fmla="*/ 43 w 217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121">
                  <a:moveTo>
                    <a:pt x="178" y="121"/>
                  </a:moveTo>
                  <a:lnTo>
                    <a:pt x="38" y="121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78" y="121"/>
                  </a:lnTo>
                  <a:close/>
                  <a:moveTo>
                    <a:pt x="43" y="114"/>
                  </a:moveTo>
                  <a:lnTo>
                    <a:pt x="173" y="114"/>
                  </a:lnTo>
                  <a:lnTo>
                    <a:pt x="208" y="7"/>
                  </a:lnTo>
                  <a:lnTo>
                    <a:pt x="9" y="7"/>
                  </a:lnTo>
                  <a:lnTo>
                    <a:pt x="43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2" name="Freeform 98"/>
            <p:cNvSpPr>
              <a:spLocks/>
            </p:cNvSpPr>
            <p:nvPr/>
          </p:nvSpPr>
          <p:spPr bwMode="auto">
            <a:xfrm>
              <a:off x="5673031" y="1677565"/>
              <a:ext cx="46440" cy="98508"/>
            </a:xfrm>
            <a:custGeom>
              <a:avLst/>
              <a:gdLst>
                <a:gd name="T0" fmla="*/ 27 w 33"/>
                <a:gd name="T1" fmla="*/ 0 h 70"/>
                <a:gd name="T2" fmla="*/ 33 w 33"/>
                <a:gd name="T3" fmla="*/ 3 h 70"/>
                <a:gd name="T4" fmla="*/ 6 w 33"/>
                <a:gd name="T5" fmla="*/ 70 h 70"/>
                <a:gd name="T6" fmla="*/ 0 w 33"/>
                <a:gd name="T7" fmla="*/ 67 h 70"/>
                <a:gd name="T8" fmla="*/ 27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27" y="0"/>
                  </a:moveTo>
                  <a:lnTo>
                    <a:pt x="33" y="3"/>
                  </a:lnTo>
                  <a:lnTo>
                    <a:pt x="6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Freeform 99"/>
            <p:cNvSpPr>
              <a:spLocks/>
            </p:cNvSpPr>
            <p:nvPr/>
          </p:nvSpPr>
          <p:spPr bwMode="auto">
            <a:xfrm>
              <a:off x="5805313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4" name="Freeform 100"/>
            <p:cNvSpPr>
              <a:spLocks/>
            </p:cNvSpPr>
            <p:nvPr/>
          </p:nvSpPr>
          <p:spPr bwMode="auto">
            <a:xfrm>
              <a:off x="5720877" y="1808439"/>
              <a:ext cx="83028" cy="45032"/>
            </a:xfrm>
            <a:custGeom>
              <a:avLst/>
              <a:gdLst>
                <a:gd name="T0" fmla="*/ 53 w 59"/>
                <a:gd name="T1" fmla="*/ 32 h 32"/>
                <a:gd name="T2" fmla="*/ 29 w 59"/>
                <a:gd name="T3" fmla="*/ 7 h 32"/>
                <a:gd name="T4" fmla="*/ 5 w 59"/>
                <a:gd name="T5" fmla="*/ 32 h 32"/>
                <a:gd name="T6" fmla="*/ 0 w 59"/>
                <a:gd name="T7" fmla="*/ 27 h 32"/>
                <a:gd name="T8" fmla="*/ 27 w 59"/>
                <a:gd name="T9" fmla="*/ 0 h 32"/>
                <a:gd name="T10" fmla="*/ 32 w 59"/>
                <a:gd name="T11" fmla="*/ 0 h 32"/>
                <a:gd name="T12" fmla="*/ 59 w 59"/>
                <a:gd name="T13" fmla="*/ 27 h 32"/>
                <a:gd name="T14" fmla="*/ 53 w 59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2">
                  <a:moveTo>
                    <a:pt x="53" y="32"/>
                  </a:moveTo>
                  <a:lnTo>
                    <a:pt x="29" y="7"/>
                  </a:lnTo>
                  <a:lnTo>
                    <a:pt x="5" y="32"/>
                  </a:lnTo>
                  <a:lnTo>
                    <a:pt x="0" y="27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59" y="27"/>
                  </a:lnTo>
                  <a:lnTo>
                    <a:pt x="5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5" name="Rectangle 101"/>
            <p:cNvSpPr>
              <a:spLocks noChangeArrowheads="1"/>
            </p:cNvSpPr>
            <p:nvPr/>
          </p:nvSpPr>
          <p:spPr bwMode="auto">
            <a:xfrm>
              <a:off x="5757466" y="1811253"/>
              <a:ext cx="8444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9" name="Группа 478"/>
          <p:cNvGrpSpPr/>
          <p:nvPr/>
        </p:nvGrpSpPr>
        <p:grpSpPr>
          <a:xfrm>
            <a:off x="6397767" y="2443111"/>
            <a:ext cx="302560" cy="302560"/>
            <a:chOff x="6397767" y="2443111"/>
            <a:chExt cx="302560" cy="302560"/>
          </a:xfrm>
          <a:solidFill>
            <a:schemeClr val="tx1"/>
          </a:solidFill>
        </p:grpSpPr>
        <p:sp>
          <p:nvSpPr>
            <p:cNvPr id="96" name="Freeform 102"/>
            <p:cNvSpPr>
              <a:spLocks noEditPoints="1"/>
            </p:cNvSpPr>
            <p:nvPr/>
          </p:nvSpPr>
          <p:spPr bwMode="auto">
            <a:xfrm>
              <a:off x="6397767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2 w 256"/>
                <a:gd name="T29" fmla="*/ 213 h 256"/>
                <a:gd name="T30" fmla="*/ 248 w 256"/>
                <a:gd name="T31" fmla="*/ 128 h 256"/>
                <a:gd name="T32" fmla="*/ 212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3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3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2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5" y="8"/>
                    <a:pt x="65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5" y="235"/>
                    <a:pt x="95" y="248"/>
                    <a:pt x="128" y="248"/>
                  </a:cubicBezTo>
                  <a:cubicBezTo>
                    <a:pt x="160" y="248"/>
                    <a:pt x="190" y="235"/>
                    <a:pt x="212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2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7" name="Rectangle 103"/>
            <p:cNvSpPr>
              <a:spLocks noChangeArrowheads="1"/>
            </p:cNvSpPr>
            <p:nvPr/>
          </p:nvSpPr>
          <p:spPr bwMode="auto">
            <a:xfrm>
              <a:off x="6506125" y="2519102"/>
              <a:ext cx="9851" cy="1519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8" name="Freeform 104"/>
            <p:cNvSpPr>
              <a:spLocks/>
            </p:cNvSpPr>
            <p:nvPr/>
          </p:nvSpPr>
          <p:spPr bwMode="auto">
            <a:xfrm>
              <a:off x="6510347" y="2516288"/>
              <a:ext cx="71770" cy="78806"/>
            </a:xfrm>
            <a:custGeom>
              <a:avLst/>
              <a:gdLst>
                <a:gd name="T0" fmla="*/ 24 w 60"/>
                <a:gd name="T1" fmla="*/ 66 h 66"/>
                <a:gd name="T2" fmla="*/ 21 w 60"/>
                <a:gd name="T3" fmla="*/ 66 h 66"/>
                <a:gd name="T4" fmla="*/ 0 w 60"/>
                <a:gd name="T5" fmla="*/ 66 h 66"/>
                <a:gd name="T6" fmla="*/ 0 w 60"/>
                <a:gd name="T7" fmla="*/ 58 h 66"/>
                <a:gd name="T8" fmla="*/ 21 w 60"/>
                <a:gd name="T9" fmla="*/ 58 h 66"/>
                <a:gd name="T10" fmla="*/ 45 w 60"/>
                <a:gd name="T11" fmla="*/ 51 h 66"/>
                <a:gd name="T12" fmla="*/ 52 w 60"/>
                <a:gd name="T13" fmla="*/ 34 h 66"/>
                <a:gd name="T14" fmla="*/ 45 w 60"/>
                <a:gd name="T15" fmla="*/ 17 h 66"/>
                <a:gd name="T16" fmla="*/ 22 w 60"/>
                <a:gd name="T17" fmla="*/ 10 h 66"/>
                <a:gd name="T18" fmla="*/ 0 w 60"/>
                <a:gd name="T19" fmla="*/ 10 h 66"/>
                <a:gd name="T20" fmla="*/ 0 w 60"/>
                <a:gd name="T21" fmla="*/ 2 h 66"/>
                <a:gd name="T22" fmla="*/ 21 w 60"/>
                <a:gd name="T23" fmla="*/ 2 h 66"/>
                <a:gd name="T24" fmla="*/ 50 w 60"/>
                <a:gd name="T25" fmla="*/ 11 h 66"/>
                <a:gd name="T26" fmla="*/ 60 w 60"/>
                <a:gd name="T27" fmla="*/ 34 h 66"/>
                <a:gd name="T28" fmla="*/ 50 w 60"/>
                <a:gd name="T29" fmla="*/ 57 h 66"/>
                <a:gd name="T30" fmla="*/ 24 w 60"/>
                <a:gd name="T3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66">
                  <a:moveTo>
                    <a:pt x="24" y="66"/>
                  </a:moveTo>
                  <a:cubicBezTo>
                    <a:pt x="22" y="66"/>
                    <a:pt x="21" y="66"/>
                    <a:pt x="21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2" y="58"/>
                    <a:pt x="36" y="59"/>
                    <a:pt x="45" y="51"/>
                  </a:cubicBezTo>
                  <a:cubicBezTo>
                    <a:pt x="49" y="47"/>
                    <a:pt x="52" y="41"/>
                    <a:pt x="52" y="34"/>
                  </a:cubicBezTo>
                  <a:cubicBezTo>
                    <a:pt x="52" y="26"/>
                    <a:pt x="49" y="21"/>
                    <a:pt x="45" y="17"/>
                  </a:cubicBezTo>
                  <a:cubicBezTo>
                    <a:pt x="36" y="9"/>
                    <a:pt x="22" y="10"/>
                    <a:pt x="22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39" y="0"/>
                    <a:pt x="50" y="11"/>
                  </a:cubicBezTo>
                  <a:cubicBezTo>
                    <a:pt x="56" y="16"/>
                    <a:pt x="60" y="24"/>
                    <a:pt x="60" y="34"/>
                  </a:cubicBezTo>
                  <a:cubicBezTo>
                    <a:pt x="60" y="44"/>
                    <a:pt x="56" y="52"/>
                    <a:pt x="50" y="57"/>
                  </a:cubicBezTo>
                  <a:cubicBezTo>
                    <a:pt x="42" y="65"/>
                    <a:pt x="29" y="66"/>
                    <a:pt x="24" y="6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Freeform 105"/>
            <p:cNvSpPr>
              <a:spLocks/>
            </p:cNvSpPr>
            <p:nvPr/>
          </p:nvSpPr>
          <p:spPr bwMode="auto">
            <a:xfrm>
              <a:off x="6510347" y="2582428"/>
              <a:ext cx="80214" cy="88657"/>
            </a:xfrm>
            <a:custGeom>
              <a:avLst/>
              <a:gdLst>
                <a:gd name="T0" fmla="*/ 27 w 68"/>
                <a:gd name="T1" fmla="*/ 74 h 74"/>
                <a:gd name="T2" fmla="*/ 24 w 68"/>
                <a:gd name="T3" fmla="*/ 74 h 74"/>
                <a:gd name="T4" fmla="*/ 0 w 68"/>
                <a:gd name="T5" fmla="*/ 74 h 74"/>
                <a:gd name="T6" fmla="*/ 0 w 68"/>
                <a:gd name="T7" fmla="*/ 66 h 74"/>
                <a:gd name="T8" fmla="*/ 24 w 68"/>
                <a:gd name="T9" fmla="*/ 66 h 74"/>
                <a:gd name="T10" fmla="*/ 52 w 68"/>
                <a:gd name="T11" fmla="*/ 58 h 74"/>
                <a:gd name="T12" fmla="*/ 60 w 68"/>
                <a:gd name="T13" fmla="*/ 38 h 74"/>
                <a:gd name="T14" fmla="*/ 52 w 68"/>
                <a:gd name="T15" fmla="*/ 18 h 74"/>
                <a:gd name="T16" fmla="*/ 25 w 68"/>
                <a:gd name="T17" fmla="*/ 10 h 74"/>
                <a:gd name="T18" fmla="*/ 0 w 68"/>
                <a:gd name="T19" fmla="*/ 10 h 74"/>
                <a:gd name="T20" fmla="*/ 0 w 68"/>
                <a:gd name="T21" fmla="*/ 2 h 74"/>
                <a:gd name="T22" fmla="*/ 24 w 68"/>
                <a:gd name="T23" fmla="*/ 2 h 74"/>
                <a:gd name="T24" fmla="*/ 57 w 68"/>
                <a:gd name="T25" fmla="*/ 12 h 74"/>
                <a:gd name="T26" fmla="*/ 68 w 68"/>
                <a:gd name="T27" fmla="*/ 38 h 74"/>
                <a:gd name="T28" fmla="*/ 57 w 68"/>
                <a:gd name="T29" fmla="*/ 64 h 74"/>
                <a:gd name="T30" fmla="*/ 27 w 68"/>
                <a:gd name="T31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74">
                  <a:moveTo>
                    <a:pt x="27" y="74"/>
                  </a:moveTo>
                  <a:cubicBezTo>
                    <a:pt x="25" y="74"/>
                    <a:pt x="24" y="74"/>
                    <a:pt x="24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6"/>
                    <a:pt x="42" y="67"/>
                    <a:pt x="52" y="58"/>
                  </a:cubicBezTo>
                  <a:cubicBezTo>
                    <a:pt x="57" y="53"/>
                    <a:pt x="60" y="47"/>
                    <a:pt x="60" y="38"/>
                  </a:cubicBezTo>
                  <a:cubicBezTo>
                    <a:pt x="60" y="29"/>
                    <a:pt x="57" y="22"/>
                    <a:pt x="52" y="18"/>
                  </a:cubicBezTo>
                  <a:cubicBezTo>
                    <a:pt x="42" y="9"/>
                    <a:pt x="25" y="10"/>
                    <a:pt x="25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2"/>
                    <a:pt x="45" y="0"/>
                    <a:pt x="57" y="12"/>
                  </a:cubicBezTo>
                  <a:cubicBezTo>
                    <a:pt x="64" y="18"/>
                    <a:pt x="68" y="27"/>
                    <a:pt x="68" y="38"/>
                  </a:cubicBezTo>
                  <a:cubicBezTo>
                    <a:pt x="68" y="49"/>
                    <a:pt x="64" y="58"/>
                    <a:pt x="57" y="64"/>
                  </a:cubicBezTo>
                  <a:cubicBezTo>
                    <a:pt x="47" y="73"/>
                    <a:pt x="34" y="74"/>
                    <a:pt x="27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0" name="Rectangle 106"/>
            <p:cNvSpPr>
              <a:spLocks noChangeArrowheads="1"/>
            </p:cNvSpPr>
            <p:nvPr/>
          </p:nvSpPr>
          <p:spPr bwMode="auto">
            <a:xfrm>
              <a:off x="6534270" y="2505030"/>
              <a:ext cx="9851" cy="1843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5" name="Группа 454"/>
          <p:cNvGrpSpPr/>
          <p:nvPr/>
        </p:nvGrpSpPr>
        <p:grpSpPr>
          <a:xfrm>
            <a:off x="2074684" y="2050486"/>
            <a:ext cx="303967" cy="302560"/>
            <a:chOff x="2074684" y="2050486"/>
            <a:chExt cx="303967" cy="302560"/>
          </a:xfrm>
          <a:solidFill>
            <a:schemeClr val="tx1"/>
          </a:solidFill>
        </p:grpSpPr>
        <p:sp>
          <p:nvSpPr>
            <p:cNvPr id="101" name="Freeform 107"/>
            <p:cNvSpPr>
              <a:spLocks noEditPoints="1"/>
            </p:cNvSpPr>
            <p:nvPr/>
          </p:nvSpPr>
          <p:spPr bwMode="auto">
            <a:xfrm>
              <a:off x="2136603" y="2286905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2" name="Freeform 108"/>
            <p:cNvSpPr>
              <a:spLocks noEditPoints="1"/>
            </p:cNvSpPr>
            <p:nvPr/>
          </p:nvSpPr>
          <p:spPr bwMode="auto">
            <a:xfrm>
              <a:off x="2249183" y="2286905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3" name="Rectangle 109"/>
            <p:cNvSpPr>
              <a:spLocks noChangeArrowheads="1"/>
            </p:cNvSpPr>
            <p:nvPr/>
          </p:nvSpPr>
          <p:spPr bwMode="auto">
            <a:xfrm>
              <a:off x="2197114" y="2315050"/>
              <a:ext cx="5769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4" name="Freeform 110"/>
            <p:cNvSpPr>
              <a:spLocks/>
            </p:cNvSpPr>
            <p:nvPr/>
          </p:nvSpPr>
          <p:spPr bwMode="auto">
            <a:xfrm>
              <a:off x="2074684" y="2054709"/>
              <a:ext cx="70363" cy="265971"/>
            </a:xfrm>
            <a:custGeom>
              <a:avLst/>
              <a:gdLst>
                <a:gd name="T0" fmla="*/ 44 w 50"/>
                <a:gd name="T1" fmla="*/ 189 h 189"/>
                <a:gd name="T2" fmla="*/ 30 w 50"/>
                <a:gd name="T3" fmla="*/ 7 h 189"/>
                <a:gd name="T4" fmla="*/ 0 w 50"/>
                <a:gd name="T5" fmla="*/ 7 h 189"/>
                <a:gd name="T6" fmla="*/ 0 w 50"/>
                <a:gd name="T7" fmla="*/ 0 h 189"/>
                <a:gd name="T8" fmla="*/ 36 w 50"/>
                <a:gd name="T9" fmla="*/ 0 h 189"/>
                <a:gd name="T10" fmla="*/ 50 w 50"/>
                <a:gd name="T11" fmla="*/ 189 h 189"/>
                <a:gd name="T12" fmla="*/ 44 w 50"/>
                <a:gd name="T13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9">
                  <a:moveTo>
                    <a:pt x="44" y="189"/>
                  </a:moveTo>
                  <a:lnTo>
                    <a:pt x="30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50" y="189"/>
                  </a:lnTo>
                  <a:lnTo>
                    <a:pt x="44" y="1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5" name="Freeform 111"/>
            <p:cNvSpPr>
              <a:spLocks/>
            </p:cNvSpPr>
            <p:nvPr/>
          </p:nvSpPr>
          <p:spPr bwMode="auto">
            <a:xfrm>
              <a:off x="2126752" y="2092704"/>
              <a:ext cx="251899" cy="166056"/>
            </a:xfrm>
            <a:custGeom>
              <a:avLst/>
              <a:gdLst>
                <a:gd name="T0" fmla="*/ 7 w 179"/>
                <a:gd name="T1" fmla="*/ 118 h 118"/>
                <a:gd name="T2" fmla="*/ 6 w 179"/>
                <a:gd name="T3" fmla="*/ 111 h 118"/>
                <a:gd name="T4" fmla="*/ 148 w 179"/>
                <a:gd name="T5" fmla="*/ 101 h 118"/>
                <a:gd name="T6" fmla="*/ 170 w 179"/>
                <a:gd name="T7" fmla="*/ 7 h 118"/>
                <a:gd name="T8" fmla="*/ 0 w 179"/>
                <a:gd name="T9" fmla="*/ 7 h 118"/>
                <a:gd name="T10" fmla="*/ 0 w 179"/>
                <a:gd name="T11" fmla="*/ 0 h 118"/>
                <a:gd name="T12" fmla="*/ 179 w 179"/>
                <a:gd name="T13" fmla="*/ 0 h 118"/>
                <a:gd name="T14" fmla="*/ 154 w 179"/>
                <a:gd name="T15" fmla="*/ 108 h 118"/>
                <a:gd name="T16" fmla="*/ 7 w 179"/>
                <a:gd name="T1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8">
                  <a:moveTo>
                    <a:pt x="7" y="118"/>
                  </a:moveTo>
                  <a:lnTo>
                    <a:pt x="6" y="111"/>
                  </a:lnTo>
                  <a:lnTo>
                    <a:pt x="148" y="101"/>
                  </a:lnTo>
                  <a:lnTo>
                    <a:pt x="170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8"/>
                  </a:lnTo>
                  <a:lnTo>
                    <a:pt x="7" y="1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Freeform 112"/>
            <p:cNvSpPr>
              <a:spLocks/>
            </p:cNvSpPr>
            <p:nvPr/>
          </p:nvSpPr>
          <p:spPr bwMode="auto">
            <a:xfrm>
              <a:off x="2164748" y="2064559"/>
              <a:ext cx="74585" cy="33774"/>
            </a:xfrm>
            <a:custGeom>
              <a:avLst/>
              <a:gdLst>
                <a:gd name="T0" fmla="*/ 47 w 53"/>
                <a:gd name="T1" fmla="*/ 24 h 24"/>
                <a:gd name="T2" fmla="*/ 41 w 53"/>
                <a:gd name="T3" fmla="*/ 7 h 24"/>
                <a:gd name="T4" fmla="*/ 12 w 53"/>
                <a:gd name="T5" fmla="*/ 7 h 24"/>
                <a:gd name="T6" fmla="*/ 6 w 53"/>
                <a:gd name="T7" fmla="*/ 24 h 24"/>
                <a:gd name="T8" fmla="*/ 0 w 53"/>
                <a:gd name="T9" fmla="*/ 23 h 24"/>
                <a:gd name="T10" fmla="*/ 7 w 53"/>
                <a:gd name="T11" fmla="*/ 0 h 24"/>
                <a:gd name="T12" fmla="*/ 46 w 53"/>
                <a:gd name="T13" fmla="*/ 0 h 24"/>
                <a:gd name="T14" fmla="*/ 53 w 53"/>
                <a:gd name="T15" fmla="*/ 23 h 24"/>
                <a:gd name="T16" fmla="*/ 47 w 53"/>
                <a:gd name="T1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4">
                  <a:moveTo>
                    <a:pt x="47" y="24"/>
                  </a:moveTo>
                  <a:lnTo>
                    <a:pt x="41" y="7"/>
                  </a:lnTo>
                  <a:lnTo>
                    <a:pt x="12" y="7"/>
                  </a:lnTo>
                  <a:lnTo>
                    <a:pt x="6" y="24"/>
                  </a:lnTo>
                  <a:lnTo>
                    <a:pt x="0" y="23"/>
                  </a:lnTo>
                  <a:lnTo>
                    <a:pt x="7" y="0"/>
                  </a:lnTo>
                  <a:lnTo>
                    <a:pt x="46" y="0"/>
                  </a:lnTo>
                  <a:lnTo>
                    <a:pt x="53" y="23"/>
                  </a:lnTo>
                  <a:lnTo>
                    <a:pt x="4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7" name="Freeform 113"/>
            <p:cNvSpPr>
              <a:spLocks/>
            </p:cNvSpPr>
            <p:nvPr/>
          </p:nvSpPr>
          <p:spPr bwMode="auto">
            <a:xfrm>
              <a:off x="2223853" y="2050486"/>
              <a:ext cx="119617" cy="47847"/>
            </a:xfrm>
            <a:custGeom>
              <a:avLst/>
              <a:gdLst>
                <a:gd name="T0" fmla="*/ 79 w 85"/>
                <a:gd name="T1" fmla="*/ 34 h 34"/>
                <a:gd name="T2" fmla="*/ 70 w 85"/>
                <a:gd name="T3" fmla="*/ 7 h 34"/>
                <a:gd name="T4" fmla="*/ 19 w 85"/>
                <a:gd name="T5" fmla="*/ 7 h 34"/>
                <a:gd name="T6" fmla="*/ 3 w 85"/>
                <a:gd name="T7" fmla="*/ 16 h 34"/>
                <a:gd name="T8" fmla="*/ 0 w 85"/>
                <a:gd name="T9" fmla="*/ 10 h 34"/>
                <a:gd name="T10" fmla="*/ 17 w 85"/>
                <a:gd name="T11" fmla="*/ 0 h 34"/>
                <a:gd name="T12" fmla="*/ 75 w 85"/>
                <a:gd name="T13" fmla="*/ 0 h 34"/>
                <a:gd name="T14" fmla="*/ 85 w 85"/>
                <a:gd name="T15" fmla="*/ 33 h 34"/>
                <a:gd name="T16" fmla="*/ 79 w 85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34">
                  <a:moveTo>
                    <a:pt x="79" y="34"/>
                  </a:moveTo>
                  <a:lnTo>
                    <a:pt x="70" y="7"/>
                  </a:lnTo>
                  <a:lnTo>
                    <a:pt x="19" y="7"/>
                  </a:lnTo>
                  <a:lnTo>
                    <a:pt x="3" y="16"/>
                  </a:lnTo>
                  <a:lnTo>
                    <a:pt x="0" y="10"/>
                  </a:lnTo>
                  <a:lnTo>
                    <a:pt x="17" y="0"/>
                  </a:lnTo>
                  <a:lnTo>
                    <a:pt x="75" y="0"/>
                  </a:lnTo>
                  <a:lnTo>
                    <a:pt x="85" y="33"/>
                  </a:lnTo>
                  <a:lnTo>
                    <a:pt x="79" y="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6" name="Группа 455"/>
          <p:cNvGrpSpPr/>
          <p:nvPr/>
        </p:nvGrpSpPr>
        <p:grpSpPr>
          <a:xfrm>
            <a:off x="2467307" y="2053301"/>
            <a:ext cx="303968" cy="298338"/>
            <a:chOff x="2467307" y="2053301"/>
            <a:chExt cx="303968" cy="298338"/>
          </a:xfrm>
          <a:solidFill>
            <a:schemeClr val="tx1"/>
          </a:solidFill>
        </p:grpSpPr>
        <p:sp>
          <p:nvSpPr>
            <p:cNvPr id="108" name="Freeform 114"/>
            <p:cNvSpPr>
              <a:spLocks noEditPoints="1"/>
            </p:cNvSpPr>
            <p:nvPr/>
          </p:nvSpPr>
          <p:spPr bwMode="auto">
            <a:xfrm>
              <a:off x="2529226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Freeform 115"/>
            <p:cNvSpPr>
              <a:spLocks noEditPoints="1"/>
            </p:cNvSpPr>
            <p:nvPr/>
          </p:nvSpPr>
          <p:spPr bwMode="auto">
            <a:xfrm>
              <a:off x="2641806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0" name="Rectangle 116"/>
            <p:cNvSpPr>
              <a:spLocks noChangeArrowheads="1"/>
            </p:cNvSpPr>
            <p:nvPr/>
          </p:nvSpPr>
          <p:spPr bwMode="auto">
            <a:xfrm>
              <a:off x="2589739" y="2313643"/>
              <a:ext cx="5769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1" name="Freeform 117"/>
            <p:cNvSpPr>
              <a:spLocks/>
            </p:cNvSpPr>
            <p:nvPr/>
          </p:nvSpPr>
          <p:spPr bwMode="auto">
            <a:xfrm>
              <a:off x="2467307" y="2053301"/>
              <a:ext cx="70363" cy="264564"/>
            </a:xfrm>
            <a:custGeom>
              <a:avLst/>
              <a:gdLst>
                <a:gd name="T0" fmla="*/ 44 w 50"/>
                <a:gd name="T1" fmla="*/ 188 h 188"/>
                <a:gd name="T2" fmla="*/ 30 w 50"/>
                <a:gd name="T3" fmla="*/ 6 h 188"/>
                <a:gd name="T4" fmla="*/ 0 w 50"/>
                <a:gd name="T5" fmla="*/ 6 h 188"/>
                <a:gd name="T6" fmla="*/ 0 w 50"/>
                <a:gd name="T7" fmla="*/ 0 h 188"/>
                <a:gd name="T8" fmla="*/ 37 w 50"/>
                <a:gd name="T9" fmla="*/ 0 h 188"/>
                <a:gd name="T10" fmla="*/ 50 w 50"/>
                <a:gd name="T11" fmla="*/ 188 h 188"/>
                <a:gd name="T12" fmla="*/ 44 w 50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8">
                  <a:moveTo>
                    <a:pt x="44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0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Freeform 118"/>
            <p:cNvSpPr>
              <a:spLocks/>
            </p:cNvSpPr>
            <p:nvPr/>
          </p:nvSpPr>
          <p:spPr bwMode="auto">
            <a:xfrm>
              <a:off x="2519376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Freeform 119"/>
            <p:cNvSpPr>
              <a:spLocks/>
            </p:cNvSpPr>
            <p:nvPr/>
          </p:nvSpPr>
          <p:spPr bwMode="auto">
            <a:xfrm>
              <a:off x="2591145" y="2129293"/>
              <a:ext cx="102730" cy="68956"/>
            </a:xfrm>
            <a:custGeom>
              <a:avLst/>
              <a:gdLst>
                <a:gd name="T0" fmla="*/ 29 w 73"/>
                <a:gd name="T1" fmla="*/ 49 h 49"/>
                <a:gd name="T2" fmla="*/ 24 w 73"/>
                <a:gd name="T3" fmla="*/ 49 h 49"/>
                <a:gd name="T4" fmla="*/ 0 w 73"/>
                <a:gd name="T5" fmla="*/ 26 h 49"/>
                <a:gd name="T6" fmla="*/ 5 w 73"/>
                <a:gd name="T7" fmla="*/ 21 h 49"/>
                <a:gd name="T8" fmla="*/ 26 w 73"/>
                <a:gd name="T9" fmla="*/ 42 h 49"/>
                <a:gd name="T10" fmla="*/ 67 w 73"/>
                <a:gd name="T11" fmla="*/ 0 h 49"/>
                <a:gd name="T12" fmla="*/ 73 w 73"/>
                <a:gd name="T13" fmla="*/ 5 h 49"/>
                <a:gd name="T14" fmla="*/ 29 w 73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49">
                  <a:moveTo>
                    <a:pt x="29" y="49"/>
                  </a:moveTo>
                  <a:lnTo>
                    <a:pt x="24" y="49"/>
                  </a:lnTo>
                  <a:lnTo>
                    <a:pt x="0" y="26"/>
                  </a:lnTo>
                  <a:lnTo>
                    <a:pt x="5" y="21"/>
                  </a:lnTo>
                  <a:lnTo>
                    <a:pt x="26" y="42"/>
                  </a:lnTo>
                  <a:lnTo>
                    <a:pt x="67" y="0"/>
                  </a:lnTo>
                  <a:lnTo>
                    <a:pt x="73" y="5"/>
                  </a:lnTo>
                  <a:lnTo>
                    <a:pt x="29" y="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7" name="Группа 456"/>
          <p:cNvGrpSpPr/>
          <p:nvPr/>
        </p:nvGrpSpPr>
        <p:grpSpPr>
          <a:xfrm>
            <a:off x="2859931" y="2053301"/>
            <a:ext cx="303967" cy="298338"/>
            <a:chOff x="2859931" y="2053301"/>
            <a:chExt cx="303967" cy="298338"/>
          </a:xfrm>
          <a:solidFill>
            <a:schemeClr val="tx1"/>
          </a:solidFill>
        </p:grpSpPr>
        <p:sp>
          <p:nvSpPr>
            <p:cNvPr id="114" name="Freeform 120"/>
            <p:cNvSpPr>
              <a:spLocks noEditPoints="1"/>
            </p:cNvSpPr>
            <p:nvPr/>
          </p:nvSpPr>
          <p:spPr bwMode="auto">
            <a:xfrm>
              <a:off x="2921850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5" name="Freeform 121"/>
            <p:cNvSpPr>
              <a:spLocks noEditPoints="1"/>
            </p:cNvSpPr>
            <p:nvPr/>
          </p:nvSpPr>
          <p:spPr bwMode="auto">
            <a:xfrm>
              <a:off x="3034431" y="2285498"/>
              <a:ext cx="67548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Rectangle 122"/>
            <p:cNvSpPr>
              <a:spLocks noChangeArrowheads="1"/>
            </p:cNvSpPr>
            <p:nvPr/>
          </p:nvSpPr>
          <p:spPr bwMode="auto">
            <a:xfrm>
              <a:off x="2982362" y="2313643"/>
              <a:ext cx="5769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7" name="Freeform 123"/>
            <p:cNvSpPr>
              <a:spLocks/>
            </p:cNvSpPr>
            <p:nvPr/>
          </p:nvSpPr>
          <p:spPr bwMode="auto">
            <a:xfrm>
              <a:off x="2859931" y="2053301"/>
              <a:ext cx="70363" cy="264564"/>
            </a:xfrm>
            <a:custGeom>
              <a:avLst/>
              <a:gdLst>
                <a:gd name="T0" fmla="*/ 44 w 50"/>
                <a:gd name="T1" fmla="*/ 188 h 188"/>
                <a:gd name="T2" fmla="*/ 30 w 50"/>
                <a:gd name="T3" fmla="*/ 6 h 188"/>
                <a:gd name="T4" fmla="*/ 0 w 50"/>
                <a:gd name="T5" fmla="*/ 6 h 188"/>
                <a:gd name="T6" fmla="*/ 0 w 50"/>
                <a:gd name="T7" fmla="*/ 0 h 188"/>
                <a:gd name="T8" fmla="*/ 37 w 50"/>
                <a:gd name="T9" fmla="*/ 0 h 188"/>
                <a:gd name="T10" fmla="*/ 50 w 50"/>
                <a:gd name="T11" fmla="*/ 188 h 188"/>
                <a:gd name="T12" fmla="*/ 44 w 50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8">
                  <a:moveTo>
                    <a:pt x="44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0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8" name="Freeform 124"/>
            <p:cNvSpPr>
              <a:spLocks/>
            </p:cNvSpPr>
            <p:nvPr/>
          </p:nvSpPr>
          <p:spPr bwMode="auto">
            <a:xfrm>
              <a:off x="2911999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9" name="Freeform 125"/>
            <p:cNvSpPr>
              <a:spLocks noEditPoints="1"/>
            </p:cNvSpPr>
            <p:nvPr/>
          </p:nvSpPr>
          <p:spPr bwMode="auto">
            <a:xfrm>
              <a:off x="2978141" y="2133515"/>
              <a:ext cx="104137" cy="66141"/>
            </a:xfrm>
            <a:custGeom>
              <a:avLst/>
              <a:gdLst>
                <a:gd name="T0" fmla="*/ 72 w 88"/>
                <a:gd name="T1" fmla="*/ 56 h 56"/>
                <a:gd name="T2" fmla="*/ 16 w 88"/>
                <a:gd name="T3" fmla="*/ 56 h 56"/>
                <a:gd name="T4" fmla="*/ 0 w 88"/>
                <a:gd name="T5" fmla="*/ 40 h 56"/>
                <a:gd name="T6" fmla="*/ 13 w 88"/>
                <a:gd name="T7" fmla="*/ 24 h 56"/>
                <a:gd name="T8" fmla="*/ 44 w 88"/>
                <a:gd name="T9" fmla="*/ 0 h 56"/>
                <a:gd name="T10" fmla="*/ 76 w 88"/>
                <a:gd name="T11" fmla="*/ 24 h 56"/>
                <a:gd name="T12" fmla="*/ 88 w 88"/>
                <a:gd name="T13" fmla="*/ 40 h 56"/>
                <a:gd name="T14" fmla="*/ 72 w 88"/>
                <a:gd name="T15" fmla="*/ 56 h 56"/>
                <a:gd name="T16" fmla="*/ 16 w 88"/>
                <a:gd name="T17" fmla="*/ 32 h 56"/>
                <a:gd name="T18" fmla="*/ 8 w 88"/>
                <a:gd name="T19" fmla="*/ 40 h 56"/>
                <a:gd name="T20" fmla="*/ 16 w 88"/>
                <a:gd name="T21" fmla="*/ 48 h 56"/>
                <a:gd name="T22" fmla="*/ 72 w 88"/>
                <a:gd name="T23" fmla="*/ 48 h 56"/>
                <a:gd name="T24" fmla="*/ 80 w 88"/>
                <a:gd name="T25" fmla="*/ 40 h 56"/>
                <a:gd name="T26" fmla="*/ 72 w 88"/>
                <a:gd name="T27" fmla="*/ 32 h 56"/>
                <a:gd name="T28" fmla="*/ 68 w 88"/>
                <a:gd name="T29" fmla="*/ 32 h 56"/>
                <a:gd name="T30" fmla="*/ 68 w 88"/>
                <a:gd name="T31" fmla="*/ 28 h 56"/>
                <a:gd name="T32" fmla="*/ 44 w 88"/>
                <a:gd name="T33" fmla="*/ 8 h 56"/>
                <a:gd name="T34" fmla="*/ 20 w 88"/>
                <a:gd name="T35" fmla="*/ 29 h 56"/>
                <a:gd name="T36" fmla="*/ 19 w 88"/>
                <a:gd name="T37" fmla="*/ 32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2" y="56"/>
                  </a:moveTo>
                  <a:cubicBezTo>
                    <a:pt x="16" y="56"/>
                    <a:pt x="16" y="56"/>
                    <a:pt x="16" y="56"/>
                  </a:cubicBezTo>
                  <a:cubicBezTo>
                    <a:pt x="6" y="56"/>
                    <a:pt x="0" y="50"/>
                    <a:pt x="0" y="40"/>
                  </a:cubicBezTo>
                  <a:cubicBezTo>
                    <a:pt x="0" y="35"/>
                    <a:pt x="4" y="26"/>
                    <a:pt x="13" y="24"/>
                  </a:cubicBezTo>
                  <a:cubicBezTo>
                    <a:pt x="17" y="12"/>
                    <a:pt x="29" y="0"/>
                    <a:pt x="44" y="0"/>
                  </a:cubicBezTo>
                  <a:cubicBezTo>
                    <a:pt x="61" y="0"/>
                    <a:pt x="74" y="10"/>
                    <a:pt x="76" y="24"/>
                  </a:cubicBezTo>
                  <a:cubicBezTo>
                    <a:pt x="84" y="26"/>
                    <a:pt x="88" y="35"/>
                    <a:pt x="88" y="40"/>
                  </a:cubicBezTo>
                  <a:cubicBezTo>
                    <a:pt x="88" y="50"/>
                    <a:pt x="82" y="56"/>
                    <a:pt x="72" y="56"/>
                  </a:cubicBezTo>
                  <a:close/>
                  <a:moveTo>
                    <a:pt x="16" y="32"/>
                  </a:moveTo>
                  <a:cubicBezTo>
                    <a:pt x="10" y="32"/>
                    <a:pt x="8" y="38"/>
                    <a:pt x="8" y="40"/>
                  </a:cubicBezTo>
                  <a:cubicBezTo>
                    <a:pt x="8" y="46"/>
                    <a:pt x="10" y="48"/>
                    <a:pt x="16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7" y="48"/>
                    <a:pt x="80" y="45"/>
                    <a:pt x="80" y="40"/>
                  </a:cubicBezTo>
                  <a:cubicBezTo>
                    <a:pt x="80" y="38"/>
                    <a:pt x="78" y="32"/>
                    <a:pt x="72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8" y="15"/>
                    <a:pt x="56" y="8"/>
                    <a:pt x="44" y="8"/>
                  </a:cubicBezTo>
                  <a:cubicBezTo>
                    <a:pt x="32" y="8"/>
                    <a:pt x="22" y="19"/>
                    <a:pt x="20" y="29"/>
                  </a:cubicBezTo>
                  <a:cubicBezTo>
                    <a:pt x="19" y="32"/>
                    <a:pt x="19" y="32"/>
                    <a:pt x="19" y="32"/>
                  </a:cubicBezTo>
                  <a:lnTo>
                    <a:pt x="16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8" name="Группа 457"/>
          <p:cNvGrpSpPr/>
          <p:nvPr/>
        </p:nvGrpSpPr>
        <p:grpSpPr>
          <a:xfrm>
            <a:off x="3252555" y="2053301"/>
            <a:ext cx="303967" cy="298338"/>
            <a:chOff x="3252555" y="2053301"/>
            <a:chExt cx="303967" cy="298338"/>
          </a:xfrm>
          <a:solidFill>
            <a:schemeClr val="tx1"/>
          </a:solidFill>
        </p:grpSpPr>
        <p:sp>
          <p:nvSpPr>
            <p:cNvPr id="120" name="Freeform 126"/>
            <p:cNvSpPr>
              <a:spLocks noEditPoints="1"/>
            </p:cNvSpPr>
            <p:nvPr/>
          </p:nvSpPr>
          <p:spPr bwMode="auto">
            <a:xfrm>
              <a:off x="3314474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1" name="Freeform 127"/>
            <p:cNvSpPr>
              <a:spLocks noEditPoints="1"/>
            </p:cNvSpPr>
            <p:nvPr/>
          </p:nvSpPr>
          <p:spPr bwMode="auto">
            <a:xfrm>
              <a:off x="3428462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2" name="Rectangle 128"/>
            <p:cNvSpPr>
              <a:spLocks noChangeArrowheads="1"/>
            </p:cNvSpPr>
            <p:nvPr/>
          </p:nvSpPr>
          <p:spPr bwMode="auto">
            <a:xfrm>
              <a:off x="3376393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3" name="Freeform 129"/>
            <p:cNvSpPr>
              <a:spLocks/>
            </p:cNvSpPr>
            <p:nvPr/>
          </p:nvSpPr>
          <p:spPr bwMode="auto">
            <a:xfrm>
              <a:off x="3252555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0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Freeform 130"/>
            <p:cNvSpPr>
              <a:spLocks/>
            </p:cNvSpPr>
            <p:nvPr/>
          </p:nvSpPr>
          <p:spPr bwMode="auto">
            <a:xfrm>
              <a:off x="3304623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9" name="Группа 458"/>
          <p:cNvGrpSpPr/>
          <p:nvPr/>
        </p:nvGrpSpPr>
        <p:grpSpPr>
          <a:xfrm>
            <a:off x="3645179" y="2053301"/>
            <a:ext cx="303967" cy="298338"/>
            <a:chOff x="3645179" y="2053301"/>
            <a:chExt cx="303967" cy="298338"/>
          </a:xfrm>
          <a:solidFill>
            <a:schemeClr val="tx1"/>
          </a:solidFill>
        </p:grpSpPr>
        <p:sp>
          <p:nvSpPr>
            <p:cNvPr id="125" name="Freeform 131"/>
            <p:cNvSpPr>
              <a:spLocks noEditPoints="1"/>
            </p:cNvSpPr>
            <p:nvPr/>
          </p:nvSpPr>
          <p:spPr bwMode="auto">
            <a:xfrm>
              <a:off x="3707098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6" name="Freeform 132"/>
            <p:cNvSpPr>
              <a:spLocks noEditPoints="1"/>
            </p:cNvSpPr>
            <p:nvPr/>
          </p:nvSpPr>
          <p:spPr bwMode="auto">
            <a:xfrm>
              <a:off x="3821085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7" name="Rectangle 133"/>
            <p:cNvSpPr>
              <a:spLocks noChangeArrowheads="1"/>
            </p:cNvSpPr>
            <p:nvPr/>
          </p:nvSpPr>
          <p:spPr bwMode="auto">
            <a:xfrm>
              <a:off x="3769017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8" name="Freeform 134"/>
            <p:cNvSpPr>
              <a:spLocks/>
            </p:cNvSpPr>
            <p:nvPr/>
          </p:nvSpPr>
          <p:spPr bwMode="auto">
            <a:xfrm>
              <a:off x="3645179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0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9" name="Freeform 135"/>
            <p:cNvSpPr>
              <a:spLocks/>
            </p:cNvSpPr>
            <p:nvPr/>
          </p:nvSpPr>
          <p:spPr bwMode="auto">
            <a:xfrm>
              <a:off x="3697247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0" name="Freeform 136"/>
            <p:cNvSpPr>
              <a:spLocks/>
            </p:cNvSpPr>
            <p:nvPr/>
          </p:nvSpPr>
          <p:spPr bwMode="auto">
            <a:xfrm>
              <a:off x="3774646" y="2172918"/>
              <a:ext cx="83028" cy="45032"/>
            </a:xfrm>
            <a:custGeom>
              <a:avLst/>
              <a:gdLst>
                <a:gd name="T0" fmla="*/ 32 w 59"/>
                <a:gd name="T1" fmla="*/ 32 h 32"/>
                <a:gd name="T2" fmla="*/ 27 w 59"/>
                <a:gd name="T3" fmla="*/ 32 h 32"/>
                <a:gd name="T4" fmla="*/ 0 w 59"/>
                <a:gd name="T5" fmla="*/ 5 h 32"/>
                <a:gd name="T6" fmla="*/ 5 w 59"/>
                <a:gd name="T7" fmla="*/ 0 h 32"/>
                <a:gd name="T8" fmla="*/ 29 w 59"/>
                <a:gd name="T9" fmla="*/ 24 h 32"/>
                <a:gd name="T10" fmla="*/ 54 w 59"/>
                <a:gd name="T11" fmla="*/ 0 h 32"/>
                <a:gd name="T12" fmla="*/ 59 w 59"/>
                <a:gd name="T13" fmla="*/ 5 h 32"/>
                <a:gd name="T14" fmla="*/ 32 w 59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2">
                  <a:moveTo>
                    <a:pt x="32" y="32"/>
                  </a:move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lnTo>
                    <a:pt x="29" y="24"/>
                  </a:lnTo>
                  <a:lnTo>
                    <a:pt x="54" y="0"/>
                  </a:lnTo>
                  <a:lnTo>
                    <a:pt x="59" y="5"/>
                  </a:lnTo>
                  <a:lnTo>
                    <a:pt x="3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1" name="Rectangle 137"/>
            <p:cNvSpPr>
              <a:spLocks noChangeArrowheads="1"/>
            </p:cNvSpPr>
            <p:nvPr/>
          </p:nvSpPr>
          <p:spPr bwMode="auto">
            <a:xfrm>
              <a:off x="3811235" y="2119442"/>
              <a:ext cx="9851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0" name="Группа 459"/>
          <p:cNvGrpSpPr/>
          <p:nvPr/>
        </p:nvGrpSpPr>
        <p:grpSpPr>
          <a:xfrm>
            <a:off x="4037802" y="2053301"/>
            <a:ext cx="303968" cy="298338"/>
            <a:chOff x="4037802" y="2053301"/>
            <a:chExt cx="303968" cy="298338"/>
          </a:xfrm>
          <a:solidFill>
            <a:schemeClr val="tx1"/>
          </a:solidFill>
        </p:grpSpPr>
        <p:sp>
          <p:nvSpPr>
            <p:cNvPr id="132" name="Freeform 138"/>
            <p:cNvSpPr>
              <a:spLocks noEditPoints="1"/>
            </p:cNvSpPr>
            <p:nvPr/>
          </p:nvSpPr>
          <p:spPr bwMode="auto">
            <a:xfrm>
              <a:off x="4099721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3" name="Freeform 139"/>
            <p:cNvSpPr>
              <a:spLocks noEditPoints="1"/>
            </p:cNvSpPr>
            <p:nvPr/>
          </p:nvSpPr>
          <p:spPr bwMode="auto">
            <a:xfrm>
              <a:off x="4213709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4" name="Rectangle 140"/>
            <p:cNvSpPr>
              <a:spLocks noChangeArrowheads="1"/>
            </p:cNvSpPr>
            <p:nvPr/>
          </p:nvSpPr>
          <p:spPr bwMode="auto">
            <a:xfrm>
              <a:off x="4161640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5" name="Freeform 141"/>
            <p:cNvSpPr>
              <a:spLocks/>
            </p:cNvSpPr>
            <p:nvPr/>
          </p:nvSpPr>
          <p:spPr bwMode="auto">
            <a:xfrm>
              <a:off x="4037802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1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6" name="Freeform 142"/>
            <p:cNvSpPr>
              <a:spLocks/>
            </p:cNvSpPr>
            <p:nvPr/>
          </p:nvSpPr>
          <p:spPr bwMode="auto">
            <a:xfrm>
              <a:off x="4089871" y="2091297"/>
              <a:ext cx="251899" cy="164649"/>
            </a:xfrm>
            <a:custGeom>
              <a:avLst/>
              <a:gdLst>
                <a:gd name="T0" fmla="*/ 8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5 w 179"/>
                <a:gd name="T15" fmla="*/ 107 h 117"/>
                <a:gd name="T16" fmla="*/ 8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8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5" y="107"/>
                  </a:lnTo>
                  <a:lnTo>
                    <a:pt x="8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7" name="Rectangle 143"/>
            <p:cNvSpPr>
              <a:spLocks noChangeArrowheads="1"/>
            </p:cNvSpPr>
            <p:nvPr/>
          </p:nvSpPr>
          <p:spPr bwMode="auto">
            <a:xfrm>
              <a:off x="4165863" y="2165881"/>
              <a:ext cx="8584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1" name="Группа 460"/>
          <p:cNvGrpSpPr/>
          <p:nvPr/>
        </p:nvGrpSpPr>
        <p:grpSpPr>
          <a:xfrm>
            <a:off x="4430426" y="2053301"/>
            <a:ext cx="303967" cy="298338"/>
            <a:chOff x="4430426" y="2053301"/>
            <a:chExt cx="303967" cy="298338"/>
          </a:xfrm>
          <a:solidFill>
            <a:schemeClr val="tx1"/>
          </a:solidFill>
        </p:grpSpPr>
        <p:sp>
          <p:nvSpPr>
            <p:cNvPr id="138" name="Freeform 144"/>
            <p:cNvSpPr>
              <a:spLocks noEditPoints="1"/>
            </p:cNvSpPr>
            <p:nvPr/>
          </p:nvSpPr>
          <p:spPr bwMode="auto">
            <a:xfrm>
              <a:off x="4492345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9" name="Freeform 145"/>
            <p:cNvSpPr>
              <a:spLocks noEditPoints="1"/>
            </p:cNvSpPr>
            <p:nvPr/>
          </p:nvSpPr>
          <p:spPr bwMode="auto">
            <a:xfrm>
              <a:off x="4606333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0" name="Rectangle 146"/>
            <p:cNvSpPr>
              <a:spLocks noChangeArrowheads="1"/>
            </p:cNvSpPr>
            <p:nvPr/>
          </p:nvSpPr>
          <p:spPr bwMode="auto">
            <a:xfrm>
              <a:off x="4554265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1" name="Freeform 147"/>
            <p:cNvSpPr>
              <a:spLocks/>
            </p:cNvSpPr>
            <p:nvPr/>
          </p:nvSpPr>
          <p:spPr bwMode="auto">
            <a:xfrm>
              <a:off x="4430426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2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2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2" name="Freeform 148"/>
            <p:cNvSpPr>
              <a:spLocks/>
            </p:cNvSpPr>
            <p:nvPr/>
          </p:nvSpPr>
          <p:spPr bwMode="auto">
            <a:xfrm>
              <a:off x="4482494" y="2091297"/>
              <a:ext cx="251899" cy="164649"/>
            </a:xfrm>
            <a:custGeom>
              <a:avLst/>
              <a:gdLst>
                <a:gd name="T0" fmla="*/ 8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5 w 179"/>
                <a:gd name="T15" fmla="*/ 107 h 117"/>
                <a:gd name="T16" fmla="*/ 8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8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5" y="107"/>
                  </a:lnTo>
                  <a:lnTo>
                    <a:pt x="8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3" name="Rectangle 149"/>
            <p:cNvSpPr>
              <a:spLocks noChangeArrowheads="1"/>
            </p:cNvSpPr>
            <p:nvPr/>
          </p:nvSpPr>
          <p:spPr bwMode="auto">
            <a:xfrm>
              <a:off x="4596482" y="2129293"/>
              <a:ext cx="9851" cy="8443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4" name="Rectangle 150"/>
            <p:cNvSpPr>
              <a:spLocks noChangeArrowheads="1"/>
            </p:cNvSpPr>
            <p:nvPr/>
          </p:nvSpPr>
          <p:spPr bwMode="auto">
            <a:xfrm>
              <a:off x="4558486" y="2165881"/>
              <a:ext cx="8584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2" name="Группа 461"/>
          <p:cNvGrpSpPr/>
          <p:nvPr/>
        </p:nvGrpSpPr>
        <p:grpSpPr>
          <a:xfrm>
            <a:off x="4824457" y="2053301"/>
            <a:ext cx="303967" cy="298338"/>
            <a:chOff x="4824457" y="2053301"/>
            <a:chExt cx="303967" cy="298338"/>
          </a:xfrm>
          <a:solidFill>
            <a:schemeClr val="tx1"/>
          </a:solidFill>
        </p:grpSpPr>
        <p:sp>
          <p:nvSpPr>
            <p:cNvPr id="145" name="Freeform 151"/>
            <p:cNvSpPr>
              <a:spLocks noEditPoints="1"/>
            </p:cNvSpPr>
            <p:nvPr/>
          </p:nvSpPr>
          <p:spPr bwMode="auto">
            <a:xfrm>
              <a:off x="4886376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6" name="Freeform 152"/>
            <p:cNvSpPr>
              <a:spLocks noEditPoints="1"/>
            </p:cNvSpPr>
            <p:nvPr/>
          </p:nvSpPr>
          <p:spPr bwMode="auto">
            <a:xfrm>
              <a:off x="5000364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7" name="Rectangle 153"/>
            <p:cNvSpPr>
              <a:spLocks noChangeArrowheads="1"/>
            </p:cNvSpPr>
            <p:nvPr/>
          </p:nvSpPr>
          <p:spPr bwMode="auto">
            <a:xfrm>
              <a:off x="4948296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8" name="Freeform 154"/>
            <p:cNvSpPr>
              <a:spLocks/>
            </p:cNvSpPr>
            <p:nvPr/>
          </p:nvSpPr>
          <p:spPr bwMode="auto">
            <a:xfrm>
              <a:off x="4824457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1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6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9" name="Freeform 155"/>
            <p:cNvSpPr>
              <a:spLocks/>
            </p:cNvSpPr>
            <p:nvPr/>
          </p:nvSpPr>
          <p:spPr bwMode="auto">
            <a:xfrm>
              <a:off x="4876525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6 w 179"/>
                <a:gd name="T3" fmla="*/ 111 h 117"/>
                <a:gd name="T4" fmla="*/ 148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6" y="111"/>
                  </a:lnTo>
                  <a:lnTo>
                    <a:pt x="148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0" name="Freeform 156"/>
            <p:cNvSpPr>
              <a:spLocks/>
            </p:cNvSpPr>
            <p:nvPr/>
          </p:nvSpPr>
          <p:spPr bwMode="auto">
            <a:xfrm>
              <a:off x="4952517" y="2171510"/>
              <a:ext cx="61919" cy="46440"/>
            </a:xfrm>
            <a:custGeom>
              <a:avLst/>
              <a:gdLst>
                <a:gd name="T0" fmla="*/ 52 w 52"/>
                <a:gd name="T1" fmla="*/ 40 h 40"/>
                <a:gd name="T2" fmla="*/ 36 w 52"/>
                <a:gd name="T3" fmla="*/ 40 h 40"/>
                <a:gd name="T4" fmla="*/ 0 w 52"/>
                <a:gd name="T5" fmla="*/ 0 h 40"/>
                <a:gd name="T6" fmla="*/ 8 w 52"/>
                <a:gd name="T7" fmla="*/ 0 h 40"/>
                <a:gd name="T8" fmla="*/ 36 w 52"/>
                <a:gd name="T9" fmla="*/ 32 h 40"/>
                <a:gd name="T10" fmla="*/ 52 w 52"/>
                <a:gd name="T11" fmla="*/ 32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36" y="40"/>
                    <a:pt x="36" y="40"/>
                    <a:pt x="36" y="40"/>
                  </a:cubicBezTo>
                  <a:cubicBezTo>
                    <a:pt x="15" y="40"/>
                    <a:pt x="0" y="19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5"/>
                    <a:pt x="20" y="32"/>
                    <a:pt x="36" y="32"/>
                  </a:cubicBezTo>
                  <a:cubicBezTo>
                    <a:pt x="52" y="32"/>
                    <a:pt x="52" y="32"/>
                    <a:pt x="52" y="32"/>
                  </a:cubicBezTo>
                  <a:lnTo>
                    <a:pt x="5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1" name="Freeform 157"/>
            <p:cNvSpPr>
              <a:spLocks/>
            </p:cNvSpPr>
            <p:nvPr/>
          </p:nvSpPr>
          <p:spPr bwMode="auto">
            <a:xfrm>
              <a:off x="4994735" y="2191212"/>
              <a:ext cx="22516" cy="43625"/>
            </a:xfrm>
            <a:custGeom>
              <a:avLst/>
              <a:gdLst>
                <a:gd name="T0" fmla="*/ 6 w 16"/>
                <a:gd name="T1" fmla="*/ 31 h 31"/>
                <a:gd name="T2" fmla="*/ 0 w 16"/>
                <a:gd name="T3" fmla="*/ 27 h 31"/>
                <a:gd name="T4" fmla="*/ 10 w 16"/>
                <a:gd name="T5" fmla="*/ 16 h 31"/>
                <a:gd name="T6" fmla="*/ 0 w 16"/>
                <a:gd name="T7" fmla="*/ 4 h 31"/>
                <a:gd name="T8" fmla="*/ 6 w 16"/>
                <a:gd name="T9" fmla="*/ 0 h 31"/>
                <a:gd name="T10" fmla="*/ 16 w 16"/>
                <a:gd name="T11" fmla="*/ 14 h 31"/>
                <a:gd name="T12" fmla="*/ 16 w 16"/>
                <a:gd name="T13" fmla="*/ 18 h 31"/>
                <a:gd name="T14" fmla="*/ 6 w 16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1">
                  <a:moveTo>
                    <a:pt x="6" y="31"/>
                  </a:moveTo>
                  <a:lnTo>
                    <a:pt x="0" y="27"/>
                  </a:lnTo>
                  <a:lnTo>
                    <a:pt x="10" y="16"/>
                  </a:lnTo>
                  <a:lnTo>
                    <a:pt x="0" y="4"/>
                  </a:lnTo>
                  <a:lnTo>
                    <a:pt x="6" y="0"/>
                  </a:lnTo>
                  <a:lnTo>
                    <a:pt x="16" y="14"/>
                  </a:lnTo>
                  <a:lnTo>
                    <a:pt x="16" y="18"/>
                  </a:lnTo>
                  <a:lnTo>
                    <a:pt x="6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2" name="Freeform 158"/>
            <p:cNvSpPr>
              <a:spLocks/>
            </p:cNvSpPr>
            <p:nvPr/>
          </p:nvSpPr>
          <p:spPr bwMode="auto">
            <a:xfrm>
              <a:off x="4986291" y="2123664"/>
              <a:ext cx="60512" cy="47847"/>
            </a:xfrm>
            <a:custGeom>
              <a:avLst/>
              <a:gdLst>
                <a:gd name="T0" fmla="*/ 52 w 52"/>
                <a:gd name="T1" fmla="*/ 40 h 40"/>
                <a:gd name="T2" fmla="*/ 44 w 52"/>
                <a:gd name="T3" fmla="*/ 40 h 40"/>
                <a:gd name="T4" fmla="*/ 16 w 52"/>
                <a:gd name="T5" fmla="*/ 8 h 40"/>
                <a:gd name="T6" fmla="*/ 0 w 52"/>
                <a:gd name="T7" fmla="*/ 8 h 40"/>
                <a:gd name="T8" fmla="*/ 0 w 52"/>
                <a:gd name="T9" fmla="*/ 0 h 40"/>
                <a:gd name="T10" fmla="*/ 16 w 52"/>
                <a:gd name="T11" fmla="*/ 0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44" y="25"/>
                    <a:pt x="31" y="8"/>
                    <a:pt x="16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36" y="0"/>
                    <a:pt x="52" y="21"/>
                    <a:pt x="52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3" name="Freeform 159"/>
            <p:cNvSpPr>
              <a:spLocks/>
            </p:cNvSpPr>
            <p:nvPr/>
          </p:nvSpPr>
          <p:spPr bwMode="auto">
            <a:xfrm>
              <a:off x="4980662" y="2106777"/>
              <a:ext cx="22516" cy="43625"/>
            </a:xfrm>
            <a:custGeom>
              <a:avLst/>
              <a:gdLst>
                <a:gd name="T0" fmla="*/ 10 w 16"/>
                <a:gd name="T1" fmla="*/ 31 h 31"/>
                <a:gd name="T2" fmla="*/ 0 w 16"/>
                <a:gd name="T3" fmla="*/ 17 h 31"/>
                <a:gd name="T4" fmla="*/ 0 w 16"/>
                <a:gd name="T5" fmla="*/ 13 h 31"/>
                <a:gd name="T6" fmla="*/ 10 w 16"/>
                <a:gd name="T7" fmla="*/ 0 h 31"/>
                <a:gd name="T8" fmla="*/ 16 w 16"/>
                <a:gd name="T9" fmla="*/ 4 h 31"/>
                <a:gd name="T10" fmla="*/ 8 w 16"/>
                <a:gd name="T11" fmla="*/ 16 h 31"/>
                <a:gd name="T12" fmla="*/ 16 w 16"/>
                <a:gd name="T13" fmla="*/ 26 h 31"/>
                <a:gd name="T14" fmla="*/ 10 w 16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1">
                  <a:moveTo>
                    <a:pt x="10" y="31"/>
                  </a:moveTo>
                  <a:lnTo>
                    <a:pt x="0" y="17"/>
                  </a:lnTo>
                  <a:lnTo>
                    <a:pt x="0" y="13"/>
                  </a:lnTo>
                  <a:lnTo>
                    <a:pt x="10" y="0"/>
                  </a:lnTo>
                  <a:lnTo>
                    <a:pt x="16" y="4"/>
                  </a:lnTo>
                  <a:lnTo>
                    <a:pt x="8" y="16"/>
                  </a:lnTo>
                  <a:lnTo>
                    <a:pt x="16" y="26"/>
                  </a:lnTo>
                  <a:lnTo>
                    <a:pt x="1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3" name="Группа 462"/>
          <p:cNvGrpSpPr/>
          <p:nvPr/>
        </p:nvGrpSpPr>
        <p:grpSpPr>
          <a:xfrm>
            <a:off x="5217081" y="2053301"/>
            <a:ext cx="303967" cy="298338"/>
            <a:chOff x="5217081" y="2053301"/>
            <a:chExt cx="303967" cy="298338"/>
          </a:xfrm>
          <a:solidFill>
            <a:schemeClr val="tx1"/>
          </a:solidFill>
        </p:grpSpPr>
        <p:sp>
          <p:nvSpPr>
            <p:cNvPr id="154" name="Freeform 160"/>
            <p:cNvSpPr>
              <a:spLocks noEditPoints="1"/>
            </p:cNvSpPr>
            <p:nvPr/>
          </p:nvSpPr>
          <p:spPr bwMode="auto">
            <a:xfrm>
              <a:off x="5279000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5" name="Freeform 161"/>
            <p:cNvSpPr>
              <a:spLocks noEditPoints="1"/>
            </p:cNvSpPr>
            <p:nvPr/>
          </p:nvSpPr>
          <p:spPr bwMode="auto">
            <a:xfrm>
              <a:off x="5392988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6" name="Rectangle 162"/>
            <p:cNvSpPr>
              <a:spLocks noChangeArrowheads="1"/>
            </p:cNvSpPr>
            <p:nvPr/>
          </p:nvSpPr>
          <p:spPr bwMode="auto">
            <a:xfrm>
              <a:off x="5340919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7" name="Freeform 163"/>
            <p:cNvSpPr>
              <a:spLocks/>
            </p:cNvSpPr>
            <p:nvPr/>
          </p:nvSpPr>
          <p:spPr bwMode="auto">
            <a:xfrm>
              <a:off x="5217081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1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Freeform 164"/>
            <p:cNvSpPr>
              <a:spLocks/>
            </p:cNvSpPr>
            <p:nvPr/>
          </p:nvSpPr>
          <p:spPr bwMode="auto">
            <a:xfrm>
              <a:off x="5269149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6 w 179"/>
                <a:gd name="T3" fmla="*/ 111 h 117"/>
                <a:gd name="T4" fmla="*/ 148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6" y="111"/>
                  </a:lnTo>
                  <a:lnTo>
                    <a:pt x="148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9" name="Freeform 165"/>
            <p:cNvSpPr>
              <a:spLocks/>
            </p:cNvSpPr>
            <p:nvPr/>
          </p:nvSpPr>
          <p:spPr bwMode="auto">
            <a:xfrm>
              <a:off x="5350770" y="2134922"/>
              <a:ext cx="73177" cy="73177"/>
            </a:xfrm>
            <a:custGeom>
              <a:avLst/>
              <a:gdLst>
                <a:gd name="T0" fmla="*/ 5 w 52"/>
                <a:gd name="T1" fmla="*/ 0 h 52"/>
                <a:gd name="T2" fmla="*/ 52 w 52"/>
                <a:gd name="T3" fmla="*/ 47 h 52"/>
                <a:gd name="T4" fmla="*/ 47 w 52"/>
                <a:gd name="T5" fmla="*/ 52 h 52"/>
                <a:gd name="T6" fmla="*/ 0 w 52"/>
                <a:gd name="T7" fmla="*/ 5 h 52"/>
                <a:gd name="T8" fmla="*/ 5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" y="0"/>
                  </a:moveTo>
                  <a:lnTo>
                    <a:pt x="52" y="47"/>
                  </a:lnTo>
                  <a:lnTo>
                    <a:pt x="47" y="5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0" name="Freeform 166"/>
            <p:cNvSpPr>
              <a:spLocks/>
            </p:cNvSpPr>
            <p:nvPr/>
          </p:nvSpPr>
          <p:spPr bwMode="auto">
            <a:xfrm>
              <a:off x="5350770" y="2134922"/>
              <a:ext cx="73177" cy="73177"/>
            </a:xfrm>
            <a:custGeom>
              <a:avLst/>
              <a:gdLst>
                <a:gd name="T0" fmla="*/ 47 w 52"/>
                <a:gd name="T1" fmla="*/ 0 h 52"/>
                <a:gd name="T2" fmla="*/ 52 w 52"/>
                <a:gd name="T3" fmla="*/ 5 h 52"/>
                <a:gd name="T4" fmla="*/ 5 w 52"/>
                <a:gd name="T5" fmla="*/ 52 h 52"/>
                <a:gd name="T6" fmla="*/ 0 w 52"/>
                <a:gd name="T7" fmla="*/ 47 h 52"/>
                <a:gd name="T8" fmla="*/ 47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47" y="0"/>
                  </a:moveTo>
                  <a:lnTo>
                    <a:pt x="52" y="5"/>
                  </a:lnTo>
                  <a:lnTo>
                    <a:pt x="5" y="52"/>
                  </a:lnTo>
                  <a:lnTo>
                    <a:pt x="0" y="47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4" name="Группа 463"/>
          <p:cNvGrpSpPr/>
          <p:nvPr/>
        </p:nvGrpSpPr>
        <p:grpSpPr>
          <a:xfrm>
            <a:off x="5611112" y="2053301"/>
            <a:ext cx="303967" cy="298338"/>
            <a:chOff x="5611112" y="2053301"/>
            <a:chExt cx="303967" cy="298338"/>
          </a:xfrm>
          <a:solidFill>
            <a:schemeClr val="tx1"/>
          </a:solidFill>
        </p:grpSpPr>
        <p:sp>
          <p:nvSpPr>
            <p:cNvPr id="161" name="Freeform 167"/>
            <p:cNvSpPr>
              <a:spLocks noEditPoints="1"/>
            </p:cNvSpPr>
            <p:nvPr/>
          </p:nvSpPr>
          <p:spPr bwMode="auto">
            <a:xfrm>
              <a:off x="5671624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2" name="Freeform 168"/>
            <p:cNvSpPr>
              <a:spLocks noEditPoints="1"/>
            </p:cNvSpPr>
            <p:nvPr/>
          </p:nvSpPr>
          <p:spPr bwMode="auto">
            <a:xfrm>
              <a:off x="5785611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Rectangle 169"/>
            <p:cNvSpPr>
              <a:spLocks noChangeArrowheads="1"/>
            </p:cNvSpPr>
            <p:nvPr/>
          </p:nvSpPr>
          <p:spPr bwMode="auto">
            <a:xfrm>
              <a:off x="5733543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Freeform 170"/>
            <p:cNvSpPr>
              <a:spLocks/>
            </p:cNvSpPr>
            <p:nvPr/>
          </p:nvSpPr>
          <p:spPr bwMode="auto">
            <a:xfrm>
              <a:off x="5611112" y="2053301"/>
              <a:ext cx="70363" cy="264564"/>
            </a:xfrm>
            <a:custGeom>
              <a:avLst/>
              <a:gdLst>
                <a:gd name="T0" fmla="*/ 43 w 50"/>
                <a:gd name="T1" fmla="*/ 188 h 188"/>
                <a:gd name="T2" fmla="*/ 30 w 50"/>
                <a:gd name="T3" fmla="*/ 6 h 188"/>
                <a:gd name="T4" fmla="*/ 0 w 50"/>
                <a:gd name="T5" fmla="*/ 6 h 188"/>
                <a:gd name="T6" fmla="*/ 0 w 50"/>
                <a:gd name="T7" fmla="*/ 0 h 188"/>
                <a:gd name="T8" fmla="*/ 36 w 50"/>
                <a:gd name="T9" fmla="*/ 0 h 188"/>
                <a:gd name="T10" fmla="*/ 50 w 50"/>
                <a:gd name="T11" fmla="*/ 188 h 188"/>
                <a:gd name="T12" fmla="*/ 43 w 50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8">
                  <a:moveTo>
                    <a:pt x="43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50" y="188"/>
                  </a:lnTo>
                  <a:lnTo>
                    <a:pt x="43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5" name="Freeform 171"/>
            <p:cNvSpPr>
              <a:spLocks/>
            </p:cNvSpPr>
            <p:nvPr/>
          </p:nvSpPr>
          <p:spPr bwMode="auto">
            <a:xfrm>
              <a:off x="5661773" y="2091297"/>
              <a:ext cx="253306" cy="164649"/>
            </a:xfrm>
            <a:custGeom>
              <a:avLst/>
              <a:gdLst>
                <a:gd name="T0" fmla="*/ 7 w 180"/>
                <a:gd name="T1" fmla="*/ 117 h 117"/>
                <a:gd name="T2" fmla="*/ 7 w 180"/>
                <a:gd name="T3" fmla="*/ 111 h 117"/>
                <a:gd name="T4" fmla="*/ 149 w 180"/>
                <a:gd name="T5" fmla="*/ 101 h 117"/>
                <a:gd name="T6" fmla="*/ 171 w 180"/>
                <a:gd name="T7" fmla="*/ 6 h 117"/>
                <a:gd name="T8" fmla="*/ 0 w 180"/>
                <a:gd name="T9" fmla="*/ 6 h 117"/>
                <a:gd name="T10" fmla="*/ 0 w 180"/>
                <a:gd name="T11" fmla="*/ 0 h 117"/>
                <a:gd name="T12" fmla="*/ 180 w 180"/>
                <a:gd name="T13" fmla="*/ 0 h 117"/>
                <a:gd name="T14" fmla="*/ 154 w 180"/>
                <a:gd name="T15" fmla="*/ 107 h 117"/>
                <a:gd name="T16" fmla="*/ 7 w 180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80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Freeform 172"/>
            <p:cNvSpPr>
              <a:spLocks noEditPoints="1"/>
            </p:cNvSpPr>
            <p:nvPr/>
          </p:nvSpPr>
          <p:spPr bwMode="auto">
            <a:xfrm>
              <a:off x="5733543" y="2123664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7" name="Freeform 173"/>
            <p:cNvSpPr>
              <a:spLocks/>
            </p:cNvSpPr>
            <p:nvPr/>
          </p:nvSpPr>
          <p:spPr bwMode="auto">
            <a:xfrm>
              <a:off x="5781390" y="2172918"/>
              <a:ext cx="45032" cy="45032"/>
            </a:xfrm>
            <a:custGeom>
              <a:avLst/>
              <a:gdLst>
                <a:gd name="T0" fmla="*/ 5 w 32"/>
                <a:gd name="T1" fmla="*/ 0 h 32"/>
                <a:gd name="T2" fmla="*/ 32 w 32"/>
                <a:gd name="T3" fmla="*/ 27 h 32"/>
                <a:gd name="T4" fmla="*/ 27 w 32"/>
                <a:gd name="T5" fmla="*/ 32 h 32"/>
                <a:gd name="T6" fmla="*/ 0 w 32"/>
                <a:gd name="T7" fmla="*/ 5 h 32"/>
                <a:gd name="T8" fmla="*/ 5 w 32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5" y="0"/>
                  </a:moveTo>
                  <a:lnTo>
                    <a:pt x="32" y="27"/>
                  </a:ln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5" name="Группа 464"/>
          <p:cNvGrpSpPr/>
          <p:nvPr/>
        </p:nvGrpSpPr>
        <p:grpSpPr>
          <a:xfrm>
            <a:off x="6003736" y="2053301"/>
            <a:ext cx="303967" cy="298338"/>
            <a:chOff x="6003736" y="2053301"/>
            <a:chExt cx="303967" cy="298338"/>
          </a:xfrm>
          <a:solidFill>
            <a:schemeClr val="tx1"/>
          </a:solidFill>
        </p:grpSpPr>
        <p:sp>
          <p:nvSpPr>
            <p:cNvPr id="168" name="Freeform 174"/>
            <p:cNvSpPr>
              <a:spLocks noEditPoints="1"/>
            </p:cNvSpPr>
            <p:nvPr/>
          </p:nvSpPr>
          <p:spPr bwMode="auto">
            <a:xfrm>
              <a:off x="6064247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9" name="Freeform 175"/>
            <p:cNvSpPr>
              <a:spLocks noEditPoints="1"/>
            </p:cNvSpPr>
            <p:nvPr/>
          </p:nvSpPr>
          <p:spPr bwMode="auto">
            <a:xfrm>
              <a:off x="6178235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0" name="Rectangle 176"/>
            <p:cNvSpPr>
              <a:spLocks noChangeArrowheads="1"/>
            </p:cNvSpPr>
            <p:nvPr/>
          </p:nvSpPr>
          <p:spPr bwMode="auto">
            <a:xfrm>
              <a:off x="6126166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1" name="Freeform 177"/>
            <p:cNvSpPr>
              <a:spLocks/>
            </p:cNvSpPr>
            <p:nvPr/>
          </p:nvSpPr>
          <p:spPr bwMode="auto">
            <a:xfrm>
              <a:off x="6003736" y="2053301"/>
              <a:ext cx="70363" cy="264564"/>
            </a:xfrm>
            <a:custGeom>
              <a:avLst/>
              <a:gdLst>
                <a:gd name="T0" fmla="*/ 43 w 50"/>
                <a:gd name="T1" fmla="*/ 188 h 188"/>
                <a:gd name="T2" fmla="*/ 30 w 50"/>
                <a:gd name="T3" fmla="*/ 6 h 188"/>
                <a:gd name="T4" fmla="*/ 0 w 50"/>
                <a:gd name="T5" fmla="*/ 6 h 188"/>
                <a:gd name="T6" fmla="*/ 0 w 50"/>
                <a:gd name="T7" fmla="*/ 0 h 188"/>
                <a:gd name="T8" fmla="*/ 37 w 50"/>
                <a:gd name="T9" fmla="*/ 0 h 188"/>
                <a:gd name="T10" fmla="*/ 50 w 50"/>
                <a:gd name="T11" fmla="*/ 188 h 188"/>
                <a:gd name="T12" fmla="*/ 43 w 50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8">
                  <a:moveTo>
                    <a:pt x="43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0" y="188"/>
                  </a:lnTo>
                  <a:lnTo>
                    <a:pt x="43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2" name="Freeform 178"/>
            <p:cNvSpPr>
              <a:spLocks/>
            </p:cNvSpPr>
            <p:nvPr/>
          </p:nvSpPr>
          <p:spPr bwMode="auto">
            <a:xfrm>
              <a:off x="6055804" y="2091297"/>
              <a:ext cx="251899" cy="164649"/>
            </a:xfrm>
            <a:custGeom>
              <a:avLst/>
              <a:gdLst>
                <a:gd name="T0" fmla="*/ 6 w 179"/>
                <a:gd name="T1" fmla="*/ 117 h 117"/>
                <a:gd name="T2" fmla="*/ 6 w 179"/>
                <a:gd name="T3" fmla="*/ 111 h 117"/>
                <a:gd name="T4" fmla="*/ 148 w 179"/>
                <a:gd name="T5" fmla="*/ 101 h 117"/>
                <a:gd name="T6" fmla="*/ 170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3 w 179"/>
                <a:gd name="T15" fmla="*/ 107 h 117"/>
                <a:gd name="T16" fmla="*/ 6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6" y="117"/>
                  </a:moveTo>
                  <a:lnTo>
                    <a:pt x="6" y="111"/>
                  </a:lnTo>
                  <a:lnTo>
                    <a:pt x="148" y="101"/>
                  </a:lnTo>
                  <a:lnTo>
                    <a:pt x="17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3" y="107"/>
                  </a:lnTo>
                  <a:lnTo>
                    <a:pt x="6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3" name="Freeform 179"/>
            <p:cNvSpPr>
              <a:spLocks/>
            </p:cNvSpPr>
            <p:nvPr/>
          </p:nvSpPr>
          <p:spPr bwMode="auto">
            <a:xfrm>
              <a:off x="6131795" y="2120849"/>
              <a:ext cx="83028" cy="45032"/>
            </a:xfrm>
            <a:custGeom>
              <a:avLst/>
              <a:gdLst>
                <a:gd name="T0" fmla="*/ 54 w 59"/>
                <a:gd name="T1" fmla="*/ 32 h 32"/>
                <a:gd name="T2" fmla="*/ 30 w 59"/>
                <a:gd name="T3" fmla="*/ 6 h 32"/>
                <a:gd name="T4" fmla="*/ 5 w 59"/>
                <a:gd name="T5" fmla="*/ 32 h 32"/>
                <a:gd name="T6" fmla="*/ 0 w 59"/>
                <a:gd name="T7" fmla="*/ 27 h 32"/>
                <a:gd name="T8" fmla="*/ 27 w 59"/>
                <a:gd name="T9" fmla="*/ 0 h 32"/>
                <a:gd name="T10" fmla="*/ 32 w 59"/>
                <a:gd name="T11" fmla="*/ 0 h 32"/>
                <a:gd name="T12" fmla="*/ 59 w 59"/>
                <a:gd name="T13" fmla="*/ 27 h 32"/>
                <a:gd name="T14" fmla="*/ 54 w 59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2">
                  <a:moveTo>
                    <a:pt x="54" y="32"/>
                  </a:moveTo>
                  <a:lnTo>
                    <a:pt x="30" y="6"/>
                  </a:lnTo>
                  <a:lnTo>
                    <a:pt x="5" y="32"/>
                  </a:lnTo>
                  <a:lnTo>
                    <a:pt x="0" y="27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59" y="27"/>
                  </a:lnTo>
                  <a:lnTo>
                    <a:pt x="54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Rectangle 180"/>
            <p:cNvSpPr>
              <a:spLocks noChangeArrowheads="1"/>
            </p:cNvSpPr>
            <p:nvPr/>
          </p:nvSpPr>
          <p:spPr bwMode="auto">
            <a:xfrm>
              <a:off x="6168384" y="2123664"/>
              <a:ext cx="9851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2" name="Группа 451"/>
          <p:cNvGrpSpPr/>
          <p:nvPr/>
        </p:nvGrpSpPr>
        <p:grpSpPr>
          <a:xfrm>
            <a:off x="6003736" y="1657863"/>
            <a:ext cx="302560" cy="302560"/>
            <a:chOff x="6003736" y="1657863"/>
            <a:chExt cx="302560" cy="302560"/>
          </a:xfrm>
          <a:solidFill>
            <a:schemeClr val="tx1"/>
          </a:solidFill>
        </p:grpSpPr>
        <p:sp>
          <p:nvSpPr>
            <p:cNvPr id="175" name="Freeform 181"/>
            <p:cNvSpPr>
              <a:spLocks noEditPoints="1"/>
            </p:cNvSpPr>
            <p:nvPr/>
          </p:nvSpPr>
          <p:spPr bwMode="auto">
            <a:xfrm>
              <a:off x="6003736" y="1657863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4 w 256"/>
                <a:gd name="T21" fmla="*/ 43 h 256"/>
                <a:gd name="T22" fmla="*/ 8 w 256"/>
                <a:gd name="T23" fmla="*/ 128 h 256"/>
                <a:gd name="T24" fmla="*/ 44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2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1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7"/>
                  </a:cubicBezTo>
                  <a:cubicBezTo>
                    <a:pt x="243" y="61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2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4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4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1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Freeform 182"/>
            <p:cNvSpPr>
              <a:spLocks/>
            </p:cNvSpPr>
            <p:nvPr/>
          </p:nvSpPr>
          <p:spPr bwMode="auto">
            <a:xfrm>
              <a:off x="6092392" y="1733855"/>
              <a:ext cx="113988" cy="150577"/>
            </a:xfrm>
            <a:custGeom>
              <a:avLst/>
              <a:gdLst>
                <a:gd name="T0" fmla="*/ 52 w 96"/>
                <a:gd name="T1" fmla="*/ 128 h 128"/>
                <a:gd name="T2" fmla="*/ 0 w 96"/>
                <a:gd name="T3" fmla="*/ 64 h 128"/>
                <a:gd name="T4" fmla="*/ 52 w 96"/>
                <a:gd name="T5" fmla="*/ 0 h 128"/>
                <a:gd name="T6" fmla="*/ 96 w 96"/>
                <a:gd name="T7" fmla="*/ 19 h 128"/>
                <a:gd name="T8" fmla="*/ 89 w 96"/>
                <a:gd name="T9" fmla="*/ 21 h 128"/>
                <a:gd name="T10" fmla="*/ 52 w 96"/>
                <a:gd name="T11" fmla="*/ 8 h 128"/>
                <a:gd name="T12" fmla="*/ 8 w 96"/>
                <a:gd name="T13" fmla="*/ 64 h 128"/>
                <a:gd name="T14" fmla="*/ 52 w 96"/>
                <a:gd name="T15" fmla="*/ 120 h 128"/>
                <a:gd name="T16" fmla="*/ 89 w 96"/>
                <a:gd name="T17" fmla="*/ 107 h 128"/>
                <a:gd name="T18" fmla="*/ 96 w 96"/>
                <a:gd name="T19" fmla="*/ 109 h 128"/>
                <a:gd name="T20" fmla="*/ 52 w 96"/>
                <a:gd name="T2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128">
                  <a:moveTo>
                    <a:pt x="52" y="128"/>
                  </a:moveTo>
                  <a:cubicBezTo>
                    <a:pt x="19" y="128"/>
                    <a:pt x="0" y="105"/>
                    <a:pt x="0" y="64"/>
                  </a:cubicBezTo>
                  <a:cubicBezTo>
                    <a:pt x="0" y="22"/>
                    <a:pt x="19" y="0"/>
                    <a:pt x="52" y="0"/>
                  </a:cubicBezTo>
                  <a:cubicBezTo>
                    <a:pt x="91" y="0"/>
                    <a:pt x="96" y="18"/>
                    <a:pt x="96" y="19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4" y="8"/>
                    <a:pt x="52" y="8"/>
                  </a:cubicBezTo>
                  <a:cubicBezTo>
                    <a:pt x="16" y="8"/>
                    <a:pt x="8" y="38"/>
                    <a:pt x="8" y="64"/>
                  </a:cubicBezTo>
                  <a:cubicBezTo>
                    <a:pt x="8" y="89"/>
                    <a:pt x="16" y="120"/>
                    <a:pt x="52" y="120"/>
                  </a:cubicBezTo>
                  <a:cubicBezTo>
                    <a:pt x="84" y="120"/>
                    <a:pt x="89" y="107"/>
                    <a:pt x="89" y="107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09"/>
                    <a:pt x="91" y="128"/>
                    <a:pt x="52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Rectangle 183"/>
            <p:cNvSpPr>
              <a:spLocks noChangeArrowheads="1"/>
            </p:cNvSpPr>
            <p:nvPr/>
          </p:nvSpPr>
          <p:spPr bwMode="auto">
            <a:xfrm>
              <a:off x="6150090" y="1714153"/>
              <a:ext cx="9851" cy="18998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3" name="Группа 452"/>
          <p:cNvGrpSpPr/>
          <p:nvPr/>
        </p:nvGrpSpPr>
        <p:grpSpPr>
          <a:xfrm>
            <a:off x="6397767" y="1657863"/>
            <a:ext cx="302560" cy="302560"/>
            <a:chOff x="6397767" y="1657863"/>
            <a:chExt cx="302560" cy="302560"/>
          </a:xfrm>
          <a:solidFill>
            <a:schemeClr val="tx1"/>
          </a:solidFill>
        </p:grpSpPr>
        <p:sp>
          <p:nvSpPr>
            <p:cNvPr id="178" name="Freeform 184"/>
            <p:cNvSpPr>
              <a:spLocks noEditPoints="1"/>
            </p:cNvSpPr>
            <p:nvPr/>
          </p:nvSpPr>
          <p:spPr bwMode="auto">
            <a:xfrm>
              <a:off x="6397767" y="1657863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2 w 256"/>
                <a:gd name="T29" fmla="*/ 213 h 256"/>
                <a:gd name="T30" fmla="*/ 248 w 256"/>
                <a:gd name="T31" fmla="*/ 128 h 256"/>
                <a:gd name="T32" fmla="*/ 212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3" y="256"/>
                    <a:pt x="61" y="242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1"/>
                    <a:pt x="37" y="37"/>
                  </a:cubicBezTo>
                  <a:cubicBezTo>
                    <a:pt x="61" y="13"/>
                    <a:pt x="93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1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2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5" y="8"/>
                    <a:pt x="65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5" y="235"/>
                    <a:pt x="95" y="248"/>
                    <a:pt x="128" y="248"/>
                  </a:cubicBezTo>
                  <a:cubicBezTo>
                    <a:pt x="160" y="248"/>
                    <a:pt x="190" y="235"/>
                    <a:pt x="212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2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9" name="Freeform 185"/>
            <p:cNvSpPr>
              <a:spLocks/>
            </p:cNvSpPr>
            <p:nvPr/>
          </p:nvSpPr>
          <p:spPr bwMode="auto">
            <a:xfrm>
              <a:off x="6486423" y="1733855"/>
              <a:ext cx="112580" cy="150577"/>
            </a:xfrm>
            <a:custGeom>
              <a:avLst/>
              <a:gdLst>
                <a:gd name="T0" fmla="*/ 52 w 95"/>
                <a:gd name="T1" fmla="*/ 128 h 128"/>
                <a:gd name="T2" fmla="*/ 0 w 95"/>
                <a:gd name="T3" fmla="*/ 64 h 128"/>
                <a:gd name="T4" fmla="*/ 52 w 95"/>
                <a:gd name="T5" fmla="*/ 0 h 128"/>
                <a:gd name="T6" fmla="*/ 95 w 95"/>
                <a:gd name="T7" fmla="*/ 19 h 128"/>
                <a:gd name="T8" fmla="*/ 88 w 95"/>
                <a:gd name="T9" fmla="*/ 21 h 128"/>
                <a:gd name="T10" fmla="*/ 52 w 95"/>
                <a:gd name="T11" fmla="*/ 8 h 128"/>
                <a:gd name="T12" fmla="*/ 8 w 95"/>
                <a:gd name="T13" fmla="*/ 64 h 128"/>
                <a:gd name="T14" fmla="*/ 52 w 95"/>
                <a:gd name="T15" fmla="*/ 120 h 128"/>
                <a:gd name="T16" fmla="*/ 88 w 95"/>
                <a:gd name="T17" fmla="*/ 107 h 128"/>
                <a:gd name="T18" fmla="*/ 95 w 95"/>
                <a:gd name="T19" fmla="*/ 109 h 128"/>
                <a:gd name="T20" fmla="*/ 52 w 95"/>
                <a:gd name="T2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28">
                  <a:moveTo>
                    <a:pt x="52" y="128"/>
                  </a:moveTo>
                  <a:cubicBezTo>
                    <a:pt x="18" y="128"/>
                    <a:pt x="0" y="105"/>
                    <a:pt x="0" y="64"/>
                  </a:cubicBezTo>
                  <a:cubicBezTo>
                    <a:pt x="0" y="22"/>
                    <a:pt x="18" y="0"/>
                    <a:pt x="52" y="0"/>
                  </a:cubicBezTo>
                  <a:cubicBezTo>
                    <a:pt x="90" y="0"/>
                    <a:pt x="95" y="18"/>
                    <a:pt x="95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3" y="8"/>
                    <a:pt x="52" y="8"/>
                  </a:cubicBezTo>
                  <a:cubicBezTo>
                    <a:pt x="15" y="8"/>
                    <a:pt x="8" y="38"/>
                    <a:pt x="8" y="64"/>
                  </a:cubicBezTo>
                  <a:cubicBezTo>
                    <a:pt x="8" y="89"/>
                    <a:pt x="15" y="120"/>
                    <a:pt x="52" y="120"/>
                  </a:cubicBezTo>
                  <a:cubicBezTo>
                    <a:pt x="83" y="120"/>
                    <a:pt x="88" y="107"/>
                    <a:pt x="88" y="107"/>
                  </a:cubicBezTo>
                  <a:cubicBezTo>
                    <a:pt x="95" y="109"/>
                    <a:pt x="95" y="109"/>
                    <a:pt x="95" y="109"/>
                  </a:cubicBezTo>
                  <a:cubicBezTo>
                    <a:pt x="95" y="109"/>
                    <a:pt x="90" y="128"/>
                    <a:pt x="52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0" name="Freeform 186"/>
            <p:cNvSpPr>
              <a:spLocks/>
            </p:cNvSpPr>
            <p:nvPr/>
          </p:nvSpPr>
          <p:spPr bwMode="auto">
            <a:xfrm>
              <a:off x="6492052" y="1721189"/>
              <a:ext cx="78806" cy="168870"/>
            </a:xfrm>
            <a:custGeom>
              <a:avLst/>
              <a:gdLst>
                <a:gd name="T0" fmla="*/ 50 w 56"/>
                <a:gd name="T1" fmla="*/ 0 h 120"/>
                <a:gd name="T2" fmla="*/ 56 w 56"/>
                <a:gd name="T3" fmla="*/ 3 h 120"/>
                <a:gd name="T4" fmla="*/ 6 w 56"/>
                <a:gd name="T5" fmla="*/ 120 h 120"/>
                <a:gd name="T6" fmla="*/ 0 w 56"/>
                <a:gd name="T7" fmla="*/ 118 h 120"/>
                <a:gd name="T8" fmla="*/ 50 w 56"/>
                <a:gd name="T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20">
                  <a:moveTo>
                    <a:pt x="50" y="0"/>
                  </a:moveTo>
                  <a:lnTo>
                    <a:pt x="56" y="3"/>
                  </a:lnTo>
                  <a:lnTo>
                    <a:pt x="6" y="120"/>
                  </a:lnTo>
                  <a:lnTo>
                    <a:pt x="0" y="118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Freeform 187"/>
            <p:cNvSpPr>
              <a:spLocks/>
            </p:cNvSpPr>
            <p:nvPr/>
          </p:nvSpPr>
          <p:spPr bwMode="auto">
            <a:xfrm>
              <a:off x="6515976" y="1721189"/>
              <a:ext cx="78806" cy="168870"/>
            </a:xfrm>
            <a:custGeom>
              <a:avLst/>
              <a:gdLst>
                <a:gd name="T0" fmla="*/ 50 w 56"/>
                <a:gd name="T1" fmla="*/ 0 h 120"/>
                <a:gd name="T2" fmla="*/ 56 w 56"/>
                <a:gd name="T3" fmla="*/ 3 h 120"/>
                <a:gd name="T4" fmla="*/ 5 w 56"/>
                <a:gd name="T5" fmla="*/ 120 h 120"/>
                <a:gd name="T6" fmla="*/ 0 w 56"/>
                <a:gd name="T7" fmla="*/ 118 h 120"/>
                <a:gd name="T8" fmla="*/ 50 w 56"/>
                <a:gd name="T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20">
                  <a:moveTo>
                    <a:pt x="50" y="0"/>
                  </a:moveTo>
                  <a:lnTo>
                    <a:pt x="56" y="3"/>
                  </a:lnTo>
                  <a:lnTo>
                    <a:pt x="5" y="120"/>
                  </a:lnTo>
                  <a:lnTo>
                    <a:pt x="0" y="118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4" name="Группа 453"/>
          <p:cNvGrpSpPr/>
          <p:nvPr/>
        </p:nvGrpSpPr>
        <p:grpSpPr>
          <a:xfrm>
            <a:off x="6790390" y="1704302"/>
            <a:ext cx="302560" cy="208274"/>
            <a:chOff x="6790390" y="1704302"/>
            <a:chExt cx="302560" cy="208274"/>
          </a:xfrm>
          <a:solidFill>
            <a:schemeClr val="tx1"/>
          </a:solidFill>
        </p:grpSpPr>
        <p:sp>
          <p:nvSpPr>
            <p:cNvPr id="182" name="Freeform 188"/>
            <p:cNvSpPr>
              <a:spLocks noEditPoints="1"/>
            </p:cNvSpPr>
            <p:nvPr/>
          </p:nvSpPr>
          <p:spPr bwMode="auto">
            <a:xfrm>
              <a:off x="6790390" y="1704302"/>
              <a:ext cx="302560" cy="208274"/>
            </a:xfrm>
            <a:custGeom>
              <a:avLst/>
              <a:gdLst>
                <a:gd name="T0" fmla="*/ 215 w 215"/>
                <a:gd name="T1" fmla="*/ 148 h 148"/>
                <a:gd name="T2" fmla="*/ 0 w 215"/>
                <a:gd name="T3" fmla="*/ 148 h 148"/>
                <a:gd name="T4" fmla="*/ 0 w 215"/>
                <a:gd name="T5" fmla="*/ 0 h 148"/>
                <a:gd name="T6" fmla="*/ 215 w 215"/>
                <a:gd name="T7" fmla="*/ 0 h 148"/>
                <a:gd name="T8" fmla="*/ 215 w 215"/>
                <a:gd name="T9" fmla="*/ 148 h 148"/>
                <a:gd name="T10" fmla="*/ 6 w 215"/>
                <a:gd name="T11" fmla="*/ 142 h 148"/>
                <a:gd name="T12" fmla="*/ 208 w 215"/>
                <a:gd name="T13" fmla="*/ 142 h 148"/>
                <a:gd name="T14" fmla="*/ 208 w 215"/>
                <a:gd name="T15" fmla="*/ 7 h 148"/>
                <a:gd name="T16" fmla="*/ 6 w 215"/>
                <a:gd name="T17" fmla="*/ 7 h 148"/>
                <a:gd name="T18" fmla="*/ 6 w 215"/>
                <a:gd name="T19" fmla="*/ 14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148">
                  <a:moveTo>
                    <a:pt x="215" y="148"/>
                  </a:moveTo>
                  <a:lnTo>
                    <a:pt x="0" y="148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148"/>
                  </a:lnTo>
                  <a:close/>
                  <a:moveTo>
                    <a:pt x="6" y="142"/>
                  </a:moveTo>
                  <a:lnTo>
                    <a:pt x="208" y="142"/>
                  </a:lnTo>
                  <a:lnTo>
                    <a:pt x="208" y="7"/>
                  </a:lnTo>
                  <a:lnTo>
                    <a:pt x="6" y="7"/>
                  </a:lnTo>
                  <a:lnTo>
                    <a:pt x="6" y="1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Rectangle 189"/>
            <p:cNvSpPr>
              <a:spLocks noChangeArrowheads="1"/>
            </p:cNvSpPr>
            <p:nvPr/>
          </p:nvSpPr>
          <p:spPr bwMode="auto">
            <a:xfrm>
              <a:off x="6794612" y="1733855"/>
              <a:ext cx="29270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4" name="Rectangle 190"/>
            <p:cNvSpPr>
              <a:spLocks noChangeArrowheads="1"/>
            </p:cNvSpPr>
            <p:nvPr/>
          </p:nvSpPr>
          <p:spPr bwMode="auto">
            <a:xfrm>
              <a:off x="6794612" y="1771850"/>
              <a:ext cx="29270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5" name="Rectangle 191"/>
            <p:cNvSpPr>
              <a:spLocks noChangeArrowheads="1"/>
            </p:cNvSpPr>
            <p:nvPr/>
          </p:nvSpPr>
          <p:spPr bwMode="auto">
            <a:xfrm>
              <a:off x="6818535" y="1875987"/>
              <a:ext cx="1829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6" name="Rectangle 192"/>
            <p:cNvSpPr>
              <a:spLocks noChangeArrowheads="1"/>
            </p:cNvSpPr>
            <p:nvPr/>
          </p:nvSpPr>
          <p:spPr bwMode="auto">
            <a:xfrm>
              <a:off x="6846680" y="1875987"/>
              <a:ext cx="136504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6" name="Группа 465"/>
          <p:cNvGrpSpPr/>
          <p:nvPr/>
        </p:nvGrpSpPr>
        <p:grpSpPr>
          <a:xfrm>
            <a:off x="6394952" y="2073003"/>
            <a:ext cx="306781" cy="257528"/>
            <a:chOff x="6394952" y="2073003"/>
            <a:chExt cx="306781" cy="257528"/>
          </a:xfrm>
          <a:solidFill>
            <a:schemeClr val="tx1"/>
          </a:solidFill>
        </p:grpSpPr>
        <p:sp>
          <p:nvSpPr>
            <p:cNvPr id="187" name="Freeform 193"/>
            <p:cNvSpPr>
              <a:spLocks noEditPoints="1"/>
            </p:cNvSpPr>
            <p:nvPr/>
          </p:nvSpPr>
          <p:spPr bwMode="auto">
            <a:xfrm>
              <a:off x="6394952" y="2073003"/>
              <a:ext cx="306781" cy="257528"/>
            </a:xfrm>
            <a:custGeom>
              <a:avLst/>
              <a:gdLst>
                <a:gd name="T0" fmla="*/ 109 w 218"/>
                <a:gd name="T1" fmla="*/ 183 h 183"/>
                <a:gd name="T2" fmla="*/ 0 w 218"/>
                <a:gd name="T3" fmla="*/ 74 h 183"/>
                <a:gd name="T4" fmla="*/ 60 w 218"/>
                <a:gd name="T5" fmla="*/ 0 h 183"/>
                <a:gd name="T6" fmla="*/ 157 w 218"/>
                <a:gd name="T7" fmla="*/ 0 h 183"/>
                <a:gd name="T8" fmla="*/ 218 w 218"/>
                <a:gd name="T9" fmla="*/ 74 h 183"/>
                <a:gd name="T10" fmla="*/ 109 w 218"/>
                <a:gd name="T11" fmla="*/ 183 h 183"/>
                <a:gd name="T12" fmla="*/ 112 w 218"/>
                <a:gd name="T13" fmla="*/ 7 h 183"/>
                <a:gd name="T14" fmla="*/ 112 w 218"/>
                <a:gd name="T15" fmla="*/ 170 h 183"/>
                <a:gd name="T16" fmla="*/ 208 w 218"/>
                <a:gd name="T17" fmla="*/ 74 h 183"/>
                <a:gd name="T18" fmla="*/ 155 w 218"/>
                <a:gd name="T19" fmla="*/ 7 h 183"/>
                <a:gd name="T20" fmla="*/ 112 w 218"/>
                <a:gd name="T21" fmla="*/ 7 h 183"/>
                <a:gd name="T22" fmla="*/ 9 w 218"/>
                <a:gd name="T23" fmla="*/ 74 h 183"/>
                <a:gd name="T24" fmla="*/ 106 w 218"/>
                <a:gd name="T25" fmla="*/ 170 h 183"/>
                <a:gd name="T26" fmla="*/ 106 w 218"/>
                <a:gd name="T27" fmla="*/ 7 h 183"/>
                <a:gd name="T28" fmla="*/ 63 w 218"/>
                <a:gd name="T29" fmla="*/ 7 h 183"/>
                <a:gd name="T30" fmla="*/ 9 w 218"/>
                <a:gd name="T31" fmla="*/ 74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8" h="183">
                  <a:moveTo>
                    <a:pt x="109" y="183"/>
                  </a:moveTo>
                  <a:lnTo>
                    <a:pt x="0" y="74"/>
                  </a:lnTo>
                  <a:lnTo>
                    <a:pt x="60" y="0"/>
                  </a:lnTo>
                  <a:lnTo>
                    <a:pt x="157" y="0"/>
                  </a:lnTo>
                  <a:lnTo>
                    <a:pt x="218" y="74"/>
                  </a:lnTo>
                  <a:lnTo>
                    <a:pt x="109" y="183"/>
                  </a:lnTo>
                  <a:close/>
                  <a:moveTo>
                    <a:pt x="112" y="7"/>
                  </a:moveTo>
                  <a:lnTo>
                    <a:pt x="112" y="170"/>
                  </a:lnTo>
                  <a:lnTo>
                    <a:pt x="208" y="74"/>
                  </a:lnTo>
                  <a:lnTo>
                    <a:pt x="155" y="7"/>
                  </a:lnTo>
                  <a:lnTo>
                    <a:pt x="112" y="7"/>
                  </a:lnTo>
                  <a:close/>
                  <a:moveTo>
                    <a:pt x="9" y="74"/>
                  </a:moveTo>
                  <a:lnTo>
                    <a:pt x="106" y="170"/>
                  </a:lnTo>
                  <a:lnTo>
                    <a:pt x="106" y="7"/>
                  </a:lnTo>
                  <a:lnTo>
                    <a:pt x="63" y="7"/>
                  </a:lnTo>
                  <a:lnTo>
                    <a:pt x="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8" name="Freeform 194"/>
            <p:cNvSpPr>
              <a:spLocks/>
            </p:cNvSpPr>
            <p:nvPr/>
          </p:nvSpPr>
          <p:spPr bwMode="auto">
            <a:xfrm>
              <a:off x="6476573" y="2077225"/>
              <a:ext cx="75992" cy="244862"/>
            </a:xfrm>
            <a:custGeom>
              <a:avLst/>
              <a:gdLst>
                <a:gd name="T0" fmla="*/ 48 w 54"/>
                <a:gd name="T1" fmla="*/ 174 h 174"/>
                <a:gd name="T2" fmla="*/ 0 w 54"/>
                <a:gd name="T3" fmla="*/ 71 h 174"/>
                <a:gd name="T4" fmla="*/ 21 w 54"/>
                <a:gd name="T5" fmla="*/ 0 h 174"/>
                <a:gd name="T6" fmla="*/ 27 w 54"/>
                <a:gd name="T7" fmla="*/ 1 h 174"/>
                <a:gd name="T8" fmla="*/ 7 w 54"/>
                <a:gd name="T9" fmla="*/ 71 h 174"/>
                <a:gd name="T10" fmla="*/ 54 w 54"/>
                <a:gd name="T11" fmla="*/ 170 h 174"/>
                <a:gd name="T12" fmla="*/ 48 w 54"/>
                <a:gd name="T13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74">
                  <a:moveTo>
                    <a:pt x="48" y="174"/>
                  </a:moveTo>
                  <a:lnTo>
                    <a:pt x="0" y="71"/>
                  </a:lnTo>
                  <a:lnTo>
                    <a:pt x="21" y="0"/>
                  </a:lnTo>
                  <a:lnTo>
                    <a:pt x="27" y="1"/>
                  </a:lnTo>
                  <a:lnTo>
                    <a:pt x="7" y="71"/>
                  </a:lnTo>
                  <a:lnTo>
                    <a:pt x="54" y="170"/>
                  </a:lnTo>
                  <a:lnTo>
                    <a:pt x="48" y="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9" name="Freeform 195"/>
            <p:cNvSpPr>
              <a:spLocks/>
            </p:cNvSpPr>
            <p:nvPr/>
          </p:nvSpPr>
          <p:spPr bwMode="auto">
            <a:xfrm>
              <a:off x="6544121" y="2077225"/>
              <a:ext cx="75992" cy="244862"/>
            </a:xfrm>
            <a:custGeom>
              <a:avLst/>
              <a:gdLst>
                <a:gd name="T0" fmla="*/ 6 w 54"/>
                <a:gd name="T1" fmla="*/ 174 h 174"/>
                <a:gd name="T2" fmla="*/ 0 w 54"/>
                <a:gd name="T3" fmla="*/ 170 h 174"/>
                <a:gd name="T4" fmla="*/ 46 w 54"/>
                <a:gd name="T5" fmla="*/ 71 h 174"/>
                <a:gd name="T6" fmla="*/ 27 w 54"/>
                <a:gd name="T7" fmla="*/ 1 h 174"/>
                <a:gd name="T8" fmla="*/ 33 w 54"/>
                <a:gd name="T9" fmla="*/ 0 h 174"/>
                <a:gd name="T10" fmla="*/ 54 w 54"/>
                <a:gd name="T11" fmla="*/ 71 h 174"/>
                <a:gd name="T12" fmla="*/ 6 w 54"/>
                <a:gd name="T13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74">
                  <a:moveTo>
                    <a:pt x="6" y="174"/>
                  </a:moveTo>
                  <a:lnTo>
                    <a:pt x="0" y="170"/>
                  </a:lnTo>
                  <a:lnTo>
                    <a:pt x="46" y="71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54" y="71"/>
                  </a:lnTo>
                  <a:lnTo>
                    <a:pt x="6" y="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0" name="Rectangle 196"/>
            <p:cNvSpPr>
              <a:spLocks noChangeArrowheads="1"/>
            </p:cNvSpPr>
            <p:nvPr/>
          </p:nvSpPr>
          <p:spPr bwMode="auto">
            <a:xfrm>
              <a:off x="6401988" y="2172918"/>
              <a:ext cx="29270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8" name="Группа 467"/>
          <p:cNvGrpSpPr/>
          <p:nvPr/>
        </p:nvGrpSpPr>
        <p:grpSpPr>
          <a:xfrm>
            <a:off x="2074684" y="2443111"/>
            <a:ext cx="302560" cy="302560"/>
            <a:chOff x="2074684" y="2443111"/>
            <a:chExt cx="302560" cy="302560"/>
          </a:xfrm>
          <a:solidFill>
            <a:schemeClr val="tx1"/>
          </a:solidFill>
        </p:grpSpPr>
        <p:sp>
          <p:nvSpPr>
            <p:cNvPr id="191" name="Rectangle 197"/>
            <p:cNvSpPr>
              <a:spLocks noChangeArrowheads="1"/>
            </p:cNvSpPr>
            <p:nvPr/>
          </p:nvSpPr>
          <p:spPr bwMode="auto">
            <a:xfrm>
              <a:off x="2211187" y="2505030"/>
              <a:ext cx="9851" cy="1843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2" name="Rectangle 198"/>
            <p:cNvSpPr>
              <a:spLocks noChangeArrowheads="1"/>
            </p:cNvSpPr>
            <p:nvPr/>
          </p:nvSpPr>
          <p:spPr bwMode="auto">
            <a:xfrm>
              <a:off x="2230888" y="2505030"/>
              <a:ext cx="9851" cy="1843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3" name="Freeform 199"/>
            <p:cNvSpPr>
              <a:spLocks/>
            </p:cNvSpPr>
            <p:nvPr/>
          </p:nvSpPr>
          <p:spPr bwMode="auto">
            <a:xfrm>
              <a:off x="2178820" y="2519102"/>
              <a:ext cx="99915" cy="146354"/>
            </a:xfrm>
            <a:custGeom>
              <a:avLst/>
              <a:gdLst>
                <a:gd name="T0" fmla="*/ 40 w 85"/>
                <a:gd name="T1" fmla="*/ 124 h 124"/>
                <a:gd name="T2" fmla="*/ 6 w 85"/>
                <a:gd name="T3" fmla="*/ 114 h 124"/>
                <a:gd name="T4" fmla="*/ 0 w 85"/>
                <a:gd name="T5" fmla="*/ 100 h 124"/>
                <a:gd name="T6" fmla="*/ 8 w 85"/>
                <a:gd name="T7" fmla="*/ 100 h 124"/>
                <a:gd name="T8" fmla="*/ 12 w 85"/>
                <a:gd name="T9" fmla="*/ 109 h 124"/>
                <a:gd name="T10" fmla="*/ 40 w 85"/>
                <a:gd name="T11" fmla="*/ 116 h 124"/>
                <a:gd name="T12" fmla="*/ 71 w 85"/>
                <a:gd name="T13" fmla="*/ 107 h 124"/>
                <a:gd name="T14" fmla="*/ 76 w 85"/>
                <a:gd name="T15" fmla="*/ 90 h 124"/>
                <a:gd name="T16" fmla="*/ 76 w 85"/>
                <a:gd name="T17" fmla="*/ 88 h 124"/>
                <a:gd name="T18" fmla="*/ 40 w 85"/>
                <a:gd name="T19" fmla="*/ 64 h 124"/>
                <a:gd name="T20" fmla="*/ 4 w 85"/>
                <a:gd name="T21" fmla="*/ 32 h 124"/>
                <a:gd name="T22" fmla="*/ 11 w 85"/>
                <a:gd name="T23" fmla="*/ 11 h 124"/>
                <a:gd name="T24" fmla="*/ 40 w 85"/>
                <a:gd name="T25" fmla="*/ 0 h 124"/>
                <a:gd name="T26" fmla="*/ 80 w 85"/>
                <a:gd name="T27" fmla="*/ 28 h 124"/>
                <a:gd name="T28" fmla="*/ 72 w 85"/>
                <a:gd name="T29" fmla="*/ 28 h 124"/>
                <a:gd name="T30" fmla="*/ 76 w 85"/>
                <a:gd name="T31" fmla="*/ 28 h 124"/>
                <a:gd name="T32" fmla="*/ 72 w 85"/>
                <a:gd name="T33" fmla="*/ 28 h 124"/>
                <a:gd name="T34" fmla="*/ 40 w 85"/>
                <a:gd name="T35" fmla="*/ 8 h 124"/>
                <a:gd name="T36" fmla="*/ 17 w 85"/>
                <a:gd name="T37" fmla="*/ 16 h 124"/>
                <a:gd name="T38" fmla="*/ 12 w 85"/>
                <a:gd name="T39" fmla="*/ 31 h 124"/>
                <a:gd name="T40" fmla="*/ 12 w 85"/>
                <a:gd name="T41" fmla="*/ 32 h 124"/>
                <a:gd name="T42" fmla="*/ 40 w 85"/>
                <a:gd name="T43" fmla="*/ 56 h 124"/>
                <a:gd name="T44" fmla="*/ 84 w 85"/>
                <a:gd name="T45" fmla="*/ 88 h 124"/>
                <a:gd name="T46" fmla="*/ 84 w 85"/>
                <a:gd name="T47" fmla="*/ 90 h 124"/>
                <a:gd name="T48" fmla="*/ 77 w 85"/>
                <a:gd name="T49" fmla="*/ 113 h 124"/>
                <a:gd name="T50" fmla="*/ 40 w 85"/>
                <a:gd name="T5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5" h="124">
                  <a:moveTo>
                    <a:pt x="40" y="124"/>
                  </a:moveTo>
                  <a:cubicBezTo>
                    <a:pt x="24" y="124"/>
                    <a:pt x="12" y="121"/>
                    <a:pt x="6" y="114"/>
                  </a:cubicBezTo>
                  <a:cubicBezTo>
                    <a:pt x="0" y="109"/>
                    <a:pt x="0" y="102"/>
                    <a:pt x="0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2"/>
                    <a:pt x="8" y="105"/>
                    <a:pt x="12" y="109"/>
                  </a:cubicBezTo>
                  <a:cubicBezTo>
                    <a:pt x="15" y="112"/>
                    <a:pt x="23" y="116"/>
                    <a:pt x="40" y="116"/>
                  </a:cubicBezTo>
                  <a:cubicBezTo>
                    <a:pt x="55" y="116"/>
                    <a:pt x="66" y="113"/>
                    <a:pt x="71" y="107"/>
                  </a:cubicBezTo>
                  <a:cubicBezTo>
                    <a:pt x="77" y="102"/>
                    <a:pt x="76" y="95"/>
                    <a:pt x="76" y="90"/>
                  </a:cubicBezTo>
                  <a:cubicBezTo>
                    <a:pt x="76" y="89"/>
                    <a:pt x="76" y="89"/>
                    <a:pt x="76" y="88"/>
                  </a:cubicBezTo>
                  <a:cubicBezTo>
                    <a:pt x="76" y="88"/>
                    <a:pt x="75" y="64"/>
                    <a:pt x="40" y="64"/>
                  </a:cubicBezTo>
                  <a:cubicBezTo>
                    <a:pt x="7" y="64"/>
                    <a:pt x="4" y="36"/>
                    <a:pt x="4" y="32"/>
                  </a:cubicBezTo>
                  <a:cubicBezTo>
                    <a:pt x="4" y="30"/>
                    <a:pt x="3" y="20"/>
                    <a:pt x="11" y="11"/>
                  </a:cubicBezTo>
                  <a:cubicBezTo>
                    <a:pt x="17" y="4"/>
                    <a:pt x="27" y="0"/>
                    <a:pt x="40" y="0"/>
                  </a:cubicBezTo>
                  <a:cubicBezTo>
                    <a:pt x="80" y="0"/>
                    <a:pt x="80" y="28"/>
                    <a:pt x="80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7"/>
                    <a:pt x="71" y="8"/>
                    <a:pt x="40" y="8"/>
                  </a:cubicBezTo>
                  <a:cubicBezTo>
                    <a:pt x="29" y="8"/>
                    <a:pt x="21" y="11"/>
                    <a:pt x="17" y="16"/>
                  </a:cubicBezTo>
                  <a:cubicBezTo>
                    <a:pt x="11" y="23"/>
                    <a:pt x="12" y="31"/>
                    <a:pt x="12" y="31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3"/>
                    <a:pt x="13" y="56"/>
                    <a:pt x="40" y="56"/>
                  </a:cubicBezTo>
                  <a:cubicBezTo>
                    <a:pt x="83" y="56"/>
                    <a:pt x="84" y="88"/>
                    <a:pt x="84" y="88"/>
                  </a:cubicBezTo>
                  <a:cubicBezTo>
                    <a:pt x="84" y="88"/>
                    <a:pt x="84" y="89"/>
                    <a:pt x="84" y="90"/>
                  </a:cubicBezTo>
                  <a:cubicBezTo>
                    <a:pt x="84" y="95"/>
                    <a:pt x="85" y="105"/>
                    <a:pt x="77" y="113"/>
                  </a:cubicBezTo>
                  <a:cubicBezTo>
                    <a:pt x="70" y="120"/>
                    <a:pt x="58" y="124"/>
                    <a:pt x="4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Freeform 200"/>
            <p:cNvSpPr>
              <a:spLocks noEditPoints="1"/>
            </p:cNvSpPr>
            <p:nvPr/>
          </p:nvSpPr>
          <p:spPr bwMode="auto">
            <a:xfrm>
              <a:off x="2074684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9" name="Группа 468"/>
          <p:cNvGrpSpPr/>
          <p:nvPr/>
        </p:nvGrpSpPr>
        <p:grpSpPr>
          <a:xfrm>
            <a:off x="2467307" y="2443111"/>
            <a:ext cx="302560" cy="302560"/>
            <a:chOff x="2467307" y="2443111"/>
            <a:chExt cx="302560" cy="302560"/>
          </a:xfrm>
          <a:solidFill>
            <a:schemeClr val="tx1"/>
          </a:solidFill>
        </p:grpSpPr>
        <p:sp>
          <p:nvSpPr>
            <p:cNvPr id="195" name="Freeform 201"/>
            <p:cNvSpPr>
              <a:spLocks noEditPoints="1"/>
            </p:cNvSpPr>
            <p:nvPr/>
          </p:nvSpPr>
          <p:spPr bwMode="auto">
            <a:xfrm>
              <a:off x="2467307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1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Freeform 202"/>
            <p:cNvSpPr>
              <a:spLocks/>
            </p:cNvSpPr>
            <p:nvPr/>
          </p:nvSpPr>
          <p:spPr bwMode="auto">
            <a:xfrm>
              <a:off x="2557371" y="2519102"/>
              <a:ext cx="113988" cy="151983"/>
            </a:xfrm>
            <a:custGeom>
              <a:avLst/>
              <a:gdLst>
                <a:gd name="T0" fmla="*/ 52 w 96"/>
                <a:gd name="T1" fmla="*/ 128 h 128"/>
                <a:gd name="T2" fmla="*/ 0 w 96"/>
                <a:gd name="T3" fmla="*/ 64 h 128"/>
                <a:gd name="T4" fmla="*/ 52 w 96"/>
                <a:gd name="T5" fmla="*/ 0 h 128"/>
                <a:gd name="T6" fmla="*/ 96 w 96"/>
                <a:gd name="T7" fmla="*/ 19 h 128"/>
                <a:gd name="T8" fmla="*/ 88 w 96"/>
                <a:gd name="T9" fmla="*/ 21 h 128"/>
                <a:gd name="T10" fmla="*/ 52 w 96"/>
                <a:gd name="T11" fmla="*/ 8 h 128"/>
                <a:gd name="T12" fmla="*/ 8 w 96"/>
                <a:gd name="T13" fmla="*/ 64 h 128"/>
                <a:gd name="T14" fmla="*/ 52 w 96"/>
                <a:gd name="T15" fmla="*/ 120 h 128"/>
                <a:gd name="T16" fmla="*/ 88 w 96"/>
                <a:gd name="T17" fmla="*/ 107 h 128"/>
                <a:gd name="T18" fmla="*/ 96 w 96"/>
                <a:gd name="T19" fmla="*/ 109 h 128"/>
                <a:gd name="T20" fmla="*/ 52 w 96"/>
                <a:gd name="T2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128">
                  <a:moveTo>
                    <a:pt x="52" y="128"/>
                  </a:moveTo>
                  <a:cubicBezTo>
                    <a:pt x="19" y="128"/>
                    <a:pt x="0" y="105"/>
                    <a:pt x="0" y="64"/>
                  </a:cubicBezTo>
                  <a:cubicBezTo>
                    <a:pt x="0" y="23"/>
                    <a:pt x="19" y="0"/>
                    <a:pt x="52" y="0"/>
                  </a:cubicBezTo>
                  <a:cubicBezTo>
                    <a:pt x="91" y="0"/>
                    <a:pt x="96" y="18"/>
                    <a:pt x="96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4" y="8"/>
                    <a:pt x="52" y="8"/>
                  </a:cubicBezTo>
                  <a:cubicBezTo>
                    <a:pt x="16" y="8"/>
                    <a:pt x="8" y="38"/>
                    <a:pt x="8" y="64"/>
                  </a:cubicBezTo>
                  <a:cubicBezTo>
                    <a:pt x="8" y="90"/>
                    <a:pt x="16" y="120"/>
                    <a:pt x="52" y="120"/>
                  </a:cubicBezTo>
                  <a:cubicBezTo>
                    <a:pt x="84" y="120"/>
                    <a:pt x="88" y="107"/>
                    <a:pt x="88" y="107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10"/>
                    <a:pt x="91" y="128"/>
                    <a:pt x="52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Rectangle 203"/>
            <p:cNvSpPr>
              <a:spLocks noChangeArrowheads="1"/>
            </p:cNvSpPr>
            <p:nvPr/>
          </p:nvSpPr>
          <p:spPr bwMode="auto">
            <a:xfrm>
              <a:off x="2537670" y="2581021"/>
              <a:ext cx="90064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8" name="Rectangle 204"/>
            <p:cNvSpPr>
              <a:spLocks noChangeArrowheads="1"/>
            </p:cNvSpPr>
            <p:nvPr/>
          </p:nvSpPr>
          <p:spPr bwMode="auto">
            <a:xfrm>
              <a:off x="2537670" y="2599315"/>
              <a:ext cx="90064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0" name="Группа 469"/>
          <p:cNvGrpSpPr/>
          <p:nvPr/>
        </p:nvGrpSpPr>
        <p:grpSpPr>
          <a:xfrm>
            <a:off x="2859931" y="2443111"/>
            <a:ext cx="302560" cy="302560"/>
            <a:chOff x="2859931" y="2443111"/>
            <a:chExt cx="302560" cy="302560"/>
          </a:xfrm>
          <a:solidFill>
            <a:schemeClr val="tx1"/>
          </a:solidFill>
        </p:grpSpPr>
        <p:sp>
          <p:nvSpPr>
            <p:cNvPr id="199" name="Freeform 206"/>
            <p:cNvSpPr>
              <a:spLocks noEditPoints="1"/>
            </p:cNvSpPr>
            <p:nvPr/>
          </p:nvSpPr>
          <p:spPr bwMode="auto">
            <a:xfrm>
              <a:off x="2859931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4 w 256"/>
                <a:gd name="T21" fmla="*/ 43 h 256"/>
                <a:gd name="T22" fmla="*/ 8 w 256"/>
                <a:gd name="T23" fmla="*/ 128 h 256"/>
                <a:gd name="T24" fmla="*/ 44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4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4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1" y="248"/>
                    <a:pt x="191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0"/>
                    <a:pt x="161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0" name="Freeform 207"/>
            <p:cNvSpPr>
              <a:spLocks/>
            </p:cNvSpPr>
            <p:nvPr/>
          </p:nvSpPr>
          <p:spPr bwMode="auto">
            <a:xfrm>
              <a:off x="2973919" y="2523325"/>
              <a:ext cx="80214" cy="147762"/>
            </a:xfrm>
            <a:custGeom>
              <a:avLst/>
              <a:gdLst>
                <a:gd name="T0" fmla="*/ 6 w 57"/>
                <a:gd name="T1" fmla="*/ 105 h 105"/>
                <a:gd name="T2" fmla="*/ 0 w 57"/>
                <a:gd name="T3" fmla="*/ 105 h 105"/>
                <a:gd name="T4" fmla="*/ 0 w 57"/>
                <a:gd name="T5" fmla="*/ 0 h 105"/>
                <a:gd name="T6" fmla="*/ 57 w 57"/>
                <a:gd name="T7" fmla="*/ 0 h 105"/>
                <a:gd name="T8" fmla="*/ 57 w 57"/>
                <a:gd name="T9" fmla="*/ 7 h 105"/>
                <a:gd name="T10" fmla="*/ 6 w 57"/>
                <a:gd name="T11" fmla="*/ 7 h 105"/>
                <a:gd name="T12" fmla="*/ 6 w 57"/>
                <a:gd name="T13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105">
                  <a:moveTo>
                    <a:pt x="6" y="105"/>
                  </a:moveTo>
                  <a:lnTo>
                    <a:pt x="0" y="105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7"/>
                  </a:lnTo>
                  <a:lnTo>
                    <a:pt x="6" y="7"/>
                  </a:lnTo>
                  <a:lnTo>
                    <a:pt x="6" y="1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1" name="Rectangle 208"/>
            <p:cNvSpPr>
              <a:spLocks noChangeArrowheads="1"/>
            </p:cNvSpPr>
            <p:nvPr/>
          </p:nvSpPr>
          <p:spPr bwMode="auto">
            <a:xfrm>
              <a:off x="2978141" y="2589465"/>
              <a:ext cx="66141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2" name="Rectangle 209"/>
            <p:cNvSpPr>
              <a:spLocks noChangeArrowheads="1"/>
            </p:cNvSpPr>
            <p:nvPr/>
          </p:nvSpPr>
          <p:spPr bwMode="auto">
            <a:xfrm>
              <a:off x="2954218" y="2619018"/>
              <a:ext cx="66141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7" name="Группа 466"/>
          <p:cNvGrpSpPr/>
          <p:nvPr/>
        </p:nvGrpSpPr>
        <p:grpSpPr>
          <a:xfrm>
            <a:off x="6790391" y="2071596"/>
            <a:ext cx="302560" cy="260342"/>
            <a:chOff x="6790391" y="2071596"/>
            <a:chExt cx="302560" cy="260342"/>
          </a:xfrm>
          <a:solidFill>
            <a:schemeClr val="tx1"/>
          </a:solidFill>
        </p:grpSpPr>
        <p:sp>
          <p:nvSpPr>
            <p:cNvPr id="203" name="Freeform 210"/>
            <p:cNvSpPr>
              <a:spLocks noEditPoints="1"/>
            </p:cNvSpPr>
            <p:nvPr/>
          </p:nvSpPr>
          <p:spPr bwMode="auto">
            <a:xfrm>
              <a:off x="6790391" y="2133515"/>
              <a:ext cx="302560" cy="52069"/>
            </a:xfrm>
            <a:custGeom>
              <a:avLst/>
              <a:gdLst>
                <a:gd name="T0" fmla="*/ 215 w 215"/>
                <a:gd name="T1" fmla="*/ 37 h 37"/>
                <a:gd name="T2" fmla="*/ 0 w 215"/>
                <a:gd name="T3" fmla="*/ 37 h 37"/>
                <a:gd name="T4" fmla="*/ 0 w 215"/>
                <a:gd name="T5" fmla="*/ 0 h 37"/>
                <a:gd name="T6" fmla="*/ 215 w 215"/>
                <a:gd name="T7" fmla="*/ 0 h 37"/>
                <a:gd name="T8" fmla="*/ 215 w 215"/>
                <a:gd name="T9" fmla="*/ 37 h 37"/>
                <a:gd name="T10" fmla="*/ 6 w 215"/>
                <a:gd name="T11" fmla="*/ 30 h 37"/>
                <a:gd name="T12" fmla="*/ 208 w 215"/>
                <a:gd name="T13" fmla="*/ 30 h 37"/>
                <a:gd name="T14" fmla="*/ 208 w 215"/>
                <a:gd name="T15" fmla="*/ 7 h 37"/>
                <a:gd name="T16" fmla="*/ 6 w 215"/>
                <a:gd name="T17" fmla="*/ 7 h 37"/>
                <a:gd name="T18" fmla="*/ 6 w 215"/>
                <a:gd name="T1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37">
                  <a:moveTo>
                    <a:pt x="215" y="37"/>
                  </a:moveTo>
                  <a:lnTo>
                    <a:pt x="0" y="37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37"/>
                  </a:lnTo>
                  <a:close/>
                  <a:moveTo>
                    <a:pt x="6" y="30"/>
                  </a:moveTo>
                  <a:lnTo>
                    <a:pt x="208" y="30"/>
                  </a:lnTo>
                  <a:lnTo>
                    <a:pt x="208" y="7"/>
                  </a:lnTo>
                  <a:lnTo>
                    <a:pt x="6" y="7"/>
                  </a:lnTo>
                  <a:lnTo>
                    <a:pt x="6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211"/>
            <p:cNvSpPr>
              <a:spLocks noEditPoints="1"/>
            </p:cNvSpPr>
            <p:nvPr/>
          </p:nvSpPr>
          <p:spPr bwMode="auto">
            <a:xfrm>
              <a:off x="6812907" y="2175732"/>
              <a:ext cx="256120" cy="156206"/>
            </a:xfrm>
            <a:custGeom>
              <a:avLst/>
              <a:gdLst>
                <a:gd name="T0" fmla="*/ 182 w 182"/>
                <a:gd name="T1" fmla="*/ 111 h 111"/>
                <a:gd name="T2" fmla="*/ 0 w 182"/>
                <a:gd name="T3" fmla="*/ 111 h 111"/>
                <a:gd name="T4" fmla="*/ 0 w 182"/>
                <a:gd name="T5" fmla="*/ 0 h 111"/>
                <a:gd name="T6" fmla="*/ 182 w 182"/>
                <a:gd name="T7" fmla="*/ 0 h 111"/>
                <a:gd name="T8" fmla="*/ 182 w 182"/>
                <a:gd name="T9" fmla="*/ 111 h 111"/>
                <a:gd name="T10" fmla="*/ 7 w 182"/>
                <a:gd name="T11" fmla="*/ 104 h 111"/>
                <a:gd name="T12" fmla="*/ 175 w 182"/>
                <a:gd name="T13" fmla="*/ 104 h 111"/>
                <a:gd name="T14" fmla="*/ 175 w 182"/>
                <a:gd name="T15" fmla="*/ 7 h 111"/>
                <a:gd name="T16" fmla="*/ 7 w 182"/>
                <a:gd name="T17" fmla="*/ 7 h 111"/>
                <a:gd name="T18" fmla="*/ 7 w 182"/>
                <a:gd name="T19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11">
                  <a:moveTo>
                    <a:pt x="182" y="111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182" y="0"/>
                  </a:lnTo>
                  <a:lnTo>
                    <a:pt x="182" y="111"/>
                  </a:lnTo>
                  <a:close/>
                  <a:moveTo>
                    <a:pt x="7" y="104"/>
                  </a:moveTo>
                  <a:lnTo>
                    <a:pt x="175" y="104"/>
                  </a:lnTo>
                  <a:lnTo>
                    <a:pt x="175" y="7"/>
                  </a:lnTo>
                  <a:lnTo>
                    <a:pt x="7" y="7"/>
                  </a:lnTo>
                  <a:lnTo>
                    <a:pt x="7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Rectangle 212"/>
            <p:cNvSpPr>
              <a:spLocks noChangeArrowheads="1"/>
            </p:cNvSpPr>
            <p:nvPr/>
          </p:nvSpPr>
          <p:spPr bwMode="auto">
            <a:xfrm>
              <a:off x="6936745" y="2137737"/>
              <a:ext cx="9851" cy="18998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Freeform 213"/>
            <p:cNvSpPr>
              <a:spLocks noEditPoints="1"/>
            </p:cNvSpPr>
            <p:nvPr/>
          </p:nvSpPr>
          <p:spPr bwMode="auto">
            <a:xfrm>
              <a:off x="6874826" y="2071596"/>
              <a:ext cx="71770" cy="71770"/>
            </a:xfrm>
            <a:custGeom>
              <a:avLst/>
              <a:gdLst>
                <a:gd name="T0" fmla="*/ 56 w 60"/>
                <a:gd name="T1" fmla="*/ 60 h 60"/>
                <a:gd name="T2" fmla="*/ 27 w 60"/>
                <a:gd name="T3" fmla="*/ 55 h 60"/>
                <a:gd name="T4" fmla="*/ 0 w 60"/>
                <a:gd name="T5" fmla="*/ 20 h 60"/>
                <a:gd name="T6" fmla="*/ 23 w 60"/>
                <a:gd name="T7" fmla="*/ 0 h 60"/>
                <a:gd name="T8" fmla="*/ 60 w 60"/>
                <a:gd name="T9" fmla="*/ 28 h 60"/>
                <a:gd name="T10" fmla="*/ 60 w 60"/>
                <a:gd name="T11" fmla="*/ 60 h 60"/>
                <a:gd name="T12" fmla="*/ 56 w 60"/>
                <a:gd name="T13" fmla="*/ 60 h 60"/>
                <a:gd name="T14" fmla="*/ 23 w 60"/>
                <a:gd name="T15" fmla="*/ 8 h 60"/>
                <a:gd name="T16" fmla="*/ 8 w 60"/>
                <a:gd name="T17" fmla="*/ 20 h 60"/>
                <a:gd name="T18" fmla="*/ 52 w 60"/>
                <a:gd name="T19" fmla="*/ 52 h 60"/>
                <a:gd name="T20" fmla="*/ 52 w 60"/>
                <a:gd name="T21" fmla="*/ 28 h 60"/>
                <a:gd name="T22" fmla="*/ 23 w 60"/>
                <a:gd name="T23" fmla="*/ 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60">
                  <a:moveTo>
                    <a:pt x="56" y="60"/>
                  </a:moveTo>
                  <a:cubicBezTo>
                    <a:pt x="54" y="60"/>
                    <a:pt x="41" y="60"/>
                    <a:pt x="27" y="55"/>
                  </a:cubicBezTo>
                  <a:cubicBezTo>
                    <a:pt x="9" y="49"/>
                    <a:pt x="0" y="36"/>
                    <a:pt x="0" y="20"/>
                  </a:cubicBezTo>
                  <a:cubicBezTo>
                    <a:pt x="0" y="7"/>
                    <a:pt x="9" y="0"/>
                    <a:pt x="23" y="0"/>
                  </a:cubicBezTo>
                  <a:cubicBezTo>
                    <a:pt x="40" y="0"/>
                    <a:pt x="60" y="11"/>
                    <a:pt x="60" y="28"/>
                  </a:cubicBezTo>
                  <a:cubicBezTo>
                    <a:pt x="60" y="60"/>
                    <a:pt x="60" y="60"/>
                    <a:pt x="60" y="60"/>
                  </a:cubicBezTo>
                  <a:lnTo>
                    <a:pt x="56" y="60"/>
                  </a:lnTo>
                  <a:close/>
                  <a:moveTo>
                    <a:pt x="23" y="8"/>
                  </a:moveTo>
                  <a:cubicBezTo>
                    <a:pt x="17" y="8"/>
                    <a:pt x="8" y="9"/>
                    <a:pt x="8" y="20"/>
                  </a:cubicBezTo>
                  <a:cubicBezTo>
                    <a:pt x="8" y="47"/>
                    <a:pt x="40" y="51"/>
                    <a:pt x="52" y="52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17"/>
                    <a:pt x="36" y="8"/>
                    <a:pt x="2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214"/>
            <p:cNvSpPr>
              <a:spLocks noEditPoints="1"/>
            </p:cNvSpPr>
            <p:nvPr/>
          </p:nvSpPr>
          <p:spPr bwMode="auto">
            <a:xfrm>
              <a:off x="6936745" y="2071596"/>
              <a:ext cx="70363" cy="71770"/>
            </a:xfrm>
            <a:custGeom>
              <a:avLst/>
              <a:gdLst>
                <a:gd name="T0" fmla="*/ 4 w 60"/>
                <a:gd name="T1" fmla="*/ 60 h 60"/>
                <a:gd name="T2" fmla="*/ 0 w 60"/>
                <a:gd name="T3" fmla="*/ 60 h 60"/>
                <a:gd name="T4" fmla="*/ 0 w 60"/>
                <a:gd name="T5" fmla="*/ 28 h 60"/>
                <a:gd name="T6" fmla="*/ 37 w 60"/>
                <a:gd name="T7" fmla="*/ 0 h 60"/>
                <a:gd name="T8" fmla="*/ 60 w 60"/>
                <a:gd name="T9" fmla="*/ 20 h 60"/>
                <a:gd name="T10" fmla="*/ 32 w 60"/>
                <a:gd name="T11" fmla="*/ 55 h 60"/>
                <a:gd name="T12" fmla="*/ 4 w 60"/>
                <a:gd name="T13" fmla="*/ 60 h 60"/>
                <a:gd name="T14" fmla="*/ 37 w 60"/>
                <a:gd name="T15" fmla="*/ 8 h 60"/>
                <a:gd name="T16" fmla="*/ 8 w 60"/>
                <a:gd name="T17" fmla="*/ 28 h 60"/>
                <a:gd name="T18" fmla="*/ 8 w 60"/>
                <a:gd name="T19" fmla="*/ 52 h 60"/>
                <a:gd name="T20" fmla="*/ 29 w 60"/>
                <a:gd name="T21" fmla="*/ 48 h 60"/>
                <a:gd name="T22" fmla="*/ 52 w 60"/>
                <a:gd name="T23" fmla="*/ 20 h 60"/>
                <a:gd name="T24" fmla="*/ 37 w 60"/>
                <a:gd name="T25" fmla="*/ 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60">
                  <a:moveTo>
                    <a:pt x="4" y="6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1"/>
                    <a:pt x="19" y="0"/>
                    <a:pt x="37" y="0"/>
                  </a:cubicBezTo>
                  <a:cubicBezTo>
                    <a:pt x="51" y="0"/>
                    <a:pt x="60" y="7"/>
                    <a:pt x="60" y="20"/>
                  </a:cubicBezTo>
                  <a:cubicBezTo>
                    <a:pt x="60" y="36"/>
                    <a:pt x="50" y="49"/>
                    <a:pt x="32" y="55"/>
                  </a:cubicBezTo>
                  <a:cubicBezTo>
                    <a:pt x="19" y="60"/>
                    <a:pt x="5" y="60"/>
                    <a:pt x="4" y="60"/>
                  </a:cubicBezTo>
                  <a:close/>
                  <a:moveTo>
                    <a:pt x="37" y="8"/>
                  </a:moveTo>
                  <a:cubicBezTo>
                    <a:pt x="23" y="8"/>
                    <a:pt x="8" y="17"/>
                    <a:pt x="8" y="28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12" y="51"/>
                    <a:pt x="21" y="51"/>
                    <a:pt x="29" y="48"/>
                  </a:cubicBezTo>
                  <a:cubicBezTo>
                    <a:pt x="44" y="42"/>
                    <a:pt x="52" y="33"/>
                    <a:pt x="52" y="20"/>
                  </a:cubicBezTo>
                  <a:cubicBezTo>
                    <a:pt x="52" y="9"/>
                    <a:pt x="42" y="8"/>
                    <a:pt x="3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9" name="Группа 508"/>
          <p:cNvGrpSpPr/>
          <p:nvPr/>
        </p:nvGrpSpPr>
        <p:grpSpPr>
          <a:xfrm>
            <a:off x="2902149" y="3623797"/>
            <a:ext cx="218124" cy="301152"/>
            <a:chOff x="2902149" y="3623797"/>
            <a:chExt cx="218124" cy="301152"/>
          </a:xfrm>
          <a:solidFill>
            <a:schemeClr val="tx1"/>
          </a:solidFill>
        </p:grpSpPr>
        <p:sp>
          <p:nvSpPr>
            <p:cNvPr id="208" name="Freeform 215"/>
            <p:cNvSpPr>
              <a:spLocks noEditPoints="1"/>
            </p:cNvSpPr>
            <p:nvPr/>
          </p:nvSpPr>
          <p:spPr bwMode="auto">
            <a:xfrm>
              <a:off x="2902149" y="3692752"/>
              <a:ext cx="66141" cy="232197"/>
            </a:xfrm>
            <a:custGeom>
              <a:avLst/>
              <a:gdLst>
                <a:gd name="T0" fmla="*/ 47 w 47"/>
                <a:gd name="T1" fmla="*/ 165 h 165"/>
                <a:gd name="T2" fmla="*/ 0 w 47"/>
                <a:gd name="T3" fmla="*/ 165 h 165"/>
                <a:gd name="T4" fmla="*/ 0 w 47"/>
                <a:gd name="T5" fmla="*/ 0 h 165"/>
                <a:gd name="T6" fmla="*/ 47 w 47"/>
                <a:gd name="T7" fmla="*/ 0 h 165"/>
                <a:gd name="T8" fmla="*/ 47 w 47"/>
                <a:gd name="T9" fmla="*/ 165 h 165"/>
                <a:gd name="T10" fmla="*/ 7 w 47"/>
                <a:gd name="T11" fmla="*/ 158 h 165"/>
                <a:gd name="T12" fmla="*/ 41 w 47"/>
                <a:gd name="T13" fmla="*/ 158 h 165"/>
                <a:gd name="T14" fmla="*/ 41 w 47"/>
                <a:gd name="T15" fmla="*/ 7 h 165"/>
                <a:gd name="T16" fmla="*/ 7 w 47"/>
                <a:gd name="T17" fmla="*/ 7 h 165"/>
                <a:gd name="T18" fmla="*/ 7 w 47"/>
                <a:gd name="T19" fmla="*/ 15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65">
                  <a:moveTo>
                    <a:pt x="47" y="165"/>
                  </a:moveTo>
                  <a:lnTo>
                    <a:pt x="0" y="165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65"/>
                  </a:lnTo>
                  <a:close/>
                  <a:moveTo>
                    <a:pt x="7" y="158"/>
                  </a:moveTo>
                  <a:lnTo>
                    <a:pt x="41" y="158"/>
                  </a:lnTo>
                  <a:lnTo>
                    <a:pt x="41" y="7"/>
                  </a:lnTo>
                  <a:lnTo>
                    <a:pt x="7" y="7"/>
                  </a:lnTo>
                  <a:lnTo>
                    <a:pt x="7" y="1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9" name="Freeform 216"/>
            <p:cNvSpPr>
              <a:spLocks noEditPoints="1"/>
            </p:cNvSpPr>
            <p:nvPr/>
          </p:nvSpPr>
          <p:spPr bwMode="auto">
            <a:xfrm>
              <a:off x="3054132" y="3830663"/>
              <a:ext cx="66141" cy="94286"/>
            </a:xfrm>
            <a:custGeom>
              <a:avLst/>
              <a:gdLst>
                <a:gd name="T0" fmla="*/ 47 w 47"/>
                <a:gd name="T1" fmla="*/ 67 h 67"/>
                <a:gd name="T2" fmla="*/ 0 w 47"/>
                <a:gd name="T3" fmla="*/ 67 h 67"/>
                <a:gd name="T4" fmla="*/ 0 w 47"/>
                <a:gd name="T5" fmla="*/ 0 h 67"/>
                <a:gd name="T6" fmla="*/ 47 w 47"/>
                <a:gd name="T7" fmla="*/ 0 h 67"/>
                <a:gd name="T8" fmla="*/ 47 w 47"/>
                <a:gd name="T9" fmla="*/ 67 h 67"/>
                <a:gd name="T10" fmla="*/ 7 w 47"/>
                <a:gd name="T11" fmla="*/ 60 h 67"/>
                <a:gd name="T12" fmla="*/ 40 w 47"/>
                <a:gd name="T13" fmla="*/ 60 h 67"/>
                <a:gd name="T14" fmla="*/ 40 w 47"/>
                <a:gd name="T15" fmla="*/ 6 h 67"/>
                <a:gd name="T16" fmla="*/ 7 w 47"/>
                <a:gd name="T17" fmla="*/ 6 h 67"/>
                <a:gd name="T18" fmla="*/ 7 w 47"/>
                <a:gd name="T19" fmla="*/ 6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67">
                  <a:moveTo>
                    <a:pt x="47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67"/>
                  </a:lnTo>
                  <a:close/>
                  <a:moveTo>
                    <a:pt x="7" y="60"/>
                  </a:moveTo>
                  <a:lnTo>
                    <a:pt x="40" y="60"/>
                  </a:lnTo>
                  <a:lnTo>
                    <a:pt x="40" y="6"/>
                  </a:lnTo>
                  <a:lnTo>
                    <a:pt x="7" y="6"/>
                  </a:lnTo>
                  <a:lnTo>
                    <a:pt x="7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Freeform 217"/>
            <p:cNvSpPr>
              <a:spLocks noEditPoints="1"/>
            </p:cNvSpPr>
            <p:nvPr/>
          </p:nvSpPr>
          <p:spPr bwMode="auto">
            <a:xfrm>
              <a:off x="2978141" y="3768743"/>
              <a:ext cx="66141" cy="156206"/>
            </a:xfrm>
            <a:custGeom>
              <a:avLst/>
              <a:gdLst>
                <a:gd name="T0" fmla="*/ 47 w 47"/>
                <a:gd name="T1" fmla="*/ 111 h 111"/>
                <a:gd name="T2" fmla="*/ 0 w 47"/>
                <a:gd name="T3" fmla="*/ 111 h 111"/>
                <a:gd name="T4" fmla="*/ 0 w 47"/>
                <a:gd name="T5" fmla="*/ 0 h 111"/>
                <a:gd name="T6" fmla="*/ 47 w 47"/>
                <a:gd name="T7" fmla="*/ 0 h 111"/>
                <a:gd name="T8" fmla="*/ 47 w 47"/>
                <a:gd name="T9" fmla="*/ 111 h 111"/>
                <a:gd name="T10" fmla="*/ 7 w 47"/>
                <a:gd name="T11" fmla="*/ 104 h 111"/>
                <a:gd name="T12" fmla="*/ 40 w 47"/>
                <a:gd name="T13" fmla="*/ 104 h 111"/>
                <a:gd name="T14" fmla="*/ 40 w 47"/>
                <a:gd name="T15" fmla="*/ 7 h 111"/>
                <a:gd name="T16" fmla="*/ 7 w 47"/>
                <a:gd name="T17" fmla="*/ 7 h 111"/>
                <a:gd name="T18" fmla="*/ 7 w 47"/>
                <a:gd name="T19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11">
                  <a:moveTo>
                    <a:pt x="47" y="111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11"/>
                  </a:lnTo>
                  <a:close/>
                  <a:moveTo>
                    <a:pt x="7" y="104"/>
                  </a:moveTo>
                  <a:lnTo>
                    <a:pt x="40" y="104"/>
                  </a:lnTo>
                  <a:lnTo>
                    <a:pt x="40" y="7"/>
                  </a:lnTo>
                  <a:lnTo>
                    <a:pt x="7" y="7"/>
                  </a:lnTo>
                  <a:lnTo>
                    <a:pt x="7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Freeform 218"/>
            <p:cNvSpPr>
              <a:spLocks/>
            </p:cNvSpPr>
            <p:nvPr/>
          </p:nvSpPr>
          <p:spPr bwMode="auto">
            <a:xfrm>
              <a:off x="2933108" y="3623797"/>
              <a:ext cx="185757" cy="185757"/>
            </a:xfrm>
            <a:custGeom>
              <a:avLst/>
              <a:gdLst>
                <a:gd name="T0" fmla="*/ 4 w 132"/>
                <a:gd name="T1" fmla="*/ 0 h 132"/>
                <a:gd name="T2" fmla="*/ 132 w 132"/>
                <a:gd name="T3" fmla="*/ 127 h 132"/>
                <a:gd name="T4" fmla="*/ 128 w 132"/>
                <a:gd name="T5" fmla="*/ 132 h 132"/>
                <a:gd name="T6" fmla="*/ 0 w 132"/>
                <a:gd name="T7" fmla="*/ 5 h 132"/>
                <a:gd name="T8" fmla="*/ 4 w 132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32">
                  <a:moveTo>
                    <a:pt x="4" y="0"/>
                  </a:moveTo>
                  <a:lnTo>
                    <a:pt x="132" y="127"/>
                  </a:lnTo>
                  <a:lnTo>
                    <a:pt x="128" y="132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Freeform 219"/>
            <p:cNvSpPr>
              <a:spLocks/>
            </p:cNvSpPr>
            <p:nvPr/>
          </p:nvSpPr>
          <p:spPr bwMode="auto">
            <a:xfrm>
              <a:off x="3063983" y="3754671"/>
              <a:ext cx="56290" cy="56290"/>
            </a:xfrm>
            <a:custGeom>
              <a:avLst/>
              <a:gdLst>
                <a:gd name="T0" fmla="*/ 37 w 40"/>
                <a:gd name="T1" fmla="*/ 40 h 40"/>
                <a:gd name="T2" fmla="*/ 0 w 40"/>
                <a:gd name="T3" fmla="*/ 40 h 40"/>
                <a:gd name="T4" fmla="*/ 0 w 40"/>
                <a:gd name="T5" fmla="*/ 34 h 40"/>
                <a:gd name="T6" fmla="*/ 33 w 40"/>
                <a:gd name="T7" fmla="*/ 34 h 40"/>
                <a:gd name="T8" fmla="*/ 33 w 40"/>
                <a:gd name="T9" fmla="*/ 0 h 40"/>
                <a:gd name="T10" fmla="*/ 40 w 40"/>
                <a:gd name="T11" fmla="*/ 0 h 40"/>
                <a:gd name="T12" fmla="*/ 40 w 40"/>
                <a:gd name="T13" fmla="*/ 37 h 40"/>
                <a:gd name="T14" fmla="*/ 37 w 40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40">
                  <a:moveTo>
                    <a:pt x="37" y="40"/>
                  </a:moveTo>
                  <a:lnTo>
                    <a:pt x="0" y="40"/>
                  </a:lnTo>
                  <a:lnTo>
                    <a:pt x="0" y="34"/>
                  </a:lnTo>
                  <a:lnTo>
                    <a:pt x="33" y="34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40" y="37"/>
                  </a:lnTo>
                  <a:lnTo>
                    <a:pt x="37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10" name="Группа 509"/>
          <p:cNvGrpSpPr/>
          <p:nvPr/>
        </p:nvGrpSpPr>
        <p:grpSpPr>
          <a:xfrm>
            <a:off x="3296180" y="3622389"/>
            <a:ext cx="218124" cy="302560"/>
            <a:chOff x="3296180" y="3622389"/>
            <a:chExt cx="218124" cy="302560"/>
          </a:xfrm>
          <a:solidFill>
            <a:schemeClr val="tx1"/>
          </a:solidFill>
        </p:grpSpPr>
        <p:sp>
          <p:nvSpPr>
            <p:cNvPr id="213" name="Freeform 220"/>
            <p:cNvSpPr>
              <a:spLocks noEditPoints="1"/>
            </p:cNvSpPr>
            <p:nvPr/>
          </p:nvSpPr>
          <p:spPr bwMode="auto">
            <a:xfrm>
              <a:off x="3296180" y="3830663"/>
              <a:ext cx="66141" cy="94286"/>
            </a:xfrm>
            <a:custGeom>
              <a:avLst/>
              <a:gdLst>
                <a:gd name="T0" fmla="*/ 47 w 47"/>
                <a:gd name="T1" fmla="*/ 67 h 67"/>
                <a:gd name="T2" fmla="*/ 0 w 47"/>
                <a:gd name="T3" fmla="*/ 67 h 67"/>
                <a:gd name="T4" fmla="*/ 0 w 47"/>
                <a:gd name="T5" fmla="*/ 0 h 67"/>
                <a:gd name="T6" fmla="*/ 47 w 47"/>
                <a:gd name="T7" fmla="*/ 0 h 67"/>
                <a:gd name="T8" fmla="*/ 47 w 47"/>
                <a:gd name="T9" fmla="*/ 67 h 67"/>
                <a:gd name="T10" fmla="*/ 7 w 47"/>
                <a:gd name="T11" fmla="*/ 60 h 67"/>
                <a:gd name="T12" fmla="*/ 41 w 47"/>
                <a:gd name="T13" fmla="*/ 60 h 67"/>
                <a:gd name="T14" fmla="*/ 41 w 47"/>
                <a:gd name="T15" fmla="*/ 6 h 67"/>
                <a:gd name="T16" fmla="*/ 7 w 47"/>
                <a:gd name="T17" fmla="*/ 6 h 67"/>
                <a:gd name="T18" fmla="*/ 7 w 47"/>
                <a:gd name="T19" fmla="*/ 6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67">
                  <a:moveTo>
                    <a:pt x="47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67"/>
                  </a:lnTo>
                  <a:close/>
                  <a:moveTo>
                    <a:pt x="7" y="60"/>
                  </a:moveTo>
                  <a:lnTo>
                    <a:pt x="41" y="60"/>
                  </a:lnTo>
                  <a:lnTo>
                    <a:pt x="41" y="6"/>
                  </a:lnTo>
                  <a:lnTo>
                    <a:pt x="7" y="6"/>
                  </a:lnTo>
                  <a:lnTo>
                    <a:pt x="7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4" name="Freeform 221"/>
            <p:cNvSpPr>
              <a:spLocks noEditPoints="1"/>
            </p:cNvSpPr>
            <p:nvPr/>
          </p:nvSpPr>
          <p:spPr bwMode="auto">
            <a:xfrm>
              <a:off x="3448163" y="3702603"/>
              <a:ext cx="66141" cy="222346"/>
            </a:xfrm>
            <a:custGeom>
              <a:avLst/>
              <a:gdLst>
                <a:gd name="T0" fmla="*/ 47 w 47"/>
                <a:gd name="T1" fmla="*/ 158 h 158"/>
                <a:gd name="T2" fmla="*/ 0 w 47"/>
                <a:gd name="T3" fmla="*/ 158 h 158"/>
                <a:gd name="T4" fmla="*/ 0 w 47"/>
                <a:gd name="T5" fmla="*/ 0 h 158"/>
                <a:gd name="T6" fmla="*/ 47 w 47"/>
                <a:gd name="T7" fmla="*/ 0 h 158"/>
                <a:gd name="T8" fmla="*/ 47 w 47"/>
                <a:gd name="T9" fmla="*/ 158 h 158"/>
                <a:gd name="T10" fmla="*/ 7 w 47"/>
                <a:gd name="T11" fmla="*/ 151 h 158"/>
                <a:gd name="T12" fmla="*/ 40 w 47"/>
                <a:gd name="T13" fmla="*/ 151 h 158"/>
                <a:gd name="T14" fmla="*/ 40 w 47"/>
                <a:gd name="T15" fmla="*/ 7 h 158"/>
                <a:gd name="T16" fmla="*/ 7 w 47"/>
                <a:gd name="T17" fmla="*/ 7 h 158"/>
                <a:gd name="T18" fmla="*/ 7 w 47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58">
                  <a:moveTo>
                    <a:pt x="47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58"/>
                  </a:lnTo>
                  <a:close/>
                  <a:moveTo>
                    <a:pt x="7" y="151"/>
                  </a:moveTo>
                  <a:lnTo>
                    <a:pt x="40" y="151"/>
                  </a:lnTo>
                  <a:lnTo>
                    <a:pt x="40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222"/>
            <p:cNvSpPr>
              <a:spLocks noEditPoints="1"/>
            </p:cNvSpPr>
            <p:nvPr/>
          </p:nvSpPr>
          <p:spPr bwMode="auto">
            <a:xfrm>
              <a:off x="3372172" y="3768743"/>
              <a:ext cx="66141" cy="156206"/>
            </a:xfrm>
            <a:custGeom>
              <a:avLst/>
              <a:gdLst>
                <a:gd name="T0" fmla="*/ 47 w 47"/>
                <a:gd name="T1" fmla="*/ 111 h 111"/>
                <a:gd name="T2" fmla="*/ 0 w 47"/>
                <a:gd name="T3" fmla="*/ 111 h 111"/>
                <a:gd name="T4" fmla="*/ 0 w 47"/>
                <a:gd name="T5" fmla="*/ 0 h 111"/>
                <a:gd name="T6" fmla="*/ 47 w 47"/>
                <a:gd name="T7" fmla="*/ 0 h 111"/>
                <a:gd name="T8" fmla="*/ 47 w 47"/>
                <a:gd name="T9" fmla="*/ 111 h 111"/>
                <a:gd name="T10" fmla="*/ 7 w 47"/>
                <a:gd name="T11" fmla="*/ 104 h 111"/>
                <a:gd name="T12" fmla="*/ 40 w 47"/>
                <a:gd name="T13" fmla="*/ 104 h 111"/>
                <a:gd name="T14" fmla="*/ 40 w 47"/>
                <a:gd name="T15" fmla="*/ 7 h 111"/>
                <a:gd name="T16" fmla="*/ 7 w 47"/>
                <a:gd name="T17" fmla="*/ 7 h 111"/>
                <a:gd name="T18" fmla="*/ 7 w 47"/>
                <a:gd name="T19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11">
                  <a:moveTo>
                    <a:pt x="47" y="111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11"/>
                  </a:lnTo>
                  <a:close/>
                  <a:moveTo>
                    <a:pt x="7" y="104"/>
                  </a:moveTo>
                  <a:lnTo>
                    <a:pt x="40" y="104"/>
                  </a:lnTo>
                  <a:lnTo>
                    <a:pt x="40" y="7"/>
                  </a:lnTo>
                  <a:lnTo>
                    <a:pt x="7" y="7"/>
                  </a:lnTo>
                  <a:lnTo>
                    <a:pt x="7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Freeform 223"/>
            <p:cNvSpPr>
              <a:spLocks/>
            </p:cNvSpPr>
            <p:nvPr/>
          </p:nvSpPr>
          <p:spPr bwMode="auto">
            <a:xfrm>
              <a:off x="3317289" y="3623797"/>
              <a:ext cx="180128" cy="181536"/>
            </a:xfrm>
            <a:custGeom>
              <a:avLst/>
              <a:gdLst>
                <a:gd name="T0" fmla="*/ 124 w 128"/>
                <a:gd name="T1" fmla="*/ 0 h 129"/>
                <a:gd name="T2" fmla="*/ 128 w 128"/>
                <a:gd name="T3" fmla="*/ 5 h 129"/>
                <a:gd name="T4" fmla="*/ 4 w 128"/>
                <a:gd name="T5" fmla="*/ 129 h 129"/>
                <a:gd name="T6" fmla="*/ 0 w 128"/>
                <a:gd name="T7" fmla="*/ 124 h 129"/>
                <a:gd name="T8" fmla="*/ 124 w 128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8" h="129">
                  <a:moveTo>
                    <a:pt x="124" y="0"/>
                  </a:moveTo>
                  <a:lnTo>
                    <a:pt x="128" y="5"/>
                  </a:lnTo>
                  <a:lnTo>
                    <a:pt x="4" y="129"/>
                  </a:lnTo>
                  <a:lnTo>
                    <a:pt x="0" y="124"/>
                  </a:lnTo>
                  <a:lnTo>
                    <a:pt x="1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Freeform 224"/>
            <p:cNvSpPr>
              <a:spLocks/>
            </p:cNvSpPr>
            <p:nvPr/>
          </p:nvSpPr>
          <p:spPr bwMode="auto">
            <a:xfrm>
              <a:off x="3442534" y="3622389"/>
              <a:ext cx="57698" cy="56290"/>
            </a:xfrm>
            <a:custGeom>
              <a:avLst/>
              <a:gdLst>
                <a:gd name="T0" fmla="*/ 41 w 41"/>
                <a:gd name="T1" fmla="*/ 40 h 40"/>
                <a:gd name="T2" fmla="*/ 34 w 41"/>
                <a:gd name="T3" fmla="*/ 40 h 40"/>
                <a:gd name="T4" fmla="*/ 34 w 41"/>
                <a:gd name="T5" fmla="*/ 6 h 40"/>
                <a:gd name="T6" fmla="*/ 0 w 41"/>
                <a:gd name="T7" fmla="*/ 6 h 40"/>
                <a:gd name="T8" fmla="*/ 0 w 41"/>
                <a:gd name="T9" fmla="*/ 0 h 40"/>
                <a:gd name="T10" fmla="*/ 37 w 41"/>
                <a:gd name="T11" fmla="*/ 0 h 40"/>
                <a:gd name="T12" fmla="*/ 41 w 41"/>
                <a:gd name="T13" fmla="*/ 3 h 40"/>
                <a:gd name="T14" fmla="*/ 41 w 41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41" y="40"/>
                  </a:moveTo>
                  <a:lnTo>
                    <a:pt x="34" y="40"/>
                  </a:lnTo>
                  <a:lnTo>
                    <a:pt x="34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41" y="3"/>
                  </a:lnTo>
                  <a:lnTo>
                    <a:pt x="41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11" name="Группа 510"/>
          <p:cNvGrpSpPr/>
          <p:nvPr/>
        </p:nvGrpSpPr>
        <p:grpSpPr>
          <a:xfrm>
            <a:off x="3646586" y="3622389"/>
            <a:ext cx="302560" cy="302560"/>
            <a:chOff x="3646586" y="3622389"/>
            <a:chExt cx="302560" cy="302560"/>
          </a:xfrm>
          <a:solidFill>
            <a:schemeClr val="tx1"/>
          </a:solidFill>
        </p:grpSpPr>
        <p:sp>
          <p:nvSpPr>
            <p:cNvPr id="218" name="Freeform 225"/>
            <p:cNvSpPr>
              <a:spLocks noEditPoints="1"/>
            </p:cNvSpPr>
            <p:nvPr/>
          </p:nvSpPr>
          <p:spPr bwMode="auto">
            <a:xfrm>
              <a:off x="3646586" y="3660385"/>
              <a:ext cx="264564" cy="264564"/>
            </a:xfrm>
            <a:custGeom>
              <a:avLst/>
              <a:gdLst>
                <a:gd name="T0" fmla="*/ 112 w 224"/>
                <a:gd name="T1" fmla="*/ 224 h 224"/>
                <a:gd name="T2" fmla="*/ 33 w 224"/>
                <a:gd name="T3" fmla="*/ 192 h 224"/>
                <a:gd name="T4" fmla="*/ 0 w 224"/>
                <a:gd name="T5" fmla="*/ 112 h 224"/>
                <a:gd name="T6" fmla="*/ 32 w 224"/>
                <a:gd name="T7" fmla="*/ 33 h 224"/>
                <a:gd name="T8" fmla="*/ 112 w 224"/>
                <a:gd name="T9" fmla="*/ 0 h 224"/>
                <a:gd name="T10" fmla="*/ 116 w 224"/>
                <a:gd name="T11" fmla="*/ 0 h 224"/>
                <a:gd name="T12" fmla="*/ 116 w 224"/>
                <a:gd name="T13" fmla="*/ 108 h 224"/>
                <a:gd name="T14" fmla="*/ 224 w 224"/>
                <a:gd name="T15" fmla="*/ 108 h 224"/>
                <a:gd name="T16" fmla="*/ 224 w 224"/>
                <a:gd name="T17" fmla="*/ 112 h 224"/>
                <a:gd name="T18" fmla="*/ 191 w 224"/>
                <a:gd name="T19" fmla="*/ 192 h 224"/>
                <a:gd name="T20" fmla="*/ 112 w 224"/>
                <a:gd name="T21" fmla="*/ 224 h 224"/>
                <a:gd name="T22" fmla="*/ 112 w 224"/>
                <a:gd name="T23" fmla="*/ 224 h 224"/>
                <a:gd name="T24" fmla="*/ 108 w 224"/>
                <a:gd name="T25" fmla="*/ 8 h 224"/>
                <a:gd name="T26" fmla="*/ 38 w 224"/>
                <a:gd name="T27" fmla="*/ 39 h 224"/>
                <a:gd name="T28" fmla="*/ 8 w 224"/>
                <a:gd name="T29" fmla="*/ 112 h 224"/>
                <a:gd name="T30" fmla="*/ 38 w 224"/>
                <a:gd name="T31" fmla="*/ 186 h 224"/>
                <a:gd name="T32" fmla="*/ 112 w 224"/>
                <a:gd name="T33" fmla="*/ 216 h 224"/>
                <a:gd name="T34" fmla="*/ 112 w 224"/>
                <a:gd name="T35" fmla="*/ 216 h 224"/>
                <a:gd name="T36" fmla="*/ 112 w 224"/>
                <a:gd name="T37" fmla="*/ 216 h 224"/>
                <a:gd name="T38" fmla="*/ 185 w 224"/>
                <a:gd name="T39" fmla="*/ 186 h 224"/>
                <a:gd name="T40" fmla="*/ 216 w 224"/>
                <a:gd name="T41" fmla="*/ 116 h 224"/>
                <a:gd name="T42" fmla="*/ 108 w 224"/>
                <a:gd name="T43" fmla="*/ 116 h 224"/>
                <a:gd name="T44" fmla="*/ 108 w 224"/>
                <a:gd name="T45" fmla="*/ 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224">
                  <a:moveTo>
                    <a:pt x="112" y="224"/>
                  </a:moveTo>
                  <a:cubicBezTo>
                    <a:pt x="82" y="224"/>
                    <a:pt x="54" y="213"/>
                    <a:pt x="33" y="192"/>
                  </a:cubicBezTo>
                  <a:cubicBezTo>
                    <a:pt x="11" y="170"/>
                    <a:pt x="0" y="142"/>
                    <a:pt x="0" y="112"/>
                  </a:cubicBezTo>
                  <a:cubicBezTo>
                    <a:pt x="0" y="82"/>
                    <a:pt x="11" y="54"/>
                    <a:pt x="32" y="33"/>
                  </a:cubicBezTo>
                  <a:cubicBezTo>
                    <a:pt x="53" y="12"/>
                    <a:pt x="82" y="0"/>
                    <a:pt x="11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4" y="112"/>
                    <a:pt x="224" y="112"/>
                    <a:pt x="224" y="112"/>
                  </a:cubicBezTo>
                  <a:cubicBezTo>
                    <a:pt x="224" y="142"/>
                    <a:pt x="212" y="170"/>
                    <a:pt x="191" y="192"/>
                  </a:cubicBezTo>
                  <a:cubicBezTo>
                    <a:pt x="170" y="213"/>
                    <a:pt x="142" y="224"/>
                    <a:pt x="112" y="224"/>
                  </a:cubicBezTo>
                  <a:cubicBezTo>
                    <a:pt x="112" y="224"/>
                    <a:pt x="112" y="224"/>
                    <a:pt x="112" y="224"/>
                  </a:cubicBezTo>
                  <a:close/>
                  <a:moveTo>
                    <a:pt x="108" y="8"/>
                  </a:moveTo>
                  <a:cubicBezTo>
                    <a:pt x="81" y="9"/>
                    <a:pt x="57" y="20"/>
                    <a:pt x="38" y="39"/>
                  </a:cubicBezTo>
                  <a:cubicBezTo>
                    <a:pt x="18" y="58"/>
                    <a:pt x="8" y="84"/>
                    <a:pt x="8" y="112"/>
                  </a:cubicBezTo>
                  <a:cubicBezTo>
                    <a:pt x="8" y="140"/>
                    <a:pt x="19" y="166"/>
                    <a:pt x="38" y="186"/>
                  </a:cubicBezTo>
                  <a:cubicBezTo>
                    <a:pt x="58" y="205"/>
                    <a:pt x="84" y="216"/>
                    <a:pt x="112" y="216"/>
                  </a:cubicBezTo>
                  <a:cubicBezTo>
                    <a:pt x="112" y="216"/>
                    <a:pt x="112" y="216"/>
                    <a:pt x="112" y="216"/>
                  </a:cubicBezTo>
                  <a:cubicBezTo>
                    <a:pt x="112" y="216"/>
                    <a:pt x="112" y="216"/>
                    <a:pt x="112" y="216"/>
                  </a:cubicBezTo>
                  <a:cubicBezTo>
                    <a:pt x="139" y="216"/>
                    <a:pt x="166" y="205"/>
                    <a:pt x="185" y="186"/>
                  </a:cubicBezTo>
                  <a:cubicBezTo>
                    <a:pt x="204" y="167"/>
                    <a:pt x="215" y="143"/>
                    <a:pt x="216" y="116"/>
                  </a:cubicBezTo>
                  <a:cubicBezTo>
                    <a:pt x="108" y="116"/>
                    <a:pt x="108" y="116"/>
                    <a:pt x="108" y="116"/>
                  </a:cubicBezTo>
                  <a:lnTo>
                    <a:pt x="10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9" name="Freeform 226"/>
            <p:cNvSpPr>
              <a:spLocks noEditPoints="1"/>
            </p:cNvSpPr>
            <p:nvPr/>
          </p:nvSpPr>
          <p:spPr bwMode="auto">
            <a:xfrm>
              <a:off x="3812642" y="3622389"/>
              <a:ext cx="136504" cy="136504"/>
            </a:xfrm>
            <a:custGeom>
              <a:avLst/>
              <a:gdLst>
                <a:gd name="T0" fmla="*/ 116 w 116"/>
                <a:gd name="T1" fmla="*/ 116 h 116"/>
                <a:gd name="T2" fmla="*/ 0 w 116"/>
                <a:gd name="T3" fmla="*/ 116 h 116"/>
                <a:gd name="T4" fmla="*/ 0 w 116"/>
                <a:gd name="T5" fmla="*/ 0 h 116"/>
                <a:gd name="T6" fmla="*/ 4 w 116"/>
                <a:gd name="T7" fmla="*/ 0 h 116"/>
                <a:gd name="T8" fmla="*/ 83 w 116"/>
                <a:gd name="T9" fmla="*/ 33 h 116"/>
                <a:gd name="T10" fmla="*/ 116 w 116"/>
                <a:gd name="T11" fmla="*/ 112 h 116"/>
                <a:gd name="T12" fmla="*/ 116 w 116"/>
                <a:gd name="T13" fmla="*/ 116 h 116"/>
                <a:gd name="T14" fmla="*/ 8 w 116"/>
                <a:gd name="T15" fmla="*/ 108 h 116"/>
                <a:gd name="T16" fmla="*/ 108 w 116"/>
                <a:gd name="T17" fmla="*/ 108 h 116"/>
                <a:gd name="T18" fmla="*/ 77 w 116"/>
                <a:gd name="T19" fmla="*/ 39 h 116"/>
                <a:gd name="T20" fmla="*/ 8 w 116"/>
                <a:gd name="T21" fmla="*/ 8 h 116"/>
                <a:gd name="T22" fmla="*/ 8 w 116"/>
                <a:gd name="T23" fmla="*/ 10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116">
                  <a:moveTo>
                    <a:pt x="116" y="116"/>
                  </a:moveTo>
                  <a:cubicBezTo>
                    <a:pt x="0" y="116"/>
                    <a:pt x="0" y="116"/>
                    <a:pt x="0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4" y="0"/>
                    <a:pt x="62" y="12"/>
                    <a:pt x="83" y="33"/>
                  </a:cubicBezTo>
                  <a:cubicBezTo>
                    <a:pt x="104" y="54"/>
                    <a:pt x="116" y="82"/>
                    <a:pt x="116" y="112"/>
                  </a:cubicBezTo>
                  <a:lnTo>
                    <a:pt x="116" y="116"/>
                  </a:lnTo>
                  <a:close/>
                  <a:moveTo>
                    <a:pt x="8" y="108"/>
                  </a:moveTo>
                  <a:cubicBezTo>
                    <a:pt x="108" y="108"/>
                    <a:pt x="108" y="108"/>
                    <a:pt x="108" y="108"/>
                  </a:cubicBezTo>
                  <a:cubicBezTo>
                    <a:pt x="107" y="82"/>
                    <a:pt x="96" y="57"/>
                    <a:pt x="77" y="39"/>
                  </a:cubicBezTo>
                  <a:cubicBezTo>
                    <a:pt x="59" y="20"/>
                    <a:pt x="34" y="9"/>
                    <a:pt x="8" y="8"/>
                  </a:cubicBezTo>
                  <a:lnTo>
                    <a:pt x="8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12" name="Группа 511"/>
          <p:cNvGrpSpPr/>
          <p:nvPr/>
        </p:nvGrpSpPr>
        <p:grpSpPr>
          <a:xfrm>
            <a:off x="4081427" y="3622389"/>
            <a:ext cx="218125" cy="302560"/>
            <a:chOff x="4081427" y="3622389"/>
            <a:chExt cx="218125" cy="302560"/>
          </a:xfrm>
          <a:solidFill>
            <a:schemeClr val="tx1"/>
          </a:solidFill>
        </p:grpSpPr>
        <p:sp>
          <p:nvSpPr>
            <p:cNvPr id="220" name="Freeform 227"/>
            <p:cNvSpPr>
              <a:spLocks noEditPoints="1"/>
            </p:cNvSpPr>
            <p:nvPr/>
          </p:nvSpPr>
          <p:spPr bwMode="auto">
            <a:xfrm>
              <a:off x="4081427" y="3754671"/>
              <a:ext cx="66141" cy="170278"/>
            </a:xfrm>
            <a:custGeom>
              <a:avLst/>
              <a:gdLst>
                <a:gd name="T0" fmla="*/ 47 w 47"/>
                <a:gd name="T1" fmla="*/ 121 h 121"/>
                <a:gd name="T2" fmla="*/ 0 w 47"/>
                <a:gd name="T3" fmla="*/ 121 h 121"/>
                <a:gd name="T4" fmla="*/ 0 w 47"/>
                <a:gd name="T5" fmla="*/ 0 h 121"/>
                <a:gd name="T6" fmla="*/ 47 w 47"/>
                <a:gd name="T7" fmla="*/ 0 h 121"/>
                <a:gd name="T8" fmla="*/ 47 w 47"/>
                <a:gd name="T9" fmla="*/ 121 h 121"/>
                <a:gd name="T10" fmla="*/ 7 w 47"/>
                <a:gd name="T11" fmla="*/ 114 h 121"/>
                <a:gd name="T12" fmla="*/ 41 w 47"/>
                <a:gd name="T13" fmla="*/ 114 h 121"/>
                <a:gd name="T14" fmla="*/ 41 w 47"/>
                <a:gd name="T15" fmla="*/ 7 h 121"/>
                <a:gd name="T16" fmla="*/ 7 w 47"/>
                <a:gd name="T17" fmla="*/ 7 h 121"/>
                <a:gd name="T18" fmla="*/ 7 w 47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21">
                  <a:moveTo>
                    <a:pt x="47" y="121"/>
                  </a:moveTo>
                  <a:lnTo>
                    <a:pt x="0" y="121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21"/>
                  </a:lnTo>
                  <a:close/>
                  <a:moveTo>
                    <a:pt x="7" y="114"/>
                  </a:moveTo>
                  <a:lnTo>
                    <a:pt x="41" y="114"/>
                  </a:lnTo>
                  <a:lnTo>
                    <a:pt x="41" y="7"/>
                  </a:lnTo>
                  <a:lnTo>
                    <a:pt x="7" y="7"/>
                  </a:lnTo>
                  <a:lnTo>
                    <a:pt x="7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Freeform 228"/>
            <p:cNvSpPr>
              <a:spLocks noEditPoints="1"/>
            </p:cNvSpPr>
            <p:nvPr/>
          </p:nvSpPr>
          <p:spPr bwMode="auto">
            <a:xfrm>
              <a:off x="4233411" y="3802518"/>
              <a:ext cx="66141" cy="122431"/>
            </a:xfrm>
            <a:custGeom>
              <a:avLst/>
              <a:gdLst>
                <a:gd name="T0" fmla="*/ 47 w 47"/>
                <a:gd name="T1" fmla="*/ 87 h 87"/>
                <a:gd name="T2" fmla="*/ 0 w 47"/>
                <a:gd name="T3" fmla="*/ 87 h 87"/>
                <a:gd name="T4" fmla="*/ 0 w 47"/>
                <a:gd name="T5" fmla="*/ 0 h 87"/>
                <a:gd name="T6" fmla="*/ 47 w 47"/>
                <a:gd name="T7" fmla="*/ 0 h 87"/>
                <a:gd name="T8" fmla="*/ 47 w 47"/>
                <a:gd name="T9" fmla="*/ 87 h 87"/>
                <a:gd name="T10" fmla="*/ 7 w 47"/>
                <a:gd name="T11" fmla="*/ 80 h 87"/>
                <a:gd name="T12" fmla="*/ 40 w 47"/>
                <a:gd name="T13" fmla="*/ 80 h 87"/>
                <a:gd name="T14" fmla="*/ 40 w 47"/>
                <a:gd name="T15" fmla="*/ 6 h 87"/>
                <a:gd name="T16" fmla="*/ 7 w 47"/>
                <a:gd name="T17" fmla="*/ 6 h 87"/>
                <a:gd name="T18" fmla="*/ 7 w 47"/>
                <a:gd name="T19" fmla="*/ 8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87">
                  <a:moveTo>
                    <a:pt x="47" y="87"/>
                  </a:moveTo>
                  <a:lnTo>
                    <a:pt x="0" y="87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87"/>
                  </a:lnTo>
                  <a:close/>
                  <a:moveTo>
                    <a:pt x="7" y="80"/>
                  </a:moveTo>
                  <a:lnTo>
                    <a:pt x="40" y="80"/>
                  </a:lnTo>
                  <a:lnTo>
                    <a:pt x="40" y="6"/>
                  </a:lnTo>
                  <a:lnTo>
                    <a:pt x="7" y="6"/>
                  </a:lnTo>
                  <a:lnTo>
                    <a:pt x="7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Freeform 229"/>
            <p:cNvSpPr>
              <a:spLocks noEditPoints="1"/>
            </p:cNvSpPr>
            <p:nvPr/>
          </p:nvSpPr>
          <p:spPr bwMode="auto">
            <a:xfrm>
              <a:off x="4157419" y="3622389"/>
              <a:ext cx="66141" cy="302560"/>
            </a:xfrm>
            <a:custGeom>
              <a:avLst/>
              <a:gdLst>
                <a:gd name="T0" fmla="*/ 47 w 47"/>
                <a:gd name="T1" fmla="*/ 215 h 215"/>
                <a:gd name="T2" fmla="*/ 0 w 47"/>
                <a:gd name="T3" fmla="*/ 215 h 215"/>
                <a:gd name="T4" fmla="*/ 0 w 47"/>
                <a:gd name="T5" fmla="*/ 0 h 215"/>
                <a:gd name="T6" fmla="*/ 47 w 47"/>
                <a:gd name="T7" fmla="*/ 0 h 215"/>
                <a:gd name="T8" fmla="*/ 47 w 47"/>
                <a:gd name="T9" fmla="*/ 215 h 215"/>
                <a:gd name="T10" fmla="*/ 7 w 47"/>
                <a:gd name="T11" fmla="*/ 208 h 215"/>
                <a:gd name="T12" fmla="*/ 41 w 47"/>
                <a:gd name="T13" fmla="*/ 208 h 215"/>
                <a:gd name="T14" fmla="*/ 41 w 47"/>
                <a:gd name="T15" fmla="*/ 6 h 215"/>
                <a:gd name="T16" fmla="*/ 7 w 47"/>
                <a:gd name="T17" fmla="*/ 6 h 215"/>
                <a:gd name="T18" fmla="*/ 7 w 47"/>
                <a:gd name="T19" fmla="*/ 2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215">
                  <a:moveTo>
                    <a:pt x="47" y="215"/>
                  </a:moveTo>
                  <a:lnTo>
                    <a:pt x="0" y="215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215"/>
                  </a:lnTo>
                  <a:close/>
                  <a:moveTo>
                    <a:pt x="7" y="208"/>
                  </a:moveTo>
                  <a:lnTo>
                    <a:pt x="41" y="208"/>
                  </a:lnTo>
                  <a:lnTo>
                    <a:pt x="41" y="6"/>
                  </a:lnTo>
                  <a:lnTo>
                    <a:pt x="7" y="6"/>
                  </a:lnTo>
                  <a:lnTo>
                    <a:pt x="7" y="2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13" name="Группа 512"/>
          <p:cNvGrpSpPr/>
          <p:nvPr/>
        </p:nvGrpSpPr>
        <p:grpSpPr>
          <a:xfrm>
            <a:off x="4431834" y="3622389"/>
            <a:ext cx="302560" cy="302560"/>
            <a:chOff x="4431834" y="3622389"/>
            <a:chExt cx="302560" cy="302560"/>
          </a:xfrm>
          <a:solidFill>
            <a:schemeClr val="tx1"/>
          </a:solidFill>
        </p:grpSpPr>
        <p:sp>
          <p:nvSpPr>
            <p:cNvPr id="223" name="Freeform 230"/>
            <p:cNvSpPr>
              <a:spLocks noEditPoints="1"/>
            </p:cNvSpPr>
            <p:nvPr/>
          </p:nvSpPr>
          <p:spPr bwMode="auto">
            <a:xfrm>
              <a:off x="4678103" y="3764522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0" y="24"/>
                    <a:pt x="24" y="21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Freeform 231"/>
            <p:cNvSpPr>
              <a:spLocks noEditPoints="1"/>
            </p:cNvSpPr>
            <p:nvPr/>
          </p:nvSpPr>
          <p:spPr bwMode="auto">
            <a:xfrm>
              <a:off x="4517676" y="3622389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0" y="24"/>
                    <a:pt x="24" y="21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Freeform 232"/>
            <p:cNvSpPr>
              <a:spLocks noEditPoints="1"/>
            </p:cNvSpPr>
            <p:nvPr/>
          </p:nvSpPr>
          <p:spPr bwMode="auto">
            <a:xfrm>
              <a:off x="4602111" y="3839106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0" y="24"/>
                    <a:pt x="24" y="21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6" name="Freeform 233"/>
            <p:cNvSpPr>
              <a:spLocks noEditPoints="1"/>
            </p:cNvSpPr>
            <p:nvPr/>
          </p:nvSpPr>
          <p:spPr bwMode="auto">
            <a:xfrm>
              <a:off x="4445906" y="3750450"/>
              <a:ext cx="37996" cy="36589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0" y="24"/>
                    <a:pt x="24" y="21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Freeform 234"/>
            <p:cNvSpPr>
              <a:spLocks/>
            </p:cNvSpPr>
            <p:nvPr/>
          </p:nvSpPr>
          <p:spPr bwMode="auto">
            <a:xfrm>
              <a:off x="4465608" y="3647720"/>
              <a:ext cx="64734" cy="109766"/>
            </a:xfrm>
            <a:custGeom>
              <a:avLst/>
              <a:gdLst>
                <a:gd name="T0" fmla="*/ 40 w 46"/>
                <a:gd name="T1" fmla="*/ 0 h 78"/>
                <a:gd name="T2" fmla="*/ 46 w 46"/>
                <a:gd name="T3" fmla="*/ 4 h 78"/>
                <a:gd name="T4" fmla="*/ 6 w 46"/>
                <a:gd name="T5" fmla="*/ 78 h 78"/>
                <a:gd name="T6" fmla="*/ 0 w 46"/>
                <a:gd name="T7" fmla="*/ 74 h 78"/>
                <a:gd name="T8" fmla="*/ 40 w 46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78">
                  <a:moveTo>
                    <a:pt x="40" y="0"/>
                  </a:moveTo>
                  <a:lnTo>
                    <a:pt x="46" y="4"/>
                  </a:lnTo>
                  <a:lnTo>
                    <a:pt x="6" y="78"/>
                  </a:lnTo>
                  <a:lnTo>
                    <a:pt x="0" y="74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8" name="Freeform 235"/>
            <p:cNvSpPr>
              <a:spLocks/>
            </p:cNvSpPr>
            <p:nvPr/>
          </p:nvSpPr>
          <p:spPr bwMode="auto">
            <a:xfrm>
              <a:off x="4631664" y="3789853"/>
              <a:ext cx="59105" cy="63327"/>
            </a:xfrm>
            <a:custGeom>
              <a:avLst/>
              <a:gdLst>
                <a:gd name="T0" fmla="*/ 37 w 42"/>
                <a:gd name="T1" fmla="*/ 0 h 45"/>
                <a:gd name="T2" fmla="*/ 42 w 42"/>
                <a:gd name="T3" fmla="*/ 4 h 45"/>
                <a:gd name="T4" fmla="*/ 5 w 42"/>
                <a:gd name="T5" fmla="*/ 45 h 45"/>
                <a:gd name="T6" fmla="*/ 0 w 42"/>
                <a:gd name="T7" fmla="*/ 41 h 45"/>
                <a:gd name="T8" fmla="*/ 37 w 42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5">
                  <a:moveTo>
                    <a:pt x="37" y="0"/>
                  </a:moveTo>
                  <a:lnTo>
                    <a:pt x="42" y="4"/>
                  </a:lnTo>
                  <a:lnTo>
                    <a:pt x="5" y="45"/>
                  </a:lnTo>
                  <a:lnTo>
                    <a:pt x="0" y="41"/>
                  </a:lnTo>
                  <a:lnTo>
                    <a:pt x="3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Freeform 236"/>
            <p:cNvSpPr>
              <a:spLocks noEditPoints="1"/>
            </p:cNvSpPr>
            <p:nvPr/>
          </p:nvSpPr>
          <p:spPr bwMode="auto">
            <a:xfrm>
              <a:off x="4431834" y="3886953"/>
              <a:ext cx="302560" cy="37996"/>
            </a:xfrm>
            <a:custGeom>
              <a:avLst/>
              <a:gdLst>
                <a:gd name="T0" fmla="*/ 215 w 215"/>
                <a:gd name="T1" fmla="*/ 27 h 27"/>
                <a:gd name="T2" fmla="*/ 0 w 215"/>
                <a:gd name="T3" fmla="*/ 27 h 27"/>
                <a:gd name="T4" fmla="*/ 0 w 215"/>
                <a:gd name="T5" fmla="*/ 0 h 27"/>
                <a:gd name="T6" fmla="*/ 215 w 215"/>
                <a:gd name="T7" fmla="*/ 0 h 27"/>
                <a:gd name="T8" fmla="*/ 215 w 215"/>
                <a:gd name="T9" fmla="*/ 27 h 27"/>
                <a:gd name="T10" fmla="*/ 7 w 215"/>
                <a:gd name="T11" fmla="*/ 20 h 27"/>
                <a:gd name="T12" fmla="*/ 209 w 215"/>
                <a:gd name="T13" fmla="*/ 20 h 27"/>
                <a:gd name="T14" fmla="*/ 209 w 215"/>
                <a:gd name="T15" fmla="*/ 7 h 27"/>
                <a:gd name="T16" fmla="*/ 7 w 215"/>
                <a:gd name="T17" fmla="*/ 7 h 27"/>
                <a:gd name="T18" fmla="*/ 7 w 215"/>
                <a:gd name="T1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27">
                  <a:moveTo>
                    <a:pt x="215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27"/>
                  </a:lnTo>
                  <a:close/>
                  <a:moveTo>
                    <a:pt x="7" y="20"/>
                  </a:moveTo>
                  <a:lnTo>
                    <a:pt x="209" y="20"/>
                  </a:lnTo>
                  <a:lnTo>
                    <a:pt x="209" y="7"/>
                  </a:lnTo>
                  <a:lnTo>
                    <a:pt x="7" y="7"/>
                  </a:lnTo>
                  <a:lnTo>
                    <a:pt x="7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237"/>
            <p:cNvSpPr>
              <a:spLocks/>
            </p:cNvSpPr>
            <p:nvPr/>
          </p:nvSpPr>
          <p:spPr bwMode="auto">
            <a:xfrm>
              <a:off x="4541600" y="3649127"/>
              <a:ext cx="74585" cy="198423"/>
            </a:xfrm>
            <a:custGeom>
              <a:avLst/>
              <a:gdLst>
                <a:gd name="T0" fmla="*/ 6 w 53"/>
                <a:gd name="T1" fmla="*/ 0 h 141"/>
                <a:gd name="T2" fmla="*/ 53 w 53"/>
                <a:gd name="T3" fmla="*/ 138 h 141"/>
                <a:gd name="T4" fmla="*/ 47 w 53"/>
                <a:gd name="T5" fmla="*/ 141 h 141"/>
                <a:gd name="T6" fmla="*/ 0 w 53"/>
                <a:gd name="T7" fmla="*/ 3 h 141"/>
                <a:gd name="T8" fmla="*/ 6 w 53"/>
                <a:gd name="T9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141">
                  <a:moveTo>
                    <a:pt x="6" y="0"/>
                  </a:moveTo>
                  <a:lnTo>
                    <a:pt x="53" y="138"/>
                  </a:lnTo>
                  <a:lnTo>
                    <a:pt x="47" y="141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6" name="Группа 475"/>
          <p:cNvGrpSpPr/>
          <p:nvPr/>
        </p:nvGrpSpPr>
        <p:grpSpPr>
          <a:xfrm>
            <a:off x="5217081" y="2443111"/>
            <a:ext cx="303967" cy="302560"/>
            <a:chOff x="5217081" y="2443111"/>
            <a:chExt cx="303967" cy="302560"/>
          </a:xfrm>
          <a:solidFill>
            <a:schemeClr val="tx1"/>
          </a:solidFill>
        </p:grpSpPr>
        <p:sp>
          <p:nvSpPr>
            <p:cNvPr id="231" name="Freeform 238"/>
            <p:cNvSpPr>
              <a:spLocks noEditPoints="1"/>
            </p:cNvSpPr>
            <p:nvPr/>
          </p:nvSpPr>
          <p:spPr bwMode="auto">
            <a:xfrm>
              <a:off x="5217081" y="2443111"/>
              <a:ext cx="303967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2" name="Freeform 239"/>
            <p:cNvSpPr>
              <a:spLocks/>
            </p:cNvSpPr>
            <p:nvPr/>
          </p:nvSpPr>
          <p:spPr bwMode="auto">
            <a:xfrm>
              <a:off x="5307146" y="2519102"/>
              <a:ext cx="113988" cy="151983"/>
            </a:xfrm>
            <a:custGeom>
              <a:avLst/>
              <a:gdLst>
                <a:gd name="T0" fmla="*/ 52 w 96"/>
                <a:gd name="T1" fmla="*/ 128 h 128"/>
                <a:gd name="T2" fmla="*/ 0 w 96"/>
                <a:gd name="T3" fmla="*/ 64 h 128"/>
                <a:gd name="T4" fmla="*/ 52 w 96"/>
                <a:gd name="T5" fmla="*/ 0 h 128"/>
                <a:gd name="T6" fmla="*/ 96 w 96"/>
                <a:gd name="T7" fmla="*/ 19 h 128"/>
                <a:gd name="T8" fmla="*/ 88 w 96"/>
                <a:gd name="T9" fmla="*/ 21 h 128"/>
                <a:gd name="T10" fmla="*/ 52 w 96"/>
                <a:gd name="T11" fmla="*/ 8 h 128"/>
                <a:gd name="T12" fmla="*/ 8 w 96"/>
                <a:gd name="T13" fmla="*/ 64 h 128"/>
                <a:gd name="T14" fmla="*/ 52 w 96"/>
                <a:gd name="T15" fmla="*/ 120 h 128"/>
                <a:gd name="T16" fmla="*/ 88 w 96"/>
                <a:gd name="T17" fmla="*/ 107 h 128"/>
                <a:gd name="T18" fmla="*/ 88 w 96"/>
                <a:gd name="T19" fmla="*/ 84 h 128"/>
                <a:gd name="T20" fmla="*/ 68 w 96"/>
                <a:gd name="T21" fmla="*/ 84 h 128"/>
                <a:gd name="T22" fmla="*/ 68 w 96"/>
                <a:gd name="T23" fmla="*/ 76 h 128"/>
                <a:gd name="T24" fmla="*/ 96 w 96"/>
                <a:gd name="T25" fmla="*/ 76 h 128"/>
                <a:gd name="T26" fmla="*/ 96 w 96"/>
                <a:gd name="T27" fmla="*/ 109 h 128"/>
                <a:gd name="T28" fmla="*/ 52 w 96"/>
                <a:gd name="T2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128">
                  <a:moveTo>
                    <a:pt x="52" y="128"/>
                  </a:moveTo>
                  <a:cubicBezTo>
                    <a:pt x="19" y="128"/>
                    <a:pt x="0" y="105"/>
                    <a:pt x="0" y="64"/>
                  </a:cubicBezTo>
                  <a:cubicBezTo>
                    <a:pt x="0" y="23"/>
                    <a:pt x="19" y="0"/>
                    <a:pt x="52" y="0"/>
                  </a:cubicBezTo>
                  <a:cubicBezTo>
                    <a:pt x="91" y="0"/>
                    <a:pt x="96" y="18"/>
                    <a:pt x="96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4" y="8"/>
                    <a:pt x="52" y="8"/>
                  </a:cubicBezTo>
                  <a:cubicBezTo>
                    <a:pt x="16" y="8"/>
                    <a:pt x="8" y="38"/>
                    <a:pt x="8" y="64"/>
                  </a:cubicBezTo>
                  <a:cubicBezTo>
                    <a:pt x="8" y="90"/>
                    <a:pt x="16" y="120"/>
                    <a:pt x="52" y="120"/>
                  </a:cubicBezTo>
                  <a:cubicBezTo>
                    <a:pt x="81" y="120"/>
                    <a:pt x="87" y="109"/>
                    <a:pt x="88" y="107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10"/>
                    <a:pt x="91" y="128"/>
                    <a:pt x="52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Rectangle 240"/>
            <p:cNvSpPr>
              <a:spLocks noChangeArrowheads="1"/>
            </p:cNvSpPr>
            <p:nvPr/>
          </p:nvSpPr>
          <p:spPr bwMode="auto">
            <a:xfrm>
              <a:off x="5364843" y="2500808"/>
              <a:ext cx="8444" cy="18857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7" name="Группа 476"/>
          <p:cNvGrpSpPr/>
          <p:nvPr/>
        </p:nvGrpSpPr>
        <p:grpSpPr>
          <a:xfrm>
            <a:off x="5611112" y="2443111"/>
            <a:ext cx="302560" cy="302560"/>
            <a:chOff x="5611112" y="2443111"/>
            <a:chExt cx="302560" cy="302560"/>
          </a:xfrm>
          <a:solidFill>
            <a:schemeClr val="tx1"/>
          </a:solidFill>
        </p:grpSpPr>
        <p:sp>
          <p:nvSpPr>
            <p:cNvPr id="234" name="Freeform 241"/>
            <p:cNvSpPr>
              <a:spLocks noEditPoints="1"/>
            </p:cNvSpPr>
            <p:nvPr/>
          </p:nvSpPr>
          <p:spPr bwMode="auto">
            <a:xfrm>
              <a:off x="5611112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Rectangle 242"/>
            <p:cNvSpPr>
              <a:spLocks noChangeArrowheads="1"/>
            </p:cNvSpPr>
            <p:nvPr/>
          </p:nvSpPr>
          <p:spPr bwMode="auto">
            <a:xfrm>
              <a:off x="5723693" y="2519102"/>
              <a:ext cx="9851" cy="1519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6" name="Freeform 243"/>
            <p:cNvSpPr>
              <a:spLocks/>
            </p:cNvSpPr>
            <p:nvPr/>
          </p:nvSpPr>
          <p:spPr bwMode="auto">
            <a:xfrm>
              <a:off x="5727914" y="2514881"/>
              <a:ext cx="90064" cy="159020"/>
            </a:xfrm>
            <a:custGeom>
              <a:avLst/>
              <a:gdLst>
                <a:gd name="T0" fmla="*/ 59 w 64"/>
                <a:gd name="T1" fmla="*/ 113 h 113"/>
                <a:gd name="T2" fmla="*/ 0 w 64"/>
                <a:gd name="T3" fmla="*/ 53 h 113"/>
                <a:gd name="T4" fmla="*/ 56 w 64"/>
                <a:gd name="T5" fmla="*/ 0 h 113"/>
                <a:gd name="T6" fmla="*/ 60 w 64"/>
                <a:gd name="T7" fmla="*/ 6 h 113"/>
                <a:gd name="T8" fmla="*/ 9 w 64"/>
                <a:gd name="T9" fmla="*/ 53 h 113"/>
                <a:gd name="T10" fmla="*/ 64 w 64"/>
                <a:gd name="T11" fmla="*/ 108 h 113"/>
                <a:gd name="T12" fmla="*/ 59 w 64"/>
                <a:gd name="T1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113">
                  <a:moveTo>
                    <a:pt x="59" y="113"/>
                  </a:moveTo>
                  <a:lnTo>
                    <a:pt x="0" y="53"/>
                  </a:lnTo>
                  <a:lnTo>
                    <a:pt x="56" y="0"/>
                  </a:lnTo>
                  <a:lnTo>
                    <a:pt x="60" y="6"/>
                  </a:lnTo>
                  <a:lnTo>
                    <a:pt x="9" y="53"/>
                  </a:lnTo>
                  <a:lnTo>
                    <a:pt x="64" y="108"/>
                  </a:lnTo>
                  <a:lnTo>
                    <a:pt x="59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7" name="Rectangle 244"/>
            <p:cNvSpPr>
              <a:spLocks noChangeArrowheads="1"/>
            </p:cNvSpPr>
            <p:nvPr/>
          </p:nvSpPr>
          <p:spPr bwMode="auto">
            <a:xfrm>
              <a:off x="5705398" y="2585244"/>
              <a:ext cx="90064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8" name="Группа 477"/>
          <p:cNvGrpSpPr/>
          <p:nvPr/>
        </p:nvGrpSpPr>
        <p:grpSpPr>
          <a:xfrm>
            <a:off x="6003736" y="2443111"/>
            <a:ext cx="302560" cy="302560"/>
            <a:chOff x="6003736" y="2443111"/>
            <a:chExt cx="302560" cy="302560"/>
          </a:xfrm>
          <a:solidFill>
            <a:schemeClr val="tx1"/>
          </a:solidFill>
        </p:grpSpPr>
        <p:sp>
          <p:nvSpPr>
            <p:cNvPr id="238" name="Freeform 245"/>
            <p:cNvSpPr>
              <a:spLocks noEditPoints="1"/>
            </p:cNvSpPr>
            <p:nvPr/>
          </p:nvSpPr>
          <p:spPr bwMode="auto">
            <a:xfrm>
              <a:off x="6003736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4 w 256"/>
                <a:gd name="T21" fmla="*/ 43 h 256"/>
                <a:gd name="T22" fmla="*/ 8 w 256"/>
                <a:gd name="T23" fmla="*/ 128 h 256"/>
                <a:gd name="T24" fmla="*/ 44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4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4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1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9" name="Freeform 246"/>
            <p:cNvSpPr>
              <a:spLocks/>
            </p:cNvSpPr>
            <p:nvPr/>
          </p:nvSpPr>
          <p:spPr bwMode="auto">
            <a:xfrm>
              <a:off x="6126167" y="2514881"/>
              <a:ext cx="80214" cy="164649"/>
            </a:xfrm>
            <a:custGeom>
              <a:avLst/>
              <a:gdLst>
                <a:gd name="T0" fmla="*/ 60 w 68"/>
                <a:gd name="T1" fmla="*/ 140 h 140"/>
                <a:gd name="T2" fmla="*/ 0 w 68"/>
                <a:gd name="T3" fmla="*/ 140 h 140"/>
                <a:gd name="T4" fmla="*/ 0 w 68"/>
                <a:gd name="T5" fmla="*/ 32 h 140"/>
                <a:gd name="T6" fmla="*/ 40 w 68"/>
                <a:gd name="T7" fmla="*/ 0 h 140"/>
                <a:gd name="T8" fmla="*/ 68 w 68"/>
                <a:gd name="T9" fmla="*/ 15 h 140"/>
                <a:gd name="T10" fmla="*/ 61 w 68"/>
                <a:gd name="T11" fmla="*/ 17 h 140"/>
                <a:gd name="T12" fmla="*/ 40 w 68"/>
                <a:gd name="T13" fmla="*/ 8 h 140"/>
                <a:gd name="T14" fmla="*/ 8 w 68"/>
                <a:gd name="T15" fmla="*/ 32 h 140"/>
                <a:gd name="T16" fmla="*/ 8 w 68"/>
                <a:gd name="T17" fmla="*/ 132 h 140"/>
                <a:gd name="T18" fmla="*/ 60 w 68"/>
                <a:gd name="T19" fmla="*/ 132 h 140"/>
                <a:gd name="T20" fmla="*/ 60 w 68"/>
                <a:gd name="T2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140">
                  <a:moveTo>
                    <a:pt x="60" y="140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2"/>
                    <a:pt x="15" y="0"/>
                    <a:pt x="40" y="0"/>
                  </a:cubicBezTo>
                  <a:cubicBezTo>
                    <a:pt x="63" y="0"/>
                    <a:pt x="68" y="14"/>
                    <a:pt x="68" y="15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7"/>
                    <a:pt x="57" y="8"/>
                    <a:pt x="40" y="8"/>
                  </a:cubicBezTo>
                  <a:cubicBezTo>
                    <a:pt x="28" y="8"/>
                    <a:pt x="8" y="11"/>
                    <a:pt x="8" y="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60" y="132"/>
                    <a:pt x="60" y="132"/>
                    <a:pt x="60" y="132"/>
                  </a:cubicBezTo>
                  <a:lnTo>
                    <a:pt x="6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0" name="Rectangle 247"/>
            <p:cNvSpPr>
              <a:spLocks noChangeArrowheads="1"/>
            </p:cNvSpPr>
            <p:nvPr/>
          </p:nvSpPr>
          <p:spPr bwMode="auto">
            <a:xfrm>
              <a:off x="6102244" y="2671086"/>
              <a:ext cx="2814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Rectangle 248"/>
            <p:cNvSpPr>
              <a:spLocks noChangeArrowheads="1"/>
            </p:cNvSpPr>
            <p:nvPr/>
          </p:nvSpPr>
          <p:spPr bwMode="auto">
            <a:xfrm>
              <a:off x="6102244" y="2589465"/>
              <a:ext cx="66141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Rectangle 249"/>
            <p:cNvSpPr>
              <a:spLocks noChangeArrowheads="1"/>
            </p:cNvSpPr>
            <p:nvPr/>
          </p:nvSpPr>
          <p:spPr bwMode="auto">
            <a:xfrm>
              <a:off x="6102244" y="2619018"/>
              <a:ext cx="66141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6" name="Группа 505"/>
          <p:cNvGrpSpPr/>
          <p:nvPr/>
        </p:nvGrpSpPr>
        <p:grpSpPr>
          <a:xfrm>
            <a:off x="6790391" y="3248060"/>
            <a:ext cx="302560" cy="264564"/>
            <a:chOff x="6790391" y="3248060"/>
            <a:chExt cx="302560" cy="264564"/>
          </a:xfrm>
          <a:solidFill>
            <a:schemeClr val="tx1"/>
          </a:solidFill>
        </p:grpSpPr>
        <p:sp>
          <p:nvSpPr>
            <p:cNvPr id="243" name="Freeform 250"/>
            <p:cNvSpPr>
              <a:spLocks noEditPoints="1"/>
            </p:cNvSpPr>
            <p:nvPr/>
          </p:nvSpPr>
          <p:spPr bwMode="auto">
            <a:xfrm>
              <a:off x="6790391" y="3248060"/>
              <a:ext cx="302560" cy="236419"/>
            </a:xfrm>
            <a:custGeom>
              <a:avLst/>
              <a:gdLst>
                <a:gd name="T0" fmla="*/ 215 w 215"/>
                <a:gd name="T1" fmla="*/ 168 h 168"/>
                <a:gd name="T2" fmla="*/ 203 w 215"/>
                <a:gd name="T3" fmla="*/ 168 h 168"/>
                <a:gd name="T4" fmla="*/ 151 w 215"/>
                <a:gd name="T5" fmla="*/ 128 h 168"/>
                <a:gd name="T6" fmla="*/ 21 w 215"/>
                <a:gd name="T7" fmla="*/ 128 h 168"/>
                <a:gd name="T8" fmla="*/ 0 w 215"/>
                <a:gd name="T9" fmla="*/ 106 h 168"/>
                <a:gd name="T10" fmla="*/ 0 w 215"/>
                <a:gd name="T11" fmla="*/ 63 h 168"/>
                <a:gd name="T12" fmla="*/ 21 w 215"/>
                <a:gd name="T13" fmla="*/ 40 h 168"/>
                <a:gd name="T14" fmla="*/ 151 w 215"/>
                <a:gd name="T15" fmla="*/ 40 h 168"/>
                <a:gd name="T16" fmla="*/ 203 w 215"/>
                <a:gd name="T17" fmla="*/ 0 h 168"/>
                <a:gd name="T18" fmla="*/ 215 w 215"/>
                <a:gd name="T19" fmla="*/ 0 h 168"/>
                <a:gd name="T20" fmla="*/ 215 w 215"/>
                <a:gd name="T21" fmla="*/ 168 h 168"/>
                <a:gd name="T22" fmla="*/ 206 w 215"/>
                <a:gd name="T23" fmla="*/ 161 h 168"/>
                <a:gd name="T24" fmla="*/ 208 w 215"/>
                <a:gd name="T25" fmla="*/ 161 h 168"/>
                <a:gd name="T26" fmla="*/ 208 w 215"/>
                <a:gd name="T27" fmla="*/ 7 h 168"/>
                <a:gd name="T28" fmla="*/ 206 w 215"/>
                <a:gd name="T29" fmla="*/ 7 h 168"/>
                <a:gd name="T30" fmla="*/ 153 w 215"/>
                <a:gd name="T31" fmla="*/ 47 h 168"/>
                <a:gd name="T32" fmla="*/ 24 w 215"/>
                <a:gd name="T33" fmla="*/ 47 h 168"/>
                <a:gd name="T34" fmla="*/ 6 w 215"/>
                <a:gd name="T35" fmla="*/ 66 h 168"/>
                <a:gd name="T36" fmla="*/ 6 w 215"/>
                <a:gd name="T37" fmla="*/ 103 h 168"/>
                <a:gd name="T38" fmla="*/ 24 w 215"/>
                <a:gd name="T39" fmla="*/ 121 h 168"/>
                <a:gd name="T40" fmla="*/ 153 w 215"/>
                <a:gd name="T41" fmla="*/ 121 h 168"/>
                <a:gd name="T42" fmla="*/ 206 w 215"/>
                <a:gd name="T43" fmla="*/ 16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5" h="168">
                  <a:moveTo>
                    <a:pt x="215" y="168"/>
                  </a:moveTo>
                  <a:lnTo>
                    <a:pt x="203" y="168"/>
                  </a:lnTo>
                  <a:lnTo>
                    <a:pt x="151" y="128"/>
                  </a:lnTo>
                  <a:lnTo>
                    <a:pt x="21" y="128"/>
                  </a:lnTo>
                  <a:lnTo>
                    <a:pt x="0" y="106"/>
                  </a:lnTo>
                  <a:lnTo>
                    <a:pt x="0" y="63"/>
                  </a:lnTo>
                  <a:lnTo>
                    <a:pt x="21" y="40"/>
                  </a:lnTo>
                  <a:lnTo>
                    <a:pt x="151" y="40"/>
                  </a:lnTo>
                  <a:lnTo>
                    <a:pt x="203" y="0"/>
                  </a:lnTo>
                  <a:lnTo>
                    <a:pt x="215" y="0"/>
                  </a:lnTo>
                  <a:lnTo>
                    <a:pt x="215" y="168"/>
                  </a:lnTo>
                  <a:close/>
                  <a:moveTo>
                    <a:pt x="206" y="161"/>
                  </a:moveTo>
                  <a:lnTo>
                    <a:pt x="208" y="161"/>
                  </a:lnTo>
                  <a:lnTo>
                    <a:pt x="208" y="7"/>
                  </a:lnTo>
                  <a:lnTo>
                    <a:pt x="206" y="7"/>
                  </a:lnTo>
                  <a:lnTo>
                    <a:pt x="153" y="47"/>
                  </a:lnTo>
                  <a:lnTo>
                    <a:pt x="24" y="47"/>
                  </a:lnTo>
                  <a:lnTo>
                    <a:pt x="6" y="66"/>
                  </a:lnTo>
                  <a:lnTo>
                    <a:pt x="6" y="103"/>
                  </a:lnTo>
                  <a:lnTo>
                    <a:pt x="24" y="121"/>
                  </a:lnTo>
                  <a:lnTo>
                    <a:pt x="153" y="121"/>
                  </a:lnTo>
                  <a:lnTo>
                    <a:pt x="206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Freeform 251"/>
            <p:cNvSpPr>
              <a:spLocks/>
            </p:cNvSpPr>
            <p:nvPr/>
          </p:nvSpPr>
          <p:spPr bwMode="auto">
            <a:xfrm>
              <a:off x="6839644" y="3421152"/>
              <a:ext cx="85843" cy="91472"/>
            </a:xfrm>
            <a:custGeom>
              <a:avLst/>
              <a:gdLst>
                <a:gd name="T0" fmla="*/ 27 w 61"/>
                <a:gd name="T1" fmla="*/ 65 h 65"/>
                <a:gd name="T2" fmla="*/ 0 w 61"/>
                <a:gd name="T3" fmla="*/ 65 h 65"/>
                <a:gd name="T4" fmla="*/ 25 w 61"/>
                <a:gd name="T5" fmla="*/ 1 h 65"/>
                <a:gd name="T6" fmla="*/ 31 w 61"/>
                <a:gd name="T7" fmla="*/ 3 h 65"/>
                <a:gd name="T8" fmla="*/ 10 w 61"/>
                <a:gd name="T9" fmla="*/ 59 h 65"/>
                <a:gd name="T10" fmla="*/ 23 w 61"/>
                <a:gd name="T11" fmla="*/ 59 h 65"/>
                <a:gd name="T12" fmla="*/ 55 w 61"/>
                <a:gd name="T13" fmla="*/ 0 h 65"/>
                <a:gd name="T14" fmla="*/ 61 w 61"/>
                <a:gd name="T15" fmla="*/ 3 h 65"/>
                <a:gd name="T16" fmla="*/ 27 w 61"/>
                <a:gd name="T1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5">
                  <a:moveTo>
                    <a:pt x="27" y="65"/>
                  </a:moveTo>
                  <a:lnTo>
                    <a:pt x="0" y="65"/>
                  </a:lnTo>
                  <a:lnTo>
                    <a:pt x="25" y="1"/>
                  </a:lnTo>
                  <a:lnTo>
                    <a:pt x="31" y="3"/>
                  </a:lnTo>
                  <a:lnTo>
                    <a:pt x="10" y="59"/>
                  </a:lnTo>
                  <a:lnTo>
                    <a:pt x="23" y="59"/>
                  </a:lnTo>
                  <a:lnTo>
                    <a:pt x="55" y="0"/>
                  </a:lnTo>
                  <a:lnTo>
                    <a:pt x="61" y="3"/>
                  </a:lnTo>
                  <a:lnTo>
                    <a:pt x="27" y="6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Rectangle 252"/>
            <p:cNvSpPr>
              <a:spLocks noChangeArrowheads="1"/>
            </p:cNvSpPr>
            <p:nvPr/>
          </p:nvSpPr>
          <p:spPr bwMode="auto">
            <a:xfrm>
              <a:off x="6988813" y="3309979"/>
              <a:ext cx="9851" cy="11258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Rectangle 253"/>
            <p:cNvSpPr>
              <a:spLocks noChangeArrowheads="1"/>
            </p:cNvSpPr>
            <p:nvPr/>
          </p:nvSpPr>
          <p:spPr bwMode="auto">
            <a:xfrm>
              <a:off x="6955039" y="3309979"/>
              <a:ext cx="9851" cy="11258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1" name="Группа 440"/>
          <p:cNvGrpSpPr/>
          <p:nvPr/>
        </p:nvGrpSpPr>
        <p:grpSpPr>
          <a:xfrm>
            <a:off x="6790391" y="1297606"/>
            <a:ext cx="302560" cy="236419"/>
            <a:chOff x="6790391" y="1297606"/>
            <a:chExt cx="302560" cy="236419"/>
          </a:xfrm>
          <a:solidFill>
            <a:schemeClr val="tx1"/>
          </a:solidFill>
        </p:grpSpPr>
        <p:sp>
          <p:nvSpPr>
            <p:cNvPr id="247" name="Freeform 254"/>
            <p:cNvSpPr>
              <a:spLocks noEditPoints="1"/>
            </p:cNvSpPr>
            <p:nvPr/>
          </p:nvSpPr>
          <p:spPr bwMode="auto">
            <a:xfrm>
              <a:off x="6902971" y="1345453"/>
              <a:ext cx="189980" cy="188572"/>
            </a:xfrm>
            <a:custGeom>
              <a:avLst/>
              <a:gdLst>
                <a:gd name="T0" fmla="*/ 80 w 160"/>
                <a:gd name="T1" fmla="*/ 160 h 160"/>
                <a:gd name="T2" fmla="*/ 0 w 160"/>
                <a:gd name="T3" fmla="*/ 80 h 160"/>
                <a:gd name="T4" fmla="*/ 80 w 160"/>
                <a:gd name="T5" fmla="*/ 0 h 160"/>
                <a:gd name="T6" fmla="*/ 160 w 160"/>
                <a:gd name="T7" fmla="*/ 80 h 160"/>
                <a:gd name="T8" fmla="*/ 80 w 160"/>
                <a:gd name="T9" fmla="*/ 160 h 160"/>
                <a:gd name="T10" fmla="*/ 80 w 160"/>
                <a:gd name="T11" fmla="*/ 8 h 160"/>
                <a:gd name="T12" fmla="*/ 8 w 160"/>
                <a:gd name="T13" fmla="*/ 80 h 160"/>
                <a:gd name="T14" fmla="*/ 80 w 160"/>
                <a:gd name="T15" fmla="*/ 152 h 160"/>
                <a:gd name="T16" fmla="*/ 152 w 160"/>
                <a:gd name="T17" fmla="*/ 80 h 160"/>
                <a:gd name="T18" fmla="*/ 80 w 160"/>
                <a:gd name="T19" fmla="*/ 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0" h="160">
                  <a:moveTo>
                    <a:pt x="80" y="160"/>
                  </a:moveTo>
                  <a:cubicBezTo>
                    <a:pt x="36" y="160"/>
                    <a:pt x="0" y="124"/>
                    <a:pt x="0" y="80"/>
                  </a:cubicBezTo>
                  <a:cubicBezTo>
                    <a:pt x="0" y="35"/>
                    <a:pt x="36" y="0"/>
                    <a:pt x="80" y="0"/>
                  </a:cubicBezTo>
                  <a:cubicBezTo>
                    <a:pt x="124" y="0"/>
                    <a:pt x="160" y="35"/>
                    <a:pt x="160" y="80"/>
                  </a:cubicBezTo>
                  <a:cubicBezTo>
                    <a:pt x="160" y="124"/>
                    <a:pt x="124" y="160"/>
                    <a:pt x="80" y="160"/>
                  </a:cubicBezTo>
                  <a:close/>
                  <a:moveTo>
                    <a:pt x="80" y="8"/>
                  </a:moveTo>
                  <a:cubicBezTo>
                    <a:pt x="40" y="8"/>
                    <a:pt x="8" y="40"/>
                    <a:pt x="8" y="80"/>
                  </a:cubicBezTo>
                  <a:cubicBezTo>
                    <a:pt x="8" y="119"/>
                    <a:pt x="40" y="152"/>
                    <a:pt x="80" y="152"/>
                  </a:cubicBezTo>
                  <a:cubicBezTo>
                    <a:pt x="119" y="152"/>
                    <a:pt x="152" y="119"/>
                    <a:pt x="152" y="80"/>
                  </a:cubicBezTo>
                  <a:cubicBezTo>
                    <a:pt x="152" y="40"/>
                    <a:pt x="119" y="8"/>
                    <a:pt x="8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Freeform 255"/>
            <p:cNvSpPr>
              <a:spLocks noEditPoints="1"/>
            </p:cNvSpPr>
            <p:nvPr/>
          </p:nvSpPr>
          <p:spPr bwMode="auto">
            <a:xfrm>
              <a:off x="6931116" y="1373598"/>
              <a:ext cx="133690" cy="132282"/>
            </a:xfrm>
            <a:custGeom>
              <a:avLst/>
              <a:gdLst>
                <a:gd name="T0" fmla="*/ 56 w 112"/>
                <a:gd name="T1" fmla="*/ 112 h 112"/>
                <a:gd name="T2" fmla="*/ 0 w 112"/>
                <a:gd name="T3" fmla="*/ 56 h 112"/>
                <a:gd name="T4" fmla="*/ 56 w 112"/>
                <a:gd name="T5" fmla="*/ 0 h 112"/>
                <a:gd name="T6" fmla="*/ 112 w 112"/>
                <a:gd name="T7" fmla="*/ 56 h 112"/>
                <a:gd name="T8" fmla="*/ 56 w 112"/>
                <a:gd name="T9" fmla="*/ 112 h 112"/>
                <a:gd name="T10" fmla="*/ 56 w 112"/>
                <a:gd name="T11" fmla="*/ 8 h 112"/>
                <a:gd name="T12" fmla="*/ 8 w 112"/>
                <a:gd name="T13" fmla="*/ 56 h 112"/>
                <a:gd name="T14" fmla="*/ 56 w 112"/>
                <a:gd name="T15" fmla="*/ 104 h 112"/>
                <a:gd name="T16" fmla="*/ 104 w 112"/>
                <a:gd name="T17" fmla="*/ 56 h 112"/>
                <a:gd name="T18" fmla="*/ 56 w 112"/>
                <a:gd name="T19" fmla="*/ 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112">
                  <a:moveTo>
                    <a:pt x="56" y="112"/>
                  </a:moveTo>
                  <a:cubicBezTo>
                    <a:pt x="25" y="112"/>
                    <a:pt x="0" y="86"/>
                    <a:pt x="0" y="56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87" y="0"/>
                    <a:pt x="112" y="25"/>
                    <a:pt x="112" y="56"/>
                  </a:cubicBezTo>
                  <a:cubicBezTo>
                    <a:pt x="112" y="86"/>
                    <a:pt x="87" y="112"/>
                    <a:pt x="56" y="112"/>
                  </a:cubicBezTo>
                  <a:close/>
                  <a:moveTo>
                    <a:pt x="56" y="8"/>
                  </a:moveTo>
                  <a:cubicBezTo>
                    <a:pt x="29" y="8"/>
                    <a:pt x="8" y="29"/>
                    <a:pt x="8" y="56"/>
                  </a:cubicBezTo>
                  <a:cubicBezTo>
                    <a:pt x="8" y="82"/>
                    <a:pt x="29" y="104"/>
                    <a:pt x="56" y="104"/>
                  </a:cubicBezTo>
                  <a:cubicBezTo>
                    <a:pt x="82" y="104"/>
                    <a:pt x="104" y="82"/>
                    <a:pt x="104" y="56"/>
                  </a:cubicBezTo>
                  <a:cubicBezTo>
                    <a:pt x="104" y="29"/>
                    <a:pt x="82" y="8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Freeform 256"/>
            <p:cNvSpPr>
              <a:spLocks/>
            </p:cNvSpPr>
            <p:nvPr/>
          </p:nvSpPr>
          <p:spPr bwMode="auto">
            <a:xfrm>
              <a:off x="6790391" y="1496029"/>
              <a:ext cx="184351" cy="37996"/>
            </a:xfrm>
            <a:custGeom>
              <a:avLst/>
              <a:gdLst>
                <a:gd name="T0" fmla="*/ 131 w 131"/>
                <a:gd name="T1" fmla="*/ 27 h 27"/>
                <a:gd name="T2" fmla="*/ 0 w 131"/>
                <a:gd name="T3" fmla="*/ 27 h 27"/>
                <a:gd name="T4" fmla="*/ 0 w 131"/>
                <a:gd name="T5" fmla="*/ 0 h 27"/>
                <a:gd name="T6" fmla="*/ 100 w 131"/>
                <a:gd name="T7" fmla="*/ 0 h 27"/>
                <a:gd name="T8" fmla="*/ 100 w 131"/>
                <a:gd name="T9" fmla="*/ 7 h 27"/>
                <a:gd name="T10" fmla="*/ 6 w 131"/>
                <a:gd name="T11" fmla="*/ 7 h 27"/>
                <a:gd name="T12" fmla="*/ 6 w 131"/>
                <a:gd name="T13" fmla="*/ 21 h 27"/>
                <a:gd name="T14" fmla="*/ 131 w 131"/>
                <a:gd name="T15" fmla="*/ 21 h 27"/>
                <a:gd name="T16" fmla="*/ 131 w 131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1" h="27">
                  <a:moveTo>
                    <a:pt x="13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100" y="0"/>
                  </a:lnTo>
                  <a:lnTo>
                    <a:pt x="100" y="7"/>
                  </a:lnTo>
                  <a:lnTo>
                    <a:pt x="6" y="7"/>
                  </a:lnTo>
                  <a:lnTo>
                    <a:pt x="6" y="21"/>
                  </a:lnTo>
                  <a:lnTo>
                    <a:pt x="131" y="21"/>
                  </a:lnTo>
                  <a:lnTo>
                    <a:pt x="131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Freeform 257"/>
            <p:cNvSpPr>
              <a:spLocks/>
            </p:cNvSpPr>
            <p:nvPr/>
          </p:nvSpPr>
          <p:spPr bwMode="auto">
            <a:xfrm>
              <a:off x="6798835" y="1467884"/>
              <a:ext cx="132282" cy="37996"/>
            </a:xfrm>
            <a:custGeom>
              <a:avLst/>
              <a:gdLst>
                <a:gd name="T0" fmla="*/ 94 w 94"/>
                <a:gd name="T1" fmla="*/ 27 h 27"/>
                <a:gd name="T2" fmla="*/ 0 w 94"/>
                <a:gd name="T3" fmla="*/ 27 h 27"/>
                <a:gd name="T4" fmla="*/ 0 w 94"/>
                <a:gd name="T5" fmla="*/ 0 h 27"/>
                <a:gd name="T6" fmla="*/ 84 w 94"/>
                <a:gd name="T7" fmla="*/ 0 h 27"/>
                <a:gd name="T8" fmla="*/ 84 w 94"/>
                <a:gd name="T9" fmla="*/ 7 h 27"/>
                <a:gd name="T10" fmla="*/ 7 w 94"/>
                <a:gd name="T11" fmla="*/ 7 h 27"/>
                <a:gd name="T12" fmla="*/ 7 w 94"/>
                <a:gd name="T13" fmla="*/ 20 h 27"/>
                <a:gd name="T14" fmla="*/ 94 w 94"/>
                <a:gd name="T15" fmla="*/ 20 h 27"/>
                <a:gd name="T16" fmla="*/ 94 w 94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27">
                  <a:moveTo>
                    <a:pt x="94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84" y="0"/>
                  </a:lnTo>
                  <a:lnTo>
                    <a:pt x="84" y="7"/>
                  </a:lnTo>
                  <a:lnTo>
                    <a:pt x="7" y="7"/>
                  </a:lnTo>
                  <a:lnTo>
                    <a:pt x="7" y="20"/>
                  </a:lnTo>
                  <a:lnTo>
                    <a:pt x="94" y="20"/>
                  </a:lnTo>
                  <a:lnTo>
                    <a:pt x="94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Freeform 258"/>
            <p:cNvSpPr>
              <a:spLocks/>
            </p:cNvSpPr>
            <p:nvPr/>
          </p:nvSpPr>
          <p:spPr bwMode="auto">
            <a:xfrm>
              <a:off x="6808685" y="1439739"/>
              <a:ext cx="108359" cy="37996"/>
            </a:xfrm>
            <a:custGeom>
              <a:avLst/>
              <a:gdLst>
                <a:gd name="T0" fmla="*/ 77 w 77"/>
                <a:gd name="T1" fmla="*/ 27 h 27"/>
                <a:gd name="T2" fmla="*/ 0 w 77"/>
                <a:gd name="T3" fmla="*/ 27 h 27"/>
                <a:gd name="T4" fmla="*/ 0 w 77"/>
                <a:gd name="T5" fmla="*/ 0 h 27"/>
                <a:gd name="T6" fmla="*/ 74 w 77"/>
                <a:gd name="T7" fmla="*/ 0 h 27"/>
                <a:gd name="T8" fmla="*/ 74 w 77"/>
                <a:gd name="T9" fmla="*/ 7 h 27"/>
                <a:gd name="T10" fmla="*/ 7 w 77"/>
                <a:gd name="T11" fmla="*/ 7 h 27"/>
                <a:gd name="T12" fmla="*/ 7 w 77"/>
                <a:gd name="T13" fmla="*/ 20 h 27"/>
                <a:gd name="T14" fmla="*/ 77 w 77"/>
                <a:gd name="T15" fmla="*/ 20 h 27"/>
                <a:gd name="T16" fmla="*/ 77 w 77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27">
                  <a:moveTo>
                    <a:pt x="77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74" y="0"/>
                  </a:lnTo>
                  <a:lnTo>
                    <a:pt x="74" y="7"/>
                  </a:lnTo>
                  <a:lnTo>
                    <a:pt x="7" y="7"/>
                  </a:lnTo>
                  <a:lnTo>
                    <a:pt x="7" y="20"/>
                  </a:lnTo>
                  <a:lnTo>
                    <a:pt x="77" y="20"/>
                  </a:lnTo>
                  <a:lnTo>
                    <a:pt x="7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Freeform 259"/>
            <p:cNvSpPr>
              <a:spLocks/>
            </p:cNvSpPr>
            <p:nvPr/>
          </p:nvSpPr>
          <p:spPr bwMode="auto">
            <a:xfrm>
              <a:off x="6790391" y="1411594"/>
              <a:ext cx="122432" cy="37996"/>
            </a:xfrm>
            <a:custGeom>
              <a:avLst/>
              <a:gdLst>
                <a:gd name="T0" fmla="*/ 87 w 87"/>
                <a:gd name="T1" fmla="*/ 27 h 27"/>
                <a:gd name="T2" fmla="*/ 0 w 87"/>
                <a:gd name="T3" fmla="*/ 27 h 27"/>
                <a:gd name="T4" fmla="*/ 0 w 87"/>
                <a:gd name="T5" fmla="*/ 0 h 27"/>
                <a:gd name="T6" fmla="*/ 87 w 87"/>
                <a:gd name="T7" fmla="*/ 0 h 27"/>
                <a:gd name="T8" fmla="*/ 87 w 87"/>
                <a:gd name="T9" fmla="*/ 7 h 27"/>
                <a:gd name="T10" fmla="*/ 6 w 87"/>
                <a:gd name="T11" fmla="*/ 7 h 27"/>
                <a:gd name="T12" fmla="*/ 6 w 87"/>
                <a:gd name="T13" fmla="*/ 20 h 27"/>
                <a:gd name="T14" fmla="*/ 87 w 87"/>
                <a:gd name="T15" fmla="*/ 20 h 27"/>
                <a:gd name="T16" fmla="*/ 87 w 87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27">
                  <a:moveTo>
                    <a:pt x="87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87" y="0"/>
                  </a:lnTo>
                  <a:lnTo>
                    <a:pt x="87" y="7"/>
                  </a:lnTo>
                  <a:lnTo>
                    <a:pt x="6" y="7"/>
                  </a:lnTo>
                  <a:lnTo>
                    <a:pt x="6" y="20"/>
                  </a:lnTo>
                  <a:lnTo>
                    <a:pt x="87" y="20"/>
                  </a:lnTo>
                  <a:lnTo>
                    <a:pt x="8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Freeform 260"/>
            <p:cNvSpPr>
              <a:spLocks/>
            </p:cNvSpPr>
            <p:nvPr/>
          </p:nvSpPr>
          <p:spPr bwMode="auto">
            <a:xfrm>
              <a:off x="6798835" y="1383449"/>
              <a:ext cx="128061" cy="37996"/>
            </a:xfrm>
            <a:custGeom>
              <a:avLst/>
              <a:gdLst>
                <a:gd name="T0" fmla="*/ 81 w 91"/>
                <a:gd name="T1" fmla="*/ 27 h 27"/>
                <a:gd name="T2" fmla="*/ 0 w 91"/>
                <a:gd name="T3" fmla="*/ 27 h 27"/>
                <a:gd name="T4" fmla="*/ 0 w 91"/>
                <a:gd name="T5" fmla="*/ 0 h 27"/>
                <a:gd name="T6" fmla="*/ 91 w 91"/>
                <a:gd name="T7" fmla="*/ 0 h 27"/>
                <a:gd name="T8" fmla="*/ 91 w 91"/>
                <a:gd name="T9" fmla="*/ 6 h 27"/>
                <a:gd name="T10" fmla="*/ 7 w 91"/>
                <a:gd name="T11" fmla="*/ 6 h 27"/>
                <a:gd name="T12" fmla="*/ 7 w 91"/>
                <a:gd name="T13" fmla="*/ 20 h 27"/>
                <a:gd name="T14" fmla="*/ 81 w 91"/>
                <a:gd name="T15" fmla="*/ 20 h 27"/>
                <a:gd name="T16" fmla="*/ 81 w 91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27">
                  <a:moveTo>
                    <a:pt x="8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91" y="0"/>
                  </a:lnTo>
                  <a:lnTo>
                    <a:pt x="91" y="6"/>
                  </a:lnTo>
                  <a:lnTo>
                    <a:pt x="7" y="6"/>
                  </a:lnTo>
                  <a:lnTo>
                    <a:pt x="7" y="20"/>
                  </a:lnTo>
                  <a:lnTo>
                    <a:pt x="81" y="20"/>
                  </a:lnTo>
                  <a:lnTo>
                    <a:pt x="81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261"/>
            <p:cNvSpPr>
              <a:spLocks/>
            </p:cNvSpPr>
            <p:nvPr/>
          </p:nvSpPr>
          <p:spPr bwMode="auto">
            <a:xfrm>
              <a:off x="6790391" y="1355304"/>
              <a:ext cx="164649" cy="36589"/>
            </a:xfrm>
            <a:custGeom>
              <a:avLst/>
              <a:gdLst>
                <a:gd name="T0" fmla="*/ 97 w 117"/>
                <a:gd name="T1" fmla="*/ 26 h 26"/>
                <a:gd name="T2" fmla="*/ 0 w 117"/>
                <a:gd name="T3" fmla="*/ 26 h 26"/>
                <a:gd name="T4" fmla="*/ 0 w 117"/>
                <a:gd name="T5" fmla="*/ 0 h 26"/>
                <a:gd name="T6" fmla="*/ 117 w 117"/>
                <a:gd name="T7" fmla="*/ 0 h 26"/>
                <a:gd name="T8" fmla="*/ 117 w 117"/>
                <a:gd name="T9" fmla="*/ 6 h 26"/>
                <a:gd name="T10" fmla="*/ 6 w 117"/>
                <a:gd name="T11" fmla="*/ 6 h 26"/>
                <a:gd name="T12" fmla="*/ 6 w 117"/>
                <a:gd name="T13" fmla="*/ 20 h 26"/>
                <a:gd name="T14" fmla="*/ 97 w 117"/>
                <a:gd name="T15" fmla="*/ 20 h 26"/>
                <a:gd name="T16" fmla="*/ 97 w 117"/>
                <a:gd name="T1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" h="26">
                  <a:moveTo>
                    <a:pt x="97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6"/>
                  </a:lnTo>
                  <a:lnTo>
                    <a:pt x="6" y="6"/>
                  </a:lnTo>
                  <a:lnTo>
                    <a:pt x="6" y="20"/>
                  </a:lnTo>
                  <a:lnTo>
                    <a:pt x="97" y="20"/>
                  </a:lnTo>
                  <a:lnTo>
                    <a:pt x="97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262"/>
            <p:cNvSpPr>
              <a:spLocks/>
            </p:cNvSpPr>
            <p:nvPr/>
          </p:nvSpPr>
          <p:spPr bwMode="auto">
            <a:xfrm>
              <a:off x="6798835" y="1325751"/>
              <a:ext cx="184351" cy="37996"/>
            </a:xfrm>
            <a:custGeom>
              <a:avLst/>
              <a:gdLst>
                <a:gd name="T0" fmla="*/ 111 w 131"/>
                <a:gd name="T1" fmla="*/ 27 h 27"/>
                <a:gd name="T2" fmla="*/ 0 w 131"/>
                <a:gd name="T3" fmla="*/ 27 h 27"/>
                <a:gd name="T4" fmla="*/ 0 w 131"/>
                <a:gd name="T5" fmla="*/ 0 h 27"/>
                <a:gd name="T6" fmla="*/ 131 w 131"/>
                <a:gd name="T7" fmla="*/ 0 h 27"/>
                <a:gd name="T8" fmla="*/ 131 w 131"/>
                <a:gd name="T9" fmla="*/ 21 h 27"/>
                <a:gd name="T10" fmla="*/ 125 w 131"/>
                <a:gd name="T11" fmla="*/ 21 h 27"/>
                <a:gd name="T12" fmla="*/ 125 w 131"/>
                <a:gd name="T13" fmla="*/ 7 h 27"/>
                <a:gd name="T14" fmla="*/ 7 w 131"/>
                <a:gd name="T15" fmla="*/ 7 h 27"/>
                <a:gd name="T16" fmla="*/ 7 w 131"/>
                <a:gd name="T17" fmla="*/ 21 h 27"/>
                <a:gd name="T18" fmla="*/ 111 w 131"/>
                <a:gd name="T19" fmla="*/ 21 h 27"/>
                <a:gd name="T20" fmla="*/ 111 w 131"/>
                <a:gd name="T2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1" h="27">
                  <a:moveTo>
                    <a:pt x="11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131" y="0"/>
                  </a:lnTo>
                  <a:lnTo>
                    <a:pt x="131" y="21"/>
                  </a:lnTo>
                  <a:lnTo>
                    <a:pt x="125" y="21"/>
                  </a:lnTo>
                  <a:lnTo>
                    <a:pt x="125" y="7"/>
                  </a:lnTo>
                  <a:lnTo>
                    <a:pt x="7" y="7"/>
                  </a:lnTo>
                  <a:lnTo>
                    <a:pt x="7" y="21"/>
                  </a:lnTo>
                  <a:lnTo>
                    <a:pt x="111" y="21"/>
                  </a:lnTo>
                  <a:lnTo>
                    <a:pt x="111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6" name="Freeform 263"/>
            <p:cNvSpPr>
              <a:spLocks noEditPoints="1"/>
            </p:cNvSpPr>
            <p:nvPr/>
          </p:nvSpPr>
          <p:spPr bwMode="auto">
            <a:xfrm>
              <a:off x="6790391" y="1297606"/>
              <a:ext cx="184351" cy="37996"/>
            </a:xfrm>
            <a:custGeom>
              <a:avLst/>
              <a:gdLst>
                <a:gd name="T0" fmla="*/ 131 w 131"/>
                <a:gd name="T1" fmla="*/ 27 h 27"/>
                <a:gd name="T2" fmla="*/ 0 w 131"/>
                <a:gd name="T3" fmla="*/ 27 h 27"/>
                <a:gd name="T4" fmla="*/ 0 w 131"/>
                <a:gd name="T5" fmla="*/ 0 h 27"/>
                <a:gd name="T6" fmla="*/ 131 w 131"/>
                <a:gd name="T7" fmla="*/ 0 h 27"/>
                <a:gd name="T8" fmla="*/ 131 w 131"/>
                <a:gd name="T9" fmla="*/ 27 h 27"/>
                <a:gd name="T10" fmla="*/ 6 w 131"/>
                <a:gd name="T11" fmla="*/ 20 h 27"/>
                <a:gd name="T12" fmla="*/ 124 w 131"/>
                <a:gd name="T13" fmla="*/ 20 h 27"/>
                <a:gd name="T14" fmla="*/ 124 w 131"/>
                <a:gd name="T15" fmla="*/ 7 h 27"/>
                <a:gd name="T16" fmla="*/ 6 w 131"/>
                <a:gd name="T17" fmla="*/ 7 h 27"/>
                <a:gd name="T18" fmla="*/ 6 w 131"/>
                <a:gd name="T1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" h="27">
                  <a:moveTo>
                    <a:pt x="13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131" y="0"/>
                  </a:lnTo>
                  <a:lnTo>
                    <a:pt x="131" y="27"/>
                  </a:lnTo>
                  <a:close/>
                  <a:moveTo>
                    <a:pt x="6" y="20"/>
                  </a:moveTo>
                  <a:lnTo>
                    <a:pt x="124" y="20"/>
                  </a:lnTo>
                  <a:lnTo>
                    <a:pt x="124" y="7"/>
                  </a:lnTo>
                  <a:lnTo>
                    <a:pt x="6" y="7"/>
                  </a:lnTo>
                  <a:lnTo>
                    <a:pt x="6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3" name="Группа 472"/>
          <p:cNvGrpSpPr/>
          <p:nvPr/>
        </p:nvGrpSpPr>
        <p:grpSpPr>
          <a:xfrm>
            <a:off x="4039210" y="2443111"/>
            <a:ext cx="302560" cy="302560"/>
            <a:chOff x="4039210" y="2443111"/>
            <a:chExt cx="302560" cy="302560"/>
          </a:xfrm>
          <a:solidFill>
            <a:schemeClr val="tx1"/>
          </a:solidFill>
        </p:grpSpPr>
        <p:sp>
          <p:nvSpPr>
            <p:cNvPr id="257" name="Freeform 264"/>
            <p:cNvSpPr>
              <a:spLocks noEditPoints="1"/>
            </p:cNvSpPr>
            <p:nvPr/>
          </p:nvSpPr>
          <p:spPr bwMode="auto">
            <a:xfrm>
              <a:off x="4039210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4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8" name="Freeform 265"/>
            <p:cNvSpPr>
              <a:spLocks/>
            </p:cNvSpPr>
            <p:nvPr/>
          </p:nvSpPr>
          <p:spPr bwMode="auto">
            <a:xfrm>
              <a:off x="4139125" y="2523325"/>
              <a:ext cx="94286" cy="151983"/>
            </a:xfrm>
            <a:custGeom>
              <a:avLst/>
              <a:gdLst>
                <a:gd name="T0" fmla="*/ 67 w 67"/>
                <a:gd name="T1" fmla="*/ 108 h 108"/>
                <a:gd name="T2" fmla="*/ 58 w 67"/>
                <a:gd name="T3" fmla="*/ 108 h 108"/>
                <a:gd name="T4" fmla="*/ 6 w 67"/>
                <a:gd name="T5" fmla="*/ 10 h 108"/>
                <a:gd name="T6" fmla="*/ 6 w 67"/>
                <a:gd name="T7" fmla="*/ 108 h 108"/>
                <a:gd name="T8" fmla="*/ 0 w 67"/>
                <a:gd name="T9" fmla="*/ 108 h 108"/>
                <a:gd name="T10" fmla="*/ 0 w 67"/>
                <a:gd name="T11" fmla="*/ 0 h 108"/>
                <a:gd name="T12" fmla="*/ 8 w 67"/>
                <a:gd name="T13" fmla="*/ 0 h 108"/>
                <a:gd name="T14" fmla="*/ 60 w 67"/>
                <a:gd name="T15" fmla="*/ 97 h 108"/>
                <a:gd name="T16" fmla="*/ 60 w 67"/>
                <a:gd name="T17" fmla="*/ 0 h 108"/>
                <a:gd name="T18" fmla="*/ 67 w 67"/>
                <a:gd name="T19" fmla="*/ 0 h 108"/>
                <a:gd name="T20" fmla="*/ 67 w 67"/>
                <a:gd name="T21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108">
                  <a:moveTo>
                    <a:pt x="67" y="108"/>
                  </a:moveTo>
                  <a:lnTo>
                    <a:pt x="58" y="108"/>
                  </a:lnTo>
                  <a:lnTo>
                    <a:pt x="6" y="10"/>
                  </a:lnTo>
                  <a:lnTo>
                    <a:pt x="6" y="108"/>
                  </a:lnTo>
                  <a:lnTo>
                    <a:pt x="0" y="108"/>
                  </a:lnTo>
                  <a:lnTo>
                    <a:pt x="0" y="0"/>
                  </a:lnTo>
                  <a:lnTo>
                    <a:pt x="8" y="0"/>
                  </a:lnTo>
                  <a:lnTo>
                    <a:pt x="60" y="97"/>
                  </a:lnTo>
                  <a:lnTo>
                    <a:pt x="60" y="0"/>
                  </a:lnTo>
                  <a:lnTo>
                    <a:pt x="67" y="0"/>
                  </a:lnTo>
                  <a:lnTo>
                    <a:pt x="67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Rectangle 266"/>
            <p:cNvSpPr>
              <a:spLocks noChangeArrowheads="1"/>
            </p:cNvSpPr>
            <p:nvPr/>
          </p:nvSpPr>
          <p:spPr bwMode="auto">
            <a:xfrm>
              <a:off x="4119424" y="2581021"/>
              <a:ext cx="132282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Rectangle 267"/>
            <p:cNvSpPr>
              <a:spLocks noChangeArrowheads="1"/>
            </p:cNvSpPr>
            <p:nvPr/>
          </p:nvSpPr>
          <p:spPr bwMode="auto">
            <a:xfrm>
              <a:off x="4119424" y="2609167"/>
              <a:ext cx="132282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4" name="Группа 473"/>
          <p:cNvGrpSpPr/>
          <p:nvPr/>
        </p:nvGrpSpPr>
        <p:grpSpPr>
          <a:xfrm>
            <a:off x="4431834" y="2443111"/>
            <a:ext cx="302560" cy="302560"/>
            <a:chOff x="4431834" y="2443111"/>
            <a:chExt cx="302560" cy="302560"/>
          </a:xfrm>
          <a:solidFill>
            <a:schemeClr val="tx1"/>
          </a:solidFill>
        </p:grpSpPr>
        <p:sp>
          <p:nvSpPr>
            <p:cNvPr id="261" name="Freeform 268"/>
            <p:cNvSpPr>
              <a:spLocks noEditPoints="1"/>
            </p:cNvSpPr>
            <p:nvPr/>
          </p:nvSpPr>
          <p:spPr bwMode="auto">
            <a:xfrm>
              <a:off x="4431834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Rectangle 269"/>
            <p:cNvSpPr>
              <a:spLocks noChangeArrowheads="1"/>
            </p:cNvSpPr>
            <p:nvPr/>
          </p:nvSpPr>
          <p:spPr bwMode="auto">
            <a:xfrm>
              <a:off x="4541600" y="2519102"/>
              <a:ext cx="8444" cy="1519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270"/>
            <p:cNvSpPr>
              <a:spLocks/>
            </p:cNvSpPr>
            <p:nvPr/>
          </p:nvSpPr>
          <p:spPr bwMode="auto">
            <a:xfrm>
              <a:off x="4545821" y="2516288"/>
              <a:ext cx="90064" cy="97101"/>
            </a:xfrm>
            <a:custGeom>
              <a:avLst/>
              <a:gdLst>
                <a:gd name="T0" fmla="*/ 31 w 76"/>
                <a:gd name="T1" fmla="*/ 82 h 82"/>
                <a:gd name="T2" fmla="*/ 28 w 76"/>
                <a:gd name="T3" fmla="*/ 82 h 82"/>
                <a:gd name="T4" fmla="*/ 0 w 76"/>
                <a:gd name="T5" fmla="*/ 82 h 82"/>
                <a:gd name="T6" fmla="*/ 0 w 76"/>
                <a:gd name="T7" fmla="*/ 74 h 82"/>
                <a:gd name="T8" fmla="*/ 28 w 76"/>
                <a:gd name="T9" fmla="*/ 74 h 82"/>
                <a:gd name="T10" fmla="*/ 59 w 76"/>
                <a:gd name="T11" fmla="*/ 65 h 82"/>
                <a:gd name="T12" fmla="*/ 68 w 76"/>
                <a:gd name="T13" fmla="*/ 42 h 82"/>
                <a:gd name="T14" fmla="*/ 59 w 76"/>
                <a:gd name="T15" fmla="*/ 19 h 82"/>
                <a:gd name="T16" fmla="*/ 28 w 76"/>
                <a:gd name="T17" fmla="*/ 10 h 82"/>
                <a:gd name="T18" fmla="*/ 0 w 76"/>
                <a:gd name="T19" fmla="*/ 10 h 82"/>
                <a:gd name="T20" fmla="*/ 0 w 76"/>
                <a:gd name="T21" fmla="*/ 2 h 82"/>
                <a:gd name="T22" fmla="*/ 28 w 76"/>
                <a:gd name="T23" fmla="*/ 2 h 82"/>
                <a:gd name="T24" fmla="*/ 64 w 76"/>
                <a:gd name="T25" fmla="*/ 13 h 82"/>
                <a:gd name="T26" fmla="*/ 76 w 76"/>
                <a:gd name="T27" fmla="*/ 42 h 82"/>
                <a:gd name="T28" fmla="*/ 64 w 76"/>
                <a:gd name="T29" fmla="*/ 71 h 82"/>
                <a:gd name="T30" fmla="*/ 31 w 76"/>
                <a:gd name="T3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82">
                  <a:moveTo>
                    <a:pt x="31" y="82"/>
                  </a:moveTo>
                  <a:cubicBezTo>
                    <a:pt x="29" y="82"/>
                    <a:pt x="28" y="82"/>
                    <a:pt x="28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28" y="74"/>
                    <a:pt x="48" y="76"/>
                    <a:pt x="59" y="65"/>
                  </a:cubicBezTo>
                  <a:cubicBezTo>
                    <a:pt x="65" y="60"/>
                    <a:pt x="68" y="52"/>
                    <a:pt x="68" y="42"/>
                  </a:cubicBezTo>
                  <a:cubicBezTo>
                    <a:pt x="68" y="32"/>
                    <a:pt x="65" y="24"/>
                    <a:pt x="59" y="19"/>
                  </a:cubicBezTo>
                  <a:cubicBezTo>
                    <a:pt x="48" y="8"/>
                    <a:pt x="28" y="10"/>
                    <a:pt x="28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2"/>
                    <a:pt x="50" y="0"/>
                    <a:pt x="64" y="13"/>
                  </a:cubicBezTo>
                  <a:cubicBezTo>
                    <a:pt x="72" y="20"/>
                    <a:pt x="76" y="30"/>
                    <a:pt x="76" y="42"/>
                  </a:cubicBezTo>
                  <a:cubicBezTo>
                    <a:pt x="76" y="54"/>
                    <a:pt x="72" y="64"/>
                    <a:pt x="64" y="71"/>
                  </a:cubicBezTo>
                  <a:cubicBezTo>
                    <a:pt x="54" y="81"/>
                    <a:pt x="38" y="82"/>
                    <a:pt x="31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4" name="Rectangle 271"/>
            <p:cNvSpPr>
              <a:spLocks noChangeArrowheads="1"/>
            </p:cNvSpPr>
            <p:nvPr/>
          </p:nvSpPr>
          <p:spPr bwMode="auto">
            <a:xfrm>
              <a:off x="4521898" y="2552876"/>
              <a:ext cx="132282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Rectangle 272"/>
            <p:cNvSpPr>
              <a:spLocks noChangeArrowheads="1"/>
            </p:cNvSpPr>
            <p:nvPr/>
          </p:nvSpPr>
          <p:spPr bwMode="auto">
            <a:xfrm>
              <a:off x="4521898" y="2571171"/>
              <a:ext cx="132282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5" name="Группа 474"/>
          <p:cNvGrpSpPr/>
          <p:nvPr/>
        </p:nvGrpSpPr>
        <p:grpSpPr>
          <a:xfrm>
            <a:off x="4824457" y="2443111"/>
            <a:ext cx="303967" cy="302560"/>
            <a:chOff x="4824457" y="2443111"/>
            <a:chExt cx="303967" cy="302560"/>
          </a:xfrm>
          <a:solidFill>
            <a:schemeClr val="tx1"/>
          </a:solidFill>
        </p:grpSpPr>
        <p:sp>
          <p:nvSpPr>
            <p:cNvPr id="266" name="Freeform 273"/>
            <p:cNvSpPr>
              <a:spLocks noEditPoints="1"/>
            </p:cNvSpPr>
            <p:nvPr/>
          </p:nvSpPr>
          <p:spPr bwMode="auto">
            <a:xfrm>
              <a:off x="4824457" y="2443111"/>
              <a:ext cx="303967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4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Freeform 274"/>
            <p:cNvSpPr>
              <a:spLocks/>
            </p:cNvSpPr>
            <p:nvPr/>
          </p:nvSpPr>
          <p:spPr bwMode="auto">
            <a:xfrm>
              <a:off x="4948296" y="2514881"/>
              <a:ext cx="80214" cy="164649"/>
            </a:xfrm>
            <a:custGeom>
              <a:avLst/>
              <a:gdLst>
                <a:gd name="T0" fmla="*/ 60 w 68"/>
                <a:gd name="T1" fmla="*/ 140 h 140"/>
                <a:gd name="T2" fmla="*/ 0 w 68"/>
                <a:gd name="T3" fmla="*/ 140 h 140"/>
                <a:gd name="T4" fmla="*/ 0 w 68"/>
                <a:gd name="T5" fmla="*/ 32 h 140"/>
                <a:gd name="T6" fmla="*/ 40 w 68"/>
                <a:gd name="T7" fmla="*/ 0 h 140"/>
                <a:gd name="T8" fmla="*/ 68 w 68"/>
                <a:gd name="T9" fmla="*/ 15 h 140"/>
                <a:gd name="T10" fmla="*/ 60 w 68"/>
                <a:gd name="T11" fmla="*/ 17 h 140"/>
                <a:gd name="T12" fmla="*/ 40 w 68"/>
                <a:gd name="T13" fmla="*/ 8 h 140"/>
                <a:gd name="T14" fmla="*/ 8 w 68"/>
                <a:gd name="T15" fmla="*/ 32 h 140"/>
                <a:gd name="T16" fmla="*/ 8 w 68"/>
                <a:gd name="T17" fmla="*/ 132 h 140"/>
                <a:gd name="T18" fmla="*/ 60 w 68"/>
                <a:gd name="T19" fmla="*/ 132 h 140"/>
                <a:gd name="T20" fmla="*/ 60 w 68"/>
                <a:gd name="T2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140">
                  <a:moveTo>
                    <a:pt x="60" y="140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2"/>
                    <a:pt x="15" y="0"/>
                    <a:pt x="40" y="0"/>
                  </a:cubicBezTo>
                  <a:cubicBezTo>
                    <a:pt x="62" y="0"/>
                    <a:pt x="68" y="14"/>
                    <a:pt x="68" y="15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56" y="8"/>
                    <a:pt x="40" y="8"/>
                  </a:cubicBezTo>
                  <a:cubicBezTo>
                    <a:pt x="28" y="8"/>
                    <a:pt x="8" y="11"/>
                    <a:pt x="8" y="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60" y="132"/>
                    <a:pt x="60" y="132"/>
                    <a:pt x="60" y="132"/>
                  </a:cubicBezTo>
                  <a:lnTo>
                    <a:pt x="6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8" name="Rectangle 275"/>
            <p:cNvSpPr>
              <a:spLocks noChangeArrowheads="1"/>
            </p:cNvSpPr>
            <p:nvPr/>
          </p:nvSpPr>
          <p:spPr bwMode="auto">
            <a:xfrm>
              <a:off x="4924373" y="2671086"/>
              <a:ext cx="2814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Rectangle 276"/>
            <p:cNvSpPr>
              <a:spLocks noChangeArrowheads="1"/>
            </p:cNvSpPr>
            <p:nvPr/>
          </p:nvSpPr>
          <p:spPr bwMode="auto">
            <a:xfrm>
              <a:off x="4924373" y="2589465"/>
              <a:ext cx="66141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4" name="Группа 483"/>
          <p:cNvGrpSpPr/>
          <p:nvPr/>
        </p:nvGrpSpPr>
        <p:grpSpPr>
          <a:xfrm>
            <a:off x="3306031" y="2835735"/>
            <a:ext cx="198423" cy="303967"/>
            <a:chOff x="3306031" y="2835735"/>
            <a:chExt cx="198423" cy="303967"/>
          </a:xfrm>
          <a:solidFill>
            <a:schemeClr val="tx1"/>
          </a:solidFill>
        </p:grpSpPr>
        <p:sp>
          <p:nvSpPr>
            <p:cNvPr id="270" name="Rectangle 277"/>
            <p:cNvSpPr>
              <a:spLocks noChangeArrowheads="1"/>
            </p:cNvSpPr>
            <p:nvPr/>
          </p:nvSpPr>
          <p:spPr bwMode="auto">
            <a:xfrm>
              <a:off x="3405946" y="2901875"/>
              <a:ext cx="66141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Rectangle 278"/>
            <p:cNvSpPr>
              <a:spLocks noChangeArrowheads="1"/>
            </p:cNvSpPr>
            <p:nvPr/>
          </p:nvSpPr>
          <p:spPr bwMode="auto">
            <a:xfrm>
              <a:off x="3338397" y="2944093"/>
              <a:ext cx="133690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Rectangle 279"/>
            <p:cNvSpPr>
              <a:spLocks noChangeArrowheads="1"/>
            </p:cNvSpPr>
            <p:nvPr/>
          </p:nvSpPr>
          <p:spPr bwMode="auto">
            <a:xfrm>
              <a:off x="3338397" y="2991939"/>
              <a:ext cx="1336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Rectangle 280"/>
            <p:cNvSpPr>
              <a:spLocks noChangeArrowheads="1"/>
            </p:cNvSpPr>
            <p:nvPr/>
          </p:nvSpPr>
          <p:spPr bwMode="auto">
            <a:xfrm>
              <a:off x="3338397" y="3038379"/>
              <a:ext cx="133690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Rectangle 281"/>
            <p:cNvSpPr>
              <a:spLocks noChangeArrowheads="1"/>
            </p:cNvSpPr>
            <p:nvPr/>
          </p:nvSpPr>
          <p:spPr bwMode="auto">
            <a:xfrm>
              <a:off x="3338397" y="3086226"/>
              <a:ext cx="133690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Freeform 282"/>
            <p:cNvSpPr>
              <a:spLocks noEditPoints="1"/>
            </p:cNvSpPr>
            <p:nvPr/>
          </p:nvSpPr>
          <p:spPr bwMode="auto">
            <a:xfrm>
              <a:off x="3306031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1 w 141"/>
                <a:gd name="T13" fmla="*/ 215 h 216"/>
                <a:gd name="T14" fmla="*/ 97 w 141"/>
                <a:gd name="T15" fmla="*/ 208 h 216"/>
                <a:gd name="T16" fmla="*/ 84 w 141"/>
                <a:gd name="T17" fmla="*/ 215 h 216"/>
                <a:gd name="T18" fmla="*/ 71 w 141"/>
                <a:gd name="T19" fmla="*/ 208 h 216"/>
                <a:gd name="T20" fmla="*/ 57 w 141"/>
                <a:gd name="T21" fmla="*/ 215 h 216"/>
                <a:gd name="T22" fmla="*/ 44 w 141"/>
                <a:gd name="T23" fmla="*/ 208 h 216"/>
                <a:gd name="T24" fmla="*/ 30 w 141"/>
                <a:gd name="T25" fmla="*/ 215 h 216"/>
                <a:gd name="T26" fmla="*/ 17 w 141"/>
                <a:gd name="T27" fmla="*/ 208 h 216"/>
                <a:gd name="T28" fmla="*/ 0 w 141"/>
                <a:gd name="T29" fmla="*/ 216 h 216"/>
                <a:gd name="T30" fmla="*/ 97 w 141"/>
                <a:gd name="T31" fmla="*/ 201 h 216"/>
                <a:gd name="T32" fmla="*/ 111 w 141"/>
                <a:gd name="T33" fmla="*/ 207 h 216"/>
                <a:gd name="T34" fmla="*/ 124 w 141"/>
                <a:gd name="T35" fmla="*/ 201 h 216"/>
                <a:gd name="T36" fmla="*/ 134 w 141"/>
                <a:gd name="T37" fmla="*/ 206 h 216"/>
                <a:gd name="T38" fmla="*/ 134 w 141"/>
                <a:gd name="T39" fmla="*/ 6 h 216"/>
                <a:gd name="T40" fmla="*/ 51 w 141"/>
                <a:gd name="T41" fmla="*/ 6 h 216"/>
                <a:gd name="T42" fmla="*/ 7 w 141"/>
                <a:gd name="T43" fmla="*/ 51 h 216"/>
                <a:gd name="T44" fmla="*/ 7 w 141"/>
                <a:gd name="T45" fmla="*/ 206 h 216"/>
                <a:gd name="T46" fmla="*/ 17 w 141"/>
                <a:gd name="T47" fmla="*/ 201 h 216"/>
                <a:gd name="T48" fmla="*/ 30 w 141"/>
                <a:gd name="T49" fmla="*/ 207 h 216"/>
                <a:gd name="T50" fmla="*/ 44 w 141"/>
                <a:gd name="T51" fmla="*/ 201 h 216"/>
                <a:gd name="T52" fmla="*/ 57 w 141"/>
                <a:gd name="T53" fmla="*/ 207 h 216"/>
                <a:gd name="T54" fmla="*/ 71 w 141"/>
                <a:gd name="T55" fmla="*/ 201 h 216"/>
                <a:gd name="T56" fmla="*/ 84 w 141"/>
                <a:gd name="T57" fmla="*/ 207 h 216"/>
                <a:gd name="T58" fmla="*/ 97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1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Freeform 283"/>
            <p:cNvSpPr>
              <a:spLocks/>
            </p:cNvSpPr>
            <p:nvPr/>
          </p:nvSpPr>
          <p:spPr bwMode="auto">
            <a:xfrm>
              <a:off x="3310252" y="2839956"/>
              <a:ext cx="71770" cy="70363"/>
            </a:xfrm>
            <a:custGeom>
              <a:avLst/>
              <a:gdLst>
                <a:gd name="T0" fmla="*/ 51 w 51"/>
                <a:gd name="T1" fmla="*/ 50 h 50"/>
                <a:gd name="T2" fmla="*/ 0 w 51"/>
                <a:gd name="T3" fmla="*/ 50 h 50"/>
                <a:gd name="T4" fmla="*/ 0 w 51"/>
                <a:gd name="T5" fmla="*/ 44 h 50"/>
                <a:gd name="T6" fmla="*/ 44 w 51"/>
                <a:gd name="T7" fmla="*/ 44 h 50"/>
                <a:gd name="T8" fmla="*/ 44 w 51"/>
                <a:gd name="T9" fmla="*/ 0 h 50"/>
                <a:gd name="T10" fmla="*/ 51 w 51"/>
                <a:gd name="T11" fmla="*/ 0 h 50"/>
                <a:gd name="T12" fmla="*/ 51 w 51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0">
                  <a:moveTo>
                    <a:pt x="51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5" name="Группа 484"/>
          <p:cNvGrpSpPr/>
          <p:nvPr/>
        </p:nvGrpSpPr>
        <p:grpSpPr>
          <a:xfrm>
            <a:off x="3698654" y="2835735"/>
            <a:ext cx="198423" cy="303967"/>
            <a:chOff x="3698654" y="2835735"/>
            <a:chExt cx="198423" cy="303967"/>
          </a:xfrm>
          <a:solidFill>
            <a:schemeClr val="tx1"/>
          </a:solidFill>
        </p:grpSpPr>
        <p:sp>
          <p:nvSpPr>
            <p:cNvPr id="277" name="Freeform 284"/>
            <p:cNvSpPr>
              <a:spLocks noEditPoints="1"/>
            </p:cNvSpPr>
            <p:nvPr/>
          </p:nvSpPr>
          <p:spPr bwMode="auto">
            <a:xfrm>
              <a:off x="3698654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1 w 141"/>
                <a:gd name="T13" fmla="*/ 215 h 216"/>
                <a:gd name="T14" fmla="*/ 98 w 141"/>
                <a:gd name="T15" fmla="*/ 208 h 216"/>
                <a:gd name="T16" fmla="*/ 84 w 141"/>
                <a:gd name="T17" fmla="*/ 215 h 216"/>
                <a:gd name="T18" fmla="*/ 71 w 141"/>
                <a:gd name="T19" fmla="*/ 208 h 216"/>
                <a:gd name="T20" fmla="*/ 57 w 141"/>
                <a:gd name="T21" fmla="*/ 215 h 216"/>
                <a:gd name="T22" fmla="*/ 44 w 141"/>
                <a:gd name="T23" fmla="*/ 208 h 216"/>
                <a:gd name="T24" fmla="*/ 30 w 141"/>
                <a:gd name="T25" fmla="*/ 215 h 216"/>
                <a:gd name="T26" fmla="*/ 17 w 141"/>
                <a:gd name="T27" fmla="*/ 208 h 216"/>
                <a:gd name="T28" fmla="*/ 0 w 141"/>
                <a:gd name="T29" fmla="*/ 216 h 216"/>
                <a:gd name="T30" fmla="*/ 98 w 141"/>
                <a:gd name="T31" fmla="*/ 201 h 216"/>
                <a:gd name="T32" fmla="*/ 111 w 141"/>
                <a:gd name="T33" fmla="*/ 207 h 216"/>
                <a:gd name="T34" fmla="*/ 124 w 141"/>
                <a:gd name="T35" fmla="*/ 201 h 216"/>
                <a:gd name="T36" fmla="*/ 135 w 141"/>
                <a:gd name="T37" fmla="*/ 206 h 216"/>
                <a:gd name="T38" fmla="*/ 135 w 141"/>
                <a:gd name="T39" fmla="*/ 6 h 216"/>
                <a:gd name="T40" fmla="*/ 51 w 141"/>
                <a:gd name="T41" fmla="*/ 6 h 216"/>
                <a:gd name="T42" fmla="*/ 7 w 141"/>
                <a:gd name="T43" fmla="*/ 51 h 216"/>
                <a:gd name="T44" fmla="*/ 7 w 141"/>
                <a:gd name="T45" fmla="*/ 206 h 216"/>
                <a:gd name="T46" fmla="*/ 17 w 141"/>
                <a:gd name="T47" fmla="*/ 201 h 216"/>
                <a:gd name="T48" fmla="*/ 30 w 141"/>
                <a:gd name="T49" fmla="*/ 207 h 216"/>
                <a:gd name="T50" fmla="*/ 44 w 141"/>
                <a:gd name="T51" fmla="*/ 201 h 216"/>
                <a:gd name="T52" fmla="*/ 57 w 141"/>
                <a:gd name="T53" fmla="*/ 207 h 216"/>
                <a:gd name="T54" fmla="*/ 71 w 141"/>
                <a:gd name="T55" fmla="*/ 201 h 216"/>
                <a:gd name="T56" fmla="*/ 84 w 141"/>
                <a:gd name="T57" fmla="*/ 207 h 216"/>
                <a:gd name="T58" fmla="*/ 98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1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Freeform 285"/>
            <p:cNvSpPr>
              <a:spLocks/>
            </p:cNvSpPr>
            <p:nvPr/>
          </p:nvSpPr>
          <p:spPr bwMode="auto">
            <a:xfrm>
              <a:off x="3702877" y="2839956"/>
              <a:ext cx="71770" cy="70363"/>
            </a:xfrm>
            <a:custGeom>
              <a:avLst/>
              <a:gdLst>
                <a:gd name="T0" fmla="*/ 51 w 51"/>
                <a:gd name="T1" fmla="*/ 50 h 50"/>
                <a:gd name="T2" fmla="*/ 0 w 51"/>
                <a:gd name="T3" fmla="*/ 50 h 50"/>
                <a:gd name="T4" fmla="*/ 0 w 51"/>
                <a:gd name="T5" fmla="*/ 44 h 50"/>
                <a:gd name="T6" fmla="*/ 44 w 51"/>
                <a:gd name="T7" fmla="*/ 44 h 50"/>
                <a:gd name="T8" fmla="*/ 44 w 51"/>
                <a:gd name="T9" fmla="*/ 0 h 50"/>
                <a:gd name="T10" fmla="*/ 51 w 51"/>
                <a:gd name="T11" fmla="*/ 0 h 50"/>
                <a:gd name="T12" fmla="*/ 51 w 51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0">
                  <a:moveTo>
                    <a:pt x="51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9" name="Rectangle 286"/>
            <p:cNvSpPr>
              <a:spLocks noChangeArrowheads="1"/>
            </p:cNvSpPr>
            <p:nvPr/>
          </p:nvSpPr>
          <p:spPr bwMode="auto">
            <a:xfrm>
              <a:off x="3764796" y="2939872"/>
              <a:ext cx="9851" cy="12243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0" name="Freeform 287"/>
            <p:cNvSpPr>
              <a:spLocks/>
            </p:cNvSpPr>
            <p:nvPr/>
          </p:nvSpPr>
          <p:spPr bwMode="auto">
            <a:xfrm>
              <a:off x="3769017" y="2939872"/>
              <a:ext cx="57698" cy="60512"/>
            </a:xfrm>
            <a:custGeom>
              <a:avLst/>
              <a:gdLst>
                <a:gd name="T0" fmla="*/ 20 w 48"/>
                <a:gd name="T1" fmla="*/ 52 h 52"/>
                <a:gd name="T2" fmla="*/ 0 w 48"/>
                <a:gd name="T3" fmla="*/ 52 h 52"/>
                <a:gd name="T4" fmla="*/ 0 w 48"/>
                <a:gd name="T5" fmla="*/ 44 h 52"/>
                <a:gd name="T6" fmla="*/ 20 w 48"/>
                <a:gd name="T7" fmla="*/ 44 h 52"/>
                <a:gd name="T8" fmla="*/ 40 w 48"/>
                <a:gd name="T9" fmla="*/ 28 h 52"/>
                <a:gd name="T10" fmla="*/ 20 w 48"/>
                <a:gd name="T11" fmla="*/ 8 h 52"/>
                <a:gd name="T12" fmla="*/ 0 w 48"/>
                <a:gd name="T13" fmla="*/ 8 h 52"/>
                <a:gd name="T14" fmla="*/ 0 w 48"/>
                <a:gd name="T15" fmla="*/ 0 h 52"/>
                <a:gd name="T16" fmla="*/ 20 w 48"/>
                <a:gd name="T17" fmla="*/ 0 h 52"/>
                <a:gd name="T18" fmla="*/ 48 w 48"/>
                <a:gd name="T19" fmla="*/ 28 h 52"/>
                <a:gd name="T20" fmla="*/ 20 w 48"/>
                <a:gd name="T2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52">
                  <a:moveTo>
                    <a:pt x="20" y="52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1" y="44"/>
                    <a:pt x="40" y="44"/>
                    <a:pt x="40" y="28"/>
                  </a:cubicBezTo>
                  <a:cubicBezTo>
                    <a:pt x="40" y="8"/>
                    <a:pt x="21" y="8"/>
                    <a:pt x="2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9" y="0"/>
                    <a:pt x="48" y="6"/>
                    <a:pt x="48" y="28"/>
                  </a:cubicBezTo>
                  <a:cubicBezTo>
                    <a:pt x="48" y="47"/>
                    <a:pt x="29" y="52"/>
                    <a:pt x="20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288"/>
            <p:cNvSpPr>
              <a:spLocks/>
            </p:cNvSpPr>
            <p:nvPr/>
          </p:nvSpPr>
          <p:spPr bwMode="auto">
            <a:xfrm>
              <a:off x="3769017" y="2990533"/>
              <a:ext cx="67548" cy="71770"/>
            </a:xfrm>
            <a:custGeom>
              <a:avLst/>
              <a:gdLst>
                <a:gd name="T0" fmla="*/ 24 w 56"/>
                <a:gd name="T1" fmla="*/ 61 h 61"/>
                <a:gd name="T2" fmla="*/ 0 w 56"/>
                <a:gd name="T3" fmla="*/ 61 h 61"/>
                <a:gd name="T4" fmla="*/ 0 w 56"/>
                <a:gd name="T5" fmla="*/ 53 h 61"/>
                <a:gd name="T6" fmla="*/ 24 w 56"/>
                <a:gd name="T7" fmla="*/ 53 h 61"/>
                <a:gd name="T8" fmla="*/ 48 w 56"/>
                <a:gd name="T9" fmla="*/ 33 h 61"/>
                <a:gd name="T10" fmla="*/ 41 w 56"/>
                <a:gd name="T11" fmla="*/ 15 h 61"/>
                <a:gd name="T12" fmla="*/ 24 w 56"/>
                <a:gd name="T13" fmla="*/ 9 h 61"/>
                <a:gd name="T14" fmla="*/ 4 w 56"/>
                <a:gd name="T15" fmla="*/ 9 h 61"/>
                <a:gd name="T16" fmla="*/ 4 w 56"/>
                <a:gd name="T17" fmla="*/ 1 h 61"/>
                <a:gd name="T18" fmla="*/ 24 w 56"/>
                <a:gd name="T19" fmla="*/ 1 h 61"/>
                <a:gd name="T20" fmla="*/ 47 w 56"/>
                <a:gd name="T21" fmla="*/ 10 h 61"/>
                <a:gd name="T22" fmla="*/ 56 w 56"/>
                <a:gd name="T23" fmla="*/ 33 h 61"/>
                <a:gd name="T24" fmla="*/ 24 w 56"/>
                <a:gd name="T25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61">
                  <a:moveTo>
                    <a:pt x="24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5" y="53"/>
                    <a:pt x="48" y="53"/>
                    <a:pt x="48" y="33"/>
                  </a:cubicBezTo>
                  <a:cubicBezTo>
                    <a:pt x="48" y="25"/>
                    <a:pt x="46" y="19"/>
                    <a:pt x="41" y="15"/>
                  </a:cubicBezTo>
                  <a:cubicBezTo>
                    <a:pt x="34" y="9"/>
                    <a:pt x="24" y="9"/>
                    <a:pt x="2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38" y="0"/>
                    <a:pt x="47" y="10"/>
                  </a:cubicBezTo>
                  <a:cubicBezTo>
                    <a:pt x="53" y="15"/>
                    <a:pt x="56" y="23"/>
                    <a:pt x="56" y="33"/>
                  </a:cubicBezTo>
                  <a:cubicBezTo>
                    <a:pt x="56" y="55"/>
                    <a:pt x="35" y="61"/>
                    <a:pt x="24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Rectangle 289"/>
            <p:cNvSpPr>
              <a:spLocks noChangeArrowheads="1"/>
            </p:cNvSpPr>
            <p:nvPr/>
          </p:nvSpPr>
          <p:spPr bwMode="auto">
            <a:xfrm>
              <a:off x="3792941" y="2930020"/>
              <a:ext cx="9851" cy="14213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6" name="Группа 485"/>
          <p:cNvGrpSpPr/>
          <p:nvPr/>
        </p:nvGrpSpPr>
        <p:grpSpPr>
          <a:xfrm>
            <a:off x="4091279" y="2835735"/>
            <a:ext cx="198423" cy="303967"/>
            <a:chOff x="4091279" y="2835735"/>
            <a:chExt cx="198423" cy="303967"/>
          </a:xfrm>
          <a:solidFill>
            <a:schemeClr val="tx1"/>
          </a:solidFill>
        </p:grpSpPr>
        <p:sp>
          <p:nvSpPr>
            <p:cNvPr id="283" name="Freeform 290"/>
            <p:cNvSpPr>
              <a:spLocks noEditPoints="1"/>
            </p:cNvSpPr>
            <p:nvPr/>
          </p:nvSpPr>
          <p:spPr bwMode="auto">
            <a:xfrm>
              <a:off x="4091279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5 w 141"/>
                <a:gd name="T11" fmla="*/ 208 h 216"/>
                <a:gd name="T12" fmla="*/ 111 w 141"/>
                <a:gd name="T13" fmla="*/ 215 h 216"/>
                <a:gd name="T14" fmla="*/ 98 w 141"/>
                <a:gd name="T15" fmla="*/ 208 h 216"/>
                <a:gd name="T16" fmla="*/ 84 w 141"/>
                <a:gd name="T17" fmla="*/ 215 h 216"/>
                <a:gd name="T18" fmla="*/ 71 w 141"/>
                <a:gd name="T19" fmla="*/ 208 h 216"/>
                <a:gd name="T20" fmla="*/ 57 w 141"/>
                <a:gd name="T21" fmla="*/ 215 h 216"/>
                <a:gd name="T22" fmla="*/ 44 w 141"/>
                <a:gd name="T23" fmla="*/ 208 h 216"/>
                <a:gd name="T24" fmla="*/ 30 w 141"/>
                <a:gd name="T25" fmla="*/ 215 h 216"/>
                <a:gd name="T26" fmla="*/ 17 w 141"/>
                <a:gd name="T27" fmla="*/ 208 h 216"/>
                <a:gd name="T28" fmla="*/ 0 w 141"/>
                <a:gd name="T29" fmla="*/ 216 h 216"/>
                <a:gd name="T30" fmla="*/ 98 w 141"/>
                <a:gd name="T31" fmla="*/ 201 h 216"/>
                <a:gd name="T32" fmla="*/ 111 w 141"/>
                <a:gd name="T33" fmla="*/ 207 h 216"/>
                <a:gd name="T34" fmla="*/ 125 w 141"/>
                <a:gd name="T35" fmla="*/ 201 h 216"/>
                <a:gd name="T36" fmla="*/ 135 w 141"/>
                <a:gd name="T37" fmla="*/ 206 h 216"/>
                <a:gd name="T38" fmla="*/ 135 w 141"/>
                <a:gd name="T39" fmla="*/ 6 h 216"/>
                <a:gd name="T40" fmla="*/ 51 w 141"/>
                <a:gd name="T41" fmla="*/ 6 h 216"/>
                <a:gd name="T42" fmla="*/ 7 w 141"/>
                <a:gd name="T43" fmla="*/ 51 h 216"/>
                <a:gd name="T44" fmla="*/ 7 w 141"/>
                <a:gd name="T45" fmla="*/ 206 h 216"/>
                <a:gd name="T46" fmla="*/ 17 w 141"/>
                <a:gd name="T47" fmla="*/ 201 h 216"/>
                <a:gd name="T48" fmla="*/ 30 w 141"/>
                <a:gd name="T49" fmla="*/ 207 h 216"/>
                <a:gd name="T50" fmla="*/ 44 w 141"/>
                <a:gd name="T51" fmla="*/ 201 h 216"/>
                <a:gd name="T52" fmla="*/ 57 w 141"/>
                <a:gd name="T53" fmla="*/ 207 h 216"/>
                <a:gd name="T54" fmla="*/ 71 w 141"/>
                <a:gd name="T55" fmla="*/ 201 h 216"/>
                <a:gd name="T56" fmla="*/ 84 w 141"/>
                <a:gd name="T57" fmla="*/ 207 h 216"/>
                <a:gd name="T58" fmla="*/ 98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1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Freeform 291"/>
            <p:cNvSpPr>
              <a:spLocks/>
            </p:cNvSpPr>
            <p:nvPr/>
          </p:nvSpPr>
          <p:spPr bwMode="auto">
            <a:xfrm>
              <a:off x="4095500" y="2839956"/>
              <a:ext cx="71770" cy="70363"/>
            </a:xfrm>
            <a:custGeom>
              <a:avLst/>
              <a:gdLst>
                <a:gd name="T0" fmla="*/ 51 w 51"/>
                <a:gd name="T1" fmla="*/ 50 h 50"/>
                <a:gd name="T2" fmla="*/ 0 w 51"/>
                <a:gd name="T3" fmla="*/ 50 h 50"/>
                <a:gd name="T4" fmla="*/ 0 w 51"/>
                <a:gd name="T5" fmla="*/ 44 h 50"/>
                <a:gd name="T6" fmla="*/ 44 w 51"/>
                <a:gd name="T7" fmla="*/ 44 h 50"/>
                <a:gd name="T8" fmla="*/ 44 w 51"/>
                <a:gd name="T9" fmla="*/ 0 h 50"/>
                <a:gd name="T10" fmla="*/ 51 w 51"/>
                <a:gd name="T11" fmla="*/ 0 h 50"/>
                <a:gd name="T12" fmla="*/ 51 w 51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0">
                  <a:moveTo>
                    <a:pt x="51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Freeform 292"/>
            <p:cNvSpPr>
              <a:spLocks/>
            </p:cNvSpPr>
            <p:nvPr/>
          </p:nvSpPr>
          <p:spPr bwMode="auto">
            <a:xfrm>
              <a:off x="4153198" y="2939872"/>
              <a:ext cx="90064" cy="118209"/>
            </a:xfrm>
            <a:custGeom>
              <a:avLst/>
              <a:gdLst>
                <a:gd name="T0" fmla="*/ 40 w 76"/>
                <a:gd name="T1" fmla="*/ 100 h 100"/>
                <a:gd name="T2" fmla="*/ 0 w 76"/>
                <a:gd name="T3" fmla="*/ 48 h 100"/>
                <a:gd name="T4" fmla="*/ 40 w 76"/>
                <a:gd name="T5" fmla="*/ 0 h 100"/>
                <a:gd name="T6" fmla="*/ 76 w 76"/>
                <a:gd name="T7" fmla="*/ 15 h 100"/>
                <a:gd name="T8" fmla="*/ 68 w 76"/>
                <a:gd name="T9" fmla="*/ 17 h 100"/>
                <a:gd name="T10" fmla="*/ 68 w 76"/>
                <a:gd name="T11" fmla="*/ 17 h 100"/>
                <a:gd name="T12" fmla="*/ 40 w 76"/>
                <a:gd name="T13" fmla="*/ 8 h 100"/>
                <a:gd name="T14" fmla="*/ 8 w 76"/>
                <a:gd name="T15" fmla="*/ 48 h 100"/>
                <a:gd name="T16" fmla="*/ 40 w 76"/>
                <a:gd name="T17" fmla="*/ 92 h 100"/>
                <a:gd name="T18" fmla="*/ 68 w 76"/>
                <a:gd name="T19" fmla="*/ 79 h 100"/>
                <a:gd name="T20" fmla="*/ 76 w 76"/>
                <a:gd name="T21" fmla="*/ 81 h 100"/>
                <a:gd name="T22" fmla="*/ 40 w 76"/>
                <a:gd name="T2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00">
                  <a:moveTo>
                    <a:pt x="40" y="100"/>
                  </a:moveTo>
                  <a:cubicBezTo>
                    <a:pt x="22" y="100"/>
                    <a:pt x="0" y="91"/>
                    <a:pt x="0" y="48"/>
                  </a:cubicBezTo>
                  <a:cubicBezTo>
                    <a:pt x="0" y="16"/>
                    <a:pt x="13" y="0"/>
                    <a:pt x="40" y="0"/>
                  </a:cubicBezTo>
                  <a:cubicBezTo>
                    <a:pt x="70" y="0"/>
                    <a:pt x="75" y="13"/>
                    <a:pt x="76" y="15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4" y="8"/>
                    <a:pt x="40" y="8"/>
                  </a:cubicBezTo>
                  <a:cubicBezTo>
                    <a:pt x="18" y="8"/>
                    <a:pt x="8" y="20"/>
                    <a:pt x="8" y="48"/>
                  </a:cubicBezTo>
                  <a:cubicBezTo>
                    <a:pt x="8" y="77"/>
                    <a:pt x="18" y="92"/>
                    <a:pt x="40" y="92"/>
                  </a:cubicBezTo>
                  <a:cubicBezTo>
                    <a:pt x="65" y="92"/>
                    <a:pt x="68" y="79"/>
                    <a:pt x="68" y="79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2"/>
                    <a:pt x="71" y="100"/>
                    <a:pt x="40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Rectangle 293"/>
            <p:cNvSpPr>
              <a:spLocks noChangeArrowheads="1"/>
            </p:cNvSpPr>
            <p:nvPr/>
          </p:nvSpPr>
          <p:spPr bwMode="auto">
            <a:xfrm>
              <a:off x="4195415" y="2930020"/>
              <a:ext cx="9851" cy="13650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7" name="Группа 486"/>
          <p:cNvGrpSpPr/>
          <p:nvPr/>
        </p:nvGrpSpPr>
        <p:grpSpPr>
          <a:xfrm>
            <a:off x="4483902" y="2835735"/>
            <a:ext cx="198423" cy="303967"/>
            <a:chOff x="4483902" y="2835735"/>
            <a:chExt cx="198423" cy="303967"/>
          </a:xfrm>
          <a:solidFill>
            <a:schemeClr val="tx1"/>
          </a:solidFill>
        </p:grpSpPr>
        <p:sp>
          <p:nvSpPr>
            <p:cNvPr id="287" name="Freeform 294"/>
            <p:cNvSpPr>
              <a:spLocks noEditPoints="1"/>
            </p:cNvSpPr>
            <p:nvPr/>
          </p:nvSpPr>
          <p:spPr bwMode="auto">
            <a:xfrm>
              <a:off x="4483902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5 w 141"/>
                <a:gd name="T11" fmla="*/ 208 h 216"/>
                <a:gd name="T12" fmla="*/ 111 w 141"/>
                <a:gd name="T13" fmla="*/ 215 h 216"/>
                <a:gd name="T14" fmla="*/ 98 w 141"/>
                <a:gd name="T15" fmla="*/ 208 h 216"/>
                <a:gd name="T16" fmla="*/ 84 w 141"/>
                <a:gd name="T17" fmla="*/ 215 h 216"/>
                <a:gd name="T18" fmla="*/ 71 w 141"/>
                <a:gd name="T19" fmla="*/ 208 h 216"/>
                <a:gd name="T20" fmla="*/ 57 w 141"/>
                <a:gd name="T21" fmla="*/ 215 h 216"/>
                <a:gd name="T22" fmla="*/ 44 w 141"/>
                <a:gd name="T23" fmla="*/ 208 h 216"/>
                <a:gd name="T24" fmla="*/ 30 w 141"/>
                <a:gd name="T25" fmla="*/ 215 h 216"/>
                <a:gd name="T26" fmla="*/ 17 w 141"/>
                <a:gd name="T27" fmla="*/ 208 h 216"/>
                <a:gd name="T28" fmla="*/ 0 w 141"/>
                <a:gd name="T29" fmla="*/ 216 h 216"/>
                <a:gd name="T30" fmla="*/ 98 w 141"/>
                <a:gd name="T31" fmla="*/ 201 h 216"/>
                <a:gd name="T32" fmla="*/ 111 w 141"/>
                <a:gd name="T33" fmla="*/ 207 h 216"/>
                <a:gd name="T34" fmla="*/ 125 w 141"/>
                <a:gd name="T35" fmla="*/ 201 h 216"/>
                <a:gd name="T36" fmla="*/ 135 w 141"/>
                <a:gd name="T37" fmla="*/ 206 h 216"/>
                <a:gd name="T38" fmla="*/ 135 w 141"/>
                <a:gd name="T39" fmla="*/ 6 h 216"/>
                <a:gd name="T40" fmla="*/ 52 w 141"/>
                <a:gd name="T41" fmla="*/ 6 h 216"/>
                <a:gd name="T42" fmla="*/ 7 w 141"/>
                <a:gd name="T43" fmla="*/ 51 h 216"/>
                <a:gd name="T44" fmla="*/ 7 w 141"/>
                <a:gd name="T45" fmla="*/ 206 h 216"/>
                <a:gd name="T46" fmla="*/ 17 w 141"/>
                <a:gd name="T47" fmla="*/ 201 h 216"/>
                <a:gd name="T48" fmla="*/ 30 w 141"/>
                <a:gd name="T49" fmla="*/ 207 h 216"/>
                <a:gd name="T50" fmla="*/ 44 w 141"/>
                <a:gd name="T51" fmla="*/ 201 h 216"/>
                <a:gd name="T52" fmla="*/ 57 w 141"/>
                <a:gd name="T53" fmla="*/ 207 h 216"/>
                <a:gd name="T54" fmla="*/ 71 w 141"/>
                <a:gd name="T55" fmla="*/ 201 h 216"/>
                <a:gd name="T56" fmla="*/ 84 w 141"/>
                <a:gd name="T57" fmla="*/ 207 h 216"/>
                <a:gd name="T58" fmla="*/ 98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Freeform 295"/>
            <p:cNvSpPr>
              <a:spLocks/>
            </p:cNvSpPr>
            <p:nvPr/>
          </p:nvSpPr>
          <p:spPr bwMode="auto">
            <a:xfrm>
              <a:off x="4489531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3 w 50"/>
                <a:gd name="T7" fmla="*/ 44 h 50"/>
                <a:gd name="T8" fmla="*/ 43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296"/>
            <p:cNvSpPr>
              <a:spLocks/>
            </p:cNvSpPr>
            <p:nvPr/>
          </p:nvSpPr>
          <p:spPr bwMode="auto">
            <a:xfrm>
              <a:off x="4550043" y="2944093"/>
              <a:ext cx="71770" cy="104137"/>
            </a:xfrm>
            <a:custGeom>
              <a:avLst/>
              <a:gdLst>
                <a:gd name="T0" fmla="*/ 28 w 60"/>
                <a:gd name="T1" fmla="*/ 88 h 88"/>
                <a:gd name="T2" fmla="*/ 5 w 60"/>
                <a:gd name="T3" fmla="*/ 81 h 88"/>
                <a:gd name="T4" fmla="*/ 0 w 60"/>
                <a:gd name="T5" fmla="*/ 68 h 88"/>
                <a:gd name="T6" fmla="*/ 8 w 60"/>
                <a:gd name="T7" fmla="*/ 68 h 88"/>
                <a:gd name="T8" fmla="*/ 10 w 60"/>
                <a:gd name="T9" fmla="*/ 75 h 88"/>
                <a:gd name="T10" fmla="*/ 28 w 60"/>
                <a:gd name="T11" fmla="*/ 80 h 88"/>
                <a:gd name="T12" fmla="*/ 48 w 60"/>
                <a:gd name="T13" fmla="*/ 74 h 88"/>
                <a:gd name="T14" fmla="*/ 52 w 60"/>
                <a:gd name="T15" fmla="*/ 61 h 88"/>
                <a:gd name="T16" fmla="*/ 52 w 60"/>
                <a:gd name="T17" fmla="*/ 60 h 88"/>
                <a:gd name="T18" fmla="*/ 28 w 60"/>
                <a:gd name="T19" fmla="*/ 44 h 88"/>
                <a:gd name="T20" fmla="*/ 0 w 60"/>
                <a:gd name="T21" fmla="*/ 24 h 88"/>
                <a:gd name="T22" fmla="*/ 0 w 60"/>
                <a:gd name="T23" fmla="*/ 23 h 88"/>
                <a:gd name="T24" fmla="*/ 5 w 60"/>
                <a:gd name="T25" fmla="*/ 7 h 88"/>
                <a:gd name="T26" fmla="*/ 28 w 60"/>
                <a:gd name="T27" fmla="*/ 0 h 88"/>
                <a:gd name="T28" fmla="*/ 51 w 60"/>
                <a:gd name="T29" fmla="*/ 8 h 88"/>
                <a:gd name="T30" fmla="*/ 56 w 60"/>
                <a:gd name="T31" fmla="*/ 20 h 88"/>
                <a:gd name="T32" fmla="*/ 48 w 60"/>
                <a:gd name="T33" fmla="*/ 20 h 88"/>
                <a:gd name="T34" fmla="*/ 52 w 60"/>
                <a:gd name="T35" fmla="*/ 20 h 88"/>
                <a:gd name="T36" fmla="*/ 48 w 60"/>
                <a:gd name="T37" fmla="*/ 20 h 88"/>
                <a:gd name="T38" fmla="*/ 45 w 60"/>
                <a:gd name="T39" fmla="*/ 13 h 88"/>
                <a:gd name="T40" fmla="*/ 28 w 60"/>
                <a:gd name="T41" fmla="*/ 8 h 88"/>
                <a:gd name="T42" fmla="*/ 11 w 60"/>
                <a:gd name="T43" fmla="*/ 12 h 88"/>
                <a:gd name="T44" fmla="*/ 8 w 60"/>
                <a:gd name="T45" fmla="*/ 23 h 88"/>
                <a:gd name="T46" fmla="*/ 8 w 60"/>
                <a:gd name="T47" fmla="*/ 24 h 88"/>
                <a:gd name="T48" fmla="*/ 28 w 60"/>
                <a:gd name="T49" fmla="*/ 36 h 88"/>
                <a:gd name="T50" fmla="*/ 60 w 60"/>
                <a:gd name="T51" fmla="*/ 60 h 88"/>
                <a:gd name="T52" fmla="*/ 60 w 60"/>
                <a:gd name="T53" fmla="*/ 61 h 88"/>
                <a:gd name="T54" fmla="*/ 54 w 60"/>
                <a:gd name="T55" fmla="*/ 80 h 88"/>
                <a:gd name="T56" fmla="*/ 28 w 60"/>
                <a:gd name="T5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88">
                  <a:moveTo>
                    <a:pt x="28" y="88"/>
                  </a:moveTo>
                  <a:cubicBezTo>
                    <a:pt x="17" y="88"/>
                    <a:pt x="9" y="85"/>
                    <a:pt x="5" y="81"/>
                  </a:cubicBezTo>
                  <a:cubicBezTo>
                    <a:pt x="0" y="76"/>
                    <a:pt x="0" y="70"/>
                    <a:pt x="0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70"/>
                    <a:pt x="8" y="73"/>
                    <a:pt x="10" y="75"/>
                  </a:cubicBezTo>
                  <a:cubicBezTo>
                    <a:pt x="14" y="78"/>
                    <a:pt x="20" y="80"/>
                    <a:pt x="28" y="80"/>
                  </a:cubicBezTo>
                  <a:cubicBezTo>
                    <a:pt x="38" y="80"/>
                    <a:pt x="44" y="78"/>
                    <a:pt x="48" y="74"/>
                  </a:cubicBezTo>
                  <a:cubicBezTo>
                    <a:pt x="52" y="70"/>
                    <a:pt x="52" y="64"/>
                    <a:pt x="52" y="61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52" y="60"/>
                    <a:pt x="51" y="44"/>
                    <a:pt x="28" y="44"/>
                  </a:cubicBezTo>
                  <a:cubicBezTo>
                    <a:pt x="8" y="44"/>
                    <a:pt x="0" y="38"/>
                    <a:pt x="0" y="2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8"/>
                    <a:pt x="0" y="12"/>
                    <a:pt x="5" y="7"/>
                  </a:cubicBezTo>
                  <a:cubicBezTo>
                    <a:pt x="10" y="2"/>
                    <a:pt x="17" y="0"/>
                    <a:pt x="28" y="0"/>
                  </a:cubicBezTo>
                  <a:cubicBezTo>
                    <a:pt x="38" y="0"/>
                    <a:pt x="46" y="2"/>
                    <a:pt x="51" y="8"/>
                  </a:cubicBezTo>
                  <a:cubicBezTo>
                    <a:pt x="56" y="13"/>
                    <a:pt x="56" y="19"/>
                    <a:pt x="56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16"/>
                    <a:pt x="45" y="13"/>
                  </a:cubicBezTo>
                  <a:cubicBezTo>
                    <a:pt x="42" y="10"/>
                    <a:pt x="36" y="8"/>
                    <a:pt x="28" y="8"/>
                  </a:cubicBezTo>
                  <a:cubicBezTo>
                    <a:pt x="19" y="8"/>
                    <a:pt x="14" y="9"/>
                    <a:pt x="11" y="12"/>
                  </a:cubicBezTo>
                  <a:cubicBezTo>
                    <a:pt x="8" y="15"/>
                    <a:pt x="8" y="19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9"/>
                    <a:pt x="8" y="36"/>
                    <a:pt x="28" y="36"/>
                  </a:cubicBezTo>
                  <a:cubicBezTo>
                    <a:pt x="55" y="36"/>
                    <a:pt x="60" y="55"/>
                    <a:pt x="60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5"/>
                    <a:pt x="60" y="73"/>
                    <a:pt x="54" y="80"/>
                  </a:cubicBezTo>
                  <a:cubicBezTo>
                    <a:pt x="48" y="85"/>
                    <a:pt x="40" y="88"/>
                    <a:pt x="28" y="8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Rectangle 297"/>
            <p:cNvSpPr>
              <a:spLocks noChangeArrowheads="1"/>
            </p:cNvSpPr>
            <p:nvPr/>
          </p:nvSpPr>
          <p:spPr bwMode="auto">
            <a:xfrm>
              <a:off x="4588039" y="2934243"/>
              <a:ext cx="9851" cy="1280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Rectangle 298"/>
            <p:cNvSpPr>
              <a:spLocks noChangeArrowheads="1"/>
            </p:cNvSpPr>
            <p:nvPr/>
          </p:nvSpPr>
          <p:spPr bwMode="auto">
            <a:xfrm>
              <a:off x="4569745" y="2934243"/>
              <a:ext cx="8444" cy="1280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8" name="Группа 487"/>
          <p:cNvGrpSpPr/>
          <p:nvPr/>
        </p:nvGrpSpPr>
        <p:grpSpPr>
          <a:xfrm>
            <a:off x="4876526" y="2835735"/>
            <a:ext cx="199830" cy="303967"/>
            <a:chOff x="4876526" y="2835735"/>
            <a:chExt cx="199830" cy="303967"/>
          </a:xfrm>
          <a:solidFill>
            <a:schemeClr val="tx1"/>
          </a:solidFill>
        </p:grpSpPr>
        <p:sp>
          <p:nvSpPr>
            <p:cNvPr id="292" name="Freeform 299"/>
            <p:cNvSpPr>
              <a:spLocks noEditPoints="1"/>
            </p:cNvSpPr>
            <p:nvPr/>
          </p:nvSpPr>
          <p:spPr bwMode="auto">
            <a:xfrm>
              <a:off x="4876526" y="2835735"/>
              <a:ext cx="199830" cy="303967"/>
            </a:xfrm>
            <a:custGeom>
              <a:avLst/>
              <a:gdLst>
                <a:gd name="T0" fmla="*/ 0 w 142"/>
                <a:gd name="T1" fmla="*/ 216 h 216"/>
                <a:gd name="T2" fmla="*/ 0 w 142"/>
                <a:gd name="T3" fmla="*/ 48 h 216"/>
                <a:gd name="T4" fmla="*/ 49 w 142"/>
                <a:gd name="T5" fmla="*/ 0 h 216"/>
                <a:gd name="T6" fmla="*/ 142 w 142"/>
                <a:gd name="T7" fmla="*/ 0 h 216"/>
                <a:gd name="T8" fmla="*/ 142 w 142"/>
                <a:gd name="T9" fmla="*/ 216 h 216"/>
                <a:gd name="T10" fmla="*/ 125 w 142"/>
                <a:gd name="T11" fmla="*/ 208 h 216"/>
                <a:gd name="T12" fmla="*/ 111 w 142"/>
                <a:gd name="T13" fmla="*/ 215 h 216"/>
                <a:gd name="T14" fmla="*/ 98 w 142"/>
                <a:gd name="T15" fmla="*/ 208 h 216"/>
                <a:gd name="T16" fmla="*/ 84 w 142"/>
                <a:gd name="T17" fmla="*/ 215 h 216"/>
                <a:gd name="T18" fmla="*/ 71 w 142"/>
                <a:gd name="T19" fmla="*/ 208 h 216"/>
                <a:gd name="T20" fmla="*/ 57 w 142"/>
                <a:gd name="T21" fmla="*/ 215 h 216"/>
                <a:gd name="T22" fmla="*/ 44 w 142"/>
                <a:gd name="T23" fmla="*/ 208 h 216"/>
                <a:gd name="T24" fmla="*/ 31 w 142"/>
                <a:gd name="T25" fmla="*/ 215 h 216"/>
                <a:gd name="T26" fmla="*/ 17 w 142"/>
                <a:gd name="T27" fmla="*/ 208 h 216"/>
                <a:gd name="T28" fmla="*/ 0 w 142"/>
                <a:gd name="T29" fmla="*/ 216 h 216"/>
                <a:gd name="T30" fmla="*/ 98 w 142"/>
                <a:gd name="T31" fmla="*/ 201 h 216"/>
                <a:gd name="T32" fmla="*/ 111 w 142"/>
                <a:gd name="T33" fmla="*/ 207 h 216"/>
                <a:gd name="T34" fmla="*/ 125 w 142"/>
                <a:gd name="T35" fmla="*/ 201 h 216"/>
                <a:gd name="T36" fmla="*/ 135 w 142"/>
                <a:gd name="T37" fmla="*/ 206 h 216"/>
                <a:gd name="T38" fmla="*/ 135 w 142"/>
                <a:gd name="T39" fmla="*/ 6 h 216"/>
                <a:gd name="T40" fmla="*/ 52 w 142"/>
                <a:gd name="T41" fmla="*/ 6 h 216"/>
                <a:gd name="T42" fmla="*/ 7 w 142"/>
                <a:gd name="T43" fmla="*/ 51 h 216"/>
                <a:gd name="T44" fmla="*/ 7 w 142"/>
                <a:gd name="T45" fmla="*/ 206 h 216"/>
                <a:gd name="T46" fmla="*/ 17 w 142"/>
                <a:gd name="T47" fmla="*/ 201 h 216"/>
                <a:gd name="T48" fmla="*/ 31 w 142"/>
                <a:gd name="T49" fmla="*/ 207 h 216"/>
                <a:gd name="T50" fmla="*/ 44 w 142"/>
                <a:gd name="T51" fmla="*/ 201 h 216"/>
                <a:gd name="T52" fmla="*/ 57 w 142"/>
                <a:gd name="T53" fmla="*/ 207 h 216"/>
                <a:gd name="T54" fmla="*/ 71 w 142"/>
                <a:gd name="T55" fmla="*/ 201 h 216"/>
                <a:gd name="T56" fmla="*/ 84 w 142"/>
                <a:gd name="T57" fmla="*/ 207 h 216"/>
                <a:gd name="T58" fmla="*/ 98 w 142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2" y="0"/>
                  </a:lnTo>
                  <a:lnTo>
                    <a:pt x="142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Freeform 300"/>
            <p:cNvSpPr>
              <a:spLocks/>
            </p:cNvSpPr>
            <p:nvPr/>
          </p:nvSpPr>
          <p:spPr bwMode="auto">
            <a:xfrm>
              <a:off x="4882155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3 w 50"/>
                <a:gd name="T7" fmla="*/ 44 h 50"/>
                <a:gd name="T8" fmla="*/ 43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4" name="Freeform 301"/>
            <p:cNvSpPr>
              <a:spLocks/>
            </p:cNvSpPr>
            <p:nvPr/>
          </p:nvSpPr>
          <p:spPr bwMode="auto">
            <a:xfrm>
              <a:off x="4938445" y="2939872"/>
              <a:ext cx="90064" cy="118209"/>
            </a:xfrm>
            <a:custGeom>
              <a:avLst/>
              <a:gdLst>
                <a:gd name="T0" fmla="*/ 40 w 76"/>
                <a:gd name="T1" fmla="*/ 100 h 100"/>
                <a:gd name="T2" fmla="*/ 0 w 76"/>
                <a:gd name="T3" fmla="*/ 48 h 100"/>
                <a:gd name="T4" fmla="*/ 40 w 76"/>
                <a:gd name="T5" fmla="*/ 0 h 100"/>
                <a:gd name="T6" fmla="*/ 76 w 76"/>
                <a:gd name="T7" fmla="*/ 15 h 100"/>
                <a:gd name="T8" fmla="*/ 68 w 76"/>
                <a:gd name="T9" fmla="*/ 17 h 100"/>
                <a:gd name="T10" fmla="*/ 68 w 76"/>
                <a:gd name="T11" fmla="*/ 17 h 100"/>
                <a:gd name="T12" fmla="*/ 40 w 76"/>
                <a:gd name="T13" fmla="*/ 8 h 100"/>
                <a:gd name="T14" fmla="*/ 8 w 76"/>
                <a:gd name="T15" fmla="*/ 48 h 100"/>
                <a:gd name="T16" fmla="*/ 40 w 76"/>
                <a:gd name="T17" fmla="*/ 92 h 100"/>
                <a:gd name="T18" fmla="*/ 68 w 76"/>
                <a:gd name="T19" fmla="*/ 79 h 100"/>
                <a:gd name="T20" fmla="*/ 76 w 76"/>
                <a:gd name="T21" fmla="*/ 81 h 100"/>
                <a:gd name="T22" fmla="*/ 40 w 76"/>
                <a:gd name="T2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00">
                  <a:moveTo>
                    <a:pt x="40" y="100"/>
                  </a:moveTo>
                  <a:cubicBezTo>
                    <a:pt x="22" y="100"/>
                    <a:pt x="0" y="91"/>
                    <a:pt x="0" y="48"/>
                  </a:cubicBezTo>
                  <a:cubicBezTo>
                    <a:pt x="0" y="16"/>
                    <a:pt x="13" y="0"/>
                    <a:pt x="40" y="0"/>
                  </a:cubicBezTo>
                  <a:cubicBezTo>
                    <a:pt x="70" y="0"/>
                    <a:pt x="75" y="13"/>
                    <a:pt x="76" y="15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4" y="8"/>
                    <a:pt x="40" y="8"/>
                  </a:cubicBezTo>
                  <a:cubicBezTo>
                    <a:pt x="18" y="8"/>
                    <a:pt x="8" y="20"/>
                    <a:pt x="8" y="48"/>
                  </a:cubicBezTo>
                  <a:cubicBezTo>
                    <a:pt x="8" y="77"/>
                    <a:pt x="19" y="92"/>
                    <a:pt x="40" y="92"/>
                  </a:cubicBezTo>
                  <a:cubicBezTo>
                    <a:pt x="65" y="92"/>
                    <a:pt x="68" y="79"/>
                    <a:pt x="68" y="79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2"/>
                    <a:pt x="71" y="100"/>
                    <a:pt x="40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5" name="Rectangle 302"/>
            <p:cNvSpPr>
              <a:spLocks noChangeArrowheads="1"/>
            </p:cNvSpPr>
            <p:nvPr/>
          </p:nvSpPr>
          <p:spPr bwMode="auto">
            <a:xfrm>
              <a:off x="4924373" y="2986310"/>
              <a:ext cx="7036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6" name="Rectangle 303"/>
            <p:cNvSpPr>
              <a:spLocks noChangeArrowheads="1"/>
            </p:cNvSpPr>
            <p:nvPr/>
          </p:nvSpPr>
          <p:spPr bwMode="auto">
            <a:xfrm>
              <a:off x="4924373" y="3006012"/>
              <a:ext cx="70363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9" name="Группа 488"/>
          <p:cNvGrpSpPr/>
          <p:nvPr/>
        </p:nvGrpSpPr>
        <p:grpSpPr>
          <a:xfrm>
            <a:off x="5269149" y="2835735"/>
            <a:ext cx="199830" cy="303967"/>
            <a:chOff x="5269149" y="2835735"/>
            <a:chExt cx="199830" cy="303967"/>
          </a:xfrm>
          <a:solidFill>
            <a:schemeClr val="tx1"/>
          </a:solidFill>
        </p:grpSpPr>
        <p:sp>
          <p:nvSpPr>
            <p:cNvPr id="297" name="Freeform 304"/>
            <p:cNvSpPr>
              <a:spLocks noEditPoints="1"/>
            </p:cNvSpPr>
            <p:nvPr/>
          </p:nvSpPr>
          <p:spPr bwMode="auto">
            <a:xfrm>
              <a:off x="5269149" y="2835735"/>
              <a:ext cx="199830" cy="303967"/>
            </a:xfrm>
            <a:custGeom>
              <a:avLst/>
              <a:gdLst>
                <a:gd name="T0" fmla="*/ 0 w 142"/>
                <a:gd name="T1" fmla="*/ 216 h 216"/>
                <a:gd name="T2" fmla="*/ 0 w 142"/>
                <a:gd name="T3" fmla="*/ 48 h 216"/>
                <a:gd name="T4" fmla="*/ 50 w 142"/>
                <a:gd name="T5" fmla="*/ 0 h 216"/>
                <a:gd name="T6" fmla="*/ 142 w 142"/>
                <a:gd name="T7" fmla="*/ 0 h 216"/>
                <a:gd name="T8" fmla="*/ 142 w 142"/>
                <a:gd name="T9" fmla="*/ 216 h 216"/>
                <a:gd name="T10" fmla="*/ 125 w 142"/>
                <a:gd name="T11" fmla="*/ 208 h 216"/>
                <a:gd name="T12" fmla="*/ 111 w 142"/>
                <a:gd name="T13" fmla="*/ 215 h 216"/>
                <a:gd name="T14" fmla="*/ 98 w 142"/>
                <a:gd name="T15" fmla="*/ 208 h 216"/>
                <a:gd name="T16" fmla="*/ 84 w 142"/>
                <a:gd name="T17" fmla="*/ 215 h 216"/>
                <a:gd name="T18" fmla="*/ 71 w 142"/>
                <a:gd name="T19" fmla="*/ 208 h 216"/>
                <a:gd name="T20" fmla="*/ 58 w 142"/>
                <a:gd name="T21" fmla="*/ 215 h 216"/>
                <a:gd name="T22" fmla="*/ 44 w 142"/>
                <a:gd name="T23" fmla="*/ 208 h 216"/>
                <a:gd name="T24" fmla="*/ 31 w 142"/>
                <a:gd name="T25" fmla="*/ 215 h 216"/>
                <a:gd name="T26" fmla="*/ 17 w 142"/>
                <a:gd name="T27" fmla="*/ 208 h 216"/>
                <a:gd name="T28" fmla="*/ 0 w 142"/>
                <a:gd name="T29" fmla="*/ 216 h 216"/>
                <a:gd name="T30" fmla="*/ 98 w 142"/>
                <a:gd name="T31" fmla="*/ 201 h 216"/>
                <a:gd name="T32" fmla="*/ 111 w 142"/>
                <a:gd name="T33" fmla="*/ 207 h 216"/>
                <a:gd name="T34" fmla="*/ 125 w 142"/>
                <a:gd name="T35" fmla="*/ 201 h 216"/>
                <a:gd name="T36" fmla="*/ 135 w 142"/>
                <a:gd name="T37" fmla="*/ 206 h 216"/>
                <a:gd name="T38" fmla="*/ 135 w 142"/>
                <a:gd name="T39" fmla="*/ 6 h 216"/>
                <a:gd name="T40" fmla="*/ 53 w 142"/>
                <a:gd name="T41" fmla="*/ 6 h 216"/>
                <a:gd name="T42" fmla="*/ 7 w 142"/>
                <a:gd name="T43" fmla="*/ 51 h 216"/>
                <a:gd name="T44" fmla="*/ 7 w 142"/>
                <a:gd name="T45" fmla="*/ 206 h 216"/>
                <a:gd name="T46" fmla="*/ 17 w 142"/>
                <a:gd name="T47" fmla="*/ 201 h 216"/>
                <a:gd name="T48" fmla="*/ 31 w 142"/>
                <a:gd name="T49" fmla="*/ 207 h 216"/>
                <a:gd name="T50" fmla="*/ 44 w 142"/>
                <a:gd name="T51" fmla="*/ 201 h 216"/>
                <a:gd name="T52" fmla="*/ 58 w 142"/>
                <a:gd name="T53" fmla="*/ 207 h 216"/>
                <a:gd name="T54" fmla="*/ 71 w 142"/>
                <a:gd name="T55" fmla="*/ 201 h 216"/>
                <a:gd name="T56" fmla="*/ 84 w 142"/>
                <a:gd name="T57" fmla="*/ 207 h 216"/>
                <a:gd name="T58" fmla="*/ 98 w 142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6">
                  <a:moveTo>
                    <a:pt x="0" y="216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2" y="0"/>
                  </a:lnTo>
                  <a:lnTo>
                    <a:pt x="142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8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3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8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8" name="Freeform 305"/>
            <p:cNvSpPr>
              <a:spLocks/>
            </p:cNvSpPr>
            <p:nvPr/>
          </p:nvSpPr>
          <p:spPr bwMode="auto">
            <a:xfrm>
              <a:off x="5274778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3 w 50"/>
                <a:gd name="T7" fmla="*/ 44 h 50"/>
                <a:gd name="T8" fmla="*/ 43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9" name="Freeform 306"/>
            <p:cNvSpPr>
              <a:spLocks/>
            </p:cNvSpPr>
            <p:nvPr/>
          </p:nvSpPr>
          <p:spPr bwMode="auto">
            <a:xfrm>
              <a:off x="5340920" y="2930020"/>
              <a:ext cx="66141" cy="132282"/>
            </a:xfrm>
            <a:custGeom>
              <a:avLst/>
              <a:gdLst>
                <a:gd name="T0" fmla="*/ 7 w 47"/>
                <a:gd name="T1" fmla="*/ 94 h 94"/>
                <a:gd name="T2" fmla="*/ 0 w 47"/>
                <a:gd name="T3" fmla="*/ 94 h 94"/>
                <a:gd name="T4" fmla="*/ 0 w 47"/>
                <a:gd name="T5" fmla="*/ 0 h 94"/>
                <a:gd name="T6" fmla="*/ 47 w 47"/>
                <a:gd name="T7" fmla="*/ 0 h 94"/>
                <a:gd name="T8" fmla="*/ 47 w 47"/>
                <a:gd name="T9" fmla="*/ 7 h 94"/>
                <a:gd name="T10" fmla="*/ 7 w 47"/>
                <a:gd name="T11" fmla="*/ 7 h 94"/>
                <a:gd name="T12" fmla="*/ 7 w 47"/>
                <a:gd name="T1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94">
                  <a:moveTo>
                    <a:pt x="7" y="94"/>
                  </a:moveTo>
                  <a:lnTo>
                    <a:pt x="0" y="94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7"/>
                  </a:lnTo>
                  <a:lnTo>
                    <a:pt x="7" y="7"/>
                  </a:lnTo>
                  <a:lnTo>
                    <a:pt x="7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0" name="Rectangle 307"/>
            <p:cNvSpPr>
              <a:spLocks noChangeArrowheads="1"/>
            </p:cNvSpPr>
            <p:nvPr/>
          </p:nvSpPr>
          <p:spPr bwMode="auto">
            <a:xfrm>
              <a:off x="5345141" y="2991939"/>
              <a:ext cx="5206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1" name="Rectangle 308"/>
            <p:cNvSpPr>
              <a:spLocks noChangeArrowheads="1"/>
            </p:cNvSpPr>
            <p:nvPr/>
          </p:nvSpPr>
          <p:spPr bwMode="auto">
            <a:xfrm>
              <a:off x="5326847" y="3014456"/>
              <a:ext cx="52069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0" name="Группа 489"/>
          <p:cNvGrpSpPr/>
          <p:nvPr/>
        </p:nvGrpSpPr>
        <p:grpSpPr>
          <a:xfrm>
            <a:off x="5661774" y="2835735"/>
            <a:ext cx="199830" cy="303967"/>
            <a:chOff x="5661774" y="2835735"/>
            <a:chExt cx="199830" cy="303967"/>
          </a:xfrm>
          <a:solidFill>
            <a:schemeClr val="tx1"/>
          </a:solidFill>
        </p:grpSpPr>
        <p:sp>
          <p:nvSpPr>
            <p:cNvPr id="302" name="Freeform 309"/>
            <p:cNvSpPr>
              <a:spLocks noEditPoints="1"/>
            </p:cNvSpPr>
            <p:nvPr/>
          </p:nvSpPr>
          <p:spPr bwMode="auto">
            <a:xfrm>
              <a:off x="5661774" y="2835735"/>
              <a:ext cx="199830" cy="303967"/>
            </a:xfrm>
            <a:custGeom>
              <a:avLst/>
              <a:gdLst>
                <a:gd name="T0" fmla="*/ 0 w 142"/>
                <a:gd name="T1" fmla="*/ 216 h 216"/>
                <a:gd name="T2" fmla="*/ 0 w 142"/>
                <a:gd name="T3" fmla="*/ 48 h 216"/>
                <a:gd name="T4" fmla="*/ 50 w 142"/>
                <a:gd name="T5" fmla="*/ 0 h 216"/>
                <a:gd name="T6" fmla="*/ 142 w 142"/>
                <a:gd name="T7" fmla="*/ 0 h 216"/>
                <a:gd name="T8" fmla="*/ 142 w 142"/>
                <a:gd name="T9" fmla="*/ 216 h 216"/>
                <a:gd name="T10" fmla="*/ 125 w 142"/>
                <a:gd name="T11" fmla="*/ 208 h 216"/>
                <a:gd name="T12" fmla="*/ 111 w 142"/>
                <a:gd name="T13" fmla="*/ 215 h 216"/>
                <a:gd name="T14" fmla="*/ 98 w 142"/>
                <a:gd name="T15" fmla="*/ 208 h 216"/>
                <a:gd name="T16" fmla="*/ 85 w 142"/>
                <a:gd name="T17" fmla="*/ 215 h 216"/>
                <a:gd name="T18" fmla="*/ 71 w 142"/>
                <a:gd name="T19" fmla="*/ 208 h 216"/>
                <a:gd name="T20" fmla="*/ 58 w 142"/>
                <a:gd name="T21" fmla="*/ 215 h 216"/>
                <a:gd name="T22" fmla="*/ 44 w 142"/>
                <a:gd name="T23" fmla="*/ 208 h 216"/>
                <a:gd name="T24" fmla="*/ 31 w 142"/>
                <a:gd name="T25" fmla="*/ 215 h 216"/>
                <a:gd name="T26" fmla="*/ 17 w 142"/>
                <a:gd name="T27" fmla="*/ 208 h 216"/>
                <a:gd name="T28" fmla="*/ 0 w 142"/>
                <a:gd name="T29" fmla="*/ 216 h 216"/>
                <a:gd name="T30" fmla="*/ 98 w 142"/>
                <a:gd name="T31" fmla="*/ 201 h 216"/>
                <a:gd name="T32" fmla="*/ 111 w 142"/>
                <a:gd name="T33" fmla="*/ 207 h 216"/>
                <a:gd name="T34" fmla="*/ 125 w 142"/>
                <a:gd name="T35" fmla="*/ 201 h 216"/>
                <a:gd name="T36" fmla="*/ 135 w 142"/>
                <a:gd name="T37" fmla="*/ 206 h 216"/>
                <a:gd name="T38" fmla="*/ 135 w 142"/>
                <a:gd name="T39" fmla="*/ 6 h 216"/>
                <a:gd name="T40" fmla="*/ 53 w 142"/>
                <a:gd name="T41" fmla="*/ 6 h 216"/>
                <a:gd name="T42" fmla="*/ 7 w 142"/>
                <a:gd name="T43" fmla="*/ 51 h 216"/>
                <a:gd name="T44" fmla="*/ 7 w 142"/>
                <a:gd name="T45" fmla="*/ 206 h 216"/>
                <a:gd name="T46" fmla="*/ 17 w 142"/>
                <a:gd name="T47" fmla="*/ 201 h 216"/>
                <a:gd name="T48" fmla="*/ 31 w 142"/>
                <a:gd name="T49" fmla="*/ 207 h 216"/>
                <a:gd name="T50" fmla="*/ 44 w 142"/>
                <a:gd name="T51" fmla="*/ 201 h 216"/>
                <a:gd name="T52" fmla="*/ 58 w 142"/>
                <a:gd name="T53" fmla="*/ 207 h 216"/>
                <a:gd name="T54" fmla="*/ 71 w 142"/>
                <a:gd name="T55" fmla="*/ 201 h 216"/>
                <a:gd name="T56" fmla="*/ 85 w 142"/>
                <a:gd name="T57" fmla="*/ 207 h 216"/>
                <a:gd name="T58" fmla="*/ 98 w 142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6">
                  <a:moveTo>
                    <a:pt x="0" y="216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2" y="0"/>
                  </a:lnTo>
                  <a:lnTo>
                    <a:pt x="142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5" y="215"/>
                  </a:lnTo>
                  <a:lnTo>
                    <a:pt x="71" y="208"/>
                  </a:lnTo>
                  <a:lnTo>
                    <a:pt x="58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3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8" y="207"/>
                  </a:lnTo>
                  <a:lnTo>
                    <a:pt x="71" y="201"/>
                  </a:lnTo>
                  <a:lnTo>
                    <a:pt x="85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310"/>
            <p:cNvSpPr>
              <a:spLocks/>
            </p:cNvSpPr>
            <p:nvPr/>
          </p:nvSpPr>
          <p:spPr bwMode="auto">
            <a:xfrm>
              <a:off x="5667403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4 w 50"/>
                <a:gd name="T7" fmla="*/ 44 h 50"/>
                <a:gd name="T8" fmla="*/ 44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Freeform 311"/>
            <p:cNvSpPr>
              <a:spLocks/>
            </p:cNvSpPr>
            <p:nvPr/>
          </p:nvSpPr>
          <p:spPr bwMode="auto">
            <a:xfrm>
              <a:off x="5723693" y="2939872"/>
              <a:ext cx="90064" cy="118209"/>
            </a:xfrm>
            <a:custGeom>
              <a:avLst/>
              <a:gdLst>
                <a:gd name="T0" fmla="*/ 40 w 76"/>
                <a:gd name="T1" fmla="*/ 100 h 100"/>
                <a:gd name="T2" fmla="*/ 0 w 76"/>
                <a:gd name="T3" fmla="*/ 48 h 100"/>
                <a:gd name="T4" fmla="*/ 40 w 76"/>
                <a:gd name="T5" fmla="*/ 0 h 100"/>
                <a:gd name="T6" fmla="*/ 76 w 76"/>
                <a:gd name="T7" fmla="*/ 15 h 100"/>
                <a:gd name="T8" fmla="*/ 69 w 76"/>
                <a:gd name="T9" fmla="*/ 17 h 100"/>
                <a:gd name="T10" fmla="*/ 40 w 76"/>
                <a:gd name="T11" fmla="*/ 8 h 100"/>
                <a:gd name="T12" fmla="*/ 8 w 76"/>
                <a:gd name="T13" fmla="*/ 48 h 100"/>
                <a:gd name="T14" fmla="*/ 40 w 76"/>
                <a:gd name="T15" fmla="*/ 92 h 100"/>
                <a:gd name="T16" fmla="*/ 68 w 76"/>
                <a:gd name="T17" fmla="*/ 79 h 100"/>
                <a:gd name="T18" fmla="*/ 68 w 76"/>
                <a:gd name="T19" fmla="*/ 64 h 100"/>
                <a:gd name="T20" fmla="*/ 56 w 76"/>
                <a:gd name="T21" fmla="*/ 64 h 100"/>
                <a:gd name="T22" fmla="*/ 56 w 76"/>
                <a:gd name="T23" fmla="*/ 56 h 100"/>
                <a:gd name="T24" fmla="*/ 76 w 76"/>
                <a:gd name="T25" fmla="*/ 56 h 100"/>
                <a:gd name="T26" fmla="*/ 76 w 76"/>
                <a:gd name="T27" fmla="*/ 81 h 100"/>
                <a:gd name="T28" fmla="*/ 40 w 76"/>
                <a:gd name="T29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100">
                  <a:moveTo>
                    <a:pt x="40" y="100"/>
                  </a:moveTo>
                  <a:cubicBezTo>
                    <a:pt x="22" y="100"/>
                    <a:pt x="0" y="91"/>
                    <a:pt x="0" y="48"/>
                  </a:cubicBezTo>
                  <a:cubicBezTo>
                    <a:pt x="0" y="16"/>
                    <a:pt x="13" y="0"/>
                    <a:pt x="40" y="0"/>
                  </a:cubicBezTo>
                  <a:cubicBezTo>
                    <a:pt x="71" y="0"/>
                    <a:pt x="76" y="13"/>
                    <a:pt x="76" y="15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8" y="17"/>
                    <a:pt x="65" y="8"/>
                    <a:pt x="40" y="8"/>
                  </a:cubicBezTo>
                  <a:cubicBezTo>
                    <a:pt x="18" y="8"/>
                    <a:pt x="8" y="20"/>
                    <a:pt x="8" y="48"/>
                  </a:cubicBezTo>
                  <a:cubicBezTo>
                    <a:pt x="8" y="77"/>
                    <a:pt x="19" y="92"/>
                    <a:pt x="40" y="92"/>
                  </a:cubicBezTo>
                  <a:cubicBezTo>
                    <a:pt x="63" y="92"/>
                    <a:pt x="68" y="81"/>
                    <a:pt x="68" y="79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2"/>
                    <a:pt x="71" y="100"/>
                    <a:pt x="40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Rectangle 312"/>
            <p:cNvSpPr>
              <a:spLocks noChangeArrowheads="1"/>
            </p:cNvSpPr>
            <p:nvPr/>
          </p:nvSpPr>
          <p:spPr bwMode="auto">
            <a:xfrm>
              <a:off x="5765910" y="2930020"/>
              <a:ext cx="9851" cy="13650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1" name="Группа 490"/>
          <p:cNvGrpSpPr/>
          <p:nvPr/>
        </p:nvGrpSpPr>
        <p:grpSpPr>
          <a:xfrm>
            <a:off x="6055805" y="2835735"/>
            <a:ext cx="198423" cy="303967"/>
            <a:chOff x="6055805" y="2835735"/>
            <a:chExt cx="198423" cy="303967"/>
          </a:xfrm>
          <a:solidFill>
            <a:schemeClr val="tx1"/>
          </a:solidFill>
        </p:grpSpPr>
        <p:sp>
          <p:nvSpPr>
            <p:cNvPr id="306" name="Freeform 313"/>
            <p:cNvSpPr>
              <a:spLocks noEditPoints="1"/>
            </p:cNvSpPr>
            <p:nvPr/>
          </p:nvSpPr>
          <p:spPr bwMode="auto">
            <a:xfrm>
              <a:off x="6055805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1 w 141"/>
                <a:gd name="T13" fmla="*/ 215 h 216"/>
                <a:gd name="T14" fmla="*/ 97 w 141"/>
                <a:gd name="T15" fmla="*/ 208 h 216"/>
                <a:gd name="T16" fmla="*/ 84 w 141"/>
                <a:gd name="T17" fmla="*/ 215 h 216"/>
                <a:gd name="T18" fmla="*/ 70 w 141"/>
                <a:gd name="T19" fmla="*/ 208 h 216"/>
                <a:gd name="T20" fmla="*/ 57 w 141"/>
                <a:gd name="T21" fmla="*/ 215 h 216"/>
                <a:gd name="T22" fmla="*/ 43 w 141"/>
                <a:gd name="T23" fmla="*/ 208 h 216"/>
                <a:gd name="T24" fmla="*/ 30 w 141"/>
                <a:gd name="T25" fmla="*/ 215 h 216"/>
                <a:gd name="T26" fmla="*/ 16 w 141"/>
                <a:gd name="T27" fmla="*/ 208 h 216"/>
                <a:gd name="T28" fmla="*/ 0 w 141"/>
                <a:gd name="T29" fmla="*/ 216 h 216"/>
                <a:gd name="T30" fmla="*/ 97 w 141"/>
                <a:gd name="T31" fmla="*/ 201 h 216"/>
                <a:gd name="T32" fmla="*/ 111 w 141"/>
                <a:gd name="T33" fmla="*/ 207 h 216"/>
                <a:gd name="T34" fmla="*/ 124 w 141"/>
                <a:gd name="T35" fmla="*/ 201 h 216"/>
                <a:gd name="T36" fmla="*/ 134 w 141"/>
                <a:gd name="T37" fmla="*/ 206 h 216"/>
                <a:gd name="T38" fmla="*/ 134 w 141"/>
                <a:gd name="T39" fmla="*/ 6 h 216"/>
                <a:gd name="T40" fmla="*/ 52 w 141"/>
                <a:gd name="T41" fmla="*/ 6 h 216"/>
                <a:gd name="T42" fmla="*/ 6 w 141"/>
                <a:gd name="T43" fmla="*/ 51 h 216"/>
                <a:gd name="T44" fmla="*/ 6 w 141"/>
                <a:gd name="T45" fmla="*/ 206 h 216"/>
                <a:gd name="T46" fmla="*/ 16 w 141"/>
                <a:gd name="T47" fmla="*/ 201 h 216"/>
                <a:gd name="T48" fmla="*/ 30 w 141"/>
                <a:gd name="T49" fmla="*/ 207 h 216"/>
                <a:gd name="T50" fmla="*/ 43 w 141"/>
                <a:gd name="T51" fmla="*/ 201 h 216"/>
                <a:gd name="T52" fmla="*/ 57 w 141"/>
                <a:gd name="T53" fmla="*/ 207 h 216"/>
                <a:gd name="T54" fmla="*/ 70 w 141"/>
                <a:gd name="T55" fmla="*/ 201 h 216"/>
                <a:gd name="T56" fmla="*/ 84 w 141"/>
                <a:gd name="T57" fmla="*/ 207 h 216"/>
                <a:gd name="T58" fmla="*/ 97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0" y="208"/>
                  </a:lnTo>
                  <a:lnTo>
                    <a:pt x="57" y="215"/>
                  </a:lnTo>
                  <a:lnTo>
                    <a:pt x="43" y="208"/>
                  </a:lnTo>
                  <a:lnTo>
                    <a:pt x="30" y="215"/>
                  </a:lnTo>
                  <a:lnTo>
                    <a:pt x="16" y="208"/>
                  </a:lnTo>
                  <a:lnTo>
                    <a:pt x="0" y="216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2" y="6"/>
                  </a:lnTo>
                  <a:lnTo>
                    <a:pt x="6" y="51"/>
                  </a:lnTo>
                  <a:lnTo>
                    <a:pt x="6" y="206"/>
                  </a:lnTo>
                  <a:lnTo>
                    <a:pt x="16" y="201"/>
                  </a:lnTo>
                  <a:lnTo>
                    <a:pt x="30" y="207"/>
                  </a:lnTo>
                  <a:lnTo>
                    <a:pt x="43" y="201"/>
                  </a:lnTo>
                  <a:lnTo>
                    <a:pt x="57" y="207"/>
                  </a:lnTo>
                  <a:lnTo>
                    <a:pt x="70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Freeform 314"/>
            <p:cNvSpPr>
              <a:spLocks/>
            </p:cNvSpPr>
            <p:nvPr/>
          </p:nvSpPr>
          <p:spPr bwMode="auto">
            <a:xfrm>
              <a:off x="6060026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4 w 50"/>
                <a:gd name="T7" fmla="*/ 44 h 50"/>
                <a:gd name="T8" fmla="*/ 44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Rectangle 315"/>
            <p:cNvSpPr>
              <a:spLocks noChangeArrowheads="1"/>
            </p:cNvSpPr>
            <p:nvPr/>
          </p:nvSpPr>
          <p:spPr bwMode="auto">
            <a:xfrm>
              <a:off x="6126167" y="2930020"/>
              <a:ext cx="9851" cy="13228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9" name="Freeform 316"/>
            <p:cNvSpPr>
              <a:spLocks/>
            </p:cNvSpPr>
            <p:nvPr/>
          </p:nvSpPr>
          <p:spPr bwMode="auto">
            <a:xfrm>
              <a:off x="6123353" y="2925799"/>
              <a:ext cx="81621" cy="140725"/>
            </a:xfrm>
            <a:custGeom>
              <a:avLst/>
              <a:gdLst>
                <a:gd name="T0" fmla="*/ 54 w 58"/>
                <a:gd name="T1" fmla="*/ 100 h 100"/>
                <a:gd name="T2" fmla="*/ 0 w 58"/>
                <a:gd name="T3" fmla="*/ 47 h 100"/>
                <a:gd name="T4" fmla="*/ 47 w 58"/>
                <a:gd name="T5" fmla="*/ 0 h 100"/>
                <a:gd name="T6" fmla="*/ 52 w 58"/>
                <a:gd name="T7" fmla="*/ 5 h 100"/>
                <a:gd name="T8" fmla="*/ 10 w 58"/>
                <a:gd name="T9" fmla="*/ 47 h 100"/>
                <a:gd name="T10" fmla="*/ 58 w 58"/>
                <a:gd name="T11" fmla="*/ 94 h 100"/>
                <a:gd name="T12" fmla="*/ 54 w 58"/>
                <a:gd name="T1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00">
                  <a:moveTo>
                    <a:pt x="54" y="100"/>
                  </a:moveTo>
                  <a:lnTo>
                    <a:pt x="0" y="47"/>
                  </a:lnTo>
                  <a:lnTo>
                    <a:pt x="47" y="0"/>
                  </a:lnTo>
                  <a:lnTo>
                    <a:pt x="52" y="5"/>
                  </a:lnTo>
                  <a:lnTo>
                    <a:pt x="10" y="47"/>
                  </a:lnTo>
                  <a:lnTo>
                    <a:pt x="58" y="94"/>
                  </a:lnTo>
                  <a:lnTo>
                    <a:pt x="54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Rectangle 317"/>
            <p:cNvSpPr>
              <a:spLocks noChangeArrowheads="1"/>
            </p:cNvSpPr>
            <p:nvPr/>
          </p:nvSpPr>
          <p:spPr bwMode="auto">
            <a:xfrm>
              <a:off x="6107873" y="2986310"/>
              <a:ext cx="7036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2" name="Группа 491"/>
          <p:cNvGrpSpPr/>
          <p:nvPr/>
        </p:nvGrpSpPr>
        <p:grpSpPr>
          <a:xfrm>
            <a:off x="6449836" y="2835735"/>
            <a:ext cx="198423" cy="303967"/>
            <a:chOff x="6449836" y="2835735"/>
            <a:chExt cx="198423" cy="303967"/>
          </a:xfrm>
          <a:solidFill>
            <a:schemeClr val="tx1"/>
          </a:solidFill>
        </p:grpSpPr>
        <p:sp>
          <p:nvSpPr>
            <p:cNvPr id="311" name="Freeform 318"/>
            <p:cNvSpPr>
              <a:spLocks noEditPoints="1"/>
            </p:cNvSpPr>
            <p:nvPr/>
          </p:nvSpPr>
          <p:spPr bwMode="auto">
            <a:xfrm>
              <a:off x="6449836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8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0 w 141"/>
                <a:gd name="T13" fmla="*/ 215 h 216"/>
                <a:gd name="T14" fmla="*/ 97 w 141"/>
                <a:gd name="T15" fmla="*/ 208 h 216"/>
                <a:gd name="T16" fmla="*/ 84 w 141"/>
                <a:gd name="T17" fmla="*/ 215 h 216"/>
                <a:gd name="T18" fmla="*/ 70 w 141"/>
                <a:gd name="T19" fmla="*/ 208 h 216"/>
                <a:gd name="T20" fmla="*/ 57 w 141"/>
                <a:gd name="T21" fmla="*/ 215 h 216"/>
                <a:gd name="T22" fmla="*/ 43 w 141"/>
                <a:gd name="T23" fmla="*/ 208 h 216"/>
                <a:gd name="T24" fmla="*/ 30 w 141"/>
                <a:gd name="T25" fmla="*/ 215 h 216"/>
                <a:gd name="T26" fmla="*/ 16 w 141"/>
                <a:gd name="T27" fmla="*/ 208 h 216"/>
                <a:gd name="T28" fmla="*/ 0 w 141"/>
                <a:gd name="T29" fmla="*/ 216 h 216"/>
                <a:gd name="T30" fmla="*/ 97 w 141"/>
                <a:gd name="T31" fmla="*/ 201 h 216"/>
                <a:gd name="T32" fmla="*/ 110 w 141"/>
                <a:gd name="T33" fmla="*/ 207 h 216"/>
                <a:gd name="T34" fmla="*/ 124 w 141"/>
                <a:gd name="T35" fmla="*/ 201 h 216"/>
                <a:gd name="T36" fmla="*/ 134 w 141"/>
                <a:gd name="T37" fmla="*/ 206 h 216"/>
                <a:gd name="T38" fmla="*/ 134 w 141"/>
                <a:gd name="T39" fmla="*/ 6 h 216"/>
                <a:gd name="T40" fmla="*/ 51 w 141"/>
                <a:gd name="T41" fmla="*/ 6 h 216"/>
                <a:gd name="T42" fmla="*/ 6 w 141"/>
                <a:gd name="T43" fmla="*/ 51 h 216"/>
                <a:gd name="T44" fmla="*/ 6 w 141"/>
                <a:gd name="T45" fmla="*/ 206 h 216"/>
                <a:gd name="T46" fmla="*/ 16 w 141"/>
                <a:gd name="T47" fmla="*/ 201 h 216"/>
                <a:gd name="T48" fmla="*/ 30 w 141"/>
                <a:gd name="T49" fmla="*/ 207 h 216"/>
                <a:gd name="T50" fmla="*/ 43 w 141"/>
                <a:gd name="T51" fmla="*/ 201 h 216"/>
                <a:gd name="T52" fmla="*/ 57 w 141"/>
                <a:gd name="T53" fmla="*/ 207 h 216"/>
                <a:gd name="T54" fmla="*/ 70 w 141"/>
                <a:gd name="T55" fmla="*/ 201 h 216"/>
                <a:gd name="T56" fmla="*/ 84 w 141"/>
                <a:gd name="T57" fmla="*/ 207 h 216"/>
                <a:gd name="T58" fmla="*/ 97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8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0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0" y="208"/>
                  </a:lnTo>
                  <a:lnTo>
                    <a:pt x="57" y="215"/>
                  </a:lnTo>
                  <a:lnTo>
                    <a:pt x="43" y="208"/>
                  </a:lnTo>
                  <a:lnTo>
                    <a:pt x="30" y="215"/>
                  </a:lnTo>
                  <a:lnTo>
                    <a:pt x="16" y="208"/>
                  </a:lnTo>
                  <a:lnTo>
                    <a:pt x="0" y="216"/>
                  </a:lnTo>
                  <a:close/>
                  <a:moveTo>
                    <a:pt x="97" y="201"/>
                  </a:moveTo>
                  <a:lnTo>
                    <a:pt x="110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1" y="6"/>
                  </a:lnTo>
                  <a:lnTo>
                    <a:pt x="6" y="51"/>
                  </a:lnTo>
                  <a:lnTo>
                    <a:pt x="6" y="206"/>
                  </a:lnTo>
                  <a:lnTo>
                    <a:pt x="16" y="201"/>
                  </a:lnTo>
                  <a:lnTo>
                    <a:pt x="30" y="207"/>
                  </a:lnTo>
                  <a:lnTo>
                    <a:pt x="43" y="201"/>
                  </a:lnTo>
                  <a:lnTo>
                    <a:pt x="57" y="207"/>
                  </a:lnTo>
                  <a:lnTo>
                    <a:pt x="70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2" name="Freeform 319"/>
            <p:cNvSpPr>
              <a:spLocks/>
            </p:cNvSpPr>
            <p:nvPr/>
          </p:nvSpPr>
          <p:spPr bwMode="auto">
            <a:xfrm>
              <a:off x="6454057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4 w 50"/>
                <a:gd name="T7" fmla="*/ 44 h 50"/>
                <a:gd name="T8" fmla="*/ 44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3" name="Freeform 320"/>
            <p:cNvSpPr>
              <a:spLocks/>
            </p:cNvSpPr>
            <p:nvPr/>
          </p:nvSpPr>
          <p:spPr bwMode="auto">
            <a:xfrm>
              <a:off x="6520198" y="2930020"/>
              <a:ext cx="64734" cy="132282"/>
            </a:xfrm>
            <a:custGeom>
              <a:avLst/>
              <a:gdLst>
                <a:gd name="T0" fmla="*/ 48 w 55"/>
                <a:gd name="T1" fmla="*/ 112 h 112"/>
                <a:gd name="T2" fmla="*/ 0 w 55"/>
                <a:gd name="T3" fmla="*/ 112 h 112"/>
                <a:gd name="T4" fmla="*/ 0 w 55"/>
                <a:gd name="T5" fmla="*/ 24 h 112"/>
                <a:gd name="T6" fmla="*/ 32 w 55"/>
                <a:gd name="T7" fmla="*/ 0 h 112"/>
                <a:gd name="T8" fmla="*/ 55 w 55"/>
                <a:gd name="T9" fmla="*/ 10 h 112"/>
                <a:gd name="T10" fmla="*/ 48 w 55"/>
                <a:gd name="T11" fmla="*/ 14 h 112"/>
                <a:gd name="T12" fmla="*/ 32 w 55"/>
                <a:gd name="T13" fmla="*/ 8 h 112"/>
                <a:gd name="T14" fmla="*/ 8 w 55"/>
                <a:gd name="T15" fmla="*/ 24 h 112"/>
                <a:gd name="T16" fmla="*/ 8 w 55"/>
                <a:gd name="T17" fmla="*/ 104 h 112"/>
                <a:gd name="T18" fmla="*/ 48 w 55"/>
                <a:gd name="T19" fmla="*/ 104 h 112"/>
                <a:gd name="T20" fmla="*/ 48 w 55"/>
                <a:gd name="T21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112">
                  <a:moveTo>
                    <a:pt x="48" y="112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10" y="0"/>
                    <a:pt x="32" y="0"/>
                  </a:cubicBezTo>
                  <a:cubicBezTo>
                    <a:pt x="49" y="0"/>
                    <a:pt x="55" y="9"/>
                    <a:pt x="55" y="10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4"/>
                    <a:pt x="44" y="8"/>
                    <a:pt x="32" y="8"/>
                  </a:cubicBezTo>
                  <a:cubicBezTo>
                    <a:pt x="10" y="8"/>
                    <a:pt x="8" y="16"/>
                    <a:pt x="8" y="24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48" y="104"/>
                    <a:pt x="48" y="104"/>
                    <a:pt x="48" y="104"/>
                  </a:cubicBezTo>
                  <a:lnTo>
                    <a:pt x="48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Rectangle 321"/>
            <p:cNvSpPr>
              <a:spLocks noChangeArrowheads="1"/>
            </p:cNvSpPr>
            <p:nvPr/>
          </p:nvSpPr>
          <p:spPr bwMode="auto">
            <a:xfrm>
              <a:off x="6501904" y="2991939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5" name="Rectangle 322"/>
            <p:cNvSpPr>
              <a:spLocks noChangeArrowheads="1"/>
            </p:cNvSpPr>
            <p:nvPr/>
          </p:nvSpPr>
          <p:spPr bwMode="auto">
            <a:xfrm>
              <a:off x="6501904" y="3010234"/>
              <a:ext cx="56290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6" name="Rectangle 323"/>
            <p:cNvSpPr>
              <a:spLocks noChangeArrowheads="1"/>
            </p:cNvSpPr>
            <p:nvPr/>
          </p:nvSpPr>
          <p:spPr bwMode="auto">
            <a:xfrm>
              <a:off x="6501904" y="3052452"/>
              <a:ext cx="22516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3" name="Группа 492"/>
          <p:cNvGrpSpPr/>
          <p:nvPr/>
        </p:nvGrpSpPr>
        <p:grpSpPr>
          <a:xfrm>
            <a:off x="6842459" y="2835735"/>
            <a:ext cx="198423" cy="303967"/>
            <a:chOff x="6842459" y="2835735"/>
            <a:chExt cx="198423" cy="303967"/>
          </a:xfrm>
          <a:solidFill>
            <a:schemeClr val="tx1"/>
          </a:solidFill>
        </p:grpSpPr>
        <p:sp>
          <p:nvSpPr>
            <p:cNvPr id="317" name="Freeform 324"/>
            <p:cNvSpPr>
              <a:spLocks noEditPoints="1"/>
            </p:cNvSpPr>
            <p:nvPr/>
          </p:nvSpPr>
          <p:spPr bwMode="auto">
            <a:xfrm>
              <a:off x="6842459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8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1 w 141"/>
                <a:gd name="T13" fmla="*/ 215 h 216"/>
                <a:gd name="T14" fmla="*/ 97 w 141"/>
                <a:gd name="T15" fmla="*/ 208 h 216"/>
                <a:gd name="T16" fmla="*/ 84 w 141"/>
                <a:gd name="T17" fmla="*/ 215 h 216"/>
                <a:gd name="T18" fmla="*/ 70 w 141"/>
                <a:gd name="T19" fmla="*/ 208 h 216"/>
                <a:gd name="T20" fmla="*/ 57 w 141"/>
                <a:gd name="T21" fmla="*/ 215 h 216"/>
                <a:gd name="T22" fmla="*/ 43 w 141"/>
                <a:gd name="T23" fmla="*/ 208 h 216"/>
                <a:gd name="T24" fmla="*/ 30 w 141"/>
                <a:gd name="T25" fmla="*/ 215 h 216"/>
                <a:gd name="T26" fmla="*/ 16 w 141"/>
                <a:gd name="T27" fmla="*/ 208 h 216"/>
                <a:gd name="T28" fmla="*/ 0 w 141"/>
                <a:gd name="T29" fmla="*/ 216 h 216"/>
                <a:gd name="T30" fmla="*/ 97 w 141"/>
                <a:gd name="T31" fmla="*/ 201 h 216"/>
                <a:gd name="T32" fmla="*/ 111 w 141"/>
                <a:gd name="T33" fmla="*/ 207 h 216"/>
                <a:gd name="T34" fmla="*/ 124 w 141"/>
                <a:gd name="T35" fmla="*/ 201 h 216"/>
                <a:gd name="T36" fmla="*/ 134 w 141"/>
                <a:gd name="T37" fmla="*/ 206 h 216"/>
                <a:gd name="T38" fmla="*/ 134 w 141"/>
                <a:gd name="T39" fmla="*/ 6 h 216"/>
                <a:gd name="T40" fmla="*/ 51 w 141"/>
                <a:gd name="T41" fmla="*/ 6 h 216"/>
                <a:gd name="T42" fmla="*/ 6 w 141"/>
                <a:gd name="T43" fmla="*/ 51 h 216"/>
                <a:gd name="T44" fmla="*/ 6 w 141"/>
                <a:gd name="T45" fmla="*/ 206 h 216"/>
                <a:gd name="T46" fmla="*/ 16 w 141"/>
                <a:gd name="T47" fmla="*/ 201 h 216"/>
                <a:gd name="T48" fmla="*/ 30 w 141"/>
                <a:gd name="T49" fmla="*/ 207 h 216"/>
                <a:gd name="T50" fmla="*/ 43 w 141"/>
                <a:gd name="T51" fmla="*/ 201 h 216"/>
                <a:gd name="T52" fmla="*/ 57 w 141"/>
                <a:gd name="T53" fmla="*/ 207 h 216"/>
                <a:gd name="T54" fmla="*/ 70 w 141"/>
                <a:gd name="T55" fmla="*/ 201 h 216"/>
                <a:gd name="T56" fmla="*/ 84 w 141"/>
                <a:gd name="T57" fmla="*/ 207 h 216"/>
                <a:gd name="T58" fmla="*/ 97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8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0" y="208"/>
                  </a:lnTo>
                  <a:lnTo>
                    <a:pt x="57" y="215"/>
                  </a:lnTo>
                  <a:lnTo>
                    <a:pt x="43" y="208"/>
                  </a:lnTo>
                  <a:lnTo>
                    <a:pt x="30" y="215"/>
                  </a:lnTo>
                  <a:lnTo>
                    <a:pt x="16" y="208"/>
                  </a:lnTo>
                  <a:lnTo>
                    <a:pt x="0" y="216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1" y="6"/>
                  </a:lnTo>
                  <a:lnTo>
                    <a:pt x="6" y="51"/>
                  </a:lnTo>
                  <a:lnTo>
                    <a:pt x="6" y="206"/>
                  </a:lnTo>
                  <a:lnTo>
                    <a:pt x="16" y="201"/>
                  </a:lnTo>
                  <a:lnTo>
                    <a:pt x="30" y="207"/>
                  </a:lnTo>
                  <a:lnTo>
                    <a:pt x="43" y="201"/>
                  </a:lnTo>
                  <a:lnTo>
                    <a:pt x="57" y="207"/>
                  </a:lnTo>
                  <a:lnTo>
                    <a:pt x="70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8" name="Freeform 325"/>
            <p:cNvSpPr>
              <a:spLocks/>
            </p:cNvSpPr>
            <p:nvPr/>
          </p:nvSpPr>
          <p:spPr bwMode="auto">
            <a:xfrm>
              <a:off x="6846681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4 w 50"/>
                <a:gd name="T7" fmla="*/ 44 h 50"/>
                <a:gd name="T8" fmla="*/ 44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9" name="Freeform 326"/>
            <p:cNvSpPr>
              <a:spLocks/>
            </p:cNvSpPr>
            <p:nvPr/>
          </p:nvSpPr>
          <p:spPr bwMode="auto">
            <a:xfrm>
              <a:off x="6902971" y="2930020"/>
              <a:ext cx="80214" cy="132282"/>
            </a:xfrm>
            <a:custGeom>
              <a:avLst/>
              <a:gdLst>
                <a:gd name="T0" fmla="*/ 57 w 57"/>
                <a:gd name="T1" fmla="*/ 94 h 94"/>
                <a:gd name="T2" fmla="*/ 48 w 57"/>
                <a:gd name="T3" fmla="*/ 94 h 94"/>
                <a:gd name="T4" fmla="*/ 7 w 57"/>
                <a:gd name="T5" fmla="*/ 11 h 94"/>
                <a:gd name="T6" fmla="*/ 7 w 57"/>
                <a:gd name="T7" fmla="*/ 94 h 94"/>
                <a:gd name="T8" fmla="*/ 0 w 57"/>
                <a:gd name="T9" fmla="*/ 94 h 94"/>
                <a:gd name="T10" fmla="*/ 0 w 57"/>
                <a:gd name="T11" fmla="*/ 0 h 94"/>
                <a:gd name="T12" fmla="*/ 9 w 57"/>
                <a:gd name="T13" fmla="*/ 0 h 94"/>
                <a:gd name="T14" fmla="*/ 51 w 57"/>
                <a:gd name="T15" fmla="*/ 82 h 94"/>
                <a:gd name="T16" fmla="*/ 51 w 57"/>
                <a:gd name="T17" fmla="*/ 0 h 94"/>
                <a:gd name="T18" fmla="*/ 57 w 57"/>
                <a:gd name="T19" fmla="*/ 0 h 94"/>
                <a:gd name="T20" fmla="*/ 57 w 57"/>
                <a:gd name="T21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94">
                  <a:moveTo>
                    <a:pt x="57" y="94"/>
                  </a:moveTo>
                  <a:lnTo>
                    <a:pt x="48" y="94"/>
                  </a:lnTo>
                  <a:lnTo>
                    <a:pt x="7" y="11"/>
                  </a:lnTo>
                  <a:lnTo>
                    <a:pt x="7" y="94"/>
                  </a:lnTo>
                  <a:lnTo>
                    <a:pt x="0" y="94"/>
                  </a:lnTo>
                  <a:lnTo>
                    <a:pt x="0" y="0"/>
                  </a:lnTo>
                  <a:lnTo>
                    <a:pt x="9" y="0"/>
                  </a:lnTo>
                  <a:lnTo>
                    <a:pt x="51" y="82"/>
                  </a:lnTo>
                  <a:lnTo>
                    <a:pt x="51" y="0"/>
                  </a:lnTo>
                  <a:lnTo>
                    <a:pt x="57" y="0"/>
                  </a:lnTo>
                  <a:lnTo>
                    <a:pt x="57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0" name="Rectangle 327"/>
            <p:cNvSpPr>
              <a:spLocks noChangeArrowheads="1"/>
            </p:cNvSpPr>
            <p:nvPr/>
          </p:nvSpPr>
          <p:spPr bwMode="auto">
            <a:xfrm>
              <a:off x="6884677" y="2976460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1" name="Rectangle 328"/>
            <p:cNvSpPr>
              <a:spLocks noChangeArrowheads="1"/>
            </p:cNvSpPr>
            <p:nvPr/>
          </p:nvSpPr>
          <p:spPr bwMode="auto">
            <a:xfrm>
              <a:off x="6884677" y="3006012"/>
              <a:ext cx="11398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4" name="Группа 493"/>
          <p:cNvGrpSpPr/>
          <p:nvPr/>
        </p:nvGrpSpPr>
        <p:grpSpPr>
          <a:xfrm>
            <a:off x="2126753" y="3228358"/>
            <a:ext cx="198423" cy="305374"/>
            <a:chOff x="2126753" y="3228358"/>
            <a:chExt cx="198423" cy="305374"/>
          </a:xfrm>
          <a:solidFill>
            <a:schemeClr val="tx1"/>
          </a:solidFill>
        </p:grpSpPr>
        <p:sp>
          <p:nvSpPr>
            <p:cNvPr id="322" name="Freeform 329"/>
            <p:cNvSpPr>
              <a:spLocks noEditPoints="1"/>
            </p:cNvSpPr>
            <p:nvPr/>
          </p:nvSpPr>
          <p:spPr bwMode="auto">
            <a:xfrm>
              <a:off x="2126753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7 w 141"/>
                <a:gd name="T15" fmla="*/ 208 h 217"/>
                <a:gd name="T16" fmla="*/ 84 w 141"/>
                <a:gd name="T17" fmla="*/ 215 h 217"/>
                <a:gd name="T18" fmla="*/ 70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7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4 w 141"/>
                <a:gd name="T37" fmla="*/ 206 h 217"/>
                <a:gd name="T38" fmla="*/ 134 w 141"/>
                <a:gd name="T39" fmla="*/ 6 h 217"/>
                <a:gd name="T40" fmla="*/ 52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0 w 141"/>
                <a:gd name="T55" fmla="*/ 201 h 217"/>
                <a:gd name="T56" fmla="*/ 84 w 141"/>
                <a:gd name="T57" fmla="*/ 207 h 217"/>
                <a:gd name="T58" fmla="*/ 97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0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0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Freeform 330"/>
            <p:cNvSpPr>
              <a:spLocks/>
            </p:cNvSpPr>
            <p:nvPr/>
          </p:nvSpPr>
          <p:spPr bwMode="auto">
            <a:xfrm>
              <a:off x="2130974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4" name="Rectangle 331"/>
            <p:cNvSpPr>
              <a:spLocks noChangeArrowheads="1"/>
            </p:cNvSpPr>
            <p:nvPr/>
          </p:nvSpPr>
          <p:spPr bwMode="auto">
            <a:xfrm>
              <a:off x="2183043" y="3322645"/>
              <a:ext cx="9851" cy="13228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5" name="Freeform 332"/>
            <p:cNvSpPr>
              <a:spLocks/>
            </p:cNvSpPr>
            <p:nvPr/>
          </p:nvSpPr>
          <p:spPr bwMode="auto">
            <a:xfrm>
              <a:off x="2188672" y="3321237"/>
              <a:ext cx="80214" cy="87250"/>
            </a:xfrm>
            <a:custGeom>
              <a:avLst/>
              <a:gdLst>
                <a:gd name="T0" fmla="*/ 26 w 68"/>
                <a:gd name="T1" fmla="*/ 73 h 73"/>
                <a:gd name="T2" fmla="*/ 24 w 68"/>
                <a:gd name="T3" fmla="*/ 73 h 73"/>
                <a:gd name="T4" fmla="*/ 0 w 68"/>
                <a:gd name="T5" fmla="*/ 73 h 73"/>
                <a:gd name="T6" fmla="*/ 0 w 68"/>
                <a:gd name="T7" fmla="*/ 65 h 73"/>
                <a:gd name="T8" fmla="*/ 24 w 68"/>
                <a:gd name="T9" fmla="*/ 65 h 73"/>
                <a:gd name="T10" fmla="*/ 53 w 68"/>
                <a:gd name="T11" fmla="*/ 56 h 73"/>
                <a:gd name="T12" fmla="*/ 60 w 68"/>
                <a:gd name="T13" fmla="*/ 37 h 73"/>
                <a:gd name="T14" fmla="*/ 53 w 68"/>
                <a:gd name="T15" fmla="*/ 18 h 73"/>
                <a:gd name="T16" fmla="*/ 24 w 68"/>
                <a:gd name="T17" fmla="*/ 9 h 73"/>
                <a:gd name="T18" fmla="*/ 0 w 68"/>
                <a:gd name="T19" fmla="*/ 9 h 73"/>
                <a:gd name="T20" fmla="*/ 0 w 68"/>
                <a:gd name="T21" fmla="*/ 1 h 73"/>
                <a:gd name="T22" fmla="*/ 24 w 68"/>
                <a:gd name="T23" fmla="*/ 1 h 73"/>
                <a:gd name="T24" fmla="*/ 58 w 68"/>
                <a:gd name="T25" fmla="*/ 12 h 73"/>
                <a:gd name="T26" fmla="*/ 68 w 68"/>
                <a:gd name="T27" fmla="*/ 37 h 73"/>
                <a:gd name="T28" fmla="*/ 58 w 68"/>
                <a:gd name="T29" fmla="*/ 62 h 73"/>
                <a:gd name="T30" fmla="*/ 26 w 68"/>
                <a:gd name="T3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73">
                  <a:moveTo>
                    <a:pt x="26" y="73"/>
                  </a:moveTo>
                  <a:cubicBezTo>
                    <a:pt x="25" y="73"/>
                    <a:pt x="24" y="73"/>
                    <a:pt x="24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5" y="65"/>
                    <a:pt x="42" y="66"/>
                    <a:pt x="53" y="56"/>
                  </a:cubicBezTo>
                  <a:cubicBezTo>
                    <a:pt x="58" y="52"/>
                    <a:pt x="60" y="45"/>
                    <a:pt x="60" y="37"/>
                  </a:cubicBezTo>
                  <a:cubicBezTo>
                    <a:pt x="60" y="29"/>
                    <a:pt x="58" y="22"/>
                    <a:pt x="53" y="18"/>
                  </a:cubicBezTo>
                  <a:cubicBezTo>
                    <a:pt x="42" y="8"/>
                    <a:pt x="25" y="9"/>
                    <a:pt x="24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5" y="1"/>
                    <a:pt x="45" y="0"/>
                    <a:pt x="58" y="12"/>
                  </a:cubicBezTo>
                  <a:cubicBezTo>
                    <a:pt x="65" y="18"/>
                    <a:pt x="68" y="26"/>
                    <a:pt x="68" y="37"/>
                  </a:cubicBezTo>
                  <a:cubicBezTo>
                    <a:pt x="68" y="48"/>
                    <a:pt x="65" y="56"/>
                    <a:pt x="58" y="62"/>
                  </a:cubicBezTo>
                  <a:cubicBezTo>
                    <a:pt x="48" y="72"/>
                    <a:pt x="32" y="73"/>
                    <a:pt x="26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Rectangle 333"/>
            <p:cNvSpPr>
              <a:spLocks noChangeArrowheads="1"/>
            </p:cNvSpPr>
            <p:nvPr/>
          </p:nvSpPr>
          <p:spPr bwMode="auto">
            <a:xfrm>
              <a:off x="2168970" y="3350790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7" name="Rectangle 334"/>
            <p:cNvSpPr>
              <a:spLocks noChangeArrowheads="1"/>
            </p:cNvSpPr>
            <p:nvPr/>
          </p:nvSpPr>
          <p:spPr bwMode="auto">
            <a:xfrm>
              <a:off x="2168970" y="3370491"/>
              <a:ext cx="11398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5" name="Группа 494"/>
          <p:cNvGrpSpPr/>
          <p:nvPr/>
        </p:nvGrpSpPr>
        <p:grpSpPr>
          <a:xfrm>
            <a:off x="2519376" y="3228358"/>
            <a:ext cx="198423" cy="305374"/>
            <a:chOff x="2519376" y="3228358"/>
            <a:chExt cx="198423" cy="305374"/>
          </a:xfrm>
          <a:solidFill>
            <a:schemeClr val="tx1"/>
          </a:solidFill>
        </p:grpSpPr>
        <p:sp>
          <p:nvSpPr>
            <p:cNvPr id="328" name="Freeform 335"/>
            <p:cNvSpPr>
              <a:spLocks noEditPoints="1"/>
            </p:cNvSpPr>
            <p:nvPr/>
          </p:nvSpPr>
          <p:spPr bwMode="auto">
            <a:xfrm>
              <a:off x="2519376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50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7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7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4 w 141"/>
                <a:gd name="T37" fmla="*/ 206 h 217"/>
                <a:gd name="T38" fmla="*/ 134 w 141"/>
                <a:gd name="T39" fmla="*/ 6 h 217"/>
                <a:gd name="T40" fmla="*/ 52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7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9" name="Freeform 336"/>
            <p:cNvSpPr>
              <a:spLocks/>
            </p:cNvSpPr>
            <p:nvPr/>
          </p:nvSpPr>
          <p:spPr bwMode="auto">
            <a:xfrm>
              <a:off x="2523598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0" name="Freeform 337"/>
            <p:cNvSpPr>
              <a:spLocks/>
            </p:cNvSpPr>
            <p:nvPr/>
          </p:nvSpPr>
          <p:spPr bwMode="auto">
            <a:xfrm>
              <a:off x="2589739" y="3322645"/>
              <a:ext cx="66141" cy="132282"/>
            </a:xfrm>
            <a:custGeom>
              <a:avLst/>
              <a:gdLst>
                <a:gd name="T0" fmla="*/ 48 w 56"/>
                <a:gd name="T1" fmla="*/ 112 h 112"/>
                <a:gd name="T2" fmla="*/ 0 w 56"/>
                <a:gd name="T3" fmla="*/ 112 h 112"/>
                <a:gd name="T4" fmla="*/ 0 w 56"/>
                <a:gd name="T5" fmla="*/ 24 h 112"/>
                <a:gd name="T6" fmla="*/ 33 w 56"/>
                <a:gd name="T7" fmla="*/ 0 h 112"/>
                <a:gd name="T8" fmla="*/ 56 w 56"/>
                <a:gd name="T9" fmla="*/ 10 h 112"/>
                <a:gd name="T10" fmla="*/ 49 w 56"/>
                <a:gd name="T11" fmla="*/ 14 h 112"/>
                <a:gd name="T12" fmla="*/ 33 w 56"/>
                <a:gd name="T13" fmla="*/ 8 h 112"/>
                <a:gd name="T14" fmla="*/ 8 w 56"/>
                <a:gd name="T15" fmla="*/ 24 h 112"/>
                <a:gd name="T16" fmla="*/ 8 w 56"/>
                <a:gd name="T17" fmla="*/ 104 h 112"/>
                <a:gd name="T18" fmla="*/ 48 w 56"/>
                <a:gd name="T19" fmla="*/ 104 h 112"/>
                <a:gd name="T20" fmla="*/ 48 w 56"/>
                <a:gd name="T21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112">
                  <a:moveTo>
                    <a:pt x="48" y="112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11" y="0"/>
                    <a:pt x="33" y="0"/>
                  </a:cubicBezTo>
                  <a:cubicBezTo>
                    <a:pt x="50" y="0"/>
                    <a:pt x="55" y="9"/>
                    <a:pt x="56" y="10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9" y="14"/>
                    <a:pt x="45" y="8"/>
                    <a:pt x="33" y="8"/>
                  </a:cubicBezTo>
                  <a:cubicBezTo>
                    <a:pt x="11" y="8"/>
                    <a:pt x="8" y="16"/>
                    <a:pt x="8" y="24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48" y="104"/>
                    <a:pt x="48" y="104"/>
                    <a:pt x="48" y="104"/>
                  </a:cubicBezTo>
                  <a:lnTo>
                    <a:pt x="48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Rectangle 338"/>
            <p:cNvSpPr>
              <a:spLocks noChangeArrowheads="1"/>
            </p:cNvSpPr>
            <p:nvPr/>
          </p:nvSpPr>
          <p:spPr bwMode="auto">
            <a:xfrm>
              <a:off x="2571445" y="3384564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Rectangle 339"/>
            <p:cNvSpPr>
              <a:spLocks noChangeArrowheads="1"/>
            </p:cNvSpPr>
            <p:nvPr/>
          </p:nvSpPr>
          <p:spPr bwMode="auto">
            <a:xfrm>
              <a:off x="2571445" y="3445075"/>
              <a:ext cx="23924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6" name="Группа 495"/>
          <p:cNvGrpSpPr/>
          <p:nvPr/>
        </p:nvGrpSpPr>
        <p:grpSpPr>
          <a:xfrm>
            <a:off x="2912000" y="3228358"/>
            <a:ext cx="198423" cy="305374"/>
            <a:chOff x="2912000" y="3228358"/>
            <a:chExt cx="198423" cy="305374"/>
          </a:xfrm>
          <a:solidFill>
            <a:schemeClr val="tx1"/>
          </a:solidFill>
        </p:grpSpPr>
        <p:sp>
          <p:nvSpPr>
            <p:cNvPr id="333" name="Freeform 340"/>
            <p:cNvSpPr>
              <a:spLocks noEditPoints="1"/>
            </p:cNvSpPr>
            <p:nvPr/>
          </p:nvSpPr>
          <p:spPr bwMode="auto">
            <a:xfrm>
              <a:off x="2912000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50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8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8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5 w 141"/>
                <a:gd name="T37" fmla="*/ 206 h 217"/>
                <a:gd name="T38" fmla="*/ 135 w 141"/>
                <a:gd name="T39" fmla="*/ 6 h 217"/>
                <a:gd name="T40" fmla="*/ 52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8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Freeform 341"/>
            <p:cNvSpPr>
              <a:spLocks/>
            </p:cNvSpPr>
            <p:nvPr/>
          </p:nvSpPr>
          <p:spPr bwMode="auto">
            <a:xfrm>
              <a:off x="2916221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Rectangle 342"/>
            <p:cNvSpPr>
              <a:spLocks noChangeArrowheads="1"/>
            </p:cNvSpPr>
            <p:nvPr/>
          </p:nvSpPr>
          <p:spPr bwMode="auto">
            <a:xfrm>
              <a:off x="2978141" y="3322645"/>
              <a:ext cx="9851" cy="13228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Freeform 343"/>
            <p:cNvSpPr>
              <a:spLocks/>
            </p:cNvSpPr>
            <p:nvPr/>
          </p:nvSpPr>
          <p:spPr bwMode="auto">
            <a:xfrm>
              <a:off x="2964068" y="3321237"/>
              <a:ext cx="99915" cy="87250"/>
            </a:xfrm>
            <a:custGeom>
              <a:avLst/>
              <a:gdLst>
                <a:gd name="T0" fmla="*/ 43 w 85"/>
                <a:gd name="T1" fmla="*/ 73 h 73"/>
                <a:gd name="T2" fmla="*/ 40 w 85"/>
                <a:gd name="T3" fmla="*/ 73 h 73"/>
                <a:gd name="T4" fmla="*/ 0 w 85"/>
                <a:gd name="T5" fmla="*/ 73 h 73"/>
                <a:gd name="T6" fmla="*/ 0 w 85"/>
                <a:gd name="T7" fmla="*/ 65 h 73"/>
                <a:gd name="T8" fmla="*/ 40 w 85"/>
                <a:gd name="T9" fmla="*/ 65 h 73"/>
                <a:gd name="T10" fmla="*/ 69 w 85"/>
                <a:gd name="T11" fmla="*/ 56 h 73"/>
                <a:gd name="T12" fmla="*/ 77 w 85"/>
                <a:gd name="T13" fmla="*/ 37 h 73"/>
                <a:gd name="T14" fmla="*/ 69 w 85"/>
                <a:gd name="T15" fmla="*/ 18 h 73"/>
                <a:gd name="T16" fmla="*/ 41 w 85"/>
                <a:gd name="T17" fmla="*/ 9 h 73"/>
                <a:gd name="T18" fmla="*/ 16 w 85"/>
                <a:gd name="T19" fmla="*/ 9 h 73"/>
                <a:gd name="T20" fmla="*/ 16 w 85"/>
                <a:gd name="T21" fmla="*/ 1 h 73"/>
                <a:gd name="T22" fmla="*/ 40 w 85"/>
                <a:gd name="T23" fmla="*/ 1 h 73"/>
                <a:gd name="T24" fmla="*/ 75 w 85"/>
                <a:gd name="T25" fmla="*/ 12 h 73"/>
                <a:gd name="T26" fmla="*/ 85 w 85"/>
                <a:gd name="T27" fmla="*/ 37 h 73"/>
                <a:gd name="T28" fmla="*/ 75 w 85"/>
                <a:gd name="T29" fmla="*/ 62 h 73"/>
                <a:gd name="T30" fmla="*/ 43 w 85"/>
                <a:gd name="T3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5" h="73">
                  <a:moveTo>
                    <a:pt x="43" y="73"/>
                  </a:moveTo>
                  <a:cubicBezTo>
                    <a:pt x="41" y="73"/>
                    <a:pt x="40" y="73"/>
                    <a:pt x="4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1" y="65"/>
                    <a:pt x="59" y="66"/>
                    <a:pt x="69" y="56"/>
                  </a:cubicBezTo>
                  <a:cubicBezTo>
                    <a:pt x="74" y="52"/>
                    <a:pt x="77" y="45"/>
                    <a:pt x="77" y="37"/>
                  </a:cubicBezTo>
                  <a:cubicBezTo>
                    <a:pt x="77" y="29"/>
                    <a:pt x="74" y="22"/>
                    <a:pt x="69" y="18"/>
                  </a:cubicBezTo>
                  <a:cubicBezTo>
                    <a:pt x="59" y="8"/>
                    <a:pt x="41" y="9"/>
                    <a:pt x="41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1"/>
                    <a:pt x="62" y="0"/>
                    <a:pt x="75" y="12"/>
                  </a:cubicBezTo>
                  <a:cubicBezTo>
                    <a:pt x="81" y="18"/>
                    <a:pt x="85" y="26"/>
                    <a:pt x="85" y="37"/>
                  </a:cubicBezTo>
                  <a:cubicBezTo>
                    <a:pt x="85" y="48"/>
                    <a:pt x="81" y="56"/>
                    <a:pt x="75" y="62"/>
                  </a:cubicBezTo>
                  <a:cubicBezTo>
                    <a:pt x="64" y="72"/>
                    <a:pt x="49" y="73"/>
                    <a:pt x="43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Rectangle 344"/>
            <p:cNvSpPr>
              <a:spLocks noChangeArrowheads="1"/>
            </p:cNvSpPr>
            <p:nvPr/>
          </p:nvSpPr>
          <p:spPr bwMode="auto">
            <a:xfrm>
              <a:off x="2964068" y="3422559"/>
              <a:ext cx="5206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7" name="Группа 496"/>
          <p:cNvGrpSpPr/>
          <p:nvPr/>
        </p:nvGrpSpPr>
        <p:grpSpPr>
          <a:xfrm>
            <a:off x="3306031" y="3228358"/>
            <a:ext cx="198423" cy="305374"/>
            <a:chOff x="3306031" y="3228358"/>
            <a:chExt cx="198423" cy="305374"/>
          </a:xfrm>
          <a:solidFill>
            <a:schemeClr val="tx1"/>
          </a:solidFill>
        </p:grpSpPr>
        <p:sp>
          <p:nvSpPr>
            <p:cNvPr id="338" name="Freeform 345"/>
            <p:cNvSpPr>
              <a:spLocks noEditPoints="1"/>
            </p:cNvSpPr>
            <p:nvPr/>
          </p:nvSpPr>
          <p:spPr bwMode="auto">
            <a:xfrm>
              <a:off x="3306031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7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7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4 w 141"/>
                <a:gd name="T37" fmla="*/ 206 h 217"/>
                <a:gd name="T38" fmla="*/ 134 w 141"/>
                <a:gd name="T39" fmla="*/ 6 h 217"/>
                <a:gd name="T40" fmla="*/ 51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7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1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Freeform 346"/>
            <p:cNvSpPr>
              <a:spLocks/>
            </p:cNvSpPr>
            <p:nvPr/>
          </p:nvSpPr>
          <p:spPr bwMode="auto">
            <a:xfrm>
              <a:off x="3310252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Freeform 347"/>
            <p:cNvSpPr>
              <a:spLocks/>
            </p:cNvSpPr>
            <p:nvPr/>
          </p:nvSpPr>
          <p:spPr bwMode="auto">
            <a:xfrm>
              <a:off x="3353878" y="3322645"/>
              <a:ext cx="84435" cy="144948"/>
            </a:xfrm>
            <a:custGeom>
              <a:avLst/>
              <a:gdLst>
                <a:gd name="T0" fmla="*/ 53 w 72"/>
                <a:gd name="T1" fmla="*/ 123 h 123"/>
                <a:gd name="T2" fmla="*/ 0 w 72"/>
                <a:gd name="T3" fmla="*/ 74 h 123"/>
                <a:gd name="T4" fmla="*/ 0 w 72"/>
                <a:gd name="T5" fmla="*/ 64 h 123"/>
                <a:gd name="T6" fmla="*/ 28 w 72"/>
                <a:gd name="T7" fmla="*/ 64 h 123"/>
                <a:gd name="T8" fmla="*/ 56 w 72"/>
                <a:gd name="T9" fmla="*/ 56 h 123"/>
                <a:gd name="T10" fmla="*/ 64 w 72"/>
                <a:gd name="T11" fmla="*/ 36 h 123"/>
                <a:gd name="T12" fmla="*/ 46 w 72"/>
                <a:gd name="T13" fmla="*/ 12 h 123"/>
                <a:gd name="T14" fmla="*/ 28 w 72"/>
                <a:gd name="T15" fmla="*/ 8 h 123"/>
                <a:gd name="T16" fmla="*/ 0 w 72"/>
                <a:gd name="T17" fmla="*/ 8 h 123"/>
                <a:gd name="T18" fmla="*/ 0 w 72"/>
                <a:gd name="T19" fmla="*/ 0 h 123"/>
                <a:gd name="T20" fmla="*/ 28 w 72"/>
                <a:gd name="T21" fmla="*/ 0 h 123"/>
                <a:gd name="T22" fmla="*/ 72 w 72"/>
                <a:gd name="T23" fmla="*/ 36 h 123"/>
                <a:gd name="T24" fmla="*/ 61 w 72"/>
                <a:gd name="T25" fmla="*/ 61 h 123"/>
                <a:gd name="T26" fmla="*/ 27 w 72"/>
                <a:gd name="T27" fmla="*/ 72 h 123"/>
                <a:gd name="T28" fmla="*/ 10 w 72"/>
                <a:gd name="T29" fmla="*/ 72 h 123"/>
                <a:gd name="T30" fmla="*/ 59 w 72"/>
                <a:gd name="T31" fmla="*/ 117 h 123"/>
                <a:gd name="T32" fmla="*/ 53 w 72"/>
                <a:gd name="T33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123">
                  <a:moveTo>
                    <a:pt x="53" y="123"/>
                  </a:moveTo>
                  <a:cubicBezTo>
                    <a:pt x="0" y="74"/>
                    <a:pt x="0" y="74"/>
                    <a:pt x="0" y="7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8" y="64"/>
                    <a:pt x="46" y="65"/>
                    <a:pt x="56" y="56"/>
                  </a:cubicBezTo>
                  <a:cubicBezTo>
                    <a:pt x="61" y="51"/>
                    <a:pt x="64" y="44"/>
                    <a:pt x="64" y="36"/>
                  </a:cubicBezTo>
                  <a:cubicBezTo>
                    <a:pt x="64" y="25"/>
                    <a:pt x="58" y="17"/>
                    <a:pt x="46" y="12"/>
                  </a:cubicBezTo>
                  <a:cubicBezTo>
                    <a:pt x="37" y="8"/>
                    <a:pt x="28" y="8"/>
                    <a:pt x="28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43" y="0"/>
                    <a:pt x="72" y="8"/>
                    <a:pt x="72" y="36"/>
                  </a:cubicBezTo>
                  <a:cubicBezTo>
                    <a:pt x="72" y="47"/>
                    <a:pt x="68" y="55"/>
                    <a:pt x="61" y="61"/>
                  </a:cubicBezTo>
                  <a:cubicBezTo>
                    <a:pt x="49" y="73"/>
                    <a:pt x="28" y="72"/>
                    <a:pt x="27" y="72"/>
                  </a:cubicBezTo>
                  <a:cubicBezTo>
                    <a:pt x="10" y="72"/>
                    <a:pt x="10" y="72"/>
                    <a:pt x="10" y="72"/>
                  </a:cubicBezTo>
                  <a:cubicBezTo>
                    <a:pt x="59" y="117"/>
                    <a:pt x="59" y="117"/>
                    <a:pt x="59" y="117"/>
                  </a:cubicBezTo>
                  <a:lnTo>
                    <a:pt x="53" y="1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1" name="Rectangle 348"/>
            <p:cNvSpPr>
              <a:spLocks noChangeArrowheads="1"/>
            </p:cNvSpPr>
            <p:nvPr/>
          </p:nvSpPr>
          <p:spPr bwMode="auto">
            <a:xfrm>
              <a:off x="3353878" y="3322645"/>
              <a:ext cx="10413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2" name="Rectangle 349"/>
            <p:cNvSpPr>
              <a:spLocks noChangeArrowheads="1"/>
            </p:cNvSpPr>
            <p:nvPr/>
          </p:nvSpPr>
          <p:spPr bwMode="auto">
            <a:xfrm>
              <a:off x="3353878" y="3346567"/>
              <a:ext cx="10413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8" name="Группа 497"/>
          <p:cNvGrpSpPr/>
          <p:nvPr/>
        </p:nvGrpSpPr>
        <p:grpSpPr>
          <a:xfrm>
            <a:off x="3698654" y="3228358"/>
            <a:ext cx="198423" cy="305374"/>
            <a:chOff x="3698654" y="3228358"/>
            <a:chExt cx="198423" cy="305374"/>
          </a:xfrm>
          <a:solidFill>
            <a:schemeClr val="tx1"/>
          </a:solidFill>
        </p:grpSpPr>
        <p:sp>
          <p:nvSpPr>
            <p:cNvPr id="343" name="Freeform 350"/>
            <p:cNvSpPr>
              <a:spLocks noEditPoints="1"/>
            </p:cNvSpPr>
            <p:nvPr/>
          </p:nvSpPr>
          <p:spPr bwMode="auto">
            <a:xfrm>
              <a:off x="3698654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8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8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5 w 141"/>
                <a:gd name="T37" fmla="*/ 206 h 217"/>
                <a:gd name="T38" fmla="*/ 135 w 141"/>
                <a:gd name="T39" fmla="*/ 6 h 217"/>
                <a:gd name="T40" fmla="*/ 51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8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1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Freeform 351"/>
            <p:cNvSpPr>
              <a:spLocks/>
            </p:cNvSpPr>
            <p:nvPr/>
          </p:nvSpPr>
          <p:spPr bwMode="auto">
            <a:xfrm>
              <a:off x="3702877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Rectangle 352"/>
            <p:cNvSpPr>
              <a:spLocks noChangeArrowheads="1"/>
            </p:cNvSpPr>
            <p:nvPr/>
          </p:nvSpPr>
          <p:spPr bwMode="auto">
            <a:xfrm>
              <a:off x="3792941" y="3326866"/>
              <a:ext cx="9851" cy="1280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Rectangle 353"/>
            <p:cNvSpPr>
              <a:spLocks noChangeArrowheads="1"/>
            </p:cNvSpPr>
            <p:nvPr/>
          </p:nvSpPr>
          <p:spPr bwMode="auto">
            <a:xfrm>
              <a:off x="3746501" y="3322645"/>
              <a:ext cx="10413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7" name="Freeform 354"/>
            <p:cNvSpPr>
              <a:spLocks/>
            </p:cNvSpPr>
            <p:nvPr/>
          </p:nvSpPr>
          <p:spPr bwMode="auto">
            <a:xfrm>
              <a:off x="3771832" y="3347975"/>
              <a:ext cx="52069" cy="35182"/>
            </a:xfrm>
            <a:custGeom>
              <a:avLst/>
              <a:gdLst>
                <a:gd name="T0" fmla="*/ 34 w 37"/>
                <a:gd name="T1" fmla="*/ 0 h 25"/>
                <a:gd name="T2" fmla="*/ 37 w 37"/>
                <a:gd name="T3" fmla="*/ 5 h 25"/>
                <a:gd name="T4" fmla="*/ 4 w 37"/>
                <a:gd name="T5" fmla="*/ 25 h 25"/>
                <a:gd name="T6" fmla="*/ 0 w 37"/>
                <a:gd name="T7" fmla="*/ 20 h 25"/>
                <a:gd name="T8" fmla="*/ 34 w 3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5">
                  <a:moveTo>
                    <a:pt x="34" y="0"/>
                  </a:moveTo>
                  <a:lnTo>
                    <a:pt x="37" y="5"/>
                  </a:lnTo>
                  <a:lnTo>
                    <a:pt x="4" y="25"/>
                  </a:lnTo>
                  <a:lnTo>
                    <a:pt x="0" y="20"/>
                  </a:ln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8" name="Freeform 355"/>
            <p:cNvSpPr>
              <a:spLocks/>
            </p:cNvSpPr>
            <p:nvPr/>
          </p:nvSpPr>
          <p:spPr bwMode="auto">
            <a:xfrm>
              <a:off x="3771832" y="3370491"/>
              <a:ext cx="52069" cy="36589"/>
            </a:xfrm>
            <a:custGeom>
              <a:avLst/>
              <a:gdLst>
                <a:gd name="T0" fmla="*/ 34 w 37"/>
                <a:gd name="T1" fmla="*/ 0 h 26"/>
                <a:gd name="T2" fmla="*/ 37 w 37"/>
                <a:gd name="T3" fmla="*/ 6 h 26"/>
                <a:gd name="T4" fmla="*/ 4 w 37"/>
                <a:gd name="T5" fmla="*/ 26 h 26"/>
                <a:gd name="T6" fmla="*/ 0 w 37"/>
                <a:gd name="T7" fmla="*/ 21 h 26"/>
                <a:gd name="T8" fmla="*/ 34 w 3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6">
                  <a:moveTo>
                    <a:pt x="34" y="0"/>
                  </a:moveTo>
                  <a:lnTo>
                    <a:pt x="37" y="6"/>
                  </a:lnTo>
                  <a:lnTo>
                    <a:pt x="4" y="26"/>
                  </a:lnTo>
                  <a:lnTo>
                    <a:pt x="0" y="21"/>
                  </a:ln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9" name="Группа 498"/>
          <p:cNvGrpSpPr/>
          <p:nvPr/>
        </p:nvGrpSpPr>
        <p:grpSpPr>
          <a:xfrm>
            <a:off x="4091279" y="3228358"/>
            <a:ext cx="198423" cy="305374"/>
            <a:chOff x="4091279" y="3228358"/>
            <a:chExt cx="198423" cy="305374"/>
          </a:xfrm>
          <a:solidFill>
            <a:schemeClr val="tx1"/>
          </a:solidFill>
        </p:grpSpPr>
        <p:sp>
          <p:nvSpPr>
            <p:cNvPr id="349" name="Freeform 356"/>
            <p:cNvSpPr>
              <a:spLocks noEditPoints="1"/>
            </p:cNvSpPr>
            <p:nvPr/>
          </p:nvSpPr>
          <p:spPr bwMode="auto">
            <a:xfrm>
              <a:off x="4091279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5 w 141"/>
                <a:gd name="T11" fmla="*/ 208 h 217"/>
                <a:gd name="T12" fmla="*/ 111 w 141"/>
                <a:gd name="T13" fmla="*/ 215 h 217"/>
                <a:gd name="T14" fmla="*/ 98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8 w 141"/>
                <a:gd name="T31" fmla="*/ 201 h 217"/>
                <a:gd name="T32" fmla="*/ 111 w 141"/>
                <a:gd name="T33" fmla="*/ 207 h 217"/>
                <a:gd name="T34" fmla="*/ 125 w 141"/>
                <a:gd name="T35" fmla="*/ 201 h 217"/>
                <a:gd name="T36" fmla="*/ 135 w 141"/>
                <a:gd name="T37" fmla="*/ 206 h 217"/>
                <a:gd name="T38" fmla="*/ 135 w 141"/>
                <a:gd name="T39" fmla="*/ 6 h 217"/>
                <a:gd name="T40" fmla="*/ 51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8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1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0" name="Freeform 357"/>
            <p:cNvSpPr>
              <a:spLocks/>
            </p:cNvSpPr>
            <p:nvPr/>
          </p:nvSpPr>
          <p:spPr bwMode="auto">
            <a:xfrm>
              <a:off x="4095500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Freeform 358"/>
            <p:cNvSpPr>
              <a:spLocks/>
            </p:cNvSpPr>
            <p:nvPr/>
          </p:nvSpPr>
          <p:spPr bwMode="auto">
            <a:xfrm>
              <a:off x="4119424" y="3321237"/>
              <a:ext cx="142133" cy="133690"/>
            </a:xfrm>
            <a:custGeom>
              <a:avLst/>
              <a:gdLst>
                <a:gd name="T0" fmla="*/ 80 w 101"/>
                <a:gd name="T1" fmla="*/ 95 h 95"/>
                <a:gd name="T2" fmla="*/ 72 w 101"/>
                <a:gd name="T3" fmla="*/ 95 h 95"/>
                <a:gd name="T4" fmla="*/ 52 w 101"/>
                <a:gd name="T5" fmla="*/ 11 h 95"/>
                <a:gd name="T6" fmla="*/ 50 w 101"/>
                <a:gd name="T7" fmla="*/ 11 h 95"/>
                <a:gd name="T8" fmla="*/ 30 w 101"/>
                <a:gd name="T9" fmla="*/ 95 h 95"/>
                <a:gd name="T10" fmla="*/ 21 w 101"/>
                <a:gd name="T11" fmla="*/ 95 h 95"/>
                <a:gd name="T12" fmla="*/ 0 w 101"/>
                <a:gd name="T13" fmla="*/ 2 h 95"/>
                <a:gd name="T14" fmla="*/ 7 w 101"/>
                <a:gd name="T15" fmla="*/ 0 h 95"/>
                <a:gd name="T16" fmla="*/ 26 w 101"/>
                <a:gd name="T17" fmla="*/ 84 h 95"/>
                <a:gd name="T18" fmla="*/ 45 w 101"/>
                <a:gd name="T19" fmla="*/ 4 h 95"/>
                <a:gd name="T20" fmla="*/ 57 w 101"/>
                <a:gd name="T21" fmla="*/ 4 h 95"/>
                <a:gd name="T22" fmla="*/ 76 w 101"/>
                <a:gd name="T23" fmla="*/ 84 h 95"/>
                <a:gd name="T24" fmla="*/ 94 w 101"/>
                <a:gd name="T25" fmla="*/ 0 h 95"/>
                <a:gd name="T26" fmla="*/ 101 w 101"/>
                <a:gd name="T27" fmla="*/ 2 h 95"/>
                <a:gd name="T28" fmla="*/ 80 w 101"/>
                <a:gd name="T2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" h="95">
                  <a:moveTo>
                    <a:pt x="80" y="95"/>
                  </a:moveTo>
                  <a:lnTo>
                    <a:pt x="72" y="95"/>
                  </a:lnTo>
                  <a:lnTo>
                    <a:pt x="52" y="11"/>
                  </a:lnTo>
                  <a:lnTo>
                    <a:pt x="50" y="11"/>
                  </a:lnTo>
                  <a:lnTo>
                    <a:pt x="30" y="95"/>
                  </a:lnTo>
                  <a:lnTo>
                    <a:pt x="21" y="95"/>
                  </a:lnTo>
                  <a:lnTo>
                    <a:pt x="0" y="2"/>
                  </a:lnTo>
                  <a:lnTo>
                    <a:pt x="7" y="0"/>
                  </a:lnTo>
                  <a:lnTo>
                    <a:pt x="26" y="84"/>
                  </a:lnTo>
                  <a:lnTo>
                    <a:pt x="45" y="4"/>
                  </a:lnTo>
                  <a:lnTo>
                    <a:pt x="57" y="4"/>
                  </a:lnTo>
                  <a:lnTo>
                    <a:pt x="76" y="84"/>
                  </a:lnTo>
                  <a:lnTo>
                    <a:pt x="94" y="0"/>
                  </a:lnTo>
                  <a:lnTo>
                    <a:pt x="101" y="2"/>
                  </a:lnTo>
                  <a:lnTo>
                    <a:pt x="80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Rectangle 359"/>
            <p:cNvSpPr>
              <a:spLocks noChangeArrowheads="1"/>
            </p:cNvSpPr>
            <p:nvPr/>
          </p:nvSpPr>
          <p:spPr bwMode="auto">
            <a:xfrm>
              <a:off x="4115201" y="3374712"/>
              <a:ext cx="15198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Rectangle 360"/>
            <p:cNvSpPr>
              <a:spLocks noChangeArrowheads="1"/>
            </p:cNvSpPr>
            <p:nvPr/>
          </p:nvSpPr>
          <p:spPr bwMode="auto">
            <a:xfrm>
              <a:off x="4115201" y="3398636"/>
              <a:ext cx="15198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0" name="Группа 499"/>
          <p:cNvGrpSpPr/>
          <p:nvPr/>
        </p:nvGrpSpPr>
        <p:grpSpPr>
          <a:xfrm>
            <a:off x="4483902" y="3228358"/>
            <a:ext cx="198423" cy="305374"/>
            <a:chOff x="4483902" y="3228358"/>
            <a:chExt cx="198423" cy="305374"/>
          </a:xfrm>
          <a:solidFill>
            <a:schemeClr val="tx1"/>
          </a:solidFill>
        </p:grpSpPr>
        <p:sp>
          <p:nvSpPr>
            <p:cNvPr id="354" name="Freeform 361"/>
            <p:cNvSpPr>
              <a:spLocks noEditPoints="1"/>
            </p:cNvSpPr>
            <p:nvPr/>
          </p:nvSpPr>
          <p:spPr bwMode="auto">
            <a:xfrm>
              <a:off x="4483902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5 w 141"/>
                <a:gd name="T11" fmla="*/ 208 h 217"/>
                <a:gd name="T12" fmla="*/ 111 w 141"/>
                <a:gd name="T13" fmla="*/ 215 h 217"/>
                <a:gd name="T14" fmla="*/ 98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8 w 141"/>
                <a:gd name="T31" fmla="*/ 201 h 217"/>
                <a:gd name="T32" fmla="*/ 111 w 141"/>
                <a:gd name="T33" fmla="*/ 207 h 217"/>
                <a:gd name="T34" fmla="*/ 125 w 141"/>
                <a:gd name="T35" fmla="*/ 201 h 217"/>
                <a:gd name="T36" fmla="*/ 135 w 141"/>
                <a:gd name="T37" fmla="*/ 206 h 217"/>
                <a:gd name="T38" fmla="*/ 135 w 141"/>
                <a:gd name="T39" fmla="*/ 6 h 217"/>
                <a:gd name="T40" fmla="*/ 52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8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Freeform 362"/>
            <p:cNvSpPr>
              <a:spLocks/>
            </p:cNvSpPr>
            <p:nvPr/>
          </p:nvSpPr>
          <p:spPr bwMode="auto">
            <a:xfrm>
              <a:off x="4489531" y="3232580"/>
              <a:ext cx="70363" cy="71770"/>
            </a:xfrm>
            <a:custGeom>
              <a:avLst/>
              <a:gdLst>
                <a:gd name="T0" fmla="*/ 50 w 50"/>
                <a:gd name="T1" fmla="*/ 51 h 51"/>
                <a:gd name="T2" fmla="*/ 0 w 50"/>
                <a:gd name="T3" fmla="*/ 51 h 51"/>
                <a:gd name="T4" fmla="*/ 0 w 50"/>
                <a:gd name="T5" fmla="*/ 44 h 51"/>
                <a:gd name="T6" fmla="*/ 43 w 50"/>
                <a:gd name="T7" fmla="*/ 44 h 51"/>
                <a:gd name="T8" fmla="*/ 43 w 50"/>
                <a:gd name="T9" fmla="*/ 0 h 51"/>
                <a:gd name="T10" fmla="*/ 50 w 50"/>
                <a:gd name="T11" fmla="*/ 0 h 51"/>
                <a:gd name="T12" fmla="*/ 50 w 50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Freeform 363"/>
            <p:cNvSpPr>
              <a:spLocks/>
            </p:cNvSpPr>
            <p:nvPr/>
          </p:nvSpPr>
          <p:spPr bwMode="auto">
            <a:xfrm>
              <a:off x="4533156" y="3329680"/>
              <a:ext cx="54883" cy="125246"/>
            </a:xfrm>
            <a:custGeom>
              <a:avLst/>
              <a:gdLst>
                <a:gd name="T0" fmla="*/ 39 w 39"/>
                <a:gd name="T1" fmla="*/ 89 h 89"/>
                <a:gd name="T2" fmla="*/ 32 w 39"/>
                <a:gd name="T3" fmla="*/ 89 h 89"/>
                <a:gd name="T4" fmla="*/ 32 w 39"/>
                <a:gd name="T5" fmla="*/ 50 h 89"/>
                <a:gd name="T6" fmla="*/ 0 w 39"/>
                <a:gd name="T7" fmla="*/ 3 h 89"/>
                <a:gd name="T8" fmla="*/ 5 w 39"/>
                <a:gd name="T9" fmla="*/ 0 h 89"/>
                <a:gd name="T10" fmla="*/ 39 w 39"/>
                <a:gd name="T11" fmla="*/ 48 h 89"/>
                <a:gd name="T12" fmla="*/ 39 w 39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89">
                  <a:moveTo>
                    <a:pt x="39" y="89"/>
                  </a:moveTo>
                  <a:lnTo>
                    <a:pt x="32" y="89"/>
                  </a:lnTo>
                  <a:lnTo>
                    <a:pt x="32" y="50"/>
                  </a:lnTo>
                  <a:lnTo>
                    <a:pt x="0" y="3"/>
                  </a:lnTo>
                  <a:lnTo>
                    <a:pt x="5" y="0"/>
                  </a:lnTo>
                  <a:lnTo>
                    <a:pt x="39" y="48"/>
                  </a:lnTo>
                  <a:lnTo>
                    <a:pt x="39" y="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Freeform 364"/>
            <p:cNvSpPr>
              <a:spLocks/>
            </p:cNvSpPr>
            <p:nvPr/>
          </p:nvSpPr>
          <p:spPr bwMode="auto">
            <a:xfrm>
              <a:off x="4579595" y="3329680"/>
              <a:ext cx="54883" cy="71770"/>
            </a:xfrm>
            <a:custGeom>
              <a:avLst/>
              <a:gdLst>
                <a:gd name="T0" fmla="*/ 34 w 39"/>
                <a:gd name="T1" fmla="*/ 0 h 51"/>
                <a:gd name="T2" fmla="*/ 39 w 39"/>
                <a:gd name="T3" fmla="*/ 3 h 51"/>
                <a:gd name="T4" fmla="*/ 5 w 39"/>
                <a:gd name="T5" fmla="*/ 51 h 51"/>
                <a:gd name="T6" fmla="*/ 0 w 39"/>
                <a:gd name="T7" fmla="*/ 47 h 51"/>
                <a:gd name="T8" fmla="*/ 34 w 39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51">
                  <a:moveTo>
                    <a:pt x="34" y="0"/>
                  </a:moveTo>
                  <a:lnTo>
                    <a:pt x="39" y="3"/>
                  </a:lnTo>
                  <a:lnTo>
                    <a:pt x="5" y="51"/>
                  </a:lnTo>
                  <a:lnTo>
                    <a:pt x="0" y="47"/>
                  </a:ln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8" name="Rectangle 365"/>
            <p:cNvSpPr>
              <a:spLocks noChangeArrowheads="1"/>
            </p:cNvSpPr>
            <p:nvPr/>
          </p:nvSpPr>
          <p:spPr bwMode="auto">
            <a:xfrm>
              <a:off x="4541600" y="3402858"/>
              <a:ext cx="8443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Rectangle 366"/>
            <p:cNvSpPr>
              <a:spLocks noChangeArrowheads="1"/>
            </p:cNvSpPr>
            <p:nvPr/>
          </p:nvSpPr>
          <p:spPr bwMode="auto">
            <a:xfrm>
              <a:off x="4593668" y="3378935"/>
              <a:ext cx="3236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Rectangle 367"/>
            <p:cNvSpPr>
              <a:spLocks noChangeArrowheads="1"/>
            </p:cNvSpPr>
            <p:nvPr/>
          </p:nvSpPr>
          <p:spPr bwMode="auto">
            <a:xfrm>
              <a:off x="4541600" y="3378935"/>
              <a:ext cx="3236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1" name="Группа 500"/>
          <p:cNvGrpSpPr/>
          <p:nvPr/>
        </p:nvGrpSpPr>
        <p:grpSpPr>
          <a:xfrm>
            <a:off x="4876526" y="3228358"/>
            <a:ext cx="199830" cy="305374"/>
            <a:chOff x="4876526" y="3228358"/>
            <a:chExt cx="199830" cy="305374"/>
          </a:xfrm>
          <a:solidFill>
            <a:schemeClr val="tx1"/>
          </a:solidFill>
        </p:grpSpPr>
        <p:sp>
          <p:nvSpPr>
            <p:cNvPr id="361" name="Freeform 368"/>
            <p:cNvSpPr>
              <a:spLocks noEditPoints="1"/>
            </p:cNvSpPr>
            <p:nvPr/>
          </p:nvSpPr>
          <p:spPr bwMode="auto">
            <a:xfrm>
              <a:off x="4876526" y="3228358"/>
              <a:ext cx="199830" cy="305374"/>
            </a:xfrm>
            <a:custGeom>
              <a:avLst/>
              <a:gdLst>
                <a:gd name="T0" fmla="*/ 0 w 142"/>
                <a:gd name="T1" fmla="*/ 217 h 217"/>
                <a:gd name="T2" fmla="*/ 0 w 142"/>
                <a:gd name="T3" fmla="*/ 48 h 217"/>
                <a:gd name="T4" fmla="*/ 49 w 142"/>
                <a:gd name="T5" fmla="*/ 0 h 217"/>
                <a:gd name="T6" fmla="*/ 142 w 142"/>
                <a:gd name="T7" fmla="*/ 0 h 217"/>
                <a:gd name="T8" fmla="*/ 142 w 142"/>
                <a:gd name="T9" fmla="*/ 217 h 217"/>
                <a:gd name="T10" fmla="*/ 125 w 142"/>
                <a:gd name="T11" fmla="*/ 208 h 217"/>
                <a:gd name="T12" fmla="*/ 111 w 142"/>
                <a:gd name="T13" fmla="*/ 215 h 217"/>
                <a:gd name="T14" fmla="*/ 98 w 142"/>
                <a:gd name="T15" fmla="*/ 208 h 217"/>
                <a:gd name="T16" fmla="*/ 84 w 142"/>
                <a:gd name="T17" fmla="*/ 215 h 217"/>
                <a:gd name="T18" fmla="*/ 71 w 142"/>
                <a:gd name="T19" fmla="*/ 208 h 217"/>
                <a:gd name="T20" fmla="*/ 57 w 142"/>
                <a:gd name="T21" fmla="*/ 215 h 217"/>
                <a:gd name="T22" fmla="*/ 44 w 142"/>
                <a:gd name="T23" fmla="*/ 208 h 217"/>
                <a:gd name="T24" fmla="*/ 31 w 142"/>
                <a:gd name="T25" fmla="*/ 215 h 217"/>
                <a:gd name="T26" fmla="*/ 17 w 142"/>
                <a:gd name="T27" fmla="*/ 208 h 217"/>
                <a:gd name="T28" fmla="*/ 0 w 142"/>
                <a:gd name="T29" fmla="*/ 217 h 217"/>
                <a:gd name="T30" fmla="*/ 98 w 142"/>
                <a:gd name="T31" fmla="*/ 201 h 217"/>
                <a:gd name="T32" fmla="*/ 111 w 142"/>
                <a:gd name="T33" fmla="*/ 207 h 217"/>
                <a:gd name="T34" fmla="*/ 125 w 142"/>
                <a:gd name="T35" fmla="*/ 201 h 217"/>
                <a:gd name="T36" fmla="*/ 135 w 142"/>
                <a:gd name="T37" fmla="*/ 206 h 217"/>
                <a:gd name="T38" fmla="*/ 135 w 142"/>
                <a:gd name="T39" fmla="*/ 6 h 217"/>
                <a:gd name="T40" fmla="*/ 52 w 142"/>
                <a:gd name="T41" fmla="*/ 6 h 217"/>
                <a:gd name="T42" fmla="*/ 7 w 142"/>
                <a:gd name="T43" fmla="*/ 52 h 217"/>
                <a:gd name="T44" fmla="*/ 7 w 142"/>
                <a:gd name="T45" fmla="*/ 206 h 217"/>
                <a:gd name="T46" fmla="*/ 17 w 142"/>
                <a:gd name="T47" fmla="*/ 201 h 217"/>
                <a:gd name="T48" fmla="*/ 31 w 142"/>
                <a:gd name="T49" fmla="*/ 207 h 217"/>
                <a:gd name="T50" fmla="*/ 44 w 142"/>
                <a:gd name="T51" fmla="*/ 201 h 217"/>
                <a:gd name="T52" fmla="*/ 57 w 142"/>
                <a:gd name="T53" fmla="*/ 207 h 217"/>
                <a:gd name="T54" fmla="*/ 71 w 142"/>
                <a:gd name="T55" fmla="*/ 201 h 217"/>
                <a:gd name="T56" fmla="*/ 84 w 142"/>
                <a:gd name="T57" fmla="*/ 207 h 217"/>
                <a:gd name="T58" fmla="*/ 98 w 142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2" y="0"/>
                  </a:lnTo>
                  <a:lnTo>
                    <a:pt x="142" y="217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2" name="Freeform 369"/>
            <p:cNvSpPr>
              <a:spLocks/>
            </p:cNvSpPr>
            <p:nvPr/>
          </p:nvSpPr>
          <p:spPr bwMode="auto">
            <a:xfrm>
              <a:off x="4882155" y="3232580"/>
              <a:ext cx="70363" cy="71770"/>
            </a:xfrm>
            <a:custGeom>
              <a:avLst/>
              <a:gdLst>
                <a:gd name="T0" fmla="*/ 50 w 50"/>
                <a:gd name="T1" fmla="*/ 51 h 51"/>
                <a:gd name="T2" fmla="*/ 0 w 50"/>
                <a:gd name="T3" fmla="*/ 51 h 51"/>
                <a:gd name="T4" fmla="*/ 0 w 50"/>
                <a:gd name="T5" fmla="*/ 44 h 51"/>
                <a:gd name="T6" fmla="*/ 43 w 50"/>
                <a:gd name="T7" fmla="*/ 44 h 51"/>
                <a:gd name="T8" fmla="*/ 43 w 50"/>
                <a:gd name="T9" fmla="*/ 0 h 51"/>
                <a:gd name="T10" fmla="*/ 50 w 50"/>
                <a:gd name="T11" fmla="*/ 0 h 51"/>
                <a:gd name="T12" fmla="*/ 50 w 50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3" name="Rectangle 370"/>
            <p:cNvSpPr>
              <a:spLocks noChangeArrowheads="1"/>
            </p:cNvSpPr>
            <p:nvPr/>
          </p:nvSpPr>
          <p:spPr bwMode="auto">
            <a:xfrm>
              <a:off x="4928594" y="3322645"/>
              <a:ext cx="9569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4" name="Rectangle 371"/>
            <p:cNvSpPr>
              <a:spLocks noChangeArrowheads="1"/>
            </p:cNvSpPr>
            <p:nvPr/>
          </p:nvSpPr>
          <p:spPr bwMode="auto">
            <a:xfrm>
              <a:off x="4914522" y="3346567"/>
              <a:ext cx="12383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5" name="Freeform 372"/>
            <p:cNvSpPr>
              <a:spLocks/>
            </p:cNvSpPr>
            <p:nvPr/>
          </p:nvSpPr>
          <p:spPr bwMode="auto">
            <a:xfrm>
              <a:off x="4928594" y="3356419"/>
              <a:ext cx="33774" cy="98508"/>
            </a:xfrm>
            <a:custGeom>
              <a:avLst/>
              <a:gdLst>
                <a:gd name="T0" fmla="*/ 12 w 28"/>
                <a:gd name="T1" fmla="*/ 84 h 84"/>
                <a:gd name="T2" fmla="*/ 0 w 28"/>
                <a:gd name="T3" fmla="*/ 84 h 84"/>
                <a:gd name="T4" fmla="*/ 0 w 28"/>
                <a:gd name="T5" fmla="*/ 76 h 84"/>
                <a:gd name="T6" fmla="*/ 12 w 28"/>
                <a:gd name="T7" fmla="*/ 76 h 84"/>
                <a:gd name="T8" fmla="*/ 20 w 28"/>
                <a:gd name="T9" fmla="*/ 64 h 84"/>
                <a:gd name="T10" fmla="*/ 20 w 28"/>
                <a:gd name="T11" fmla="*/ 0 h 84"/>
                <a:gd name="T12" fmla="*/ 28 w 28"/>
                <a:gd name="T13" fmla="*/ 0 h 84"/>
                <a:gd name="T14" fmla="*/ 28 w 28"/>
                <a:gd name="T15" fmla="*/ 65 h 84"/>
                <a:gd name="T16" fmla="*/ 12 w 28"/>
                <a:gd name="T1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84">
                  <a:moveTo>
                    <a:pt x="12" y="84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7" y="76"/>
                    <a:pt x="20" y="65"/>
                    <a:pt x="20" y="6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7" y="72"/>
                    <a:pt x="22" y="84"/>
                    <a:pt x="12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6" name="Freeform 373"/>
            <p:cNvSpPr>
              <a:spLocks/>
            </p:cNvSpPr>
            <p:nvPr/>
          </p:nvSpPr>
          <p:spPr bwMode="auto">
            <a:xfrm>
              <a:off x="4990513" y="3356419"/>
              <a:ext cx="33774" cy="98508"/>
            </a:xfrm>
            <a:custGeom>
              <a:avLst/>
              <a:gdLst>
                <a:gd name="T0" fmla="*/ 28 w 28"/>
                <a:gd name="T1" fmla="*/ 84 h 84"/>
                <a:gd name="T2" fmla="*/ 20 w 28"/>
                <a:gd name="T3" fmla="*/ 84 h 84"/>
                <a:gd name="T4" fmla="*/ 0 w 28"/>
                <a:gd name="T5" fmla="*/ 69 h 84"/>
                <a:gd name="T6" fmla="*/ 0 w 28"/>
                <a:gd name="T7" fmla="*/ 68 h 84"/>
                <a:gd name="T8" fmla="*/ 0 w 28"/>
                <a:gd name="T9" fmla="*/ 0 h 84"/>
                <a:gd name="T10" fmla="*/ 8 w 28"/>
                <a:gd name="T11" fmla="*/ 0 h 84"/>
                <a:gd name="T12" fmla="*/ 8 w 28"/>
                <a:gd name="T13" fmla="*/ 67 h 84"/>
                <a:gd name="T14" fmla="*/ 20 w 28"/>
                <a:gd name="T15" fmla="*/ 76 h 84"/>
                <a:gd name="T16" fmla="*/ 28 w 28"/>
                <a:gd name="T17" fmla="*/ 76 h 84"/>
                <a:gd name="T18" fmla="*/ 28 w 28"/>
                <a:gd name="T19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84">
                  <a:moveTo>
                    <a:pt x="28" y="84"/>
                  </a:moveTo>
                  <a:cubicBezTo>
                    <a:pt x="20" y="84"/>
                    <a:pt x="20" y="84"/>
                    <a:pt x="20" y="84"/>
                  </a:cubicBezTo>
                  <a:cubicBezTo>
                    <a:pt x="7" y="84"/>
                    <a:pt x="1" y="74"/>
                    <a:pt x="0" y="6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9" y="69"/>
                    <a:pt x="11" y="76"/>
                    <a:pt x="20" y="76"/>
                  </a:cubicBezTo>
                  <a:cubicBezTo>
                    <a:pt x="28" y="76"/>
                    <a:pt x="28" y="76"/>
                    <a:pt x="28" y="76"/>
                  </a:cubicBezTo>
                  <a:lnTo>
                    <a:pt x="28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2" name="Группа 501"/>
          <p:cNvGrpSpPr/>
          <p:nvPr/>
        </p:nvGrpSpPr>
        <p:grpSpPr>
          <a:xfrm>
            <a:off x="5269149" y="3228358"/>
            <a:ext cx="199830" cy="305374"/>
            <a:chOff x="5269149" y="3228358"/>
            <a:chExt cx="199830" cy="305374"/>
          </a:xfrm>
          <a:solidFill>
            <a:schemeClr val="tx1"/>
          </a:solidFill>
        </p:grpSpPr>
        <p:sp>
          <p:nvSpPr>
            <p:cNvPr id="367" name="Freeform 374"/>
            <p:cNvSpPr>
              <a:spLocks noEditPoints="1"/>
            </p:cNvSpPr>
            <p:nvPr/>
          </p:nvSpPr>
          <p:spPr bwMode="auto">
            <a:xfrm>
              <a:off x="5269149" y="3228358"/>
              <a:ext cx="199830" cy="305374"/>
            </a:xfrm>
            <a:custGeom>
              <a:avLst/>
              <a:gdLst>
                <a:gd name="T0" fmla="*/ 0 w 142"/>
                <a:gd name="T1" fmla="*/ 217 h 217"/>
                <a:gd name="T2" fmla="*/ 0 w 142"/>
                <a:gd name="T3" fmla="*/ 48 h 217"/>
                <a:gd name="T4" fmla="*/ 50 w 142"/>
                <a:gd name="T5" fmla="*/ 0 h 217"/>
                <a:gd name="T6" fmla="*/ 142 w 142"/>
                <a:gd name="T7" fmla="*/ 0 h 217"/>
                <a:gd name="T8" fmla="*/ 142 w 142"/>
                <a:gd name="T9" fmla="*/ 217 h 217"/>
                <a:gd name="T10" fmla="*/ 125 w 142"/>
                <a:gd name="T11" fmla="*/ 208 h 217"/>
                <a:gd name="T12" fmla="*/ 111 w 142"/>
                <a:gd name="T13" fmla="*/ 215 h 217"/>
                <a:gd name="T14" fmla="*/ 98 w 142"/>
                <a:gd name="T15" fmla="*/ 208 h 217"/>
                <a:gd name="T16" fmla="*/ 84 w 142"/>
                <a:gd name="T17" fmla="*/ 215 h 217"/>
                <a:gd name="T18" fmla="*/ 71 w 142"/>
                <a:gd name="T19" fmla="*/ 208 h 217"/>
                <a:gd name="T20" fmla="*/ 58 w 142"/>
                <a:gd name="T21" fmla="*/ 215 h 217"/>
                <a:gd name="T22" fmla="*/ 44 w 142"/>
                <a:gd name="T23" fmla="*/ 208 h 217"/>
                <a:gd name="T24" fmla="*/ 31 w 142"/>
                <a:gd name="T25" fmla="*/ 215 h 217"/>
                <a:gd name="T26" fmla="*/ 17 w 142"/>
                <a:gd name="T27" fmla="*/ 208 h 217"/>
                <a:gd name="T28" fmla="*/ 0 w 142"/>
                <a:gd name="T29" fmla="*/ 217 h 217"/>
                <a:gd name="T30" fmla="*/ 98 w 142"/>
                <a:gd name="T31" fmla="*/ 201 h 217"/>
                <a:gd name="T32" fmla="*/ 111 w 142"/>
                <a:gd name="T33" fmla="*/ 207 h 217"/>
                <a:gd name="T34" fmla="*/ 125 w 142"/>
                <a:gd name="T35" fmla="*/ 201 h 217"/>
                <a:gd name="T36" fmla="*/ 135 w 142"/>
                <a:gd name="T37" fmla="*/ 206 h 217"/>
                <a:gd name="T38" fmla="*/ 135 w 142"/>
                <a:gd name="T39" fmla="*/ 6 h 217"/>
                <a:gd name="T40" fmla="*/ 53 w 142"/>
                <a:gd name="T41" fmla="*/ 6 h 217"/>
                <a:gd name="T42" fmla="*/ 7 w 142"/>
                <a:gd name="T43" fmla="*/ 52 h 217"/>
                <a:gd name="T44" fmla="*/ 7 w 142"/>
                <a:gd name="T45" fmla="*/ 206 h 217"/>
                <a:gd name="T46" fmla="*/ 17 w 142"/>
                <a:gd name="T47" fmla="*/ 201 h 217"/>
                <a:gd name="T48" fmla="*/ 31 w 142"/>
                <a:gd name="T49" fmla="*/ 207 h 217"/>
                <a:gd name="T50" fmla="*/ 44 w 142"/>
                <a:gd name="T51" fmla="*/ 201 h 217"/>
                <a:gd name="T52" fmla="*/ 58 w 142"/>
                <a:gd name="T53" fmla="*/ 207 h 217"/>
                <a:gd name="T54" fmla="*/ 71 w 142"/>
                <a:gd name="T55" fmla="*/ 201 h 217"/>
                <a:gd name="T56" fmla="*/ 84 w 142"/>
                <a:gd name="T57" fmla="*/ 207 h 217"/>
                <a:gd name="T58" fmla="*/ 98 w 142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7">
                  <a:moveTo>
                    <a:pt x="0" y="217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2" y="0"/>
                  </a:lnTo>
                  <a:lnTo>
                    <a:pt x="142" y="217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8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3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8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8" name="Freeform 375"/>
            <p:cNvSpPr>
              <a:spLocks/>
            </p:cNvSpPr>
            <p:nvPr/>
          </p:nvSpPr>
          <p:spPr bwMode="auto">
            <a:xfrm>
              <a:off x="5274778" y="3232580"/>
              <a:ext cx="70363" cy="71770"/>
            </a:xfrm>
            <a:custGeom>
              <a:avLst/>
              <a:gdLst>
                <a:gd name="T0" fmla="*/ 50 w 50"/>
                <a:gd name="T1" fmla="*/ 51 h 51"/>
                <a:gd name="T2" fmla="*/ 0 w 50"/>
                <a:gd name="T3" fmla="*/ 51 h 51"/>
                <a:gd name="T4" fmla="*/ 0 w 50"/>
                <a:gd name="T5" fmla="*/ 44 h 51"/>
                <a:gd name="T6" fmla="*/ 43 w 50"/>
                <a:gd name="T7" fmla="*/ 44 h 51"/>
                <a:gd name="T8" fmla="*/ 43 w 50"/>
                <a:gd name="T9" fmla="*/ 0 h 51"/>
                <a:gd name="T10" fmla="*/ 50 w 50"/>
                <a:gd name="T11" fmla="*/ 0 h 51"/>
                <a:gd name="T12" fmla="*/ 50 w 50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9" name="Freeform 376"/>
            <p:cNvSpPr>
              <a:spLocks/>
            </p:cNvSpPr>
            <p:nvPr/>
          </p:nvSpPr>
          <p:spPr bwMode="auto">
            <a:xfrm>
              <a:off x="5331069" y="3332495"/>
              <a:ext cx="90064" cy="118209"/>
            </a:xfrm>
            <a:custGeom>
              <a:avLst/>
              <a:gdLst>
                <a:gd name="T0" fmla="*/ 40 w 76"/>
                <a:gd name="T1" fmla="*/ 100 h 100"/>
                <a:gd name="T2" fmla="*/ 0 w 76"/>
                <a:gd name="T3" fmla="*/ 48 h 100"/>
                <a:gd name="T4" fmla="*/ 40 w 76"/>
                <a:gd name="T5" fmla="*/ 0 h 100"/>
                <a:gd name="T6" fmla="*/ 76 w 76"/>
                <a:gd name="T7" fmla="*/ 15 h 100"/>
                <a:gd name="T8" fmla="*/ 68 w 76"/>
                <a:gd name="T9" fmla="*/ 17 h 100"/>
                <a:gd name="T10" fmla="*/ 68 w 76"/>
                <a:gd name="T11" fmla="*/ 17 h 100"/>
                <a:gd name="T12" fmla="*/ 40 w 76"/>
                <a:gd name="T13" fmla="*/ 8 h 100"/>
                <a:gd name="T14" fmla="*/ 8 w 76"/>
                <a:gd name="T15" fmla="*/ 48 h 100"/>
                <a:gd name="T16" fmla="*/ 40 w 76"/>
                <a:gd name="T17" fmla="*/ 92 h 100"/>
                <a:gd name="T18" fmla="*/ 68 w 76"/>
                <a:gd name="T19" fmla="*/ 79 h 100"/>
                <a:gd name="T20" fmla="*/ 76 w 76"/>
                <a:gd name="T21" fmla="*/ 81 h 100"/>
                <a:gd name="T22" fmla="*/ 40 w 76"/>
                <a:gd name="T2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00">
                  <a:moveTo>
                    <a:pt x="40" y="100"/>
                  </a:moveTo>
                  <a:cubicBezTo>
                    <a:pt x="22" y="100"/>
                    <a:pt x="0" y="91"/>
                    <a:pt x="0" y="48"/>
                  </a:cubicBezTo>
                  <a:cubicBezTo>
                    <a:pt x="0" y="16"/>
                    <a:pt x="13" y="0"/>
                    <a:pt x="40" y="0"/>
                  </a:cubicBezTo>
                  <a:cubicBezTo>
                    <a:pt x="71" y="0"/>
                    <a:pt x="76" y="13"/>
                    <a:pt x="76" y="15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4" y="8"/>
                    <a:pt x="40" y="8"/>
                  </a:cubicBezTo>
                  <a:cubicBezTo>
                    <a:pt x="18" y="8"/>
                    <a:pt x="8" y="20"/>
                    <a:pt x="8" y="48"/>
                  </a:cubicBezTo>
                  <a:cubicBezTo>
                    <a:pt x="8" y="78"/>
                    <a:pt x="19" y="92"/>
                    <a:pt x="40" y="92"/>
                  </a:cubicBezTo>
                  <a:cubicBezTo>
                    <a:pt x="65" y="92"/>
                    <a:pt x="68" y="79"/>
                    <a:pt x="68" y="79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2"/>
                    <a:pt x="71" y="100"/>
                    <a:pt x="40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0" name="Freeform 377"/>
            <p:cNvSpPr>
              <a:spLocks/>
            </p:cNvSpPr>
            <p:nvPr/>
          </p:nvSpPr>
          <p:spPr bwMode="auto">
            <a:xfrm>
              <a:off x="5328254" y="3319830"/>
              <a:ext cx="73177" cy="133690"/>
            </a:xfrm>
            <a:custGeom>
              <a:avLst/>
              <a:gdLst>
                <a:gd name="T0" fmla="*/ 46 w 52"/>
                <a:gd name="T1" fmla="*/ 0 h 95"/>
                <a:gd name="T2" fmla="*/ 52 w 52"/>
                <a:gd name="T3" fmla="*/ 4 h 95"/>
                <a:gd name="T4" fmla="*/ 5 w 52"/>
                <a:gd name="T5" fmla="*/ 95 h 95"/>
                <a:gd name="T6" fmla="*/ 0 w 52"/>
                <a:gd name="T7" fmla="*/ 91 h 95"/>
                <a:gd name="T8" fmla="*/ 46 w 52"/>
                <a:gd name="T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5">
                  <a:moveTo>
                    <a:pt x="46" y="0"/>
                  </a:moveTo>
                  <a:lnTo>
                    <a:pt x="52" y="4"/>
                  </a:lnTo>
                  <a:lnTo>
                    <a:pt x="5" y="95"/>
                  </a:lnTo>
                  <a:lnTo>
                    <a:pt x="0" y="91"/>
                  </a:lnTo>
                  <a:lnTo>
                    <a:pt x="4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1" name="Freeform 378"/>
            <p:cNvSpPr>
              <a:spLocks/>
            </p:cNvSpPr>
            <p:nvPr/>
          </p:nvSpPr>
          <p:spPr bwMode="auto">
            <a:xfrm>
              <a:off x="5346549" y="3325459"/>
              <a:ext cx="74585" cy="132282"/>
            </a:xfrm>
            <a:custGeom>
              <a:avLst/>
              <a:gdLst>
                <a:gd name="T0" fmla="*/ 47 w 53"/>
                <a:gd name="T1" fmla="*/ 0 h 94"/>
                <a:gd name="T2" fmla="*/ 53 w 53"/>
                <a:gd name="T3" fmla="*/ 3 h 94"/>
                <a:gd name="T4" fmla="*/ 6 w 53"/>
                <a:gd name="T5" fmla="*/ 94 h 94"/>
                <a:gd name="T6" fmla="*/ 0 w 53"/>
                <a:gd name="T7" fmla="*/ 91 h 94"/>
                <a:gd name="T8" fmla="*/ 47 w 53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94">
                  <a:moveTo>
                    <a:pt x="47" y="0"/>
                  </a:moveTo>
                  <a:lnTo>
                    <a:pt x="53" y="3"/>
                  </a:lnTo>
                  <a:lnTo>
                    <a:pt x="6" y="94"/>
                  </a:lnTo>
                  <a:lnTo>
                    <a:pt x="0" y="91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1" name="Группа 480"/>
          <p:cNvGrpSpPr/>
          <p:nvPr/>
        </p:nvGrpSpPr>
        <p:grpSpPr>
          <a:xfrm>
            <a:off x="2074684" y="2835735"/>
            <a:ext cx="302560" cy="303967"/>
            <a:chOff x="2074684" y="2835735"/>
            <a:chExt cx="302560" cy="303967"/>
          </a:xfrm>
          <a:solidFill>
            <a:schemeClr val="tx1"/>
          </a:solidFill>
        </p:grpSpPr>
        <p:sp>
          <p:nvSpPr>
            <p:cNvPr id="372" name="Freeform 379"/>
            <p:cNvSpPr>
              <a:spLocks noEditPoints="1"/>
            </p:cNvSpPr>
            <p:nvPr/>
          </p:nvSpPr>
          <p:spPr bwMode="auto">
            <a:xfrm>
              <a:off x="2074684" y="2835735"/>
              <a:ext cx="302560" cy="303967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9 h 256"/>
                <a:gd name="T4" fmla="*/ 0 w 256"/>
                <a:gd name="T5" fmla="*/ 128 h 256"/>
                <a:gd name="T6" fmla="*/ 38 w 256"/>
                <a:gd name="T7" fmla="*/ 38 h 256"/>
                <a:gd name="T8" fmla="*/ 128 w 256"/>
                <a:gd name="T9" fmla="*/ 0 h 256"/>
                <a:gd name="T10" fmla="*/ 219 w 256"/>
                <a:gd name="T11" fmla="*/ 38 h 256"/>
                <a:gd name="T12" fmla="*/ 256 w 256"/>
                <a:gd name="T13" fmla="*/ 128 h 256"/>
                <a:gd name="T14" fmla="*/ 219 w 256"/>
                <a:gd name="T15" fmla="*/ 219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9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8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5" y="13"/>
                    <a:pt x="219" y="38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9"/>
                  </a:cubicBezTo>
                  <a:cubicBezTo>
                    <a:pt x="195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1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6"/>
                    <a:pt x="96" y="248"/>
                    <a:pt x="128" y="248"/>
                  </a:cubicBezTo>
                  <a:cubicBezTo>
                    <a:pt x="160" y="248"/>
                    <a:pt x="190" y="236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1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3" name="Rectangle 380"/>
            <p:cNvSpPr>
              <a:spLocks noChangeArrowheads="1"/>
            </p:cNvSpPr>
            <p:nvPr/>
          </p:nvSpPr>
          <p:spPr bwMode="auto">
            <a:xfrm>
              <a:off x="2183043" y="2911726"/>
              <a:ext cx="9851" cy="1519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4" name="Freeform 381"/>
            <p:cNvSpPr>
              <a:spLocks/>
            </p:cNvSpPr>
            <p:nvPr/>
          </p:nvSpPr>
          <p:spPr bwMode="auto">
            <a:xfrm>
              <a:off x="2164748" y="2910319"/>
              <a:ext cx="112580" cy="95693"/>
            </a:xfrm>
            <a:custGeom>
              <a:avLst/>
              <a:gdLst>
                <a:gd name="T0" fmla="*/ 52 w 96"/>
                <a:gd name="T1" fmla="*/ 82 h 82"/>
                <a:gd name="T2" fmla="*/ 48 w 96"/>
                <a:gd name="T3" fmla="*/ 82 h 82"/>
                <a:gd name="T4" fmla="*/ 0 w 96"/>
                <a:gd name="T5" fmla="*/ 82 h 82"/>
                <a:gd name="T6" fmla="*/ 0 w 96"/>
                <a:gd name="T7" fmla="*/ 74 h 82"/>
                <a:gd name="T8" fmla="*/ 48 w 96"/>
                <a:gd name="T9" fmla="*/ 74 h 82"/>
                <a:gd name="T10" fmla="*/ 79 w 96"/>
                <a:gd name="T11" fmla="*/ 65 h 82"/>
                <a:gd name="T12" fmla="*/ 88 w 96"/>
                <a:gd name="T13" fmla="*/ 42 h 82"/>
                <a:gd name="T14" fmla="*/ 79 w 96"/>
                <a:gd name="T15" fmla="*/ 19 h 82"/>
                <a:gd name="T16" fmla="*/ 49 w 96"/>
                <a:gd name="T17" fmla="*/ 10 h 82"/>
                <a:gd name="T18" fmla="*/ 20 w 96"/>
                <a:gd name="T19" fmla="*/ 10 h 82"/>
                <a:gd name="T20" fmla="*/ 20 w 96"/>
                <a:gd name="T21" fmla="*/ 2 h 82"/>
                <a:gd name="T22" fmla="*/ 48 w 96"/>
                <a:gd name="T23" fmla="*/ 2 h 82"/>
                <a:gd name="T24" fmla="*/ 85 w 96"/>
                <a:gd name="T25" fmla="*/ 13 h 82"/>
                <a:gd name="T26" fmla="*/ 96 w 96"/>
                <a:gd name="T27" fmla="*/ 42 h 82"/>
                <a:gd name="T28" fmla="*/ 85 w 96"/>
                <a:gd name="T29" fmla="*/ 71 h 82"/>
                <a:gd name="T30" fmla="*/ 52 w 96"/>
                <a:gd name="T3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6" h="82">
                  <a:moveTo>
                    <a:pt x="52" y="82"/>
                  </a:moveTo>
                  <a:cubicBezTo>
                    <a:pt x="49" y="82"/>
                    <a:pt x="48" y="82"/>
                    <a:pt x="48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9" y="74"/>
                    <a:pt x="68" y="76"/>
                    <a:pt x="79" y="65"/>
                  </a:cubicBezTo>
                  <a:cubicBezTo>
                    <a:pt x="85" y="60"/>
                    <a:pt x="88" y="52"/>
                    <a:pt x="88" y="42"/>
                  </a:cubicBezTo>
                  <a:cubicBezTo>
                    <a:pt x="88" y="32"/>
                    <a:pt x="85" y="24"/>
                    <a:pt x="79" y="19"/>
                  </a:cubicBezTo>
                  <a:cubicBezTo>
                    <a:pt x="68" y="8"/>
                    <a:pt x="49" y="10"/>
                    <a:pt x="4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71" y="0"/>
                    <a:pt x="85" y="13"/>
                  </a:cubicBezTo>
                  <a:cubicBezTo>
                    <a:pt x="92" y="20"/>
                    <a:pt x="96" y="30"/>
                    <a:pt x="96" y="42"/>
                  </a:cubicBezTo>
                  <a:cubicBezTo>
                    <a:pt x="96" y="54"/>
                    <a:pt x="92" y="64"/>
                    <a:pt x="85" y="71"/>
                  </a:cubicBezTo>
                  <a:cubicBezTo>
                    <a:pt x="74" y="81"/>
                    <a:pt x="59" y="82"/>
                    <a:pt x="52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5" name="Rectangle 382"/>
            <p:cNvSpPr>
              <a:spLocks noChangeArrowheads="1"/>
            </p:cNvSpPr>
            <p:nvPr/>
          </p:nvSpPr>
          <p:spPr bwMode="auto">
            <a:xfrm>
              <a:off x="2164748" y="3025714"/>
              <a:ext cx="60512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2" name="Группа 481"/>
          <p:cNvGrpSpPr/>
          <p:nvPr/>
        </p:nvGrpSpPr>
        <p:grpSpPr>
          <a:xfrm>
            <a:off x="2467308" y="2835735"/>
            <a:ext cx="302560" cy="303967"/>
            <a:chOff x="2467308" y="2835735"/>
            <a:chExt cx="302560" cy="303967"/>
          </a:xfrm>
          <a:solidFill>
            <a:schemeClr val="tx1"/>
          </a:solidFill>
        </p:grpSpPr>
        <p:sp>
          <p:nvSpPr>
            <p:cNvPr id="376" name="Freeform 383"/>
            <p:cNvSpPr>
              <a:spLocks noEditPoints="1"/>
            </p:cNvSpPr>
            <p:nvPr/>
          </p:nvSpPr>
          <p:spPr bwMode="auto">
            <a:xfrm>
              <a:off x="2467308" y="2835735"/>
              <a:ext cx="302560" cy="303967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9 h 256"/>
                <a:gd name="T4" fmla="*/ 0 w 256"/>
                <a:gd name="T5" fmla="*/ 128 h 256"/>
                <a:gd name="T6" fmla="*/ 38 w 256"/>
                <a:gd name="T7" fmla="*/ 38 h 256"/>
                <a:gd name="T8" fmla="*/ 128 w 256"/>
                <a:gd name="T9" fmla="*/ 0 h 256"/>
                <a:gd name="T10" fmla="*/ 219 w 256"/>
                <a:gd name="T11" fmla="*/ 38 h 256"/>
                <a:gd name="T12" fmla="*/ 256 w 256"/>
                <a:gd name="T13" fmla="*/ 128 h 256"/>
                <a:gd name="T14" fmla="*/ 219 w 256"/>
                <a:gd name="T15" fmla="*/ 219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9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8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8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9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1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6"/>
                    <a:pt x="96" y="248"/>
                    <a:pt x="128" y="248"/>
                  </a:cubicBezTo>
                  <a:cubicBezTo>
                    <a:pt x="160" y="248"/>
                    <a:pt x="191" y="236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1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7" name="Freeform 384"/>
            <p:cNvSpPr>
              <a:spLocks/>
            </p:cNvSpPr>
            <p:nvPr/>
          </p:nvSpPr>
          <p:spPr bwMode="auto">
            <a:xfrm>
              <a:off x="2561593" y="2911726"/>
              <a:ext cx="94286" cy="164649"/>
            </a:xfrm>
            <a:custGeom>
              <a:avLst/>
              <a:gdLst>
                <a:gd name="T0" fmla="*/ 62 w 80"/>
                <a:gd name="T1" fmla="*/ 139 h 139"/>
                <a:gd name="T2" fmla="*/ 0 w 80"/>
                <a:gd name="T3" fmla="*/ 82 h 139"/>
                <a:gd name="T4" fmla="*/ 0 w 80"/>
                <a:gd name="T5" fmla="*/ 72 h 139"/>
                <a:gd name="T6" fmla="*/ 32 w 80"/>
                <a:gd name="T7" fmla="*/ 72 h 139"/>
                <a:gd name="T8" fmla="*/ 64 w 80"/>
                <a:gd name="T9" fmla="*/ 63 h 139"/>
                <a:gd name="T10" fmla="*/ 72 w 80"/>
                <a:gd name="T11" fmla="*/ 40 h 139"/>
                <a:gd name="T12" fmla="*/ 53 w 80"/>
                <a:gd name="T13" fmla="*/ 12 h 139"/>
                <a:gd name="T14" fmla="*/ 32 w 80"/>
                <a:gd name="T15" fmla="*/ 8 h 139"/>
                <a:gd name="T16" fmla="*/ 0 w 80"/>
                <a:gd name="T17" fmla="*/ 8 h 139"/>
                <a:gd name="T18" fmla="*/ 0 w 80"/>
                <a:gd name="T19" fmla="*/ 0 h 139"/>
                <a:gd name="T20" fmla="*/ 32 w 80"/>
                <a:gd name="T21" fmla="*/ 0 h 139"/>
                <a:gd name="T22" fmla="*/ 80 w 80"/>
                <a:gd name="T23" fmla="*/ 40 h 139"/>
                <a:gd name="T24" fmla="*/ 69 w 80"/>
                <a:gd name="T25" fmla="*/ 69 h 139"/>
                <a:gd name="T26" fmla="*/ 32 w 80"/>
                <a:gd name="T27" fmla="*/ 80 h 139"/>
                <a:gd name="T28" fmla="*/ 10 w 80"/>
                <a:gd name="T29" fmla="*/ 80 h 139"/>
                <a:gd name="T30" fmla="*/ 67 w 80"/>
                <a:gd name="T31" fmla="*/ 133 h 139"/>
                <a:gd name="T32" fmla="*/ 62 w 80"/>
                <a:gd name="T3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139">
                  <a:moveTo>
                    <a:pt x="62" y="139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3" y="72"/>
                    <a:pt x="52" y="74"/>
                    <a:pt x="64" y="63"/>
                  </a:cubicBezTo>
                  <a:cubicBezTo>
                    <a:pt x="69" y="58"/>
                    <a:pt x="72" y="50"/>
                    <a:pt x="72" y="40"/>
                  </a:cubicBezTo>
                  <a:cubicBezTo>
                    <a:pt x="72" y="27"/>
                    <a:pt x="66" y="18"/>
                    <a:pt x="53" y="12"/>
                  </a:cubicBezTo>
                  <a:cubicBezTo>
                    <a:pt x="43" y="8"/>
                    <a:pt x="32" y="8"/>
                    <a:pt x="3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49" y="0"/>
                    <a:pt x="80" y="8"/>
                    <a:pt x="80" y="40"/>
                  </a:cubicBezTo>
                  <a:cubicBezTo>
                    <a:pt x="80" y="52"/>
                    <a:pt x="76" y="62"/>
                    <a:pt x="69" y="69"/>
                  </a:cubicBezTo>
                  <a:cubicBezTo>
                    <a:pt x="55" y="82"/>
                    <a:pt x="33" y="80"/>
                    <a:pt x="32" y="80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67" y="133"/>
                    <a:pt x="67" y="133"/>
                    <a:pt x="67" y="133"/>
                  </a:cubicBezTo>
                  <a:lnTo>
                    <a:pt x="62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8" name="Rectangle 385"/>
            <p:cNvSpPr>
              <a:spLocks noChangeArrowheads="1"/>
            </p:cNvSpPr>
            <p:nvPr/>
          </p:nvSpPr>
          <p:spPr bwMode="auto">
            <a:xfrm>
              <a:off x="2561593" y="2911726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9" name="Rectangle 386"/>
            <p:cNvSpPr>
              <a:spLocks noChangeArrowheads="1"/>
            </p:cNvSpPr>
            <p:nvPr/>
          </p:nvSpPr>
          <p:spPr bwMode="auto">
            <a:xfrm>
              <a:off x="2561593" y="2939872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7" name="Группа 506"/>
          <p:cNvGrpSpPr/>
          <p:nvPr/>
        </p:nvGrpSpPr>
        <p:grpSpPr>
          <a:xfrm>
            <a:off x="2074684" y="3640684"/>
            <a:ext cx="302560" cy="265971"/>
            <a:chOff x="2074684" y="3640684"/>
            <a:chExt cx="302560" cy="265971"/>
          </a:xfrm>
          <a:solidFill>
            <a:schemeClr val="tx1"/>
          </a:solidFill>
        </p:grpSpPr>
        <p:sp>
          <p:nvSpPr>
            <p:cNvPr id="380" name="Freeform 387"/>
            <p:cNvSpPr>
              <a:spLocks noEditPoints="1"/>
            </p:cNvSpPr>
            <p:nvPr/>
          </p:nvSpPr>
          <p:spPr bwMode="auto">
            <a:xfrm>
              <a:off x="2074684" y="3640684"/>
              <a:ext cx="302560" cy="265971"/>
            </a:xfrm>
            <a:custGeom>
              <a:avLst/>
              <a:gdLst>
                <a:gd name="T0" fmla="*/ 215 w 215"/>
                <a:gd name="T1" fmla="*/ 189 h 189"/>
                <a:gd name="T2" fmla="*/ 0 w 215"/>
                <a:gd name="T3" fmla="*/ 189 h 189"/>
                <a:gd name="T4" fmla="*/ 0 w 215"/>
                <a:gd name="T5" fmla="*/ 0 h 189"/>
                <a:gd name="T6" fmla="*/ 215 w 215"/>
                <a:gd name="T7" fmla="*/ 0 h 189"/>
                <a:gd name="T8" fmla="*/ 215 w 215"/>
                <a:gd name="T9" fmla="*/ 189 h 189"/>
                <a:gd name="T10" fmla="*/ 7 w 215"/>
                <a:gd name="T11" fmla="*/ 182 h 189"/>
                <a:gd name="T12" fmla="*/ 208 w 215"/>
                <a:gd name="T13" fmla="*/ 182 h 189"/>
                <a:gd name="T14" fmla="*/ 208 w 215"/>
                <a:gd name="T15" fmla="*/ 7 h 189"/>
                <a:gd name="T16" fmla="*/ 7 w 215"/>
                <a:gd name="T17" fmla="*/ 7 h 189"/>
                <a:gd name="T18" fmla="*/ 7 w 215"/>
                <a:gd name="T19" fmla="*/ 18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189">
                  <a:moveTo>
                    <a:pt x="215" y="189"/>
                  </a:moveTo>
                  <a:lnTo>
                    <a:pt x="0" y="189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189"/>
                  </a:lnTo>
                  <a:close/>
                  <a:moveTo>
                    <a:pt x="7" y="182"/>
                  </a:moveTo>
                  <a:lnTo>
                    <a:pt x="208" y="182"/>
                  </a:lnTo>
                  <a:lnTo>
                    <a:pt x="208" y="7"/>
                  </a:lnTo>
                  <a:lnTo>
                    <a:pt x="7" y="7"/>
                  </a:lnTo>
                  <a:lnTo>
                    <a:pt x="7" y="1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1" name="Freeform 388"/>
            <p:cNvSpPr>
              <a:spLocks noEditPoints="1"/>
            </p:cNvSpPr>
            <p:nvPr/>
          </p:nvSpPr>
          <p:spPr bwMode="auto">
            <a:xfrm>
              <a:off x="2121124" y="3668829"/>
              <a:ext cx="227975" cy="208274"/>
            </a:xfrm>
            <a:custGeom>
              <a:avLst/>
              <a:gdLst>
                <a:gd name="T0" fmla="*/ 162 w 162"/>
                <a:gd name="T1" fmla="*/ 148 h 148"/>
                <a:gd name="T2" fmla="*/ 0 w 162"/>
                <a:gd name="T3" fmla="*/ 148 h 148"/>
                <a:gd name="T4" fmla="*/ 0 w 162"/>
                <a:gd name="T5" fmla="*/ 0 h 148"/>
                <a:gd name="T6" fmla="*/ 162 w 162"/>
                <a:gd name="T7" fmla="*/ 0 h 148"/>
                <a:gd name="T8" fmla="*/ 162 w 162"/>
                <a:gd name="T9" fmla="*/ 148 h 148"/>
                <a:gd name="T10" fmla="*/ 7 w 162"/>
                <a:gd name="T11" fmla="*/ 142 h 148"/>
                <a:gd name="T12" fmla="*/ 155 w 162"/>
                <a:gd name="T13" fmla="*/ 142 h 148"/>
                <a:gd name="T14" fmla="*/ 155 w 162"/>
                <a:gd name="T15" fmla="*/ 7 h 148"/>
                <a:gd name="T16" fmla="*/ 7 w 162"/>
                <a:gd name="T17" fmla="*/ 7 h 148"/>
                <a:gd name="T18" fmla="*/ 7 w 162"/>
                <a:gd name="T19" fmla="*/ 14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148">
                  <a:moveTo>
                    <a:pt x="162" y="148"/>
                  </a:moveTo>
                  <a:lnTo>
                    <a:pt x="0" y="148"/>
                  </a:lnTo>
                  <a:lnTo>
                    <a:pt x="0" y="0"/>
                  </a:lnTo>
                  <a:lnTo>
                    <a:pt x="162" y="0"/>
                  </a:lnTo>
                  <a:lnTo>
                    <a:pt x="162" y="148"/>
                  </a:lnTo>
                  <a:close/>
                  <a:moveTo>
                    <a:pt x="7" y="142"/>
                  </a:moveTo>
                  <a:lnTo>
                    <a:pt x="155" y="142"/>
                  </a:lnTo>
                  <a:lnTo>
                    <a:pt x="155" y="7"/>
                  </a:lnTo>
                  <a:lnTo>
                    <a:pt x="7" y="7"/>
                  </a:lnTo>
                  <a:lnTo>
                    <a:pt x="7" y="1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2" name="Rectangle 389"/>
            <p:cNvSpPr>
              <a:spLocks noChangeArrowheads="1"/>
            </p:cNvSpPr>
            <p:nvPr/>
          </p:nvSpPr>
          <p:spPr bwMode="auto">
            <a:xfrm>
              <a:off x="2102829" y="3698381"/>
              <a:ext cx="2814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3" name="Rectangle 390"/>
            <p:cNvSpPr>
              <a:spLocks noChangeArrowheads="1"/>
            </p:cNvSpPr>
            <p:nvPr/>
          </p:nvSpPr>
          <p:spPr bwMode="auto">
            <a:xfrm>
              <a:off x="2102829" y="3744821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4" name="Rectangle 391"/>
            <p:cNvSpPr>
              <a:spLocks noChangeArrowheads="1"/>
            </p:cNvSpPr>
            <p:nvPr/>
          </p:nvSpPr>
          <p:spPr bwMode="auto">
            <a:xfrm>
              <a:off x="2102829" y="3792667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5" name="Rectangle 392"/>
            <p:cNvSpPr>
              <a:spLocks noChangeArrowheads="1"/>
            </p:cNvSpPr>
            <p:nvPr/>
          </p:nvSpPr>
          <p:spPr bwMode="auto">
            <a:xfrm>
              <a:off x="2102829" y="3839106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6" name="Freeform 393"/>
            <p:cNvSpPr>
              <a:spLocks noEditPoints="1"/>
            </p:cNvSpPr>
            <p:nvPr/>
          </p:nvSpPr>
          <p:spPr bwMode="auto">
            <a:xfrm>
              <a:off x="2263256" y="3754671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1" y="24"/>
                    <a:pt x="24" y="21"/>
                    <a:pt x="24" y="16"/>
                  </a:cubicBezTo>
                  <a:cubicBezTo>
                    <a:pt x="24" y="12"/>
                    <a:pt x="2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7" name="Freeform 394"/>
            <p:cNvSpPr>
              <a:spLocks noEditPoints="1"/>
            </p:cNvSpPr>
            <p:nvPr/>
          </p:nvSpPr>
          <p:spPr bwMode="auto">
            <a:xfrm>
              <a:off x="2235111" y="3726526"/>
              <a:ext cx="94286" cy="94286"/>
            </a:xfrm>
            <a:custGeom>
              <a:avLst/>
              <a:gdLst>
                <a:gd name="T0" fmla="*/ 40 w 80"/>
                <a:gd name="T1" fmla="*/ 80 h 80"/>
                <a:gd name="T2" fmla="*/ 0 w 80"/>
                <a:gd name="T3" fmla="*/ 40 h 80"/>
                <a:gd name="T4" fmla="*/ 40 w 80"/>
                <a:gd name="T5" fmla="*/ 0 h 80"/>
                <a:gd name="T6" fmla="*/ 80 w 80"/>
                <a:gd name="T7" fmla="*/ 40 h 80"/>
                <a:gd name="T8" fmla="*/ 40 w 80"/>
                <a:gd name="T9" fmla="*/ 80 h 80"/>
                <a:gd name="T10" fmla="*/ 40 w 80"/>
                <a:gd name="T11" fmla="*/ 8 h 80"/>
                <a:gd name="T12" fmla="*/ 8 w 80"/>
                <a:gd name="T13" fmla="*/ 40 h 80"/>
                <a:gd name="T14" fmla="*/ 40 w 80"/>
                <a:gd name="T15" fmla="*/ 72 h 80"/>
                <a:gd name="T16" fmla="*/ 72 w 80"/>
                <a:gd name="T17" fmla="*/ 40 h 80"/>
                <a:gd name="T18" fmla="*/ 40 w 80"/>
                <a:gd name="T19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80">
                  <a:moveTo>
                    <a:pt x="40" y="80"/>
                  </a:move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2" y="0"/>
                    <a:pt x="80" y="18"/>
                    <a:pt x="80" y="40"/>
                  </a:cubicBezTo>
                  <a:cubicBezTo>
                    <a:pt x="80" y="62"/>
                    <a:pt x="62" y="80"/>
                    <a:pt x="40" y="80"/>
                  </a:cubicBezTo>
                  <a:close/>
                  <a:moveTo>
                    <a:pt x="40" y="8"/>
                  </a:moveTo>
                  <a:cubicBezTo>
                    <a:pt x="23" y="8"/>
                    <a:pt x="8" y="23"/>
                    <a:pt x="8" y="40"/>
                  </a:cubicBezTo>
                  <a:cubicBezTo>
                    <a:pt x="8" y="58"/>
                    <a:pt x="23" y="72"/>
                    <a:pt x="40" y="72"/>
                  </a:cubicBezTo>
                  <a:cubicBezTo>
                    <a:pt x="58" y="72"/>
                    <a:pt x="72" y="58"/>
                    <a:pt x="72" y="40"/>
                  </a:cubicBezTo>
                  <a:cubicBezTo>
                    <a:pt x="72" y="23"/>
                    <a:pt x="58" y="8"/>
                    <a:pt x="4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8" name="Rectangle 395"/>
            <p:cNvSpPr>
              <a:spLocks noChangeArrowheads="1"/>
            </p:cNvSpPr>
            <p:nvPr/>
          </p:nvSpPr>
          <p:spPr bwMode="auto">
            <a:xfrm>
              <a:off x="2240740" y="3768743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9" name="Rectangle 396"/>
            <p:cNvSpPr>
              <a:spLocks noChangeArrowheads="1"/>
            </p:cNvSpPr>
            <p:nvPr/>
          </p:nvSpPr>
          <p:spPr bwMode="auto">
            <a:xfrm>
              <a:off x="2277328" y="3730748"/>
              <a:ext cx="9851" cy="2814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0" name="Rectangle 397"/>
            <p:cNvSpPr>
              <a:spLocks noChangeArrowheads="1"/>
            </p:cNvSpPr>
            <p:nvPr/>
          </p:nvSpPr>
          <p:spPr bwMode="auto">
            <a:xfrm>
              <a:off x="2297030" y="3768743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1" name="Rectangle 398"/>
            <p:cNvSpPr>
              <a:spLocks noChangeArrowheads="1"/>
            </p:cNvSpPr>
            <p:nvPr/>
          </p:nvSpPr>
          <p:spPr bwMode="auto">
            <a:xfrm>
              <a:off x="2277328" y="3787038"/>
              <a:ext cx="9851" cy="2955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2" name="Freeform 399"/>
            <p:cNvSpPr>
              <a:spLocks/>
            </p:cNvSpPr>
            <p:nvPr/>
          </p:nvSpPr>
          <p:spPr bwMode="auto">
            <a:xfrm>
              <a:off x="2288586" y="3780001"/>
              <a:ext cx="26738" cy="25331"/>
            </a:xfrm>
            <a:custGeom>
              <a:avLst/>
              <a:gdLst>
                <a:gd name="T0" fmla="*/ 5 w 19"/>
                <a:gd name="T1" fmla="*/ 0 h 18"/>
                <a:gd name="T2" fmla="*/ 19 w 19"/>
                <a:gd name="T3" fmla="*/ 13 h 18"/>
                <a:gd name="T4" fmla="*/ 13 w 19"/>
                <a:gd name="T5" fmla="*/ 18 h 18"/>
                <a:gd name="T6" fmla="*/ 0 w 19"/>
                <a:gd name="T7" fmla="*/ 5 h 18"/>
                <a:gd name="T8" fmla="*/ 5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5" y="0"/>
                  </a:moveTo>
                  <a:lnTo>
                    <a:pt x="19" y="13"/>
                  </a:lnTo>
                  <a:lnTo>
                    <a:pt x="13" y="18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3" name="Freeform 400"/>
            <p:cNvSpPr>
              <a:spLocks/>
            </p:cNvSpPr>
            <p:nvPr/>
          </p:nvSpPr>
          <p:spPr bwMode="auto">
            <a:xfrm>
              <a:off x="2288586" y="3742006"/>
              <a:ext cx="26738" cy="25331"/>
            </a:xfrm>
            <a:custGeom>
              <a:avLst/>
              <a:gdLst>
                <a:gd name="T0" fmla="*/ 13 w 19"/>
                <a:gd name="T1" fmla="*/ 0 h 18"/>
                <a:gd name="T2" fmla="*/ 19 w 19"/>
                <a:gd name="T3" fmla="*/ 5 h 18"/>
                <a:gd name="T4" fmla="*/ 5 w 19"/>
                <a:gd name="T5" fmla="*/ 18 h 18"/>
                <a:gd name="T6" fmla="*/ 0 w 19"/>
                <a:gd name="T7" fmla="*/ 13 h 18"/>
                <a:gd name="T8" fmla="*/ 13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13" y="0"/>
                  </a:moveTo>
                  <a:lnTo>
                    <a:pt x="19" y="5"/>
                  </a:lnTo>
                  <a:lnTo>
                    <a:pt x="5" y="18"/>
                  </a:lnTo>
                  <a:lnTo>
                    <a:pt x="0" y="13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4" name="Freeform 401"/>
            <p:cNvSpPr>
              <a:spLocks/>
            </p:cNvSpPr>
            <p:nvPr/>
          </p:nvSpPr>
          <p:spPr bwMode="auto">
            <a:xfrm>
              <a:off x="2250591" y="3742006"/>
              <a:ext cx="26738" cy="25331"/>
            </a:xfrm>
            <a:custGeom>
              <a:avLst/>
              <a:gdLst>
                <a:gd name="T0" fmla="*/ 5 w 19"/>
                <a:gd name="T1" fmla="*/ 0 h 18"/>
                <a:gd name="T2" fmla="*/ 19 w 19"/>
                <a:gd name="T3" fmla="*/ 13 h 18"/>
                <a:gd name="T4" fmla="*/ 14 w 19"/>
                <a:gd name="T5" fmla="*/ 18 h 18"/>
                <a:gd name="T6" fmla="*/ 0 w 19"/>
                <a:gd name="T7" fmla="*/ 5 h 18"/>
                <a:gd name="T8" fmla="*/ 5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5" y="0"/>
                  </a:moveTo>
                  <a:lnTo>
                    <a:pt x="19" y="13"/>
                  </a:lnTo>
                  <a:lnTo>
                    <a:pt x="14" y="18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5" name="Freeform 402"/>
            <p:cNvSpPr>
              <a:spLocks/>
            </p:cNvSpPr>
            <p:nvPr/>
          </p:nvSpPr>
          <p:spPr bwMode="auto">
            <a:xfrm>
              <a:off x="2250591" y="3780001"/>
              <a:ext cx="26738" cy="25331"/>
            </a:xfrm>
            <a:custGeom>
              <a:avLst/>
              <a:gdLst>
                <a:gd name="T0" fmla="*/ 14 w 19"/>
                <a:gd name="T1" fmla="*/ 0 h 18"/>
                <a:gd name="T2" fmla="*/ 19 w 19"/>
                <a:gd name="T3" fmla="*/ 5 h 18"/>
                <a:gd name="T4" fmla="*/ 5 w 19"/>
                <a:gd name="T5" fmla="*/ 18 h 18"/>
                <a:gd name="T6" fmla="*/ 0 w 19"/>
                <a:gd name="T7" fmla="*/ 13 h 18"/>
                <a:gd name="T8" fmla="*/ 14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14" y="0"/>
                  </a:moveTo>
                  <a:lnTo>
                    <a:pt x="19" y="5"/>
                  </a:lnTo>
                  <a:lnTo>
                    <a:pt x="5" y="18"/>
                  </a:lnTo>
                  <a:lnTo>
                    <a:pt x="0" y="13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3" name="Группа 502"/>
          <p:cNvGrpSpPr/>
          <p:nvPr/>
        </p:nvGrpSpPr>
        <p:grpSpPr>
          <a:xfrm>
            <a:off x="5609705" y="3228358"/>
            <a:ext cx="305374" cy="305374"/>
            <a:chOff x="5609705" y="3228358"/>
            <a:chExt cx="305374" cy="305374"/>
          </a:xfrm>
          <a:solidFill>
            <a:schemeClr val="tx1"/>
          </a:solidFill>
        </p:grpSpPr>
        <p:sp>
          <p:nvSpPr>
            <p:cNvPr id="396" name="Freeform 403"/>
            <p:cNvSpPr>
              <a:spLocks noEditPoints="1"/>
            </p:cNvSpPr>
            <p:nvPr/>
          </p:nvSpPr>
          <p:spPr bwMode="auto">
            <a:xfrm>
              <a:off x="5609705" y="3228358"/>
              <a:ext cx="305374" cy="305374"/>
            </a:xfrm>
            <a:custGeom>
              <a:avLst/>
              <a:gdLst>
                <a:gd name="T0" fmla="*/ 131 w 217"/>
                <a:gd name="T1" fmla="*/ 217 h 217"/>
                <a:gd name="T2" fmla="*/ 0 w 217"/>
                <a:gd name="T3" fmla="*/ 86 h 217"/>
                <a:gd name="T4" fmla="*/ 0 w 217"/>
                <a:gd name="T5" fmla="*/ 0 h 217"/>
                <a:gd name="T6" fmla="*/ 85 w 217"/>
                <a:gd name="T7" fmla="*/ 0 h 217"/>
                <a:gd name="T8" fmla="*/ 217 w 217"/>
                <a:gd name="T9" fmla="*/ 131 h 217"/>
                <a:gd name="T10" fmla="*/ 131 w 217"/>
                <a:gd name="T11" fmla="*/ 217 h 217"/>
                <a:gd name="T12" fmla="*/ 6 w 217"/>
                <a:gd name="T13" fmla="*/ 83 h 217"/>
                <a:gd name="T14" fmla="*/ 131 w 217"/>
                <a:gd name="T15" fmla="*/ 207 h 217"/>
                <a:gd name="T16" fmla="*/ 207 w 217"/>
                <a:gd name="T17" fmla="*/ 131 h 217"/>
                <a:gd name="T18" fmla="*/ 83 w 217"/>
                <a:gd name="T19" fmla="*/ 6 h 217"/>
                <a:gd name="T20" fmla="*/ 6 w 217"/>
                <a:gd name="T21" fmla="*/ 6 h 217"/>
                <a:gd name="T22" fmla="*/ 6 w 217"/>
                <a:gd name="T23" fmla="*/ 83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7" h="217">
                  <a:moveTo>
                    <a:pt x="131" y="217"/>
                  </a:moveTo>
                  <a:lnTo>
                    <a:pt x="0" y="86"/>
                  </a:lnTo>
                  <a:lnTo>
                    <a:pt x="0" y="0"/>
                  </a:lnTo>
                  <a:lnTo>
                    <a:pt x="85" y="0"/>
                  </a:lnTo>
                  <a:lnTo>
                    <a:pt x="217" y="131"/>
                  </a:lnTo>
                  <a:lnTo>
                    <a:pt x="131" y="217"/>
                  </a:lnTo>
                  <a:close/>
                  <a:moveTo>
                    <a:pt x="6" y="83"/>
                  </a:moveTo>
                  <a:lnTo>
                    <a:pt x="131" y="207"/>
                  </a:lnTo>
                  <a:lnTo>
                    <a:pt x="207" y="131"/>
                  </a:lnTo>
                  <a:lnTo>
                    <a:pt x="83" y="6"/>
                  </a:lnTo>
                  <a:lnTo>
                    <a:pt x="6" y="6"/>
                  </a:lnTo>
                  <a:lnTo>
                    <a:pt x="6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7" name="Freeform 404"/>
            <p:cNvSpPr>
              <a:spLocks noEditPoints="1"/>
            </p:cNvSpPr>
            <p:nvPr/>
          </p:nvSpPr>
          <p:spPr bwMode="auto">
            <a:xfrm>
              <a:off x="5656145" y="32747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4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44" y="0"/>
                    <a:pt x="56" y="13"/>
                    <a:pt x="56" y="28"/>
                  </a:cubicBezTo>
                  <a:cubicBezTo>
                    <a:pt x="56" y="44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40" y="48"/>
                    <a:pt x="48" y="39"/>
                    <a:pt x="48" y="28"/>
                  </a:cubicBezTo>
                  <a:cubicBezTo>
                    <a:pt x="48" y="17"/>
                    <a:pt x="40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4" name="Группа 503"/>
          <p:cNvGrpSpPr/>
          <p:nvPr/>
        </p:nvGrpSpPr>
        <p:grpSpPr>
          <a:xfrm>
            <a:off x="6003736" y="3246653"/>
            <a:ext cx="303967" cy="267378"/>
            <a:chOff x="6003736" y="3246653"/>
            <a:chExt cx="303967" cy="267378"/>
          </a:xfrm>
          <a:solidFill>
            <a:schemeClr val="tx1"/>
          </a:solidFill>
        </p:grpSpPr>
        <p:sp>
          <p:nvSpPr>
            <p:cNvPr id="398" name="Freeform 405"/>
            <p:cNvSpPr>
              <a:spLocks noEditPoints="1"/>
            </p:cNvSpPr>
            <p:nvPr/>
          </p:nvSpPr>
          <p:spPr bwMode="auto">
            <a:xfrm>
              <a:off x="6003736" y="3246653"/>
              <a:ext cx="265971" cy="267378"/>
            </a:xfrm>
            <a:custGeom>
              <a:avLst/>
              <a:gdLst>
                <a:gd name="T0" fmla="*/ 114 w 189"/>
                <a:gd name="T1" fmla="*/ 190 h 190"/>
                <a:gd name="T2" fmla="*/ 0 w 189"/>
                <a:gd name="T3" fmla="*/ 76 h 190"/>
                <a:gd name="T4" fmla="*/ 0 w 189"/>
                <a:gd name="T5" fmla="*/ 0 h 190"/>
                <a:gd name="T6" fmla="*/ 74 w 189"/>
                <a:gd name="T7" fmla="*/ 0 h 190"/>
                <a:gd name="T8" fmla="*/ 189 w 189"/>
                <a:gd name="T9" fmla="*/ 115 h 190"/>
                <a:gd name="T10" fmla="*/ 114 w 189"/>
                <a:gd name="T11" fmla="*/ 190 h 190"/>
                <a:gd name="T12" fmla="*/ 6 w 189"/>
                <a:gd name="T13" fmla="*/ 73 h 190"/>
                <a:gd name="T14" fmla="*/ 114 w 189"/>
                <a:gd name="T15" fmla="*/ 181 h 190"/>
                <a:gd name="T16" fmla="*/ 179 w 189"/>
                <a:gd name="T17" fmla="*/ 115 h 190"/>
                <a:gd name="T18" fmla="*/ 72 w 189"/>
                <a:gd name="T19" fmla="*/ 7 h 190"/>
                <a:gd name="T20" fmla="*/ 6 w 189"/>
                <a:gd name="T21" fmla="*/ 7 h 190"/>
                <a:gd name="T22" fmla="*/ 6 w 189"/>
                <a:gd name="T23" fmla="*/ 7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190">
                  <a:moveTo>
                    <a:pt x="114" y="190"/>
                  </a:moveTo>
                  <a:lnTo>
                    <a:pt x="0" y="76"/>
                  </a:lnTo>
                  <a:lnTo>
                    <a:pt x="0" y="0"/>
                  </a:lnTo>
                  <a:lnTo>
                    <a:pt x="74" y="0"/>
                  </a:lnTo>
                  <a:lnTo>
                    <a:pt x="189" y="115"/>
                  </a:lnTo>
                  <a:lnTo>
                    <a:pt x="114" y="190"/>
                  </a:lnTo>
                  <a:close/>
                  <a:moveTo>
                    <a:pt x="6" y="73"/>
                  </a:moveTo>
                  <a:lnTo>
                    <a:pt x="114" y="181"/>
                  </a:lnTo>
                  <a:lnTo>
                    <a:pt x="179" y="115"/>
                  </a:lnTo>
                  <a:lnTo>
                    <a:pt x="72" y="7"/>
                  </a:lnTo>
                  <a:lnTo>
                    <a:pt x="6" y="7"/>
                  </a:lnTo>
                  <a:lnTo>
                    <a:pt x="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9" name="Freeform 407"/>
            <p:cNvSpPr>
              <a:spLocks/>
            </p:cNvSpPr>
            <p:nvPr/>
          </p:nvSpPr>
          <p:spPr bwMode="auto">
            <a:xfrm>
              <a:off x="6140239" y="3249466"/>
              <a:ext cx="167464" cy="261749"/>
            </a:xfrm>
            <a:custGeom>
              <a:avLst/>
              <a:gdLst>
                <a:gd name="T0" fmla="*/ 46 w 119"/>
                <a:gd name="T1" fmla="*/ 186 h 186"/>
                <a:gd name="T2" fmla="*/ 41 w 119"/>
                <a:gd name="T3" fmla="*/ 182 h 186"/>
                <a:gd name="T4" fmla="*/ 109 w 119"/>
                <a:gd name="T5" fmla="*/ 113 h 186"/>
                <a:gd name="T6" fmla="*/ 0 w 119"/>
                <a:gd name="T7" fmla="*/ 4 h 186"/>
                <a:gd name="T8" fmla="*/ 5 w 119"/>
                <a:gd name="T9" fmla="*/ 0 h 186"/>
                <a:gd name="T10" fmla="*/ 119 w 119"/>
                <a:gd name="T11" fmla="*/ 113 h 186"/>
                <a:gd name="T12" fmla="*/ 46 w 119"/>
                <a:gd name="T13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9" h="186">
                  <a:moveTo>
                    <a:pt x="46" y="186"/>
                  </a:moveTo>
                  <a:lnTo>
                    <a:pt x="41" y="182"/>
                  </a:lnTo>
                  <a:lnTo>
                    <a:pt x="109" y="113"/>
                  </a:lnTo>
                  <a:lnTo>
                    <a:pt x="0" y="4"/>
                  </a:lnTo>
                  <a:lnTo>
                    <a:pt x="5" y="0"/>
                  </a:lnTo>
                  <a:lnTo>
                    <a:pt x="119" y="113"/>
                  </a:lnTo>
                  <a:lnTo>
                    <a:pt x="46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0" name="Freeform 408"/>
            <p:cNvSpPr>
              <a:spLocks noEditPoints="1"/>
            </p:cNvSpPr>
            <p:nvPr/>
          </p:nvSpPr>
          <p:spPr bwMode="auto">
            <a:xfrm>
              <a:off x="6040324" y="3284648"/>
              <a:ext cx="57698" cy="56290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8 h 48"/>
                <a:gd name="T12" fmla="*/ 8 w 48"/>
                <a:gd name="T13" fmla="*/ 24 h 48"/>
                <a:gd name="T14" fmla="*/ 24 w 48"/>
                <a:gd name="T15" fmla="*/ 40 h 48"/>
                <a:gd name="T16" fmla="*/ 40 w 48"/>
                <a:gd name="T17" fmla="*/ 24 h 48"/>
                <a:gd name="T18" fmla="*/ 24 w 48"/>
                <a:gd name="T19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0" y="48"/>
                    <a:pt x="0" y="38"/>
                    <a:pt x="0" y="24"/>
                  </a:cubicBezTo>
                  <a:cubicBezTo>
                    <a:pt x="0" y="11"/>
                    <a:pt x="10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ubicBezTo>
                    <a:pt x="48" y="38"/>
                    <a:pt x="37" y="48"/>
                    <a:pt x="24" y="48"/>
                  </a:cubicBezTo>
                  <a:close/>
                  <a:moveTo>
                    <a:pt x="24" y="8"/>
                  </a:moveTo>
                  <a:cubicBezTo>
                    <a:pt x="15" y="8"/>
                    <a:pt x="8" y="16"/>
                    <a:pt x="8" y="24"/>
                  </a:cubicBezTo>
                  <a:cubicBezTo>
                    <a:pt x="8" y="33"/>
                    <a:pt x="15" y="40"/>
                    <a:pt x="24" y="40"/>
                  </a:cubicBezTo>
                  <a:cubicBezTo>
                    <a:pt x="32" y="40"/>
                    <a:pt x="40" y="33"/>
                    <a:pt x="40" y="24"/>
                  </a:cubicBezTo>
                  <a:cubicBezTo>
                    <a:pt x="40" y="16"/>
                    <a:pt x="32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5" name="Группа 504"/>
          <p:cNvGrpSpPr/>
          <p:nvPr/>
        </p:nvGrpSpPr>
        <p:grpSpPr>
          <a:xfrm>
            <a:off x="6394952" y="3228358"/>
            <a:ext cx="306781" cy="306781"/>
            <a:chOff x="6394952" y="3228358"/>
            <a:chExt cx="306781" cy="306781"/>
          </a:xfrm>
          <a:solidFill>
            <a:schemeClr val="tx1"/>
          </a:solidFill>
        </p:grpSpPr>
        <p:sp>
          <p:nvSpPr>
            <p:cNvPr id="401" name="Freeform 409"/>
            <p:cNvSpPr>
              <a:spLocks noEditPoints="1"/>
            </p:cNvSpPr>
            <p:nvPr/>
          </p:nvSpPr>
          <p:spPr bwMode="auto">
            <a:xfrm>
              <a:off x="6394952" y="3228358"/>
              <a:ext cx="306781" cy="306781"/>
            </a:xfrm>
            <a:custGeom>
              <a:avLst/>
              <a:gdLst>
                <a:gd name="T0" fmla="*/ 98 w 259"/>
                <a:gd name="T1" fmla="*/ 259 h 259"/>
                <a:gd name="T2" fmla="*/ 68 w 259"/>
                <a:gd name="T3" fmla="*/ 229 h 259"/>
                <a:gd name="T4" fmla="*/ 71 w 259"/>
                <a:gd name="T5" fmla="*/ 226 h 259"/>
                <a:gd name="T6" fmla="*/ 78 w 259"/>
                <a:gd name="T7" fmla="*/ 209 h 259"/>
                <a:gd name="T8" fmla="*/ 50 w 259"/>
                <a:gd name="T9" fmla="*/ 181 h 259"/>
                <a:gd name="T10" fmla="*/ 32 w 259"/>
                <a:gd name="T11" fmla="*/ 188 h 259"/>
                <a:gd name="T12" fmla="*/ 30 w 259"/>
                <a:gd name="T13" fmla="*/ 191 h 259"/>
                <a:gd name="T14" fmla="*/ 0 w 259"/>
                <a:gd name="T15" fmla="*/ 161 h 259"/>
                <a:gd name="T16" fmla="*/ 162 w 259"/>
                <a:gd name="T17" fmla="*/ 0 h 259"/>
                <a:gd name="T18" fmla="*/ 191 w 259"/>
                <a:gd name="T19" fmla="*/ 29 h 259"/>
                <a:gd name="T20" fmla="*/ 188 w 259"/>
                <a:gd name="T21" fmla="*/ 32 h 259"/>
                <a:gd name="T22" fmla="*/ 182 w 259"/>
                <a:gd name="T23" fmla="*/ 49 h 259"/>
                <a:gd name="T24" fmla="*/ 210 w 259"/>
                <a:gd name="T25" fmla="*/ 77 h 259"/>
                <a:gd name="T26" fmla="*/ 227 w 259"/>
                <a:gd name="T27" fmla="*/ 70 h 259"/>
                <a:gd name="T28" fmla="*/ 230 w 259"/>
                <a:gd name="T29" fmla="*/ 68 h 259"/>
                <a:gd name="T30" fmla="*/ 259 w 259"/>
                <a:gd name="T31" fmla="*/ 97 h 259"/>
                <a:gd name="T32" fmla="*/ 98 w 259"/>
                <a:gd name="T33" fmla="*/ 259 h 259"/>
                <a:gd name="T34" fmla="*/ 79 w 259"/>
                <a:gd name="T35" fmla="*/ 229 h 259"/>
                <a:gd name="T36" fmla="*/ 98 w 259"/>
                <a:gd name="T37" fmla="*/ 248 h 259"/>
                <a:gd name="T38" fmla="*/ 248 w 259"/>
                <a:gd name="T39" fmla="*/ 97 h 259"/>
                <a:gd name="T40" fmla="*/ 229 w 259"/>
                <a:gd name="T41" fmla="*/ 79 h 259"/>
                <a:gd name="T42" fmla="*/ 210 w 259"/>
                <a:gd name="T43" fmla="*/ 85 h 259"/>
                <a:gd name="T44" fmla="*/ 174 w 259"/>
                <a:gd name="T45" fmla="*/ 49 h 259"/>
                <a:gd name="T46" fmla="*/ 180 w 259"/>
                <a:gd name="T47" fmla="*/ 29 h 259"/>
                <a:gd name="T48" fmla="*/ 162 w 259"/>
                <a:gd name="T49" fmla="*/ 11 h 259"/>
                <a:gd name="T50" fmla="*/ 11 w 259"/>
                <a:gd name="T51" fmla="*/ 161 h 259"/>
                <a:gd name="T52" fmla="*/ 30 w 259"/>
                <a:gd name="T53" fmla="*/ 180 h 259"/>
                <a:gd name="T54" fmla="*/ 50 w 259"/>
                <a:gd name="T55" fmla="*/ 173 h 259"/>
                <a:gd name="T56" fmla="*/ 86 w 259"/>
                <a:gd name="T57" fmla="*/ 209 h 259"/>
                <a:gd name="T58" fmla="*/ 79 w 259"/>
                <a:gd name="T59" fmla="*/ 22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9" h="259">
                  <a:moveTo>
                    <a:pt x="98" y="259"/>
                  </a:moveTo>
                  <a:cubicBezTo>
                    <a:pt x="68" y="229"/>
                    <a:pt x="68" y="229"/>
                    <a:pt x="68" y="229"/>
                  </a:cubicBezTo>
                  <a:cubicBezTo>
                    <a:pt x="71" y="226"/>
                    <a:pt x="71" y="226"/>
                    <a:pt x="71" y="226"/>
                  </a:cubicBezTo>
                  <a:cubicBezTo>
                    <a:pt x="76" y="221"/>
                    <a:pt x="78" y="217"/>
                    <a:pt x="78" y="209"/>
                  </a:cubicBezTo>
                  <a:cubicBezTo>
                    <a:pt x="78" y="193"/>
                    <a:pt x="66" y="181"/>
                    <a:pt x="50" y="181"/>
                  </a:cubicBezTo>
                  <a:cubicBezTo>
                    <a:pt x="42" y="181"/>
                    <a:pt x="38" y="183"/>
                    <a:pt x="32" y="188"/>
                  </a:cubicBezTo>
                  <a:cubicBezTo>
                    <a:pt x="30" y="191"/>
                    <a:pt x="30" y="191"/>
                    <a:pt x="30" y="19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91" y="29"/>
                    <a:pt x="191" y="29"/>
                    <a:pt x="191" y="29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83" y="37"/>
                    <a:pt x="182" y="41"/>
                    <a:pt x="182" y="49"/>
                  </a:cubicBezTo>
                  <a:cubicBezTo>
                    <a:pt x="182" y="65"/>
                    <a:pt x="193" y="77"/>
                    <a:pt x="210" y="77"/>
                  </a:cubicBezTo>
                  <a:cubicBezTo>
                    <a:pt x="218" y="77"/>
                    <a:pt x="221" y="76"/>
                    <a:pt x="227" y="70"/>
                  </a:cubicBezTo>
                  <a:cubicBezTo>
                    <a:pt x="230" y="68"/>
                    <a:pt x="230" y="68"/>
                    <a:pt x="230" y="68"/>
                  </a:cubicBezTo>
                  <a:cubicBezTo>
                    <a:pt x="259" y="97"/>
                    <a:pt x="259" y="97"/>
                    <a:pt x="259" y="97"/>
                  </a:cubicBezTo>
                  <a:lnTo>
                    <a:pt x="98" y="259"/>
                  </a:lnTo>
                  <a:close/>
                  <a:moveTo>
                    <a:pt x="79" y="229"/>
                  </a:moveTo>
                  <a:cubicBezTo>
                    <a:pt x="98" y="248"/>
                    <a:pt x="98" y="248"/>
                    <a:pt x="98" y="248"/>
                  </a:cubicBezTo>
                  <a:cubicBezTo>
                    <a:pt x="248" y="97"/>
                    <a:pt x="248" y="97"/>
                    <a:pt x="248" y="97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4" y="84"/>
                    <a:pt x="218" y="85"/>
                    <a:pt x="210" y="85"/>
                  </a:cubicBezTo>
                  <a:cubicBezTo>
                    <a:pt x="189" y="85"/>
                    <a:pt x="174" y="70"/>
                    <a:pt x="174" y="49"/>
                  </a:cubicBezTo>
                  <a:cubicBezTo>
                    <a:pt x="174" y="40"/>
                    <a:pt x="175" y="35"/>
                    <a:pt x="180" y="2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35" y="175"/>
                    <a:pt x="41" y="173"/>
                    <a:pt x="50" y="173"/>
                  </a:cubicBezTo>
                  <a:cubicBezTo>
                    <a:pt x="70" y="173"/>
                    <a:pt x="86" y="189"/>
                    <a:pt x="86" y="209"/>
                  </a:cubicBezTo>
                  <a:cubicBezTo>
                    <a:pt x="86" y="218"/>
                    <a:pt x="84" y="223"/>
                    <a:pt x="79" y="2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2" name="Freeform 410"/>
            <p:cNvSpPr>
              <a:spLocks/>
            </p:cNvSpPr>
            <p:nvPr/>
          </p:nvSpPr>
          <p:spPr bwMode="auto">
            <a:xfrm>
              <a:off x="6515976" y="3295906"/>
              <a:ext cx="25331" cy="26738"/>
            </a:xfrm>
            <a:custGeom>
              <a:avLst/>
              <a:gdLst>
                <a:gd name="T0" fmla="*/ 5 w 18"/>
                <a:gd name="T1" fmla="*/ 0 h 19"/>
                <a:gd name="T2" fmla="*/ 18 w 18"/>
                <a:gd name="T3" fmla="*/ 14 h 19"/>
                <a:gd name="T4" fmla="*/ 14 w 18"/>
                <a:gd name="T5" fmla="*/ 19 h 19"/>
                <a:gd name="T6" fmla="*/ 0 w 18"/>
                <a:gd name="T7" fmla="*/ 6 h 19"/>
                <a:gd name="T8" fmla="*/ 5 w 18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5" y="0"/>
                  </a:moveTo>
                  <a:lnTo>
                    <a:pt x="18" y="14"/>
                  </a:lnTo>
                  <a:lnTo>
                    <a:pt x="14" y="19"/>
                  </a:lnTo>
                  <a:lnTo>
                    <a:pt x="0" y="6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3" name="Freeform 411"/>
            <p:cNvSpPr>
              <a:spLocks/>
            </p:cNvSpPr>
            <p:nvPr/>
          </p:nvSpPr>
          <p:spPr bwMode="auto">
            <a:xfrm>
              <a:off x="6606040" y="3385970"/>
              <a:ext cx="25331" cy="26738"/>
            </a:xfrm>
            <a:custGeom>
              <a:avLst/>
              <a:gdLst>
                <a:gd name="T0" fmla="*/ 5 w 18"/>
                <a:gd name="T1" fmla="*/ 0 h 19"/>
                <a:gd name="T2" fmla="*/ 18 w 18"/>
                <a:gd name="T3" fmla="*/ 14 h 19"/>
                <a:gd name="T4" fmla="*/ 14 w 18"/>
                <a:gd name="T5" fmla="*/ 19 h 19"/>
                <a:gd name="T6" fmla="*/ 0 w 18"/>
                <a:gd name="T7" fmla="*/ 5 h 19"/>
                <a:gd name="T8" fmla="*/ 5 w 18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5" y="0"/>
                  </a:moveTo>
                  <a:lnTo>
                    <a:pt x="18" y="14"/>
                  </a:lnTo>
                  <a:lnTo>
                    <a:pt x="14" y="19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4" name="Freeform 412"/>
            <p:cNvSpPr>
              <a:spLocks/>
            </p:cNvSpPr>
            <p:nvPr/>
          </p:nvSpPr>
          <p:spPr bwMode="auto">
            <a:xfrm>
              <a:off x="6545528" y="3325458"/>
              <a:ext cx="23924" cy="25331"/>
            </a:xfrm>
            <a:custGeom>
              <a:avLst/>
              <a:gdLst>
                <a:gd name="T0" fmla="*/ 4 w 17"/>
                <a:gd name="T1" fmla="*/ 0 h 18"/>
                <a:gd name="T2" fmla="*/ 17 w 17"/>
                <a:gd name="T3" fmla="*/ 13 h 18"/>
                <a:gd name="T4" fmla="*/ 13 w 17"/>
                <a:gd name="T5" fmla="*/ 18 h 18"/>
                <a:gd name="T6" fmla="*/ 0 w 17"/>
                <a:gd name="T7" fmla="*/ 5 h 18"/>
                <a:gd name="T8" fmla="*/ 4 w 17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4" y="0"/>
                  </a:moveTo>
                  <a:lnTo>
                    <a:pt x="17" y="13"/>
                  </a:lnTo>
                  <a:lnTo>
                    <a:pt x="13" y="18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5" name="Freeform 413"/>
            <p:cNvSpPr>
              <a:spLocks/>
            </p:cNvSpPr>
            <p:nvPr/>
          </p:nvSpPr>
          <p:spPr bwMode="auto">
            <a:xfrm>
              <a:off x="6577895" y="3357825"/>
              <a:ext cx="25331" cy="26738"/>
            </a:xfrm>
            <a:custGeom>
              <a:avLst/>
              <a:gdLst>
                <a:gd name="T0" fmla="*/ 4 w 18"/>
                <a:gd name="T1" fmla="*/ 0 h 19"/>
                <a:gd name="T2" fmla="*/ 18 w 18"/>
                <a:gd name="T3" fmla="*/ 14 h 19"/>
                <a:gd name="T4" fmla="*/ 14 w 18"/>
                <a:gd name="T5" fmla="*/ 19 h 19"/>
                <a:gd name="T6" fmla="*/ 0 w 18"/>
                <a:gd name="T7" fmla="*/ 5 h 19"/>
                <a:gd name="T8" fmla="*/ 4 w 18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4" y="0"/>
                  </a:moveTo>
                  <a:lnTo>
                    <a:pt x="18" y="14"/>
                  </a:lnTo>
                  <a:lnTo>
                    <a:pt x="14" y="19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0" name="Группа 479"/>
          <p:cNvGrpSpPr/>
          <p:nvPr/>
        </p:nvGrpSpPr>
        <p:grpSpPr>
          <a:xfrm>
            <a:off x="6790390" y="2443111"/>
            <a:ext cx="302560" cy="302560"/>
            <a:chOff x="6790390" y="2443111"/>
            <a:chExt cx="302560" cy="302560"/>
          </a:xfrm>
          <a:solidFill>
            <a:schemeClr val="tx1"/>
          </a:solidFill>
        </p:grpSpPr>
        <p:sp>
          <p:nvSpPr>
            <p:cNvPr id="406" name="Freeform 414"/>
            <p:cNvSpPr>
              <a:spLocks noEditPoints="1"/>
            </p:cNvSpPr>
            <p:nvPr/>
          </p:nvSpPr>
          <p:spPr bwMode="auto">
            <a:xfrm>
              <a:off x="6790390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3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3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2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5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5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7" name="Rectangle 415"/>
            <p:cNvSpPr>
              <a:spLocks noChangeArrowheads="1"/>
            </p:cNvSpPr>
            <p:nvPr/>
          </p:nvSpPr>
          <p:spPr bwMode="auto">
            <a:xfrm>
              <a:off x="6936745" y="2523324"/>
              <a:ext cx="9851" cy="16605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8" name="Rectangle 416"/>
            <p:cNvSpPr>
              <a:spLocks noChangeArrowheads="1"/>
            </p:cNvSpPr>
            <p:nvPr/>
          </p:nvSpPr>
          <p:spPr bwMode="auto">
            <a:xfrm>
              <a:off x="6874825" y="2519102"/>
              <a:ext cx="132282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9" name="Freeform 417"/>
            <p:cNvSpPr>
              <a:spLocks/>
            </p:cNvSpPr>
            <p:nvPr/>
          </p:nvSpPr>
          <p:spPr bwMode="auto">
            <a:xfrm>
              <a:off x="6905785" y="2552876"/>
              <a:ext cx="70363" cy="45032"/>
            </a:xfrm>
            <a:custGeom>
              <a:avLst/>
              <a:gdLst>
                <a:gd name="T0" fmla="*/ 47 w 50"/>
                <a:gd name="T1" fmla="*/ 0 h 32"/>
                <a:gd name="T2" fmla="*/ 50 w 50"/>
                <a:gd name="T3" fmla="*/ 5 h 32"/>
                <a:gd name="T4" fmla="*/ 3 w 50"/>
                <a:gd name="T5" fmla="*/ 32 h 32"/>
                <a:gd name="T6" fmla="*/ 0 w 50"/>
                <a:gd name="T7" fmla="*/ 26 h 32"/>
                <a:gd name="T8" fmla="*/ 47 w 50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2">
                  <a:moveTo>
                    <a:pt x="47" y="0"/>
                  </a:moveTo>
                  <a:lnTo>
                    <a:pt x="50" y="5"/>
                  </a:lnTo>
                  <a:lnTo>
                    <a:pt x="3" y="32"/>
                  </a:lnTo>
                  <a:lnTo>
                    <a:pt x="0" y="26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0" name="Freeform 418"/>
            <p:cNvSpPr>
              <a:spLocks/>
            </p:cNvSpPr>
            <p:nvPr/>
          </p:nvSpPr>
          <p:spPr bwMode="auto">
            <a:xfrm>
              <a:off x="6905785" y="2581021"/>
              <a:ext cx="70363" cy="46440"/>
            </a:xfrm>
            <a:custGeom>
              <a:avLst/>
              <a:gdLst>
                <a:gd name="T0" fmla="*/ 47 w 50"/>
                <a:gd name="T1" fmla="*/ 0 h 33"/>
                <a:gd name="T2" fmla="*/ 50 w 50"/>
                <a:gd name="T3" fmla="*/ 6 h 33"/>
                <a:gd name="T4" fmla="*/ 3 w 50"/>
                <a:gd name="T5" fmla="*/ 33 h 33"/>
                <a:gd name="T6" fmla="*/ 0 w 50"/>
                <a:gd name="T7" fmla="*/ 27 h 33"/>
                <a:gd name="T8" fmla="*/ 47 w 5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3">
                  <a:moveTo>
                    <a:pt x="47" y="0"/>
                  </a:moveTo>
                  <a:lnTo>
                    <a:pt x="50" y="6"/>
                  </a:lnTo>
                  <a:lnTo>
                    <a:pt x="3" y="33"/>
                  </a:lnTo>
                  <a:lnTo>
                    <a:pt x="0" y="27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8" name="Группа 507"/>
          <p:cNvGrpSpPr/>
          <p:nvPr/>
        </p:nvGrpSpPr>
        <p:grpSpPr>
          <a:xfrm>
            <a:off x="2467307" y="3660384"/>
            <a:ext cx="302560" cy="226569"/>
            <a:chOff x="2467307" y="3660384"/>
            <a:chExt cx="302560" cy="226569"/>
          </a:xfrm>
          <a:solidFill>
            <a:schemeClr val="tx1"/>
          </a:solidFill>
        </p:grpSpPr>
        <p:sp>
          <p:nvSpPr>
            <p:cNvPr id="411" name="Freeform 419"/>
            <p:cNvSpPr>
              <a:spLocks/>
            </p:cNvSpPr>
            <p:nvPr/>
          </p:nvSpPr>
          <p:spPr bwMode="auto">
            <a:xfrm>
              <a:off x="2467307" y="3688530"/>
              <a:ext cx="292709" cy="198423"/>
            </a:xfrm>
            <a:custGeom>
              <a:avLst/>
              <a:gdLst>
                <a:gd name="T0" fmla="*/ 208 w 208"/>
                <a:gd name="T1" fmla="*/ 141 h 141"/>
                <a:gd name="T2" fmla="*/ 0 w 208"/>
                <a:gd name="T3" fmla="*/ 141 h 141"/>
                <a:gd name="T4" fmla="*/ 0 w 208"/>
                <a:gd name="T5" fmla="*/ 0 h 141"/>
                <a:gd name="T6" fmla="*/ 208 w 208"/>
                <a:gd name="T7" fmla="*/ 0 h 141"/>
                <a:gd name="T8" fmla="*/ 208 w 208"/>
                <a:gd name="T9" fmla="*/ 40 h 141"/>
                <a:gd name="T10" fmla="*/ 202 w 208"/>
                <a:gd name="T11" fmla="*/ 40 h 141"/>
                <a:gd name="T12" fmla="*/ 202 w 208"/>
                <a:gd name="T13" fmla="*/ 7 h 141"/>
                <a:gd name="T14" fmla="*/ 7 w 208"/>
                <a:gd name="T15" fmla="*/ 7 h 141"/>
                <a:gd name="T16" fmla="*/ 7 w 208"/>
                <a:gd name="T17" fmla="*/ 134 h 141"/>
                <a:gd name="T18" fmla="*/ 202 w 208"/>
                <a:gd name="T19" fmla="*/ 134 h 141"/>
                <a:gd name="T20" fmla="*/ 202 w 208"/>
                <a:gd name="T21" fmla="*/ 101 h 141"/>
                <a:gd name="T22" fmla="*/ 208 w 208"/>
                <a:gd name="T23" fmla="*/ 101 h 141"/>
                <a:gd name="T24" fmla="*/ 208 w 208"/>
                <a:gd name="T25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8" h="141">
                  <a:moveTo>
                    <a:pt x="208" y="141"/>
                  </a:moveTo>
                  <a:lnTo>
                    <a:pt x="0" y="141"/>
                  </a:lnTo>
                  <a:lnTo>
                    <a:pt x="0" y="0"/>
                  </a:lnTo>
                  <a:lnTo>
                    <a:pt x="208" y="0"/>
                  </a:lnTo>
                  <a:lnTo>
                    <a:pt x="208" y="40"/>
                  </a:lnTo>
                  <a:lnTo>
                    <a:pt x="202" y="40"/>
                  </a:lnTo>
                  <a:lnTo>
                    <a:pt x="202" y="7"/>
                  </a:lnTo>
                  <a:lnTo>
                    <a:pt x="7" y="7"/>
                  </a:lnTo>
                  <a:lnTo>
                    <a:pt x="7" y="134"/>
                  </a:lnTo>
                  <a:lnTo>
                    <a:pt x="202" y="134"/>
                  </a:lnTo>
                  <a:lnTo>
                    <a:pt x="202" y="101"/>
                  </a:lnTo>
                  <a:lnTo>
                    <a:pt x="208" y="101"/>
                  </a:lnTo>
                  <a:lnTo>
                    <a:pt x="208" y="1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2" name="Freeform 420"/>
            <p:cNvSpPr>
              <a:spLocks/>
            </p:cNvSpPr>
            <p:nvPr/>
          </p:nvSpPr>
          <p:spPr bwMode="auto">
            <a:xfrm>
              <a:off x="2495452" y="3660384"/>
              <a:ext cx="232197" cy="32367"/>
            </a:xfrm>
            <a:custGeom>
              <a:avLst/>
              <a:gdLst>
                <a:gd name="T0" fmla="*/ 165 w 165"/>
                <a:gd name="T1" fmla="*/ 23 h 23"/>
                <a:gd name="T2" fmla="*/ 158 w 165"/>
                <a:gd name="T3" fmla="*/ 23 h 23"/>
                <a:gd name="T4" fmla="*/ 158 w 165"/>
                <a:gd name="T5" fmla="*/ 6 h 23"/>
                <a:gd name="T6" fmla="*/ 0 w 165"/>
                <a:gd name="T7" fmla="*/ 6 h 23"/>
                <a:gd name="T8" fmla="*/ 0 w 165"/>
                <a:gd name="T9" fmla="*/ 0 h 23"/>
                <a:gd name="T10" fmla="*/ 165 w 165"/>
                <a:gd name="T11" fmla="*/ 0 h 23"/>
                <a:gd name="T12" fmla="*/ 165 w 165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5" h="23">
                  <a:moveTo>
                    <a:pt x="165" y="23"/>
                  </a:moveTo>
                  <a:lnTo>
                    <a:pt x="158" y="23"/>
                  </a:lnTo>
                  <a:lnTo>
                    <a:pt x="158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65" y="0"/>
                  </a:lnTo>
                  <a:lnTo>
                    <a:pt x="165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3" name="Freeform 421"/>
            <p:cNvSpPr>
              <a:spLocks/>
            </p:cNvSpPr>
            <p:nvPr/>
          </p:nvSpPr>
          <p:spPr bwMode="auto">
            <a:xfrm>
              <a:off x="2467307" y="3660384"/>
              <a:ext cx="28145" cy="28145"/>
            </a:xfrm>
            <a:custGeom>
              <a:avLst/>
              <a:gdLst>
                <a:gd name="T0" fmla="*/ 8 w 24"/>
                <a:gd name="T1" fmla="*/ 24 h 24"/>
                <a:gd name="T2" fmla="*/ 0 w 24"/>
                <a:gd name="T3" fmla="*/ 24 h 24"/>
                <a:gd name="T4" fmla="*/ 24 w 24"/>
                <a:gd name="T5" fmla="*/ 0 h 24"/>
                <a:gd name="T6" fmla="*/ 24 w 24"/>
                <a:gd name="T7" fmla="*/ 8 h 24"/>
                <a:gd name="T8" fmla="*/ 8 w 24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8" y="24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16" y="8"/>
                    <a:pt x="8" y="15"/>
                    <a:pt x="8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6" name="Freeform 422"/>
            <p:cNvSpPr>
              <a:spLocks noEditPoints="1"/>
            </p:cNvSpPr>
            <p:nvPr/>
          </p:nvSpPr>
          <p:spPr bwMode="auto">
            <a:xfrm>
              <a:off x="2624919" y="3740598"/>
              <a:ext cx="144948" cy="94286"/>
            </a:xfrm>
            <a:custGeom>
              <a:avLst/>
              <a:gdLst>
                <a:gd name="T0" fmla="*/ 123 w 123"/>
                <a:gd name="T1" fmla="*/ 80 h 80"/>
                <a:gd name="T2" fmla="*/ 40 w 123"/>
                <a:gd name="T3" fmla="*/ 80 h 80"/>
                <a:gd name="T4" fmla="*/ 0 w 123"/>
                <a:gd name="T5" fmla="*/ 40 h 80"/>
                <a:gd name="T6" fmla="*/ 40 w 123"/>
                <a:gd name="T7" fmla="*/ 0 h 80"/>
                <a:gd name="T8" fmla="*/ 123 w 123"/>
                <a:gd name="T9" fmla="*/ 0 h 80"/>
                <a:gd name="T10" fmla="*/ 123 w 123"/>
                <a:gd name="T11" fmla="*/ 80 h 80"/>
                <a:gd name="T12" fmla="*/ 40 w 123"/>
                <a:gd name="T13" fmla="*/ 8 h 80"/>
                <a:gd name="T14" fmla="*/ 8 w 123"/>
                <a:gd name="T15" fmla="*/ 40 h 80"/>
                <a:gd name="T16" fmla="*/ 40 w 123"/>
                <a:gd name="T17" fmla="*/ 72 h 80"/>
                <a:gd name="T18" fmla="*/ 115 w 123"/>
                <a:gd name="T19" fmla="*/ 72 h 80"/>
                <a:gd name="T20" fmla="*/ 115 w 123"/>
                <a:gd name="T21" fmla="*/ 8 h 80"/>
                <a:gd name="T22" fmla="*/ 40 w 123"/>
                <a:gd name="T23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3" h="80">
                  <a:moveTo>
                    <a:pt x="123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23" y="0"/>
                    <a:pt x="123" y="0"/>
                    <a:pt x="123" y="0"/>
                  </a:cubicBezTo>
                  <a:lnTo>
                    <a:pt x="123" y="80"/>
                  </a:lnTo>
                  <a:close/>
                  <a:moveTo>
                    <a:pt x="40" y="8"/>
                  </a:moveTo>
                  <a:cubicBezTo>
                    <a:pt x="22" y="8"/>
                    <a:pt x="8" y="23"/>
                    <a:pt x="8" y="40"/>
                  </a:cubicBezTo>
                  <a:cubicBezTo>
                    <a:pt x="8" y="58"/>
                    <a:pt x="22" y="72"/>
                    <a:pt x="40" y="72"/>
                  </a:cubicBezTo>
                  <a:cubicBezTo>
                    <a:pt x="115" y="72"/>
                    <a:pt x="115" y="72"/>
                    <a:pt x="115" y="72"/>
                  </a:cubicBezTo>
                  <a:cubicBezTo>
                    <a:pt x="115" y="8"/>
                    <a:pt x="115" y="8"/>
                    <a:pt x="115" y="8"/>
                  </a:cubicBezTo>
                  <a:lnTo>
                    <a:pt x="4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7" name="Freeform 423"/>
            <p:cNvSpPr>
              <a:spLocks noEditPoints="1"/>
            </p:cNvSpPr>
            <p:nvPr/>
          </p:nvSpPr>
          <p:spPr bwMode="auto">
            <a:xfrm>
              <a:off x="2655879" y="3768743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8" y="32"/>
                    <a:pt x="0" y="25"/>
                    <a:pt x="0" y="16"/>
                  </a:cubicBezTo>
                  <a:cubicBezTo>
                    <a:pt x="0" y="7"/>
                    <a:pt x="8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1" y="24"/>
                    <a:pt x="24" y="21"/>
                    <a:pt x="24" y="16"/>
                  </a:cubicBezTo>
                  <a:cubicBezTo>
                    <a:pt x="24" y="12"/>
                    <a:pt x="2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3" name="Группа 482"/>
          <p:cNvGrpSpPr/>
          <p:nvPr/>
        </p:nvGrpSpPr>
        <p:grpSpPr>
          <a:xfrm>
            <a:off x="2859931" y="2835734"/>
            <a:ext cx="302560" cy="303967"/>
            <a:chOff x="2859931" y="2835734"/>
            <a:chExt cx="302560" cy="303967"/>
          </a:xfrm>
          <a:solidFill>
            <a:schemeClr val="tx1"/>
          </a:solidFill>
        </p:grpSpPr>
        <p:sp>
          <p:nvSpPr>
            <p:cNvPr id="418" name="Freeform 424"/>
            <p:cNvSpPr>
              <a:spLocks noEditPoints="1"/>
            </p:cNvSpPr>
            <p:nvPr/>
          </p:nvSpPr>
          <p:spPr bwMode="auto">
            <a:xfrm>
              <a:off x="2859931" y="2835734"/>
              <a:ext cx="302560" cy="303967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9 h 256"/>
                <a:gd name="T4" fmla="*/ 0 w 256"/>
                <a:gd name="T5" fmla="*/ 128 h 256"/>
                <a:gd name="T6" fmla="*/ 38 w 256"/>
                <a:gd name="T7" fmla="*/ 38 h 256"/>
                <a:gd name="T8" fmla="*/ 128 w 256"/>
                <a:gd name="T9" fmla="*/ 0 h 256"/>
                <a:gd name="T10" fmla="*/ 219 w 256"/>
                <a:gd name="T11" fmla="*/ 38 h 256"/>
                <a:gd name="T12" fmla="*/ 256 w 256"/>
                <a:gd name="T13" fmla="*/ 128 h 256"/>
                <a:gd name="T14" fmla="*/ 219 w 256"/>
                <a:gd name="T15" fmla="*/ 219 h 256"/>
                <a:gd name="T16" fmla="*/ 128 w 256"/>
                <a:gd name="T17" fmla="*/ 256 h 256"/>
                <a:gd name="T18" fmla="*/ 128 w 256"/>
                <a:gd name="T19" fmla="*/ 8 h 256"/>
                <a:gd name="T20" fmla="*/ 44 w 256"/>
                <a:gd name="T21" fmla="*/ 43 h 256"/>
                <a:gd name="T22" fmla="*/ 8 w 256"/>
                <a:gd name="T23" fmla="*/ 128 h 256"/>
                <a:gd name="T24" fmla="*/ 44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9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8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8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9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1"/>
                    <a:pt x="44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4" y="213"/>
                  </a:cubicBezTo>
                  <a:cubicBezTo>
                    <a:pt x="66" y="236"/>
                    <a:pt x="96" y="248"/>
                    <a:pt x="128" y="248"/>
                  </a:cubicBezTo>
                  <a:cubicBezTo>
                    <a:pt x="161" y="248"/>
                    <a:pt x="191" y="236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1"/>
                    <a:pt x="161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9" name="Freeform 425"/>
            <p:cNvSpPr>
              <a:spLocks/>
            </p:cNvSpPr>
            <p:nvPr/>
          </p:nvSpPr>
          <p:spPr bwMode="auto">
            <a:xfrm>
              <a:off x="2927479" y="2910319"/>
              <a:ext cx="168870" cy="157612"/>
            </a:xfrm>
            <a:custGeom>
              <a:avLst/>
              <a:gdLst>
                <a:gd name="T0" fmla="*/ 93 w 120"/>
                <a:gd name="T1" fmla="*/ 112 h 112"/>
                <a:gd name="T2" fmla="*/ 84 w 120"/>
                <a:gd name="T3" fmla="*/ 112 h 112"/>
                <a:gd name="T4" fmla="*/ 60 w 120"/>
                <a:gd name="T5" fmla="*/ 11 h 112"/>
                <a:gd name="T6" fmla="*/ 60 w 120"/>
                <a:gd name="T7" fmla="*/ 11 h 112"/>
                <a:gd name="T8" fmla="*/ 36 w 120"/>
                <a:gd name="T9" fmla="*/ 112 h 112"/>
                <a:gd name="T10" fmla="*/ 27 w 120"/>
                <a:gd name="T11" fmla="*/ 112 h 112"/>
                <a:gd name="T12" fmla="*/ 0 w 120"/>
                <a:gd name="T13" fmla="*/ 2 h 112"/>
                <a:gd name="T14" fmla="*/ 6 w 120"/>
                <a:gd name="T15" fmla="*/ 0 h 112"/>
                <a:gd name="T16" fmla="*/ 31 w 120"/>
                <a:gd name="T17" fmla="*/ 101 h 112"/>
                <a:gd name="T18" fmla="*/ 54 w 120"/>
                <a:gd name="T19" fmla="*/ 5 h 112"/>
                <a:gd name="T20" fmla="*/ 66 w 120"/>
                <a:gd name="T21" fmla="*/ 5 h 112"/>
                <a:gd name="T22" fmla="*/ 89 w 120"/>
                <a:gd name="T23" fmla="*/ 101 h 112"/>
                <a:gd name="T24" fmla="*/ 114 w 120"/>
                <a:gd name="T25" fmla="*/ 0 h 112"/>
                <a:gd name="T26" fmla="*/ 120 w 120"/>
                <a:gd name="T27" fmla="*/ 2 h 112"/>
                <a:gd name="T28" fmla="*/ 93 w 120"/>
                <a:gd name="T29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0" h="112">
                  <a:moveTo>
                    <a:pt x="93" y="112"/>
                  </a:moveTo>
                  <a:lnTo>
                    <a:pt x="84" y="112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36" y="112"/>
                  </a:lnTo>
                  <a:lnTo>
                    <a:pt x="27" y="112"/>
                  </a:lnTo>
                  <a:lnTo>
                    <a:pt x="0" y="2"/>
                  </a:lnTo>
                  <a:lnTo>
                    <a:pt x="6" y="0"/>
                  </a:lnTo>
                  <a:lnTo>
                    <a:pt x="31" y="101"/>
                  </a:lnTo>
                  <a:lnTo>
                    <a:pt x="54" y="5"/>
                  </a:lnTo>
                  <a:lnTo>
                    <a:pt x="66" y="5"/>
                  </a:lnTo>
                  <a:lnTo>
                    <a:pt x="89" y="101"/>
                  </a:lnTo>
                  <a:lnTo>
                    <a:pt x="114" y="0"/>
                  </a:lnTo>
                  <a:lnTo>
                    <a:pt x="120" y="2"/>
                  </a:lnTo>
                  <a:lnTo>
                    <a:pt x="93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0" name="Rectangle 426"/>
            <p:cNvSpPr>
              <a:spLocks noChangeArrowheads="1"/>
            </p:cNvSpPr>
            <p:nvPr/>
          </p:nvSpPr>
          <p:spPr bwMode="auto">
            <a:xfrm>
              <a:off x="2921850" y="2973645"/>
              <a:ext cx="18012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1" name="Rectangle 427"/>
            <p:cNvSpPr>
              <a:spLocks noChangeArrowheads="1"/>
            </p:cNvSpPr>
            <p:nvPr/>
          </p:nvSpPr>
          <p:spPr bwMode="auto">
            <a:xfrm>
              <a:off x="2921850" y="3001790"/>
              <a:ext cx="18012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2" name="Группа 471"/>
          <p:cNvGrpSpPr/>
          <p:nvPr/>
        </p:nvGrpSpPr>
        <p:grpSpPr>
          <a:xfrm>
            <a:off x="3646586" y="2443111"/>
            <a:ext cx="302560" cy="302560"/>
            <a:chOff x="3646586" y="2443111"/>
            <a:chExt cx="302560" cy="302560"/>
          </a:xfrm>
          <a:solidFill>
            <a:schemeClr val="tx1"/>
          </a:solidFill>
        </p:grpSpPr>
        <p:sp>
          <p:nvSpPr>
            <p:cNvPr id="422" name="Freeform 428"/>
            <p:cNvSpPr>
              <a:spLocks noEditPoints="1"/>
            </p:cNvSpPr>
            <p:nvPr/>
          </p:nvSpPr>
          <p:spPr bwMode="auto">
            <a:xfrm>
              <a:off x="3646586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4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2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3" name="Freeform 429"/>
            <p:cNvSpPr>
              <a:spLocks/>
            </p:cNvSpPr>
            <p:nvPr/>
          </p:nvSpPr>
          <p:spPr bwMode="auto">
            <a:xfrm>
              <a:off x="3736650" y="2516288"/>
              <a:ext cx="66141" cy="154798"/>
            </a:xfrm>
            <a:custGeom>
              <a:avLst/>
              <a:gdLst>
                <a:gd name="T0" fmla="*/ 47 w 47"/>
                <a:gd name="T1" fmla="*/ 110 h 110"/>
                <a:gd name="T2" fmla="*/ 40 w 47"/>
                <a:gd name="T3" fmla="*/ 110 h 110"/>
                <a:gd name="T4" fmla="*/ 40 w 47"/>
                <a:gd name="T5" fmla="*/ 60 h 110"/>
                <a:gd name="T6" fmla="*/ 0 w 47"/>
                <a:gd name="T7" fmla="*/ 4 h 110"/>
                <a:gd name="T8" fmla="*/ 6 w 47"/>
                <a:gd name="T9" fmla="*/ 0 h 110"/>
                <a:gd name="T10" fmla="*/ 47 w 47"/>
                <a:gd name="T11" fmla="*/ 58 h 110"/>
                <a:gd name="T12" fmla="*/ 47 w 47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110">
                  <a:moveTo>
                    <a:pt x="47" y="110"/>
                  </a:moveTo>
                  <a:lnTo>
                    <a:pt x="40" y="110"/>
                  </a:lnTo>
                  <a:lnTo>
                    <a:pt x="40" y="60"/>
                  </a:lnTo>
                  <a:lnTo>
                    <a:pt x="0" y="4"/>
                  </a:lnTo>
                  <a:lnTo>
                    <a:pt x="6" y="0"/>
                  </a:lnTo>
                  <a:lnTo>
                    <a:pt x="47" y="58"/>
                  </a:lnTo>
                  <a:lnTo>
                    <a:pt x="47" y="1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4" name="Freeform 430"/>
            <p:cNvSpPr>
              <a:spLocks/>
            </p:cNvSpPr>
            <p:nvPr/>
          </p:nvSpPr>
          <p:spPr bwMode="auto">
            <a:xfrm>
              <a:off x="3792940" y="2516288"/>
              <a:ext cx="66141" cy="85843"/>
            </a:xfrm>
            <a:custGeom>
              <a:avLst/>
              <a:gdLst>
                <a:gd name="T0" fmla="*/ 41 w 47"/>
                <a:gd name="T1" fmla="*/ 0 h 61"/>
                <a:gd name="T2" fmla="*/ 47 w 47"/>
                <a:gd name="T3" fmla="*/ 4 h 61"/>
                <a:gd name="T4" fmla="*/ 6 w 47"/>
                <a:gd name="T5" fmla="*/ 61 h 61"/>
                <a:gd name="T6" fmla="*/ 0 w 47"/>
                <a:gd name="T7" fmla="*/ 58 h 61"/>
                <a:gd name="T8" fmla="*/ 41 w 47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1">
                  <a:moveTo>
                    <a:pt x="41" y="0"/>
                  </a:moveTo>
                  <a:lnTo>
                    <a:pt x="47" y="4"/>
                  </a:lnTo>
                  <a:lnTo>
                    <a:pt x="6" y="61"/>
                  </a:lnTo>
                  <a:lnTo>
                    <a:pt x="0" y="58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5" name="Rectangle 431"/>
            <p:cNvSpPr>
              <a:spLocks noChangeArrowheads="1"/>
            </p:cNvSpPr>
            <p:nvPr/>
          </p:nvSpPr>
          <p:spPr bwMode="auto">
            <a:xfrm>
              <a:off x="3746501" y="2609167"/>
              <a:ext cx="10413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6" name="Rectangle 432"/>
            <p:cNvSpPr>
              <a:spLocks noChangeArrowheads="1"/>
            </p:cNvSpPr>
            <p:nvPr/>
          </p:nvSpPr>
          <p:spPr bwMode="auto">
            <a:xfrm>
              <a:off x="3807012" y="2581021"/>
              <a:ext cx="4362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7" name="Rectangle 433"/>
            <p:cNvSpPr>
              <a:spLocks noChangeArrowheads="1"/>
            </p:cNvSpPr>
            <p:nvPr/>
          </p:nvSpPr>
          <p:spPr bwMode="auto">
            <a:xfrm>
              <a:off x="3746501" y="2581021"/>
              <a:ext cx="4221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1" name="Группа 470"/>
          <p:cNvGrpSpPr/>
          <p:nvPr/>
        </p:nvGrpSpPr>
        <p:grpSpPr>
          <a:xfrm>
            <a:off x="3253962" y="2443111"/>
            <a:ext cx="302560" cy="302560"/>
            <a:chOff x="3253962" y="2443111"/>
            <a:chExt cx="302560" cy="302560"/>
          </a:xfrm>
          <a:solidFill>
            <a:schemeClr val="tx1"/>
          </a:solidFill>
        </p:grpSpPr>
        <p:sp>
          <p:nvSpPr>
            <p:cNvPr id="428" name="Freeform 434"/>
            <p:cNvSpPr>
              <a:spLocks noEditPoints="1"/>
            </p:cNvSpPr>
            <p:nvPr/>
          </p:nvSpPr>
          <p:spPr bwMode="auto">
            <a:xfrm>
              <a:off x="3253962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2 w 256"/>
                <a:gd name="T29" fmla="*/ 213 h 256"/>
                <a:gd name="T30" fmla="*/ 248 w 256"/>
                <a:gd name="T31" fmla="*/ 128 h 256"/>
                <a:gd name="T32" fmla="*/ 212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3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3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2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5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5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2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2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9" name="Rectangle 435"/>
            <p:cNvSpPr>
              <a:spLocks noChangeArrowheads="1"/>
            </p:cNvSpPr>
            <p:nvPr/>
          </p:nvSpPr>
          <p:spPr bwMode="auto">
            <a:xfrm>
              <a:off x="3348248" y="2519102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0" name="Rectangle 436"/>
            <p:cNvSpPr>
              <a:spLocks noChangeArrowheads="1"/>
            </p:cNvSpPr>
            <p:nvPr/>
          </p:nvSpPr>
          <p:spPr bwMode="auto">
            <a:xfrm>
              <a:off x="3329954" y="2547247"/>
              <a:ext cx="15057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1" name="Freeform 437"/>
            <p:cNvSpPr>
              <a:spLocks/>
            </p:cNvSpPr>
            <p:nvPr/>
          </p:nvSpPr>
          <p:spPr bwMode="auto">
            <a:xfrm>
              <a:off x="3344026" y="2552876"/>
              <a:ext cx="37996" cy="122431"/>
            </a:xfrm>
            <a:custGeom>
              <a:avLst/>
              <a:gdLst>
                <a:gd name="T0" fmla="*/ 16 w 32"/>
                <a:gd name="T1" fmla="*/ 104 h 104"/>
                <a:gd name="T2" fmla="*/ 0 w 32"/>
                <a:gd name="T3" fmla="*/ 104 h 104"/>
                <a:gd name="T4" fmla="*/ 0 w 32"/>
                <a:gd name="T5" fmla="*/ 96 h 104"/>
                <a:gd name="T6" fmla="*/ 16 w 32"/>
                <a:gd name="T7" fmla="*/ 96 h 104"/>
                <a:gd name="T8" fmla="*/ 24 w 32"/>
                <a:gd name="T9" fmla="*/ 80 h 104"/>
                <a:gd name="T10" fmla="*/ 24 w 32"/>
                <a:gd name="T11" fmla="*/ 0 h 104"/>
                <a:gd name="T12" fmla="*/ 32 w 32"/>
                <a:gd name="T13" fmla="*/ 0 h 104"/>
                <a:gd name="T14" fmla="*/ 32 w 32"/>
                <a:gd name="T15" fmla="*/ 80 h 104"/>
                <a:gd name="T16" fmla="*/ 16 w 32"/>
                <a:gd name="T1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04">
                  <a:moveTo>
                    <a:pt x="16" y="104"/>
                  </a:moveTo>
                  <a:cubicBezTo>
                    <a:pt x="0" y="104"/>
                    <a:pt x="0" y="104"/>
                    <a:pt x="0" y="104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23" y="96"/>
                    <a:pt x="24" y="80"/>
                    <a:pt x="24" y="8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9"/>
                    <a:pt x="28" y="104"/>
                    <a:pt x="16" y="1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2" name="Freeform 438"/>
            <p:cNvSpPr>
              <a:spLocks/>
            </p:cNvSpPr>
            <p:nvPr/>
          </p:nvSpPr>
          <p:spPr bwMode="auto">
            <a:xfrm>
              <a:off x="3424239" y="2552876"/>
              <a:ext cx="33774" cy="122431"/>
            </a:xfrm>
            <a:custGeom>
              <a:avLst/>
              <a:gdLst>
                <a:gd name="T0" fmla="*/ 28 w 28"/>
                <a:gd name="T1" fmla="*/ 104 h 104"/>
                <a:gd name="T2" fmla="*/ 20 w 28"/>
                <a:gd name="T3" fmla="*/ 104 h 104"/>
                <a:gd name="T4" fmla="*/ 0 w 28"/>
                <a:gd name="T5" fmla="*/ 84 h 104"/>
                <a:gd name="T6" fmla="*/ 0 w 28"/>
                <a:gd name="T7" fmla="*/ 0 h 104"/>
                <a:gd name="T8" fmla="*/ 8 w 28"/>
                <a:gd name="T9" fmla="*/ 0 h 104"/>
                <a:gd name="T10" fmla="*/ 8 w 28"/>
                <a:gd name="T11" fmla="*/ 84 h 104"/>
                <a:gd name="T12" fmla="*/ 20 w 28"/>
                <a:gd name="T13" fmla="*/ 96 h 104"/>
                <a:gd name="T14" fmla="*/ 28 w 28"/>
                <a:gd name="T15" fmla="*/ 96 h 104"/>
                <a:gd name="T16" fmla="*/ 28 w 28"/>
                <a:gd name="T1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04">
                  <a:moveTo>
                    <a:pt x="28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4" y="104"/>
                    <a:pt x="0" y="91"/>
                    <a:pt x="0" y="8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6"/>
                    <a:pt x="8" y="96"/>
                    <a:pt x="20" y="96"/>
                  </a:cubicBezTo>
                  <a:cubicBezTo>
                    <a:pt x="28" y="96"/>
                    <a:pt x="28" y="96"/>
                    <a:pt x="28" y="96"/>
                  </a:cubicBezTo>
                  <a:lnTo>
                    <a:pt x="28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2427971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4121779" y="411510"/>
            <a:ext cx="930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Music</a:t>
            </a:r>
            <a:endParaRPr lang="uk-UA" sz="2400" dirty="0"/>
          </a:p>
        </p:txBody>
      </p:sp>
      <p:grpSp>
        <p:nvGrpSpPr>
          <p:cNvPr id="2" name="Группа 1"/>
          <p:cNvGrpSpPr/>
          <p:nvPr/>
        </p:nvGrpSpPr>
        <p:grpSpPr>
          <a:xfrm>
            <a:off x="2073276" y="1349664"/>
            <a:ext cx="303353" cy="304378"/>
            <a:chOff x="2073276" y="1349664"/>
            <a:chExt cx="303353" cy="304378"/>
          </a:xfrm>
          <a:solidFill>
            <a:schemeClr val="tx1"/>
          </a:solidFill>
        </p:grpSpPr>
        <p:sp>
          <p:nvSpPr>
            <p:cNvPr id="5" name="Freeform 6"/>
            <p:cNvSpPr>
              <a:spLocks noEditPoints="1"/>
            </p:cNvSpPr>
            <p:nvPr/>
          </p:nvSpPr>
          <p:spPr bwMode="auto">
            <a:xfrm>
              <a:off x="2154239" y="1444974"/>
              <a:ext cx="75839" cy="112732"/>
            </a:xfrm>
            <a:custGeom>
              <a:avLst/>
              <a:gdLst>
                <a:gd name="T0" fmla="*/ 0 w 74"/>
                <a:gd name="T1" fmla="*/ 51 h 110"/>
                <a:gd name="T2" fmla="*/ 0 w 74"/>
                <a:gd name="T3" fmla="*/ 59 h 110"/>
                <a:gd name="T4" fmla="*/ 66 w 74"/>
                <a:gd name="T5" fmla="*/ 110 h 110"/>
                <a:gd name="T6" fmla="*/ 74 w 74"/>
                <a:gd name="T7" fmla="*/ 106 h 110"/>
                <a:gd name="T8" fmla="*/ 74 w 74"/>
                <a:gd name="T9" fmla="*/ 5 h 110"/>
                <a:gd name="T10" fmla="*/ 66 w 74"/>
                <a:gd name="T11" fmla="*/ 0 h 110"/>
                <a:gd name="T12" fmla="*/ 0 w 74"/>
                <a:gd name="T13" fmla="*/ 51 h 110"/>
                <a:gd name="T14" fmla="*/ 64 w 74"/>
                <a:gd name="T15" fmla="*/ 96 h 110"/>
                <a:gd name="T16" fmla="*/ 12 w 74"/>
                <a:gd name="T17" fmla="*/ 56 h 110"/>
                <a:gd name="T18" fmla="*/ 64 w 74"/>
                <a:gd name="T19" fmla="*/ 14 h 110"/>
                <a:gd name="T20" fmla="*/ 64 w 74"/>
                <a:gd name="T21" fmla="*/ 9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1"/>
                  </a:moveTo>
                  <a:lnTo>
                    <a:pt x="0" y="59"/>
                  </a:lnTo>
                  <a:lnTo>
                    <a:pt x="66" y="110"/>
                  </a:lnTo>
                  <a:lnTo>
                    <a:pt x="74" y="106"/>
                  </a:lnTo>
                  <a:lnTo>
                    <a:pt x="74" y="5"/>
                  </a:lnTo>
                  <a:lnTo>
                    <a:pt x="66" y="0"/>
                  </a:lnTo>
                  <a:lnTo>
                    <a:pt x="0" y="51"/>
                  </a:lnTo>
                  <a:close/>
                  <a:moveTo>
                    <a:pt x="64" y="96"/>
                  </a:moveTo>
                  <a:lnTo>
                    <a:pt x="12" y="56"/>
                  </a:lnTo>
                  <a:lnTo>
                    <a:pt x="64" y="14"/>
                  </a:lnTo>
                  <a:lnTo>
                    <a:pt x="64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" name="Freeform 7"/>
            <p:cNvSpPr>
              <a:spLocks noEditPoints="1"/>
            </p:cNvSpPr>
            <p:nvPr/>
          </p:nvSpPr>
          <p:spPr bwMode="auto">
            <a:xfrm>
              <a:off x="2248524" y="1444974"/>
              <a:ext cx="75839" cy="112732"/>
            </a:xfrm>
            <a:custGeom>
              <a:avLst/>
              <a:gdLst>
                <a:gd name="T0" fmla="*/ 0 w 74"/>
                <a:gd name="T1" fmla="*/ 51 h 110"/>
                <a:gd name="T2" fmla="*/ 0 w 74"/>
                <a:gd name="T3" fmla="*/ 59 h 110"/>
                <a:gd name="T4" fmla="*/ 66 w 74"/>
                <a:gd name="T5" fmla="*/ 110 h 110"/>
                <a:gd name="T6" fmla="*/ 74 w 74"/>
                <a:gd name="T7" fmla="*/ 106 h 110"/>
                <a:gd name="T8" fmla="*/ 74 w 74"/>
                <a:gd name="T9" fmla="*/ 5 h 110"/>
                <a:gd name="T10" fmla="*/ 66 w 74"/>
                <a:gd name="T11" fmla="*/ 0 h 110"/>
                <a:gd name="T12" fmla="*/ 0 w 74"/>
                <a:gd name="T13" fmla="*/ 51 h 110"/>
                <a:gd name="T14" fmla="*/ 65 w 74"/>
                <a:gd name="T15" fmla="*/ 96 h 110"/>
                <a:gd name="T16" fmla="*/ 13 w 74"/>
                <a:gd name="T17" fmla="*/ 56 h 110"/>
                <a:gd name="T18" fmla="*/ 65 w 74"/>
                <a:gd name="T19" fmla="*/ 14 h 110"/>
                <a:gd name="T20" fmla="*/ 65 w 74"/>
                <a:gd name="T21" fmla="*/ 9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1"/>
                  </a:moveTo>
                  <a:lnTo>
                    <a:pt x="0" y="59"/>
                  </a:lnTo>
                  <a:lnTo>
                    <a:pt x="66" y="110"/>
                  </a:lnTo>
                  <a:lnTo>
                    <a:pt x="74" y="106"/>
                  </a:lnTo>
                  <a:lnTo>
                    <a:pt x="74" y="5"/>
                  </a:lnTo>
                  <a:lnTo>
                    <a:pt x="66" y="0"/>
                  </a:lnTo>
                  <a:lnTo>
                    <a:pt x="0" y="51"/>
                  </a:lnTo>
                  <a:close/>
                  <a:moveTo>
                    <a:pt x="65" y="96"/>
                  </a:moveTo>
                  <a:lnTo>
                    <a:pt x="13" y="56"/>
                  </a:lnTo>
                  <a:lnTo>
                    <a:pt x="65" y="14"/>
                  </a:lnTo>
                  <a:lnTo>
                    <a:pt x="65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" name="Rectangle 8"/>
            <p:cNvSpPr>
              <a:spLocks noChangeArrowheads="1"/>
            </p:cNvSpPr>
            <p:nvPr/>
          </p:nvSpPr>
          <p:spPr bwMode="auto">
            <a:xfrm>
              <a:off x="2125543" y="1459322"/>
              <a:ext cx="9223" cy="850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9"/>
            <p:cNvSpPr>
              <a:spLocks noEditPoints="1"/>
            </p:cNvSpPr>
            <p:nvPr/>
          </p:nvSpPr>
          <p:spPr bwMode="auto">
            <a:xfrm>
              <a:off x="2073276" y="1349664"/>
              <a:ext cx="303353" cy="30437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3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2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5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" name="Freeform 10"/>
          <p:cNvSpPr>
            <a:spLocks noEditPoints="1"/>
          </p:cNvSpPr>
          <p:nvPr/>
        </p:nvSpPr>
        <p:spPr bwMode="auto">
          <a:xfrm>
            <a:off x="2494486" y="1349664"/>
            <a:ext cx="245962" cy="304378"/>
          </a:xfrm>
          <a:custGeom>
            <a:avLst/>
            <a:gdLst>
              <a:gd name="T0" fmla="*/ 180 w 208"/>
              <a:gd name="T1" fmla="*/ 100 h 256"/>
              <a:gd name="T2" fmla="*/ 124 w 208"/>
              <a:gd name="T3" fmla="*/ 26 h 256"/>
              <a:gd name="T4" fmla="*/ 124 w 208"/>
              <a:gd name="T5" fmla="*/ 0 h 256"/>
              <a:gd name="T6" fmla="*/ 84 w 208"/>
              <a:gd name="T7" fmla="*/ 0 h 256"/>
              <a:gd name="T8" fmla="*/ 84 w 208"/>
              <a:gd name="T9" fmla="*/ 26 h 256"/>
              <a:gd name="T10" fmla="*/ 28 w 208"/>
              <a:gd name="T11" fmla="*/ 100 h 256"/>
              <a:gd name="T12" fmla="*/ 28 w 208"/>
              <a:gd name="T13" fmla="*/ 174 h 256"/>
              <a:gd name="T14" fmla="*/ 0 w 208"/>
              <a:gd name="T15" fmla="*/ 202 h 256"/>
              <a:gd name="T16" fmla="*/ 0 w 208"/>
              <a:gd name="T17" fmla="*/ 224 h 256"/>
              <a:gd name="T18" fmla="*/ 65 w 208"/>
              <a:gd name="T19" fmla="*/ 224 h 256"/>
              <a:gd name="T20" fmla="*/ 100 w 208"/>
              <a:gd name="T21" fmla="*/ 256 h 256"/>
              <a:gd name="T22" fmla="*/ 136 w 208"/>
              <a:gd name="T23" fmla="*/ 224 h 256"/>
              <a:gd name="T24" fmla="*/ 208 w 208"/>
              <a:gd name="T25" fmla="*/ 224 h 256"/>
              <a:gd name="T26" fmla="*/ 208 w 208"/>
              <a:gd name="T27" fmla="*/ 202 h 256"/>
              <a:gd name="T28" fmla="*/ 180 w 208"/>
              <a:gd name="T29" fmla="*/ 174 h 256"/>
              <a:gd name="T30" fmla="*/ 180 w 208"/>
              <a:gd name="T31" fmla="*/ 100 h 256"/>
              <a:gd name="T32" fmla="*/ 172 w 208"/>
              <a:gd name="T33" fmla="*/ 160 h 256"/>
              <a:gd name="T34" fmla="*/ 36 w 208"/>
              <a:gd name="T35" fmla="*/ 160 h 256"/>
              <a:gd name="T36" fmla="*/ 36 w 208"/>
              <a:gd name="T37" fmla="*/ 144 h 256"/>
              <a:gd name="T38" fmla="*/ 172 w 208"/>
              <a:gd name="T39" fmla="*/ 144 h 256"/>
              <a:gd name="T40" fmla="*/ 172 w 208"/>
              <a:gd name="T41" fmla="*/ 160 h 256"/>
              <a:gd name="T42" fmla="*/ 92 w 208"/>
              <a:gd name="T43" fmla="*/ 8 h 256"/>
              <a:gd name="T44" fmla="*/ 116 w 208"/>
              <a:gd name="T45" fmla="*/ 8 h 256"/>
              <a:gd name="T46" fmla="*/ 116 w 208"/>
              <a:gd name="T47" fmla="*/ 25 h 256"/>
              <a:gd name="T48" fmla="*/ 104 w 208"/>
              <a:gd name="T49" fmla="*/ 24 h 256"/>
              <a:gd name="T50" fmla="*/ 92 w 208"/>
              <a:gd name="T51" fmla="*/ 25 h 256"/>
              <a:gd name="T52" fmla="*/ 92 w 208"/>
              <a:gd name="T53" fmla="*/ 8 h 256"/>
              <a:gd name="T54" fmla="*/ 104 w 208"/>
              <a:gd name="T55" fmla="*/ 32 h 256"/>
              <a:gd name="T56" fmla="*/ 172 w 208"/>
              <a:gd name="T57" fmla="*/ 100 h 256"/>
              <a:gd name="T58" fmla="*/ 172 w 208"/>
              <a:gd name="T59" fmla="*/ 136 h 256"/>
              <a:gd name="T60" fmla="*/ 36 w 208"/>
              <a:gd name="T61" fmla="*/ 136 h 256"/>
              <a:gd name="T62" fmla="*/ 36 w 208"/>
              <a:gd name="T63" fmla="*/ 100 h 256"/>
              <a:gd name="T64" fmla="*/ 104 w 208"/>
              <a:gd name="T65" fmla="*/ 32 h 256"/>
              <a:gd name="T66" fmla="*/ 100 w 208"/>
              <a:gd name="T67" fmla="*/ 248 h 256"/>
              <a:gd name="T68" fmla="*/ 73 w 208"/>
              <a:gd name="T69" fmla="*/ 224 h 256"/>
              <a:gd name="T70" fmla="*/ 128 w 208"/>
              <a:gd name="T71" fmla="*/ 224 h 256"/>
              <a:gd name="T72" fmla="*/ 100 w 208"/>
              <a:gd name="T73" fmla="*/ 248 h 256"/>
              <a:gd name="T74" fmla="*/ 200 w 208"/>
              <a:gd name="T75" fmla="*/ 205 h 256"/>
              <a:gd name="T76" fmla="*/ 200 w 208"/>
              <a:gd name="T77" fmla="*/ 216 h 256"/>
              <a:gd name="T78" fmla="*/ 8 w 208"/>
              <a:gd name="T79" fmla="*/ 216 h 256"/>
              <a:gd name="T80" fmla="*/ 8 w 208"/>
              <a:gd name="T81" fmla="*/ 205 h 256"/>
              <a:gd name="T82" fmla="*/ 36 w 208"/>
              <a:gd name="T83" fmla="*/ 177 h 256"/>
              <a:gd name="T84" fmla="*/ 36 w 208"/>
              <a:gd name="T85" fmla="*/ 168 h 256"/>
              <a:gd name="T86" fmla="*/ 172 w 208"/>
              <a:gd name="T87" fmla="*/ 168 h 256"/>
              <a:gd name="T88" fmla="*/ 172 w 208"/>
              <a:gd name="T89" fmla="*/ 177 h 256"/>
              <a:gd name="T90" fmla="*/ 200 w 208"/>
              <a:gd name="T91" fmla="*/ 20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8" h="256">
                <a:moveTo>
                  <a:pt x="180" y="100"/>
                </a:moveTo>
                <a:cubicBezTo>
                  <a:pt x="180" y="65"/>
                  <a:pt x="157" y="35"/>
                  <a:pt x="124" y="26"/>
                </a:cubicBezTo>
                <a:cubicBezTo>
                  <a:pt x="124" y="0"/>
                  <a:pt x="124" y="0"/>
                  <a:pt x="12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26"/>
                  <a:pt x="84" y="26"/>
                  <a:pt x="84" y="26"/>
                </a:cubicBezTo>
                <a:cubicBezTo>
                  <a:pt x="52" y="35"/>
                  <a:pt x="28" y="65"/>
                  <a:pt x="28" y="100"/>
                </a:cubicBezTo>
                <a:cubicBezTo>
                  <a:pt x="28" y="174"/>
                  <a:pt x="28" y="174"/>
                  <a:pt x="28" y="174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224"/>
                  <a:pt x="0" y="224"/>
                  <a:pt x="0" y="224"/>
                </a:cubicBezTo>
                <a:cubicBezTo>
                  <a:pt x="65" y="224"/>
                  <a:pt x="65" y="224"/>
                  <a:pt x="65" y="224"/>
                </a:cubicBezTo>
                <a:cubicBezTo>
                  <a:pt x="67" y="242"/>
                  <a:pt x="82" y="256"/>
                  <a:pt x="100" y="256"/>
                </a:cubicBezTo>
                <a:cubicBezTo>
                  <a:pt x="119" y="256"/>
                  <a:pt x="134" y="242"/>
                  <a:pt x="136" y="224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08" y="202"/>
                  <a:pt x="208" y="202"/>
                  <a:pt x="208" y="202"/>
                </a:cubicBezTo>
                <a:cubicBezTo>
                  <a:pt x="180" y="174"/>
                  <a:pt x="180" y="174"/>
                  <a:pt x="180" y="174"/>
                </a:cubicBezTo>
                <a:lnTo>
                  <a:pt x="180" y="100"/>
                </a:lnTo>
                <a:close/>
                <a:moveTo>
                  <a:pt x="172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172" y="144"/>
                  <a:pt x="172" y="144"/>
                  <a:pt x="172" y="144"/>
                </a:cubicBezTo>
                <a:lnTo>
                  <a:pt x="172" y="160"/>
                </a:lnTo>
                <a:close/>
                <a:moveTo>
                  <a:pt x="92" y="8"/>
                </a:moveTo>
                <a:cubicBezTo>
                  <a:pt x="116" y="8"/>
                  <a:pt x="116" y="8"/>
                  <a:pt x="116" y="8"/>
                </a:cubicBezTo>
                <a:cubicBezTo>
                  <a:pt x="116" y="25"/>
                  <a:pt x="116" y="25"/>
                  <a:pt x="116" y="25"/>
                </a:cubicBezTo>
                <a:cubicBezTo>
                  <a:pt x="112" y="24"/>
                  <a:pt x="108" y="24"/>
                  <a:pt x="104" y="24"/>
                </a:cubicBezTo>
                <a:cubicBezTo>
                  <a:pt x="100" y="24"/>
                  <a:pt x="96" y="24"/>
                  <a:pt x="92" y="25"/>
                </a:cubicBezTo>
                <a:lnTo>
                  <a:pt x="92" y="8"/>
                </a:lnTo>
                <a:close/>
                <a:moveTo>
                  <a:pt x="104" y="32"/>
                </a:moveTo>
                <a:cubicBezTo>
                  <a:pt x="142" y="32"/>
                  <a:pt x="172" y="62"/>
                  <a:pt x="172" y="100"/>
                </a:cubicBezTo>
                <a:cubicBezTo>
                  <a:pt x="172" y="136"/>
                  <a:pt x="172" y="136"/>
                  <a:pt x="172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62"/>
                  <a:pt x="67" y="32"/>
                  <a:pt x="104" y="32"/>
                </a:cubicBezTo>
                <a:close/>
                <a:moveTo>
                  <a:pt x="100" y="248"/>
                </a:moveTo>
                <a:cubicBezTo>
                  <a:pt x="86" y="248"/>
                  <a:pt x="75" y="237"/>
                  <a:pt x="73" y="224"/>
                </a:cubicBezTo>
                <a:cubicBezTo>
                  <a:pt x="128" y="224"/>
                  <a:pt x="128" y="224"/>
                  <a:pt x="128" y="224"/>
                </a:cubicBezTo>
                <a:cubicBezTo>
                  <a:pt x="126" y="237"/>
                  <a:pt x="114" y="248"/>
                  <a:pt x="100" y="248"/>
                </a:cubicBezTo>
                <a:close/>
                <a:moveTo>
                  <a:pt x="200" y="205"/>
                </a:moveTo>
                <a:cubicBezTo>
                  <a:pt x="200" y="216"/>
                  <a:pt x="200" y="216"/>
                  <a:pt x="200" y="216"/>
                </a:cubicBezTo>
                <a:cubicBezTo>
                  <a:pt x="8" y="216"/>
                  <a:pt x="8" y="216"/>
                  <a:pt x="8" y="216"/>
                </a:cubicBezTo>
                <a:cubicBezTo>
                  <a:pt x="8" y="205"/>
                  <a:pt x="8" y="205"/>
                  <a:pt x="8" y="205"/>
                </a:cubicBezTo>
                <a:cubicBezTo>
                  <a:pt x="36" y="177"/>
                  <a:pt x="36" y="177"/>
                  <a:pt x="36" y="177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7"/>
                  <a:pt x="172" y="177"/>
                  <a:pt x="172" y="177"/>
                </a:cubicBezTo>
                <a:lnTo>
                  <a:pt x="200" y="20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11"/>
          <p:cNvSpPr>
            <a:spLocks noEditPoints="1"/>
          </p:cNvSpPr>
          <p:nvPr/>
        </p:nvSpPr>
        <p:spPr bwMode="auto">
          <a:xfrm>
            <a:off x="2859330" y="1349664"/>
            <a:ext cx="302328" cy="304378"/>
          </a:xfrm>
          <a:custGeom>
            <a:avLst/>
            <a:gdLst>
              <a:gd name="T0" fmla="*/ 128 w 256"/>
              <a:gd name="T1" fmla="*/ 0 h 256"/>
              <a:gd name="T2" fmla="*/ 38 w 256"/>
              <a:gd name="T3" fmla="*/ 37 h 256"/>
              <a:gd name="T4" fmla="*/ 0 w 256"/>
              <a:gd name="T5" fmla="*/ 128 h 256"/>
              <a:gd name="T6" fmla="*/ 38 w 256"/>
              <a:gd name="T7" fmla="*/ 218 h 256"/>
              <a:gd name="T8" fmla="*/ 128 w 256"/>
              <a:gd name="T9" fmla="*/ 256 h 256"/>
              <a:gd name="T10" fmla="*/ 128 w 256"/>
              <a:gd name="T11" fmla="*/ 256 h 256"/>
              <a:gd name="T12" fmla="*/ 128 w 256"/>
              <a:gd name="T13" fmla="*/ 256 h 256"/>
              <a:gd name="T14" fmla="*/ 256 w 256"/>
              <a:gd name="T15" fmla="*/ 128 h 256"/>
              <a:gd name="T16" fmla="*/ 219 w 256"/>
              <a:gd name="T17" fmla="*/ 37 h 256"/>
              <a:gd name="T18" fmla="*/ 128 w 256"/>
              <a:gd name="T19" fmla="*/ 0 h 256"/>
              <a:gd name="T20" fmla="*/ 44 w 256"/>
              <a:gd name="T21" fmla="*/ 43 h 256"/>
              <a:gd name="T22" fmla="*/ 70 w 256"/>
              <a:gd name="T23" fmla="*/ 23 h 256"/>
              <a:gd name="T24" fmla="*/ 115 w 256"/>
              <a:gd name="T25" fmla="*/ 103 h 256"/>
              <a:gd name="T26" fmla="*/ 109 w 256"/>
              <a:gd name="T27" fmla="*/ 108 h 256"/>
              <a:gd name="T28" fmla="*/ 104 w 256"/>
              <a:gd name="T29" fmla="*/ 114 h 256"/>
              <a:gd name="T30" fmla="*/ 25 w 256"/>
              <a:gd name="T31" fmla="*/ 66 h 256"/>
              <a:gd name="T32" fmla="*/ 44 w 256"/>
              <a:gd name="T33" fmla="*/ 43 h 256"/>
              <a:gd name="T34" fmla="*/ 128 w 256"/>
              <a:gd name="T35" fmla="*/ 148 h 256"/>
              <a:gd name="T36" fmla="*/ 114 w 256"/>
              <a:gd name="T37" fmla="*/ 142 h 256"/>
              <a:gd name="T38" fmla="*/ 114 w 256"/>
              <a:gd name="T39" fmla="*/ 113 h 256"/>
              <a:gd name="T40" fmla="*/ 128 w 256"/>
              <a:gd name="T41" fmla="*/ 108 h 256"/>
              <a:gd name="T42" fmla="*/ 143 w 256"/>
              <a:gd name="T43" fmla="*/ 113 h 256"/>
              <a:gd name="T44" fmla="*/ 143 w 256"/>
              <a:gd name="T45" fmla="*/ 142 h 256"/>
              <a:gd name="T46" fmla="*/ 128 w 256"/>
              <a:gd name="T47" fmla="*/ 148 h 256"/>
              <a:gd name="T48" fmla="*/ 128 w 256"/>
              <a:gd name="T49" fmla="*/ 248 h 256"/>
              <a:gd name="T50" fmla="*/ 128 w 256"/>
              <a:gd name="T51" fmla="*/ 252 h 256"/>
              <a:gd name="T52" fmla="*/ 128 w 256"/>
              <a:gd name="T53" fmla="*/ 248 h 256"/>
              <a:gd name="T54" fmla="*/ 128 w 256"/>
              <a:gd name="T55" fmla="*/ 248 h 256"/>
              <a:gd name="T56" fmla="*/ 44 w 256"/>
              <a:gd name="T57" fmla="*/ 212 h 256"/>
              <a:gd name="T58" fmla="*/ 8 w 256"/>
              <a:gd name="T59" fmla="*/ 128 h 256"/>
              <a:gd name="T60" fmla="*/ 22 w 256"/>
              <a:gd name="T61" fmla="*/ 73 h 256"/>
              <a:gd name="T62" fmla="*/ 101 w 256"/>
              <a:gd name="T63" fmla="*/ 122 h 256"/>
              <a:gd name="T64" fmla="*/ 109 w 256"/>
              <a:gd name="T65" fmla="*/ 147 h 256"/>
              <a:gd name="T66" fmla="*/ 128 w 256"/>
              <a:gd name="T67" fmla="*/ 156 h 256"/>
              <a:gd name="T68" fmla="*/ 134 w 256"/>
              <a:gd name="T69" fmla="*/ 155 h 256"/>
              <a:gd name="T70" fmla="*/ 183 w 256"/>
              <a:gd name="T71" fmla="*/ 234 h 256"/>
              <a:gd name="T72" fmla="*/ 128 w 256"/>
              <a:gd name="T73" fmla="*/ 248 h 256"/>
              <a:gd name="T74" fmla="*/ 190 w 256"/>
              <a:gd name="T75" fmla="*/ 231 h 256"/>
              <a:gd name="T76" fmla="*/ 142 w 256"/>
              <a:gd name="T77" fmla="*/ 152 h 256"/>
              <a:gd name="T78" fmla="*/ 148 w 256"/>
              <a:gd name="T79" fmla="*/ 147 h 256"/>
              <a:gd name="T80" fmla="*/ 153 w 256"/>
              <a:gd name="T81" fmla="*/ 141 h 256"/>
              <a:gd name="T82" fmla="*/ 231 w 256"/>
              <a:gd name="T83" fmla="*/ 189 h 256"/>
              <a:gd name="T84" fmla="*/ 190 w 256"/>
              <a:gd name="T85" fmla="*/ 231 h 256"/>
              <a:gd name="T86" fmla="*/ 235 w 256"/>
              <a:gd name="T87" fmla="*/ 182 h 256"/>
              <a:gd name="T88" fmla="*/ 156 w 256"/>
              <a:gd name="T89" fmla="*/ 133 h 256"/>
              <a:gd name="T90" fmla="*/ 148 w 256"/>
              <a:gd name="T91" fmla="*/ 108 h 256"/>
              <a:gd name="T92" fmla="*/ 128 w 256"/>
              <a:gd name="T93" fmla="*/ 100 h 256"/>
              <a:gd name="T94" fmla="*/ 123 w 256"/>
              <a:gd name="T95" fmla="*/ 100 h 256"/>
              <a:gd name="T96" fmla="*/ 77 w 256"/>
              <a:gd name="T97" fmla="*/ 19 h 256"/>
              <a:gd name="T98" fmla="*/ 128 w 256"/>
              <a:gd name="T99" fmla="*/ 8 h 256"/>
              <a:gd name="T100" fmla="*/ 213 w 256"/>
              <a:gd name="T101" fmla="*/ 43 h 256"/>
              <a:gd name="T102" fmla="*/ 248 w 256"/>
              <a:gd name="T103" fmla="*/ 128 h 256"/>
              <a:gd name="T104" fmla="*/ 235 w 256"/>
              <a:gd name="T105" fmla="*/ 18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94" y="0"/>
                  <a:pt x="62" y="13"/>
                  <a:pt x="38" y="37"/>
                </a:cubicBezTo>
                <a:cubicBezTo>
                  <a:pt x="14" y="61"/>
                  <a:pt x="0" y="93"/>
                  <a:pt x="0" y="128"/>
                </a:cubicBezTo>
                <a:cubicBezTo>
                  <a:pt x="0" y="162"/>
                  <a:pt x="14" y="194"/>
                  <a:pt x="38" y="218"/>
                </a:cubicBezTo>
                <a:cubicBezTo>
                  <a:pt x="62" y="242"/>
                  <a:pt x="94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93"/>
                  <a:pt x="243" y="61"/>
                  <a:pt x="219" y="37"/>
                </a:cubicBezTo>
                <a:cubicBezTo>
                  <a:pt x="195" y="13"/>
                  <a:pt x="163" y="0"/>
                  <a:pt x="128" y="0"/>
                </a:cubicBezTo>
                <a:close/>
                <a:moveTo>
                  <a:pt x="44" y="43"/>
                </a:moveTo>
                <a:cubicBezTo>
                  <a:pt x="51" y="35"/>
                  <a:pt x="60" y="28"/>
                  <a:pt x="70" y="2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3" y="104"/>
                  <a:pt x="111" y="106"/>
                  <a:pt x="109" y="108"/>
                </a:cubicBezTo>
                <a:cubicBezTo>
                  <a:pt x="107" y="110"/>
                  <a:pt x="105" y="112"/>
                  <a:pt x="104" y="114"/>
                </a:cubicBezTo>
                <a:cubicBezTo>
                  <a:pt x="25" y="66"/>
                  <a:pt x="25" y="66"/>
                  <a:pt x="25" y="66"/>
                </a:cubicBezTo>
                <a:cubicBezTo>
                  <a:pt x="30" y="58"/>
                  <a:pt x="37" y="50"/>
                  <a:pt x="44" y="43"/>
                </a:cubicBezTo>
                <a:close/>
                <a:moveTo>
                  <a:pt x="128" y="148"/>
                </a:moveTo>
                <a:cubicBezTo>
                  <a:pt x="123" y="148"/>
                  <a:pt x="118" y="146"/>
                  <a:pt x="114" y="142"/>
                </a:cubicBezTo>
                <a:cubicBezTo>
                  <a:pt x="107" y="134"/>
                  <a:pt x="107" y="121"/>
                  <a:pt x="114" y="113"/>
                </a:cubicBezTo>
                <a:cubicBezTo>
                  <a:pt x="118" y="110"/>
                  <a:pt x="123" y="108"/>
                  <a:pt x="128" y="108"/>
                </a:cubicBezTo>
                <a:cubicBezTo>
                  <a:pt x="134" y="108"/>
                  <a:pt x="139" y="110"/>
                  <a:pt x="143" y="113"/>
                </a:cubicBezTo>
                <a:cubicBezTo>
                  <a:pt x="150" y="121"/>
                  <a:pt x="150" y="134"/>
                  <a:pt x="143" y="142"/>
                </a:cubicBezTo>
                <a:cubicBezTo>
                  <a:pt x="139" y="146"/>
                  <a:pt x="134" y="148"/>
                  <a:pt x="128" y="148"/>
                </a:cubicBezTo>
                <a:close/>
                <a:moveTo>
                  <a:pt x="128" y="248"/>
                </a:moveTo>
                <a:cubicBezTo>
                  <a:pt x="128" y="252"/>
                  <a:pt x="128" y="252"/>
                  <a:pt x="128" y="252"/>
                </a:cubicBezTo>
                <a:cubicBezTo>
                  <a:pt x="128" y="248"/>
                  <a:pt x="128" y="248"/>
                  <a:pt x="128" y="248"/>
                </a:cubicBezTo>
                <a:cubicBezTo>
                  <a:pt x="128" y="248"/>
                  <a:pt x="128" y="248"/>
                  <a:pt x="128" y="248"/>
                </a:cubicBezTo>
                <a:cubicBezTo>
                  <a:pt x="96" y="248"/>
                  <a:pt x="66" y="235"/>
                  <a:pt x="44" y="212"/>
                </a:cubicBezTo>
                <a:cubicBezTo>
                  <a:pt x="21" y="190"/>
                  <a:pt x="8" y="160"/>
                  <a:pt x="8" y="128"/>
                </a:cubicBezTo>
                <a:cubicBezTo>
                  <a:pt x="8" y="108"/>
                  <a:pt x="13" y="90"/>
                  <a:pt x="22" y="73"/>
                </a:cubicBezTo>
                <a:cubicBezTo>
                  <a:pt x="101" y="122"/>
                  <a:pt x="101" y="122"/>
                  <a:pt x="101" y="122"/>
                </a:cubicBezTo>
                <a:cubicBezTo>
                  <a:pt x="99" y="131"/>
                  <a:pt x="102" y="141"/>
                  <a:pt x="109" y="147"/>
                </a:cubicBezTo>
                <a:cubicBezTo>
                  <a:pt x="114" y="153"/>
                  <a:pt x="121" y="156"/>
                  <a:pt x="128" y="156"/>
                </a:cubicBezTo>
                <a:cubicBezTo>
                  <a:pt x="130" y="156"/>
                  <a:pt x="132" y="155"/>
                  <a:pt x="134" y="155"/>
                </a:cubicBezTo>
                <a:cubicBezTo>
                  <a:pt x="183" y="234"/>
                  <a:pt x="183" y="234"/>
                  <a:pt x="183" y="234"/>
                </a:cubicBezTo>
                <a:cubicBezTo>
                  <a:pt x="167" y="243"/>
                  <a:pt x="148" y="248"/>
                  <a:pt x="128" y="248"/>
                </a:cubicBezTo>
                <a:close/>
                <a:moveTo>
                  <a:pt x="190" y="231"/>
                </a:moveTo>
                <a:cubicBezTo>
                  <a:pt x="142" y="152"/>
                  <a:pt x="142" y="152"/>
                  <a:pt x="142" y="152"/>
                </a:cubicBezTo>
                <a:cubicBezTo>
                  <a:pt x="144" y="151"/>
                  <a:pt x="146" y="149"/>
                  <a:pt x="148" y="147"/>
                </a:cubicBezTo>
                <a:cubicBezTo>
                  <a:pt x="150" y="145"/>
                  <a:pt x="152" y="143"/>
                  <a:pt x="153" y="141"/>
                </a:cubicBezTo>
                <a:cubicBezTo>
                  <a:pt x="231" y="189"/>
                  <a:pt x="231" y="189"/>
                  <a:pt x="231" y="189"/>
                </a:cubicBezTo>
                <a:cubicBezTo>
                  <a:pt x="221" y="206"/>
                  <a:pt x="207" y="220"/>
                  <a:pt x="190" y="231"/>
                </a:cubicBezTo>
                <a:close/>
                <a:moveTo>
                  <a:pt x="235" y="182"/>
                </a:moveTo>
                <a:cubicBezTo>
                  <a:pt x="156" y="133"/>
                  <a:pt x="156" y="133"/>
                  <a:pt x="156" y="133"/>
                </a:cubicBezTo>
                <a:cubicBezTo>
                  <a:pt x="158" y="124"/>
                  <a:pt x="155" y="115"/>
                  <a:pt x="148" y="108"/>
                </a:cubicBezTo>
                <a:cubicBezTo>
                  <a:pt x="143" y="103"/>
                  <a:pt x="136" y="100"/>
                  <a:pt x="128" y="100"/>
                </a:cubicBezTo>
                <a:cubicBezTo>
                  <a:pt x="127" y="100"/>
                  <a:pt x="125" y="100"/>
                  <a:pt x="123" y="100"/>
                </a:cubicBezTo>
                <a:cubicBezTo>
                  <a:pt x="77" y="19"/>
                  <a:pt x="77" y="19"/>
                  <a:pt x="77" y="19"/>
                </a:cubicBezTo>
                <a:cubicBezTo>
                  <a:pt x="93" y="12"/>
                  <a:pt x="110" y="8"/>
                  <a:pt x="128" y="8"/>
                </a:cubicBezTo>
                <a:cubicBezTo>
                  <a:pt x="161" y="8"/>
                  <a:pt x="191" y="20"/>
                  <a:pt x="213" y="43"/>
                </a:cubicBezTo>
                <a:cubicBezTo>
                  <a:pt x="236" y="65"/>
                  <a:pt x="248" y="96"/>
                  <a:pt x="248" y="128"/>
                </a:cubicBezTo>
                <a:cubicBezTo>
                  <a:pt x="248" y="147"/>
                  <a:pt x="244" y="166"/>
                  <a:pt x="235" y="18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12"/>
          <p:cNvSpPr>
            <a:spLocks noEditPoints="1"/>
          </p:cNvSpPr>
          <p:nvPr/>
        </p:nvSpPr>
        <p:spPr bwMode="auto">
          <a:xfrm>
            <a:off x="3252869" y="1349664"/>
            <a:ext cx="302328" cy="302328"/>
          </a:xfrm>
          <a:custGeom>
            <a:avLst/>
            <a:gdLst>
              <a:gd name="T0" fmla="*/ 137 w 255"/>
              <a:gd name="T1" fmla="*/ 156 h 255"/>
              <a:gd name="T2" fmla="*/ 95 w 255"/>
              <a:gd name="T3" fmla="*/ 160 h 255"/>
              <a:gd name="T4" fmla="*/ 87 w 255"/>
              <a:gd name="T5" fmla="*/ 139 h 255"/>
              <a:gd name="T6" fmla="*/ 95 w 255"/>
              <a:gd name="T7" fmla="*/ 118 h 255"/>
              <a:gd name="T8" fmla="*/ 207 w 255"/>
              <a:gd name="T9" fmla="*/ 6 h 255"/>
              <a:gd name="T10" fmla="*/ 201 w 255"/>
              <a:gd name="T11" fmla="*/ 0 h 255"/>
              <a:gd name="T12" fmla="*/ 89 w 255"/>
              <a:gd name="T13" fmla="*/ 112 h 255"/>
              <a:gd name="T14" fmla="*/ 79 w 255"/>
              <a:gd name="T15" fmla="*/ 139 h 255"/>
              <a:gd name="T16" fmla="*/ 87 w 255"/>
              <a:gd name="T17" fmla="*/ 163 h 255"/>
              <a:gd name="T18" fmla="*/ 31 w 255"/>
              <a:gd name="T19" fmla="*/ 218 h 255"/>
              <a:gd name="T20" fmla="*/ 20 w 255"/>
              <a:gd name="T21" fmla="*/ 215 h 255"/>
              <a:gd name="T22" fmla="*/ 0 w 255"/>
              <a:gd name="T23" fmla="*/ 235 h 255"/>
              <a:gd name="T24" fmla="*/ 20 w 255"/>
              <a:gd name="T25" fmla="*/ 255 h 255"/>
              <a:gd name="T26" fmla="*/ 40 w 255"/>
              <a:gd name="T27" fmla="*/ 235 h 255"/>
              <a:gd name="T28" fmla="*/ 37 w 255"/>
              <a:gd name="T29" fmla="*/ 224 h 255"/>
              <a:gd name="T30" fmla="*/ 92 w 255"/>
              <a:gd name="T31" fmla="*/ 168 h 255"/>
              <a:gd name="T32" fmla="*/ 112 w 255"/>
              <a:gd name="T33" fmla="*/ 175 h 255"/>
              <a:gd name="T34" fmla="*/ 143 w 255"/>
              <a:gd name="T35" fmla="*/ 162 h 255"/>
              <a:gd name="T36" fmla="*/ 255 w 255"/>
              <a:gd name="T37" fmla="*/ 50 h 255"/>
              <a:gd name="T38" fmla="*/ 249 w 255"/>
              <a:gd name="T39" fmla="*/ 44 h 255"/>
              <a:gd name="T40" fmla="*/ 137 w 255"/>
              <a:gd name="T41" fmla="*/ 156 h 255"/>
              <a:gd name="T42" fmla="*/ 20 w 255"/>
              <a:gd name="T43" fmla="*/ 247 h 255"/>
              <a:gd name="T44" fmla="*/ 8 w 255"/>
              <a:gd name="T45" fmla="*/ 235 h 255"/>
              <a:gd name="T46" fmla="*/ 20 w 255"/>
              <a:gd name="T47" fmla="*/ 223 h 255"/>
              <a:gd name="T48" fmla="*/ 32 w 255"/>
              <a:gd name="T49" fmla="*/ 235 h 255"/>
              <a:gd name="T50" fmla="*/ 20 w 255"/>
              <a:gd name="T51" fmla="*/ 247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55" h="255">
                <a:moveTo>
                  <a:pt x="137" y="156"/>
                </a:moveTo>
                <a:cubicBezTo>
                  <a:pt x="126" y="167"/>
                  <a:pt x="106" y="171"/>
                  <a:pt x="95" y="160"/>
                </a:cubicBezTo>
                <a:cubicBezTo>
                  <a:pt x="90" y="155"/>
                  <a:pt x="87" y="147"/>
                  <a:pt x="87" y="139"/>
                </a:cubicBezTo>
                <a:cubicBezTo>
                  <a:pt x="87" y="131"/>
                  <a:pt x="90" y="123"/>
                  <a:pt x="95" y="118"/>
                </a:cubicBezTo>
                <a:cubicBezTo>
                  <a:pt x="207" y="6"/>
                  <a:pt x="207" y="6"/>
                  <a:pt x="207" y="6"/>
                </a:cubicBezTo>
                <a:cubicBezTo>
                  <a:pt x="201" y="0"/>
                  <a:pt x="201" y="0"/>
                  <a:pt x="201" y="0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83" y="119"/>
                  <a:pt x="79" y="129"/>
                  <a:pt x="79" y="139"/>
                </a:cubicBezTo>
                <a:cubicBezTo>
                  <a:pt x="79" y="148"/>
                  <a:pt x="82" y="156"/>
                  <a:pt x="87" y="163"/>
                </a:cubicBezTo>
                <a:cubicBezTo>
                  <a:pt x="31" y="218"/>
                  <a:pt x="31" y="218"/>
                  <a:pt x="31" y="218"/>
                </a:cubicBezTo>
                <a:cubicBezTo>
                  <a:pt x="28" y="216"/>
                  <a:pt x="24" y="215"/>
                  <a:pt x="20" y="215"/>
                </a:cubicBezTo>
                <a:cubicBezTo>
                  <a:pt x="9" y="215"/>
                  <a:pt x="0" y="224"/>
                  <a:pt x="0" y="235"/>
                </a:cubicBezTo>
                <a:cubicBezTo>
                  <a:pt x="0" y="246"/>
                  <a:pt x="9" y="255"/>
                  <a:pt x="20" y="255"/>
                </a:cubicBezTo>
                <a:cubicBezTo>
                  <a:pt x="31" y="255"/>
                  <a:pt x="40" y="246"/>
                  <a:pt x="40" y="235"/>
                </a:cubicBezTo>
                <a:cubicBezTo>
                  <a:pt x="40" y="231"/>
                  <a:pt x="39" y="227"/>
                  <a:pt x="37" y="224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8" y="173"/>
                  <a:pt x="105" y="175"/>
                  <a:pt x="112" y="175"/>
                </a:cubicBezTo>
                <a:cubicBezTo>
                  <a:pt x="123" y="175"/>
                  <a:pt x="135" y="170"/>
                  <a:pt x="143" y="162"/>
                </a:cubicBezTo>
                <a:cubicBezTo>
                  <a:pt x="255" y="50"/>
                  <a:pt x="255" y="50"/>
                  <a:pt x="255" y="50"/>
                </a:cubicBezTo>
                <a:cubicBezTo>
                  <a:pt x="249" y="44"/>
                  <a:pt x="249" y="44"/>
                  <a:pt x="249" y="44"/>
                </a:cubicBezTo>
                <a:lnTo>
                  <a:pt x="137" y="156"/>
                </a:lnTo>
                <a:close/>
                <a:moveTo>
                  <a:pt x="20" y="247"/>
                </a:moveTo>
                <a:cubicBezTo>
                  <a:pt x="14" y="247"/>
                  <a:pt x="8" y="242"/>
                  <a:pt x="8" y="235"/>
                </a:cubicBezTo>
                <a:cubicBezTo>
                  <a:pt x="8" y="228"/>
                  <a:pt x="14" y="223"/>
                  <a:pt x="20" y="223"/>
                </a:cubicBezTo>
                <a:cubicBezTo>
                  <a:pt x="27" y="223"/>
                  <a:pt x="32" y="228"/>
                  <a:pt x="32" y="235"/>
                </a:cubicBezTo>
                <a:cubicBezTo>
                  <a:pt x="32" y="242"/>
                  <a:pt x="27" y="247"/>
                  <a:pt x="20" y="2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" name="Группа 2"/>
          <p:cNvGrpSpPr/>
          <p:nvPr/>
        </p:nvGrpSpPr>
        <p:grpSpPr>
          <a:xfrm>
            <a:off x="3646409" y="1349664"/>
            <a:ext cx="302328" cy="304378"/>
            <a:chOff x="3646409" y="1349664"/>
            <a:chExt cx="302328" cy="304378"/>
          </a:xfrm>
          <a:solidFill>
            <a:schemeClr val="tx1"/>
          </a:solidFill>
        </p:grpSpPr>
        <p:sp>
          <p:nvSpPr>
            <p:cNvPr id="12" name="Freeform 13"/>
            <p:cNvSpPr>
              <a:spLocks noEditPoints="1"/>
            </p:cNvSpPr>
            <p:nvPr/>
          </p:nvSpPr>
          <p:spPr bwMode="auto">
            <a:xfrm>
              <a:off x="3741719" y="1439850"/>
              <a:ext cx="111708" cy="75839"/>
            </a:xfrm>
            <a:custGeom>
              <a:avLst/>
              <a:gdLst>
                <a:gd name="T0" fmla="*/ 51 w 109"/>
                <a:gd name="T1" fmla="*/ 0 h 74"/>
                <a:gd name="T2" fmla="*/ 0 w 109"/>
                <a:gd name="T3" fmla="*/ 65 h 74"/>
                <a:gd name="T4" fmla="*/ 4 w 109"/>
                <a:gd name="T5" fmla="*/ 74 h 74"/>
                <a:gd name="T6" fmla="*/ 105 w 109"/>
                <a:gd name="T7" fmla="*/ 74 h 74"/>
                <a:gd name="T8" fmla="*/ 109 w 109"/>
                <a:gd name="T9" fmla="*/ 65 h 74"/>
                <a:gd name="T10" fmla="*/ 58 w 109"/>
                <a:gd name="T11" fmla="*/ 0 h 74"/>
                <a:gd name="T12" fmla="*/ 51 w 109"/>
                <a:gd name="T13" fmla="*/ 0 h 74"/>
                <a:gd name="T14" fmla="*/ 13 w 109"/>
                <a:gd name="T15" fmla="*/ 65 h 74"/>
                <a:gd name="T16" fmla="*/ 55 w 109"/>
                <a:gd name="T17" fmla="*/ 12 h 74"/>
                <a:gd name="T18" fmla="*/ 95 w 109"/>
                <a:gd name="T19" fmla="*/ 65 h 74"/>
                <a:gd name="T20" fmla="*/ 13 w 109"/>
                <a:gd name="T21" fmla="*/ 65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74">
                  <a:moveTo>
                    <a:pt x="51" y="0"/>
                  </a:moveTo>
                  <a:lnTo>
                    <a:pt x="0" y="65"/>
                  </a:lnTo>
                  <a:lnTo>
                    <a:pt x="4" y="74"/>
                  </a:lnTo>
                  <a:lnTo>
                    <a:pt x="105" y="74"/>
                  </a:lnTo>
                  <a:lnTo>
                    <a:pt x="109" y="65"/>
                  </a:lnTo>
                  <a:lnTo>
                    <a:pt x="58" y="0"/>
                  </a:lnTo>
                  <a:lnTo>
                    <a:pt x="51" y="0"/>
                  </a:lnTo>
                  <a:close/>
                  <a:moveTo>
                    <a:pt x="13" y="65"/>
                  </a:moveTo>
                  <a:lnTo>
                    <a:pt x="55" y="12"/>
                  </a:lnTo>
                  <a:lnTo>
                    <a:pt x="95" y="65"/>
                  </a:lnTo>
                  <a:lnTo>
                    <a:pt x="13" y="6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Rectangle 14"/>
            <p:cNvSpPr>
              <a:spLocks noChangeArrowheads="1"/>
            </p:cNvSpPr>
            <p:nvPr/>
          </p:nvSpPr>
          <p:spPr bwMode="auto">
            <a:xfrm>
              <a:off x="3749918" y="1535160"/>
              <a:ext cx="95310" cy="922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Freeform 15"/>
            <p:cNvSpPr>
              <a:spLocks noEditPoints="1"/>
            </p:cNvSpPr>
            <p:nvPr/>
          </p:nvSpPr>
          <p:spPr bwMode="auto">
            <a:xfrm>
              <a:off x="3646409" y="1349664"/>
              <a:ext cx="302328" cy="304378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4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3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91" name="Группа 90"/>
          <p:cNvGrpSpPr/>
          <p:nvPr/>
        </p:nvGrpSpPr>
        <p:grpSpPr>
          <a:xfrm>
            <a:off x="4038923" y="1349664"/>
            <a:ext cx="303353" cy="304378"/>
            <a:chOff x="4038923" y="1349664"/>
            <a:chExt cx="303353" cy="304378"/>
          </a:xfrm>
          <a:solidFill>
            <a:schemeClr val="tx1"/>
          </a:solidFill>
        </p:grpSpPr>
        <p:sp>
          <p:nvSpPr>
            <p:cNvPr id="15" name="Freeform 16"/>
            <p:cNvSpPr>
              <a:spLocks noEditPoints="1"/>
            </p:cNvSpPr>
            <p:nvPr/>
          </p:nvSpPr>
          <p:spPr bwMode="auto">
            <a:xfrm>
              <a:off x="4185475" y="1444974"/>
              <a:ext cx="75839" cy="112732"/>
            </a:xfrm>
            <a:custGeom>
              <a:avLst/>
              <a:gdLst>
                <a:gd name="T0" fmla="*/ 0 w 74"/>
                <a:gd name="T1" fmla="*/ 5 h 110"/>
                <a:gd name="T2" fmla="*/ 0 w 74"/>
                <a:gd name="T3" fmla="*/ 106 h 110"/>
                <a:gd name="T4" fmla="*/ 8 w 74"/>
                <a:gd name="T5" fmla="*/ 110 h 110"/>
                <a:gd name="T6" fmla="*/ 74 w 74"/>
                <a:gd name="T7" fmla="*/ 59 h 110"/>
                <a:gd name="T8" fmla="*/ 74 w 74"/>
                <a:gd name="T9" fmla="*/ 51 h 110"/>
                <a:gd name="T10" fmla="*/ 8 w 74"/>
                <a:gd name="T11" fmla="*/ 0 h 110"/>
                <a:gd name="T12" fmla="*/ 0 w 74"/>
                <a:gd name="T13" fmla="*/ 5 h 110"/>
                <a:gd name="T14" fmla="*/ 9 w 74"/>
                <a:gd name="T15" fmla="*/ 14 h 110"/>
                <a:gd name="T16" fmla="*/ 61 w 74"/>
                <a:gd name="T17" fmla="*/ 56 h 110"/>
                <a:gd name="T18" fmla="*/ 9 w 74"/>
                <a:gd name="T19" fmla="*/ 96 h 110"/>
                <a:gd name="T20" fmla="*/ 9 w 74"/>
                <a:gd name="T21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"/>
                  </a:moveTo>
                  <a:lnTo>
                    <a:pt x="0" y="106"/>
                  </a:lnTo>
                  <a:lnTo>
                    <a:pt x="8" y="110"/>
                  </a:lnTo>
                  <a:lnTo>
                    <a:pt x="74" y="59"/>
                  </a:lnTo>
                  <a:lnTo>
                    <a:pt x="74" y="51"/>
                  </a:lnTo>
                  <a:lnTo>
                    <a:pt x="8" y="0"/>
                  </a:lnTo>
                  <a:lnTo>
                    <a:pt x="0" y="5"/>
                  </a:lnTo>
                  <a:close/>
                  <a:moveTo>
                    <a:pt x="9" y="14"/>
                  </a:moveTo>
                  <a:lnTo>
                    <a:pt x="61" y="56"/>
                  </a:lnTo>
                  <a:lnTo>
                    <a:pt x="9" y="96"/>
                  </a:lnTo>
                  <a:lnTo>
                    <a:pt x="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17"/>
            <p:cNvSpPr>
              <a:spLocks noEditPoints="1"/>
            </p:cNvSpPr>
            <p:nvPr/>
          </p:nvSpPr>
          <p:spPr bwMode="auto">
            <a:xfrm>
              <a:off x="4091190" y="1444974"/>
              <a:ext cx="75839" cy="112732"/>
            </a:xfrm>
            <a:custGeom>
              <a:avLst/>
              <a:gdLst>
                <a:gd name="T0" fmla="*/ 0 w 74"/>
                <a:gd name="T1" fmla="*/ 5 h 110"/>
                <a:gd name="T2" fmla="*/ 0 w 74"/>
                <a:gd name="T3" fmla="*/ 106 h 110"/>
                <a:gd name="T4" fmla="*/ 8 w 74"/>
                <a:gd name="T5" fmla="*/ 110 h 110"/>
                <a:gd name="T6" fmla="*/ 74 w 74"/>
                <a:gd name="T7" fmla="*/ 59 h 110"/>
                <a:gd name="T8" fmla="*/ 74 w 74"/>
                <a:gd name="T9" fmla="*/ 51 h 110"/>
                <a:gd name="T10" fmla="*/ 8 w 74"/>
                <a:gd name="T11" fmla="*/ 0 h 110"/>
                <a:gd name="T12" fmla="*/ 0 w 74"/>
                <a:gd name="T13" fmla="*/ 5 h 110"/>
                <a:gd name="T14" fmla="*/ 9 w 74"/>
                <a:gd name="T15" fmla="*/ 14 h 110"/>
                <a:gd name="T16" fmla="*/ 61 w 74"/>
                <a:gd name="T17" fmla="*/ 56 h 110"/>
                <a:gd name="T18" fmla="*/ 9 w 74"/>
                <a:gd name="T19" fmla="*/ 96 h 110"/>
                <a:gd name="T20" fmla="*/ 9 w 74"/>
                <a:gd name="T21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"/>
                  </a:moveTo>
                  <a:lnTo>
                    <a:pt x="0" y="106"/>
                  </a:lnTo>
                  <a:lnTo>
                    <a:pt x="8" y="110"/>
                  </a:lnTo>
                  <a:lnTo>
                    <a:pt x="74" y="59"/>
                  </a:lnTo>
                  <a:lnTo>
                    <a:pt x="74" y="51"/>
                  </a:lnTo>
                  <a:lnTo>
                    <a:pt x="8" y="0"/>
                  </a:lnTo>
                  <a:lnTo>
                    <a:pt x="0" y="5"/>
                  </a:lnTo>
                  <a:close/>
                  <a:moveTo>
                    <a:pt x="9" y="14"/>
                  </a:moveTo>
                  <a:lnTo>
                    <a:pt x="61" y="56"/>
                  </a:lnTo>
                  <a:lnTo>
                    <a:pt x="9" y="96"/>
                  </a:lnTo>
                  <a:lnTo>
                    <a:pt x="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Rectangle 18"/>
            <p:cNvSpPr>
              <a:spLocks noChangeArrowheads="1"/>
            </p:cNvSpPr>
            <p:nvPr/>
          </p:nvSpPr>
          <p:spPr bwMode="auto">
            <a:xfrm>
              <a:off x="4280785" y="1459322"/>
              <a:ext cx="9223" cy="850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19"/>
            <p:cNvSpPr>
              <a:spLocks noEditPoints="1"/>
            </p:cNvSpPr>
            <p:nvPr/>
          </p:nvSpPr>
          <p:spPr bwMode="auto">
            <a:xfrm>
              <a:off x="4038923" y="1349664"/>
              <a:ext cx="303353" cy="304378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4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92" name="Группа 91"/>
          <p:cNvGrpSpPr/>
          <p:nvPr/>
        </p:nvGrpSpPr>
        <p:grpSpPr>
          <a:xfrm>
            <a:off x="4431437" y="1349664"/>
            <a:ext cx="303353" cy="304378"/>
            <a:chOff x="4431437" y="1349664"/>
            <a:chExt cx="303353" cy="304378"/>
          </a:xfrm>
          <a:solidFill>
            <a:schemeClr val="tx1"/>
          </a:solidFill>
        </p:grpSpPr>
        <p:sp>
          <p:nvSpPr>
            <p:cNvPr id="19" name="Freeform 20"/>
            <p:cNvSpPr>
              <a:spLocks noEditPoints="1"/>
            </p:cNvSpPr>
            <p:nvPr/>
          </p:nvSpPr>
          <p:spPr bwMode="auto">
            <a:xfrm>
              <a:off x="4597462" y="1444974"/>
              <a:ext cx="75839" cy="112732"/>
            </a:xfrm>
            <a:custGeom>
              <a:avLst/>
              <a:gdLst>
                <a:gd name="T0" fmla="*/ 0 w 74"/>
                <a:gd name="T1" fmla="*/ 5 h 110"/>
                <a:gd name="T2" fmla="*/ 0 w 74"/>
                <a:gd name="T3" fmla="*/ 106 h 110"/>
                <a:gd name="T4" fmla="*/ 8 w 74"/>
                <a:gd name="T5" fmla="*/ 110 h 110"/>
                <a:gd name="T6" fmla="*/ 74 w 74"/>
                <a:gd name="T7" fmla="*/ 59 h 110"/>
                <a:gd name="T8" fmla="*/ 74 w 74"/>
                <a:gd name="T9" fmla="*/ 51 h 110"/>
                <a:gd name="T10" fmla="*/ 8 w 74"/>
                <a:gd name="T11" fmla="*/ 0 h 110"/>
                <a:gd name="T12" fmla="*/ 0 w 74"/>
                <a:gd name="T13" fmla="*/ 5 h 110"/>
                <a:gd name="T14" fmla="*/ 9 w 74"/>
                <a:gd name="T15" fmla="*/ 14 h 110"/>
                <a:gd name="T16" fmla="*/ 61 w 74"/>
                <a:gd name="T17" fmla="*/ 56 h 110"/>
                <a:gd name="T18" fmla="*/ 9 w 74"/>
                <a:gd name="T19" fmla="*/ 96 h 110"/>
                <a:gd name="T20" fmla="*/ 9 w 74"/>
                <a:gd name="T21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"/>
                  </a:moveTo>
                  <a:lnTo>
                    <a:pt x="0" y="106"/>
                  </a:lnTo>
                  <a:lnTo>
                    <a:pt x="8" y="110"/>
                  </a:lnTo>
                  <a:lnTo>
                    <a:pt x="74" y="59"/>
                  </a:lnTo>
                  <a:lnTo>
                    <a:pt x="74" y="51"/>
                  </a:lnTo>
                  <a:lnTo>
                    <a:pt x="8" y="0"/>
                  </a:lnTo>
                  <a:lnTo>
                    <a:pt x="0" y="5"/>
                  </a:lnTo>
                  <a:close/>
                  <a:moveTo>
                    <a:pt x="9" y="14"/>
                  </a:moveTo>
                  <a:lnTo>
                    <a:pt x="61" y="56"/>
                  </a:lnTo>
                  <a:lnTo>
                    <a:pt x="9" y="96"/>
                  </a:lnTo>
                  <a:lnTo>
                    <a:pt x="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Freeform 21"/>
            <p:cNvSpPr>
              <a:spLocks noEditPoints="1"/>
            </p:cNvSpPr>
            <p:nvPr/>
          </p:nvSpPr>
          <p:spPr bwMode="auto">
            <a:xfrm>
              <a:off x="4503176" y="1444974"/>
              <a:ext cx="75839" cy="112732"/>
            </a:xfrm>
            <a:custGeom>
              <a:avLst/>
              <a:gdLst>
                <a:gd name="T0" fmla="*/ 0 w 74"/>
                <a:gd name="T1" fmla="*/ 5 h 110"/>
                <a:gd name="T2" fmla="*/ 0 w 74"/>
                <a:gd name="T3" fmla="*/ 106 h 110"/>
                <a:gd name="T4" fmla="*/ 8 w 74"/>
                <a:gd name="T5" fmla="*/ 110 h 110"/>
                <a:gd name="T6" fmla="*/ 74 w 74"/>
                <a:gd name="T7" fmla="*/ 59 h 110"/>
                <a:gd name="T8" fmla="*/ 74 w 74"/>
                <a:gd name="T9" fmla="*/ 51 h 110"/>
                <a:gd name="T10" fmla="*/ 8 w 74"/>
                <a:gd name="T11" fmla="*/ 0 h 110"/>
                <a:gd name="T12" fmla="*/ 0 w 74"/>
                <a:gd name="T13" fmla="*/ 5 h 110"/>
                <a:gd name="T14" fmla="*/ 9 w 74"/>
                <a:gd name="T15" fmla="*/ 14 h 110"/>
                <a:gd name="T16" fmla="*/ 61 w 74"/>
                <a:gd name="T17" fmla="*/ 56 h 110"/>
                <a:gd name="T18" fmla="*/ 9 w 74"/>
                <a:gd name="T19" fmla="*/ 96 h 110"/>
                <a:gd name="T20" fmla="*/ 9 w 74"/>
                <a:gd name="T21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"/>
                  </a:moveTo>
                  <a:lnTo>
                    <a:pt x="0" y="106"/>
                  </a:lnTo>
                  <a:lnTo>
                    <a:pt x="8" y="110"/>
                  </a:lnTo>
                  <a:lnTo>
                    <a:pt x="74" y="59"/>
                  </a:lnTo>
                  <a:lnTo>
                    <a:pt x="74" y="51"/>
                  </a:lnTo>
                  <a:lnTo>
                    <a:pt x="8" y="0"/>
                  </a:lnTo>
                  <a:lnTo>
                    <a:pt x="0" y="5"/>
                  </a:lnTo>
                  <a:close/>
                  <a:moveTo>
                    <a:pt x="9" y="14"/>
                  </a:moveTo>
                  <a:lnTo>
                    <a:pt x="61" y="56"/>
                  </a:lnTo>
                  <a:lnTo>
                    <a:pt x="9" y="96"/>
                  </a:lnTo>
                  <a:lnTo>
                    <a:pt x="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2"/>
            <p:cNvSpPr>
              <a:spLocks noEditPoints="1"/>
            </p:cNvSpPr>
            <p:nvPr/>
          </p:nvSpPr>
          <p:spPr bwMode="auto">
            <a:xfrm>
              <a:off x="4431437" y="1349664"/>
              <a:ext cx="303353" cy="304378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" name="Freeform 23"/>
          <p:cNvSpPr>
            <a:spLocks noEditPoints="1"/>
          </p:cNvSpPr>
          <p:nvPr/>
        </p:nvSpPr>
        <p:spPr bwMode="auto">
          <a:xfrm>
            <a:off x="4824976" y="1397832"/>
            <a:ext cx="302328" cy="208042"/>
          </a:xfrm>
          <a:custGeom>
            <a:avLst/>
            <a:gdLst>
              <a:gd name="T0" fmla="*/ 212 w 256"/>
              <a:gd name="T1" fmla="*/ 88 h 176"/>
              <a:gd name="T2" fmla="*/ 208 w 256"/>
              <a:gd name="T3" fmla="*/ 88 h 176"/>
              <a:gd name="T4" fmla="*/ 208 w 256"/>
              <a:gd name="T5" fmla="*/ 68 h 176"/>
              <a:gd name="T6" fmla="*/ 128 w 256"/>
              <a:gd name="T7" fmla="*/ 0 h 176"/>
              <a:gd name="T8" fmla="*/ 48 w 256"/>
              <a:gd name="T9" fmla="*/ 68 h 176"/>
              <a:gd name="T10" fmla="*/ 48 w 256"/>
              <a:gd name="T11" fmla="*/ 88 h 176"/>
              <a:gd name="T12" fmla="*/ 44 w 256"/>
              <a:gd name="T13" fmla="*/ 88 h 176"/>
              <a:gd name="T14" fmla="*/ 0 w 256"/>
              <a:gd name="T15" fmla="*/ 132 h 176"/>
              <a:gd name="T16" fmla="*/ 44 w 256"/>
              <a:gd name="T17" fmla="*/ 176 h 176"/>
              <a:gd name="T18" fmla="*/ 56 w 256"/>
              <a:gd name="T19" fmla="*/ 176 h 176"/>
              <a:gd name="T20" fmla="*/ 56 w 256"/>
              <a:gd name="T21" fmla="*/ 104 h 176"/>
              <a:gd name="T22" fmla="*/ 56 w 256"/>
              <a:gd name="T23" fmla="*/ 88 h 176"/>
              <a:gd name="T24" fmla="*/ 56 w 256"/>
              <a:gd name="T25" fmla="*/ 68 h 176"/>
              <a:gd name="T26" fmla="*/ 128 w 256"/>
              <a:gd name="T27" fmla="*/ 8 h 176"/>
              <a:gd name="T28" fmla="*/ 200 w 256"/>
              <a:gd name="T29" fmla="*/ 68 h 176"/>
              <a:gd name="T30" fmla="*/ 200 w 256"/>
              <a:gd name="T31" fmla="*/ 88 h 176"/>
              <a:gd name="T32" fmla="*/ 200 w 256"/>
              <a:gd name="T33" fmla="*/ 92 h 176"/>
              <a:gd name="T34" fmla="*/ 200 w 256"/>
              <a:gd name="T35" fmla="*/ 176 h 176"/>
              <a:gd name="T36" fmla="*/ 212 w 256"/>
              <a:gd name="T37" fmla="*/ 176 h 176"/>
              <a:gd name="T38" fmla="*/ 256 w 256"/>
              <a:gd name="T39" fmla="*/ 132 h 176"/>
              <a:gd name="T40" fmla="*/ 212 w 256"/>
              <a:gd name="T41" fmla="*/ 88 h 176"/>
              <a:gd name="T42" fmla="*/ 48 w 256"/>
              <a:gd name="T43" fmla="*/ 168 h 176"/>
              <a:gd name="T44" fmla="*/ 44 w 256"/>
              <a:gd name="T45" fmla="*/ 168 h 176"/>
              <a:gd name="T46" fmla="*/ 8 w 256"/>
              <a:gd name="T47" fmla="*/ 132 h 176"/>
              <a:gd name="T48" fmla="*/ 44 w 256"/>
              <a:gd name="T49" fmla="*/ 96 h 176"/>
              <a:gd name="T50" fmla="*/ 48 w 256"/>
              <a:gd name="T51" fmla="*/ 96 h 176"/>
              <a:gd name="T52" fmla="*/ 48 w 256"/>
              <a:gd name="T53" fmla="*/ 104 h 176"/>
              <a:gd name="T54" fmla="*/ 48 w 256"/>
              <a:gd name="T55" fmla="*/ 168 h 176"/>
              <a:gd name="T56" fmla="*/ 212 w 256"/>
              <a:gd name="T57" fmla="*/ 168 h 176"/>
              <a:gd name="T58" fmla="*/ 208 w 256"/>
              <a:gd name="T59" fmla="*/ 168 h 176"/>
              <a:gd name="T60" fmla="*/ 208 w 256"/>
              <a:gd name="T61" fmla="*/ 96 h 176"/>
              <a:gd name="T62" fmla="*/ 212 w 256"/>
              <a:gd name="T63" fmla="*/ 96 h 176"/>
              <a:gd name="T64" fmla="*/ 248 w 256"/>
              <a:gd name="T65" fmla="*/ 132 h 176"/>
              <a:gd name="T66" fmla="*/ 212 w 256"/>
              <a:gd name="T6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176">
                <a:moveTo>
                  <a:pt x="212" y="88"/>
                </a:moveTo>
                <a:cubicBezTo>
                  <a:pt x="208" y="88"/>
                  <a:pt x="208" y="88"/>
                  <a:pt x="208" y="88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208" y="67"/>
                  <a:pt x="207" y="0"/>
                  <a:pt x="128" y="0"/>
                </a:cubicBezTo>
                <a:cubicBezTo>
                  <a:pt x="49" y="0"/>
                  <a:pt x="48" y="67"/>
                  <a:pt x="48" y="68"/>
                </a:cubicBezTo>
                <a:cubicBezTo>
                  <a:pt x="48" y="88"/>
                  <a:pt x="48" y="88"/>
                  <a:pt x="48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20" y="88"/>
                  <a:pt x="0" y="107"/>
                  <a:pt x="0" y="132"/>
                </a:cubicBezTo>
                <a:cubicBezTo>
                  <a:pt x="0" y="156"/>
                  <a:pt x="20" y="176"/>
                  <a:pt x="44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5"/>
                  <a:pt x="57" y="8"/>
                  <a:pt x="128" y="8"/>
                </a:cubicBezTo>
                <a:cubicBezTo>
                  <a:pt x="199" y="8"/>
                  <a:pt x="200" y="65"/>
                  <a:pt x="200" y="68"/>
                </a:cubicBezTo>
                <a:cubicBezTo>
                  <a:pt x="200" y="88"/>
                  <a:pt x="200" y="88"/>
                  <a:pt x="200" y="88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76"/>
                  <a:pt x="200" y="176"/>
                  <a:pt x="200" y="176"/>
                </a:cubicBezTo>
                <a:cubicBezTo>
                  <a:pt x="212" y="176"/>
                  <a:pt x="212" y="176"/>
                  <a:pt x="212" y="176"/>
                </a:cubicBezTo>
                <a:cubicBezTo>
                  <a:pt x="236" y="176"/>
                  <a:pt x="256" y="156"/>
                  <a:pt x="256" y="132"/>
                </a:cubicBezTo>
                <a:cubicBezTo>
                  <a:pt x="256" y="107"/>
                  <a:pt x="236" y="88"/>
                  <a:pt x="212" y="88"/>
                </a:cubicBezTo>
                <a:close/>
                <a:moveTo>
                  <a:pt x="48" y="168"/>
                </a:moveTo>
                <a:cubicBezTo>
                  <a:pt x="44" y="168"/>
                  <a:pt x="44" y="168"/>
                  <a:pt x="44" y="168"/>
                </a:cubicBezTo>
                <a:cubicBezTo>
                  <a:pt x="24" y="168"/>
                  <a:pt x="8" y="151"/>
                  <a:pt x="8" y="132"/>
                </a:cubicBezTo>
                <a:cubicBezTo>
                  <a:pt x="8" y="112"/>
                  <a:pt x="24" y="96"/>
                  <a:pt x="44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4"/>
                  <a:pt x="48" y="104"/>
                  <a:pt x="48" y="104"/>
                </a:cubicBezTo>
                <a:lnTo>
                  <a:pt x="48" y="168"/>
                </a:lnTo>
                <a:close/>
                <a:moveTo>
                  <a:pt x="212" y="168"/>
                </a:moveTo>
                <a:cubicBezTo>
                  <a:pt x="208" y="168"/>
                  <a:pt x="208" y="168"/>
                  <a:pt x="208" y="168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12" y="96"/>
                  <a:pt x="212" y="96"/>
                  <a:pt x="212" y="96"/>
                </a:cubicBezTo>
                <a:cubicBezTo>
                  <a:pt x="232" y="96"/>
                  <a:pt x="248" y="112"/>
                  <a:pt x="248" y="132"/>
                </a:cubicBezTo>
                <a:cubicBezTo>
                  <a:pt x="248" y="151"/>
                  <a:pt x="232" y="168"/>
                  <a:pt x="212" y="16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93" name="Группа 92"/>
          <p:cNvGrpSpPr/>
          <p:nvPr/>
        </p:nvGrpSpPr>
        <p:grpSpPr>
          <a:xfrm>
            <a:off x="5288205" y="1349664"/>
            <a:ext cx="160900" cy="304378"/>
            <a:chOff x="5288205" y="1349664"/>
            <a:chExt cx="160900" cy="304378"/>
          </a:xfrm>
          <a:solidFill>
            <a:schemeClr val="tx1"/>
          </a:solidFill>
        </p:grpSpPr>
        <p:sp>
          <p:nvSpPr>
            <p:cNvPr id="23" name="Freeform 24"/>
            <p:cNvSpPr>
              <a:spLocks noEditPoints="1"/>
            </p:cNvSpPr>
            <p:nvPr/>
          </p:nvSpPr>
          <p:spPr bwMode="auto">
            <a:xfrm>
              <a:off x="5288205" y="1349664"/>
              <a:ext cx="160900" cy="304378"/>
            </a:xfrm>
            <a:custGeom>
              <a:avLst/>
              <a:gdLst>
                <a:gd name="T0" fmla="*/ 0 w 157"/>
                <a:gd name="T1" fmla="*/ 297 h 297"/>
                <a:gd name="T2" fmla="*/ 157 w 157"/>
                <a:gd name="T3" fmla="*/ 297 h 297"/>
                <a:gd name="T4" fmla="*/ 157 w 157"/>
                <a:gd name="T5" fmla="*/ 0 h 297"/>
                <a:gd name="T6" fmla="*/ 0 w 157"/>
                <a:gd name="T7" fmla="*/ 0 h 297"/>
                <a:gd name="T8" fmla="*/ 0 w 157"/>
                <a:gd name="T9" fmla="*/ 297 h 297"/>
                <a:gd name="T10" fmla="*/ 10 w 157"/>
                <a:gd name="T11" fmla="*/ 287 h 297"/>
                <a:gd name="T12" fmla="*/ 10 w 157"/>
                <a:gd name="T13" fmla="*/ 172 h 297"/>
                <a:gd name="T14" fmla="*/ 148 w 157"/>
                <a:gd name="T15" fmla="*/ 172 h 297"/>
                <a:gd name="T16" fmla="*/ 148 w 157"/>
                <a:gd name="T17" fmla="*/ 287 h 297"/>
                <a:gd name="T18" fmla="*/ 10 w 157"/>
                <a:gd name="T19" fmla="*/ 287 h 297"/>
                <a:gd name="T20" fmla="*/ 10 w 157"/>
                <a:gd name="T21" fmla="*/ 162 h 297"/>
                <a:gd name="T22" fmla="*/ 10 w 157"/>
                <a:gd name="T23" fmla="*/ 28 h 297"/>
                <a:gd name="T24" fmla="*/ 148 w 157"/>
                <a:gd name="T25" fmla="*/ 28 h 297"/>
                <a:gd name="T26" fmla="*/ 148 w 157"/>
                <a:gd name="T27" fmla="*/ 162 h 297"/>
                <a:gd name="T28" fmla="*/ 10 w 157"/>
                <a:gd name="T29" fmla="*/ 162 h 297"/>
                <a:gd name="T30" fmla="*/ 148 w 157"/>
                <a:gd name="T31" fmla="*/ 10 h 297"/>
                <a:gd name="T32" fmla="*/ 148 w 157"/>
                <a:gd name="T33" fmla="*/ 19 h 297"/>
                <a:gd name="T34" fmla="*/ 10 w 157"/>
                <a:gd name="T35" fmla="*/ 19 h 297"/>
                <a:gd name="T36" fmla="*/ 10 w 157"/>
                <a:gd name="T37" fmla="*/ 10 h 297"/>
                <a:gd name="T38" fmla="*/ 148 w 157"/>
                <a:gd name="T39" fmla="*/ 1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7" h="297">
                  <a:moveTo>
                    <a:pt x="0" y="297"/>
                  </a:moveTo>
                  <a:lnTo>
                    <a:pt x="157" y="297"/>
                  </a:lnTo>
                  <a:lnTo>
                    <a:pt x="157" y="0"/>
                  </a:lnTo>
                  <a:lnTo>
                    <a:pt x="0" y="0"/>
                  </a:lnTo>
                  <a:lnTo>
                    <a:pt x="0" y="297"/>
                  </a:lnTo>
                  <a:close/>
                  <a:moveTo>
                    <a:pt x="10" y="287"/>
                  </a:moveTo>
                  <a:lnTo>
                    <a:pt x="10" y="172"/>
                  </a:lnTo>
                  <a:lnTo>
                    <a:pt x="148" y="172"/>
                  </a:lnTo>
                  <a:lnTo>
                    <a:pt x="148" y="287"/>
                  </a:lnTo>
                  <a:lnTo>
                    <a:pt x="10" y="287"/>
                  </a:lnTo>
                  <a:close/>
                  <a:moveTo>
                    <a:pt x="10" y="162"/>
                  </a:moveTo>
                  <a:lnTo>
                    <a:pt x="10" y="28"/>
                  </a:lnTo>
                  <a:lnTo>
                    <a:pt x="148" y="28"/>
                  </a:lnTo>
                  <a:lnTo>
                    <a:pt x="148" y="162"/>
                  </a:lnTo>
                  <a:lnTo>
                    <a:pt x="10" y="162"/>
                  </a:lnTo>
                  <a:close/>
                  <a:moveTo>
                    <a:pt x="148" y="10"/>
                  </a:moveTo>
                  <a:lnTo>
                    <a:pt x="148" y="19"/>
                  </a:lnTo>
                  <a:lnTo>
                    <a:pt x="10" y="19"/>
                  </a:lnTo>
                  <a:lnTo>
                    <a:pt x="10" y="10"/>
                  </a:lnTo>
                  <a:lnTo>
                    <a:pt x="148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" name="Freeform 25"/>
            <p:cNvSpPr>
              <a:spLocks noEditPoints="1"/>
            </p:cNvSpPr>
            <p:nvPr/>
          </p:nvSpPr>
          <p:spPr bwMode="auto">
            <a:xfrm>
              <a:off x="5316901" y="1535160"/>
              <a:ext cx="99410" cy="99410"/>
            </a:xfrm>
            <a:custGeom>
              <a:avLst/>
              <a:gdLst>
                <a:gd name="T0" fmla="*/ 42 w 84"/>
                <a:gd name="T1" fmla="*/ 0 h 84"/>
                <a:gd name="T2" fmla="*/ 0 w 84"/>
                <a:gd name="T3" fmla="*/ 42 h 84"/>
                <a:gd name="T4" fmla="*/ 42 w 84"/>
                <a:gd name="T5" fmla="*/ 84 h 84"/>
                <a:gd name="T6" fmla="*/ 84 w 84"/>
                <a:gd name="T7" fmla="*/ 42 h 84"/>
                <a:gd name="T8" fmla="*/ 42 w 84"/>
                <a:gd name="T9" fmla="*/ 0 h 84"/>
                <a:gd name="T10" fmla="*/ 42 w 84"/>
                <a:gd name="T11" fmla="*/ 76 h 84"/>
                <a:gd name="T12" fmla="*/ 8 w 84"/>
                <a:gd name="T13" fmla="*/ 42 h 84"/>
                <a:gd name="T14" fmla="*/ 42 w 84"/>
                <a:gd name="T15" fmla="*/ 8 h 84"/>
                <a:gd name="T16" fmla="*/ 76 w 84"/>
                <a:gd name="T17" fmla="*/ 42 h 84"/>
                <a:gd name="T18" fmla="*/ 42 w 84"/>
                <a:gd name="T19" fmla="*/ 7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42" y="0"/>
                  </a:moveTo>
                  <a:cubicBezTo>
                    <a:pt x="19" y="0"/>
                    <a:pt x="0" y="18"/>
                    <a:pt x="0" y="42"/>
                  </a:cubicBezTo>
                  <a:cubicBezTo>
                    <a:pt x="0" y="65"/>
                    <a:pt x="19" y="84"/>
                    <a:pt x="42" y="84"/>
                  </a:cubicBezTo>
                  <a:cubicBezTo>
                    <a:pt x="65" y="84"/>
                    <a:pt x="84" y="65"/>
                    <a:pt x="84" y="42"/>
                  </a:cubicBezTo>
                  <a:cubicBezTo>
                    <a:pt x="84" y="18"/>
                    <a:pt x="65" y="0"/>
                    <a:pt x="42" y="0"/>
                  </a:cubicBezTo>
                  <a:close/>
                  <a:moveTo>
                    <a:pt x="42" y="76"/>
                  </a:moveTo>
                  <a:cubicBezTo>
                    <a:pt x="23" y="76"/>
                    <a:pt x="8" y="60"/>
                    <a:pt x="8" y="42"/>
                  </a:cubicBezTo>
                  <a:cubicBezTo>
                    <a:pt x="8" y="23"/>
                    <a:pt x="23" y="8"/>
                    <a:pt x="42" y="8"/>
                  </a:cubicBezTo>
                  <a:cubicBezTo>
                    <a:pt x="61" y="8"/>
                    <a:pt x="76" y="23"/>
                    <a:pt x="76" y="42"/>
                  </a:cubicBezTo>
                  <a:cubicBezTo>
                    <a:pt x="76" y="60"/>
                    <a:pt x="61" y="76"/>
                    <a:pt x="42" y="7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" name="Freeform 26"/>
            <p:cNvSpPr>
              <a:spLocks noEditPoints="1"/>
            </p:cNvSpPr>
            <p:nvPr/>
          </p:nvSpPr>
          <p:spPr bwMode="auto">
            <a:xfrm>
              <a:off x="5349695" y="1567955"/>
              <a:ext cx="33820" cy="33820"/>
            </a:xfrm>
            <a:custGeom>
              <a:avLst/>
              <a:gdLst>
                <a:gd name="T0" fmla="*/ 14 w 28"/>
                <a:gd name="T1" fmla="*/ 0 h 28"/>
                <a:gd name="T2" fmla="*/ 0 w 28"/>
                <a:gd name="T3" fmla="*/ 14 h 28"/>
                <a:gd name="T4" fmla="*/ 14 w 28"/>
                <a:gd name="T5" fmla="*/ 28 h 28"/>
                <a:gd name="T6" fmla="*/ 28 w 28"/>
                <a:gd name="T7" fmla="*/ 14 h 28"/>
                <a:gd name="T8" fmla="*/ 14 w 28"/>
                <a:gd name="T9" fmla="*/ 0 h 28"/>
                <a:gd name="T10" fmla="*/ 14 w 28"/>
                <a:gd name="T11" fmla="*/ 20 h 28"/>
                <a:gd name="T12" fmla="*/ 8 w 28"/>
                <a:gd name="T13" fmla="*/ 14 h 28"/>
                <a:gd name="T14" fmla="*/ 14 w 28"/>
                <a:gd name="T15" fmla="*/ 8 h 28"/>
                <a:gd name="T16" fmla="*/ 20 w 28"/>
                <a:gd name="T17" fmla="*/ 14 h 28"/>
                <a:gd name="T18" fmla="*/ 14 w 28"/>
                <a:gd name="T1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  <a:moveTo>
                    <a:pt x="14" y="20"/>
                  </a:moveTo>
                  <a:cubicBezTo>
                    <a:pt x="11" y="20"/>
                    <a:pt x="8" y="17"/>
                    <a:pt x="8" y="14"/>
                  </a:cubicBezTo>
                  <a:cubicBezTo>
                    <a:pt x="8" y="10"/>
                    <a:pt x="11" y="8"/>
                    <a:pt x="14" y="8"/>
                  </a:cubicBezTo>
                  <a:cubicBezTo>
                    <a:pt x="17" y="8"/>
                    <a:pt x="20" y="10"/>
                    <a:pt x="20" y="14"/>
                  </a:cubicBezTo>
                  <a:cubicBezTo>
                    <a:pt x="20" y="17"/>
                    <a:pt x="17" y="20"/>
                    <a:pt x="1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94" name="Группа 93"/>
          <p:cNvGrpSpPr/>
          <p:nvPr/>
        </p:nvGrpSpPr>
        <p:grpSpPr>
          <a:xfrm>
            <a:off x="5662272" y="1349664"/>
            <a:ext cx="198819" cy="304378"/>
            <a:chOff x="5662272" y="1349664"/>
            <a:chExt cx="198819" cy="304378"/>
          </a:xfrm>
          <a:solidFill>
            <a:schemeClr val="tx1"/>
          </a:solidFill>
        </p:grpSpPr>
        <p:sp>
          <p:nvSpPr>
            <p:cNvPr id="26" name="Freeform 27"/>
            <p:cNvSpPr>
              <a:spLocks noEditPoints="1"/>
            </p:cNvSpPr>
            <p:nvPr/>
          </p:nvSpPr>
          <p:spPr bwMode="auto">
            <a:xfrm>
              <a:off x="5662272" y="1349664"/>
              <a:ext cx="198819" cy="304378"/>
            </a:xfrm>
            <a:custGeom>
              <a:avLst/>
              <a:gdLst>
                <a:gd name="T0" fmla="*/ 0 w 194"/>
                <a:gd name="T1" fmla="*/ 297 h 297"/>
                <a:gd name="T2" fmla="*/ 194 w 194"/>
                <a:gd name="T3" fmla="*/ 297 h 297"/>
                <a:gd name="T4" fmla="*/ 194 w 194"/>
                <a:gd name="T5" fmla="*/ 0 h 297"/>
                <a:gd name="T6" fmla="*/ 0 w 194"/>
                <a:gd name="T7" fmla="*/ 0 h 297"/>
                <a:gd name="T8" fmla="*/ 0 w 194"/>
                <a:gd name="T9" fmla="*/ 297 h 297"/>
                <a:gd name="T10" fmla="*/ 9 w 194"/>
                <a:gd name="T11" fmla="*/ 10 h 297"/>
                <a:gd name="T12" fmla="*/ 185 w 194"/>
                <a:gd name="T13" fmla="*/ 10 h 297"/>
                <a:gd name="T14" fmla="*/ 185 w 194"/>
                <a:gd name="T15" fmla="*/ 287 h 297"/>
                <a:gd name="T16" fmla="*/ 9 w 194"/>
                <a:gd name="T17" fmla="*/ 287 h 297"/>
                <a:gd name="T18" fmla="*/ 9 w 194"/>
                <a:gd name="T19" fmla="*/ 1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4" h="297">
                  <a:moveTo>
                    <a:pt x="0" y="297"/>
                  </a:moveTo>
                  <a:lnTo>
                    <a:pt x="194" y="297"/>
                  </a:lnTo>
                  <a:lnTo>
                    <a:pt x="194" y="0"/>
                  </a:lnTo>
                  <a:lnTo>
                    <a:pt x="0" y="0"/>
                  </a:lnTo>
                  <a:lnTo>
                    <a:pt x="0" y="297"/>
                  </a:lnTo>
                  <a:close/>
                  <a:moveTo>
                    <a:pt x="9" y="10"/>
                  </a:moveTo>
                  <a:lnTo>
                    <a:pt x="185" y="10"/>
                  </a:lnTo>
                  <a:lnTo>
                    <a:pt x="185" y="287"/>
                  </a:lnTo>
                  <a:lnTo>
                    <a:pt x="9" y="287"/>
                  </a:lnTo>
                  <a:lnTo>
                    <a:pt x="9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28"/>
            <p:cNvSpPr>
              <a:spLocks noEditPoints="1"/>
            </p:cNvSpPr>
            <p:nvPr/>
          </p:nvSpPr>
          <p:spPr bwMode="auto">
            <a:xfrm>
              <a:off x="5700191" y="1488018"/>
              <a:ext cx="122981" cy="122981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4" y="0"/>
                    <a:pt x="0" y="23"/>
                    <a:pt x="0" y="52"/>
                  </a:cubicBezTo>
                  <a:cubicBezTo>
                    <a:pt x="0" y="80"/>
                    <a:pt x="24" y="104"/>
                    <a:pt x="52" y="104"/>
                  </a:cubicBezTo>
                  <a:cubicBezTo>
                    <a:pt x="81" y="104"/>
                    <a:pt x="104" y="80"/>
                    <a:pt x="104" y="52"/>
                  </a:cubicBezTo>
                  <a:cubicBezTo>
                    <a:pt x="104" y="23"/>
                    <a:pt x="81" y="0"/>
                    <a:pt x="52" y="0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7" y="8"/>
                    <a:pt x="96" y="27"/>
                    <a:pt x="96" y="52"/>
                  </a:cubicBezTo>
                  <a:cubicBezTo>
                    <a:pt x="96" y="76"/>
                    <a:pt x="77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" name="Freeform 29"/>
            <p:cNvSpPr>
              <a:spLocks noEditPoints="1"/>
            </p:cNvSpPr>
            <p:nvPr/>
          </p:nvSpPr>
          <p:spPr bwMode="auto">
            <a:xfrm>
              <a:off x="5728886" y="1392707"/>
              <a:ext cx="66614" cy="66614"/>
            </a:xfrm>
            <a:custGeom>
              <a:avLst/>
              <a:gdLst>
                <a:gd name="T0" fmla="*/ 28 w 56"/>
                <a:gd name="T1" fmla="*/ 56 h 56"/>
                <a:gd name="T2" fmla="*/ 56 w 56"/>
                <a:gd name="T3" fmla="*/ 28 h 56"/>
                <a:gd name="T4" fmla="*/ 28 w 56"/>
                <a:gd name="T5" fmla="*/ 0 h 56"/>
                <a:gd name="T6" fmla="*/ 0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48 w 56"/>
                <a:gd name="T13" fmla="*/ 28 h 56"/>
                <a:gd name="T14" fmla="*/ 28 w 56"/>
                <a:gd name="T15" fmla="*/ 48 h 56"/>
                <a:gd name="T16" fmla="*/ 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44" y="56"/>
                    <a:pt x="56" y="43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" name="Freeform 30"/>
            <p:cNvSpPr>
              <a:spLocks noEditPoints="1"/>
            </p:cNvSpPr>
            <p:nvPr/>
          </p:nvSpPr>
          <p:spPr bwMode="auto">
            <a:xfrm>
              <a:off x="5745284" y="1533110"/>
              <a:ext cx="32795" cy="32795"/>
            </a:xfrm>
            <a:custGeom>
              <a:avLst/>
              <a:gdLst>
                <a:gd name="T0" fmla="*/ 14 w 28"/>
                <a:gd name="T1" fmla="*/ 0 h 28"/>
                <a:gd name="T2" fmla="*/ 0 w 28"/>
                <a:gd name="T3" fmla="*/ 14 h 28"/>
                <a:gd name="T4" fmla="*/ 14 w 28"/>
                <a:gd name="T5" fmla="*/ 28 h 28"/>
                <a:gd name="T6" fmla="*/ 28 w 28"/>
                <a:gd name="T7" fmla="*/ 14 h 28"/>
                <a:gd name="T8" fmla="*/ 14 w 28"/>
                <a:gd name="T9" fmla="*/ 0 h 28"/>
                <a:gd name="T10" fmla="*/ 14 w 28"/>
                <a:gd name="T11" fmla="*/ 20 h 28"/>
                <a:gd name="T12" fmla="*/ 8 w 28"/>
                <a:gd name="T13" fmla="*/ 14 h 28"/>
                <a:gd name="T14" fmla="*/ 14 w 28"/>
                <a:gd name="T15" fmla="*/ 8 h 28"/>
                <a:gd name="T16" fmla="*/ 20 w 28"/>
                <a:gd name="T17" fmla="*/ 14 h 28"/>
                <a:gd name="T18" fmla="*/ 14 w 28"/>
                <a:gd name="T1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cubicBezTo>
                    <a:pt x="7" y="0"/>
                    <a:pt x="0" y="6"/>
                    <a:pt x="0" y="14"/>
                  </a:cubicBezTo>
                  <a:cubicBezTo>
                    <a:pt x="0" y="21"/>
                    <a:pt x="7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  <a:moveTo>
                    <a:pt x="14" y="20"/>
                  </a:moveTo>
                  <a:cubicBezTo>
                    <a:pt x="11" y="20"/>
                    <a:pt x="8" y="17"/>
                    <a:pt x="8" y="14"/>
                  </a:cubicBezTo>
                  <a:cubicBezTo>
                    <a:pt x="8" y="10"/>
                    <a:pt x="11" y="8"/>
                    <a:pt x="14" y="8"/>
                  </a:cubicBezTo>
                  <a:cubicBezTo>
                    <a:pt x="18" y="8"/>
                    <a:pt x="20" y="10"/>
                    <a:pt x="20" y="14"/>
                  </a:cubicBezTo>
                  <a:cubicBezTo>
                    <a:pt x="20" y="17"/>
                    <a:pt x="18" y="20"/>
                    <a:pt x="1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0" name="Freeform 31"/>
          <p:cNvSpPr>
            <a:spLocks noEditPoints="1"/>
          </p:cNvSpPr>
          <p:nvPr/>
        </p:nvSpPr>
        <p:spPr bwMode="auto">
          <a:xfrm>
            <a:off x="6025066" y="1349664"/>
            <a:ext cx="261335" cy="304378"/>
          </a:xfrm>
          <a:custGeom>
            <a:avLst/>
            <a:gdLst>
              <a:gd name="T0" fmla="*/ 161 w 221"/>
              <a:gd name="T1" fmla="*/ 0 h 256"/>
              <a:gd name="T2" fmla="*/ 101 w 221"/>
              <a:gd name="T3" fmla="*/ 60 h 256"/>
              <a:gd name="T4" fmla="*/ 104 w 221"/>
              <a:gd name="T5" fmla="*/ 79 h 256"/>
              <a:gd name="T6" fmla="*/ 0 w 221"/>
              <a:gd name="T7" fmla="*/ 184 h 256"/>
              <a:gd name="T8" fmla="*/ 16 w 221"/>
              <a:gd name="T9" fmla="*/ 200 h 256"/>
              <a:gd name="T10" fmla="*/ 0 w 221"/>
              <a:gd name="T11" fmla="*/ 216 h 256"/>
              <a:gd name="T12" fmla="*/ 40 w 221"/>
              <a:gd name="T13" fmla="*/ 256 h 256"/>
              <a:gd name="T14" fmla="*/ 63 w 221"/>
              <a:gd name="T15" fmla="*/ 256 h 256"/>
              <a:gd name="T16" fmla="*/ 149 w 221"/>
              <a:gd name="T17" fmla="*/ 169 h 256"/>
              <a:gd name="T18" fmla="*/ 164 w 221"/>
              <a:gd name="T19" fmla="*/ 184 h 256"/>
              <a:gd name="T20" fmla="*/ 138 w 221"/>
              <a:gd name="T21" fmla="*/ 209 h 256"/>
              <a:gd name="T22" fmla="*/ 144 w 221"/>
              <a:gd name="T23" fmla="*/ 214 h 256"/>
              <a:gd name="T24" fmla="*/ 175 w 221"/>
              <a:gd name="T25" fmla="*/ 184 h 256"/>
              <a:gd name="T26" fmla="*/ 149 w 221"/>
              <a:gd name="T27" fmla="*/ 158 h 256"/>
              <a:gd name="T28" fmla="*/ 60 w 221"/>
              <a:gd name="T29" fmla="*/ 248 h 256"/>
              <a:gd name="T30" fmla="*/ 43 w 221"/>
              <a:gd name="T31" fmla="*/ 248 h 256"/>
              <a:gd name="T32" fmla="*/ 11 w 221"/>
              <a:gd name="T33" fmla="*/ 216 h 256"/>
              <a:gd name="T34" fmla="*/ 21 w 221"/>
              <a:gd name="T35" fmla="*/ 205 h 256"/>
              <a:gd name="T36" fmla="*/ 37 w 221"/>
              <a:gd name="T37" fmla="*/ 221 h 256"/>
              <a:gd name="T38" fmla="*/ 142 w 221"/>
              <a:gd name="T39" fmla="*/ 116 h 256"/>
              <a:gd name="T40" fmla="*/ 161 w 221"/>
              <a:gd name="T41" fmla="*/ 120 h 256"/>
              <a:gd name="T42" fmla="*/ 221 w 221"/>
              <a:gd name="T43" fmla="*/ 60 h 256"/>
              <a:gd name="T44" fmla="*/ 161 w 221"/>
              <a:gd name="T45" fmla="*/ 0 h 256"/>
              <a:gd name="T46" fmla="*/ 11 w 221"/>
              <a:gd name="T47" fmla="*/ 184 h 256"/>
              <a:gd name="T48" fmla="*/ 77 w 221"/>
              <a:gd name="T49" fmla="*/ 117 h 256"/>
              <a:gd name="T50" fmla="*/ 104 w 221"/>
              <a:gd name="T51" fmla="*/ 144 h 256"/>
              <a:gd name="T52" fmla="*/ 37 w 221"/>
              <a:gd name="T53" fmla="*/ 210 h 256"/>
              <a:gd name="T54" fmla="*/ 11 w 221"/>
              <a:gd name="T55" fmla="*/ 184 h 256"/>
              <a:gd name="T56" fmla="*/ 109 w 221"/>
              <a:gd name="T57" fmla="*/ 138 h 256"/>
              <a:gd name="T58" fmla="*/ 83 w 221"/>
              <a:gd name="T59" fmla="*/ 112 h 256"/>
              <a:gd name="T60" fmla="*/ 108 w 221"/>
              <a:gd name="T61" fmla="*/ 87 h 256"/>
              <a:gd name="T62" fmla="*/ 134 w 221"/>
              <a:gd name="T63" fmla="*/ 113 h 256"/>
              <a:gd name="T64" fmla="*/ 109 w 221"/>
              <a:gd name="T65" fmla="*/ 138 h 256"/>
              <a:gd name="T66" fmla="*/ 161 w 221"/>
              <a:gd name="T67" fmla="*/ 112 h 256"/>
              <a:gd name="T68" fmla="*/ 109 w 221"/>
              <a:gd name="T69" fmla="*/ 60 h 256"/>
              <a:gd name="T70" fmla="*/ 161 w 221"/>
              <a:gd name="T71" fmla="*/ 8 h 256"/>
              <a:gd name="T72" fmla="*/ 213 w 221"/>
              <a:gd name="T73" fmla="*/ 60 h 256"/>
              <a:gd name="T74" fmla="*/ 161 w 221"/>
              <a:gd name="T75" fmla="*/ 1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21" h="256">
                <a:moveTo>
                  <a:pt x="161" y="0"/>
                </a:moveTo>
                <a:cubicBezTo>
                  <a:pt x="128" y="0"/>
                  <a:pt x="101" y="27"/>
                  <a:pt x="101" y="60"/>
                </a:cubicBezTo>
                <a:cubicBezTo>
                  <a:pt x="101" y="66"/>
                  <a:pt x="102" y="73"/>
                  <a:pt x="104" y="79"/>
                </a:cubicBezTo>
                <a:cubicBezTo>
                  <a:pt x="0" y="184"/>
                  <a:pt x="0" y="184"/>
                  <a:pt x="0" y="184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0" y="216"/>
                  <a:pt x="0" y="216"/>
                  <a:pt x="0" y="21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63" y="256"/>
                  <a:pt x="63" y="256"/>
                  <a:pt x="63" y="256"/>
                </a:cubicBezTo>
                <a:cubicBezTo>
                  <a:pt x="149" y="169"/>
                  <a:pt x="149" y="169"/>
                  <a:pt x="149" y="169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38" y="209"/>
                  <a:pt x="138" y="209"/>
                  <a:pt x="138" y="209"/>
                </a:cubicBezTo>
                <a:cubicBezTo>
                  <a:pt x="144" y="214"/>
                  <a:pt x="144" y="214"/>
                  <a:pt x="144" y="214"/>
                </a:cubicBezTo>
                <a:cubicBezTo>
                  <a:pt x="175" y="184"/>
                  <a:pt x="175" y="184"/>
                  <a:pt x="175" y="184"/>
                </a:cubicBezTo>
                <a:cubicBezTo>
                  <a:pt x="149" y="158"/>
                  <a:pt x="149" y="158"/>
                  <a:pt x="149" y="158"/>
                </a:cubicBezTo>
                <a:cubicBezTo>
                  <a:pt x="60" y="248"/>
                  <a:pt x="60" y="248"/>
                  <a:pt x="60" y="248"/>
                </a:cubicBezTo>
                <a:cubicBezTo>
                  <a:pt x="43" y="248"/>
                  <a:pt x="43" y="248"/>
                  <a:pt x="43" y="248"/>
                </a:cubicBezTo>
                <a:cubicBezTo>
                  <a:pt x="11" y="216"/>
                  <a:pt x="11" y="216"/>
                  <a:pt x="11" y="216"/>
                </a:cubicBezTo>
                <a:cubicBezTo>
                  <a:pt x="21" y="205"/>
                  <a:pt x="21" y="205"/>
                  <a:pt x="21" y="205"/>
                </a:cubicBezTo>
                <a:cubicBezTo>
                  <a:pt x="37" y="221"/>
                  <a:pt x="37" y="221"/>
                  <a:pt x="37" y="221"/>
                </a:cubicBezTo>
                <a:cubicBezTo>
                  <a:pt x="142" y="116"/>
                  <a:pt x="142" y="116"/>
                  <a:pt x="142" y="116"/>
                </a:cubicBezTo>
                <a:cubicBezTo>
                  <a:pt x="148" y="118"/>
                  <a:pt x="155" y="120"/>
                  <a:pt x="161" y="120"/>
                </a:cubicBezTo>
                <a:cubicBezTo>
                  <a:pt x="194" y="120"/>
                  <a:pt x="221" y="93"/>
                  <a:pt x="221" y="60"/>
                </a:cubicBezTo>
                <a:cubicBezTo>
                  <a:pt x="221" y="27"/>
                  <a:pt x="194" y="0"/>
                  <a:pt x="161" y="0"/>
                </a:cubicBezTo>
                <a:close/>
                <a:moveTo>
                  <a:pt x="11" y="184"/>
                </a:moveTo>
                <a:cubicBezTo>
                  <a:pt x="77" y="117"/>
                  <a:pt x="77" y="117"/>
                  <a:pt x="77" y="117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37" y="210"/>
                  <a:pt x="37" y="210"/>
                  <a:pt x="37" y="210"/>
                </a:cubicBezTo>
                <a:lnTo>
                  <a:pt x="11" y="184"/>
                </a:lnTo>
                <a:close/>
                <a:moveTo>
                  <a:pt x="109" y="138"/>
                </a:moveTo>
                <a:cubicBezTo>
                  <a:pt x="83" y="112"/>
                  <a:pt x="83" y="112"/>
                  <a:pt x="83" y="112"/>
                </a:cubicBezTo>
                <a:cubicBezTo>
                  <a:pt x="108" y="87"/>
                  <a:pt x="108" y="87"/>
                  <a:pt x="108" y="87"/>
                </a:cubicBezTo>
                <a:cubicBezTo>
                  <a:pt x="114" y="98"/>
                  <a:pt x="123" y="107"/>
                  <a:pt x="134" y="113"/>
                </a:cubicBezTo>
                <a:lnTo>
                  <a:pt x="109" y="138"/>
                </a:lnTo>
                <a:close/>
                <a:moveTo>
                  <a:pt x="161" y="112"/>
                </a:moveTo>
                <a:cubicBezTo>
                  <a:pt x="133" y="112"/>
                  <a:pt x="109" y="88"/>
                  <a:pt x="109" y="60"/>
                </a:cubicBezTo>
                <a:cubicBezTo>
                  <a:pt x="109" y="31"/>
                  <a:pt x="133" y="8"/>
                  <a:pt x="161" y="8"/>
                </a:cubicBezTo>
                <a:cubicBezTo>
                  <a:pt x="190" y="8"/>
                  <a:pt x="213" y="31"/>
                  <a:pt x="213" y="60"/>
                </a:cubicBezTo>
                <a:cubicBezTo>
                  <a:pt x="213" y="88"/>
                  <a:pt x="190" y="112"/>
                  <a:pt x="161" y="1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95" name="Группа 94"/>
          <p:cNvGrpSpPr/>
          <p:nvPr/>
        </p:nvGrpSpPr>
        <p:grpSpPr>
          <a:xfrm>
            <a:off x="6397084" y="1349664"/>
            <a:ext cx="303353" cy="304378"/>
            <a:chOff x="6397084" y="1349664"/>
            <a:chExt cx="303353" cy="304378"/>
          </a:xfrm>
          <a:solidFill>
            <a:schemeClr val="tx1"/>
          </a:solidFill>
        </p:grpSpPr>
        <p:sp>
          <p:nvSpPr>
            <p:cNvPr id="31" name="Freeform 32"/>
            <p:cNvSpPr>
              <a:spLocks noEditPoints="1"/>
            </p:cNvSpPr>
            <p:nvPr/>
          </p:nvSpPr>
          <p:spPr bwMode="auto">
            <a:xfrm>
              <a:off x="6397084" y="1349664"/>
              <a:ext cx="303353" cy="304378"/>
            </a:xfrm>
            <a:custGeom>
              <a:avLst/>
              <a:gdLst>
                <a:gd name="T0" fmla="*/ 0 w 296"/>
                <a:gd name="T1" fmla="*/ 297 h 297"/>
                <a:gd name="T2" fmla="*/ 296 w 296"/>
                <a:gd name="T3" fmla="*/ 297 h 297"/>
                <a:gd name="T4" fmla="*/ 296 w 296"/>
                <a:gd name="T5" fmla="*/ 0 h 297"/>
                <a:gd name="T6" fmla="*/ 0 w 296"/>
                <a:gd name="T7" fmla="*/ 0 h 297"/>
                <a:gd name="T8" fmla="*/ 0 w 296"/>
                <a:gd name="T9" fmla="*/ 297 h 297"/>
                <a:gd name="T10" fmla="*/ 9 w 296"/>
                <a:gd name="T11" fmla="*/ 10 h 297"/>
                <a:gd name="T12" fmla="*/ 287 w 296"/>
                <a:gd name="T13" fmla="*/ 10 h 297"/>
                <a:gd name="T14" fmla="*/ 287 w 296"/>
                <a:gd name="T15" fmla="*/ 287 h 297"/>
                <a:gd name="T16" fmla="*/ 9 w 296"/>
                <a:gd name="T17" fmla="*/ 287 h 297"/>
                <a:gd name="T18" fmla="*/ 9 w 296"/>
                <a:gd name="T19" fmla="*/ 1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6" h="297">
                  <a:moveTo>
                    <a:pt x="0" y="297"/>
                  </a:moveTo>
                  <a:lnTo>
                    <a:pt x="296" y="297"/>
                  </a:lnTo>
                  <a:lnTo>
                    <a:pt x="296" y="0"/>
                  </a:lnTo>
                  <a:lnTo>
                    <a:pt x="0" y="0"/>
                  </a:lnTo>
                  <a:lnTo>
                    <a:pt x="0" y="297"/>
                  </a:lnTo>
                  <a:close/>
                  <a:moveTo>
                    <a:pt x="9" y="10"/>
                  </a:moveTo>
                  <a:lnTo>
                    <a:pt x="287" y="10"/>
                  </a:lnTo>
                  <a:lnTo>
                    <a:pt x="287" y="287"/>
                  </a:lnTo>
                  <a:lnTo>
                    <a:pt x="9" y="287"/>
                  </a:lnTo>
                  <a:lnTo>
                    <a:pt x="9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3"/>
            <p:cNvSpPr>
              <a:spLocks/>
            </p:cNvSpPr>
            <p:nvPr/>
          </p:nvSpPr>
          <p:spPr bwMode="auto">
            <a:xfrm>
              <a:off x="6444227" y="1397832"/>
              <a:ext cx="57391" cy="208042"/>
            </a:xfrm>
            <a:custGeom>
              <a:avLst/>
              <a:gdLst>
                <a:gd name="T0" fmla="*/ 33 w 56"/>
                <a:gd name="T1" fmla="*/ 0 h 203"/>
                <a:gd name="T2" fmla="*/ 24 w 56"/>
                <a:gd name="T3" fmla="*/ 0 h 203"/>
                <a:gd name="T4" fmla="*/ 24 w 56"/>
                <a:gd name="T5" fmla="*/ 14 h 203"/>
                <a:gd name="T6" fmla="*/ 0 w 56"/>
                <a:gd name="T7" fmla="*/ 14 h 203"/>
                <a:gd name="T8" fmla="*/ 0 w 56"/>
                <a:gd name="T9" fmla="*/ 23 h 203"/>
                <a:gd name="T10" fmla="*/ 24 w 56"/>
                <a:gd name="T11" fmla="*/ 23 h 203"/>
                <a:gd name="T12" fmla="*/ 24 w 56"/>
                <a:gd name="T13" fmla="*/ 203 h 203"/>
                <a:gd name="T14" fmla="*/ 33 w 56"/>
                <a:gd name="T15" fmla="*/ 203 h 203"/>
                <a:gd name="T16" fmla="*/ 33 w 56"/>
                <a:gd name="T17" fmla="*/ 23 h 203"/>
                <a:gd name="T18" fmla="*/ 56 w 56"/>
                <a:gd name="T19" fmla="*/ 23 h 203"/>
                <a:gd name="T20" fmla="*/ 56 w 56"/>
                <a:gd name="T21" fmla="*/ 14 h 203"/>
                <a:gd name="T22" fmla="*/ 33 w 56"/>
                <a:gd name="T23" fmla="*/ 14 h 203"/>
                <a:gd name="T24" fmla="*/ 33 w 56"/>
                <a:gd name="T2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03">
                  <a:moveTo>
                    <a:pt x="33" y="0"/>
                  </a:moveTo>
                  <a:lnTo>
                    <a:pt x="24" y="0"/>
                  </a:lnTo>
                  <a:lnTo>
                    <a:pt x="24" y="14"/>
                  </a:lnTo>
                  <a:lnTo>
                    <a:pt x="0" y="14"/>
                  </a:lnTo>
                  <a:lnTo>
                    <a:pt x="0" y="23"/>
                  </a:lnTo>
                  <a:lnTo>
                    <a:pt x="24" y="23"/>
                  </a:lnTo>
                  <a:lnTo>
                    <a:pt x="24" y="203"/>
                  </a:lnTo>
                  <a:lnTo>
                    <a:pt x="33" y="203"/>
                  </a:lnTo>
                  <a:lnTo>
                    <a:pt x="33" y="23"/>
                  </a:lnTo>
                  <a:lnTo>
                    <a:pt x="56" y="23"/>
                  </a:lnTo>
                  <a:lnTo>
                    <a:pt x="56" y="14"/>
                  </a:lnTo>
                  <a:lnTo>
                    <a:pt x="33" y="14"/>
                  </a:lnTo>
                  <a:lnTo>
                    <a:pt x="3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34"/>
            <p:cNvSpPr>
              <a:spLocks/>
            </p:cNvSpPr>
            <p:nvPr/>
          </p:nvSpPr>
          <p:spPr bwMode="auto">
            <a:xfrm>
              <a:off x="6595903" y="1397832"/>
              <a:ext cx="57391" cy="208042"/>
            </a:xfrm>
            <a:custGeom>
              <a:avLst/>
              <a:gdLst>
                <a:gd name="T0" fmla="*/ 33 w 56"/>
                <a:gd name="T1" fmla="*/ 0 h 203"/>
                <a:gd name="T2" fmla="*/ 23 w 56"/>
                <a:gd name="T3" fmla="*/ 0 h 203"/>
                <a:gd name="T4" fmla="*/ 23 w 56"/>
                <a:gd name="T5" fmla="*/ 180 h 203"/>
                <a:gd name="T6" fmla="*/ 0 w 56"/>
                <a:gd name="T7" fmla="*/ 180 h 203"/>
                <a:gd name="T8" fmla="*/ 0 w 56"/>
                <a:gd name="T9" fmla="*/ 189 h 203"/>
                <a:gd name="T10" fmla="*/ 23 w 56"/>
                <a:gd name="T11" fmla="*/ 189 h 203"/>
                <a:gd name="T12" fmla="*/ 23 w 56"/>
                <a:gd name="T13" fmla="*/ 203 h 203"/>
                <a:gd name="T14" fmla="*/ 33 w 56"/>
                <a:gd name="T15" fmla="*/ 203 h 203"/>
                <a:gd name="T16" fmla="*/ 33 w 56"/>
                <a:gd name="T17" fmla="*/ 189 h 203"/>
                <a:gd name="T18" fmla="*/ 56 w 56"/>
                <a:gd name="T19" fmla="*/ 189 h 203"/>
                <a:gd name="T20" fmla="*/ 56 w 56"/>
                <a:gd name="T21" fmla="*/ 180 h 203"/>
                <a:gd name="T22" fmla="*/ 33 w 56"/>
                <a:gd name="T23" fmla="*/ 180 h 203"/>
                <a:gd name="T24" fmla="*/ 33 w 56"/>
                <a:gd name="T2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03">
                  <a:moveTo>
                    <a:pt x="33" y="0"/>
                  </a:moveTo>
                  <a:lnTo>
                    <a:pt x="23" y="0"/>
                  </a:lnTo>
                  <a:lnTo>
                    <a:pt x="23" y="180"/>
                  </a:lnTo>
                  <a:lnTo>
                    <a:pt x="0" y="180"/>
                  </a:lnTo>
                  <a:lnTo>
                    <a:pt x="0" y="189"/>
                  </a:lnTo>
                  <a:lnTo>
                    <a:pt x="23" y="189"/>
                  </a:lnTo>
                  <a:lnTo>
                    <a:pt x="23" y="203"/>
                  </a:lnTo>
                  <a:lnTo>
                    <a:pt x="33" y="203"/>
                  </a:lnTo>
                  <a:lnTo>
                    <a:pt x="33" y="189"/>
                  </a:lnTo>
                  <a:lnTo>
                    <a:pt x="56" y="189"/>
                  </a:lnTo>
                  <a:lnTo>
                    <a:pt x="56" y="180"/>
                  </a:lnTo>
                  <a:lnTo>
                    <a:pt x="33" y="180"/>
                  </a:lnTo>
                  <a:lnTo>
                    <a:pt x="3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35"/>
            <p:cNvSpPr>
              <a:spLocks/>
            </p:cNvSpPr>
            <p:nvPr/>
          </p:nvSpPr>
          <p:spPr bwMode="auto">
            <a:xfrm>
              <a:off x="6520065" y="1397832"/>
              <a:ext cx="57391" cy="208042"/>
            </a:xfrm>
            <a:custGeom>
              <a:avLst/>
              <a:gdLst>
                <a:gd name="T0" fmla="*/ 33 w 56"/>
                <a:gd name="T1" fmla="*/ 0 h 203"/>
                <a:gd name="T2" fmla="*/ 23 w 56"/>
                <a:gd name="T3" fmla="*/ 0 h 203"/>
                <a:gd name="T4" fmla="*/ 23 w 56"/>
                <a:gd name="T5" fmla="*/ 97 h 203"/>
                <a:gd name="T6" fmla="*/ 0 w 56"/>
                <a:gd name="T7" fmla="*/ 97 h 203"/>
                <a:gd name="T8" fmla="*/ 0 w 56"/>
                <a:gd name="T9" fmla="*/ 106 h 203"/>
                <a:gd name="T10" fmla="*/ 23 w 56"/>
                <a:gd name="T11" fmla="*/ 106 h 203"/>
                <a:gd name="T12" fmla="*/ 23 w 56"/>
                <a:gd name="T13" fmla="*/ 203 h 203"/>
                <a:gd name="T14" fmla="*/ 33 w 56"/>
                <a:gd name="T15" fmla="*/ 203 h 203"/>
                <a:gd name="T16" fmla="*/ 33 w 56"/>
                <a:gd name="T17" fmla="*/ 106 h 203"/>
                <a:gd name="T18" fmla="*/ 56 w 56"/>
                <a:gd name="T19" fmla="*/ 106 h 203"/>
                <a:gd name="T20" fmla="*/ 56 w 56"/>
                <a:gd name="T21" fmla="*/ 97 h 203"/>
                <a:gd name="T22" fmla="*/ 33 w 56"/>
                <a:gd name="T23" fmla="*/ 97 h 203"/>
                <a:gd name="T24" fmla="*/ 33 w 56"/>
                <a:gd name="T2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03">
                  <a:moveTo>
                    <a:pt x="33" y="0"/>
                  </a:moveTo>
                  <a:lnTo>
                    <a:pt x="23" y="0"/>
                  </a:lnTo>
                  <a:lnTo>
                    <a:pt x="23" y="97"/>
                  </a:lnTo>
                  <a:lnTo>
                    <a:pt x="0" y="97"/>
                  </a:lnTo>
                  <a:lnTo>
                    <a:pt x="0" y="106"/>
                  </a:lnTo>
                  <a:lnTo>
                    <a:pt x="23" y="106"/>
                  </a:lnTo>
                  <a:lnTo>
                    <a:pt x="23" y="203"/>
                  </a:lnTo>
                  <a:lnTo>
                    <a:pt x="33" y="203"/>
                  </a:lnTo>
                  <a:lnTo>
                    <a:pt x="33" y="106"/>
                  </a:lnTo>
                  <a:lnTo>
                    <a:pt x="56" y="106"/>
                  </a:lnTo>
                  <a:lnTo>
                    <a:pt x="56" y="97"/>
                  </a:lnTo>
                  <a:lnTo>
                    <a:pt x="33" y="97"/>
                  </a:lnTo>
                  <a:lnTo>
                    <a:pt x="3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4" name="Группа 383"/>
          <p:cNvGrpSpPr/>
          <p:nvPr/>
        </p:nvGrpSpPr>
        <p:grpSpPr>
          <a:xfrm>
            <a:off x="6803946" y="1347614"/>
            <a:ext cx="273632" cy="307453"/>
            <a:chOff x="6803946" y="1347614"/>
            <a:chExt cx="273632" cy="307453"/>
          </a:xfrm>
          <a:solidFill>
            <a:schemeClr val="tx1"/>
          </a:solidFill>
        </p:grpSpPr>
        <p:sp>
          <p:nvSpPr>
            <p:cNvPr id="35" name="Freeform 36"/>
            <p:cNvSpPr>
              <a:spLocks noEditPoints="1"/>
            </p:cNvSpPr>
            <p:nvPr/>
          </p:nvSpPr>
          <p:spPr bwMode="auto">
            <a:xfrm>
              <a:off x="6803946" y="1347614"/>
              <a:ext cx="151676" cy="307453"/>
            </a:xfrm>
            <a:custGeom>
              <a:avLst/>
              <a:gdLst>
                <a:gd name="T0" fmla="*/ 148 w 148"/>
                <a:gd name="T1" fmla="*/ 300 h 300"/>
                <a:gd name="T2" fmla="*/ 148 w 148"/>
                <a:gd name="T3" fmla="*/ 0 h 300"/>
                <a:gd name="T4" fmla="*/ 59 w 148"/>
                <a:gd name="T5" fmla="*/ 90 h 300"/>
                <a:gd name="T6" fmla="*/ 0 w 148"/>
                <a:gd name="T7" fmla="*/ 90 h 300"/>
                <a:gd name="T8" fmla="*/ 0 w 148"/>
                <a:gd name="T9" fmla="*/ 211 h 300"/>
                <a:gd name="T10" fmla="*/ 59 w 148"/>
                <a:gd name="T11" fmla="*/ 211 h 300"/>
                <a:gd name="T12" fmla="*/ 148 w 148"/>
                <a:gd name="T13" fmla="*/ 300 h 300"/>
                <a:gd name="T14" fmla="*/ 10 w 148"/>
                <a:gd name="T15" fmla="*/ 100 h 300"/>
                <a:gd name="T16" fmla="*/ 63 w 148"/>
                <a:gd name="T17" fmla="*/ 100 h 300"/>
                <a:gd name="T18" fmla="*/ 139 w 148"/>
                <a:gd name="T19" fmla="*/ 22 h 300"/>
                <a:gd name="T20" fmla="*/ 139 w 148"/>
                <a:gd name="T21" fmla="*/ 278 h 300"/>
                <a:gd name="T22" fmla="*/ 63 w 148"/>
                <a:gd name="T23" fmla="*/ 201 h 300"/>
                <a:gd name="T24" fmla="*/ 10 w 148"/>
                <a:gd name="T25" fmla="*/ 201 h 300"/>
                <a:gd name="T26" fmla="*/ 10 w 148"/>
                <a:gd name="T27" fmla="*/ 1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300">
                  <a:moveTo>
                    <a:pt x="148" y="300"/>
                  </a:moveTo>
                  <a:lnTo>
                    <a:pt x="148" y="0"/>
                  </a:lnTo>
                  <a:lnTo>
                    <a:pt x="59" y="90"/>
                  </a:lnTo>
                  <a:lnTo>
                    <a:pt x="0" y="90"/>
                  </a:lnTo>
                  <a:lnTo>
                    <a:pt x="0" y="211"/>
                  </a:lnTo>
                  <a:lnTo>
                    <a:pt x="59" y="211"/>
                  </a:lnTo>
                  <a:lnTo>
                    <a:pt x="148" y="300"/>
                  </a:lnTo>
                  <a:close/>
                  <a:moveTo>
                    <a:pt x="10" y="100"/>
                  </a:moveTo>
                  <a:lnTo>
                    <a:pt x="63" y="100"/>
                  </a:lnTo>
                  <a:lnTo>
                    <a:pt x="139" y="22"/>
                  </a:lnTo>
                  <a:lnTo>
                    <a:pt x="139" y="278"/>
                  </a:lnTo>
                  <a:lnTo>
                    <a:pt x="63" y="201"/>
                  </a:lnTo>
                  <a:lnTo>
                    <a:pt x="10" y="201"/>
                  </a:lnTo>
                  <a:lnTo>
                    <a:pt x="10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37"/>
            <p:cNvSpPr>
              <a:spLocks/>
            </p:cNvSpPr>
            <p:nvPr/>
          </p:nvSpPr>
          <p:spPr bwMode="auto">
            <a:xfrm>
              <a:off x="6985343" y="1455222"/>
              <a:ext cx="92235" cy="91211"/>
            </a:xfrm>
            <a:custGeom>
              <a:avLst/>
              <a:gdLst>
                <a:gd name="T0" fmla="*/ 83 w 90"/>
                <a:gd name="T1" fmla="*/ 0 h 89"/>
                <a:gd name="T2" fmla="*/ 45 w 90"/>
                <a:gd name="T3" fmla="*/ 39 h 89"/>
                <a:gd name="T4" fmla="*/ 7 w 90"/>
                <a:gd name="T5" fmla="*/ 0 h 89"/>
                <a:gd name="T6" fmla="*/ 0 w 90"/>
                <a:gd name="T7" fmla="*/ 6 h 89"/>
                <a:gd name="T8" fmla="*/ 39 w 90"/>
                <a:gd name="T9" fmla="*/ 46 h 89"/>
                <a:gd name="T10" fmla="*/ 0 w 90"/>
                <a:gd name="T11" fmla="*/ 84 h 89"/>
                <a:gd name="T12" fmla="*/ 7 w 90"/>
                <a:gd name="T13" fmla="*/ 89 h 89"/>
                <a:gd name="T14" fmla="*/ 45 w 90"/>
                <a:gd name="T15" fmla="*/ 51 h 89"/>
                <a:gd name="T16" fmla="*/ 83 w 90"/>
                <a:gd name="T17" fmla="*/ 89 h 89"/>
                <a:gd name="T18" fmla="*/ 90 w 90"/>
                <a:gd name="T19" fmla="*/ 84 h 89"/>
                <a:gd name="T20" fmla="*/ 52 w 90"/>
                <a:gd name="T21" fmla="*/ 46 h 89"/>
                <a:gd name="T22" fmla="*/ 90 w 90"/>
                <a:gd name="T23" fmla="*/ 6 h 89"/>
                <a:gd name="T24" fmla="*/ 83 w 90"/>
                <a:gd name="T2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89">
                  <a:moveTo>
                    <a:pt x="83" y="0"/>
                  </a:moveTo>
                  <a:lnTo>
                    <a:pt x="45" y="39"/>
                  </a:lnTo>
                  <a:lnTo>
                    <a:pt x="7" y="0"/>
                  </a:lnTo>
                  <a:lnTo>
                    <a:pt x="0" y="6"/>
                  </a:lnTo>
                  <a:lnTo>
                    <a:pt x="39" y="46"/>
                  </a:lnTo>
                  <a:lnTo>
                    <a:pt x="0" y="84"/>
                  </a:lnTo>
                  <a:lnTo>
                    <a:pt x="7" y="89"/>
                  </a:lnTo>
                  <a:lnTo>
                    <a:pt x="45" y="51"/>
                  </a:lnTo>
                  <a:lnTo>
                    <a:pt x="83" y="89"/>
                  </a:lnTo>
                  <a:lnTo>
                    <a:pt x="90" y="84"/>
                  </a:lnTo>
                  <a:lnTo>
                    <a:pt x="52" y="46"/>
                  </a:lnTo>
                  <a:lnTo>
                    <a:pt x="90" y="6"/>
                  </a:lnTo>
                  <a:lnTo>
                    <a:pt x="8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7" name="Freeform 38"/>
          <p:cNvSpPr>
            <a:spLocks noEditPoints="1"/>
          </p:cNvSpPr>
          <p:nvPr/>
        </p:nvSpPr>
        <p:spPr bwMode="auto">
          <a:xfrm>
            <a:off x="2116319" y="1742178"/>
            <a:ext cx="217266" cy="305403"/>
          </a:xfrm>
          <a:custGeom>
            <a:avLst/>
            <a:gdLst>
              <a:gd name="T0" fmla="*/ 148 w 184"/>
              <a:gd name="T1" fmla="*/ 161 h 257"/>
              <a:gd name="T2" fmla="*/ 112 w 184"/>
              <a:gd name="T3" fmla="*/ 197 h 257"/>
              <a:gd name="T4" fmla="*/ 148 w 184"/>
              <a:gd name="T5" fmla="*/ 233 h 257"/>
              <a:gd name="T6" fmla="*/ 184 w 184"/>
              <a:gd name="T7" fmla="*/ 197 h 257"/>
              <a:gd name="T8" fmla="*/ 184 w 184"/>
              <a:gd name="T9" fmla="*/ 0 h 257"/>
              <a:gd name="T10" fmla="*/ 64 w 184"/>
              <a:gd name="T11" fmla="*/ 26 h 257"/>
              <a:gd name="T12" fmla="*/ 64 w 184"/>
              <a:gd name="T13" fmla="*/ 199 h 257"/>
              <a:gd name="T14" fmla="*/ 36 w 184"/>
              <a:gd name="T15" fmla="*/ 185 h 257"/>
              <a:gd name="T16" fmla="*/ 0 w 184"/>
              <a:gd name="T17" fmla="*/ 221 h 257"/>
              <a:gd name="T18" fmla="*/ 36 w 184"/>
              <a:gd name="T19" fmla="*/ 257 h 257"/>
              <a:gd name="T20" fmla="*/ 72 w 184"/>
              <a:gd name="T21" fmla="*/ 221 h 257"/>
              <a:gd name="T22" fmla="*/ 72 w 184"/>
              <a:gd name="T23" fmla="*/ 96 h 257"/>
              <a:gd name="T24" fmla="*/ 176 w 184"/>
              <a:gd name="T25" fmla="*/ 74 h 257"/>
              <a:gd name="T26" fmla="*/ 176 w 184"/>
              <a:gd name="T27" fmla="*/ 175 h 257"/>
              <a:gd name="T28" fmla="*/ 148 w 184"/>
              <a:gd name="T29" fmla="*/ 161 h 257"/>
              <a:gd name="T30" fmla="*/ 36 w 184"/>
              <a:gd name="T31" fmla="*/ 249 h 257"/>
              <a:gd name="T32" fmla="*/ 8 w 184"/>
              <a:gd name="T33" fmla="*/ 221 h 257"/>
              <a:gd name="T34" fmla="*/ 36 w 184"/>
              <a:gd name="T35" fmla="*/ 193 h 257"/>
              <a:gd name="T36" fmla="*/ 64 w 184"/>
              <a:gd name="T37" fmla="*/ 221 h 257"/>
              <a:gd name="T38" fmla="*/ 36 w 184"/>
              <a:gd name="T39" fmla="*/ 249 h 257"/>
              <a:gd name="T40" fmla="*/ 72 w 184"/>
              <a:gd name="T41" fmla="*/ 88 h 257"/>
              <a:gd name="T42" fmla="*/ 72 w 184"/>
              <a:gd name="T43" fmla="*/ 32 h 257"/>
              <a:gd name="T44" fmla="*/ 176 w 184"/>
              <a:gd name="T45" fmla="*/ 10 h 257"/>
              <a:gd name="T46" fmla="*/ 176 w 184"/>
              <a:gd name="T47" fmla="*/ 66 h 257"/>
              <a:gd name="T48" fmla="*/ 72 w 184"/>
              <a:gd name="T49" fmla="*/ 88 h 257"/>
              <a:gd name="T50" fmla="*/ 148 w 184"/>
              <a:gd name="T51" fmla="*/ 225 h 257"/>
              <a:gd name="T52" fmla="*/ 120 w 184"/>
              <a:gd name="T53" fmla="*/ 197 h 257"/>
              <a:gd name="T54" fmla="*/ 148 w 184"/>
              <a:gd name="T55" fmla="*/ 169 h 257"/>
              <a:gd name="T56" fmla="*/ 176 w 184"/>
              <a:gd name="T57" fmla="*/ 197 h 257"/>
              <a:gd name="T58" fmla="*/ 148 w 184"/>
              <a:gd name="T59" fmla="*/ 225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84" h="257">
                <a:moveTo>
                  <a:pt x="148" y="161"/>
                </a:moveTo>
                <a:cubicBezTo>
                  <a:pt x="128" y="161"/>
                  <a:pt x="112" y="177"/>
                  <a:pt x="112" y="197"/>
                </a:cubicBezTo>
                <a:cubicBezTo>
                  <a:pt x="112" y="217"/>
                  <a:pt x="128" y="233"/>
                  <a:pt x="148" y="233"/>
                </a:cubicBezTo>
                <a:cubicBezTo>
                  <a:pt x="168" y="233"/>
                  <a:pt x="184" y="217"/>
                  <a:pt x="184" y="197"/>
                </a:cubicBezTo>
                <a:cubicBezTo>
                  <a:pt x="184" y="0"/>
                  <a:pt x="184" y="0"/>
                  <a:pt x="184" y="0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99"/>
                  <a:pt x="64" y="199"/>
                  <a:pt x="64" y="199"/>
                </a:cubicBezTo>
                <a:cubicBezTo>
                  <a:pt x="58" y="190"/>
                  <a:pt x="48" y="185"/>
                  <a:pt x="36" y="185"/>
                </a:cubicBezTo>
                <a:cubicBezTo>
                  <a:pt x="16" y="185"/>
                  <a:pt x="0" y="201"/>
                  <a:pt x="0" y="221"/>
                </a:cubicBezTo>
                <a:cubicBezTo>
                  <a:pt x="0" y="241"/>
                  <a:pt x="16" y="257"/>
                  <a:pt x="36" y="257"/>
                </a:cubicBezTo>
                <a:cubicBezTo>
                  <a:pt x="56" y="257"/>
                  <a:pt x="72" y="241"/>
                  <a:pt x="72" y="221"/>
                </a:cubicBezTo>
                <a:cubicBezTo>
                  <a:pt x="72" y="96"/>
                  <a:pt x="72" y="96"/>
                  <a:pt x="72" y="96"/>
                </a:cubicBezTo>
                <a:cubicBezTo>
                  <a:pt x="176" y="74"/>
                  <a:pt x="176" y="74"/>
                  <a:pt x="176" y="74"/>
                </a:cubicBezTo>
                <a:cubicBezTo>
                  <a:pt x="176" y="175"/>
                  <a:pt x="176" y="175"/>
                  <a:pt x="176" y="175"/>
                </a:cubicBezTo>
                <a:cubicBezTo>
                  <a:pt x="170" y="166"/>
                  <a:pt x="160" y="161"/>
                  <a:pt x="148" y="161"/>
                </a:cubicBezTo>
                <a:close/>
                <a:moveTo>
                  <a:pt x="36" y="249"/>
                </a:moveTo>
                <a:cubicBezTo>
                  <a:pt x="21" y="249"/>
                  <a:pt x="8" y="237"/>
                  <a:pt x="8" y="221"/>
                </a:cubicBezTo>
                <a:cubicBezTo>
                  <a:pt x="8" y="206"/>
                  <a:pt x="21" y="193"/>
                  <a:pt x="36" y="193"/>
                </a:cubicBezTo>
                <a:cubicBezTo>
                  <a:pt x="52" y="193"/>
                  <a:pt x="64" y="206"/>
                  <a:pt x="64" y="221"/>
                </a:cubicBezTo>
                <a:cubicBezTo>
                  <a:pt x="64" y="237"/>
                  <a:pt x="52" y="249"/>
                  <a:pt x="36" y="249"/>
                </a:cubicBezTo>
                <a:close/>
                <a:moveTo>
                  <a:pt x="72" y="88"/>
                </a:moveTo>
                <a:cubicBezTo>
                  <a:pt x="72" y="32"/>
                  <a:pt x="72" y="32"/>
                  <a:pt x="72" y="32"/>
                </a:cubicBezTo>
                <a:cubicBezTo>
                  <a:pt x="176" y="10"/>
                  <a:pt x="176" y="10"/>
                  <a:pt x="176" y="10"/>
                </a:cubicBezTo>
                <a:cubicBezTo>
                  <a:pt x="176" y="66"/>
                  <a:pt x="176" y="66"/>
                  <a:pt x="176" y="66"/>
                </a:cubicBezTo>
                <a:lnTo>
                  <a:pt x="72" y="88"/>
                </a:lnTo>
                <a:close/>
                <a:moveTo>
                  <a:pt x="148" y="225"/>
                </a:moveTo>
                <a:cubicBezTo>
                  <a:pt x="133" y="225"/>
                  <a:pt x="120" y="213"/>
                  <a:pt x="120" y="197"/>
                </a:cubicBezTo>
                <a:cubicBezTo>
                  <a:pt x="120" y="182"/>
                  <a:pt x="133" y="169"/>
                  <a:pt x="148" y="169"/>
                </a:cubicBezTo>
                <a:cubicBezTo>
                  <a:pt x="164" y="169"/>
                  <a:pt x="176" y="182"/>
                  <a:pt x="176" y="197"/>
                </a:cubicBezTo>
                <a:cubicBezTo>
                  <a:pt x="176" y="213"/>
                  <a:pt x="164" y="225"/>
                  <a:pt x="148" y="22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9"/>
          <p:cNvSpPr>
            <a:spLocks noEditPoints="1"/>
          </p:cNvSpPr>
          <p:nvPr/>
        </p:nvSpPr>
        <p:spPr bwMode="auto">
          <a:xfrm>
            <a:off x="2528306" y="1742178"/>
            <a:ext cx="179348" cy="305403"/>
          </a:xfrm>
          <a:custGeom>
            <a:avLst/>
            <a:gdLst>
              <a:gd name="T0" fmla="*/ 72 w 152"/>
              <a:gd name="T1" fmla="*/ 221 h 257"/>
              <a:gd name="T2" fmla="*/ 72 w 152"/>
              <a:gd name="T3" fmla="*/ 88 h 257"/>
              <a:gd name="T4" fmla="*/ 152 w 152"/>
              <a:gd name="T5" fmla="*/ 64 h 257"/>
              <a:gd name="T6" fmla="*/ 152 w 152"/>
              <a:gd name="T7" fmla="*/ 0 h 257"/>
              <a:gd name="T8" fmla="*/ 64 w 152"/>
              <a:gd name="T9" fmla="*/ 26 h 257"/>
              <a:gd name="T10" fmla="*/ 64 w 152"/>
              <a:gd name="T11" fmla="*/ 199 h 257"/>
              <a:gd name="T12" fmla="*/ 36 w 152"/>
              <a:gd name="T13" fmla="*/ 185 h 257"/>
              <a:gd name="T14" fmla="*/ 0 w 152"/>
              <a:gd name="T15" fmla="*/ 221 h 257"/>
              <a:gd name="T16" fmla="*/ 36 w 152"/>
              <a:gd name="T17" fmla="*/ 257 h 257"/>
              <a:gd name="T18" fmla="*/ 72 w 152"/>
              <a:gd name="T19" fmla="*/ 221 h 257"/>
              <a:gd name="T20" fmla="*/ 72 w 152"/>
              <a:gd name="T21" fmla="*/ 32 h 257"/>
              <a:gd name="T22" fmla="*/ 144 w 152"/>
              <a:gd name="T23" fmla="*/ 11 h 257"/>
              <a:gd name="T24" fmla="*/ 144 w 152"/>
              <a:gd name="T25" fmla="*/ 58 h 257"/>
              <a:gd name="T26" fmla="*/ 72 w 152"/>
              <a:gd name="T27" fmla="*/ 80 h 257"/>
              <a:gd name="T28" fmla="*/ 72 w 152"/>
              <a:gd name="T29" fmla="*/ 32 h 257"/>
              <a:gd name="T30" fmla="*/ 8 w 152"/>
              <a:gd name="T31" fmla="*/ 221 h 257"/>
              <a:gd name="T32" fmla="*/ 36 w 152"/>
              <a:gd name="T33" fmla="*/ 193 h 257"/>
              <a:gd name="T34" fmla="*/ 64 w 152"/>
              <a:gd name="T35" fmla="*/ 221 h 257"/>
              <a:gd name="T36" fmla="*/ 36 w 152"/>
              <a:gd name="T37" fmla="*/ 249 h 257"/>
              <a:gd name="T38" fmla="*/ 8 w 152"/>
              <a:gd name="T39" fmla="*/ 22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2" h="257">
                <a:moveTo>
                  <a:pt x="72" y="221"/>
                </a:moveTo>
                <a:cubicBezTo>
                  <a:pt x="72" y="88"/>
                  <a:pt x="72" y="88"/>
                  <a:pt x="72" y="88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2" y="0"/>
                  <a:pt x="152" y="0"/>
                  <a:pt x="152" y="0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99"/>
                  <a:pt x="64" y="199"/>
                  <a:pt x="64" y="199"/>
                </a:cubicBezTo>
                <a:cubicBezTo>
                  <a:pt x="58" y="191"/>
                  <a:pt x="48" y="185"/>
                  <a:pt x="36" y="185"/>
                </a:cubicBezTo>
                <a:cubicBezTo>
                  <a:pt x="16" y="185"/>
                  <a:pt x="0" y="202"/>
                  <a:pt x="0" y="221"/>
                </a:cubicBezTo>
                <a:cubicBezTo>
                  <a:pt x="0" y="241"/>
                  <a:pt x="16" y="257"/>
                  <a:pt x="36" y="257"/>
                </a:cubicBezTo>
                <a:cubicBezTo>
                  <a:pt x="56" y="257"/>
                  <a:pt x="72" y="241"/>
                  <a:pt x="72" y="221"/>
                </a:cubicBezTo>
                <a:close/>
                <a:moveTo>
                  <a:pt x="72" y="32"/>
                </a:moveTo>
                <a:cubicBezTo>
                  <a:pt x="144" y="11"/>
                  <a:pt x="144" y="11"/>
                  <a:pt x="144" y="11"/>
                </a:cubicBezTo>
                <a:cubicBezTo>
                  <a:pt x="144" y="58"/>
                  <a:pt x="144" y="58"/>
                  <a:pt x="144" y="58"/>
                </a:cubicBezTo>
                <a:cubicBezTo>
                  <a:pt x="72" y="80"/>
                  <a:pt x="72" y="80"/>
                  <a:pt x="72" y="80"/>
                </a:cubicBezTo>
                <a:lnTo>
                  <a:pt x="72" y="32"/>
                </a:lnTo>
                <a:close/>
                <a:moveTo>
                  <a:pt x="8" y="221"/>
                </a:moveTo>
                <a:cubicBezTo>
                  <a:pt x="8" y="206"/>
                  <a:pt x="21" y="193"/>
                  <a:pt x="36" y="193"/>
                </a:cubicBezTo>
                <a:cubicBezTo>
                  <a:pt x="52" y="193"/>
                  <a:pt x="64" y="206"/>
                  <a:pt x="64" y="221"/>
                </a:cubicBezTo>
                <a:cubicBezTo>
                  <a:pt x="64" y="237"/>
                  <a:pt x="52" y="249"/>
                  <a:pt x="36" y="249"/>
                </a:cubicBezTo>
                <a:cubicBezTo>
                  <a:pt x="21" y="249"/>
                  <a:pt x="8" y="237"/>
                  <a:pt x="8" y="22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85" name="Группа 384"/>
          <p:cNvGrpSpPr/>
          <p:nvPr/>
        </p:nvGrpSpPr>
        <p:grpSpPr>
          <a:xfrm>
            <a:off x="2859330" y="1744227"/>
            <a:ext cx="302328" cy="303353"/>
            <a:chOff x="2859330" y="1744227"/>
            <a:chExt cx="302328" cy="303353"/>
          </a:xfrm>
          <a:solidFill>
            <a:schemeClr val="tx1"/>
          </a:solidFill>
        </p:grpSpPr>
        <p:sp>
          <p:nvSpPr>
            <p:cNvPr id="39" name="Rectangle 40"/>
            <p:cNvSpPr>
              <a:spLocks noChangeArrowheads="1"/>
            </p:cNvSpPr>
            <p:nvPr/>
          </p:nvSpPr>
          <p:spPr bwMode="auto">
            <a:xfrm>
              <a:off x="2973087" y="1852861"/>
              <a:ext cx="9223" cy="850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Rectangle 41"/>
            <p:cNvSpPr>
              <a:spLocks noChangeArrowheads="1"/>
            </p:cNvSpPr>
            <p:nvPr/>
          </p:nvSpPr>
          <p:spPr bwMode="auto">
            <a:xfrm>
              <a:off x="3034578" y="1852861"/>
              <a:ext cx="9223" cy="850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Freeform 42"/>
            <p:cNvSpPr>
              <a:spLocks noEditPoints="1"/>
            </p:cNvSpPr>
            <p:nvPr/>
          </p:nvSpPr>
          <p:spPr bwMode="auto">
            <a:xfrm>
              <a:off x="2859330" y="1744227"/>
              <a:ext cx="302328" cy="303353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4 w 256"/>
                <a:gd name="T23" fmla="*/ 213 h 256"/>
                <a:gd name="T24" fmla="*/ 8 w 256"/>
                <a:gd name="T25" fmla="*/ 128 h 256"/>
                <a:gd name="T26" fmla="*/ 44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5"/>
                    <a:pt x="161" y="248"/>
                    <a:pt x="128" y="248"/>
                  </a:cubicBezTo>
                  <a:cubicBezTo>
                    <a:pt x="96" y="248"/>
                    <a:pt x="66" y="235"/>
                    <a:pt x="44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4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1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6" name="Группа 385"/>
          <p:cNvGrpSpPr/>
          <p:nvPr/>
        </p:nvGrpSpPr>
        <p:grpSpPr>
          <a:xfrm>
            <a:off x="3252869" y="1744227"/>
            <a:ext cx="303353" cy="303353"/>
            <a:chOff x="3252869" y="1744227"/>
            <a:chExt cx="303353" cy="303353"/>
          </a:xfrm>
          <a:solidFill>
            <a:schemeClr val="tx1"/>
          </a:solidFill>
        </p:grpSpPr>
        <p:sp>
          <p:nvSpPr>
            <p:cNvPr id="42" name="Freeform 43"/>
            <p:cNvSpPr>
              <a:spLocks noEditPoints="1"/>
            </p:cNvSpPr>
            <p:nvPr/>
          </p:nvSpPr>
          <p:spPr bwMode="auto">
            <a:xfrm>
              <a:off x="3375850" y="1839538"/>
              <a:ext cx="75839" cy="111708"/>
            </a:xfrm>
            <a:custGeom>
              <a:avLst/>
              <a:gdLst>
                <a:gd name="T0" fmla="*/ 0 w 74"/>
                <a:gd name="T1" fmla="*/ 4 h 109"/>
                <a:gd name="T2" fmla="*/ 0 w 74"/>
                <a:gd name="T3" fmla="*/ 105 h 109"/>
                <a:gd name="T4" fmla="*/ 9 w 74"/>
                <a:gd name="T5" fmla="*/ 109 h 109"/>
                <a:gd name="T6" fmla="*/ 74 w 74"/>
                <a:gd name="T7" fmla="*/ 58 h 109"/>
                <a:gd name="T8" fmla="*/ 74 w 74"/>
                <a:gd name="T9" fmla="*/ 51 h 109"/>
                <a:gd name="T10" fmla="*/ 9 w 74"/>
                <a:gd name="T11" fmla="*/ 0 h 109"/>
                <a:gd name="T12" fmla="*/ 0 w 74"/>
                <a:gd name="T13" fmla="*/ 4 h 109"/>
                <a:gd name="T14" fmla="*/ 10 w 74"/>
                <a:gd name="T15" fmla="*/ 13 h 109"/>
                <a:gd name="T16" fmla="*/ 62 w 74"/>
                <a:gd name="T17" fmla="*/ 55 h 109"/>
                <a:gd name="T18" fmla="*/ 10 w 74"/>
                <a:gd name="T19" fmla="*/ 95 h 109"/>
                <a:gd name="T20" fmla="*/ 10 w 74"/>
                <a:gd name="T21" fmla="*/ 1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09">
                  <a:moveTo>
                    <a:pt x="0" y="4"/>
                  </a:moveTo>
                  <a:lnTo>
                    <a:pt x="0" y="105"/>
                  </a:lnTo>
                  <a:lnTo>
                    <a:pt x="9" y="109"/>
                  </a:lnTo>
                  <a:lnTo>
                    <a:pt x="74" y="58"/>
                  </a:lnTo>
                  <a:lnTo>
                    <a:pt x="74" y="51"/>
                  </a:lnTo>
                  <a:lnTo>
                    <a:pt x="9" y="0"/>
                  </a:lnTo>
                  <a:lnTo>
                    <a:pt x="0" y="4"/>
                  </a:lnTo>
                  <a:close/>
                  <a:moveTo>
                    <a:pt x="10" y="13"/>
                  </a:moveTo>
                  <a:lnTo>
                    <a:pt x="62" y="55"/>
                  </a:lnTo>
                  <a:lnTo>
                    <a:pt x="10" y="95"/>
                  </a:lnTo>
                  <a:lnTo>
                    <a:pt x="10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44"/>
            <p:cNvSpPr>
              <a:spLocks noEditPoints="1"/>
            </p:cNvSpPr>
            <p:nvPr/>
          </p:nvSpPr>
          <p:spPr bwMode="auto">
            <a:xfrm>
              <a:off x="3252869" y="1744227"/>
              <a:ext cx="303353" cy="303353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2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2 w 256"/>
                <a:gd name="T31" fmla="*/ 43 h 256"/>
                <a:gd name="T32" fmla="*/ 248 w 256"/>
                <a:gd name="T33" fmla="*/ 128 h 256"/>
                <a:gd name="T34" fmla="*/ 212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4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2" y="213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5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ubicBezTo>
                    <a:pt x="65" y="20"/>
                    <a:pt x="96" y="8"/>
                    <a:pt x="128" y="8"/>
                  </a:cubicBezTo>
                  <a:cubicBezTo>
                    <a:pt x="160" y="8"/>
                    <a:pt x="190" y="20"/>
                    <a:pt x="212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2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7" name="Группа 386"/>
          <p:cNvGrpSpPr/>
          <p:nvPr/>
        </p:nvGrpSpPr>
        <p:grpSpPr>
          <a:xfrm>
            <a:off x="3655632" y="1742178"/>
            <a:ext cx="283882" cy="305403"/>
            <a:chOff x="3655632" y="1742178"/>
            <a:chExt cx="283882" cy="305403"/>
          </a:xfrm>
          <a:solidFill>
            <a:schemeClr val="tx1"/>
          </a:solidFill>
        </p:grpSpPr>
        <p:sp>
          <p:nvSpPr>
            <p:cNvPr id="44" name="Freeform 45"/>
            <p:cNvSpPr>
              <a:spLocks noEditPoints="1"/>
            </p:cNvSpPr>
            <p:nvPr/>
          </p:nvSpPr>
          <p:spPr bwMode="auto">
            <a:xfrm>
              <a:off x="3760166" y="1742178"/>
              <a:ext cx="179348" cy="305403"/>
            </a:xfrm>
            <a:custGeom>
              <a:avLst/>
              <a:gdLst>
                <a:gd name="T0" fmla="*/ 64 w 152"/>
                <a:gd name="T1" fmla="*/ 199 h 257"/>
                <a:gd name="T2" fmla="*/ 36 w 152"/>
                <a:gd name="T3" fmla="*/ 185 h 257"/>
                <a:gd name="T4" fmla="*/ 0 w 152"/>
                <a:gd name="T5" fmla="*/ 221 h 257"/>
                <a:gd name="T6" fmla="*/ 36 w 152"/>
                <a:gd name="T7" fmla="*/ 257 h 257"/>
                <a:gd name="T8" fmla="*/ 72 w 152"/>
                <a:gd name="T9" fmla="*/ 221 h 257"/>
                <a:gd name="T10" fmla="*/ 72 w 152"/>
                <a:gd name="T11" fmla="*/ 88 h 257"/>
                <a:gd name="T12" fmla="*/ 152 w 152"/>
                <a:gd name="T13" fmla="*/ 64 h 257"/>
                <a:gd name="T14" fmla="*/ 152 w 152"/>
                <a:gd name="T15" fmla="*/ 0 h 257"/>
                <a:gd name="T16" fmla="*/ 64 w 152"/>
                <a:gd name="T17" fmla="*/ 26 h 257"/>
                <a:gd name="T18" fmla="*/ 64 w 152"/>
                <a:gd name="T19" fmla="*/ 199 h 257"/>
                <a:gd name="T20" fmla="*/ 36 w 152"/>
                <a:gd name="T21" fmla="*/ 249 h 257"/>
                <a:gd name="T22" fmla="*/ 8 w 152"/>
                <a:gd name="T23" fmla="*/ 221 h 257"/>
                <a:gd name="T24" fmla="*/ 36 w 152"/>
                <a:gd name="T25" fmla="*/ 193 h 257"/>
                <a:gd name="T26" fmla="*/ 64 w 152"/>
                <a:gd name="T27" fmla="*/ 221 h 257"/>
                <a:gd name="T28" fmla="*/ 36 w 152"/>
                <a:gd name="T29" fmla="*/ 249 h 257"/>
                <a:gd name="T30" fmla="*/ 72 w 152"/>
                <a:gd name="T31" fmla="*/ 32 h 257"/>
                <a:gd name="T32" fmla="*/ 144 w 152"/>
                <a:gd name="T33" fmla="*/ 11 h 257"/>
                <a:gd name="T34" fmla="*/ 144 w 152"/>
                <a:gd name="T35" fmla="*/ 58 h 257"/>
                <a:gd name="T36" fmla="*/ 72 w 152"/>
                <a:gd name="T37" fmla="*/ 80 h 257"/>
                <a:gd name="T38" fmla="*/ 72 w 152"/>
                <a:gd name="T39" fmla="*/ 3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2" h="257">
                  <a:moveTo>
                    <a:pt x="64" y="199"/>
                  </a:moveTo>
                  <a:cubicBezTo>
                    <a:pt x="57" y="191"/>
                    <a:pt x="47" y="185"/>
                    <a:pt x="36" y="185"/>
                  </a:cubicBezTo>
                  <a:cubicBezTo>
                    <a:pt x="16" y="185"/>
                    <a:pt x="0" y="202"/>
                    <a:pt x="0" y="221"/>
                  </a:cubicBezTo>
                  <a:cubicBezTo>
                    <a:pt x="0" y="241"/>
                    <a:pt x="16" y="257"/>
                    <a:pt x="36" y="257"/>
                  </a:cubicBezTo>
                  <a:cubicBezTo>
                    <a:pt x="56" y="257"/>
                    <a:pt x="72" y="241"/>
                    <a:pt x="72" y="221"/>
                  </a:cubicBezTo>
                  <a:cubicBezTo>
                    <a:pt x="72" y="88"/>
                    <a:pt x="72" y="88"/>
                    <a:pt x="72" y="88"/>
                  </a:cubicBezTo>
                  <a:cubicBezTo>
                    <a:pt x="152" y="64"/>
                    <a:pt x="152" y="64"/>
                    <a:pt x="152" y="64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64" y="26"/>
                    <a:pt x="64" y="26"/>
                    <a:pt x="64" y="26"/>
                  </a:cubicBezTo>
                  <a:lnTo>
                    <a:pt x="64" y="199"/>
                  </a:lnTo>
                  <a:close/>
                  <a:moveTo>
                    <a:pt x="36" y="249"/>
                  </a:moveTo>
                  <a:cubicBezTo>
                    <a:pt x="20" y="249"/>
                    <a:pt x="8" y="237"/>
                    <a:pt x="8" y="221"/>
                  </a:cubicBezTo>
                  <a:cubicBezTo>
                    <a:pt x="8" y="206"/>
                    <a:pt x="20" y="193"/>
                    <a:pt x="36" y="193"/>
                  </a:cubicBezTo>
                  <a:cubicBezTo>
                    <a:pt x="51" y="193"/>
                    <a:pt x="64" y="206"/>
                    <a:pt x="64" y="221"/>
                  </a:cubicBezTo>
                  <a:cubicBezTo>
                    <a:pt x="64" y="237"/>
                    <a:pt x="51" y="249"/>
                    <a:pt x="36" y="249"/>
                  </a:cubicBezTo>
                  <a:close/>
                  <a:moveTo>
                    <a:pt x="72" y="32"/>
                  </a:moveTo>
                  <a:cubicBezTo>
                    <a:pt x="144" y="11"/>
                    <a:pt x="144" y="11"/>
                    <a:pt x="144" y="11"/>
                  </a:cubicBezTo>
                  <a:cubicBezTo>
                    <a:pt x="144" y="58"/>
                    <a:pt x="144" y="58"/>
                    <a:pt x="144" y="58"/>
                  </a:cubicBezTo>
                  <a:cubicBezTo>
                    <a:pt x="72" y="80"/>
                    <a:pt x="72" y="80"/>
                    <a:pt x="72" y="80"/>
                  </a:cubicBezTo>
                  <a:lnTo>
                    <a:pt x="7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Rectangle 46"/>
            <p:cNvSpPr>
              <a:spLocks noChangeArrowheads="1"/>
            </p:cNvSpPr>
            <p:nvPr/>
          </p:nvSpPr>
          <p:spPr bwMode="auto">
            <a:xfrm>
              <a:off x="3655632" y="1814942"/>
              <a:ext cx="160900" cy="922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Rectangle 47"/>
            <p:cNvSpPr>
              <a:spLocks noChangeArrowheads="1"/>
            </p:cNvSpPr>
            <p:nvPr/>
          </p:nvSpPr>
          <p:spPr bwMode="auto">
            <a:xfrm>
              <a:off x="3655632" y="1862085"/>
              <a:ext cx="160900" cy="922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Rectangle 48"/>
            <p:cNvSpPr>
              <a:spLocks noChangeArrowheads="1"/>
            </p:cNvSpPr>
            <p:nvPr/>
          </p:nvSpPr>
          <p:spPr bwMode="auto">
            <a:xfrm>
              <a:off x="3655632" y="1909227"/>
              <a:ext cx="160900" cy="1024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8" name="Группа 387"/>
          <p:cNvGrpSpPr/>
          <p:nvPr/>
        </p:nvGrpSpPr>
        <p:grpSpPr>
          <a:xfrm>
            <a:off x="4038923" y="1777023"/>
            <a:ext cx="303353" cy="236738"/>
            <a:chOff x="4038923" y="1777023"/>
            <a:chExt cx="303353" cy="236738"/>
          </a:xfrm>
          <a:solidFill>
            <a:schemeClr val="tx1"/>
          </a:solidFill>
        </p:grpSpPr>
        <p:sp>
          <p:nvSpPr>
            <p:cNvPr id="48" name="Freeform 49"/>
            <p:cNvSpPr>
              <a:spLocks noEditPoints="1"/>
            </p:cNvSpPr>
            <p:nvPr/>
          </p:nvSpPr>
          <p:spPr bwMode="auto">
            <a:xfrm>
              <a:off x="4067618" y="1871308"/>
              <a:ext cx="108633" cy="109658"/>
            </a:xfrm>
            <a:custGeom>
              <a:avLst/>
              <a:gdLst>
                <a:gd name="T0" fmla="*/ 46 w 92"/>
                <a:gd name="T1" fmla="*/ 92 h 92"/>
                <a:gd name="T2" fmla="*/ 92 w 92"/>
                <a:gd name="T3" fmla="*/ 46 h 92"/>
                <a:gd name="T4" fmla="*/ 46 w 92"/>
                <a:gd name="T5" fmla="*/ 0 h 92"/>
                <a:gd name="T6" fmla="*/ 0 w 92"/>
                <a:gd name="T7" fmla="*/ 46 h 92"/>
                <a:gd name="T8" fmla="*/ 46 w 92"/>
                <a:gd name="T9" fmla="*/ 92 h 92"/>
                <a:gd name="T10" fmla="*/ 12 w 92"/>
                <a:gd name="T11" fmla="*/ 64 h 92"/>
                <a:gd name="T12" fmla="*/ 28 w 92"/>
                <a:gd name="T13" fmla="*/ 64 h 92"/>
                <a:gd name="T14" fmla="*/ 28 w 92"/>
                <a:gd name="T15" fmla="*/ 79 h 92"/>
                <a:gd name="T16" fmla="*/ 12 w 92"/>
                <a:gd name="T17" fmla="*/ 64 h 92"/>
                <a:gd name="T18" fmla="*/ 36 w 92"/>
                <a:gd name="T19" fmla="*/ 82 h 92"/>
                <a:gd name="T20" fmla="*/ 36 w 92"/>
                <a:gd name="T21" fmla="*/ 64 h 92"/>
                <a:gd name="T22" fmla="*/ 56 w 92"/>
                <a:gd name="T23" fmla="*/ 64 h 92"/>
                <a:gd name="T24" fmla="*/ 56 w 92"/>
                <a:gd name="T25" fmla="*/ 82 h 92"/>
                <a:gd name="T26" fmla="*/ 46 w 92"/>
                <a:gd name="T27" fmla="*/ 84 h 92"/>
                <a:gd name="T28" fmla="*/ 36 w 92"/>
                <a:gd name="T29" fmla="*/ 82 h 92"/>
                <a:gd name="T30" fmla="*/ 36 w 92"/>
                <a:gd name="T31" fmla="*/ 56 h 92"/>
                <a:gd name="T32" fmla="*/ 36 w 92"/>
                <a:gd name="T33" fmla="*/ 36 h 92"/>
                <a:gd name="T34" fmla="*/ 56 w 92"/>
                <a:gd name="T35" fmla="*/ 36 h 92"/>
                <a:gd name="T36" fmla="*/ 56 w 92"/>
                <a:gd name="T37" fmla="*/ 56 h 92"/>
                <a:gd name="T38" fmla="*/ 36 w 92"/>
                <a:gd name="T39" fmla="*/ 56 h 92"/>
                <a:gd name="T40" fmla="*/ 64 w 92"/>
                <a:gd name="T41" fmla="*/ 79 h 92"/>
                <a:gd name="T42" fmla="*/ 64 w 92"/>
                <a:gd name="T43" fmla="*/ 64 h 92"/>
                <a:gd name="T44" fmla="*/ 79 w 92"/>
                <a:gd name="T45" fmla="*/ 64 h 92"/>
                <a:gd name="T46" fmla="*/ 64 w 92"/>
                <a:gd name="T47" fmla="*/ 79 h 92"/>
                <a:gd name="T48" fmla="*/ 82 w 92"/>
                <a:gd name="T49" fmla="*/ 56 h 92"/>
                <a:gd name="T50" fmla="*/ 64 w 92"/>
                <a:gd name="T51" fmla="*/ 56 h 92"/>
                <a:gd name="T52" fmla="*/ 64 w 92"/>
                <a:gd name="T53" fmla="*/ 36 h 92"/>
                <a:gd name="T54" fmla="*/ 82 w 92"/>
                <a:gd name="T55" fmla="*/ 36 h 92"/>
                <a:gd name="T56" fmla="*/ 84 w 92"/>
                <a:gd name="T57" fmla="*/ 46 h 92"/>
                <a:gd name="T58" fmla="*/ 82 w 92"/>
                <a:gd name="T59" fmla="*/ 56 h 92"/>
                <a:gd name="T60" fmla="*/ 79 w 92"/>
                <a:gd name="T61" fmla="*/ 28 h 92"/>
                <a:gd name="T62" fmla="*/ 64 w 92"/>
                <a:gd name="T63" fmla="*/ 28 h 92"/>
                <a:gd name="T64" fmla="*/ 64 w 92"/>
                <a:gd name="T65" fmla="*/ 12 h 92"/>
                <a:gd name="T66" fmla="*/ 79 w 92"/>
                <a:gd name="T67" fmla="*/ 28 h 92"/>
                <a:gd name="T68" fmla="*/ 56 w 92"/>
                <a:gd name="T69" fmla="*/ 9 h 92"/>
                <a:gd name="T70" fmla="*/ 56 w 92"/>
                <a:gd name="T71" fmla="*/ 28 h 92"/>
                <a:gd name="T72" fmla="*/ 36 w 92"/>
                <a:gd name="T73" fmla="*/ 28 h 92"/>
                <a:gd name="T74" fmla="*/ 36 w 92"/>
                <a:gd name="T75" fmla="*/ 9 h 92"/>
                <a:gd name="T76" fmla="*/ 46 w 92"/>
                <a:gd name="T77" fmla="*/ 8 h 92"/>
                <a:gd name="T78" fmla="*/ 56 w 92"/>
                <a:gd name="T79" fmla="*/ 9 h 92"/>
                <a:gd name="T80" fmla="*/ 28 w 92"/>
                <a:gd name="T81" fmla="*/ 12 h 92"/>
                <a:gd name="T82" fmla="*/ 28 w 92"/>
                <a:gd name="T83" fmla="*/ 28 h 92"/>
                <a:gd name="T84" fmla="*/ 12 w 92"/>
                <a:gd name="T85" fmla="*/ 28 h 92"/>
                <a:gd name="T86" fmla="*/ 28 w 92"/>
                <a:gd name="T87" fmla="*/ 12 h 92"/>
                <a:gd name="T88" fmla="*/ 9 w 92"/>
                <a:gd name="T89" fmla="*/ 36 h 92"/>
                <a:gd name="T90" fmla="*/ 28 w 92"/>
                <a:gd name="T91" fmla="*/ 36 h 92"/>
                <a:gd name="T92" fmla="*/ 28 w 92"/>
                <a:gd name="T93" fmla="*/ 56 h 92"/>
                <a:gd name="T94" fmla="*/ 9 w 92"/>
                <a:gd name="T95" fmla="*/ 56 h 92"/>
                <a:gd name="T96" fmla="*/ 8 w 92"/>
                <a:gd name="T97" fmla="*/ 46 h 92"/>
                <a:gd name="T98" fmla="*/ 9 w 92"/>
                <a:gd name="T99" fmla="*/ 3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2" h="92">
                  <a:moveTo>
                    <a:pt x="46" y="92"/>
                  </a:moveTo>
                  <a:cubicBezTo>
                    <a:pt x="71" y="92"/>
                    <a:pt x="92" y="71"/>
                    <a:pt x="92" y="46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0" y="0"/>
                    <a:pt x="0" y="20"/>
                    <a:pt x="0" y="46"/>
                  </a:cubicBezTo>
                  <a:cubicBezTo>
                    <a:pt x="0" y="71"/>
                    <a:pt x="20" y="92"/>
                    <a:pt x="46" y="92"/>
                  </a:cubicBezTo>
                  <a:close/>
                  <a:moveTo>
                    <a:pt x="12" y="64"/>
                  </a:moveTo>
                  <a:cubicBezTo>
                    <a:pt x="28" y="64"/>
                    <a:pt x="28" y="64"/>
                    <a:pt x="28" y="64"/>
                  </a:cubicBezTo>
                  <a:cubicBezTo>
                    <a:pt x="28" y="79"/>
                    <a:pt x="28" y="79"/>
                    <a:pt x="28" y="79"/>
                  </a:cubicBezTo>
                  <a:cubicBezTo>
                    <a:pt x="21" y="76"/>
                    <a:pt x="16" y="70"/>
                    <a:pt x="12" y="64"/>
                  </a:cubicBezTo>
                  <a:close/>
                  <a:moveTo>
                    <a:pt x="36" y="82"/>
                  </a:moveTo>
                  <a:cubicBezTo>
                    <a:pt x="36" y="64"/>
                    <a:pt x="36" y="64"/>
                    <a:pt x="3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3" y="83"/>
                    <a:pt x="49" y="84"/>
                    <a:pt x="46" y="84"/>
                  </a:cubicBezTo>
                  <a:cubicBezTo>
                    <a:pt x="42" y="84"/>
                    <a:pt x="39" y="83"/>
                    <a:pt x="36" y="82"/>
                  </a:cubicBezTo>
                  <a:close/>
                  <a:moveTo>
                    <a:pt x="36" y="56"/>
                  </a:moveTo>
                  <a:cubicBezTo>
                    <a:pt x="36" y="36"/>
                    <a:pt x="36" y="36"/>
                    <a:pt x="36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56"/>
                    <a:pt x="56" y="56"/>
                    <a:pt x="56" y="56"/>
                  </a:cubicBezTo>
                  <a:lnTo>
                    <a:pt x="36" y="56"/>
                  </a:lnTo>
                  <a:close/>
                  <a:moveTo>
                    <a:pt x="64" y="79"/>
                  </a:moveTo>
                  <a:cubicBezTo>
                    <a:pt x="64" y="64"/>
                    <a:pt x="64" y="64"/>
                    <a:pt x="64" y="64"/>
                  </a:cubicBezTo>
                  <a:cubicBezTo>
                    <a:pt x="79" y="64"/>
                    <a:pt x="79" y="64"/>
                    <a:pt x="79" y="64"/>
                  </a:cubicBezTo>
                  <a:cubicBezTo>
                    <a:pt x="76" y="70"/>
                    <a:pt x="70" y="76"/>
                    <a:pt x="64" y="79"/>
                  </a:cubicBezTo>
                  <a:close/>
                  <a:moveTo>
                    <a:pt x="82" y="56"/>
                  </a:moveTo>
                  <a:cubicBezTo>
                    <a:pt x="64" y="56"/>
                    <a:pt x="64" y="56"/>
                    <a:pt x="64" y="5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3" y="39"/>
                    <a:pt x="84" y="42"/>
                    <a:pt x="84" y="46"/>
                  </a:cubicBezTo>
                  <a:cubicBezTo>
                    <a:pt x="84" y="49"/>
                    <a:pt x="83" y="53"/>
                    <a:pt x="82" y="56"/>
                  </a:cubicBezTo>
                  <a:close/>
                  <a:moveTo>
                    <a:pt x="79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70" y="16"/>
                    <a:pt x="76" y="21"/>
                    <a:pt x="79" y="28"/>
                  </a:cubicBezTo>
                  <a:close/>
                  <a:moveTo>
                    <a:pt x="56" y="9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9" y="8"/>
                    <a:pt x="42" y="8"/>
                    <a:pt x="46" y="8"/>
                  </a:cubicBezTo>
                  <a:cubicBezTo>
                    <a:pt x="49" y="8"/>
                    <a:pt x="53" y="8"/>
                    <a:pt x="56" y="9"/>
                  </a:cubicBezTo>
                  <a:close/>
                  <a:moveTo>
                    <a:pt x="28" y="12"/>
                  </a:moveTo>
                  <a:cubicBezTo>
                    <a:pt x="28" y="28"/>
                    <a:pt x="28" y="28"/>
                    <a:pt x="2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6" y="21"/>
                    <a:pt x="21" y="16"/>
                    <a:pt x="28" y="12"/>
                  </a:cubicBezTo>
                  <a:close/>
                  <a:moveTo>
                    <a:pt x="9" y="36"/>
                  </a:moveTo>
                  <a:cubicBezTo>
                    <a:pt x="28" y="36"/>
                    <a:pt x="28" y="36"/>
                    <a:pt x="28" y="3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8" y="53"/>
                    <a:pt x="8" y="49"/>
                    <a:pt x="8" y="46"/>
                  </a:cubicBezTo>
                  <a:cubicBezTo>
                    <a:pt x="8" y="42"/>
                    <a:pt x="8" y="39"/>
                    <a:pt x="9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Freeform 50"/>
            <p:cNvSpPr>
              <a:spLocks noEditPoints="1"/>
            </p:cNvSpPr>
            <p:nvPr/>
          </p:nvSpPr>
          <p:spPr bwMode="auto">
            <a:xfrm>
              <a:off x="4194699" y="1905128"/>
              <a:ext cx="118882" cy="80963"/>
            </a:xfrm>
            <a:custGeom>
              <a:avLst/>
              <a:gdLst>
                <a:gd name="T0" fmla="*/ 116 w 116"/>
                <a:gd name="T1" fmla="*/ 0 h 79"/>
                <a:gd name="T2" fmla="*/ 0 w 116"/>
                <a:gd name="T3" fmla="*/ 0 h 79"/>
                <a:gd name="T4" fmla="*/ 0 w 116"/>
                <a:gd name="T5" fmla="*/ 79 h 79"/>
                <a:gd name="T6" fmla="*/ 116 w 116"/>
                <a:gd name="T7" fmla="*/ 79 h 79"/>
                <a:gd name="T8" fmla="*/ 116 w 116"/>
                <a:gd name="T9" fmla="*/ 0 h 79"/>
                <a:gd name="T10" fmla="*/ 107 w 116"/>
                <a:gd name="T11" fmla="*/ 69 h 79"/>
                <a:gd name="T12" fmla="*/ 10 w 116"/>
                <a:gd name="T13" fmla="*/ 69 h 79"/>
                <a:gd name="T14" fmla="*/ 10 w 116"/>
                <a:gd name="T15" fmla="*/ 9 h 79"/>
                <a:gd name="T16" fmla="*/ 107 w 116"/>
                <a:gd name="T17" fmla="*/ 9 h 79"/>
                <a:gd name="T18" fmla="*/ 107 w 116"/>
                <a:gd name="T19" fmla="*/ 6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6" h="79">
                  <a:moveTo>
                    <a:pt x="116" y="0"/>
                  </a:moveTo>
                  <a:lnTo>
                    <a:pt x="0" y="0"/>
                  </a:lnTo>
                  <a:lnTo>
                    <a:pt x="0" y="79"/>
                  </a:lnTo>
                  <a:lnTo>
                    <a:pt x="116" y="79"/>
                  </a:lnTo>
                  <a:lnTo>
                    <a:pt x="116" y="0"/>
                  </a:lnTo>
                  <a:close/>
                  <a:moveTo>
                    <a:pt x="107" y="69"/>
                  </a:moveTo>
                  <a:lnTo>
                    <a:pt x="10" y="69"/>
                  </a:lnTo>
                  <a:lnTo>
                    <a:pt x="10" y="9"/>
                  </a:lnTo>
                  <a:lnTo>
                    <a:pt x="107" y="9"/>
                  </a:lnTo>
                  <a:lnTo>
                    <a:pt x="107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Freeform 51"/>
            <p:cNvSpPr>
              <a:spLocks noEditPoints="1"/>
            </p:cNvSpPr>
            <p:nvPr/>
          </p:nvSpPr>
          <p:spPr bwMode="auto">
            <a:xfrm>
              <a:off x="4280785" y="1867209"/>
              <a:ext cx="32795" cy="28696"/>
            </a:xfrm>
            <a:custGeom>
              <a:avLst/>
              <a:gdLst>
                <a:gd name="T0" fmla="*/ 32 w 32"/>
                <a:gd name="T1" fmla="*/ 0 h 28"/>
                <a:gd name="T2" fmla="*/ 0 w 32"/>
                <a:gd name="T3" fmla="*/ 0 h 28"/>
                <a:gd name="T4" fmla="*/ 0 w 32"/>
                <a:gd name="T5" fmla="*/ 28 h 28"/>
                <a:gd name="T6" fmla="*/ 32 w 32"/>
                <a:gd name="T7" fmla="*/ 28 h 28"/>
                <a:gd name="T8" fmla="*/ 32 w 32"/>
                <a:gd name="T9" fmla="*/ 0 h 28"/>
                <a:gd name="T10" fmla="*/ 23 w 32"/>
                <a:gd name="T11" fmla="*/ 18 h 28"/>
                <a:gd name="T12" fmla="*/ 9 w 32"/>
                <a:gd name="T13" fmla="*/ 18 h 28"/>
                <a:gd name="T14" fmla="*/ 9 w 32"/>
                <a:gd name="T15" fmla="*/ 9 h 28"/>
                <a:gd name="T16" fmla="*/ 23 w 32"/>
                <a:gd name="T17" fmla="*/ 9 h 28"/>
                <a:gd name="T18" fmla="*/ 23 w 32"/>
                <a:gd name="T19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2" y="28"/>
                  </a:lnTo>
                  <a:lnTo>
                    <a:pt x="32" y="0"/>
                  </a:lnTo>
                  <a:close/>
                  <a:moveTo>
                    <a:pt x="23" y="18"/>
                  </a:moveTo>
                  <a:lnTo>
                    <a:pt x="9" y="18"/>
                  </a:lnTo>
                  <a:lnTo>
                    <a:pt x="9" y="9"/>
                  </a:lnTo>
                  <a:lnTo>
                    <a:pt x="23" y="9"/>
                  </a:lnTo>
                  <a:lnTo>
                    <a:pt x="23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" name="Freeform 52"/>
            <p:cNvSpPr>
              <a:spLocks noEditPoints="1"/>
            </p:cNvSpPr>
            <p:nvPr/>
          </p:nvSpPr>
          <p:spPr bwMode="auto">
            <a:xfrm>
              <a:off x="4237742" y="1867209"/>
              <a:ext cx="32795" cy="28696"/>
            </a:xfrm>
            <a:custGeom>
              <a:avLst/>
              <a:gdLst>
                <a:gd name="T0" fmla="*/ 32 w 32"/>
                <a:gd name="T1" fmla="*/ 0 h 28"/>
                <a:gd name="T2" fmla="*/ 0 w 32"/>
                <a:gd name="T3" fmla="*/ 0 h 28"/>
                <a:gd name="T4" fmla="*/ 0 w 32"/>
                <a:gd name="T5" fmla="*/ 28 h 28"/>
                <a:gd name="T6" fmla="*/ 32 w 32"/>
                <a:gd name="T7" fmla="*/ 28 h 28"/>
                <a:gd name="T8" fmla="*/ 32 w 32"/>
                <a:gd name="T9" fmla="*/ 0 h 28"/>
                <a:gd name="T10" fmla="*/ 23 w 32"/>
                <a:gd name="T11" fmla="*/ 18 h 28"/>
                <a:gd name="T12" fmla="*/ 9 w 32"/>
                <a:gd name="T13" fmla="*/ 18 h 28"/>
                <a:gd name="T14" fmla="*/ 9 w 32"/>
                <a:gd name="T15" fmla="*/ 9 h 28"/>
                <a:gd name="T16" fmla="*/ 23 w 32"/>
                <a:gd name="T17" fmla="*/ 9 h 28"/>
                <a:gd name="T18" fmla="*/ 23 w 32"/>
                <a:gd name="T19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2" y="28"/>
                  </a:lnTo>
                  <a:lnTo>
                    <a:pt x="32" y="0"/>
                  </a:lnTo>
                  <a:close/>
                  <a:moveTo>
                    <a:pt x="23" y="18"/>
                  </a:moveTo>
                  <a:lnTo>
                    <a:pt x="9" y="18"/>
                  </a:lnTo>
                  <a:lnTo>
                    <a:pt x="9" y="9"/>
                  </a:lnTo>
                  <a:lnTo>
                    <a:pt x="23" y="9"/>
                  </a:lnTo>
                  <a:lnTo>
                    <a:pt x="23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53"/>
            <p:cNvSpPr>
              <a:spLocks noEditPoints="1"/>
            </p:cNvSpPr>
            <p:nvPr/>
          </p:nvSpPr>
          <p:spPr bwMode="auto">
            <a:xfrm>
              <a:off x="4194699" y="1867209"/>
              <a:ext cx="33820" cy="28696"/>
            </a:xfrm>
            <a:custGeom>
              <a:avLst/>
              <a:gdLst>
                <a:gd name="T0" fmla="*/ 33 w 33"/>
                <a:gd name="T1" fmla="*/ 0 h 28"/>
                <a:gd name="T2" fmla="*/ 0 w 33"/>
                <a:gd name="T3" fmla="*/ 0 h 28"/>
                <a:gd name="T4" fmla="*/ 0 w 33"/>
                <a:gd name="T5" fmla="*/ 28 h 28"/>
                <a:gd name="T6" fmla="*/ 33 w 33"/>
                <a:gd name="T7" fmla="*/ 28 h 28"/>
                <a:gd name="T8" fmla="*/ 33 w 33"/>
                <a:gd name="T9" fmla="*/ 0 h 28"/>
                <a:gd name="T10" fmla="*/ 24 w 33"/>
                <a:gd name="T11" fmla="*/ 18 h 28"/>
                <a:gd name="T12" fmla="*/ 10 w 33"/>
                <a:gd name="T13" fmla="*/ 18 h 28"/>
                <a:gd name="T14" fmla="*/ 10 w 33"/>
                <a:gd name="T15" fmla="*/ 9 h 28"/>
                <a:gd name="T16" fmla="*/ 24 w 33"/>
                <a:gd name="T17" fmla="*/ 9 h 28"/>
                <a:gd name="T18" fmla="*/ 24 w 33"/>
                <a:gd name="T19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28">
                  <a:moveTo>
                    <a:pt x="33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3" y="28"/>
                  </a:lnTo>
                  <a:lnTo>
                    <a:pt x="33" y="0"/>
                  </a:lnTo>
                  <a:close/>
                  <a:moveTo>
                    <a:pt x="24" y="18"/>
                  </a:moveTo>
                  <a:lnTo>
                    <a:pt x="10" y="18"/>
                  </a:lnTo>
                  <a:lnTo>
                    <a:pt x="10" y="9"/>
                  </a:lnTo>
                  <a:lnTo>
                    <a:pt x="24" y="9"/>
                  </a:lnTo>
                  <a:lnTo>
                    <a:pt x="24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Freeform 54"/>
            <p:cNvSpPr>
              <a:spLocks noEditPoints="1"/>
            </p:cNvSpPr>
            <p:nvPr/>
          </p:nvSpPr>
          <p:spPr bwMode="auto">
            <a:xfrm>
              <a:off x="4038923" y="1777023"/>
              <a:ext cx="303353" cy="236738"/>
            </a:xfrm>
            <a:custGeom>
              <a:avLst/>
              <a:gdLst>
                <a:gd name="T0" fmla="*/ 277 w 296"/>
                <a:gd name="T1" fmla="*/ 0 h 231"/>
                <a:gd name="T2" fmla="*/ 19 w 296"/>
                <a:gd name="T3" fmla="*/ 0 h 231"/>
                <a:gd name="T4" fmla="*/ 19 w 296"/>
                <a:gd name="T5" fmla="*/ 60 h 231"/>
                <a:gd name="T6" fmla="*/ 0 w 296"/>
                <a:gd name="T7" fmla="*/ 60 h 231"/>
                <a:gd name="T8" fmla="*/ 0 w 296"/>
                <a:gd name="T9" fmla="*/ 231 h 231"/>
                <a:gd name="T10" fmla="*/ 296 w 296"/>
                <a:gd name="T11" fmla="*/ 231 h 231"/>
                <a:gd name="T12" fmla="*/ 296 w 296"/>
                <a:gd name="T13" fmla="*/ 60 h 231"/>
                <a:gd name="T14" fmla="*/ 277 w 296"/>
                <a:gd name="T15" fmla="*/ 60 h 231"/>
                <a:gd name="T16" fmla="*/ 277 w 296"/>
                <a:gd name="T17" fmla="*/ 0 h 231"/>
                <a:gd name="T18" fmla="*/ 268 w 296"/>
                <a:gd name="T19" fmla="*/ 9 h 231"/>
                <a:gd name="T20" fmla="*/ 268 w 296"/>
                <a:gd name="T21" fmla="*/ 18 h 231"/>
                <a:gd name="T22" fmla="*/ 28 w 296"/>
                <a:gd name="T23" fmla="*/ 18 h 231"/>
                <a:gd name="T24" fmla="*/ 28 w 296"/>
                <a:gd name="T25" fmla="*/ 9 h 231"/>
                <a:gd name="T26" fmla="*/ 268 w 296"/>
                <a:gd name="T27" fmla="*/ 9 h 231"/>
                <a:gd name="T28" fmla="*/ 28 w 296"/>
                <a:gd name="T29" fmla="*/ 28 h 231"/>
                <a:gd name="T30" fmla="*/ 268 w 296"/>
                <a:gd name="T31" fmla="*/ 28 h 231"/>
                <a:gd name="T32" fmla="*/ 268 w 296"/>
                <a:gd name="T33" fmla="*/ 60 h 231"/>
                <a:gd name="T34" fmla="*/ 28 w 296"/>
                <a:gd name="T35" fmla="*/ 60 h 231"/>
                <a:gd name="T36" fmla="*/ 28 w 296"/>
                <a:gd name="T37" fmla="*/ 28 h 231"/>
                <a:gd name="T38" fmla="*/ 286 w 296"/>
                <a:gd name="T39" fmla="*/ 222 h 231"/>
                <a:gd name="T40" fmla="*/ 9 w 296"/>
                <a:gd name="T41" fmla="*/ 222 h 231"/>
                <a:gd name="T42" fmla="*/ 9 w 296"/>
                <a:gd name="T43" fmla="*/ 69 h 231"/>
                <a:gd name="T44" fmla="*/ 286 w 296"/>
                <a:gd name="T45" fmla="*/ 69 h 231"/>
                <a:gd name="T46" fmla="*/ 286 w 296"/>
                <a:gd name="T47" fmla="*/ 22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6" h="231">
                  <a:moveTo>
                    <a:pt x="277" y="0"/>
                  </a:moveTo>
                  <a:lnTo>
                    <a:pt x="19" y="0"/>
                  </a:lnTo>
                  <a:lnTo>
                    <a:pt x="19" y="60"/>
                  </a:lnTo>
                  <a:lnTo>
                    <a:pt x="0" y="60"/>
                  </a:lnTo>
                  <a:lnTo>
                    <a:pt x="0" y="231"/>
                  </a:lnTo>
                  <a:lnTo>
                    <a:pt x="296" y="231"/>
                  </a:lnTo>
                  <a:lnTo>
                    <a:pt x="296" y="60"/>
                  </a:lnTo>
                  <a:lnTo>
                    <a:pt x="277" y="60"/>
                  </a:lnTo>
                  <a:lnTo>
                    <a:pt x="277" y="0"/>
                  </a:lnTo>
                  <a:close/>
                  <a:moveTo>
                    <a:pt x="268" y="9"/>
                  </a:moveTo>
                  <a:lnTo>
                    <a:pt x="268" y="18"/>
                  </a:lnTo>
                  <a:lnTo>
                    <a:pt x="28" y="18"/>
                  </a:lnTo>
                  <a:lnTo>
                    <a:pt x="28" y="9"/>
                  </a:lnTo>
                  <a:lnTo>
                    <a:pt x="268" y="9"/>
                  </a:lnTo>
                  <a:close/>
                  <a:moveTo>
                    <a:pt x="28" y="28"/>
                  </a:moveTo>
                  <a:lnTo>
                    <a:pt x="268" y="28"/>
                  </a:lnTo>
                  <a:lnTo>
                    <a:pt x="268" y="60"/>
                  </a:lnTo>
                  <a:lnTo>
                    <a:pt x="28" y="60"/>
                  </a:lnTo>
                  <a:lnTo>
                    <a:pt x="28" y="28"/>
                  </a:lnTo>
                  <a:close/>
                  <a:moveTo>
                    <a:pt x="286" y="222"/>
                  </a:moveTo>
                  <a:lnTo>
                    <a:pt x="9" y="222"/>
                  </a:lnTo>
                  <a:lnTo>
                    <a:pt x="9" y="69"/>
                  </a:lnTo>
                  <a:lnTo>
                    <a:pt x="286" y="69"/>
                  </a:lnTo>
                  <a:lnTo>
                    <a:pt x="286" y="2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9" name="Группа 388"/>
          <p:cNvGrpSpPr/>
          <p:nvPr/>
        </p:nvGrpSpPr>
        <p:grpSpPr>
          <a:xfrm>
            <a:off x="4431437" y="1757551"/>
            <a:ext cx="303353" cy="275682"/>
            <a:chOff x="4431437" y="1757551"/>
            <a:chExt cx="303353" cy="275682"/>
          </a:xfrm>
          <a:solidFill>
            <a:schemeClr val="tx1"/>
          </a:solidFill>
        </p:grpSpPr>
        <p:sp>
          <p:nvSpPr>
            <p:cNvPr id="54" name="Freeform 55"/>
            <p:cNvSpPr>
              <a:spLocks noEditPoints="1"/>
            </p:cNvSpPr>
            <p:nvPr/>
          </p:nvSpPr>
          <p:spPr bwMode="auto">
            <a:xfrm>
              <a:off x="4460133" y="1871308"/>
              <a:ext cx="132205" cy="133229"/>
            </a:xfrm>
            <a:custGeom>
              <a:avLst/>
              <a:gdLst>
                <a:gd name="T0" fmla="*/ 56 w 112"/>
                <a:gd name="T1" fmla="*/ 112 h 112"/>
                <a:gd name="T2" fmla="*/ 112 w 112"/>
                <a:gd name="T3" fmla="*/ 56 h 112"/>
                <a:gd name="T4" fmla="*/ 56 w 112"/>
                <a:gd name="T5" fmla="*/ 0 h 112"/>
                <a:gd name="T6" fmla="*/ 0 w 112"/>
                <a:gd name="T7" fmla="*/ 56 h 112"/>
                <a:gd name="T8" fmla="*/ 56 w 112"/>
                <a:gd name="T9" fmla="*/ 112 h 112"/>
                <a:gd name="T10" fmla="*/ 14 w 112"/>
                <a:gd name="T11" fmla="*/ 80 h 112"/>
                <a:gd name="T12" fmla="*/ 32 w 112"/>
                <a:gd name="T13" fmla="*/ 80 h 112"/>
                <a:gd name="T14" fmla="*/ 32 w 112"/>
                <a:gd name="T15" fmla="*/ 97 h 112"/>
                <a:gd name="T16" fmla="*/ 14 w 112"/>
                <a:gd name="T17" fmla="*/ 80 h 112"/>
                <a:gd name="T18" fmla="*/ 40 w 112"/>
                <a:gd name="T19" fmla="*/ 101 h 112"/>
                <a:gd name="T20" fmla="*/ 40 w 112"/>
                <a:gd name="T21" fmla="*/ 80 h 112"/>
                <a:gd name="T22" fmla="*/ 72 w 112"/>
                <a:gd name="T23" fmla="*/ 80 h 112"/>
                <a:gd name="T24" fmla="*/ 72 w 112"/>
                <a:gd name="T25" fmla="*/ 101 h 112"/>
                <a:gd name="T26" fmla="*/ 56 w 112"/>
                <a:gd name="T27" fmla="*/ 104 h 112"/>
                <a:gd name="T28" fmla="*/ 40 w 112"/>
                <a:gd name="T29" fmla="*/ 101 h 112"/>
                <a:gd name="T30" fmla="*/ 40 w 112"/>
                <a:gd name="T31" fmla="*/ 72 h 112"/>
                <a:gd name="T32" fmla="*/ 40 w 112"/>
                <a:gd name="T33" fmla="*/ 40 h 112"/>
                <a:gd name="T34" fmla="*/ 72 w 112"/>
                <a:gd name="T35" fmla="*/ 40 h 112"/>
                <a:gd name="T36" fmla="*/ 72 w 112"/>
                <a:gd name="T37" fmla="*/ 72 h 112"/>
                <a:gd name="T38" fmla="*/ 40 w 112"/>
                <a:gd name="T39" fmla="*/ 72 h 112"/>
                <a:gd name="T40" fmla="*/ 80 w 112"/>
                <a:gd name="T41" fmla="*/ 97 h 112"/>
                <a:gd name="T42" fmla="*/ 80 w 112"/>
                <a:gd name="T43" fmla="*/ 80 h 112"/>
                <a:gd name="T44" fmla="*/ 97 w 112"/>
                <a:gd name="T45" fmla="*/ 80 h 112"/>
                <a:gd name="T46" fmla="*/ 80 w 112"/>
                <a:gd name="T47" fmla="*/ 97 h 112"/>
                <a:gd name="T48" fmla="*/ 101 w 112"/>
                <a:gd name="T49" fmla="*/ 72 h 112"/>
                <a:gd name="T50" fmla="*/ 80 w 112"/>
                <a:gd name="T51" fmla="*/ 72 h 112"/>
                <a:gd name="T52" fmla="*/ 80 w 112"/>
                <a:gd name="T53" fmla="*/ 40 h 112"/>
                <a:gd name="T54" fmla="*/ 101 w 112"/>
                <a:gd name="T55" fmla="*/ 40 h 112"/>
                <a:gd name="T56" fmla="*/ 104 w 112"/>
                <a:gd name="T57" fmla="*/ 56 h 112"/>
                <a:gd name="T58" fmla="*/ 101 w 112"/>
                <a:gd name="T59" fmla="*/ 72 h 112"/>
                <a:gd name="T60" fmla="*/ 97 w 112"/>
                <a:gd name="T61" fmla="*/ 32 h 112"/>
                <a:gd name="T62" fmla="*/ 80 w 112"/>
                <a:gd name="T63" fmla="*/ 32 h 112"/>
                <a:gd name="T64" fmla="*/ 80 w 112"/>
                <a:gd name="T65" fmla="*/ 14 h 112"/>
                <a:gd name="T66" fmla="*/ 97 w 112"/>
                <a:gd name="T67" fmla="*/ 32 h 112"/>
                <a:gd name="T68" fmla="*/ 72 w 112"/>
                <a:gd name="T69" fmla="*/ 10 h 112"/>
                <a:gd name="T70" fmla="*/ 72 w 112"/>
                <a:gd name="T71" fmla="*/ 32 h 112"/>
                <a:gd name="T72" fmla="*/ 40 w 112"/>
                <a:gd name="T73" fmla="*/ 32 h 112"/>
                <a:gd name="T74" fmla="*/ 40 w 112"/>
                <a:gd name="T75" fmla="*/ 10 h 112"/>
                <a:gd name="T76" fmla="*/ 56 w 112"/>
                <a:gd name="T77" fmla="*/ 8 h 112"/>
                <a:gd name="T78" fmla="*/ 72 w 112"/>
                <a:gd name="T79" fmla="*/ 10 h 112"/>
                <a:gd name="T80" fmla="*/ 32 w 112"/>
                <a:gd name="T81" fmla="*/ 14 h 112"/>
                <a:gd name="T82" fmla="*/ 32 w 112"/>
                <a:gd name="T83" fmla="*/ 32 h 112"/>
                <a:gd name="T84" fmla="*/ 14 w 112"/>
                <a:gd name="T85" fmla="*/ 32 h 112"/>
                <a:gd name="T86" fmla="*/ 32 w 112"/>
                <a:gd name="T87" fmla="*/ 14 h 112"/>
                <a:gd name="T88" fmla="*/ 11 w 112"/>
                <a:gd name="T89" fmla="*/ 40 h 112"/>
                <a:gd name="T90" fmla="*/ 32 w 112"/>
                <a:gd name="T91" fmla="*/ 40 h 112"/>
                <a:gd name="T92" fmla="*/ 32 w 112"/>
                <a:gd name="T93" fmla="*/ 72 h 112"/>
                <a:gd name="T94" fmla="*/ 11 w 112"/>
                <a:gd name="T95" fmla="*/ 72 h 112"/>
                <a:gd name="T96" fmla="*/ 8 w 112"/>
                <a:gd name="T97" fmla="*/ 56 h 112"/>
                <a:gd name="T98" fmla="*/ 11 w 112"/>
                <a:gd name="T99" fmla="*/ 4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2" h="112">
                  <a:moveTo>
                    <a:pt x="56" y="112"/>
                  </a:moveTo>
                  <a:cubicBezTo>
                    <a:pt x="87" y="112"/>
                    <a:pt x="112" y="87"/>
                    <a:pt x="112" y="56"/>
                  </a:cubicBezTo>
                  <a:cubicBezTo>
                    <a:pt x="112" y="25"/>
                    <a:pt x="87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87"/>
                    <a:pt x="25" y="112"/>
                    <a:pt x="56" y="112"/>
                  </a:cubicBezTo>
                  <a:close/>
                  <a:moveTo>
                    <a:pt x="14" y="80"/>
                  </a:moveTo>
                  <a:cubicBezTo>
                    <a:pt x="32" y="80"/>
                    <a:pt x="32" y="80"/>
                    <a:pt x="32" y="80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25" y="93"/>
                    <a:pt x="19" y="87"/>
                    <a:pt x="14" y="80"/>
                  </a:cubicBezTo>
                  <a:close/>
                  <a:moveTo>
                    <a:pt x="40" y="101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67" y="103"/>
                    <a:pt x="62" y="104"/>
                    <a:pt x="56" y="104"/>
                  </a:cubicBezTo>
                  <a:cubicBezTo>
                    <a:pt x="50" y="104"/>
                    <a:pt x="45" y="103"/>
                    <a:pt x="40" y="101"/>
                  </a:cubicBezTo>
                  <a:close/>
                  <a:moveTo>
                    <a:pt x="40" y="72"/>
                  </a:moveTo>
                  <a:cubicBezTo>
                    <a:pt x="40" y="40"/>
                    <a:pt x="40" y="40"/>
                    <a:pt x="40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72"/>
                    <a:pt x="72" y="72"/>
                    <a:pt x="72" y="72"/>
                  </a:cubicBezTo>
                  <a:lnTo>
                    <a:pt x="40" y="72"/>
                  </a:lnTo>
                  <a:close/>
                  <a:moveTo>
                    <a:pt x="80" y="97"/>
                  </a:moveTo>
                  <a:cubicBezTo>
                    <a:pt x="80" y="80"/>
                    <a:pt x="80" y="80"/>
                    <a:pt x="80" y="80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93" y="87"/>
                    <a:pt x="87" y="93"/>
                    <a:pt x="80" y="97"/>
                  </a:cubicBezTo>
                  <a:close/>
                  <a:moveTo>
                    <a:pt x="101" y="72"/>
                  </a:moveTo>
                  <a:cubicBezTo>
                    <a:pt x="80" y="72"/>
                    <a:pt x="80" y="72"/>
                    <a:pt x="80" y="72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101" y="40"/>
                    <a:pt x="101" y="40"/>
                    <a:pt x="101" y="40"/>
                  </a:cubicBezTo>
                  <a:cubicBezTo>
                    <a:pt x="103" y="45"/>
                    <a:pt x="104" y="50"/>
                    <a:pt x="104" y="56"/>
                  </a:cubicBezTo>
                  <a:cubicBezTo>
                    <a:pt x="104" y="61"/>
                    <a:pt x="103" y="67"/>
                    <a:pt x="101" y="72"/>
                  </a:cubicBezTo>
                  <a:close/>
                  <a:moveTo>
                    <a:pt x="97" y="32"/>
                  </a:moveTo>
                  <a:cubicBezTo>
                    <a:pt x="80" y="32"/>
                    <a:pt x="80" y="32"/>
                    <a:pt x="80" y="3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7" y="18"/>
                    <a:pt x="93" y="24"/>
                    <a:pt x="97" y="32"/>
                  </a:cubicBezTo>
                  <a:close/>
                  <a:moveTo>
                    <a:pt x="72" y="10"/>
                  </a:moveTo>
                  <a:cubicBezTo>
                    <a:pt x="72" y="32"/>
                    <a:pt x="72" y="32"/>
                    <a:pt x="72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5" y="9"/>
                    <a:pt x="50" y="8"/>
                    <a:pt x="56" y="8"/>
                  </a:cubicBezTo>
                  <a:cubicBezTo>
                    <a:pt x="62" y="8"/>
                    <a:pt x="67" y="9"/>
                    <a:pt x="72" y="10"/>
                  </a:cubicBezTo>
                  <a:close/>
                  <a:moveTo>
                    <a:pt x="32" y="14"/>
                  </a:moveTo>
                  <a:cubicBezTo>
                    <a:pt x="32" y="32"/>
                    <a:pt x="32" y="32"/>
                    <a:pt x="32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9" y="24"/>
                    <a:pt x="25" y="18"/>
                    <a:pt x="32" y="14"/>
                  </a:cubicBezTo>
                  <a:close/>
                  <a:moveTo>
                    <a:pt x="11" y="40"/>
                  </a:moveTo>
                  <a:cubicBezTo>
                    <a:pt x="32" y="40"/>
                    <a:pt x="32" y="40"/>
                    <a:pt x="32" y="40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9" y="67"/>
                    <a:pt x="8" y="61"/>
                    <a:pt x="8" y="56"/>
                  </a:cubicBezTo>
                  <a:cubicBezTo>
                    <a:pt x="8" y="50"/>
                    <a:pt x="9" y="45"/>
                    <a:pt x="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Freeform 56"/>
            <p:cNvSpPr>
              <a:spLocks noEditPoints="1"/>
            </p:cNvSpPr>
            <p:nvPr/>
          </p:nvSpPr>
          <p:spPr bwMode="auto">
            <a:xfrm>
              <a:off x="4630256" y="1871308"/>
              <a:ext cx="33820" cy="28696"/>
            </a:xfrm>
            <a:custGeom>
              <a:avLst/>
              <a:gdLst>
                <a:gd name="T0" fmla="*/ 33 w 33"/>
                <a:gd name="T1" fmla="*/ 0 h 28"/>
                <a:gd name="T2" fmla="*/ 0 w 33"/>
                <a:gd name="T3" fmla="*/ 0 h 28"/>
                <a:gd name="T4" fmla="*/ 0 w 33"/>
                <a:gd name="T5" fmla="*/ 28 h 28"/>
                <a:gd name="T6" fmla="*/ 33 w 33"/>
                <a:gd name="T7" fmla="*/ 28 h 28"/>
                <a:gd name="T8" fmla="*/ 33 w 33"/>
                <a:gd name="T9" fmla="*/ 0 h 28"/>
                <a:gd name="T10" fmla="*/ 23 w 33"/>
                <a:gd name="T11" fmla="*/ 19 h 28"/>
                <a:gd name="T12" fmla="*/ 10 w 33"/>
                <a:gd name="T13" fmla="*/ 19 h 28"/>
                <a:gd name="T14" fmla="*/ 10 w 33"/>
                <a:gd name="T15" fmla="*/ 10 h 28"/>
                <a:gd name="T16" fmla="*/ 23 w 33"/>
                <a:gd name="T17" fmla="*/ 10 h 28"/>
                <a:gd name="T18" fmla="*/ 23 w 33"/>
                <a:gd name="T19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28">
                  <a:moveTo>
                    <a:pt x="33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3" y="28"/>
                  </a:lnTo>
                  <a:lnTo>
                    <a:pt x="33" y="0"/>
                  </a:lnTo>
                  <a:close/>
                  <a:moveTo>
                    <a:pt x="23" y="19"/>
                  </a:moveTo>
                  <a:lnTo>
                    <a:pt x="10" y="19"/>
                  </a:lnTo>
                  <a:lnTo>
                    <a:pt x="10" y="10"/>
                  </a:lnTo>
                  <a:lnTo>
                    <a:pt x="23" y="10"/>
                  </a:lnTo>
                  <a:lnTo>
                    <a:pt x="23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" name="Freeform 57"/>
            <p:cNvSpPr>
              <a:spLocks noEditPoints="1"/>
            </p:cNvSpPr>
            <p:nvPr/>
          </p:nvSpPr>
          <p:spPr bwMode="auto">
            <a:xfrm>
              <a:off x="4673300" y="1871308"/>
              <a:ext cx="32795" cy="28696"/>
            </a:xfrm>
            <a:custGeom>
              <a:avLst/>
              <a:gdLst>
                <a:gd name="T0" fmla="*/ 32 w 32"/>
                <a:gd name="T1" fmla="*/ 0 h 28"/>
                <a:gd name="T2" fmla="*/ 0 w 32"/>
                <a:gd name="T3" fmla="*/ 0 h 28"/>
                <a:gd name="T4" fmla="*/ 0 w 32"/>
                <a:gd name="T5" fmla="*/ 28 h 28"/>
                <a:gd name="T6" fmla="*/ 32 w 32"/>
                <a:gd name="T7" fmla="*/ 28 h 28"/>
                <a:gd name="T8" fmla="*/ 32 w 32"/>
                <a:gd name="T9" fmla="*/ 0 h 28"/>
                <a:gd name="T10" fmla="*/ 23 w 32"/>
                <a:gd name="T11" fmla="*/ 19 h 28"/>
                <a:gd name="T12" fmla="*/ 9 w 32"/>
                <a:gd name="T13" fmla="*/ 19 h 28"/>
                <a:gd name="T14" fmla="*/ 9 w 32"/>
                <a:gd name="T15" fmla="*/ 10 h 28"/>
                <a:gd name="T16" fmla="*/ 23 w 32"/>
                <a:gd name="T17" fmla="*/ 10 h 28"/>
                <a:gd name="T18" fmla="*/ 23 w 32"/>
                <a:gd name="T19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2" y="28"/>
                  </a:lnTo>
                  <a:lnTo>
                    <a:pt x="32" y="0"/>
                  </a:lnTo>
                  <a:close/>
                  <a:moveTo>
                    <a:pt x="23" y="19"/>
                  </a:moveTo>
                  <a:lnTo>
                    <a:pt x="9" y="19"/>
                  </a:lnTo>
                  <a:lnTo>
                    <a:pt x="9" y="10"/>
                  </a:lnTo>
                  <a:lnTo>
                    <a:pt x="23" y="10"/>
                  </a:lnTo>
                  <a:lnTo>
                    <a:pt x="23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58"/>
            <p:cNvSpPr>
              <a:spLocks noEditPoints="1"/>
            </p:cNvSpPr>
            <p:nvPr/>
          </p:nvSpPr>
          <p:spPr bwMode="auto">
            <a:xfrm>
              <a:off x="4649729" y="1947147"/>
              <a:ext cx="56366" cy="57391"/>
            </a:xfrm>
            <a:custGeom>
              <a:avLst/>
              <a:gdLst>
                <a:gd name="T0" fmla="*/ 24 w 48"/>
                <a:gd name="T1" fmla="*/ 0 h 48"/>
                <a:gd name="T2" fmla="*/ 0 w 48"/>
                <a:gd name="T3" fmla="*/ 24 h 48"/>
                <a:gd name="T4" fmla="*/ 24 w 48"/>
                <a:gd name="T5" fmla="*/ 48 h 48"/>
                <a:gd name="T6" fmla="*/ 48 w 48"/>
                <a:gd name="T7" fmla="*/ 24 h 48"/>
                <a:gd name="T8" fmla="*/ 24 w 48"/>
                <a:gd name="T9" fmla="*/ 0 h 48"/>
                <a:gd name="T10" fmla="*/ 24 w 48"/>
                <a:gd name="T11" fmla="*/ 40 h 48"/>
                <a:gd name="T12" fmla="*/ 8 w 48"/>
                <a:gd name="T13" fmla="*/ 24 h 48"/>
                <a:gd name="T14" fmla="*/ 20 w 48"/>
                <a:gd name="T15" fmla="*/ 8 h 48"/>
                <a:gd name="T16" fmla="*/ 20 w 48"/>
                <a:gd name="T17" fmla="*/ 20 h 48"/>
                <a:gd name="T18" fmla="*/ 28 w 48"/>
                <a:gd name="T19" fmla="*/ 20 h 48"/>
                <a:gd name="T20" fmla="*/ 28 w 48"/>
                <a:gd name="T21" fmla="*/ 8 h 48"/>
                <a:gd name="T22" fmla="*/ 40 w 48"/>
                <a:gd name="T23" fmla="*/ 24 h 48"/>
                <a:gd name="T24" fmla="*/ 24 w 48"/>
                <a:gd name="T25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11" y="0"/>
                    <a:pt x="0" y="10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37" y="48"/>
                    <a:pt x="48" y="37"/>
                    <a:pt x="48" y="24"/>
                  </a:cubicBezTo>
                  <a:cubicBezTo>
                    <a:pt x="48" y="10"/>
                    <a:pt x="37" y="0"/>
                    <a:pt x="24" y="0"/>
                  </a:cubicBezTo>
                  <a:close/>
                  <a:moveTo>
                    <a:pt x="24" y="40"/>
                  </a:moveTo>
                  <a:cubicBezTo>
                    <a:pt x="15" y="40"/>
                    <a:pt x="8" y="32"/>
                    <a:pt x="8" y="24"/>
                  </a:cubicBezTo>
                  <a:cubicBezTo>
                    <a:pt x="8" y="16"/>
                    <a:pt x="13" y="10"/>
                    <a:pt x="20" y="8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5" y="10"/>
                    <a:pt x="40" y="16"/>
                    <a:pt x="40" y="24"/>
                  </a:cubicBezTo>
                  <a:cubicBezTo>
                    <a:pt x="40" y="32"/>
                    <a:pt x="33" y="40"/>
                    <a:pt x="24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" name="Freeform 59"/>
            <p:cNvSpPr>
              <a:spLocks noEditPoints="1"/>
            </p:cNvSpPr>
            <p:nvPr/>
          </p:nvSpPr>
          <p:spPr bwMode="auto">
            <a:xfrm>
              <a:off x="4431437" y="1757551"/>
              <a:ext cx="303353" cy="275682"/>
            </a:xfrm>
            <a:custGeom>
              <a:avLst/>
              <a:gdLst>
                <a:gd name="T0" fmla="*/ 47 w 296"/>
                <a:gd name="T1" fmla="*/ 65 h 269"/>
                <a:gd name="T2" fmla="*/ 33 w 296"/>
                <a:gd name="T3" fmla="*/ 65 h 269"/>
                <a:gd name="T4" fmla="*/ 33 w 296"/>
                <a:gd name="T5" fmla="*/ 64 h 269"/>
                <a:gd name="T6" fmla="*/ 246 w 296"/>
                <a:gd name="T7" fmla="*/ 10 h 269"/>
                <a:gd name="T8" fmla="*/ 244 w 296"/>
                <a:gd name="T9" fmla="*/ 0 h 269"/>
                <a:gd name="T10" fmla="*/ 23 w 296"/>
                <a:gd name="T11" fmla="*/ 57 h 269"/>
                <a:gd name="T12" fmla="*/ 23 w 296"/>
                <a:gd name="T13" fmla="*/ 65 h 269"/>
                <a:gd name="T14" fmla="*/ 10 w 296"/>
                <a:gd name="T15" fmla="*/ 65 h 269"/>
                <a:gd name="T16" fmla="*/ 10 w 296"/>
                <a:gd name="T17" fmla="*/ 84 h 269"/>
                <a:gd name="T18" fmla="*/ 0 w 296"/>
                <a:gd name="T19" fmla="*/ 84 h 269"/>
                <a:gd name="T20" fmla="*/ 0 w 296"/>
                <a:gd name="T21" fmla="*/ 269 h 269"/>
                <a:gd name="T22" fmla="*/ 296 w 296"/>
                <a:gd name="T23" fmla="*/ 269 h 269"/>
                <a:gd name="T24" fmla="*/ 296 w 296"/>
                <a:gd name="T25" fmla="*/ 84 h 269"/>
                <a:gd name="T26" fmla="*/ 47 w 296"/>
                <a:gd name="T27" fmla="*/ 84 h 269"/>
                <a:gd name="T28" fmla="*/ 47 w 296"/>
                <a:gd name="T29" fmla="*/ 65 h 269"/>
                <a:gd name="T30" fmla="*/ 19 w 296"/>
                <a:gd name="T31" fmla="*/ 74 h 269"/>
                <a:gd name="T32" fmla="*/ 37 w 296"/>
                <a:gd name="T33" fmla="*/ 74 h 269"/>
                <a:gd name="T34" fmla="*/ 37 w 296"/>
                <a:gd name="T35" fmla="*/ 84 h 269"/>
                <a:gd name="T36" fmla="*/ 19 w 296"/>
                <a:gd name="T37" fmla="*/ 84 h 269"/>
                <a:gd name="T38" fmla="*/ 19 w 296"/>
                <a:gd name="T39" fmla="*/ 74 h 269"/>
                <a:gd name="T40" fmla="*/ 287 w 296"/>
                <a:gd name="T41" fmla="*/ 260 h 269"/>
                <a:gd name="T42" fmla="*/ 10 w 296"/>
                <a:gd name="T43" fmla="*/ 260 h 269"/>
                <a:gd name="T44" fmla="*/ 10 w 296"/>
                <a:gd name="T45" fmla="*/ 93 h 269"/>
                <a:gd name="T46" fmla="*/ 287 w 296"/>
                <a:gd name="T47" fmla="*/ 93 h 269"/>
                <a:gd name="T48" fmla="*/ 287 w 296"/>
                <a:gd name="T49" fmla="*/ 26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6" h="269">
                  <a:moveTo>
                    <a:pt x="47" y="65"/>
                  </a:moveTo>
                  <a:lnTo>
                    <a:pt x="33" y="65"/>
                  </a:lnTo>
                  <a:lnTo>
                    <a:pt x="33" y="64"/>
                  </a:lnTo>
                  <a:lnTo>
                    <a:pt x="246" y="10"/>
                  </a:lnTo>
                  <a:lnTo>
                    <a:pt x="244" y="0"/>
                  </a:lnTo>
                  <a:lnTo>
                    <a:pt x="23" y="57"/>
                  </a:lnTo>
                  <a:lnTo>
                    <a:pt x="23" y="65"/>
                  </a:lnTo>
                  <a:lnTo>
                    <a:pt x="10" y="65"/>
                  </a:lnTo>
                  <a:lnTo>
                    <a:pt x="10" y="84"/>
                  </a:lnTo>
                  <a:lnTo>
                    <a:pt x="0" y="84"/>
                  </a:lnTo>
                  <a:lnTo>
                    <a:pt x="0" y="269"/>
                  </a:lnTo>
                  <a:lnTo>
                    <a:pt x="296" y="269"/>
                  </a:lnTo>
                  <a:lnTo>
                    <a:pt x="296" y="84"/>
                  </a:lnTo>
                  <a:lnTo>
                    <a:pt x="47" y="84"/>
                  </a:lnTo>
                  <a:lnTo>
                    <a:pt x="47" y="65"/>
                  </a:lnTo>
                  <a:close/>
                  <a:moveTo>
                    <a:pt x="19" y="74"/>
                  </a:moveTo>
                  <a:lnTo>
                    <a:pt x="37" y="74"/>
                  </a:lnTo>
                  <a:lnTo>
                    <a:pt x="37" y="84"/>
                  </a:lnTo>
                  <a:lnTo>
                    <a:pt x="19" y="84"/>
                  </a:lnTo>
                  <a:lnTo>
                    <a:pt x="19" y="74"/>
                  </a:lnTo>
                  <a:close/>
                  <a:moveTo>
                    <a:pt x="287" y="260"/>
                  </a:moveTo>
                  <a:lnTo>
                    <a:pt x="10" y="260"/>
                  </a:lnTo>
                  <a:lnTo>
                    <a:pt x="10" y="93"/>
                  </a:lnTo>
                  <a:lnTo>
                    <a:pt x="287" y="93"/>
                  </a:lnTo>
                  <a:lnTo>
                    <a:pt x="287" y="2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0" name="Группа 389"/>
          <p:cNvGrpSpPr/>
          <p:nvPr/>
        </p:nvGrpSpPr>
        <p:grpSpPr>
          <a:xfrm>
            <a:off x="4824976" y="1744227"/>
            <a:ext cx="302328" cy="303353"/>
            <a:chOff x="4824976" y="1744227"/>
            <a:chExt cx="302328" cy="303353"/>
          </a:xfrm>
          <a:solidFill>
            <a:schemeClr val="tx1"/>
          </a:solidFill>
        </p:grpSpPr>
        <p:sp>
          <p:nvSpPr>
            <p:cNvPr id="59" name="Freeform 60"/>
            <p:cNvSpPr>
              <a:spLocks noEditPoints="1"/>
            </p:cNvSpPr>
            <p:nvPr/>
          </p:nvSpPr>
          <p:spPr bwMode="auto">
            <a:xfrm>
              <a:off x="4824976" y="1744227"/>
              <a:ext cx="302328" cy="303353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128 w 256"/>
                <a:gd name="T11" fmla="*/ 256 h 256"/>
                <a:gd name="T12" fmla="*/ 128 w 256"/>
                <a:gd name="T13" fmla="*/ 256 h 256"/>
                <a:gd name="T14" fmla="*/ 256 w 256"/>
                <a:gd name="T15" fmla="*/ 128 h 256"/>
                <a:gd name="T16" fmla="*/ 219 w 256"/>
                <a:gd name="T17" fmla="*/ 37 h 256"/>
                <a:gd name="T18" fmla="*/ 128 w 256"/>
                <a:gd name="T19" fmla="*/ 0 h 256"/>
                <a:gd name="T20" fmla="*/ 128 w 256"/>
                <a:gd name="T21" fmla="*/ 248 h 256"/>
                <a:gd name="T22" fmla="*/ 128 w 256"/>
                <a:gd name="T23" fmla="*/ 252 h 256"/>
                <a:gd name="T24" fmla="*/ 128 w 256"/>
                <a:gd name="T25" fmla="*/ 248 h 256"/>
                <a:gd name="T26" fmla="*/ 128 w 256"/>
                <a:gd name="T27" fmla="*/ 248 h 256"/>
                <a:gd name="T28" fmla="*/ 43 w 256"/>
                <a:gd name="T29" fmla="*/ 213 h 256"/>
                <a:gd name="T30" fmla="*/ 8 w 256"/>
                <a:gd name="T31" fmla="*/ 128 h 256"/>
                <a:gd name="T32" fmla="*/ 43 w 256"/>
                <a:gd name="T33" fmla="*/ 43 h 256"/>
                <a:gd name="T34" fmla="*/ 128 w 256"/>
                <a:gd name="T35" fmla="*/ 8 h 256"/>
                <a:gd name="T36" fmla="*/ 213 w 256"/>
                <a:gd name="T37" fmla="*/ 43 h 256"/>
                <a:gd name="T38" fmla="*/ 248 w 256"/>
                <a:gd name="T39" fmla="*/ 128 h 256"/>
                <a:gd name="T40" fmla="*/ 128 w 256"/>
                <a:gd name="T41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28" y="256"/>
                    <a:pt x="128" y="256"/>
                    <a:pt x="128" y="256"/>
                  </a:cubicBezTo>
                  <a:cubicBezTo>
                    <a:pt x="128" y="256"/>
                    <a:pt x="128" y="256"/>
                    <a:pt x="128" y="256"/>
                  </a:cubicBezTo>
                  <a:cubicBezTo>
                    <a:pt x="199" y="256"/>
                    <a:pt x="256" y="198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128" y="248"/>
                  </a:moveTo>
                  <a:cubicBezTo>
                    <a:pt x="128" y="252"/>
                    <a:pt x="128" y="252"/>
                    <a:pt x="128" y="252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94"/>
                    <a:pt x="196" y="248"/>
                    <a:pt x="128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Freeform 61"/>
            <p:cNvSpPr>
              <a:spLocks noEditPoints="1"/>
            </p:cNvSpPr>
            <p:nvPr/>
          </p:nvSpPr>
          <p:spPr bwMode="auto">
            <a:xfrm>
              <a:off x="4933610" y="1852861"/>
              <a:ext cx="85062" cy="85062"/>
            </a:xfrm>
            <a:custGeom>
              <a:avLst/>
              <a:gdLst>
                <a:gd name="T0" fmla="*/ 36 w 72"/>
                <a:gd name="T1" fmla="*/ 0 h 72"/>
                <a:gd name="T2" fmla="*/ 0 w 72"/>
                <a:gd name="T3" fmla="*/ 36 h 72"/>
                <a:gd name="T4" fmla="*/ 36 w 72"/>
                <a:gd name="T5" fmla="*/ 72 h 72"/>
                <a:gd name="T6" fmla="*/ 36 w 72"/>
                <a:gd name="T7" fmla="*/ 72 h 72"/>
                <a:gd name="T8" fmla="*/ 72 w 72"/>
                <a:gd name="T9" fmla="*/ 36 h 72"/>
                <a:gd name="T10" fmla="*/ 36 w 72"/>
                <a:gd name="T11" fmla="*/ 0 h 72"/>
                <a:gd name="T12" fmla="*/ 36 w 72"/>
                <a:gd name="T13" fmla="*/ 64 h 72"/>
                <a:gd name="T14" fmla="*/ 8 w 72"/>
                <a:gd name="T15" fmla="*/ 36 h 72"/>
                <a:gd name="T16" fmla="*/ 36 w 72"/>
                <a:gd name="T17" fmla="*/ 8 h 72"/>
                <a:gd name="T18" fmla="*/ 64 w 72"/>
                <a:gd name="T19" fmla="*/ 36 h 72"/>
                <a:gd name="T20" fmla="*/ 36 w 72"/>
                <a:gd name="T21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56" y="72"/>
                    <a:pt x="72" y="5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lose/>
                  <a:moveTo>
                    <a:pt x="36" y="64"/>
                  </a:moveTo>
                  <a:cubicBezTo>
                    <a:pt x="21" y="64"/>
                    <a:pt x="8" y="51"/>
                    <a:pt x="8" y="36"/>
                  </a:cubicBezTo>
                  <a:cubicBezTo>
                    <a:pt x="8" y="20"/>
                    <a:pt x="21" y="8"/>
                    <a:pt x="36" y="8"/>
                  </a:cubicBezTo>
                  <a:cubicBezTo>
                    <a:pt x="52" y="8"/>
                    <a:pt x="64" y="20"/>
                    <a:pt x="64" y="36"/>
                  </a:cubicBezTo>
                  <a:cubicBezTo>
                    <a:pt x="64" y="51"/>
                    <a:pt x="52" y="64"/>
                    <a:pt x="36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62"/>
            <p:cNvSpPr>
              <a:spLocks/>
            </p:cNvSpPr>
            <p:nvPr/>
          </p:nvSpPr>
          <p:spPr bwMode="auto">
            <a:xfrm>
              <a:off x="4895691" y="1895905"/>
              <a:ext cx="80963" cy="79938"/>
            </a:xfrm>
            <a:custGeom>
              <a:avLst/>
              <a:gdLst>
                <a:gd name="T0" fmla="*/ 68 w 68"/>
                <a:gd name="T1" fmla="*/ 68 h 68"/>
                <a:gd name="T2" fmla="*/ 68 w 68"/>
                <a:gd name="T3" fmla="*/ 60 h 68"/>
                <a:gd name="T4" fmla="*/ 8 w 68"/>
                <a:gd name="T5" fmla="*/ 0 h 68"/>
                <a:gd name="T6" fmla="*/ 0 w 68"/>
                <a:gd name="T7" fmla="*/ 0 h 68"/>
                <a:gd name="T8" fmla="*/ 68 w 68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68" y="68"/>
                  </a:moveTo>
                  <a:cubicBezTo>
                    <a:pt x="68" y="60"/>
                    <a:pt x="68" y="60"/>
                    <a:pt x="68" y="60"/>
                  </a:cubicBezTo>
                  <a:cubicBezTo>
                    <a:pt x="35" y="60"/>
                    <a:pt x="8" y="33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7"/>
                    <a:pt x="31" y="68"/>
                    <a:pt x="68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3"/>
            <p:cNvSpPr>
              <a:spLocks/>
            </p:cNvSpPr>
            <p:nvPr/>
          </p:nvSpPr>
          <p:spPr bwMode="auto">
            <a:xfrm>
              <a:off x="4976653" y="1814942"/>
              <a:ext cx="79938" cy="8096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8 h 68"/>
                <a:gd name="T4" fmla="*/ 60 w 68"/>
                <a:gd name="T5" fmla="*/ 68 h 68"/>
                <a:gd name="T6" fmla="*/ 68 w 68"/>
                <a:gd name="T7" fmla="*/ 68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3" y="8"/>
                    <a:pt x="60" y="35"/>
                    <a:pt x="60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30"/>
                    <a:pt x="38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64"/>
            <p:cNvSpPr>
              <a:spLocks/>
            </p:cNvSpPr>
            <p:nvPr/>
          </p:nvSpPr>
          <p:spPr bwMode="auto">
            <a:xfrm>
              <a:off x="4862895" y="1895905"/>
              <a:ext cx="113757" cy="113757"/>
            </a:xfrm>
            <a:custGeom>
              <a:avLst/>
              <a:gdLst>
                <a:gd name="T0" fmla="*/ 8 w 96"/>
                <a:gd name="T1" fmla="*/ 0 h 96"/>
                <a:gd name="T2" fmla="*/ 0 w 96"/>
                <a:gd name="T3" fmla="*/ 0 h 96"/>
                <a:gd name="T4" fmla="*/ 96 w 96"/>
                <a:gd name="T5" fmla="*/ 96 h 96"/>
                <a:gd name="T6" fmla="*/ 96 w 96"/>
                <a:gd name="T7" fmla="*/ 88 h 96"/>
                <a:gd name="T8" fmla="*/ 8 w 96"/>
                <a:gd name="T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96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3"/>
                    <a:pt x="44" y="96"/>
                    <a:pt x="96" y="96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48" y="88"/>
                    <a:pt x="8" y="48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Freeform 65"/>
            <p:cNvSpPr>
              <a:spLocks/>
            </p:cNvSpPr>
            <p:nvPr/>
          </p:nvSpPr>
          <p:spPr bwMode="auto">
            <a:xfrm>
              <a:off x="4976653" y="1782147"/>
              <a:ext cx="112732" cy="113757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8 h 96"/>
                <a:gd name="T4" fmla="*/ 88 w 96"/>
                <a:gd name="T5" fmla="*/ 96 h 96"/>
                <a:gd name="T6" fmla="*/ 96 w 96"/>
                <a:gd name="T7" fmla="*/ 96 h 96"/>
                <a:gd name="T8" fmla="*/ 0 w 96"/>
                <a:gd name="T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96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49" y="8"/>
                    <a:pt x="88" y="47"/>
                    <a:pt x="88" y="9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6" y="43"/>
                    <a:pt x="53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1" name="Группа 390"/>
          <p:cNvGrpSpPr/>
          <p:nvPr/>
        </p:nvGrpSpPr>
        <p:grpSpPr>
          <a:xfrm>
            <a:off x="5217491" y="1744227"/>
            <a:ext cx="303353" cy="303353"/>
            <a:chOff x="5217491" y="1744227"/>
            <a:chExt cx="303353" cy="303353"/>
          </a:xfrm>
          <a:solidFill>
            <a:schemeClr val="tx1"/>
          </a:solidFill>
        </p:grpSpPr>
        <p:sp>
          <p:nvSpPr>
            <p:cNvPr id="65" name="Freeform 66"/>
            <p:cNvSpPr>
              <a:spLocks noEditPoints="1"/>
            </p:cNvSpPr>
            <p:nvPr/>
          </p:nvSpPr>
          <p:spPr bwMode="auto">
            <a:xfrm>
              <a:off x="5217491" y="1744227"/>
              <a:ext cx="303353" cy="303353"/>
            </a:xfrm>
            <a:custGeom>
              <a:avLst/>
              <a:gdLst>
                <a:gd name="T0" fmla="*/ 0 w 296"/>
                <a:gd name="T1" fmla="*/ 296 h 296"/>
                <a:gd name="T2" fmla="*/ 296 w 296"/>
                <a:gd name="T3" fmla="*/ 296 h 296"/>
                <a:gd name="T4" fmla="*/ 296 w 296"/>
                <a:gd name="T5" fmla="*/ 0 h 296"/>
                <a:gd name="T6" fmla="*/ 0 w 296"/>
                <a:gd name="T7" fmla="*/ 0 h 296"/>
                <a:gd name="T8" fmla="*/ 0 w 296"/>
                <a:gd name="T9" fmla="*/ 296 h 296"/>
                <a:gd name="T10" fmla="*/ 9 w 296"/>
                <a:gd name="T11" fmla="*/ 9 h 296"/>
                <a:gd name="T12" fmla="*/ 286 w 296"/>
                <a:gd name="T13" fmla="*/ 9 h 296"/>
                <a:gd name="T14" fmla="*/ 286 w 296"/>
                <a:gd name="T15" fmla="*/ 286 h 296"/>
                <a:gd name="T16" fmla="*/ 9 w 296"/>
                <a:gd name="T17" fmla="*/ 286 h 296"/>
                <a:gd name="T18" fmla="*/ 9 w 296"/>
                <a:gd name="T19" fmla="*/ 9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6" h="296">
                  <a:moveTo>
                    <a:pt x="0" y="296"/>
                  </a:moveTo>
                  <a:lnTo>
                    <a:pt x="296" y="296"/>
                  </a:lnTo>
                  <a:lnTo>
                    <a:pt x="296" y="0"/>
                  </a:lnTo>
                  <a:lnTo>
                    <a:pt x="0" y="0"/>
                  </a:lnTo>
                  <a:lnTo>
                    <a:pt x="0" y="296"/>
                  </a:lnTo>
                  <a:close/>
                  <a:moveTo>
                    <a:pt x="9" y="9"/>
                  </a:moveTo>
                  <a:lnTo>
                    <a:pt x="286" y="9"/>
                  </a:lnTo>
                  <a:lnTo>
                    <a:pt x="286" y="286"/>
                  </a:lnTo>
                  <a:lnTo>
                    <a:pt x="9" y="286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Freeform 67"/>
            <p:cNvSpPr>
              <a:spLocks noEditPoints="1"/>
            </p:cNvSpPr>
            <p:nvPr/>
          </p:nvSpPr>
          <p:spPr bwMode="auto">
            <a:xfrm>
              <a:off x="5454230" y="1771899"/>
              <a:ext cx="37919" cy="222391"/>
            </a:xfrm>
            <a:custGeom>
              <a:avLst/>
              <a:gdLst>
                <a:gd name="T0" fmla="*/ 9 w 37"/>
                <a:gd name="T1" fmla="*/ 47 h 217"/>
                <a:gd name="T2" fmla="*/ 28 w 37"/>
                <a:gd name="T3" fmla="*/ 47 h 217"/>
                <a:gd name="T4" fmla="*/ 28 w 37"/>
                <a:gd name="T5" fmla="*/ 177 h 217"/>
                <a:gd name="T6" fmla="*/ 2 w 37"/>
                <a:gd name="T7" fmla="*/ 190 h 217"/>
                <a:gd name="T8" fmla="*/ 0 w 37"/>
                <a:gd name="T9" fmla="*/ 195 h 217"/>
                <a:gd name="T10" fmla="*/ 0 w 37"/>
                <a:gd name="T11" fmla="*/ 213 h 217"/>
                <a:gd name="T12" fmla="*/ 7 w 37"/>
                <a:gd name="T13" fmla="*/ 217 h 217"/>
                <a:gd name="T14" fmla="*/ 35 w 37"/>
                <a:gd name="T15" fmla="*/ 203 h 217"/>
                <a:gd name="T16" fmla="*/ 37 w 37"/>
                <a:gd name="T17" fmla="*/ 199 h 217"/>
                <a:gd name="T18" fmla="*/ 37 w 37"/>
                <a:gd name="T19" fmla="*/ 195 h 217"/>
                <a:gd name="T20" fmla="*/ 37 w 37"/>
                <a:gd name="T21" fmla="*/ 181 h 217"/>
                <a:gd name="T22" fmla="*/ 37 w 37"/>
                <a:gd name="T23" fmla="*/ 47 h 217"/>
                <a:gd name="T24" fmla="*/ 37 w 37"/>
                <a:gd name="T25" fmla="*/ 42 h 217"/>
                <a:gd name="T26" fmla="*/ 37 w 37"/>
                <a:gd name="T27" fmla="*/ 0 h 217"/>
                <a:gd name="T28" fmla="*/ 9 w 37"/>
                <a:gd name="T29" fmla="*/ 0 h 217"/>
                <a:gd name="T30" fmla="*/ 9 w 37"/>
                <a:gd name="T31" fmla="*/ 47 h 217"/>
                <a:gd name="T32" fmla="*/ 28 w 37"/>
                <a:gd name="T33" fmla="*/ 196 h 217"/>
                <a:gd name="T34" fmla="*/ 9 w 37"/>
                <a:gd name="T35" fmla="*/ 205 h 217"/>
                <a:gd name="T36" fmla="*/ 9 w 37"/>
                <a:gd name="T37" fmla="*/ 197 h 217"/>
                <a:gd name="T38" fmla="*/ 28 w 37"/>
                <a:gd name="T39" fmla="*/ 188 h 217"/>
                <a:gd name="T40" fmla="*/ 28 w 37"/>
                <a:gd name="T41" fmla="*/ 195 h 217"/>
                <a:gd name="T42" fmla="*/ 28 w 37"/>
                <a:gd name="T43" fmla="*/ 196 h 217"/>
                <a:gd name="T44" fmla="*/ 18 w 37"/>
                <a:gd name="T45" fmla="*/ 10 h 217"/>
                <a:gd name="T46" fmla="*/ 28 w 37"/>
                <a:gd name="T47" fmla="*/ 10 h 217"/>
                <a:gd name="T48" fmla="*/ 28 w 37"/>
                <a:gd name="T49" fmla="*/ 37 h 217"/>
                <a:gd name="T50" fmla="*/ 18 w 37"/>
                <a:gd name="T51" fmla="*/ 37 h 217"/>
                <a:gd name="T52" fmla="*/ 18 w 37"/>
                <a:gd name="T53" fmla="*/ 1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" h="217">
                  <a:moveTo>
                    <a:pt x="9" y="47"/>
                  </a:moveTo>
                  <a:lnTo>
                    <a:pt x="28" y="47"/>
                  </a:lnTo>
                  <a:lnTo>
                    <a:pt x="28" y="177"/>
                  </a:lnTo>
                  <a:lnTo>
                    <a:pt x="2" y="190"/>
                  </a:lnTo>
                  <a:lnTo>
                    <a:pt x="0" y="195"/>
                  </a:lnTo>
                  <a:lnTo>
                    <a:pt x="0" y="213"/>
                  </a:lnTo>
                  <a:lnTo>
                    <a:pt x="7" y="217"/>
                  </a:lnTo>
                  <a:lnTo>
                    <a:pt x="35" y="203"/>
                  </a:lnTo>
                  <a:lnTo>
                    <a:pt x="37" y="199"/>
                  </a:lnTo>
                  <a:lnTo>
                    <a:pt x="37" y="195"/>
                  </a:lnTo>
                  <a:lnTo>
                    <a:pt x="37" y="181"/>
                  </a:lnTo>
                  <a:lnTo>
                    <a:pt x="37" y="47"/>
                  </a:lnTo>
                  <a:lnTo>
                    <a:pt x="37" y="42"/>
                  </a:lnTo>
                  <a:lnTo>
                    <a:pt x="37" y="0"/>
                  </a:lnTo>
                  <a:lnTo>
                    <a:pt x="9" y="0"/>
                  </a:lnTo>
                  <a:lnTo>
                    <a:pt x="9" y="47"/>
                  </a:lnTo>
                  <a:close/>
                  <a:moveTo>
                    <a:pt x="28" y="196"/>
                  </a:moveTo>
                  <a:lnTo>
                    <a:pt x="9" y="205"/>
                  </a:lnTo>
                  <a:lnTo>
                    <a:pt x="9" y="197"/>
                  </a:lnTo>
                  <a:lnTo>
                    <a:pt x="28" y="188"/>
                  </a:lnTo>
                  <a:lnTo>
                    <a:pt x="28" y="195"/>
                  </a:lnTo>
                  <a:lnTo>
                    <a:pt x="28" y="196"/>
                  </a:lnTo>
                  <a:close/>
                  <a:moveTo>
                    <a:pt x="18" y="10"/>
                  </a:moveTo>
                  <a:lnTo>
                    <a:pt x="28" y="10"/>
                  </a:lnTo>
                  <a:lnTo>
                    <a:pt x="28" y="37"/>
                  </a:lnTo>
                  <a:lnTo>
                    <a:pt x="18" y="37"/>
                  </a:lnTo>
                  <a:lnTo>
                    <a:pt x="18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68"/>
            <p:cNvSpPr>
              <a:spLocks noEditPoints="1"/>
            </p:cNvSpPr>
            <p:nvPr/>
          </p:nvSpPr>
          <p:spPr bwMode="auto">
            <a:xfrm>
              <a:off x="5236963" y="1762675"/>
              <a:ext cx="222391" cy="223415"/>
            </a:xfrm>
            <a:custGeom>
              <a:avLst/>
              <a:gdLst>
                <a:gd name="T0" fmla="*/ 94 w 188"/>
                <a:gd name="T1" fmla="*/ 0 h 188"/>
                <a:gd name="T2" fmla="*/ 0 w 188"/>
                <a:gd name="T3" fmla="*/ 94 h 188"/>
                <a:gd name="T4" fmla="*/ 94 w 188"/>
                <a:gd name="T5" fmla="*/ 188 h 188"/>
                <a:gd name="T6" fmla="*/ 188 w 188"/>
                <a:gd name="T7" fmla="*/ 94 h 188"/>
                <a:gd name="T8" fmla="*/ 94 w 188"/>
                <a:gd name="T9" fmla="*/ 0 h 188"/>
                <a:gd name="T10" fmla="*/ 94 w 188"/>
                <a:gd name="T11" fmla="*/ 180 h 188"/>
                <a:gd name="T12" fmla="*/ 8 w 188"/>
                <a:gd name="T13" fmla="*/ 94 h 188"/>
                <a:gd name="T14" fmla="*/ 94 w 188"/>
                <a:gd name="T15" fmla="*/ 8 h 188"/>
                <a:gd name="T16" fmla="*/ 180 w 188"/>
                <a:gd name="T17" fmla="*/ 94 h 188"/>
                <a:gd name="T18" fmla="*/ 94 w 188"/>
                <a:gd name="T19" fmla="*/ 18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46" y="188"/>
                    <a:pt x="188" y="146"/>
                    <a:pt x="188" y="94"/>
                  </a:cubicBezTo>
                  <a:cubicBezTo>
                    <a:pt x="188" y="42"/>
                    <a:pt x="146" y="0"/>
                    <a:pt x="94" y="0"/>
                  </a:cubicBezTo>
                  <a:close/>
                  <a:moveTo>
                    <a:pt x="94" y="180"/>
                  </a:moveTo>
                  <a:cubicBezTo>
                    <a:pt x="47" y="180"/>
                    <a:pt x="8" y="141"/>
                    <a:pt x="8" y="94"/>
                  </a:cubicBezTo>
                  <a:cubicBezTo>
                    <a:pt x="8" y="46"/>
                    <a:pt x="47" y="8"/>
                    <a:pt x="94" y="8"/>
                  </a:cubicBezTo>
                  <a:cubicBezTo>
                    <a:pt x="142" y="8"/>
                    <a:pt x="180" y="46"/>
                    <a:pt x="180" y="94"/>
                  </a:cubicBezTo>
                  <a:cubicBezTo>
                    <a:pt x="180" y="141"/>
                    <a:pt x="142" y="180"/>
                    <a:pt x="94" y="1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Freeform 69"/>
            <p:cNvSpPr>
              <a:spLocks noEditPoints="1"/>
            </p:cNvSpPr>
            <p:nvPr/>
          </p:nvSpPr>
          <p:spPr bwMode="auto">
            <a:xfrm>
              <a:off x="5314851" y="1840563"/>
              <a:ext cx="65590" cy="66614"/>
            </a:xfrm>
            <a:custGeom>
              <a:avLst/>
              <a:gdLst>
                <a:gd name="T0" fmla="*/ 28 w 56"/>
                <a:gd name="T1" fmla="*/ 0 h 56"/>
                <a:gd name="T2" fmla="*/ 0 w 56"/>
                <a:gd name="T3" fmla="*/ 28 h 56"/>
                <a:gd name="T4" fmla="*/ 28 w 56"/>
                <a:gd name="T5" fmla="*/ 56 h 56"/>
                <a:gd name="T6" fmla="*/ 56 w 56"/>
                <a:gd name="T7" fmla="*/ 28 h 56"/>
                <a:gd name="T8" fmla="*/ 28 w 56"/>
                <a:gd name="T9" fmla="*/ 0 h 56"/>
                <a:gd name="T10" fmla="*/ 28 w 56"/>
                <a:gd name="T11" fmla="*/ 48 h 56"/>
                <a:gd name="T12" fmla="*/ 8 w 56"/>
                <a:gd name="T13" fmla="*/ 28 h 56"/>
                <a:gd name="T14" fmla="*/ 28 w 56"/>
                <a:gd name="T15" fmla="*/ 8 h 56"/>
                <a:gd name="T16" fmla="*/ 48 w 56"/>
                <a:gd name="T17" fmla="*/ 28 h 56"/>
                <a:gd name="T18" fmla="*/ 28 w 56"/>
                <a:gd name="T1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44" y="56"/>
                    <a:pt x="56" y="43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lose/>
                  <a:moveTo>
                    <a:pt x="28" y="48"/>
                  </a:move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Freeform 70"/>
            <p:cNvSpPr>
              <a:spLocks noEditPoints="1"/>
            </p:cNvSpPr>
            <p:nvPr/>
          </p:nvSpPr>
          <p:spPr bwMode="auto">
            <a:xfrm>
              <a:off x="5236963" y="2004538"/>
              <a:ext cx="36895" cy="23571"/>
            </a:xfrm>
            <a:custGeom>
              <a:avLst/>
              <a:gdLst>
                <a:gd name="T0" fmla="*/ 0 w 36"/>
                <a:gd name="T1" fmla="*/ 23 h 23"/>
                <a:gd name="T2" fmla="*/ 36 w 36"/>
                <a:gd name="T3" fmla="*/ 23 h 23"/>
                <a:gd name="T4" fmla="*/ 36 w 36"/>
                <a:gd name="T5" fmla="*/ 0 h 23"/>
                <a:gd name="T6" fmla="*/ 0 w 36"/>
                <a:gd name="T7" fmla="*/ 0 h 23"/>
                <a:gd name="T8" fmla="*/ 0 w 36"/>
                <a:gd name="T9" fmla="*/ 23 h 23"/>
                <a:gd name="T10" fmla="*/ 9 w 36"/>
                <a:gd name="T11" fmla="*/ 9 h 23"/>
                <a:gd name="T12" fmla="*/ 27 w 36"/>
                <a:gd name="T13" fmla="*/ 9 h 23"/>
                <a:gd name="T14" fmla="*/ 27 w 36"/>
                <a:gd name="T15" fmla="*/ 14 h 23"/>
                <a:gd name="T16" fmla="*/ 9 w 36"/>
                <a:gd name="T17" fmla="*/ 14 h 23"/>
                <a:gd name="T18" fmla="*/ 9 w 36"/>
                <a:gd name="T19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3">
                  <a:moveTo>
                    <a:pt x="0" y="23"/>
                  </a:moveTo>
                  <a:lnTo>
                    <a:pt x="36" y="23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9" y="9"/>
                  </a:moveTo>
                  <a:lnTo>
                    <a:pt x="27" y="9"/>
                  </a:lnTo>
                  <a:lnTo>
                    <a:pt x="27" y="14"/>
                  </a:lnTo>
                  <a:lnTo>
                    <a:pt x="9" y="14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71"/>
            <p:cNvSpPr>
              <a:spLocks noEditPoints="1"/>
            </p:cNvSpPr>
            <p:nvPr/>
          </p:nvSpPr>
          <p:spPr bwMode="auto">
            <a:xfrm>
              <a:off x="5284105" y="2004538"/>
              <a:ext cx="37919" cy="23571"/>
            </a:xfrm>
            <a:custGeom>
              <a:avLst/>
              <a:gdLst>
                <a:gd name="T0" fmla="*/ 0 w 37"/>
                <a:gd name="T1" fmla="*/ 23 h 23"/>
                <a:gd name="T2" fmla="*/ 37 w 37"/>
                <a:gd name="T3" fmla="*/ 23 h 23"/>
                <a:gd name="T4" fmla="*/ 37 w 37"/>
                <a:gd name="T5" fmla="*/ 0 h 23"/>
                <a:gd name="T6" fmla="*/ 0 w 37"/>
                <a:gd name="T7" fmla="*/ 0 h 23"/>
                <a:gd name="T8" fmla="*/ 0 w 37"/>
                <a:gd name="T9" fmla="*/ 23 h 23"/>
                <a:gd name="T10" fmla="*/ 9 w 37"/>
                <a:gd name="T11" fmla="*/ 9 h 23"/>
                <a:gd name="T12" fmla="*/ 27 w 37"/>
                <a:gd name="T13" fmla="*/ 9 h 23"/>
                <a:gd name="T14" fmla="*/ 27 w 37"/>
                <a:gd name="T15" fmla="*/ 14 h 23"/>
                <a:gd name="T16" fmla="*/ 9 w 37"/>
                <a:gd name="T17" fmla="*/ 14 h 23"/>
                <a:gd name="T18" fmla="*/ 9 w 37"/>
                <a:gd name="T19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lnTo>
                    <a:pt x="37" y="23"/>
                  </a:lnTo>
                  <a:lnTo>
                    <a:pt x="37" y="0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9" y="9"/>
                  </a:moveTo>
                  <a:lnTo>
                    <a:pt x="27" y="9"/>
                  </a:lnTo>
                  <a:lnTo>
                    <a:pt x="27" y="14"/>
                  </a:lnTo>
                  <a:lnTo>
                    <a:pt x="9" y="14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2" name="Группа 391"/>
          <p:cNvGrpSpPr/>
          <p:nvPr/>
        </p:nvGrpSpPr>
        <p:grpSpPr>
          <a:xfrm>
            <a:off x="5612055" y="1814942"/>
            <a:ext cx="300279" cy="160900"/>
            <a:chOff x="5612055" y="1814942"/>
            <a:chExt cx="300279" cy="160900"/>
          </a:xfrm>
          <a:solidFill>
            <a:schemeClr val="tx1"/>
          </a:solidFill>
        </p:grpSpPr>
        <p:sp>
          <p:nvSpPr>
            <p:cNvPr id="71" name="Freeform 72"/>
            <p:cNvSpPr>
              <a:spLocks/>
            </p:cNvSpPr>
            <p:nvPr/>
          </p:nvSpPr>
          <p:spPr bwMode="auto">
            <a:xfrm>
              <a:off x="5647925" y="1814942"/>
              <a:ext cx="264409" cy="122981"/>
            </a:xfrm>
            <a:custGeom>
              <a:avLst/>
              <a:gdLst>
                <a:gd name="T0" fmla="*/ 217 w 258"/>
                <a:gd name="T1" fmla="*/ 104 h 120"/>
                <a:gd name="T2" fmla="*/ 193 w 258"/>
                <a:gd name="T3" fmla="*/ 80 h 120"/>
                <a:gd name="T4" fmla="*/ 186 w 258"/>
                <a:gd name="T5" fmla="*/ 87 h 120"/>
                <a:gd name="T6" fmla="*/ 219 w 258"/>
                <a:gd name="T7" fmla="*/ 120 h 120"/>
                <a:gd name="T8" fmla="*/ 226 w 258"/>
                <a:gd name="T9" fmla="*/ 120 h 120"/>
                <a:gd name="T10" fmla="*/ 258 w 258"/>
                <a:gd name="T11" fmla="*/ 87 h 120"/>
                <a:gd name="T12" fmla="*/ 251 w 258"/>
                <a:gd name="T13" fmla="*/ 80 h 120"/>
                <a:gd name="T14" fmla="*/ 227 w 258"/>
                <a:gd name="T15" fmla="*/ 104 h 120"/>
                <a:gd name="T16" fmla="*/ 227 w 258"/>
                <a:gd name="T17" fmla="*/ 0 h 120"/>
                <a:gd name="T18" fmla="*/ 0 w 258"/>
                <a:gd name="T19" fmla="*/ 0 h 120"/>
                <a:gd name="T20" fmla="*/ 0 w 258"/>
                <a:gd name="T21" fmla="*/ 9 h 120"/>
                <a:gd name="T22" fmla="*/ 217 w 258"/>
                <a:gd name="T23" fmla="*/ 9 h 120"/>
                <a:gd name="T24" fmla="*/ 217 w 258"/>
                <a:gd name="T25" fmla="*/ 10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8" h="120">
                  <a:moveTo>
                    <a:pt x="217" y="104"/>
                  </a:moveTo>
                  <a:lnTo>
                    <a:pt x="193" y="80"/>
                  </a:lnTo>
                  <a:lnTo>
                    <a:pt x="186" y="87"/>
                  </a:lnTo>
                  <a:lnTo>
                    <a:pt x="219" y="120"/>
                  </a:lnTo>
                  <a:lnTo>
                    <a:pt x="226" y="120"/>
                  </a:lnTo>
                  <a:lnTo>
                    <a:pt x="258" y="87"/>
                  </a:lnTo>
                  <a:lnTo>
                    <a:pt x="251" y="80"/>
                  </a:lnTo>
                  <a:lnTo>
                    <a:pt x="227" y="104"/>
                  </a:lnTo>
                  <a:lnTo>
                    <a:pt x="227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217" y="9"/>
                  </a:lnTo>
                  <a:lnTo>
                    <a:pt x="217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Freeform 73"/>
            <p:cNvSpPr>
              <a:spLocks/>
            </p:cNvSpPr>
            <p:nvPr/>
          </p:nvSpPr>
          <p:spPr bwMode="auto">
            <a:xfrm>
              <a:off x="5612055" y="1852861"/>
              <a:ext cx="263384" cy="122981"/>
            </a:xfrm>
            <a:custGeom>
              <a:avLst/>
              <a:gdLst>
                <a:gd name="T0" fmla="*/ 31 w 257"/>
                <a:gd name="T1" fmla="*/ 15 h 120"/>
                <a:gd name="T2" fmla="*/ 31 w 257"/>
                <a:gd name="T3" fmla="*/ 120 h 120"/>
                <a:gd name="T4" fmla="*/ 257 w 257"/>
                <a:gd name="T5" fmla="*/ 120 h 120"/>
                <a:gd name="T6" fmla="*/ 257 w 257"/>
                <a:gd name="T7" fmla="*/ 111 h 120"/>
                <a:gd name="T8" fmla="*/ 40 w 257"/>
                <a:gd name="T9" fmla="*/ 111 h 120"/>
                <a:gd name="T10" fmla="*/ 40 w 257"/>
                <a:gd name="T11" fmla="*/ 15 h 120"/>
                <a:gd name="T12" fmla="*/ 64 w 257"/>
                <a:gd name="T13" fmla="*/ 40 h 120"/>
                <a:gd name="T14" fmla="*/ 71 w 257"/>
                <a:gd name="T15" fmla="*/ 32 h 120"/>
                <a:gd name="T16" fmla="*/ 39 w 257"/>
                <a:gd name="T17" fmla="*/ 0 h 120"/>
                <a:gd name="T18" fmla="*/ 32 w 257"/>
                <a:gd name="T19" fmla="*/ 0 h 120"/>
                <a:gd name="T20" fmla="*/ 0 w 257"/>
                <a:gd name="T21" fmla="*/ 32 h 120"/>
                <a:gd name="T22" fmla="*/ 6 w 257"/>
                <a:gd name="T23" fmla="*/ 39 h 120"/>
                <a:gd name="T24" fmla="*/ 31 w 257"/>
                <a:gd name="T25" fmla="*/ 1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7" h="120">
                  <a:moveTo>
                    <a:pt x="31" y="15"/>
                  </a:moveTo>
                  <a:lnTo>
                    <a:pt x="31" y="120"/>
                  </a:lnTo>
                  <a:lnTo>
                    <a:pt x="257" y="120"/>
                  </a:lnTo>
                  <a:lnTo>
                    <a:pt x="257" y="111"/>
                  </a:lnTo>
                  <a:lnTo>
                    <a:pt x="40" y="111"/>
                  </a:lnTo>
                  <a:lnTo>
                    <a:pt x="40" y="15"/>
                  </a:lnTo>
                  <a:lnTo>
                    <a:pt x="64" y="40"/>
                  </a:lnTo>
                  <a:lnTo>
                    <a:pt x="71" y="32"/>
                  </a:lnTo>
                  <a:lnTo>
                    <a:pt x="39" y="0"/>
                  </a:lnTo>
                  <a:lnTo>
                    <a:pt x="32" y="0"/>
                  </a:lnTo>
                  <a:lnTo>
                    <a:pt x="0" y="32"/>
                  </a:lnTo>
                  <a:lnTo>
                    <a:pt x="6" y="39"/>
                  </a:lnTo>
                  <a:lnTo>
                    <a:pt x="31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3" name="Группа 392"/>
          <p:cNvGrpSpPr/>
          <p:nvPr/>
        </p:nvGrpSpPr>
        <p:grpSpPr>
          <a:xfrm>
            <a:off x="6003544" y="1744227"/>
            <a:ext cx="302328" cy="303353"/>
            <a:chOff x="6003544" y="1744227"/>
            <a:chExt cx="302328" cy="303353"/>
          </a:xfrm>
          <a:solidFill>
            <a:schemeClr val="tx1"/>
          </a:solidFill>
        </p:grpSpPr>
        <p:sp>
          <p:nvSpPr>
            <p:cNvPr id="73" name="Freeform 74"/>
            <p:cNvSpPr>
              <a:spLocks noEditPoints="1"/>
            </p:cNvSpPr>
            <p:nvPr/>
          </p:nvSpPr>
          <p:spPr bwMode="auto">
            <a:xfrm>
              <a:off x="6065035" y="1839538"/>
              <a:ext cx="75839" cy="111708"/>
            </a:xfrm>
            <a:custGeom>
              <a:avLst/>
              <a:gdLst>
                <a:gd name="T0" fmla="*/ 0 w 74"/>
                <a:gd name="T1" fmla="*/ 51 h 109"/>
                <a:gd name="T2" fmla="*/ 0 w 74"/>
                <a:gd name="T3" fmla="*/ 58 h 109"/>
                <a:gd name="T4" fmla="*/ 66 w 74"/>
                <a:gd name="T5" fmla="*/ 109 h 109"/>
                <a:gd name="T6" fmla="*/ 74 w 74"/>
                <a:gd name="T7" fmla="*/ 105 h 109"/>
                <a:gd name="T8" fmla="*/ 74 w 74"/>
                <a:gd name="T9" fmla="*/ 4 h 109"/>
                <a:gd name="T10" fmla="*/ 66 w 74"/>
                <a:gd name="T11" fmla="*/ 0 h 109"/>
                <a:gd name="T12" fmla="*/ 0 w 74"/>
                <a:gd name="T13" fmla="*/ 51 h 109"/>
                <a:gd name="T14" fmla="*/ 64 w 74"/>
                <a:gd name="T15" fmla="*/ 95 h 109"/>
                <a:gd name="T16" fmla="*/ 12 w 74"/>
                <a:gd name="T17" fmla="*/ 55 h 109"/>
                <a:gd name="T18" fmla="*/ 64 w 74"/>
                <a:gd name="T19" fmla="*/ 13 h 109"/>
                <a:gd name="T20" fmla="*/ 64 w 74"/>
                <a:gd name="T21" fmla="*/ 9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09">
                  <a:moveTo>
                    <a:pt x="0" y="51"/>
                  </a:moveTo>
                  <a:lnTo>
                    <a:pt x="0" y="58"/>
                  </a:lnTo>
                  <a:lnTo>
                    <a:pt x="66" y="109"/>
                  </a:lnTo>
                  <a:lnTo>
                    <a:pt x="74" y="105"/>
                  </a:lnTo>
                  <a:lnTo>
                    <a:pt x="74" y="4"/>
                  </a:lnTo>
                  <a:lnTo>
                    <a:pt x="66" y="0"/>
                  </a:lnTo>
                  <a:lnTo>
                    <a:pt x="0" y="51"/>
                  </a:lnTo>
                  <a:close/>
                  <a:moveTo>
                    <a:pt x="64" y="95"/>
                  </a:moveTo>
                  <a:lnTo>
                    <a:pt x="12" y="55"/>
                  </a:lnTo>
                  <a:lnTo>
                    <a:pt x="64" y="13"/>
                  </a:lnTo>
                  <a:lnTo>
                    <a:pt x="64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Freeform 75"/>
            <p:cNvSpPr>
              <a:spLocks noEditPoints="1"/>
            </p:cNvSpPr>
            <p:nvPr/>
          </p:nvSpPr>
          <p:spPr bwMode="auto">
            <a:xfrm>
              <a:off x="6159320" y="1839538"/>
              <a:ext cx="75839" cy="111708"/>
            </a:xfrm>
            <a:custGeom>
              <a:avLst/>
              <a:gdLst>
                <a:gd name="T0" fmla="*/ 0 w 74"/>
                <a:gd name="T1" fmla="*/ 51 h 109"/>
                <a:gd name="T2" fmla="*/ 0 w 74"/>
                <a:gd name="T3" fmla="*/ 58 h 109"/>
                <a:gd name="T4" fmla="*/ 66 w 74"/>
                <a:gd name="T5" fmla="*/ 109 h 109"/>
                <a:gd name="T6" fmla="*/ 74 w 74"/>
                <a:gd name="T7" fmla="*/ 105 h 109"/>
                <a:gd name="T8" fmla="*/ 74 w 74"/>
                <a:gd name="T9" fmla="*/ 4 h 109"/>
                <a:gd name="T10" fmla="*/ 66 w 74"/>
                <a:gd name="T11" fmla="*/ 0 h 109"/>
                <a:gd name="T12" fmla="*/ 0 w 74"/>
                <a:gd name="T13" fmla="*/ 51 h 109"/>
                <a:gd name="T14" fmla="*/ 65 w 74"/>
                <a:gd name="T15" fmla="*/ 95 h 109"/>
                <a:gd name="T16" fmla="*/ 13 w 74"/>
                <a:gd name="T17" fmla="*/ 55 h 109"/>
                <a:gd name="T18" fmla="*/ 65 w 74"/>
                <a:gd name="T19" fmla="*/ 13 h 109"/>
                <a:gd name="T20" fmla="*/ 65 w 74"/>
                <a:gd name="T21" fmla="*/ 9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09">
                  <a:moveTo>
                    <a:pt x="0" y="51"/>
                  </a:moveTo>
                  <a:lnTo>
                    <a:pt x="0" y="58"/>
                  </a:lnTo>
                  <a:lnTo>
                    <a:pt x="66" y="109"/>
                  </a:lnTo>
                  <a:lnTo>
                    <a:pt x="74" y="105"/>
                  </a:lnTo>
                  <a:lnTo>
                    <a:pt x="74" y="4"/>
                  </a:lnTo>
                  <a:lnTo>
                    <a:pt x="66" y="0"/>
                  </a:lnTo>
                  <a:lnTo>
                    <a:pt x="0" y="51"/>
                  </a:lnTo>
                  <a:close/>
                  <a:moveTo>
                    <a:pt x="65" y="95"/>
                  </a:moveTo>
                  <a:lnTo>
                    <a:pt x="13" y="55"/>
                  </a:lnTo>
                  <a:lnTo>
                    <a:pt x="65" y="13"/>
                  </a:lnTo>
                  <a:lnTo>
                    <a:pt x="65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76"/>
            <p:cNvSpPr>
              <a:spLocks noEditPoints="1"/>
            </p:cNvSpPr>
            <p:nvPr/>
          </p:nvSpPr>
          <p:spPr bwMode="auto">
            <a:xfrm>
              <a:off x="6003544" y="1744227"/>
              <a:ext cx="302328" cy="303353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4 w 256"/>
                <a:gd name="T23" fmla="*/ 213 h 256"/>
                <a:gd name="T24" fmla="*/ 8 w 256"/>
                <a:gd name="T25" fmla="*/ 128 h 256"/>
                <a:gd name="T26" fmla="*/ 44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4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4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4" name="Группа 393"/>
          <p:cNvGrpSpPr/>
          <p:nvPr/>
        </p:nvGrpSpPr>
        <p:grpSpPr>
          <a:xfrm>
            <a:off x="6397084" y="1783172"/>
            <a:ext cx="303353" cy="224439"/>
            <a:chOff x="6397084" y="1783172"/>
            <a:chExt cx="303353" cy="224439"/>
          </a:xfrm>
          <a:solidFill>
            <a:schemeClr val="tx1"/>
          </a:solidFill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97084" y="1814942"/>
              <a:ext cx="120931" cy="55342"/>
            </a:xfrm>
            <a:custGeom>
              <a:avLst/>
              <a:gdLst>
                <a:gd name="T0" fmla="*/ 112 w 118"/>
                <a:gd name="T1" fmla="*/ 54 h 54"/>
                <a:gd name="T2" fmla="*/ 118 w 118"/>
                <a:gd name="T3" fmla="*/ 47 h 54"/>
                <a:gd name="T4" fmla="*/ 71 w 118"/>
                <a:gd name="T5" fmla="*/ 0 h 54"/>
                <a:gd name="T6" fmla="*/ 0 w 118"/>
                <a:gd name="T7" fmla="*/ 0 h 54"/>
                <a:gd name="T8" fmla="*/ 0 w 118"/>
                <a:gd name="T9" fmla="*/ 9 h 54"/>
                <a:gd name="T10" fmla="*/ 67 w 118"/>
                <a:gd name="T11" fmla="*/ 9 h 54"/>
                <a:gd name="T12" fmla="*/ 112 w 118"/>
                <a:gd name="T1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8" h="54">
                  <a:moveTo>
                    <a:pt x="112" y="54"/>
                  </a:moveTo>
                  <a:lnTo>
                    <a:pt x="118" y="47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7" y="9"/>
                  </a:lnTo>
                  <a:lnTo>
                    <a:pt x="112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397084" y="1783172"/>
              <a:ext cx="303353" cy="192670"/>
            </a:xfrm>
            <a:custGeom>
              <a:avLst/>
              <a:gdLst>
                <a:gd name="T0" fmla="*/ 255 w 296"/>
                <a:gd name="T1" fmla="*/ 7 h 188"/>
                <a:gd name="T2" fmla="*/ 280 w 296"/>
                <a:gd name="T3" fmla="*/ 31 h 188"/>
                <a:gd name="T4" fmla="*/ 215 w 296"/>
                <a:gd name="T5" fmla="*/ 31 h 188"/>
                <a:gd name="T6" fmla="*/ 67 w 296"/>
                <a:gd name="T7" fmla="*/ 179 h 188"/>
                <a:gd name="T8" fmla="*/ 0 w 296"/>
                <a:gd name="T9" fmla="*/ 179 h 188"/>
                <a:gd name="T10" fmla="*/ 0 w 296"/>
                <a:gd name="T11" fmla="*/ 188 h 188"/>
                <a:gd name="T12" fmla="*/ 71 w 296"/>
                <a:gd name="T13" fmla="*/ 188 h 188"/>
                <a:gd name="T14" fmla="*/ 218 w 296"/>
                <a:gd name="T15" fmla="*/ 40 h 188"/>
                <a:gd name="T16" fmla="*/ 280 w 296"/>
                <a:gd name="T17" fmla="*/ 40 h 188"/>
                <a:gd name="T18" fmla="*/ 255 w 296"/>
                <a:gd name="T19" fmla="*/ 64 h 188"/>
                <a:gd name="T20" fmla="*/ 262 w 296"/>
                <a:gd name="T21" fmla="*/ 71 h 188"/>
                <a:gd name="T22" fmla="*/ 296 w 296"/>
                <a:gd name="T23" fmla="*/ 39 h 188"/>
                <a:gd name="T24" fmla="*/ 296 w 296"/>
                <a:gd name="T25" fmla="*/ 32 h 188"/>
                <a:gd name="T26" fmla="*/ 262 w 296"/>
                <a:gd name="T27" fmla="*/ 0 h 188"/>
                <a:gd name="T28" fmla="*/ 255 w 296"/>
                <a:gd name="T29" fmla="*/ 7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6" h="188">
                  <a:moveTo>
                    <a:pt x="255" y="7"/>
                  </a:moveTo>
                  <a:lnTo>
                    <a:pt x="280" y="31"/>
                  </a:lnTo>
                  <a:lnTo>
                    <a:pt x="215" y="31"/>
                  </a:lnTo>
                  <a:lnTo>
                    <a:pt x="67" y="179"/>
                  </a:lnTo>
                  <a:lnTo>
                    <a:pt x="0" y="179"/>
                  </a:lnTo>
                  <a:lnTo>
                    <a:pt x="0" y="188"/>
                  </a:lnTo>
                  <a:lnTo>
                    <a:pt x="71" y="188"/>
                  </a:lnTo>
                  <a:lnTo>
                    <a:pt x="218" y="40"/>
                  </a:lnTo>
                  <a:lnTo>
                    <a:pt x="280" y="40"/>
                  </a:lnTo>
                  <a:lnTo>
                    <a:pt x="255" y="64"/>
                  </a:lnTo>
                  <a:lnTo>
                    <a:pt x="262" y="71"/>
                  </a:lnTo>
                  <a:lnTo>
                    <a:pt x="296" y="39"/>
                  </a:lnTo>
                  <a:lnTo>
                    <a:pt x="296" y="32"/>
                  </a:lnTo>
                  <a:lnTo>
                    <a:pt x="262" y="0"/>
                  </a:lnTo>
                  <a:lnTo>
                    <a:pt x="25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6569257" y="1920500"/>
              <a:ext cx="131179" cy="87111"/>
            </a:xfrm>
            <a:custGeom>
              <a:avLst/>
              <a:gdLst>
                <a:gd name="T0" fmla="*/ 87 w 128"/>
                <a:gd name="T1" fmla="*/ 21 h 85"/>
                <a:gd name="T2" fmla="*/ 112 w 128"/>
                <a:gd name="T3" fmla="*/ 45 h 85"/>
                <a:gd name="T4" fmla="*/ 50 w 128"/>
                <a:gd name="T5" fmla="*/ 45 h 85"/>
                <a:gd name="T6" fmla="*/ 5 w 128"/>
                <a:gd name="T7" fmla="*/ 0 h 85"/>
                <a:gd name="T8" fmla="*/ 0 w 128"/>
                <a:gd name="T9" fmla="*/ 7 h 85"/>
                <a:gd name="T10" fmla="*/ 47 w 128"/>
                <a:gd name="T11" fmla="*/ 54 h 85"/>
                <a:gd name="T12" fmla="*/ 112 w 128"/>
                <a:gd name="T13" fmla="*/ 54 h 85"/>
                <a:gd name="T14" fmla="*/ 87 w 128"/>
                <a:gd name="T15" fmla="*/ 79 h 85"/>
                <a:gd name="T16" fmla="*/ 94 w 128"/>
                <a:gd name="T17" fmla="*/ 85 h 85"/>
                <a:gd name="T18" fmla="*/ 128 w 128"/>
                <a:gd name="T19" fmla="*/ 53 h 85"/>
                <a:gd name="T20" fmla="*/ 128 w 128"/>
                <a:gd name="T21" fmla="*/ 46 h 85"/>
                <a:gd name="T22" fmla="*/ 94 w 128"/>
                <a:gd name="T23" fmla="*/ 14 h 85"/>
                <a:gd name="T24" fmla="*/ 87 w 128"/>
                <a:gd name="T25" fmla="*/ 2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85">
                  <a:moveTo>
                    <a:pt x="87" y="21"/>
                  </a:moveTo>
                  <a:lnTo>
                    <a:pt x="112" y="45"/>
                  </a:lnTo>
                  <a:lnTo>
                    <a:pt x="50" y="45"/>
                  </a:lnTo>
                  <a:lnTo>
                    <a:pt x="5" y="0"/>
                  </a:lnTo>
                  <a:lnTo>
                    <a:pt x="0" y="7"/>
                  </a:lnTo>
                  <a:lnTo>
                    <a:pt x="47" y="54"/>
                  </a:lnTo>
                  <a:lnTo>
                    <a:pt x="112" y="54"/>
                  </a:lnTo>
                  <a:lnTo>
                    <a:pt x="87" y="79"/>
                  </a:lnTo>
                  <a:lnTo>
                    <a:pt x="94" y="85"/>
                  </a:lnTo>
                  <a:lnTo>
                    <a:pt x="128" y="53"/>
                  </a:lnTo>
                  <a:lnTo>
                    <a:pt x="128" y="46"/>
                  </a:lnTo>
                  <a:lnTo>
                    <a:pt x="94" y="14"/>
                  </a:lnTo>
                  <a:lnTo>
                    <a:pt x="87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5" name="Группа 394"/>
          <p:cNvGrpSpPr/>
          <p:nvPr/>
        </p:nvGrpSpPr>
        <p:grpSpPr>
          <a:xfrm>
            <a:off x="6790623" y="1744227"/>
            <a:ext cx="302328" cy="303353"/>
            <a:chOff x="6790623" y="1744227"/>
            <a:chExt cx="302328" cy="303353"/>
          </a:xfrm>
          <a:solidFill>
            <a:schemeClr val="tx1"/>
          </a:solidFill>
        </p:grpSpPr>
        <p:sp>
          <p:nvSpPr>
            <p:cNvPr id="79" name="Freeform 80"/>
            <p:cNvSpPr>
              <a:spLocks noEditPoints="1"/>
            </p:cNvSpPr>
            <p:nvPr/>
          </p:nvSpPr>
          <p:spPr bwMode="auto">
            <a:xfrm>
              <a:off x="6890032" y="1843638"/>
              <a:ext cx="103509" cy="103509"/>
            </a:xfrm>
            <a:custGeom>
              <a:avLst/>
              <a:gdLst>
                <a:gd name="T0" fmla="*/ 4 w 101"/>
                <a:gd name="T1" fmla="*/ 0 h 101"/>
                <a:gd name="T2" fmla="*/ 0 w 101"/>
                <a:gd name="T3" fmla="*/ 4 h 101"/>
                <a:gd name="T4" fmla="*/ 0 w 101"/>
                <a:gd name="T5" fmla="*/ 97 h 101"/>
                <a:gd name="T6" fmla="*/ 4 w 101"/>
                <a:gd name="T7" fmla="*/ 101 h 101"/>
                <a:gd name="T8" fmla="*/ 97 w 101"/>
                <a:gd name="T9" fmla="*/ 101 h 101"/>
                <a:gd name="T10" fmla="*/ 101 w 101"/>
                <a:gd name="T11" fmla="*/ 97 h 101"/>
                <a:gd name="T12" fmla="*/ 101 w 101"/>
                <a:gd name="T13" fmla="*/ 4 h 101"/>
                <a:gd name="T14" fmla="*/ 97 w 101"/>
                <a:gd name="T15" fmla="*/ 0 h 101"/>
                <a:gd name="T16" fmla="*/ 4 w 101"/>
                <a:gd name="T17" fmla="*/ 0 h 101"/>
                <a:gd name="T18" fmla="*/ 92 w 101"/>
                <a:gd name="T19" fmla="*/ 92 h 101"/>
                <a:gd name="T20" fmla="*/ 9 w 101"/>
                <a:gd name="T21" fmla="*/ 92 h 101"/>
                <a:gd name="T22" fmla="*/ 9 w 101"/>
                <a:gd name="T23" fmla="*/ 9 h 101"/>
                <a:gd name="T24" fmla="*/ 92 w 101"/>
                <a:gd name="T25" fmla="*/ 9 h 101"/>
                <a:gd name="T26" fmla="*/ 92 w 101"/>
                <a:gd name="T27" fmla="*/ 9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1" h="101">
                  <a:moveTo>
                    <a:pt x="4" y="0"/>
                  </a:moveTo>
                  <a:lnTo>
                    <a:pt x="0" y="4"/>
                  </a:lnTo>
                  <a:lnTo>
                    <a:pt x="0" y="97"/>
                  </a:lnTo>
                  <a:lnTo>
                    <a:pt x="4" y="101"/>
                  </a:lnTo>
                  <a:lnTo>
                    <a:pt x="97" y="101"/>
                  </a:lnTo>
                  <a:lnTo>
                    <a:pt x="101" y="97"/>
                  </a:lnTo>
                  <a:lnTo>
                    <a:pt x="101" y="4"/>
                  </a:lnTo>
                  <a:lnTo>
                    <a:pt x="97" y="0"/>
                  </a:lnTo>
                  <a:lnTo>
                    <a:pt x="4" y="0"/>
                  </a:lnTo>
                  <a:close/>
                  <a:moveTo>
                    <a:pt x="92" y="92"/>
                  </a:moveTo>
                  <a:lnTo>
                    <a:pt x="9" y="92"/>
                  </a:lnTo>
                  <a:lnTo>
                    <a:pt x="9" y="9"/>
                  </a:lnTo>
                  <a:lnTo>
                    <a:pt x="92" y="9"/>
                  </a:lnTo>
                  <a:lnTo>
                    <a:pt x="92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Freeform 81"/>
            <p:cNvSpPr>
              <a:spLocks noEditPoints="1"/>
            </p:cNvSpPr>
            <p:nvPr/>
          </p:nvSpPr>
          <p:spPr bwMode="auto">
            <a:xfrm>
              <a:off x="6790623" y="1744227"/>
              <a:ext cx="302328" cy="303353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4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5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ubicBezTo>
                    <a:pt x="65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6" name="Группа 395"/>
          <p:cNvGrpSpPr/>
          <p:nvPr/>
        </p:nvGrpSpPr>
        <p:grpSpPr>
          <a:xfrm>
            <a:off x="2073276" y="2184910"/>
            <a:ext cx="303353" cy="208042"/>
            <a:chOff x="2073276" y="2184910"/>
            <a:chExt cx="303353" cy="208042"/>
          </a:xfrm>
          <a:solidFill>
            <a:schemeClr val="tx1"/>
          </a:solidFill>
        </p:grpSpPr>
        <p:sp>
          <p:nvSpPr>
            <p:cNvPr id="81" name="Freeform 82"/>
            <p:cNvSpPr>
              <a:spLocks noEditPoints="1"/>
            </p:cNvSpPr>
            <p:nvPr/>
          </p:nvSpPr>
          <p:spPr bwMode="auto">
            <a:xfrm>
              <a:off x="2073276" y="2184910"/>
              <a:ext cx="303353" cy="208042"/>
            </a:xfrm>
            <a:custGeom>
              <a:avLst/>
              <a:gdLst>
                <a:gd name="T0" fmla="*/ 0 w 296"/>
                <a:gd name="T1" fmla="*/ 203 h 203"/>
                <a:gd name="T2" fmla="*/ 296 w 296"/>
                <a:gd name="T3" fmla="*/ 203 h 203"/>
                <a:gd name="T4" fmla="*/ 296 w 296"/>
                <a:gd name="T5" fmla="*/ 0 h 203"/>
                <a:gd name="T6" fmla="*/ 0 w 296"/>
                <a:gd name="T7" fmla="*/ 0 h 203"/>
                <a:gd name="T8" fmla="*/ 0 w 296"/>
                <a:gd name="T9" fmla="*/ 203 h 203"/>
                <a:gd name="T10" fmla="*/ 39 w 296"/>
                <a:gd name="T11" fmla="*/ 194 h 203"/>
                <a:gd name="T12" fmla="*/ 50 w 296"/>
                <a:gd name="T13" fmla="*/ 157 h 203"/>
                <a:gd name="T14" fmla="*/ 246 w 296"/>
                <a:gd name="T15" fmla="*/ 157 h 203"/>
                <a:gd name="T16" fmla="*/ 258 w 296"/>
                <a:gd name="T17" fmla="*/ 194 h 203"/>
                <a:gd name="T18" fmla="*/ 39 w 296"/>
                <a:gd name="T19" fmla="*/ 194 h 203"/>
                <a:gd name="T20" fmla="*/ 9 w 296"/>
                <a:gd name="T21" fmla="*/ 9 h 203"/>
                <a:gd name="T22" fmla="*/ 287 w 296"/>
                <a:gd name="T23" fmla="*/ 9 h 203"/>
                <a:gd name="T24" fmla="*/ 287 w 296"/>
                <a:gd name="T25" fmla="*/ 194 h 203"/>
                <a:gd name="T26" fmla="*/ 267 w 296"/>
                <a:gd name="T27" fmla="*/ 194 h 203"/>
                <a:gd name="T28" fmla="*/ 253 w 296"/>
                <a:gd name="T29" fmla="*/ 148 h 203"/>
                <a:gd name="T30" fmla="*/ 43 w 296"/>
                <a:gd name="T31" fmla="*/ 148 h 203"/>
                <a:gd name="T32" fmla="*/ 29 w 296"/>
                <a:gd name="T33" fmla="*/ 194 h 203"/>
                <a:gd name="T34" fmla="*/ 9 w 296"/>
                <a:gd name="T35" fmla="*/ 194 h 203"/>
                <a:gd name="T36" fmla="*/ 9 w 296"/>
                <a:gd name="T37" fmla="*/ 9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6" h="203">
                  <a:moveTo>
                    <a:pt x="0" y="203"/>
                  </a:moveTo>
                  <a:lnTo>
                    <a:pt x="296" y="203"/>
                  </a:lnTo>
                  <a:lnTo>
                    <a:pt x="296" y="0"/>
                  </a:lnTo>
                  <a:lnTo>
                    <a:pt x="0" y="0"/>
                  </a:lnTo>
                  <a:lnTo>
                    <a:pt x="0" y="203"/>
                  </a:lnTo>
                  <a:close/>
                  <a:moveTo>
                    <a:pt x="39" y="194"/>
                  </a:moveTo>
                  <a:lnTo>
                    <a:pt x="50" y="157"/>
                  </a:lnTo>
                  <a:lnTo>
                    <a:pt x="246" y="157"/>
                  </a:lnTo>
                  <a:lnTo>
                    <a:pt x="258" y="194"/>
                  </a:lnTo>
                  <a:lnTo>
                    <a:pt x="39" y="194"/>
                  </a:lnTo>
                  <a:close/>
                  <a:moveTo>
                    <a:pt x="9" y="9"/>
                  </a:moveTo>
                  <a:lnTo>
                    <a:pt x="287" y="9"/>
                  </a:lnTo>
                  <a:lnTo>
                    <a:pt x="287" y="194"/>
                  </a:lnTo>
                  <a:lnTo>
                    <a:pt x="267" y="194"/>
                  </a:lnTo>
                  <a:lnTo>
                    <a:pt x="253" y="148"/>
                  </a:lnTo>
                  <a:lnTo>
                    <a:pt x="43" y="148"/>
                  </a:lnTo>
                  <a:lnTo>
                    <a:pt x="29" y="194"/>
                  </a:lnTo>
                  <a:lnTo>
                    <a:pt x="9" y="194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Freeform 83"/>
            <p:cNvSpPr>
              <a:spLocks noEditPoints="1"/>
            </p:cNvSpPr>
            <p:nvPr/>
          </p:nvSpPr>
          <p:spPr bwMode="auto">
            <a:xfrm>
              <a:off x="2116319" y="2251524"/>
              <a:ext cx="65590" cy="65590"/>
            </a:xfrm>
            <a:custGeom>
              <a:avLst/>
              <a:gdLst>
                <a:gd name="T0" fmla="*/ 28 w 56"/>
                <a:gd name="T1" fmla="*/ 0 h 56"/>
                <a:gd name="T2" fmla="*/ 0 w 56"/>
                <a:gd name="T3" fmla="*/ 28 h 56"/>
                <a:gd name="T4" fmla="*/ 28 w 56"/>
                <a:gd name="T5" fmla="*/ 56 h 56"/>
                <a:gd name="T6" fmla="*/ 56 w 56"/>
                <a:gd name="T7" fmla="*/ 28 h 56"/>
                <a:gd name="T8" fmla="*/ 28 w 56"/>
                <a:gd name="T9" fmla="*/ 0 h 56"/>
                <a:gd name="T10" fmla="*/ 28 w 56"/>
                <a:gd name="T11" fmla="*/ 48 h 56"/>
                <a:gd name="T12" fmla="*/ 8 w 56"/>
                <a:gd name="T13" fmla="*/ 28 h 56"/>
                <a:gd name="T14" fmla="*/ 28 w 56"/>
                <a:gd name="T15" fmla="*/ 8 h 56"/>
                <a:gd name="T16" fmla="*/ 48 w 56"/>
                <a:gd name="T17" fmla="*/ 28 h 56"/>
                <a:gd name="T18" fmla="*/ 28 w 56"/>
                <a:gd name="T1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44" y="56"/>
                    <a:pt x="56" y="43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lose/>
                  <a:moveTo>
                    <a:pt x="28" y="48"/>
                  </a:move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Freeform 84"/>
            <p:cNvSpPr>
              <a:spLocks noEditPoints="1"/>
            </p:cNvSpPr>
            <p:nvPr/>
          </p:nvSpPr>
          <p:spPr bwMode="auto">
            <a:xfrm>
              <a:off x="2267996" y="2251524"/>
              <a:ext cx="65590" cy="65590"/>
            </a:xfrm>
            <a:custGeom>
              <a:avLst/>
              <a:gdLst>
                <a:gd name="T0" fmla="*/ 28 w 56"/>
                <a:gd name="T1" fmla="*/ 0 h 56"/>
                <a:gd name="T2" fmla="*/ 0 w 56"/>
                <a:gd name="T3" fmla="*/ 28 h 56"/>
                <a:gd name="T4" fmla="*/ 28 w 56"/>
                <a:gd name="T5" fmla="*/ 56 h 56"/>
                <a:gd name="T6" fmla="*/ 56 w 56"/>
                <a:gd name="T7" fmla="*/ 28 h 56"/>
                <a:gd name="T8" fmla="*/ 28 w 56"/>
                <a:gd name="T9" fmla="*/ 0 h 56"/>
                <a:gd name="T10" fmla="*/ 28 w 56"/>
                <a:gd name="T11" fmla="*/ 48 h 56"/>
                <a:gd name="T12" fmla="*/ 8 w 56"/>
                <a:gd name="T13" fmla="*/ 28 h 56"/>
                <a:gd name="T14" fmla="*/ 28 w 56"/>
                <a:gd name="T15" fmla="*/ 8 h 56"/>
                <a:gd name="T16" fmla="*/ 48 w 56"/>
                <a:gd name="T17" fmla="*/ 28 h 56"/>
                <a:gd name="T18" fmla="*/ 28 w 56"/>
                <a:gd name="T1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44" y="56"/>
                    <a:pt x="56" y="43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lose/>
                  <a:moveTo>
                    <a:pt x="28" y="48"/>
                  </a:move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85"/>
            <p:cNvSpPr>
              <a:spLocks noEditPoints="1"/>
            </p:cNvSpPr>
            <p:nvPr/>
          </p:nvSpPr>
          <p:spPr bwMode="auto">
            <a:xfrm>
              <a:off x="2092748" y="2203357"/>
              <a:ext cx="269534" cy="28696"/>
            </a:xfrm>
            <a:custGeom>
              <a:avLst/>
              <a:gdLst>
                <a:gd name="T0" fmla="*/ 263 w 263"/>
                <a:gd name="T1" fmla="*/ 0 h 28"/>
                <a:gd name="T2" fmla="*/ 0 w 263"/>
                <a:gd name="T3" fmla="*/ 0 h 28"/>
                <a:gd name="T4" fmla="*/ 0 w 263"/>
                <a:gd name="T5" fmla="*/ 28 h 28"/>
                <a:gd name="T6" fmla="*/ 263 w 263"/>
                <a:gd name="T7" fmla="*/ 28 h 28"/>
                <a:gd name="T8" fmla="*/ 263 w 263"/>
                <a:gd name="T9" fmla="*/ 0 h 28"/>
                <a:gd name="T10" fmla="*/ 254 w 263"/>
                <a:gd name="T11" fmla="*/ 19 h 28"/>
                <a:gd name="T12" fmla="*/ 9 w 263"/>
                <a:gd name="T13" fmla="*/ 19 h 28"/>
                <a:gd name="T14" fmla="*/ 9 w 263"/>
                <a:gd name="T15" fmla="*/ 10 h 28"/>
                <a:gd name="T16" fmla="*/ 254 w 263"/>
                <a:gd name="T17" fmla="*/ 10 h 28"/>
                <a:gd name="T18" fmla="*/ 254 w 263"/>
                <a:gd name="T19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8">
                  <a:moveTo>
                    <a:pt x="263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263" y="28"/>
                  </a:lnTo>
                  <a:lnTo>
                    <a:pt x="263" y="0"/>
                  </a:lnTo>
                  <a:close/>
                  <a:moveTo>
                    <a:pt x="254" y="19"/>
                  </a:moveTo>
                  <a:lnTo>
                    <a:pt x="9" y="19"/>
                  </a:lnTo>
                  <a:lnTo>
                    <a:pt x="9" y="10"/>
                  </a:lnTo>
                  <a:lnTo>
                    <a:pt x="254" y="10"/>
                  </a:lnTo>
                  <a:lnTo>
                    <a:pt x="254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Freeform 86"/>
            <p:cNvSpPr>
              <a:spLocks noEditPoints="1"/>
            </p:cNvSpPr>
            <p:nvPr/>
          </p:nvSpPr>
          <p:spPr bwMode="auto">
            <a:xfrm>
              <a:off x="2192158" y="2265872"/>
              <a:ext cx="65590" cy="37919"/>
            </a:xfrm>
            <a:custGeom>
              <a:avLst/>
              <a:gdLst>
                <a:gd name="T0" fmla="*/ 0 w 64"/>
                <a:gd name="T1" fmla="*/ 37 h 37"/>
                <a:gd name="T2" fmla="*/ 64 w 64"/>
                <a:gd name="T3" fmla="*/ 37 h 37"/>
                <a:gd name="T4" fmla="*/ 64 w 64"/>
                <a:gd name="T5" fmla="*/ 0 h 37"/>
                <a:gd name="T6" fmla="*/ 0 w 64"/>
                <a:gd name="T7" fmla="*/ 0 h 37"/>
                <a:gd name="T8" fmla="*/ 0 w 64"/>
                <a:gd name="T9" fmla="*/ 37 h 37"/>
                <a:gd name="T10" fmla="*/ 9 w 64"/>
                <a:gd name="T11" fmla="*/ 9 h 37"/>
                <a:gd name="T12" fmla="*/ 55 w 64"/>
                <a:gd name="T13" fmla="*/ 9 h 37"/>
                <a:gd name="T14" fmla="*/ 55 w 64"/>
                <a:gd name="T15" fmla="*/ 27 h 37"/>
                <a:gd name="T16" fmla="*/ 9 w 64"/>
                <a:gd name="T17" fmla="*/ 27 h 37"/>
                <a:gd name="T18" fmla="*/ 9 w 64"/>
                <a:gd name="T19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37">
                  <a:moveTo>
                    <a:pt x="0" y="37"/>
                  </a:moveTo>
                  <a:lnTo>
                    <a:pt x="64" y="37"/>
                  </a:lnTo>
                  <a:lnTo>
                    <a:pt x="64" y="0"/>
                  </a:lnTo>
                  <a:lnTo>
                    <a:pt x="0" y="0"/>
                  </a:lnTo>
                  <a:lnTo>
                    <a:pt x="0" y="37"/>
                  </a:lnTo>
                  <a:close/>
                  <a:moveTo>
                    <a:pt x="9" y="9"/>
                  </a:moveTo>
                  <a:lnTo>
                    <a:pt x="55" y="9"/>
                  </a:lnTo>
                  <a:lnTo>
                    <a:pt x="55" y="27"/>
                  </a:lnTo>
                  <a:lnTo>
                    <a:pt x="9" y="27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7" name="Группа 396"/>
          <p:cNvGrpSpPr/>
          <p:nvPr/>
        </p:nvGrpSpPr>
        <p:grpSpPr>
          <a:xfrm>
            <a:off x="2499610" y="2134692"/>
            <a:ext cx="236739" cy="307453"/>
            <a:chOff x="2499610" y="2134692"/>
            <a:chExt cx="236739" cy="307453"/>
          </a:xfrm>
          <a:solidFill>
            <a:schemeClr val="tx1"/>
          </a:solidFill>
        </p:grpSpPr>
        <p:sp>
          <p:nvSpPr>
            <p:cNvPr id="86" name="Freeform 87"/>
            <p:cNvSpPr>
              <a:spLocks noEditPoints="1"/>
            </p:cNvSpPr>
            <p:nvPr/>
          </p:nvSpPr>
          <p:spPr bwMode="auto">
            <a:xfrm>
              <a:off x="2499610" y="2134692"/>
              <a:ext cx="151676" cy="307453"/>
            </a:xfrm>
            <a:custGeom>
              <a:avLst/>
              <a:gdLst>
                <a:gd name="T0" fmla="*/ 148 w 148"/>
                <a:gd name="T1" fmla="*/ 300 h 300"/>
                <a:gd name="T2" fmla="*/ 148 w 148"/>
                <a:gd name="T3" fmla="*/ 0 h 300"/>
                <a:gd name="T4" fmla="*/ 59 w 148"/>
                <a:gd name="T5" fmla="*/ 91 h 300"/>
                <a:gd name="T6" fmla="*/ 0 w 148"/>
                <a:gd name="T7" fmla="*/ 91 h 300"/>
                <a:gd name="T8" fmla="*/ 0 w 148"/>
                <a:gd name="T9" fmla="*/ 211 h 300"/>
                <a:gd name="T10" fmla="*/ 59 w 148"/>
                <a:gd name="T11" fmla="*/ 211 h 300"/>
                <a:gd name="T12" fmla="*/ 148 w 148"/>
                <a:gd name="T13" fmla="*/ 300 h 300"/>
                <a:gd name="T14" fmla="*/ 9 w 148"/>
                <a:gd name="T15" fmla="*/ 100 h 300"/>
                <a:gd name="T16" fmla="*/ 62 w 148"/>
                <a:gd name="T17" fmla="*/ 100 h 300"/>
                <a:gd name="T18" fmla="*/ 138 w 148"/>
                <a:gd name="T19" fmla="*/ 22 h 300"/>
                <a:gd name="T20" fmla="*/ 138 w 148"/>
                <a:gd name="T21" fmla="*/ 278 h 300"/>
                <a:gd name="T22" fmla="*/ 62 w 148"/>
                <a:gd name="T23" fmla="*/ 202 h 300"/>
                <a:gd name="T24" fmla="*/ 9 w 148"/>
                <a:gd name="T25" fmla="*/ 202 h 300"/>
                <a:gd name="T26" fmla="*/ 9 w 148"/>
                <a:gd name="T27" fmla="*/ 1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300">
                  <a:moveTo>
                    <a:pt x="148" y="300"/>
                  </a:moveTo>
                  <a:lnTo>
                    <a:pt x="148" y="0"/>
                  </a:lnTo>
                  <a:lnTo>
                    <a:pt x="59" y="91"/>
                  </a:lnTo>
                  <a:lnTo>
                    <a:pt x="0" y="91"/>
                  </a:lnTo>
                  <a:lnTo>
                    <a:pt x="0" y="211"/>
                  </a:lnTo>
                  <a:lnTo>
                    <a:pt x="59" y="211"/>
                  </a:lnTo>
                  <a:lnTo>
                    <a:pt x="148" y="300"/>
                  </a:lnTo>
                  <a:close/>
                  <a:moveTo>
                    <a:pt x="9" y="100"/>
                  </a:moveTo>
                  <a:lnTo>
                    <a:pt x="62" y="100"/>
                  </a:lnTo>
                  <a:lnTo>
                    <a:pt x="138" y="22"/>
                  </a:lnTo>
                  <a:lnTo>
                    <a:pt x="138" y="278"/>
                  </a:lnTo>
                  <a:lnTo>
                    <a:pt x="62" y="202"/>
                  </a:lnTo>
                  <a:lnTo>
                    <a:pt x="9" y="202"/>
                  </a:lnTo>
                  <a:lnTo>
                    <a:pt x="9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Freeform 88"/>
            <p:cNvSpPr>
              <a:spLocks/>
            </p:cNvSpPr>
            <p:nvPr/>
          </p:nvSpPr>
          <p:spPr bwMode="auto">
            <a:xfrm>
              <a:off x="2684082" y="2237176"/>
              <a:ext cx="52267" cy="104534"/>
            </a:xfrm>
            <a:custGeom>
              <a:avLst/>
              <a:gdLst>
                <a:gd name="T0" fmla="*/ 0 w 44"/>
                <a:gd name="T1" fmla="*/ 80 h 88"/>
                <a:gd name="T2" fmla="*/ 0 w 44"/>
                <a:gd name="T3" fmla="*/ 88 h 88"/>
                <a:gd name="T4" fmla="*/ 44 w 44"/>
                <a:gd name="T5" fmla="*/ 44 h 88"/>
                <a:gd name="T6" fmla="*/ 0 w 44"/>
                <a:gd name="T7" fmla="*/ 0 h 88"/>
                <a:gd name="T8" fmla="*/ 0 w 44"/>
                <a:gd name="T9" fmla="*/ 8 h 88"/>
                <a:gd name="T10" fmla="*/ 36 w 44"/>
                <a:gd name="T11" fmla="*/ 44 h 88"/>
                <a:gd name="T12" fmla="*/ 0 w 44"/>
                <a:gd name="T13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88">
                  <a:moveTo>
                    <a:pt x="0" y="80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25" y="88"/>
                    <a:pt x="44" y="68"/>
                    <a:pt x="44" y="44"/>
                  </a:cubicBezTo>
                  <a:cubicBezTo>
                    <a:pt x="44" y="20"/>
                    <a:pt x="25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0" y="8"/>
                    <a:pt x="36" y="24"/>
                    <a:pt x="36" y="44"/>
                  </a:cubicBezTo>
                  <a:cubicBezTo>
                    <a:pt x="36" y="64"/>
                    <a:pt x="20" y="80"/>
                    <a:pt x="0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8" name="Группа 397"/>
          <p:cNvGrpSpPr/>
          <p:nvPr/>
        </p:nvGrpSpPr>
        <p:grpSpPr>
          <a:xfrm>
            <a:off x="2868553" y="2134692"/>
            <a:ext cx="283882" cy="307453"/>
            <a:chOff x="2868553" y="2134692"/>
            <a:chExt cx="283882" cy="307453"/>
          </a:xfrm>
          <a:solidFill>
            <a:schemeClr val="tx1"/>
          </a:solidFill>
        </p:grpSpPr>
        <p:sp>
          <p:nvSpPr>
            <p:cNvPr id="88" name="Freeform 89"/>
            <p:cNvSpPr>
              <a:spLocks noEditPoints="1"/>
            </p:cNvSpPr>
            <p:nvPr/>
          </p:nvSpPr>
          <p:spPr bwMode="auto">
            <a:xfrm>
              <a:off x="2868553" y="2134692"/>
              <a:ext cx="151676" cy="307453"/>
            </a:xfrm>
            <a:custGeom>
              <a:avLst/>
              <a:gdLst>
                <a:gd name="T0" fmla="*/ 148 w 148"/>
                <a:gd name="T1" fmla="*/ 300 h 300"/>
                <a:gd name="T2" fmla="*/ 148 w 148"/>
                <a:gd name="T3" fmla="*/ 0 h 300"/>
                <a:gd name="T4" fmla="*/ 59 w 148"/>
                <a:gd name="T5" fmla="*/ 91 h 300"/>
                <a:gd name="T6" fmla="*/ 0 w 148"/>
                <a:gd name="T7" fmla="*/ 91 h 300"/>
                <a:gd name="T8" fmla="*/ 0 w 148"/>
                <a:gd name="T9" fmla="*/ 211 h 300"/>
                <a:gd name="T10" fmla="*/ 59 w 148"/>
                <a:gd name="T11" fmla="*/ 211 h 300"/>
                <a:gd name="T12" fmla="*/ 148 w 148"/>
                <a:gd name="T13" fmla="*/ 300 h 300"/>
                <a:gd name="T14" fmla="*/ 9 w 148"/>
                <a:gd name="T15" fmla="*/ 100 h 300"/>
                <a:gd name="T16" fmla="*/ 62 w 148"/>
                <a:gd name="T17" fmla="*/ 100 h 300"/>
                <a:gd name="T18" fmla="*/ 139 w 148"/>
                <a:gd name="T19" fmla="*/ 22 h 300"/>
                <a:gd name="T20" fmla="*/ 139 w 148"/>
                <a:gd name="T21" fmla="*/ 278 h 300"/>
                <a:gd name="T22" fmla="*/ 62 w 148"/>
                <a:gd name="T23" fmla="*/ 202 h 300"/>
                <a:gd name="T24" fmla="*/ 9 w 148"/>
                <a:gd name="T25" fmla="*/ 202 h 300"/>
                <a:gd name="T26" fmla="*/ 9 w 148"/>
                <a:gd name="T27" fmla="*/ 1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300">
                  <a:moveTo>
                    <a:pt x="148" y="300"/>
                  </a:moveTo>
                  <a:lnTo>
                    <a:pt x="148" y="0"/>
                  </a:lnTo>
                  <a:lnTo>
                    <a:pt x="59" y="91"/>
                  </a:lnTo>
                  <a:lnTo>
                    <a:pt x="0" y="91"/>
                  </a:lnTo>
                  <a:lnTo>
                    <a:pt x="0" y="211"/>
                  </a:lnTo>
                  <a:lnTo>
                    <a:pt x="59" y="211"/>
                  </a:lnTo>
                  <a:lnTo>
                    <a:pt x="148" y="300"/>
                  </a:lnTo>
                  <a:close/>
                  <a:moveTo>
                    <a:pt x="9" y="100"/>
                  </a:moveTo>
                  <a:lnTo>
                    <a:pt x="62" y="100"/>
                  </a:lnTo>
                  <a:lnTo>
                    <a:pt x="139" y="22"/>
                  </a:lnTo>
                  <a:lnTo>
                    <a:pt x="139" y="278"/>
                  </a:lnTo>
                  <a:lnTo>
                    <a:pt x="62" y="202"/>
                  </a:lnTo>
                  <a:lnTo>
                    <a:pt x="9" y="202"/>
                  </a:lnTo>
                  <a:lnTo>
                    <a:pt x="9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90"/>
            <p:cNvSpPr>
              <a:spLocks/>
            </p:cNvSpPr>
            <p:nvPr/>
          </p:nvSpPr>
          <p:spPr bwMode="auto">
            <a:xfrm>
              <a:off x="3053025" y="2237176"/>
              <a:ext cx="52267" cy="104534"/>
            </a:xfrm>
            <a:custGeom>
              <a:avLst/>
              <a:gdLst>
                <a:gd name="T0" fmla="*/ 0 w 44"/>
                <a:gd name="T1" fmla="*/ 80 h 88"/>
                <a:gd name="T2" fmla="*/ 0 w 44"/>
                <a:gd name="T3" fmla="*/ 88 h 88"/>
                <a:gd name="T4" fmla="*/ 44 w 44"/>
                <a:gd name="T5" fmla="*/ 44 h 88"/>
                <a:gd name="T6" fmla="*/ 0 w 44"/>
                <a:gd name="T7" fmla="*/ 0 h 88"/>
                <a:gd name="T8" fmla="*/ 0 w 44"/>
                <a:gd name="T9" fmla="*/ 8 h 88"/>
                <a:gd name="T10" fmla="*/ 36 w 44"/>
                <a:gd name="T11" fmla="*/ 44 h 88"/>
                <a:gd name="T12" fmla="*/ 0 w 44"/>
                <a:gd name="T13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88">
                  <a:moveTo>
                    <a:pt x="0" y="80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25" y="88"/>
                    <a:pt x="44" y="68"/>
                    <a:pt x="44" y="44"/>
                  </a:cubicBezTo>
                  <a:cubicBezTo>
                    <a:pt x="44" y="20"/>
                    <a:pt x="25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0" y="8"/>
                    <a:pt x="36" y="24"/>
                    <a:pt x="36" y="44"/>
                  </a:cubicBezTo>
                  <a:cubicBezTo>
                    <a:pt x="36" y="64"/>
                    <a:pt x="20" y="80"/>
                    <a:pt x="0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91"/>
            <p:cNvSpPr>
              <a:spLocks/>
            </p:cNvSpPr>
            <p:nvPr/>
          </p:nvSpPr>
          <p:spPr bwMode="auto">
            <a:xfrm>
              <a:off x="3053025" y="2189009"/>
              <a:ext cx="99410" cy="199844"/>
            </a:xfrm>
            <a:custGeom>
              <a:avLst/>
              <a:gdLst>
                <a:gd name="T0" fmla="*/ 0 w 84"/>
                <a:gd name="T1" fmla="*/ 168 h 168"/>
                <a:gd name="T2" fmla="*/ 84 w 84"/>
                <a:gd name="T3" fmla="*/ 84 h 168"/>
                <a:gd name="T4" fmla="*/ 0 w 84"/>
                <a:gd name="T5" fmla="*/ 0 h 168"/>
                <a:gd name="T6" fmla="*/ 0 w 84"/>
                <a:gd name="T7" fmla="*/ 8 h 168"/>
                <a:gd name="T8" fmla="*/ 76 w 84"/>
                <a:gd name="T9" fmla="*/ 84 h 168"/>
                <a:gd name="T10" fmla="*/ 0 w 84"/>
                <a:gd name="T11" fmla="*/ 160 h 168"/>
                <a:gd name="T12" fmla="*/ 0 w 84"/>
                <a:gd name="T1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68">
                  <a:moveTo>
                    <a:pt x="0" y="168"/>
                  </a:moveTo>
                  <a:cubicBezTo>
                    <a:pt x="47" y="168"/>
                    <a:pt x="84" y="130"/>
                    <a:pt x="84" y="84"/>
                  </a:cubicBezTo>
                  <a:cubicBezTo>
                    <a:pt x="84" y="38"/>
                    <a:pt x="47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2" y="8"/>
                    <a:pt x="76" y="42"/>
                    <a:pt x="76" y="84"/>
                  </a:cubicBezTo>
                  <a:cubicBezTo>
                    <a:pt x="76" y="126"/>
                    <a:pt x="42" y="160"/>
                    <a:pt x="0" y="160"/>
                  </a:cubicBezTo>
                  <a:lnTo>
                    <a:pt x="0" y="1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377069546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933972" y="411510"/>
            <a:ext cx="13056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Software</a:t>
            </a:r>
            <a:endParaRPr lang="uk-UA" sz="2400" dirty="0"/>
          </a:p>
        </p:txBody>
      </p:sp>
      <p:grpSp>
        <p:nvGrpSpPr>
          <p:cNvPr id="2" name="Группа 1"/>
          <p:cNvGrpSpPr/>
          <p:nvPr/>
        </p:nvGrpSpPr>
        <p:grpSpPr>
          <a:xfrm>
            <a:off x="2054226" y="1245265"/>
            <a:ext cx="303212" cy="304800"/>
            <a:chOff x="2054226" y="1245265"/>
            <a:chExt cx="303212" cy="304800"/>
          </a:xfrm>
        </p:grpSpPr>
        <p:sp>
          <p:nvSpPr>
            <p:cNvPr id="5" name="Freeform 12"/>
            <p:cNvSpPr>
              <a:spLocks noEditPoints="1"/>
            </p:cNvSpPr>
            <p:nvPr/>
          </p:nvSpPr>
          <p:spPr bwMode="auto">
            <a:xfrm>
              <a:off x="2054226" y="1445290"/>
              <a:ext cx="104775" cy="104775"/>
            </a:xfrm>
            <a:custGeom>
              <a:avLst/>
              <a:gdLst>
                <a:gd name="T0" fmla="*/ 36 w 66"/>
                <a:gd name="T1" fmla="*/ 34 h 66"/>
                <a:gd name="T2" fmla="*/ 61 w 66"/>
                <a:gd name="T3" fmla="*/ 9 h 66"/>
                <a:gd name="T4" fmla="*/ 66 w 66"/>
                <a:gd name="T5" fmla="*/ 9 h 66"/>
                <a:gd name="T6" fmla="*/ 66 w 66"/>
                <a:gd name="T7" fmla="*/ 3 h 66"/>
                <a:gd name="T8" fmla="*/ 63 w 66"/>
                <a:gd name="T9" fmla="*/ 3 h 66"/>
                <a:gd name="T10" fmla="*/ 63 w 66"/>
                <a:gd name="T11" fmla="*/ 0 h 66"/>
                <a:gd name="T12" fmla="*/ 57 w 66"/>
                <a:gd name="T13" fmla="*/ 0 h 66"/>
                <a:gd name="T14" fmla="*/ 57 w 66"/>
                <a:gd name="T15" fmla="*/ 4 h 66"/>
                <a:gd name="T16" fmla="*/ 32 w 66"/>
                <a:gd name="T17" fmla="*/ 30 h 66"/>
                <a:gd name="T18" fmla="*/ 0 w 66"/>
                <a:gd name="T19" fmla="*/ 30 h 66"/>
                <a:gd name="T20" fmla="*/ 0 w 66"/>
                <a:gd name="T21" fmla="*/ 66 h 66"/>
                <a:gd name="T22" fmla="*/ 36 w 66"/>
                <a:gd name="T23" fmla="*/ 66 h 66"/>
                <a:gd name="T24" fmla="*/ 36 w 66"/>
                <a:gd name="T25" fmla="*/ 34 h 66"/>
                <a:gd name="T26" fmla="*/ 30 w 66"/>
                <a:gd name="T27" fmla="*/ 60 h 66"/>
                <a:gd name="T28" fmla="*/ 6 w 66"/>
                <a:gd name="T29" fmla="*/ 60 h 66"/>
                <a:gd name="T30" fmla="*/ 6 w 66"/>
                <a:gd name="T31" fmla="*/ 36 h 66"/>
                <a:gd name="T32" fmla="*/ 30 w 66"/>
                <a:gd name="T33" fmla="*/ 36 h 66"/>
                <a:gd name="T34" fmla="*/ 30 w 66"/>
                <a:gd name="T35" fmla="*/ 6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66">
                  <a:moveTo>
                    <a:pt x="36" y="34"/>
                  </a:moveTo>
                  <a:lnTo>
                    <a:pt x="61" y="9"/>
                  </a:lnTo>
                  <a:lnTo>
                    <a:pt x="66" y="9"/>
                  </a:lnTo>
                  <a:lnTo>
                    <a:pt x="66" y="3"/>
                  </a:lnTo>
                  <a:lnTo>
                    <a:pt x="63" y="3"/>
                  </a:lnTo>
                  <a:lnTo>
                    <a:pt x="63" y="0"/>
                  </a:lnTo>
                  <a:lnTo>
                    <a:pt x="57" y="0"/>
                  </a:lnTo>
                  <a:lnTo>
                    <a:pt x="57" y="4"/>
                  </a:lnTo>
                  <a:lnTo>
                    <a:pt x="32" y="30"/>
                  </a:lnTo>
                  <a:lnTo>
                    <a:pt x="0" y="30"/>
                  </a:lnTo>
                  <a:lnTo>
                    <a:pt x="0" y="66"/>
                  </a:lnTo>
                  <a:lnTo>
                    <a:pt x="36" y="66"/>
                  </a:lnTo>
                  <a:lnTo>
                    <a:pt x="36" y="34"/>
                  </a:lnTo>
                  <a:close/>
                  <a:moveTo>
                    <a:pt x="30" y="60"/>
                  </a:moveTo>
                  <a:lnTo>
                    <a:pt x="6" y="60"/>
                  </a:lnTo>
                  <a:lnTo>
                    <a:pt x="6" y="36"/>
                  </a:lnTo>
                  <a:lnTo>
                    <a:pt x="30" y="36"/>
                  </a:lnTo>
                  <a:lnTo>
                    <a:pt x="30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" name="Freeform 13"/>
            <p:cNvSpPr>
              <a:spLocks noEditPoints="1"/>
            </p:cNvSpPr>
            <p:nvPr/>
          </p:nvSpPr>
          <p:spPr bwMode="auto">
            <a:xfrm>
              <a:off x="2252663" y="1245265"/>
              <a:ext cx="104775" cy="104775"/>
            </a:xfrm>
            <a:custGeom>
              <a:avLst/>
              <a:gdLst>
                <a:gd name="T0" fmla="*/ 30 w 66"/>
                <a:gd name="T1" fmla="*/ 32 h 66"/>
                <a:gd name="T2" fmla="*/ 6 w 66"/>
                <a:gd name="T3" fmla="*/ 57 h 66"/>
                <a:gd name="T4" fmla="*/ 0 w 66"/>
                <a:gd name="T5" fmla="*/ 57 h 66"/>
                <a:gd name="T6" fmla="*/ 0 w 66"/>
                <a:gd name="T7" fmla="*/ 63 h 66"/>
                <a:gd name="T8" fmla="*/ 3 w 66"/>
                <a:gd name="T9" fmla="*/ 63 h 66"/>
                <a:gd name="T10" fmla="*/ 3 w 66"/>
                <a:gd name="T11" fmla="*/ 66 h 66"/>
                <a:gd name="T12" fmla="*/ 9 w 66"/>
                <a:gd name="T13" fmla="*/ 66 h 66"/>
                <a:gd name="T14" fmla="*/ 9 w 66"/>
                <a:gd name="T15" fmla="*/ 61 h 66"/>
                <a:gd name="T16" fmla="*/ 35 w 66"/>
                <a:gd name="T17" fmla="*/ 36 h 66"/>
                <a:gd name="T18" fmla="*/ 66 w 66"/>
                <a:gd name="T19" fmla="*/ 36 h 66"/>
                <a:gd name="T20" fmla="*/ 66 w 66"/>
                <a:gd name="T21" fmla="*/ 0 h 66"/>
                <a:gd name="T22" fmla="*/ 30 w 66"/>
                <a:gd name="T23" fmla="*/ 0 h 66"/>
                <a:gd name="T24" fmla="*/ 30 w 66"/>
                <a:gd name="T25" fmla="*/ 32 h 66"/>
                <a:gd name="T26" fmla="*/ 36 w 66"/>
                <a:gd name="T27" fmla="*/ 6 h 66"/>
                <a:gd name="T28" fmla="*/ 60 w 66"/>
                <a:gd name="T29" fmla="*/ 6 h 66"/>
                <a:gd name="T30" fmla="*/ 60 w 66"/>
                <a:gd name="T31" fmla="*/ 30 h 66"/>
                <a:gd name="T32" fmla="*/ 36 w 66"/>
                <a:gd name="T33" fmla="*/ 30 h 66"/>
                <a:gd name="T34" fmla="*/ 36 w 66"/>
                <a:gd name="T35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66">
                  <a:moveTo>
                    <a:pt x="30" y="32"/>
                  </a:moveTo>
                  <a:lnTo>
                    <a:pt x="6" y="57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3" y="63"/>
                  </a:lnTo>
                  <a:lnTo>
                    <a:pt x="3" y="66"/>
                  </a:lnTo>
                  <a:lnTo>
                    <a:pt x="9" y="66"/>
                  </a:lnTo>
                  <a:lnTo>
                    <a:pt x="9" y="61"/>
                  </a:lnTo>
                  <a:lnTo>
                    <a:pt x="35" y="36"/>
                  </a:lnTo>
                  <a:lnTo>
                    <a:pt x="66" y="36"/>
                  </a:lnTo>
                  <a:lnTo>
                    <a:pt x="66" y="0"/>
                  </a:lnTo>
                  <a:lnTo>
                    <a:pt x="30" y="0"/>
                  </a:lnTo>
                  <a:lnTo>
                    <a:pt x="30" y="32"/>
                  </a:lnTo>
                  <a:close/>
                  <a:moveTo>
                    <a:pt x="36" y="6"/>
                  </a:moveTo>
                  <a:lnTo>
                    <a:pt x="60" y="6"/>
                  </a:lnTo>
                  <a:lnTo>
                    <a:pt x="60" y="30"/>
                  </a:lnTo>
                  <a:lnTo>
                    <a:pt x="36" y="30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" name="Rectangle 14"/>
            <p:cNvSpPr>
              <a:spLocks noChangeArrowheads="1"/>
            </p:cNvSpPr>
            <p:nvPr/>
          </p:nvSpPr>
          <p:spPr bwMode="auto">
            <a:xfrm>
              <a:off x="2168526" y="133575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Rectangle 15"/>
            <p:cNvSpPr>
              <a:spLocks noChangeArrowheads="1"/>
            </p:cNvSpPr>
            <p:nvPr/>
          </p:nvSpPr>
          <p:spPr bwMode="auto">
            <a:xfrm>
              <a:off x="2225676" y="1335753"/>
              <a:ext cx="174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Rectangle 16"/>
            <p:cNvSpPr>
              <a:spLocks noChangeArrowheads="1"/>
            </p:cNvSpPr>
            <p:nvPr/>
          </p:nvSpPr>
          <p:spPr bwMode="auto">
            <a:xfrm>
              <a:off x="2197101" y="133575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2144713" y="1335753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" name="Rectangle 18"/>
            <p:cNvSpPr>
              <a:spLocks noChangeArrowheads="1"/>
            </p:cNvSpPr>
            <p:nvPr/>
          </p:nvSpPr>
          <p:spPr bwMode="auto">
            <a:xfrm>
              <a:off x="2144713" y="14167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Rectangle 19"/>
            <p:cNvSpPr>
              <a:spLocks noChangeArrowheads="1"/>
            </p:cNvSpPr>
            <p:nvPr/>
          </p:nvSpPr>
          <p:spPr bwMode="auto">
            <a:xfrm>
              <a:off x="2144713" y="13595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Rectangle 20"/>
            <p:cNvSpPr>
              <a:spLocks noChangeArrowheads="1"/>
            </p:cNvSpPr>
            <p:nvPr/>
          </p:nvSpPr>
          <p:spPr bwMode="auto">
            <a:xfrm>
              <a:off x="2144713" y="13881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Rectangle 21"/>
            <p:cNvSpPr>
              <a:spLocks noChangeArrowheads="1"/>
            </p:cNvSpPr>
            <p:nvPr/>
          </p:nvSpPr>
          <p:spPr bwMode="auto">
            <a:xfrm>
              <a:off x="2168526" y="145005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" name="Rectangle 22"/>
            <p:cNvSpPr>
              <a:spLocks noChangeArrowheads="1"/>
            </p:cNvSpPr>
            <p:nvPr/>
          </p:nvSpPr>
          <p:spPr bwMode="auto">
            <a:xfrm>
              <a:off x="2197101" y="145005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Rectangle 23"/>
            <p:cNvSpPr>
              <a:spLocks noChangeArrowheads="1"/>
            </p:cNvSpPr>
            <p:nvPr/>
          </p:nvSpPr>
          <p:spPr bwMode="auto">
            <a:xfrm>
              <a:off x="2225676" y="1450053"/>
              <a:ext cx="174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Freeform 24"/>
            <p:cNvSpPr>
              <a:spLocks/>
            </p:cNvSpPr>
            <p:nvPr/>
          </p:nvSpPr>
          <p:spPr bwMode="auto">
            <a:xfrm>
              <a:off x="2252663" y="1445290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Rectangle 25"/>
            <p:cNvSpPr>
              <a:spLocks noChangeArrowheads="1"/>
            </p:cNvSpPr>
            <p:nvPr/>
          </p:nvSpPr>
          <p:spPr bwMode="auto">
            <a:xfrm>
              <a:off x="2257426" y="13881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Rectangle 26"/>
            <p:cNvSpPr>
              <a:spLocks noChangeArrowheads="1"/>
            </p:cNvSpPr>
            <p:nvPr/>
          </p:nvSpPr>
          <p:spPr bwMode="auto">
            <a:xfrm>
              <a:off x="2257426" y="14167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Rectangle 27"/>
            <p:cNvSpPr>
              <a:spLocks noChangeArrowheads="1"/>
            </p:cNvSpPr>
            <p:nvPr/>
          </p:nvSpPr>
          <p:spPr bwMode="auto">
            <a:xfrm>
              <a:off x="2257426" y="13595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8"/>
            <p:cNvSpPr>
              <a:spLocks/>
            </p:cNvSpPr>
            <p:nvPr/>
          </p:nvSpPr>
          <p:spPr bwMode="auto">
            <a:xfrm>
              <a:off x="2173288" y="1364328"/>
              <a:ext cx="65088" cy="66675"/>
            </a:xfrm>
            <a:custGeom>
              <a:avLst/>
              <a:gdLst>
                <a:gd name="T0" fmla="*/ 0 w 41"/>
                <a:gd name="T1" fmla="*/ 24 h 42"/>
                <a:gd name="T2" fmla="*/ 18 w 41"/>
                <a:gd name="T3" fmla="*/ 24 h 42"/>
                <a:gd name="T4" fmla="*/ 18 w 41"/>
                <a:gd name="T5" fmla="*/ 42 h 42"/>
                <a:gd name="T6" fmla="*/ 24 w 41"/>
                <a:gd name="T7" fmla="*/ 42 h 42"/>
                <a:gd name="T8" fmla="*/ 24 w 41"/>
                <a:gd name="T9" fmla="*/ 24 h 42"/>
                <a:gd name="T10" fmla="*/ 41 w 41"/>
                <a:gd name="T11" fmla="*/ 24 h 42"/>
                <a:gd name="T12" fmla="*/ 41 w 41"/>
                <a:gd name="T13" fmla="*/ 18 h 42"/>
                <a:gd name="T14" fmla="*/ 24 w 41"/>
                <a:gd name="T15" fmla="*/ 18 h 42"/>
                <a:gd name="T16" fmla="*/ 24 w 41"/>
                <a:gd name="T17" fmla="*/ 0 h 42"/>
                <a:gd name="T18" fmla="*/ 18 w 41"/>
                <a:gd name="T19" fmla="*/ 0 h 42"/>
                <a:gd name="T20" fmla="*/ 18 w 41"/>
                <a:gd name="T21" fmla="*/ 18 h 42"/>
                <a:gd name="T22" fmla="*/ 0 w 41"/>
                <a:gd name="T23" fmla="*/ 18 h 42"/>
                <a:gd name="T24" fmla="*/ 0 w 41"/>
                <a:gd name="T25" fmla="*/ 2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2">
                  <a:moveTo>
                    <a:pt x="0" y="24"/>
                  </a:moveTo>
                  <a:lnTo>
                    <a:pt x="18" y="24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24"/>
                  </a:lnTo>
                  <a:lnTo>
                    <a:pt x="41" y="24"/>
                  </a:lnTo>
                  <a:lnTo>
                    <a:pt x="41" y="18"/>
                  </a:lnTo>
                  <a:lnTo>
                    <a:pt x="24" y="18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" name="Freeform 29"/>
          <p:cNvSpPr>
            <a:spLocks noEditPoints="1"/>
          </p:cNvSpPr>
          <p:nvPr/>
        </p:nvSpPr>
        <p:spPr bwMode="auto">
          <a:xfrm>
            <a:off x="2447926" y="1297653"/>
            <a:ext cx="304800" cy="200025"/>
          </a:xfrm>
          <a:custGeom>
            <a:avLst/>
            <a:gdLst>
              <a:gd name="T0" fmla="*/ 128 w 256"/>
              <a:gd name="T1" fmla="*/ 168 h 168"/>
              <a:gd name="T2" fmla="*/ 256 w 256"/>
              <a:gd name="T3" fmla="*/ 84 h 168"/>
              <a:gd name="T4" fmla="*/ 128 w 256"/>
              <a:gd name="T5" fmla="*/ 0 h 168"/>
              <a:gd name="T6" fmla="*/ 0 w 256"/>
              <a:gd name="T7" fmla="*/ 84 h 168"/>
              <a:gd name="T8" fmla="*/ 128 w 256"/>
              <a:gd name="T9" fmla="*/ 168 h 168"/>
              <a:gd name="T10" fmla="*/ 9 w 256"/>
              <a:gd name="T11" fmla="*/ 88 h 168"/>
              <a:gd name="T12" fmla="*/ 124 w 256"/>
              <a:gd name="T13" fmla="*/ 88 h 168"/>
              <a:gd name="T14" fmla="*/ 124 w 256"/>
              <a:gd name="T15" fmla="*/ 160 h 168"/>
              <a:gd name="T16" fmla="*/ 9 w 256"/>
              <a:gd name="T17" fmla="*/ 88 h 168"/>
              <a:gd name="T18" fmla="*/ 132 w 256"/>
              <a:gd name="T19" fmla="*/ 160 h 168"/>
              <a:gd name="T20" fmla="*/ 132 w 256"/>
              <a:gd name="T21" fmla="*/ 88 h 168"/>
              <a:gd name="T22" fmla="*/ 248 w 256"/>
              <a:gd name="T23" fmla="*/ 88 h 168"/>
              <a:gd name="T24" fmla="*/ 132 w 256"/>
              <a:gd name="T25" fmla="*/ 160 h 168"/>
              <a:gd name="T26" fmla="*/ 248 w 256"/>
              <a:gd name="T27" fmla="*/ 80 h 168"/>
              <a:gd name="T28" fmla="*/ 132 w 256"/>
              <a:gd name="T29" fmla="*/ 80 h 168"/>
              <a:gd name="T30" fmla="*/ 132 w 256"/>
              <a:gd name="T31" fmla="*/ 8 h 168"/>
              <a:gd name="T32" fmla="*/ 248 w 256"/>
              <a:gd name="T33" fmla="*/ 80 h 168"/>
              <a:gd name="T34" fmla="*/ 124 w 256"/>
              <a:gd name="T35" fmla="*/ 8 h 168"/>
              <a:gd name="T36" fmla="*/ 124 w 256"/>
              <a:gd name="T37" fmla="*/ 80 h 168"/>
              <a:gd name="T38" fmla="*/ 9 w 256"/>
              <a:gd name="T39" fmla="*/ 80 h 168"/>
              <a:gd name="T40" fmla="*/ 124 w 256"/>
              <a:gd name="T41" fmla="*/ 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168">
                <a:moveTo>
                  <a:pt x="128" y="168"/>
                </a:moveTo>
                <a:cubicBezTo>
                  <a:pt x="199" y="168"/>
                  <a:pt x="256" y="130"/>
                  <a:pt x="256" y="84"/>
                </a:cubicBezTo>
                <a:cubicBezTo>
                  <a:pt x="256" y="37"/>
                  <a:pt x="199" y="0"/>
                  <a:pt x="128" y="0"/>
                </a:cubicBezTo>
                <a:cubicBezTo>
                  <a:pt x="58" y="0"/>
                  <a:pt x="0" y="37"/>
                  <a:pt x="0" y="84"/>
                </a:cubicBezTo>
                <a:cubicBezTo>
                  <a:pt x="0" y="130"/>
                  <a:pt x="58" y="168"/>
                  <a:pt x="128" y="168"/>
                </a:cubicBezTo>
                <a:close/>
                <a:moveTo>
                  <a:pt x="9" y="88"/>
                </a:moveTo>
                <a:cubicBezTo>
                  <a:pt x="124" y="88"/>
                  <a:pt x="124" y="88"/>
                  <a:pt x="124" y="88"/>
                </a:cubicBezTo>
                <a:cubicBezTo>
                  <a:pt x="124" y="160"/>
                  <a:pt x="124" y="160"/>
                  <a:pt x="124" y="160"/>
                </a:cubicBezTo>
                <a:cubicBezTo>
                  <a:pt x="62" y="158"/>
                  <a:pt x="12" y="127"/>
                  <a:pt x="9" y="88"/>
                </a:cubicBezTo>
                <a:close/>
                <a:moveTo>
                  <a:pt x="132" y="160"/>
                </a:moveTo>
                <a:cubicBezTo>
                  <a:pt x="132" y="88"/>
                  <a:pt x="132" y="88"/>
                  <a:pt x="132" y="88"/>
                </a:cubicBezTo>
                <a:cubicBezTo>
                  <a:pt x="248" y="88"/>
                  <a:pt x="248" y="88"/>
                  <a:pt x="248" y="88"/>
                </a:cubicBezTo>
                <a:cubicBezTo>
                  <a:pt x="245" y="127"/>
                  <a:pt x="195" y="158"/>
                  <a:pt x="132" y="160"/>
                </a:cubicBezTo>
                <a:close/>
                <a:moveTo>
                  <a:pt x="248" y="80"/>
                </a:moveTo>
                <a:cubicBezTo>
                  <a:pt x="132" y="80"/>
                  <a:pt x="132" y="80"/>
                  <a:pt x="132" y="80"/>
                </a:cubicBezTo>
                <a:cubicBezTo>
                  <a:pt x="132" y="8"/>
                  <a:pt x="132" y="8"/>
                  <a:pt x="132" y="8"/>
                </a:cubicBezTo>
                <a:cubicBezTo>
                  <a:pt x="195" y="9"/>
                  <a:pt x="245" y="40"/>
                  <a:pt x="248" y="80"/>
                </a:cubicBezTo>
                <a:close/>
                <a:moveTo>
                  <a:pt x="124" y="8"/>
                </a:moveTo>
                <a:cubicBezTo>
                  <a:pt x="124" y="80"/>
                  <a:pt x="124" y="80"/>
                  <a:pt x="124" y="80"/>
                </a:cubicBezTo>
                <a:cubicBezTo>
                  <a:pt x="9" y="80"/>
                  <a:pt x="9" y="80"/>
                  <a:pt x="9" y="80"/>
                </a:cubicBezTo>
                <a:cubicBezTo>
                  <a:pt x="12" y="40"/>
                  <a:pt x="62" y="9"/>
                  <a:pt x="124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30"/>
          <p:cNvSpPr>
            <a:spLocks noEditPoints="1"/>
          </p:cNvSpPr>
          <p:nvPr/>
        </p:nvSpPr>
        <p:spPr bwMode="auto">
          <a:xfrm>
            <a:off x="2843213" y="1264315"/>
            <a:ext cx="303213" cy="266700"/>
          </a:xfrm>
          <a:custGeom>
            <a:avLst/>
            <a:gdLst>
              <a:gd name="T0" fmla="*/ 143 w 191"/>
              <a:gd name="T1" fmla="*/ 168 h 168"/>
              <a:gd name="T2" fmla="*/ 191 w 191"/>
              <a:gd name="T3" fmla="*/ 84 h 168"/>
              <a:gd name="T4" fmla="*/ 143 w 191"/>
              <a:gd name="T5" fmla="*/ 0 h 168"/>
              <a:gd name="T6" fmla="*/ 48 w 191"/>
              <a:gd name="T7" fmla="*/ 0 h 168"/>
              <a:gd name="T8" fmla="*/ 0 w 191"/>
              <a:gd name="T9" fmla="*/ 84 h 168"/>
              <a:gd name="T10" fmla="*/ 48 w 191"/>
              <a:gd name="T11" fmla="*/ 168 h 168"/>
              <a:gd name="T12" fmla="*/ 143 w 191"/>
              <a:gd name="T13" fmla="*/ 168 h 168"/>
              <a:gd name="T14" fmla="*/ 56 w 191"/>
              <a:gd name="T15" fmla="*/ 162 h 168"/>
              <a:gd name="T16" fmla="*/ 95 w 191"/>
              <a:gd name="T17" fmla="*/ 90 h 168"/>
              <a:gd name="T18" fmla="*/ 136 w 191"/>
              <a:gd name="T19" fmla="*/ 162 h 168"/>
              <a:gd name="T20" fmla="*/ 56 w 191"/>
              <a:gd name="T21" fmla="*/ 162 h 168"/>
              <a:gd name="T22" fmla="*/ 184 w 191"/>
              <a:gd name="T23" fmla="*/ 84 h 168"/>
              <a:gd name="T24" fmla="*/ 141 w 191"/>
              <a:gd name="T25" fmla="*/ 160 h 168"/>
              <a:gd name="T26" fmla="*/ 99 w 191"/>
              <a:gd name="T27" fmla="*/ 84 h 168"/>
              <a:gd name="T28" fmla="*/ 141 w 191"/>
              <a:gd name="T29" fmla="*/ 8 h 168"/>
              <a:gd name="T30" fmla="*/ 184 w 191"/>
              <a:gd name="T31" fmla="*/ 84 h 168"/>
              <a:gd name="T32" fmla="*/ 95 w 191"/>
              <a:gd name="T33" fmla="*/ 77 h 168"/>
              <a:gd name="T34" fmla="*/ 56 w 191"/>
              <a:gd name="T35" fmla="*/ 6 h 168"/>
              <a:gd name="T36" fmla="*/ 136 w 191"/>
              <a:gd name="T37" fmla="*/ 6 h 168"/>
              <a:gd name="T38" fmla="*/ 95 w 191"/>
              <a:gd name="T39" fmla="*/ 77 h 168"/>
              <a:gd name="T40" fmla="*/ 50 w 191"/>
              <a:gd name="T41" fmla="*/ 8 h 168"/>
              <a:gd name="T42" fmla="*/ 92 w 191"/>
              <a:gd name="T43" fmla="*/ 84 h 168"/>
              <a:gd name="T44" fmla="*/ 50 w 191"/>
              <a:gd name="T45" fmla="*/ 160 h 168"/>
              <a:gd name="T46" fmla="*/ 7 w 191"/>
              <a:gd name="T47" fmla="*/ 84 h 168"/>
              <a:gd name="T48" fmla="*/ 50 w 191"/>
              <a:gd name="T49" fmla="*/ 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91" h="168">
                <a:moveTo>
                  <a:pt x="143" y="168"/>
                </a:moveTo>
                <a:lnTo>
                  <a:pt x="191" y="84"/>
                </a:lnTo>
                <a:lnTo>
                  <a:pt x="143" y="0"/>
                </a:lnTo>
                <a:lnTo>
                  <a:pt x="48" y="0"/>
                </a:lnTo>
                <a:lnTo>
                  <a:pt x="0" y="84"/>
                </a:lnTo>
                <a:lnTo>
                  <a:pt x="48" y="168"/>
                </a:lnTo>
                <a:lnTo>
                  <a:pt x="143" y="168"/>
                </a:lnTo>
                <a:close/>
                <a:moveTo>
                  <a:pt x="56" y="162"/>
                </a:moveTo>
                <a:lnTo>
                  <a:pt x="95" y="90"/>
                </a:lnTo>
                <a:lnTo>
                  <a:pt x="136" y="162"/>
                </a:lnTo>
                <a:lnTo>
                  <a:pt x="56" y="162"/>
                </a:lnTo>
                <a:close/>
                <a:moveTo>
                  <a:pt x="184" y="84"/>
                </a:moveTo>
                <a:lnTo>
                  <a:pt x="141" y="160"/>
                </a:lnTo>
                <a:lnTo>
                  <a:pt x="99" y="84"/>
                </a:lnTo>
                <a:lnTo>
                  <a:pt x="141" y="8"/>
                </a:lnTo>
                <a:lnTo>
                  <a:pt x="184" y="84"/>
                </a:lnTo>
                <a:close/>
                <a:moveTo>
                  <a:pt x="95" y="77"/>
                </a:moveTo>
                <a:lnTo>
                  <a:pt x="56" y="6"/>
                </a:lnTo>
                <a:lnTo>
                  <a:pt x="136" y="6"/>
                </a:lnTo>
                <a:lnTo>
                  <a:pt x="95" y="77"/>
                </a:lnTo>
                <a:close/>
                <a:moveTo>
                  <a:pt x="50" y="8"/>
                </a:moveTo>
                <a:lnTo>
                  <a:pt x="92" y="84"/>
                </a:lnTo>
                <a:lnTo>
                  <a:pt x="50" y="160"/>
                </a:lnTo>
                <a:lnTo>
                  <a:pt x="7" y="84"/>
                </a:lnTo>
                <a:lnTo>
                  <a:pt x="50" y="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31"/>
          <p:cNvSpPr>
            <a:spLocks noEditPoints="1"/>
          </p:cNvSpPr>
          <p:nvPr/>
        </p:nvSpPr>
        <p:spPr bwMode="auto">
          <a:xfrm>
            <a:off x="3238501" y="1297653"/>
            <a:ext cx="303213" cy="200025"/>
          </a:xfrm>
          <a:custGeom>
            <a:avLst/>
            <a:gdLst>
              <a:gd name="T0" fmla="*/ 0 w 191"/>
              <a:gd name="T1" fmla="*/ 126 h 126"/>
              <a:gd name="T2" fmla="*/ 191 w 191"/>
              <a:gd name="T3" fmla="*/ 126 h 126"/>
              <a:gd name="T4" fmla="*/ 191 w 191"/>
              <a:gd name="T5" fmla="*/ 0 h 126"/>
              <a:gd name="T6" fmla="*/ 0 w 191"/>
              <a:gd name="T7" fmla="*/ 0 h 126"/>
              <a:gd name="T8" fmla="*/ 0 w 191"/>
              <a:gd name="T9" fmla="*/ 126 h 126"/>
              <a:gd name="T10" fmla="*/ 101 w 191"/>
              <a:gd name="T11" fmla="*/ 63 h 126"/>
              <a:gd name="T12" fmla="*/ 185 w 191"/>
              <a:gd name="T13" fmla="*/ 8 h 126"/>
              <a:gd name="T14" fmla="*/ 185 w 191"/>
              <a:gd name="T15" fmla="*/ 117 h 126"/>
              <a:gd name="T16" fmla="*/ 101 w 191"/>
              <a:gd name="T17" fmla="*/ 63 h 126"/>
              <a:gd name="T18" fmla="*/ 178 w 191"/>
              <a:gd name="T19" fmla="*/ 120 h 126"/>
              <a:gd name="T20" fmla="*/ 12 w 191"/>
              <a:gd name="T21" fmla="*/ 120 h 126"/>
              <a:gd name="T22" fmla="*/ 96 w 191"/>
              <a:gd name="T23" fmla="*/ 66 h 126"/>
              <a:gd name="T24" fmla="*/ 178 w 191"/>
              <a:gd name="T25" fmla="*/ 120 h 126"/>
              <a:gd name="T26" fmla="*/ 96 w 191"/>
              <a:gd name="T27" fmla="*/ 59 h 126"/>
              <a:gd name="T28" fmla="*/ 12 w 191"/>
              <a:gd name="T29" fmla="*/ 6 h 126"/>
              <a:gd name="T30" fmla="*/ 178 w 191"/>
              <a:gd name="T31" fmla="*/ 6 h 126"/>
              <a:gd name="T32" fmla="*/ 96 w 191"/>
              <a:gd name="T33" fmla="*/ 59 h 126"/>
              <a:gd name="T34" fmla="*/ 90 w 191"/>
              <a:gd name="T35" fmla="*/ 63 h 126"/>
              <a:gd name="T36" fmla="*/ 6 w 191"/>
              <a:gd name="T37" fmla="*/ 117 h 126"/>
              <a:gd name="T38" fmla="*/ 6 w 191"/>
              <a:gd name="T39" fmla="*/ 8 h 126"/>
              <a:gd name="T40" fmla="*/ 90 w 191"/>
              <a:gd name="T41" fmla="*/ 63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1" h="126">
                <a:moveTo>
                  <a:pt x="0" y="126"/>
                </a:moveTo>
                <a:lnTo>
                  <a:pt x="191" y="126"/>
                </a:lnTo>
                <a:lnTo>
                  <a:pt x="191" y="0"/>
                </a:lnTo>
                <a:lnTo>
                  <a:pt x="0" y="0"/>
                </a:lnTo>
                <a:lnTo>
                  <a:pt x="0" y="126"/>
                </a:lnTo>
                <a:close/>
                <a:moveTo>
                  <a:pt x="101" y="63"/>
                </a:moveTo>
                <a:lnTo>
                  <a:pt x="185" y="8"/>
                </a:lnTo>
                <a:lnTo>
                  <a:pt x="185" y="117"/>
                </a:lnTo>
                <a:lnTo>
                  <a:pt x="101" y="63"/>
                </a:lnTo>
                <a:close/>
                <a:moveTo>
                  <a:pt x="178" y="120"/>
                </a:moveTo>
                <a:lnTo>
                  <a:pt x="12" y="120"/>
                </a:lnTo>
                <a:lnTo>
                  <a:pt x="96" y="66"/>
                </a:lnTo>
                <a:lnTo>
                  <a:pt x="178" y="120"/>
                </a:lnTo>
                <a:close/>
                <a:moveTo>
                  <a:pt x="96" y="59"/>
                </a:moveTo>
                <a:lnTo>
                  <a:pt x="12" y="6"/>
                </a:lnTo>
                <a:lnTo>
                  <a:pt x="178" y="6"/>
                </a:lnTo>
                <a:lnTo>
                  <a:pt x="96" y="59"/>
                </a:lnTo>
                <a:close/>
                <a:moveTo>
                  <a:pt x="90" y="63"/>
                </a:moveTo>
                <a:lnTo>
                  <a:pt x="6" y="117"/>
                </a:lnTo>
                <a:lnTo>
                  <a:pt x="6" y="8"/>
                </a:lnTo>
                <a:lnTo>
                  <a:pt x="90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32"/>
          <p:cNvSpPr>
            <a:spLocks noEditPoints="1"/>
          </p:cNvSpPr>
          <p:nvPr/>
        </p:nvSpPr>
        <p:spPr bwMode="auto">
          <a:xfrm>
            <a:off x="3632201" y="1297653"/>
            <a:ext cx="304800" cy="200025"/>
          </a:xfrm>
          <a:custGeom>
            <a:avLst/>
            <a:gdLst>
              <a:gd name="T0" fmla="*/ 52 w 256"/>
              <a:gd name="T1" fmla="*/ 168 h 168"/>
              <a:gd name="T2" fmla="*/ 204 w 256"/>
              <a:gd name="T3" fmla="*/ 168 h 168"/>
              <a:gd name="T4" fmla="*/ 256 w 256"/>
              <a:gd name="T5" fmla="*/ 116 h 168"/>
              <a:gd name="T6" fmla="*/ 256 w 256"/>
              <a:gd name="T7" fmla="*/ 52 h 168"/>
              <a:gd name="T8" fmla="*/ 204 w 256"/>
              <a:gd name="T9" fmla="*/ 0 h 168"/>
              <a:gd name="T10" fmla="*/ 52 w 256"/>
              <a:gd name="T11" fmla="*/ 0 h 168"/>
              <a:gd name="T12" fmla="*/ 0 w 256"/>
              <a:gd name="T13" fmla="*/ 52 h 168"/>
              <a:gd name="T14" fmla="*/ 0 w 256"/>
              <a:gd name="T15" fmla="*/ 116 h 168"/>
              <a:gd name="T16" fmla="*/ 52 w 256"/>
              <a:gd name="T17" fmla="*/ 168 h 168"/>
              <a:gd name="T18" fmla="*/ 52 w 256"/>
              <a:gd name="T19" fmla="*/ 160 h 168"/>
              <a:gd name="T20" fmla="*/ 27 w 256"/>
              <a:gd name="T21" fmla="*/ 152 h 168"/>
              <a:gd name="T22" fmla="*/ 128 w 256"/>
              <a:gd name="T23" fmla="*/ 88 h 168"/>
              <a:gd name="T24" fmla="*/ 229 w 256"/>
              <a:gd name="T25" fmla="*/ 152 h 168"/>
              <a:gd name="T26" fmla="*/ 204 w 256"/>
              <a:gd name="T27" fmla="*/ 160 h 168"/>
              <a:gd name="T28" fmla="*/ 52 w 256"/>
              <a:gd name="T29" fmla="*/ 160 h 168"/>
              <a:gd name="T30" fmla="*/ 248 w 256"/>
              <a:gd name="T31" fmla="*/ 52 h 168"/>
              <a:gd name="T32" fmla="*/ 248 w 256"/>
              <a:gd name="T33" fmla="*/ 116 h 168"/>
              <a:gd name="T34" fmla="*/ 235 w 256"/>
              <a:gd name="T35" fmla="*/ 146 h 168"/>
              <a:gd name="T36" fmla="*/ 135 w 256"/>
              <a:gd name="T37" fmla="*/ 84 h 168"/>
              <a:gd name="T38" fmla="*/ 235 w 256"/>
              <a:gd name="T39" fmla="*/ 21 h 168"/>
              <a:gd name="T40" fmla="*/ 248 w 256"/>
              <a:gd name="T41" fmla="*/ 52 h 168"/>
              <a:gd name="T42" fmla="*/ 204 w 256"/>
              <a:gd name="T43" fmla="*/ 8 h 168"/>
              <a:gd name="T44" fmla="*/ 229 w 256"/>
              <a:gd name="T45" fmla="*/ 15 h 168"/>
              <a:gd name="T46" fmla="*/ 128 w 256"/>
              <a:gd name="T47" fmla="*/ 79 h 168"/>
              <a:gd name="T48" fmla="*/ 27 w 256"/>
              <a:gd name="T49" fmla="*/ 15 h 168"/>
              <a:gd name="T50" fmla="*/ 52 w 256"/>
              <a:gd name="T51" fmla="*/ 8 h 168"/>
              <a:gd name="T52" fmla="*/ 204 w 256"/>
              <a:gd name="T53" fmla="*/ 8 h 168"/>
              <a:gd name="T54" fmla="*/ 8 w 256"/>
              <a:gd name="T55" fmla="*/ 52 h 168"/>
              <a:gd name="T56" fmla="*/ 20 w 256"/>
              <a:gd name="T57" fmla="*/ 21 h 168"/>
              <a:gd name="T58" fmla="*/ 120 w 256"/>
              <a:gd name="T59" fmla="*/ 84 h 168"/>
              <a:gd name="T60" fmla="*/ 20 w 256"/>
              <a:gd name="T61" fmla="*/ 146 h 168"/>
              <a:gd name="T62" fmla="*/ 8 w 256"/>
              <a:gd name="T63" fmla="*/ 116 h 168"/>
              <a:gd name="T64" fmla="*/ 8 w 256"/>
              <a:gd name="T65" fmla="*/ 5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6" h="168">
                <a:moveTo>
                  <a:pt x="52" y="168"/>
                </a:moveTo>
                <a:cubicBezTo>
                  <a:pt x="204" y="168"/>
                  <a:pt x="204" y="168"/>
                  <a:pt x="204" y="168"/>
                </a:cubicBezTo>
                <a:cubicBezTo>
                  <a:pt x="232" y="168"/>
                  <a:pt x="256" y="144"/>
                  <a:pt x="256" y="116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23"/>
                  <a:pt x="232" y="0"/>
                  <a:pt x="204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44"/>
                  <a:pt x="23" y="168"/>
                  <a:pt x="52" y="168"/>
                </a:cubicBezTo>
                <a:close/>
                <a:moveTo>
                  <a:pt x="52" y="160"/>
                </a:moveTo>
                <a:cubicBezTo>
                  <a:pt x="42" y="160"/>
                  <a:pt x="34" y="157"/>
                  <a:pt x="27" y="152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229" y="152"/>
                  <a:pt x="229" y="152"/>
                  <a:pt x="229" y="152"/>
                </a:cubicBezTo>
                <a:cubicBezTo>
                  <a:pt x="222" y="157"/>
                  <a:pt x="213" y="160"/>
                  <a:pt x="204" y="160"/>
                </a:cubicBezTo>
                <a:lnTo>
                  <a:pt x="52" y="160"/>
                </a:lnTo>
                <a:close/>
                <a:moveTo>
                  <a:pt x="248" y="52"/>
                </a:moveTo>
                <a:cubicBezTo>
                  <a:pt x="248" y="116"/>
                  <a:pt x="248" y="116"/>
                  <a:pt x="248" y="116"/>
                </a:cubicBezTo>
                <a:cubicBezTo>
                  <a:pt x="248" y="128"/>
                  <a:pt x="243" y="138"/>
                  <a:pt x="235" y="146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235" y="21"/>
                  <a:pt x="235" y="21"/>
                  <a:pt x="235" y="21"/>
                </a:cubicBezTo>
                <a:cubicBezTo>
                  <a:pt x="243" y="29"/>
                  <a:pt x="248" y="40"/>
                  <a:pt x="248" y="52"/>
                </a:cubicBezTo>
                <a:close/>
                <a:moveTo>
                  <a:pt x="204" y="8"/>
                </a:moveTo>
                <a:cubicBezTo>
                  <a:pt x="213" y="8"/>
                  <a:pt x="222" y="10"/>
                  <a:pt x="229" y="15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27" y="15"/>
                  <a:pt x="27" y="15"/>
                  <a:pt x="27" y="15"/>
                </a:cubicBezTo>
                <a:cubicBezTo>
                  <a:pt x="34" y="10"/>
                  <a:pt x="42" y="8"/>
                  <a:pt x="52" y="8"/>
                </a:cubicBezTo>
                <a:lnTo>
                  <a:pt x="204" y="8"/>
                </a:lnTo>
                <a:close/>
                <a:moveTo>
                  <a:pt x="8" y="52"/>
                </a:moveTo>
                <a:cubicBezTo>
                  <a:pt x="8" y="40"/>
                  <a:pt x="13" y="29"/>
                  <a:pt x="20" y="21"/>
                </a:cubicBezTo>
                <a:cubicBezTo>
                  <a:pt x="120" y="84"/>
                  <a:pt x="120" y="84"/>
                  <a:pt x="120" y="84"/>
                </a:cubicBezTo>
                <a:cubicBezTo>
                  <a:pt x="20" y="146"/>
                  <a:pt x="20" y="146"/>
                  <a:pt x="20" y="146"/>
                </a:cubicBezTo>
                <a:cubicBezTo>
                  <a:pt x="13" y="138"/>
                  <a:pt x="8" y="128"/>
                  <a:pt x="8" y="116"/>
                </a:cubicBezTo>
                <a:lnTo>
                  <a:pt x="8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" name="Группа 2"/>
          <p:cNvGrpSpPr/>
          <p:nvPr/>
        </p:nvGrpSpPr>
        <p:grpSpPr>
          <a:xfrm>
            <a:off x="4078288" y="1245265"/>
            <a:ext cx="200025" cy="304800"/>
            <a:chOff x="4078288" y="1245265"/>
            <a:chExt cx="200025" cy="304800"/>
          </a:xfrm>
        </p:grpSpPr>
        <p:sp>
          <p:nvSpPr>
            <p:cNvPr id="26" name="Freeform 33"/>
            <p:cNvSpPr>
              <a:spLocks noEditPoints="1"/>
            </p:cNvSpPr>
            <p:nvPr/>
          </p:nvSpPr>
          <p:spPr bwMode="auto">
            <a:xfrm>
              <a:off x="4078288" y="1288128"/>
              <a:ext cx="157163" cy="209550"/>
            </a:xfrm>
            <a:custGeom>
              <a:avLst/>
              <a:gdLst>
                <a:gd name="T0" fmla="*/ 0 w 99"/>
                <a:gd name="T1" fmla="*/ 129 h 132"/>
                <a:gd name="T2" fmla="*/ 6 w 99"/>
                <a:gd name="T3" fmla="*/ 131 h 132"/>
                <a:gd name="T4" fmla="*/ 21 w 99"/>
                <a:gd name="T5" fmla="*/ 90 h 132"/>
                <a:gd name="T6" fmla="*/ 78 w 99"/>
                <a:gd name="T7" fmla="*/ 90 h 132"/>
                <a:gd name="T8" fmla="*/ 93 w 99"/>
                <a:gd name="T9" fmla="*/ 132 h 132"/>
                <a:gd name="T10" fmla="*/ 99 w 99"/>
                <a:gd name="T11" fmla="*/ 130 h 132"/>
                <a:gd name="T12" fmla="*/ 54 w 99"/>
                <a:gd name="T13" fmla="*/ 0 h 132"/>
                <a:gd name="T14" fmla="*/ 46 w 99"/>
                <a:gd name="T15" fmla="*/ 0 h 132"/>
                <a:gd name="T16" fmla="*/ 0 w 99"/>
                <a:gd name="T17" fmla="*/ 129 h 132"/>
                <a:gd name="T18" fmla="*/ 76 w 99"/>
                <a:gd name="T19" fmla="*/ 84 h 132"/>
                <a:gd name="T20" fmla="*/ 23 w 99"/>
                <a:gd name="T21" fmla="*/ 84 h 132"/>
                <a:gd name="T22" fmla="*/ 50 w 99"/>
                <a:gd name="T23" fmla="*/ 8 h 132"/>
                <a:gd name="T24" fmla="*/ 76 w 99"/>
                <a:gd name="T25" fmla="*/ 8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32">
                  <a:moveTo>
                    <a:pt x="0" y="129"/>
                  </a:moveTo>
                  <a:lnTo>
                    <a:pt x="6" y="131"/>
                  </a:lnTo>
                  <a:lnTo>
                    <a:pt x="21" y="90"/>
                  </a:lnTo>
                  <a:lnTo>
                    <a:pt x="78" y="90"/>
                  </a:lnTo>
                  <a:lnTo>
                    <a:pt x="93" y="132"/>
                  </a:lnTo>
                  <a:lnTo>
                    <a:pt x="99" y="130"/>
                  </a:lnTo>
                  <a:lnTo>
                    <a:pt x="54" y="0"/>
                  </a:lnTo>
                  <a:lnTo>
                    <a:pt x="46" y="0"/>
                  </a:lnTo>
                  <a:lnTo>
                    <a:pt x="0" y="129"/>
                  </a:lnTo>
                  <a:close/>
                  <a:moveTo>
                    <a:pt x="76" y="84"/>
                  </a:moveTo>
                  <a:lnTo>
                    <a:pt x="23" y="84"/>
                  </a:lnTo>
                  <a:lnTo>
                    <a:pt x="50" y="8"/>
                  </a:lnTo>
                  <a:lnTo>
                    <a:pt x="76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Rectangle 34"/>
            <p:cNvSpPr>
              <a:spLocks noChangeArrowheads="1"/>
            </p:cNvSpPr>
            <p:nvPr/>
          </p:nvSpPr>
          <p:spPr bwMode="auto">
            <a:xfrm>
              <a:off x="4268788" y="1245265"/>
              <a:ext cx="9525" cy="304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8" name="Freeform 35"/>
          <p:cNvSpPr>
            <a:spLocks noEditPoints="1"/>
          </p:cNvSpPr>
          <p:nvPr/>
        </p:nvSpPr>
        <p:spPr bwMode="auto">
          <a:xfrm>
            <a:off x="4421188" y="1245265"/>
            <a:ext cx="304800" cy="304800"/>
          </a:xfrm>
          <a:custGeom>
            <a:avLst/>
            <a:gdLst>
              <a:gd name="T0" fmla="*/ 162 w 192"/>
              <a:gd name="T1" fmla="*/ 34 h 192"/>
              <a:gd name="T2" fmla="*/ 191 w 192"/>
              <a:gd name="T3" fmla="*/ 5 h 192"/>
              <a:gd name="T4" fmla="*/ 186 w 192"/>
              <a:gd name="T5" fmla="*/ 1 h 192"/>
              <a:gd name="T6" fmla="*/ 157 w 192"/>
              <a:gd name="T7" fmla="*/ 30 h 192"/>
              <a:gd name="T8" fmla="*/ 36 w 192"/>
              <a:gd name="T9" fmla="*/ 30 h 192"/>
              <a:gd name="T10" fmla="*/ 36 w 192"/>
              <a:gd name="T11" fmla="*/ 0 h 192"/>
              <a:gd name="T12" fmla="*/ 30 w 192"/>
              <a:gd name="T13" fmla="*/ 0 h 192"/>
              <a:gd name="T14" fmla="*/ 30 w 192"/>
              <a:gd name="T15" fmla="*/ 30 h 192"/>
              <a:gd name="T16" fmla="*/ 0 w 192"/>
              <a:gd name="T17" fmla="*/ 30 h 192"/>
              <a:gd name="T18" fmla="*/ 0 w 192"/>
              <a:gd name="T19" fmla="*/ 36 h 192"/>
              <a:gd name="T20" fmla="*/ 30 w 192"/>
              <a:gd name="T21" fmla="*/ 36 h 192"/>
              <a:gd name="T22" fmla="*/ 30 w 192"/>
              <a:gd name="T23" fmla="*/ 162 h 192"/>
              <a:gd name="T24" fmla="*/ 156 w 192"/>
              <a:gd name="T25" fmla="*/ 162 h 192"/>
              <a:gd name="T26" fmla="*/ 156 w 192"/>
              <a:gd name="T27" fmla="*/ 192 h 192"/>
              <a:gd name="T28" fmla="*/ 162 w 192"/>
              <a:gd name="T29" fmla="*/ 192 h 192"/>
              <a:gd name="T30" fmla="*/ 162 w 192"/>
              <a:gd name="T31" fmla="*/ 162 h 192"/>
              <a:gd name="T32" fmla="*/ 192 w 192"/>
              <a:gd name="T33" fmla="*/ 162 h 192"/>
              <a:gd name="T34" fmla="*/ 192 w 192"/>
              <a:gd name="T35" fmla="*/ 156 h 192"/>
              <a:gd name="T36" fmla="*/ 162 w 192"/>
              <a:gd name="T37" fmla="*/ 156 h 192"/>
              <a:gd name="T38" fmla="*/ 162 w 192"/>
              <a:gd name="T39" fmla="*/ 34 h 192"/>
              <a:gd name="T40" fmla="*/ 151 w 192"/>
              <a:gd name="T41" fmla="*/ 36 h 192"/>
              <a:gd name="T42" fmla="*/ 36 w 192"/>
              <a:gd name="T43" fmla="*/ 151 h 192"/>
              <a:gd name="T44" fmla="*/ 36 w 192"/>
              <a:gd name="T45" fmla="*/ 36 h 192"/>
              <a:gd name="T46" fmla="*/ 151 w 192"/>
              <a:gd name="T47" fmla="*/ 36 h 192"/>
              <a:gd name="T48" fmla="*/ 40 w 192"/>
              <a:gd name="T49" fmla="*/ 156 h 192"/>
              <a:gd name="T50" fmla="*/ 156 w 192"/>
              <a:gd name="T51" fmla="*/ 40 h 192"/>
              <a:gd name="T52" fmla="*/ 156 w 192"/>
              <a:gd name="T53" fmla="*/ 156 h 192"/>
              <a:gd name="T54" fmla="*/ 40 w 192"/>
              <a:gd name="T55" fmla="*/ 15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92" h="192">
                <a:moveTo>
                  <a:pt x="162" y="34"/>
                </a:moveTo>
                <a:lnTo>
                  <a:pt x="191" y="5"/>
                </a:lnTo>
                <a:lnTo>
                  <a:pt x="186" y="1"/>
                </a:lnTo>
                <a:lnTo>
                  <a:pt x="157" y="30"/>
                </a:lnTo>
                <a:lnTo>
                  <a:pt x="36" y="30"/>
                </a:lnTo>
                <a:lnTo>
                  <a:pt x="36" y="0"/>
                </a:lnTo>
                <a:lnTo>
                  <a:pt x="30" y="0"/>
                </a:lnTo>
                <a:lnTo>
                  <a:pt x="30" y="30"/>
                </a:lnTo>
                <a:lnTo>
                  <a:pt x="0" y="30"/>
                </a:lnTo>
                <a:lnTo>
                  <a:pt x="0" y="36"/>
                </a:lnTo>
                <a:lnTo>
                  <a:pt x="30" y="36"/>
                </a:lnTo>
                <a:lnTo>
                  <a:pt x="30" y="162"/>
                </a:lnTo>
                <a:lnTo>
                  <a:pt x="156" y="162"/>
                </a:lnTo>
                <a:lnTo>
                  <a:pt x="156" y="192"/>
                </a:lnTo>
                <a:lnTo>
                  <a:pt x="162" y="192"/>
                </a:lnTo>
                <a:lnTo>
                  <a:pt x="162" y="162"/>
                </a:lnTo>
                <a:lnTo>
                  <a:pt x="192" y="162"/>
                </a:lnTo>
                <a:lnTo>
                  <a:pt x="192" y="156"/>
                </a:lnTo>
                <a:lnTo>
                  <a:pt x="162" y="156"/>
                </a:lnTo>
                <a:lnTo>
                  <a:pt x="162" y="34"/>
                </a:lnTo>
                <a:close/>
                <a:moveTo>
                  <a:pt x="151" y="36"/>
                </a:moveTo>
                <a:lnTo>
                  <a:pt x="36" y="151"/>
                </a:lnTo>
                <a:lnTo>
                  <a:pt x="36" y="36"/>
                </a:lnTo>
                <a:lnTo>
                  <a:pt x="151" y="36"/>
                </a:lnTo>
                <a:close/>
                <a:moveTo>
                  <a:pt x="40" y="156"/>
                </a:moveTo>
                <a:lnTo>
                  <a:pt x="156" y="40"/>
                </a:lnTo>
                <a:lnTo>
                  <a:pt x="156" y="156"/>
                </a:lnTo>
                <a:lnTo>
                  <a:pt x="40" y="1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36"/>
          <p:cNvSpPr>
            <a:spLocks noEditPoints="1"/>
          </p:cNvSpPr>
          <p:nvPr/>
        </p:nvSpPr>
        <p:spPr bwMode="auto">
          <a:xfrm>
            <a:off x="4814888" y="1243678"/>
            <a:ext cx="306388" cy="306388"/>
          </a:xfrm>
          <a:custGeom>
            <a:avLst/>
            <a:gdLst>
              <a:gd name="T0" fmla="*/ 218 w 258"/>
              <a:gd name="T1" fmla="*/ 0 h 257"/>
              <a:gd name="T2" fmla="*/ 216 w 258"/>
              <a:gd name="T3" fmla="*/ 0 h 257"/>
              <a:gd name="T4" fmla="*/ 215 w 258"/>
              <a:gd name="T5" fmla="*/ 1 h 257"/>
              <a:gd name="T6" fmla="*/ 199 w 258"/>
              <a:gd name="T7" fmla="*/ 17 h 257"/>
              <a:gd name="T8" fmla="*/ 154 w 258"/>
              <a:gd name="T9" fmla="*/ 62 h 257"/>
              <a:gd name="T10" fmla="*/ 138 w 258"/>
              <a:gd name="T11" fmla="*/ 46 h 257"/>
              <a:gd name="T12" fmla="*/ 116 w 258"/>
              <a:gd name="T13" fmla="*/ 68 h 257"/>
              <a:gd name="T14" fmla="*/ 134 w 258"/>
              <a:gd name="T15" fmla="*/ 86 h 257"/>
              <a:gd name="T16" fmla="*/ 14 w 258"/>
              <a:gd name="T17" fmla="*/ 214 h 257"/>
              <a:gd name="T18" fmla="*/ 14 w 258"/>
              <a:gd name="T19" fmla="*/ 222 h 257"/>
              <a:gd name="T20" fmla="*/ 0 w 258"/>
              <a:gd name="T21" fmla="*/ 236 h 257"/>
              <a:gd name="T22" fmla="*/ 22 w 258"/>
              <a:gd name="T23" fmla="*/ 257 h 257"/>
              <a:gd name="T24" fmla="*/ 36 w 258"/>
              <a:gd name="T25" fmla="*/ 244 h 257"/>
              <a:gd name="T26" fmla="*/ 43 w 258"/>
              <a:gd name="T27" fmla="*/ 244 h 257"/>
              <a:gd name="T28" fmla="*/ 172 w 258"/>
              <a:gd name="T29" fmla="*/ 123 h 257"/>
              <a:gd name="T30" fmla="*/ 190 w 258"/>
              <a:gd name="T31" fmla="*/ 141 h 257"/>
              <a:gd name="T32" fmla="*/ 212 w 258"/>
              <a:gd name="T33" fmla="*/ 120 h 257"/>
              <a:gd name="T34" fmla="*/ 196 w 258"/>
              <a:gd name="T35" fmla="*/ 104 h 257"/>
              <a:gd name="T36" fmla="*/ 258 w 258"/>
              <a:gd name="T37" fmla="*/ 41 h 257"/>
              <a:gd name="T38" fmla="*/ 258 w 258"/>
              <a:gd name="T39" fmla="*/ 40 h 257"/>
              <a:gd name="T40" fmla="*/ 218 w 258"/>
              <a:gd name="T41" fmla="*/ 0 h 257"/>
              <a:gd name="T42" fmla="*/ 40 w 258"/>
              <a:gd name="T43" fmla="*/ 236 h 257"/>
              <a:gd name="T44" fmla="*/ 32 w 258"/>
              <a:gd name="T45" fmla="*/ 236 h 257"/>
              <a:gd name="T46" fmla="*/ 22 w 258"/>
              <a:gd name="T47" fmla="*/ 246 h 257"/>
              <a:gd name="T48" fmla="*/ 12 w 258"/>
              <a:gd name="T49" fmla="*/ 236 h 257"/>
              <a:gd name="T50" fmla="*/ 22 w 258"/>
              <a:gd name="T51" fmla="*/ 225 h 257"/>
              <a:gd name="T52" fmla="*/ 22 w 258"/>
              <a:gd name="T53" fmla="*/ 217 h 257"/>
              <a:gd name="T54" fmla="*/ 140 w 258"/>
              <a:gd name="T55" fmla="*/ 91 h 257"/>
              <a:gd name="T56" fmla="*/ 166 w 258"/>
              <a:gd name="T57" fmla="*/ 118 h 257"/>
              <a:gd name="T58" fmla="*/ 40 w 258"/>
              <a:gd name="T59" fmla="*/ 236 h 257"/>
              <a:gd name="T60" fmla="*/ 190 w 258"/>
              <a:gd name="T61" fmla="*/ 130 h 257"/>
              <a:gd name="T62" fmla="*/ 128 w 258"/>
              <a:gd name="T63" fmla="*/ 68 h 257"/>
              <a:gd name="T64" fmla="*/ 138 w 258"/>
              <a:gd name="T65" fmla="*/ 57 h 257"/>
              <a:gd name="T66" fmla="*/ 200 w 258"/>
              <a:gd name="T67" fmla="*/ 120 h 257"/>
              <a:gd name="T68" fmla="*/ 190 w 258"/>
              <a:gd name="T69" fmla="*/ 130 h 257"/>
              <a:gd name="T70" fmla="*/ 190 w 258"/>
              <a:gd name="T71" fmla="*/ 98 h 257"/>
              <a:gd name="T72" fmla="*/ 160 w 258"/>
              <a:gd name="T73" fmla="*/ 68 h 257"/>
              <a:gd name="T74" fmla="*/ 205 w 258"/>
              <a:gd name="T75" fmla="*/ 23 h 257"/>
              <a:gd name="T76" fmla="*/ 219 w 258"/>
              <a:gd name="T77" fmla="*/ 8 h 257"/>
              <a:gd name="T78" fmla="*/ 250 w 258"/>
              <a:gd name="T79" fmla="*/ 38 h 257"/>
              <a:gd name="T80" fmla="*/ 190 w 258"/>
              <a:gd name="T81" fmla="*/ 9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58" h="257">
                <a:moveTo>
                  <a:pt x="218" y="0"/>
                </a:moveTo>
                <a:cubicBezTo>
                  <a:pt x="216" y="0"/>
                  <a:pt x="216" y="0"/>
                  <a:pt x="216" y="0"/>
                </a:cubicBezTo>
                <a:cubicBezTo>
                  <a:pt x="215" y="1"/>
                  <a:pt x="215" y="1"/>
                  <a:pt x="215" y="1"/>
                </a:cubicBezTo>
                <a:cubicBezTo>
                  <a:pt x="215" y="1"/>
                  <a:pt x="205" y="11"/>
                  <a:pt x="199" y="17"/>
                </a:cubicBezTo>
                <a:cubicBezTo>
                  <a:pt x="154" y="62"/>
                  <a:pt x="154" y="62"/>
                  <a:pt x="154" y="62"/>
                </a:cubicBezTo>
                <a:cubicBezTo>
                  <a:pt x="138" y="46"/>
                  <a:pt x="138" y="46"/>
                  <a:pt x="138" y="46"/>
                </a:cubicBezTo>
                <a:cubicBezTo>
                  <a:pt x="116" y="68"/>
                  <a:pt x="116" y="68"/>
                  <a:pt x="116" y="68"/>
                </a:cubicBezTo>
                <a:cubicBezTo>
                  <a:pt x="134" y="86"/>
                  <a:pt x="134" y="86"/>
                  <a:pt x="134" y="86"/>
                </a:cubicBezTo>
                <a:cubicBezTo>
                  <a:pt x="14" y="214"/>
                  <a:pt x="14" y="214"/>
                  <a:pt x="14" y="214"/>
                </a:cubicBezTo>
                <a:cubicBezTo>
                  <a:pt x="14" y="222"/>
                  <a:pt x="14" y="222"/>
                  <a:pt x="14" y="222"/>
                </a:cubicBezTo>
                <a:cubicBezTo>
                  <a:pt x="0" y="236"/>
                  <a:pt x="0" y="236"/>
                  <a:pt x="0" y="236"/>
                </a:cubicBezTo>
                <a:cubicBezTo>
                  <a:pt x="22" y="257"/>
                  <a:pt x="22" y="257"/>
                  <a:pt x="22" y="257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43" y="244"/>
                  <a:pt x="43" y="244"/>
                  <a:pt x="43" y="244"/>
                </a:cubicBezTo>
                <a:cubicBezTo>
                  <a:pt x="172" y="123"/>
                  <a:pt x="172" y="123"/>
                  <a:pt x="172" y="123"/>
                </a:cubicBezTo>
                <a:cubicBezTo>
                  <a:pt x="190" y="141"/>
                  <a:pt x="190" y="141"/>
                  <a:pt x="190" y="141"/>
                </a:cubicBezTo>
                <a:cubicBezTo>
                  <a:pt x="212" y="120"/>
                  <a:pt x="212" y="120"/>
                  <a:pt x="212" y="120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258" y="41"/>
                  <a:pt x="258" y="41"/>
                  <a:pt x="258" y="41"/>
                </a:cubicBezTo>
                <a:cubicBezTo>
                  <a:pt x="258" y="40"/>
                  <a:pt x="258" y="40"/>
                  <a:pt x="258" y="40"/>
                </a:cubicBezTo>
                <a:cubicBezTo>
                  <a:pt x="258" y="20"/>
                  <a:pt x="238" y="0"/>
                  <a:pt x="218" y="0"/>
                </a:cubicBezTo>
                <a:close/>
                <a:moveTo>
                  <a:pt x="40" y="236"/>
                </a:moveTo>
                <a:cubicBezTo>
                  <a:pt x="32" y="236"/>
                  <a:pt x="32" y="236"/>
                  <a:pt x="32" y="236"/>
                </a:cubicBezTo>
                <a:cubicBezTo>
                  <a:pt x="22" y="246"/>
                  <a:pt x="22" y="246"/>
                  <a:pt x="22" y="246"/>
                </a:cubicBezTo>
                <a:cubicBezTo>
                  <a:pt x="12" y="236"/>
                  <a:pt x="12" y="236"/>
                  <a:pt x="12" y="236"/>
                </a:cubicBezTo>
                <a:cubicBezTo>
                  <a:pt x="22" y="225"/>
                  <a:pt x="22" y="225"/>
                  <a:pt x="22" y="225"/>
                </a:cubicBezTo>
                <a:cubicBezTo>
                  <a:pt x="22" y="217"/>
                  <a:pt x="22" y="217"/>
                  <a:pt x="22" y="217"/>
                </a:cubicBezTo>
                <a:cubicBezTo>
                  <a:pt x="140" y="91"/>
                  <a:pt x="140" y="91"/>
                  <a:pt x="140" y="91"/>
                </a:cubicBezTo>
                <a:cubicBezTo>
                  <a:pt x="166" y="118"/>
                  <a:pt x="166" y="118"/>
                  <a:pt x="166" y="118"/>
                </a:cubicBezTo>
                <a:lnTo>
                  <a:pt x="40" y="236"/>
                </a:lnTo>
                <a:close/>
                <a:moveTo>
                  <a:pt x="190" y="130"/>
                </a:moveTo>
                <a:cubicBezTo>
                  <a:pt x="128" y="68"/>
                  <a:pt x="128" y="68"/>
                  <a:pt x="128" y="68"/>
                </a:cubicBezTo>
                <a:cubicBezTo>
                  <a:pt x="138" y="57"/>
                  <a:pt x="138" y="57"/>
                  <a:pt x="138" y="57"/>
                </a:cubicBezTo>
                <a:cubicBezTo>
                  <a:pt x="200" y="120"/>
                  <a:pt x="200" y="120"/>
                  <a:pt x="200" y="120"/>
                </a:cubicBezTo>
                <a:lnTo>
                  <a:pt x="190" y="130"/>
                </a:lnTo>
                <a:close/>
                <a:moveTo>
                  <a:pt x="190" y="98"/>
                </a:moveTo>
                <a:cubicBezTo>
                  <a:pt x="160" y="68"/>
                  <a:pt x="160" y="68"/>
                  <a:pt x="160" y="68"/>
                </a:cubicBezTo>
                <a:cubicBezTo>
                  <a:pt x="205" y="23"/>
                  <a:pt x="205" y="23"/>
                  <a:pt x="205" y="23"/>
                </a:cubicBezTo>
                <a:cubicBezTo>
                  <a:pt x="209" y="18"/>
                  <a:pt x="217" y="11"/>
                  <a:pt x="219" y="8"/>
                </a:cubicBezTo>
                <a:cubicBezTo>
                  <a:pt x="234" y="9"/>
                  <a:pt x="249" y="24"/>
                  <a:pt x="250" y="38"/>
                </a:cubicBezTo>
                <a:lnTo>
                  <a:pt x="190" y="9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" name="Группа 3"/>
          <p:cNvGrpSpPr/>
          <p:nvPr/>
        </p:nvGrpSpPr>
        <p:grpSpPr>
          <a:xfrm>
            <a:off x="5210176" y="1245265"/>
            <a:ext cx="303213" cy="304800"/>
            <a:chOff x="5210176" y="1245265"/>
            <a:chExt cx="303213" cy="304800"/>
          </a:xfrm>
        </p:grpSpPr>
        <p:sp>
          <p:nvSpPr>
            <p:cNvPr id="30" name="Freeform 37"/>
            <p:cNvSpPr>
              <a:spLocks noEditPoints="1"/>
            </p:cNvSpPr>
            <p:nvPr/>
          </p:nvSpPr>
          <p:spPr bwMode="auto">
            <a:xfrm>
              <a:off x="5224463" y="1316703"/>
              <a:ext cx="138113" cy="173038"/>
            </a:xfrm>
            <a:custGeom>
              <a:avLst/>
              <a:gdLst>
                <a:gd name="T0" fmla="*/ 18 w 87"/>
                <a:gd name="T1" fmla="*/ 75 h 109"/>
                <a:gd name="T2" fmla="*/ 69 w 87"/>
                <a:gd name="T3" fmla="*/ 75 h 109"/>
                <a:gd name="T4" fmla="*/ 81 w 87"/>
                <a:gd name="T5" fmla="*/ 109 h 109"/>
                <a:gd name="T6" fmla="*/ 87 w 87"/>
                <a:gd name="T7" fmla="*/ 106 h 109"/>
                <a:gd name="T8" fmla="*/ 47 w 87"/>
                <a:gd name="T9" fmla="*/ 0 h 109"/>
                <a:gd name="T10" fmla="*/ 39 w 87"/>
                <a:gd name="T11" fmla="*/ 0 h 109"/>
                <a:gd name="T12" fmla="*/ 0 w 87"/>
                <a:gd name="T13" fmla="*/ 106 h 109"/>
                <a:gd name="T14" fmla="*/ 6 w 87"/>
                <a:gd name="T15" fmla="*/ 109 h 109"/>
                <a:gd name="T16" fmla="*/ 18 w 87"/>
                <a:gd name="T17" fmla="*/ 75 h 109"/>
                <a:gd name="T18" fmla="*/ 43 w 87"/>
                <a:gd name="T19" fmla="*/ 8 h 109"/>
                <a:gd name="T20" fmla="*/ 66 w 87"/>
                <a:gd name="T21" fmla="*/ 69 h 109"/>
                <a:gd name="T22" fmla="*/ 21 w 87"/>
                <a:gd name="T23" fmla="*/ 69 h 109"/>
                <a:gd name="T24" fmla="*/ 43 w 87"/>
                <a:gd name="T25" fmla="*/ 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109">
                  <a:moveTo>
                    <a:pt x="18" y="75"/>
                  </a:moveTo>
                  <a:lnTo>
                    <a:pt x="69" y="75"/>
                  </a:lnTo>
                  <a:lnTo>
                    <a:pt x="81" y="109"/>
                  </a:lnTo>
                  <a:lnTo>
                    <a:pt x="87" y="106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0" y="106"/>
                  </a:lnTo>
                  <a:lnTo>
                    <a:pt x="6" y="109"/>
                  </a:lnTo>
                  <a:lnTo>
                    <a:pt x="18" y="75"/>
                  </a:lnTo>
                  <a:close/>
                  <a:moveTo>
                    <a:pt x="43" y="8"/>
                  </a:moveTo>
                  <a:lnTo>
                    <a:pt x="66" y="69"/>
                  </a:lnTo>
                  <a:lnTo>
                    <a:pt x="21" y="69"/>
                  </a:lnTo>
                  <a:lnTo>
                    <a:pt x="4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" name="Freeform 38"/>
            <p:cNvSpPr>
              <a:spLocks noEditPoints="1"/>
            </p:cNvSpPr>
            <p:nvPr/>
          </p:nvSpPr>
          <p:spPr bwMode="auto">
            <a:xfrm>
              <a:off x="5362576" y="1316703"/>
              <a:ext cx="136525" cy="173038"/>
            </a:xfrm>
            <a:custGeom>
              <a:avLst/>
              <a:gdLst>
                <a:gd name="T0" fmla="*/ 18 w 86"/>
                <a:gd name="T1" fmla="*/ 75 h 109"/>
                <a:gd name="T2" fmla="*/ 68 w 86"/>
                <a:gd name="T3" fmla="*/ 75 h 109"/>
                <a:gd name="T4" fmla="*/ 80 w 86"/>
                <a:gd name="T5" fmla="*/ 109 h 109"/>
                <a:gd name="T6" fmla="*/ 86 w 86"/>
                <a:gd name="T7" fmla="*/ 106 h 109"/>
                <a:gd name="T8" fmla="*/ 47 w 86"/>
                <a:gd name="T9" fmla="*/ 0 h 109"/>
                <a:gd name="T10" fmla="*/ 39 w 86"/>
                <a:gd name="T11" fmla="*/ 0 h 109"/>
                <a:gd name="T12" fmla="*/ 0 w 86"/>
                <a:gd name="T13" fmla="*/ 106 h 109"/>
                <a:gd name="T14" fmla="*/ 6 w 86"/>
                <a:gd name="T15" fmla="*/ 109 h 109"/>
                <a:gd name="T16" fmla="*/ 18 w 86"/>
                <a:gd name="T17" fmla="*/ 75 h 109"/>
                <a:gd name="T18" fmla="*/ 43 w 86"/>
                <a:gd name="T19" fmla="*/ 8 h 109"/>
                <a:gd name="T20" fmla="*/ 66 w 86"/>
                <a:gd name="T21" fmla="*/ 69 h 109"/>
                <a:gd name="T22" fmla="*/ 21 w 86"/>
                <a:gd name="T23" fmla="*/ 69 h 109"/>
                <a:gd name="T24" fmla="*/ 43 w 86"/>
                <a:gd name="T25" fmla="*/ 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" h="109">
                  <a:moveTo>
                    <a:pt x="18" y="75"/>
                  </a:moveTo>
                  <a:lnTo>
                    <a:pt x="68" y="75"/>
                  </a:lnTo>
                  <a:lnTo>
                    <a:pt x="80" y="109"/>
                  </a:lnTo>
                  <a:lnTo>
                    <a:pt x="86" y="106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0" y="106"/>
                  </a:lnTo>
                  <a:lnTo>
                    <a:pt x="6" y="109"/>
                  </a:lnTo>
                  <a:lnTo>
                    <a:pt x="18" y="75"/>
                  </a:lnTo>
                  <a:close/>
                  <a:moveTo>
                    <a:pt x="43" y="8"/>
                  </a:moveTo>
                  <a:lnTo>
                    <a:pt x="66" y="69"/>
                  </a:lnTo>
                  <a:lnTo>
                    <a:pt x="21" y="69"/>
                  </a:lnTo>
                  <a:lnTo>
                    <a:pt x="4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9"/>
            <p:cNvSpPr>
              <a:spLocks noEditPoints="1"/>
            </p:cNvSpPr>
            <p:nvPr/>
          </p:nvSpPr>
          <p:spPr bwMode="auto">
            <a:xfrm>
              <a:off x="5210176" y="1245265"/>
              <a:ext cx="303213" cy="304800"/>
            </a:xfrm>
            <a:custGeom>
              <a:avLst/>
              <a:gdLst>
                <a:gd name="T0" fmla="*/ 191 w 191"/>
                <a:gd name="T1" fmla="*/ 0 h 192"/>
                <a:gd name="T2" fmla="*/ 0 w 191"/>
                <a:gd name="T3" fmla="*/ 0 h 192"/>
                <a:gd name="T4" fmla="*/ 0 w 191"/>
                <a:gd name="T5" fmla="*/ 192 h 192"/>
                <a:gd name="T6" fmla="*/ 191 w 191"/>
                <a:gd name="T7" fmla="*/ 192 h 192"/>
                <a:gd name="T8" fmla="*/ 191 w 191"/>
                <a:gd name="T9" fmla="*/ 0 h 192"/>
                <a:gd name="T10" fmla="*/ 185 w 191"/>
                <a:gd name="T11" fmla="*/ 186 h 192"/>
                <a:gd name="T12" fmla="*/ 6 w 191"/>
                <a:gd name="T13" fmla="*/ 186 h 192"/>
                <a:gd name="T14" fmla="*/ 6 w 191"/>
                <a:gd name="T15" fmla="*/ 6 h 192"/>
                <a:gd name="T16" fmla="*/ 185 w 191"/>
                <a:gd name="T17" fmla="*/ 6 h 192"/>
                <a:gd name="T18" fmla="*/ 185 w 191"/>
                <a:gd name="T19" fmla="*/ 18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1" h="192">
                  <a:moveTo>
                    <a:pt x="191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191" y="192"/>
                  </a:lnTo>
                  <a:lnTo>
                    <a:pt x="191" y="0"/>
                  </a:lnTo>
                  <a:close/>
                  <a:moveTo>
                    <a:pt x="185" y="186"/>
                  </a:moveTo>
                  <a:lnTo>
                    <a:pt x="6" y="186"/>
                  </a:lnTo>
                  <a:lnTo>
                    <a:pt x="6" y="6"/>
                  </a:lnTo>
                  <a:lnTo>
                    <a:pt x="185" y="6"/>
                  </a:lnTo>
                  <a:lnTo>
                    <a:pt x="185" y="1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6" name="Rectangle 43"/>
          <p:cNvSpPr>
            <a:spLocks noChangeArrowheads="1"/>
          </p:cNvSpPr>
          <p:nvPr/>
        </p:nvSpPr>
        <p:spPr bwMode="auto">
          <a:xfrm>
            <a:off x="5794376" y="1407190"/>
            <a:ext cx="104775" cy="95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4" name="Группа 413"/>
          <p:cNvGrpSpPr/>
          <p:nvPr/>
        </p:nvGrpSpPr>
        <p:grpSpPr>
          <a:xfrm>
            <a:off x="5613401" y="1245265"/>
            <a:ext cx="276225" cy="304801"/>
            <a:chOff x="5613401" y="1245265"/>
            <a:chExt cx="276225" cy="304801"/>
          </a:xfrm>
        </p:grpSpPr>
        <p:sp>
          <p:nvSpPr>
            <p:cNvPr id="33" name="Freeform 40"/>
            <p:cNvSpPr>
              <a:spLocks noEditPoints="1"/>
            </p:cNvSpPr>
            <p:nvPr/>
          </p:nvSpPr>
          <p:spPr bwMode="auto">
            <a:xfrm>
              <a:off x="5624513" y="1245265"/>
              <a:ext cx="155575" cy="206375"/>
            </a:xfrm>
            <a:custGeom>
              <a:avLst/>
              <a:gdLst>
                <a:gd name="T0" fmla="*/ 78 w 98"/>
                <a:gd name="T1" fmla="*/ 90 h 130"/>
                <a:gd name="T2" fmla="*/ 93 w 98"/>
                <a:gd name="T3" fmla="*/ 130 h 130"/>
                <a:gd name="T4" fmla="*/ 98 w 98"/>
                <a:gd name="T5" fmla="*/ 127 h 130"/>
                <a:gd name="T6" fmla="*/ 52 w 98"/>
                <a:gd name="T7" fmla="*/ 0 h 130"/>
                <a:gd name="T8" fmla="*/ 45 w 98"/>
                <a:gd name="T9" fmla="*/ 0 h 130"/>
                <a:gd name="T10" fmla="*/ 0 w 98"/>
                <a:gd name="T11" fmla="*/ 127 h 130"/>
                <a:gd name="T12" fmla="*/ 5 w 98"/>
                <a:gd name="T13" fmla="*/ 130 h 130"/>
                <a:gd name="T14" fmla="*/ 19 w 98"/>
                <a:gd name="T15" fmla="*/ 90 h 130"/>
                <a:gd name="T16" fmla="*/ 78 w 98"/>
                <a:gd name="T17" fmla="*/ 90 h 130"/>
                <a:gd name="T18" fmla="*/ 49 w 98"/>
                <a:gd name="T19" fmla="*/ 8 h 130"/>
                <a:gd name="T20" fmla="*/ 76 w 98"/>
                <a:gd name="T21" fmla="*/ 84 h 130"/>
                <a:gd name="T22" fmla="*/ 22 w 98"/>
                <a:gd name="T23" fmla="*/ 84 h 130"/>
                <a:gd name="T24" fmla="*/ 49 w 98"/>
                <a:gd name="T25" fmla="*/ 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30">
                  <a:moveTo>
                    <a:pt x="78" y="90"/>
                  </a:moveTo>
                  <a:lnTo>
                    <a:pt x="93" y="130"/>
                  </a:lnTo>
                  <a:lnTo>
                    <a:pt x="98" y="127"/>
                  </a:lnTo>
                  <a:lnTo>
                    <a:pt x="52" y="0"/>
                  </a:lnTo>
                  <a:lnTo>
                    <a:pt x="45" y="0"/>
                  </a:lnTo>
                  <a:lnTo>
                    <a:pt x="0" y="127"/>
                  </a:lnTo>
                  <a:lnTo>
                    <a:pt x="5" y="130"/>
                  </a:lnTo>
                  <a:lnTo>
                    <a:pt x="19" y="90"/>
                  </a:lnTo>
                  <a:lnTo>
                    <a:pt x="78" y="90"/>
                  </a:lnTo>
                  <a:close/>
                  <a:moveTo>
                    <a:pt x="49" y="8"/>
                  </a:moveTo>
                  <a:lnTo>
                    <a:pt x="76" y="84"/>
                  </a:lnTo>
                  <a:lnTo>
                    <a:pt x="22" y="84"/>
                  </a:lnTo>
                  <a:lnTo>
                    <a:pt x="4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41"/>
            <p:cNvSpPr>
              <a:spLocks noEditPoints="1"/>
            </p:cNvSpPr>
            <p:nvPr/>
          </p:nvSpPr>
          <p:spPr bwMode="auto">
            <a:xfrm>
              <a:off x="5800726" y="1278603"/>
              <a:ext cx="88900" cy="115888"/>
            </a:xfrm>
            <a:custGeom>
              <a:avLst/>
              <a:gdLst>
                <a:gd name="T0" fmla="*/ 24 w 56"/>
                <a:gd name="T1" fmla="*/ 0 h 73"/>
                <a:gd name="T2" fmla="*/ 0 w 56"/>
                <a:gd name="T3" fmla="*/ 70 h 73"/>
                <a:gd name="T4" fmla="*/ 5 w 56"/>
                <a:gd name="T5" fmla="*/ 73 h 73"/>
                <a:gd name="T6" fmla="*/ 12 w 56"/>
                <a:gd name="T7" fmla="*/ 54 h 73"/>
                <a:gd name="T8" fmla="*/ 44 w 56"/>
                <a:gd name="T9" fmla="*/ 54 h 73"/>
                <a:gd name="T10" fmla="*/ 51 w 56"/>
                <a:gd name="T11" fmla="*/ 73 h 73"/>
                <a:gd name="T12" fmla="*/ 56 w 56"/>
                <a:gd name="T13" fmla="*/ 70 h 73"/>
                <a:gd name="T14" fmla="*/ 31 w 56"/>
                <a:gd name="T15" fmla="*/ 0 h 73"/>
                <a:gd name="T16" fmla="*/ 24 w 56"/>
                <a:gd name="T17" fmla="*/ 0 h 73"/>
                <a:gd name="T18" fmla="*/ 14 w 56"/>
                <a:gd name="T19" fmla="*/ 48 h 73"/>
                <a:gd name="T20" fmla="*/ 27 w 56"/>
                <a:gd name="T21" fmla="*/ 8 h 73"/>
                <a:gd name="T22" fmla="*/ 42 w 56"/>
                <a:gd name="T23" fmla="*/ 48 h 73"/>
                <a:gd name="T24" fmla="*/ 14 w 56"/>
                <a:gd name="T25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24" y="0"/>
                  </a:moveTo>
                  <a:lnTo>
                    <a:pt x="0" y="70"/>
                  </a:lnTo>
                  <a:lnTo>
                    <a:pt x="5" y="73"/>
                  </a:lnTo>
                  <a:lnTo>
                    <a:pt x="12" y="54"/>
                  </a:lnTo>
                  <a:lnTo>
                    <a:pt x="44" y="54"/>
                  </a:lnTo>
                  <a:lnTo>
                    <a:pt x="51" y="73"/>
                  </a:lnTo>
                  <a:lnTo>
                    <a:pt x="56" y="70"/>
                  </a:lnTo>
                  <a:lnTo>
                    <a:pt x="31" y="0"/>
                  </a:lnTo>
                  <a:lnTo>
                    <a:pt x="24" y="0"/>
                  </a:lnTo>
                  <a:close/>
                  <a:moveTo>
                    <a:pt x="14" y="48"/>
                  </a:moveTo>
                  <a:lnTo>
                    <a:pt x="27" y="8"/>
                  </a:lnTo>
                  <a:lnTo>
                    <a:pt x="42" y="48"/>
                  </a:lnTo>
                  <a:lnTo>
                    <a:pt x="14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" name="Rectangle 42"/>
            <p:cNvSpPr>
              <a:spLocks noChangeArrowheads="1"/>
            </p:cNvSpPr>
            <p:nvPr/>
          </p:nvSpPr>
          <p:spPr bwMode="auto">
            <a:xfrm>
              <a:off x="5613401" y="1464340"/>
              <a:ext cx="1714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44"/>
            <p:cNvSpPr>
              <a:spLocks/>
            </p:cNvSpPr>
            <p:nvPr/>
          </p:nvSpPr>
          <p:spPr bwMode="auto">
            <a:xfrm>
              <a:off x="5810251" y="1431003"/>
              <a:ext cx="73025" cy="119063"/>
            </a:xfrm>
            <a:custGeom>
              <a:avLst/>
              <a:gdLst>
                <a:gd name="T0" fmla="*/ 26 w 46"/>
                <a:gd name="T1" fmla="*/ 75 h 75"/>
                <a:gd name="T2" fmla="*/ 26 w 46"/>
                <a:gd name="T3" fmla="*/ 10 h 75"/>
                <a:gd name="T4" fmla="*/ 42 w 46"/>
                <a:gd name="T5" fmla="*/ 25 h 75"/>
                <a:gd name="T6" fmla="*/ 46 w 46"/>
                <a:gd name="T7" fmla="*/ 21 h 75"/>
                <a:gd name="T8" fmla="*/ 25 w 46"/>
                <a:gd name="T9" fmla="*/ 0 h 75"/>
                <a:gd name="T10" fmla="*/ 21 w 46"/>
                <a:gd name="T11" fmla="*/ 0 h 75"/>
                <a:gd name="T12" fmla="*/ 0 w 46"/>
                <a:gd name="T13" fmla="*/ 21 h 75"/>
                <a:gd name="T14" fmla="*/ 4 w 46"/>
                <a:gd name="T15" fmla="*/ 25 h 75"/>
                <a:gd name="T16" fmla="*/ 20 w 46"/>
                <a:gd name="T17" fmla="*/ 10 h 75"/>
                <a:gd name="T18" fmla="*/ 20 w 46"/>
                <a:gd name="T19" fmla="*/ 75 h 75"/>
                <a:gd name="T20" fmla="*/ 26 w 46"/>
                <a:gd name="T2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75">
                  <a:moveTo>
                    <a:pt x="26" y="75"/>
                  </a:moveTo>
                  <a:lnTo>
                    <a:pt x="26" y="10"/>
                  </a:lnTo>
                  <a:lnTo>
                    <a:pt x="42" y="25"/>
                  </a:lnTo>
                  <a:lnTo>
                    <a:pt x="46" y="21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4" y="25"/>
                  </a:lnTo>
                  <a:lnTo>
                    <a:pt x="20" y="10"/>
                  </a:lnTo>
                  <a:lnTo>
                    <a:pt x="20" y="75"/>
                  </a:lnTo>
                  <a:lnTo>
                    <a:pt x="26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6" name="Группа 595"/>
          <p:cNvGrpSpPr/>
          <p:nvPr/>
        </p:nvGrpSpPr>
        <p:grpSpPr>
          <a:xfrm>
            <a:off x="6003926" y="1248440"/>
            <a:ext cx="293688" cy="298451"/>
            <a:chOff x="6003926" y="1248440"/>
            <a:chExt cx="293688" cy="298451"/>
          </a:xfrm>
        </p:grpSpPr>
        <p:sp>
          <p:nvSpPr>
            <p:cNvPr id="38" name="Freeform 45"/>
            <p:cNvSpPr>
              <a:spLocks noEditPoints="1"/>
            </p:cNvSpPr>
            <p:nvPr/>
          </p:nvSpPr>
          <p:spPr bwMode="auto">
            <a:xfrm>
              <a:off x="6075363" y="1248440"/>
              <a:ext cx="155575" cy="206375"/>
            </a:xfrm>
            <a:custGeom>
              <a:avLst/>
              <a:gdLst>
                <a:gd name="T0" fmla="*/ 79 w 98"/>
                <a:gd name="T1" fmla="*/ 89 h 130"/>
                <a:gd name="T2" fmla="*/ 93 w 98"/>
                <a:gd name="T3" fmla="*/ 130 h 130"/>
                <a:gd name="T4" fmla="*/ 98 w 98"/>
                <a:gd name="T5" fmla="*/ 128 h 130"/>
                <a:gd name="T6" fmla="*/ 53 w 98"/>
                <a:gd name="T7" fmla="*/ 0 h 130"/>
                <a:gd name="T8" fmla="*/ 46 w 98"/>
                <a:gd name="T9" fmla="*/ 0 h 130"/>
                <a:gd name="T10" fmla="*/ 0 w 98"/>
                <a:gd name="T11" fmla="*/ 128 h 130"/>
                <a:gd name="T12" fmla="*/ 5 w 98"/>
                <a:gd name="T13" fmla="*/ 130 h 130"/>
                <a:gd name="T14" fmla="*/ 20 w 98"/>
                <a:gd name="T15" fmla="*/ 89 h 130"/>
                <a:gd name="T16" fmla="*/ 79 w 98"/>
                <a:gd name="T17" fmla="*/ 89 h 130"/>
                <a:gd name="T18" fmla="*/ 49 w 98"/>
                <a:gd name="T19" fmla="*/ 7 h 130"/>
                <a:gd name="T20" fmla="*/ 77 w 98"/>
                <a:gd name="T21" fmla="*/ 83 h 130"/>
                <a:gd name="T22" fmla="*/ 22 w 98"/>
                <a:gd name="T23" fmla="*/ 83 h 130"/>
                <a:gd name="T24" fmla="*/ 49 w 98"/>
                <a:gd name="T25" fmla="*/ 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30">
                  <a:moveTo>
                    <a:pt x="79" y="89"/>
                  </a:moveTo>
                  <a:lnTo>
                    <a:pt x="93" y="130"/>
                  </a:lnTo>
                  <a:lnTo>
                    <a:pt x="98" y="128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0" y="128"/>
                  </a:lnTo>
                  <a:lnTo>
                    <a:pt x="5" y="130"/>
                  </a:lnTo>
                  <a:lnTo>
                    <a:pt x="20" y="89"/>
                  </a:lnTo>
                  <a:lnTo>
                    <a:pt x="79" y="89"/>
                  </a:lnTo>
                  <a:close/>
                  <a:moveTo>
                    <a:pt x="49" y="7"/>
                  </a:moveTo>
                  <a:lnTo>
                    <a:pt x="77" y="83"/>
                  </a:lnTo>
                  <a:lnTo>
                    <a:pt x="22" y="83"/>
                  </a:lnTo>
                  <a:lnTo>
                    <a:pt x="4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Freeform 46"/>
            <p:cNvSpPr>
              <a:spLocks/>
            </p:cNvSpPr>
            <p:nvPr/>
          </p:nvSpPr>
          <p:spPr bwMode="auto">
            <a:xfrm>
              <a:off x="6003926" y="1472278"/>
              <a:ext cx="293688" cy="74613"/>
            </a:xfrm>
            <a:custGeom>
              <a:avLst/>
              <a:gdLst>
                <a:gd name="T0" fmla="*/ 21 w 185"/>
                <a:gd name="T1" fmla="*/ 0 h 47"/>
                <a:gd name="T2" fmla="*/ 0 w 185"/>
                <a:gd name="T3" fmla="*/ 21 h 47"/>
                <a:gd name="T4" fmla="*/ 0 w 185"/>
                <a:gd name="T5" fmla="*/ 26 h 47"/>
                <a:gd name="T6" fmla="*/ 21 w 185"/>
                <a:gd name="T7" fmla="*/ 47 h 47"/>
                <a:gd name="T8" fmla="*/ 26 w 185"/>
                <a:gd name="T9" fmla="*/ 42 h 47"/>
                <a:gd name="T10" fmla="*/ 10 w 185"/>
                <a:gd name="T11" fmla="*/ 26 h 47"/>
                <a:gd name="T12" fmla="*/ 175 w 185"/>
                <a:gd name="T13" fmla="*/ 26 h 47"/>
                <a:gd name="T14" fmla="*/ 160 w 185"/>
                <a:gd name="T15" fmla="*/ 42 h 47"/>
                <a:gd name="T16" fmla="*/ 164 w 185"/>
                <a:gd name="T17" fmla="*/ 47 h 47"/>
                <a:gd name="T18" fmla="*/ 185 w 185"/>
                <a:gd name="T19" fmla="*/ 26 h 47"/>
                <a:gd name="T20" fmla="*/ 185 w 185"/>
                <a:gd name="T21" fmla="*/ 21 h 47"/>
                <a:gd name="T22" fmla="*/ 164 w 185"/>
                <a:gd name="T23" fmla="*/ 0 h 47"/>
                <a:gd name="T24" fmla="*/ 160 w 185"/>
                <a:gd name="T25" fmla="*/ 5 h 47"/>
                <a:gd name="T26" fmla="*/ 175 w 185"/>
                <a:gd name="T27" fmla="*/ 20 h 47"/>
                <a:gd name="T28" fmla="*/ 10 w 185"/>
                <a:gd name="T29" fmla="*/ 20 h 47"/>
                <a:gd name="T30" fmla="*/ 26 w 185"/>
                <a:gd name="T31" fmla="*/ 5 h 47"/>
                <a:gd name="T32" fmla="*/ 21 w 185"/>
                <a:gd name="T3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" h="47">
                  <a:moveTo>
                    <a:pt x="21" y="0"/>
                  </a:moveTo>
                  <a:lnTo>
                    <a:pt x="0" y="21"/>
                  </a:lnTo>
                  <a:lnTo>
                    <a:pt x="0" y="26"/>
                  </a:lnTo>
                  <a:lnTo>
                    <a:pt x="21" y="47"/>
                  </a:lnTo>
                  <a:lnTo>
                    <a:pt x="26" y="42"/>
                  </a:lnTo>
                  <a:lnTo>
                    <a:pt x="10" y="26"/>
                  </a:lnTo>
                  <a:lnTo>
                    <a:pt x="175" y="26"/>
                  </a:lnTo>
                  <a:lnTo>
                    <a:pt x="160" y="42"/>
                  </a:lnTo>
                  <a:lnTo>
                    <a:pt x="164" y="47"/>
                  </a:lnTo>
                  <a:lnTo>
                    <a:pt x="185" y="26"/>
                  </a:lnTo>
                  <a:lnTo>
                    <a:pt x="185" y="21"/>
                  </a:lnTo>
                  <a:lnTo>
                    <a:pt x="164" y="0"/>
                  </a:lnTo>
                  <a:lnTo>
                    <a:pt x="160" y="5"/>
                  </a:lnTo>
                  <a:lnTo>
                    <a:pt x="175" y="20"/>
                  </a:lnTo>
                  <a:lnTo>
                    <a:pt x="10" y="20"/>
                  </a:lnTo>
                  <a:lnTo>
                    <a:pt x="26" y="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7" name="Группа 596"/>
          <p:cNvGrpSpPr/>
          <p:nvPr/>
        </p:nvGrpSpPr>
        <p:grpSpPr>
          <a:xfrm>
            <a:off x="6399213" y="1283365"/>
            <a:ext cx="293688" cy="250825"/>
            <a:chOff x="6399213" y="1283365"/>
            <a:chExt cx="293688" cy="250825"/>
          </a:xfrm>
        </p:grpSpPr>
        <p:sp>
          <p:nvSpPr>
            <p:cNvPr id="40" name="Freeform 47"/>
            <p:cNvSpPr>
              <a:spLocks noEditPoints="1"/>
            </p:cNvSpPr>
            <p:nvPr/>
          </p:nvSpPr>
          <p:spPr bwMode="auto">
            <a:xfrm>
              <a:off x="6413501" y="1283365"/>
              <a:ext cx="88900" cy="115888"/>
            </a:xfrm>
            <a:custGeom>
              <a:avLst/>
              <a:gdLst>
                <a:gd name="T0" fmla="*/ 24 w 56"/>
                <a:gd name="T1" fmla="*/ 0 h 73"/>
                <a:gd name="T2" fmla="*/ 0 w 56"/>
                <a:gd name="T3" fmla="*/ 71 h 73"/>
                <a:gd name="T4" fmla="*/ 5 w 56"/>
                <a:gd name="T5" fmla="*/ 73 h 73"/>
                <a:gd name="T6" fmla="*/ 12 w 56"/>
                <a:gd name="T7" fmla="*/ 54 h 73"/>
                <a:gd name="T8" fmla="*/ 44 w 56"/>
                <a:gd name="T9" fmla="*/ 54 h 73"/>
                <a:gd name="T10" fmla="*/ 51 w 56"/>
                <a:gd name="T11" fmla="*/ 73 h 73"/>
                <a:gd name="T12" fmla="*/ 56 w 56"/>
                <a:gd name="T13" fmla="*/ 71 h 73"/>
                <a:gd name="T14" fmla="*/ 31 w 56"/>
                <a:gd name="T15" fmla="*/ 0 h 73"/>
                <a:gd name="T16" fmla="*/ 24 w 56"/>
                <a:gd name="T17" fmla="*/ 0 h 73"/>
                <a:gd name="T18" fmla="*/ 14 w 56"/>
                <a:gd name="T19" fmla="*/ 48 h 73"/>
                <a:gd name="T20" fmla="*/ 28 w 56"/>
                <a:gd name="T21" fmla="*/ 8 h 73"/>
                <a:gd name="T22" fmla="*/ 42 w 56"/>
                <a:gd name="T23" fmla="*/ 48 h 73"/>
                <a:gd name="T24" fmla="*/ 14 w 56"/>
                <a:gd name="T25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24" y="0"/>
                  </a:moveTo>
                  <a:lnTo>
                    <a:pt x="0" y="71"/>
                  </a:lnTo>
                  <a:lnTo>
                    <a:pt x="5" y="73"/>
                  </a:lnTo>
                  <a:lnTo>
                    <a:pt x="12" y="54"/>
                  </a:lnTo>
                  <a:lnTo>
                    <a:pt x="44" y="54"/>
                  </a:lnTo>
                  <a:lnTo>
                    <a:pt x="51" y="73"/>
                  </a:lnTo>
                  <a:lnTo>
                    <a:pt x="56" y="71"/>
                  </a:lnTo>
                  <a:lnTo>
                    <a:pt x="31" y="0"/>
                  </a:lnTo>
                  <a:lnTo>
                    <a:pt x="24" y="0"/>
                  </a:lnTo>
                  <a:close/>
                  <a:moveTo>
                    <a:pt x="14" y="48"/>
                  </a:moveTo>
                  <a:lnTo>
                    <a:pt x="28" y="8"/>
                  </a:lnTo>
                  <a:lnTo>
                    <a:pt x="42" y="48"/>
                  </a:lnTo>
                  <a:lnTo>
                    <a:pt x="14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Freeform 48"/>
            <p:cNvSpPr>
              <a:spLocks noEditPoints="1"/>
            </p:cNvSpPr>
            <p:nvPr/>
          </p:nvSpPr>
          <p:spPr bwMode="auto">
            <a:xfrm>
              <a:off x="6588126" y="1283365"/>
              <a:ext cx="90488" cy="115888"/>
            </a:xfrm>
            <a:custGeom>
              <a:avLst/>
              <a:gdLst>
                <a:gd name="T0" fmla="*/ 0 w 57"/>
                <a:gd name="T1" fmla="*/ 71 h 73"/>
                <a:gd name="T2" fmla="*/ 6 w 57"/>
                <a:gd name="T3" fmla="*/ 73 h 73"/>
                <a:gd name="T4" fmla="*/ 12 w 57"/>
                <a:gd name="T5" fmla="*/ 54 h 73"/>
                <a:gd name="T6" fmla="*/ 45 w 57"/>
                <a:gd name="T7" fmla="*/ 54 h 73"/>
                <a:gd name="T8" fmla="*/ 51 w 57"/>
                <a:gd name="T9" fmla="*/ 73 h 73"/>
                <a:gd name="T10" fmla="*/ 57 w 57"/>
                <a:gd name="T11" fmla="*/ 71 h 73"/>
                <a:gd name="T12" fmla="*/ 32 w 57"/>
                <a:gd name="T13" fmla="*/ 0 h 73"/>
                <a:gd name="T14" fmla="*/ 25 w 57"/>
                <a:gd name="T15" fmla="*/ 0 h 73"/>
                <a:gd name="T16" fmla="*/ 0 w 57"/>
                <a:gd name="T17" fmla="*/ 71 h 73"/>
                <a:gd name="T18" fmla="*/ 42 w 57"/>
                <a:gd name="T19" fmla="*/ 48 h 73"/>
                <a:gd name="T20" fmla="*/ 15 w 57"/>
                <a:gd name="T21" fmla="*/ 48 h 73"/>
                <a:gd name="T22" fmla="*/ 29 w 57"/>
                <a:gd name="T23" fmla="*/ 8 h 73"/>
                <a:gd name="T24" fmla="*/ 42 w 57"/>
                <a:gd name="T25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73">
                  <a:moveTo>
                    <a:pt x="0" y="71"/>
                  </a:moveTo>
                  <a:lnTo>
                    <a:pt x="6" y="73"/>
                  </a:lnTo>
                  <a:lnTo>
                    <a:pt x="12" y="54"/>
                  </a:lnTo>
                  <a:lnTo>
                    <a:pt x="45" y="54"/>
                  </a:lnTo>
                  <a:lnTo>
                    <a:pt x="51" y="73"/>
                  </a:lnTo>
                  <a:lnTo>
                    <a:pt x="57" y="71"/>
                  </a:lnTo>
                  <a:lnTo>
                    <a:pt x="32" y="0"/>
                  </a:lnTo>
                  <a:lnTo>
                    <a:pt x="25" y="0"/>
                  </a:lnTo>
                  <a:lnTo>
                    <a:pt x="0" y="71"/>
                  </a:lnTo>
                  <a:close/>
                  <a:moveTo>
                    <a:pt x="42" y="48"/>
                  </a:moveTo>
                  <a:lnTo>
                    <a:pt x="15" y="48"/>
                  </a:lnTo>
                  <a:lnTo>
                    <a:pt x="29" y="8"/>
                  </a:lnTo>
                  <a:lnTo>
                    <a:pt x="42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Rectangle 50"/>
            <p:cNvSpPr>
              <a:spLocks noChangeArrowheads="1"/>
            </p:cNvSpPr>
            <p:nvPr/>
          </p:nvSpPr>
          <p:spPr bwMode="auto">
            <a:xfrm>
              <a:off x="6542088" y="13929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Rectangle 51"/>
            <p:cNvSpPr>
              <a:spLocks noChangeArrowheads="1"/>
            </p:cNvSpPr>
            <p:nvPr/>
          </p:nvSpPr>
          <p:spPr bwMode="auto">
            <a:xfrm>
              <a:off x="6542088" y="133575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Rectangle 52"/>
            <p:cNvSpPr>
              <a:spLocks noChangeArrowheads="1"/>
            </p:cNvSpPr>
            <p:nvPr/>
          </p:nvSpPr>
          <p:spPr bwMode="auto">
            <a:xfrm>
              <a:off x="6542088" y="13071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Rectangle 53"/>
            <p:cNvSpPr>
              <a:spLocks noChangeArrowheads="1"/>
            </p:cNvSpPr>
            <p:nvPr/>
          </p:nvSpPr>
          <p:spPr bwMode="auto">
            <a:xfrm>
              <a:off x="6542088" y="13643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Rectangle 55"/>
            <p:cNvSpPr>
              <a:spLocks noChangeArrowheads="1"/>
            </p:cNvSpPr>
            <p:nvPr/>
          </p:nvSpPr>
          <p:spPr bwMode="auto">
            <a:xfrm>
              <a:off x="6542088" y="1421478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Freeform 56"/>
            <p:cNvSpPr>
              <a:spLocks/>
            </p:cNvSpPr>
            <p:nvPr/>
          </p:nvSpPr>
          <p:spPr bwMode="auto">
            <a:xfrm>
              <a:off x="6399213" y="1461165"/>
              <a:ext cx="293688" cy="73025"/>
            </a:xfrm>
            <a:custGeom>
              <a:avLst/>
              <a:gdLst>
                <a:gd name="T0" fmla="*/ 164 w 185"/>
                <a:gd name="T1" fmla="*/ 46 h 46"/>
                <a:gd name="T2" fmla="*/ 185 w 185"/>
                <a:gd name="T3" fmla="*/ 25 h 46"/>
                <a:gd name="T4" fmla="*/ 185 w 185"/>
                <a:gd name="T5" fmla="*/ 21 h 46"/>
                <a:gd name="T6" fmla="*/ 164 w 185"/>
                <a:gd name="T7" fmla="*/ 0 h 46"/>
                <a:gd name="T8" fmla="*/ 159 w 185"/>
                <a:gd name="T9" fmla="*/ 4 h 46"/>
                <a:gd name="T10" fmla="*/ 175 w 185"/>
                <a:gd name="T11" fmla="*/ 20 h 46"/>
                <a:gd name="T12" fmla="*/ 9 w 185"/>
                <a:gd name="T13" fmla="*/ 20 h 46"/>
                <a:gd name="T14" fmla="*/ 25 w 185"/>
                <a:gd name="T15" fmla="*/ 4 h 46"/>
                <a:gd name="T16" fmla="*/ 21 w 185"/>
                <a:gd name="T17" fmla="*/ 0 h 46"/>
                <a:gd name="T18" fmla="*/ 0 w 185"/>
                <a:gd name="T19" fmla="*/ 21 h 46"/>
                <a:gd name="T20" fmla="*/ 0 w 185"/>
                <a:gd name="T21" fmla="*/ 25 h 46"/>
                <a:gd name="T22" fmla="*/ 21 w 185"/>
                <a:gd name="T23" fmla="*/ 46 h 46"/>
                <a:gd name="T24" fmla="*/ 25 w 185"/>
                <a:gd name="T25" fmla="*/ 42 h 46"/>
                <a:gd name="T26" fmla="*/ 9 w 185"/>
                <a:gd name="T27" fmla="*/ 26 h 46"/>
                <a:gd name="T28" fmla="*/ 175 w 185"/>
                <a:gd name="T29" fmla="*/ 26 h 46"/>
                <a:gd name="T30" fmla="*/ 159 w 185"/>
                <a:gd name="T31" fmla="*/ 42 h 46"/>
                <a:gd name="T32" fmla="*/ 164 w 185"/>
                <a:gd name="T3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" h="46">
                  <a:moveTo>
                    <a:pt x="164" y="46"/>
                  </a:moveTo>
                  <a:lnTo>
                    <a:pt x="185" y="25"/>
                  </a:lnTo>
                  <a:lnTo>
                    <a:pt x="185" y="21"/>
                  </a:lnTo>
                  <a:lnTo>
                    <a:pt x="164" y="0"/>
                  </a:lnTo>
                  <a:lnTo>
                    <a:pt x="159" y="4"/>
                  </a:lnTo>
                  <a:lnTo>
                    <a:pt x="175" y="20"/>
                  </a:lnTo>
                  <a:lnTo>
                    <a:pt x="9" y="20"/>
                  </a:lnTo>
                  <a:lnTo>
                    <a:pt x="25" y="4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21" y="46"/>
                  </a:lnTo>
                  <a:lnTo>
                    <a:pt x="25" y="42"/>
                  </a:lnTo>
                  <a:lnTo>
                    <a:pt x="9" y="26"/>
                  </a:lnTo>
                  <a:lnTo>
                    <a:pt x="175" y="26"/>
                  </a:lnTo>
                  <a:lnTo>
                    <a:pt x="159" y="42"/>
                  </a:lnTo>
                  <a:lnTo>
                    <a:pt x="164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8" name="Группа 597"/>
          <p:cNvGrpSpPr/>
          <p:nvPr/>
        </p:nvGrpSpPr>
        <p:grpSpPr>
          <a:xfrm>
            <a:off x="6805613" y="1248440"/>
            <a:ext cx="269875" cy="298451"/>
            <a:chOff x="6805613" y="1248440"/>
            <a:chExt cx="269875" cy="298451"/>
          </a:xfrm>
        </p:grpSpPr>
        <p:sp>
          <p:nvSpPr>
            <p:cNvPr id="48" name="Freeform 57"/>
            <p:cNvSpPr>
              <a:spLocks noEditPoints="1"/>
            </p:cNvSpPr>
            <p:nvPr/>
          </p:nvSpPr>
          <p:spPr bwMode="auto">
            <a:xfrm>
              <a:off x="6951663" y="1248440"/>
              <a:ext cx="90488" cy="114300"/>
            </a:xfrm>
            <a:custGeom>
              <a:avLst/>
              <a:gdLst>
                <a:gd name="T0" fmla="*/ 24 w 57"/>
                <a:gd name="T1" fmla="*/ 0 h 72"/>
                <a:gd name="T2" fmla="*/ 0 w 57"/>
                <a:gd name="T3" fmla="*/ 70 h 72"/>
                <a:gd name="T4" fmla="*/ 6 w 57"/>
                <a:gd name="T5" fmla="*/ 72 h 72"/>
                <a:gd name="T6" fmla="*/ 12 w 57"/>
                <a:gd name="T7" fmla="*/ 54 h 72"/>
                <a:gd name="T8" fmla="*/ 45 w 57"/>
                <a:gd name="T9" fmla="*/ 54 h 72"/>
                <a:gd name="T10" fmla="*/ 51 w 57"/>
                <a:gd name="T11" fmla="*/ 72 h 72"/>
                <a:gd name="T12" fmla="*/ 57 w 57"/>
                <a:gd name="T13" fmla="*/ 70 h 72"/>
                <a:gd name="T14" fmla="*/ 32 w 57"/>
                <a:gd name="T15" fmla="*/ 0 h 72"/>
                <a:gd name="T16" fmla="*/ 24 w 57"/>
                <a:gd name="T17" fmla="*/ 0 h 72"/>
                <a:gd name="T18" fmla="*/ 14 w 57"/>
                <a:gd name="T19" fmla="*/ 48 h 72"/>
                <a:gd name="T20" fmla="*/ 28 w 57"/>
                <a:gd name="T21" fmla="*/ 7 h 72"/>
                <a:gd name="T22" fmla="*/ 42 w 57"/>
                <a:gd name="T23" fmla="*/ 48 h 72"/>
                <a:gd name="T24" fmla="*/ 14 w 57"/>
                <a:gd name="T25" fmla="*/ 4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72">
                  <a:moveTo>
                    <a:pt x="24" y="0"/>
                  </a:moveTo>
                  <a:lnTo>
                    <a:pt x="0" y="70"/>
                  </a:lnTo>
                  <a:lnTo>
                    <a:pt x="6" y="72"/>
                  </a:lnTo>
                  <a:lnTo>
                    <a:pt x="12" y="54"/>
                  </a:lnTo>
                  <a:lnTo>
                    <a:pt x="45" y="54"/>
                  </a:lnTo>
                  <a:lnTo>
                    <a:pt x="51" y="72"/>
                  </a:lnTo>
                  <a:lnTo>
                    <a:pt x="57" y="70"/>
                  </a:lnTo>
                  <a:lnTo>
                    <a:pt x="32" y="0"/>
                  </a:lnTo>
                  <a:lnTo>
                    <a:pt x="24" y="0"/>
                  </a:lnTo>
                  <a:close/>
                  <a:moveTo>
                    <a:pt x="14" y="48"/>
                  </a:moveTo>
                  <a:lnTo>
                    <a:pt x="28" y="7"/>
                  </a:lnTo>
                  <a:lnTo>
                    <a:pt x="42" y="48"/>
                  </a:lnTo>
                  <a:lnTo>
                    <a:pt x="14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Rectangle 58"/>
            <p:cNvSpPr>
              <a:spLocks noChangeArrowheads="1"/>
            </p:cNvSpPr>
            <p:nvPr/>
          </p:nvSpPr>
          <p:spPr bwMode="auto">
            <a:xfrm>
              <a:off x="6913563" y="1375440"/>
              <a:ext cx="1619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Freeform 59"/>
            <p:cNvSpPr>
              <a:spLocks noEditPoints="1"/>
            </p:cNvSpPr>
            <p:nvPr/>
          </p:nvSpPr>
          <p:spPr bwMode="auto">
            <a:xfrm>
              <a:off x="6951663" y="1404015"/>
              <a:ext cx="90488" cy="115888"/>
            </a:xfrm>
            <a:custGeom>
              <a:avLst/>
              <a:gdLst>
                <a:gd name="T0" fmla="*/ 44 w 57"/>
                <a:gd name="T1" fmla="*/ 54 h 73"/>
                <a:gd name="T2" fmla="*/ 51 w 57"/>
                <a:gd name="T3" fmla="*/ 73 h 73"/>
                <a:gd name="T4" fmla="*/ 57 w 57"/>
                <a:gd name="T5" fmla="*/ 71 h 73"/>
                <a:gd name="T6" fmla="*/ 32 w 57"/>
                <a:gd name="T7" fmla="*/ 0 h 73"/>
                <a:gd name="T8" fmla="*/ 24 w 57"/>
                <a:gd name="T9" fmla="*/ 0 h 73"/>
                <a:gd name="T10" fmla="*/ 0 w 57"/>
                <a:gd name="T11" fmla="*/ 71 h 73"/>
                <a:gd name="T12" fmla="*/ 6 w 57"/>
                <a:gd name="T13" fmla="*/ 73 h 73"/>
                <a:gd name="T14" fmla="*/ 12 w 57"/>
                <a:gd name="T15" fmla="*/ 54 h 73"/>
                <a:gd name="T16" fmla="*/ 44 w 57"/>
                <a:gd name="T17" fmla="*/ 54 h 73"/>
                <a:gd name="T18" fmla="*/ 28 w 57"/>
                <a:gd name="T19" fmla="*/ 8 h 73"/>
                <a:gd name="T20" fmla="*/ 42 w 57"/>
                <a:gd name="T21" fmla="*/ 48 h 73"/>
                <a:gd name="T22" fmla="*/ 14 w 57"/>
                <a:gd name="T23" fmla="*/ 48 h 73"/>
                <a:gd name="T24" fmla="*/ 28 w 57"/>
                <a:gd name="T25" fmla="*/ 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73">
                  <a:moveTo>
                    <a:pt x="44" y="54"/>
                  </a:moveTo>
                  <a:lnTo>
                    <a:pt x="51" y="73"/>
                  </a:lnTo>
                  <a:lnTo>
                    <a:pt x="57" y="71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0" y="71"/>
                  </a:lnTo>
                  <a:lnTo>
                    <a:pt x="6" y="73"/>
                  </a:lnTo>
                  <a:lnTo>
                    <a:pt x="12" y="54"/>
                  </a:lnTo>
                  <a:lnTo>
                    <a:pt x="44" y="54"/>
                  </a:lnTo>
                  <a:close/>
                  <a:moveTo>
                    <a:pt x="28" y="8"/>
                  </a:moveTo>
                  <a:lnTo>
                    <a:pt x="42" y="48"/>
                  </a:lnTo>
                  <a:lnTo>
                    <a:pt x="14" y="48"/>
                  </a:lnTo>
                  <a:lnTo>
                    <a:pt x="28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" name="Rectangle 60"/>
            <p:cNvSpPr>
              <a:spLocks noChangeArrowheads="1"/>
            </p:cNvSpPr>
            <p:nvPr/>
          </p:nvSpPr>
          <p:spPr bwMode="auto">
            <a:xfrm>
              <a:off x="6913563" y="1532603"/>
              <a:ext cx="1619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61"/>
            <p:cNvSpPr>
              <a:spLocks/>
            </p:cNvSpPr>
            <p:nvPr/>
          </p:nvSpPr>
          <p:spPr bwMode="auto">
            <a:xfrm>
              <a:off x="6805613" y="1370678"/>
              <a:ext cx="73025" cy="176213"/>
            </a:xfrm>
            <a:custGeom>
              <a:avLst/>
              <a:gdLst>
                <a:gd name="T0" fmla="*/ 42 w 46"/>
                <a:gd name="T1" fmla="*/ 26 h 111"/>
                <a:gd name="T2" fmla="*/ 46 w 46"/>
                <a:gd name="T3" fmla="*/ 21 h 111"/>
                <a:gd name="T4" fmla="*/ 25 w 46"/>
                <a:gd name="T5" fmla="*/ 0 h 111"/>
                <a:gd name="T6" fmla="*/ 21 w 46"/>
                <a:gd name="T7" fmla="*/ 0 h 111"/>
                <a:gd name="T8" fmla="*/ 0 w 46"/>
                <a:gd name="T9" fmla="*/ 21 h 111"/>
                <a:gd name="T10" fmla="*/ 4 w 46"/>
                <a:gd name="T11" fmla="*/ 26 h 111"/>
                <a:gd name="T12" fmla="*/ 20 w 46"/>
                <a:gd name="T13" fmla="*/ 10 h 111"/>
                <a:gd name="T14" fmla="*/ 20 w 46"/>
                <a:gd name="T15" fmla="*/ 101 h 111"/>
                <a:gd name="T16" fmla="*/ 4 w 46"/>
                <a:gd name="T17" fmla="*/ 85 h 111"/>
                <a:gd name="T18" fmla="*/ 0 w 46"/>
                <a:gd name="T19" fmla="*/ 90 h 111"/>
                <a:gd name="T20" fmla="*/ 21 w 46"/>
                <a:gd name="T21" fmla="*/ 111 h 111"/>
                <a:gd name="T22" fmla="*/ 25 w 46"/>
                <a:gd name="T23" fmla="*/ 111 h 111"/>
                <a:gd name="T24" fmla="*/ 46 w 46"/>
                <a:gd name="T25" fmla="*/ 90 h 111"/>
                <a:gd name="T26" fmla="*/ 42 w 46"/>
                <a:gd name="T27" fmla="*/ 85 h 111"/>
                <a:gd name="T28" fmla="*/ 26 w 46"/>
                <a:gd name="T29" fmla="*/ 101 h 111"/>
                <a:gd name="T30" fmla="*/ 26 w 46"/>
                <a:gd name="T31" fmla="*/ 10 h 111"/>
                <a:gd name="T32" fmla="*/ 42 w 46"/>
                <a:gd name="T33" fmla="*/ 2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11">
                  <a:moveTo>
                    <a:pt x="42" y="26"/>
                  </a:moveTo>
                  <a:lnTo>
                    <a:pt x="46" y="21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4" y="26"/>
                  </a:lnTo>
                  <a:lnTo>
                    <a:pt x="20" y="10"/>
                  </a:lnTo>
                  <a:lnTo>
                    <a:pt x="20" y="101"/>
                  </a:lnTo>
                  <a:lnTo>
                    <a:pt x="4" y="85"/>
                  </a:lnTo>
                  <a:lnTo>
                    <a:pt x="0" y="90"/>
                  </a:lnTo>
                  <a:lnTo>
                    <a:pt x="21" y="111"/>
                  </a:lnTo>
                  <a:lnTo>
                    <a:pt x="25" y="111"/>
                  </a:lnTo>
                  <a:lnTo>
                    <a:pt x="46" y="90"/>
                  </a:lnTo>
                  <a:lnTo>
                    <a:pt x="42" y="85"/>
                  </a:lnTo>
                  <a:lnTo>
                    <a:pt x="26" y="101"/>
                  </a:lnTo>
                  <a:lnTo>
                    <a:pt x="26" y="10"/>
                  </a:lnTo>
                  <a:lnTo>
                    <a:pt x="42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9" name="Группа 598"/>
          <p:cNvGrpSpPr/>
          <p:nvPr/>
        </p:nvGrpSpPr>
        <p:grpSpPr>
          <a:xfrm>
            <a:off x="2054226" y="1640553"/>
            <a:ext cx="303213" cy="303213"/>
            <a:chOff x="2054226" y="1640553"/>
            <a:chExt cx="303213" cy="303213"/>
          </a:xfrm>
        </p:grpSpPr>
        <p:sp>
          <p:nvSpPr>
            <p:cNvPr id="53" name="Freeform 62"/>
            <p:cNvSpPr>
              <a:spLocks noEditPoints="1"/>
            </p:cNvSpPr>
            <p:nvPr/>
          </p:nvSpPr>
          <p:spPr bwMode="auto">
            <a:xfrm>
              <a:off x="2182813" y="1640553"/>
              <a:ext cx="155575" cy="206375"/>
            </a:xfrm>
            <a:custGeom>
              <a:avLst/>
              <a:gdLst>
                <a:gd name="T0" fmla="*/ 78 w 98"/>
                <a:gd name="T1" fmla="*/ 89 h 130"/>
                <a:gd name="T2" fmla="*/ 92 w 98"/>
                <a:gd name="T3" fmla="*/ 130 h 130"/>
                <a:gd name="T4" fmla="*/ 98 w 98"/>
                <a:gd name="T5" fmla="*/ 128 h 130"/>
                <a:gd name="T6" fmla="*/ 53 w 98"/>
                <a:gd name="T7" fmla="*/ 0 h 130"/>
                <a:gd name="T8" fmla="*/ 45 w 98"/>
                <a:gd name="T9" fmla="*/ 0 h 130"/>
                <a:gd name="T10" fmla="*/ 0 w 98"/>
                <a:gd name="T11" fmla="*/ 128 h 130"/>
                <a:gd name="T12" fmla="*/ 6 w 98"/>
                <a:gd name="T13" fmla="*/ 130 h 130"/>
                <a:gd name="T14" fmla="*/ 20 w 98"/>
                <a:gd name="T15" fmla="*/ 89 h 130"/>
                <a:gd name="T16" fmla="*/ 78 w 98"/>
                <a:gd name="T17" fmla="*/ 89 h 130"/>
                <a:gd name="T18" fmla="*/ 49 w 98"/>
                <a:gd name="T19" fmla="*/ 8 h 130"/>
                <a:gd name="T20" fmla="*/ 77 w 98"/>
                <a:gd name="T21" fmla="*/ 83 h 130"/>
                <a:gd name="T22" fmla="*/ 22 w 98"/>
                <a:gd name="T23" fmla="*/ 83 h 130"/>
                <a:gd name="T24" fmla="*/ 49 w 98"/>
                <a:gd name="T25" fmla="*/ 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30">
                  <a:moveTo>
                    <a:pt x="78" y="89"/>
                  </a:moveTo>
                  <a:lnTo>
                    <a:pt x="92" y="130"/>
                  </a:lnTo>
                  <a:lnTo>
                    <a:pt x="98" y="128"/>
                  </a:lnTo>
                  <a:lnTo>
                    <a:pt x="53" y="0"/>
                  </a:lnTo>
                  <a:lnTo>
                    <a:pt x="45" y="0"/>
                  </a:lnTo>
                  <a:lnTo>
                    <a:pt x="0" y="128"/>
                  </a:lnTo>
                  <a:lnTo>
                    <a:pt x="6" y="130"/>
                  </a:lnTo>
                  <a:lnTo>
                    <a:pt x="20" y="89"/>
                  </a:lnTo>
                  <a:lnTo>
                    <a:pt x="78" y="89"/>
                  </a:lnTo>
                  <a:close/>
                  <a:moveTo>
                    <a:pt x="49" y="8"/>
                  </a:moveTo>
                  <a:lnTo>
                    <a:pt x="77" y="83"/>
                  </a:lnTo>
                  <a:lnTo>
                    <a:pt x="22" y="83"/>
                  </a:lnTo>
                  <a:lnTo>
                    <a:pt x="4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63"/>
            <p:cNvSpPr>
              <a:spLocks noEditPoints="1"/>
            </p:cNvSpPr>
            <p:nvPr/>
          </p:nvSpPr>
          <p:spPr bwMode="auto">
            <a:xfrm>
              <a:off x="2073276" y="1731040"/>
              <a:ext cx="90488" cy="115888"/>
            </a:xfrm>
            <a:custGeom>
              <a:avLst/>
              <a:gdLst>
                <a:gd name="T0" fmla="*/ 45 w 57"/>
                <a:gd name="T1" fmla="*/ 53 h 73"/>
                <a:gd name="T2" fmla="*/ 51 w 57"/>
                <a:gd name="T3" fmla="*/ 73 h 73"/>
                <a:gd name="T4" fmla="*/ 57 w 57"/>
                <a:gd name="T5" fmla="*/ 71 h 73"/>
                <a:gd name="T6" fmla="*/ 32 w 57"/>
                <a:gd name="T7" fmla="*/ 0 h 73"/>
                <a:gd name="T8" fmla="*/ 24 w 57"/>
                <a:gd name="T9" fmla="*/ 0 h 73"/>
                <a:gd name="T10" fmla="*/ 0 w 57"/>
                <a:gd name="T11" fmla="*/ 71 h 73"/>
                <a:gd name="T12" fmla="*/ 6 w 57"/>
                <a:gd name="T13" fmla="*/ 73 h 73"/>
                <a:gd name="T14" fmla="*/ 12 w 57"/>
                <a:gd name="T15" fmla="*/ 53 h 73"/>
                <a:gd name="T16" fmla="*/ 45 w 57"/>
                <a:gd name="T17" fmla="*/ 53 h 73"/>
                <a:gd name="T18" fmla="*/ 28 w 57"/>
                <a:gd name="T19" fmla="*/ 8 h 73"/>
                <a:gd name="T20" fmla="*/ 42 w 57"/>
                <a:gd name="T21" fmla="*/ 47 h 73"/>
                <a:gd name="T22" fmla="*/ 15 w 57"/>
                <a:gd name="T23" fmla="*/ 47 h 73"/>
                <a:gd name="T24" fmla="*/ 28 w 57"/>
                <a:gd name="T25" fmla="*/ 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73">
                  <a:moveTo>
                    <a:pt x="45" y="53"/>
                  </a:moveTo>
                  <a:lnTo>
                    <a:pt x="51" y="73"/>
                  </a:lnTo>
                  <a:lnTo>
                    <a:pt x="57" y="71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0" y="71"/>
                  </a:lnTo>
                  <a:lnTo>
                    <a:pt x="6" y="73"/>
                  </a:lnTo>
                  <a:lnTo>
                    <a:pt x="12" y="53"/>
                  </a:lnTo>
                  <a:lnTo>
                    <a:pt x="45" y="53"/>
                  </a:lnTo>
                  <a:close/>
                  <a:moveTo>
                    <a:pt x="28" y="8"/>
                  </a:moveTo>
                  <a:lnTo>
                    <a:pt x="42" y="47"/>
                  </a:lnTo>
                  <a:lnTo>
                    <a:pt x="15" y="47"/>
                  </a:lnTo>
                  <a:lnTo>
                    <a:pt x="28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Freeform 64"/>
            <p:cNvSpPr>
              <a:spLocks/>
            </p:cNvSpPr>
            <p:nvPr/>
          </p:nvSpPr>
          <p:spPr bwMode="auto">
            <a:xfrm>
              <a:off x="2054226" y="1869153"/>
              <a:ext cx="303213" cy="74613"/>
            </a:xfrm>
            <a:custGeom>
              <a:avLst/>
              <a:gdLst>
                <a:gd name="T0" fmla="*/ 170 w 191"/>
                <a:gd name="T1" fmla="*/ 47 h 47"/>
                <a:gd name="T2" fmla="*/ 191 w 191"/>
                <a:gd name="T3" fmla="*/ 26 h 47"/>
                <a:gd name="T4" fmla="*/ 191 w 191"/>
                <a:gd name="T5" fmla="*/ 21 h 47"/>
                <a:gd name="T6" fmla="*/ 170 w 191"/>
                <a:gd name="T7" fmla="*/ 0 h 47"/>
                <a:gd name="T8" fmla="*/ 166 w 191"/>
                <a:gd name="T9" fmla="*/ 5 h 47"/>
                <a:gd name="T10" fmla="*/ 182 w 191"/>
                <a:gd name="T11" fmla="*/ 20 h 47"/>
                <a:gd name="T12" fmla="*/ 10 w 191"/>
                <a:gd name="T13" fmla="*/ 20 h 47"/>
                <a:gd name="T14" fmla="*/ 26 w 191"/>
                <a:gd name="T15" fmla="*/ 5 h 47"/>
                <a:gd name="T16" fmla="*/ 21 w 191"/>
                <a:gd name="T17" fmla="*/ 0 h 47"/>
                <a:gd name="T18" fmla="*/ 0 w 191"/>
                <a:gd name="T19" fmla="*/ 21 h 47"/>
                <a:gd name="T20" fmla="*/ 0 w 191"/>
                <a:gd name="T21" fmla="*/ 26 h 47"/>
                <a:gd name="T22" fmla="*/ 21 w 191"/>
                <a:gd name="T23" fmla="*/ 47 h 47"/>
                <a:gd name="T24" fmla="*/ 26 w 191"/>
                <a:gd name="T25" fmla="*/ 42 h 47"/>
                <a:gd name="T26" fmla="*/ 10 w 191"/>
                <a:gd name="T27" fmla="*/ 26 h 47"/>
                <a:gd name="T28" fmla="*/ 182 w 191"/>
                <a:gd name="T29" fmla="*/ 26 h 47"/>
                <a:gd name="T30" fmla="*/ 166 w 191"/>
                <a:gd name="T31" fmla="*/ 42 h 47"/>
                <a:gd name="T32" fmla="*/ 170 w 191"/>
                <a:gd name="T3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1" h="47">
                  <a:moveTo>
                    <a:pt x="170" y="47"/>
                  </a:moveTo>
                  <a:lnTo>
                    <a:pt x="191" y="26"/>
                  </a:lnTo>
                  <a:lnTo>
                    <a:pt x="191" y="21"/>
                  </a:lnTo>
                  <a:lnTo>
                    <a:pt x="170" y="0"/>
                  </a:lnTo>
                  <a:lnTo>
                    <a:pt x="166" y="5"/>
                  </a:lnTo>
                  <a:lnTo>
                    <a:pt x="182" y="20"/>
                  </a:lnTo>
                  <a:lnTo>
                    <a:pt x="10" y="20"/>
                  </a:lnTo>
                  <a:lnTo>
                    <a:pt x="26" y="5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21" y="47"/>
                  </a:lnTo>
                  <a:lnTo>
                    <a:pt x="26" y="42"/>
                  </a:lnTo>
                  <a:lnTo>
                    <a:pt x="10" y="26"/>
                  </a:lnTo>
                  <a:lnTo>
                    <a:pt x="182" y="26"/>
                  </a:lnTo>
                  <a:lnTo>
                    <a:pt x="166" y="42"/>
                  </a:lnTo>
                  <a:lnTo>
                    <a:pt x="17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0" name="Группа 599"/>
          <p:cNvGrpSpPr/>
          <p:nvPr/>
        </p:nvGrpSpPr>
        <p:grpSpPr>
          <a:xfrm>
            <a:off x="2447926" y="1640553"/>
            <a:ext cx="304800" cy="303213"/>
            <a:chOff x="2447926" y="1640553"/>
            <a:chExt cx="304800" cy="303213"/>
          </a:xfrm>
        </p:grpSpPr>
        <p:sp>
          <p:nvSpPr>
            <p:cNvPr id="56" name="Freeform 65"/>
            <p:cNvSpPr>
              <a:spLocks noEditPoints="1"/>
            </p:cNvSpPr>
            <p:nvPr/>
          </p:nvSpPr>
          <p:spPr bwMode="auto">
            <a:xfrm>
              <a:off x="2473326" y="1678653"/>
              <a:ext cx="155575" cy="204788"/>
            </a:xfrm>
            <a:custGeom>
              <a:avLst/>
              <a:gdLst>
                <a:gd name="T0" fmla="*/ 46 w 98"/>
                <a:gd name="T1" fmla="*/ 0 h 129"/>
                <a:gd name="T2" fmla="*/ 0 w 98"/>
                <a:gd name="T3" fmla="*/ 127 h 129"/>
                <a:gd name="T4" fmla="*/ 5 w 98"/>
                <a:gd name="T5" fmla="*/ 129 h 129"/>
                <a:gd name="T6" fmla="*/ 19 w 98"/>
                <a:gd name="T7" fmla="*/ 89 h 129"/>
                <a:gd name="T8" fmla="*/ 78 w 98"/>
                <a:gd name="T9" fmla="*/ 89 h 129"/>
                <a:gd name="T10" fmla="*/ 93 w 98"/>
                <a:gd name="T11" fmla="*/ 129 h 129"/>
                <a:gd name="T12" fmla="*/ 98 w 98"/>
                <a:gd name="T13" fmla="*/ 127 h 129"/>
                <a:gd name="T14" fmla="*/ 52 w 98"/>
                <a:gd name="T15" fmla="*/ 0 h 129"/>
                <a:gd name="T16" fmla="*/ 46 w 98"/>
                <a:gd name="T17" fmla="*/ 0 h 129"/>
                <a:gd name="T18" fmla="*/ 22 w 98"/>
                <a:gd name="T19" fmla="*/ 83 h 129"/>
                <a:gd name="T20" fmla="*/ 49 w 98"/>
                <a:gd name="T21" fmla="*/ 7 h 129"/>
                <a:gd name="T22" fmla="*/ 76 w 98"/>
                <a:gd name="T23" fmla="*/ 83 h 129"/>
                <a:gd name="T24" fmla="*/ 22 w 98"/>
                <a:gd name="T25" fmla="*/ 8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29">
                  <a:moveTo>
                    <a:pt x="46" y="0"/>
                  </a:moveTo>
                  <a:lnTo>
                    <a:pt x="0" y="127"/>
                  </a:lnTo>
                  <a:lnTo>
                    <a:pt x="5" y="129"/>
                  </a:lnTo>
                  <a:lnTo>
                    <a:pt x="19" y="89"/>
                  </a:lnTo>
                  <a:lnTo>
                    <a:pt x="78" y="89"/>
                  </a:lnTo>
                  <a:lnTo>
                    <a:pt x="93" y="129"/>
                  </a:lnTo>
                  <a:lnTo>
                    <a:pt x="98" y="127"/>
                  </a:lnTo>
                  <a:lnTo>
                    <a:pt x="52" y="0"/>
                  </a:lnTo>
                  <a:lnTo>
                    <a:pt x="46" y="0"/>
                  </a:lnTo>
                  <a:close/>
                  <a:moveTo>
                    <a:pt x="22" y="83"/>
                  </a:moveTo>
                  <a:lnTo>
                    <a:pt x="49" y="7"/>
                  </a:lnTo>
                  <a:lnTo>
                    <a:pt x="76" y="83"/>
                  </a:lnTo>
                  <a:lnTo>
                    <a:pt x="22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66"/>
            <p:cNvSpPr>
              <a:spLocks noEditPoints="1"/>
            </p:cNvSpPr>
            <p:nvPr/>
          </p:nvSpPr>
          <p:spPr bwMode="auto">
            <a:xfrm>
              <a:off x="2640013" y="1767553"/>
              <a:ext cx="88900" cy="115888"/>
            </a:xfrm>
            <a:custGeom>
              <a:avLst/>
              <a:gdLst>
                <a:gd name="T0" fmla="*/ 24 w 56"/>
                <a:gd name="T1" fmla="*/ 0 h 73"/>
                <a:gd name="T2" fmla="*/ 0 w 56"/>
                <a:gd name="T3" fmla="*/ 71 h 73"/>
                <a:gd name="T4" fmla="*/ 5 w 56"/>
                <a:gd name="T5" fmla="*/ 73 h 73"/>
                <a:gd name="T6" fmla="*/ 12 w 56"/>
                <a:gd name="T7" fmla="*/ 54 h 73"/>
                <a:gd name="T8" fmla="*/ 44 w 56"/>
                <a:gd name="T9" fmla="*/ 54 h 73"/>
                <a:gd name="T10" fmla="*/ 51 w 56"/>
                <a:gd name="T11" fmla="*/ 73 h 73"/>
                <a:gd name="T12" fmla="*/ 56 w 56"/>
                <a:gd name="T13" fmla="*/ 71 h 73"/>
                <a:gd name="T14" fmla="*/ 31 w 56"/>
                <a:gd name="T15" fmla="*/ 0 h 73"/>
                <a:gd name="T16" fmla="*/ 24 w 56"/>
                <a:gd name="T17" fmla="*/ 0 h 73"/>
                <a:gd name="T18" fmla="*/ 14 w 56"/>
                <a:gd name="T19" fmla="*/ 48 h 73"/>
                <a:gd name="T20" fmla="*/ 27 w 56"/>
                <a:gd name="T21" fmla="*/ 8 h 73"/>
                <a:gd name="T22" fmla="*/ 42 w 56"/>
                <a:gd name="T23" fmla="*/ 48 h 73"/>
                <a:gd name="T24" fmla="*/ 14 w 56"/>
                <a:gd name="T25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24" y="0"/>
                  </a:moveTo>
                  <a:lnTo>
                    <a:pt x="0" y="71"/>
                  </a:lnTo>
                  <a:lnTo>
                    <a:pt x="5" y="73"/>
                  </a:lnTo>
                  <a:lnTo>
                    <a:pt x="12" y="54"/>
                  </a:lnTo>
                  <a:lnTo>
                    <a:pt x="44" y="54"/>
                  </a:lnTo>
                  <a:lnTo>
                    <a:pt x="51" y="73"/>
                  </a:lnTo>
                  <a:lnTo>
                    <a:pt x="56" y="71"/>
                  </a:lnTo>
                  <a:lnTo>
                    <a:pt x="31" y="0"/>
                  </a:lnTo>
                  <a:lnTo>
                    <a:pt x="24" y="0"/>
                  </a:lnTo>
                  <a:close/>
                  <a:moveTo>
                    <a:pt x="14" y="48"/>
                  </a:moveTo>
                  <a:lnTo>
                    <a:pt x="27" y="8"/>
                  </a:lnTo>
                  <a:lnTo>
                    <a:pt x="42" y="48"/>
                  </a:lnTo>
                  <a:lnTo>
                    <a:pt x="14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" name="Freeform 67"/>
            <p:cNvSpPr>
              <a:spLocks noEditPoints="1"/>
            </p:cNvSpPr>
            <p:nvPr/>
          </p:nvSpPr>
          <p:spPr bwMode="auto">
            <a:xfrm>
              <a:off x="2447926" y="1640553"/>
              <a:ext cx="304800" cy="303213"/>
            </a:xfrm>
            <a:custGeom>
              <a:avLst/>
              <a:gdLst>
                <a:gd name="T0" fmla="*/ 0 w 192"/>
                <a:gd name="T1" fmla="*/ 191 h 191"/>
                <a:gd name="T2" fmla="*/ 192 w 192"/>
                <a:gd name="T3" fmla="*/ 191 h 191"/>
                <a:gd name="T4" fmla="*/ 192 w 192"/>
                <a:gd name="T5" fmla="*/ 0 h 191"/>
                <a:gd name="T6" fmla="*/ 0 w 192"/>
                <a:gd name="T7" fmla="*/ 0 h 191"/>
                <a:gd name="T8" fmla="*/ 0 w 192"/>
                <a:gd name="T9" fmla="*/ 191 h 191"/>
                <a:gd name="T10" fmla="*/ 6 w 192"/>
                <a:gd name="T11" fmla="*/ 6 h 191"/>
                <a:gd name="T12" fmla="*/ 186 w 192"/>
                <a:gd name="T13" fmla="*/ 6 h 191"/>
                <a:gd name="T14" fmla="*/ 186 w 192"/>
                <a:gd name="T15" fmla="*/ 185 h 191"/>
                <a:gd name="T16" fmla="*/ 6 w 192"/>
                <a:gd name="T17" fmla="*/ 185 h 191"/>
                <a:gd name="T18" fmla="*/ 6 w 192"/>
                <a:gd name="T19" fmla="*/ 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2" h="191">
                  <a:moveTo>
                    <a:pt x="0" y="191"/>
                  </a:moveTo>
                  <a:lnTo>
                    <a:pt x="192" y="191"/>
                  </a:lnTo>
                  <a:lnTo>
                    <a:pt x="192" y="0"/>
                  </a:lnTo>
                  <a:lnTo>
                    <a:pt x="0" y="0"/>
                  </a:lnTo>
                  <a:lnTo>
                    <a:pt x="0" y="191"/>
                  </a:lnTo>
                  <a:close/>
                  <a:moveTo>
                    <a:pt x="6" y="6"/>
                  </a:moveTo>
                  <a:lnTo>
                    <a:pt x="186" y="6"/>
                  </a:lnTo>
                  <a:lnTo>
                    <a:pt x="186" y="185"/>
                  </a:lnTo>
                  <a:lnTo>
                    <a:pt x="6" y="185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1" name="Группа 600"/>
          <p:cNvGrpSpPr/>
          <p:nvPr/>
        </p:nvGrpSpPr>
        <p:grpSpPr>
          <a:xfrm>
            <a:off x="2843213" y="1640553"/>
            <a:ext cx="303213" cy="303213"/>
            <a:chOff x="2843213" y="1640553"/>
            <a:chExt cx="303213" cy="303213"/>
          </a:xfrm>
        </p:grpSpPr>
        <p:sp>
          <p:nvSpPr>
            <p:cNvPr id="59" name="Freeform 68"/>
            <p:cNvSpPr>
              <a:spLocks noEditPoints="1"/>
            </p:cNvSpPr>
            <p:nvPr/>
          </p:nvSpPr>
          <p:spPr bwMode="auto">
            <a:xfrm>
              <a:off x="2871788" y="1678653"/>
              <a:ext cx="155575" cy="204788"/>
            </a:xfrm>
            <a:custGeom>
              <a:avLst/>
              <a:gdLst>
                <a:gd name="T0" fmla="*/ 46 w 98"/>
                <a:gd name="T1" fmla="*/ 0 h 129"/>
                <a:gd name="T2" fmla="*/ 0 w 98"/>
                <a:gd name="T3" fmla="*/ 127 h 129"/>
                <a:gd name="T4" fmla="*/ 6 w 98"/>
                <a:gd name="T5" fmla="*/ 129 h 129"/>
                <a:gd name="T6" fmla="*/ 20 w 98"/>
                <a:gd name="T7" fmla="*/ 89 h 129"/>
                <a:gd name="T8" fmla="*/ 79 w 98"/>
                <a:gd name="T9" fmla="*/ 89 h 129"/>
                <a:gd name="T10" fmla="*/ 93 w 98"/>
                <a:gd name="T11" fmla="*/ 129 h 129"/>
                <a:gd name="T12" fmla="*/ 98 w 98"/>
                <a:gd name="T13" fmla="*/ 127 h 129"/>
                <a:gd name="T14" fmla="*/ 53 w 98"/>
                <a:gd name="T15" fmla="*/ 0 h 129"/>
                <a:gd name="T16" fmla="*/ 46 w 98"/>
                <a:gd name="T17" fmla="*/ 0 h 129"/>
                <a:gd name="T18" fmla="*/ 22 w 98"/>
                <a:gd name="T19" fmla="*/ 83 h 129"/>
                <a:gd name="T20" fmla="*/ 49 w 98"/>
                <a:gd name="T21" fmla="*/ 7 h 129"/>
                <a:gd name="T22" fmla="*/ 77 w 98"/>
                <a:gd name="T23" fmla="*/ 83 h 129"/>
                <a:gd name="T24" fmla="*/ 22 w 98"/>
                <a:gd name="T25" fmla="*/ 8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29">
                  <a:moveTo>
                    <a:pt x="46" y="0"/>
                  </a:moveTo>
                  <a:lnTo>
                    <a:pt x="0" y="127"/>
                  </a:lnTo>
                  <a:lnTo>
                    <a:pt x="6" y="129"/>
                  </a:lnTo>
                  <a:lnTo>
                    <a:pt x="20" y="89"/>
                  </a:lnTo>
                  <a:lnTo>
                    <a:pt x="79" y="89"/>
                  </a:lnTo>
                  <a:lnTo>
                    <a:pt x="93" y="129"/>
                  </a:lnTo>
                  <a:lnTo>
                    <a:pt x="98" y="127"/>
                  </a:lnTo>
                  <a:lnTo>
                    <a:pt x="53" y="0"/>
                  </a:lnTo>
                  <a:lnTo>
                    <a:pt x="46" y="0"/>
                  </a:lnTo>
                  <a:close/>
                  <a:moveTo>
                    <a:pt x="22" y="83"/>
                  </a:moveTo>
                  <a:lnTo>
                    <a:pt x="49" y="7"/>
                  </a:lnTo>
                  <a:lnTo>
                    <a:pt x="77" y="83"/>
                  </a:lnTo>
                  <a:lnTo>
                    <a:pt x="22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Freeform 69"/>
            <p:cNvSpPr>
              <a:spLocks noEditPoints="1"/>
            </p:cNvSpPr>
            <p:nvPr/>
          </p:nvSpPr>
          <p:spPr bwMode="auto">
            <a:xfrm>
              <a:off x="3041651" y="1786603"/>
              <a:ext cx="71438" cy="95250"/>
            </a:xfrm>
            <a:custGeom>
              <a:avLst/>
              <a:gdLst>
                <a:gd name="T0" fmla="*/ 56 w 60"/>
                <a:gd name="T1" fmla="*/ 64 h 80"/>
                <a:gd name="T2" fmla="*/ 56 w 60"/>
                <a:gd name="T3" fmla="*/ 24 h 80"/>
                <a:gd name="T4" fmla="*/ 30 w 60"/>
                <a:gd name="T5" fmla="*/ 0 h 80"/>
                <a:gd name="T6" fmla="*/ 5 w 60"/>
                <a:gd name="T7" fmla="*/ 9 h 80"/>
                <a:gd name="T8" fmla="*/ 12 w 60"/>
                <a:gd name="T9" fmla="*/ 14 h 80"/>
                <a:gd name="T10" fmla="*/ 30 w 60"/>
                <a:gd name="T11" fmla="*/ 8 h 80"/>
                <a:gd name="T12" fmla="*/ 48 w 60"/>
                <a:gd name="T13" fmla="*/ 24 h 80"/>
                <a:gd name="T14" fmla="*/ 48 w 60"/>
                <a:gd name="T15" fmla="*/ 32 h 80"/>
                <a:gd name="T16" fmla="*/ 32 w 60"/>
                <a:gd name="T17" fmla="*/ 32 h 80"/>
                <a:gd name="T18" fmla="*/ 0 w 60"/>
                <a:gd name="T19" fmla="*/ 56 h 80"/>
                <a:gd name="T20" fmla="*/ 24 w 60"/>
                <a:gd name="T21" fmla="*/ 80 h 80"/>
                <a:gd name="T22" fmla="*/ 48 w 60"/>
                <a:gd name="T23" fmla="*/ 70 h 80"/>
                <a:gd name="T24" fmla="*/ 60 w 60"/>
                <a:gd name="T25" fmla="*/ 80 h 80"/>
                <a:gd name="T26" fmla="*/ 60 w 60"/>
                <a:gd name="T27" fmla="*/ 72 h 80"/>
                <a:gd name="T28" fmla="*/ 56 w 60"/>
                <a:gd name="T29" fmla="*/ 64 h 80"/>
                <a:gd name="T30" fmla="*/ 24 w 60"/>
                <a:gd name="T31" fmla="*/ 72 h 80"/>
                <a:gd name="T32" fmla="*/ 8 w 60"/>
                <a:gd name="T33" fmla="*/ 56 h 80"/>
                <a:gd name="T34" fmla="*/ 32 w 60"/>
                <a:gd name="T35" fmla="*/ 40 h 80"/>
                <a:gd name="T36" fmla="*/ 48 w 60"/>
                <a:gd name="T37" fmla="*/ 40 h 80"/>
                <a:gd name="T38" fmla="*/ 48 w 60"/>
                <a:gd name="T39" fmla="*/ 48 h 80"/>
                <a:gd name="T40" fmla="*/ 24 w 60"/>
                <a:gd name="T41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80">
                  <a:moveTo>
                    <a:pt x="56" y="64"/>
                  </a:moveTo>
                  <a:cubicBezTo>
                    <a:pt x="56" y="24"/>
                    <a:pt x="56" y="24"/>
                    <a:pt x="56" y="24"/>
                  </a:cubicBezTo>
                  <a:cubicBezTo>
                    <a:pt x="56" y="14"/>
                    <a:pt x="49" y="0"/>
                    <a:pt x="30" y="0"/>
                  </a:cubicBezTo>
                  <a:cubicBezTo>
                    <a:pt x="13" y="0"/>
                    <a:pt x="6" y="9"/>
                    <a:pt x="5" y="9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7" y="8"/>
                    <a:pt x="30" y="8"/>
                  </a:cubicBezTo>
                  <a:cubicBezTo>
                    <a:pt x="44" y="8"/>
                    <a:pt x="48" y="17"/>
                    <a:pt x="48" y="24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1" y="32"/>
                    <a:pt x="0" y="37"/>
                    <a:pt x="0" y="56"/>
                  </a:cubicBezTo>
                  <a:cubicBezTo>
                    <a:pt x="0" y="71"/>
                    <a:pt x="9" y="80"/>
                    <a:pt x="24" y="80"/>
                  </a:cubicBezTo>
                  <a:cubicBezTo>
                    <a:pt x="35" y="80"/>
                    <a:pt x="43" y="76"/>
                    <a:pt x="48" y="70"/>
                  </a:cubicBezTo>
                  <a:cubicBezTo>
                    <a:pt x="50" y="75"/>
                    <a:pt x="56" y="80"/>
                    <a:pt x="60" y="80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6" y="72"/>
                    <a:pt x="56" y="65"/>
                    <a:pt x="56" y="64"/>
                  </a:cubicBezTo>
                  <a:close/>
                  <a:moveTo>
                    <a:pt x="24" y="72"/>
                  </a:moveTo>
                  <a:cubicBezTo>
                    <a:pt x="18" y="72"/>
                    <a:pt x="8" y="70"/>
                    <a:pt x="8" y="56"/>
                  </a:cubicBezTo>
                  <a:cubicBezTo>
                    <a:pt x="8" y="40"/>
                    <a:pt x="31" y="40"/>
                    <a:pt x="32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68"/>
                    <a:pt x="35" y="72"/>
                    <a:pt x="24" y="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70"/>
            <p:cNvSpPr>
              <a:spLocks noEditPoints="1"/>
            </p:cNvSpPr>
            <p:nvPr/>
          </p:nvSpPr>
          <p:spPr bwMode="auto">
            <a:xfrm>
              <a:off x="2843213" y="1640553"/>
              <a:ext cx="303213" cy="303213"/>
            </a:xfrm>
            <a:custGeom>
              <a:avLst/>
              <a:gdLst>
                <a:gd name="T0" fmla="*/ 0 w 191"/>
                <a:gd name="T1" fmla="*/ 191 h 191"/>
                <a:gd name="T2" fmla="*/ 191 w 191"/>
                <a:gd name="T3" fmla="*/ 191 h 191"/>
                <a:gd name="T4" fmla="*/ 191 w 191"/>
                <a:gd name="T5" fmla="*/ 0 h 191"/>
                <a:gd name="T6" fmla="*/ 0 w 191"/>
                <a:gd name="T7" fmla="*/ 0 h 191"/>
                <a:gd name="T8" fmla="*/ 0 w 191"/>
                <a:gd name="T9" fmla="*/ 191 h 191"/>
                <a:gd name="T10" fmla="*/ 6 w 191"/>
                <a:gd name="T11" fmla="*/ 6 h 191"/>
                <a:gd name="T12" fmla="*/ 185 w 191"/>
                <a:gd name="T13" fmla="*/ 6 h 191"/>
                <a:gd name="T14" fmla="*/ 185 w 191"/>
                <a:gd name="T15" fmla="*/ 185 h 191"/>
                <a:gd name="T16" fmla="*/ 6 w 191"/>
                <a:gd name="T17" fmla="*/ 185 h 191"/>
                <a:gd name="T18" fmla="*/ 6 w 191"/>
                <a:gd name="T19" fmla="*/ 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1" h="191">
                  <a:moveTo>
                    <a:pt x="0" y="191"/>
                  </a:moveTo>
                  <a:lnTo>
                    <a:pt x="191" y="191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191"/>
                  </a:lnTo>
                  <a:close/>
                  <a:moveTo>
                    <a:pt x="6" y="6"/>
                  </a:moveTo>
                  <a:lnTo>
                    <a:pt x="185" y="6"/>
                  </a:lnTo>
                  <a:lnTo>
                    <a:pt x="185" y="185"/>
                  </a:lnTo>
                  <a:lnTo>
                    <a:pt x="6" y="185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2" name="Группа 601"/>
          <p:cNvGrpSpPr/>
          <p:nvPr/>
        </p:nvGrpSpPr>
        <p:grpSpPr>
          <a:xfrm>
            <a:off x="3238501" y="1640553"/>
            <a:ext cx="303213" cy="303213"/>
            <a:chOff x="3238501" y="1640553"/>
            <a:chExt cx="303213" cy="303213"/>
          </a:xfrm>
        </p:grpSpPr>
        <p:sp>
          <p:nvSpPr>
            <p:cNvPr id="62" name="Freeform 71"/>
            <p:cNvSpPr>
              <a:spLocks noEditPoints="1"/>
            </p:cNvSpPr>
            <p:nvPr/>
          </p:nvSpPr>
          <p:spPr bwMode="auto">
            <a:xfrm>
              <a:off x="3267076" y="1678653"/>
              <a:ext cx="246063" cy="204788"/>
            </a:xfrm>
            <a:custGeom>
              <a:avLst/>
              <a:gdLst>
                <a:gd name="T0" fmla="*/ 200 w 208"/>
                <a:gd name="T1" fmla="*/ 116 h 173"/>
                <a:gd name="T2" fmla="*/ 174 w 208"/>
                <a:gd name="T3" fmla="*/ 92 h 173"/>
                <a:gd name="T4" fmla="*/ 148 w 208"/>
                <a:gd name="T5" fmla="*/ 101 h 173"/>
                <a:gd name="T6" fmla="*/ 155 w 208"/>
                <a:gd name="T7" fmla="*/ 106 h 173"/>
                <a:gd name="T8" fmla="*/ 174 w 208"/>
                <a:gd name="T9" fmla="*/ 100 h 173"/>
                <a:gd name="T10" fmla="*/ 192 w 208"/>
                <a:gd name="T11" fmla="*/ 116 h 173"/>
                <a:gd name="T12" fmla="*/ 192 w 208"/>
                <a:gd name="T13" fmla="*/ 124 h 173"/>
                <a:gd name="T14" fmla="*/ 176 w 208"/>
                <a:gd name="T15" fmla="*/ 124 h 173"/>
                <a:gd name="T16" fmla="*/ 145 w 208"/>
                <a:gd name="T17" fmla="*/ 140 h 173"/>
                <a:gd name="T18" fmla="*/ 120 w 208"/>
                <a:gd name="T19" fmla="*/ 140 h 173"/>
                <a:gd name="T20" fmla="*/ 70 w 208"/>
                <a:gd name="T21" fmla="*/ 0 h 173"/>
                <a:gd name="T22" fmla="*/ 61 w 208"/>
                <a:gd name="T23" fmla="*/ 0 h 173"/>
                <a:gd name="T24" fmla="*/ 11 w 208"/>
                <a:gd name="T25" fmla="*/ 140 h 173"/>
                <a:gd name="T26" fmla="*/ 0 w 208"/>
                <a:gd name="T27" fmla="*/ 140 h 173"/>
                <a:gd name="T28" fmla="*/ 0 w 208"/>
                <a:gd name="T29" fmla="*/ 148 h 173"/>
                <a:gd name="T30" fmla="*/ 8 w 208"/>
                <a:gd name="T31" fmla="*/ 148 h 173"/>
                <a:gd name="T32" fmla="*/ 0 w 208"/>
                <a:gd name="T33" fmla="*/ 170 h 173"/>
                <a:gd name="T34" fmla="*/ 7 w 208"/>
                <a:gd name="T35" fmla="*/ 173 h 173"/>
                <a:gd name="T36" fmla="*/ 16 w 208"/>
                <a:gd name="T37" fmla="*/ 148 h 173"/>
                <a:gd name="T38" fmla="*/ 115 w 208"/>
                <a:gd name="T39" fmla="*/ 148 h 173"/>
                <a:gd name="T40" fmla="*/ 124 w 208"/>
                <a:gd name="T41" fmla="*/ 173 h 173"/>
                <a:gd name="T42" fmla="*/ 131 w 208"/>
                <a:gd name="T43" fmla="*/ 170 h 173"/>
                <a:gd name="T44" fmla="*/ 123 w 208"/>
                <a:gd name="T45" fmla="*/ 148 h 173"/>
                <a:gd name="T46" fmla="*/ 144 w 208"/>
                <a:gd name="T47" fmla="*/ 148 h 173"/>
                <a:gd name="T48" fmla="*/ 168 w 208"/>
                <a:gd name="T49" fmla="*/ 172 h 173"/>
                <a:gd name="T50" fmla="*/ 192 w 208"/>
                <a:gd name="T51" fmla="*/ 162 h 173"/>
                <a:gd name="T52" fmla="*/ 204 w 208"/>
                <a:gd name="T53" fmla="*/ 172 h 173"/>
                <a:gd name="T54" fmla="*/ 204 w 208"/>
                <a:gd name="T55" fmla="*/ 164 h 173"/>
                <a:gd name="T56" fmla="*/ 200 w 208"/>
                <a:gd name="T57" fmla="*/ 156 h 173"/>
                <a:gd name="T58" fmla="*/ 200 w 208"/>
                <a:gd name="T59" fmla="*/ 148 h 173"/>
                <a:gd name="T60" fmla="*/ 208 w 208"/>
                <a:gd name="T61" fmla="*/ 148 h 173"/>
                <a:gd name="T62" fmla="*/ 208 w 208"/>
                <a:gd name="T63" fmla="*/ 140 h 173"/>
                <a:gd name="T64" fmla="*/ 200 w 208"/>
                <a:gd name="T65" fmla="*/ 140 h 173"/>
                <a:gd name="T66" fmla="*/ 200 w 208"/>
                <a:gd name="T67" fmla="*/ 116 h 173"/>
                <a:gd name="T68" fmla="*/ 66 w 208"/>
                <a:gd name="T69" fmla="*/ 10 h 173"/>
                <a:gd name="T70" fmla="*/ 99 w 208"/>
                <a:gd name="T71" fmla="*/ 104 h 173"/>
                <a:gd name="T72" fmla="*/ 32 w 208"/>
                <a:gd name="T73" fmla="*/ 104 h 173"/>
                <a:gd name="T74" fmla="*/ 66 w 208"/>
                <a:gd name="T75" fmla="*/ 10 h 173"/>
                <a:gd name="T76" fmla="*/ 19 w 208"/>
                <a:gd name="T77" fmla="*/ 140 h 173"/>
                <a:gd name="T78" fmla="*/ 29 w 208"/>
                <a:gd name="T79" fmla="*/ 112 h 173"/>
                <a:gd name="T80" fmla="*/ 102 w 208"/>
                <a:gd name="T81" fmla="*/ 112 h 173"/>
                <a:gd name="T82" fmla="*/ 112 w 208"/>
                <a:gd name="T83" fmla="*/ 140 h 173"/>
                <a:gd name="T84" fmla="*/ 19 w 208"/>
                <a:gd name="T85" fmla="*/ 140 h 173"/>
                <a:gd name="T86" fmla="*/ 168 w 208"/>
                <a:gd name="T87" fmla="*/ 164 h 173"/>
                <a:gd name="T88" fmla="*/ 152 w 208"/>
                <a:gd name="T89" fmla="*/ 148 h 173"/>
                <a:gd name="T90" fmla="*/ 191 w 208"/>
                <a:gd name="T91" fmla="*/ 148 h 173"/>
                <a:gd name="T92" fmla="*/ 168 w 208"/>
                <a:gd name="T93" fmla="*/ 164 h 173"/>
                <a:gd name="T94" fmla="*/ 154 w 208"/>
                <a:gd name="T95" fmla="*/ 140 h 173"/>
                <a:gd name="T96" fmla="*/ 176 w 208"/>
                <a:gd name="T97" fmla="*/ 132 h 173"/>
                <a:gd name="T98" fmla="*/ 192 w 208"/>
                <a:gd name="T99" fmla="*/ 132 h 173"/>
                <a:gd name="T100" fmla="*/ 192 w 208"/>
                <a:gd name="T101" fmla="*/ 140 h 173"/>
                <a:gd name="T102" fmla="*/ 154 w 208"/>
                <a:gd name="T103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8" h="173">
                  <a:moveTo>
                    <a:pt x="200" y="116"/>
                  </a:moveTo>
                  <a:cubicBezTo>
                    <a:pt x="200" y="106"/>
                    <a:pt x="193" y="92"/>
                    <a:pt x="174" y="92"/>
                  </a:cubicBezTo>
                  <a:cubicBezTo>
                    <a:pt x="156" y="92"/>
                    <a:pt x="149" y="101"/>
                    <a:pt x="148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5" y="106"/>
                    <a:pt x="160" y="100"/>
                    <a:pt x="174" y="100"/>
                  </a:cubicBezTo>
                  <a:cubicBezTo>
                    <a:pt x="187" y="100"/>
                    <a:pt x="192" y="109"/>
                    <a:pt x="192" y="116"/>
                  </a:cubicBezTo>
                  <a:cubicBezTo>
                    <a:pt x="192" y="124"/>
                    <a:pt x="192" y="124"/>
                    <a:pt x="192" y="124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66" y="124"/>
                    <a:pt x="150" y="127"/>
                    <a:pt x="145" y="140"/>
                  </a:cubicBezTo>
                  <a:cubicBezTo>
                    <a:pt x="120" y="140"/>
                    <a:pt x="120" y="140"/>
                    <a:pt x="120" y="14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16" y="148"/>
                    <a:pt x="16" y="148"/>
                    <a:pt x="16" y="148"/>
                  </a:cubicBezTo>
                  <a:cubicBezTo>
                    <a:pt x="115" y="148"/>
                    <a:pt x="115" y="148"/>
                    <a:pt x="115" y="148"/>
                  </a:cubicBezTo>
                  <a:cubicBezTo>
                    <a:pt x="124" y="173"/>
                    <a:pt x="124" y="173"/>
                    <a:pt x="124" y="173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44" y="148"/>
                    <a:pt x="144" y="148"/>
                    <a:pt x="144" y="148"/>
                  </a:cubicBezTo>
                  <a:cubicBezTo>
                    <a:pt x="144" y="163"/>
                    <a:pt x="152" y="172"/>
                    <a:pt x="168" y="172"/>
                  </a:cubicBezTo>
                  <a:cubicBezTo>
                    <a:pt x="179" y="172"/>
                    <a:pt x="186" y="168"/>
                    <a:pt x="192" y="162"/>
                  </a:cubicBezTo>
                  <a:cubicBezTo>
                    <a:pt x="193" y="167"/>
                    <a:pt x="200" y="172"/>
                    <a:pt x="204" y="172"/>
                  </a:cubicBezTo>
                  <a:cubicBezTo>
                    <a:pt x="204" y="164"/>
                    <a:pt x="204" y="164"/>
                    <a:pt x="204" y="164"/>
                  </a:cubicBezTo>
                  <a:cubicBezTo>
                    <a:pt x="200" y="164"/>
                    <a:pt x="200" y="157"/>
                    <a:pt x="200" y="156"/>
                  </a:cubicBezTo>
                  <a:cubicBezTo>
                    <a:pt x="200" y="148"/>
                    <a:pt x="200" y="148"/>
                    <a:pt x="200" y="148"/>
                  </a:cubicBezTo>
                  <a:cubicBezTo>
                    <a:pt x="208" y="148"/>
                    <a:pt x="208" y="148"/>
                    <a:pt x="208" y="148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0" y="140"/>
                    <a:pt x="200" y="140"/>
                    <a:pt x="200" y="140"/>
                  </a:cubicBezTo>
                  <a:lnTo>
                    <a:pt x="200" y="116"/>
                  </a:lnTo>
                  <a:close/>
                  <a:moveTo>
                    <a:pt x="66" y="10"/>
                  </a:moveTo>
                  <a:cubicBezTo>
                    <a:pt x="99" y="104"/>
                    <a:pt x="99" y="104"/>
                    <a:pt x="99" y="104"/>
                  </a:cubicBezTo>
                  <a:cubicBezTo>
                    <a:pt x="32" y="104"/>
                    <a:pt x="32" y="104"/>
                    <a:pt x="32" y="104"/>
                  </a:cubicBezTo>
                  <a:lnTo>
                    <a:pt x="66" y="10"/>
                  </a:lnTo>
                  <a:close/>
                  <a:moveTo>
                    <a:pt x="19" y="140"/>
                  </a:moveTo>
                  <a:cubicBezTo>
                    <a:pt x="29" y="112"/>
                    <a:pt x="29" y="112"/>
                    <a:pt x="29" y="112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12" y="140"/>
                    <a:pt x="112" y="140"/>
                    <a:pt x="112" y="140"/>
                  </a:cubicBezTo>
                  <a:lnTo>
                    <a:pt x="19" y="140"/>
                  </a:lnTo>
                  <a:close/>
                  <a:moveTo>
                    <a:pt x="168" y="164"/>
                  </a:moveTo>
                  <a:cubicBezTo>
                    <a:pt x="161" y="164"/>
                    <a:pt x="152" y="162"/>
                    <a:pt x="152" y="148"/>
                  </a:cubicBezTo>
                  <a:cubicBezTo>
                    <a:pt x="191" y="148"/>
                    <a:pt x="191" y="148"/>
                    <a:pt x="191" y="148"/>
                  </a:cubicBezTo>
                  <a:cubicBezTo>
                    <a:pt x="188" y="161"/>
                    <a:pt x="177" y="164"/>
                    <a:pt x="168" y="164"/>
                  </a:cubicBezTo>
                  <a:close/>
                  <a:moveTo>
                    <a:pt x="154" y="140"/>
                  </a:moveTo>
                  <a:cubicBezTo>
                    <a:pt x="160" y="132"/>
                    <a:pt x="175" y="132"/>
                    <a:pt x="176" y="132"/>
                  </a:cubicBezTo>
                  <a:cubicBezTo>
                    <a:pt x="192" y="132"/>
                    <a:pt x="192" y="132"/>
                    <a:pt x="192" y="132"/>
                  </a:cubicBezTo>
                  <a:cubicBezTo>
                    <a:pt x="192" y="140"/>
                    <a:pt x="192" y="140"/>
                    <a:pt x="192" y="140"/>
                  </a:cubicBezTo>
                  <a:lnTo>
                    <a:pt x="154" y="1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72"/>
            <p:cNvSpPr>
              <a:spLocks noEditPoints="1"/>
            </p:cNvSpPr>
            <p:nvPr/>
          </p:nvSpPr>
          <p:spPr bwMode="auto">
            <a:xfrm>
              <a:off x="3238501" y="1640553"/>
              <a:ext cx="303213" cy="303213"/>
            </a:xfrm>
            <a:custGeom>
              <a:avLst/>
              <a:gdLst>
                <a:gd name="T0" fmla="*/ 0 w 191"/>
                <a:gd name="T1" fmla="*/ 191 h 191"/>
                <a:gd name="T2" fmla="*/ 191 w 191"/>
                <a:gd name="T3" fmla="*/ 191 h 191"/>
                <a:gd name="T4" fmla="*/ 191 w 191"/>
                <a:gd name="T5" fmla="*/ 0 h 191"/>
                <a:gd name="T6" fmla="*/ 0 w 191"/>
                <a:gd name="T7" fmla="*/ 0 h 191"/>
                <a:gd name="T8" fmla="*/ 0 w 191"/>
                <a:gd name="T9" fmla="*/ 191 h 191"/>
                <a:gd name="T10" fmla="*/ 6 w 191"/>
                <a:gd name="T11" fmla="*/ 6 h 191"/>
                <a:gd name="T12" fmla="*/ 185 w 191"/>
                <a:gd name="T13" fmla="*/ 6 h 191"/>
                <a:gd name="T14" fmla="*/ 185 w 191"/>
                <a:gd name="T15" fmla="*/ 185 h 191"/>
                <a:gd name="T16" fmla="*/ 6 w 191"/>
                <a:gd name="T17" fmla="*/ 185 h 191"/>
                <a:gd name="T18" fmla="*/ 6 w 191"/>
                <a:gd name="T19" fmla="*/ 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1" h="191">
                  <a:moveTo>
                    <a:pt x="0" y="191"/>
                  </a:moveTo>
                  <a:lnTo>
                    <a:pt x="191" y="191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191"/>
                  </a:lnTo>
                  <a:close/>
                  <a:moveTo>
                    <a:pt x="6" y="6"/>
                  </a:moveTo>
                  <a:lnTo>
                    <a:pt x="185" y="6"/>
                  </a:lnTo>
                  <a:lnTo>
                    <a:pt x="185" y="185"/>
                  </a:lnTo>
                  <a:lnTo>
                    <a:pt x="6" y="185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3" name="Группа 602"/>
          <p:cNvGrpSpPr/>
          <p:nvPr/>
        </p:nvGrpSpPr>
        <p:grpSpPr>
          <a:xfrm>
            <a:off x="3636963" y="1654840"/>
            <a:ext cx="295275" cy="274638"/>
            <a:chOff x="3636963" y="1654840"/>
            <a:chExt cx="295275" cy="274638"/>
          </a:xfrm>
        </p:grpSpPr>
        <p:sp>
          <p:nvSpPr>
            <p:cNvPr id="64" name="Freeform 73"/>
            <p:cNvSpPr>
              <a:spLocks noEditPoints="1"/>
            </p:cNvSpPr>
            <p:nvPr/>
          </p:nvSpPr>
          <p:spPr bwMode="auto">
            <a:xfrm>
              <a:off x="3670301" y="1678653"/>
              <a:ext cx="88900" cy="115888"/>
            </a:xfrm>
            <a:custGeom>
              <a:avLst/>
              <a:gdLst>
                <a:gd name="T0" fmla="*/ 5 w 56"/>
                <a:gd name="T1" fmla="*/ 73 h 73"/>
                <a:gd name="T2" fmla="*/ 12 w 56"/>
                <a:gd name="T3" fmla="*/ 53 h 73"/>
                <a:gd name="T4" fmla="*/ 44 w 56"/>
                <a:gd name="T5" fmla="*/ 53 h 73"/>
                <a:gd name="T6" fmla="*/ 51 w 56"/>
                <a:gd name="T7" fmla="*/ 73 h 73"/>
                <a:gd name="T8" fmla="*/ 56 w 56"/>
                <a:gd name="T9" fmla="*/ 71 h 73"/>
                <a:gd name="T10" fmla="*/ 32 w 56"/>
                <a:gd name="T11" fmla="*/ 0 h 73"/>
                <a:gd name="T12" fmla="*/ 25 w 56"/>
                <a:gd name="T13" fmla="*/ 0 h 73"/>
                <a:gd name="T14" fmla="*/ 0 w 56"/>
                <a:gd name="T15" fmla="*/ 71 h 73"/>
                <a:gd name="T16" fmla="*/ 5 w 56"/>
                <a:gd name="T17" fmla="*/ 73 h 73"/>
                <a:gd name="T18" fmla="*/ 29 w 56"/>
                <a:gd name="T19" fmla="*/ 8 h 73"/>
                <a:gd name="T20" fmla="*/ 42 w 56"/>
                <a:gd name="T21" fmla="*/ 47 h 73"/>
                <a:gd name="T22" fmla="*/ 14 w 56"/>
                <a:gd name="T23" fmla="*/ 47 h 73"/>
                <a:gd name="T24" fmla="*/ 29 w 56"/>
                <a:gd name="T25" fmla="*/ 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5" y="73"/>
                  </a:moveTo>
                  <a:lnTo>
                    <a:pt x="12" y="53"/>
                  </a:lnTo>
                  <a:lnTo>
                    <a:pt x="44" y="53"/>
                  </a:lnTo>
                  <a:lnTo>
                    <a:pt x="51" y="73"/>
                  </a:lnTo>
                  <a:lnTo>
                    <a:pt x="56" y="71"/>
                  </a:lnTo>
                  <a:lnTo>
                    <a:pt x="32" y="0"/>
                  </a:lnTo>
                  <a:lnTo>
                    <a:pt x="25" y="0"/>
                  </a:lnTo>
                  <a:lnTo>
                    <a:pt x="0" y="71"/>
                  </a:lnTo>
                  <a:lnTo>
                    <a:pt x="5" y="73"/>
                  </a:lnTo>
                  <a:close/>
                  <a:moveTo>
                    <a:pt x="29" y="8"/>
                  </a:moveTo>
                  <a:lnTo>
                    <a:pt x="42" y="47"/>
                  </a:lnTo>
                  <a:lnTo>
                    <a:pt x="14" y="47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" name="Freeform 74"/>
            <p:cNvSpPr>
              <a:spLocks noEditPoints="1"/>
            </p:cNvSpPr>
            <p:nvPr/>
          </p:nvSpPr>
          <p:spPr bwMode="auto">
            <a:xfrm>
              <a:off x="3808413" y="1678653"/>
              <a:ext cx="88900" cy="115888"/>
            </a:xfrm>
            <a:custGeom>
              <a:avLst/>
              <a:gdLst>
                <a:gd name="T0" fmla="*/ 25 w 56"/>
                <a:gd name="T1" fmla="*/ 0 h 73"/>
                <a:gd name="T2" fmla="*/ 0 w 56"/>
                <a:gd name="T3" fmla="*/ 71 h 73"/>
                <a:gd name="T4" fmla="*/ 5 w 56"/>
                <a:gd name="T5" fmla="*/ 73 h 73"/>
                <a:gd name="T6" fmla="*/ 12 w 56"/>
                <a:gd name="T7" fmla="*/ 53 h 73"/>
                <a:gd name="T8" fmla="*/ 44 w 56"/>
                <a:gd name="T9" fmla="*/ 53 h 73"/>
                <a:gd name="T10" fmla="*/ 51 w 56"/>
                <a:gd name="T11" fmla="*/ 73 h 73"/>
                <a:gd name="T12" fmla="*/ 56 w 56"/>
                <a:gd name="T13" fmla="*/ 71 h 73"/>
                <a:gd name="T14" fmla="*/ 32 w 56"/>
                <a:gd name="T15" fmla="*/ 0 h 73"/>
                <a:gd name="T16" fmla="*/ 25 w 56"/>
                <a:gd name="T17" fmla="*/ 0 h 73"/>
                <a:gd name="T18" fmla="*/ 14 w 56"/>
                <a:gd name="T19" fmla="*/ 47 h 73"/>
                <a:gd name="T20" fmla="*/ 28 w 56"/>
                <a:gd name="T21" fmla="*/ 8 h 73"/>
                <a:gd name="T22" fmla="*/ 42 w 56"/>
                <a:gd name="T23" fmla="*/ 47 h 73"/>
                <a:gd name="T24" fmla="*/ 14 w 56"/>
                <a:gd name="T25" fmla="*/ 4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25" y="0"/>
                  </a:moveTo>
                  <a:lnTo>
                    <a:pt x="0" y="71"/>
                  </a:lnTo>
                  <a:lnTo>
                    <a:pt x="5" y="73"/>
                  </a:lnTo>
                  <a:lnTo>
                    <a:pt x="12" y="53"/>
                  </a:lnTo>
                  <a:lnTo>
                    <a:pt x="44" y="53"/>
                  </a:lnTo>
                  <a:lnTo>
                    <a:pt x="51" y="73"/>
                  </a:lnTo>
                  <a:lnTo>
                    <a:pt x="56" y="71"/>
                  </a:lnTo>
                  <a:lnTo>
                    <a:pt x="32" y="0"/>
                  </a:lnTo>
                  <a:lnTo>
                    <a:pt x="25" y="0"/>
                  </a:lnTo>
                  <a:close/>
                  <a:moveTo>
                    <a:pt x="14" y="47"/>
                  </a:moveTo>
                  <a:lnTo>
                    <a:pt x="28" y="8"/>
                  </a:lnTo>
                  <a:lnTo>
                    <a:pt x="42" y="47"/>
                  </a:lnTo>
                  <a:lnTo>
                    <a:pt x="14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Rectangle 75"/>
            <p:cNvSpPr>
              <a:spLocks noChangeArrowheads="1"/>
            </p:cNvSpPr>
            <p:nvPr/>
          </p:nvSpPr>
          <p:spPr bwMode="auto">
            <a:xfrm>
              <a:off x="3779838" y="1654840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Rectangle 76"/>
            <p:cNvSpPr>
              <a:spLocks noChangeArrowheads="1"/>
            </p:cNvSpPr>
            <p:nvPr/>
          </p:nvSpPr>
          <p:spPr bwMode="auto">
            <a:xfrm>
              <a:off x="3779838" y="1731040"/>
              <a:ext cx="9525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Rectangle 77"/>
            <p:cNvSpPr>
              <a:spLocks noChangeArrowheads="1"/>
            </p:cNvSpPr>
            <p:nvPr/>
          </p:nvSpPr>
          <p:spPr bwMode="auto">
            <a:xfrm>
              <a:off x="3779838" y="17866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Rectangle 78"/>
            <p:cNvSpPr>
              <a:spLocks noChangeArrowheads="1"/>
            </p:cNvSpPr>
            <p:nvPr/>
          </p:nvSpPr>
          <p:spPr bwMode="auto">
            <a:xfrm>
              <a:off x="3779838" y="17580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Rectangle 79"/>
            <p:cNvSpPr>
              <a:spLocks noChangeArrowheads="1"/>
            </p:cNvSpPr>
            <p:nvPr/>
          </p:nvSpPr>
          <p:spPr bwMode="auto">
            <a:xfrm>
              <a:off x="3779838" y="16738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1" name="Rectangle 80"/>
            <p:cNvSpPr>
              <a:spLocks noChangeArrowheads="1"/>
            </p:cNvSpPr>
            <p:nvPr/>
          </p:nvSpPr>
          <p:spPr bwMode="auto">
            <a:xfrm>
              <a:off x="3779838" y="17024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Rectangle 81"/>
            <p:cNvSpPr>
              <a:spLocks noChangeArrowheads="1"/>
            </p:cNvSpPr>
            <p:nvPr/>
          </p:nvSpPr>
          <p:spPr bwMode="auto">
            <a:xfrm>
              <a:off x="3779838" y="1815178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3" name="Rectangle 82"/>
            <p:cNvSpPr>
              <a:spLocks noChangeArrowheads="1"/>
            </p:cNvSpPr>
            <p:nvPr/>
          </p:nvSpPr>
          <p:spPr bwMode="auto">
            <a:xfrm>
              <a:off x="3646488" y="1654840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Rectangle 83"/>
            <p:cNvSpPr>
              <a:spLocks noChangeArrowheads="1"/>
            </p:cNvSpPr>
            <p:nvPr/>
          </p:nvSpPr>
          <p:spPr bwMode="auto">
            <a:xfrm>
              <a:off x="3646488" y="17580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Rectangle 84"/>
            <p:cNvSpPr>
              <a:spLocks noChangeArrowheads="1"/>
            </p:cNvSpPr>
            <p:nvPr/>
          </p:nvSpPr>
          <p:spPr bwMode="auto">
            <a:xfrm>
              <a:off x="3646488" y="16738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Rectangle 85"/>
            <p:cNvSpPr>
              <a:spLocks noChangeArrowheads="1"/>
            </p:cNvSpPr>
            <p:nvPr/>
          </p:nvSpPr>
          <p:spPr bwMode="auto">
            <a:xfrm>
              <a:off x="3646488" y="17866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Rectangle 86"/>
            <p:cNvSpPr>
              <a:spLocks noChangeArrowheads="1"/>
            </p:cNvSpPr>
            <p:nvPr/>
          </p:nvSpPr>
          <p:spPr bwMode="auto">
            <a:xfrm>
              <a:off x="3646488" y="1731040"/>
              <a:ext cx="9525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8" name="Rectangle 87"/>
            <p:cNvSpPr>
              <a:spLocks noChangeArrowheads="1"/>
            </p:cNvSpPr>
            <p:nvPr/>
          </p:nvSpPr>
          <p:spPr bwMode="auto">
            <a:xfrm>
              <a:off x="3646488" y="17024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9" name="Rectangle 88"/>
            <p:cNvSpPr>
              <a:spLocks noChangeArrowheads="1"/>
            </p:cNvSpPr>
            <p:nvPr/>
          </p:nvSpPr>
          <p:spPr bwMode="auto">
            <a:xfrm>
              <a:off x="3646488" y="1815178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Rectangle 89"/>
            <p:cNvSpPr>
              <a:spLocks noChangeArrowheads="1"/>
            </p:cNvSpPr>
            <p:nvPr/>
          </p:nvSpPr>
          <p:spPr bwMode="auto">
            <a:xfrm>
              <a:off x="3913188" y="1654840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1" name="Rectangle 90"/>
            <p:cNvSpPr>
              <a:spLocks noChangeArrowheads="1"/>
            </p:cNvSpPr>
            <p:nvPr/>
          </p:nvSpPr>
          <p:spPr bwMode="auto">
            <a:xfrm>
              <a:off x="3913188" y="1731040"/>
              <a:ext cx="9525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Rectangle 91"/>
            <p:cNvSpPr>
              <a:spLocks noChangeArrowheads="1"/>
            </p:cNvSpPr>
            <p:nvPr/>
          </p:nvSpPr>
          <p:spPr bwMode="auto">
            <a:xfrm>
              <a:off x="3913188" y="17024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Rectangle 92"/>
            <p:cNvSpPr>
              <a:spLocks noChangeArrowheads="1"/>
            </p:cNvSpPr>
            <p:nvPr/>
          </p:nvSpPr>
          <p:spPr bwMode="auto">
            <a:xfrm>
              <a:off x="3913188" y="17580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Rectangle 93"/>
            <p:cNvSpPr>
              <a:spLocks noChangeArrowheads="1"/>
            </p:cNvSpPr>
            <p:nvPr/>
          </p:nvSpPr>
          <p:spPr bwMode="auto">
            <a:xfrm>
              <a:off x="3913188" y="16738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Rectangle 94"/>
            <p:cNvSpPr>
              <a:spLocks noChangeArrowheads="1"/>
            </p:cNvSpPr>
            <p:nvPr/>
          </p:nvSpPr>
          <p:spPr bwMode="auto">
            <a:xfrm>
              <a:off x="3913188" y="17866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Rectangle 95"/>
            <p:cNvSpPr>
              <a:spLocks noChangeArrowheads="1"/>
            </p:cNvSpPr>
            <p:nvPr/>
          </p:nvSpPr>
          <p:spPr bwMode="auto">
            <a:xfrm>
              <a:off x="3913188" y="1815178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Freeform 96"/>
            <p:cNvSpPr>
              <a:spLocks/>
            </p:cNvSpPr>
            <p:nvPr/>
          </p:nvSpPr>
          <p:spPr bwMode="auto">
            <a:xfrm>
              <a:off x="3636963" y="1854865"/>
              <a:ext cx="295275" cy="74613"/>
            </a:xfrm>
            <a:custGeom>
              <a:avLst/>
              <a:gdLst>
                <a:gd name="T0" fmla="*/ 164 w 186"/>
                <a:gd name="T1" fmla="*/ 47 h 47"/>
                <a:gd name="T2" fmla="*/ 186 w 186"/>
                <a:gd name="T3" fmla="*/ 26 h 47"/>
                <a:gd name="T4" fmla="*/ 186 w 186"/>
                <a:gd name="T5" fmla="*/ 21 h 47"/>
                <a:gd name="T6" fmla="*/ 164 w 186"/>
                <a:gd name="T7" fmla="*/ 0 h 47"/>
                <a:gd name="T8" fmla="*/ 160 w 186"/>
                <a:gd name="T9" fmla="*/ 5 h 47"/>
                <a:gd name="T10" fmla="*/ 175 w 186"/>
                <a:gd name="T11" fmla="*/ 20 h 47"/>
                <a:gd name="T12" fmla="*/ 10 w 186"/>
                <a:gd name="T13" fmla="*/ 20 h 47"/>
                <a:gd name="T14" fmla="*/ 26 w 186"/>
                <a:gd name="T15" fmla="*/ 5 h 47"/>
                <a:gd name="T16" fmla="*/ 21 w 186"/>
                <a:gd name="T17" fmla="*/ 0 h 47"/>
                <a:gd name="T18" fmla="*/ 0 w 186"/>
                <a:gd name="T19" fmla="*/ 21 h 47"/>
                <a:gd name="T20" fmla="*/ 0 w 186"/>
                <a:gd name="T21" fmla="*/ 26 h 47"/>
                <a:gd name="T22" fmla="*/ 21 w 186"/>
                <a:gd name="T23" fmla="*/ 47 h 47"/>
                <a:gd name="T24" fmla="*/ 26 w 186"/>
                <a:gd name="T25" fmla="*/ 42 h 47"/>
                <a:gd name="T26" fmla="*/ 10 w 186"/>
                <a:gd name="T27" fmla="*/ 26 h 47"/>
                <a:gd name="T28" fmla="*/ 175 w 186"/>
                <a:gd name="T29" fmla="*/ 26 h 47"/>
                <a:gd name="T30" fmla="*/ 160 w 186"/>
                <a:gd name="T31" fmla="*/ 42 h 47"/>
                <a:gd name="T32" fmla="*/ 164 w 186"/>
                <a:gd name="T3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6" h="47">
                  <a:moveTo>
                    <a:pt x="164" y="47"/>
                  </a:moveTo>
                  <a:lnTo>
                    <a:pt x="186" y="26"/>
                  </a:lnTo>
                  <a:lnTo>
                    <a:pt x="186" y="21"/>
                  </a:lnTo>
                  <a:lnTo>
                    <a:pt x="164" y="0"/>
                  </a:lnTo>
                  <a:lnTo>
                    <a:pt x="160" y="5"/>
                  </a:lnTo>
                  <a:lnTo>
                    <a:pt x="175" y="20"/>
                  </a:lnTo>
                  <a:lnTo>
                    <a:pt x="10" y="20"/>
                  </a:lnTo>
                  <a:lnTo>
                    <a:pt x="26" y="5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21" y="47"/>
                  </a:lnTo>
                  <a:lnTo>
                    <a:pt x="26" y="42"/>
                  </a:lnTo>
                  <a:lnTo>
                    <a:pt x="10" y="26"/>
                  </a:lnTo>
                  <a:lnTo>
                    <a:pt x="175" y="26"/>
                  </a:lnTo>
                  <a:lnTo>
                    <a:pt x="160" y="42"/>
                  </a:lnTo>
                  <a:lnTo>
                    <a:pt x="164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4" name="Группа 603"/>
          <p:cNvGrpSpPr/>
          <p:nvPr/>
        </p:nvGrpSpPr>
        <p:grpSpPr>
          <a:xfrm>
            <a:off x="4027488" y="1640553"/>
            <a:ext cx="303213" cy="303213"/>
            <a:chOff x="4027488" y="1640553"/>
            <a:chExt cx="303213" cy="303213"/>
          </a:xfrm>
        </p:grpSpPr>
        <p:sp>
          <p:nvSpPr>
            <p:cNvPr id="88" name="Freeform 97"/>
            <p:cNvSpPr>
              <a:spLocks noEditPoints="1"/>
            </p:cNvSpPr>
            <p:nvPr/>
          </p:nvSpPr>
          <p:spPr bwMode="auto">
            <a:xfrm>
              <a:off x="4056063" y="1678653"/>
              <a:ext cx="155575" cy="204788"/>
            </a:xfrm>
            <a:custGeom>
              <a:avLst/>
              <a:gdLst>
                <a:gd name="T0" fmla="*/ 21 w 98"/>
                <a:gd name="T1" fmla="*/ 83 h 129"/>
                <a:gd name="T2" fmla="*/ 76 w 98"/>
                <a:gd name="T3" fmla="*/ 83 h 129"/>
                <a:gd name="T4" fmla="*/ 92 w 98"/>
                <a:gd name="T5" fmla="*/ 129 h 129"/>
                <a:gd name="T6" fmla="*/ 98 w 98"/>
                <a:gd name="T7" fmla="*/ 127 h 129"/>
                <a:gd name="T8" fmla="*/ 53 w 98"/>
                <a:gd name="T9" fmla="*/ 0 h 129"/>
                <a:gd name="T10" fmla="*/ 45 w 98"/>
                <a:gd name="T11" fmla="*/ 0 h 129"/>
                <a:gd name="T12" fmla="*/ 0 w 98"/>
                <a:gd name="T13" fmla="*/ 127 h 129"/>
                <a:gd name="T14" fmla="*/ 6 w 98"/>
                <a:gd name="T15" fmla="*/ 129 h 129"/>
                <a:gd name="T16" fmla="*/ 21 w 98"/>
                <a:gd name="T17" fmla="*/ 83 h 129"/>
                <a:gd name="T18" fmla="*/ 49 w 98"/>
                <a:gd name="T19" fmla="*/ 7 h 129"/>
                <a:gd name="T20" fmla="*/ 74 w 98"/>
                <a:gd name="T21" fmla="*/ 77 h 129"/>
                <a:gd name="T22" fmla="*/ 23 w 98"/>
                <a:gd name="T23" fmla="*/ 77 h 129"/>
                <a:gd name="T24" fmla="*/ 49 w 98"/>
                <a:gd name="T25" fmla="*/ 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29">
                  <a:moveTo>
                    <a:pt x="21" y="83"/>
                  </a:moveTo>
                  <a:lnTo>
                    <a:pt x="76" y="83"/>
                  </a:lnTo>
                  <a:lnTo>
                    <a:pt x="92" y="129"/>
                  </a:lnTo>
                  <a:lnTo>
                    <a:pt x="98" y="127"/>
                  </a:lnTo>
                  <a:lnTo>
                    <a:pt x="53" y="0"/>
                  </a:lnTo>
                  <a:lnTo>
                    <a:pt x="45" y="0"/>
                  </a:lnTo>
                  <a:lnTo>
                    <a:pt x="0" y="127"/>
                  </a:lnTo>
                  <a:lnTo>
                    <a:pt x="6" y="129"/>
                  </a:lnTo>
                  <a:lnTo>
                    <a:pt x="21" y="83"/>
                  </a:lnTo>
                  <a:close/>
                  <a:moveTo>
                    <a:pt x="49" y="7"/>
                  </a:moveTo>
                  <a:lnTo>
                    <a:pt x="74" y="77"/>
                  </a:lnTo>
                  <a:lnTo>
                    <a:pt x="23" y="77"/>
                  </a:lnTo>
                  <a:lnTo>
                    <a:pt x="4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98"/>
            <p:cNvSpPr>
              <a:spLocks noEditPoints="1"/>
            </p:cNvSpPr>
            <p:nvPr/>
          </p:nvSpPr>
          <p:spPr bwMode="auto">
            <a:xfrm>
              <a:off x="4225926" y="1786603"/>
              <a:ext cx="71438" cy="95250"/>
            </a:xfrm>
            <a:custGeom>
              <a:avLst/>
              <a:gdLst>
                <a:gd name="T0" fmla="*/ 32 w 60"/>
                <a:gd name="T1" fmla="*/ 32 h 80"/>
                <a:gd name="T2" fmla="*/ 0 w 60"/>
                <a:gd name="T3" fmla="*/ 56 h 80"/>
                <a:gd name="T4" fmla="*/ 24 w 60"/>
                <a:gd name="T5" fmla="*/ 80 h 80"/>
                <a:gd name="T6" fmla="*/ 48 w 60"/>
                <a:gd name="T7" fmla="*/ 70 h 80"/>
                <a:gd name="T8" fmla="*/ 60 w 60"/>
                <a:gd name="T9" fmla="*/ 80 h 80"/>
                <a:gd name="T10" fmla="*/ 60 w 60"/>
                <a:gd name="T11" fmla="*/ 72 h 80"/>
                <a:gd name="T12" fmla="*/ 56 w 60"/>
                <a:gd name="T13" fmla="*/ 64 h 80"/>
                <a:gd name="T14" fmla="*/ 56 w 60"/>
                <a:gd name="T15" fmla="*/ 24 h 80"/>
                <a:gd name="T16" fmla="*/ 30 w 60"/>
                <a:gd name="T17" fmla="*/ 0 h 80"/>
                <a:gd name="T18" fmla="*/ 5 w 60"/>
                <a:gd name="T19" fmla="*/ 9 h 80"/>
                <a:gd name="T20" fmla="*/ 11 w 60"/>
                <a:gd name="T21" fmla="*/ 14 h 80"/>
                <a:gd name="T22" fmla="*/ 30 w 60"/>
                <a:gd name="T23" fmla="*/ 8 h 80"/>
                <a:gd name="T24" fmla="*/ 48 w 60"/>
                <a:gd name="T25" fmla="*/ 24 h 80"/>
                <a:gd name="T26" fmla="*/ 48 w 60"/>
                <a:gd name="T27" fmla="*/ 32 h 80"/>
                <a:gd name="T28" fmla="*/ 32 w 60"/>
                <a:gd name="T29" fmla="*/ 32 h 80"/>
                <a:gd name="T30" fmla="*/ 24 w 60"/>
                <a:gd name="T31" fmla="*/ 72 h 80"/>
                <a:gd name="T32" fmla="*/ 8 w 60"/>
                <a:gd name="T33" fmla="*/ 56 h 80"/>
                <a:gd name="T34" fmla="*/ 32 w 60"/>
                <a:gd name="T35" fmla="*/ 40 h 80"/>
                <a:gd name="T36" fmla="*/ 48 w 60"/>
                <a:gd name="T37" fmla="*/ 40 h 80"/>
                <a:gd name="T38" fmla="*/ 48 w 60"/>
                <a:gd name="T39" fmla="*/ 48 h 80"/>
                <a:gd name="T40" fmla="*/ 24 w 60"/>
                <a:gd name="T41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80">
                  <a:moveTo>
                    <a:pt x="32" y="32"/>
                  </a:moveTo>
                  <a:cubicBezTo>
                    <a:pt x="21" y="32"/>
                    <a:pt x="0" y="37"/>
                    <a:pt x="0" y="56"/>
                  </a:cubicBezTo>
                  <a:cubicBezTo>
                    <a:pt x="0" y="71"/>
                    <a:pt x="9" y="80"/>
                    <a:pt x="24" y="80"/>
                  </a:cubicBezTo>
                  <a:cubicBezTo>
                    <a:pt x="35" y="80"/>
                    <a:pt x="42" y="76"/>
                    <a:pt x="48" y="70"/>
                  </a:cubicBezTo>
                  <a:cubicBezTo>
                    <a:pt x="49" y="75"/>
                    <a:pt x="56" y="80"/>
                    <a:pt x="60" y="80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6" y="72"/>
                    <a:pt x="56" y="65"/>
                    <a:pt x="56" y="6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14"/>
                    <a:pt x="49" y="0"/>
                    <a:pt x="30" y="0"/>
                  </a:cubicBezTo>
                  <a:cubicBezTo>
                    <a:pt x="12" y="0"/>
                    <a:pt x="5" y="9"/>
                    <a:pt x="5" y="9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6" y="8"/>
                    <a:pt x="30" y="8"/>
                  </a:cubicBezTo>
                  <a:cubicBezTo>
                    <a:pt x="43" y="8"/>
                    <a:pt x="48" y="17"/>
                    <a:pt x="48" y="24"/>
                  </a:cubicBezTo>
                  <a:cubicBezTo>
                    <a:pt x="48" y="32"/>
                    <a:pt x="48" y="32"/>
                    <a:pt x="48" y="32"/>
                  </a:cubicBezTo>
                  <a:lnTo>
                    <a:pt x="32" y="32"/>
                  </a:lnTo>
                  <a:close/>
                  <a:moveTo>
                    <a:pt x="24" y="72"/>
                  </a:moveTo>
                  <a:cubicBezTo>
                    <a:pt x="17" y="72"/>
                    <a:pt x="8" y="70"/>
                    <a:pt x="8" y="56"/>
                  </a:cubicBezTo>
                  <a:cubicBezTo>
                    <a:pt x="8" y="40"/>
                    <a:pt x="31" y="40"/>
                    <a:pt x="32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68"/>
                    <a:pt x="35" y="72"/>
                    <a:pt x="24" y="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99"/>
            <p:cNvSpPr>
              <a:spLocks noEditPoints="1"/>
            </p:cNvSpPr>
            <p:nvPr/>
          </p:nvSpPr>
          <p:spPr bwMode="auto">
            <a:xfrm>
              <a:off x="4027488" y="1640553"/>
              <a:ext cx="303213" cy="303213"/>
            </a:xfrm>
            <a:custGeom>
              <a:avLst/>
              <a:gdLst>
                <a:gd name="T0" fmla="*/ 191 w 191"/>
                <a:gd name="T1" fmla="*/ 0 h 191"/>
                <a:gd name="T2" fmla="*/ 0 w 191"/>
                <a:gd name="T3" fmla="*/ 0 h 191"/>
                <a:gd name="T4" fmla="*/ 0 w 191"/>
                <a:gd name="T5" fmla="*/ 191 h 191"/>
                <a:gd name="T6" fmla="*/ 191 w 191"/>
                <a:gd name="T7" fmla="*/ 191 h 191"/>
                <a:gd name="T8" fmla="*/ 191 w 191"/>
                <a:gd name="T9" fmla="*/ 0 h 191"/>
                <a:gd name="T10" fmla="*/ 185 w 191"/>
                <a:gd name="T11" fmla="*/ 185 h 191"/>
                <a:gd name="T12" fmla="*/ 6 w 191"/>
                <a:gd name="T13" fmla="*/ 185 h 191"/>
                <a:gd name="T14" fmla="*/ 6 w 191"/>
                <a:gd name="T15" fmla="*/ 6 h 191"/>
                <a:gd name="T16" fmla="*/ 185 w 191"/>
                <a:gd name="T17" fmla="*/ 6 h 191"/>
                <a:gd name="T18" fmla="*/ 185 w 191"/>
                <a:gd name="T19" fmla="*/ 185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1" h="191">
                  <a:moveTo>
                    <a:pt x="191" y="0"/>
                  </a:moveTo>
                  <a:lnTo>
                    <a:pt x="0" y="0"/>
                  </a:lnTo>
                  <a:lnTo>
                    <a:pt x="0" y="191"/>
                  </a:lnTo>
                  <a:lnTo>
                    <a:pt x="191" y="191"/>
                  </a:lnTo>
                  <a:lnTo>
                    <a:pt x="191" y="0"/>
                  </a:lnTo>
                  <a:close/>
                  <a:moveTo>
                    <a:pt x="185" y="185"/>
                  </a:moveTo>
                  <a:lnTo>
                    <a:pt x="6" y="185"/>
                  </a:lnTo>
                  <a:lnTo>
                    <a:pt x="6" y="6"/>
                  </a:lnTo>
                  <a:lnTo>
                    <a:pt x="185" y="6"/>
                  </a:lnTo>
                  <a:lnTo>
                    <a:pt x="185" y="1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1" name="Rectangle 100"/>
            <p:cNvSpPr>
              <a:spLocks noChangeArrowheads="1"/>
            </p:cNvSpPr>
            <p:nvPr/>
          </p:nvSpPr>
          <p:spPr bwMode="auto">
            <a:xfrm>
              <a:off x="4056063" y="1896140"/>
              <a:ext cx="2460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5" name="Группа 604"/>
          <p:cNvGrpSpPr/>
          <p:nvPr/>
        </p:nvGrpSpPr>
        <p:grpSpPr>
          <a:xfrm>
            <a:off x="4438651" y="1645315"/>
            <a:ext cx="268287" cy="293688"/>
            <a:chOff x="4438651" y="1645315"/>
            <a:chExt cx="268287" cy="293688"/>
          </a:xfrm>
        </p:grpSpPr>
        <p:sp>
          <p:nvSpPr>
            <p:cNvPr id="92" name="Freeform 101"/>
            <p:cNvSpPr>
              <a:spLocks noEditPoints="1"/>
            </p:cNvSpPr>
            <p:nvPr/>
          </p:nvSpPr>
          <p:spPr bwMode="auto">
            <a:xfrm>
              <a:off x="4551363" y="1688178"/>
              <a:ext cx="155575" cy="204788"/>
            </a:xfrm>
            <a:custGeom>
              <a:avLst/>
              <a:gdLst>
                <a:gd name="T0" fmla="*/ 6 w 98"/>
                <a:gd name="T1" fmla="*/ 129 h 129"/>
                <a:gd name="T2" fmla="*/ 20 w 98"/>
                <a:gd name="T3" fmla="*/ 89 h 129"/>
                <a:gd name="T4" fmla="*/ 79 w 98"/>
                <a:gd name="T5" fmla="*/ 89 h 129"/>
                <a:gd name="T6" fmla="*/ 93 w 98"/>
                <a:gd name="T7" fmla="*/ 129 h 129"/>
                <a:gd name="T8" fmla="*/ 98 w 98"/>
                <a:gd name="T9" fmla="*/ 127 h 129"/>
                <a:gd name="T10" fmla="*/ 53 w 98"/>
                <a:gd name="T11" fmla="*/ 0 h 129"/>
                <a:gd name="T12" fmla="*/ 46 w 98"/>
                <a:gd name="T13" fmla="*/ 0 h 129"/>
                <a:gd name="T14" fmla="*/ 0 w 98"/>
                <a:gd name="T15" fmla="*/ 127 h 129"/>
                <a:gd name="T16" fmla="*/ 6 w 98"/>
                <a:gd name="T17" fmla="*/ 129 h 129"/>
                <a:gd name="T18" fmla="*/ 49 w 98"/>
                <a:gd name="T19" fmla="*/ 7 h 129"/>
                <a:gd name="T20" fmla="*/ 77 w 98"/>
                <a:gd name="T21" fmla="*/ 83 h 129"/>
                <a:gd name="T22" fmla="*/ 22 w 98"/>
                <a:gd name="T23" fmla="*/ 83 h 129"/>
                <a:gd name="T24" fmla="*/ 49 w 98"/>
                <a:gd name="T25" fmla="*/ 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29">
                  <a:moveTo>
                    <a:pt x="6" y="129"/>
                  </a:moveTo>
                  <a:lnTo>
                    <a:pt x="20" y="89"/>
                  </a:lnTo>
                  <a:lnTo>
                    <a:pt x="79" y="89"/>
                  </a:lnTo>
                  <a:lnTo>
                    <a:pt x="93" y="129"/>
                  </a:lnTo>
                  <a:lnTo>
                    <a:pt x="98" y="127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0" y="127"/>
                  </a:lnTo>
                  <a:lnTo>
                    <a:pt x="6" y="129"/>
                  </a:lnTo>
                  <a:close/>
                  <a:moveTo>
                    <a:pt x="49" y="7"/>
                  </a:moveTo>
                  <a:lnTo>
                    <a:pt x="77" y="83"/>
                  </a:lnTo>
                  <a:lnTo>
                    <a:pt x="22" y="83"/>
                  </a:lnTo>
                  <a:lnTo>
                    <a:pt x="4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Freeform 102"/>
            <p:cNvSpPr>
              <a:spLocks/>
            </p:cNvSpPr>
            <p:nvPr/>
          </p:nvSpPr>
          <p:spPr bwMode="auto">
            <a:xfrm>
              <a:off x="4438651" y="1645315"/>
              <a:ext cx="73025" cy="293688"/>
            </a:xfrm>
            <a:custGeom>
              <a:avLst/>
              <a:gdLst>
                <a:gd name="T0" fmla="*/ 42 w 46"/>
                <a:gd name="T1" fmla="*/ 26 h 185"/>
                <a:gd name="T2" fmla="*/ 46 w 46"/>
                <a:gd name="T3" fmla="*/ 21 h 185"/>
                <a:gd name="T4" fmla="*/ 25 w 46"/>
                <a:gd name="T5" fmla="*/ 0 h 185"/>
                <a:gd name="T6" fmla="*/ 21 w 46"/>
                <a:gd name="T7" fmla="*/ 0 h 185"/>
                <a:gd name="T8" fmla="*/ 0 w 46"/>
                <a:gd name="T9" fmla="*/ 21 h 185"/>
                <a:gd name="T10" fmla="*/ 4 w 46"/>
                <a:gd name="T11" fmla="*/ 25 h 185"/>
                <a:gd name="T12" fmla="*/ 20 w 46"/>
                <a:gd name="T13" fmla="*/ 9 h 185"/>
                <a:gd name="T14" fmla="*/ 20 w 46"/>
                <a:gd name="T15" fmla="*/ 175 h 185"/>
                <a:gd name="T16" fmla="*/ 4 w 46"/>
                <a:gd name="T17" fmla="*/ 159 h 185"/>
                <a:gd name="T18" fmla="*/ 0 w 46"/>
                <a:gd name="T19" fmla="*/ 164 h 185"/>
                <a:gd name="T20" fmla="*/ 21 w 46"/>
                <a:gd name="T21" fmla="*/ 185 h 185"/>
                <a:gd name="T22" fmla="*/ 25 w 46"/>
                <a:gd name="T23" fmla="*/ 185 h 185"/>
                <a:gd name="T24" fmla="*/ 46 w 46"/>
                <a:gd name="T25" fmla="*/ 164 h 185"/>
                <a:gd name="T26" fmla="*/ 42 w 46"/>
                <a:gd name="T27" fmla="*/ 159 h 185"/>
                <a:gd name="T28" fmla="*/ 26 w 46"/>
                <a:gd name="T29" fmla="*/ 175 h 185"/>
                <a:gd name="T30" fmla="*/ 26 w 46"/>
                <a:gd name="T31" fmla="*/ 9 h 185"/>
                <a:gd name="T32" fmla="*/ 42 w 46"/>
                <a:gd name="T33" fmla="*/ 26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85">
                  <a:moveTo>
                    <a:pt x="42" y="26"/>
                  </a:moveTo>
                  <a:lnTo>
                    <a:pt x="46" y="21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4" y="25"/>
                  </a:lnTo>
                  <a:lnTo>
                    <a:pt x="20" y="9"/>
                  </a:lnTo>
                  <a:lnTo>
                    <a:pt x="20" y="175"/>
                  </a:lnTo>
                  <a:lnTo>
                    <a:pt x="4" y="159"/>
                  </a:lnTo>
                  <a:lnTo>
                    <a:pt x="0" y="164"/>
                  </a:lnTo>
                  <a:lnTo>
                    <a:pt x="21" y="185"/>
                  </a:lnTo>
                  <a:lnTo>
                    <a:pt x="25" y="185"/>
                  </a:lnTo>
                  <a:lnTo>
                    <a:pt x="46" y="164"/>
                  </a:lnTo>
                  <a:lnTo>
                    <a:pt x="42" y="159"/>
                  </a:lnTo>
                  <a:lnTo>
                    <a:pt x="26" y="175"/>
                  </a:lnTo>
                  <a:lnTo>
                    <a:pt x="26" y="9"/>
                  </a:lnTo>
                  <a:lnTo>
                    <a:pt x="42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4" name="Freeform 103"/>
          <p:cNvSpPr>
            <a:spLocks noEditPoints="1"/>
          </p:cNvSpPr>
          <p:nvPr/>
        </p:nvSpPr>
        <p:spPr bwMode="auto">
          <a:xfrm>
            <a:off x="4838701" y="1640553"/>
            <a:ext cx="257175" cy="303213"/>
          </a:xfrm>
          <a:custGeom>
            <a:avLst/>
            <a:gdLst>
              <a:gd name="T0" fmla="*/ 0 w 162"/>
              <a:gd name="T1" fmla="*/ 101 h 191"/>
              <a:gd name="T2" fmla="*/ 0 w 162"/>
              <a:gd name="T3" fmla="*/ 155 h 191"/>
              <a:gd name="T4" fmla="*/ 78 w 162"/>
              <a:gd name="T5" fmla="*/ 155 h 191"/>
              <a:gd name="T6" fmla="*/ 78 w 162"/>
              <a:gd name="T7" fmla="*/ 191 h 191"/>
              <a:gd name="T8" fmla="*/ 84 w 162"/>
              <a:gd name="T9" fmla="*/ 191 h 191"/>
              <a:gd name="T10" fmla="*/ 84 w 162"/>
              <a:gd name="T11" fmla="*/ 155 h 191"/>
              <a:gd name="T12" fmla="*/ 162 w 162"/>
              <a:gd name="T13" fmla="*/ 155 h 191"/>
              <a:gd name="T14" fmla="*/ 162 w 162"/>
              <a:gd name="T15" fmla="*/ 101 h 191"/>
              <a:gd name="T16" fmla="*/ 84 w 162"/>
              <a:gd name="T17" fmla="*/ 101 h 191"/>
              <a:gd name="T18" fmla="*/ 84 w 162"/>
              <a:gd name="T19" fmla="*/ 89 h 191"/>
              <a:gd name="T20" fmla="*/ 144 w 162"/>
              <a:gd name="T21" fmla="*/ 89 h 191"/>
              <a:gd name="T22" fmla="*/ 144 w 162"/>
              <a:gd name="T23" fmla="*/ 36 h 191"/>
              <a:gd name="T24" fmla="*/ 84 w 162"/>
              <a:gd name="T25" fmla="*/ 36 h 191"/>
              <a:gd name="T26" fmla="*/ 84 w 162"/>
              <a:gd name="T27" fmla="*/ 0 h 191"/>
              <a:gd name="T28" fmla="*/ 78 w 162"/>
              <a:gd name="T29" fmla="*/ 0 h 191"/>
              <a:gd name="T30" fmla="*/ 78 w 162"/>
              <a:gd name="T31" fmla="*/ 36 h 191"/>
              <a:gd name="T32" fmla="*/ 18 w 162"/>
              <a:gd name="T33" fmla="*/ 36 h 191"/>
              <a:gd name="T34" fmla="*/ 18 w 162"/>
              <a:gd name="T35" fmla="*/ 89 h 191"/>
              <a:gd name="T36" fmla="*/ 78 w 162"/>
              <a:gd name="T37" fmla="*/ 89 h 191"/>
              <a:gd name="T38" fmla="*/ 78 w 162"/>
              <a:gd name="T39" fmla="*/ 101 h 191"/>
              <a:gd name="T40" fmla="*/ 0 w 162"/>
              <a:gd name="T41" fmla="*/ 101 h 191"/>
              <a:gd name="T42" fmla="*/ 24 w 162"/>
              <a:gd name="T43" fmla="*/ 42 h 191"/>
              <a:gd name="T44" fmla="*/ 138 w 162"/>
              <a:gd name="T45" fmla="*/ 42 h 191"/>
              <a:gd name="T46" fmla="*/ 138 w 162"/>
              <a:gd name="T47" fmla="*/ 83 h 191"/>
              <a:gd name="T48" fmla="*/ 24 w 162"/>
              <a:gd name="T49" fmla="*/ 83 h 191"/>
              <a:gd name="T50" fmla="*/ 24 w 162"/>
              <a:gd name="T51" fmla="*/ 42 h 191"/>
              <a:gd name="T52" fmla="*/ 156 w 162"/>
              <a:gd name="T53" fmla="*/ 149 h 191"/>
              <a:gd name="T54" fmla="*/ 6 w 162"/>
              <a:gd name="T55" fmla="*/ 149 h 191"/>
              <a:gd name="T56" fmla="*/ 6 w 162"/>
              <a:gd name="T57" fmla="*/ 107 h 191"/>
              <a:gd name="T58" fmla="*/ 156 w 162"/>
              <a:gd name="T59" fmla="*/ 107 h 191"/>
              <a:gd name="T60" fmla="*/ 156 w 162"/>
              <a:gd name="T61" fmla="*/ 149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2" h="191">
                <a:moveTo>
                  <a:pt x="0" y="101"/>
                </a:moveTo>
                <a:lnTo>
                  <a:pt x="0" y="155"/>
                </a:lnTo>
                <a:lnTo>
                  <a:pt x="78" y="155"/>
                </a:lnTo>
                <a:lnTo>
                  <a:pt x="78" y="191"/>
                </a:lnTo>
                <a:lnTo>
                  <a:pt x="84" y="191"/>
                </a:lnTo>
                <a:lnTo>
                  <a:pt x="84" y="155"/>
                </a:lnTo>
                <a:lnTo>
                  <a:pt x="162" y="155"/>
                </a:lnTo>
                <a:lnTo>
                  <a:pt x="162" y="101"/>
                </a:lnTo>
                <a:lnTo>
                  <a:pt x="84" y="101"/>
                </a:lnTo>
                <a:lnTo>
                  <a:pt x="84" y="89"/>
                </a:lnTo>
                <a:lnTo>
                  <a:pt x="144" y="89"/>
                </a:lnTo>
                <a:lnTo>
                  <a:pt x="144" y="36"/>
                </a:lnTo>
                <a:lnTo>
                  <a:pt x="84" y="36"/>
                </a:lnTo>
                <a:lnTo>
                  <a:pt x="84" y="0"/>
                </a:lnTo>
                <a:lnTo>
                  <a:pt x="78" y="0"/>
                </a:lnTo>
                <a:lnTo>
                  <a:pt x="78" y="36"/>
                </a:lnTo>
                <a:lnTo>
                  <a:pt x="18" y="36"/>
                </a:lnTo>
                <a:lnTo>
                  <a:pt x="18" y="89"/>
                </a:lnTo>
                <a:lnTo>
                  <a:pt x="78" y="89"/>
                </a:lnTo>
                <a:lnTo>
                  <a:pt x="78" y="101"/>
                </a:lnTo>
                <a:lnTo>
                  <a:pt x="0" y="101"/>
                </a:lnTo>
                <a:close/>
                <a:moveTo>
                  <a:pt x="24" y="42"/>
                </a:moveTo>
                <a:lnTo>
                  <a:pt x="138" y="42"/>
                </a:lnTo>
                <a:lnTo>
                  <a:pt x="138" y="83"/>
                </a:lnTo>
                <a:lnTo>
                  <a:pt x="24" y="83"/>
                </a:lnTo>
                <a:lnTo>
                  <a:pt x="24" y="42"/>
                </a:lnTo>
                <a:close/>
                <a:moveTo>
                  <a:pt x="156" y="149"/>
                </a:moveTo>
                <a:lnTo>
                  <a:pt x="6" y="149"/>
                </a:lnTo>
                <a:lnTo>
                  <a:pt x="6" y="107"/>
                </a:lnTo>
                <a:lnTo>
                  <a:pt x="156" y="107"/>
                </a:lnTo>
                <a:lnTo>
                  <a:pt x="156" y="1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6" name="Группа 605"/>
          <p:cNvGrpSpPr/>
          <p:nvPr/>
        </p:nvGrpSpPr>
        <p:grpSpPr>
          <a:xfrm>
            <a:off x="5219701" y="1640553"/>
            <a:ext cx="284162" cy="303213"/>
            <a:chOff x="5219701" y="1640553"/>
            <a:chExt cx="284162" cy="303213"/>
          </a:xfrm>
        </p:grpSpPr>
        <p:sp>
          <p:nvSpPr>
            <p:cNvPr id="95" name="Rectangle 104"/>
            <p:cNvSpPr>
              <a:spLocks noChangeArrowheads="1"/>
            </p:cNvSpPr>
            <p:nvPr/>
          </p:nvSpPr>
          <p:spPr bwMode="auto">
            <a:xfrm>
              <a:off x="5494338" y="1640553"/>
              <a:ext cx="9525" cy="3032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Freeform 105"/>
            <p:cNvSpPr>
              <a:spLocks noEditPoints="1"/>
            </p:cNvSpPr>
            <p:nvPr/>
          </p:nvSpPr>
          <p:spPr bwMode="auto">
            <a:xfrm>
              <a:off x="5219701" y="1800890"/>
              <a:ext cx="255588" cy="85725"/>
            </a:xfrm>
            <a:custGeom>
              <a:avLst/>
              <a:gdLst>
                <a:gd name="T0" fmla="*/ 161 w 161"/>
                <a:gd name="T1" fmla="*/ 0 h 54"/>
                <a:gd name="T2" fmla="*/ 0 w 161"/>
                <a:gd name="T3" fmla="*/ 0 h 54"/>
                <a:gd name="T4" fmla="*/ 0 w 161"/>
                <a:gd name="T5" fmla="*/ 54 h 54"/>
                <a:gd name="T6" fmla="*/ 161 w 161"/>
                <a:gd name="T7" fmla="*/ 54 h 54"/>
                <a:gd name="T8" fmla="*/ 161 w 161"/>
                <a:gd name="T9" fmla="*/ 0 h 54"/>
                <a:gd name="T10" fmla="*/ 155 w 161"/>
                <a:gd name="T11" fmla="*/ 48 h 54"/>
                <a:gd name="T12" fmla="*/ 6 w 161"/>
                <a:gd name="T13" fmla="*/ 48 h 54"/>
                <a:gd name="T14" fmla="*/ 6 w 161"/>
                <a:gd name="T15" fmla="*/ 6 h 54"/>
                <a:gd name="T16" fmla="*/ 155 w 161"/>
                <a:gd name="T17" fmla="*/ 6 h 54"/>
                <a:gd name="T18" fmla="*/ 155 w 161"/>
                <a:gd name="T19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61" y="54"/>
                  </a:lnTo>
                  <a:lnTo>
                    <a:pt x="161" y="0"/>
                  </a:lnTo>
                  <a:close/>
                  <a:moveTo>
                    <a:pt x="155" y="48"/>
                  </a:moveTo>
                  <a:lnTo>
                    <a:pt x="6" y="48"/>
                  </a:lnTo>
                  <a:lnTo>
                    <a:pt x="6" y="6"/>
                  </a:lnTo>
                  <a:lnTo>
                    <a:pt x="155" y="6"/>
                  </a:lnTo>
                  <a:lnTo>
                    <a:pt x="155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7" name="Freeform 106"/>
            <p:cNvSpPr>
              <a:spLocks noEditPoints="1"/>
            </p:cNvSpPr>
            <p:nvPr/>
          </p:nvSpPr>
          <p:spPr bwMode="auto">
            <a:xfrm>
              <a:off x="5276851" y="1697703"/>
              <a:ext cx="198438" cy="84138"/>
            </a:xfrm>
            <a:custGeom>
              <a:avLst/>
              <a:gdLst>
                <a:gd name="T0" fmla="*/ 125 w 125"/>
                <a:gd name="T1" fmla="*/ 0 h 53"/>
                <a:gd name="T2" fmla="*/ 0 w 125"/>
                <a:gd name="T3" fmla="*/ 0 h 53"/>
                <a:gd name="T4" fmla="*/ 0 w 125"/>
                <a:gd name="T5" fmla="*/ 53 h 53"/>
                <a:gd name="T6" fmla="*/ 125 w 125"/>
                <a:gd name="T7" fmla="*/ 53 h 53"/>
                <a:gd name="T8" fmla="*/ 125 w 125"/>
                <a:gd name="T9" fmla="*/ 0 h 53"/>
                <a:gd name="T10" fmla="*/ 119 w 125"/>
                <a:gd name="T11" fmla="*/ 47 h 53"/>
                <a:gd name="T12" fmla="*/ 6 w 125"/>
                <a:gd name="T13" fmla="*/ 47 h 53"/>
                <a:gd name="T14" fmla="*/ 6 w 125"/>
                <a:gd name="T15" fmla="*/ 6 h 53"/>
                <a:gd name="T16" fmla="*/ 119 w 125"/>
                <a:gd name="T17" fmla="*/ 6 h 53"/>
                <a:gd name="T18" fmla="*/ 119 w 125"/>
                <a:gd name="T19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53">
                  <a:moveTo>
                    <a:pt x="125" y="0"/>
                  </a:moveTo>
                  <a:lnTo>
                    <a:pt x="0" y="0"/>
                  </a:lnTo>
                  <a:lnTo>
                    <a:pt x="0" y="53"/>
                  </a:lnTo>
                  <a:lnTo>
                    <a:pt x="125" y="53"/>
                  </a:lnTo>
                  <a:lnTo>
                    <a:pt x="125" y="0"/>
                  </a:lnTo>
                  <a:close/>
                  <a:moveTo>
                    <a:pt x="119" y="47"/>
                  </a:moveTo>
                  <a:lnTo>
                    <a:pt x="6" y="47"/>
                  </a:lnTo>
                  <a:lnTo>
                    <a:pt x="6" y="6"/>
                  </a:lnTo>
                  <a:lnTo>
                    <a:pt x="119" y="6"/>
                  </a:lnTo>
                  <a:lnTo>
                    <a:pt x="119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7" name="Группа 606"/>
          <p:cNvGrpSpPr/>
          <p:nvPr/>
        </p:nvGrpSpPr>
        <p:grpSpPr>
          <a:xfrm>
            <a:off x="5661026" y="1640553"/>
            <a:ext cx="190500" cy="303213"/>
            <a:chOff x="5661026" y="1640553"/>
            <a:chExt cx="190500" cy="303213"/>
          </a:xfrm>
        </p:grpSpPr>
        <p:sp>
          <p:nvSpPr>
            <p:cNvPr id="98" name="Freeform 107"/>
            <p:cNvSpPr>
              <a:spLocks noEditPoints="1"/>
            </p:cNvSpPr>
            <p:nvPr/>
          </p:nvSpPr>
          <p:spPr bwMode="auto">
            <a:xfrm>
              <a:off x="5661026" y="1640553"/>
              <a:ext cx="85725" cy="303213"/>
            </a:xfrm>
            <a:custGeom>
              <a:avLst/>
              <a:gdLst>
                <a:gd name="T0" fmla="*/ 24 w 54"/>
                <a:gd name="T1" fmla="*/ 15 h 191"/>
                <a:gd name="T2" fmla="*/ 0 w 54"/>
                <a:gd name="T3" fmla="*/ 15 h 191"/>
                <a:gd name="T4" fmla="*/ 0 w 54"/>
                <a:gd name="T5" fmla="*/ 176 h 191"/>
                <a:gd name="T6" fmla="*/ 24 w 54"/>
                <a:gd name="T7" fmla="*/ 176 h 191"/>
                <a:gd name="T8" fmla="*/ 24 w 54"/>
                <a:gd name="T9" fmla="*/ 191 h 191"/>
                <a:gd name="T10" fmla="*/ 30 w 54"/>
                <a:gd name="T11" fmla="*/ 191 h 191"/>
                <a:gd name="T12" fmla="*/ 30 w 54"/>
                <a:gd name="T13" fmla="*/ 176 h 191"/>
                <a:gd name="T14" fmla="*/ 54 w 54"/>
                <a:gd name="T15" fmla="*/ 176 h 191"/>
                <a:gd name="T16" fmla="*/ 54 w 54"/>
                <a:gd name="T17" fmla="*/ 15 h 191"/>
                <a:gd name="T18" fmla="*/ 30 w 54"/>
                <a:gd name="T19" fmla="*/ 15 h 191"/>
                <a:gd name="T20" fmla="*/ 30 w 54"/>
                <a:gd name="T21" fmla="*/ 0 h 191"/>
                <a:gd name="T22" fmla="*/ 24 w 54"/>
                <a:gd name="T23" fmla="*/ 0 h 191"/>
                <a:gd name="T24" fmla="*/ 24 w 54"/>
                <a:gd name="T25" fmla="*/ 15 h 191"/>
                <a:gd name="T26" fmla="*/ 48 w 54"/>
                <a:gd name="T27" fmla="*/ 170 h 191"/>
                <a:gd name="T28" fmla="*/ 6 w 54"/>
                <a:gd name="T29" fmla="*/ 170 h 191"/>
                <a:gd name="T30" fmla="*/ 6 w 54"/>
                <a:gd name="T31" fmla="*/ 21 h 191"/>
                <a:gd name="T32" fmla="*/ 48 w 54"/>
                <a:gd name="T33" fmla="*/ 21 h 191"/>
                <a:gd name="T34" fmla="*/ 48 w 54"/>
                <a:gd name="T35" fmla="*/ 17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4" h="191">
                  <a:moveTo>
                    <a:pt x="24" y="15"/>
                  </a:moveTo>
                  <a:lnTo>
                    <a:pt x="0" y="15"/>
                  </a:lnTo>
                  <a:lnTo>
                    <a:pt x="0" y="176"/>
                  </a:lnTo>
                  <a:lnTo>
                    <a:pt x="24" y="176"/>
                  </a:lnTo>
                  <a:lnTo>
                    <a:pt x="24" y="191"/>
                  </a:lnTo>
                  <a:lnTo>
                    <a:pt x="30" y="191"/>
                  </a:lnTo>
                  <a:lnTo>
                    <a:pt x="30" y="176"/>
                  </a:lnTo>
                  <a:lnTo>
                    <a:pt x="54" y="176"/>
                  </a:lnTo>
                  <a:lnTo>
                    <a:pt x="54" y="15"/>
                  </a:lnTo>
                  <a:lnTo>
                    <a:pt x="30" y="15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24" y="15"/>
                  </a:lnTo>
                  <a:close/>
                  <a:moveTo>
                    <a:pt x="48" y="170"/>
                  </a:moveTo>
                  <a:lnTo>
                    <a:pt x="6" y="170"/>
                  </a:lnTo>
                  <a:lnTo>
                    <a:pt x="6" y="21"/>
                  </a:lnTo>
                  <a:lnTo>
                    <a:pt x="48" y="21"/>
                  </a:lnTo>
                  <a:lnTo>
                    <a:pt x="48" y="1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Freeform 108"/>
            <p:cNvSpPr>
              <a:spLocks noEditPoints="1"/>
            </p:cNvSpPr>
            <p:nvPr/>
          </p:nvSpPr>
          <p:spPr bwMode="auto">
            <a:xfrm>
              <a:off x="5765801" y="1640553"/>
              <a:ext cx="85725" cy="303213"/>
            </a:xfrm>
            <a:custGeom>
              <a:avLst/>
              <a:gdLst>
                <a:gd name="T0" fmla="*/ 0 w 54"/>
                <a:gd name="T1" fmla="*/ 158 h 191"/>
                <a:gd name="T2" fmla="*/ 24 w 54"/>
                <a:gd name="T3" fmla="*/ 158 h 191"/>
                <a:gd name="T4" fmla="*/ 24 w 54"/>
                <a:gd name="T5" fmla="*/ 191 h 191"/>
                <a:gd name="T6" fmla="*/ 30 w 54"/>
                <a:gd name="T7" fmla="*/ 191 h 191"/>
                <a:gd name="T8" fmla="*/ 30 w 54"/>
                <a:gd name="T9" fmla="*/ 158 h 191"/>
                <a:gd name="T10" fmla="*/ 54 w 54"/>
                <a:gd name="T11" fmla="*/ 158 h 191"/>
                <a:gd name="T12" fmla="*/ 54 w 54"/>
                <a:gd name="T13" fmla="*/ 33 h 191"/>
                <a:gd name="T14" fmla="*/ 30 w 54"/>
                <a:gd name="T15" fmla="*/ 33 h 191"/>
                <a:gd name="T16" fmla="*/ 30 w 54"/>
                <a:gd name="T17" fmla="*/ 0 h 191"/>
                <a:gd name="T18" fmla="*/ 24 w 54"/>
                <a:gd name="T19" fmla="*/ 0 h 191"/>
                <a:gd name="T20" fmla="*/ 24 w 54"/>
                <a:gd name="T21" fmla="*/ 33 h 191"/>
                <a:gd name="T22" fmla="*/ 0 w 54"/>
                <a:gd name="T23" fmla="*/ 33 h 191"/>
                <a:gd name="T24" fmla="*/ 0 w 54"/>
                <a:gd name="T25" fmla="*/ 158 h 191"/>
                <a:gd name="T26" fmla="*/ 6 w 54"/>
                <a:gd name="T27" fmla="*/ 39 h 191"/>
                <a:gd name="T28" fmla="*/ 48 w 54"/>
                <a:gd name="T29" fmla="*/ 39 h 191"/>
                <a:gd name="T30" fmla="*/ 48 w 54"/>
                <a:gd name="T31" fmla="*/ 152 h 191"/>
                <a:gd name="T32" fmla="*/ 6 w 54"/>
                <a:gd name="T33" fmla="*/ 152 h 191"/>
                <a:gd name="T34" fmla="*/ 6 w 54"/>
                <a:gd name="T35" fmla="*/ 39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4" h="191">
                  <a:moveTo>
                    <a:pt x="0" y="158"/>
                  </a:moveTo>
                  <a:lnTo>
                    <a:pt x="24" y="158"/>
                  </a:lnTo>
                  <a:lnTo>
                    <a:pt x="24" y="191"/>
                  </a:lnTo>
                  <a:lnTo>
                    <a:pt x="30" y="191"/>
                  </a:lnTo>
                  <a:lnTo>
                    <a:pt x="30" y="158"/>
                  </a:lnTo>
                  <a:lnTo>
                    <a:pt x="54" y="158"/>
                  </a:lnTo>
                  <a:lnTo>
                    <a:pt x="54" y="33"/>
                  </a:lnTo>
                  <a:lnTo>
                    <a:pt x="30" y="33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24" y="33"/>
                  </a:lnTo>
                  <a:lnTo>
                    <a:pt x="0" y="33"/>
                  </a:lnTo>
                  <a:lnTo>
                    <a:pt x="0" y="158"/>
                  </a:lnTo>
                  <a:close/>
                  <a:moveTo>
                    <a:pt x="6" y="39"/>
                  </a:moveTo>
                  <a:lnTo>
                    <a:pt x="48" y="39"/>
                  </a:lnTo>
                  <a:lnTo>
                    <a:pt x="48" y="152"/>
                  </a:lnTo>
                  <a:lnTo>
                    <a:pt x="6" y="152"/>
                  </a:lnTo>
                  <a:lnTo>
                    <a:pt x="6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8" name="Группа 607"/>
          <p:cNvGrpSpPr/>
          <p:nvPr/>
        </p:nvGrpSpPr>
        <p:grpSpPr>
          <a:xfrm>
            <a:off x="6056313" y="1640553"/>
            <a:ext cx="188913" cy="303213"/>
            <a:chOff x="6056313" y="1640553"/>
            <a:chExt cx="188913" cy="303213"/>
          </a:xfrm>
        </p:grpSpPr>
        <p:sp>
          <p:nvSpPr>
            <p:cNvPr id="100" name="Freeform 109"/>
            <p:cNvSpPr>
              <a:spLocks noEditPoints="1"/>
            </p:cNvSpPr>
            <p:nvPr/>
          </p:nvSpPr>
          <p:spPr bwMode="auto">
            <a:xfrm>
              <a:off x="6159501" y="1640553"/>
              <a:ext cx="85725" cy="303213"/>
            </a:xfrm>
            <a:custGeom>
              <a:avLst/>
              <a:gdLst>
                <a:gd name="T0" fmla="*/ 0 w 54"/>
                <a:gd name="T1" fmla="*/ 0 h 191"/>
                <a:gd name="T2" fmla="*/ 0 w 54"/>
                <a:gd name="T3" fmla="*/ 33 h 191"/>
                <a:gd name="T4" fmla="*/ 0 w 54"/>
                <a:gd name="T5" fmla="*/ 158 h 191"/>
                <a:gd name="T6" fmla="*/ 0 w 54"/>
                <a:gd name="T7" fmla="*/ 191 h 191"/>
                <a:gd name="T8" fmla="*/ 6 w 54"/>
                <a:gd name="T9" fmla="*/ 191 h 191"/>
                <a:gd name="T10" fmla="*/ 6 w 54"/>
                <a:gd name="T11" fmla="*/ 158 h 191"/>
                <a:gd name="T12" fmla="*/ 54 w 54"/>
                <a:gd name="T13" fmla="*/ 158 h 191"/>
                <a:gd name="T14" fmla="*/ 54 w 54"/>
                <a:gd name="T15" fmla="*/ 33 h 191"/>
                <a:gd name="T16" fmla="*/ 6 w 54"/>
                <a:gd name="T17" fmla="*/ 33 h 191"/>
                <a:gd name="T18" fmla="*/ 6 w 54"/>
                <a:gd name="T19" fmla="*/ 0 h 191"/>
                <a:gd name="T20" fmla="*/ 0 w 54"/>
                <a:gd name="T21" fmla="*/ 0 h 191"/>
                <a:gd name="T22" fmla="*/ 48 w 54"/>
                <a:gd name="T23" fmla="*/ 39 h 191"/>
                <a:gd name="T24" fmla="*/ 48 w 54"/>
                <a:gd name="T25" fmla="*/ 152 h 191"/>
                <a:gd name="T26" fmla="*/ 6 w 54"/>
                <a:gd name="T27" fmla="*/ 152 h 191"/>
                <a:gd name="T28" fmla="*/ 6 w 54"/>
                <a:gd name="T29" fmla="*/ 39 h 191"/>
                <a:gd name="T30" fmla="*/ 48 w 54"/>
                <a:gd name="T31" fmla="*/ 39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" h="191">
                  <a:moveTo>
                    <a:pt x="0" y="0"/>
                  </a:moveTo>
                  <a:lnTo>
                    <a:pt x="0" y="33"/>
                  </a:lnTo>
                  <a:lnTo>
                    <a:pt x="0" y="158"/>
                  </a:lnTo>
                  <a:lnTo>
                    <a:pt x="0" y="191"/>
                  </a:lnTo>
                  <a:lnTo>
                    <a:pt x="6" y="191"/>
                  </a:lnTo>
                  <a:lnTo>
                    <a:pt x="6" y="158"/>
                  </a:lnTo>
                  <a:lnTo>
                    <a:pt x="54" y="158"/>
                  </a:lnTo>
                  <a:lnTo>
                    <a:pt x="54" y="33"/>
                  </a:lnTo>
                  <a:lnTo>
                    <a:pt x="6" y="33"/>
                  </a:lnTo>
                  <a:lnTo>
                    <a:pt x="6" y="0"/>
                  </a:lnTo>
                  <a:lnTo>
                    <a:pt x="0" y="0"/>
                  </a:lnTo>
                  <a:close/>
                  <a:moveTo>
                    <a:pt x="48" y="39"/>
                  </a:moveTo>
                  <a:lnTo>
                    <a:pt x="48" y="152"/>
                  </a:lnTo>
                  <a:lnTo>
                    <a:pt x="6" y="152"/>
                  </a:lnTo>
                  <a:lnTo>
                    <a:pt x="6" y="39"/>
                  </a:lnTo>
                  <a:lnTo>
                    <a:pt x="48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1" name="Freeform 110"/>
            <p:cNvSpPr>
              <a:spLocks noEditPoints="1"/>
            </p:cNvSpPr>
            <p:nvPr/>
          </p:nvSpPr>
          <p:spPr bwMode="auto">
            <a:xfrm>
              <a:off x="6056313" y="1640553"/>
              <a:ext cx="84138" cy="303213"/>
            </a:xfrm>
            <a:custGeom>
              <a:avLst/>
              <a:gdLst>
                <a:gd name="T0" fmla="*/ 0 w 53"/>
                <a:gd name="T1" fmla="*/ 0 h 191"/>
                <a:gd name="T2" fmla="*/ 0 w 53"/>
                <a:gd name="T3" fmla="*/ 15 h 191"/>
                <a:gd name="T4" fmla="*/ 0 w 53"/>
                <a:gd name="T5" fmla="*/ 176 h 191"/>
                <a:gd name="T6" fmla="*/ 0 w 53"/>
                <a:gd name="T7" fmla="*/ 191 h 191"/>
                <a:gd name="T8" fmla="*/ 6 w 53"/>
                <a:gd name="T9" fmla="*/ 191 h 191"/>
                <a:gd name="T10" fmla="*/ 6 w 53"/>
                <a:gd name="T11" fmla="*/ 176 h 191"/>
                <a:gd name="T12" fmla="*/ 53 w 53"/>
                <a:gd name="T13" fmla="*/ 176 h 191"/>
                <a:gd name="T14" fmla="*/ 53 w 53"/>
                <a:gd name="T15" fmla="*/ 15 h 191"/>
                <a:gd name="T16" fmla="*/ 6 w 53"/>
                <a:gd name="T17" fmla="*/ 15 h 191"/>
                <a:gd name="T18" fmla="*/ 6 w 53"/>
                <a:gd name="T19" fmla="*/ 0 h 191"/>
                <a:gd name="T20" fmla="*/ 0 w 53"/>
                <a:gd name="T21" fmla="*/ 0 h 191"/>
                <a:gd name="T22" fmla="*/ 47 w 53"/>
                <a:gd name="T23" fmla="*/ 21 h 191"/>
                <a:gd name="T24" fmla="*/ 47 w 53"/>
                <a:gd name="T25" fmla="*/ 170 h 191"/>
                <a:gd name="T26" fmla="*/ 6 w 53"/>
                <a:gd name="T27" fmla="*/ 170 h 191"/>
                <a:gd name="T28" fmla="*/ 6 w 53"/>
                <a:gd name="T29" fmla="*/ 21 h 191"/>
                <a:gd name="T30" fmla="*/ 47 w 53"/>
                <a:gd name="T31" fmla="*/ 2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191">
                  <a:moveTo>
                    <a:pt x="0" y="0"/>
                  </a:moveTo>
                  <a:lnTo>
                    <a:pt x="0" y="15"/>
                  </a:lnTo>
                  <a:lnTo>
                    <a:pt x="0" y="176"/>
                  </a:lnTo>
                  <a:lnTo>
                    <a:pt x="0" y="191"/>
                  </a:lnTo>
                  <a:lnTo>
                    <a:pt x="6" y="191"/>
                  </a:lnTo>
                  <a:lnTo>
                    <a:pt x="6" y="176"/>
                  </a:lnTo>
                  <a:lnTo>
                    <a:pt x="53" y="176"/>
                  </a:lnTo>
                  <a:lnTo>
                    <a:pt x="53" y="15"/>
                  </a:lnTo>
                  <a:lnTo>
                    <a:pt x="6" y="15"/>
                  </a:lnTo>
                  <a:lnTo>
                    <a:pt x="6" y="0"/>
                  </a:lnTo>
                  <a:lnTo>
                    <a:pt x="0" y="0"/>
                  </a:lnTo>
                  <a:close/>
                  <a:moveTo>
                    <a:pt x="47" y="21"/>
                  </a:moveTo>
                  <a:lnTo>
                    <a:pt x="47" y="170"/>
                  </a:lnTo>
                  <a:lnTo>
                    <a:pt x="6" y="170"/>
                  </a:lnTo>
                  <a:lnTo>
                    <a:pt x="6" y="21"/>
                  </a:lnTo>
                  <a:lnTo>
                    <a:pt x="47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9" name="Группа 608"/>
          <p:cNvGrpSpPr/>
          <p:nvPr/>
        </p:nvGrpSpPr>
        <p:grpSpPr>
          <a:xfrm>
            <a:off x="6451601" y="1640553"/>
            <a:ext cx="188913" cy="303213"/>
            <a:chOff x="6451601" y="1640553"/>
            <a:chExt cx="188913" cy="303213"/>
          </a:xfrm>
        </p:grpSpPr>
        <p:sp>
          <p:nvSpPr>
            <p:cNvPr id="102" name="Freeform 111"/>
            <p:cNvSpPr>
              <a:spLocks noEditPoints="1"/>
            </p:cNvSpPr>
            <p:nvPr/>
          </p:nvSpPr>
          <p:spPr bwMode="auto">
            <a:xfrm>
              <a:off x="6451601" y="1640553"/>
              <a:ext cx="85725" cy="303213"/>
            </a:xfrm>
            <a:custGeom>
              <a:avLst/>
              <a:gdLst>
                <a:gd name="T0" fmla="*/ 54 w 54"/>
                <a:gd name="T1" fmla="*/ 191 h 191"/>
                <a:gd name="T2" fmla="*/ 54 w 54"/>
                <a:gd name="T3" fmla="*/ 176 h 191"/>
                <a:gd name="T4" fmla="*/ 54 w 54"/>
                <a:gd name="T5" fmla="*/ 15 h 191"/>
                <a:gd name="T6" fmla="*/ 54 w 54"/>
                <a:gd name="T7" fmla="*/ 0 h 191"/>
                <a:gd name="T8" fmla="*/ 48 w 54"/>
                <a:gd name="T9" fmla="*/ 0 h 191"/>
                <a:gd name="T10" fmla="*/ 48 w 54"/>
                <a:gd name="T11" fmla="*/ 15 h 191"/>
                <a:gd name="T12" fmla="*/ 0 w 54"/>
                <a:gd name="T13" fmla="*/ 15 h 191"/>
                <a:gd name="T14" fmla="*/ 0 w 54"/>
                <a:gd name="T15" fmla="*/ 176 h 191"/>
                <a:gd name="T16" fmla="*/ 48 w 54"/>
                <a:gd name="T17" fmla="*/ 176 h 191"/>
                <a:gd name="T18" fmla="*/ 48 w 54"/>
                <a:gd name="T19" fmla="*/ 191 h 191"/>
                <a:gd name="T20" fmla="*/ 54 w 54"/>
                <a:gd name="T21" fmla="*/ 191 h 191"/>
                <a:gd name="T22" fmla="*/ 6 w 54"/>
                <a:gd name="T23" fmla="*/ 170 h 191"/>
                <a:gd name="T24" fmla="*/ 6 w 54"/>
                <a:gd name="T25" fmla="*/ 21 h 191"/>
                <a:gd name="T26" fmla="*/ 48 w 54"/>
                <a:gd name="T27" fmla="*/ 21 h 191"/>
                <a:gd name="T28" fmla="*/ 48 w 54"/>
                <a:gd name="T29" fmla="*/ 170 h 191"/>
                <a:gd name="T30" fmla="*/ 6 w 54"/>
                <a:gd name="T31" fmla="*/ 17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" h="191">
                  <a:moveTo>
                    <a:pt x="54" y="191"/>
                  </a:moveTo>
                  <a:lnTo>
                    <a:pt x="54" y="176"/>
                  </a:lnTo>
                  <a:lnTo>
                    <a:pt x="54" y="15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8" y="15"/>
                  </a:lnTo>
                  <a:lnTo>
                    <a:pt x="0" y="15"/>
                  </a:lnTo>
                  <a:lnTo>
                    <a:pt x="0" y="176"/>
                  </a:lnTo>
                  <a:lnTo>
                    <a:pt x="48" y="176"/>
                  </a:lnTo>
                  <a:lnTo>
                    <a:pt x="48" y="191"/>
                  </a:lnTo>
                  <a:lnTo>
                    <a:pt x="54" y="191"/>
                  </a:lnTo>
                  <a:close/>
                  <a:moveTo>
                    <a:pt x="6" y="170"/>
                  </a:moveTo>
                  <a:lnTo>
                    <a:pt x="6" y="21"/>
                  </a:lnTo>
                  <a:lnTo>
                    <a:pt x="48" y="21"/>
                  </a:lnTo>
                  <a:lnTo>
                    <a:pt x="48" y="170"/>
                  </a:lnTo>
                  <a:lnTo>
                    <a:pt x="6" y="1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3" name="Freeform 112"/>
            <p:cNvSpPr>
              <a:spLocks noEditPoints="1"/>
            </p:cNvSpPr>
            <p:nvPr/>
          </p:nvSpPr>
          <p:spPr bwMode="auto">
            <a:xfrm>
              <a:off x="6556376" y="1640553"/>
              <a:ext cx="84138" cy="303213"/>
            </a:xfrm>
            <a:custGeom>
              <a:avLst/>
              <a:gdLst>
                <a:gd name="T0" fmla="*/ 53 w 53"/>
                <a:gd name="T1" fmla="*/ 191 h 191"/>
                <a:gd name="T2" fmla="*/ 53 w 53"/>
                <a:gd name="T3" fmla="*/ 158 h 191"/>
                <a:gd name="T4" fmla="*/ 53 w 53"/>
                <a:gd name="T5" fmla="*/ 33 h 191"/>
                <a:gd name="T6" fmla="*/ 53 w 53"/>
                <a:gd name="T7" fmla="*/ 0 h 191"/>
                <a:gd name="T8" fmla="*/ 47 w 53"/>
                <a:gd name="T9" fmla="*/ 0 h 191"/>
                <a:gd name="T10" fmla="*/ 47 w 53"/>
                <a:gd name="T11" fmla="*/ 33 h 191"/>
                <a:gd name="T12" fmla="*/ 0 w 53"/>
                <a:gd name="T13" fmla="*/ 33 h 191"/>
                <a:gd name="T14" fmla="*/ 0 w 53"/>
                <a:gd name="T15" fmla="*/ 158 h 191"/>
                <a:gd name="T16" fmla="*/ 47 w 53"/>
                <a:gd name="T17" fmla="*/ 158 h 191"/>
                <a:gd name="T18" fmla="*/ 47 w 53"/>
                <a:gd name="T19" fmla="*/ 191 h 191"/>
                <a:gd name="T20" fmla="*/ 53 w 53"/>
                <a:gd name="T21" fmla="*/ 191 h 191"/>
                <a:gd name="T22" fmla="*/ 6 w 53"/>
                <a:gd name="T23" fmla="*/ 152 h 191"/>
                <a:gd name="T24" fmla="*/ 6 w 53"/>
                <a:gd name="T25" fmla="*/ 39 h 191"/>
                <a:gd name="T26" fmla="*/ 47 w 53"/>
                <a:gd name="T27" fmla="*/ 39 h 191"/>
                <a:gd name="T28" fmla="*/ 47 w 53"/>
                <a:gd name="T29" fmla="*/ 152 h 191"/>
                <a:gd name="T30" fmla="*/ 6 w 53"/>
                <a:gd name="T31" fmla="*/ 15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191">
                  <a:moveTo>
                    <a:pt x="53" y="191"/>
                  </a:moveTo>
                  <a:lnTo>
                    <a:pt x="53" y="158"/>
                  </a:lnTo>
                  <a:lnTo>
                    <a:pt x="53" y="33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7" y="33"/>
                  </a:lnTo>
                  <a:lnTo>
                    <a:pt x="0" y="33"/>
                  </a:lnTo>
                  <a:lnTo>
                    <a:pt x="0" y="158"/>
                  </a:lnTo>
                  <a:lnTo>
                    <a:pt x="47" y="158"/>
                  </a:lnTo>
                  <a:lnTo>
                    <a:pt x="47" y="191"/>
                  </a:lnTo>
                  <a:lnTo>
                    <a:pt x="53" y="191"/>
                  </a:lnTo>
                  <a:close/>
                  <a:moveTo>
                    <a:pt x="6" y="152"/>
                  </a:moveTo>
                  <a:lnTo>
                    <a:pt x="6" y="39"/>
                  </a:lnTo>
                  <a:lnTo>
                    <a:pt x="47" y="39"/>
                  </a:lnTo>
                  <a:lnTo>
                    <a:pt x="47" y="152"/>
                  </a:lnTo>
                  <a:lnTo>
                    <a:pt x="6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0" name="Группа 609"/>
          <p:cNvGrpSpPr/>
          <p:nvPr/>
        </p:nvGrpSpPr>
        <p:grpSpPr>
          <a:xfrm>
            <a:off x="6788151" y="1651665"/>
            <a:ext cx="304800" cy="279400"/>
            <a:chOff x="6788151" y="1651665"/>
            <a:chExt cx="304800" cy="279400"/>
          </a:xfrm>
        </p:grpSpPr>
        <p:sp>
          <p:nvSpPr>
            <p:cNvPr id="104" name="Rectangle 113"/>
            <p:cNvSpPr>
              <a:spLocks noChangeArrowheads="1"/>
            </p:cNvSpPr>
            <p:nvPr/>
          </p:nvSpPr>
          <p:spPr bwMode="auto">
            <a:xfrm>
              <a:off x="6931026" y="1683415"/>
              <a:ext cx="1619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5" name="Rectangle 114"/>
            <p:cNvSpPr>
              <a:spLocks noChangeArrowheads="1"/>
            </p:cNvSpPr>
            <p:nvPr/>
          </p:nvSpPr>
          <p:spPr bwMode="auto">
            <a:xfrm>
              <a:off x="6892926" y="1731040"/>
              <a:ext cx="14763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Rectangle 115"/>
            <p:cNvSpPr>
              <a:spLocks noChangeArrowheads="1"/>
            </p:cNvSpPr>
            <p:nvPr/>
          </p:nvSpPr>
          <p:spPr bwMode="auto">
            <a:xfrm>
              <a:off x="6892926" y="1778665"/>
              <a:ext cx="2000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7" name="Rectangle 116"/>
            <p:cNvSpPr>
              <a:spLocks noChangeArrowheads="1"/>
            </p:cNvSpPr>
            <p:nvPr/>
          </p:nvSpPr>
          <p:spPr bwMode="auto">
            <a:xfrm>
              <a:off x="6892926" y="1826290"/>
              <a:ext cx="1619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8" name="Rectangle 117"/>
            <p:cNvSpPr>
              <a:spLocks noChangeArrowheads="1"/>
            </p:cNvSpPr>
            <p:nvPr/>
          </p:nvSpPr>
          <p:spPr bwMode="auto">
            <a:xfrm>
              <a:off x="6892926" y="1873915"/>
              <a:ext cx="2000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Rectangle 118"/>
            <p:cNvSpPr>
              <a:spLocks noChangeArrowheads="1"/>
            </p:cNvSpPr>
            <p:nvPr/>
          </p:nvSpPr>
          <p:spPr bwMode="auto">
            <a:xfrm>
              <a:off x="6892926" y="1921540"/>
              <a:ext cx="1714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0" name="Freeform 119"/>
            <p:cNvSpPr>
              <a:spLocks/>
            </p:cNvSpPr>
            <p:nvPr/>
          </p:nvSpPr>
          <p:spPr bwMode="auto">
            <a:xfrm>
              <a:off x="6788151" y="1651665"/>
              <a:ext cx="114300" cy="74613"/>
            </a:xfrm>
            <a:custGeom>
              <a:avLst/>
              <a:gdLst>
                <a:gd name="T0" fmla="*/ 46 w 72"/>
                <a:gd name="T1" fmla="*/ 42 h 47"/>
                <a:gd name="T2" fmla="*/ 50 w 72"/>
                <a:gd name="T3" fmla="*/ 47 h 47"/>
                <a:gd name="T4" fmla="*/ 72 w 72"/>
                <a:gd name="T5" fmla="*/ 26 h 47"/>
                <a:gd name="T6" fmla="*/ 72 w 72"/>
                <a:gd name="T7" fmla="*/ 21 h 47"/>
                <a:gd name="T8" fmla="*/ 50 w 72"/>
                <a:gd name="T9" fmla="*/ 0 h 47"/>
                <a:gd name="T10" fmla="*/ 46 w 72"/>
                <a:gd name="T11" fmla="*/ 5 h 47"/>
                <a:gd name="T12" fmla="*/ 62 w 72"/>
                <a:gd name="T13" fmla="*/ 20 h 47"/>
                <a:gd name="T14" fmla="*/ 0 w 72"/>
                <a:gd name="T15" fmla="*/ 20 h 47"/>
                <a:gd name="T16" fmla="*/ 0 w 72"/>
                <a:gd name="T17" fmla="*/ 26 h 47"/>
                <a:gd name="T18" fmla="*/ 62 w 72"/>
                <a:gd name="T19" fmla="*/ 26 h 47"/>
                <a:gd name="T20" fmla="*/ 46 w 72"/>
                <a:gd name="T21" fmla="*/ 4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47">
                  <a:moveTo>
                    <a:pt x="46" y="42"/>
                  </a:moveTo>
                  <a:lnTo>
                    <a:pt x="50" y="47"/>
                  </a:lnTo>
                  <a:lnTo>
                    <a:pt x="72" y="26"/>
                  </a:lnTo>
                  <a:lnTo>
                    <a:pt x="72" y="21"/>
                  </a:lnTo>
                  <a:lnTo>
                    <a:pt x="50" y="0"/>
                  </a:lnTo>
                  <a:lnTo>
                    <a:pt x="46" y="5"/>
                  </a:lnTo>
                  <a:lnTo>
                    <a:pt x="62" y="20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62" y="26"/>
                  </a:lnTo>
                  <a:lnTo>
                    <a:pt x="46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1" name="Группа 610"/>
          <p:cNvGrpSpPr/>
          <p:nvPr/>
        </p:nvGrpSpPr>
        <p:grpSpPr>
          <a:xfrm>
            <a:off x="2054226" y="2034253"/>
            <a:ext cx="303213" cy="304800"/>
            <a:chOff x="2054226" y="2034253"/>
            <a:chExt cx="303213" cy="304800"/>
          </a:xfrm>
        </p:grpSpPr>
        <p:sp>
          <p:nvSpPr>
            <p:cNvPr id="111" name="Rectangle 120"/>
            <p:cNvSpPr>
              <a:spLocks noChangeArrowheads="1"/>
            </p:cNvSpPr>
            <p:nvPr/>
          </p:nvSpPr>
          <p:spPr bwMode="auto">
            <a:xfrm>
              <a:off x="2197101" y="2062828"/>
              <a:ext cx="16033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Rectangle 121"/>
            <p:cNvSpPr>
              <a:spLocks noChangeArrowheads="1"/>
            </p:cNvSpPr>
            <p:nvPr/>
          </p:nvSpPr>
          <p:spPr bwMode="auto">
            <a:xfrm>
              <a:off x="2197101" y="2110453"/>
              <a:ext cx="10318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Rectangle 122"/>
            <p:cNvSpPr>
              <a:spLocks noChangeArrowheads="1"/>
            </p:cNvSpPr>
            <p:nvPr/>
          </p:nvSpPr>
          <p:spPr bwMode="auto">
            <a:xfrm>
              <a:off x="2197101" y="2158078"/>
              <a:ext cx="16033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4" name="Rectangle 123"/>
            <p:cNvSpPr>
              <a:spLocks noChangeArrowheads="1"/>
            </p:cNvSpPr>
            <p:nvPr/>
          </p:nvSpPr>
          <p:spPr bwMode="auto">
            <a:xfrm>
              <a:off x="2197101" y="2205703"/>
              <a:ext cx="11747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5" name="Rectangle 124"/>
            <p:cNvSpPr>
              <a:spLocks noChangeArrowheads="1"/>
            </p:cNvSpPr>
            <p:nvPr/>
          </p:nvSpPr>
          <p:spPr bwMode="auto">
            <a:xfrm>
              <a:off x="2197101" y="2253328"/>
              <a:ext cx="16033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Rectangle 125"/>
            <p:cNvSpPr>
              <a:spLocks noChangeArrowheads="1"/>
            </p:cNvSpPr>
            <p:nvPr/>
          </p:nvSpPr>
          <p:spPr bwMode="auto">
            <a:xfrm>
              <a:off x="2197101" y="2300953"/>
              <a:ext cx="1270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7" name="Rectangle 126"/>
            <p:cNvSpPr>
              <a:spLocks noChangeArrowheads="1"/>
            </p:cNvSpPr>
            <p:nvPr/>
          </p:nvSpPr>
          <p:spPr bwMode="auto">
            <a:xfrm>
              <a:off x="2168526" y="2034253"/>
              <a:ext cx="9525" cy="304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8" name="Freeform 127"/>
            <p:cNvSpPr>
              <a:spLocks/>
            </p:cNvSpPr>
            <p:nvPr/>
          </p:nvSpPr>
          <p:spPr bwMode="auto">
            <a:xfrm>
              <a:off x="2054226" y="2150140"/>
              <a:ext cx="95250" cy="73025"/>
            </a:xfrm>
            <a:custGeom>
              <a:avLst/>
              <a:gdLst>
                <a:gd name="T0" fmla="*/ 33 w 60"/>
                <a:gd name="T1" fmla="*/ 42 h 46"/>
                <a:gd name="T2" fmla="*/ 39 w 60"/>
                <a:gd name="T3" fmla="*/ 46 h 46"/>
                <a:gd name="T4" fmla="*/ 60 w 60"/>
                <a:gd name="T5" fmla="*/ 25 h 46"/>
                <a:gd name="T6" fmla="*/ 60 w 60"/>
                <a:gd name="T7" fmla="*/ 21 h 46"/>
                <a:gd name="T8" fmla="*/ 39 w 60"/>
                <a:gd name="T9" fmla="*/ 0 h 46"/>
                <a:gd name="T10" fmla="*/ 34 w 60"/>
                <a:gd name="T11" fmla="*/ 4 h 46"/>
                <a:gd name="T12" fmla="*/ 50 w 60"/>
                <a:gd name="T13" fmla="*/ 20 h 46"/>
                <a:gd name="T14" fmla="*/ 0 w 60"/>
                <a:gd name="T15" fmla="*/ 20 h 46"/>
                <a:gd name="T16" fmla="*/ 0 w 60"/>
                <a:gd name="T17" fmla="*/ 26 h 46"/>
                <a:gd name="T18" fmla="*/ 50 w 60"/>
                <a:gd name="T19" fmla="*/ 26 h 46"/>
                <a:gd name="T20" fmla="*/ 33 w 60"/>
                <a:gd name="T21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46">
                  <a:moveTo>
                    <a:pt x="33" y="42"/>
                  </a:moveTo>
                  <a:lnTo>
                    <a:pt x="39" y="46"/>
                  </a:lnTo>
                  <a:lnTo>
                    <a:pt x="60" y="25"/>
                  </a:lnTo>
                  <a:lnTo>
                    <a:pt x="60" y="21"/>
                  </a:lnTo>
                  <a:lnTo>
                    <a:pt x="39" y="0"/>
                  </a:lnTo>
                  <a:lnTo>
                    <a:pt x="34" y="4"/>
                  </a:lnTo>
                  <a:lnTo>
                    <a:pt x="50" y="20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50" y="26"/>
                  </a:lnTo>
                  <a:lnTo>
                    <a:pt x="33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25" name="Rectangle 134"/>
          <p:cNvSpPr>
            <a:spLocks noChangeArrowheads="1"/>
          </p:cNvSpPr>
          <p:nvPr/>
        </p:nvSpPr>
        <p:spPr bwMode="auto">
          <a:xfrm>
            <a:off x="2628901" y="2034253"/>
            <a:ext cx="9525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12" name="Группа 611"/>
          <p:cNvGrpSpPr/>
          <p:nvPr/>
        </p:nvGrpSpPr>
        <p:grpSpPr>
          <a:xfrm>
            <a:off x="2447926" y="2062828"/>
            <a:ext cx="304800" cy="247650"/>
            <a:chOff x="2447926" y="2062828"/>
            <a:chExt cx="304800" cy="247650"/>
          </a:xfrm>
        </p:grpSpPr>
        <p:sp>
          <p:nvSpPr>
            <p:cNvPr id="119" name="Rectangle 128"/>
            <p:cNvSpPr>
              <a:spLocks noChangeArrowheads="1"/>
            </p:cNvSpPr>
            <p:nvPr/>
          </p:nvSpPr>
          <p:spPr bwMode="auto">
            <a:xfrm>
              <a:off x="2447926" y="2062828"/>
              <a:ext cx="1619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0" name="Rectangle 129"/>
            <p:cNvSpPr>
              <a:spLocks noChangeArrowheads="1"/>
            </p:cNvSpPr>
            <p:nvPr/>
          </p:nvSpPr>
          <p:spPr bwMode="auto">
            <a:xfrm>
              <a:off x="2505076" y="2110453"/>
              <a:ext cx="10477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1" name="Rectangle 130"/>
            <p:cNvSpPr>
              <a:spLocks noChangeArrowheads="1"/>
            </p:cNvSpPr>
            <p:nvPr/>
          </p:nvSpPr>
          <p:spPr bwMode="auto">
            <a:xfrm>
              <a:off x="2447926" y="2158078"/>
              <a:ext cx="1619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2" name="Rectangle 131"/>
            <p:cNvSpPr>
              <a:spLocks noChangeArrowheads="1"/>
            </p:cNvSpPr>
            <p:nvPr/>
          </p:nvSpPr>
          <p:spPr bwMode="auto">
            <a:xfrm>
              <a:off x="2490788" y="2205703"/>
              <a:ext cx="1190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3" name="Rectangle 132"/>
            <p:cNvSpPr>
              <a:spLocks noChangeArrowheads="1"/>
            </p:cNvSpPr>
            <p:nvPr/>
          </p:nvSpPr>
          <p:spPr bwMode="auto">
            <a:xfrm>
              <a:off x="2447926" y="2253328"/>
              <a:ext cx="1619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Rectangle 133"/>
            <p:cNvSpPr>
              <a:spLocks noChangeArrowheads="1"/>
            </p:cNvSpPr>
            <p:nvPr/>
          </p:nvSpPr>
          <p:spPr bwMode="auto">
            <a:xfrm>
              <a:off x="2481263" y="2300953"/>
              <a:ext cx="12858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6" name="Freeform 135"/>
            <p:cNvSpPr>
              <a:spLocks/>
            </p:cNvSpPr>
            <p:nvPr/>
          </p:nvSpPr>
          <p:spPr bwMode="auto">
            <a:xfrm>
              <a:off x="2657476" y="2150140"/>
              <a:ext cx="95250" cy="73025"/>
            </a:xfrm>
            <a:custGeom>
              <a:avLst/>
              <a:gdLst>
                <a:gd name="T0" fmla="*/ 26 w 60"/>
                <a:gd name="T1" fmla="*/ 4 h 46"/>
                <a:gd name="T2" fmla="*/ 22 w 60"/>
                <a:gd name="T3" fmla="*/ 0 h 46"/>
                <a:gd name="T4" fmla="*/ 0 w 60"/>
                <a:gd name="T5" fmla="*/ 21 h 46"/>
                <a:gd name="T6" fmla="*/ 0 w 60"/>
                <a:gd name="T7" fmla="*/ 25 h 46"/>
                <a:gd name="T8" fmla="*/ 22 w 60"/>
                <a:gd name="T9" fmla="*/ 46 h 46"/>
                <a:gd name="T10" fmla="*/ 26 w 60"/>
                <a:gd name="T11" fmla="*/ 42 h 46"/>
                <a:gd name="T12" fmla="*/ 10 w 60"/>
                <a:gd name="T13" fmla="*/ 26 h 46"/>
                <a:gd name="T14" fmla="*/ 60 w 60"/>
                <a:gd name="T15" fmla="*/ 26 h 46"/>
                <a:gd name="T16" fmla="*/ 60 w 60"/>
                <a:gd name="T17" fmla="*/ 20 h 46"/>
                <a:gd name="T18" fmla="*/ 10 w 60"/>
                <a:gd name="T19" fmla="*/ 20 h 46"/>
                <a:gd name="T20" fmla="*/ 26 w 60"/>
                <a:gd name="T21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46">
                  <a:moveTo>
                    <a:pt x="26" y="4"/>
                  </a:moveTo>
                  <a:lnTo>
                    <a:pt x="22" y="0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22" y="46"/>
                  </a:lnTo>
                  <a:lnTo>
                    <a:pt x="26" y="42"/>
                  </a:lnTo>
                  <a:lnTo>
                    <a:pt x="10" y="26"/>
                  </a:lnTo>
                  <a:lnTo>
                    <a:pt x="60" y="26"/>
                  </a:lnTo>
                  <a:lnTo>
                    <a:pt x="60" y="20"/>
                  </a:lnTo>
                  <a:lnTo>
                    <a:pt x="10" y="20"/>
                  </a:lnTo>
                  <a:lnTo>
                    <a:pt x="2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27" name="Freeform 136"/>
          <p:cNvSpPr>
            <a:spLocks noEditPoints="1"/>
          </p:cNvSpPr>
          <p:nvPr/>
        </p:nvSpPr>
        <p:spPr bwMode="auto">
          <a:xfrm>
            <a:off x="2843213" y="2058065"/>
            <a:ext cx="303213" cy="257175"/>
          </a:xfrm>
          <a:custGeom>
            <a:avLst/>
            <a:gdLst>
              <a:gd name="T0" fmla="*/ 128 w 256"/>
              <a:gd name="T1" fmla="*/ 0 h 216"/>
              <a:gd name="T2" fmla="*/ 0 w 256"/>
              <a:gd name="T3" fmla="*/ 82 h 216"/>
              <a:gd name="T4" fmla="*/ 70 w 256"/>
              <a:gd name="T5" fmla="*/ 155 h 216"/>
              <a:gd name="T6" fmla="*/ 56 w 256"/>
              <a:gd name="T7" fmla="*/ 172 h 216"/>
              <a:gd name="T8" fmla="*/ 84 w 256"/>
              <a:gd name="T9" fmla="*/ 192 h 216"/>
              <a:gd name="T10" fmla="*/ 100 w 256"/>
              <a:gd name="T11" fmla="*/ 189 h 216"/>
              <a:gd name="T12" fmla="*/ 104 w 256"/>
              <a:gd name="T13" fmla="*/ 200 h 216"/>
              <a:gd name="T14" fmla="*/ 100 w 256"/>
              <a:gd name="T15" fmla="*/ 208 h 216"/>
              <a:gd name="T16" fmla="*/ 100 w 256"/>
              <a:gd name="T17" fmla="*/ 216 h 216"/>
              <a:gd name="T18" fmla="*/ 112 w 256"/>
              <a:gd name="T19" fmla="*/ 200 h 216"/>
              <a:gd name="T20" fmla="*/ 107 w 256"/>
              <a:gd name="T21" fmla="*/ 184 h 216"/>
              <a:gd name="T22" fmla="*/ 112 w 256"/>
              <a:gd name="T23" fmla="*/ 172 h 216"/>
              <a:gd name="T24" fmla="*/ 110 w 256"/>
              <a:gd name="T25" fmla="*/ 163 h 216"/>
              <a:gd name="T26" fmla="*/ 128 w 256"/>
              <a:gd name="T27" fmla="*/ 164 h 216"/>
              <a:gd name="T28" fmla="*/ 256 w 256"/>
              <a:gd name="T29" fmla="*/ 82 h 216"/>
              <a:gd name="T30" fmla="*/ 128 w 256"/>
              <a:gd name="T31" fmla="*/ 0 h 216"/>
              <a:gd name="T32" fmla="*/ 64 w 256"/>
              <a:gd name="T33" fmla="*/ 172 h 216"/>
              <a:gd name="T34" fmla="*/ 84 w 256"/>
              <a:gd name="T35" fmla="*/ 160 h 216"/>
              <a:gd name="T36" fmla="*/ 104 w 256"/>
              <a:gd name="T37" fmla="*/ 172 h 216"/>
              <a:gd name="T38" fmla="*/ 84 w 256"/>
              <a:gd name="T39" fmla="*/ 184 h 216"/>
              <a:gd name="T40" fmla="*/ 64 w 256"/>
              <a:gd name="T41" fmla="*/ 172 h 216"/>
              <a:gd name="T42" fmla="*/ 128 w 256"/>
              <a:gd name="T43" fmla="*/ 156 h 216"/>
              <a:gd name="T44" fmla="*/ 8 w 256"/>
              <a:gd name="T45" fmla="*/ 82 h 216"/>
              <a:gd name="T46" fmla="*/ 128 w 256"/>
              <a:gd name="T47" fmla="*/ 8 h 216"/>
              <a:gd name="T48" fmla="*/ 248 w 256"/>
              <a:gd name="T49" fmla="*/ 82 h 216"/>
              <a:gd name="T50" fmla="*/ 128 w 256"/>
              <a:gd name="T51" fmla="*/ 15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56" h="216">
                <a:moveTo>
                  <a:pt x="128" y="0"/>
                </a:moveTo>
                <a:cubicBezTo>
                  <a:pt x="58" y="0"/>
                  <a:pt x="0" y="37"/>
                  <a:pt x="0" y="82"/>
                </a:cubicBezTo>
                <a:cubicBezTo>
                  <a:pt x="0" y="114"/>
                  <a:pt x="29" y="141"/>
                  <a:pt x="70" y="155"/>
                </a:cubicBezTo>
                <a:cubicBezTo>
                  <a:pt x="62" y="158"/>
                  <a:pt x="56" y="164"/>
                  <a:pt x="56" y="172"/>
                </a:cubicBezTo>
                <a:cubicBezTo>
                  <a:pt x="56" y="183"/>
                  <a:pt x="69" y="192"/>
                  <a:pt x="84" y="192"/>
                </a:cubicBezTo>
                <a:cubicBezTo>
                  <a:pt x="90" y="192"/>
                  <a:pt x="96" y="191"/>
                  <a:pt x="100" y="189"/>
                </a:cubicBezTo>
                <a:cubicBezTo>
                  <a:pt x="102" y="190"/>
                  <a:pt x="104" y="194"/>
                  <a:pt x="104" y="200"/>
                </a:cubicBezTo>
                <a:cubicBezTo>
                  <a:pt x="104" y="207"/>
                  <a:pt x="101" y="208"/>
                  <a:pt x="100" y="208"/>
                </a:cubicBezTo>
                <a:cubicBezTo>
                  <a:pt x="100" y="216"/>
                  <a:pt x="100" y="216"/>
                  <a:pt x="100" y="216"/>
                </a:cubicBezTo>
                <a:cubicBezTo>
                  <a:pt x="105" y="216"/>
                  <a:pt x="112" y="212"/>
                  <a:pt x="112" y="200"/>
                </a:cubicBezTo>
                <a:cubicBezTo>
                  <a:pt x="112" y="192"/>
                  <a:pt x="110" y="187"/>
                  <a:pt x="107" y="184"/>
                </a:cubicBezTo>
                <a:cubicBezTo>
                  <a:pt x="110" y="181"/>
                  <a:pt x="112" y="176"/>
                  <a:pt x="112" y="172"/>
                </a:cubicBezTo>
                <a:cubicBezTo>
                  <a:pt x="112" y="169"/>
                  <a:pt x="111" y="166"/>
                  <a:pt x="110" y="163"/>
                </a:cubicBezTo>
                <a:cubicBezTo>
                  <a:pt x="116" y="164"/>
                  <a:pt x="122" y="164"/>
                  <a:pt x="128" y="164"/>
                </a:cubicBezTo>
                <a:cubicBezTo>
                  <a:pt x="199" y="164"/>
                  <a:pt x="256" y="127"/>
                  <a:pt x="256" y="82"/>
                </a:cubicBezTo>
                <a:cubicBezTo>
                  <a:pt x="256" y="37"/>
                  <a:pt x="199" y="0"/>
                  <a:pt x="128" y="0"/>
                </a:cubicBezTo>
                <a:close/>
                <a:moveTo>
                  <a:pt x="64" y="172"/>
                </a:moveTo>
                <a:cubicBezTo>
                  <a:pt x="64" y="165"/>
                  <a:pt x="74" y="160"/>
                  <a:pt x="84" y="160"/>
                </a:cubicBezTo>
                <a:cubicBezTo>
                  <a:pt x="95" y="160"/>
                  <a:pt x="104" y="165"/>
                  <a:pt x="104" y="172"/>
                </a:cubicBezTo>
                <a:cubicBezTo>
                  <a:pt x="104" y="178"/>
                  <a:pt x="95" y="184"/>
                  <a:pt x="84" y="184"/>
                </a:cubicBezTo>
                <a:cubicBezTo>
                  <a:pt x="74" y="184"/>
                  <a:pt x="64" y="178"/>
                  <a:pt x="64" y="172"/>
                </a:cubicBezTo>
                <a:close/>
                <a:moveTo>
                  <a:pt x="128" y="156"/>
                </a:moveTo>
                <a:cubicBezTo>
                  <a:pt x="62" y="156"/>
                  <a:pt x="8" y="123"/>
                  <a:pt x="8" y="82"/>
                </a:cubicBezTo>
                <a:cubicBezTo>
                  <a:pt x="8" y="41"/>
                  <a:pt x="62" y="8"/>
                  <a:pt x="128" y="8"/>
                </a:cubicBezTo>
                <a:cubicBezTo>
                  <a:pt x="195" y="8"/>
                  <a:pt x="248" y="41"/>
                  <a:pt x="248" y="82"/>
                </a:cubicBezTo>
                <a:cubicBezTo>
                  <a:pt x="248" y="123"/>
                  <a:pt x="195" y="156"/>
                  <a:pt x="128" y="15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8" name="Freeform 137"/>
          <p:cNvSpPr>
            <a:spLocks noEditPoints="1"/>
          </p:cNvSpPr>
          <p:nvPr/>
        </p:nvSpPr>
        <p:spPr bwMode="auto">
          <a:xfrm>
            <a:off x="3233738" y="2089815"/>
            <a:ext cx="311150" cy="192088"/>
          </a:xfrm>
          <a:custGeom>
            <a:avLst/>
            <a:gdLst>
              <a:gd name="T0" fmla="*/ 99 w 196"/>
              <a:gd name="T1" fmla="*/ 0 h 121"/>
              <a:gd name="T2" fmla="*/ 0 w 196"/>
              <a:gd name="T3" fmla="*/ 43 h 121"/>
              <a:gd name="T4" fmla="*/ 48 w 196"/>
              <a:gd name="T5" fmla="*/ 62 h 121"/>
              <a:gd name="T6" fmla="*/ 0 w 196"/>
              <a:gd name="T7" fmla="*/ 82 h 121"/>
              <a:gd name="T8" fmla="*/ 99 w 196"/>
              <a:gd name="T9" fmla="*/ 121 h 121"/>
              <a:gd name="T10" fmla="*/ 196 w 196"/>
              <a:gd name="T11" fmla="*/ 82 h 121"/>
              <a:gd name="T12" fmla="*/ 149 w 196"/>
              <a:gd name="T13" fmla="*/ 62 h 121"/>
              <a:gd name="T14" fmla="*/ 196 w 196"/>
              <a:gd name="T15" fmla="*/ 43 h 121"/>
              <a:gd name="T16" fmla="*/ 99 w 196"/>
              <a:gd name="T17" fmla="*/ 0 h 121"/>
              <a:gd name="T18" fmla="*/ 180 w 196"/>
              <a:gd name="T19" fmla="*/ 82 h 121"/>
              <a:gd name="T20" fmla="*/ 99 w 196"/>
              <a:gd name="T21" fmla="*/ 115 h 121"/>
              <a:gd name="T22" fmla="*/ 16 w 196"/>
              <a:gd name="T23" fmla="*/ 82 h 121"/>
              <a:gd name="T24" fmla="*/ 55 w 196"/>
              <a:gd name="T25" fmla="*/ 65 h 121"/>
              <a:gd name="T26" fmla="*/ 99 w 196"/>
              <a:gd name="T27" fmla="*/ 82 h 121"/>
              <a:gd name="T28" fmla="*/ 141 w 196"/>
              <a:gd name="T29" fmla="*/ 65 h 121"/>
              <a:gd name="T30" fmla="*/ 180 w 196"/>
              <a:gd name="T31" fmla="*/ 82 h 121"/>
              <a:gd name="T32" fmla="*/ 141 w 196"/>
              <a:gd name="T33" fmla="*/ 58 h 121"/>
              <a:gd name="T34" fmla="*/ 141 w 196"/>
              <a:gd name="T35" fmla="*/ 59 h 121"/>
              <a:gd name="T36" fmla="*/ 99 w 196"/>
              <a:gd name="T37" fmla="*/ 76 h 121"/>
              <a:gd name="T38" fmla="*/ 55 w 196"/>
              <a:gd name="T39" fmla="*/ 59 h 121"/>
              <a:gd name="T40" fmla="*/ 55 w 196"/>
              <a:gd name="T41" fmla="*/ 58 h 121"/>
              <a:gd name="T42" fmla="*/ 55 w 196"/>
              <a:gd name="T43" fmla="*/ 58 h 121"/>
              <a:gd name="T44" fmla="*/ 16 w 196"/>
              <a:gd name="T45" fmla="*/ 43 h 121"/>
              <a:gd name="T46" fmla="*/ 99 w 196"/>
              <a:gd name="T47" fmla="*/ 7 h 121"/>
              <a:gd name="T48" fmla="*/ 180 w 196"/>
              <a:gd name="T49" fmla="*/ 43 h 121"/>
              <a:gd name="T50" fmla="*/ 141 w 196"/>
              <a:gd name="T51" fmla="*/ 58 h 121"/>
              <a:gd name="T52" fmla="*/ 141 w 196"/>
              <a:gd name="T53" fmla="*/ 5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6" h="121">
                <a:moveTo>
                  <a:pt x="99" y="0"/>
                </a:moveTo>
                <a:lnTo>
                  <a:pt x="0" y="43"/>
                </a:lnTo>
                <a:lnTo>
                  <a:pt x="48" y="62"/>
                </a:lnTo>
                <a:lnTo>
                  <a:pt x="0" y="82"/>
                </a:lnTo>
                <a:lnTo>
                  <a:pt x="99" y="121"/>
                </a:lnTo>
                <a:lnTo>
                  <a:pt x="196" y="82"/>
                </a:lnTo>
                <a:lnTo>
                  <a:pt x="149" y="62"/>
                </a:lnTo>
                <a:lnTo>
                  <a:pt x="196" y="43"/>
                </a:lnTo>
                <a:lnTo>
                  <a:pt x="99" y="0"/>
                </a:lnTo>
                <a:close/>
                <a:moveTo>
                  <a:pt x="180" y="82"/>
                </a:moveTo>
                <a:lnTo>
                  <a:pt x="99" y="115"/>
                </a:lnTo>
                <a:lnTo>
                  <a:pt x="16" y="82"/>
                </a:lnTo>
                <a:lnTo>
                  <a:pt x="55" y="65"/>
                </a:lnTo>
                <a:lnTo>
                  <a:pt x="99" y="82"/>
                </a:lnTo>
                <a:lnTo>
                  <a:pt x="141" y="65"/>
                </a:lnTo>
                <a:lnTo>
                  <a:pt x="180" y="82"/>
                </a:lnTo>
                <a:close/>
                <a:moveTo>
                  <a:pt x="141" y="58"/>
                </a:moveTo>
                <a:lnTo>
                  <a:pt x="141" y="59"/>
                </a:lnTo>
                <a:lnTo>
                  <a:pt x="99" y="76"/>
                </a:lnTo>
                <a:lnTo>
                  <a:pt x="55" y="59"/>
                </a:lnTo>
                <a:lnTo>
                  <a:pt x="55" y="58"/>
                </a:lnTo>
                <a:lnTo>
                  <a:pt x="55" y="58"/>
                </a:lnTo>
                <a:lnTo>
                  <a:pt x="16" y="43"/>
                </a:lnTo>
                <a:lnTo>
                  <a:pt x="99" y="7"/>
                </a:lnTo>
                <a:lnTo>
                  <a:pt x="180" y="43"/>
                </a:lnTo>
                <a:lnTo>
                  <a:pt x="141" y="58"/>
                </a:lnTo>
                <a:lnTo>
                  <a:pt x="141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9" name="Freeform 138"/>
          <p:cNvSpPr>
            <a:spLocks noEditPoints="1"/>
          </p:cNvSpPr>
          <p:nvPr/>
        </p:nvSpPr>
        <p:spPr bwMode="auto">
          <a:xfrm>
            <a:off x="3629026" y="2059653"/>
            <a:ext cx="309563" cy="252413"/>
          </a:xfrm>
          <a:custGeom>
            <a:avLst/>
            <a:gdLst>
              <a:gd name="T0" fmla="*/ 98 w 195"/>
              <a:gd name="T1" fmla="*/ 0 h 159"/>
              <a:gd name="T2" fmla="*/ 0 w 195"/>
              <a:gd name="T3" fmla="*/ 43 h 159"/>
              <a:gd name="T4" fmla="*/ 47 w 195"/>
              <a:gd name="T5" fmla="*/ 61 h 159"/>
              <a:gd name="T6" fmla="*/ 0 w 195"/>
              <a:gd name="T7" fmla="*/ 81 h 159"/>
              <a:gd name="T8" fmla="*/ 47 w 195"/>
              <a:gd name="T9" fmla="*/ 100 h 159"/>
              <a:gd name="T10" fmla="*/ 0 w 195"/>
              <a:gd name="T11" fmla="*/ 120 h 159"/>
              <a:gd name="T12" fmla="*/ 98 w 195"/>
              <a:gd name="T13" fmla="*/ 159 h 159"/>
              <a:gd name="T14" fmla="*/ 195 w 195"/>
              <a:gd name="T15" fmla="*/ 120 h 159"/>
              <a:gd name="T16" fmla="*/ 149 w 195"/>
              <a:gd name="T17" fmla="*/ 100 h 159"/>
              <a:gd name="T18" fmla="*/ 195 w 195"/>
              <a:gd name="T19" fmla="*/ 81 h 159"/>
              <a:gd name="T20" fmla="*/ 149 w 195"/>
              <a:gd name="T21" fmla="*/ 61 h 159"/>
              <a:gd name="T22" fmla="*/ 195 w 195"/>
              <a:gd name="T23" fmla="*/ 43 h 159"/>
              <a:gd name="T24" fmla="*/ 98 w 195"/>
              <a:gd name="T25" fmla="*/ 0 h 159"/>
              <a:gd name="T26" fmla="*/ 179 w 195"/>
              <a:gd name="T27" fmla="*/ 120 h 159"/>
              <a:gd name="T28" fmla="*/ 98 w 195"/>
              <a:gd name="T29" fmla="*/ 153 h 159"/>
              <a:gd name="T30" fmla="*/ 16 w 195"/>
              <a:gd name="T31" fmla="*/ 120 h 159"/>
              <a:gd name="T32" fmla="*/ 55 w 195"/>
              <a:gd name="T33" fmla="*/ 103 h 159"/>
              <a:gd name="T34" fmla="*/ 98 w 195"/>
              <a:gd name="T35" fmla="*/ 120 h 159"/>
              <a:gd name="T36" fmla="*/ 141 w 195"/>
              <a:gd name="T37" fmla="*/ 103 h 159"/>
              <a:gd name="T38" fmla="*/ 179 w 195"/>
              <a:gd name="T39" fmla="*/ 120 h 159"/>
              <a:gd name="T40" fmla="*/ 179 w 195"/>
              <a:gd name="T41" fmla="*/ 81 h 159"/>
              <a:gd name="T42" fmla="*/ 141 w 195"/>
              <a:gd name="T43" fmla="*/ 96 h 159"/>
              <a:gd name="T44" fmla="*/ 141 w 195"/>
              <a:gd name="T45" fmla="*/ 96 h 159"/>
              <a:gd name="T46" fmla="*/ 141 w 195"/>
              <a:gd name="T47" fmla="*/ 97 h 159"/>
              <a:gd name="T48" fmla="*/ 98 w 195"/>
              <a:gd name="T49" fmla="*/ 114 h 159"/>
              <a:gd name="T50" fmla="*/ 55 w 195"/>
              <a:gd name="T51" fmla="*/ 97 h 159"/>
              <a:gd name="T52" fmla="*/ 55 w 195"/>
              <a:gd name="T53" fmla="*/ 96 h 159"/>
              <a:gd name="T54" fmla="*/ 55 w 195"/>
              <a:gd name="T55" fmla="*/ 96 h 159"/>
              <a:gd name="T56" fmla="*/ 16 w 195"/>
              <a:gd name="T57" fmla="*/ 81 h 159"/>
              <a:gd name="T58" fmla="*/ 55 w 195"/>
              <a:gd name="T59" fmla="*/ 64 h 159"/>
              <a:gd name="T60" fmla="*/ 98 w 195"/>
              <a:gd name="T61" fmla="*/ 81 h 159"/>
              <a:gd name="T62" fmla="*/ 141 w 195"/>
              <a:gd name="T63" fmla="*/ 64 h 159"/>
              <a:gd name="T64" fmla="*/ 179 w 195"/>
              <a:gd name="T65" fmla="*/ 81 h 159"/>
              <a:gd name="T66" fmla="*/ 141 w 195"/>
              <a:gd name="T67" fmla="*/ 57 h 159"/>
              <a:gd name="T68" fmla="*/ 141 w 195"/>
              <a:gd name="T69" fmla="*/ 58 h 159"/>
              <a:gd name="T70" fmla="*/ 98 w 195"/>
              <a:gd name="T71" fmla="*/ 75 h 159"/>
              <a:gd name="T72" fmla="*/ 55 w 195"/>
              <a:gd name="T73" fmla="*/ 58 h 159"/>
              <a:gd name="T74" fmla="*/ 55 w 195"/>
              <a:gd name="T75" fmla="*/ 57 h 159"/>
              <a:gd name="T76" fmla="*/ 55 w 195"/>
              <a:gd name="T77" fmla="*/ 57 h 159"/>
              <a:gd name="T78" fmla="*/ 16 w 195"/>
              <a:gd name="T79" fmla="*/ 43 h 159"/>
              <a:gd name="T80" fmla="*/ 98 w 195"/>
              <a:gd name="T81" fmla="*/ 7 h 159"/>
              <a:gd name="T82" fmla="*/ 179 w 195"/>
              <a:gd name="T83" fmla="*/ 43 h 159"/>
              <a:gd name="T84" fmla="*/ 141 w 195"/>
              <a:gd name="T85" fmla="*/ 57 h 159"/>
              <a:gd name="T86" fmla="*/ 141 w 195"/>
              <a:gd name="T87" fmla="*/ 5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5" h="159">
                <a:moveTo>
                  <a:pt x="98" y="0"/>
                </a:moveTo>
                <a:lnTo>
                  <a:pt x="0" y="43"/>
                </a:lnTo>
                <a:lnTo>
                  <a:pt x="47" y="61"/>
                </a:lnTo>
                <a:lnTo>
                  <a:pt x="0" y="81"/>
                </a:lnTo>
                <a:lnTo>
                  <a:pt x="47" y="100"/>
                </a:lnTo>
                <a:lnTo>
                  <a:pt x="0" y="120"/>
                </a:lnTo>
                <a:lnTo>
                  <a:pt x="98" y="159"/>
                </a:lnTo>
                <a:lnTo>
                  <a:pt x="195" y="120"/>
                </a:lnTo>
                <a:lnTo>
                  <a:pt x="149" y="100"/>
                </a:lnTo>
                <a:lnTo>
                  <a:pt x="195" y="81"/>
                </a:lnTo>
                <a:lnTo>
                  <a:pt x="149" y="61"/>
                </a:lnTo>
                <a:lnTo>
                  <a:pt x="195" y="43"/>
                </a:lnTo>
                <a:lnTo>
                  <a:pt x="98" y="0"/>
                </a:lnTo>
                <a:close/>
                <a:moveTo>
                  <a:pt x="179" y="120"/>
                </a:moveTo>
                <a:lnTo>
                  <a:pt x="98" y="153"/>
                </a:lnTo>
                <a:lnTo>
                  <a:pt x="16" y="120"/>
                </a:lnTo>
                <a:lnTo>
                  <a:pt x="55" y="103"/>
                </a:lnTo>
                <a:lnTo>
                  <a:pt x="98" y="120"/>
                </a:lnTo>
                <a:lnTo>
                  <a:pt x="141" y="103"/>
                </a:lnTo>
                <a:lnTo>
                  <a:pt x="179" y="120"/>
                </a:lnTo>
                <a:close/>
                <a:moveTo>
                  <a:pt x="179" y="81"/>
                </a:moveTo>
                <a:lnTo>
                  <a:pt x="141" y="96"/>
                </a:lnTo>
                <a:lnTo>
                  <a:pt x="141" y="96"/>
                </a:lnTo>
                <a:lnTo>
                  <a:pt x="141" y="97"/>
                </a:lnTo>
                <a:lnTo>
                  <a:pt x="98" y="114"/>
                </a:lnTo>
                <a:lnTo>
                  <a:pt x="55" y="97"/>
                </a:lnTo>
                <a:lnTo>
                  <a:pt x="55" y="96"/>
                </a:lnTo>
                <a:lnTo>
                  <a:pt x="55" y="96"/>
                </a:lnTo>
                <a:lnTo>
                  <a:pt x="16" y="81"/>
                </a:lnTo>
                <a:lnTo>
                  <a:pt x="55" y="64"/>
                </a:lnTo>
                <a:lnTo>
                  <a:pt x="98" y="81"/>
                </a:lnTo>
                <a:lnTo>
                  <a:pt x="141" y="64"/>
                </a:lnTo>
                <a:lnTo>
                  <a:pt x="179" y="81"/>
                </a:lnTo>
                <a:close/>
                <a:moveTo>
                  <a:pt x="141" y="57"/>
                </a:moveTo>
                <a:lnTo>
                  <a:pt x="141" y="58"/>
                </a:lnTo>
                <a:lnTo>
                  <a:pt x="98" y="75"/>
                </a:lnTo>
                <a:lnTo>
                  <a:pt x="55" y="58"/>
                </a:lnTo>
                <a:lnTo>
                  <a:pt x="55" y="57"/>
                </a:lnTo>
                <a:lnTo>
                  <a:pt x="55" y="57"/>
                </a:lnTo>
                <a:lnTo>
                  <a:pt x="16" y="43"/>
                </a:lnTo>
                <a:lnTo>
                  <a:pt x="98" y="7"/>
                </a:lnTo>
                <a:lnTo>
                  <a:pt x="179" y="43"/>
                </a:lnTo>
                <a:lnTo>
                  <a:pt x="141" y="57"/>
                </a:lnTo>
                <a:lnTo>
                  <a:pt x="141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0" name="Freeform 139"/>
          <p:cNvSpPr>
            <a:spLocks noEditPoints="1"/>
          </p:cNvSpPr>
          <p:nvPr/>
        </p:nvSpPr>
        <p:spPr bwMode="auto">
          <a:xfrm>
            <a:off x="4027488" y="2034253"/>
            <a:ext cx="303213" cy="304800"/>
          </a:xfrm>
          <a:custGeom>
            <a:avLst/>
            <a:gdLst>
              <a:gd name="T0" fmla="*/ 0 w 191"/>
              <a:gd name="T1" fmla="*/ 192 h 192"/>
              <a:gd name="T2" fmla="*/ 191 w 191"/>
              <a:gd name="T3" fmla="*/ 192 h 192"/>
              <a:gd name="T4" fmla="*/ 191 w 191"/>
              <a:gd name="T5" fmla="*/ 0 h 192"/>
              <a:gd name="T6" fmla="*/ 0 w 191"/>
              <a:gd name="T7" fmla="*/ 0 h 192"/>
              <a:gd name="T8" fmla="*/ 0 w 191"/>
              <a:gd name="T9" fmla="*/ 192 h 192"/>
              <a:gd name="T10" fmla="*/ 6 w 191"/>
              <a:gd name="T11" fmla="*/ 6 h 192"/>
              <a:gd name="T12" fmla="*/ 185 w 191"/>
              <a:gd name="T13" fmla="*/ 6 h 192"/>
              <a:gd name="T14" fmla="*/ 185 w 191"/>
              <a:gd name="T15" fmla="*/ 186 h 192"/>
              <a:gd name="T16" fmla="*/ 6 w 191"/>
              <a:gd name="T17" fmla="*/ 186 h 192"/>
              <a:gd name="T18" fmla="*/ 6 w 191"/>
              <a:gd name="T19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1" h="192">
                <a:moveTo>
                  <a:pt x="0" y="192"/>
                </a:moveTo>
                <a:lnTo>
                  <a:pt x="191" y="192"/>
                </a:lnTo>
                <a:lnTo>
                  <a:pt x="191" y="0"/>
                </a:lnTo>
                <a:lnTo>
                  <a:pt x="0" y="0"/>
                </a:lnTo>
                <a:lnTo>
                  <a:pt x="0" y="192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186"/>
                </a:lnTo>
                <a:lnTo>
                  <a:pt x="6" y="186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1" name="Freeform 140"/>
          <p:cNvSpPr>
            <a:spLocks noEditPoints="1"/>
          </p:cNvSpPr>
          <p:nvPr/>
        </p:nvSpPr>
        <p:spPr bwMode="auto">
          <a:xfrm>
            <a:off x="4421188" y="2034253"/>
            <a:ext cx="304800" cy="304800"/>
          </a:xfrm>
          <a:custGeom>
            <a:avLst/>
            <a:gdLst>
              <a:gd name="T0" fmla="*/ 93 w 192"/>
              <a:gd name="T1" fmla="*/ 0 h 192"/>
              <a:gd name="T2" fmla="*/ 0 w 192"/>
              <a:gd name="T3" fmla="*/ 0 h 192"/>
              <a:gd name="T4" fmla="*/ 0 w 192"/>
              <a:gd name="T5" fmla="*/ 192 h 192"/>
              <a:gd name="T6" fmla="*/ 93 w 192"/>
              <a:gd name="T7" fmla="*/ 192 h 192"/>
              <a:gd name="T8" fmla="*/ 99 w 192"/>
              <a:gd name="T9" fmla="*/ 192 h 192"/>
              <a:gd name="T10" fmla="*/ 192 w 192"/>
              <a:gd name="T11" fmla="*/ 192 h 192"/>
              <a:gd name="T12" fmla="*/ 192 w 192"/>
              <a:gd name="T13" fmla="*/ 0 h 192"/>
              <a:gd name="T14" fmla="*/ 99 w 192"/>
              <a:gd name="T15" fmla="*/ 0 h 192"/>
              <a:gd name="T16" fmla="*/ 93 w 192"/>
              <a:gd name="T17" fmla="*/ 0 h 192"/>
              <a:gd name="T18" fmla="*/ 93 w 192"/>
              <a:gd name="T19" fmla="*/ 186 h 192"/>
              <a:gd name="T20" fmla="*/ 6 w 192"/>
              <a:gd name="T21" fmla="*/ 186 h 192"/>
              <a:gd name="T22" fmla="*/ 6 w 192"/>
              <a:gd name="T23" fmla="*/ 6 h 192"/>
              <a:gd name="T24" fmla="*/ 93 w 192"/>
              <a:gd name="T25" fmla="*/ 6 h 192"/>
              <a:gd name="T26" fmla="*/ 93 w 192"/>
              <a:gd name="T27" fmla="*/ 186 h 192"/>
              <a:gd name="T28" fmla="*/ 186 w 192"/>
              <a:gd name="T29" fmla="*/ 6 h 192"/>
              <a:gd name="T30" fmla="*/ 186 w 192"/>
              <a:gd name="T31" fmla="*/ 186 h 192"/>
              <a:gd name="T32" fmla="*/ 99 w 192"/>
              <a:gd name="T33" fmla="*/ 186 h 192"/>
              <a:gd name="T34" fmla="*/ 99 w 192"/>
              <a:gd name="T35" fmla="*/ 6 h 192"/>
              <a:gd name="T36" fmla="*/ 186 w 192"/>
              <a:gd name="T37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2" h="192">
                <a:moveTo>
                  <a:pt x="93" y="0"/>
                </a:moveTo>
                <a:lnTo>
                  <a:pt x="0" y="0"/>
                </a:lnTo>
                <a:lnTo>
                  <a:pt x="0" y="192"/>
                </a:lnTo>
                <a:lnTo>
                  <a:pt x="93" y="192"/>
                </a:lnTo>
                <a:lnTo>
                  <a:pt x="99" y="192"/>
                </a:lnTo>
                <a:lnTo>
                  <a:pt x="192" y="192"/>
                </a:lnTo>
                <a:lnTo>
                  <a:pt x="192" y="0"/>
                </a:lnTo>
                <a:lnTo>
                  <a:pt x="99" y="0"/>
                </a:lnTo>
                <a:lnTo>
                  <a:pt x="93" y="0"/>
                </a:lnTo>
                <a:close/>
                <a:moveTo>
                  <a:pt x="93" y="186"/>
                </a:moveTo>
                <a:lnTo>
                  <a:pt x="6" y="186"/>
                </a:lnTo>
                <a:lnTo>
                  <a:pt x="6" y="6"/>
                </a:lnTo>
                <a:lnTo>
                  <a:pt x="93" y="6"/>
                </a:lnTo>
                <a:lnTo>
                  <a:pt x="93" y="186"/>
                </a:lnTo>
                <a:close/>
                <a:moveTo>
                  <a:pt x="186" y="6"/>
                </a:moveTo>
                <a:lnTo>
                  <a:pt x="186" y="186"/>
                </a:lnTo>
                <a:lnTo>
                  <a:pt x="99" y="186"/>
                </a:lnTo>
                <a:lnTo>
                  <a:pt x="99" y="6"/>
                </a:lnTo>
                <a:lnTo>
                  <a:pt x="18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2" name="Freeform 141"/>
          <p:cNvSpPr>
            <a:spLocks noEditPoints="1"/>
          </p:cNvSpPr>
          <p:nvPr/>
        </p:nvSpPr>
        <p:spPr bwMode="auto">
          <a:xfrm>
            <a:off x="4814888" y="2034253"/>
            <a:ext cx="304800" cy="304800"/>
          </a:xfrm>
          <a:custGeom>
            <a:avLst/>
            <a:gdLst>
              <a:gd name="T0" fmla="*/ 126 w 192"/>
              <a:gd name="T1" fmla="*/ 0 h 192"/>
              <a:gd name="T2" fmla="*/ 66 w 192"/>
              <a:gd name="T3" fmla="*/ 0 h 192"/>
              <a:gd name="T4" fmla="*/ 60 w 192"/>
              <a:gd name="T5" fmla="*/ 0 h 192"/>
              <a:gd name="T6" fmla="*/ 0 w 192"/>
              <a:gd name="T7" fmla="*/ 0 h 192"/>
              <a:gd name="T8" fmla="*/ 0 w 192"/>
              <a:gd name="T9" fmla="*/ 192 h 192"/>
              <a:gd name="T10" fmla="*/ 60 w 192"/>
              <a:gd name="T11" fmla="*/ 192 h 192"/>
              <a:gd name="T12" fmla="*/ 66 w 192"/>
              <a:gd name="T13" fmla="*/ 192 h 192"/>
              <a:gd name="T14" fmla="*/ 126 w 192"/>
              <a:gd name="T15" fmla="*/ 192 h 192"/>
              <a:gd name="T16" fmla="*/ 132 w 192"/>
              <a:gd name="T17" fmla="*/ 192 h 192"/>
              <a:gd name="T18" fmla="*/ 192 w 192"/>
              <a:gd name="T19" fmla="*/ 192 h 192"/>
              <a:gd name="T20" fmla="*/ 192 w 192"/>
              <a:gd name="T21" fmla="*/ 0 h 192"/>
              <a:gd name="T22" fmla="*/ 132 w 192"/>
              <a:gd name="T23" fmla="*/ 0 h 192"/>
              <a:gd name="T24" fmla="*/ 126 w 192"/>
              <a:gd name="T25" fmla="*/ 0 h 192"/>
              <a:gd name="T26" fmla="*/ 60 w 192"/>
              <a:gd name="T27" fmla="*/ 186 h 192"/>
              <a:gd name="T28" fmla="*/ 6 w 192"/>
              <a:gd name="T29" fmla="*/ 186 h 192"/>
              <a:gd name="T30" fmla="*/ 6 w 192"/>
              <a:gd name="T31" fmla="*/ 6 h 192"/>
              <a:gd name="T32" fmla="*/ 60 w 192"/>
              <a:gd name="T33" fmla="*/ 6 h 192"/>
              <a:gd name="T34" fmla="*/ 60 w 192"/>
              <a:gd name="T35" fmla="*/ 186 h 192"/>
              <a:gd name="T36" fmla="*/ 126 w 192"/>
              <a:gd name="T37" fmla="*/ 186 h 192"/>
              <a:gd name="T38" fmla="*/ 66 w 192"/>
              <a:gd name="T39" fmla="*/ 186 h 192"/>
              <a:gd name="T40" fmla="*/ 66 w 192"/>
              <a:gd name="T41" fmla="*/ 6 h 192"/>
              <a:gd name="T42" fmla="*/ 126 w 192"/>
              <a:gd name="T43" fmla="*/ 6 h 192"/>
              <a:gd name="T44" fmla="*/ 126 w 192"/>
              <a:gd name="T45" fmla="*/ 186 h 192"/>
              <a:gd name="T46" fmla="*/ 186 w 192"/>
              <a:gd name="T47" fmla="*/ 6 h 192"/>
              <a:gd name="T48" fmla="*/ 186 w 192"/>
              <a:gd name="T49" fmla="*/ 186 h 192"/>
              <a:gd name="T50" fmla="*/ 132 w 192"/>
              <a:gd name="T51" fmla="*/ 186 h 192"/>
              <a:gd name="T52" fmla="*/ 132 w 192"/>
              <a:gd name="T53" fmla="*/ 6 h 192"/>
              <a:gd name="T54" fmla="*/ 186 w 192"/>
              <a:gd name="T55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92" h="192">
                <a:moveTo>
                  <a:pt x="126" y="0"/>
                </a:moveTo>
                <a:lnTo>
                  <a:pt x="66" y="0"/>
                </a:lnTo>
                <a:lnTo>
                  <a:pt x="60" y="0"/>
                </a:lnTo>
                <a:lnTo>
                  <a:pt x="0" y="0"/>
                </a:lnTo>
                <a:lnTo>
                  <a:pt x="0" y="192"/>
                </a:lnTo>
                <a:lnTo>
                  <a:pt x="60" y="192"/>
                </a:lnTo>
                <a:lnTo>
                  <a:pt x="66" y="192"/>
                </a:lnTo>
                <a:lnTo>
                  <a:pt x="126" y="192"/>
                </a:lnTo>
                <a:lnTo>
                  <a:pt x="132" y="192"/>
                </a:lnTo>
                <a:lnTo>
                  <a:pt x="192" y="192"/>
                </a:lnTo>
                <a:lnTo>
                  <a:pt x="192" y="0"/>
                </a:lnTo>
                <a:lnTo>
                  <a:pt x="132" y="0"/>
                </a:lnTo>
                <a:lnTo>
                  <a:pt x="126" y="0"/>
                </a:lnTo>
                <a:close/>
                <a:moveTo>
                  <a:pt x="60" y="186"/>
                </a:moveTo>
                <a:lnTo>
                  <a:pt x="6" y="186"/>
                </a:lnTo>
                <a:lnTo>
                  <a:pt x="6" y="6"/>
                </a:lnTo>
                <a:lnTo>
                  <a:pt x="60" y="6"/>
                </a:lnTo>
                <a:lnTo>
                  <a:pt x="60" y="186"/>
                </a:lnTo>
                <a:close/>
                <a:moveTo>
                  <a:pt x="126" y="186"/>
                </a:moveTo>
                <a:lnTo>
                  <a:pt x="66" y="186"/>
                </a:lnTo>
                <a:lnTo>
                  <a:pt x="66" y="6"/>
                </a:lnTo>
                <a:lnTo>
                  <a:pt x="126" y="6"/>
                </a:lnTo>
                <a:lnTo>
                  <a:pt x="126" y="186"/>
                </a:lnTo>
                <a:close/>
                <a:moveTo>
                  <a:pt x="186" y="6"/>
                </a:moveTo>
                <a:lnTo>
                  <a:pt x="186" y="186"/>
                </a:lnTo>
                <a:lnTo>
                  <a:pt x="132" y="186"/>
                </a:lnTo>
                <a:lnTo>
                  <a:pt x="132" y="6"/>
                </a:lnTo>
                <a:lnTo>
                  <a:pt x="18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3" name="Freeform 142"/>
          <p:cNvSpPr>
            <a:spLocks noEditPoints="1"/>
          </p:cNvSpPr>
          <p:nvPr/>
        </p:nvSpPr>
        <p:spPr bwMode="auto">
          <a:xfrm>
            <a:off x="5210176" y="2034253"/>
            <a:ext cx="303213" cy="304800"/>
          </a:xfrm>
          <a:custGeom>
            <a:avLst/>
            <a:gdLst>
              <a:gd name="T0" fmla="*/ 93 w 191"/>
              <a:gd name="T1" fmla="*/ 0 h 192"/>
              <a:gd name="T2" fmla="*/ 0 w 191"/>
              <a:gd name="T3" fmla="*/ 0 h 192"/>
              <a:gd name="T4" fmla="*/ 0 w 191"/>
              <a:gd name="T5" fmla="*/ 93 h 192"/>
              <a:gd name="T6" fmla="*/ 0 w 191"/>
              <a:gd name="T7" fmla="*/ 99 h 192"/>
              <a:gd name="T8" fmla="*/ 0 w 191"/>
              <a:gd name="T9" fmla="*/ 192 h 192"/>
              <a:gd name="T10" fmla="*/ 93 w 191"/>
              <a:gd name="T11" fmla="*/ 192 h 192"/>
              <a:gd name="T12" fmla="*/ 99 w 191"/>
              <a:gd name="T13" fmla="*/ 192 h 192"/>
              <a:gd name="T14" fmla="*/ 191 w 191"/>
              <a:gd name="T15" fmla="*/ 192 h 192"/>
              <a:gd name="T16" fmla="*/ 191 w 191"/>
              <a:gd name="T17" fmla="*/ 99 h 192"/>
              <a:gd name="T18" fmla="*/ 191 w 191"/>
              <a:gd name="T19" fmla="*/ 93 h 192"/>
              <a:gd name="T20" fmla="*/ 191 w 191"/>
              <a:gd name="T21" fmla="*/ 0 h 192"/>
              <a:gd name="T22" fmla="*/ 99 w 191"/>
              <a:gd name="T23" fmla="*/ 0 h 192"/>
              <a:gd name="T24" fmla="*/ 93 w 191"/>
              <a:gd name="T25" fmla="*/ 0 h 192"/>
              <a:gd name="T26" fmla="*/ 6 w 191"/>
              <a:gd name="T27" fmla="*/ 6 h 192"/>
              <a:gd name="T28" fmla="*/ 93 w 191"/>
              <a:gd name="T29" fmla="*/ 6 h 192"/>
              <a:gd name="T30" fmla="*/ 93 w 191"/>
              <a:gd name="T31" fmla="*/ 93 h 192"/>
              <a:gd name="T32" fmla="*/ 6 w 191"/>
              <a:gd name="T33" fmla="*/ 93 h 192"/>
              <a:gd name="T34" fmla="*/ 6 w 191"/>
              <a:gd name="T35" fmla="*/ 6 h 192"/>
              <a:gd name="T36" fmla="*/ 93 w 191"/>
              <a:gd name="T37" fmla="*/ 186 h 192"/>
              <a:gd name="T38" fmla="*/ 6 w 191"/>
              <a:gd name="T39" fmla="*/ 186 h 192"/>
              <a:gd name="T40" fmla="*/ 6 w 191"/>
              <a:gd name="T41" fmla="*/ 99 h 192"/>
              <a:gd name="T42" fmla="*/ 93 w 191"/>
              <a:gd name="T43" fmla="*/ 99 h 192"/>
              <a:gd name="T44" fmla="*/ 93 w 191"/>
              <a:gd name="T45" fmla="*/ 186 h 192"/>
              <a:gd name="T46" fmla="*/ 185 w 191"/>
              <a:gd name="T47" fmla="*/ 186 h 192"/>
              <a:gd name="T48" fmla="*/ 99 w 191"/>
              <a:gd name="T49" fmla="*/ 186 h 192"/>
              <a:gd name="T50" fmla="*/ 99 w 191"/>
              <a:gd name="T51" fmla="*/ 99 h 192"/>
              <a:gd name="T52" fmla="*/ 185 w 191"/>
              <a:gd name="T53" fmla="*/ 99 h 192"/>
              <a:gd name="T54" fmla="*/ 185 w 191"/>
              <a:gd name="T55" fmla="*/ 186 h 192"/>
              <a:gd name="T56" fmla="*/ 185 w 191"/>
              <a:gd name="T57" fmla="*/ 6 h 192"/>
              <a:gd name="T58" fmla="*/ 185 w 191"/>
              <a:gd name="T59" fmla="*/ 93 h 192"/>
              <a:gd name="T60" fmla="*/ 99 w 191"/>
              <a:gd name="T61" fmla="*/ 93 h 192"/>
              <a:gd name="T62" fmla="*/ 99 w 191"/>
              <a:gd name="T63" fmla="*/ 6 h 192"/>
              <a:gd name="T64" fmla="*/ 185 w 191"/>
              <a:gd name="T65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91" h="192">
                <a:moveTo>
                  <a:pt x="93" y="0"/>
                </a:moveTo>
                <a:lnTo>
                  <a:pt x="0" y="0"/>
                </a:lnTo>
                <a:lnTo>
                  <a:pt x="0" y="93"/>
                </a:lnTo>
                <a:lnTo>
                  <a:pt x="0" y="99"/>
                </a:lnTo>
                <a:lnTo>
                  <a:pt x="0" y="192"/>
                </a:lnTo>
                <a:lnTo>
                  <a:pt x="93" y="192"/>
                </a:lnTo>
                <a:lnTo>
                  <a:pt x="99" y="192"/>
                </a:lnTo>
                <a:lnTo>
                  <a:pt x="191" y="192"/>
                </a:lnTo>
                <a:lnTo>
                  <a:pt x="191" y="99"/>
                </a:lnTo>
                <a:lnTo>
                  <a:pt x="191" y="93"/>
                </a:lnTo>
                <a:lnTo>
                  <a:pt x="191" y="0"/>
                </a:lnTo>
                <a:lnTo>
                  <a:pt x="99" y="0"/>
                </a:lnTo>
                <a:lnTo>
                  <a:pt x="93" y="0"/>
                </a:lnTo>
                <a:close/>
                <a:moveTo>
                  <a:pt x="6" y="6"/>
                </a:moveTo>
                <a:lnTo>
                  <a:pt x="93" y="6"/>
                </a:lnTo>
                <a:lnTo>
                  <a:pt x="93" y="93"/>
                </a:lnTo>
                <a:lnTo>
                  <a:pt x="6" y="93"/>
                </a:lnTo>
                <a:lnTo>
                  <a:pt x="6" y="6"/>
                </a:lnTo>
                <a:close/>
                <a:moveTo>
                  <a:pt x="93" y="186"/>
                </a:moveTo>
                <a:lnTo>
                  <a:pt x="6" y="186"/>
                </a:lnTo>
                <a:lnTo>
                  <a:pt x="6" y="99"/>
                </a:lnTo>
                <a:lnTo>
                  <a:pt x="93" y="99"/>
                </a:lnTo>
                <a:lnTo>
                  <a:pt x="93" y="186"/>
                </a:lnTo>
                <a:close/>
                <a:moveTo>
                  <a:pt x="185" y="186"/>
                </a:moveTo>
                <a:lnTo>
                  <a:pt x="99" y="186"/>
                </a:lnTo>
                <a:lnTo>
                  <a:pt x="99" y="99"/>
                </a:lnTo>
                <a:lnTo>
                  <a:pt x="185" y="99"/>
                </a:lnTo>
                <a:lnTo>
                  <a:pt x="185" y="186"/>
                </a:lnTo>
                <a:close/>
                <a:moveTo>
                  <a:pt x="185" y="6"/>
                </a:moveTo>
                <a:lnTo>
                  <a:pt x="185" y="93"/>
                </a:lnTo>
                <a:lnTo>
                  <a:pt x="99" y="93"/>
                </a:lnTo>
                <a:lnTo>
                  <a:pt x="99" y="6"/>
                </a:lnTo>
                <a:lnTo>
                  <a:pt x="18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4" name="Freeform 143"/>
          <p:cNvSpPr>
            <a:spLocks noEditPoints="1"/>
          </p:cNvSpPr>
          <p:nvPr/>
        </p:nvSpPr>
        <p:spPr bwMode="auto">
          <a:xfrm>
            <a:off x="5603876" y="2034253"/>
            <a:ext cx="304800" cy="304800"/>
          </a:xfrm>
          <a:custGeom>
            <a:avLst/>
            <a:gdLst>
              <a:gd name="T0" fmla="*/ 138 w 192"/>
              <a:gd name="T1" fmla="*/ 0 h 192"/>
              <a:gd name="T2" fmla="*/ 99 w 192"/>
              <a:gd name="T3" fmla="*/ 0 h 192"/>
              <a:gd name="T4" fmla="*/ 93 w 192"/>
              <a:gd name="T5" fmla="*/ 0 h 192"/>
              <a:gd name="T6" fmla="*/ 51 w 192"/>
              <a:gd name="T7" fmla="*/ 0 h 192"/>
              <a:gd name="T8" fmla="*/ 45 w 192"/>
              <a:gd name="T9" fmla="*/ 0 h 192"/>
              <a:gd name="T10" fmla="*/ 0 w 192"/>
              <a:gd name="T11" fmla="*/ 0 h 192"/>
              <a:gd name="T12" fmla="*/ 0 w 192"/>
              <a:gd name="T13" fmla="*/ 192 h 192"/>
              <a:gd name="T14" fmla="*/ 45 w 192"/>
              <a:gd name="T15" fmla="*/ 192 h 192"/>
              <a:gd name="T16" fmla="*/ 51 w 192"/>
              <a:gd name="T17" fmla="*/ 192 h 192"/>
              <a:gd name="T18" fmla="*/ 93 w 192"/>
              <a:gd name="T19" fmla="*/ 192 h 192"/>
              <a:gd name="T20" fmla="*/ 99 w 192"/>
              <a:gd name="T21" fmla="*/ 192 h 192"/>
              <a:gd name="T22" fmla="*/ 138 w 192"/>
              <a:gd name="T23" fmla="*/ 192 h 192"/>
              <a:gd name="T24" fmla="*/ 144 w 192"/>
              <a:gd name="T25" fmla="*/ 192 h 192"/>
              <a:gd name="T26" fmla="*/ 192 w 192"/>
              <a:gd name="T27" fmla="*/ 192 h 192"/>
              <a:gd name="T28" fmla="*/ 192 w 192"/>
              <a:gd name="T29" fmla="*/ 0 h 192"/>
              <a:gd name="T30" fmla="*/ 144 w 192"/>
              <a:gd name="T31" fmla="*/ 0 h 192"/>
              <a:gd name="T32" fmla="*/ 138 w 192"/>
              <a:gd name="T33" fmla="*/ 0 h 192"/>
              <a:gd name="T34" fmla="*/ 45 w 192"/>
              <a:gd name="T35" fmla="*/ 186 h 192"/>
              <a:gd name="T36" fmla="*/ 6 w 192"/>
              <a:gd name="T37" fmla="*/ 186 h 192"/>
              <a:gd name="T38" fmla="*/ 6 w 192"/>
              <a:gd name="T39" fmla="*/ 6 h 192"/>
              <a:gd name="T40" fmla="*/ 45 w 192"/>
              <a:gd name="T41" fmla="*/ 6 h 192"/>
              <a:gd name="T42" fmla="*/ 45 w 192"/>
              <a:gd name="T43" fmla="*/ 186 h 192"/>
              <a:gd name="T44" fmla="*/ 93 w 192"/>
              <a:gd name="T45" fmla="*/ 186 h 192"/>
              <a:gd name="T46" fmla="*/ 51 w 192"/>
              <a:gd name="T47" fmla="*/ 186 h 192"/>
              <a:gd name="T48" fmla="*/ 51 w 192"/>
              <a:gd name="T49" fmla="*/ 6 h 192"/>
              <a:gd name="T50" fmla="*/ 93 w 192"/>
              <a:gd name="T51" fmla="*/ 6 h 192"/>
              <a:gd name="T52" fmla="*/ 93 w 192"/>
              <a:gd name="T53" fmla="*/ 186 h 192"/>
              <a:gd name="T54" fmla="*/ 138 w 192"/>
              <a:gd name="T55" fmla="*/ 186 h 192"/>
              <a:gd name="T56" fmla="*/ 99 w 192"/>
              <a:gd name="T57" fmla="*/ 186 h 192"/>
              <a:gd name="T58" fmla="*/ 99 w 192"/>
              <a:gd name="T59" fmla="*/ 6 h 192"/>
              <a:gd name="T60" fmla="*/ 138 w 192"/>
              <a:gd name="T61" fmla="*/ 6 h 192"/>
              <a:gd name="T62" fmla="*/ 138 w 192"/>
              <a:gd name="T63" fmla="*/ 186 h 192"/>
              <a:gd name="T64" fmla="*/ 186 w 192"/>
              <a:gd name="T65" fmla="*/ 6 h 192"/>
              <a:gd name="T66" fmla="*/ 186 w 192"/>
              <a:gd name="T67" fmla="*/ 186 h 192"/>
              <a:gd name="T68" fmla="*/ 144 w 192"/>
              <a:gd name="T69" fmla="*/ 186 h 192"/>
              <a:gd name="T70" fmla="*/ 144 w 192"/>
              <a:gd name="T71" fmla="*/ 6 h 192"/>
              <a:gd name="T72" fmla="*/ 186 w 192"/>
              <a:gd name="T73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2" h="192">
                <a:moveTo>
                  <a:pt x="138" y="0"/>
                </a:moveTo>
                <a:lnTo>
                  <a:pt x="99" y="0"/>
                </a:lnTo>
                <a:lnTo>
                  <a:pt x="93" y="0"/>
                </a:lnTo>
                <a:lnTo>
                  <a:pt x="51" y="0"/>
                </a:lnTo>
                <a:lnTo>
                  <a:pt x="45" y="0"/>
                </a:lnTo>
                <a:lnTo>
                  <a:pt x="0" y="0"/>
                </a:lnTo>
                <a:lnTo>
                  <a:pt x="0" y="192"/>
                </a:lnTo>
                <a:lnTo>
                  <a:pt x="45" y="192"/>
                </a:lnTo>
                <a:lnTo>
                  <a:pt x="51" y="192"/>
                </a:lnTo>
                <a:lnTo>
                  <a:pt x="93" y="192"/>
                </a:lnTo>
                <a:lnTo>
                  <a:pt x="99" y="192"/>
                </a:lnTo>
                <a:lnTo>
                  <a:pt x="138" y="192"/>
                </a:lnTo>
                <a:lnTo>
                  <a:pt x="144" y="192"/>
                </a:lnTo>
                <a:lnTo>
                  <a:pt x="192" y="192"/>
                </a:lnTo>
                <a:lnTo>
                  <a:pt x="192" y="0"/>
                </a:lnTo>
                <a:lnTo>
                  <a:pt x="144" y="0"/>
                </a:lnTo>
                <a:lnTo>
                  <a:pt x="138" y="0"/>
                </a:lnTo>
                <a:close/>
                <a:moveTo>
                  <a:pt x="45" y="186"/>
                </a:moveTo>
                <a:lnTo>
                  <a:pt x="6" y="186"/>
                </a:lnTo>
                <a:lnTo>
                  <a:pt x="6" y="6"/>
                </a:lnTo>
                <a:lnTo>
                  <a:pt x="45" y="6"/>
                </a:lnTo>
                <a:lnTo>
                  <a:pt x="45" y="186"/>
                </a:lnTo>
                <a:close/>
                <a:moveTo>
                  <a:pt x="93" y="186"/>
                </a:moveTo>
                <a:lnTo>
                  <a:pt x="51" y="186"/>
                </a:lnTo>
                <a:lnTo>
                  <a:pt x="51" y="6"/>
                </a:lnTo>
                <a:lnTo>
                  <a:pt x="93" y="6"/>
                </a:lnTo>
                <a:lnTo>
                  <a:pt x="93" y="186"/>
                </a:lnTo>
                <a:close/>
                <a:moveTo>
                  <a:pt x="138" y="186"/>
                </a:moveTo>
                <a:lnTo>
                  <a:pt x="99" y="186"/>
                </a:lnTo>
                <a:lnTo>
                  <a:pt x="99" y="6"/>
                </a:lnTo>
                <a:lnTo>
                  <a:pt x="138" y="6"/>
                </a:lnTo>
                <a:lnTo>
                  <a:pt x="138" y="186"/>
                </a:lnTo>
                <a:close/>
                <a:moveTo>
                  <a:pt x="186" y="6"/>
                </a:moveTo>
                <a:lnTo>
                  <a:pt x="186" y="186"/>
                </a:lnTo>
                <a:lnTo>
                  <a:pt x="144" y="186"/>
                </a:lnTo>
                <a:lnTo>
                  <a:pt x="144" y="6"/>
                </a:lnTo>
                <a:lnTo>
                  <a:pt x="18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5" name="Freeform 144"/>
          <p:cNvSpPr>
            <a:spLocks noEditPoints="1"/>
          </p:cNvSpPr>
          <p:nvPr/>
        </p:nvSpPr>
        <p:spPr bwMode="auto">
          <a:xfrm>
            <a:off x="5999163" y="2034253"/>
            <a:ext cx="303213" cy="304800"/>
          </a:xfrm>
          <a:custGeom>
            <a:avLst/>
            <a:gdLst>
              <a:gd name="T0" fmla="*/ 0 w 191"/>
              <a:gd name="T1" fmla="*/ 45 h 192"/>
              <a:gd name="T2" fmla="*/ 0 w 191"/>
              <a:gd name="T3" fmla="*/ 51 h 192"/>
              <a:gd name="T4" fmla="*/ 0 w 191"/>
              <a:gd name="T5" fmla="*/ 93 h 192"/>
              <a:gd name="T6" fmla="*/ 0 w 191"/>
              <a:gd name="T7" fmla="*/ 99 h 192"/>
              <a:gd name="T8" fmla="*/ 0 w 191"/>
              <a:gd name="T9" fmla="*/ 138 h 192"/>
              <a:gd name="T10" fmla="*/ 0 w 191"/>
              <a:gd name="T11" fmla="*/ 144 h 192"/>
              <a:gd name="T12" fmla="*/ 0 w 191"/>
              <a:gd name="T13" fmla="*/ 192 h 192"/>
              <a:gd name="T14" fmla="*/ 191 w 191"/>
              <a:gd name="T15" fmla="*/ 192 h 192"/>
              <a:gd name="T16" fmla="*/ 191 w 191"/>
              <a:gd name="T17" fmla="*/ 144 h 192"/>
              <a:gd name="T18" fmla="*/ 191 w 191"/>
              <a:gd name="T19" fmla="*/ 138 h 192"/>
              <a:gd name="T20" fmla="*/ 191 w 191"/>
              <a:gd name="T21" fmla="*/ 99 h 192"/>
              <a:gd name="T22" fmla="*/ 191 w 191"/>
              <a:gd name="T23" fmla="*/ 93 h 192"/>
              <a:gd name="T24" fmla="*/ 191 w 191"/>
              <a:gd name="T25" fmla="*/ 51 h 192"/>
              <a:gd name="T26" fmla="*/ 191 w 191"/>
              <a:gd name="T27" fmla="*/ 45 h 192"/>
              <a:gd name="T28" fmla="*/ 191 w 191"/>
              <a:gd name="T29" fmla="*/ 0 h 192"/>
              <a:gd name="T30" fmla="*/ 0 w 191"/>
              <a:gd name="T31" fmla="*/ 0 h 192"/>
              <a:gd name="T32" fmla="*/ 0 w 191"/>
              <a:gd name="T33" fmla="*/ 45 h 192"/>
              <a:gd name="T34" fmla="*/ 185 w 191"/>
              <a:gd name="T35" fmla="*/ 186 h 192"/>
              <a:gd name="T36" fmla="*/ 6 w 191"/>
              <a:gd name="T37" fmla="*/ 186 h 192"/>
              <a:gd name="T38" fmla="*/ 6 w 191"/>
              <a:gd name="T39" fmla="*/ 144 h 192"/>
              <a:gd name="T40" fmla="*/ 185 w 191"/>
              <a:gd name="T41" fmla="*/ 144 h 192"/>
              <a:gd name="T42" fmla="*/ 185 w 191"/>
              <a:gd name="T43" fmla="*/ 186 h 192"/>
              <a:gd name="T44" fmla="*/ 185 w 191"/>
              <a:gd name="T45" fmla="*/ 138 h 192"/>
              <a:gd name="T46" fmla="*/ 6 w 191"/>
              <a:gd name="T47" fmla="*/ 138 h 192"/>
              <a:gd name="T48" fmla="*/ 6 w 191"/>
              <a:gd name="T49" fmla="*/ 99 h 192"/>
              <a:gd name="T50" fmla="*/ 185 w 191"/>
              <a:gd name="T51" fmla="*/ 99 h 192"/>
              <a:gd name="T52" fmla="*/ 185 w 191"/>
              <a:gd name="T53" fmla="*/ 138 h 192"/>
              <a:gd name="T54" fmla="*/ 185 w 191"/>
              <a:gd name="T55" fmla="*/ 93 h 192"/>
              <a:gd name="T56" fmla="*/ 6 w 191"/>
              <a:gd name="T57" fmla="*/ 93 h 192"/>
              <a:gd name="T58" fmla="*/ 6 w 191"/>
              <a:gd name="T59" fmla="*/ 51 h 192"/>
              <a:gd name="T60" fmla="*/ 185 w 191"/>
              <a:gd name="T61" fmla="*/ 51 h 192"/>
              <a:gd name="T62" fmla="*/ 185 w 191"/>
              <a:gd name="T63" fmla="*/ 93 h 192"/>
              <a:gd name="T64" fmla="*/ 6 w 191"/>
              <a:gd name="T65" fmla="*/ 6 h 192"/>
              <a:gd name="T66" fmla="*/ 185 w 191"/>
              <a:gd name="T67" fmla="*/ 6 h 192"/>
              <a:gd name="T68" fmla="*/ 185 w 191"/>
              <a:gd name="T69" fmla="*/ 45 h 192"/>
              <a:gd name="T70" fmla="*/ 6 w 191"/>
              <a:gd name="T71" fmla="*/ 45 h 192"/>
              <a:gd name="T72" fmla="*/ 6 w 191"/>
              <a:gd name="T73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1" h="192">
                <a:moveTo>
                  <a:pt x="0" y="45"/>
                </a:moveTo>
                <a:lnTo>
                  <a:pt x="0" y="51"/>
                </a:lnTo>
                <a:lnTo>
                  <a:pt x="0" y="93"/>
                </a:lnTo>
                <a:lnTo>
                  <a:pt x="0" y="99"/>
                </a:lnTo>
                <a:lnTo>
                  <a:pt x="0" y="138"/>
                </a:lnTo>
                <a:lnTo>
                  <a:pt x="0" y="144"/>
                </a:lnTo>
                <a:lnTo>
                  <a:pt x="0" y="192"/>
                </a:lnTo>
                <a:lnTo>
                  <a:pt x="191" y="192"/>
                </a:lnTo>
                <a:lnTo>
                  <a:pt x="191" y="144"/>
                </a:lnTo>
                <a:lnTo>
                  <a:pt x="191" y="138"/>
                </a:lnTo>
                <a:lnTo>
                  <a:pt x="191" y="99"/>
                </a:lnTo>
                <a:lnTo>
                  <a:pt x="191" y="93"/>
                </a:lnTo>
                <a:lnTo>
                  <a:pt x="191" y="51"/>
                </a:lnTo>
                <a:lnTo>
                  <a:pt x="191" y="45"/>
                </a:lnTo>
                <a:lnTo>
                  <a:pt x="191" y="0"/>
                </a:lnTo>
                <a:lnTo>
                  <a:pt x="0" y="0"/>
                </a:lnTo>
                <a:lnTo>
                  <a:pt x="0" y="45"/>
                </a:lnTo>
                <a:close/>
                <a:moveTo>
                  <a:pt x="185" y="186"/>
                </a:moveTo>
                <a:lnTo>
                  <a:pt x="6" y="186"/>
                </a:lnTo>
                <a:lnTo>
                  <a:pt x="6" y="144"/>
                </a:lnTo>
                <a:lnTo>
                  <a:pt x="185" y="144"/>
                </a:lnTo>
                <a:lnTo>
                  <a:pt x="185" y="186"/>
                </a:lnTo>
                <a:close/>
                <a:moveTo>
                  <a:pt x="185" y="138"/>
                </a:moveTo>
                <a:lnTo>
                  <a:pt x="6" y="138"/>
                </a:lnTo>
                <a:lnTo>
                  <a:pt x="6" y="99"/>
                </a:lnTo>
                <a:lnTo>
                  <a:pt x="185" y="99"/>
                </a:lnTo>
                <a:lnTo>
                  <a:pt x="185" y="138"/>
                </a:lnTo>
                <a:close/>
                <a:moveTo>
                  <a:pt x="185" y="93"/>
                </a:moveTo>
                <a:lnTo>
                  <a:pt x="6" y="93"/>
                </a:lnTo>
                <a:lnTo>
                  <a:pt x="6" y="51"/>
                </a:lnTo>
                <a:lnTo>
                  <a:pt x="185" y="51"/>
                </a:lnTo>
                <a:lnTo>
                  <a:pt x="185" y="93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5"/>
                </a:lnTo>
                <a:lnTo>
                  <a:pt x="6" y="45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6" name="Freeform 145"/>
          <p:cNvSpPr>
            <a:spLocks noEditPoints="1"/>
          </p:cNvSpPr>
          <p:nvPr/>
        </p:nvSpPr>
        <p:spPr bwMode="auto">
          <a:xfrm>
            <a:off x="6394451" y="2034253"/>
            <a:ext cx="303213" cy="304800"/>
          </a:xfrm>
          <a:custGeom>
            <a:avLst/>
            <a:gdLst>
              <a:gd name="T0" fmla="*/ 0 w 191"/>
              <a:gd name="T1" fmla="*/ 42 h 192"/>
              <a:gd name="T2" fmla="*/ 0 w 191"/>
              <a:gd name="T3" fmla="*/ 48 h 192"/>
              <a:gd name="T4" fmla="*/ 0 w 191"/>
              <a:gd name="T5" fmla="*/ 192 h 192"/>
              <a:gd name="T6" fmla="*/ 191 w 191"/>
              <a:gd name="T7" fmla="*/ 192 h 192"/>
              <a:gd name="T8" fmla="*/ 191 w 191"/>
              <a:gd name="T9" fmla="*/ 48 h 192"/>
              <a:gd name="T10" fmla="*/ 191 w 191"/>
              <a:gd name="T11" fmla="*/ 42 h 192"/>
              <a:gd name="T12" fmla="*/ 191 w 191"/>
              <a:gd name="T13" fmla="*/ 0 h 192"/>
              <a:gd name="T14" fmla="*/ 0 w 191"/>
              <a:gd name="T15" fmla="*/ 0 h 192"/>
              <a:gd name="T16" fmla="*/ 0 w 191"/>
              <a:gd name="T17" fmla="*/ 42 h 192"/>
              <a:gd name="T18" fmla="*/ 185 w 191"/>
              <a:gd name="T19" fmla="*/ 186 h 192"/>
              <a:gd name="T20" fmla="*/ 6 w 191"/>
              <a:gd name="T21" fmla="*/ 186 h 192"/>
              <a:gd name="T22" fmla="*/ 6 w 191"/>
              <a:gd name="T23" fmla="*/ 48 h 192"/>
              <a:gd name="T24" fmla="*/ 185 w 191"/>
              <a:gd name="T25" fmla="*/ 48 h 192"/>
              <a:gd name="T26" fmla="*/ 185 w 191"/>
              <a:gd name="T27" fmla="*/ 186 h 192"/>
              <a:gd name="T28" fmla="*/ 6 w 191"/>
              <a:gd name="T29" fmla="*/ 6 h 192"/>
              <a:gd name="T30" fmla="*/ 185 w 191"/>
              <a:gd name="T31" fmla="*/ 6 h 192"/>
              <a:gd name="T32" fmla="*/ 185 w 191"/>
              <a:gd name="T33" fmla="*/ 42 h 192"/>
              <a:gd name="T34" fmla="*/ 6 w 191"/>
              <a:gd name="T35" fmla="*/ 42 h 192"/>
              <a:gd name="T36" fmla="*/ 6 w 191"/>
              <a:gd name="T37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1" h="192">
                <a:moveTo>
                  <a:pt x="0" y="42"/>
                </a:moveTo>
                <a:lnTo>
                  <a:pt x="0" y="48"/>
                </a:lnTo>
                <a:lnTo>
                  <a:pt x="0" y="192"/>
                </a:lnTo>
                <a:lnTo>
                  <a:pt x="191" y="192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185" y="186"/>
                </a:moveTo>
                <a:lnTo>
                  <a:pt x="6" y="186"/>
                </a:lnTo>
                <a:lnTo>
                  <a:pt x="6" y="48"/>
                </a:lnTo>
                <a:lnTo>
                  <a:pt x="185" y="48"/>
                </a:lnTo>
                <a:lnTo>
                  <a:pt x="185" y="186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7" name="Freeform 146"/>
          <p:cNvSpPr>
            <a:spLocks noEditPoints="1"/>
          </p:cNvSpPr>
          <p:nvPr/>
        </p:nvSpPr>
        <p:spPr bwMode="auto">
          <a:xfrm>
            <a:off x="6788151" y="2034253"/>
            <a:ext cx="304800" cy="304800"/>
          </a:xfrm>
          <a:custGeom>
            <a:avLst/>
            <a:gdLst>
              <a:gd name="T0" fmla="*/ 0 w 192"/>
              <a:gd name="T1" fmla="*/ 42 h 192"/>
              <a:gd name="T2" fmla="*/ 0 w 192"/>
              <a:gd name="T3" fmla="*/ 48 h 192"/>
              <a:gd name="T4" fmla="*/ 0 w 192"/>
              <a:gd name="T5" fmla="*/ 192 h 192"/>
              <a:gd name="T6" fmla="*/ 93 w 192"/>
              <a:gd name="T7" fmla="*/ 192 h 192"/>
              <a:gd name="T8" fmla="*/ 99 w 192"/>
              <a:gd name="T9" fmla="*/ 192 h 192"/>
              <a:gd name="T10" fmla="*/ 192 w 192"/>
              <a:gd name="T11" fmla="*/ 192 h 192"/>
              <a:gd name="T12" fmla="*/ 192 w 192"/>
              <a:gd name="T13" fmla="*/ 48 h 192"/>
              <a:gd name="T14" fmla="*/ 192 w 192"/>
              <a:gd name="T15" fmla="*/ 42 h 192"/>
              <a:gd name="T16" fmla="*/ 192 w 192"/>
              <a:gd name="T17" fmla="*/ 0 h 192"/>
              <a:gd name="T18" fmla="*/ 0 w 192"/>
              <a:gd name="T19" fmla="*/ 0 h 192"/>
              <a:gd name="T20" fmla="*/ 0 w 192"/>
              <a:gd name="T21" fmla="*/ 42 h 192"/>
              <a:gd name="T22" fmla="*/ 93 w 192"/>
              <a:gd name="T23" fmla="*/ 186 h 192"/>
              <a:gd name="T24" fmla="*/ 6 w 192"/>
              <a:gd name="T25" fmla="*/ 186 h 192"/>
              <a:gd name="T26" fmla="*/ 6 w 192"/>
              <a:gd name="T27" fmla="*/ 48 h 192"/>
              <a:gd name="T28" fmla="*/ 93 w 192"/>
              <a:gd name="T29" fmla="*/ 48 h 192"/>
              <a:gd name="T30" fmla="*/ 93 w 192"/>
              <a:gd name="T31" fmla="*/ 186 h 192"/>
              <a:gd name="T32" fmla="*/ 186 w 192"/>
              <a:gd name="T33" fmla="*/ 186 h 192"/>
              <a:gd name="T34" fmla="*/ 99 w 192"/>
              <a:gd name="T35" fmla="*/ 186 h 192"/>
              <a:gd name="T36" fmla="*/ 99 w 192"/>
              <a:gd name="T37" fmla="*/ 48 h 192"/>
              <a:gd name="T38" fmla="*/ 186 w 192"/>
              <a:gd name="T39" fmla="*/ 48 h 192"/>
              <a:gd name="T40" fmla="*/ 186 w 192"/>
              <a:gd name="T41" fmla="*/ 186 h 192"/>
              <a:gd name="T42" fmla="*/ 6 w 192"/>
              <a:gd name="T43" fmla="*/ 6 h 192"/>
              <a:gd name="T44" fmla="*/ 186 w 192"/>
              <a:gd name="T45" fmla="*/ 6 h 192"/>
              <a:gd name="T46" fmla="*/ 186 w 192"/>
              <a:gd name="T47" fmla="*/ 42 h 192"/>
              <a:gd name="T48" fmla="*/ 99 w 192"/>
              <a:gd name="T49" fmla="*/ 42 h 192"/>
              <a:gd name="T50" fmla="*/ 93 w 192"/>
              <a:gd name="T51" fmla="*/ 42 h 192"/>
              <a:gd name="T52" fmla="*/ 6 w 192"/>
              <a:gd name="T53" fmla="*/ 42 h 192"/>
              <a:gd name="T54" fmla="*/ 6 w 192"/>
              <a:gd name="T55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92" h="192">
                <a:moveTo>
                  <a:pt x="0" y="42"/>
                </a:moveTo>
                <a:lnTo>
                  <a:pt x="0" y="48"/>
                </a:lnTo>
                <a:lnTo>
                  <a:pt x="0" y="192"/>
                </a:lnTo>
                <a:lnTo>
                  <a:pt x="93" y="192"/>
                </a:lnTo>
                <a:lnTo>
                  <a:pt x="99" y="192"/>
                </a:lnTo>
                <a:lnTo>
                  <a:pt x="192" y="192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93" y="186"/>
                </a:moveTo>
                <a:lnTo>
                  <a:pt x="6" y="186"/>
                </a:lnTo>
                <a:lnTo>
                  <a:pt x="6" y="48"/>
                </a:lnTo>
                <a:lnTo>
                  <a:pt x="93" y="48"/>
                </a:lnTo>
                <a:lnTo>
                  <a:pt x="93" y="186"/>
                </a:lnTo>
                <a:close/>
                <a:moveTo>
                  <a:pt x="186" y="186"/>
                </a:moveTo>
                <a:lnTo>
                  <a:pt x="99" y="186"/>
                </a:lnTo>
                <a:lnTo>
                  <a:pt x="99" y="48"/>
                </a:lnTo>
                <a:lnTo>
                  <a:pt x="186" y="48"/>
                </a:lnTo>
                <a:lnTo>
                  <a:pt x="186" y="186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99" y="42"/>
                </a:lnTo>
                <a:lnTo>
                  <a:pt x="93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8" name="Freeform 147"/>
          <p:cNvSpPr>
            <a:spLocks noEditPoints="1"/>
          </p:cNvSpPr>
          <p:nvPr/>
        </p:nvSpPr>
        <p:spPr bwMode="auto">
          <a:xfrm>
            <a:off x="2054226" y="2429540"/>
            <a:ext cx="303213" cy="303213"/>
          </a:xfrm>
          <a:custGeom>
            <a:avLst/>
            <a:gdLst>
              <a:gd name="T0" fmla="*/ 0 w 191"/>
              <a:gd name="T1" fmla="*/ 42 h 191"/>
              <a:gd name="T2" fmla="*/ 0 w 191"/>
              <a:gd name="T3" fmla="*/ 48 h 191"/>
              <a:gd name="T4" fmla="*/ 0 w 191"/>
              <a:gd name="T5" fmla="*/ 191 h 191"/>
              <a:gd name="T6" fmla="*/ 60 w 191"/>
              <a:gd name="T7" fmla="*/ 191 h 191"/>
              <a:gd name="T8" fmla="*/ 66 w 191"/>
              <a:gd name="T9" fmla="*/ 191 h 191"/>
              <a:gd name="T10" fmla="*/ 125 w 191"/>
              <a:gd name="T11" fmla="*/ 191 h 191"/>
              <a:gd name="T12" fmla="*/ 131 w 191"/>
              <a:gd name="T13" fmla="*/ 191 h 191"/>
              <a:gd name="T14" fmla="*/ 191 w 191"/>
              <a:gd name="T15" fmla="*/ 191 h 191"/>
              <a:gd name="T16" fmla="*/ 191 w 191"/>
              <a:gd name="T17" fmla="*/ 48 h 191"/>
              <a:gd name="T18" fmla="*/ 191 w 191"/>
              <a:gd name="T19" fmla="*/ 42 h 191"/>
              <a:gd name="T20" fmla="*/ 191 w 191"/>
              <a:gd name="T21" fmla="*/ 0 h 191"/>
              <a:gd name="T22" fmla="*/ 0 w 191"/>
              <a:gd name="T23" fmla="*/ 0 h 191"/>
              <a:gd name="T24" fmla="*/ 0 w 191"/>
              <a:gd name="T25" fmla="*/ 42 h 191"/>
              <a:gd name="T26" fmla="*/ 60 w 191"/>
              <a:gd name="T27" fmla="*/ 185 h 191"/>
              <a:gd name="T28" fmla="*/ 6 w 191"/>
              <a:gd name="T29" fmla="*/ 185 h 191"/>
              <a:gd name="T30" fmla="*/ 6 w 191"/>
              <a:gd name="T31" fmla="*/ 48 h 191"/>
              <a:gd name="T32" fmla="*/ 60 w 191"/>
              <a:gd name="T33" fmla="*/ 48 h 191"/>
              <a:gd name="T34" fmla="*/ 60 w 191"/>
              <a:gd name="T35" fmla="*/ 185 h 191"/>
              <a:gd name="T36" fmla="*/ 125 w 191"/>
              <a:gd name="T37" fmla="*/ 185 h 191"/>
              <a:gd name="T38" fmla="*/ 66 w 191"/>
              <a:gd name="T39" fmla="*/ 185 h 191"/>
              <a:gd name="T40" fmla="*/ 66 w 191"/>
              <a:gd name="T41" fmla="*/ 48 h 191"/>
              <a:gd name="T42" fmla="*/ 125 w 191"/>
              <a:gd name="T43" fmla="*/ 48 h 191"/>
              <a:gd name="T44" fmla="*/ 125 w 191"/>
              <a:gd name="T45" fmla="*/ 185 h 191"/>
              <a:gd name="T46" fmla="*/ 185 w 191"/>
              <a:gd name="T47" fmla="*/ 185 h 191"/>
              <a:gd name="T48" fmla="*/ 131 w 191"/>
              <a:gd name="T49" fmla="*/ 185 h 191"/>
              <a:gd name="T50" fmla="*/ 131 w 191"/>
              <a:gd name="T51" fmla="*/ 48 h 191"/>
              <a:gd name="T52" fmla="*/ 185 w 191"/>
              <a:gd name="T53" fmla="*/ 48 h 191"/>
              <a:gd name="T54" fmla="*/ 185 w 191"/>
              <a:gd name="T55" fmla="*/ 185 h 191"/>
              <a:gd name="T56" fmla="*/ 6 w 191"/>
              <a:gd name="T57" fmla="*/ 6 h 191"/>
              <a:gd name="T58" fmla="*/ 185 w 191"/>
              <a:gd name="T59" fmla="*/ 6 h 191"/>
              <a:gd name="T60" fmla="*/ 185 w 191"/>
              <a:gd name="T61" fmla="*/ 42 h 191"/>
              <a:gd name="T62" fmla="*/ 131 w 191"/>
              <a:gd name="T63" fmla="*/ 42 h 191"/>
              <a:gd name="T64" fmla="*/ 125 w 191"/>
              <a:gd name="T65" fmla="*/ 42 h 191"/>
              <a:gd name="T66" fmla="*/ 66 w 191"/>
              <a:gd name="T67" fmla="*/ 42 h 191"/>
              <a:gd name="T68" fmla="*/ 60 w 191"/>
              <a:gd name="T69" fmla="*/ 42 h 191"/>
              <a:gd name="T70" fmla="*/ 6 w 191"/>
              <a:gd name="T71" fmla="*/ 42 h 191"/>
              <a:gd name="T72" fmla="*/ 6 w 191"/>
              <a:gd name="T73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1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60" y="191"/>
                </a:lnTo>
                <a:lnTo>
                  <a:pt x="66" y="191"/>
                </a:lnTo>
                <a:lnTo>
                  <a:pt x="125" y="191"/>
                </a:lnTo>
                <a:lnTo>
                  <a:pt x="131" y="191"/>
                </a:lnTo>
                <a:lnTo>
                  <a:pt x="191" y="191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0" y="185"/>
                </a:moveTo>
                <a:lnTo>
                  <a:pt x="6" y="185"/>
                </a:lnTo>
                <a:lnTo>
                  <a:pt x="6" y="48"/>
                </a:lnTo>
                <a:lnTo>
                  <a:pt x="60" y="48"/>
                </a:lnTo>
                <a:lnTo>
                  <a:pt x="60" y="185"/>
                </a:lnTo>
                <a:close/>
                <a:moveTo>
                  <a:pt x="125" y="185"/>
                </a:moveTo>
                <a:lnTo>
                  <a:pt x="66" y="185"/>
                </a:lnTo>
                <a:lnTo>
                  <a:pt x="66" y="48"/>
                </a:lnTo>
                <a:lnTo>
                  <a:pt x="125" y="48"/>
                </a:lnTo>
                <a:lnTo>
                  <a:pt x="125" y="185"/>
                </a:lnTo>
                <a:close/>
                <a:moveTo>
                  <a:pt x="185" y="185"/>
                </a:moveTo>
                <a:lnTo>
                  <a:pt x="131" y="185"/>
                </a:lnTo>
                <a:lnTo>
                  <a:pt x="131" y="48"/>
                </a:lnTo>
                <a:lnTo>
                  <a:pt x="185" y="48"/>
                </a:lnTo>
                <a:lnTo>
                  <a:pt x="185" y="185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131" y="42"/>
                </a:lnTo>
                <a:lnTo>
                  <a:pt x="125" y="42"/>
                </a:lnTo>
                <a:lnTo>
                  <a:pt x="66" y="42"/>
                </a:lnTo>
                <a:lnTo>
                  <a:pt x="60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9" name="Freeform 148"/>
          <p:cNvSpPr>
            <a:spLocks noEditPoints="1"/>
          </p:cNvSpPr>
          <p:nvPr/>
        </p:nvSpPr>
        <p:spPr bwMode="auto">
          <a:xfrm>
            <a:off x="2447926" y="2429540"/>
            <a:ext cx="304800" cy="303213"/>
          </a:xfrm>
          <a:custGeom>
            <a:avLst/>
            <a:gdLst>
              <a:gd name="T0" fmla="*/ 0 w 192"/>
              <a:gd name="T1" fmla="*/ 42 h 191"/>
              <a:gd name="T2" fmla="*/ 0 w 192"/>
              <a:gd name="T3" fmla="*/ 48 h 191"/>
              <a:gd name="T4" fmla="*/ 0 w 192"/>
              <a:gd name="T5" fmla="*/ 113 h 191"/>
              <a:gd name="T6" fmla="*/ 0 w 192"/>
              <a:gd name="T7" fmla="*/ 119 h 191"/>
              <a:gd name="T8" fmla="*/ 0 w 192"/>
              <a:gd name="T9" fmla="*/ 191 h 191"/>
              <a:gd name="T10" fmla="*/ 93 w 192"/>
              <a:gd name="T11" fmla="*/ 191 h 191"/>
              <a:gd name="T12" fmla="*/ 99 w 192"/>
              <a:gd name="T13" fmla="*/ 191 h 191"/>
              <a:gd name="T14" fmla="*/ 192 w 192"/>
              <a:gd name="T15" fmla="*/ 191 h 191"/>
              <a:gd name="T16" fmla="*/ 192 w 192"/>
              <a:gd name="T17" fmla="*/ 119 h 191"/>
              <a:gd name="T18" fmla="*/ 192 w 192"/>
              <a:gd name="T19" fmla="*/ 113 h 191"/>
              <a:gd name="T20" fmla="*/ 192 w 192"/>
              <a:gd name="T21" fmla="*/ 48 h 191"/>
              <a:gd name="T22" fmla="*/ 192 w 192"/>
              <a:gd name="T23" fmla="*/ 42 h 191"/>
              <a:gd name="T24" fmla="*/ 192 w 192"/>
              <a:gd name="T25" fmla="*/ 0 h 191"/>
              <a:gd name="T26" fmla="*/ 0 w 192"/>
              <a:gd name="T27" fmla="*/ 0 h 191"/>
              <a:gd name="T28" fmla="*/ 0 w 192"/>
              <a:gd name="T29" fmla="*/ 42 h 191"/>
              <a:gd name="T30" fmla="*/ 6 w 192"/>
              <a:gd name="T31" fmla="*/ 48 h 191"/>
              <a:gd name="T32" fmla="*/ 93 w 192"/>
              <a:gd name="T33" fmla="*/ 48 h 191"/>
              <a:gd name="T34" fmla="*/ 93 w 192"/>
              <a:gd name="T35" fmla="*/ 113 h 191"/>
              <a:gd name="T36" fmla="*/ 6 w 192"/>
              <a:gd name="T37" fmla="*/ 113 h 191"/>
              <a:gd name="T38" fmla="*/ 6 w 192"/>
              <a:gd name="T39" fmla="*/ 48 h 191"/>
              <a:gd name="T40" fmla="*/ 93 w 192"/>
              <a:gd name="T41" fmla="*/ 185 h 191"/>
              <a:gd name="T42" fmla="*/ 6 w 192"/>
              <a:gd name="T43" fmla="*/ 185 h 191"/>
              <a:gd name="T44" fmla="*/ 6 w 192"/>
              <a:gd name="T45" fmla="*/ 119 h 191"/>
              <a:gd name="T46" fmla="*/ 93 w 192"/>
              <a:gd name="T47" fmla="*/ 119 h 191"/>
              <a:gd name="T48" fmla="*/ 93 w 192"/>
              <a:gd name="T49" fmla="*/ 185 h 191"/>
              <a:gd name="T50" fmla="*/ 186 w 192"/>
              <a:gd name="T51" fmla="*/ 185 h 191"/>
              <a:gd name="T52" fmla="*/ 99 w 192"/>
              <a:gd name="T53" fmla="*/ 185 h 191"/>
              <a:gd name="T54" fmla="*/ 99 w 192"/>
              <a:gd name="T55" fmla="*/ 119 h 191"/>
              <a:gd name="T56" fmla="*/ 186 w 192"/>
              <a:gd name="T57" fmla="*/ 119 h 191"/>
              <a:gd name="T58" fmla="*/ 186 w 192"/>
              <a:gd name="T59" fmla="*/ 185 h 191"/>
              <a:gd name="T60" fmla="*/ 186 w 192"/>
              <a:gd name="T61" fmla="*/ 113 h 191"/>
              <a:gd name="T62" fmla="*/ 99 w 192"/>
              <a:gd name="T63" fmla="*/ 113 h 191"/>
              <a:gd name="T64" fmla="*/ 99 w 192"/>
              <a:gd name="T65" fmla="*/ 48 h 191"/>
              <a:gd name="T66" fmla="*/ 186 w 192"/>
              <a:gd name="T67" fmla="*/ 48 h 191"/>
              <a:gd name="T68" fmla="*/ 186 w 192"/>
              <a:gd name="T69" fmla="*/ 113 h 191"/>
              <a:gd name="T70" fmla="*/ 6 w 192"/>
              <a:gd name="T71" fmla="*/ 6 h 191"/>
              <a:gd name="T72" fmla="*/ 186 w 192"/>
              <a:gd name="T73" fmla="*/ 6 h 191"/>
              <a:gd name="T74" fmla="*/ 186 w 192"/>
              <a:gd name="T75" fmla="*/ 42 h 191"/>
              <a:gd name="T76" fmla="*/ 99 w 192"/>
              <a:gd name="T77" fmla="*/ 42 h 191"/>
              <a:gd name="T78" fmla="*/ 93 w 192"/>
              <a:gd name="T79" fmla="*/ 42 h 191"/>
              <a:gd name="T80" fmla="*/ 6 w 192"/>
              <a:gd name="T81" fmla="*/ 42 h 191"/>
              <a:gd name="T82" fmla="*/ 6 w 192"/>
              <a:gd name="T83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2" h="191">
                <a:moveTo>
                  <a:pt x="0" y="42"/>
                </a:moveTo>
                <a:lnTo>
                  <a:pt x="0" y="48"/>
                </a:lnTo>
                <a:lnTo>
                  <a:pt x="0" y="113"/>
                </a:lnTo>
                <a:lnTo>
                  <a:pt x="0" y="119"/>
                </a:lnTo>
                <a:lnTo>
                  <a:pt x="0" y="191"/>
                </a:lnTo>
                <a:lnTo>
                  <a:pt x="93" y="191"/>
                </a:lnTo>
                <a:lnTo>
                  <a:pt x="99" y="191"/>
                </a:lnTo>
                <a:lnTo>
                  <a:pt x="192" y="191"/>
                </a:lnTo>
                <a:lnTo>
                  <a:pt x="192" y="119"/>
                </a:lnTo>
                <a:lnTo>
                  <a:pt x="192" y="113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" y="48"/>
                </a:moveTo>
                <a:lnTo>
                  <a:pt x="93" y="48"/>
                </a:lnTo>
                <a:lnTo>
                  <a:pt x="93" y="113"/>
                </a:lnTo>
                <a:lnTo>
                  <a:pt x="6" y="113"/>
                </a:lnTo>
                <a:lnTo>
                  <a:pt x="6" y="48"/>
                </a:lnTo>
                <a:close/>
                <a:moveTo>
                  <a:pt x="93" y="185"/>
                </a:moveTo>
                <a:lnTo>
                  <a:pt x="6" y="185"/>
                </a:lnTo>
                <a:lnTo>
                  <a:pt x="6" y="119"/>
                </a:lnTo>
                <a:lnTo>
                  <a:pt x="93" y="119"/>
                </a:lnTo>
                <a:lnTo>
                  <a:pt x="93" y="185"/>
                </a:lnTo>
                <a:close/>
                <a:moveTo>
                  <a:pt x="186" y="185"/>
                </a:moveTo>
                <a:lnTo>
                  <a:pt x="99" y="185"/>
                </a:lnTo>
                <a:lnTo>
                  <a:pt x="99" y="119"/>
                </a:lnTo>
                <a:lnTo>
                  <a:pt x="186" y="119"/>
                </a:lnTo>
                <a:lnTo>
                  <a:pt x="186" y="185"/>
                </a:lnTo>
                <a:close/>
                <a:moveTo>
                  <a:pt x="186" y="113"/>
                </a:moveTo>
                <a:lnTo>
                  <a:pt x="99" y="113"/>
                </a:lnTo>
                <a:lnTo>
                  <a:pt x="99" y="48"/>
                </a:lnTo>
                <a:lnTo>
                  <a:pt x="186" y="48"/>
                </a:lnTo>
                <a:lnTo>
                  <a:pt x="186" y="113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99" y="42"/>
                </a:lnTo>
                <a:lnTo>
                  <a:pt x="93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0" name="Freeform 149"/>
          <p:cNvSpPr>
            <a:spLocks noEditPoints="1"/>
          </p:cNvSpPr>
          <p:nvPr/>
        </p:nvSpPr>
        <p:spPr bwMode="auto">
          <a:xfrm>
            <a:off x="2843213" y="2429540"/>
            <a:ext cx="303213" cy="303213"/>
          </a:xfrm>
          <a:custGeom>
            <a:avLst/>
            <a:gdLst>
              <a:gd name="T0" fmla="*/ 0 w 191"/>
              <a:gd name="T1" fmla="*/ 42 h 191"/>
              <a:gd name="T2" fmla="*/ 0 w 191"/>
              <a:gd name="T3" fmla="*/ 48 h 191"/>
              <a:gd name="T4" fmla="*/ 0 w 191"/>
              <a:gd name="T5" fmla="*/ 191 h 191"/>
              <a:gd name="T6" fmla="*/ 44 w 191"/>
              <a:gd name="T7" fmla="*/ 191 h 191"/>
              <a:gd name="T8" fmla="*/ 50 w 191"/>
              <a:gd name="T9" fmla="*/ 191 h 191"/>
              <a:gd name="T10" fmla="*/ 92 w 191"/>
              <a:gd name="T11" fmla="*/ 191 h 191"/>
              <a:gd name="T12" fmla="*/ 98 w 191"/>
              <a:gd name="T13" fmla="*/ 191 h 191"/>
              <a:gd name="T14" fmla="*/ 137 w 191"/>
              <a:gd name="T15" fmla="*/ 191 h 191"/>
              <a:gd name="T16" fmla="*/ 143 w 191"/>
              <a:gd name="T17" fmla="*/ 191 h 191"/>
              <a:gd name="T18" fmla="*/ 191 w 191"/>
              <a:gd name="T19" fmla="*/ 191 h 191"/>
              <a:gd name="T20" fmla="*/ 191 w 191"/>
              <a:gd name="T21" fmla="*/ 48 h 191"/>
              <a:gd name="T22" fmla="*/ 191 w 191"/>
              <a:gd name="T23" fmla="*/ 42 h 191"/>
              <a:gd name="T24" fmla="*/ 191 w 191"/>
              <a:gd name="T25" fmla="*/ 0 h 191"/>
              <a:gd name="T26" fmla="*/ 0 w 191"/>
              <a:gd name="T27" fmla="*/ 0 h 191"/>
              <a:gd name="T28" fmla="*/ 0 w 191"/>
              <a:gd name="T29" fmla="*/ 42 h 191"/>
              <a:gd name="T30" fmla="*/ 44 w 191"/>
              <a:gd name="T31" fmla="*/ 185 h 191"/>
              <a:gd name="T32" fmla="*/ 6 w 191"/>
              <a:gd name="T33" fmla="*/ 185 h 191"/>
              <a:gd name="T34" fmla="*/ 6 w 191"/>
              <a:gd name="T35" fmla="*/ 48 h 191"/>
              <a:gd name="T36" fmla="*/ 44 w 191"/>
              <a:gd name="T37" fmla="*/ 48 h 191"/>
              <a:gd name="T38" fmla="*/ 44 w 191"/>
              <a:gd name="T39" fmla="*/ 185 h 191"/>
              <a:gd name="T40" fmla="*/ 92 w 191"/>
              <a:gd name="T41" fmla="*/ 185 h 191"/>
              <a:gd name="T42" fmla="*/ 50 w 191"/>
              <a:gd name="T43" fmla="*/ 185 h 191"/>
              <a:gd name="T44" fmla="*/ 50 w 191"/>
              <a:gd name="T45" fmla="*/ 48 h 191"/>
              <a:gd name="T46" fmla="*/ 92 w 191"/>
              <a:gd name="T47" fmla="*/ 48 h 191"/>
              <a:gd name="T48" fmla="*/ 92 w 191"/>
              <a:gd name="T49" fmla="*/ 185 h 191"/>
              <a:gd name="T50" fmla="*/ 137 w 191"/>
              <a:gd name="T51" fmla="*/ 185 h 191"/>
              <a:gd name="T52" fmla="*/ 98 w 191"/>
              <a:gd name="T53" fmla="*/ 185 h 191"/>
              <a:gd name="T54" fmla="*/ 98 w 191"/>
              <a:gd name="T55" fmla="*/ 48 h 191"/>
              <a:gd name="T56" fmla="*/ 137 w 191"/>
              <a:gd name="T57" fmla="*/ 48 h 191"/>
              <a:gd name="T58" fmla="*/ 137 w 191"/>
              <a:gd name="T59" fmla="*/ 185 h 191"/>
              <a:gd name="T60" fmla="*/ 185 w 191"/>
              <a:gd name="T61" fmla="*/ 185 h 191"/>
              <a:gd name="T62" fmla="*/ 143 w 191"/>
              <a:gd name="T63" fmla="*/ 185 h 191"/>
              <a:gd name="T64" fmla="*/ 143 w 191"/>
              <a:gd name="T65" fmla="*/ 48 h 191"/>
              <a:gd name="T66" fmla="*/ 185 w 191"/>
              <a:gd name="T67" fmla="*/ 48 h 191"/>
              <a:gd name="T68" fmla="*/ 185 w 191"/>
              <a:gd name="T69" fmla="*/ 185 h 191"/>
              <a:gd name="T70" fmla="*/ 6 w 191"/>
              <a:gd name="T71" fmla="*/ 6 h 191"/>
              <a:gd name="T72" fmla="*/ 185 w 191"/>
              <a:gd name="T73" fmla="*/ 6 h 191"/>
              <a:gd name="T74" fmla="*/ 185 w 191"/>
              <a:gd name="T75" fmla="*/ 42 h 191"/>
              <a:gd name="T76" fmla="*/ 143 w 191"/>
              <a:gd name="T77" fmla="*/ 42 h 191"/>
              <a:gd name="T78" fmla="*/ 137 w 191"/>
              <a:gd name="T79" fmla="*/ 42 h 191"/>
              <a:gd name="T80" fmla="*/ 98 w 191"/>
              <a:gd name="T81" fmla="*/ 42 h 191"/>
              <a:gd name="T82" fmla="*/ 92 w 191"/>
              <a:gd name="T83" fmla="*/ 42 h 191"/>
              <a:gd name="T84" fmla="*/ 50 w 191"/>
              <a:gd name="T85" fmla="*/ 42 h 191"/>
              <a:gd name="T86" fmla="*/ 44 w 191"/>
              <a:gd name="T87" fmla="*/ 42 h 191"/>
              <a:gd name="T88" fmla="*/ 6 w 191"/>
              <a:gd name="T89" fmla="*/ 42 h 191"/>
              <a:gd name="T90" fmla="*/ 6 w 191"/>
              <a:gd name="T91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91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44" y="191"/>
                </a:lnTo>
                <a:lnTo>
                  <a:pt x="50" y="191"/>
                </a:lnTo>
                <a:lnTo>
                  <a:pt x="92" y="191"/>
                </a:lnTo>
                <a:lnTo>
                  <a:pt x="98" y="191"/>
                </a:lnTo>
                <a:lnTo>
                  <a:pt x="137" y="191"/>
                </a:lnTo>
                <a:lnTo>
                  <a:pt x="143" y="191"/>
                </a:lnTo>
                <a:lnTo>
                  <a:pt x="191" y="191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44" y="185"/>
                </a:moveTo>
                <a:lnTo>
                  <a:pt x="6" y="185"/>
                </a:lnTo>
                <a:lnTo>
                  <a:pt x="6" y="48"/>
                </a:lnTo>
                <a:lnTo>
                  <a:pt x="44" y="48"/>
                </a:lnTo>
                <a:lnTo>
                  <a:pt x="44" y="185"/>
                </a:lnTo>
                <a:close/>
                <a:moveTo>
                  <a:pt x="92" y="185"/>
                </a:moveTo>
                <a:lnTo>
                  <a:pt x="50" y="185"/>
                </a:lnTo>
                <a:lnTo>
                  <a:pt x="50" y="48"/>
                </a:lnTo>
                <a:lnTo>
                  <a:pt x="92" y="48"/>
                </a:lnTo>
                <a:lnTo>
                  <a:pt x="92" y="185"/>
                </a:lnTo>
                <a:close/>
                <a:moveTo>
                  <a:pt x="137" y="185"/>
                </a:moveTo>
                <a:lnTo>
                  <a:pt x="98" y="185"/>
                </a:lnTo>
                <a:lnTo>
                  <a:pt x="98" y="48"/>
                </a:lnTo>
                <a:lnTo>
                  <a:pt x="137" y="48"/>
                </a:lnTo>
                <a:lnTo>
                  <a:pt x="137" y="185"/>
                </a:lnTo>
                <a:close/>
                <a:moveTo>
                  <a:pt x="185" y="185"/>
                </a:moveTo>
                <a:lnTo>
                  <a:pt x="143" y="185"/>
                </a:lnTo>
                <a:lnTo>
                  <a:pt x="143" y="48"/>
                </a:lnTo>
                <a:lnTo>
                  <a:pt x="185" y="48"/>
                </a:lnTo>
                <a:lnTo>
                  <a:pt x="185" y="185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143" y="42"/>
                </a:lnTo>
                <a:lnTo>
                  <a:pt x="137" y="42"/>
                </a:lnTo>
                <a:lnTo>
                  <a:pt x="98" y="42"/>
                </a:lnTo>
                <a:lnTo>
                  <a:pt x="92" y="42"/>
                </a:lnTo>
                <a:lnTo>
                  <a:pt x="50" y="42"/>
                </a:lnTo>
                <a:lnTo>
                  <a:pt x="44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1" name="Freeform 150"/>
          <p:cNvSpPr>
            <a:spLocks noEditPoints="1"/>
          </p:cNvSpPr>
          <p:nvPr/>
        </p:nvSpPr>
        <p:spPr bwMode="auto">
          <a:xfrm>
            <a:off x="3238501" y="2429540"/>
            <a:ext cx="303213" cy="303213"/>
          </a:xfrm>
          <a:custGeom>
            <a:avLst/>
            <a:gdLst>
              <a:gd name="T0" fmla="*/ 0 w 191"/>
              <a:gd name="T1" fmla="*/ 42 h 191"/>
              <a:gd name="T2" fmla="*/ 0 w 191"/>
              <a:gd name="T3" fmla="*/ 48 h 191"/>
              <a:gd name="T4" fmla="*/ 0 w 191"/>
              <a:gd name="T5" fmla="*/ 191 h 191"/>
              <a:gd name="T6" fmla="*/ 191 w 191"/>
              <a:gd name="T7" fmla="*/ 191 h 191"/>
              <a:gd name="T8" fmla="*/ 191 w 191"/>
              <a:gd name="T9" fmla="*/ 48 h 191"/>
              <a:gd name="T10" fmla="*/ 191 w 191"/>
              <a:gd name="T11" fmla="*/ 42 h 191"/>
              <a:gd name="T12" fmla="*/ 191 w 191"/>
              <a:gd name="T13" fmla="*/ 0 h 191"/>
              <a:gd name="T14" fmla="*/ 0 w 191"/>
              <a:gd name="T15" fmla="*/ 0 h 191"/>
              <a:gd name="T16" fmla="*/ 0 w 191"/>
              <a:gd name="T17" fmla="*/ 42 h 191"/>
              <a:gd name="T18" fmla="*/ 6 w 191"/>
              <a:gd name="T19" fmla="*/ 48 h 191"/>
              <a:gd name="T20" fmla="*/ 63 w 191"/>
              <a:gd name="T21" fmla="*/ 48 h 191"/>
              <a:gd name="T22" fmla="*/ 63 w 191"/>
              <a:gd name="T23" fmla="*/ 185 h 191"/>
              <a:gd name="T24" fmla="*/ 6 w 191"/>
              <a:gd name="T25" fmla="*/ 185 h 191"/>
              <a:gd name="T26" fmla="*/ 6 w 191"/>
              <a:gd name="T27" fmla="*/ 48 h 191"/>
              <a:gd name="T28" fmla="*/ 69 w 191"/>
              <a:gd name="T29" fmla="*/ 185 h 191"/>
              <a:gd name="T30" fmla="*/ 69 w 191"/>
              <a:gd name="T31" fmla="*/ 116 h 191"/>
              <a:gd name="T32" fmla="*/ 185 w 191"/>
              <a:gd name="T33" fmla="*/ 116 h 191"/>
              <a:gd name="T34" fmla="*/ 185 w 191"/>
              <a:gd name="T35" fmla="*/ 185 h 191"/>
              <a:gd name="T36" fmla="*/ 69 w 191"/>
              <a:gd name="T37" fmla="*/ 185 h 191"/>
              <a:gd name="T38" fmla="*/ 185 w 191"/>
              <a:gd name="T39" fmla="*/ 110 h 191"/>
              <a:gd name="T40" fmla="*/ 69 w 191"/>
              <a:gd name="T41" fmla="*/ 110 h 191"/>
              <a:gd name="T42" fmla="*/ 69 w 191"/>
              <a:gd name="T43" fmla="*/ 48 h 191"/>
              <a:gd name="T44" fmla="*/ 185 w 191"/>
              <a:gd name="T45" fmla="*/ 48 h 191"/>
              <a:gd name="T46" fmla="*/ 185 w 191"/>
              <a:gd name="T47" fmla="*/ 110 h 191"/>
              <a:gd name="T48" fmla="*/ 6 w 191"/>
              <a:gd name="T49" fmla="*/ 6 h 191"/>
              <a:gd name="T50" fmla="*/ 185 w 191"/>
              <a:gd name="T51" fmla="*/ 6 h 191"/>
              <a:gd name="T52" fmla="*/ 185 w 191"/>
              <a:gd name="T53" fmla="*/ 42 h 191"/>
              <a:gd name="T54" fmla="*/ 6 w 191"/>
              <a:gd name="T55" fmla="*/ 42 h 191"/>
              <a:gd name="T56" fmla="*/ 6 w 191"/>
              <a:gd name="T5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191" y="191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" y="48"/>
                </a:moveTo>
                <a:lnTo>
                  <a:pt x="63" y="48"/>
                </a:lnTo>
                <a:lnTo>
                  <a:pt x="63" y="185"/>
                </a:lnTo>
                <a:lnTo>
                  <a:pt x="6" y="185"/>
                </a:lnTo>
                <a:lnTo>
                  <a:pt x="6" y="48"/>
                </a:lnTo>
                <a:close/>
                <a:moveTo>
                  <a:pt x="69" y="185"/>
                </a:moveTo>
                <a:lnTo>
                  <a:pt x="69" y="116"/>
                </a:lnTo>
                <a:lnTo>
                  <a:pt x="185" y="116"/>
                </a:lnTo>
                <a:lnTo>
                  <a:pt x="185" y="185"/>
                </a:lnTo>
                <a:lnTo>
                  <a:pt x="69" y="185"/>
                </a:lnTo>
                <a:close/>
                <a:moveTo>
                  <a:pt x="185" y="110"/>
                </a:moveTo>
                <a:lnTo>
                  <a:pt x="69" y="110"/>
                </a:lnTo>
                <a:lnTo>
                  <a:pt x="69" y="48"/>
                </a:lnTo>
                <a:lnTo>
                  <a:pt x="185" y="48"/>
                </a:lnTo>
                <a:lnTo>
                  <a:pt x="185" y="110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2" name="Freeform 151"/>
          <p:cNvSpPr>
            <a:spLocks noEditPoints="1"/>
          </p:cNvSpPr>
          <p:nvPr/>
        </p:nvSpPr>
        <p:spPr bwMode="auto">
          <a:xfrm>
            <a:off x="3632201" y="2429540"/>
            <a:ext cx="304800" cy="303213"/>
          </a:xfrm>
          <a:custGeom>
            <a:avLst/>
            <a:gdLst>
              <a:gd name="T0" fmla="*/ 0 w 192"/>
              <a:gd name="T1" fmla="*/ 42 h 191"/>
              <a:gd name="T2" fmla="*/ 0 w 192"/>
              <a:gd name="T3" fmla="*/ 48 h 191"/>
              <a:gd name="T4" fmla="*/ 0 w 192"/>
              <a:gd name="T5" fmla="*/ 191 h 191"/>
              <a:gd name="T6" fmla="*/ 192 w 192"/>
              <a:gd name="T7" fmla="*/ 191 h 191"/>
              <a:gd name="T8" fmla="*/ 192 w 192"/>
              <a:gd name="T9" fmla="*/ 48 h 191"/>
              <a:gd name="T10" fmla="*/ 192 w 192"/>
              <a:gd name="T11" fmla="*/ 42 h 191"/>
              <a:gd name="T12" fmla="*/ 192 w 192"/>
              <a:gd name="T13" fmla="*/ 0 h 191"/>
              <a:gd name="T14" fmla="*/ 0 w 192"/>
              <a:gd name="T15" fmla="*/ 0 h 191"/>
              <a:gd name="T16" fmla="*/ 0 w 192"/>
              <a:gd name="T17" fmla="*/ 42 h 191"/>
              <a:gd name="T18" fmla="*/ 123 w 192"/>
              <a:gd name="T19" fmla="*/ 110 h 191"/>
              <a:gd name="T20" fmla="*/ 6 w 192"/>
              <a:gd name="T21" fmla="*/ 110 h 191"/>
              <a:gd name="T22" fmla="*/ 6 w 192"/>
              <a:gd name="T23" fmla="*/ 48 h 191"/>
              <a:gd name="T24" fmla="*/ 123 w 192"/>
              <a:gd name="T25" fmla="*/ 48 h 191"/>
              <a:gd name="T26" fmla="*/ 123 w 192"/>
              <a:gd name="T27" fmla="*/ 110 h 191"/>
              <a:gd name="T28" fmla="*/ 6 w 192"/>
              <a:gd name="T29" fmla="*/ 116 h 191"/>
              <a:gd name="T30" fmla="*/ 123 w 192"/>
              <a:gd name="T31" fmla="*/ 116 h 191"/>
              <a:gd name="T32" fmla="*/ 123 w 192"/>
              <a:gd name="T33" fmla="*/ 185 h 191"/>
              <a:gd name="T34" fmla="*/ 6 w 192"/>
              <a:gd name="T35" fmla="*/ 185 h 191"/>
              <a:gd name="T36" fmla="*/ 6 w 192"/>
              <a:gd name="T37" fmla="*/ 116 h 191"/>
              <a:gd name="T38" fmla="*/ 186 w 192"/>
              <a:gd name="T39" fmla="*/ 185 h 191"/>
              <a:gd name="T40" fmla="*/ 129 w 192"/>
              <a:gd name="T41" fmla="*/ 185 h 191"/>
              <a:gd name="T42" fmla="*/ 129 w 192"/>
              <a:gd name="T43" fmla="*/ 48 h 191"/>
              <a:gd name="T44" fmla="*/ 186 w 192"/>
              <a:gd name="T45" fmla="*/ 48 h 191"/>
              <a:gd name="T46" fmla="*/ 186 w 192"/>
              <a:gd name="T47" fmla="*/ 185 h 191"/>
              <a:gd name="T48" fmla="*/ 6 w 192"/>
              <a:gd name="T49" fmla="*/ 6 h 191"/>
              <a:gd name="T50" fmla="*/ 186 w 192"/>
              <a:gd name="T51" fmla="*/ 6 h 191"/>
              <a:gd name="T52" fmla="*/ 186 w 192"/>
              <a:gd name="T53" fmla="*/ 42 h 191"/>
              <a:gd name="T54" fmla="*/ 6 w 192"/>
              <a:gd name="T55" fmla="*/ 42 h 191"/>
              <a:gd name="T56" fmla="*/ 6 w 192"/>
              <a:gd name="T5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2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192" y="191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123" y="110"/>
                </a:moveTo>
                <a:lnTo>
                  <a:pt x="6" y="110"/>
                </a:lnTo>
                <a:lnTo>
                  <a:pt x="6" y="48"/>
                </a:lnTo>
                <a:lnTo>
                  <a:pt x="123" y="48"/>
                </a:lnTo>
                <a:lnTo>
                  <a:pt x="123" y="110"/>
                </a:lnTo>
                <a:close/>
                <a:moveTo>
                  <a:pt x="6" y="116"/>
                </a:moveTo>
                <a:lnTo>
                  <a:pt x="123" y="116"/>
                </a:lnTo>
                <a:lnTo>
                  <a:pt x="123" y="185"/>
                </a:lnTo>
                <a:lnTo>
                  <a:pt x="6" y="185"/>
                </a:lnTo>
                <a:lnTo>
                  <a:pt x="6" y="116"/>
                </a:lnTo>
                <a:close/>
                <a:moveTo>
                  <a:pt x="186" y="185"/>
                </a:moveTo>
                <a:lnTo>
                  <a:pt x="129" y="185"/>
                </a:lnTo>
                <a:lnTo>
                  <a:pt x="129" y="48"/>
                </a:lnTo>
                <a:lnTo>
                  <a:pt x="186" y="48"/>
                </a:lnTo>
                <a:lnTo>
                  <a:pt x="186" y="185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3" name="Freeform 152"/>
          <p:cNvSpPr>
            <a:spLocks noEditPoints="1"/>
          </p:cNvSpPr>
          <p:nvPr/>
        </p:nvSpPr>
        <p:spPr bwMode="auto">
          <a:xfrm>
            <a:off x="4027488" y="2429540"/>
            <a:ext cx="303213" cy="303213"/>
          </a:xfrm>
          <a:custGeom>
            <a:avLst/>
            <a:gdLst>
              <a:gd name="T0" fmla="*/ 0 w 191"/>
              <a:gd name="T1" fmla="*/ 42 h 191"/>
              <a:gd name="T2" fmla="*/ 0 w 191"/>
              <a:gd name="T3" fmla="*/ 48 h 191"/>
              <a:gd name="T4" fmla="*/ 0 w 191"/>
              <a:gd name="T5" fmla="*/ 191 h 191"/>
              <a:gd name="T6" fmla="*/ 92 w 191"/>
              <a:gd name="T7" fmla="*/ 191 h 191"/>
              <a:gd name="T8" fmla="*/ 98 w 191"/>
              <a:gd name="T9" fmla="*/ 191 h 191"/>
              <a:gd name="T10" fmla="*/ 137 w 191"/>
              <a:gd name="T11" fmla="*/ 191 h 191"/>
              <a:gd name="T12" fmla="*/ 143 w 191"/>
              <a:gd name="T13" fmla="*/ 191 h 191"/>
              <a:gd name="T14" fmla="*/ 191 w 191"/>
              <a:gd name="T15" fmla="*/ 191 h 191"/>
              <a:gd name="T16" fmla="*/ 191 w 191"/>
              <a:gd name="T17" fmla="*/ 48 h 191"/>
              <a:gd name="T18" fmla="*/ 191 w 191"/>
              <a:gd name="T19" fmla="*/ 42 h 191"/>
              <a:gd name="T20" fmla="*/ 191 w 191"/>
              <a:gd name="T21" fmla="*/ 0 h 191"/>
              <a:gd name="T22" fmla="*/ 0 w 191"/>
              <a:gd name="T23" fmla="*/ 0 h 191"/>
              <a:gd name="T24" fmla="*/ 0 w 191"/>
              <a:gd name="T25" fmla="*/ 42 h 191"/>
              <a:gd name="T26" fmla="*/ 92 w 191"/>
              <a:gd name="T27" fmla="*/ 185 h 191"/>
              <a:gd name="T28" fmla="*/ 6 w 191"/>
              <a:gd name="T29" fmla="*/ 185 h 191"/>
              <a:gd name="T30" fmla="*/ 6 w 191"/>
              <a:gd name="T31" fmla="*/ 48 h 191"/>
              <a:gd name="T32" fmla="*/ 92 w 191"/>
              <a:gd name="T33" fmla="*/ 48 h 191"/>
              <a:gd name="T34" fmla="*/ 92 w 191"/>
              <a:gd name="T35" fmla="*/ 185 h 191"/>
              <a:gd name="T36" fmla="*/ 137 w 191"/>
              <a:gd name="T37" fmla="*/ 185 h 191"/>
              <a:gd name="T38" fmla="*/ 98 w 191"/>
              <a:gd name="T39" fmla="*/ 185 h 191"/>
              <a:gd name="T40" fmla="*/ 98 w 191"/>
              <a:gd name="T41" fmla="*/ 48 h 191"/>
              <a:gd name="T42" fmla="*/ 137 w 191"/>
              <a:gd name="T43" fmla="*/ 48 h 191"/>
              <a:gd name="T44" fmla="*/ 137 w 191"/>
              <a:gd name="T45" fmla="*/ 185 h 191"/>
              <a:gd name="T46" fmla="*/ 185 w 191"/>
              <a:gd name="T47" fmla="*/ 185 h 191"/>
              <a:gd name="T48" fmla="*/ 143 w 191"/>
              <a:gd name="T49" fmla="*/ 185 h 191"/>
              <a:gd name="T50" fmla="*/ 143 w 191"/>
              <a:gd name="T51" fmla="*/ 48 h 191"/>
              <a:gd name="T52" fmla="*/ 185 w 191"/>
              <a:gd name="T53" fmla="*/ 48 h 191"/>
              <a:gd name="T54" fmla="*/ 185 w 191"/>
              <a:gd name="T55" fmla="*/ 185 h 191"/>
              <a:gd name="T56" fmla="*/ 6 w 191"/>
              <a:gd name="T57" fmla="*/ 6 h 191"/>
              <a:gd name="T58" fmla="*/ 185 w 191"/>
              <a:gd name="T59" fmla="*/ 6 h 191"/>
              <a:gd name="T60" fmla="*/ 185 w 191"/>
              <a:gd name="T61" fmla="*/ 42 h 191"/>
              <a:gd name="T62" fmla="*/ 143 w 191"/>
              <a:gd name="T63" fmla="*/ 42 h 191"/>
              <a:gd name="T64" fmla="*/ 137 w 191"/>
              <a:gd name="T65" fmla="*/ 42 h 191"/>
              <a:gd name="T66" fmla="*/ 98 w 191"/>
              <a:gd name="T67" fmla="*/ 42 h 191"/>
              <a:gd name="T68" fmla="*/ 92 w 191"/>
              <a:gd name="T69" fmla="*/ 42 h 191"/>
              <a:gd name="T70" fmla="*/ 6 w 191"/>
              <a:gd name="T71" fmla="*/ 42 h 191"/>
              <a:gd name="T72" fmla="*/ 6 w 191"/>
              <a:gd name="T73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1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92" y="191"/>
                </a:lnTo>
                <a:lnTo>
                  <a:pt x="98" y="191"/>
                </a:lnTo>
                <a:lnTo>
                  <a:pt x="137" y="191"/>
                </a:lnTo>
                <a:lnTo>
                  <a:pt x="143" y="191"/>
                </a:lnTo>
                <a:lnTo>
                  <a:pt x="191" y="191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92" y="185"/>
                </a:moveTo>
                <a:lnTo>
                  <a:pt x="6" y="185"/>
                </a:lnTo>
                <a:lnTo>
                  <a:pt x="6" y="48"/>
                </a:lnTo>
                <a:lnTo>
                  <a:pt x="92" y="48"/>
                </a:lnTo>
                <a:lnTo>
                  <a:pt x="92" y="185"/>
                </a:lnTo>
                <a:close/>
                <a:moveTo>
                  <a:pt x="137" y="185"/>
                </a:moveTo>
                <a:lnTo>
                  <a:pt x="98" y="185"/>
                </a:lnTo>
                <a:lnTo>
                  <a:pt x="98" y="48"/>
                </a:lnTo>
                <a:lnTo>
                  <a:pt x="137" y="48"/>
                </a:lnTo>
                <a:lnTo>
                  <a:pt x="137" y="185"/>
                </a:lnTo>
                <a:close/>
                <a:moveTo>
                  <a:pt x="185" y="185"/>
                </a:moveTo>
                <a:lnTo>
                  <a:pt x="143" y="185"/>
                </a:lnTo>
                <a:lnTo>
                  <a:pt x="143" y="48"/>
                </a:lnTo>
                <a:lnTo>
                  <a:pt x="185" y="48"/>
                </a:lnTo>
                <a:lnTo>
                  <a:pt x="185" y="185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143" y="42"/>
                </a:lnTo>
                <a:lnTo>
                  <a:pt x="137" y="42"/>
                </a:lnTo>
                <a:lnTo>
                  <a:pt x="98" y="42"/>
                </a:lnTo>
                <a:lnTo>
                  <a:pt x="92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4" name="Freeform 153"/>
          <p:cNvSpPr>
            <a:spLocks noEditPoints="1"/>
          </p:cNvSpPr>
          <p:nvPr/>
        </p:nvSpPr>
        <p:spPr bwMode="auto">
          <a:xfrm>
            <a:off x="4421188" y="2429540"/>
            <a:ext cx="304800" cy="303213"/>
          </a:xfrm>
          <a:custGeom>
            <a:avLst/>
            <a:gdLst>
              <a:gd name="T0" fmla="*/ 0 w 192"/>
              <a:gd name="T1" fmla="*/ 42 h 191"/>
              <a:gd name="T2" fmla="*/ 0 w 192"/>
              <a:gd name="T3" fmla="*/ 48 h 191"/>
              <a:gd name="T4" fmla="*/ 0 w 192"/>
              <a:gd name="T5" fmla="*/ 191 h 191"/>
              <a:gd name="T6" fmla="*/ 192 w 192"/>
              <a:gd name="T7" fmla="*/ 191 h 191"/>
              <a:gd name="T8" fmla="*/ 192 w 192"/>
              <a:gd name="T9" fmla="*/ 48 h 191"/>
              <a:gd name="T10" fmla="*/ 192 w 192"/>
              <a:gd name="T11" fmla="*/ 42 h 191"/>
              <a:gd name="T12" fmla="*/ 192 w 192"/>
              <a:gd name="T13" fmla="*/ 0 h 191"/>
              <a:gd name="T14" fmla="*/ 0 w 192"/>
              <a:gd name="T15" fmla="*/ 0 h 191"/>
              <a:gd name="T16" fmla="*/ 0 w 192"/>
              <a:gd name="T17" fmla="*/ 42 h 191"/>
              <a:gd name="T18" fmla="*/ 6 w 192"/>
              <a:gd name="T19" fmla="*/ 48 h 191"/>
              <a:gd name="T20" fmla="*/ 63 w 192"/>
              <a:gd name="T21" fmla="*/ 48 h 191"/>
              <a:gd name="T22" fmla="*/ 63 w 192"/>
              <a:gd name="T23" fmla="*/ 185 h 191"/>
              <a:gd name="T24" fmla="*/ 6 w 192"/>
              <a:gd name="T25" fmla="*/ 185 h 191"/>
              <a:gd name="T26" fmla="*/ 6 w 192"/>
              <a:gd name="T27" fmla="*/ 48 h 191"/>
              <a:gd name="T28" fmla="*/ 186 w 192"/>
              <a:gd name="T29" fmla="*/ 185 h 191"/>
              <a:gd name="T30" fmla="*/ 69 w 192"/>
              <a:gd name="T31" fmla="*/ 185 h 191"/>
              <a:gd name="T32" fmla="*/ 69 w 192"/>
              <a:gd name="T33" fmla="*/ 48 h 191"/>
              <a:gd name="T34" fmla="*/ 186 w 192"/>
              <a:gd name="T35" fmla="*/ 48 h 191"/>
              <a:gd name="T36" fmla="*/ 186 w 192"/>
              <a:gd name="T37" fmla="*/ 185 h 191"/>
              <a:gd name="T38" fmla="*/ 6 w 192"/>
              <a:gd name="T39" fmla="*/ 6 h 191"/>
              <a:gd name="T40" fmla="*/ 186 w 192"/>
              <a:gd name="T41" fmla="*/ 6 h 191"/>
              <a:gd name="T42" fmla="*/ 186 w 192"/>
              <a:gd name="T43" fmla="*/ 42 h 191"/>
              <a:gd name="T44" fmla="*/ 6 w 192"/>
              <a:gd name="T45" fmla="*/ 42 h 191"/>
              <a:gd name="T46" fmla="*/ 6 w 192"/>
              <a:gd name="T4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92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192" y="191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" y="48"/>
                </a:moveTo>
                <a:lnTo>
                  <a:pt x="63" y="48"/>
                </a:lnTo>
                <a:lnTo>
                  <a:pt x="63" y="185"/>
                </a:lnTo>
                <a:lnTo>
                  <a:pt x="6" y="185"/>
                </a:lnTo>
                <a:lnTo>
                  <a:pt x="6" y="48"/>
                </a:lnTo>
                <a:close/>
                <a:moveTo>
                  <a:pt x="186" y="185"/>
                </a:moveTo>
                <a:lnTo>
                  <a:pt x="69" y="185"/>
                </a:lnTo>
                <a:lnTo>
                  <a:pt x="69" y="48"/>
                </a:lnTo>
                <a:lnTo>
                  <a:pt x="186" y="48"/>
                </a:lnTo>
                <a:lnTo>
                  <a:pt x="186" y="185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5" name="Freeform 154"/>
          <p:cNvSpPr>
            <a:spLocks noEditPoints="1"/>
          </p:cNvSpPr>
          <p:nvPr/>
        </p:nvSpPr>
        <p:spPr bwMode="auto">
          <a:xfrm>
            <a:off x="4814888" y="2429540"/>
            <a:ext cx="304800" cy="303213"/>
          </a:xfrm>
          <a:custGeom>
            <a:avLst/>
            <a:gdLst>
              <a:gd name="T0" fmla="*/ 0 w 192"/>
              <a:gd name="T1" fmla="*/ 42 h 191"/>
              <a:gd name="T2" fmla="*/ 0 w 192"/>
              <a:gd name="T3" fmla="*/ 48 h 191"/>
              <a:gd name="T4" fmla="*/ 0 w 192"/>
              <a:gd name="T5" fmla="*/ 191 h 191"/>
              <a:gd name="T6" fmla="*/ 192 w 192"/>
              <a:gd name="T7" fmla="*/ 191 h 191"/>
              <a:gd name="T8" fmla="*/ 192 w 192"/>
              <a:gd name="T9" fmla="*/ 48 h 191"/>
              <a:gd name="T10" fmla="*/ 192 w 192"/>
              <a:gd name="T11" fmla="*/ 42 h 191"/>
              <a:gd name="T12" fmla="*/ 192 w 192"/>
              <a:gd name="T13" fmla="*/ 0 h 191"/>
              <a:gd name="T14" fmla="*/ 0 w 192"/>
              <a:gd name="T15" fmla="*/ 0 h 191"/>
              <a:gd name="T16" fmla="*/ 0 w 192"/>
              <a:gd name="T17" fmla="*/ 42 h 191"/>
              <a:gd name="T18" fmla="*/ 6 w 192"/>
              <a:gd name="T19" fmla="*/ 48 h 191"/>
              <a:gd name="T20" fmla="*/ 123 w 192"/>
              <a:gd name="T21" fmla="*/ 48 h 191"/>
              <a:gd name="T22" fmla="*/ 123 w 192"/>
              <a:gd name="T23" fmla="*/ 185 h 191"/>
              <a:gd name="T24" fmla="*/ 6 w 192"/>
              <a:gd name="T25" fmla="*/ 185 h 191"/>
              <a:gd name="T26" fmla="*/ 6 w 192"/>
              <a:gd name="T27" fmla="*/ 48 h 191"/>
              <a:gd name="T28" fmla="*/ 186 w 192"/>
              <a:gd name="T29" fmla="*/ 185 h 191"/>
              <a:gd name="T30" fmla="*/ 129 w 192"/>
              <a:gd name="T31" fmla="*/ 185 h 191"/>
              <a:gd name="T32" fmla="*/ 129 w 192"/>
              <a:gd name="T33" fmla="*/ 48 h 191"/>
              <a:gd name="T34" fmla="*/ 186 w 192"/>
              <a:gd name="T35" fmla="*/ 48 h 191"/>
              <a:gd name="T36" fmla="*/ 186 w 192"/>
              <a:gd name="T37" fmla="*/ 185 h 191"/>
              <a:gd name="T38" fmla="*/ 6 w 192"/>
              <a:gd name="T39" fmla="*/ 6 h 191"/>
              <a:gd name="T40" fmla="*/ 186 w 192"/>
              <a:gd name="T41" fmla="*/ 6 h 191"/>
              <a:gd name="T42" fmla="*/ 186 w 192"/>
              <a:gd name="T43" fmla="*/ 42 h 191"/>
              <a:gd name="T44" fmla="*/ 6 w 192"/>
              <a:gd name="T45" fmla="*/ 42 h 191"/>
              <a:gd name="T46" fmla="*/ 6 w 192"/>
              <a:gd name="T4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92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192" y="191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" y="48"/>
                </a:moveTo>
                <a:lnTo>
                  <a:pt x="123" y="48"/>
                </a:lnTo>
                <a:lnTo>
                  <a:pt x="123" y="185"/>
                </a:lnTo>
                <a:lnTo>
                  <a:pt x="6" y="185"/>
                </a:lnTo>
                <a:lnTo>
                  <a:pt x="6" y="48"/>
                </a:lnTo>
                <a:close/>
                <a:moveTo>
                  <a:pt x="186" y="185"/>
                </a:moveTo>
                <a:lnTo>
                  <a:pt x="129" y="185"/>
                </a:lnTo>
                <a:lnTo>
                  <a:pt x="129" y="48"/>
                </a:lnTo>
                <a:lnTo>
                  <a:pt x="186" y="48"/>
                </a:lnTo>
                <a:lnTo>
                  <a:pt x="186" y="185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6" name="Freeform 155"/>
          <p:cNvSpPr>
            <a:spLocks noEditPoints="1"/>
          </p:cNvSpPr>
          <p:nvPr/>
        </p:nvSpPr>
        <p:spPr bwMode="auto">
          <a:xfrm>
            <a:off x="5210176" y="2429540"/>
            <a:ext cx="303213" cy="303213"/>
          </a:xfrm>
          <a:custGeom>
            <a:avLst/>
            <a:gdLst>
              <a:gd name="T0" fmla="*/ 60 w 191"/>
              <a:gd name="T1" fmla="*/ 0 h 191"/>
              <a:gd name="T2" fmla="*/ 0 w 191"/>
              <a:gd name="T3" fmla="*/ 0 h 191"/>
              <a:gd name="T4" fmla="*/ 0 w 191"/>
              <a:gd name="T5" fmla="*/ 191 h 191"/>
              <a:gd name="T6" fmla="*/ 60 w 191"/>
              <a:gd name="T7" fmla="*/ 191 h 191"/>
              <a:gd name="T8" fmla="*/ 66 w 191"/>
              <a:gd name="T9" fmla="*/ 191 h 191"/>
              <a:gd name="T10" fmla="*/ 191 w 191"/>
              <a:gd name="T11" fmla="*/ 191 h 191"/>
              <a:gd name="T12" fmla="*/ 191 w 191"/>
              <a:gd name="T13" fmla="*/ 0 h 191"/>
              <a:gd name="T14" fmla="*/ 66 w 191"/>
              <a:gd name="T15" fmla="*/ 0 h 191"/>
              <a:gd name="T16" fmla="*/ 60 w 191"/>
              <a:gd name="T17" fmla="*/ 0 h 191"/>
              <a:gd name="T18" fmla="*/ 60 w 191"/>
              <a:gd name="T19" fmla="*/ 185 h 191"/>
              <a:gd name="T20" fmla="*/ 6 w 191"/>
              <a:gd name="T21" fmla="*/ 185 h 191"/>
              <a:gd name="T22" fmla="*/ 6 w 191"/>
              <a:gd name="T23" fmla="*/ 6 h 191"/>
              <a:gd name="T24" fmla="*/ 60 w 191"/>
              <a:gd name="T25" fmla="*/ 6 h 191"/>
              <a:gd name="T26" fmla="*/ 60 w 191"/>
              <a:gd name="T27" fmla="*/ 185 h 191"/>
              <a:gd name="T28" fmla="*/ 185 w 191"/>
              <a:gd name="T29" fmla="*/ 6 h 191"/>
              <a:gd name="T30" fmla="*/ 185 w 191"/>
              <a:gd name="T31" fmla="*/ 185 h 191"/>
              <a:gd name="T32" fmla="*/ 66 w 191"/>
              <a:gd name="T33" fmla="*/ 185 h 191"/>
              <a:gd name="T34" fmla="*/ 66 w 191"/>
              <a:gd name="T35" fmla="*/ 6 h 191"/>
              <a:gd name="T36" fmla="*/ 185 w 191"/>
              <a:gd name="T3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1" h="191">
                <a:moveTo>
                  <a:pt x="60" y="0"/>
                </a:moveTo>
                <a:lnTo>
                  <a:pt x="0" y="0"/>
                </a:lnTo>
                <a:lnTo>
                  <a:pt x="0" y="191"/>
                </a:lnTo>
                <a:lnTo>
                  <a:pt x="60" y="191"/>
                </a:lnTo>
                <a:lnTo>
                  <a:pt x="66" y="191"/>
                </a:lnTo>
                <a:lnTo>
                  <a:pt x="191" y="191"/>
                </a:lnTo>
                <a:lnTo>
                  <a:pt x="191" y="0"/>
                </a:lnTo>
                <a:lnTo>
                  <a:pt x="66" y="0"/>
                </a:lnTo>
                <a:lnTo>
                  <a:pt x="60" y="0"/>
                </a:lnTo>
                <a:close/>
                <a:moveTo>
                  <a:pt x="60" y="185"/>
                </a:moveTo>
                <a:lnTo>
                  <a:pt x="6" y="185"/>
                </a:lnTo>
                <a:lnTo>
                  <a:pt x="6" y="6"/>
                </a:lnTo>
                <a:lnTo>
                  <a:pt x="60" y="6"/>
                </a:lnTo>
                <a:lnTo>
                  <a:pt x="60" y="185"/>
                </a:lnTo>
                <a:close/>
                <a:moveTo>
                  <a:pt x="185" y="6"/>
                </a:moveTo>
                <a:lnTo>
                  <a:pt x="185" y="185"/>
                </a:lnTo>
                <a:lnTo>
                  <a:pt x="66" y="185"/>
                </a:lnTo>
                <a:lnTo>
                  <a:pt x="66" y="6"/>
                </a:lnTo>
                <a:lnTo>
                  <a:pt x="18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7" name="Freeform 156"/>
          <p:cNvSpPr>
            <a:spLocks noEditPoints="1"/>
          </p:cNvSpPr>
          <p:nvPr/>
        </p:nvSpPr>
        <p:spPr bwMode="auto">
          <a:xfrm>
            <a:off x="5603876" y="2429540"/>
            <a:ext cx="304800" cy="303213"/>
          </a:xfrm>
          <a:custGeom>
            <a:avLst/>
            <a:gdLst>
              <a:gd name="T0" fmla="*/ 126 w 192"/>
              <a:gd name="T1" fmla="*/ 0 h 191"/>
              <a:gd name="T2" fmla="*/ 0 w 192"/>
              <a:gd name="T3" fmla="*/ 0 h 191"/>
              <a:gd name="T4" fmla="*/ 0 w 192"/>
              <a:gd name="T5" fmla="*/ 191 h 191"/>
              <a:gd name="T6" fmla="*/ 126 w 192"/>
              <a:gd name="T7" fmla="*/ 191 h 191"/>
              <a:gd name="T8" fmla="*/ 132 w 192"/>
              <a:gd name="T9" fmla="*/ 191 h 191"/>
              <a:gd name="T10" fmla="*/ 192 w 192"/>
              <a:gd name="T11" fmla="*/ 191 h 191"/>
              <a:gd name="T12" fmla="*/ 192 w 192"/>
              <a:gd name="T13" fmla="*/ 0 h 191"/>
              <a:gd name="T14" fmla="*/ 132 w 192"/>
              <a:gd name="T15" fmla="*/ 0 h 191"/>
              <a:gd name="T16" fmla="*/ 126 w 192"/>
              <a:gd name="T17" fmla="*/ 0 h 191"/>
              <a:gd name="T18" fmla="*/ 126 w 192"/>
              <a:gd name="T19" fmla="*/ 185 h 191"/>
              <a:gd name="T20" fmla="*/ 6 w 192"/>
              <a:gd name="T21" fmla="*/ 185 h 191"/>
              <a:gd name="T22" fmla="*/ 6 w 192"/>
              <a:gd name="T23" fmla="*/ 6 h 191"/>
              <a:gd name="T24" fmla="*/ 126 w 192"/>
              <a:gd name="T25" fmla="*/ 6 h 191"/>
              <a:gd name="T26" fmla="*/ 126 w 192"/>
              <a:gd name="T27" fmla="*/ 185 h 191"/>
              <a:gd name="T28" fmla="*/ 186 w 192"/>
              <a:gd name="T29" fmla="*/ 6 h 191"/>
              <a:gd name="T30" fmla="*/ 186 w 192"/>
              <a:gd name="T31" fmla="*/ 185 h 191"/>
              <a:gd name="T32" fmla="*/ 132 w 192"/>
              <a:gd name="T33" fmla="*/ 185 h 191"/>
              <a:gd name="T34" fmla="*/ 132 w 192"/>
              <a:gd name="T35" fmla="*/ 6 h 191"/>
              <a:gd name="T36" fmla="*/ 186 w 192"/>
              <a:gd name="T3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2" h="191">
                <a:moveTo>
                  <a:pt x="126" y="0"/>
                </a:moveTo>
                <a:lnTo>
                  <a:pt x="0" y="0"/>
                </a:lnTo>
                <a:lnTo>
                  <a:pt x="0" y="191"/>
                </a:lnTo>
                <a:lnTo>
                  <a:pt x="126" y="191"/>
                </a:lnTo>
                <a:lnTo>
                  <a:pt x="132" y="191"/>
                </a:lnTo>
                <a:lnTo>
                  <a:pt x="192" y="191"/>
                </a:lnTo>
                <a:lnTo>
                  <a:pt x="192" y="0"/>
                </a:lnTo>
                <a:lnTo>
                  <a:pt x="132" y="0"/>
                </a:lnTo>
                <a:lnTo>
                  <a:pt x="126" y="0"/>
                </a:lnTo>
                <a:close/>
                <a:moveTo>
                  <a:pt x="126" y="185"/>
                </a:moveTo>
                <a:lnTo>
                  <a:pt x="6" y="185"/>
                </a:lnTo>
                <a:lnTo>
                  <a:pt x="6" y="6"/>
                </a:lnTo>
                <a:lnTo>
                  <a:pt x="126" y="6"/>
                </a:lnTo>
                <a:lnTo>
                  <a:pt x="126" y="185"/>
                </a:lnTo>
                <a:close/>
                <a:moveTo>
                  <a:pt x="186" y="6"/>
                </a:moveTo>
                <a:lnTo>
                  <a:pt x="186" y="185"/>
                </a:lnTo>
                <a:lnTo>
                  <a:pt x="132" y="185"/>
                </a:lnTo>
                <a:lnTo>
                  <a:pt x="132" y="6"/>
                </a:lnTo>
                <a:lnTo>
                  <a:pt x="18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8" name="Freeform 157"/>
          <p:cNvSpPr>
            <a:spLocks noEditPoints="1"/>
          </p:cNvSpPr>
          <p:nvPr/>
        </p:nvSpPr>
        <p:spPr bwMode="auto">
          <a:xfrm>
            <a:off x="5999163" y="2429540"/>
            <a:ext cx="303213" cy="303213"/>
          </a:xfrm>
          <a:custGeom>
            <a:avLst/>
            <a:gdLst>
              <a:gd name="T0" fmla="*/ 92 w 191"/>
              <a:gd name="T1" fmla="*/ 0 h 191"/>
              <a:gd name="T2" fmla="*/ 0 w 191"/>
              <a:gd name="T3" fmla="*/ 0 h 191"/>
              <a:gd name="T4" fmla="*/ 0 w 191"/>
              <a:gd name="T5" fmla="*/ 48 h 191"/>
              <a:gd name="T6" fmla="*/ 0 w 191"/>
              <a:gd name="T7" fmla="*/ 54 h 191"/>
              <a:gd name="T8" fmla="*/ 0 w 191"/>
              <a:gd name="T9" fmla="*/ 92 h 191"/>
              <a:gd name="T10" fmla="*/ 0 w 191"/>
              <a:gd name="T11" fmla="*/ 98 h 191"/>
              <a:gd name="T12" fmla="*/ 0 w 191"/>
              <a:gd name="T13" fmla="*/ 140 h 191"/>
              <a:gd name="T14" fmla="*/ 0 w 191"/>
              <a:gd name="T15" fmla="*/ 146 h 191"/>
              <a:gd name="T16" fmla="*/ 0 w 191"/>
              <a:gd name="T17" fmla="*/ 191 h 191"/>
              <a:gd name="T18" fmla="*/ 92 w 191"/>
              <a:gd name="T19" fmla="*/ 191 h 191"/>
              <a:gd name="T20" fmla="*/ 98 w 191"/>
              <a:gd name="T21" fmla="*/ 191 h 191"/>
              <a:gd name="T22" fmla="*/ 191 w 191"/>
              <a:gd name="T23" fmla="*/ 191 h 191"/>
              <a:gd name="T24" fmla="*/ 191 w 191"/>
              <a:gd name="T25" fmla="*/ 146 h 191"/>
              <a:gd name="T26" fmla="*/ 191 w 191"/>
              <a:gd name="T27" fmla="*/ 140 h 191"/>
              <a:gd name="T28" fmla="*/ 191 w 191"/>
              <a:gd name="T29" fmla="*/ 98 h 191"/>
              <a:gd name="T30" fmla="*/ 191 w 191"/>
              <a:gd name="T31" fmla="*/ 92 h 191"/>
              <a:gd name="T32" fmla="*/ 191 w 191"/>
              <a:gd name="T33" fmla="*/ 54 h 191"/>
              <a:gd name="T34" fmla="*/ 191 w 191"/>
              <a:gd name="T35" fmla="*/ 48 h 191"/>
              <a:gd name="T36" fmla="*/ 191 w 191"/>
              <a:gd name="T37" fmla="*/ 0 h 191"/>
              <a:gd name="T38" fmla="*/ 98 w 191"/>
              <a:gd name="T39" fmla="*/ 0 h 191"/>
              <a:gd name="T40" fmla="*/ 92 w 191"/>
              <a:gd name="T41" fmla="*/ 0 h 191"/>
              <a:gd name="T42" fmla="*/ 6 w 191"/>
              <a:gd name="T43" fmla="*/ 6 h 191"/>
              <a:gd name="T44" fmla="*/ 92 w 191"/>
              <a:gd name="T45" fmla="*/ 6 h 191"/>
              <a:gd name="T46" fmla="*/ 92 w 191"/>
              <a:gd name="T47" fmla="*/ 48 h 191"/>
              <a:gd name="T48" fmla="*/ 6 w 191"/>
              <a:gd name="T49" fmla="*/ 48 h 191"/>
              <a:gd name="T50" fmla="*/ 6 w 191"/>
              <a:gd name="T51" fmla="*/ 6 h 191"/>
              <a:gd name="T52" fmla="*/ 6 w 191"/>
              <a:gd name="T53" fmla="*/ 54 h 191"/>
              <a:gd name="T54" fmla="*/ 92 w 191"/>
              <a:gd name="T55" fmla="*/ 54 h 191"/>
              <a:gd name="T56" fmla="*/ 92 w 191"/>
              <a:gd name="T57" fmla="*/ 92 h 191"/>
              <a:gd name="T58" fmla="*/ 6 w 191"/>
              <a:gd name="T59" fmla="*/ 92 h 191"/>
              <a:gd name="T60" fmla="*/ 6 w 191"/>
              <a:gd name="T61" fmla="*/ 54 h 191"/>
              <a:gd name="T62" fmla="*/ 6 w 191"/>
              <a:gd name="T63" fmla="*/ 98 h 191"/>
              <a:gd name="T64" fmla="*/ 92 w 191"/>
              <a:gd name="T65" fmla="*/ 98 h 191"/>
              <a:gd name="T66" fmla="*/ 92 w 191"/>
              <a:gd name="T67" fmla="*/ 140 h 191"/>
              <a:gd name="T68" fmla="*/ 6 w 191"/>
              <a:gd name="T69" fmla="*/ 140 h 191"/>
              <a:gd name="T70" fmla="*/ 6 w 191"/>
              <a:gd name="T71" fmla="*/ 98 h 191"/>
              <a:gd name="T72" fmla="*/ 92 w 191"/>
              <a:gd name="T73" fmla="*/ 185 h 191"/>
              <a:gd name="T74" fmla="*/ 6 w 191"/>
              <a:gd name="T75" fmla="*/ 185 h 191"/>
              <a:gd name="T76" fmla="*/ 6 w 191"/>
              <a:gd name="T77" fmla="*/ 146 h 191"/>
              <a:gd name="T78" fmla="*/ 92 w 191"/>
              <a:gd name="T79" fmla="*/ 146 h 191"/>
              <a:gd name="T80" fmla="*/ 92 w 191"/>
              <a:gd name="T81" fmla="*/ 185 h 191"/>
              <a:gd name="T82" fmla="*/ 185 w 191"/>
              <a:gd name="T83" fmla="*/ 185 h 191"/>
              <a:gd name="T84" fmla="*/ 98 w 191"/>
              <a:gd name="T85" fmla="*/ 185 h 191"/>
              <a:gd name="T86" fmla="*/ 98 w 191"/>
              <a:gd name="T87" fmla="*/ 146 h 191"/>
              <a:gd name="T88" fmla="*/ 185 w 191"/>
              <a:gd name="T89" fmla="*/ 146 h 191"/>
              <a:gd name="T90" fmla="*/ 185 w 191"/>
              <a:gd name="T91" fmla="*/ 185 h 191"/>
              <a:gd name="T92" fmla="*/ 185 w 191"/>
              <a:gd name="T93" fmla="*/ 140 h 191"/>
              <a:gd name="T94" fmla="*/ 98 w 191"/>
              <a:gd name="T95" fmla="*/ 140 h 191"/>
              <a:gd name="T96" fmla="*/ 98 w 191"/>
              <a:gd name="T97" fmla="*/ 98 h 191"/>
              <a:gd name="T98" fmla="*/ 185 w 191"/>
              <a:gd name="T99" fmla="*/ 98 h 191"/>
              <a:gd name="T100" fmla="*/ 185 w 191"/>
              <a:gd name="T101" fmla="*/ 140 h 191"/>
              <a:gd name="T102" fmla="*/ 185 w 191"/>
              <a:gd name="T103" fmla="*/ 92 h 191"/>
              <a:gd name="T104" fmla="*/ 98 w 191"/>
              <a:gd name="T105" fmla="*/ 92 h 191"/>
              <a:gd name="T106" fmla="*/ 98 w 191"/>
              <a:gd name="T107" fmla="*/ 54 h 191"/>
              <a:gd name="T108" fmla="*/ 185 w 191"/>
              <a:gd name="T109" fmla="*/ 54 h 191"/>
              <a:gd name="T110" fmla="*/ 185 w 191"/>
              <a:gd name="T111" fmla="*/ 92 h 191"/>
              <a:gd name="T112" fmla="*/ 185 w 191"/>
              <a:gd name="T113" fmla="*/ 6 h 191"/>
              <a:gd name="T114" fmla="*/ 185 w 191"/>
              <a:gd name="T115" fmla="*/ 48 h 191"/>
              <a:gd name="T116" fmla="*/ 98 w 191"/>
              <a:gd name="T117" fmla="*/ 48 h 191"/>
              <a:gd name="T118" fmla="*/ 98 w 191"/>
              <a:gd name="T119" fmla="*/ 6 h 191"/>
              <a:gd name="T120" fmla="*/ 185 w 191"/>
              <a:gd name="T121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1" h="191">
                <a:moveTo>
                  <a:pt x="92" y="0"/>
                </a:moveTo>
                <a:lnTo>
                  <a:pt x="0" y="0"/>
                </a:lnTo>
                <a:lnTo>
                  <a:pt x="0" y="48"/>
                </a:lnTo>
                <a:lnTo>
                  <a:pt x="0" y="54"/>
                </a:lnTo>
                <a:lnTo>
                  <a:pt x="0" y="92"/>
                </a:lnTo>
                <a:lnTo>
                  <a:pt x="0" y="98"/>
                </a:lnTo>
                <a:lnTo>
                  <a:pt x="0" y="140"/>
                </a:lnTo>
                <a:lnTo>
                  <a:pt x="0" y="146"/>
                </a:lnTo>
                <a:lnTo>
                  <a:pt x="0" y="191"/>
                </a:lnTo>
                <a:lnTo>
                  <a:pt x="92" y="191"/>
                </a:lnTo>
                <a:lnTo>
                  <a:pt x="98" y="191"/>
                </a:lnTo>
                <a:lnTo>
                  <a:pt x="191" y="191"/>
                </a:lnTo>
                <a:lnTo>
                  <a:pt x="191" y="146"/>
                </a:lnTo>
                <a:lnTo>
                  <a:pt x="191" y="140"/>
                </a:lnTo>
                <a:lnTo>
                  <a:pt x="191" y="98"/>
                </a:lnTo>
                <a:lnTo>
                  <a:pt x="191" y="92"/>
                </a:lnTo>
                <a:lnTo>
                  <a:pt x="191" y="54"/>
                </a:lnTo>
                <a:lnTo>
                  <a:pt x="191" y="48"/>
                </a:lnTo>
                <a:lnTo>
                  <a:pt x="191" y="0"/>
                </a:lnTo>
                <a:lnTo>
                  <a:pt x="98" y="0"/>
                </a:lnTo>
                <a:lnTo>
                  <a:pt x="92" y="0"/>
                </a:lnTo>
                <a:close/>
                <a:moveTo>
                  <a:pt x="6" y="6"/>
                </a:moveTo>
                <a:lnTo>
                  <a:pt x="92" y="6"/>
                </a:lnTo>
                <a:lnTo>
                  <a:pt x="92" y="48"/>
                </a:lnTo>
                <a:lnTo>
                  <a:pt x="6" y="48"/>
                </a:lnTo>
                <a:lnTo>
                  <a:pt x="6" y="6"/>
                </a:lnTo>
                <a:close/>
                <a:moveTo>
                  <a:pt x="6" y="54"/>
                </a:moveTo>
                <a:lnTo>
                  <a:pt x="92" y="54"/>
                </a:lnTo>
                <a:lnTo>
                  <a:pt x="92" y="92"/>
                </a:lnTo>
                <a:lnTo>
                  <a:pt x="6" y="92"/>
                </a:lnTo>
                <a:lnTo>
                  <a:pt x="6" y="54"/>
                </a:lnTo>
                <a:close/>
                <a:moveTo>
                  <a:pt x="6" y="98"/>
                </a:moveTo>
                <a:lnTo>
                  <a:pt x="92" y="98"/>
                </a:lnTo>
                <a:lnTo>
                  <a:pt x="92" y="140"/>
                </a:lnTo>
                <a:lnTo>
                  <a:pt x="6" y="140"/>
                </a:lnTo>
                <a:lnTo>
                  <a:pt x="6" y="98"/>
                </a:lnTo>
                <a:close/>
                <a:moveTo>
                  <a:pt x="92" y="185"/>
                </a:moveTo>
                <a:lnTo>
                  <a:pt x="6" y="185"/>
                </a:lnTo>
                <a:lnTo>
                  <a:pt x="6" y="146"/>
                </a:lnTo>
                <a:lnTo>
                  <a:pt x="92" y="146"/>
                </a:lnTo>
                <a:lnTo>
                  <a:pt x="92" y="185"/>
                </a:lnTo>
                <a:close/>
                <a:moveTo>
                  <a:pt x="185" y="185"/>
                </a:moveTo>
                <a:lnTo>
                  <a:pt x="98" y="185"/>
                </a:lnTo>
                <a:lnTo>
                  <a:pt x="98" y="146"/>
                </a:lnTo>
                <a:lnTo>
                  <a:pt x="185" y="146"/>
                </a:lnTo>
                <a:lnTo>
                  <a:pt x="185" y="185"/>
                </a:lnTo>
                <a:close/>
                <a:moveTo>
                  <a:pt x="185" y="140"/>
                </a:moveTo>
                <a:lnTo>
                  <a:pt x="98" y="140"/>
                </a:lnTo>
                <a:lnTo>
                  <a:pt x="98" y="98"/>
                </a:lnTo>
                <a:lnTo>
                  <a:pt x="185" y="98"/>
                </a:lnTo>
                <a:lnTo>
                  <a:pt x="185" y="140"/>
                </a:lnTo>
                <a:close/>
                <a:moveTo>
                  <a:pt x="185" y="92"/>
                </a:moveTo>
                <a:lnTo>
                  <a:pt x="98" y="92"/>
                </a:lnTo>
                <a:lnTo>
                  <a:pt x="98" y="54"/>
                </a:lnTo>
                <a:lnTo>
                  <a:pt x="185" y="54"/>
                </a:lnTo>
                <a:lnTo>
                  <a:pt x="185" y="92"/>
                </a:lnTo>
                <a:close/>
                <a:moveTo>
                  <a:pt x="185" y="6"/>
                </a:moveTo>
                <a:lnTo>
                  <a:pt x="185" y="48"/>
                </a:lnTo>
                <a:lnTo>
                  <a:pt x="98" y="48"/>
                </a:lnTo>
                <a:lnTo>
                  <a:pt x="98" y="6"/>
                </a:lnTo>
                <a:lnTo>
                  <a:pt x="18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9" name="Freeform 158"/>
          <p:cNvSpPr>
            <a:spLocks noEditPoints="1"/>
          </p:cNvSpPr>
          <p:nvPr/>
        </p:nvSpPr>
        <p:spPr bwMode="auto">
          <a:xfrm>
            <a:off x="6442076" y="2429540"/>
            <a:ext cx="207963" cy="303213"/>
          </a:xfrm>
          <a:custGeom>
            <a:avLst/>
            <a:gdLst>
              <a:gd name="T0" fmla="*/ 0 w 176"/>
              <a:gd name="T1" fmla="*/ 0 h 256"/>
              <a:gd name="T2" fmla="*/ 0 w 176"/>
              <a:gd name="T3" fmla="*/ 168 h 256"/>
              <a:gd name="T4" fmla="*/ 88 w 176"/>
              <a:gd name="T5" fmla="*/ 256 h 256"/>
              <a:gd name="T6" fmla="*/ 176 w 176"/>
              <a:gd name="T7" fmla="*/ 168 h 256"/>
              <a:gd name="T8" fmla="*/ 176 w 176"/>
              <a:gd name="T9" fmla="*/ 0 h 256"/>
              <a:gd name="T10" fmla="*/ 116 w 176"/>
              <a:gd name="T11" fmla="*/ 0 h 256"/>
              <a:gd name="T12" fmla="*/ 116 w 176"/>
              <a:gd name="T13" fmla="*/ 168 h 256"/>
              <a:gd name="T14" fmla="*/ 88 w 176"/>
              <a:gd name="T15" fmla="*/ 196 h 256"/>
              <a:gd name="T16" fmla="*/ 60 w 176"/>
              <a:gd name="T17" fmla="*/ 168 h 256"/>
              <a:gd name="T18" fmla="*/ 60 w 176"/>
              <a:gd name="T19" fmla="*/ 0 h 256"/>
              <a:gd name="T20" fmla="*/ 0 w 176"/>
              <a:gd name="T21" fmla="*/ 0 h 256"/>
              <a:gd name="T22" fmla="*/ 52 w 176"/>
              <a:gd name="T23" fmla="*/ 8 h 256"/>
              <a:gd name="T24" fmla="*/ 52 w 176"/>
              <a:gd name="T25" fmla="*/ 36 h 256"/>
              <a:gd name="T26" fmla="*/ 8 w 176"/>
              <a:gd name="T27" fmla="*/ 36 h 256"/>
              <a:gd name="T28" fmla="*/ 8 w 176"/>
              <a:gd name="T29" fmla="*/ 8 h 256"/>
              <a:gd name="T30" fmla="*/ 52 w 176"/>
              <a:gd name="T31" fmla="*/ 8 h 256"/>
              <a:gd name="T32" fmla="*/ 168 w 176"/>
              <a:gd name="T33" fmla="*/ 8 h 256"/>
              <a:gd name="T34" fmla="*/ 168 w 176"/>
              <a:gd name="T35" fmla="*/ 36 h 256"/>
              <a:gd name="T36" fmla="*/ 124 w 176"/>
              <a:gd name="T37" fmla="*/ 36 h 256"/>
              <a:gd name="T38" fmla="*/ 124 w 176"/>
              <a:gd name="T39" fmla="*/ 8 h 256"/>
              <a:gd name="T40" fmla="*/ 168 w 176"/>
              <a:gd name="T41" fmla="*/ 8 h 256"/>
              <a:gd name="T42" fmla="*/ 88 w 176"/>
              <a:gd name="T43" fmla="*/ 204 h 256"/>
              <a:gd name="T44" fmla="*/ 124 w 176"/>
              <a:gd name="T45" fmla="*/ 168 h 256"/>
              <a:gd name="T46" fmla="*/ 124 w 176"/>
              <a:gd name="T47" fmla="*/ 44 h 256"/>
              <a:gd name="T48" fmla="*/ 168 w 176"/>
              <a:gd name="T49" fmla="*/ 44 h 256"/>
              <a:gd name="T50" fmla="*/ 168 w 176"/>
              <a:gd name="T51" fmla="*/ 168 h 256"/>
              <a:gd name="T52" fmla="*/ 88 w 176"/>
              <a:gd name="T53" fmla="*/ 248 h 256"/>
              <a:gd name="T54" fmla="*/ 8 w 176"/>
              <a:gd name="T55" fmla="*/ 168 h 256"/>
              <a:gd name="T56" fmla="*/ 8 w 176"/>
              <a:gd name="T57" fmla="*/ 44 h 256"/>
              <a:gd name="T58" fmla="*/ 52 w 176"/>
              <a:gd name="T59" fmla="*/ 44 h 256"/>
              <a:gd name="T60" fmla="*/ 52 w 176"/>
              <a:gd name="T61" fmla="*/ 168 h 256"/>
              <a:gd name="T62" fmla="*/ 88 w 176"/>
              <a:gd name="T63" fmla="*/ 20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256">
                <a:moveTo>
                  <a:pt x="0" y="0"/>
                </a:moveTo>
                <a:cubicBezTo>
                  <a:pt x="0" y="168"/>
                  <a:pt x="0" y="168"/>
                  <a:pt x="0" y="168"/>
                </a:cubicBezTo>
                <a:cubicBezTo>
                  <a:pt x="0" y="216"/>
                  <a:pt x="39" y="256"/>
                  <a:pt x="88" y="256"/>
                </a:cubicBezTo>
                <a:cubicBezTo>
                  <a:pt x="136" y="256"/>
                  <a:pt x="176" y="216"/>
                  <a:pt x="176" y="168"/>
                </a:cubicBezTo>
                <a:cubicBezTo>
                  <a:pt x="176" y="0"/>
                  <a:pt x="176" y="0"/>
                  <a:pt x="176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16" y="183"/>
                  <a:pt x="103" y="196"/>
                  <a:pt x="88" y="196"/>
                </a:cubicBezTo>
                <a:cubicBezTo>
                  <a:pt x="72" y="196"/>
                  <a:pt x="60" y="183"/>
                  <a:pt x="60" y="168"/>
                </a:cubicBezTo>
                <a:cubicBezTo>
                  <a:pt x="60" y="0"/>
                  <a:pt x="60" y="0"/>
                  <a:pt x="60" y="0"/>
                </a:cubicBezTo>
                <a:lnTo>
                  <a:pt x="0" y="0"/>
                </a:lnTo>
                <a:close/>
                <a:moveTo>
                  <a:pt x="52" y="8"/>
                </a:moveTo>
                <a:cubicBezTo>
                  <a:pt x="52" y="36"/>
                  <a:pt x="52" y="36"/>
                  <a:pt x="52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8"/>
                  <a:pt x="8" y="8"/>
                  <a:pt x="8" y="8"/>
                </a:cubicBezTo>
                <a:lnTo>
                  <a:pt x="52" y="8"/>
                </a:lnTo>
                <a:close/>
                <a:moveTo>
                  <a:pt x="168" y="8"/>
                </a:moveTo>
                <a:cubicBezTo>
                  <a:pt x="168" y="36"/>
                  <a:pt x="168" y="36"/>
                  <a:pt x="168" y="36"/>
                </a:cubicBezTo>
                <a:cubicBezTo>
                  <a:pt x="124" y="36"/>
                  <a:pt x="124" y="36"/>
                  <a:pt x="124" y="36"/>
                </a:cubicBezTo>
                <a:cubicBezTo>
                  <a:pt x="124" y="8"/>
                  <a:pt x="124" y="8"/>
                  <a:pt x="124" y="8"/>
                </a:cubicBezTo>
                <a:lnTo>
                  <a:pt x="168" y="8"/>
                </a:lnTo>
                <a:close/>
                <a:moveTo>
                  <a:pt x="88" y="204"/>
                </a:moveTo>
                <a:cubicBezTo>
                  <a:pt x="107" y="204"/>
                  <a:pt x="124" y="188"/>
                  <a:pt x="124" y="168"/>
                </a:cubicBezTo>
                <a:cubicBezTo>
                  <a:pt x="124" y="44"/>
                  <a:pt x="124" y="44"/>
                  <a:pt x="124" y="44"/>
                </a:cubicBezTo>
                <a:cubicBezTo>
                  <a:pt x="168" y="44"/>
                  <a:pt x="168" y="44"/>
                  <a:pt x="168" y="44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168" y="212"/>
                  <a:pt x="132" y="248"/>
                  <a:pt x="88" y="248"/>
                </a:cubicBezTo>
                <a:cubicBezTo>
                  <a:pt x="43" y="248"/>
                  <a:pt x="8" y="212"/>
                  <a:pt x="8" y="168"/>
                </a:cubicBezTo>
                <a:cubicBezTo>
                  <a:pt x="8" y="44"/>
                  <a:pt x="8" y="44"/>
                  <a:pt x="8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188"/>
                  <a:pt x="68" y="204"/>
                  <a:pt x="88" y="20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0" name="Freeform 159"/>
          <p:cNvSpPr>
            <a:spLocks noEditPoints="1"/>
          </p:cNvSpPr>
          <p:nvPr/>
        </p:nvSpPr>
        <p:spPr bwMode="auto">
          <a:xfrm>
            <a:off x="6788151" y="2458115"/>
            <a:ext cx="304800" cy="246063"/>
          </a:xfrm>
          <a:custGeom>
            <a:avLst/>
            <a:gdLst>
              <a:gd name="T0" fmla="*/ 99 w 192"/>
              <a:gd name="T1" fmla="*/ 12 h 155"/>
              <a:gd name="T2" fmla="*/ 99 w 192"/>
              <a:gd name="T3" fmla="*/ 0 h 155"/>
              <a:gd name="T4" fmla="*/ 93 w 192"/>
              <a:gd name="T5" fmla="*/ 0 h 155"/>
              <a:gd name="T6" fmla="*/ 93 w 192"/>
              <a:gd name="T7" fmla="*/ 12 h 155"/>
              <a:gd name="T8" fmla="*/ 32 w 192"/>
              <a:gd name="T9" fmla="*/ 12 h 155"/>
              <a:gd name="T10" fmla="*/ 0 w 192"/>
              <a:gd name="T11" fmla="*/ 43 h 155"/>
              <a:gd name="T12" fmla="*/ 0 w 192"/>
              <a:gd name="T13" fmla="*/ 143 h 155"/>
              <a:gd name="T14" fmla="*/ 93 w 192"/>
              <a:gd name="T15" fmla="*/ 143 h 155"/>
              <a:gd name="T16" fmla="*/ 93 w 192"/>
              <a:gd name="T17" fmla="*/ 155 h 155"/>
              <a:gd name="T18" fmla="*/ 99 w 192"/>
              <a:gd name="T19" fmla="*/ 155 h 155"/>
              <a:gd name="T20" fmla="*/ 99 w 192"/>
              <a:gd name="T21" fmla="*/ 143 h 155"/>
              <a:gd name="T22" fmla="*/ 192 w 192"/>
              <a:gd name="T23" fmla="*/ 143 h 155"/>
              <a:gd name="T24" fmla="*/ 192 w 192"/>
              <a:gd name="T25" fmla="*/ 43 h 155"/>
              <a:gd name="T26" fmla="*/ 160 w 192"/>
              <a:gd name="T27" fmla="*/ 12 h 155"/>
              <a:gd name="T28" fmla="*/ 99 w 192"/>
              <a:gd name="T29" fmla="*/ 12 h 155"/>
              <a:gd name="T30" fmla="*/ 162 w 192"/>
              <a:gd name="T31" fmla="*/ 22 h 155"/>
              <a:gd name="T32" fmla="*/ 181 w 192"/>
              <a:gd name="T33" fmla="*/ 42 h 155"/>
              <a:gd name="T34" fmla="*/ 162 w 192"/>
              <a:gd name="T35" fmla="*/ 42 h 155"/>
              <a:gd name="T36" fmla="*/ 162 w 192"/>
              <a:gd name="T37" fmla="*/ 22 h 155"/>
              <a:gd name="T38" fmla="*/ 30 w 192"/>
              <a:gd name="T39" fmla="*/ 22 h 155"/>
              <a:gd name="T40" fmla="*/ 30 w 192"/>
              <a:gd name="T41" fmla="*/ 42 h 155"/>
              <a:gd name="T42" fmla="*/ 10 w 192"/>
              <a:gd name="T43" fmla="*/ 42 h 155"/>
              <a:gd name="T44" fmla="*/ 30 w 192"/>
              <a:gd name="T45" fmla="*/ 22 h 155"/>
              <a:gd name="T46" fmla="*/ 6 w 192"/>
              <a:gd name="T47" fmla="*/ 137 h 155"/>
              <a:gd name="T48" fmla="*/ 6 w 192"/>
              <a:gd name="T49" fmla="*/ 48 h 155"/>
              <a:gd name="T50" fmla="*/ 36 w 192"/>
              <a:gd name="T51" fmla="*/ 48 h 155"/>
              <a:gd name="T52" fmla="*/ 36 w 192"/>
              <a:gd name="T53" fmla="*/ 18 h 155"/>
              <a:gd name="T54" fmla="*/ 93 w 192"/>
              <a:gd name="T55" fmla="*/ 18 h 155"/>
              <a:gd name="T56" fmla="*/ 93 w 192"/>
              <a:gd name="T57" fmla="*/ 137 h 155"/>
              <a:gd name="T58" fmla="*/ 6 w 192"/>
              <a:gd name="T59" fmla="*/ 137 h 155"/>
              <a:gd name="T60" fmla="*/ 99 w 192"/>
              <a:gd name="T61" fmla="*/ 137 h 155"/>
              <a:gd name="T62" fmla="*/ 99 w 192"/>
              <a:gd name="T63" fmla="*/ 18 h 155"/>
              <a:gd name="T64" fmla="*/ 156 w 192"/>
              <a:gd name="T65" fmla="*/ 18 h 155"/>
              <a:gd name="T66" fmla="*/ 156 w 192"/>
              <a:gd name="T67" fmla="*/ 48 h 155"/>
              <a:gd name="T68" fmla="*/ 186 w 192"/>
              <a:gd name="T69" fmla="*/ 48 h 155"/>
              <a:gd name="T70" fmla="*/ 186 w 192"/>
              <a:gd name="T71" fmla="*/ 137 h 155"/>
              <a:gd name="T72" fmla="*/ 99 w 192"/>
              <a:gd name="T73" fmla="*/ 137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2" h="155">
                <a:moveTo>
                  <a:pt x="99" y="12"/>
                </a:moveTo>
                <a:lnTo>
                  <a:pt x="99" y="0"/>
                </a:lnTo>
                <a:lnTo>
                  <a:pt x="93" y="0"/>
                </a:lnTo>
                <a:lnTo>
                  <a:pt x="93" y="12"/>
                </a:lnTo>
                <a:lnTo>
                  <a:pt x="32" y="12"/>
                </a:lnTo>
                <a:lnTo>
                  <a:pt x="0" y="43"/>
                </a:lnTo>
                <a:lnTo>
                  <a:pt x="0" y="143"/>
                </a:lnTo>
                <a:lnTo>
                  <a:pt x="93" y="143"/>
                </a:lnTo>
                <a:lnTo>
                  <a:pt x="93" y="155"/>
                </a:lnTo>
                <a:lnTo>
                  <a:pt x="99" y="155"/>
                </a:lnTo>
                <a:lnTo>
                  <a:pt x="99" y="143"/>
                </a:lnTo>
                <a:lnTo>
                  <a:pt x="192" y="143"/>
                </a:lnTo>
                <a:lnTo>
                  <a:pt x="192" y="43"/>
                </a:lnTo>
                <a:lnTo>
                  <a:pt x="160" y="12"/>
                </a:lnTo>
                <a:lnTo>
                  <a:pt x="99" y="12"/>
                </a:lnTo>
                <a:close/>
                <a:moveTo>
                  <a:pt x="162" y="22"/>
                </a:moveTo>
                <a:lnTo>
                  <a:pt x="181" y="42"/>
                </a:lnTo>
                <a:lnTo>
                  <a:pt x="162" y="42"/>
                </a:lnTo>
                <a:lnTo>
                  <a:pt x="162" y="22"/>
                </a:lnTo>
                <a:close/>
                <a:moveTo>
                  <a:pt x="30" y="22"/>
                </a:moveTo>
                <a:lnTo>
                  <a:pt x="30" y="42"/>
                </a:lnTo>
                <a:lnTo>
                  <a:pt x="10" y="42"/>
                </a:lnTo>
                <a:lnTo>
                  <a:pt x="30" y="22"/>
                </a:lnTo>
                <a:close/>
                <a:moveTo>
                  <a:pt x="6" y="137"/>
                </a:moveTo>
                <a:lnTo>
                  <a:pt x="6" y="48"/>
                </a:lnTo>
                <a:lnTo>
                  <a:pt x="36" y="48"/>
                </a:lnTo>
                <a:lnTo>
                  <a:pt x="36" y="18"/>
                </a:lnTo>
                <a:lnTo>
                  <a:pt x="93" y="18"/>
                </a:lnTo>
                <a:lnTo>
                  <a:pt x="93" y="137"/>
                </a:lnTo>
                <a:lnTo>
                  <a:pt x="6" y="137"/>
                </a:lnTo>
                <a:close/>
                <a:moveTo>
                  <a:pt x="99" y="137"/>
                </a:moveTo>
                <a:lnTo>
                  <a:pt x="99" y="18"/>
                </a:lnTo>
                <a:lnTo>
                  <a:pt x="156" y="18"/>
                </a:lnTo>
                <a:lnTo>
                  <a:pt x="156" y="48"/>
                </a:lnTo>
                <a:lnTo>
                  <a:pt x="186" y="48"/>
                </a:lnTo>
                <a:lnTo>
                  <a:pt x="186" y="137"/>
                </a:lnTo>
                <a:lnTo>
                  <a:pt x="99" y="1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1" name="Freeform 160"/>
          <p:cNvSpPr>
            <a:spLocks noEditPoints="1"/>
          </p:cNvSpPr>
          <p:nvPr/>
        </p:nvSpPr>
        <p:spPr bwMode="auto">
          <a:xfrm>
            <a:off x="2052638" y="2821653"/>
            <a:ext cx="306388" cy="307975"/>
          </a:xfrm>
          <a:custGeom>
            <a:avLst/>
            <a:gdLst>
              <a:gd name="T0" fmla="*/ 86 w 258"/>
              <a:gd name="T1" fmla="*/ 135 h 258"/>
              <a:gd name="T2" fmla="*/ 71 w 258"/>
              <a:gd name="T3" fmla="*/ 150 h 258"/>
              <a:gd name="T4" fmla="*/ 38 w 258"/>
              <a:gd name="T5" fmla="*/ 167 h 258"/>
              <a:gd name="T6" fmla="*/ 1 w 258"/>
              <a:gd name="T7" fmla="*/ 253 h 258"/>
              <a:gd name="T8" fmla="*/ 0 w 258"/>
              <a:gd name="T9" fmla="*/ 258 h 258"/>
              <a:gd name="T10" fmla="*/ 5 w 258"/>
              <a:gd name="T11" fmla="*/ 258 h 258"/>
              <a:gd name="T12" fmla="*/ 108 w 258"/>
              <a:gd name="T13" fmla="*/ 188 h 258"/>
              <a:gd name="T14" fmla="*/ 124 w 258"/>
              <a:gd name="T15" fmla="*/ 172 h 258"/>
              <a:gd name="T16" fmla="*/ 258 w 258"/>
              <a:gd name="T17" fmla="*/ 10 h 258"/>
              <a:gd name="T18" fmla="*/ 249 w 258"/>
              <a:gd name="T19" fmla="*/ 0 h 258"/>
              <a:gd name="T20" fmla="*/ 86 w 258"/>
              <a:gd name="T21" fmla="*/ 135 h 258"/>
              <a:gd name="T22" fmla="*/ 89 w 258"/>
              <a:gd name="T23" fmla="*/ 143 h 258"/>
              <a:gd name="T24" fmla="*/ 115 w 258"/>
              <a:gd name="T25" fmla="*/ 170 h 258"/>
              <a:gd name="T26" fmla="*/ 105 w 258"/>
              <a:gd name="T27" fmla="*/ 180 h 258"/>
              <a:gd name="T28" fmla="*/ 79 w 258"/>
              <a:gd name="T29" fmla="*/ 154 h 258"/>
              <a:gd name="T30" fmla="*/ 89 w 258"/>
              <a:gd name="T31" fmla="*/ 143 h 258"/>
              <a:gd name="T32" fmla="*/ 10 w 258"/>
              <a:gd name="T33" fmla="*/ 250 h 258"/>
              <a:gd name="T34" fmla="*/ 43 w 258"/>
              <a:gd name="T35" fmla="*/ 173 h 258"/>
              <a:gd name="T36" fmla="*/ 72 w 258"/>
              <a:gd name="T37" fmla="*/ 158 h 258"/>
              <a:gd name="T38" fmla="*/ 100 w 258"/>
              <a:gd name="T39" fmla="*/ 187 h 258"/>
              <a:gd name="T40" fmla="*/ 10 w 258"/>
              <a:gd name="T41" fmla="*/ 250 h 258"/>
              <a:gd name="T42" fmla="*/ 121 w 258"/>
              <a:gd name="T43" fmla="*/ 164 h 258"/>
              <a:gd name="T44" fmla="*/ 95 w 258"/>
              <a:gd name="T45" fmla="*/ 138 h 258"/>
              <a:gd name="T46" fmla="*/ 242 w 258"/>
              <a:gd name="T47" fmla="*/ 17 h 258"/>
              <a:gd name="T48" fmla="*/ 121 w 258"/>
              <a:gd name="T49" fmla="*/ 164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58" h="258">
                <a:moveTo>
                  <a:pt x="86" y="135"/>
                </a:moveTo>
                <a:cubicBezTo>
                  <a:pt x="71" y="150"/>
                  <a:pt x="71" y="150"/>
                  <a:pt x="71" y="150"/>
                </a:cubicBezTo>
                <a:cubicBezTo>
                  <a:pt x="67" y="151"/>
                  <a:pt x="53" y="156"/>
                  <a:pt x="38" y="167"/>
                </a:cubicBezTo>
                <a:cubicBezTo>
                  <a:pt x="13" y="186"/>
                  <a:pt x="1" y="250"/>
                  <a:pt x="1" y="253"/>
                </a:cubicBezTo>
                <a:cubicBezTo>
                  <a:pt x="0" y="258"/>
                  <a:pt x="0" y="258"/>
                  <a:pt x="0" y="258"/>
                </a:cubicBezTo>
                <a:cubicBezTo>
                  <a:pt x="5" y="258"/>
                  <a:pt x="5" y="258"/>
                  <a:pt x="5" y="258"/>
                </a:cubicBezTo>
                <a:cubicBezTo>
                  <a:pt x="71" y="258"/>
                  <a:pt x="105" y="195"/>
                  <a:pt x="108" y="188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258" y="10"/>
                  <a:pt x="258" y="10"/>
                  <a:pt x="258" y="10"/>
                </a:cubicBezTo>
                <a:cubicBezTo>
                  <a:pt x="249" y="0"/>
                  <a:pt x="249" y="0"/>
                  <a:pt x="249" y="0"/>
                </a:cubicBezTo>
                <a:lnTo>
                  <a:pt x="86" y="135"/>
                </a:lnTo>
                <a:close/>
                <a:moveTo>
                  <a:pt x="89" y="143"/>
                </a:moveTo>
                <a:cubicBezTo>
                  <a:pt x="115" y="170"/>
                  <a:pt x="115" y="170"/>
                  <a:pt x="115" y="170"/>
                </a:cubicBezTo>
                <a:cubicBezTo>
                  <a:pt x="105" y="180"/>
                  <a:pt x="105" y="180"/>
                  <a:pt x="105" y="180"/>
                </a:cubicBezTo>
                <a:cubicBezTo>
                  <a:pt x="79" y="154"/>
                  <a:pt x="79" y="154"/>
                  <a:pt x="79" y="154"/>
                </a:cubicBezTo>
                <a:lnTo>
                  <a:pt x="89" y="143"/>
                </a:lnTo>
                <a:close/>
                <a:moveTo>
                  <a:pt x="10" y="250"/>
                </a:moveTo>
                <a:cubicBezTo>
                  <a:pt x="13" y="234"/>
                  <a:pt x="24" y="188"/>
                  <a:pt x="43" y="173"/>
                </a:cubicBezTo>
                <a:cubicBezTo>
                  <a:pt x="55" y="164"/>
                  <a:pt x="67" y="160"/>
                  <a:pt x="72" y="158"/>
                </a:cubicBezTo>
                <a:cubicBezTo>
                  <a:pt x="100" y="187"/>
                  <a:pt x="100" y="187"/>
                  <a:pt x="100" y="187"/>
                </a:cubicBezTo>
                <a:cubicBezTo>
                  <a:pt x="94" y="198"/>
                  <a:pt x="64" y="247"/>
                  <a:pt x="10" y="250"/>
                </a:cubicBezTo>
                <a:close/>
                <a:moveTo>
                  <a:pt x="121" y="164"/>
                </a:moveTo>
                <a:cubicBezTo>
                  <a:pt x="95" y="138"/>
                  <a:pt x="95" y="138"/>
                  <a:pt x="95" y="138"/>
                </a:cubicBezTo>
                <a:cubicBezTo>
                  <a:pt x="242" y="17"/>
                  <a:pt x="242" y="17"/>
                  <a:pt x="242" y="17"/>
                </a:cubicBezTo>
                <a:lnTo>
                  <a:pt x="121" y="1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2" name="Freeform 161"/>
          <p:cNvSpPr>
            <a:spLocks noEditPoints="1"/>
          </p:cNvSpPr>
          <p:nvPr/>
        </p:nvSpPr>
        <p:spPr bwMode="auto">
          <a:xfrm>
            <a:off x="2459038" y="2823240"/>
            <a:ext cx="284163" cy="304800"/>
          </a:xfrm>
          <a:custGeom>
            <a:avLst/>
            <a:gdLst>
              <a:gd name="T0" fmla="*/ 100 w 239"/>
              <a:gd name="T1" fmla="*/ 0 h 256"/>
              <a:gd name="T2" fmla="*/ 76 w 239"/>
              <a:gd name="T3" fmla="*/ 24 h 256"/>
              <a:gd name="T4" fmla="*/ 76 w 239"/>
              <a:gd name="T5" fmla="*/ 74 h 256"/>
              <a:gd name="T6" fmla="*/ 0 w 239"/>
              <a:gd name="T7" fmla="*/ 149 h 256"/>
              <a:gd name="T8" fmla="*/ 0 w 239"/>
              <a:gd name="T9" fmla="*/ 155 h 256"/>
              <a:gd name="T10" fmla="*/ 101 w 239"/>
              <a:gd name="T11" fmla="*/ 256 h 256"/>
              <a:gd name="T12" fmla="*/ 107 w 239"/>
              <a:gd name="T13" fmla="*/ 256 h 256"/>
              <a:gd name="T14" fmla="*/ 210 w 239"/>
              <a:gd name="T15" fmla="*/ 152 h 256"/>
              <a:gd name="T16" fmla="*/ 236 w 239"/>
              <a:gd name="T17" fmla="*/ 148 h 256"/>
              <a:gd name="T18" fmla="*/ 239 w 239"/>
              <a:gd name="T19" fmla="*/ 141 h 256"/>
              <a:gd name="T20" fmla="*/ 127 w 239"/>
              <a:gd name="T21" fmla="*/ 28 h 256"/>
              <a:gd name="T22" fmla="*/ 124 w 239"/>
              <a:gd name="T23" fmla="*/ 28 h 256"/>
              <a:gd name="T24" fmla="*/ 124 w 239"/>
              <a:gd name="T25" fmla="*/ 24 h 256"/>
              <a:gd name="T26" fmla="*/ 100 w 239"/>
              <a:gd name="T27" fmla="*/ 0 h 256"/>
              <a:gd name="T28" fmla="*/ 84 w 239"/>
              <a:gd name="T29" fmla="*/ 24 h 256"/>
              <a:gd name="T30" fmla="*/ 100 w 239"/>
              <a:gd name="T31" fmla="*/ 8 h 256"/>
              <a:gd name="T32" fmla="*/ 116 w 239"/>
              <a:gd name="T33" fmla="*/ 24 h 256"/>
              <a:gd name="T34" fmla="*/ 116 w 239"/>
              <a:gd name="T35" fmla="*/ 34 h 256"/>
              <a:gd name="T36" fmla="*/ 84 w 239"/>
              <a:gd name="T37" fmla="*/ 66 h 256"/>
              <a:gd name="T38" fmla="*/ 84 w 239"/>
              <a:gd name="T39" fmla="*/ 24 h 256"/>
              <a:gd name="T40" fmla="*/ 227 w 239"/>
              <a:gd name="T41" fmla="*/ 141 h 256"/>
              <a:gd name="T42" fmla="*/ 207 w 239"/>
              <a:gd name="T43" fmla="*/ 144 h 256"/>
              <a:gd name="T44" fmla="*/ 205 w 239"/>
              <a:gd name="T45" fmla="*/ 145 h 256"/>
              <a:gd name="T46" fmla="*/ 104 w 239"/>
              <a:gd name="T47" fmla="*/ 246 h 256"/>
              <a:gd name="T48" fmla="*/ 10 w 239"/>
              <a:gd name="T49" fmla="*/ 152 h 256"/>
              <a:gd name="T50" fmla="*/ 116 w 239"/>
              <a:gd name="T51" fmla="*/ 46 h 256"/>
              <a:gd name="T52" fmla="*/ 116 w 239"/>
              <a:gd name="T53" fmla="*/ 108 h 256"/>
              <a:gd name="T54" fmla="*/ 124 w 239"/>
              <a:gd name="T55" fmla="*/ 108 h 256"/>
              <a:gd name="T56" fmla="*/ 124 w 239"/>
              <a:gd name="T57" fmla="*/ 38 h 256"/>
              <a:gd name="T58" fmla="*/ 227 w 239"/>
              <a:gd name="T59" fmla="*/ 141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39" h="256">
                <a:moveTo>
                  <a:pt x="100" y="0"/>
                </a:moveTo>
                <a:cubicBezTo>
                  <a:pt x="87" y="0"/>
                  <a:pt x="76" y="11"/>
                  <a:pt x="76" y="24"/>
                </a:cubicBezTo>
                <a:cubicBezTo>
                  <a:pt x="76" y="74"/>
                  <a:pt x="76" y="74"/>
                  <a:pt x="76" y="74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0" y="155"/>
                  <a:pt x="0" y="155"/>
                </a:cubicBezTo>
                <a:cubicBezTo>
                  <a:pt x="101" y="256"/>
                  <a:pt x="101" y="256"/>
                  <a:pt x="101" y="256"/>
                </a:cubicBezTo>
                <a:cubicBezTo>
                  <a:pt x="107" y="256"/>
                  <a:pt x="107" y="256"/>
                  <a:pt x="107" y="256"/>
                </a:cubicBezTo>
                <a:cubicBezTo>
                  <a:pt x="210" y="152"/>
                  <a:pt x="210" y="152"/>
                  <a:pt x="210" y="152"/>
                </a:cubicBezTo>
                <a:cubicBezTo>
                  <a:pt x="236" y="148"/>
                  <a:pt x="236" y="148"/>
                  <a:pt x="236" y="148"/>
                </a:cubicBezTo>
                <a:cubicBezTo>
                  <a:pt x="239" y="141"/>
                  <a:pt x="239" y="141"/>
                  <a:pt x="239" y="141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4" y="28"/>
                  <a:pt x="124" y="28"/>
                  <a:pt x="124" y="28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4" y="11"/>
                  <a:pt x="113" y="0"/>
                  <a:pt x="100" y="0"/>
                </a:cubicBezTo>
                <a:close/>
                <a:moveTo>
                  <a:pt x="84" y="24"/>
                </a:moveTo>
                <a:cubicBezTo>
                  <a:pt x="84" y="15"/>
                  <a:pt x="91" y="8"/>
                  <a:pt x="100" y="8"/>
                </a:cubicBezTo>
                <a:cubicBezTo>
                  <a:pt x="109" y="8"/>
                  <a:pt x="116" y="15"/>
                  <a:pt x="116" y="24"/>
                </a:cubicBezTo>
                <a:cubicBezTo>
                  <a:pt x="116" y="34"/>
                  <a:pt x="116" y="34"/>
                  <a:pt x="116" y="34"/>
                </a:cubicBezTo>
                <a:cubicBezTo>
                  <a:pt x="84" y="66"/>
                  <a:pt x="84" y="66"/>
                  <a:pt x="84" y="66"/>
                </a:cubicBezTo>
                <a:lnTo>
                  <a:pt x="84" y="24"/>
                </a:lnTo>
                <a:close/>
                <a:moveTo>
                  <a:pt x="227" y="141"/>
                </a:moveTo>
                <a:cubicBezTo>
                  <a:pt x="207" y="144"/>
                  <a:pt x="207" y="144"/>
                  <a:pt x="207" y="144"/>
                </a:cubicBezTo>
                <a:cubicBezTo>
                  <a:pt x="205" y="145"/>
                  <a:pt x="205" y="145"/>
                  <a:pt x="205" y="145"/>
                </a:cubicBezTo>
                <a:cubicBezTo>
                  <a:pt x="104" y="246"/>
                  <a:pt x="104" y="246"/>
                  <a:pt x="104" y="246"/>
                </a:cubicBezTo>
                <a:cubicBezTo>
                  <a:pt x="10" y="152"/>
                  <a:pt x="10" y="152"/>
                  <a:pt x="10" y="152"/>
                </a:cubicBezTo>
                <a:cubicBezTo>
                  <a:pt x="116" y="46"/>
                  <a:pt x="116" y="46"/>
                  <a:pt x="116" y="46"/>
                </a:cubicBezTo>
                <a:cubicBezTo>
                  <a:pt x="116" y="108"/>
                  <a:pt x="116" y="108"/>
                  <a:pt x="116" y="108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4" y="38"/>
                  <a:pt x="124" y="38"/>
                  <a:pt x="124" y="38"/>
                </a:cubicBezTo>
                <a:lnTo>
                  <a:pt x="227" y="1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3" name="Freeform 162"/>
          <p:cNvSpPr>
            <a:spLocks noEditPoints="1"/>
          </p:cNvSpPr>
          <p:nvPr/>
        </p:nvSpPr>
        <p:spPr bwMode="auto">
          <a:xfrm>
            <a:off x="2852738" y="2823240"/>
            <a:ext cx="284163" cy="304800"/>
          </a:xfrm>
          <a:custGeom>
            <a:avLst/>
            <a:gdLst>
              <a:gd name="T0" fmla="*/ 179 w 179"/>
              <a:gd name="T1" fmla="*/ 75 h 192"/>
              <a:gd name="T2" fmla="*/ 179 w 179"/>
              <a:gd name="T3" fmla="*/ 24 h 192"/>
              <a:gd name="T4" fmla="*/ 161 w 179"/>
              <a:gd name="T5" fmla="*/ 24 h 192"/>
              <a:gd name="T6" fmla="*/ 161 w 179"/>
              <a:gd name="T7" fmla="*/ 0 h 192"/>
              <a:gd name="T8" fmla="*/ 12 w 179"/>
              <a:gd name="T9" fmla="*/ 0 h 192"/>
              <a:gd name="T10" fmla="*/ 12 w 179"/>
              <a:gd name="T11" fmla="*/ 24 h 192"/>
              <a:gd name="T12" fmla="*/ 0 w 179"/>
              <a:gd name="T13" fmla="*/ 24 h 192"/>
              <a:gd name="T14" fmla="*/ 0 w 179"/>
              <a:gd name="T15" fmla="*/ 30 h 192"/>
              <a:gd name="T16" fmla="*/ 12 w 179"/>
              <a:gd name="T17" fmla="*/ 30 h 192"/>
              <a:gd name="T18" fmla="*/ 12 w 179"/>
              <a:gd name="T19" fmla="*/ 57 h 192"/>
              <a:gd name="T20" fmla="*/ 161 w 179"/>
              <a:gd name="T21" fmla="*/ 57 h 192"/>
              <a:gd name="T22" fmla="*/ 161 w 179"/>
              <a:gd name="T23" fmla="*/ 30 h 192"/>
              <a:gd name="T24" fmla="*/ 173 w 179"/>
              <a:gd name="T25" fmla="*/ 30 h 192"/>
              <a:gd name="T26" fmla="*/ 173 w 179"/>
              <a:gd name="T27" fmla="*/ 69 h 192"/>
              <a:gd name="T28" fmla="*/ 86 w 179"/>
              <a:gd name="T29" fmla="*/ 69 h 192"/>
              <a:gd name="T30" fmla="*/ 86 w 179"/>
              <a:gd name="T31" fmla="*/ 123 h 192"/>
              <a:gd name="T32" fmla="*/ 74 w 179"/>
              <a:gd name="T33" fmla="*/ 123 h 192"/>
              <a:gd name="T34" fmla="*/ 74 w 179"/>
              <a:gd name="T35" fmla="*/ 192 h 192"/>
              <a:gd name="T36" fmla="*/ 104 w 179"/>
              <a:gd name="T37" fmla="*/ 192 h 192"/>
              <a:gd name="T38" fmla="*/ 104 w 179"/>
              <a:gd name="T39" fmla="*/ 123 h 192"/>
              <a:gd name="T40" fmla="*/ 92 w 179"/>
              <a:gd name="T41" fmla="*/ 123 h 192"/>
              <a:gd name="T42" fmla="*/ 92 w 179"/>
              <a:gd name="T43" fmla="*/ 75 h 192"/>
              <a:gd name="T44" fmla="*/ 179 w 179"/>
              <a:gd name="T45" fmla="*/ 75 h 192"/>
              <a:gd name="T46" fmla="*/ 155 w 179"/>
              <a:gd name="T47" fmla="*/ 51 h 192"/>
              <a:gd name="T48" fmla="*/ 18 w 179"/>
              <a:gd name="T49" fmla="*/ 51 h 192"/>
              <a:gd name="T50" fmla="*/ 18 w 179"/>
              <a:gd name="T51" fmla="*/ 6 h 192"/>
              <a:gd name="T52" fmla="*/ 155 w 179"/>
              <a:gd name="T53" fmla="*/ 6 h 192"/>
              <a:gd name="T54" fmla="*/ 155 w 179"/>
              <a:gd name="T55" fmla="*/ 51 h 192"/>
              <a:gd name="T56" fmla="*/ 98 w 179"/>
              <a:gd name="T57" fmla="*/ 129 h 192"/>
              <a:gd name="T58" fmla="*/ 98 w 179"/>
              <a:gd name="T59" fmla="*/ 186 h 192"/>
              <a:gd name="T60" fmla="*/ 80 w 179"/>
              <a:gd name="T61" fmla="*/ 186 h 192"/>
              <a:gd name="T62" fmla="*/ 80 w 179"/>
              <a:gd name="T63" fmla="*/ 129 h 192"/>
              <a:gd name="T64" fmla="*/ 98 w 179"/>
              <a:gd name="T65" fmla="*/ 129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9" h="192">
                <a:moveTo>
                  <a:pt x="179" y="75"/>
                </a:moveTo>
                <a:lnTo>
                  <a:pt x="179" y="24"/>
                </a:lnTo>
                <a:lnTo>
                  <a:pt x="161" y="24"/>
                </a:lnTo>
                <a:lnTo>
                  <a:pt x="161" y="0"/>
                </a:lnTo>
                <a:lnTo>
                  <a:pt x="12" y="0"/>
                </a:lnTo>
                <a:lnTo>
                  <a:pt x="12" y="24"/>
                </a:lnTo>
                <a:lnTo>
                  <a:pt x="0" y="24"/>
                </a:lnTo>
                <a:lnTo>
                  <a:pt x="0" y="30"/>
                </a:lnTo>
                <a:lnTo>
                  <a:pt x="12" y="30"/>
                </a:lnTo>
                <a:lnTo>
                  <a:pt x="12" y="57"/>
                </a:lnTo>
                <a:lnTo>
                  <a:pt x="161" y="57"/>
                </a:lnTo>
                <a:lnTo>
                  <a:pt x="161" y="30"/>
                </a:lnTo>
                <a:lnTo>
                  <a:pt x="173" y="30"/>
                </a:lnTo>
                <a:lnTo>
                  <a:pt x="173" y="69"/>
                </a:lnTo>
                <a:lnTo>
                  <a:pt x="86" y="69"/>
                </a:lnTo>
                <a:lnTo>
                  <a:pt x="86" y="123"/>
                </a:lnTo>
                <a:lnTo>
                  <a:pt x="74" y="123"/>
                </a:lnTo>
                <a:lnTo>
                  <a:pt x="74" y="192"/>
                </a:lnTo>
                <a:lnTo>
                  <a:pt x="104" y="192"/>
                </a:lnTo>
                <a:lnTo>
                  <a:pt x="104" y="123"/>
                </a:lnTo>
                <a:lnTo>
                  <a:pt x="92" y="123"/>
                </a:lnTo>
                <a:lnTo>
                  <a:pt x="92" y="75"/>
                </a:lnTo>
                <a:lnTo>
                  <a:pt x="179" y="75"/>
                </a:lnTo>
                <a:close/>
                <a:moveTo>
                  <a:pt x="155" y="51"/>
                </a:moveTo>
                <a:lnTo>
                  <a:pt x="18" y="51"/>
                </a:lnTo>
                <a:lnTo>
                  <a:pt x="18" y="6"/>
                </a:lnTo>
                <a:lnTo>
                  <a:pt x="155" y="6"/>
                </a:lnTo>
                <a:lnTo>
                  <a:pt x="155" y="51"/>
                </a:lnTo>
                <a:close/>
                <a:moveTo>
                  <a:pt x="98" y="129"/>
                </a:moveTo>
                <a:lnTo>
                  <a:pt x="98" y="186"/>
                </a:lnTo>
                <a:lnTo>
                  <a:pt x="80" y="186"/>
                </a:lnTo>
                <a:lnTo>
                  <a:pt x="80" y="129"/>
                </a:lnTo>
                <a:lnTo>
                  <a:pt x="98" y="12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4" name="Freeform 163"/>
          <p:cNvSpPr>
            <a:spLocks noEditPoints="1"/>
          </p:cNvSpPr>
          <p:nvPr/>
        </p:nvSpPr>
        <p:spPr bwMode="auto">
          <a:xfrm>
            <a:off x="3295651" y="2823240"/>
            <a:ext cx="188913" cy="304800"/>
          </a:xfrm>
          <a:custGeom>
            <a:avLst/>
            <a:gdLst>
              <a:gd name="T0" fmla="*/ 160 w 160"/>
              <a:gd name="T1" fmla="*/ 256 h 256"/>
              <a:gd name="T2" fmla="*/ 160 w 160"/>
              <a:gd name="T3" fmla="*/ 0 h 256"/>
              <a:gd name="T4" fmla="*/ 116 w 160"/>
              <a:gd name="T5" fmla="*/ 0 h 256"/>
              <a:gd name="T6" fmla="*/ 112 w 160"/>
              <a:gd name="T7" fmla="*/ 0 h 256"/>
              <a:gd name="T8" fmla="*/ 68 w 160"/>
              <a:gd name="T9" fmla="*/ 0 h 256"/>
              <a:gd name="T10" fmla="*/ 0 w 160"/>
              <a:gd name="T11" fmla="*/ 68 h 256"/>
              <a:gd name="T12" fmla="*/ 68 w 160"/>
              <a:gd name="T13" fmla="*/ 136 h 256"/>
              <a:gd name="T14" fmla="*/ 112 w 160"/>
              <a:gd name="T15" fmla="*/ 136 h 256"/>
              <a:gd name="T16" fmla="*/ 112 w 160"/>
              <a:gd name="T17" fmla="*/ 256 h 256"/>
              <a:gd name="T18" fmla="*/ 120 w 160"/>
              <a:gd name="T19" fmla="*/ 256 h 256"/>
              <a:gd name="T20" fmla="*/ 120 w 160"/>
              <a:gd name="T21" fmla="*/ 8 h 256"/>
              <a:gd name="T22" fmla="*/ 152 w 160"/>
              <a:gd name="T23" fmla="*/ 8 h 256"/>
              <a:gd name="T24" fmla="*/ 152 w 160"/>
              <a:gd name="T25" fmla="*/ 256 h 256"/>
              <a:gd name="T26" fmla="*/ 160 w 160"/>
              <a:gd name="T27" fmla="*/ 256 h 256"/>
              <a:gd name="T28" fmla="*/ 68 w 160"/>
              <a:gd name="T29" fmla="*/ 128 h 256"/>
              <a:gd name="T30" fmla="*/ 8 w 160"/>
              <a:gd name="T31" fmla="*/ 68 h 256"/>
              <a:gd name="T32" fmla="*/ 68 w 160"/>
              <a:gd name="T33" fmla="*/ 8 h 256"/>
              <a:gd name="T34" fmla="*/ 112 w 160"/>
              <a:gd name="T35" fmla="*/ 8 h 256"/>
              <a:gd name="T36" fmla="*/ 112 w 160"/>
              <a:gd name="T37" fmla="*/ 128 h 256"/>
              <a:gd name="T38" fmla="*/ 68 w 160"/>
              <a:gd name="T39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256">
                <a:moveTo>
                  <a:pt x="160" y="256"/>
                </a:moveTo>
                <a:cubicBezTo>
                  <a:pt x="160" y="0"/>
                  <a:pt x="160" y="0"/>
                  <a:pt x="160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7" y="0"/>
                  <a:pt x="0" y="1"/>
                  <a:pt x="0" y="68"/>
                </a:cubicBezTo>
                <a:cubicBezTo>
                  <a:pt x="0" y="135"/>
                  <a:pt x="67" y="136"/>
                  <a:pt x="68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2" y="256"/>
                  <a:pt x="112" y="256"/>
                  <a:pt x="112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120" y="8"/>
                  <a:pt x="120" y="8"/>
                  <a:pt x="120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2" y="256"/>
                  <a:pt x="152" y="256"/>
                  <a:pt x="152" y="256"/>
                </a:cubicBezTo>
                <a:lnTo>
                  <a:pt x="160" y="256"/>
                </a:lnTo>
                <a:close/>
                <a:moveTo>
                  <a:pt x="68" y="128"/>
                </a:moveTo>
                <a:cubicBezTo>
                  <a:pt x="65" y="128"/>
                  <a:pt x="8" y="127"/>
                  <a:pt x="8" y="68"/>
                </a:cubicBezTo>
                <a:cubicBezTo>
                  <a:pt x="8" y="9"/>
                  <a:pt x="65" y="8"/>
                  <a:pt x="68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2" y="128"/>
                  <a:pt x="112" y="128"/>
                  <a:pt x="112" y="128"/>
                </a:cubicBezTo>
                <a:lnTo>
                  <a:pt x="68" y="1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13" name="Группа 612"/>
          <p:cNvGrpSpPr/>
          <p:nvPr/>
        </p:nvGrpSpPr>
        <p:grpSpPr>
          <a:xfrm>
            <a:off x="3632201" y="2851815"/>
            <a:ext cx="304800" cy="247650"/>
            <a:chOff x="3632201" y="2851815"/>
            <a:chExt cx="304800" cy="247650"/>
          </a:xfrm>
        </p:grpSpPr>
        <p:sp>
          <p:nvSpPr>
            <p:cNvPr id="155" name="Rectangle 164"/>
            <p:cNvSpPr>
              <a:spLocks noChangeArrowheads="1"/>
            </p:cNvSpPr>
            <p:nvPr/>
          </p:nvSpPr>
          <p:spPr bwMode="auto">
            <a:xfrm>
              <a:off x="3632201" y="285181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6" name="Rectangle 165"/>
            <p:cNvSpPr>
              <a:spLocks noChangeArrowheads="1"/>
            </p:cNvSpPr>
            <p:nvPr/>
          </p:nvSpPr>
          <p:spPr bwMode="auto">
            <a:xfrm>
              <a:off x="3632201" y="2899440"/>
              <a:ext cx="21907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7" name="Rectangle 166"/>
            <p:cNvSpPr>
              <a:spLocks noChangeArrowheads="1"/>
            </p:cNvSpPr>
            <p:nvPr/>
          </p:nvSpPr>
          <p:spPr bwMode="auto">
            <a:xfrm>
              <a:off x="3632201" y="294706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Rectangle 167"/>
            <p:cNvSpPr>
              <a:spLocks noChangeArrowheads="1"/>
            </p:cNvSpPr>
            <p:nvPr/>
          </p:nvSpPr>
          <p:spPr bwMode="auto">
            <a:xfrm>
              <a:off x="3632201" y="2994690"/>
              <a:ext cx="2381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9" name="Rectangle 168"/>
            <p:cNvSpPr>
              <a:spLocks noChangeArrowheads="1"/>
            </p:cNvSpPr>
            <p:nvPr/>
          </p:nvSpPr>
          <p:spPr bwMode="auto">
            <a:xfrm>
              <a:off x="3632201" y="304231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0" name="Rectangle 169"/>
            <p:cNvSpPr>
              <a:spLocks noChangeArrowheads="1"/>
            </p:cNvSpPr>
            <p:nvPr/>
          </p:nvSpPr>
          <p:spPr bwMode="auto">
            <a:xfrm>
              <a:off x="3632201" y="3089940"/>
              <a:ext cx="25717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4" name="Группа 613"/>
          <p:cNvGrpSpPr/>
          <p:nvPr/>
        </p:nvGrpSpPr>
        <p:grpSpPr>
          <a:xfrm>
            <a:off x="4027488" y="2851815"/>
            <a:ext cx="303213" cy="247650"/>
            <a:chOff x="4027488" y="2851815"/>
            <a:chExt cx="303213" cy="247650"/>
          </a:xfrm>
        </p:grpSpPr>
        <p:sp>
          <p:nvSpPr>
            <p:cNvPr id="161" name="Rectangle 170"/>
            <p:cNvSpPr>
              <a:spLocks noChangeArrowheads="1"/>
            </p:cNvSpPr>
            <p:nvPr/>
          </p:nvSpPr>
          <p:spPr bwMode="auto">
            <a:xfrm>
              <a:off x="4027488" y="2851815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2" name="Rectangle 171"/>
            <p:cNvSpPr>
              <a:spLocks noChangeArrowheads="1"/>
            </p:cNvSpPr>
            <p:nvPr/>
          </p:nvSpPr>
          <p:spPr bwMode="auto">
            <a:xfrm>
              <a:off x="4111626" y="2899440"/>
              <a:ext cx="21907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Rectangle 172"/>
            <p:cNvSpPr>
              <a:spLocks noChangeArrowheads="1"/>
            </p:cNvSpPr>
            <p:nvPr/>
          </p:nvSpPr>
          <p:spPr bwMode="auto">
            <a:xfrm>
              <a:off x="4027488" y="2947065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Rectangle 173"/>
            <p:cNvSpPr>
              <a:spLocks noChangeArrowheads="1"/>
            </p:cNvSpPr>
            <p:nvPr/>
          </p:nvSpPr>
          <p:spPr bwMode="auto">
            <a:xfrm>
              <a:off x="4092576" y="2994690"/>
              <a:ext cx="2381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5" name="Rectangle 174"/>
            <p:cNvSpPr>
              <a:spLocks noChangeArrowheads="1"/>
            </p:cNvSpPr>
            <p:nvPr/>
          </p:nvSpPr>
          <p:spPr bwMode="auto">
            <a:xfrm>
              <a:off x="4027488" y="3042315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Rectangle 175"/>
            <p:cNvSpPr>
              <a:spLocks noChangeArrowheads="1"/>
            </p:cNvSpPr>
            <p:nvPr/>
          </p:nvSpPr>
          <p:spPr bwMode="auto">
            <a:xfrm>
              <a:off x="4073526" y="3089940"/>
              <a:ext cx="25717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5" name="Группа 614"/>
          <p:cNvGrpSpPr/>
          <p:nvPr/>
        </p:nvGrpSpPr>
        <p:grpSpPr>
          <a:xfrm>
            <a:off x="4421188" y="2851815"/>
            <a:ext cx="304800" cy="247650"/>
            <a:chOff x="4421188" y="2851815"/>
            <a:chExt cx="304800" cy="247650"/>
          </a:xfrm>
        </p:grpSpPr>
        <p:sp>
          <p:nvSpPr>
            <p:cNvPr id="167" name="Rectangle 176"/>
            <p:cNvSpPr>
              <a:spLocks noChangeArrowheads="1"/>
            </p:cNvSpPr>
            <p:nvPr/>
          </p:nvSpPr>
          <p:spPr bwMode="auto">
            <a:xfrm>
              <a:off x="4421188" y="285181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8" name="Rectangle 177"/>
            <p:cNvSpPr>
              <a:spLocks noChangeArrowheads="1"/>
            </p:cNvSpPr>
            <p:nvPr/>
          </p:nvSpPr>
          <p:spPr bwMode="auto">
            <a:xfrm>
              <a:off x="4464051" y="2899440"/>
              <a:ext cx="21907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9" name="Rectangle 178"/>
            <p:cNvSpPr>
              <a:spLocks noChangeArrowheads="1"/>
            </p:cNvSpPr>
            <p:nvPr/>
          </p:nvSpPr>
          <p:spPr bwMode="auto">
            <a:xfrm>
              <a:off x="4421188" y="294706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0" name="Rectangle 179"/>
            <p:cNvSpPr>
              <a:spLocks noChangeArrowheads="1"/>
            </p:cNvSpPr>
            <p:nvPr/>
          </p:nvSpPr>
          <p:spPr bwMode="auto">
            <a:xfrm>
              <a:off x="4454526" y="2994690"/>
              <a:ext cx="2381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1" name="Rectangle 180"/>
            <p:cNvSpPr>
              <a:spLocks noChangeArrowheads="1"/>
            </p:cNvSpPr>
            <p:nvPr/>
          </p:nvSpPr>
          <p:spPr bwMode="auto">
            <a:xfrm>
              <a:off x="4421188" y="304231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2" name="Rectangle 181"/>
            <p:cNvSpPr>
              <a:spLocks noChangeArrowheads="1"/>
            </p:cNvSpPr>
            <p:nvPr/>
          </p:nvSpPr>
          <p:spPr bwMode="auto">
            <a:xfrm>
              <a:off x="4445001" y="3089940"/>
              <a:ext cx="25717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6" name="Группа 615"/>
          <p:cNvGrpSpPr/>
          <p:nvPr/>
        </p:nvGrpSpPr>
        <p:grpSpPr>
          <a:xfrm>
            <a:off x="4814888" y="2851815"/>
            <a:ext cx="304800" cy="247650"/>
            <a:chOff x="4814888" y="2851815"/>
            <a:chExt cx="304800" cy="247650"/>
          </a:xfrm>
        </p:grpSpPr>
        <p:sp>
          <p:nvSpPr>
            <p:cNvPr id="173" name="Rectangle 182"/>
            <p:cNvSpPr>
              <a:spLocks noChangeArrowheads="1"/>
            </p:cNvSpPr>
            <p:nvPr/>
          </p:nvSpPr>
          <p:spPr bwMode="auto">
            <a:xfrm>
              <a:off x="4814888" y="285181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Rectangle 183"/>
            <p:cNvSpPr>
              <a:spLocks noChangeArrowheads="1"/>
            </p:cNvSpPr>
            <p:nvPr/>
          </p:nvSpPr>
          <p:spPr bwMode="auto">
            <a:xfrm>
              <a:off x="4814888" y="2899440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5" name="Rectangle 184"/>
            <p:cNvSpPr>
              <a:spLocks noChangeArrowheads="1"/>
            </p:cNvSpPr>
            <p:nvPr/>
          </p:nvSpPr>
          <p:spPr bwMode="auto">
            <a:xfrm>
              <a:off x="4814888" y="294706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Rectangle 185"/>
            <p:cNvSpPr>
              <a:spLocks noChangeArrowheads="1"/>
            </p:cNvSpPr>
            <p:nvPr/>
          </p:nvSpPr>
          <p:spPr bwMode="auto">
            <a:xfrm>
              <a:off x="4814888" y="2994690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Rectangle 186"/>
            <p:cNvSpPr>
              <a:spLocks noChangeArrowheads="1"/>
            </p:cNvSpPr>
            <p:nvPr/>
          </p:nvSpPr>
          <p:spPr bwMode="auto">
            <a:xfrm>
              <a:off x="4814888" y="304231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8" name="Rectangle 187"/>
            <p:cNvSpPr>
              <a:spLocks noChangeArrowheads="1"/>
            </p:cNvSpPr>
            <p:nvPr/>
          </p:nvSpPr>
          <p:spPr bwMode="auto">
            <a:xfrm>
              <a:off x="4814888" y="3089940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7" name="Группа 616"/>
          <p:cNvGrpSpPr/>
          <p:nvPr/>
        </p:nvGrpSpPr>
        <p:grpSpPr>
          <a:xfrm>
            <a:off x="5210176" y="2851815"/>
            <a:ext cx="303213" cy="247650"/>
            <a:chOff x="5210176" y="2851815"/>
            <a:chExt cx="303213" cy="247650"/>
          </a:xfrm>
        </p:grpSpPr>
        <p:sp>
          <p:nvSpPr>
            <p:cNvPr id="179" name="Rectangle 188"/>
            <p:cNvSpPr>
              <a:spLocks noChangeArrowheads="1"/>
            </p:cNvSpPr>
            <p:nvPr/>
          </p:nvSpPr>
          <p:spPr bwMode="auto">
            <a:xfrm>
              <a:off x="5210176" y="2851815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0" name="Rectangle 189"/>
            <p:cNvSpPr>
              <a:spLocks noChangeArrowheads="1"/>
            </p:cNvSpPr>
            <p:nvPr/>
          </p:nvSpPr>
          <p:spPr bwMode="auto">
            <a:xfrm>
              <a:off x="5210176" y="2899440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Rectangle 190"/>
            <p:cNvSpPr>
              <a:spLocks noChangeArrowheads="1"/>
            </p:cNvSpPr>
            <p:nvPr/>
          </p:nvSpPr>
          <p:spPr bwMode="auto">
            <a:xfrm>
              <a:off x="5210176" y="2947065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2" name="Rectangle 191"/>
            <p:cNvSpPr>
              <a:spLocks noChangeArrowheads="1"/>
            </p:cNvSpPr>
            <p:nvPr/>
          </p:nvSpPr>
          <p:spPr bwMode="auto">
            <a:xfrm>
              <a:off x="5210176" y="2994690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Rectangle 192"/>
            <p:cNvSpPr>
              <a:spLocks noChangeArrowheads="1"/>
            </p:cNvSpPr>
            <p:nvPr/>
          </p:nvSpPr>
          <p:spPr bwMode="auto">
            <a:xfrm>
              <a:off x="5210176" y="3042315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4" name="Rectangle 193"/>
            <p:cNvSpPr>
              <a:spLocks noChangeArrowheads="1"/>
            </p:cNvSpPr>
            <p:nvPr/>
          </p:nvSpPr>
          <p:spPr bwMode="auto">
            <a:xfrm>
              <a:off x="5257801" y="3089940"/>
              <a:ext cx="2079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8" name="Группа 617"/>
          <p:cNvGrpSpPr/>
          <p:nvPr/>
        </p:nvGrpSpPr>
        <p:grpSpPr>
          <a:xfrm>
            <a:off x="5603876" y="2851815"/>
            <a:ext cx="304800" cy="247650"/>
            <a:chOff x="5603876" y="2851815"/>
            <a:chExt cx="304800" cy="247650"/>
          </a:xfrm>
        </p:grpSpPr>
        <p:sp>
          <p:nvSpPr>
            <p:cNvPr id="185" name="Rectangle 194"/>
            <p:cNvSpPr>
              <a:spLocks noChangeArrowheads="1"/>
            </p:cNvSpPr>
            <p:nvPr/>
          </p:nvSpPr>
          <p:spPr bwMode="auto">
            <a:xfrm>
              <a:off x="5603876" y="285181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6" name="Rectangle 195"/>
            <p:cNvSpPr>
              <a:spLocks noChangeArrowheads="1"/>
            </p:cNvSpPr>
            <p:nvPr/>
          </p:nvSpPr>
          <p:spPr bwMode="auto">
            <a:xfrm>
              <a:off x="5603876" y="2899440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7" name="Rectangle 196"/>
            <p:cNvSpPr>
              <a:spLocks noChangeArrowheads="1"/>
            </p:cNvSpPr>
            <p:nvPr/>
          </p:nvSpPr>
          <p:spPr bwMode="auto">
            <a:xfrm>
              <a:off x="5603876" y="294706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8" name="Rectangle 197"/>
            <p:cNvSpPr>
              <a:spLocks noChangeArrowheads="1"/>
            </p:cNvSpPr>
            <p:nvPr/>
          </p:nvSpPr>
          <p:spPr bwMode="auto">
            <a:xfrm>
              <a:off x="5603876" y="2994690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9" name="Rectangle 198"/>
            <p:cNvSpPr>
              <a:spLocks noChangeArrowheads="1"/>
            </p:cNvSpPr>
            <p:nvPr/>
          </p:nvSpPr>
          <p:spPr bwMode="auto">
            <a:xfrm>
              <a:off x="5603876" y="3042315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0" name="Rectangle 199"/>
            <p:cNvSpPr>
              <a:spLocks noChangeArrowheads="1"/>
            </p:cNvSpPr>
            <p:nvPr/>
          </p:nvSpPr>
          <p:spPr bwMode="auto">
            <a:xfrm>
              <a:off x="5603876" y="3089940"/>
              <a:ext cx="2095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9" name="Группа 618"/>
          <p:cNvGrpSpPr/>
          <p:nvPr/>
        </p:nvGrpSpPr>
        <p:grpSpPr>
          <a:xfrm>
            <a:off x="5999163" y="2851815"/>
            <a:ext cx="303213" cy="247650"/>
            <a:chOff x="5999163" y="2851815"/>
            <a:chExt cx="303213" cy="247650"/>
          </a:xfrm>
        </p:grpSpPr>
        <p:sp>
          <p:nvSpPr>
            <p:cNvPr id="191" name="Rectangle 200"/>
            <p:cNvSpPr>
              <a:spLocks noChangeArrowheads="1"/>
            </p:cNvSpPr>
            <p:nvPr/>
          </p:nvSpPr>
          <p:spPr bwMode="auto">
            <a:xfrm>
              <a:off x="5999163" y="2851815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2" name="Rectangle 201"/>
            <p:cNvSpPr>
              <a:spLocks noChangeArrowheads="1"/>
            </p:cNvSpPr>
            <p:nvPr/>
          </p:nvSpPr>
          <p:spPr bwMode="auto">
            <a:xfrm>
              <a:off x="5999163" y="2899440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3" name="Rectangle 202"/>
            <p:cNvSpPr>
              <a:spLocks noChangeArrowheads="1"/>
            </p:cNvSpPr>
            <p:nvPr/>
          </p:nvSpPr>
          <p:spPr bwMode="auto">
            <a:xfrm>
              <a:off x="5999163" y="2947065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Rectangle 203"/>
            <p:cNvSpPr>
              <a:spLocks noChangeArrowheads="1"/>
            </p:cNvSpPr>
            <p:nvPr/>
          </p:nvSpPr>
          <p:spPr bwMode="auto">
            <a:xfrm>
              <a:off x="5999163" y="2994690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5" name="Rectangle 204"/>
            <p:cNvSpPr>
              <a:spLocks noChangeArrowheads="1"/>
            </p:cNvSpPr>
            <p:nvPr/>
          </p:nvSpPr>
          <p:spPr bwMode="auto">
            <a:xfrm>
              <a:off x="5999163" y="3042315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Rectangle 206"/>
            <p:cNvSpPr>
              <a:spLocks noChangeArrowheads="1"/>
            </p:cNvSpPr>
            <p:nvPr/>
          </p:nvSpPr>
          <p:spPr bwMode="auto">
            <a:xfrm>
              <a:off x="6092826" y="3089940"/>
              <a:ext cx="2095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0" name="Группа 619"/>
          <p:cNvGrpSpPr/>
          <p:nvPr/>
        </p:nvGrpSpPr>
        <p:grpSpPr>
          <a:xfrm>
            <a:off x="6394451" y="2848640"/>
            <a:ext cx="303213" cy="254000"/>
            <a:chOff x="6394451" y="2848640"/>
            <a:chExt cx="303213" cy="254000"/>
          </a:xfrm>
        </p:grpSpPr>
        <p:sp>
          <p:nvSpPr>
            <p:cNvPr id="197" name="Rectangle 207"/>
            <p:cNvSpPr>
              <a:spLocks noChangeArrowheads="1"/>
            </p:cNvSpPr>
            <p:nvPr/>
          </p:nvSpPr>
          <p:spPr bwMode="auto">
            <a:xfrm>
              <a:off x="6499226" y="2848640"/>
              <a:ext cx="19843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8" name="Rectangle 208"/>
            <p:cNvSpPr>
              <a:spLocks noChangeArrowheads="1"/>
            </p:cNvSpPr>
            <p:nvPr/>
          </p:nvSpPr>
          <p:spPr bwMode="auto">
            <a:xfrm>
              <a:off x="6499226" y="2896265"/>
              <a:ext cx="16033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9" name="Rectangle 209"/>
            <p:cNvSpPr>
              <a:spLocks noChangeArrowheads="1"/>
            </p:cNvSpPr>
            <p:nvPr/>
          </p:nvSpPr>
          <p:spPr bwMode="auto">
            <a:xfrm>
              <a:off x="6499226" y="2943890"/>
              <a:ext cx="19843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0" name="Rectangle 210"/>
            <p:cNvSpPr>
              <a:spLocks noChangeArrowheads="1"/>
            </p:cNvSpPr>
            <p:nvPr/>
          </p:nvSpPr>
          <p:spPr bwMode="auto">
            <a:xfrm>
              <a:off x="6499226" y="2991515"/>
              <a:ext cx="1698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1" name="Freeform 211"/>
            <p:cNvSpPr>
              <a:spLocks/>
            </p:cNvSpPr>
            <p:nvPr/>
          </p:nvSpPr>
          <p:spPr bwMode="auto">
            <a:xfrm>
              <a:off x="6664326" y="3039140"/>
              <a:ext cx="14288" cy="14288"/>
            </a:xfrm>
            <a:custGeom>
              <a:avLst/>
              <a:gdLst>
                <a:gd name="T0" fmla="*/ 0 w 9"/>
                <a:gd name="T1" fmla="*/ 6 h 9"/>
                <a:gd name="T2" fmla="*/ 3 w 9"/>
                <a:gd name="T3" fmla="*/ 6 h 9"/>
                <a:gd name="T4" fmla="*/ 3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0 w 9"/>
                <a:gd name="T11" fmla="*/ 0 h 9"/>
                <a:gd name="T12" fmla="*/ 0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6"/>
                  </a:moveTo>
                  <a:lnTo>
                    <a:pt x="3" y="6"/>
                  </a:lnTo>
                  <a:lnTo>
                    <a:pt x="3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2" name="Rectangle 212"/>
            <p:cNvSpPr>
              <a:spLocks noChangeArrowheads="1"/>
            </p:cNvSpPr>
            <p:nvPr/>
          </p:nvSpPr>
          <p:spPr bwMode="auto">
            <a:xfrm>
              <a:off x="6578601" y="303914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3" name="Rectangle 213"/>
            <p:cNvSpPr>
              <a:spLocks noChangeArrowheads="1"/>
            </p:cNvSpPr>
            <p:nvPr/>
          </p:nvSpPr>
          <p:spPr bwMode="auto">
            <a:xfrm>
              <a:off x="6523039" y="303914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Rectangle 214"/>
            <p:cNvSpPr>
              <a:spLocks noChangeArrowheads="1"/>
            </p:cNvSpPr>
            <p:nvPr/>
          </p:nvSpPr>
          <p:spPr bwMode="auto">
            <a:xfrm>
              <a:off x="6607176" y="303914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Rectangle 215"/>
            <p:cNvSpPr>
              <a:spLocks noChangeArrowheads="1"/>
            </p:cNvSpPr>
            <p:nvPr/>
          </p:nvSpPr>
          <p:spPr bwMode="auto">
            <a:xfrm>
              <a:off x="6551614" y="303914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Rectangle 216"/>
            <p:cNvSpPr>
              <a:spLocks noChangeArrowheads="1"/>
            </p:cNvSpPr>
            <p:nvPr/>
          </p:nvSpPr>
          <p:spPr bwMode="auto">
            <a:xfrm>
              <a:off x="6635751" y="303914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217"/>
            <p:cNvSpPr>
              <a:spLocks/>
            </p:cNvSpPr>
            <p:nvPr/>
          </p:nvSpPr>
          <p:spPr bwMode="auto">
            <a:xfrm>
              <a:off x="6499226" y="3039140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Rectangle 218"/>
            <p:cNvSpPr>
              <a:spLocks noChangeArrowheads="1"/>
            </p:cNvSpPr>
            <p:nvPr/>
          </p:nvSpPr>
          <p:spPr bwMode="auto">
            <a:xfrm>
              <a:off x="6499226" y="3062953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9" name="Freeform 219"/>
            <p:cNvSpPr>
              <a:spLocks/>
            </p:cNvSpPr>
            <p:nvPr/>
          </p:nvSpPr>
          <p:spPr bwMode="auto">
            <a:xfrm>
              <a:off x="6499226" y="3082003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3 h 9"/>
                <a:gd name="T6" fmla="*/ 6 w 9"/>
                <a:gd name="T7" fmla="*/ 3 h 9"/>
                <a:gd name="T8" fmla="*/ 6 w 9"/>
                <a:gd name="T9" fmla="*/ 0 h 9"/>
                <a:gd name="T10" fmla="*/ 0 w 9"/>
                <a:gd name="T11" fmla="*/ 0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3"/>
                  </a:ln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Rectangle 220"/>
            <p:cNvSpPr>
              <a:spLocks noChangeArrowheads="1"/>
            </p:cNvSpPr>
            <p:nvPr/>
          </p:nvSpPr>
          <p:spPr bwMode="auto">
            <a:xfrm>
              <a:off x="6635751" y="308676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Rectangle 221"/>
            <p:cNvSpPr>
              <a:spLocks noChangeArrowheads="1"/>
            </p:cNvSpPr>
            <p:nvPr/>
          </p:nvSpPr>
          <p:spPr bwMode="auto">
            <a:xfrm>
              <a:off x="6607176" y="308676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Rectangle 222"/>
            <p:cNvSpPr>
              <a:spLocks noChangeArrowheads="1"/>
            </p:cNvSpPr>
            <p:nvPr/>
          </p:nvSpPr>
          <p:spPr bwMode="auto">
            <a:xfrm>
              <a:off x="6578601" y="308676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Rectangle 223"/>
            <p:cNvSpPr>
              <a:spLocks noChangeArrowheads="1"/>
            </p:cNvSpPr>
            <p:nvPr/>
          </p:nvSpPr>
          <p:spPr bwMode="auto">
            <a:xfrm>
              <a:off x="6551614" y="308676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4" name="Rectangle 224"/>
            <p:cNvSpPr>
              <a:spLocks noChangeArrowheads="1"/>
            </p:cNvSpPr>
            <p:nvPr/>
          </p:nvSpPr>
          <p:spPr bwMode="auto">
            <a:xfrm>
              <a:off x="6523039" y="308676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225"/>
            <p:cNvSpPr>
              <a:spLocks/>
            </p:cNvSpPr>
            <p:nvPr/>
          </p:nvSpPr>
          <p:spPr bwMode="auto">
            <a:xfrm>
              <a:off x="6664326" y="3082003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Rectangle 226"/>
            <p:cNvSpPr>
              <a:spLocks noChangeArrowheads="1"/>
            </p:cNvSpPr>
            <p:nvPr/>
          </p:nvSpPr>
          <p:spPr bwMode="auto">
            <a:xfrm>
              <a:off x="6669089" y="3062953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Freeform 227"/>
            <p:cNvSpPr>
              <a:spLocks/>
            </p:cNvSpPr>
            <p:nvPr/>
          </p:nvSpPr>
          <p:spPr bwMode="auto">
            <a:xfrm>
              <a:off x="6394451" y="3029615"/>
              <a:ext cx="85725" cy="73025"/>
            </a:xfrm>
            <a:custGeom>
              <a:avLst/>
              <a:gdLst>
                <a:gd name="T0" fmla="*/ 27 w 54"/>
                <a:gd name="T1" fmla="*/ 42 h 46"/>
                <a:gd name="T2" fmla="*/ 32 w 54"/>
                <a:gd name="T3" fmla="*/ 46 h 46"/>
                <a:gd name="T4" fmla="*/ 54 w 54"/>
                <a:gd name="T5" fmla="*/ 25 h 46"/>
                <a:gd name="T6" fmla="*/ 54 w 54"/>
                <a:gd name="T7" fmla="*/ 21 h 46"/>
                <a:gd name="T8" fmla="*/ 32 w 54"/>
                <a:gd name="T9" fmla="*/ 0 h 46"/>
                <a:gd name="T10" fmla="*/ 27 w 54"/>
                <a:gd name="T11" fmla="*/ 4 h 46"/>
                <a:gd name="T12" fmla="*/ 43 w 54"/>
                <a:gd name="T13" fmla="*/ 21 h 46"/>
                <a:gd name="T14" fmla="*/ 0 w 54"/>
                <a:gd name="T15" fmla="*/ 21 h 46"/>
                <a:gd name="T16" fmla="*/ 0 w 54"/>
                <a:gd name="T17" fmla="*/ 27 h 46"/>
                <a:gd name="T18" fmla="*/ 43 w 54"/>
                <a:gd name="T19" fmla="*/ 27 h 46"/>
                <a:gd name="T20" fmla="*/ 27 w 54"/>
                <a:gd name="T21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46">
                  <a:moveTo>
                    <a:pt x="27" y="42"/>
                  </a:moveTo>
                  <a:lnTo>
                    <a:pt x="32" y="46"/>
                  </a:lnTo>
                  <a:lnTo>
                    <a:pt x="54" y="25"/>
                  </a:lnTo>
                  <a:lnTo>
                    <a:pt x="54" y="21"/>
                  </a:lnTo>
                  <a:lnTo>
                    <a:pt x="32" y="0"/>
                  </a:lnTo>
                  <a:lnTo>
                    <a:pt x="27" y="4"/>
                  </a:lnTo>
                  <a:lnTo>
                    <a:pt x="43" y="21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43" y="27"/>
                  </a:lnTo>
                  <a:lnTo>
                    <a:pt x="27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1" name="Группа 620"/>
          <p:cNvGrpSpPr/>
          <p:nvPr/>
        </p:nvGrpSpPr>
        <p:grpSpPr>
          <a:xfrm>
            <a:off x="6788151" y="2848640"/>
            <a:ext cx="304800" cy="254000"/>
            <a:chOff x="6788151" y="2848640"/>
            <a:chExt cx="304800" cy="254000"/>
          </a:xfrm>
        </p:grpSpPr>
        <p:sp>
          <p:nvSpPr>
            <p:cNvPr id="218" name="Rectangle 228"/>
            <p:cNvSpPr>
              <a:spLocks noChangeArrowheads="1"/>
            </p:cNvSpPr>
            <p:nvPr/>
          </p:nvSpPr>
          <p:spPr bwMode="auto">
            <a:xfrm>
              <a:off x="6892926" y="2950240"/>
              <a:ext cx="2000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9" name="Rectangle 229"/>
            <p:cNvSpPr>
              <a:spLocks noChangeArrowheads="1"/>
            </p:cNvSpPr>
            <p:nvPr/>
          </p:nvSpPr>
          <p:spPr bwMode="auto">
            <a:xfrm>
              <a:off x="6892926" y="2997865"/>
              <a:ext cx="1619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0" name="Rectangle 230"/>
            <p:cNvSpPr>
              <a:spLocks noChangeArrowheads="1"/>
            </p:cNvSpPr>
            <p:nvPr/>
          </p:nvSpPr>
          <p:spPr bwMode="auto">
            <a:xfrm>
              <a:off x="6892926" y="3045490"/>
              <a:ext cx="2000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Rectangle 231"/>
            <p:cNvSpPr>
              <a:spLocks noChangeArrowheads="1"/>
            </p:cNvSpPr>
            <p:nvPr/>
          </p:nvSpPr>
          <p:spPr bwMode="auto">
            <a:xfrm>
              <a:off x="6892926" y="3093115"/>
              <a:ext cx="1714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Freeform 232"/>
            <p:cNvSpPr>
              <a:spLocks/>
            </p:cNvSpPr>
            <p:nvPr/>
          </p:nvSpPr>
          <p:spPr bwMode="auto">
            <a:xfrm>
              <a:off x="7059614" y="2854990"/>
              <a:ext cx="14288" cy="14288"/>
            </a:xfrm>
            <a:custGeom>
              <a:avLst/>
              <a:gdLst>
                <a:gd name="T0" fmla="*/ 9 w 9"/>
                <a:gd name="T1" fmla="*/ 0 h 9"/>
                <a:gd name="T2" fmla="*/ 0 w 9"/>
                <a:gd name="T3" fmla="*/ 0 h 9"/>
                <a:gd name="T4" fmla="*/ 0 w 9"/>
                <a:gd name="T5" fmla="*/ 6 h 9"/>
                <a:gd name="T6" fmla="*/ 3 w 9"/>
                <a:gd name="T7" fmla="*/ 6 h 9"/>
                <a:gd name="T8" fmla="*/ 3 w 9"/>
                <a:gd name="T9" fmla="*/ 9 h 9"/>
                <a:gd name="T10" fmla="*/ 9 w 9"/>
                <a:gd name="T11" fmla="*/ 9 h 9"/>
                <a:gd name="T12" fmla="*/ 9 w 9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9"/>
                  </a:ln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Rectangle 233"/>
            <p:cNvSpPr>
              <a:spLocks noChangeArrowheads="1"/>
            </p:cNvSpPr>
            <p:nvPr/>
          </p:nvSpPr>
          <p:spPr bwMode="auto">
            <a:xfrm>
              <a:off x="7002464" y="285499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Rectangle 234"/>
            <p:cNvSpPr>
              <a:spLocks noChangeArrowheads="1"/>
            </p:cNvSpPr>
            <p:nvPr/>
          </p:nvSpPr>
          <p:spPr bwMode="auto">
            <a:xfrm>
              <a:off x="6973889" y="285499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Rectangle 235"/>
            <p:cNvSpPr>
              <a:spLocks noChangeArrowheads="1"/>
            </p:cNvSpPr>
            <p:nvPr/>
          </p:nvSpPr>
          <p:spPr bwMode="auto">
            <a:xfrm>
              <a:off x="7031039" y="285499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6" name="Rectangle 236"/>
            <p:cNvSpPr>
              <a:spLocks noChangeArrowheads="1"/>
            </p:cNvSpPr>
            <p:nvPr/>
          </p:nvSpPr>
          <p:spPr bwMode="auto">
            <a:xfrm>
              <a:off x="6945314" y="285499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Rectangle 237"/>
            <p:cNvSpPr>
              <a:spLocks noChangeArrowheads="1"/>
            </p:cNvSpPr>
            <p:nvPr/>
          </p:nvSpPr>
          <p:spPr bwMode="auto">
            <a:xfrm>
              <a:off x="6916739" y="285499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8" name="Freeform 238"/>
            <p:cNvSpPr>
              <a:spLocks/>
            </p:cNvSpPr>
            <p:nvPr/>
          </p:nvSpPr>
          <p:spPr bwMode="auto">
            <a:xfrm>
              <a:off x="6892926" y="2854990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Rectangle 239"/>
            <p:cNvSpPr>
              <a:spLocks noChangeArrowheads="1"/>
            </p:cNvSpPr>
            <p:nvPr/>
          </p:nvSpPr>
          <p:spPr bwMode="auto">
            <a:xfrm>
              <a:off x="6892926" y="2878803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240"/>
            <p:cNvSpPr>
              <a:spLocks/>
            </p:cNvSpPr>
            <p:nvPr/>
          </p:nvSpPr>
          <p:spPr bwMode="auto">
            <a:xfrm>
              <a:off x="6892926" y="2897853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3 h 9"/>
                <a:gd name="T6" fmla="*/ 6 w 9"/>
                <a:gd name="T7" fmla="*/ 3 h 9"/>
                <a:gd name="T8" fmla="*/ 6 w 9"/>
                <a:gd name="T9" fmla="*/ 0 h 9"/>
                <a:gd name="T10" fmla="*/ 0 w 9"/>
                <a:gd name="T11" fmla="*/ 0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3"/>
                  </a:ln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1" name="Rectangle 241"/>
            <p:cNvSpPr>
              <a:spLocks noChangeArrowheads="1"/>
            </p:cNvSpPr>
            <p:nvPr/>
          </p:nvSpPr>
          <p:spPr bwMode="auto">
            <a:xfrm>
              <a:off x="6916739" y="2902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2" name="Rectangle 242"/>
            <p:cNvSpPr>
              <a:spLocks noChangeArrowheads="1"/>
            </p:cNvSpPr>
            <p:nvPr/>
          </p:nvSpPr>
          <p:spPr bwMode="auto">
            <a:xfrm>
              <a:off x="6945314" y="2902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Rectangle 243"/>
            <p:cNvSpPr>
              <a:spLocks noChangeArrowheads="1"/>
            </p:cNvSpPr>
            <p:nvPr/>
          </p:nvSpPr>
          <p:spPr bwMode="auto">
            <a:xfrm>
              <a:off x="6973889" y="2902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4" name="Rectangle 244"/>
            <p:cNvSpPr>
              <a:spLocks noChangeArrowheads="1"/>
            </p:cNvSpPr>
            <p:nvPr/>
          </p:nvSpPr>
          <p:spPr bwMode="auto">
            <a:xfrm>
              <a:off x="7031039" y="2902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Rectangle 245"/>
            <p:cNvSpPr>
              <a:spLocks noChangeArrowheads="1"/>
            </p:cNvSpPr>
            <p:nvPr/>
          </p:nvSpPr>
          <p:spPr bwMode="auto">
            <a:xfrm>
              <a:off x="7002464" y="2902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6" name="Freeform 246"/>
            <p:cNvSpPr>
              <a:spLocks/>
            </p:cNvSpPr>
            <p:nvPr/>
          </p:nvSpPr>
          <p:spPr bwMode="auto">
            <a:xfrm>
              <a:off x="7059614" y="2897853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0 h 9"/>
                <a:gd name="T6" fmla="*/ 3 w 9"/>
                <a:gd name="T7" fmla="*/ 0 h 9"/>
                <a:gd name="T8" fmla="*/ 3 w 9"/>
                <a:gd name="T9" fmla="*/ 3 h 9"/>
                <a:gd name="T10" fmla="*/ 0 w 9"/>
                <a:gd name="T11" fmla="*/ 3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7" name="Rectangle 247"/>
            <p:cNvSpPr>
              <a:spLocks noChangeArrowheads="1"/>
            </p:cNvSpPr>
            <p:nvPr/>
          </p:nvSpPr>
          <p:spPr bwMode="auto">
            <a:xfrm>
              <a:off x="7064376" y="2878803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8" name="Freeform 248"/>
            <p:cNvSpPr>
              <a:spLocks/>
            </p:cNvSpPr>
            <p:nvPr/>
          </p:nvSpPr>
          <p:spPr bwMode="auto">
            <a:xfrm>
              <a:off x="6788151" y="2848640"/>
              <a:ext cx="85725" cy="73025"/>
            </a:xfrm>
            <a:custGeom>
              <a:avLst/>
              <a:gdLst>
                <a:gd name="T0" fmla="*/ 28 w 54"/>
                <a:gd name="T1" fmla="*/ 42 h 46"/>
                <a:gd name="T2" fmla="*/ 32 w 54"/>
                <a:gd name="T3" fmla="*/ 46 h 46"/>
                <a:gd name="T4" fmla="*/ 54 w 54"/>
                <a:gd name="T5" fmla="*/ 25 h 46"/>
                <a:gd name="T6" fmla="*/ 54 w 54"/>
                <a:gd name="T7" fmla="*/ 21 h 46"/>
                <a:gd name="T8" fmla="*/ 32 w 54"/>
                <a:gd name="T9" fmla="*/ 0 h 46"/>
                <a:gd name="T10" fmla="*/ 28 w 54"/>
                <a:gd name="T11" fmla="*/ 4 h 46"/>
                <a:gd name="T12" fmla="*/ 44 w 54"/>
                <a:gd name="T13" fmla="*/ 19 h 46"/>
                <a:gd name="T14" fmla="*/ 0 w 54"/>
                <a:gd name="T15" fmla="*/ 19 h 46"/>
                <a:gd name="T16" fmla="*/ 0 w 54"/>
                <a:gd name="T17" fmla="*/ 25 h 46"/>
                <a:gd name="T18" fmla="*/ 44 w 54"/>
                <a:gd name="T19" fmla="*/ 25 h 46"/>
                <a:gd name="T20" fmla="*/ 28 w 54"/>
                <a:gd name="T21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46">
                  <a:moveTo>
                    <a:pt x="28" y="42"/>
                  </a:moveTo>
                  <a:lnTo>
                    <a:pt x="32" y="46"/>
                  </a:lnTo>
                  <a:lnTo>
                    <a:pt x="54" y="25"/>
                  </a:lnTo>
                  <a:lnTo>
                    <a:pt x="54" y="21"/>
                  </a:lnTo>
                  <a:lnTo>
                    <a:pt x="32" y="0"/>
                  </a:lnTo>
                  <a:lnTo>
                    <a:pt x="28" y="4"/>
                  </a:lnTo>
                  <a:lnTo>
                    <a:pt x="44" y="19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44" y="25"/>
                  </a:lnTo>
                  <a:lnTo>
                    <a:pt x="28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39" name="Freeform 249"/>
          <p:cNvSpPr>
            <a:spLocks noEditPoints="1"/>
          </p:cNvSpPr>
          <p:nvPr/>
        </p:nvSpPr>
        <p:spPr bwMode="auto">
          <a:xfrm>
            <a:off x="2054226" y="3218528"/>
            <a:ext cx="303213" cy="303213"/>
          </a:xfrm>
          <a:custGeom>
            <a:avLst/>
            <a:gdLst>
              <a:gd name="T0" fmla="*/ 125 w 191"/>
              <a:gd name="T1" fmla="*/ 0 h 191"/>
              <a:gd name="T2" fmla="*/ 0 w 191"/>
              <a:gd name="T3" fmla="*/ 0 h 191"/>
              <a:gd name="T4" fmla="*/ 0 w 191"/>
              <a:gd name="T5" fmla="*/ 125 h 191"/>
              <a:gd name="T6" fmla="*/ 66 w 191"/>
              <a:gd name="T7" fmla="*/ 125 h 191"/>
              <a:gd name="T8" fmla="*/ 66 w 191"/>
              <a:gd name="T9" fmla="*/ 191 h 191"/>
              <a:gd name="T10" fmla="*/ 191 w 191"/>
              <a:gd name="T11" fmla="*/ 191 h 191"/>
              <a:gd name="T12" fmla="*/ 191 w 191"/>
              <a:gd name="T13" fmla="*/ 66 h 191"/>
              <a:gd name="T14" fmla="*/ 125 w 191"/>
              <a:gd name="T15" fmla="*/ 66 h 191"/>
              <a:gd name="T16" fmla="*/ 125 w 191"/>
              <a:gd name="T17" fmla="*/ 0 h 191"/>
              <a:gd name="T18" fmla="*/ 6 w 191"/>
              <a:gd name="T19" fmla="*/ 6 h 191"/>
              <a:gd name="T20" fmla="*/ 119 w 191"/>
              <a:gd name="T21" fmla="*/ 6 h 191"/>
              <a:gd name="T22" fmla="*/ 119 w 191"/>
              <a:gd name="T23" fmla="*/ 66 h 191"/>
              <a:gd name="T24" fmla="*/ 66 w 191"/>
              <a:gd name="T25" fmla="*/ 66 h 191"/>
              <a:gd name="T26" fmla="*/ 66 w 191"/>
              <a:gd name="T27" fmla="*/ 119 h 191"/>
              <a:gd name="T28" fmla="*/ 6 w 191"/>
              <a:gd name="T29" fmla="*/ 119 h 191"/>
              <a:gd name="T30" fmla="*/ 6 w 191"/>
              <a:gd name="T31" fmla="*/ 6 h 191"/>
              <a:gd name="T32" fmla="*/ 119 w 191"/>
              <a:gd name="T33" fmla="*/ 72 h 191"/>
              <a:gd name="T34" fmla="*/ 119 w 191"/>
              <a:gd name="T35" fmla="*/ 119 h 191"/>
              <a:gd name="T36" fmla="*/ 72 w 191"/>
              <a:gd name="T37" fmla="*/ 119 h 191"/>
              <a:gd name="T38" fmla="*/ 72 w 191"/>
              <a:gd name="T39" fmla="*/ 72 h 191"/>
              <a:gd name="T40" fmla="*/ 119 w 191"/>
              <a:gd name="T41" fmla="*/ 72 h 191"/>
              <a:gd name="T42" fmla="*/ 185 w 191"/>
              <a:gd name="T43" fmla="*/ 185 h 191"/>
              <a:gd name="T44" fmla="*/ 72 w 191"/>
              <a:gd name="T45" fmla="*/ 185 h 191"/>
              <a:gd name="T46" fmla="*/ 72 w 191"/>
              <a:gd name="T47" fmla="*/ 125 h 191"/>
              <a:gd name="T48" fmla="*/ 125 w 191"/>
              <a:gd name="T49" fmla="*/ 125 h 191"/>
              <a:gd name="T50" fmla="*/ 125 w 191"/>
              <a:gd name="T51" fmla="*/ 72 h 191"/>
              <a:gd name="T52" fmla="*/ 185 w 191"/>
              <a:gd name="T53" fmla="*/ 72 h 191"/>
              <a:gd name="T54" fmla="*/ 185 w 191"/>
              <a:gd name="T55" fmla="*/ 185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91" h="191">
                <a:moveTo>
                  <a:pt x="125" y="0"/>
                </a:moveTo>
                <a:lnTo>
                  <a:pt x="0" y="0"/>
                </a:lnTo>
                <a:lnTo>
                  <a:pt x="0" y="125"/>
                </a:lnTo>
                <a:lnTo>
                  <a:pt x="66" y="125"/>
                </a:lnTo>
                <a:lnTo>
                  <a:pt x="66" y="191"/>
                </a:lnTo>
                <a:lnTo>
                  <a:pt x="191" y="191"/>
                </a:lnTo>
                <a:lnTo>
                  <a:pt x="191" y="66"/>
                </a:lnTo>
                <a:lnTo>
                  <a:pt x="125" y="66"/>
                </a:lnTo>
                <a:lnTo>
                  <a:pt x="125" y="0"/>
                </a:lnTo>
                <a:close/>
                <a:moveTo>
                  <a:pt x="6" y="6"/>
                </a:moveTo>
                <a:lnTo>
                  <a:pt x="119" y="6"/>
                </a:lnTo>
                <a:lnTo>
                  <a:pt x="119" y="66"/>
                </a:lnTo>
                <a:lnTo>
                  <a:pt x="66" y="66"/>
                </a:lnTo>
                <a:lnTo>
                  <a:pt x="66" y="119"/>
                </a:lnTo>
                <a:lnTo>
                  <a:pt x="6" y="119"/>
                </a:lnTo>
                <a:lnTo>
                  <a:pt x="6" y="6"/>
                </a:lnTo>
                <a:close/>
                <a:moveTo>
                  <a:pt x="119" y="72"/>
                </a:moveTo>
                <a:lnTo>
                  <a:pt x="119" y="119"/>
                </a:lnTo>
                <a:lnTo>
                  <a:pt x="72" y="119"/>
                </a:lnTo>
                <a:lnTo>
                  <a:pt x="72" y="72"/>
                </a:lnTo>
                <a:lnTo>
                  <a:pt x="119" y="72"/>
                </a:lnTo>
                <a:close/>
                <a:moveTo>
                  <a:pt x="185" y="185"/>
                </a:moveTo>
                <a:lnTo>
                  <a:pt x="72" y="185"/>
                </a:lnTo>
                <a:lnTo>
                  <a:pt x="72" y="125"/>
                </a:lnTo>
                <a:lnTo>
                  <a:pt x="125" y="125"/>
                </a:lnTo>
                <a:lnTo>
                  <a:pt x="125" y="72"/>
                </a:lnTo>
                <a:lnTo>
                  <a:pt x="185" y="72"/>
                </a:lnTo>
                <a:lnTo>
                  <a:pt x="185" y="1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22" name="Группа 621"/>
          <p:cNvGrpSpPr/>
          <p:nvPr/>
        </p:nvGrpSpPr>
        <p:grpSpPr>
          <a:xfrm>
            <a:off x="2447926" y="3218528"/>
            <a:ext cx="304801" cy="303213"/>
            <a:chOff x="2447926" y="3218528"/>
            <a:chExt cx="304801" cy="303213"/>
          </a:xfrm>
        </p:grpSpPr>
        <p:sp>
          <p:nvSpPr>
            <p:cNvPr id="240" name="Freeform 250"/>
            <p:cNvSpPr>
              <a:spLocks noEditPoints="1"/>
            </p:cNvSpPr>
            <p:nvPr/>
          </p:nvSpPr>
          <p:spPr bwMode="auto">
            <a:xfrm>
              <a:off x="2538414" y="3309015"/>
              <a:ext cx="123825" cy="122238"/>
            </a:xfrm>
            <a:custGeom>
              <a:avLst/>
              <a:gdLst>
                <a:gd name="T0" fmla="*/ 69 w 78"/>
                <a:gd name="T1" fmla="*/ 15 h 77"/>
                <a:gd name="T2" fmla="*/ 78 w 78"/>
                <a:gd name="T3" fmla="*/ 15 h 77"/>
                <a:gd name="T4" fmla="*/ 78 w 78"/>
                <a:gd name="T5" fmla="*/ 9 h 77"/>
                <a:gd name="T6" fmla="*/ 69 w 78"/>
                <a:gd name="T7" fmla="*/ 9 h 77"/>
                <a:gd name="T8" fmla="*/ 69 w 78"/>
                <a:gd name="T9" fmla="*/ 0 h 77"/>
                <a:gd name="T10" fmla="*/ 63 w 78"/>
                <a:gd name="T11" fmla="*/ 0 h 77"/>
                <a:gd name="T12" fmla="*/ 63 w 78"/>
                <a:gd name="T13" fmla="*/ 9 h 77"/>
                <a:gd name="T14" fmla="*/ 9 w 78"/>
                <a:gd name="T15" fmla="*/ 9 h 77"/>
                <a:gd name="T16" fmla="*/ 9 w 78"/>
                <a:gd name="T17" fmla="*/ 62 h 77"/>
                <a:gd name="T18" fmla="*/ 0 w 78"/>
                <a:gd name="T19" fmla="*/ 62 h 77"/>
                <a:gd name="T20" fmla="*/ 0 w 78"/>
                <a:gd name="T21" fmla="*/ 68 h 77"/>
                <a:gd name="T22" fmla="*/ 9 w 78"/>
                <a:gd name="T23" fmla="*/ 68 h 77"/>
                <a:gd name="T24" fmla="*/ 9 w 78"/>
                <a:gd name="T25" fmla="*/ 77 h 77"/>
                <a:gd name="T26" fmla="*/ 15 w 78"/>
                <a:gd name="T27" fmla="*/ 77 h 77"/>
                <a:gd name="T28" fmla="*/ 15 w 78"/>
                <a:gd name="T29" fmla="*/ 68 h 77"/>
                <a:gd name="T30" fmla="*/ 69 w 78"/>
                <a:gd name="T31" fmla="*/ 68 h 77"/>
                <a:gd name="T32" fmla="*/ 69 w 78"/>
                <a:gd name="T33" fmla="*/ 15 h 77"/>
                <a:gd name="T34" fmla="*/ 15 w 78"/>
                <a:gd name="T35" fmla="*/ 62 h 77"/>
                <a:gd name="T36" fmla="*/ 15 w 78"/>
                <a:gd name="T37" fmla="*/ 15 h 77"/>
                <a:gd name="T38" fmla="*/ 63 w 78"/>
                <a:gd name="T39" fmla="*/ 15 h 77"/>
                <a:gd name="T40" fmla="*/ 63 w 78"/>
                <a:gd name="T41" fmla="*/ 62 h 77"/>
                <a:gd name="T42" fmla="*/ 15 w 78"/>
                <a:gd name="T43" fmla="*/ 6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" h="77">
                  <a:moveTo>
                    <a:pt x="69" y="15"/>
                  </a:moveTo>
                  <a:lnTo>
                    <a:pt x="78" y="15"/>
                  </a:lnTo>
                  <a:lnTo>
                    <a:pt x="78" y="9"/>
                  </a:lnTo>
                  <a:lnTo>
                    <a:pt x="69" y="9"/>
                  </a:lnTo>
                  <a:lnTo>
                    <a:pt x="69" y="0"/>
                  </a:lnTo>
                  <a:lnTo>
                    <a:pt x="63" y="0"/>
                  </a:lnTo>
                  <a:lnTo>
                    <a:pt x="63" y="9"/>
                  </a:lnTo>
                  <a:lnTo>
                    <a:pt x="9" y="9"/>
                  </a:lnTo>
                  <a:lnTo>
                    <a:pt x="9" y="62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9" y="68"/>
                  </a:lnTo>
                  <a:lnTo>
                    <a:pt x="9" y="77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69" y="68"/>
                  </a:lnTo>
                  <a:lnTo>
                    <a:pt x="69" y="15"/>
                  </a:lnTo>
                  <a:close/>
                  <a:moveTo>
                    <a:pt x="15" y="62"/>
                  </a:moveTo>
                  <a:lnTo>
                    <a:pt x="15" y="15"/>
                  </a:lnTo>
                  <a:lnTo>
                    <a:pt x="63" y="15"/>
                  </a:lnTo>
                  <a:lnTo>
                    <a:pt x="63" y="62"/>
                  </a:lnTo>
                  <a:lnTo>
                    <a:pt x="15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Rectangle 251"/>
            <p:cNvSpPr>
              <a:spLocks noChangeArrowheads="1"/>
            </p:cNvSpPr>
            <p:nvPr/>
          </p:nvSpPr>
          <p:spPr bwMode="auto">
            <a:xfrm>
              <a:off x="2528889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Freeform 252"/>
            <p:cNvSpPr>
              <a:spLocks/>
            </p:cNvSpPr>
            <p:nvPr/>
          </p:nvSpPr>
          <p:spPr bwMode="auto">
            <a:xfrm>
              <a:off x="2447926" y="3218528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3" name="Rectangle 253"/>
            <p:cNvSpPr>
              <a:spLocks noChangeArrowheads="1"/>
            </p:cNvSpPr>
            <p:nvPr/>
          </p:nvSpPr>
          <p:spPr bwMode="auto">
            <a:xfrm>
              <a:off x="2557464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Rectangle 254"/>
            <p:cNvSpPr>
              <a:spLocks noChangeArrowheads="1"/>
            </p:cNvSpPr>
            <p:nvPr/>
          </p:nvSpPr>
          <p:spPr bwMode="auto">
            <a:xfrm>
              <a:off x="2481264" y="340744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Rectangle 255"/>
            <p:cNvSpPr>
              <a:spLocks noChangeArrowheads="1"/>
            </p:cNvSpPr>
            <p:nvPr/>
          </p:nvSpPr>
          <p:spPr bwMode="auto">
            <a:xfrm>
              <a:off x="2500314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Rectangle 256"/>
            <p:cNvSpPr>
              <a:spLocks noChangeArrowheads="1"/>
            </p:cNvSpPr>
            <p:nvPr/>
          </p:nvSpPr>
          <p:spPr bwMode="auto">
            <a:xfrm>
              <a:off x="2509839" y="340744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Rectangle 257"/>
            <p:cNvSpPr>
              <a:spLocks noChangeArrowheads="1"/>
            </p:cNvSpPr>
            <p:nvPr/>
          </p:nvSpPr>
          <p:spPr bwMode="auto">
            <a:xfrm>
              <a:off x="2447926" y="32994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Rectangle 258"/>
            <p:cNvSpPr>
              <a:spLocks noChangeArrowheads="1"/>
            </p:cNvSpPr>
            <p:nvPr/>
          </p:nvSpPr>
          <p:spPr bwMode="auto">
            <a:xfrm>
              <a:off x="2471739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Rectangle 259"/>
            <p:cNvSpPr>
              <a:spLocks noChangeArrowheads="1"/>
            </p:cNvSpPr>
            <p:nvPr/>
          </p:nvSpPr>
          <p:spPr bwMode="auto">
            <a:xfrm>
              <a:off x="2447926" y="32423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Rectangle 260"/>
            <p:cNvSpPr>
              <a:spLocks noChangeArrowheads="1"/>
            </p:cNvSpPr>
            <p:nvPr/>
          </p:nvSpPr>
          <p:spPr bwMode="auto">
            <a:xfrm>
              <a:off x="2452689" y="340744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Rectangle 261"/>
            <p:cNvSpPr>
              <a:spLocks noChangeArrowheads="1"/>
            </p:cNvSpPr>
            <p:nvPr/>
          </p:nvSpPr>
          <p:spPr bwMode="auto">
            <a:xfrm>
              <a:off x="2447926" y="32709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Rectangle 262"/>
            <p:cNvSpPr>
              <a:spLocks noChangeArrowheads="1"/>
            </p:cNvSpPr>
            <p:nvPr/>
          </p:nvSpPr>
          <p:spPr bwMode="auto">
            <a:xfrm>
              <a:off x="2447926" y="3328065"/>
              <a:ext cx="9525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Rectangle 263"/>
            <p:cNvSpPr>
              <a:spLocks noChangeArrowheads="1"/>
            </p:cNvSpPr>
            <p:nvPr/>
          </p:nvSpPr>
          <p:spPr bwMode="auto">
            <a:xfrm>
              <a:off x="2614614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Rectangle 264"/>
            <p:cNvSpPr>
              <a:spLocks noChangeArrowheads="1"/>
            </p:cNvSpPr>
            <p:nvPr/>
          </p:nvSpPr>
          <p:spPr bwMode="auto">
            <a:xfrm>
              <a:off x="2638426" y="32804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Rectangle 265"/>
            <p:cNvSpPr>
              <a:spLocks noChangeArrowheads="1"/>
            </p:cNvSpPr>
            <p:nvPr/>
          </p:nvSpPr>
          <p:spPr bwMode="auto">
            <a:xfrm>
              <a:off x="2586039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6" name="Rectangle 266"/>
            <p:cNvSpPr>
              <a:spLocks noChangeArrowheads="1"/>
            </p:cNvSpPr>
            <p:nvPr/>
          </p:nvSpPr>
          <p:spPr bwMode="auto">
            <a:xfrm>
              <a:off x="2447926" y="33836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Rectangle 267"/>
            <p:cNvSpPr>
              <a:spLocks noChangeArrowheads="1"/>
            </p:cNvSpPr>
            <p:nvPr/>
          </p:nvSpPr>
          <p:spPr bwMode="auto">
            <a:xfrm>
              <a:off x="2638426" y="32518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8" name="Rectangle 268"/>
            <p:cNvSpPr>
              <a:spLocks noChangeArrowheads="1"/>
            </p:cNvSpPr>
            <p:nvPr/>
          </p:nvSpPr>
          <p:spPr bwMode="auto">
            <a:xfrm>
              <a:off x="2447926" y="335505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Rectangle 269"/>
            <p:cNvSpPr>
              <a:spLocks noChangeArrowheads="1"/>
            </p:cNvSpPr>
            <p:nvPr/>
          </p:nvSpPr>
          <p:spPr bwMode="auto">
            <a:xfrm>
              <a:off x="2638426" y="32232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Freeform 270"/>
            <p:cNvSpPr>
              <a:spLocks/>
            </p:cNvSpPr>
            <p:nvPr/>
          </p:nvSpPr>
          <p:spPr bwMode="auto">
            <a:xfrm>
              <a:off x="2738439" y="3507453"/>
              <a:ext cx="14288" cy="14288"/>
            </a:xfrm>
            <a:custGeom>
              <a:avLst/>
              <a:gdLst>
                <a:gd name="T0" fmla="*/ 9 w 9"/>
                <a:gd name="T1" fmla="*/ 0 h 9"/>
                <a:gd name="T2" fmla="*/ 3 w 9"/>
                <a:gd name="T3" fmla="*/ 0 h 9"/>
                <a:gd name="T4" fmla="*/ 3 w 9"/>
                <a:gd name="T5" fmla="*/ 3 h 9"/>
                <a:gd name="T6" fmla="*/ 0 w 9"/>
                <a:gd name="T7" fmla="*/ 3 h 9"/>
                <a:gd name="T8" fmla="*/ 0 w 9"/>
                <a:gd name="T9" fmla="*/ 9 h 9"/>
                <a:gd name="T10" fmla="*/ 9 w 9"/>
                <a:gd name="T11" fmla="*/ 9 h 9"/>
                <a:gd name="T12" fmla="*/ 9 w 9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1" name="Rectangle 271"/>
            <p:cNvSpPr>
              <a:spLocks noChangeArrowheads="1"/>
            </p:cNvSpPr>
            <p:nvPr/>
          </p:nvSpPr>
          <p:spPr bwMode="auto">
            <a:xfrm>
              <a:off x="2743201" y="34788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Rectangle 272"/>
            <p:cNvSpPr>
              <a:spLocks noChangeArrowheads="1"/>
            </p:cNvSpPr>
            <p:nvPr/>
          </p:nvSpPr>
          <p:spPr bwMode="auto">
            <a:xfrm>
              <a:off x="2728914" y="332330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Rectangle 273"/>
            <p:cNvSpPr>
              <a:spLocks noChangeArrowheads="1"/>
            </p:cNvSpPr>
            <p:nvPr/>
          </p:nvSpPr>
          <p:spPr bwMode="auto">
            <a:xfrm>
              <a:off x="2743201" y="339315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4" name="Rectangle 274"/>
            <p:cNvSpPr>
              <a:spLocks noChangeArrowheads="1"/>
            </p:cNvSpPr>
            <p:nvPr/>
          </p:nvSpPr>
          <p:spPr bwMode="auto">
            <a:xfrm>
              <a:off x="2743201" y="34217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Rectangle 275"/>
            <p:cNvSpPr>
              <a:spLocks noChangeArrowheads="1"/>
            </p:cNvSpPr>
            <p:nvPr/>
          </p:nvSpPr>
          <p:spPr bwMode="auto">
            <a:xfrm>
              <a:off x="2743201" y="34503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6" name="Rectangle 276"/>
            <p:cNvSpPr>
              <a:spLocks noChangeArrowheads="1"/>
            </p:cNvSpPr>
            <p:nvPr/>
          </p:nvSpPr>
          <p:spPr bwMode="auto">
            <a:xfrm>
              <a:off x="2595564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Rectangle 277"/>
            <p:cNvSpPr>
              <a:spLocks noChangeArrowheads="1"/>
            </p:cNvSpPr>
            <p:nvPr/>
          </p:nvSpPr>
          <p:spPr bwMode="auto">
            <a:xfrm>
              <a:off x="2624139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8" name="Rectangle 278"/>
            <p:cNvSpPr>
              <a:spLocks noChangeArrowheads="1"/>
            </p:cNvSpPr>
            <p:nvPr/>
          </p:nvSpPr>
          <p:spPr bwMode="auto">
            <a:xfrm>
              <a:off x="2566989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Rectangle 279"/>
            <p:cNvSpPr>
              <a:spLocks noChangeArrowheads="1"/>
            </p:cNvSpPr>
            <p:nvPr/>
          </p:nvSpPr>
          <p:spPr bwMode="auto">
            <a:xfrm>
              <a:off x="2743201" y="33645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0" name="Rectangle 280"/>
            <p:cNvSpPr>
              <a:spLocks noChangeArrowheads="1"/>
            </p:cNvSpPr>
            <p:nvPr/>
          </p:nvSpPr>
          <p:spPr bwMode="auto">
            <a:xfrm>
              <a:off x="2552701" y="34407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Rectangle 281"/>
            <p:cNvSpPr>
              <a:spLocks noChangeArrowheads="1"/>
            </p:cNvSpPr>
            <p:nvPr/>
          </p:nvSpPr>
          <p:spPr bwMode="auto">
            <a:xfrm>
              <a:off x="2652714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Rectangle 282"/>
            <p:cNvSpPr>
              <a:spLocks noChangeArrowheads="1"/>
            </p:cNvSpPr>
            <p:nvPr/>
          </p:nvSpPr>
          <p:spPr bwMode="auto">
            <a:xfrm>
              <a:off x="2552701" y="34979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Rectangle 283"/>
            <p:cNvSpPr>
              <a:spLocks noChangeArrowheads="1"/>
            </p:cNvSpPr>
            <p:nvPr/>
          </p:nvSpPr>
          <p:spPr bwMode="auto">
            <a:xfrm>
              <a:off x="2709864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Rectangle 284"/>
            <p:cNvSpPr>
              <a:spLocks noChangeArrowheads="1"/>
            </p:cNvSpPr>
            <p:nvPr/>
          </p:nvSpPr>
          <p:spPr bwMode="auto">
            <a:xfrm>
              <a:off x="2743201" y="33360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Rectangle 285"/>
            <p:cNvSpPr>
              <a:spLocks noChangeArrowheads="1"/>
            </p:cNvSpPr>
            <p:nvPr/>
          </p:nvSpPr>
          <p:spPr bwMode="auto">
            <a:xfrm>
              <a:off x="2681289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Rectangle 286"/>
            <p:cNvSpPr>
              <a:spLocks noChangeArrowheads="1"/>
            </p:cNvSpPr>
            <p:nvPr/>
          </p:nvSpPr>
          <p:spPr bwMode="auto">
            <a:xfrm>
              <a:off x="2671764" y="332330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Rectangle 287"/>
            <p:cNvSpPr>
              <a:spLocks noChangeArrowheads="1"/>
            </p:cNvSpPr>
            <p:nvPr/>
          </p:nvSpPr>
          <p:spPr bwMode="auto">
            <a:xfrm>
              <a:off x="2700339" y="332330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Rectangle 288"/>
            <p:cNvSpPr>
              <a:spLocks noChangeArrowheads="1"/>
            </p:cNvSpPr>
            <p:nvPr/>
          </p:nvSpPr>
          <p:spPr bwMode="auto">
            <a:xfrm>
              <a:off x="2552701" y="346935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3" name="Группа 622"/>
          <p:cNvGrpSpPr/>
          <p:nvPr/>
        </p:nvGrpSpPr>
        <p:grpSpPr>
          <a:xfrm>
            <a:off x="2843214" y="3218528"/>
            <a:ext cx="303213" cy="303213"/>
            <a:chOff x="2843214" y="3218528"/>
            <a:chExt cx="303213" cy="303213"/>
          </a:xfrm>
        </p:grpSpPr>
        <p:sp>
          <p:nvSpPr>
            <p:cNvPr id="279" name="Rectangle 289"/>
            <p:cNvSpPr>
              <a:spLocks noChangeArrowheads="1"/>
            </p:cNvSpPr>
            <p:nvPr/>
          </p:nvSpPr>
          <p:spPr bwMode="auto">
            <a:xfrm>
              <a:off x="3079751" y="332330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0" name="Rectangle 290"/>
            <p:cNvSpPr>
              <a:spLocks noChangeArrowheads="1"/>
            </p:cNvSpPr>
            <p:nvPr/>
          </p:nvSpPr>
          <p:spPr bwMode="auto">
            <a:xfrm>
              <a:off x="3108326" y="3323303"/>
              <a:ext cx="1428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Rectangle 291"/>
            <p:cNvSpPr>
              <a:spLocks noChangeArrowheads="1"/>
            </p:cNvSpPr>
            <p:nvPr/>
          </p:nvSpPr>
          <p:spPr bwMode="auto">
            <a:xfrm>
              <a:off x="3055939" y="3323303"/>
              <a:ext cx="1428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Freeform 292"/>
            <p:cNvSpPr>
              <a:spLocks/>
            </p:cNvSpPr>
            <p:nvPr/>
          </p:nvSpPr>
          <p:spPr bwMode="auto">
            <a:xfrm>
              <a:off x="3132139" y="3323303"/>
              <a:ext cx="14288" cy="12700"/>
            </a:xfrm>
            <a:custGeom>
              <a:avLst/>
              <a:gdLst>
                <a:gd name="T0" fmla="*/ 9 w 9"/>
                <a:gd name="T1" fmla="*/ 0 h 8"/>
                <a:gd name="T2" fmla="*/ 0 w 9"/>
                <a:gd name="T3" fmla="*/ 0 h 8"/>
                <a:gd name="T4" fmla="*/ 0 w 9"/>
                <a:gd name="T5" fmla="*/ 6 h 8"/>
                <a:gd name="T6" fmla="*/ 3 w 9"/>
                <a:gd name="T7" fmla="*/ 6 h 8"/>
                <a:gd name="T8" fmla="*/ 3 w 9"/>
                <a:gd name="T9" fmla="*/ 8 h 8"/>
                <a:gd name="T10" fmla="*/ 9 w 9"/>
                <a:gd name="T11" fmla="*/ 8 h 8"/>
                <a:gd name="T12" fmla="*/ 9 w 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9" y="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Rectangle 293"/>
            <p:cNvSpPr>
              <a:spLocks noChangeArrowheads="1"/>
            </p:cNvSpPr>
            <p:nvPr/>
          </p:nvSpPr>
          <p:spPr bwMode="auto">
            <a:xfrm>
              <a:off x="3136901" y="34788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Rectangle 294"/>
            <p:cNvSpPr>
              <a:spLocks noChangeArrowheads="1"/>
            </p:cNvSpPr>
            <p:nvPr/>
          </p:nvSpPr>
          <p:spPr bwMode="auto">
            <a:xfrm>
              <a:off x="3136901" y="3455065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Rectangle 295"/>
            <p:cNvSpPr>
              <a:spLocks noChangeArrowheads="1"/>
            </p:cNvSpPr>
            <p:nvPr/>
          </p:nvSpPr>
          <p:spPr bwMode="auto">
            <a:xfrm>
              <a:off x="3136901" y="33979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Rectangle 296"/>
            <p:cNvSpPr>
              <a:spLocks noChangeArrowheads="1"/>
            </p:cNvSpPr>
            <p:nvPr/>
          </p:nvSpPr>
          <p:spPr bwMode="auto">
            <a:xfrm>
              <a:off x="3136901" y="3374103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7" name="Rectangle 297"/>
            <p:cNvSpPr>
              <a:spLocks noChangeArrowheads="1"/>
            </p:cNvSpPr>
            <p:nvPr/>
          </p:nvSpPr>
          <p:spPr bwMode="auto">
            <a:xfrm>
              <a:off x="3136901" y="33455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Rectangle 298"/>
            <p:cNvSpPr>
              <a:spLocks noChangeArrowheads="1"/>
            </p:cNvSpPr>
            <p:nvPr/>
          </p:nvSpPr>
          <p:spPr bwMode="auto">
            <a:xfrm>
              <a:off x="3136901" y="34264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299"/>
            <p:cNvSpPr>
              <a:spLocks/>
            </p:cNvSpPr>
            <p:nvPr/>
          </p:nvSpPr>
          <p:spPr bwMode="auto">
            <a:xfrm>
              <a:off x="3132139" y="3507453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Rectangle 300"/>
            <p:cNvSpPr>
              <a:spLocks noChangeArrowheads="1"/>
            </p:cNvSpPr>
            <p:nvPr/>
          </p:nvSpPr>
          <p:spPr bwMode="auto">
            <a:xfrm>
              <a:off x="2970214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Rectangle 301"/>
            <p:cNvSpPr>
              <a:spLocks noChangeArrowheads="1"/>
            </p:cNvSpPr>
            <p:nvPr/>
          </p:nvSpPr>
          <p:spPr bwMode="auto">
            <a:xfrm>
              <a:off x="2998789" y="3512215"/>
              <a:ext cx="1428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Rectangle 302"/>
            <p:cNvSpPr>
              <a:spLocks noChangeArrowheads="1"/>
            </p:cNvSpPr>
            <p:nvPr/>
          </p:nvSpPr>
          <p:spPr bwMode="auto">
            <a:xfrm>
              <a:off x="3022601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Rectangle 303"/>
            <p:cNvSpPr>
              <a:spLocks noChangeArrowheads="1"/>
            </p:cNvSpPr>
            <p:nvPr/>
          </p:nvSpPr>
          <p:spPr bwMode="auto">
            <a:xfrm>
              <a:off x="3103564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4" name="Rectangle 304"/>
            <p:cNvSpPr>
              <a:spLocks noChangeArrowheads="1"/>
            </p:cNvSpPr>
            <p:nvPr/>
          </p:nvSpPr>
          <p:spPr bwMode="auto">
            <a:xfrm>
              <a:off x="3051176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5" name="Rectangle 305"/>
            <p:cNvSpPr>
              <a:spLocks noChangeArrowheads="1"/>
            </p:cNvSpPr>
            <p:nvPr/>
          </p:nvSpPr>
          <p:spPr bwMode="auto">
            <a:xfrm>
              <a:off x="3079751" y="3512215"/>
              <a:ext cx="1428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6" name="Freeform 306"/>
            <p:cNvSpPr>
              <a:spLocks/>
            </p:cNvSpPr>
            <p:nvPr/>
          </p:nvSpPr>
          <p:spPr bwMode="auto">
            <a:xfrm>
              <a:off x="2946401" y="3507453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3 h 9"/>
                <a:gd name="T6" fmla="*/ 6 w 9"/>
                <a:gd name="T7" fmla="*/ 3 h 9"/>
                <a:gd name="T8" fmla="*/ 6 w 9"/>
                <a:gd name="T9" fmla="*/ 0 h 9"/>
                <a:gd name="T10" fmla="*/ 0 w 9"/>
                <a:gd name="T11" fmla="*/ 0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3"/>
                  </a:ln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7" name="Rectangle 307"/>
            <p:cNvSpPr>
              <a:spLocks noChangeArrowheads="1"/>
            </p:cNvSpPr>
            <p:nvPr/>
          </p:nvSpPr>
          <p:spPr bwMode="auto">
            <a:xfrm>
              <a:off x="2946401" y="34550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8" name="Rectangle 308"/>
            <p:cNvSpPr>
              <a:spLocks noChangeArrowheads="1"/>
            </p:cNvSpPr>
            <p:nvPr/>
          </p:nvSpPr>
          <p:spPr bwMode="auto">
            <a:xfrm>
              <a:off x="2946401" y="3483640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9" name="Rectangle 309"/>
            <p:cNvSpPr>
              <a:spLocks noChangeArrowheads="1"/>
            </p:cNvSpPr>
            <p:nvPr/>
          </p:nvSpPr>
          <p:spPr bwMode="auto">
            <a:xfrm>
              <a:off x="2946401" y="3431253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0" name="Freeform 310"/>
            <p:cNvSpPr>
              <a:spLocks noEditPoints="1"/>
            </p:cNvSpPr>
            <p:nvPr/>
          </p:nvSpPr>
          <p:spPr bwMode="auto">
            <a:xfrm>
              <a:off x="2843214" y="3218528"/>
              <a:ext cx="203200" cy="203200"/>
            </a:xfrm>
            <a:custGeom>
              <a:avLst/>
              <a:gdLst>
                <a:gd name="T0" fmla="*/ 65 w 128"/>
                <a:gd name="T1" fmla="*/ 128 h 128"/>
                <a:gd name="T2" fmla="*/ 71 w 128"/>
                <a:gd name="T3" fmla="*/ 128 h 128"/>
                <a:gd name="T4" fmla="*/ 71 w 128"/>
                <a:gd name="T5" fmla="*/ 122 h 128"/>
                <a:gd name="T6" fmla="*/ 71 w 128"/>
                <a:gd name="T7" fmla="*/ 72 h 128"/>
                <a:gd name="T8" fmla="*/ 122 w 128"/>
                <a:gd name="T9" fmla="*/ 72 h 128"/>
                <a:gd name="T10" fmla="*/ 128 w 128"/>
                <a:gd name="T11" fmla="*/ 72 h 128"/>
                <a:gd name="T12" fmla="*/ 128 w 128"/>
                <a:gd name="T13" fmla="*/ 66 h 128"/>
                <a:gd name="T14" fmla="*/ 125 w 128"/>
                <a:gd name="T15" fmla="*/ 66 h 128"/>
                <a:gd name="T16" fmla="*/ 125 w 128"/>
                <a:gd name="T17" fmla="*/ 0 h 128"/>
                <a:gd name="T18" fmla="*/ 0 w 128"/>
                <a:gd name="T19" fmla="*/ 0 h 128"/>
                <a:gd name="T20" fmla="*/ 0 w 128"/>
                <a:gd name="T21" fmla="*/ 125 h 128"/>
                <a:gd name="T22" fmla="*/ 65 w 128"/>
                <a:gd name="T23" fmla="*/ 125 h 128"/>
                <a:gd name="T24" fmla="*/ 65 w 128"/>
                <a:gd name="T25" fmla="*/ 128 h 128"/>
                <a:gd name="T26" fmla="*/ 6 w 128"/>
                <a:gd name="T27" fmla="*/ 6 h 128"/>
                <a:gd name="T28" fmla="*/ 119 w 128"/>
                <a:gd name="T29" fmla="*/ 6 h 128"/>
                <a:gd name="T30" fmla="*/ 119 w 128"/>
                <a:gd name="T31" fmla="*/ 66 h 128"/>
                <a:gd name="T32" fmla="*/ 65 w 128"/>
                <a:gd name="T33" fmla="*/ 66 h 128"/>
                <a:gd name="T34" fmla="*/ 65 w 128"/>
                <a:gd name="T35" fmla="*/ 119 h 128"/>
                <a:gd name="T36" fmla="*/ 6 w 128"/>
                <a:gd name="T37" fmla="*/ 119 h 128"/>
                <a:gd name="T38" fmla="*/ 6 w 128"/>
                <a:gd name="T39" fmla="*/ 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28">
                  <a:moveTo>
                    <a:pt x="65" y="128"/>
                  </a:moveTo>
                  <a:lnTo>
                    <a:pt x="71" y="128"/>
                  </a:lnTo>
                  <a:lnTo>
                    <a:pt x="71" y="122"/>
                  </a:lnTo>
                  <a:lnTo>
                    <a:pt x="71" y="72"/>
                  </a:lnTo>
                  <a:lnTo>
                    <a:pt x="122" y="72"/>
                  </a:lnTo>
                  <a:lnTo>
                    <a:pt x="128" y="72"/>
                  </a:lnTo>
                  <a:lnTo>
                    <a:pt x="128" y="66"/>
                  </a:lnTo>
                  <a:lnTo>
                    <a:pt x="125" y="66"/>
                  </a:lnTo>
                  <a:lnTo>
                    <a:pt x="12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65" y="125"/>
                  </a:lnTo>
                  <a:lnTo>
                    <a:pt x="65" y="128"/>
                  </a:lnTo>
                  <a:close/>
                  <a:moveTo>
                    <a:pt x="6" y="6"/>
                  </a:moveTo>
                  <a:lnTo>
                    <a:pt x="119" y="6"/>
                  </a:lnTo>
                  <a:lnTo>
                    <a:pt x="119" y="66"/>
                  </a:lnTo>
                  <a:lnTo>
                    <a:pt x="65" y="66"/>
                  </a:lnTo>
                  <a:lnTo>
                    <a:pt x="65" y="119"/>
                  </a:lnTo>
                  <a:lnTo>
                    <a:pt x="6" y="119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4" name="Группа 623"/>
          <p:cNvGrpSpPr/>
          <p:nvPr/>
        </p:nvGrpSpPr>
        <p:grpSpPr>
          <a:xfrm>
            <a:off x="3238501" y="3218528"/>
            <a:ext cx="303213" cy="303213"/>
            <a:chOff x="3238501" y="3218528"/>
            <a:chExt cx="303213" cy="303213"/>
          </a:xfrm>
        </p:grpSpPr>
        <p:sp>
          <p:nvSpPr>
            <p:cNvPr id="301" name="Rectangle 311"/>
            <p:cNvSpPr>
              <a:spLocks noChangeArrowheads="1"/>
            </p:cNvSpPr>
            <p:nvPr/>
          </p:nvSpPr>
          <p:spPr bwMode="auto">
            <a:xfrm>
              <a:off x="3427414" y="33741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2" name="Rectangle 312"/>
            <p:cNvSpPr>
              <a:spLocks noChangeArrowheads="1"/>
            </p:cNvSpPr>
            <p:nvPr/>
          </p:nvSpPr>
          <p:spPr bwMode="auto">
            <a:xfrm>
              <a:off x="3427414" y="33455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313"/>
            <p:cNvSpPr>
              <a:spLocks/>
            </p:cNvSpPr>
            <p:nvPr/>
          </p:nvSpPr>
          <p:spPr bwMode="auto">
            <a:xfrm>
              <a:off x="3422651" y="3402678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Rectangle 314"/>
            <p:cNvSpPr>
              <a:spLocks noChangeArrowheads="1"/>
            </p:cNvSpPr>
            <p:nvPr/>
          </p:nvSpPr>
          <p:spPr bwMode="auto">
            <a:xfrm>
              <a:off x="3395664" y="3407440"/>
              <a:ext cx="174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Rectangle 315"/>
            <p:cNvSpPr>
              <a:spLocks noChangeArrowheads="1"/>
            </p:cNvSpPr>
            <p:nvPr/>
          </p:nvSpPr>
          <p:spPr bwMode="auto">
            <a:xfrm>
              <a:off x="3367089" y="3407440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6" name="Freeform 316"/>
            <p:cNvSpPr>
              <a:spLocks noEditPoints="1"/>
            </p:cNvSpPr>
            <p:nvPr/>
          </p:nvSpPr>
          <p:spPr bwMode="auto">
            <a:xfrm>
              <a:off x="3238501" y="3218528"/>
              <a:ext cx="303213" cy="303213"/>
            </a:xfrm>
            <a:custGeom>
              <a:avLst/>
              <a:gdLst>
                <a:gd name="T0" fmla="*/ 125 w 191"/>
                <a:gd name="T1" fmla="*/ 0 h 191"/>
                <a:gd name="T2" fmla="*/ 0 w 191"/>
                <a:gd name="T3" fmla="*/ 0 h 191"/>
                <a:gd name="T4" fmla="*/ 0 w 191"/>
                <a:gd name="T5" fmla="*/ 125 h 191"/>
                <a:gd name="T6" fmla="*/ 66 w 191"/>
                <a:gd name="T7" fmla="*/ 125 h 191"/>
                <a:gd name="T8" fmla="*/ 66 w 191"/>
                <a:gd name="T9" fmla="*/ 191 h 191"/>
                <a:gd name="T10" fmla="*/ 191 w 191"/>
                <a:gd name="T11" fmla="*/ 191 h 191"/>
                <a:gd name="T12" fmla="*/ 191 w 191"/>
                <a:gd name="T13" fmla="*/ 66 h 191"/>
                <a:gd name="T14" fmla="*/ 125 w 191"/>
                <a:gd name="T15" fmla="*/ 66 h 191"/>
                <a:gd name="T16" fmla="*/ 125 w 191"/>
                <a:gd name="T17" fmla="*/ 0 h 191"/>
                <a:gd name="T18" fmla="*/ 185 w 191"/>
                <a:gd name="T19" fmla="*/ 185 h 191"/>
                <a:gd name="T20" fmla="*/ 72 w 191"/>
                <a:gd name="T21" fmla="*/ 185 h 191"/>
                <a:gd name="T22" fmla="*/ 72 w 191"/>
                <a:gd name="T23" fmla="*/ 125 h 191"/>
                <a:gd name="T24" fmla="*/ 75 w 191"/>
                <a:gd name="T25" fmla="*/ 125 h 191"/>
                <a:gd name="T26" fmla="*/ 75 w 191"/>
                <a:gd name="T27" fmla="*/ 119 h 191"/>
                <a:gd name="T28" fmla="*/ 72 w 191"/>
                <a:gd name="T29" fmla="*/ 119 h 191"/>
                <a:gd name="T30" fmla="*/ 72 w 191"/>
                <a:gd name="T31" fmla="*/ 116 h 191"/>
                <a:gd name="T32" fmla="*/ 66 w 191"/>
                <a:gd name="T33" fmla="*/ 116 h 191"/>
                <a:gd name="T34" fmla="*/ 66 w 191"/>
                <a:gd name="T35" fmla="*/ 119 h 191"/>
                <a:gd name="T36" fmla="*/ 6 w 191"/>
                <a:gd name="T37" fmla="*/ 119 h 191"/>
                <a:gd name="T38" fmla="*/ 6 w 191"/>
                <a:gd name="T39" fmla="*/ 6 h 191"/>
                <a:gd name="T40" fmla="*/ 119 w 191"/>
                <a:gd name="T41" fmla="*/ 6 h 191"/>
                <a:gd name="T42" fmla="*/ 119 w 191"/>
                <a:gd name="T43" fmla="*/ 66 h 191"/>
                <a:gd name="T44" fmla="*/ 116 w 191"/>
                <a:gd name="T45" fmla="*/ 66 h 191"/>
                <a:gd name="T46" fmla="*/ 116 w 191"/>
                <a:gd name="T47" fmla="*/ 72 h 191"/>
                <a:gd name="T48" fmla="*/ 119 w 191"/>
                <a:gd name="T49" fmla="*/ 72 h 191"/>
                <a:gd name="T50" fmla="*/ 119 w 191"/>
                <a:gd name="T51" fmla="*/ 74 h 191"/>
                <a:gd name="T52" fmla="*/ 125 w 191"/>
                <a:gd name="T53" fmla="*/ 74 h 191"/>
                <a:gd name="T54" fmla="*/ 125 w 191"/>
                <a:gd name="T55" fmla="*/ 72 h 191"/>
                <a:gd name="T56" fmla="*/ 185 w 191"/>
                <a:gd name="T57" fmla="*/ 72 h 191"/>
                <a:gd name="T58" fmla="*/ 185 w 191"/>
                <a:gd name="T59" fmla="*/ 185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1" h="191">
                  <a:moveTo>
                    <a:pt x="125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66" y="125"/>
                  </a:lnTo>
                  <a:lnTo>
                    <a:pt x="66" y="191"/>
                  </a:lnTo>
                  <a:lnTo>
                    <a:pt x="191" y="191"/>
                  </a:lnTo>
                  <a:lnTo>
                    <a:pt x="191" y="66"/>
                  </a:lnTo>
                  <a:lnTo>
                    <a:pt x="125" y="66"/>
                  </a:lnTo>
                  <a:lnTo>
                    <a:pt x="125" y="0"/>
                  </a:lnTo>
                  <a:close/>
                  <a:moveTo>
                    <a:pt x="185" y="185"/>
                  </a:moveTo>
                  <a:lnTo>
                    <a:pt x="72" y="185"/>
                  </a:lnTo>
                  <a:lnTo>
                    <a:pt x="72" y="125"/>
                  </a:lnTo>
                  <a:lnTo>
                    <a:pt x="75" y="125"/>
                  </a:lnTo>
                  <a:lnTo>
                    <a:pt x="75" y="119"/>
                  </a:lnTo>
                  <a:lnTo>
                    <a:pt x="72" y="119"/>
                  </a:lnTo>
                  <a:lnTo>
                    <a:pt x="72" y="116"/>
                  </a:lnTo>
                  <a:lnTo>
                    <a:pt x="66" y="116"/>
                  </a:lnTo>
                  <a:lnTo>
                    <a:pt x="66" y="119"/>
                  </a:lnTo>
                  <a:lnTo>
                    <a:pt x="6" y="119"/>
                  </a:lnTo>
                  <a:lnTo>
                    <a:pt x="6" y="6"/>
                  </a:lnTo>
                  <a:lnTo>
                    <a:pt x="119" y="6"/>
                  </a:lnTo>
                  <a:lnTo>
                    <a:pt x="119" y="66"/>
                  </a:lnTo>
                  <a:lnTo>
                    <a:pt x="116" y="66"/>
                  </a:lnTo>
                  <a:lnTo>
                    <a:pt x="116" y="72"/>
                  </a:lnTo>
                  <a:lnTo>
                    <a:pt x="119" y="72"/>
                  </a:lnTo>
                  <a:lnTo>
                    <a:pt x="119" y="74"/>
                  </a:lnTo>
                  <a:lnTo>
                    <a:pt x="125" y="74"/>
                  </a:lnTo>
                  <a:lnTo>
                    <a:pt x="125" y="72"/>
                  </a:lnTo>
                  <a:lnTo>
                    <a:pt x="185" y="72"/>
                  </a:lnTo>
                  <a:lnTo>
                    <a:pt x="185" y="1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Rectangle 317"/>
            <p:cNvSpPr>
              <a:spLocks noChangeArrowheads="1"/>
            </p:cNvSpPr>
            <p:nvPr/>
          </p:nvSpPr>
          <p:spPr bwMode="auto">
            <a:xfrm>
              <a:off x="3343276" y="33455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Rectangle 318"/>
            <p:cNvSpPr>
              <a:spLocks noChangeArrowheads="1"/>
            </p:cNvSpPr>
            <p:nvPr/>
          </p:nvSpPr>
          <p:spPr bwMode="auto">
            <a:xfrm>
              <a:off x="3343276" y="33741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9" name="Freeform 319"/>
            <p:cNvSpPr>
              <a:spLocks/>
            </p:cNvSpPr>
            <p:nvPr/>
          </p:nvSpPr>
          <p:spPr bwMode="auto">
            <a:xfrm>
              <a:off x="3343276" y="3323303"/>
              <a:ext cx="14288" cy="12700"/>
            </a:xfrm>
            <a:custGeom>
              <a:avLst/>
              <a:gdLst>
                <a:gd name="T0" fmla="*/ 0 w 9"/>
                <a:gd name="T1" fmla="*/ 8 h 8"/>
                <a:gd name="T2" fmla="*/ 6 w 9"/>
                <a:gd name="T3" fmla="*/ 8 h 8"/>
                <a:gd name="T4" fmla="*/ 6 w 9"/>
                <a:gd name="T5" fmla="*/ 6 h 8"/>
                <a:gd name="T6" fmla="*/ 9 w 9"/>
                <a:gd name="T7" fmla="*/ 6 h 8"/>
                <a:gd name="T8" fmla="*/ 9 w 9"/>
                <a:gd name="T9" fmla="*/ 0 h 8"/>
                <a:gd name="T10" fmla="*/ 0 w 9"/>
                <a:gd name="T11" fmla="*/ 0 h 8"/>
                <a:gd name="T12" fmla="*/ 0 w 9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lnTo>
                    <a:pt x="6" y="8"/>
                  </a:lnTo>
                  <a:lnTo>
                    <a:pt x="6" y="6"/>
                  </a:ln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Rectangle 320"/>
            <p:cNvSpPr>
              <a:spLocks noChangeArrowheads="1"/>
            </p:cNvSpPr>
            <p:nvPr/>
          </p:nvSpPr>
          <p:spPr bwMode="auto">
            <a:xfrm>
              <a:off x="3395664" y="3323303"/>
              <a:ext cx="174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1" name="Rectangle 321"/>
            <p:cNvSpPr>
              <a:spLocks noChangeArrowheads="1"/>
            </p:cNvSpPr>
            <p:nvPr/>
          </p:nvSpPr>
          <p:spPr bwMode="auto">
            <a:xfrm>
              <a:off x="3367089" y="332330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12" name="Freeform 322"/>
          <p:cNvSpPr>
            <a:spLocks noEditPoints="1"/>
          </p:cNvSpPr>
          <p:nvPr/>
        </p:nvSpPr>
        <p:spPr bwMode="auto">
          <a:xfrm>
            <a:off x="3702051" y="3215353"/>
            <a:ext cx="163513" cy="309563"/>
          </a:xfrm>
          <a:custGeom>
            <a:avLst/>
            <a:gdLst>
              <a:gd name="T0" fmla="*/ 109 w 137"/>
              <a:gd name="T1" fmla="*/ 236 h 260"/>
              <a:gd name="T2" fmla="*/ 125 w 137"/>
              <a:gd name="T3" fmla="*/ 236 h 260"/>
              <a:gd name="T4" fmla="*/ 125 w 137"/>
              <a:gd name="T5" fmla="*/ 188 h 260"/>
              <a:gd name="T6" fmla="*/ 109 w 137"/>
              <a:gd name="T7" fmla="*/ 188 h 260"/>
              <a:gd name="T8" fmla="*/ 109 w 137"/>
              <a:gd name="T9" fmla="*/ 177 h 260"/>
              <a:gd name="T10" fmla="*/ 137 w 137"/>
              <a:gd name="T11" fmla="*/ 124 h 260"/>
              <a:gd name="T12" fmla="*/ 69 w 137"/>
              <a:gd name="T13" fmla="*/ 0 h 260"/>
              <a:gd name="T14" fmla="*/ 0 w 137"/>
              <a:gd name="T15" fmla="*/ 124 h 260"/>
              <a:gd name="T16" fmla="*/ 29 w 137"/>
              <a:gd name="T17" fmla="*/ 177 h 260"/>
              <a:gd name="T18" fmla="*/ 29 w 137"/>
              <a:gd name="T19" fmla="*/ 188 h 260"/>
              <a:gd name="T20" fmla="*/ 13 w 137"/>
              <a:gd name="T21" fmla="*/ 188 h 260"/>
              <a:gd name="T22" fmla="*/ 13 w 137"/>
              <a:gd name="T23" fmla="*/ 236 h 260"/>
              <a:gd name="T24" fmla="*/ 29 w 137"/>
              <a:gd name="T25" fmla="*/ 236 h 260"/>
              <a:gd name="T26" fmla="*/ 29 w 137"/>
              <a:gd name="T27" fmla="*/ 260 h 260"/>
              <a:gd name="T28" fmla="*/ 109 w 137"/>
              <a:gd name="T29" fmla="*/ 260 h 260"/>
              <a:gd name="T30" fmla="*/ 109 w 137"/>
              <a:gd name="T31" fmla="*/ 236 h 260"/>
              <a:gd name="T32" fmla="*/ 69 w 137"/>
              <a:gd name="T33" fmla="*/ 108 h 260"/>
              <a:gd name="T34" fmla="*/ 81 w 137"/>
              <a:gd name="T35" fmla="*/ 120 h 260"/>
              <a:gd name="T36" fmla="*/ 69 w 137"/>
              <a:gd name="T37" fmla="*/ 132 h 260"/>
              <a:gd name="T38" fmla="*/ 57 w 137"/>
              <a:gd name="T39" fmla="*/ 120 h 260"/>
              <a:gd name="T40" fmla="*/ 69 w 137"/>
              <a:gd name="T41" fmla="*/ 108 h 260"/>
              <a:gd name="T42" fmla="*/ 9 w 137"/>
              <a:gd name="T43" fmla="*/ 124 h 260"/>
              <a:gd name="T44" fmla="*/ 65 w 137"/>
              <a:gd name="T45" fmla="*/ 24 h 260"/>
              <a:gd name="T46" fmla="*/ 65 w 137"/>
              <a:gd name="T47" fmla="*/ 100 h 260"/>
              <a:gd name="T48" fmla="*/ 49 w 137"/>
              <a:gd name="T49" fmla="*/ 120 h 260"/>
              <a:gd name="T50" fmla="*/ 69 w 137"/>
              <a:gd name="T51" fmla="*/ 140 h 260"/>
              <a:gd name="T52" fmla="*/ 89 w 137"/>
              <a:gd name="T53" fmla="*/ 120 h 260"/>
              <a:gd name="T54" fmla="*/ 73 w 137"/>
              <a:gd name="T55" fmla="*/ 100 h 260"/>
              <a:gd name="T56" fmla="*/ 73 w 137"/>
              <a:gd name="T57" fmla="*/ 24 h 260"/>
              <a:gd name="T58" fmla="*/ 128 w 137"/>
              <a:gd name="T59" fmla="*/ 124 h 260"/>
              <a:gd name="T60" fmla="*/ 101 w 137"/>
              <a:gd name="T61" fmla="*/ 175 h 260"/>
              <a:gd name="T62" fmla="*/ 101 w 137"/>
              <a:gd name="T63" fmla="*/ 188 h 260"/>
              <a:gd name="T64" fmla="*/ 37 w 137"/>
              <a:gd name="T65" fmla="*/ 188 h 260"/>
              <a:gd name="T66" fmla="*/ 37 w 137"/>
              <a:gd name="T67" fmla="*/ 175 h 260"/>
              <a:gd name="T68" fmla="*/ 9 w 137"/>
              <a:gd name="T69" fmla="*/ 124 h 260"/>
              <a:gd name="T70" fmla="*/ 21 w 137"/>
              <a:gd name="T71" fmla="*/ 228 h 260"/>
              <a:gd name="T72" fmla="*/ 21 w 137"/>
              <a:gd name="T73" fmla="*/ 196 h 260"/>
              <a:gd name="T74" fmla="*/ 117 w 137"/>
              <a:gd name="T75" fmla="*/ 196 h 260"/>
              <a:gd name="T76" fmla="*/ 117 w 137"/>
              <a:gd name="T77" fmla="*/ 228 h 260"/>
              <a:gd name="T78" fmla="*/ 109 w 137"/>
              <a:gd name="T79" fmla="*/ 228 h 260"/>
              <a:gd name="T80" fmla="*/ 29 w 137"/>
              <a:gd name="T81" fmla="*/ 228 h 260"/>
              <a:gd name="T82" fmla="*/ 21 w 137"/>
              <a:gd name="T83" fmla="*/ 228 h 260"/>
              <a:gd name="T84" fmla="*/ 101 w 137"/>
              <a:gd name="T85" fmla="*/ 252 h 260"/>
              <a:gd name="T86" fmla="*/ 37 w 137"/>
              <a:gd name="T87" fmla="*/ 252 h 260"/>
              <a:gd name="T88" fmla="*/ 37 w 137"/>
              <a:gd name="T89" fmla="*/ 236 h 260"/>
              <a:gd name="T90" fmla="*/ 101 w 137"/>
              <a:gd name="T91" fmla="*/ 236 h 260"/>
              <a:gd name="T92" fmla="*/ 101 w 137"/>
              <a:gd name="T93" fmla="*/ 252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7" h="260">
                <a:moveTo>
                  <a:pt x="109" y="236"/>
                </a:moveTo>
                <a:cubicBezTo>
                  <a:pt x="125" y="236"/>
                  <a:pt x="125" y="236"/>
                  <a:pt x="125" y="236"/>
                </a:cubicBezTo>
                <a:cubicBezTo>
                  <a:pt x="125" y="188"/>
                  <a:pt x="125" y="188"/>
                  <a:pt x="125" y="188"/>
                </a:cubicBezTo>
                <a:cubicBezTo>
                  <a:pt x="109" y="188"/>
                  <a:pt x="109" y="188"/>
                  <a:pt x="109" y="188"/>
                </a:cubicBezTo>
                <a:cubicBezTo>
                  <a:pt x="109" y="177"/>
                  <a:pt x="109" y="177"/>
                  <a:pt x="109" y="177"/>
                </a:cubicBezTo>
                <a:cubicBezTo>
                  <a:pt x="137" y="124"/>
                  <a:pt x="137" y="124"/>
                  <a:pt x="137" y="124"/>
                </a:cubicBezTo>
                <a:cubicBezTo>
                  <a:pt x="69" y="0"/>
                  <a:pt x="69" y="0"/>
                  <a:pt x="69" y="0"/>
                </a:cubicBezTo>
                <a:cubicBezTo>
                  <a:pt x="0" y="124"/>
                  <a:pt x="0" y="124"/>
                  <a:pt x="0" y="124"/>
                </a:cubicBezTo>
                <a:cubicBezTo>
                  <a:pt x="29" y="177"/>
                  <a:pt x="29" y="177"/>
                  <a:pt x="29" y="177"/>
                </a:cubicBezTo>
                <a:cubicBezTo>
                  <a:pt x="29" y="188"/>
                  <a:pt x="29" y="188"/>
                  <a:pt x="29" y="188"/>
                </a:cubicBezTo>
                <a:cubicBezTo>
                  <a:pt x="13" y="188"/>
                  <a:pt x="13" y="188"/>
                  <a:pt x="13" y="188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60"/>
                  <a:pt x="29" y="260"/>
                  <a:pt x="29" y="260"/>
                </a:cubicBezTo>
                <a:cubicBezTo>
                  <a:pt x="109" y="260"/>
                  <a:pt x="109" y="260"/>
                  <a:pt x="109" y="260"/>
                </a:cubicBezTo>
                <a:lnTo>
                  <a:pt x="109" y="236"/>
                </a:lnTo>
                <a:close/>
                <a:moveTo>
                  <a:pt x="69" y="108"/>
                </a:moveTo>
                <a:cubicBezTo>
                  <a:pt x="75" y="108"/>
                  <a:pt x="81" y="113"/>
                  <a:pt x="81" y="120"/>
                </a:cubicBezTo>
                <a:cubicBezTo>
                  <a:pt x="81" y="126"/>
                  <a:pt x="75" y="132"/>
                  <a:pt x="69" y="132"/>
                </a:cubicBezTo>
                <a:cubicBezTo>
                  <a:pt x="62" y="132"/>
                  <a:pt x="57" y="126"/>
                  <a:pt x="57" y="120"/>
                </a:cubicBezTo>
                <a:cubicBezTo>
                  <a:pt x="57" y="113"/>
                  <a:pt x="62" y="108"/>
                  <a:pt x="69" y="108"/>
                </a:cubicBezTo>
                <a:close/>
                <a:moveTo>
                  <a:pt x="9" y="124"/>
                </a:moveTo>
                <a:cubicBezTo>
                  <a:pt x="65" y="24"/>
                  <a:pt x="65" y="24"/>
                  <a:pt x="65" y="24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56" y="102"/>
                  <a:pt x="49" y="110"/>
                  <a:pt x="49" y="120"/>
                </a:cubicBezTo>
                <a:cubicBezTo>
                  <a:pt x="49" y="131"/>
                  <a:pt x="58" y="140"/>
                  <a:pt x="69" y="140"/>
                </a:cubicBezTo>
                <a:cubicBezTo>
                  <a:pt x="80" y="140"/>
                  <a:pt x="89" y="131"/>
                  <a:pt x="89" y="120"/>
                </a:cubicBezTo>
                <a:cubicBezTo>
                  <a:pt x="89" y="110"/>
                  <a:pt x="82" y="102"/>
                  <a:pt x="73" y="100"/>
                </a:cubicBezTo>
                <a:cubicBezTo>
                  <a:pt x="73" y="24"/>
                  <a:pt x="73" y="24"/>
                  <a:pt x="73" y="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01" y="175"/>
                  <a:pt x="101" y="175"/>
                  <a:pt x="101" y="175"/>
                </a:cubicBezTo>
                <a:cubicBezTo>
                  <a:pt x="101" y="188"/>
                  <a:pt x="101" y="188"/>
                  <a:pt x="101" y="188"/>
                </a:cubicBezTo>
                <a:cubicBezTo>
                  <a:pt x="37" y="188"/>
                  <a:pt x="37" y="188"/>
                  <a:pt x="37" y="188"/>
                </a:cubicBezTo>
                <a:cubicBezTo>
                  <a:pt x="37" y="175"/>
                  <a:pt x="37" y="175"/>
                  <a:pt x="37" y="175"/>
                </a:cubicBezTo>
                <a:lnTo>
                  <a:pt x="9" y="124"/>
                </a:lnTo>
                <a:close/>
                <a:moveTo>
                  <a:pt x="21" y="228"/>
                </a:moveTo>
                <a:cubicBezTo>
                  <a:pt x="21" y="196"/>
                  <a:pt x="21" y="196"/>
                  <a:pt x="21" y="196"/>
                </a:cubicBezTo>
                <a:cubicBezTo>
                  <a:pt x="117" y="196"/>
                  <a:pt x="117" y="196"/>
                  <a:pt x="117" y="196"/>
                </a:cubicBezTo>
                <a:cubicBezTo>
                  <a:pt x="117" y="228"/>
                  <a:pt x="117" y="228"/>
                  <a:pt x="117" y="228"/>
                </a:cubicBezTo>
                <a:cubicBezTo>
                  <a:pt x="109" y="228"/>
                  <a:pt x="109" y="228"/>
                  <a:pt x="109" y="228"/>
                </a:cubicBezTo>
                <a:cubicBezTo>
                  <a:pt x="29" y="228"/>
                  <a:pt x="29" y="228"/>
                  <a:pt x="29" y="228"/>
                </a:cubicBezTo>
                <a:lnTo>
                  <a:pt x="21" y="228"/>
                </a:lnTo>
                <a:close/>
                <a:moveTo>
                  <a:pt x="101" y="252"/>
                </a:moveTo>
                <a:cubicBezTo>
                  <a:pt x="37" y="252"/>
                  <a:pt x="37" y="252"/>
                  <a:pt x="37" y="252"/>
                </a:cubicBezTo>
                <a:cubicBezTo>
                  <a:pt x="37" y="236"/>
                  <a:pt x="37" y="236"/>
                  <a:pt x="37" y="236"/>
                </a:cubicBezTo>
                <a:cubicBezTo>
                  <a:pt x="101" y="236"/>
                  <a:pt x="101" y="236"/>
                  <a:pt x="101" y="236"/>
                </a:cubicBezTo>
                <a:lnTo>
                  <a:pt x="101" y="2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25" name="Группа 624"/>
          <p:cNvGrpSpPr/>
          <p:nvPr/>
        </p:nvGrpSpPr>
        <p:grpSpPr>
          <a:xfrm>
            <a:off x="4097339" y="3215353"/>
            <a:ext cx="161925" cy="309563"/>
            <a:chOff x="4097339" y="3215353"/>
            <a:chExt cx="161925" cy="309563"/>
          </a:xfrm>
        </p:grpSpPr>
        <p:sp>
          <p:nvSpPr>
            <p:cNvPr id="313" name="Freeform 323"/>
            <p:cNvSpPr>
              <a:spLocks noEditPoints="1"/>
            </p:cNvSpPr>
            <p:nvPr/>
          </p:nvSpPr>
          <p:spPr bwMode="auto">
            <a:xfrm>
              <a:off x="4097339" y="3215353"/>
              <a:ext cx="161925" cy="309563"/>
            </a:xfrm>
            <a:custGeom>
              <a:avLst/>
              <a:gdLst>
                <a:gd name="T0" fmla="*/ 21 w 102"/>
                <a:gd name="T1" fmla="*/ 133 h 195"/>
                <a:gd name="T2" fmla="*/ 21 w 102"/>
                <a:gd name="T3" fmla="*/ 141 h 195"/>
                <a:gd name="T4" fmla="*/ 9 w 102"/>
                <a:gd name="T5" fmla="*/ 141 h 195"/>
                <a:gd name="T6" fmla="*/ 9 w 102"/>
                <a:gd name="T7" fmla="*/ 177 h 195"/>
                <a:gd name="T8" fmla="*/ 21 w 102"/>
                <a:gd name="T9" fmla="*/ 177 h 195"/>
                <a:gd name="T10" fmla="*/ 21 w 102"/>
                <a:gd name="T11" fmla="*/ 195 h 195"/>
                <a:gd name="T12" fmla="*/ 81 w 102"/>
                <a:gd name="T13" fmla="*/ 195 h 195"/>
                <a:gd name="T14" fmla="*/ 81 w 102"/>
                <a:gd name="T15" fmla="*/ 177 h 195"/>
                <a:gd name="T16" fmla="*/ 93 w 102"/>
                <a:gd name="T17" fmla="*/ 177 h 195"/>
                <a:gd name="T18" fmla="*/ 93 w 102"/>
                <a:gd name="T19" fmla="*/ 141 h 195"/>
                <a:gd name="T20" fmla="*/ 81 w 102"/>
                <a:gd name="T21" fmla="*/ 141 h 195"/>
                <a:gd name="T22" fmla="*/ 81 w 102"/>
                <a:gd name="T23" fmla="*/ 133 h 195"/>
                <a:gd name="T24" fmla="*/ 102 w 102"/>
                <a:gd name="T25" fmla="*/ 93 h 195"/>
                <a:gd name="T26" fmla="*/ 51 w 102"/>
                <a:gd name="T27" fmla="*/ 0 h 195"/>
                <a:gd name="T28" fmla="*/ 0 w 102"/>
                <a:gd name="T29" fmla="*/ 93 h 195"/>
                <a:gd name="T30" fmla="*/ 21 w 102"/>
                <a:gd name="T31" fmla="*/ 133 h 195"/>
                <a:gd name="T32" fmla="*/ 75 w 102"/>
                <a:gd name="T33" fmla="*/ 189 h 195"/>
                <a:gd name="T34" fmla="*/ 27 w 102"/>
                <a:gd name="T35" fmla="*/ 189 h 195"/>
                <a:gd name="T36" fmla="*/ 27 w 102"/>
                <a:gd name="T37" fmla="*/ 177 h 195"/>
                <a:gd name="T38" fmla="*/ 75 w 102"/>
                <a:gd name="T39" fmla="*/ 177 h 195"/>
                <a:gd name="T40" fmla="*/ 75 w 102"/>
                <a:gd name="T41" fmla="*/ 189 h 195"/>
                <a:gd name="T42" fmla="*/ 87 w 102"/>
                <a:gd name="T43" fmla="*/ 171 h 195"/>
                <a:gd name="T44" fmla="*/ 81 w 102"/>
                <a:gd name="T45" fmla="*/ 171 h 195"/>
                <a:gd name="T46" fmla="*/ 21 w 102"/>
                <a:gd name="T47" fmla="*/ 171 h 195"/>
                <a:gd name="T48" fmla="*/ 15 w 102"/>
                <a:gd name="T49" fmla="*/ 171 h 195"/>
                <a:gd name="T50" fmla="*/ 15 w 102"/>
                <a:gd name="T51" fmla="*/ 147 h 195"/>
                <a:gd name="T52" fmla="*/ 87 w 102"/>
                <a:gd name="T53" fmla="*/ 147 h 195"/>
                <a:gd name="T54" fmla="*/ 87 w 102"/>
                <a:gd name="T55" fmla="*/ 171 h 195"/>
                <a:gd name="T56" fmla="*/ 95 w 102"/>
                <a:gd name="T57" fmla="*/ 93 h 195"/>
                <a:gd name="T58" fmla="*/ 75 w 102"/>
                <a:gd name="T59" fmla="*/ 131 h 195"/>
                <a:gd name="T60" fmla="*/ 75 w 102"/>
                <a:gd name="T61" fmla="*/ 141 h 195"/>
                <a:gd name="T62" fmla="*/ 27 w 102"/>
                <a:gd name="T63" fmla="*/ 141 h 195"/>
                <a:gd name="T64" fmla="*/ 27 w 102"/>
                <a:gd name="T65" fmla="*/ 131 h 195"/>
                <a:gd name="T66" fmla="*/ 6 w 102"/>
                <a:gd name="T67" fmla="*/ 93 h 195"/>
                <a:gd name="T68" fmla="*/ 51 w 102"/>
                <a:gd name="T69" fmla="*/ 13 h 195"/>
                <a:gd name="T70" fmla="*/ 95 w 102"/>
                <a:gd name="T71" fmla="*/ 9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2" h="195">
                  <a:moveTo>
                    <a:pt x="21" y="133"/>
                  </a:moveTo>
                  <a:lnTo>
                    <a:pt x="21" y="141"/>
                  </a:lnTo>
                  <a:lnTo>
                    <a:pt x="9" y="141"/>
                  </a:lnTo>
                  <a:lnTo>
                    <a:pt x="9" y="177"/>
                  </a:lnTo>
                  <a:lnTo>
                    <a:pt x="21" y="177"/>
                  </a:lnTo>
                  <a:lnTo>
                    <a:pt x="21" y="195"/>
                  </a:lnTo>
                  <a:lnTo>
                    <a:pt x="81" y="195"/>
                  </a:lnTo>
                  <a:lnTo>
                    <a:pt x="81" y="177"/>
                  </a:lnTo>
                  <a:lnTo>
                    <a:pt x="93" y="177"/>
                  </a:lnTo>
                  <a:lnTo>
                    <a:pt x="93" y="141"/>
                  </a:lnTo>
                  <a:lnTo>
                    <a:pt x="81" y="141"/>
                  </a:lnTo>
                  <a:lnTo>
                    <a:pt x="81" y="133"/>
                  </a:lnTo>
                  <a:lnTo>
                    <a:pt x="102" y="93"/>
                  </a:lnTo>
                  <a:lnTo>
                    <a:pt x="51" y="0"/>
                  </a:lnTo>
                  <a:lnTo>
                    <a:pt x="0" y="93"/>
                  </a:lnTo>
                  <a:lnTo>
                    <a:pt x="21" y="133"/>
                  </a:lnTo>
                  <a:close/>
                  <a:moveTo>
                    <a:pt x="75" y="189"/>
                  </a:moveTo>
                  <a:lnTo>
                    <a:pt x="27" y="189"/>
                  </a:lnTo>
                  <a:lnTo>
                    <a:pt x="27" y="177"/>
                  </a:lnTo>
                  <a:lnTo>
                    <a:pt x="75" y="177"/>
                  </a:lnTo>
                  <a:lnTo>
                    <a:pt x="75" y="189"/>
                  </a:lnTo>
                  <a:close/>
                  <a:moveTo>
                    <a:pt x="87" y="171"/>
                  </a:moveTo>
                  <a:lnTo>
                    <a:pt x="81" y="171"/>
                  </a:lnTo>
                  <a:lnTo>
                    <a:pt x="21" y="171"/>
                  </a:lnTo>
                  <a:lnTo>
                    <a:pt x="15" y="171"/>
                  </a:lnTo>
                  <a:lnTo>
                    <a:pt x="15" y="147"/>
                  </a:lnTo>
                  <a:lnTo>
                    <a:pt x="87" y="147"/>
                  </a:lnTo>
                  <a:lnTo>
                    <a:pt x="87" y="171"/>
                  </a:lnTo>
                  <a:close/>
                  <a:moveTo>
                    <a:pt x="95" y="93"/>
                  </a:moveTo>
                  <a:lnTo>
                    <a:pt x="75" y="131"/>
                  </a:lnTo>
                  <a:lnTo>
                    <a:pt x="75" y="141"/>
                  </a:lnTo>
                  <a:lnTo>
                    <a:pt x="27" y="141"/>
                  </a:lnTo>
                  <a:lnTo>
                    <a:pt x="27" y="131"/>
                  </a:lnTo>
                  <a:lnTo>
                    <a:pt x="6" y="93"/>
                  </a:lnTo>
                  <a:lnTo>
                    <a:pt x="51" y="13"/>
                  </a:lnTo>
                  <a:lnTo>
                    <a:pt x="95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Freeform 324"/>
            <p:cNvSpPr>
              <a:spLocks/>
            </p:cNvSpPr>
            <p:nvPr/>
          </p:nvSpPr>
          <p:spPr bwMode="auto">
            <a:xfrm>
              <a:off x="4144964" y="3329653"/>
              <a:ext cx="66675" cy="66675"/>
            </a:xfrm>
            <a:custGeom>
              <a:avLst/>
              <a:gdLst>
                <a:gd name="T0" fmla="*/ 18 w 42"/>
                <a:gd name="T1" fmla="*/ 42 h 42"/>
                <a:gd name="T2" fmla="*/ 24 w 42"/>
                <a:gd name="T3" fmla="*/ 42 h 42"/>
                <a:gd name="T4" fmla="*/ 24 w 42"/>
                <a:gd name="T5" fmla="*/ 24 h 42"/>
                <a:gd name="T6" fmla="*/ 42 w 42"/>
                <a:gd name="T7" fmla="*/ 24 h 42"/>
                <a:gd name="T8" fmla="*/ 42 w 42"/>
                <a:gd name="T9" fmla="*/ 18 h 42"/>
                <a:gd name="T10" fmla="*/ 24 w 42"/>
                <a:gd name="T11" fmla="*/ 18 h 42"/>
                <a:gd name="T12" fmla="*/ 24 w 42"/>
                <a:gd name="T13" fmla="*/ 0 h 42"/>
                <a:gd name="T14" fmla="*/ 18 w 42"/>
                <a:gd name="T15" fmla="*/ 0 h 42"/>
                <a:gd name="T16" fmla="*/ 18 w 42"/>
                <a:gd name="T17" fmla="*/ 18 h 42"/>
                <a:gd name="T18" fmla="*/ 0 w 42"/>
                <a:gd name="T19" fmla="*/ 18 h 42"/>
                <a:gd name="T20" fmla="*/ 0 w 42"/>
                <a:gd name="T21" fmla="*/ 24 h 42"/>
                <a:gd name="T22" fmla="*/ 18 w 42"/>
                <a:gd name="T23" fmla="*/ 24 h 42"/>
                <a:gd name="T24" fmla="*/ 18 w 42"/>
                <a:gd name="T2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" h="42">
                  <a:moveTo>
                    <a:pt x="18" y="42"/>
                  </a:moveTo>
                  <a:lnTo>
                    <a:pt x="24" y="42"/>
                  </a:lnTo>
                  <a:lnTo>
                    <a:pt x="24" y="24"/>
                  </a:lnTo>
                  <a:lnTo>
                    <a:pt x="42" y="24"/>
                  </a:lnTo>
                  <a:lnTo>
                    <a:pt x="42" y="18"/>
                  </a:lnTo>
                  <a:lnTo>
                    <a:pt x="24" y="18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6" name="Группа 625"/>
          <p:cNvGrpSpPr/>
          <p:nvPr/>
        </p:nvGrpSpPr>
        <p:grpSpPr>
          <a:xfrm>
            <a:off x="4491039" y="3215353"/>
            <a:ext cx="163513" cy="309563"/>
            <a:chOff x="4491039" y="3215353"/>
            <a:chExt cx="163513" cy="309563"/>
          </a:xfrm>
        </p:grpSpPr>
        <p:sp>
          <p:nvSpPr>
            <p:cNvPr id="315" name="Freeform 325"/>
            <p:cNvSpPr>
              <a:spLocks noEditPoints="1"/>
            </p:cNvSpPr>
            <p:nvPr/>
          </p:nvSpPr>
          <p:spPr bwMode="auto">
            <a:xfrm>
              <a:off x="4491039" y="3215353"/>
              <a:ext cx="163513" cy="309563"/>
            </a:xfrm>
            <a:custGeom>
              <a:avLst/>
              <a:gdLst>
                <a:gd name="T0" fmla="*/ 22 w 103"/>
                <a:gd name="T1" fmla="*/ 133 h 195"/>
                <a:gd name="T2" fmla="*/ 22 w 103"/>
                <a:gd name="T3" fmla="*/ 141 h 195"/>
                <a:gd name="T4" fmla="*/ 10 w 103"/>
                <a:gd name="T5" fmla="*/ 141 h 195"/>
                <a:gd name="T6" fmla="*/ 10 w 103"/>
                <a:gd name="T7" fmla="*/ 177 h 195"/>
                <a:gd name="T8" fmla="*/ 22 w 103"/>
                <a:gd name="T9" fmla="*/ 177 h 195"/>
                <a:gd name="T10" fmla="*/ 22 w 103"/>
                <a:gd name="T11" fmla="*/ 195 h 195"/>
                <a:gd name="T12" fmla="*/ 82 w 103"/>
                <a:gd name="T13" fmla="*/ 195 h 195"/>
                <a:gd name="T14" fmla="*/ 82 w 103"/>
                <a:gd name="T15" fmla="*/ 177 h 195"/>
                <a:gd name="T16" fmla="*/ 94 w 103"/>
                <a:gd name="T17" fmla="*/ 177 h 195"/>
                <a:gd name="T18" fmla="*/ 94 w 103"/>
                <a:gd name="T19" fmla="*/ 141 h 195"/>
                <a:gd name="T20" fmla="*/ 82 w 103"/>
                <a:gd name="T21" fmla="*/ 141 h 195"/>
                <a:gd name="T22" fmla="*/ 82 w 103"/>
                <a:gd name="T23" fmla="*/ 133 h 195"/>
                <a:gd name="T24" fmla="*/ 103 w 103"/>
                <a:gd name="T25" fmla="*/ 93 h 195"/>
                <a:gd name="T26" fmla="*/ 52 w 103"/>
                <a:gd name="T27" fmla="*/ 0 h 195"/>
                <a:gd name="T28" fmla="*/ 0 w 103"/>
                <a:gd name="T29" fmla="*/ 93 h 195"/>
                <a:gd name="T30" fmla="*/ 22 w 103"/>
                <a:gd name="T31" fmla="*/ 133 h 195"/>
                <a:gd name="T32" fmla="*/ 76 w 103"/>
                <a:gd name="T33" fmla="*/ 189 h 195"/>
                <a:gd name="T34" fmla="*/ 28 w 103"/>
                <a:gd name="T35" fmla="*/ 189 h 195"/>
                <a:gd name="T36" fmla="*/ 28 w 103"/>
                <a:gd name="T37" fmla="*/ 177 h 195"/>
                <a:gd name="T38" fmla="*/ 76 w 103"/>
                <a:gd name="T39" fmla="*/ 177 h 195"/>
                <a:gd name="T40" fmla="*/ 76 w 103"/>
                <a:gd name="T41" fmla="*/ 189 h 195"/>
                <a:gd name="T42" fmla="*/ 88 w 103"/>
                <a:gd name="T43" fmla="*/ 171 h 195"/>
                <a:gd name="T44" fmla="*/ 82 w 103"/>
                <a:gd name="T45" fmla="*/ 171 h 195"/>
                <a:gd name="T46" fmla="*/ 22 w 103"/>
                <a:gd name="T47" fmla="*/ 171 h 195"/>
                <a:gd name="T48" fmla="*/ 16 w 103"/>
                <a:gd name="T49" fmla="*/ 171 h 195"/>
                <a:gd name="T50" fmla="*/ 16 w 103"/>
                <a:gd name="T51" fmla="*/ 147 h 195"/>
                <a:gd name="T52" fmla="*/ 88 w 103"/>
                <a:gd name="T53" fmla="*/ 147 h 195"/>
                <a:gd name="T54" fmla="*/ 88 w 103"/>
                <a:gd name="T55" fmla="*/ 171 h 195"/>
                <a:gd name="T56" fmla="*/ 96 w 103"/>
                <a:gd name="T57" fmla="*/ 93 h 195"/>
                <a:gd name="T58" fmla="*/ 76 w 103"/>
                <a:gd name="T59" fmla="*/ 131 h 195"/>
                <a:gd name="T60" fmla="*/ 76 w 103"/>
                <a:gd name="T61" fmla="*/ 141 h 195"/>
                <a:gd name="T62" fmla="*/ 28 w 103"/>
                <a:gd name="T63" fmla="*/ 141 h 195"/>
                <a:gd name="T64" fmla="*/ 28 w 103"/>
                <a:gd name="T65" fmla="*/ 131 h 195"/>
                <a:gd name="T66" fmla="*/ 7 w 103"/>
                <a:gd name="T67" fmla="*/ 93 h 195"/>
                <a:gd name="T68" fmla="*/ 52 w 103"/>
                <a:gd name="T69" fmla="*/ 13 h 195"/>
                <a:gd name="T70" fmla="*/ 96 w 103"/>
                <a:gd name="T71" fmla="*/ 9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3" h="195">
                  <a:moveTo>
                    <a:pt x="22" y="133"/>
                  </a:moveTo>
                  <a:lnTo>
                    <a:pt x="22" y="141"/>
                  </a:lnTo>
                  <a:lnTo>
                    <a:pt x="10" y="141"/>
                  </a:lnTo>
                  <a:lnTo>
                    <a:pt x="10" y="177"/>
                  </a:lnTo>
                  <a:lnTo>
                    <a:pt x="22" y="177"/>
                  </a:lnTo>
                  <a:lnTo>
                    <a:pt x="22" y="195"/>
                  </a:lnTo>
                  <a:lnTo>
                    <a:pt x="82" y="195"/>
                  </a:lnTo>
                  <a:lnTo>
                    <a:pt x="82" y="177"/>
                  </a:lnTo>
                  <a:lnTo>
                    <a:pt x="94" y="177"/>
                  </a:lnTo>
                  <a:lnTo>
                    <a:pt x="94" y="141"/>
                  </a:lnTo>
                  <a:lnTo>
                    <a:pt x="82" y="141"/>
                  </a:lnTo>
                  <a:lnTo>
                    <a:pt x="82" y="133"/>
                  </a:lnTo>
                  <a:lnTo>
                    <a:pt x="103" y="93"/>
                  </a:lnTo>
                  <a:lnTo>
                    <a:pt x="52" y="0"/>
                  </a:lnTo>
                  <a:lnTo>
                    <a:pt x="0" y="93"/>
                  </a:lnTo>
                  <a:lnTo>
                    <a:pt x="22" y="133"/>
                  </a:lnTo>
                  <a:close/>
                  <a:moveTo>
                    <a:pt x="76" y="189"/>
                  </a:moveTo>
                  <a:lnTo>
                    <a:pt x="28" y="189"/>
                  </a:lnTo>
                  <a:lnTo>
                    <a:pt x="28" y="177"/>
                  </a:lnTo>
                  <a:lnTo>
                    <a:pt x="76" y="177"/>
                  </a:lnTo>
                  <a:lnTo>
                    <a:pt x="76" y="189"/>
                  </a:lnTo>
                  <a:close/>
                  <a:moveTo>
                    <a:pt x="88" y="171"/>
                  </a:moveTo>
                  <a:lnTo>
                    <a:pt x="82" y="171"/>
                  </a:lnTo>
                  <a:lnTo>
                    <a:pt x="22" y="171"/>
                  </a:lnTo>
                  <a:lnTo>
                    <a:pt x="16" y="171"/>
                  </a:lnTo>
                  <a:lnTo>
                    <a:pt x="16" y="147"/>
                  </a:lnTo>
                  <a:lnTo>
                    <a:pt x="88" y="147"/>
                  </a:lnTo>
                  <a:lnTo>
                    <a:pt x="88" y="171"/>
                  </a:lnTo>
                  <a:close/>
                  <a:moveTo>
                    <a:pt x="96" y="93"/>
                  </a:moveTo>
                  <a:lnTo>
                    <a:pt x="76" y="131"/>
                  </a:lnTo>
                  <a:lnTo>
                    <a:pt x="76" y="141"/>
                  </a:lnTo>
                  <a:lnTo>
                    <a:pt x="28" y="141"/>
                  </a:lnTo>
                  <a:lnTo>
                    <a:pt x="28" y="131"/>
                  </a:lnTo>
                  <a:lnTo>
                    <a:pt x="7" y="93"/>
                  </a:lnTo>
                  <a:lnTo>
                    <a:pt x="52" y="13"/>
                  </a:lnTo>
                  <a:lnTo>
                    <a:pt x="96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6" name="Rectangle 326"/>
            <p:cNvSpPr>
              <a:spLocks noChangeArrowheads="1"/>
            </p:cNvSpPr>
            <p:nvPr/>
          </p:nvSpPr>
          <p:spPr bwMode="auto">
            <a:xfrm>
              <a:off x="4540251" y="3358228"/>
              <a:ext cx="6667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17" name="Freeform 327"/>
          <p:cNvSpPr>
            <a:spLocks noEditPoints="1"/>
          </p:cNvSpPr>
          <p:nvPr/>
        </p:nvSpPr>
        <p:spPr bwMode="auto">
          <a:xfrm>
            <a:off x="4814889" y="3216940"/>
            <a:ext cx="306388" cy="306388"/>
          </a:xfrm>
          <a:custGeom>
            <a:avLst/>
            <a:gdLst>
              <a:gd name="T0" fmla="*/ 28 w 193"/>
              <a:gd name="T1" fmla="*/ 131 h 193"/>
              <a:gd name="T2" fmla="*/ 27 w 193"/>
              <a:gd name="T3" fmla="*/ 131 h 193"/>
              <a:gd name="T4" fmla="*/ 0 w 193"/>
              <a:gd name="T5" fmla="*/ 187 h 193"/>
              <a:gd name="T6" fmla="*/ 6 w 193"/>
              <a:gd name="T7" fmla="*/ 193 h 193"/>
              <a:gd name="T8" fmla="*/ 62 w 193"/>
              <a:gd name="T9" fmla="*/ 165 h 193"/>
              <a:gd name="T10" fmla="*/ 193 w 193"/>
              <a:gd name="T11" fmla="*/ 34 h 193"/>
              <a:gd name="T12" fmla="*/ 159 w 193"/>
              <a:gd name="T13" fmla="*/ 0 h 193"/>
              <a:gd name="T14" fmla="*/ 28 w 193"/>
              <a:gd name="T15" fmla="*/ 131 h 193"/>
              <a:gd name="T16" fmla="*/ 34 w 193"/>
              <a:gd name="T17" fmla="*/ 133 h 193"/>
              <a:gd name="T18" fmla="*/ 132 w 193"/>
              <a:gd name="T19" fmla="*/ 35 h 193"/>
              <a:gd name="T20" fmla="*/ 158 w 193"/>
              <a:gd name="T21" fmla="*/ 61 h 193"/>
              <a:gd name="T22" fmla="*/ 60 w 193"/>
              <a:gd name="T23" fmla="*/ 159 h 193"/>
              <a:gd name="T24" fmla="*/ 34 w 193"/>
              <a:gd name="T25" fmla="*/ 133 h 193"/>
              <a:gd name="T26" fmla="*/ 136 w 193"/>
              <a:gd name="T27" fmla="*/ 31 h 193"/>
              <a:gd name="T28" fmla="*/ 144 w 193"/>
              <a:gd name="T29" fmla="*/ 23 h 193"/>
              <a:gd name="T30" fmla="*/ 169 w 193"/>
              <a:gd name="T31" fmla="*/ 49 h 193"/>
              <a:gd name="T32" fmla="*/ 162 w 193"/>
              <a:gd name="T33" fmla="*/ 57 h 193"/>
              <a:gd name="T34" fmla="*/ 136 w 193"/>
              <a:gd name="T35" fmla="*/ 31 h 193"/>
              <a:gd name="T36" fmla="*/ 31 w 193"/>
              <a:gd name="T37" fmla="*/ 138 h 193"/>
              <a:gd name="T38" fmla="*/ 55 w 193"/>
              <a:gd name="T39" fmla="*/ 162 h 193"/>
              <a:gd name="T40" fmla="*/ 32 w 193"/>
              <a:gd name="T41" fmla="*/ 174 h 193"/>
              <a:gd name="T42" fmla="*/ 30 w 193"/>
              <a:gd name="T43" fmla="*/ 163 h 193"/>
              <a:gd name="T44" fmla="*/ 19 w 193"/>
              <a:gd name="T45" fmla="*/ 161 h 193"/>
              <a:gd name="T46" fmla="*/ 31 w 193"/>
              <a:gd name="T47" fmla="*/ 138 h 193"/>
              <a:gd name="T48" fmla="*/ 17 w 193"/>
              <a:gd name="T49" fmla="*/ 166 h 193"/>
              <a:gd name="T50" fmla="*/ 24 w 193"/>
              <a:gd name="T51" fmla="*/ 168 h 193"/>
              <a:gd name="T52" fmla="*/ 27 w 193"/>
              <a:gd name="T53" fmla="*/ 176 h 193"/>
              <a:gd name="T54" fmla="*/ 7 w 193"/>
              <a:gd name="T55" fmla="*/ 186 h 193"/>
              <a:gd name="T56" fmla="*/ 17 w 193"/>
              <a:gd name="T57" fmla="*/ 166 h 193"/>
              <a:gd name="T58" fmla="*/ 174 w 193"/>
              <a:gd name="T59" fmla="*/ 45 h 193"/>
              <a:gd name="T60" fmla="*/ 148 w 193"/>
              <a:gd name="T61" fmla="*/ 19 h 193"/>
              <a:gd name="T62" fmla="*/ 159 w 193"/>
              <a:gd name="T63" fmla="*/ 8 h 193"/>
              <a:gd name="T64" fmla="*/ 184 w 193"/>
              <a:gd name="T65" fmla="*/ 34 h 193"/>
              <a:gd name="T66" fmla="*/ 174 w 193"/>
              <a:gd name="T67" fmla="*/ 45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3" h="193">
                <a:moveTo>
                  <a:pt x="28" y="131"/>
                </a:moveTo>
                <a:lnTo>
                  <a:pt x="27" y="131"/>
                </a:lnTo>
                <a:lnTo>
                  <a:pt x="0" y="187"/>
                </a:lnTo>
                <a:lnTo>
                  <a:pt x="6" y="193"/>
                </a:lnTo>
                <a:lnTo>
                  <a:pt x="62" y="165"/>
                </a:lnTo>
                <a:lnTo>
                  <a:pt x="193" y="34"/>
                </a:lnTo>
                <a:lnTo>
                  <a:pt x="159" y="0"/>
                </a:lnTo>
                <a:lnTo>
                  <a:pt x="28" y="131"/>
                </a:lnTo>
                <a:close/>
                <a:moveTo>
                  <a:pt x="34" y="133"/>
                </a:moveTo>
                <a:lnTo>
                  <a:pt x="132" y="35"/>
                </a:lnTo>
                <a:lnTo>
                  <a:pt x="158" y="61"/>
                </a:lnTo>
                <a:lnTo>
                  <a:pt x="60" y="159"/>
                </a:lnTo>
                <a:lnTo>
                  <a:pt x="34" y="133"/>
                </a:lnTo>
                <a:close/>
                <a:moveTo>
                  <a:pt x="136" y="31"/>
                </a:moveTo>
                <a:lnTo>
                  <a:pt x="144" y="23"/>
                </a:lnTo>
                <a:lnTo>
                  <a:pt x="169" y="49"/>
                </a:lnTo>
                <a:lnTo>
                  <a:pt x="162" y="57"/>
                </a:lnTo>
                <a:lnTo>
                  <a:pt x="136" y="31"/>
                </a:lnTo>
                <a:close/>
                <a:moveTo>
                  <a:pt x="31" y="138"/>
                </a:moveTo>
                <a:lnTo>
                  <a:pt x="55" y="162"/>
                </a:lnTo>
                <a:lnTo>
                  <a:pt x="32" y="174"/>
                </a:lnTo>
                <a:lnTo>
                  <a:pt x="30" y="163"/>
                </a:lnTo>
                <a:lnTo>
                  <a:pt x="19" y="161"/>
                </a:lnTo>
                <a:lnTo>
                  <a:pt x="31" y="138"/>
                </a:lnTo>
                <a:close/>
                <a:moveTo>
                  <a:pt x="17" y="166"/>
                </a:moveTo>
                <a:lnTo>
                  <a:pt x="24" y="168"/>
                </a:lnTo>
                <a:lnTo>
                  <a:pt x="27" y="176"/>
                </a:lnTo>
                <a:lnTo>
                  <a:pt x="7" y="186"/>
                </a:lnTo>
                <a:lnTo>
                  <a:pt x="17" y="166"/>
                </a:lnTo>
                <a:close/>
                <a:moveTo>
                  <a:pt x="174" y="45"/>
                </a:moveTo>
                <a:lnTo>
                  <a:pt x="148" y="19"/>
                </a:lnTo>
                <a:lnTo>
                  <a:pt x="159" y="8"/>
                </a:lnTo>
                <a:lnTo>
                  <a:pt x="184" y="34"/>
                </a:lnTo>
                <a:lnTo>
                  <a:pt x="174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8" name="Freeform 328"/>
          <p:cNvSpPr>
            <a:spLocks noEditPoints="1"/>
          </p:cNvSpPr>
          <p:nvPr/>
        </p:nvSpPr>
        <p:spPr bwMode="auto">
          <a:xfrm>
            <a:off x="5227639" y="3215353"/>
            <a:ext cx="269875" cy="311150"/>
          </a:xfrm>
          <a:custGeom>
            <a:avLst/>
            <a:gdLst>
              <a:gd name="T0" fmla="*/ 227 w 227"/>
              <a:gd name="T1" fmla="*/ 0 h 261"/>
              <a:gd name="T2" fmla="*/ 145 w 227"/>
              <a:gd name="T3" fmla="*/ 72 h 261"/>
              <a:gd name="T4" fmla="*/ 0 w 227"/>
              <a:gd name="T5" fmla="*/ 47 h 261"/>
              <a:gd name="T6" fmla="*/ 68 w 227"/>
              <a:gd name="T7" fmla="*/ 197 h 261"/>
              <a:gd name="T8" fmla="*/ 43 w 227"/>
              <a:gd name="T9" fmla="*/ 217 h 261"/>
              <a:gd name="T10" fmla="*/ 71 w 227"/>
              <a:gd name="T11" fmla="*/ 237 h 261"/>
              <a:gd name="T12" fmla="*/ 86 w 227"/>
              <a:gd name="T13" fmla="*/ 233 h 261"/>
              <a:gd name="T14" fmla="*/ 91 w 227"/>
              <a:gd name="T15" fmla="*/ 245 h 261"/>
              <a:gd name="T16" fmla="*/ 87 w 227"/>
              <a:gd name="T17" fmla="*/ 253 h 261"/>
              <a:gd name="T18" fmla="*/ 87 w 227"/>
              <a:gd name="T19" fmla="*/ 261 h 261"/>
              <a:gd name="T20" fmla="*/ 99 w 227"/>
              <a:gd name="T21" fmla="*/ 245 h 261"/>
              <a:gd name="T22" fmla="*/ 93 w 227"/>
              <a:gd name="T23" fmla="*/ 229 h 261"/>
              <a:gd name="T24" fmla="*/ 99 w 227"/>
              <a:gd name="T25" fmla="*/ 217 h 261"/>
              <a:gd name="T26" fmla="*/ 97 w 227"/>
              <a:gd name="T27" fmla="*/ 211 h 261"/>
              <a:gd name="T28" fmla="*/ 227 w 227"/>
              <a:gd name="T29" fmla="*/ 172 h 261"/>
              <a:gd name="T30" fmla="*/ 227 w 227"/>
              <a:gd name="T31" fmla="*/ 0 h 261"/>
              <a:gd name="T32" fmla="*/ 51 w 227"/>
              <a:gd name="T33" fmla="*/ 217 h 261"/>
              <a:gd name="T34" fmla="*/ 71 w 227"/>
              <a:gd name="T35" fmla="*/ 205 h 261"/>
              <a:gd name="T36" fmla="*/ 91 w 227"/>
              <a:gd name="T37" fmla="*/ 217 h 261"/>
              <a:gd name="T38" fmla="*/ 71 w 227"/>
              <a:gd name="T39" fmla="*/ 229 h 261"/>
              <a:gd name="T40" fmla="*/ 51 w 227"/>
              <a:gd name="T41" fmla="*/ 217 h 261"/>
              <a:gd name="T42" fmla="*/ 219 w 227"/>
              <a:gd name="T43" fmla="*/ 166 h 261"/>
              <a:gd name="T44" fmla="*/ 92 w 227"/>
              <a:gd name="T45" fmla="*/ 204 h 261"/>
              <a:gd name="T46" fmla="*/ 77 w 227"/>
              <a:gd name="T47" fmla="*/ 197 h 261"/>
              <a:gd name="T48" fmla="*/ 13 w 227"/>
              <a:gd name="T49" fmla="*/ 58 h 261"/>
              <a:gd name="T50" fmla="*/ 148 w 227"/>
              <a:gd name="T51" fmla="*/ 81 h 261"/>
              <a:gd name="T52" fmla="*/ 219 w 227"/>
              <a:gd name="T53" fmla="*/ 18 h 261"/>
              <a:gd name="T54" fmla="*/ 219 w 227"/>
              <a:gd name="T55" fmla="*/ 166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27" h="261">
                <a:moveTo>
                  <a:pt x="227" y="0"/>
                </a:moveTo>
                <a:cubicBezTo>
                  <a:pt x="145" y="72"/>
                  <a:pt x="145" y="72"/>
                  <a:pt x="145" y="72"/>
                </a:cubicBezTo>
                <a:cubicBezTo>
                  <a:pt x="0" y="47"/>
                  <a:pt x="0" y="47"/>
                  <a:pt x="0" y="47"/>
                </a:cubicBezTo>
                <a:cubicBezTo>
                  <a:pt x="68" y="197"/>
                  <a:pt x="68" y="197"/>
                  <a:pt x="68" y="197"/>
                </a:cubicBezTo>
                <a:cubicBezTo>
                  <a:pt x="54" y="198"/>
                  <a:pt x="43" y="206"/>
                  <a:pt x="43" y="217"/>
                </a:cubicBezTo>
                <a:cubicBezTo>
                  <a:pt x="43" y="228"/>
                  <a:pt x="55" y="237"/>
                  <a:pt x="71" y="237"/>
                </a:cubicBezTo>
                <a:cubicBezTo>
                  <a:pt x="76" y="237"/>
                  <a:pt x="82" y="235"/>
                  <a:pt x="86" y="233"/>
                </a:cubicBezTo>
                <a:cubicBezTo>
                  <a:pt x="88" y="235"/>
                  <a:pt x="91" y="238"/>
                  <a:pt x="91" y="245"/>
                </a:cubicBezTo>
                <a:cubicBezTo>
                  <a:pt x="91" y="252"/>
                  <a:pt x="87" y="253"/>
                  <a:pt x="87" y="253"/>
                </a:cubicBezTo>
                <a:cubicBezTo>
                  <a:pt x="87" y="261"/>
                  <a:pt x="87" y="261"/>
                  <a:pt x="87" y="261"/>
                </a:cubicBezTo>
                <a:cubicBezTo>
                  <a:pt x="91" y="261"/>
                  <a:pt x="99" y="257"/>
                  <a:pt x="99" y="245"/>
                </a:cubicBezTo>
                <a:cubicBezTo>
                  <a:pt x="99" y="237"/>
                  <a:pt x="96" y="232"/>
                  <a:pt x="93" y="229"/>
                </a:cubicBezTo>
                <a:cubicBezTo>
                  <a:pt x="96" y="225"/>
                  <a:pt x="99" y="221"/>
                  <a:pt x="99" y="217"/>
                </a:cubicBezTo>
                <a:cubicBezTo>
                  <a:pt x="99" y="215"/>
                  <a:pt x="98" y="213"/>
                  <a:pt x="97" y="211"/>
                </a:cubicBezTo>
                <a:cubicBezTo>
                  <a:pt x="227" y="172"/>
                  <a:pt x="227" y="172"/>
                  <a:pt x="227" y="172"/>
                </a:cubicBezTo>
                <a:lnTo>
                  <a:pt x="227" y="0"/>
                </a:lnTo>
                <a:close/>
                <a:moveTo>
                  <a:pt x="51" y="217"/>
                </a:moveTo>
                <a:cubicBezTo>
                  <a:pt x="51" y="210"/>
                  <a:pt x="60" y="205"/>
                  <a:pt x="71" y="205"/>
                </a:cubicBezTo>
                <a:cubicBezTo>
                  <a:pt x="81" y="205"/>
                  <a:pt x="91" y="210"/>
                  <a:pt x="91" y="217"/>
                </a:cubicBezTo>
                <a:cubicBezTo>
                  <a:pt x="91" y="223"/>
                  <a:pt x="81" y="229"/>
                  <a:pt x="71" y="229"/>
                </a:cubicBezTo>
                <a:cubicBezTo>
                  <a:pt x="60" y="229"/>
                  <a:pt x="51" y="223"/>
                  <a:pt x="51" y="217"/>
                </a:cubicBezTo>
                <a:close/>
                <a:moveTo>
                  <a:pt x="219" y="166"/>
                </a:moveTo>
                <a:cubicBezTo>
                  <a:pt x="92" y="204"/>
                  <a:pt x="92" y="204"/>
                  <a:pt x="92" y="204"/>
                </a:cubicBezTo>
                <a:cubicBezTo>
                  <a:pt x="89" y="201"/>
                  <a:pt x="83" y="198"/>
                  <a:pt x="77" y="197"/>
                </a:cubicBezTo>
                <a:cubicBezTo>
                  <a:pt x="13" y="58"/>
                  <a:pt x="13" y="58"/>
                  <a:pt x="13" y="58"/>
                </a:cubicBezTo>
                <a:cubicBezTo>
                  <a:pt x="148" y="81"/>
                  <a:pt x="148" y="81"/>
                  <a:pt x="148" y="81"/>
                </a:cubicBezTo>
                <a:cubicBezTo>
                  <a:pt x="219" y="18"/>
                  <a:pt x="219" y="18"/>
                  <a:pt x="219" y="18"/>
                </a:cubicBezTo>
                <a:lnTo>
                  <a:pt x="219" y="1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27" name="Группа 626"/>
          <p:cNvGrpSpPr/>
          <p:nvPr/>
        </p:nvGrpSpPr>
        <p:grpSpPr>
          <a:xfrm>
            <a:off x="5603876" y="3224878"/>
            <a:ext cx="304801" cy="290512"/>
            <a:chOff x="5603876" y="3224878"/>
            <a:chExt cx="304801" cy="290512"/>
          </a:xfrm>
        </p:grpSpPr>
        <p:sp>
          <p:nvSpPr>
            <p:cNvPr id="319" name="Freeform 329"/>
            <p:cNvSpPr>
              <a:spLocks noEditPoints="1"/>
            </p:cNvSpPr>
            <p:nvPr/>
          </p:nvSpPr>
          <p:spPr bwMode="auto">
            <a:xfrm>
              <a:off x="5603876" y="3294728"/>
              <a:ext cx="107950" cy="212725"/>
            </a:xfrm>
            <a:custGeom>
              <a:avLst/>
              <a:gdLst>
                <a:gd name="T0" fmla="*/ 0 w 68"/>
                <a:gd name="T1" fmla="*/ 0 h 134"/>
                <a:gd name="T2" fmla="*/ 0 w 68"/>
                <a:gd name="T3" fmla="*/ 134 h 134"/>
                <a:gd name="T4" fmla="*/ 68 w 68"/>
                <a:gd name="T5" fmla="*/ 67 h 134"/>
                <a:gd name="T6" fmla="*/ 0 w 68"/>
                <a:gd name="T7" fmla="*/ 0 h 134"/>
                <a:gd name="T8" fmla="*/ 6 w 68"/>
                <a:gd name="T9" fmla="*/ 15 h 134"/>
                <a:gd name="T10" fmla="*/ 59 w 68"/>
                <a:gd name="T11" fmla="*/ 67 h 134"/>
                <a:gd name="T12" fmla="*/ 6 w 68"/>
                <a:gd name="T13" fmla="*/ 120 h 134"/>
                <a:gd name="T14" fmla="*/ 6 w 68"/>
                <a:gd name="T15" fmla="*/ 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134">
                  <a:moveTo>
                    <a:pt x="0" y="0"/>
                  </a:moveTo>
                  <a:lnTo>
                    <a:pt x="0" y="134"/>
                  </a:lnTo>
                  <a:lnTo>
                    <a:pt x="68" y="67"/>
                  </a:lnTo>
                  <a:lnTo>
                    <a:pt x="0" y="0"/>
                  </a:lnTo>
                  <a:close/>
                  <a:moveTo>
                    <a:pt x="6" y="15"/>
                  </a:moveTo>
                  <a:lnTo>
                    <a:pt x="59" y="67"/>
                  </a:lnTo>
                  <a:lnTo>
                    <a:pt x="6" y="120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0" name="Freeform 330"/>
            <p:cNvSpPr>
              <a:spLocks/>
            </p:cNvSpPr>
            <p:nvPr/>
          </p:nvSpPr>
          <p:spPr bwMode="auto">
            <a:xfrm>
              <a:off x="5894389" y="3486815"/>
              <a:ext cx="14288" cy="20638"/>
            </a:xfrm>
            <a:custGeom>
              <a:avLst/>
              <a:gdLst>
                <a:gd name="T0" fmla="*/ 9 w 9"/>
                <a:gd name="T1" fmla="*/ 0 h 13"/>
                <a:gd name="T2" fmla="*/ 4 w 9"/>
                <a:gd name="T3" fmla="*/ 0 h 13"/>
                <a:gd name="T4" fmla="*/ 4 w 9"/>
                <a:gd name="T5" fmla="*/ 0 h 13"/>
                <a:gd name="T6" fmla="*/ 4 w 9"/>
                <a:gd name="T7" fmla="*/ 0 h 13"/>
                <a:gd name="T8" fmla="*/ 3 w 9"/>
                <a:gd name="T9" fmla="*/ 0 h 13"/>
                <a:gd name="T10" fmla="*/ 3 w 9"/>
                <a:gd name="T11" fmla="*/ 1 h 13"/>
                <a:gd name="T12" fmla="*/ 0 w 9"/>
                <a:gd name="T13" fmla="*/ 4 h 13"/>
                <a:gd name="T14" fmla="*/ 9 w 9"/>
                <a:gd name="T15" fmla="*/ 13 h 13"/>
                <a:gd name="T16" fmla="*/ 9 w 9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9" y="1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1" name="Rectangle 331"/>
            <p:cNvSpPr>
              <a:spLocks noChangeArrowheads="1"/>
            </p:cNvSpPr>
            <p:nvPr/>
          </p:nvSpPr>
          <p:spPr bwMode="auto">
            <a:xfrm>
              <a:off x="5899151" y="340585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2" name="Rectangle 332"/>
            <p:cNvSpPr>
              <a:spLocks noChangeArrowheads="1"/>
            </p:cNvSpPr>
            <p:nvPr/>
          </p:nvSpPr>
          <p:spPr bwMode="auto">
            <a:xfrm>
              <a:off x="5899151" y="3434428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Rectangle 333"/>
            <p:cNvSpPr>
              <a:spLocks noChangeArrowheads="1"/>
            </p:cNvSpPr>
            <p:nvPr/>
          </p:nvSpPr>
          <p:spPr bwMode="auto">
            <a:xfrm>
              <a:off x="5899151" y="33772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4" name="Rectangle 334"/>
            <p:cNvSpPr>
              <a:spLocks noChangeArrowheads="1"/>
            </p:cNvSpPr>
            <p:nvPr/>
          </p:nvSpPr>
          <p:spPr bwMode="auto">
            <a:xfrm>
              <a:off x="5899151" y="34582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5" name="Rectangle 335"/>
            <p:cNvSpPr>
              <a:spLocks noChangeArrowheads="1"/>
            </p:cNvSpPr>
            <p:nvPr/>
          </p:nvSpPr>
          <p:spPr bwMode="auto">
            <a:xfrm>
              <a:off x="5899151" y="3353465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Rectangle 336"/>
            <p:cNvSpPr>
              <a:spLocks noChangeArrowheads="1"/>
            </p:cNvSpPr>
            <p:nvPr/>
          </p:nvSpPr>
          <p:spPr bwMode="auto">
            <a:xfrm>
              <a:off x="5899151" y="33248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7" name="Freeform 337"/>
            <p:cNvSpPr>
              <a:spLocks/>
            </p:cNvSpPr>
            <p:nvPr/>
          </p:nvSpPr>
          <p:spPr bwMode="auto">
            <a:xfrm>
              <a:off x="5894389" y="3294728"/>
              <a:ext cx="14288" cy="22225"/>
            </a:xfrm>
            <a:custGeom>
              <a:avLst/>
              <a:gdLst>
                <a:gd name="T0" fmla="*/ 9 w 9"/>
                <a:gd name="T1" fmla="*/ 0 h 14"/>
                <a:gd name="T2" fmla="*/ 0 w 9"/>
                <a:gd name="T3" fmla="*/ 9 h 14"/>
                <a:gd name="T4" fmla="*/ 3 w 9"/>
                <a:gd name="T5" fmla="*/ 13 h 14"/>
                <a:gd name="T6" fmla="*/ 3 w 9"/>
                <a:gd name="T7" fmla="*/ 13 h 14"/>
                <a:gd name="T8" fmla="*/ 4 w 9"/>
                <a:gd name="T9" fmla="*/ 13 h 14"/>
                <a:gd name="T10" fmla="*/ 4 w 9"/>
                <a:gd name="T11" fmla="*/ 14 h 14"/>
                <a:gd name="T12" fmla="*/ 4 w 9"/>
                <a:gd name="T13" fmla="*/ 13 h 14"/>
                <a:gd name="T14" fmla="*/ 9 w 9"/>
                <a:gd name="T15" fmla="*/ 13 h 14"/>
                <a:gd name="T16" fmla="*/ 9 w 9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lnTo>
                    <a:pt x="0" y="9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9" y="1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8" name="Freeform 338"/>
            <p:cNvSpPr>
              <a:spLocks/>
            </p:cNvSpPr>
            <p:nvPr/>
          </p:nvSpPr>
          <p:spPr bwMode="auto">
            <a:xfrm>
              <a:off x="5837239" y="3353465"/>
              <a:ext cx="19050" cy="19050"/>
            </a:xfrm>
            <a:custGeom>
              <a:avLst/>
              <a:gdLst>
                <a:gd name="T0" fmla="*/ 4 w 12"/>
                <a:gd name="T1" fmla="*/ 12 h 12"/>
                <a:gd name="T2" fmla="*/ 0 w 12"/>
                <a:gd name="T3" fmla="*/ 8 h 12"/>
                <a:gd name="T4" fmla="*/ 8 w 12"/>
                <a:gd name="T5" fmla="*/ 0 h 12"/>
                <a:gd name="T6" fmla="*/ 12 w 12"/>
                <a:gd name="T7" fmla="*/ 4 h 12"/>
                <a:gd name="T8" fmla="*/ 4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12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12" y="4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9" name="Freeform 339"/>
            <p:cNvSpPr>
              <a:spLocks/>
            </p:cNvSpPr>
            <p:nvPr/>
          </p:nvSpPr>
          <p:spPr bwMode="auto">
            <a:xfrm>
              <a:off x="5875339" y="3315365"/>
              <a:ext cx="19050" cy="20638"/>
            </a:xfrm>
            <a:custGeom>
              <a:avLst/>
              <a:gdLst>
                <a:gd name="T0" fmla="*/ 4 w 12"/>
                <a:gd name="T1" fmla="*/ 13 h 13"/>
                <a:gd name="T2" fmla="*/ 0 w 12"/>
                <a:gd name="T3" fmla="*/ 8 h 13"/>
                <a:gd name="T4" fmla="*/ 8 w 12"/>
                <a:gd name="T5" fmla="*/ 0 h 13"/>
                <a:gd name="T6" fmla="*/ 12 w 12"/>
                <a:gd name="T7" fmla="*/ 5 h 13"/>
                <a:gd name="T8" fmla="*/ 4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4" y="13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12" y="5"/>
                  </a:lnTo>
                  <a:lnTo>
                    <a:pt x="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0" name="Freeform 340"/>
            <p:cNvSpPr>
              <a:spLocks/>
            </p:cNvSpPr>
            <p:nvPr/>
          </p:nvSpPr>
          <p:spPr bwMode="auto">
            <a:xfrm>
              <a:off x="5818189" y="3372515"/>
              <a:ext cx="20638" cy="19050"/>
            </a:xfrm>
            <a:custGeom>
              <a:avLst/>
              <a:gdLst>
                <a:gd name="T0" fmla="*/ 4 w 13"/>
                <a:gd name="T1" fmla="*/ 12 h 12"/>
                <a:gd name="T2" fmla="*/ 0 w 13"/>
                <a:gd name="T3" fmla="*/ 7 h 12"/>
                <a:gd name="T4" fmla="*/ 8 w 13"/>
                <a:gd name="T5" fmla="*/ 0 h 12"/>
                <a:gd name="T6" fmla="*/ 13 w 13"/>
                <a:gd name="T7" fmla="*/ 4 h 12"/>
                <a:gd name="T8" fmla="*/ 4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4" y="12"/>
                  </a:moveTo>
                  <a:lnTo>
                    <a:pt x="0" y="7"/>
                  </a:lnTo>
                  <a:lnTo>
                    <a:pt x="8" y="0"/>
                  </a:lnTo>
                  <a:lnTo>
                    <a:pt x="13" y="4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Freeform 341"/>
            <p:cNvSpPr>
              <a:spLocks/>
            </p:cNvSpPr>
            <p:nvPr/>
          </p:nvSpPr>
          <p:spPr bwMode="auto">
            <a:xfrm>
              <a:off x="5856289" y="3334415"/>
              <a:ext cx="19050" cy="19050"/>
            </a:xfrm>
            <a:custGeom>
              <a:avLst/>
              <a:gdLst>
                <a:gd name="T0" fmla="*/ 8 w 12"/>
                <a:gd name="T1" fmla="*/ 0 h 12"/>
                <a:gd name="T2" fmla="*/ 12 w 12"/>
                <a:gd name="T3" fmla="*/ 4 h 12"/>
                <a:gd name="T4" fmla="*/ 4 w 12"/>
                <a:gd name="T5" fmla="*/ 12 h 12"/>
                <a:gd name="T6" fmla="*/ 0 w 12"/>
                <a:gd name="T7" fmla="*/ 8 h 12"/>
                <a:gd name="T8" fmla="*/ 8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lnTo>
                    <a:pt x="12" y="4"/>
                  </a:lnTo>
                  <a:lnTo>
                    <a:pt x="4" y="12"/>
                  </a:lnTo>
                  <a:lnTo>
                    <a:pt x="0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Freeform 342"/>
            <p:cNvSpPr>
              <a:spLocks/>
            </p:cNvSpPr>
            <p:nvPr/>
          </p:nvSpPr>
          <p:spPr bwMode="auto">
            <a:xfrm>
              <a:off x="5802314" y="3391565"/>
              <a:ext cx="17463" cy="20638"/>
            </a:xfrm>
            <a:custGeom>
              <a:avLst/>
              <a:gdLst>
                <a:gd name="T0" fmla="*/ 0 w 11"/>
                <a:gd name="T1" fmla="*/ 6 h 13"/>
                <a:gd name="T2" fmla="*/ 6 w 11"/>
                <a:gd name="T3" fmla="*/ 13 h 13"/>
                <a:gd name="T4" fmla="*/ 11 w 11"/>
                <a:gd name="T5" fmla="*/ 8 h 13"/>
                <a:gd name="T6" fmla="*/ 8 w 11"/>
                <a:gd name="T7" fmla="*/ 6 h 13"/>
                <a:gd name="T8" fmla="*/ 11 w 11"/>
                <a:gd name="T9" fmla="*/ 4 h 13"/>
                <a:gd name="T10" fmla="*/ 6 w 11"/>
                <a:gd name="T11" fmla="*/ 0 h 13"/>
                <a:gd name="T12" fmla="*/ 0 w 11"/>
                <a:gd name="T1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0" y="6"/>
                  </a:moveTo>
                  <a:lnTo>
                    <a:pt x="6" y="13"/>
                  </a:lnTo>
                  <a:lnTo>
                    <a:pt x="11" y="8"/>
                  </a:lnTo>
                  <a:lnTo>
                    <a:pt x="8" y="6"/>
                  </a:lnTo>
                  <a:lnTo>
                    <a:pt x="11" y="4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3" name="Freeform 343"/>
            <p:cNvSpPr>
              <a:spLocks/>
            </p:cNvSpPr>
            <p:nvPr/>
          </p:nvSpPr>
          <p:spPr bwMode="auto">
            <a:xfrm>
              <a:off x="5856289" y="3448715"/>
              <a:ext cx="19050" cy="19050"/>
            </a:xfrm>
            <a:custGeom>
              <a:avLst/>
              <a:gdLst>
                <a:gd name="T0" fmla="*/ 0 w 12"/>
                <a:gd name="T1" fmla="*/ 4 h 12"/>
                <a:gd name="T2" fmla="*/ 4 w 12"/>
                <a:gd name="T3" fmla="*/ 0 h 12"/>
                <a:gd name="T4" fmla="*/ 12 w 12"/>
                <a:gd name="T5" fmla="*/ 8 h 12"/>
                <a:gd name="T6" fmla="*/ 8 w 12"/>
                <a:gd name="T7" fmla="*/ 12 h 12"/>
                <a:gd name="T8" fmla="*/ 0 w 12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lnTo>
                    <a:pt x="4" y="0"/>
                  </a:lnTo>
                  <a:lnTo>
                    <a:pt x="12" y="8"/>
                  </a:lnTo>
                  <a:lnTo>
                    <a:pt x="8" y="1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Freeform 344"/>
            <p:cNvSpPr>
              <a:spLocks/>
            </p:cNvSpPr>
            <p:nvPr/>
          </p:nvSpPr>
          <p:spPr bwMode="auto">
            <a:xfrm>
              <a:off x="5875339" y="3467765"/>
              <a:ext cx="19050" cy="19050"/>
            </a:xfrm>
            <a:custGeom>
              <a:avLst/>
              <a:gdLst>
                <a:gd name="T0" fmla="*/ 0 w 12"/>
                <a:gd name="T1" fmla="*/ 4 h 12"/>
                <a:gd name="T2" fmla="*/ 4 w 12"/>
                <a:gd name="T3" fmla="*/ 0 h 12"/>
                <a:gd name="T4" fmla="*/ 12 w 12"/>
                <a:gd name="T5" fmla="*/ 7 h 12"/>
                <a:gd name="T6" fmla="*/ 8 w 12"/>
                <a:gd name="T7" fmla="*/ 12 h 12"/>
                <a:gd name="T8" fmla="*/ 0 w 12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lnTo>
                    <a:pt x="4" y="0"/>
                  </a:lnTo>
                  <a:lnTo>
                    <a:pt x="12" y="7"/>
                  </a:lnTo>
                  <a:lnTo>
                    <a:pt x="8" y="1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Freeform 345"/>
            <p:cNvSpPr>
              <a:spLocks/>
            </p:cNvSpPr>
            <p:nvPr/>
          </p:nvSpPr>
          <p:spPr bwMode="auto">
            <a:xfrm>
              <a:off x="5837239" y="3429665"/>
              <a:ext cx="19050" cy="19050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8 h 12"/>
                <a:gd name="T4" fmla="*/ 8 w 12"/>
                <a:gd name="T5" fmla="*/ 12 h 12"/>
                <a:gd name="T6" fmla="*/ 0 w 12"/>
                <a:gd name="T7" fmla="*/ 4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lnTo>
                    <a:pt x="12" y="8"/>
                  </a:lnTo>
                  <a:lnTo>
                    <a:pt x="8" y="12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Freeform 346"/>
            <p:cNvSpPr>
              <a:spLocks/>
            </p:cNvSpPr>
            <p:nvPr/>
          </p:nvSpPr>
          <p:spPr bwMode="auto">
            <a:xfrm>
              <a:off x="5818189" y="3410615"/>
              <a:ext cx="20638" cy="20638"/>
            </a:xfrm>
            <a:custGeom>
              <a:avLst/>
              <a:gdLst>
                <a:gd name="T0" fmla="*/ 4 w 13"/>
                <a:gd name="T1" fmla="*/ 0 h 13"/>
                <a:gd name="T2" fmla="*/ 13 w 13"/>
                <a:gd name="T3" fmla="*/ 8 h 13"/>
                <a:gd name="T4" fmla="*/ 8 w 13"/>
                <a:gd name="T5" fmla="*/ 13 h 13"/>
                <a:gd name="T6" fmla="*/ 0 w 13"/>
                <a:gd name="T7" fmla="*/ 4 h 13"/>
                <a:gd name="T8" fmla="*/ 4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4" y="0"/>
                  </a:moveTo>
                  <a:lnTo>
                    <a:pt x="13" y="8"/>
                  </a:lnTo>
                  <a:lnTo>
                    <a:pt x="8" y="13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Rectangle 347"/>
            <p:cNvSpPr>
              <a:spLocks noChangeArrowheads="1"/>
            </p:cNvSpPr>
            <p:nvPr/>
          </p:nvSpPr>
          <p:spPr bwMode="auto">
            <a:xfrm>
              <a:off x="5751514" y="3505865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8" name="Rectangle 348"/>
            <p:cNvSpPr>
              <a:spLocks noChangeArrowheads="1"/>
            </p:cNvSpPr>
            <p:nvPr/>
          </p:nvSpPr>
          <p:spPr bwMode="auto">
            <a:xfrm>
              <a:off x="5751514" y="34201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Rectangle 349"/>
            <p:cNvSpPr>
              <a:spLocks noChangeArrowheads="1"/>
            </p:cNvSpPr>
            <p:nvPr/>
          </p:nvSpPr>
          <p:spPr bwMode="auto">
            <a:xfrm>
              <a:off x="5751514" y="33629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Rectangle 350"/>
            <p:cNvSpPr>
              <a:spLocks noChangeArrowheads="1"/>
            </p:cNvSpPr>
            <p:nvPr/>
          </p:nvSpPr>
          <p:spPr bwMode="auto">
            <a:xfrm>
              <a:off x="5751514" y="33915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1" name="Rectangle 351"/>
            <p:cNvSpPr>
              <a:spLocks noChangeArrowheads="1"/>
            </p:cNvSpPr>
            <p:nvPr/>
          </p:nvSpPr>
          <p:spPr bwMode="auto">
            <a:xfrm>
              <a:off x="5751514" y="34487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2" name="Rectangle 352"/>
            <p:cNvSpPr>
              <a:spLocks noChangeArrowheads="1"/>
            </p:cNvSpPr>
            <p:nvPr/>
          </p:nvSpPr>
          <p:spPr bwMode="auto">
            <a:xfrm>
              <a:off x="5751514" y="34772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3" name="Rectangle 353"/>
            <p:cNvSpPr>
              <a:spLocks noChangeArrowheads="1"/>
            </p:cNvSpPr>
            <p:nvPr/>
          </p:nvSpPr>
          <p:spPr bwMode="auto">
            <a:xfrm>
              <a:off x="5751514" y="33058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Rectangle 354"/>
            <p:cNvSpPr>
              <a:spLocks noChangeArrowheads="1"/>
            </p:cNvSpPr>
            <p:nvPr/>
          </p:nvSpPr>
          <p:spPr bwMode="auto">
            <a:xfrm>
              <a:off x="5751514" y="33344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Rectangle 355"/>
            <p:cNvSpPr>
              <a:spLocks noChangeArrowheads="1"/>
            </p:cNvSpPr>
            <p:nvPr/>
          </p:nvSpPr>
          <p:spPr bwMode="auto">
            <a:xfrm>
              <a:off x="5751514" y="3286790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Freeform 356"/>
            <p:cNvSpPr>
              <a:spLocks/>
            </p:cNvSpPr>
            <p:nvPr/>
          </p:nvSpPr>
          <p:spPr bwMode="auto">
            <a:xfrm>
              <a:off x="5634039" y="3224878"/>
              <a:ext cx="246063" cy="66675"/>
            </a:xfrm>
            <a:custGeom>
              <a:avLst/>
              <a:gdLst>
                <a:gd name="T0" fmla="*/ 199 w 207"/>
                <a:gd name="T1" fmla="*/ 41 h 56"/>
                <a:gd name="T2" fmla="*/ 103 w 207"/>
                <a:gd name="T3" fmla="*/ 0 h 56"/>
                <a:gd name="T4" fmla="*/ 0 w 207"/>
                <a:gd name="T5" fmla="*/ 50 h 56"/>
                <a:gd name="T6" fmla="*/ 7 w 207"/>
                <a:gd name="T7" fmla="*/ 55 h 56"/>
                <a:gd name="T8" fmla="*/ 103 w 207"/>
                <a:gd name="T9" fmla="*/ 8 h 56"/>
                <a:gd name="T10" fmla="*/ 195 w 207"/>
                <a:gd name="T11" fmla="*/ 48 h 56"/>
                <a:gd name="T12" fmla="*/ 159 w 207"/>
                <a:gd name="T13" fmla="*/ 48 h 56"/>
                <a:gd name="T14" fmla="*/ 159 w 207"/>
                <a:gd name="T15" fmla="*/ 56 h 56"/>
                <a:gd name="T16" fmla="*/ 203 w 207"/>
                <a:gd name="T17" fmla="*/ 56 h 56"/>
                <a:gd name="T18" fmla="*/ 207 w 207"/>
                <a:gd name="T19" fmla="*/ 52 h 56"/>
                <a:gd name="T20" fmla="*/ 207 w 207"/>
                <a:gd name="T21" fmla="*/ 8 h 56"/>
                <a:gd name="T22" fmla="*/ 199 w 207"/>
                <a:gd name="T23" fmla="*/ 8 h 56"/>
                <a:gd name="T24" fmla="*/ 199 w 207"/>
                <a:gd name="T25" fmla="*/ 4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7" h="56">
                  <a:moveTo>
                    <a:pt x="199" y="41"/>
                  </a:moveTo>
                  <a:cubicBezTo>
                    <a:pt x="176" y="15"/>
                    <a:pt x="143" y="0"/>
                    <a:pt x="103" y="0"/>
                  </a:cubicBezTo>
                  <a:cubicBezTo>
                    <a:pt x="60" y="0"/>
                    <a:pt x="23" y="18"/>
                    <a:pt x="0" y="50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28" y="25"/>
                    <a:pt x="62" y="8"/>
                    <a:pt x="103" y="8"/>
                  </a:cubicBezTo>
                  <a:cubicBezTo>
                    <a:pt x="141" y="8"/>
                    <a:pt x="174" y="22"/>
                    <a:pt x="195" y="48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203" y="56"/>
                    <a:pt x="203" y="56"/>
                    <a:pt x="203" y="56"/>
                  </a:cubicBezTo>
                  <a:cubicBezTo>
                    <a:pt x="207" y="52"/>
                    <a:pt x="207" y="52"/>
                    <a:pt x="207" y="52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199" y="8"/>
                    <a:pt x="199" y="8"/>
                    <a:pt x="199" y="8"/>
                  </a:cubicBezTo>
                  <a:lnTo>
                    <a:pt x="199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8" name="Группа 627"/>
          <p:cNvGrpSpPr/>
          <p:nvPr/>
        </p:nvGrpSpPr>
        <p:grpSpPr>
          <a:xfrm>
            <a:off x="6003926" y="3218528"/>
            <a:ext cx="293688" cy="303213"/>
            <a:chOff x="6003926" y="3218528"/>
            <a:chExt cx="293688" cy="303213"/>
          </a:xfrm>
        </p:grpSpPr>
        <p:sp>
          <p:nvSpPr>
            <p:cNvPr id="347" name="Freeform 357"/>
            <p:cNvSpPr>
              <a:spLocks noEditPoints="1"/>
            </p:cNvSpPr>
            <p:nvPr/>
          </p:nvSpPr>
          <p:spPr bwMode="auto">
            <a:xfrm>
              <a:off x="6011864" y="3218528"/>
              <a:ext cx="212725" cy="106363"/>
            </a:xfrm>
            <a:custGeom>
              <a:avLst/>
              <a:gdLst>
                <a:gd name="T0" fmla="*/ 66 w 134"/>
                <a:gd name="T1" fmla="*/ 67 h 67"/>
                <a:gd name="T2" fmla="*/ 134 w 134"/>
                <a:gd name="T3" fmla="*/ 0 h 67"/>
                <a:gd name="T4" fmla="*/ 0 w 134"/>
                <a:gd name="T5" fmla="*/ 0 h 67"/>
                <a:gd name="T6" fmla="*/ 66 w 134"/>
                <a:gd name="T7" fmla="*/ 67 h 67"/>
                <a:gd name="T8" fmla="*/ 66 w 134"/>
                <a:gd name="T9" fmla="*/ 59 h 67"/>
                <a:gd name="T10" fmla="*/ 14 w 134"/>
                <a:gd name="T11" fmla="*/ 6 h 67"/>
                <a:gd name="T12" fmla="*/ 120 w 134"/>
                <a:gd name="T13" fmla="*/ 6 h 67"/>
                <a:gd name="T14" fmla="*/ 66 w 134"/>
                <a:gd name="T15" fmla="*/ 5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67">
                  <a:moveTo>
                    <a:pt x="66" y="67"/>
                  </a:moveTo>
                  <a:lnTo>
                    <a:pt x="134" y="0"/>
                  </a:lnTo>
                  <a:lnTo>
                    <a:pt x="0" y="0"/>
                  </a:lnTo>
                  <a:lnTo>
                    <a:pt x="66" y="67"/>
                  </a:lnTo>
                  <a:close/>
                  <a:moveTo>
                    <a:pt x="66" y="59"/>
                  </a:moveTo>
                  <a:lnTo>
                    <a:pt x="14" y="6"/>
                  </a:lnTo>
                  <a:lnTo>
                    <a:pt x="120" y="6"/>
                  </a:lnTo>
                  <a:lnTo>
                    <a:pt x="6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8" name="Freeform 358"/>
            <p:cNvSpPr>
              <a:spLocks/>
            </p:cNvSpPr>
            <p:nvPr/>
          </p:nvSpPr>
          <p:spPr bwMode="auto">
            <a:xfrm>
              <a:off x="6011864" y="3507453"/>
              <a:ext cx="20638" cy="14288"/>
            </a:xfrm>
            <a:custGeom>
              <a:avLst/>
              <a:gdLst>
                <a:gd name="T0" fmla="*/ 13 w 13"/>
                <a:gd name="T1" fmla="*/ 5 h 9"/>
                <a:gd name="T2" fmla="*/ 13 w 13"/>
                <a:gd name="T3" fmla="*/ 4 h 9"/>
                <a:gd name="T4" fmla="*/ 13 w 13"/>
                <a:gd name="T5" fmla="*/ 4 h 9"/>
                <a:gd name="T6" fmla="*/ 13 w 13"/>
                <a:gd name="T7" fmla="*/ 3 h 9"/>
                <a:gd name="T8" fmla="*/ 13 w 13"/>
                <a:gd name="T9" fmla="*/ 3 h 9"/>
                <a:gd name="T10" fmla="*/ 9 w 13"/>
                <a:gd name="T11" fmla="*/ 0 h 9"/>
                <a:gd name="T12" fmla="*/ 0 w 13"/>
                <a:gd name="T13" fmla="*/ 9 h 9"/>
                <a:gd name="T14" fmla="*/ 13 w 13"/>
                <a:gd name="T15" fmla="*/ 9 h 9"/>
                <a:gd name="T16" fmla="*/ 13 w 13"/>
                <a:gd name="T17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13" y="5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9" y="0"/>
                  </a:lnTo>
                  <a:lnTo>
                    <a:pt x="0" y="9"/>
                  </a:lnTo>
                  <a:lnTo>
                    <a:pt x="13" y="9"/>
                  </a:lnTo>
                  <a:lnTo>
                    <a:pt x="13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9" name="Rectangle 359"/>
            <p:cNvSpPr>
              <a:spLocks noChangeArrowheads="1"/>
            </p:cNvSpPr>
            <p:nvPr/>
          </p:nvSpPr>
          <p:spPr bwMode="auto">
            <a:xfrm>
              <a:off x="6092826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0" name="Rectangle 360"/>
            <p:cNvSpPr>
              <a:spLocks noChangeArrowheads="1"/>
            </p:cNvSpPr>
            <p:nvPr/>
          </p:nvSpPr>
          <p:spPr bwMode="auto">
            <a:xfrm>
              <a:off x="6149976" y="3512215"/>
              <a:ext cx="1428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Rectangle 361"/>
            <p:cNvSpPr>
              <a:spLocks noChangeArrowheads="1"/>
            </p:cNvSpPr>
            <p:nvPr/>
          </p:nvSpPr>
          <p:spPr bwMode="auto">
            <a:xfrm>
              <a:off x="6173789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Rectangle 362"/>
            <p:cNvSpPr>
              <a:spLocks noChangeArrowheads="1"/>
            </p:cNvSpPr>
            <p:nvPr/>
          </p:nvSpPr>
          <p:spPr bwMode="auto">
            <a:xfrm>
              <a:off x="6070601" y="3512215"/>
              <a:ext cx="127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Rectangle 363"/>
            <p:cNvSpPr>
              <a:spLocks noChangeArrowheads="1"/>
            </p:cNvSpPr>
            <p:nvPr/>
          </p:nvSpPr>
          <p:spPr bwMode="auto">
            <a:xfrm>
              <a:off x="6042026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4" name="Rectangle 364"/>
            <p:cNvSpPr>
              <a:spLocks noChangeArrowheads="1"/>
            </p:cNvSpPr>
            <p:nvPr/>
          </p:nvSpPr>
          <p:spPr bwMode="auto">
            <a:xfrm>
              <a:off x="6121401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Freeform 365"/>
            <p:cNvSpPr>
              <a:spLocks/>
            </p:cNvSpPr>
            <p:nvPr/>
          </p:nvSpPr>
          <p:spPr bwMode="auto">
            <a:xfrm>
              <a:off x="6202364" y="3507453"/>
              <a:ext cx="22225" cy="14288"/>
            </a:xfrm>
            <a:custGeom>
              <a:avLst/>
              <a:gdLst>
                <a:gd name="T0" fmla="*/ 1 w 14"/>
                <a:gd name="T1" fmla="*/ 3 h 9"/>
                <a:gd name="T2" fmla="*/ 0 w 14"/>
                <a:gd name="T3" fmla="*/ 3 h 9"/>
                <a:gd name="T4" fmla="*/ 0 w 14"/>
                <a:gd name="T5" fmla="*/ 4 h 9"/>
                <a:gd name="T6" fmla="*/ 0 w 14"/>
                <a:gd name="T7" fmla="*/ 4 h 9"/>
                <a:gd name="T8" fmla="*/ 0 w 14"/>
                <a:gd name="T9" fmla="*/ 5 h 9"/>
                <a:gd name="T10" fmla="*/ 0 w 14"/>
                <a:gd name="T11" fmla="*/ 9 h 9"/>
                <a:gd name="T12" fmla="*/ 14 w 14"/>
                <a:gd name="T13" fmla="*/ 9 h 9"/>
                <a:gd name="T14" fmla="*/ 5 w 14"/>
                <a:gd name="T15" fmla="*/ 0 h 9"/>
                <a:gd name="T16" fmla="*/ 1 w 14"/>
                <a:gd name="T1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9">
                  <a:moveTo>
                    <a:pt x="1" y="3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9"/>
                  </a:lnTo>
                  <a:lnTo>
                    <a:pt x="14" y="9"/>
                  </a:lnTo>
                  <a:lnTo>
                    <a:pt x="5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Freeform 366"/>
            <p:cNvSpPr>
              <a:spLocks/>
            </p:cNvSpPr>
            <p:nvPr/>
          </p:nvSpPr>
          <p:spPr bwMode="auto">
            <a:xfrm>
              <a:off x="6164264" y="3469353"/>
              <a:ext cx="19050" cy="19050"/>
            </a:xfrm>
            <a:custGeom>
              <a:avLst/>
              <a:gdLst>
                <a:gd name="T0" fmla="*/ 9 w 12"/>
                <a:gd name="T1" fmla="*/ 12 h 12"/>
                <a:gd name="T2" fmla="*/ 0 w 12"/>
                <a:gd name="T3" fmla="*/ 5 h 12"/>
                <a:gd name="T4" fmla="*/ 5 w 12"/>
                <a:gd name="T5" fmla="*/ 0 h 12"/>
                <a:gd name="T6" fmla="*/ 12 w 12"/>
                <a:gd name="T7" fmla="*/ 9 h 12"/>
                <a:gd name="T8" fmla="*/ 9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9" y="12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12" y="9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Freeform 367"/>
            <p:cNvSpPr>
              <a:spLocks/>
            </p:cNvSpPr>
            <p:nvPr/>
          </p:nvSpPr>
          <p:spPr bwMode="auto">
            <a:xfrm>
              <a:off x="6183314" y="3488403"/>
              <a:ext cx="19050" cy="19050"/>
            </a:xfrm>
            <a:custGeom>
              <a:avLst/>
              <a:gdLst>
                <a:gd name="T0" fmla="*/ 9 w 12"/>
                <a:gd name="T1" fmla="*/ 12 h 12"/>
                <a:gd name="T2" fmla="*/ 0 w 12"/>
                <a:gd name="T3" fmla="*/ 5 h 12"/>
                <a:gd name="T4" fmla="*/ 5 w 12"/>
                <a:gd name="T5" fmla="*/ 0 h 12"/>
                <a:gd name="T6" fmla="*/ 12 w 12"/>
                <a:gd name="T7" fmla="*/ 8 h 12"/>
                <a:gd name="T8" fmla="*/ 9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9" y="12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12" y="8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8" name="Freeform 368"/>
            <p:cNvSpPr>
              <a:spLocks/>
            </p:cNvSpPr>
            <p:nvPr/>
          </p:nvSpPr>
          <p:spPr bwMode="auto">
            <a:xfrm>
              <a:off x="6127751" y="3431253"/>
              <a:ext cx="19050" cy="20638"/>
            </a:xfrm>
            <a:custGeom>
              <a:avLst/>
              <a:gdLst>
                <a:gd name="T0" fmla="*/ 8 w 12"/>
                <a:gd name="T1" fmla="*/ 13 h 13"/>
                <a:gd name="T2" fmla="*/ 0 w 12"/>
                <a:gd name="T3" fmla="*/ 5 h 13"/>
                <a:gd name="T4" fmla="*/ 4 w 12"/>
                <a:gd name="T5" fmla="*/ 0 h 13"/>
                <a:gd name="T6" fmla="*/ 12 w 12"/>
                <a:gd name="T7" fmla="*/ 9 h 13"/>
                <a:gd name="T8" fmla="*/ 8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8" y="13"/>
                  </a:moveTo>
                  <a:lnTo>
                    <a:pt x="0" y="5"/>
                  </a:lnTo>
                  <a:lnTo>
                    <a:pt x="4" y="0"/>
                  </a:lnTo>
                  <a:lnTo>
                    <a:pt x="12" y="9"/>
                  </a:lnTo>
                  <a:lnTo>
                    <a:pt x="8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Freeform 369"/>
            <p:cNvSpPr>
              <a:spLocks/>
            </p:cNvSpPr>
            <p:nvPr/>
          </p:nvSpPr>
          <p:spPr bwMode="auto">
            <a:xfrm>
              <a:off x="6145214" y="3450303"/>
              <a:ext cx="20638" cy="19050"/>
            </a:xfrm>
            <a:custGeom>
              <a:avLst/>
              <a:gdLst>
                <a:gd name="T0" fmla="*/ 9 w 13"/>
                <a:gd name="T1" fmla="*/ 12 h 12"/>
                <a:gd name="T2" fmla="*/ 0 w 13"/>
                <a:gd name="T3" fmla="*/ 5 h 12"/>
                <a:gd name="T4" fmla="*/ 5 w 13"/>
                <a:gd name="T5" fmla="*/ 0 h 12"/>
                <a:gd name="T6" fmla="*/ 13 w 13"/>
                <a:gd name="T7" fmla="*/ 9 h 12"/>
                <a:gd name="T8" fmla="*/ 9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9" y="12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13" y="9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Freeform 370"/>
            <p:cNvSpPr>
              <a:spLocks/>
            </p:cNvSpPr>
            <p:nvPr/>
          </p:nvSpPr>
          <p:spPr bwMode="auto">
            <a:xfrm>
              <a:off x="6107114" y="3416965"/>
              <a:ext cx="20638" cy="15875"/>
            </a:xfrm>
            <a:custGeom>
              <a:avLst/>
              <a:gdLst>
                <a:gd name="T0" fmla="*/ 5 w 13"/>
                <a:gd name="T1" fmla="*/ 10 h 10"/>
                <a:gd name="T2" fmla="*/ 6 w 13"/>
                <a:gd name="T3" fmla="*/ 8 h 10"/>
                <a:gd name="T4" fmla="*/ 9 w 13"/>
                <a:gd name="T5" fmla="*/ 10 h 10"/>
                <a:gd name="T6" fmla="*/ 13 w 13"/>
                <a:gd name="T7" fmla="*/ 6 h 10"/>
                <a:gd name="T8" fmla="*/ 6 w 13"/>
                <a:gd name="T9" fmla="*/ 0 h 10"/>
                <a:gd name="T10" fmla="*/ 0 w 13"/>
                <a:gd name="T11" fmla="*/ 6 h 10"/>
                <a:gd name="T12" fmla="*/ 5 w 13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5" y="10"/>
                  </a:moveTo>
                  <a:lnTo>
                    <a:pt x="6" y="8"/>
                  </a:lnTo>
                  <a:lnTo>
                    <a:pt x="9" y="10"/>
                  </a:lnTo>
                  <a:lnTo>
                    <a:pt x="13" y="6"/>
                  </a:lnTo>
                  <a:lnTo>
                    <a:pt x="6" y="0"/>
                  </a:lnTo>
                  <a:lnTo>
                    <a:pt x="0" y="6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1" name="Freeform 371"/>
            <p:cNvSpPr>
              <a:spLocks/>
            </p:cNvSpPr>
            <p:nvPr/>
          </p:nvSpPr>
          <p:spPr bwMode="auto">
            <a:xfrm>
              <a:off x="6088064" y="3431253"/>
              <a:ext cx="19050" cy="20638"/>
            </a:xfrm>
            <a:custGeom>
              <a:avLst/>
              <a:gdLst>
                <a:gd name="T0" fmla="*/ 5 w 12"/>
                <a:gd name="T1" fmla="*/ 13 h 13"/>
                <a:gd name="T2" fmla="*/ 0 w 12"/>
                <a:gd name="T3" fmla="*/ 9 h 13"/>
                <a:gd name="T4" fmla="*/ 9 w 12"/>
                <a:gd name="T5" fmla="*/ 0 h 13"/>
                <a:gd name="T6" fmla="*/ 12 w 12"/>
                <a:gd name="T7" fmla="*/ 5 h 13"/>
                <a:gd name="T8" fmla="*/ 5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lnTo>
                    <a:pt x="0" y="9"/>
                  </a:lnTo>
                  <a:lnTo>
                    <a:pt x="9" y="0"/>
                  </a:lnTo>
                  <a:lnTo>
                    <a:pt x="12" y="5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2" name="Freeform 372"/>
            <p:cNvSpPr>
              <a:spLocks/>
            </p:cNvSpPr>
            <p:nvPr/>
          </p:nvSpPr>
          <p:spPr bwMode="auto">
            <a:xfrm>
              <a:off x="6051551" y="3469353"/>
              <a:ext cx="19050" cy="19050"/>
            </a:xfrm>
            <a:custGeom>
              <a:avLst/>
              <a:gdLst>
                <a:gd name="T0" fmla="*/ 12 w 12"/>
                <a:gd name="T1" fmla="*/ 5 h 12"/>
                <a:gd name="T2" fmla="*/ 4 w 12"/>
                <a:gd name="T3" fmla="*/ 12 h 12"/>
                <a:gd name="T4" fmla="*/ 0 w 12"/>
                <a:gd name="T5" fmla="*/ 9 h 12"/>
                <a:gd name="T6" fmla="*/ 8 w 12"/>
                <a:gd name="T7" fmla="*/ 0 h 12"/>
                <a:gd name="T8" fmla="*/ 12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5"/>
                  </a:moveTo>
                  <a:lnTo>
                    <a:pt x="4" y="12"/>
                  </a:lnTo>
                  <a:lnTo>
                    <a:pt x="0" y="9"/>
                  </a:lnTo>
                  <a:lnTo>
                    <a:pt x="8" y="0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3" name="Freeform 373"/>
            <p:cNvSpPr>
              <a:spLocks/>
            </p:cNvSpPr>
            <p:nvPr/>
          </p:nvSpPr>
          <p:spPr bwMode="auto">
            <a:xfrm>
              <a:off x="6032501" y="3488403"/>
              <a:ext cx="19050" cy="19050"/>
            </a:xfrm>
            <a:custGeom>
              <a:avLst/>
              <a:gdLst>
                <a:gd name="T0" fmla="*/ 8 w 12"/>
                <a:gd name="T1" fmla="*/ 0 h 12"/>
                <a:gd name="T2" fmla="*/ 12 w 12"/>
                <a:gd name="T3" fmla="*/ 5 h 12"/>
                <a:gd name="T4" fmla="*/ 4 w 12"/>
                <a:gd name="T5" fmla="*/ 12 h 12"/>
                <a:gd name="T6" fmla="*/ 0 w 12"/>
                <a:gd name="T7" fmla="*/ 8 h 12"/>
                <a:gd name="T8" fmla="*/ 8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lnTo>
                    <a:pt x="12" y="5"/>
                  </a:lnTo>
                  <a:lnTo>
                    <a:pt x="4" y="12"/>
                  </a:lnTo>
                  <a:lnTo>
                    <a:pt x="0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4" name="Freeform 374"/>
            <p:cNvSpPr>
              <a:spLocks/>
            </p:cNvSpPr>
            <p:nvPr/>
          </p:nvSpPr>
          <p:spPr bwMode="auto">
            <a:xfrm>
              <a:off x="6070601" y="3450303"/>
              <a:ext cx="17463" cy="19050"/>
            </a:xfrm>
            <a:custGeom>
              <a:avLst/>
              <a:gdLst>
                <a:gd name="T0" fmla="*/ 11 w 11"/>
                <a:gd name="T1" fmla="*/ 5 h 12"/>
                <a:gd name="T2" fmla="*/ 4 w 11"/>
                <a:gd name="T3" fmla="*/ 12 h 12"/>
                <a:gd name="T4" fmla="*/ 0 w 11"/>
                <a:gd name="T5" fmla="*/ 9 h 12"/>
                <a:gd name="T6" fmla="*/ 8 w 11"/>
                <a:gd name="T7" fmla="*/ 0 h 12"/>
                <a:gd name="T8" fmla="*/ 11 w 11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5"/>
                  </a:moveTo>
                  <a:lnTo>
                    <a:pt x="4" y="12"/>
                  </a:lnTo>
                  <a:lnTo>
                    <a:pt x="0" y="9"/>
                  </a:lnTo>
                  <a:lnTo>
                    <a:pt x="8" y="0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5" name="Rectangle 375"/>
            <p:cNvSpPr>
              <a:spLocks noChangeArrowheads="1"/>
            </p:cNvSpPr>
            <p:nvPr/>
          </p:nvSpPr>
          <p:spPr bwMode="auto">
            <a:xfrm>
              <a:off x="6003926" y="3362990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6" name="Rectangle 376"/>
            <p:cNvSpPr>
              <a:spLocks noChangeArrowheads="1"/>
            </p:cNvSpPr>
            <p:nvPr/>
          </p:nvSpPr>
          <p:spPr bwMode="auto">
            <a:xfrm>
              <a:off x="6022976" y="33645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7" name="Rectangle 377"/>
            <p:cNvSpPr>
              <a:spLocks noChangeArrowheads="1"/>
            </p:cNvSpPr>
            <p:nvPr/>
          </p:nvSpPr>
          <p:spPr bwMode="auto">
            <a:xfrm>
              <a:off x="6107114" y="33645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8" name="Rectangle 378"/>
            <p:cNvSpPr>
              <a:spLocks noChangeArrowheads="1"/>
            </p:cNvSpPr>
            <p:nvPr/>
          </p:nvSpPr>
          <p:spPr bwMode="auto">
            <a:xfrm>
              <a:off x="6135689" y="33645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9" name="Rectangle 379"/>
            <p:cNvSpPr>
              <a:spLocks noChangeArrowheads="1"/>
            </p:cNvSpPr>
            <p:nvPr/>
          </p:nvSpPr>
          <p:spPr bwMode="auto">
            <a:xfrm>
              <a:off x="6164264" y="33645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0" name="Rectangle 380"/>
            <p:cNvSpPr>
              <a:spLocks noChangeArrowheads="1"/>
            </p:cNvSpPr>
            <p:nvPr/>
          </p:nvSpPr>
          <p:spPr bwMode="auto">
            <a:xfrm>
              <a:off x="6078539" y="33645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1" name="Rectangle 381"/>
            <p:cNvSpPr>
              <a:spLocks noChangeArrowheads="1"/>
            </p:cNvSpPr>
            <p:nvPr/>
          </p:nvSpPr>
          <p:spPr bwMode="auto">
            <a:xfrm>
              <a:off x="6192839" y="33645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2" name="Rectangle 382"/>
            <p:cNvSpPr>
              <a:spLocks noChangeArrowheads="1"/>
            </p:cNvSpPr>
            <p:nvPr/>
          </p:nvSpPr>
          <p:spPr bwMode="auto">
            <a:xfrm>
              <a:off x="6051551" y="33645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3" name="Rectangle 383"/>
            <p:cNvSpPr>
              <a:spLocks noChangeArrowheads="1"/>
            </p:cNvSpPr>
            <p:nvPr/>
          </p:nvSpPr>
          <p:spPr bwMode="auto">
            <a:xfrm>
              <a:off x="6221414" y="3362990"/>
              <a:ext cx="95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4" name="Freeform 384"/>
            <p:cNvSpPr>
              <a:spLocks/>
            </p:cNvSpPr>
            <p:nvPr/>
          </p:nvSpPr>
          <p:spPr bwMode="auto">
            <a:xfrm>
              <a:off x="6230939" y="3247103"/>
              <a:ext cx="66675" cy="246063"/>
            </a:xfrm>
            <a:custGeom>
              <a:avLst/>
              <a:gdLst>
                <a:gd name="T0" fmla="*/ 7 w 56"/>
                <a:gd name="T1" fmla="*/ 0 h 207"/>
                <a:gd name="T2" fmla="*/ 2 w 56"/>
                <a:gd name="T3" fmla="*/ 6 h 207"/>
                <a:gd name="T4" fmla="*/ 48 w 56"/>
                <a:gd name="T5" fmla="*/ 103 h 207"/>
                <a:gd name="T6" fmla="*/ 8 w 56"/>
                <a:gd name="T7" fmla="*/ 195 h 207"/>
                <a:gd name="T8" fmla="*/ 8 w 56"/>
                <a:gd name="T9" fmla="*/ 159 h 207"/>
                <a:gd name="T10" fmla="*/ 0 w 56"/>
                <a:gd name="T11" fmla="*/ 159 h 207"/>
                <a:gd name="T12" fmla="*/ 0 w 56"/>
                <a:gd name="T13" fmla="*/ 203 h 207"/>
                <a:gd name="T14" fmla="*/ 4 w 56"/>
                <a:gd name="T15" fmla="*/ 207 h 207"/>
                <a:gd name="T16" fmla="*/ 48 w 56"/>
                <a:gd name="T17" fmla="*/ 207 h 207"/>
                <a:gd name="T18" fmla="*/ 48 w 56"/>
                <a:gd name="T19" fmla="*/ 199 h 207"/>
                <a:gd name="T20" fmla="*/ 16 w 56"/>
                <a:gd name="T21" fmla="*/ 199 h 207"/>
                <a:gd name="T22" fmla="*/ 56 w 56"/>
                <a:gd name="T23" fmla="*/ 103 h 207"/>
                <a:gd name="T24" fmla="*/ 7 w 56"/>
                <a:gd name="T25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07">
                  <a:moveTo>
                    <a:pt x="7" y="0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32" y="28"/>
                    <a:pt x="48" y="62"/>
                    <a:pt x="48" y="103"/>
                  </a:cubicBezTo>
                  <a:cubicBezTo>
                    <a:pt x="48" y="141"/>
                    <a:pt x="34" y="174"/>
                    <a:pt x="8" y="195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4" y="207"/>
                    <a:pt x="4" y="207"/>
                    <a:pt x="4" y="207"/>
                  </a:cubicBezTo>
                  <a:cubicBezTo>
                    <a:pt x="48" y="207"/>
                    <a:pt x="48" y="207"/>
                    <a:pt x="48" y="207"/>
                  </a:cubicBezTo>
                  <a:cubicBezTo>
                    <a:pt x="48" y="199"/>
                    <a:pt x="48" y="199"/>
                    <a:pt x="48" y="199"/>
                  </a:cubicBezTo>
                  <a:cubicBezTo>
                    <a:pt x="16" y="199"/>
                    <a:pt x="16" y="199"/>
                    <a:pt x="16" y="199"/>
                  </a:cubicBezTo>
                  <a:cubicBezTo>
                    <a:pt x="42" y="176"/>
                    <a:pt x="56" y="143"/>
                    <a:pt x="56" y="103"/>
                  </a:cubicBezTo>
                  <a:cubicBezTo>
                    <a:pt x="56" y="59"/>
                    <a:pt x="39" y="23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9" name="Группа 628"/>
          <p:cNvGrpSpPr/>
          <p:nvPr/>
        </p:nvGrpSpPr>
        <p:grpSpPr>
          <a:xfrm>
            <a:off x="6394451" y="3218528"/>
            <a:ext cx="303213" cy="303212"/>
            <a:chOff x="6394451" y="3218528"/>
            <a:chExt cx="303213" cy="303212"/>
          </a:xfrm>
        </p:grpSpPr>
        <p:sp>
          <p:nvSpPr>
            <p:cNvPr id="375" name="Freeform 385"/>
            <p:cNvSpPr>
              <a:spLocks noEditPoints="1"/>
            </p:cNvSpPr>
            <p:nvPr/>
          </p:nvSpPr>
          <p:spPr bwMode="auto">
            <a:xfrm>
              <a:off x="6394451" y="3416965"/>
              <a:ext cx="104775" cy="104775"/>
            </a:xfrm>
            <a:custGeom>
              <a:avLst/>
              <a:gdLst>
                <a:gd name="T0" fmla="*/ 36 w 66"/>
                <a:gd name="T1" fmla="*/ 35 h 66"/>
                <a:gd name="T2" fmla="*/ 60 w 66"/>
                <a:gd name="T3" fmla="*/ 9 h 66"/>
                <a:gd name="T4" fmla="*/ 66 w 66"/>
                <a:gd name="T5" fmla="*/ 9 h 66"/>
                <a:gd name="T6" fmla="*/ 66 w 66"/>
                <a:gd name="T7" fmla="*/ 3 h 66"/>
                <a:gd name="T8" fmla="*/ 63 w 66"/>
                <a:gd name="T9" fmla="*/ 3 h 66"/>
                <a:gd name="T10" fmla="*/ 63 w 66"/>
                <a:gd name="T11" fmla="*/ 0 h 66"/>
                <a:gd name="T12" fmla="*/ 57 w 66"/>
                <a:gd name="T13" fmla="*/ 0 h 66"/>
                <a:gd name="T14" fmla="*/ 57 w 66"/>
                <a:gd name="T15" fmla="*/ 6 h 66"/>
                <a:gd name="T16" fmla="*/ 31 w 66"/>
                <a:gd name="T17" fmla="*/ 30 h 66"/>
                <a:gd name="T18" fmla="*/ 0 w 66"/>
                <a:gd name="T19" fmla="*/ 30 h 66"/>
                <a:gd name="T20" fmla="*/ 0 w 66"/>
                <a:gd name="T21" fmla="*/ 66 h 66"/>
                <a:gd name="T22" fmla="*/ 36 w 66"/>
                <a:gd name="T23" fmla="*/ 66 h 66"/>
                <a:gd name="T24" fmla="*/ 36 w 66"/>
                <a:gd name="T25" fmla="*/ 35 h 66"/>
                <a:gd name="T26" fmla="*/ 30 w 66"/>
                <a:gd name="T27" fmla="*/ 60 h 66"/>
                <a:gd name="T28" fmla="*/ 6 w 66"/>
                <a:gd name="T29" fmla="*/ 60 h 66"/>
                <a:gd name="T30" fmla="*/ 6 w 66"/>
                <a:gd name="T31" fmla="*/ 36 h 66"/>
                <a:gd name="T32" fmla="*/ 30 w 66"/>
                <a:gd name="T33" fmla="*/ 36 h 66"/>
                <a:gd name="T34" fmla="*/ 30 w 66"/>
                <a:gd name="T35" fmla="*/ 6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66">
                  <a:moveTo>
                    <a:pt x="36" y="35"/>
                  </a:moveTo>
                  <a:lnTo>
                    <a:pt x="60" y="9"/>
                  </a:lnTo>
                  <a:lnTo>
                    <a:pt x="66" y="9"/>
                  </a:lnTo>
                  <a:lnTo>
                    <a:pt x="66" y="3"/>
                  </a:lnTo>
                  <a:lnTo>
                    <a:pt x="63" y="3"/>
                  </a:lnTo>
                  <a:lnTo>
                    <a:pt x="63" y="0"/>
                  </a:lnTo>
                  <a:lnTo>
                    <a:pt x="57" y="0"/>
                  </a:lnTo>
                  <a:lnTo>
                    <a:pt x="57" y="6"/>
                  </a:lnTo>
                  <a:lnTo>
                    <a:pt x="31" y="30"/>
                  </a:lnTo>
                  <a:lnTo>
                    <a:pt x="0" y="30"/>
                  </a:lnTo>
                  <a:lnTo>
                    <a:pt x="0" y="66"/>
                  </a:lnTo>
                  <a:lnTo>
                    <a:pt x="36" y="66"/>
                  </a:lnTo>
                  <a:lnTo>
                    <a:pt x="36" y="35"/>
                  </a:lnTo>
                  <a:close/>
                  <a:moveTo>
                    <a:pt x="30" y="60"/>
                  </a:moveTo>
                  <a:lnTo>
                    <a:pt x="6" y="60"/>
                  </a:lnTo>
                  <a:lnTo>
                    <a:pt x="6" y="36"/>
                  </a:lnTo>
                  <a:lnTo>
                    <a:pt x="30" y="36"/>
                  </a:lnTo>
                  <a:lnTo>
                    <a:pt x="30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6" name="Freeform 386"/>
            <p:cNvSpPr>
              <a:spLocks noEditPoints="1"/>
            </p:cNvSpPr>
            <p:nvPr/>
          </p:nvSpPr>
          <p:spPr bwMode="auto">
            <a:xfrm>
              <a:off x="6592889" y="3218528"/>
              <a:ext cx="104775" cy="104775"/>
            </a:xfrm>
            <a:custGeom>
              <a:avLst/>
              <a:gdLst>
                <a:gd name="T0" fmla="*/ 30 w 66"/>
                <a:gd name="T1" fmla="*/ 32 h 66"/>
                <a:gd name="T2" fmla="*/ 5 w 66"/>
                <a:gd name="T3" fmla="*/ 57 h 66"/>
                <a:gd name="T4" fmla="*/ 0 w 66"/>
                <a:gd name="T5" fmla="*/ 57 h 66"/>
                <a:gd name="T6" fmla="*/ 0 w 66"/>
                <a:gd name="T7" fmla="*/ 63 h 66"/>
                <a:gd name="T8" fmla="*/ 3 w 66"/>
                <a:gd name="T9" fmla="*/ 63 h 66"/>
                <a:gd name="T10" fmla="*/ 3 w 66"/>
                <a:gd name="T11" fmla="*/ 66 h 66"/>
                <a:gd name="T12" fmla="*/ 9 w 66"/>
                <a:gd name="T13" fmla="*/ 66 h 66"/>
                <a:gd name="T14" fmla="*/ 9 w 66"/>
                <a:gd name="T15" fmla="*/ 61 h 66"/>
                <a:gd name="T16" fmla="*/ 34 w 66"/>
                <a:gd name="T17" fmla="*/ 36 h 66"/>
                <a:gd name="T18" fmla="*/ 66 w 66"/>
                <a:gd name="T19" fmla="*/ 36 h 66"/>
                <a:gd name="T20" fmla="*/ 66 w 66"/>
                <a:gd name="T21" fmla="*/ 0 h 66"/>
                <a:gd name="T22" fmla="*/ 30 w 66"/>
                <a:gd name="T23" fmla="*/ 0 h 66"/>
                <a:gd name="T24" fmla="*/ 30 w 66"/>
                <a:gd name="T25" fmla="*/ 32 h 66"/>
                <a:gd name="T26" fmla="*/ 36 w 66"/>
                <a:gd name="T27" fmla="*/ 6 h 66"/>
                <a:gd name="T28" fmla="*/ 60 w 66"/>
                <a:gd name="T29" fmla="*/ 6 h 66"/>
                <a:gd name="T30" fmla="*/ 60 w 66"/>
                <a:gd name="T31" fmla="*/ 30 h 66"/>
                <a:gd name="T32" fmla="*/ 36 w 66"/>
                <a:gd name="T33" fmla="*/ 30 h 66"/>
                <a:gd name="T34" fmla="*/ 36 w 66"/>
                <a:gd name="T35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66">
                  <a:moveTo>
                    <a:pt x="30" y="32"/>
                  </a:moveTo>
                  <a:lnTo>
                    <a:pt x="5" y="57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3" y="63"/>
                  </a:lnTo>
                  <a:lnTo>
                    <a:pt x="3" y="66"/>
                  </a:lnTo>
                  <a:lnTo>
                    <a:pt x="9" y="66"/>
                  </a:lnTo>
                  <a:lnTo>
                    <a:pt x="9" y="61"/>
                  </a:lnTo>
                  <a:lnTo>
                    <a:pt x="34" y="36"/>
                  </a:lnTo>
                  <a:lnTo>
                    <a:pt x="66" y="36"/>
                  </a:lnTo>
                  <a:lnTo>
                    <a:pt x="66" y="0"/>
                  </a:lnTo>
                  <a:lnTo>
                    <a:pt x="30" y="0"/>
                  </a:lnTo>
                  <a:lnTo>
                    <a:pt x="30" y="32"/>
                  </a:lnTo>
                  <a:close/>
                  <a:moveTo>
                    <a:pt x="36" y="6"/>
                  </a:moveTo>
                  <a:lnTo>
                    <a:pt x="60" y="6"/>
                  </a:lnTo>
                  <a:lnTo>
                    <a:pt x="60" y="30"/>
                  </a:lnTo>
                  <a:lnTo>
                    <a:pt x="36" y="30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7" name="Rectangle 387"/>
            <p:cNvSpPr>
              <a:spLocks noChangeArrowheads="1"/>
            </p:cNvSpPr>
            <p:nvPr/>
          </p:nvSpPr>
          <p:spPr bwMode="auto">
            <a:xfrm>
              <a:off x="6565901" y="3309015"/>
              <a:ext cx="174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8" name="Rectangle 388"/>
            <p:cNvSpPr>
              <a:spLocks noChangeArrowheads="1"/>
            </p:cNvSpPr>
            <p:nvPr/>
          </p:nvSpPr>
          <p:spPr bwMode="auto">
            <a:xfrm>
              <a:off x="6508751" y="33090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9" name="Rectangle 389"/>
            <p:cNvSpPr>
              <a:spLocks noChangeArrowheads="1"/>
            </p:cNvSpPr>
            <p:nvPr/>
          </p:nvSpPr>
          <p:spPr bwMode="auto">
            <a:xfrm>
              <a:off x="6537326" y="33090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0" name="Freeform 390"/>
            <p:cNvSpPr>
              <a:spLocks/>
            </p:cNvSpPr>
            <p:nvPr/>
          </p:nvSpPr>
          <p:spPr bwMode="auto">
            <a:xfrm>
              <a:off x="6484939" y="3309015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1" name="Rectangle 391"/>
            <p:cNvSpPr>
              <a:spLocks noChangeArrowheads="1"/>
            </p:cNvSpPr>
            <p:nvPr/>
          </p:nvSpPr>
          <p:spPr bwMode="auto">
            <a:xfrm>
              <a:off x="6484939" y="3332828"/>
              <a:ext cx="9525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2" name="Rectangle 392"/>
            <p:cNvSpPr>
              <a:spLocks noChangeArrowheads="1"/>
            </p:cNvSpPr>
            <p:nvPr/>
          </p:nvSpPr>
          <p:spPr bwMode="auto">
            <a:xfrm>
              <a:off x="6484939" y="33598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3" name="Rectangle 393"/>
            <p:cNvSpPr>
              <a:spLocks noChangeArrowheads="1"/>
            </p:cNvSpPr>
            <p:nvPr/>
          </p:nvSpPr>
          <p:spPr bwMode="auto">
            <a:xfrm>
              <a:off x="6484939" y="33883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4" name="Rectangle 394"/>
            <p:cNvSpPr>
              <a:spLocks noChangeArrowheads="1"/>
            </p:cNvSpPr>
            <p:nvPr/>
          </p:nvSpPr>
          <p:spPr bwMode="auto">
            <a:xfrm>
              <a:off x="6537326" y="34217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5" name="Rectangle 395"/>
            <p:cNvSpPr>
              <a:spLocks noChangeArrowheads="1"/>
            </p:cNvSpPr>
            <p:nvPr/>
          </p:nvSpPr>
          <p:spPr bwMode="auto">
            <a:xfrm>
              <a:off x="6508751" y="34217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6" name="Rectangle 396"/>
            <p:cNvSpPr>
              <a:spLocks noChangeArrowheads="1"/>
            </p:cNvSpPr>
            <p:nvPr/>
          </p:nvSpPr>
          <p:spPr bwMode="auto">
            <a:xfrm>
              <a:off x="6565901" y="3421728"/>
              <a:ext cx="174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7" name="Freeform 397"/>
            <p:cNvSpPr>
              <a:spLocks/>
            </p:cNvSpPr>
            <p:nvPr/>
          </p:nvSpPr>
          <p:spPr bwMode="auto">
            <a:xfrm>
              <a:off x="6592889" y="3416965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8" name="Rectangle 398"/>
            <p:cNvSpPr>
              <a:spLocks noChangeArrowheads="1"/>
            </p:cNvSpPr>
            <p:nvPr/>
          </p:nvSpPr>
          <p:spPr bwMode="auto">
            <a:xfrm>
              <a:off x="6597651" y="33883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9" name="Rectangle 399"/>
            <p:cNvSpPr>
              <a:spLocks noChangeArrowheads="1"/>
            </p:cNvSpPr>
            <p:nvPr/>
          </p:nvSpPr>
          <p:spPr bwMode="auto">
            <a:xfrm>
              <a:off x="6597651" y="3332828"/>
              <a:ext cx="9525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0" name="Rectangle 400"/>
            <p:cNvSpPr>
              <a:spLocks noChangeArrowheads="1"/>
            </p:cNvSpPr>
            <p:nvPr/>
          </p:nvSpPr>
          <p:spPr bwMode="auto">
            <a:xfrm>
              <a:off x="6597651" y="33598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1" name="Rectangle 401"/>
            <p:cNvSpPr>
              <a:spLocks noChangeArrowheads="1"/>
            </p:cNvSpPr>
            <p:nvPr/>
          </p:nvSpPr>
          <p:spPr bwMode="auto">
            <a:xfrm>
              <a:off x="6513514" y="3364578"/>
              <a:ext cx="6508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0" name="Группа 629"/>
          <p:cNvGrpSpPr/>
          <p:nvPr/>
        </p:nvGrpSpPr>
        <p:grpSpPr>
          <a:xfrm>
            <a:off x="6788151" y="3218528"/>
            <a:ext cx="304800" cy="303212"/>
            <a:chOff x="6788151" y="3218528"/>
            <a:chExt cx="304800" cy="303212"/>
          </a:xfrm>
        </p:grpSpPr>
        <p:sp>
          <p:nvSpPr>
            <p:cNvPr id="392" name="Rectangle 402"/>
            <p:cNvSpPr>
              <a:spLocks noChangeArrowheads="1"/>
            </p:cNvSpPr>
            <p:nvPr/>
          </p:nvSpPr>
          <p:spPr bwMode="auto">
            <a:xfrm>
              <a:off x="6864351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3" name="Rectangle 403"/>
            <p:cNvSpPr>
              <a:spLocks noChangeArrowheads="1"/>
            </p:cNvSpPr>
            <p:nvPr/>
          </p:nvSpPr>
          <p:spPr bwMode="auto">
            <a:xfrm>
              <a:off x="6892926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4" name="Rectangle 404"/>
            <p:cNvSpPr>
              <a:spLocks noChangeArrowheads="1"/>
            </p:cNvSpPr>
            <p:nvPr/>
          </p:nvSpPr>
          <p:spPr bwMode="auto">
            <a:xfrm>
              <a:off x="6921501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5" name="Rectangle 405"/>
            <p:cNvSpPr>
              <a:spLocks noChangeArrowheads="1"/>
            </p:cNvSpPr>
            <p:nvPr/>
          </p:nvSpPr>
          <p:spPr bwMode="auto">
            <a:xfrm>
              <a:off x="6807201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6" name="Rectangle 407"/>
            <p:cNvSpPr>
              <a:spLocks noChangeArrowheads="1"/>
            </p:cNvSpPr>
            <p:nvPr/>
          </p:nvSpPr>
          <p:spPr bwMode="auto">
            <a:xfrm>
              <a:off x="6835776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7" name="Rectangle 408"/>
            <p:cNvSpPr>
              <a:spLocks noChangeArrowheads="1"/>
            </p:cNvSpPr>
            <p:nvPr/>
          </p:nvSpPr>
          <p:spPr bwMode="auto">
            <a:xfrm>
              <a:off x="7016751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8" name="Rectangle 409"/>
            <p:cNvSpPr>
              <a:spLocks noChangeArrowheads="1"/>
            </p:cNvSpPr>
            <p:nvPr/>
          </p:nvSpPr>
          <p:spPr bwMode="auto">
            <a:xfrm>
              <a:off x="7083426" y="33693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9" name="Rectangle 410"/>
            <p:cNvSpPr>
              <a:spLocks noChangeArrowheads="1"/>
            </p:cNvSpPr>
            <p:nvPr/>
          </p:nvSpPr>
          <p:spPr bwMode="auto">
            <a:xfrm>
              <a:off x="7007226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0" name="Rectangle 411"/>
            <p:cNvSpPr>
              <a:spLocks noChangeArrowheads="1"/>
            </p:cNvSpPr>
            <p:nvPr/>
          </p:nvSpPr>
          <p:spPr bwMode="auto">
            <a:xfrm>
              <a:off x="7083426" y="34264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1" name="Rectangle 412"/>
            <p:cNvSpPr>
              <a:spLocks noChangeArrowheads="1"/>
            </p:cNvSpPr>
            <p:nvPr/>
          </p:nvSpPr>
          <p:spPr bwMode="auto">
            <a:xfrm>
              <a:off x="7083426" y="33407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2" name="Rectangle 413"/>
            <p:cNvSpPr>
              <a:spLocks noChangeArrowheads="1"/>
            </p:cNvSpPr>
            <p:nvPr/>
          </p:nvSpPr>
          <p:spPr bwMode="auto">
            <a:xfrm>
              <a:off x="7035801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3" name="Rectangle 414"/>
            <p:cNvSpPr>
              <a:spLocks noChangeArrowheads="1"/>
            </p:cNvSpPr>
            <p:nvPr/>
          </p:nvSpPr>
          <p:spPr bwMode="auto">
            <a:xfrm>
              <a:off x="6788151" y="32471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4" name="Rectangle 415"/>
            <p:cNvSpPr>
              <a:spLocks noChangeArrowheads="1"/>
            </p:cNvSpPr>
            <p:nvPr/>
          </p:nvSpPr>
          <p:spPr bwMode="auto">
            <a:xfrm>
              <a:off x="6788151" y="32185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5" name="Rectangle 416"/>
            <p:cNvSpPr>
              <a:spLocks noChangeArrowheads="1"/>
            </p:cNvSpPr>
            <p:nvPr/>
          </p:nvSpPr>
          <p:spPr bwMode="auto">
            <a:xfrm>
              <a:off x="6788151" y="3332828"/>
              <a:ext cx="9525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6" name="Rectangle 417"/>
            <p:cNvSpPr>
              <a:spLocks noChangeArrowheads="1"/>
            </p:cNvSpPr>
            <p:nvPr/>
          </p:nvSpPr>
          <p:spPr bwMode="auto">
            <a:xfrm>
              <a:off x="7083426" y="34550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7" name="Rectangle 418"/>
            <p:cNvSpPr>
              <a:spLocks noChangeArrowheads="1"/>
            </p:cNvSpPr>
            <p:nvPr/>
          </p:nvSpPr>
          <p:spPr bwMode="auto">
            <a:xfrm>
              <a:off x="6988176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8" name="Rectangle 419"/>
            <p:cNvSpPr>
              <a:spLocks noChangeArrowheads="1"/>
            </p:cNvSpPr>
            <p:nvPr/>
          </p:nvSpPr>
          <p:spPr bwMode="auto">
            <a:xfrm>
              <a:off x="7083426" y="34836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9" name="Rectangle 420"/>
            <p:cNvSpPr>
              <a:spLocks noChangeArrowheads="1"/>
            </p:cNvSpPr>
            <p:nvPr/>
          </p:nvSpPr>
          <p:spPr bwMode="auto">
            <a:xfrm>
              <a:off x="6788151" y="32756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0" name="Rectangle 421"/>
            <p:cNvSpPr>
              <a:spLocks noChangeArrowheads="1"/>
            </p:cNvSpPr>
            <p:nvPr/>
          </p:nvSpPr>
          <p:spPr bwMode="auto">
            <a:xfrm>
              <a:off x="6788151" y="330425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1" name="Rectangle 422"/>
            <p:cNvSpPr>
              <a:spLocks noChangeArrowheads="1"/>
            </p:cNvSpPr>
            <p:nvPr/>
          </p:nvSpPr>
          <p:spPr bwMode="auto">
            <a:xfrm>
              <a:off x="7073901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2" name="Rectangle 423"/>
            <p:cNvSpPr>
              <a:spLocks noChangeArrowheads="1"/>
            </p:cNvSpPr>
            <p:nvPr/>
          </p:nvSpPr>
          <p:spPr bwMode="auto">
            <a:xfrm>
              <a:off x="7083426" y="33979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3" name="Rectangle 424"/>
            <p:cNvSpPr>
              <a:spLocks noChangeArrowheads="1"/>
            </p:cNvSpPr>
            <p:nvPr/>
          </p:nvSpPr>
          <p:spPr bwMode="auto">
            <a:xfrm>
              <a:off x="7045326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6" name="Rectangle 425"/>
            <p:cNvSpPr>
              <a:spLocks noChangeArrowheads="1"/>
            </p:cNvSpPr>
            <p:nvPr/>
          </p:nvSpPr>
          <p:spPr bwMode="auto">
            <a:xfrm>
              <a:off x="7083426" y="328520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7" name="Rectangle 426"/>
            <p:cNvSpPr>
              <a:spLocks noChangeArrowheads="1"/>
            </p:cNvSpPr>
            <p:nvPr/>
          </p:nvSpPr>
          <p:spPr bwMode="auto">
            <a:xfrm>
              <a:off x="7083426" y="33137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8" name="Rectangle 427"/>
            <p:cNvSpPr>
              <a:spLocks noChangeArrowheads="1"/>
            </p:cNvSpPr>
            <p:nvPr/>
          </p:nvSpPr>
          <p:spPr bwMode="auto">
            <a:xfrm>
              <a:off x="6978651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9" name="Rectangle 428"/>
            <p:cNvSpPr>
              <a:spLocks noChangeArrowheads="1"/>
            </p:cNvSpPr>
            <p:nvPr/>
          </p:nvSpPr>
          <p:spPr bwMode="auto">
            <a:xfrm>
              <a:off x="7064376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0" name="Rectangle 429"/>
            <p:cNvSpPr>
              <a:spLocks noChangeArrowheads="1"/>
            </p:cNvSpPr>
            <p:nvPr/>
          </p:nvSpPr>
          <p:spPr bwMode="auto">
            <a:xfrm>
              <a:off x="7083426" y="322805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1" name="Rectangle 430"/>
            <p:cNvSpPr>
              <a:spLocks noChangeArrowheads="1"/>
            </p:cNvSpPr>
            <p:nvPr/>
          </p:nvSpPr>
          <p:spPr bwMode="auto">
            <a:xfrm>
              <a:off x="7083426" y="32566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2" name="Rectangle 431"/>
            <p:cNvSpPr>
              <a:spLocks noChangeArrowheads="1"/>
            </p:cNvSpPr>
            <p:nvPr/>
          </p:nvSpPr>
          <p:spPr bwMode="auto">
            <a:xfrm>
              <a:off x="6959601" y="35122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3" name="Rectangle 432"/>
            <p:cNvSpPr>
              <a:spLocks noChangeArrowheads="1"/>
            </p:cNvSpPr>
            <p:nvPr/>
          </p:nvSpPr>
          <p:spPr bwMode="auto">
            <a:xfrm>
              <a:off x="6950076" y="32185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4" name="Freeform 433"/>
            <p:cNvSpPr>
              <a:spLocks noEditPoints="1"/>
            </p:cNvSpPr>
            <p:nvPr/>
          </p:nvSpPr>
          <p:spPr bwMode="auto">
            <a:xfrm>
              <a:off x="6788151" y="3369340"/>
              <a:ext cx="152400" cy="152400"/>
            </a:xfrm>
            <a:custGeom>
              <a:avLst/>
              <a:gdLst>
                <a:gd name="T0" fmla="*/ 96 w 96"/>
                <a:gd name="T1" fmla="*/ 0 h 96"/>
                <a:gd name="T2" fmla="*/ 0 w 96"/>
                <a:gd name="T3" fmla="*/ 0 h 96"/>
                <a:gd name="T4" fmla="*/ 0 w 96"/>
                <a:gd name="T5" fmla="*/ 96 h 96"/>
                <a:gd name="T6" fmla="*/ 96 w 96"/>
                <a:gd name="T7" fmla="*/ 96 h 96"/>
                <a:gd name="T8" fmla="*/ 96 w 96"/>
                <a:gd name="T9" fmla="*/ 0 h 96"/>
                <a:gd name="T10" fmla="*/ 90 w 96"/>
                <a:gd name="T11" fmla="*/ 90 h 96"/>
                <a:gd name="T12" fmla="*/ 6 w 96"/>
                <a:gd name="T13" fmla="*/ 90 h 96"/>
                <a:gd name="T14" fmla="*/ 6 w 96"/>
                <a:gd name="T15" fmla="*/ 6 h 96"/>
                <a:gd name="T16" fmla="*/ 90 w 96"/>
                <a:gd name="T17" fmla="*/ 6 h 96"/>
                <a:gd name="T18" fmla="*/ 90 w 96"/>
                <a:gd name="T19" fmla="*/ 9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6">
                  <a:moveTo>
                    <a:pt x="96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96" y="96"/>
                  </a:lnTo>
                  <a:lnTo>
                    <a:pt x="96" y="0"/>
                  </a:lnTo>
                  <a:close/>
                  <a:moveTo>
                    <a:pt x="90" y="90"/>
                  </a:moveTo>
                  <a:lnTo>
                    <a:pt x="6" y="90"/>
                  </a:lnTo>
                  <a:lnTo>
                    <a:pt x="6" y="6"/>
                  </a:lnTo>
                  <a:lnTo>
                    <a:pt x="90" y="6"/>
                  </a:lnTo>
                  <a:lnTo>
                    <a:pt x="90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5" name="Freeform 434"/>
            <p:cNvSpPr>
              <a:spLocks/>
            </p:cNvSpPr>
            <p:nvPr/>
          </p:nvSpPr>
          <p:spPr bwMode="auto">
            <a:xfrm>
              <a:off x="6980238" y="3247103"/>
              <a:ext cx="84138" cy="84138"/>
            </a:xfrm>
            <a:custGeom>
              <a:avLst/>
              <a:gdLst>
                <a:gd name="T0" fmla="*/ 3 w 53"/>
                <a:gd name="T1" fmla="*/ 53 h 53"/>
                <a:gd name="T2" fmla="*/ 47 w 53"/>
                <a:gd name="T3" fmla="*/ 10 h 53"/>
                <a:gd name="T4" fmla="*/ 47 w 53"/>
                <a:gd name="T5" fmla="*/ 36 h 53"/>
                <a:gd name="T6" fmla="*/ 53 w 53"/>
                <a:gd name="T7" fmla="*/ 36 h 53"/>
                <a:gd name="T8" fmla="*/ 53 w 53"/>
                <a:gd name="T9" fmla="*/ 3 h 53"/>
                <a:gd name="T10" fmla="*/ 50 w 53"/>
                <a:gd name="T11" fmla="*/ 0 h 53"/>
                <a:gd name="T12" fmla="*/ 17 w 53"/>
                <a:gd name="T13" fmla="*/ 0 h 53"/>
                <a:gd name="T14" fmla="*/ 17 w 53"/>
                <a:gd name="T15" fmla="*/ 6 h 53"/>
                <a:gd name="T16" fmla="*/ 42 w 53"/>
                <a:gd name="T17" fmla="*/ 6 h 53"/>
                <a:gd name="T18" fmla="*/ 0 w 53"/>
                <a:gd name="T19" fmla="*/ 48 h 53"/>
                <a:gd name="T20" fmla="*/ 3 w 53"/>
                <a:gd name="T2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3">
                  <a:moveTo>
                    <a:pt x="3" y="53"/>
                  </a:moveTo>
                  <a:lnTo>
                    <a:pt x="47" y="10"/>
                  </a:lnTo>
                  <a:lnTo>
                    <a:pt x="47" y="36"/>
                  </a:lnTo>
                  <a:lnTo>
                    <a:pt x="53" y="36"/>
                  </a:lnTo>
                  <a:lnTo>
                    <a:pt x="53" y="3"/>
                  </a:lnTo>
                  <a:lnTo>
                    <a:pt x="50" y="0"/>
                  </a:lnTo>
                  <a:lnTo>
                    <a:pt x="17" y="0"/>
                  </a:lnTo>
                  <a:lnTo>
                    <a:pt x="17" y="6"/>
                  </a:lnTo>
                  <a:lnTo>
                    <a:pt x="42" y="6"/>
                  </a:lnTo>
                  <a:lnTo>
                    <a:pt x="0" y="48"/>
                  </a:lnTo>
                  <a:lnTo>
                    <a:pt x="3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1" name="Группа 630"/>
          <p:cNvGrpSpPr/>
          <p:nvPr/>
        </p:nvGrpSpPr>
        <p:grpSpPr>
          <a:xfrm>
            <a:off x="2054226" y="3612228"/>
            <a:ext cx="303213" cy="304800"/>
            <a:chOff x="2054226" y="3612228"/>
            <a:chExt cx="303213" cy="304800"/>
          </a:xfrm>
        </p:grpSpPr>
        <p:sp>
          <p:nvSpPr>
            <p:cNvPr id="426" name="Freeform 435"/>
            <p:cNvSpPr>
              <a:spLocks/>
            </p:cNvSpPr>
            <p:nvPr/>
          </p:nvSpPr>
          <p:spPr bwMode="auto">
            <a:xfrm>
              <a:off x="2054226" y="3612228"/>
              <a:ext cx="303213" cy="304800"/>
            </a:xfrm>
            <a:custGeom>
              <a:avLst/>
              <a:gdLst>
                <a:gd name="T0" fmla="*/ 0 w 191"/>
                <a:gd name="T1" fmla="*/ 90 h 192"/>
                <a:gd name="T2" fmla="*/ 6 w 191"/>
                <a:gd name="T3" fmla="*/ 90 h 192"/>
                <a:gd name="T4" fmla="*/ 6 w 191"/>
                <a:gd name="T5" fmla="*/ 6 h 192"/>
                <a:gd name="T6" fmla="*/ 185 w 191"/>
                <a:gd name="T7" fmla="*/ 6 h 192"/>
                <a:gd name="T8" fmla="*/ 185 w 191"/>
                <a:gd name="T9" fmla="*/ 186 h 192"/>
                <a:gd name="T10" fmla="*/ 102 w 191"/>
                <a:gd name="T11" fmla="*/ 186 h 192"/>
                <a:gd name="T12" fmla="*/ 102 w 191"/>
                <a:gd name="T13" fmla="*/ 192 h 192"/>
                <a:gd name="T14" fmla="*/ 191 w 191"/>
                <a:gd name="T15" fmla="*/ 192 h 192"/>
                <a:gd name="T16" fmla="*/ 191 w 191"/>
                <a:gd name="T17" fmla="*/ 0 h 192"/>
                <a:gd name="T18" fmla="*/ 0 w 191"/>
                <a:gd name="T19" fmla="*/ 0 h 192"/>
                <a:gd name="T20" fmla="*/ 0 w 191"/>
                <a:gd name="T21" fmla="*/ 9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1" h="192">
                  <a:moveTo>
                    <a:pt x="0" y="90"/>
                  </a:moveTo>
                  <a:lnTo>
                    <a:pt x="6" y="90"/>
                  </a:lnTo>
                  <a:lnTo>
                    <a:pt x="6" y="6"/>
                  </a:lnTo>
                  <a:lnTo>
                    <a:pt x="185" y="6"/>
                  </a:lnTo>
                  <a:lnTo>
                    <a:pt x="185" y="186"/>
                  </a:lnTo>
                  <a:lnTo>
                    <a:pt x="102" y="186"/>
                  </a:lnTo>
                  <a:lnTo>
                    <a:pt x="102" y="192"/>
                  </a:lnTo>
                  <a:lnTo>
                    <a:pt x="191" y="192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7" name="Freeform 436"/>
            <p:cNvSpPr>
              <a:spLocks/>
            </p:cNvSpPr>
            <p:nvPr/>
          </p:nvSpPr>
          <p:spPr bwMode="auto">
            <a:xfrm>
              <a:off x="2192338" y="3764628"/>
              <a:ext cx="14288" cy="14288"/>
            </a:xfrm>
            <a:custGeom>
              <a:avLst/>
              <a:gdLst>
                <a:gd name="T0" fmla="*/ 9 w 9"/>
                <a:gd name="T1" fmla="*/ 0 h 9"/>
                <a:gd name="T2" fmla="*/ 0 w 9"/>
                <a:gd name="T3" fmla="*/ 0 h 9"/>
                <a:gd name="T4" fmla="*/ 0 w 9"/>
                <a:gd name="T5" fmla="*/ 6 h 9"/>
                <a:gd name="T6" fmla="*/ 3 w 9"/>
                <a:gd name="T7" fmla="*/ 6 h 9"/>
                <a:gd name="T8" fmla="*/ 3 w 9"/>
                <a:gd name="T9" fmla="*/ 9 h 9"/>
                <a:gd name="T10" fmla="*/ 9 w 9"/>
                <a:gd name="T11" fmla="*/ 9 h 9"/>
                <a:gd name="T12" fmla="*/ 9 w 9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9"/>
                  </a:ln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8" name="Rectangle 437"/>
            <p:cNvSpPr>
              <a:spLocks noChangeArrowheads="1"/>
            </p:cNvSpPr>
            <p:nvPr/>
          </p:nvSpPr>
          <p:spPr bwMode="auto">
            <a:xfrm>
              <a:off x="2163763" y="37646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9" name="Rectangle 438"/>
            <p:cNvSpPr>
              <a:spLocks noChangeArrowheads="1"/>
            </p:cNvSpPr>
            <p:nvPr/>
          </p:nvSpPr>
          <p:spPr bwMode="auto">
            <a:xfrm>
              <a:off x="2078038" y="37646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0" name="Rectangle 439"/>
            <p:cNvSpPr>
              <a:spLocks noChangeArrowheads="1"/>
            </p:cNvSpPr>
            <p:nvPr/>
          </p:nvSpPr>
          <p:spPr bwMode="auto">
            <a:xfrm>
              <a:off x="2135188" y="37646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1" name="Rectangle 440"/>
            <p:cNvSpPr>
              <a:spLocks noChangeArrowheads="1"/>
            </p:cNvSpPr>
            <p:nvPr/>
          </p:nvSpPr>
          <p:spPr bwMode="auto">
            <a:xfrm>
              <a:off x="2106613" y="376462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2" name="Freeform 441"/>
            <p:cNvSpPr>
              <a:spLocks/>
            </p:cNvSpPr>
            <p:nvPr/>
          </p:nvSpPr>
          <p:spPr bwMode="auto">
            <a:xfrm>
              <a:off x="2054226" y="3764628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3" name="Rectangle 442"/>
            <p:cNvSpPr>
              <a:spLocks noChangeArrowheads="1"/>
            </p:cNvSpPr>
            <p:nvPr/>
          </p:nvSpPr>
          <p:spPr bwMode="auto">
            <a:xfrm>
              <a:off x="2054226" y="38455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4" name="Rectangle 443"/>
            <p:cNvSpPr>
              <a:spLocks noChangeArrowheads="1"/>
            </p:cNvSpPr>
            <p:nvPr/>
          </p:nvSpPr>
          <p:spPr bwMode="auto">
            <a:xfrm>
              <a:off x="2054226" y="38170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5" name="Rectangle 444"/>
            <p:cNvSpPr>
              <a:spLocks noChangeArrowheads="1"/>
            </p:cNvSpPr>
            <p:nvPr/>
          </p:nvSpPr>
          <p:spPr bwMode="auto">
            <a:xfrm>
              <a:off x="2054226" y="37884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6" name="Rectangle 445"/>
            <p:cNvSpPr>
              <a:spLocks noChangeArrowheads="1"/>
            </p:cNvSpPr>
            <p:nvPr/>
          </p:nvSpPr>
          <p:spPr bwMode="auto">
            <a:xfrm>
              <a:off x="2054226" y="38741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7" name="Freeform 446"/>
            <p:cNvSpPr>
              <a:spLocks/>
            </p:cNvSpPr>
            <p:nvPr/>
          </p:nvSpPr>
          <p:spPr bwMode="auto">
            <a:xfrm>
              <a:off x="2054226" y="3902740"/>
              <a:ext cx="14288" cy="14288"/>
            </a:xfrm>
            <a:custGeom>
              <a:avLst/>
              <a:gdLst>
                <a:gd name="T0" fmla="*/ 9 w 9"/>
                <a:gd name="T1" fmla="*/ 3 h 9"/>
                <a:gd name="T2" fmla="*/ 6 w 9"/>
                <a:gd name="T3" fmla="*/ 3 h 9"/>
                <a:gd name="T4" fmla="*/ 6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9 w 9"/>
                <a:gd name="T11" fmla="*/ 9 h 9"/>
                <a:gd name="T12" fmla="*/ 9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8" name="Rectangle 447"/>
            <p:cNvSpPr>
              <a:spLocks noChangeArrowheads="1"/>
            </p:cNvSpPr>
            <p:nvPr/>
          </p:nvSpPr>
          <p:spPr bwMode="auto">
            <a:xfrm>
              <a:off x="2135188" y="390750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9" name="Rectangle 448"/>
            <p:cNvSpPr>
              <a:spLocks noChangeArrowheads="1"/>
            </p:cNvSpPr>
            <p:nvPr/>
          </p:nvSpPr>
          <p:spPr bwMode="auto">
            <a:xfrm>
              <a:off x="2106613" y="390750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0" name="Rectangle 449"/>
            <p:cNvSpPr>
              <a:spLocks noChangeArrowheads="1"/>
            </p:cNvSpPr>
            <p:nvPr/>
          </p:nvSpPr>
          <p:spPr bwMode="auto">
            <a:xfrm>
              <a:off x="2163763" y="390750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1" name="Rectangle 450"/>
            <p:cNvSpPr>
              <a:spLocks noChangeArrowheads="1"/>
            </p:cNvSpPr>
            <p:nvPr/>
          </p:nvSpPr>
          <p:spPr bwMode="auto">
            <a:xfrm>
              <a:off x="2078038" y="3907503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2" name="Freeform 451"/>
            <p:cNvSpPr>
              <a:spLocks/>
            </p:cNvSpPr>
            <p:nvPr/>
          </p:nvSpPr>
          <p:spPr bwMode="auto">
            <a:xfrm>
              <a:off x="2192338" y="3902740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0 h 9"/>
                <a:gd name="T6" fmla="*/ 3 w 9"/>
                <a:gd name="T7" fmla="*/ 0 h 9"/>
                <a:gd name="T8" fmla="*/ 3 w 9"/>
                <a:gd name="T9" fmla="*/ 3 h 9"/>
                <a:gd name="T10" fmla="*/ 0 w 9"/>
                <a:gd name="T11" fmla="*/ 3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3" name="Rectangle 452"/>
            <p:cNvSpPr>
              <a:spLocks noChangeArrowheads="1"/>
            </p:cNvSpPr>
            <p:nvPr/>
          </p:nvSpPr>
          <p:spPr bwMode="auto">
            <a:xfrm>
              <a:off x="2197101" y="38170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4" name="Rectangle 453"/>
            <p:cNvSpPr>
              <a:spLocks noChangeArrowheads="1"/>
            </p:cNvSpPr>
            <p:nvPr/>
          </p:nvSpPr>
          <p:spPr bwMode="auto">
            <a:xfrm>
              <a:off x="2197101" y="37884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5" name="Rectangle 454"/>
            <p:cNvSpPr>
              <a:spLocks noChangeArrowheads="1"/>
            </p:cNvSpPr>
            <p:nvPr/>
          </p:nvSpPr>
          <p:spPr bwMode="auto">
            <a:xfrm>
              <a:off x="2197101" y="38455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6" name="Rectangle 455"/>
            <p:cNvSpPr>
              <a:spLocks noChangeArrowheads="1"/>
            </p:cNvSpPr>
            <p:nvPr/>
          </p:nvSpPr>
          <p:spPr bwMode="auto">
            <a:xfrm>
              <a:off x="2197101" y="387416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7" name="Freeform 456"/>
            <p:cNvSpPr>
              <a:spLocks/>
            </p:cNvSpPr>
            <p:nvPr/>
          </p:nvSpPr>
          <p:spPr bwMode="auto">
            <a:xfrm>
              <a:off x="2243138" y="3642390"/>
              <a:ext cx="85725" cy="84138"/>
            </a:xfrm>
            <a:custGeom>
              <a:avLst/>
              <a:gdLst>
                <a:gd name="T0" fmla="*/ 0 w 54"/>
                <a:gd name="T1" fmla="*/ 17 h 53"/>
                <a:gd name="T2" fmla="*/ 0 w 54"/>
                <a:gd name="T3" fmla="*/ 50 h 53"/>
                <a:gd name="T4" fmla="*/ 3 w 54"/>
                <a:gd name="T5" fmla="*/ 53 h 53"/>
                <a:gd name="T6" fmla="*/ 36 w 54"/>
                <a:gd name="T7" fmla="*/ 53 h 53"/>
                <a:gd name="T8" fmla="*/ 36 w 54"/>
                <a:gd name="T9" fmla="*/ 47 h 53"/>
                <a:gd name="T10" fmla="*/ 11 w 54"/>
                <a:gd name="T11" fmla="*/ 47 h 53"/>
                <a:gd name="T12" fmla="*/ 54 w 54"/>
                <a:gd name="T13" fmla="*/ 4 h 53"/>
                <a:gd name="T14" fmla="*/ 49 w 54"/>
                <a:gd name="T15" fmla="*/ 0 h 53"/>
                <a:gd name="T16" fmla="*/ 6 w 54"/>
                <a:gd name="T17" fmla="*/ 43 h 53"/>
                <a:gd name="T18" fmla="*/ 6 w 54"/>
                <a:gd name="T19" fmla="*/ 17 h 53"/>
                <a:gd name="T20" fmla="*/ 0 w 54"/>
                <a:gd name="T21" fmla="*/ 1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53">
                  <a:moveTo>
                    <a:pt x="0" y="17"/>
                  </a:moveTo>
                  <a:lnTo>
                    <a:pt x="0" y="50"/>
                  </a:lnTo>
                  <a:lnTo>
                    <a:pt x="3" y="53"/>
                  </a:lnTo>
                  <a:lnTo>
                    <a:pt x="36" y="53"/>
                  </a:lnTo>
                  <a:lnTo>
                    <a:pt x="36" y="47"/>
                  </a:lnTo>
                  <a:lnTo>
                    <a:pt x="11" y="47"/>
                  </a:lnTo>
                  <a:lnTo>
                    <a:pt x="54" y="4"/>
                  </a:lnTo>
                  <a:lnTo>
                    <a:pt x="49" y="0"/>
                  </a:lnTo>
                  <a:lnTo>
                    <a:pt x="6" y="43"/>
                  </a:lnTo>
                  <a:lnTo>
                    <a:pt x="6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2" name="Группа 631"/>
          <p:cNvGrpSpPr/>
          <p:nvPr/>
        </p:nvGrpSpPr>
        <p:grpSpPr>
          <a:xfrm>
            <a:off x="2447926" y="3664615"/>
            <a:ext cx="304800" cy="200026"/>
            <a:chOff x="2447926" y="3664615"/>
            <a:chExt cx="304800" cy="200026"/>
          </a:xfrm>
        </p:grpSpPr>
        <p:sp>
          <p:nvSpPr>
            <p:cNvPr id="448" name="Freeform 457"/>
            <p:cNvSpPr>
              <a:spLocks/>
            </p:cNvSpPr>
            <p:nvPr/>
          </p:nvSpPr>
          <p:spPr bwMode="auto">
            <a:xfrm>
              <a:off x="2517776" y="3839240"/>
              <a:ext cx="20638" cy="15875"/>
            </a:xfrm>
            <a:custGeom>
              <a:avLst/>
              <a:gdLst>
                <a:gd name="T0" fmla="*/ 17 w 17"/>
                <a:gd name="T1" fmla="*/ 6 h 13"/>
                <a:gd name="T2" fmla="*/ 3 w 17"/>
                <a:gd name="T3" fmla="*/ 0 h 13"/>
                <a:gd name="T4" fmla="*/ 0 w 17"/>
                <a:gd name="T5" fmla="*/ 8 h 13"/>
                <a:gd name="T6" fmla="*/ 15 w 17"/>
                <a:gd name="T7" fmla="*/ 13 h 13"/>
                <a:gd name="T8" fmla="*/ 17 w 1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3">
                  <a:moveTo>
                    <a:pt x="17" y="6"/>
                  </a:moveTo>
                  <a:cubicBezTo>
                    <a:pt x="12" y="4"/>
                    <a:pt x="7" y="2"/>
                    <a:pt x="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0"/>
                    <a:pt x="10" y="12"/>
                    <a:pt x="15" y="13"/>
                  </a:cubicBezTo>
                  <a:lnTo>
                    <a:pt x="17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9" name="Freeform 458"/>
            <p:cNvSpPr>
              <a:spLocks/>
            </p:cNvSpPr>
            <p:nvPr/>
          </p:nvSpPr>
          <p:spPr bwMode="auto">
            <a:xfrm>
              <a:off x="2546351" y="3848765"/>
              <a:ext cx="19050" cy="12700"/>
            </a:xfrm>
            <a:custGeom>
              <a:avLst/>
              <a:gdLst>
                <a:gd name="T0" fmla="*/ 17 w 17"/>
                <a:gd name="T1" fmla="*/ 3 h 11"/>
                <a:gd name="T2" fmla="*/ 2 w 17"/>
                <a:gd name="T3" fmla="*/ 0 h 11"/>
                <a:gd name="T4" fmla="*/ 0 w 17"/>
                <a:gd name="T5" fmla="*/ 8 h 11"/>
                <a:gd name="T6" fmla="*/ 16 w 17"/>
                <a:gd name="T7" fmla="*/ 11 h 11"/>
                <a:gd name="T8" fmla="*/ 17 w 17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3"/>
                  </a:moveTo>
                  <a:cubicBezTo>
                    <a:pt x="12" y="2"/>
                    <a:pt x="7" y="1"/>
                    <a:pt x="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0" y="10"/>
                    <a:pt x="16" y="11"/>
                  </a:cubicBezTo>
                  <a:lnTo>
                    <a:pt x="17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0" name="Freeform 459"/>
            <p:cNvSpPr>
              <a:spLocks/>
            </p:cNvSpPr>
            <p:nvPr/>
          </p:nvSpPr>
          <p:spPr bwMode="auto">
            <a:xfrm>
              <a:off x="2563813" y="3666203"/>
              <a:ext cx="19050" cy="11113"/>
            </a:xfrm>
            <a:custGeom>
              <a:avLst/>
              <a:gdLst>
                <a:gd name="T0" fmla="*/ 17 w 17"/>
                <a:gd name="T1" fmla="*/ 0 h 10"/>
                <a:gd name="T2" fmla="*/ 0 w 17"/>
                <a:gd name="T3" fmla="*/ 2 h 10"/>
                <a:gd name="T4" fmla="*/ 2 w 17"/>
                <a:gd name="T5" fmla="*/ 10 h 10"/>
                <a:gd name="T6" fmla="*/ 17 w 17"/>
                <a:gd name="T7" fmla="*/ 8 h 10"/>
                <a:gd name="T8" fmla="*/ 17 w 17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cubicBezTo>
                    <a:pt x="11" y="0"/>
                    <a:pt x="6" y="1"/>
                    <a:pt x="0" y="2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7" y="9"/>
                    <a:pt x="12" y="8"/>
                    <a:pt x="17" y="8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1" name="Freeform 460"/>
            <p:cNvSpPr>
              <a:spLocks/>
            </p:cNvSpPr>
            <p:nvPr/>
          </p:nvSpPr>
          <p:spPr bwMode="auto">
            <a:xfrm>
              <a:off x="2592388" y="3664615"/>
              <a:ext cx="19050" cy="11113"/>
            </a:xfrm>
            <a:custGeom>
              <a:avLst/>
              <a:gdLst>
                <a:gd name="T0" fmla="*/ 16 w 16"/>
                <a:gd name="T1" fmla="*/ 9 h 9"/>
                <a:gd name="T2" fmla="*/ 16 w 16"/>
                <a:gd name="T3" fmla="*/ 1 h 9"/>
                <a:gd name="T4" fmla="*/ 0 w 16"/>
                <a:gd name="T5" fmla="*/ 0 h 9"/>
                <a:gd name="T6" fmla="*/ 0 w 16"/>
                <a:gd name="T7" fmla="*/ 8 h 9"/>
                <a:gd name="T8" fmla="*/ 16 w 16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16" y="9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1" y="0"/>
                    <a:pt x="5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8"/>
                    <a:pt x="11" y="8"/>
                    <a:pt x="1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2" name="Freeform 461"/>
            <p:cNvSpPr>
              <a:spLocks/>
            </p:cNvSpPr>
            <p:nvPr/>
          </p:nvSpPr>
          <p:spPr bwMode="auto">
            <a:xfrm>
              <a:off x="2573338" y="3853528"/>
              <a:ext cx="20638" cy="11113"/>
            </a:xfrm>
            <a:custGeom>
              <a:avLst/>
              <a:gdLst>
                <a:gd name="T0" fmla="*/ 17 w 17"/>
                <a:gd name="T1" fmla="*/ 1 h 9"/>
                <a:gd name="T2" fmla="*/ 1 w 17"/>
                <a:gd name="T3" fmla="*/ 0 h 9"/>
                <a:gd name="T4" fmla="*/ 0 w 17"/>
                <a:gd name="T5" fmla="*/ 8 h 9"/>
                <a:gd name="T6" fmla="*/ 16 w 17"/>
                <a:gd name="T7" fmla="*/ 9 h 9"/>
                <a:gd name="T8" fmla="*/ 17 w 17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17" y="1"/>
                  </a:moveTo>
                  <a:cubicBezTo>
                    <a:pt x="11" y="1"/>
                    <a:pt x="6" y="1"/>
                    <a:pt x="1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1" y="9"/>
                    <a:pt x="16" y="9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3" name="Freeform 462"/>
            <p:cNvSpPr>
              <a:spLocks/>
            </p:cNvSpPr>
            <p:nvPr/>
          </p:nvSpPr>
          <p:spPr bwMode="auto">
            <a:xfrm>
              <a:off x="2601913" y="3853528"/>
              <a:ext cx="20638" cy="11113"/>
            </a:xfrm>
            <a:custGeom>
              <a:avLst/>
              <a:gdLst>
                <a:gd name="T0" fmla="*/ 17 w 17"/>
                <a:gd name="T1" fmla="*/ 8 h 9"/>
                <a:gd name="T2" fmla="*/ 16 w 17"/>
                <a:gd name="T3" fmla="*/ 0 h 9"/>
                <a:gd name="T4" fmla="*/ 0 w 17"/>
                <a:gd name="T5" fmla="*/ 1 h 9"/>
                <a:gd name="T6" fmla="*/ 0 w 17"/>
                <a:gd name="T7" fmla="*/ 9 h 9"/>
                <a:gd name="T8" fmla="*/ 17 w 17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17" y="8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1" y="1"/>
                    <a:pt x="6" y="1"/>
                    <a:pt x="0" y="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11" y="9"/>
                    <a:pt x="1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4" name="Freeform 463"/>
            <p:cNvSpPr>
              <a:spLocks/>
            </p:cNvSpPr>
            <p:nvPr/>
          </p:nvSpPr>
          <p:spPr bwMode="auto">
            <a:xfrm>
              <a:off x="2630488" y="3850353"/>
              <a:ext cx="20638" cy="12700"/>
            </a:xfrm>
            <a:custGeom>
              <a:avLst/>
              <a:gdLst>
                <a:gd name="T0" fmla="*/ 17 w 17"/>
                <a:gd name="T1" fmla="*/ 8 h 11"/>
                <a:gd name="T2" fmla="*/ 15 w 17"/>
                <a:gd name="T3" fmla="*/ 0 h 11"/>
                <a:gd name="T4" fmla="*/ 0 w 17"/>
                <a:gd name="T5" fmla="*/ 3 h 11"/>
                <a:gd name="T6" fmla="*/ 1 w 17"/>
                <a:gd name="T7" fmla="*/ 11 h 11"/>
                <a:gd name="T8" fmla="*/ 17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8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0" y="1"/>
                    <a:pt x="5" y="2"/>
                    <a:pt x="0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6" y="10"/>
                    <a:pt x="12" y="9"/>
                    <a:pt x="1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5" name="Freeform 464"/>
            <p:cNvSpPr>
              <a:spLocks/>
            </p:cNvSpPr>
            <p:nvPr/>
          </p:nvSpPr>
          <p:spPr bwMode="auto">
            <a:xfrm>
              <a:off x="2620963" y="3666203"/>
              <a:ext cx="20638" cy="11113"/>
            </a:xfrm>
            <a:custGeom>
              <a:avLst/>
              <a:gdLst>
                <a:gd name="T0" fmla="*/ 17 w 17"/>
                <a:gd name="T1" fmla="*/ 2 h 10"/>
                <a:gd name="T2" fmla="*/ 0 w 17"/>
                <a:gd name="T3" fmla="*/ 0 h 10"/>
                <a:gd name="T4" fmla="*/ 0 w 17"/>
                <a:gd name="T5" fmla="*/ 8 h 10"/>
                <a:gd name="T6" fmla="*/ 15 w 17"/>
                <a:gd name="T7" fmla="*/ 10 h 10"/>
                <a:gd name="T8" fmla="*/ 17 w 17"/>
                <a:gd name="T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">
                  <a:moveTo>
                    <a:pt x="17" y="2"/>
                  </a:moveTo>
                  <a:cubicBezTo>
                    <a:pt x="11" y="1"/>
                    <a:pt x="6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0" y="9"/>
                    <a:pt x="15" y="10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6" name="Freeform 465"/>
            <p:cNvSpPr>
              <a:spLocks/>
            </p:cNvSpPr>
            <p:nvPr/>
          </p:nvSpPr>
          <p:spPr bwMode="auto">
            <a:xfrm>
              <a:off x="2649538" y="3670965"/>
              <a:ext cx="19050" cy="14288"/>
            </a:xfrm>
            <a:custGeom>
              <a:avLst/>
              <a:gdLst>
                <a:gd name="T0" fmla="*/ 17 w 17"/>
                <a:gd name="T1" fmla="*/ 4 h 12"/>
                <a:gd name="T2" fmla="*/ 2 w 17"/>
                <a:gd name="T3" fmla="*/ 0 h 12"/>
                <a:gd name="T4" fmla="*/ 0 w 17"/>
                <a:gd name="T5" fmla="*/ 8 h 12"/>
                <a:gd name="T6" fmla="*/ 15 w 17"/>
                <a:gd name="T7" fmla="*/ 12 h 12"/>
                <a:gd name="T8" fmla="*/ 17 w 17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12" y="3"/>
                    <a:pt x="7" y="1"/>
                    <a:pt x="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0" y="10"/>
                    <a:pt x="15" y="12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7" name="Freeform 466"/>
            <p:cNvSpPr>
              <a:spLocks/>
            </p:cNvSpPr>
            <p:nvPr/>
          </p:nvSpPr>
          <p:spPr bwMode="auto">
            <a:xfrm>
              <a:off x="2470151" y="3809078"/>
              <a:ext cx="19050" cy="19050"/>
            </a:xfrm>
            <a:custGeom>
              <a:avLst/>
              <a:gdLst>
                <a:gd name="T0" fmla="*/ 12 w 17"/>
                <a:gd name="T1" fmla="*/ 16 h 16"/>
                <a:gd name="T2" fmla="*/ 17 w 17"/>
                <a:gd name="T3" fmla="*/ 10 h 16"/>
                <a:gd name="T4" fmla="*/ 6 w 17"/>
                <a:gd name="T5" fmla="*/ 0 h 16"/>
                <a:gd name="T6" fmla="*/ 0 w 17"/>
                <a:gd name="T7" fmla="*/ 5 h 16"/>
                <a:gd name="T8" fmla="*/ 12 w 17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2" y="16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3" y="7"/>
                    <a:pt x="9" y="3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9"/>
                    <a:pt x="8" y="13"/>
                    <a:pt x="12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8" name="Freeform 467"/>
            <p:cNvSpPr>
              <a:spLocks/>
            </p:cNvSpPr>
            <p:nvPr/>
          </p:nvSpPr>
          <p:spPr bwMode="auto">
            <a:xfrm>
              <a:off x="2462213" y="3707478"/>
              <a:ext cx="20638" cy="20638"/>
            </a:xfrm>
            <a:custGeom>
              <a:avLst/>
              <a:gdLst>
                <a:gd name="T0" fmla="*/ 17 w 17"/>
                <a:gd name="T1" fmla="*/ 6 h 17"/>
                <a:gd name="T2" fmla="*/ 11 w 17"/>
                <a:gd name="T3" fmla="*/ 0 h 17"/>
                <a:gd name="T4" fmla="*/ 0 w 17"/>
                <a:gd name="T5" fmla="*/ 13 h 17"/>
                <a:gd name="T6" fmla="*/ 7 w 17"/>
                <a:gd name="T7" fmla="*/ 17 h 17"/>
                <a:gd name="T8" fmla="*/ 17 w 17"/>
                <a:gd name="T9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6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7" y="4"/>
                    <a:pt x="3" y="8"/>
                    <a:pt x="0" y="13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10" y="13"/>
                    <a:pt x="13" y="10"/>
                    <a:pt x="17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9" name="Freeform 468"/>
            <p:cNvSpPr>
              <a:spLocks/>
            </p:cNvSpPr>
            <p:nvPr/>
          </p:nvSpPr>
          <p:spPr bwMode="auto">
            <a:xfrm>
              <a:off x="2536826" y="3669378"/>
              <a:ext cx="19050" cy="14288"/>
            </a:xfrm>
            <a:custGeom>
              <a:avLst/>
              <a:gdLst>
                <a:gd name="T0" fmla="*/ 15 w 17"/>
                <a:gd name="T1" fmla="*/ 0 h 12"/>
                <a:gd name="T2" fmla="*/ 0 w 17"/>
                <a:gd name="T3" fmla="*/ 4 h 12"/>
                <a:gd name="T4" fmla="*/ 2 w 17"/>
                <a:gd name="T5" fmla="*/ 12 h 12"/>
                <a:gd name="T6" fmla="*/ 17 w 17"/>
                <a:gd name="T7" fmla="*/ 8 h 12"/>
                <a:gd name="T8" fmla="*/ 15 w 17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5" y="0"/>
                  </a:moveTo>
                  <a:cubicBezTo>
                    <a:pt x="10" y="1"/>
                    <a:pt x="5" y="3"/>
                    <a:pt x="0" y="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7" y="10"/>
                    <a:pt x="12" y="9"/>
                    <a:pt x="17" y="8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0" name="Freeform 469"/>
            <p:cNvSpPr>
              <a:spLocks/>
            </p:cNvSpPr>
            <p:nvPr/>
          </p:nvSpPr>
          <p:spPr bwMode="auto">
            <a:xfrm>
              <a:off x="2451101" y="3731290"/>
              <a:ext cx="14288" cy="20638"/>
            </a:xfrm>
            <a:custGeom>
              <a:avLst/>
              <a:gdLst>
                <a:gd name="T0" fmla="*/ 0 w 13"/>
                <a:gd name="T1" fmla="*/ 16 h 18"/>
                <a:gd name="T2" fmla="*/ 8 w 13"/>
                <a:gd name="T3" fmla="*/ 18 h 18"/>
                <a:gd name="T4" fmla="*/ 13 w 13"/>
                <a:gd name="T5" fmla="*/ 4 h 18"/>
                <a:gd name="T6" fmla="*/ 6 w 13"/>
                <a:gd name="T7" fmla="*/ 0 h 18"/>
                <a:gd name="T8" fmla="*/ 0 w 13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0" y="16"/>
                  </a:moveTo>
                  <a:cubicBezTo>
                    <a:pt x="8" y="18"/>
                    <a:pt x="8" y="18"/>
                    <a:pt x="8" y="18"/>
                  </a:cubicBezTo>
                  <a:cubicBezTo>
                    <a:pt x="9" y="13"/>
                    <a:pt x="10" y="8"/>
                    <a:pt x="13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5"/>
                    <a:pt x="1" y="10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1" name="Freeform 470"/>
            <p:cNvSpPr>
              <a:spLocks/>
            </p:cNvSpPr>
            <p:nvPr/>
          </p:nvSpPr>
          <p:spPr bwMode="auto">
            <a:xfrm>
              <a:off x="2508251" y="3677315"/>
              <a:ext cx="22225" cy="17463"/>
            </a:xfrm>
            <a:custGeom>
              <a:avLst/>
              <a:gdLst>
                <a:gd name="T0" fmla="*/ 15 w 18"/>
                <a:gd name="T1" fmla="*/ 0 h 14"/>
                <a:gd name="T2" fmla="*/ 0 w 18"/>
                <a:gd name="T3" fmla="*/ 6 h 14"/>
                <a:gd name="T4" fmla="*/ 3 w 18"/>
                <a:gd name="T5" fmla="*/ 14 h 14"/>
                <a:gd name="T6" fmla="*/ 18 w 18"/>
                <a:gd name="T7" fmla="*/ 7 h 14"/>
                <a:gd name="T8" fmla="*/ 15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5" y="0"/>
                  </a:moveTo>
                  <a:cubicBezTo>
                    <a:pt x="10" y="2"/>
                    <a:pt x="4" y="4"/>
                    <a:pt x="0" y="6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8" y="11"/>
                    <a:pt x="13" y="9"/>
                    <a:pt x="18" y="7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2" name="Freeform 471"/>
            <p:cNvSpPr>
              <a:spLocks/>
            </p:cNvSpPr>
            <p:nvPr/>
          </p:nvSpPr>
          <p:spPr bwMode="auto">
            <a:xfrm>
              <a:off x="2484438" y="3690015"/>
              <a:ext cx="19050" cy="19050"/>
            </a:xfrm>
            <a:custGeom>
              <a:avLst/>
              <a:gdLst>
                <a:gd name="T0" fmla="*/ 13 w 17"/>
                <a:gd name="T1" fmla="*/ 0 h 16"/>
                <a:gd name="T2" fmla="*/ 0 w 17"/>
                <a:gd name="T3" fmla="*/ 10 h 16"/>
                <a:gd name="T4" fmla="*/ 5 w 17"/>
                <a:gd name="T5" fmla="*/ 16 h 16"/>
                <a:gd name="T6" fmla="*/ 17 w 17"/>
                <a:gd name="T7" fmla="*/ 7 h 16"/>
                <a:gd name="T8" fmla="*/ 13 w 17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3" y="0"/>
                  </a:moveTo>
                  <a:cubicBezTo>
                    <a:pt x="9" y="3"/>
                    <a:pt x="4" y="6"/>
                    <a:pt x="0" y="1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3"/>
                    <a:pt x="13" y="10"/>
                    <a:pt x="17" y="7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3" name="Freeform 472"/>
            <p:cNvSpPr>
              <a:spLocks/>
            </p:cNvSpPr>
            <p:nvPr/>
          </p:nvSpPr>
          <p:spPr bwMode="auto">
            <a:xfrm>
              <a:off x="2492376" y="3826540"/>
              <a:ext cx="20638" cy="17463"/>
            </a:xfrm>
            <a:custGeom>
              <a:avLst/>
              <a:gdLst>
                <a:gd name="T0" fmla="*/ 18 w 18"/>
                <a:gd name="T1" fmla="*/ 8 h 15"/>
                <a:gd name="T2" fmla="*/ 4 w 18"/>
                <a:gd name="T3" fmla="*/ 0 h 15"/>
                <a:gd name="T4" fmla="*/ 0 w 18"/>
                <a:gd name="T5" fmla="*/ 7 h 15"/>
                <a:gd name="T6" fmla="*/ 14 w 18"/>
                <a:gd name="T7" fmla="*/ 15 h 15"/>
                <a:gd name="T8" fmla="*/ 18 w 18"/>
                <a:gd name="T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18" y="8"/>
                  </a:moveTo>
                  <a:cubicBezTo>
                    <a:pt x="13" y="6"/>
                    <a:pt x="8" y="3"/>
                    <a:pt x="4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10"/>
                    <a:pt x="9" y="13"/>
                    <a:pt x="14" y="15"/>
                  </a:cubicBezTo>
                  <a:lnTo>
                    <a:pt x="18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4" name="Freeform 473"/>
            <p:cNvSpPr>
              <a:spLocks/>
            </p:cNvSpPr>
            <p:nvPr/>
          </p:nvSpPr>
          <p:spPr bwMode="auto">
            <a:xfrm>
              <a:off x="2452688" y="3786853"/>
              <a:ext cx="17463" cy="20638"/>
            </a:xfrm>
            <a:custGeom>
              <a:avLst/>
              <a:gdLst>
                <a:gd name="T0" fmla="*/ 9 w 15"/>
                <a:gd name="T1" fmla="*/ 17 h 17"/>
                <a:gd name="T2" fmla="*/ 15 w 15"/>
                <a:gd name="T3" fmla="*/ 13 h 17"/>
                <a:gd name="T4" fmla="*/ 8 w 15"/>
                <a:gd name="T5" fmla="*/ 0 h 17"/>
                <a:gd name="T6" fmla="*/ 0 w 15"/>
                <a:gd name="T7" fmla="*/ 2 h 17"/>
                <a:gd name="T8" fmla="*/ 9 w 15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9" y="17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2" y="8"/>
                    <a:pt x="10" y="4"/>
                    <a:pt x="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8"/>
                    <a:pt x="5" y="13"/>
                    <a:pt x="9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5" name="Freeform 474"/>
            <p:cNvSpPr>
              <a:spLocks/>
            </p:cNvSpPr>
            <p:nvPr/>
          </p:nvSpPr>
          <p:spPr bwMode="auto">
            <a:xfrm>
              <a:off x="2720976" y="3710653"/>
              <a:ext cx="19050" cy="20638"/>
            </a:xfrm>
            <a:custGeom>
              <a:avLst/>
              <a:gdLst>
                <a:gd name="T0" fmla="*/ 0 w 16"/>
                <a:gd name="T1" fmla="*/ 5 h 17"/>
                <a:gd name="T2" fmla="*/ 10 w 16"/>
                <a:gd name="T3" fmla="*/ 17 h 17"/>
                <a:gd name="T4" fmla="*/ 16 w 16"/>
                <a:gd name="T5" fmla="*/ 13 h 17"/>
                <a:gd name="T6" fmla="*/ 6 w 16"/>
                <a:gd name="T7" fmla="*/ 0 h 17"/>
                <a:gd name="T8" fmla="*/ 0 w 16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0" y="5"/>
                  </a:moveTo>
                  <a:cubicBezTo>
                    <a:pt x="4" y="9"/>
                    <a:pt x="7" y="13"/>
                    <a:pt x="10" y="17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3" y="8"/>
                    <a:pt x="10" y="4"/>
                    <a:pt x="6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6" name="Freeform 475"/>
            <p:cNvSpPr>
              <a:spLocks/>
            </p:cNvSpPr>
            <p:nvPr/>
          </p:nvSpPr>
          <p:spPr bwMode="auto">
            <a:xfrm>
              <a:off x="2727326" y="3790028"/>
              <a:ext cx="19050" cy="22225"/>
            </a:xfrm>
            <a:custGeom>
              <a:avLst/>
              <a:gdLst>
                <a:gd name="T0" fmla="*/ 16 w 16"/>
                <a:gd name="T1" fmla="*/ 3 h 18"/>
                <a:gd name="T2" fmla="*/ 8 w 16"/>
                <a:gd name="T3" fmla="*/ 0 h 18"/>
                <a:gd name="T4" fmla="*/ 0 w 16"/>
                <a:gd name="T5" fmla="*/ 13 h 18"/>
                <a:gd name="T6" fmla="*/ 7 w 16"/>
                <a:gd name="T7" fmla="*/ 18 h 18"/>
                <a:gd name="T8" fmla="*/ 16 w 16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16" y="3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4" y="8"/>
                    <a:pt x="0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0" y="13"/>
                    <a:pt x="13" y="8"/>
                    <a:pt x="1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7" name="Freeform 476"/>
            <p:cNvSpPr>
              <a:spLocks/>
            </p:cNvSpPr>
            <p:nvPr/>
          </p:nvSpPr>
          <p:spPr bwMode="auto">
            <a:xfrm>
              <a:off x="2736851" y="3734465"/>
              <a:ext cx="15875" cy="22225"/>
            </a:xfrm>
            <a:custGeom>
              <a:avLst/>
              <a:gdLst>
                <a:gd name="T0" fmla="*/ 13 w 13"/>
                <a:gd name="T1" fmla="*/ 16 h 18"/>
                <a:gd name="T2" fmla="*/ 7 w 13"/>
                <a:gd name="T3" fmla="*/ 0 h 18"/>
                <a:gd name="T4" fmla="*/ 0 w 13"/>
                <a:gd name="T5" fmla="*/ 3 h 18"/>
                <a:gd name="T6" fmla="*/ 5 w 13"/>
                <a:gd name="T7" fmla="*/ 18 h 18"/>
                <a:gd name="T8" fmla="*/ 13 w 13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13" y="16"/>
                  </a:moveTo>
                  <a:cubicBezTo>
                    <a:pt x="12" y="11"/>
                    <a:pt x="10" y="5"/>
                    <a:pt x="7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8"/>
                    <a:pt x="4" y="13"/>
                    <a:pt x="5" y="18"/>
                  </a:cubicBezTo>
                  <a:lnTo>
                    <a:pt x="13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8" name="Freeform 477"/>
            <p:cNvSpPr>
              <a:spLocks/>
            </p:cNvSpPr>
            <p:nvPr/>
          </p:nvSpPr>
          <p:spPr bwMode="auto">
            <a:xfrm>
              <a:off x="2740026" y="3764628"/>
              <a:ext cx="12700" cy="20638"/>
            </a:xfrm>
            <a:custGeom>
              <a:avLst/>
              <a:gdLst>
                <a:gd name="T0" fmla="*/ 10 w 10"/>
                <a:gd name="T1" fmla="*/ 0 h 17"/>
                <a:gd name="T2" fmla="*/ 10 w 10"/>
                <a:gd name="T3" fmla="*/ 0 h 17"/>
                <a:gd name="T4" fmla="*/ 2 w 10"/>
                <a:gd name="T5" fmla="*/ 0 h 17"/>
                <a:gd name="T6" fmla="*/ 0 w 10"/>
                <a:gd name="T7" fmla="*/ 15 h 17"/>
                <a:gd name="T8" fmla="*/ 8 w 10"/>
                <a:gd name="T9" fmla="*/ 17 h 17"/>
                <a:gd name="T10" fmla="*/ 10 w 10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5"/>
                    <a:pt x="2" y="10"/>
                    <a:pt x="0" y="15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2"/>
                    <a:pt x="10" y="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9" name="Freeform 478"/>
            <p:cNvSpPr>
              <a:spLocks/>
            </p:cNvSpPr>
            <p:nvPr/>
          </p:nvSpPr>
          <p:spPr bwMode="auto">
            <a:xfrm>
              <a:off x="2447926" y="3759865"/>
              <a:ext cx="12700" cy="20638"/>
            </a:xfrm>
            <a:custGeom>
              <a:avLst/>
              <a:gdLst>
                <a:gd name="T0" fmla="*/ 10 w 10"/>
                <a:gd name="T1" fmla="*/ 15 h 17"/>
                <a:gd name="T2" fmla="*/ 8 w 10"/>
                <a:gd name="T3" fmla="*/ 4 h 17"/>
                <a:gd name="T4" fmla="*/ 8 w 10"/>
                <a:gd name="T5" fmla="*/ 1 h 17"/>
                <a:gd name="T6" fmla="*/ 0 w 10"/>
                <a:gd name="T7" fmla="*/ 0 h 17"/>
                <a:gd name="T8" fmla="*/ 0 w 10"/>
                <a:gd name="T9" fmla="*/ 4 h 17"/>
                <a:gd name="T10" fmla="*/ 2 w 10"/>
                <a:gd name="T11" fmla="*/ 17 h 17"/>
                <a:gd name="T12" fmla="*/ 10 w 10"/>
                <a:gd name="T1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10" y="15"/>
                  </a:moveTo>
                  <a:cubicBezTo>
                    <a:pt x="9" y="12"/>
                    <a:pt x="8" y="8"/>
                    <a:pt x="8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9"/>
                    <a:pt x="1" y="13"/>
                    <a:pt x="2" y="17"/>
                  </a:cubicBezTo>
                  <a:lnTo>
                    <a:pt x="1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0" name="Freeform 479"/>
            <p:cNvSpPr>
              <a:spLocks/>
            </p:cNvSpPr>
            <p:nvPr/>
          </p:nvSpPr>
          <p:spPr bwMode="auto">
            <a:xfrm>
              <a:off x="2674938" y="3678903"/>
              <a:ext cx="22225" cy="17463"/>
            </a:xfrm>
            <a:custGeom>
              <a:avLst/>
              <a:gdLst>
                <a:gd name="T0" fmla="*/ 18 w 18"/>
                <a:gd name="T1" fmla="*/ 7 h 14"/>
                <a:gd name="T2" fmla="*/ 3 w 18"/>
                <a:gd name="T3" fmla="*/ 0 h 14"/>
                <a:gd name="T4" fmla="*/ 0 w 18"/>
                <a:gd name="T5" fmla="*/ 8 h 14"/>
                <a:gd name="T6" fmla="*/ 14 w 18"/>
                <a:gd name="T7" fmla="*/ 14 h 14"/>
                <a:gd name="T8" fmla="*/ 18 w 18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8" y="7"/>
                  </a:moveTo>
                  <a:cubicBezTo>
                    <a:pt x="13" y="5"/>
                    <a:pt x="8" y="2"/>
                    <a:pt x="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10"/>
                    <a:pt x="10" y="12"/>
                    <a:pt x="14" y="14"/>
                  </a:cubicBezTo>
                  <a:lnTo>
                    <a:pt x="1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1" name="Freeform 480"/>
            <p:cNvSpPr>
              <a:spLocks/>
            </p:cNvSpPr>
            <p:nvPr/>
          </p:nvSpPr>
          <p:spPr bwMode="auto">
            <a:xfrm>
              <a:off x="2684463" y="3828128"/>
              <a:ext cx="22225" cy="19050"/>
            </a:xfrm>
            <a:custGeom>
              <a:avLst/>
              <a:gdLst>
                <a:gd name="T0" fmla="*/ 18 w 18"/>
                <a:gd name="T1" fmla="*/ 7 h 15"/>
                <a:gd name="T2" fmla="*/ 13 w 18"/>
                <a:gd name="T3" fmla="*/ 0 h 15"/>
                <a:gd name="T4" fmla="*/ 0 w 18"/>
                <a:gd name="T5" fmla="*/ 8 h 15"/>
                <a:gd name="T6" fmla="*/ 3 w 18"/>
                <a:gd name="T7" fmla="*/ 15 h 15"/>
                <a:gd name="T8" fmla="*/ 18 w 18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18" y="7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3"/>
                    <a:pt x="5" y="6"/>
                    <a:pt x="0" y="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8" y="13"/>
                    <a:pt x="13" y="10"/>
                    <a:pt x="1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2" name="Freeform 481"/>
            <p:cNvSpPr>
              <a:spLocks/>
            </p:cNvSpPr>
            <p:nvPr/>
          </p:nvSpPr>
          <p:spPr bwMode="auto">
            <a:xfrm>
              <a:off x="2659063" y="3842415"/>
              <a:ext cx="20638" cy="14288"/>
            </a:xfrm>
            <a:custGeom>
              <a:avLst/>
              <a:gdLst>
                <a:gd name="T0" fmla="*/ 18 w 18"/>
                <a:gd name="T1" fmla="*/ 7 h 13"/>
                <a:gd name="T2" fmla="*/ 15 w 18"/>
                <a:gd name="T3" fmla="*/ 0 h 13"/>
                <a:gd name="T4" fmla="*/ 0 w 18"/>
                <a:gd name="T5" fmla="*/ 5 h 13"/>
                <a:gd name="T6" fmla="*/ 2 w 18"/>
                <a:gd name="T7" fmla="*/ 13 h 13"/>
                <a:gd name="T8" fmla="*/ 18 w 18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3">
                  <a:moveTo>
                    <a:pt x="18" y="7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0" y="2"/>
                    <a:pt x="5" y="3"/>
                    <a:pt x="0" y="5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7" y="11"/>
                    <a:pt x="13" y="9"/>
                    <a:pt x="1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3" name="Freeform 482"/>
            <p:cNvSpPr>
              <a:spLocks/>
            </p:cNvSpPr>
            <p:nvPr/>
          </p:nvSpPr>
          <p:spPr bwMode="auto">
            <a:xfrm>
              <a:off x="2700338" y="3691603"/>
              <a:ext cx="20638" cy="19050"/>
            </a:xfrm>
            <a:custGeom>
              <a:avLst/>
              <a:gdLst>
                <a:gd name="T0" fmla="*/ 18 w 18"/>
                <a:gd name="T1" fmla="*/ 10 h 16"/>
                <a:gd name="T2" fmla="*/ 4 w 18"/>
                <a:gd name="T3" fmla="*/ 0 h 16"/>
                <a:gd name="T4" fmla="*/ 0 w 18"/>
                <a:gd name="T5" fmla="*/ 7 h 16"/>
                <a:gd name="T6" fmla="*/ 12 w 18"/>
                <a:gd name="T7" fmla="*/ 16 h 16"/>
                <a:gd name="T8" fmla="*/ 18 w 18"/>
                <a:gd name="T9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8" y="10"/>
                  </a:moveTo>
                  <a:cubicBezTo>
                    <a:pt x="14" y="6"/>
                    <a:pt x="9" y="3"/>
                    <a:pt x="4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0"/>
                    <a:pt x="9" y="13"/>
                    <a:pt x="12" y="16"/>
                  </a:cubicBezTo>
                  <a:lnTo>
                    <a:pt x="1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4" name="Freeform 483"/>
            <p:cNvSpPr>
              <a:spLocks/>
            </p:cNvSpPr>
            <p:nvPr/>
          </p:nvSpPr>
          <p:spPr bwMode="auto">
            <a:xfrm>
              <a:off x="2708276" y="3812253"/>
              <a:ext cx="20638" cy="20638"/>
            </a:xfrm>
            <a:custGeom>
              <a:avLst/>
              <a:gdLst>
                <a:gd name="T0" fmla="*/ 17 w 17"/>
                <a:gd name="T1" fmla="*/ 6 h 17"/>
                <a:gd name="T2" fmla="*/ 11 w 17"/>
                <a:gd name="T3" fmla="*/ 0 h 17"/>
                <a:gd name="T4" fmla="*/ 0 w 17"/>
                <a:gd name="T5" fmla="*/ 10 h 17"/>
                <a:gd name="T6" fmla="*/ 4 w 17"/>
                <a:gd name="T7" fmla="*/ 17 h 17"/>
                <a:gd name="T8" fmla="*/ 17 w 17"/>
                <a:gd name="T9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6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4" y="7"/>
                    <a:pt x="0" y="1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9" y="13"/>
                    <a:pt x="13" y="10"/>
                    <a:pt x="17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75" name="Freeform 484"/>
          <p:cNvSpPr>
            <a:spLocks/>
          </p:cNvSpPr>
          <p:nvPr/>
        </p:nvSpPr>
        <p:spPr bwMode="auto">
          <a:xfrm>
            <a:off x="2913063" y="3882103"/>
            <a:ext cx="19050" cy="15875"/>
          </a:xfrm>
          <a:custGeom>
            <a:avLst/>
            <a:gdLst>
              <a:gd name="T0" fmla="*/ 12 w 12"/>
              <a:gd name="T1" fmla="*/ 10 h 10"/>
              <a:gd name="T2" fmla="*/ 12 w 12"/>
              <a:gd name="T3" fmla="*/ 4 h 10"/>
              <a:gd name="T4" fmla="*/ 7 w 12"/>
              <a:gd name="T5" fmla="*/ 4 h 10"/>
              <a:gd name="T6" fmla="*/ 6 w 12"/>
              <a:gd name="T7" fmla="*/ 0 h 10"/>
              <a:gd name="T8" fmla="*/ 0 w 12"/>
              <a:gd name="T9" fmla="*/ 3 h 10"/>
              <a:gd name="T10" fmla="*/ 4 w 12"/>
              <a:gd name="T11" fmla="*/ 10 h 10"/>
              <a:gd name="T12" fmla="*/ 12 w 12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10">
                <a:moveTo>
                  <a:pt x="12" y="10"/>
                </a:moveTo>
                <a:lnTo>
                  <a:pt x="12" y="4"/>
                </a:lnTo>
                <a:lnTo>
                  <a:pt x="7" y="4"/>
                </a:lnTo>
                <a:lnTo>
                  <a:pt x="6" y="0"/>
                </a:lnTo>
                <a:lnTo>
                  <a:pt x="0" y="3"/>
                </a:lnTo>
                <a:lnTo>
                  <a:pt x="4" y="10"/>
                </a:lnTo>
                <a:lnTo>
                  <a:pt x="12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5" name="Freeform 504"/>
          <p:cNvSpPr>
            <a:spLocks/>
          </p:cNvSpPr>
          <p:nvPr/>
        </p:nvSpPr>
        <p:spPr bwMode="auto">
          <a:xfrm>
            <a:off x="3132138" y="3753515"/>
            <a:ext cx="14288" cy="22225"/>
          </a:xfrm>
          <a:custGeom>
            <a:avLst/>
            <a:gdLst>
              <a:gd name="T0" fmla="*/ 9 w 9"/>
              <a:gd name="T1" fmla="*/ 7 h 14"/>
              <a:gd name="T2" fmla="*/ 5 w 9"/>
              <a:gd name="T3" fmla="*/ 0 h 14"/>
              <a:gd name="T4" fmla="*/ 0 w 9"/>
              <a:gd name="T5" fmla="*/ 3 h 14"/>
              <a:gd name="T6" fmla="*/ 2 w 9"/>
              <a:gd name="T7" fmla="*/ 7 h 14"/>
              <a:gd name="T8" fmla="*/ 0 w 9"/>
              <a:gd name="T9" fmla="*/ 11 h 14"/>
              <a:gd name="T10" fmla="*/ 5 w 9"/>
              <a:gd name="T11" fmla="*/ 14 h 14"/>
              <a:gd name="T12" fmla="*/ 9 w 9"/>
              <a:gd name="T13" fmla="*/ 7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" h="14">
                <a:moveTo>
                  <a:pt x="9" y="7"/>
                </a:moveTo>
                <a:lnTo>
                  <a:pt x="5" y="0"/>
                </a:lnTo>
                <a:lnTo>
                  <a:pt x="0" y="3"/>
                </a:lnTo>
                <a:lnTo>
                  <a:pt x="2" y="7"/>
                </a:lnTo>
                <a:lnTo>
                  <a:pt x="0" y="11"/>
                </a:lnTo>
                <a:lnTo>
                  <a:pt x="5" y="14"/>
                </a:lnTo>
                <a:lnTo>
                  <a:pt x="9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3" name="Группа 632"/>
          <p:cNvGrpSpPr/>
          <p:nvPr/>
        </p:nvGrpSpPr>
        <p:grpSpPr>
          <a:xfrm>
            <a:off x="2843213" y="3631278"/>
            <a:ext cx="292100" cy="247650"/>
            <a:chOff x="2843213" y="3631278"/>
            <a:chExt cx="292100" cy="247650"/>
          </a:xfrm>
        </p:grpSpPr>
        <p:sp>
          <p:nvSpPr>
            <p:cNvPr id="476" name="Freeform 485"/>
            <p:cNvSpPr>
              <a:spLocks/>
            </p:cNvSpPr>
            <p:nvPr/>
          </p:nvSpPr>
          <p:spPr bwMode="auto">
            <a:xfrm>
              <a:off x="2854326" y="3780503"/>
              <a:ext cx="19050" cy="20638"/>
            </a:xfrm>
            <a:custGeom>
              <a:avLst/>
              <a:gdLst>
                <a:gd name="T0" fmla="*/ 7 w 12"/>
                <a:gd name="T1" fmla="*/ 13 h 13"/>
                <a:gd name="T2" fmla="*/ 0 w 12"/>
                <a:gd name="T3" fmla="*/ 2 h 13"/>
                <a:gd name="T4" fmla="*/ 5 w 12"/>
                <a:gd name="T5" fmla="*/ 0 h 13"/>
                <a:gd name="T6" fmla="*/ 12 w 12"/>
                <a:gd name="T7" fmla="*/ 10 h 13"/>
                <a:gd name="T8" fmla="*/ 7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lnTo>
                    <a:pt x="0" y="2"/>
                  </a:lnTo>
                  <a:lnTo>
                    <a:pt x="5" y="0"/>
                  </a:lnTo>
                  <a:lnTo>
                    <a:pt x="12" y="10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7" name="Freeform 486"/>
            <p:cNvSpPr>
              <a:spLocks/>
            </p:cNvSpPr>
            <p:nvPr/>
          </p:nvSpPr>
          <p:spPr bwMode="auto">
            <a:xfrm>
              <a:off x="2884488" y="3831303"/>
              <a:ext cx="17463" cy="20638"/>
            </a:xfrm>
            <a:custGeom>
              <a:avLst/>
              <a:gdLst>
                <a:gd name="T0" fmla="*/ 5 w 11"/>
                <a:gd name="T1" fmla="*/ 0 h 13"/>
                <a:gd name="T2" fmla="*/ 11 w 11"/>
                <a:gd name="T3" fmla="*/ 10 h 13"/>
                <a:gd name="T4" fmla="*/ 6 w 11"/>
                <a:gd name="T5" fmla="*/ 13 h 13"/>
                <a:gd name="T6" fmla="*/ 0 w 11"/>
                <a:gd name="T7" fmla="*/ 3 h 13"/>
                <a:gd name="T8" fmla="*/ 5 w 1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lnTo>
                    <a:pt x="11" y="10"/>
                  </a:lnTo>
                  <a:lnTo>
                    <a:pt x="6" y="13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8" name="Freeform 487"/>
            <p:cNvSpPr>
              <a:spLocks/>
            </p:cNvSpPr>
            <p:nvPr/>
          </p:nvSpPr>
          <p:spPr bwMode="auto">
            <a:xfrm>
              <a:off x="2898776" y="3856703"/>
              <a:ext cx="19050" cy="22225"/>
            </a:xfrm>
            <a:custGeom>
              <a:avLst/>
              <a:gdLst>
                <a:gd name="T0" fmla="*/ 5 w 12"/>
                <a:gd name="T1" fmla="*/ 0 h 14"/>
                <a:gd name="T2" fmla="*/ 12 w 12"/>
                <a:gd name="T3" fmla="*/ 11 h 14"/>
                <a:gd name="T4" fmla="*/ 6 w 12"/>
                <a:gd name="T5" fmla="*/ 14 h 14"/>
                <a:gd name="T6" fmla="*/ 0 w 12"/>
                <a:gd name="T7" fmla="*/ 3 h 14"/>
                <a:gd name="T8" fmla="*/ 5 w 12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lnTo>
                    <a:pt x="12" y="11"/>
                  </a:lnTo>
                  <a:lnTo>
                    <a:pt x="6" y="14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9" name="Freeform 488"/>
            <p:cNvSpPr>
              <a:spLocks/>
            </p:cNvSpPr>
            <p:nvPr/>
          </p:nvSpPr>
          <p:spPr bwMode="auto">
            <a:xfrm>
              <a:off x="2870201" y="3804315"/>
              <a:ext cx="17463" cy="23813"/>
            </a:xfrm>
            <a:custGeom>
              <a:avLst/>
              <a:gdLst>
                <a:gd name="T0" fmla="*/ 5 w 11"/>
                <a:gd name="T1" fmla="*/ 0 h 15"/>
                <a:gd name="T2" fmla="*/ 11 w 11"/>
                <a:gd name="T3" fmla="*/ 12 h 15"/>
                <a:gd name="T4" fmla="*/ 6 w 11"/>
                <a:gd name="T5" fmla="*/ 15 h 15"/>
                <a:gd name="T6" fmla="*/ 0 w 11"/>
                <a:gd name="T7" fmla="*/ 3 h 15"/>
                <a:gd name="T8" fmla="*/ 5 w 1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lnTo>
                    <a:pt x="11" y="12"/>
                  </a:lnTo>
                  <a:lnTo>
                    <a:pt x="6" y="15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0" name="Freeform 489"/>
            <p:cNvSpPr>
              <a:spLocks/>
            </p:cNvSpPr>
            <p:nvPr/>
          </p:nvSpPr>
          <p:spPr bwMode="auto">
            <a:xfrm>
              <a:off x="2843213" y="3753515"/>
              <a:ext cx="14288" cy="22225"/>
            </a:xfrm>
            <a:custGeom>
              <a:avLst/>
              <a:gdLst>
                <a:gd name="T0" fmla="*/ 0 w 9"/>
                <a:gd name="T1" fmla="*/ 7 h 14"/>
                <a:gd name="T2" fmla="*/ 4 w 9"/>
                <a:gd name="T3" fmla="*/ 14 h 14"/>
                <a:gd name="T4" fmla="*/ 9 w 9"/>
                <a:gd name="T5" fmla="*/ 11 h 14"/>
                <a:gd name="T6" fmla="*/ 7 w 9"/>
                <a:gd name="T7" fmla="*/ 7 h 14"/>
                <a:gd name="T8" fmla="*/ 9 w 9"/>
                <a:gd name="T9" fmla="*/ 3 h 14"/>
                <a:gd name="T10" fmla="*/ 4 w 9"/>
                <a:gd name="T11" fmla="*/ 0 h 14"/>
                <a:gd name="T12" fmla="*/ 0 w 9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lnTo>
                    <a:pt x="4" y="14"/>
                  </a:lnTo>
                  <a:lnTo>
                    <a:pt x="9" y="11"/>
                  </a:lnTo>
                  <a:lnTo>
                    <a:pt x="7" y="7"/>
                  </a:lnTo>
                  <a:lnTo>
                    <a:pt x="9" y="3"/>
                  </a:lnTo>
                  <a:lnTo>
                    <a:pt x="4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1" name="Freeform 490"/>
            <p:cNvSpPr>
              <a:spLocks/>
            </p:cNvSpPr>
            <p:nvPr/>
          </p:nvSpPr>
          <p:spPr bwMode="auto">
            <a:xfrm>
              <a:off x="2870201" y="3702715"/>
              <a:ext cx="17463" cy="22225"/>
            </a:xfrm>
            <a:custGeom>
              <a:avLst/>
              <a:gdLst>
                <a:gd name="T0" fmla="*/ 5 w 11"/>
                <a:gd name="T1" fmla="*/ 14 h 14"/>
                <a:gd name="T2" fmla="*/ 0 w 11"/>
                <a:gd name="T3" fmla="*/ 11 h 14"/>
                <a:gd name="T4" fmla="*/ 6 w 11"/>
                <a:gd name="T5" fmla="*/ 0 h 14"/>
                <a:gd name="T6" fmla="*/ 11 w 11"/>
                <a:gd name="T7" fmla="*/ 3 h 14"/>
                <a:gd name="T8" fmla="*/ 5 w 1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5" y="14"/>
                  </a:moveTo>
                  <a:lnTo>
                    <a:pt x="0" y="11"/>
                  </a:lnTo>
                  <a:lnTo>
                    <a:pt x="6" y="0"/>
                  </a:lnTo>
                  <a:lnTo>
                    <a:pt x="11" y="3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2" name="Freeform 491"/>
            <p:cNvSpPr>
              <a:spLocks/>
            </p:cNvSpPr>
            <p:nvPr/>
          </p:nvSpPr>
          <p:spPr bwMode="auto">
            <a:xfrm>
              <a:off x="2898776" y="3651915"/>
              <a:ext cx="19050" cy="20638"/>
            </a:xfrm>
            <a:custGeom>
              <a:avLst/>
              <a:gdLst>
                <a:gd name="T0" fmla="*/ 5 w 12"/>
                <a:gd name="T1" fmla="*/ 13 h 13"/>
                <a:gd name="T2" fmla="*/ 0 w 12"/>
                <a:gd name="T3" fmla="*/ 10 h 13"/>
                <a:gd name="T4" fmla="*/ 6 w 12"/>
                <a:gd name="T5" fmla="*/ 0 h 13"/>
                <a:gd name="T6" fmla="*/ 12 w 12"/>
                <a:gd name="T7" fmla="*/ 2 h 13"/>
                <a:gd name="T8" fmla="*/ 5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lnTo>
                    <a:pt x="0" y="1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3" name="Freeform 492"/>
            <p:cNvSpPr>
              <a:spLocks/>
            </p:cNvSpPr>
            <p:nvPr/>
          </p:nvSpPr>
          <p:spPr bwMode="auto">
            <a:xfrm>
              <a:off x="2854326" y="3729703"/>
              <a:ext cx="19050" cy="20638"/>
            </a:xfrm>
            <a:custGeom>
              <a:avLst/>
              <a:gdLst>
                <a:gd name="T0" fmla="*/ 5 w 12"/>
                <a:gd name="T1" fmla="*/ 13 h 13"/>
                <a:gd name="T2" fmla="*/ 0 w 12"/>
                <a:gd name="T3" fmla="*/ 10 h 13"/>
                <a:gd name="T4" fmla="*/ 7 w 12"/>
                <a:gd name="T5" fmla="*/ 0 h 13"/>
                <a:gd name="T6" fmla="*/ 12 w 12"/>
                <a:gd name="T7" fmla="*/ 2 h 13"/>
                <a:gd name="T8" fmla="*/ 5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lnTo>
                    <a:pt x="0" y="10"/>
                  </a:lnTo>
                  <a:lnTo>
                    <a:pt x="7" y="0"/>
                  </a:lnTo>
                  <a:lnTo>
                    <a:pt x="12" y="2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4" name="Freeform 493"/>
            <p:cNvSpPr>
              <a:spLocks/>
            </p:cNvSpPr>
            <p:nvPr/>
          </p:nvSpPr>
          <p:spPr bwMode="auto">
            <a:xfrm>
              <a:off x="2884488" y="3677315"/>
              <a:ext cx="17463" cy="22225"/>
            </a:xfrm>
            <a:custGeom>
              <a:avLst/>
              <a:gdLst>
                <a:gd name="T0" fmla="*/ 5 w 11"/>
                <a:gd name="T1" fmla="*/ 14 h 14"/>
                <a:gd name="T2" fmla="*/ 0 w 11"/>
                <a:gd name="T3" fmla="*/ 11 h 14"/>
                <a:gd name="T4" fmla="*/ 6 w 11"/>
                <a:gd name="T5" fmla="*/ 0 h 14"/>
                <a:gd name="T6" fmla="*/ 11 w 11"/>
                <a:gd name="T7" fmla="*/ 3 h 14"/>
                <a:gd name="T8" fmla="*/ 5 w 1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5" y="14"/>
                  </a:moveTo>
                  <a:lnTo>
                    <a:pt x="0" y="11"/>
                  </a:lnTo>
                  <a:lnTo>
                    <a:pt x="6" y="0"/>
                  </a:lnTo>
                  <a:lnTo>
                    <a:pt x="11" y="3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5" name="Freeform 494"/>
            <p:cNvSpPr>
              <a:spLocks/>
            </p:cNvSpPr>
            <p:nvPr/>
          </p:nvSpPr>
          <p:spPr bwMode="auto">
            <a:xfrm>
              <a:off x="2913063" y="3631278"/>
              <a:ext cx="19050" cy="15875"/>
            </a:xfrm>
            <a:custGeom>
              <a:avLst/>
              <a:gdLst>
                <a:gd name="T0" fmla="*/ 0 w 12"/>
                <a:gd name="T1" fmla="*/ 7 h 10"/>
                <a:gd name="T2" fmla="*/ 6 w 12"/>
                <a:gd name="T3" fmla="*/ 10 h 10"/>
                <a:gd name="T4" fmla="*/ 7 w 12"/>
                <a:gd name="T5" fmla="*/ 6 h 10"/>
                <a:gd name="T6" fmla="*/ 12 w 12"/>
                <a:gd name="T7" fmla="*/ 6 h 10"/>
                <a:gd name="T8" fmla="*/ 12 w 12"/>
                <a:gd name="T9" fmla="*/ 0 h 10"/>
                <a:gd name="T10" fmla="*/ 4 w 12"/>
                <a:gd name="T11" fmla="*/ 0 h 10"/>
                <a:gd name="T12" fmla="*/ 0 w 12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lnTo>
                    <a:pt x="6" y="10"/>
                  </a:lnTo>
                  <a:lnTo>
                    <a:pt x="7" y="6"/>
                  </a:lnTo>
                  <a:lnTo>
                    <a:pt x="12" y="6"/>
                  </a:lnTo>
                  <a:lnTo>
                    <a:pt x="12" y="0"/>
                  </a:lnTo>
                  <a:lnTo>
                    <a:pt x="4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6" name="Rectangle 495"/>
            <p:cNvSpPr>
              <a:spLocks noChangeArrowheads="1"/>
            </p:cNvSpPr>
            <p:nvPr/>
          </p:nvSpPr>
          <p:spPr bwMode="auto">
            <a:xfrm>
              <a:off x="2970213" y="36312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7" name="Rectangle 496"/>
            <p:cNvSpPr>
              <a:spLocks noChangeArrowheads="1"/>
            </p:cNvSpPr>
            <p:nvPr/>
          </p:nvSpPr>
          <p:spPr bwMode="auto">
            <a:xfrm>
              <a:off x="2998788" y="36312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8" name="Rectangle 497"/>
            <p:cNvSpPr>
              <a:spLocks noChangeArrowheads="1"/>
            </p:cNvSpPr>
            <p:nvPr/>
          </p:nvSpPr>
          <p:spPr bwMode="auto">
            <a:xfrm>
              <a:off x="2941638" y="36312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9" name="Rectangle 498"/>
            <p:cNvSpPr>
              <a:spLocks noChangeArrowheads="1"/>
            </p:cNvSpPr>
            <p:nvPr/>
          </p:nvSpPr>
          <p:spPr bwMode="auto">
            <a:xfrm>
              <a:off x="3027363" y="3631278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0" name="Freeform 499"/>
            <p:cNvSpPr>
              <a:spLocks/>
            </p:cNvSpPr>
            <p:nvPr/>
          </p:nvSpPr>
          <p:spPr bwMode="auto">
            <a:xfrm>
              <a:off x="3055938" y="3631278"/>
              <a:ext cx="20638" cy="15875"/>
            </a:xfrm>
            <a:custGeom>
              <a:avLst/>
              <a:gdLst>
                <a:gd name="T0" fmla="*/ 0 w 13"/>
                <a:gd name="T1" fmla="*/ 0 h 10"/>
                <a:gd name="T2" fmla="*/ 0 w 13"/>
                <a:gd name="T3" fmla="*/ 6 h 10"/>
                <a:gd name="T4" fmla="*/ 6 w 13"/>
                <a:gd name="T5" fmla="*/ 6 h 10"/>
                <a:gd name="T6" fmla="*/ 8 w 13"/>
                <a:gd name="T7" fmla="*/ 10 h 10"/>
                <a:gd name="T8" fmla="*/ 13 w 13"/>
                <a:gd name="T9" fmla="*/ 7 h 10"/>
                <a:gd name="T10" fmla="*/ 9 w 13"/>
                <a:gd name="T11" fmla="*/ 0 h 10"/>
                <a:gd name="T12" fmla="*/ 0 w 13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lnTo>
                    <a:pt x="0" y="6"/>
                  </a:lnTo>
                  <a:lnTo>
                    <a:pt x="6" y="6"/>
                  </a:lnTo>
                  <a:lnTo>
                    <a:pt x="8" y="10"/>
                  </a:lnTo>
                  <a:lnTo>
                    <a:pt x="13" y="7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1" name="Freeform 500"/>
            <p:cNvSpPr>
              <a:spLocks/>
            </p:cNvSpPr>
            <p:nvPr/>
          </p:nvSpPr>
          <p:spPr bwMode="auto">
            <a:xfrm>
              <a:off x="3101976" y="3702715"/>
              <a:ext cx="19050" cy="22225"/>
            </a:xfrm>
            <a:custGeom>
              <a:avLst/>
              <a:gdLst>
                <a:gd name="T0" fmla="*/ 6 w 12"/>
                <a:gd name="T1" fmla="*/ 14 h 14"/>
                <a:gd name="T2" fmla="*/ 0 w 12"/>
                <a:gd name="T3" fmla="*/ 3 h 14"/>
                <a:gd name="T4" fmla="*/ 6 w 12"/>
                <a:gd name="T5" fmla="*/ 0 h 14"/>
                <a:gd name="T6" fmla="*/ 12 w 12"/>
                <a:gd name="T7" fmla="*/ 11 h 14"/>
                <a:gd name="T8" fmla="*/ 6 w 1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lnTo>
                    <a:pt x="0" y="3"/>
                  </a:lnTo>
                  <a:lnTo>
                    <a:pt x="6" y="0"/>
                  </a:lnTo>
                  <a:lnTo>
                    <a:pt x="12" y="11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2" name="Freeform 501"/>
            <p:cNvSpPr>
              <a:spLocks/>
            </p:cNvSpPr>
            <p:nvPr/>
          </p:nvSpPr>
          <p:spPr bwMode="auto">
            <a:xfrm>
              <a:off x="3073401" y="3651915"/>
              <a:ext cx="19050" cy="20638"/>
            </a:xfrm>
            <a:custGeom>
              <a:avLst/>
              <a:gdLst>
                <a:gd name="T0" fmla="*/ 6 w 12"/>
                <a:gd name="T1" fmla="*/ 13 h 13"/>
                <a:gd name="T2" fmla="*/ 0 w 12"/>
                <a:gd name="T3" fmla="*/ 2 h 13"/>
                <a:gd name="T4" fmla="*/ 5 w 12"/>
                <a:gd name="T5" fmla="*/ 0 h 13"/>
                <a:gd name="T6" fmla="*/ 12 w 12"/>
                <a:gd name="T7" fmla="*/ 10 h 13"/>
                <a:gd name="T8" fmla="*/ 6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lnTo>
                    <a:pt x="0" y="2"/>
                  </a:lnTo>
                  <a:lnTo>
                    <a:pt x="5" y="0"/>
                  </a:lnTo>
                  <a:lnTo>
                    <a:pt x="12" y="10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3" name="Freeform 502"/>
            <p:cNvSpPr>
              <a:spLocks/>
            </p:cNvSpPr>
            <p:nvPr/>
          </p:nvSpPr>
          <p:spPr bwMode="auto">
            <a:xfrm>
              <a:off x="3087688" y="3677315"/>
              <a:ext cx="19050" cy="22225"/>
            </a:xfrm>
            <a:custGeom>
              <a:avLst/>
              <a:gdLst>
                <a:gd name="T0" fmla="*/ 6 w 12"/>
                <a:gd name="T1" fmla="*/ 14 h 14"/>
                <a:gd name="T2" fmla="*/ 0 w 12"/>
                <a:gd name="T3" fmla="*/ 3 h 14"/>
                <a:gd name="T4" fmla="*/ 6 w 12"/>
                <a:gd name="T5" fmla="*/ 0 h 14"/>
                <a:gd name="T6" fmla="*/ 12 w 12"/>
                <a:gd name="T7" fmla="*/ 11 h 14"/>
                <a:gd name="T8" fmla="*/ 6 w 1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lnTo>
                    <a:pt x="0" y="3"/>
                  </a:lnTo>
                  <a:lnTo>
                    <a:pt x="6" y="0"/>
                  </a:lnTo>
                  <a:lnTo>
                    <a:pt x="12" y="11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4" name="Freeform 503"/>
            <p:cNvSpPr>
              <a:spLocks/>
            </p:cNvSpPr>
            <p:nvPr/>
          </p:nvSpPr>
          <p:spPr bwMode="auto">
            <a:xfrm>
              <a:off x="3116263" y="3729703"/>
              <a:ext cx="19050" cy="20638"/>
            </a:xfrm>
            <a:custGeom>
              <a:avLst/>
              <a:gdLst>
                <a:gd name="T0" fmla="*/ 7 w 12"/>
                <a:gd name="T1" fmla="*/ 13 h 13"/>
                <a:gd name="T2" fmla="*/ 0 w 12"/>
                <a:gd name="T3" fmla="*/ 2 h 13"/>
                <a:gd name="T4" fmla="*/ 6 w 12"/>
                <a:gd name="T5" fmla="*/ 0 h 13"/>
                <a:gd name="T6" fmla="*/ 12 w 12"/>
                <a:gd name="T7" fmla="*/ 10 h 13"/>
                <a:gd name="T8" fmla="*/ 7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lnTo>
                    <a:pt x="0" y="2"/>
                  </a:lnTo>
                  <a:lnTo>
                    <a:pt x="6" y="0"/>
                  </a:lnTo>
                  <a:lnTo>
                    <a:pt x="12" y="10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6" name="Freeform 505"/>
            <p:cNvSpPr>
              <a:spLocks/>
            </p:cNvSpPr>
            <p:nvPr/>
          </p:nvSpPr>
          <p:spPr bwMode="auto">
            <a:xfrm>
              <a:off x="3073401" y="3856703"/>
              <a:ext cx="19050" cy="22225"/>
            </a:xfrm>
            <a:custGeom>
              <a:avLst/>
              <a:gdLst>
                <a:gd name="T0" fmla="*/ 5 w 12"/>
                <a:gd name="T1" fmla="*/ 14 h 14"/>
                <a:gd name="T2" fmla="*/ 0 w 12"/>
                <a:gd name="T3" fmla="*/ 11 h 14"/>
                <a:gd name="T4" fmla="*/ 6 w 12"/>
                <a:gd name="T5" fmla="*/ 0 h 14"/>
                <a:gd name="T6" fmla="*/ 12 w 12"/>
                <a:gd name="T7" fmla="*/ 3 h 14"/>
                <a:gd name="T8" fmla="*/ 5 w 1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5" y="14"/>
                  </a:moveTo>
                  <a:lnTo>
                    <a:pt x="0" y="11"/>
                  </a:lnTo>
                  <a:lnTo>
                    <a:pt x="6" y="0"/>
                  </a:lnTo>
                  <a:lnTo>
                    <a:pt x="12" y="3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7" name="Freeform 506"/>
            <p:cNvSpPr>
              <a:spLocks/>
            </p:cNvSpPr>
            <p:nvPr/>
          </p:nvSpPr>
          <p:spPr bwMode="auto">
            <a:xfrm>
              <a:off x="3087688" y="3831303"/>
              <a:ext cx="19050" cy="20638"/>
            </a:xfrm>
            <a:custGeom>
              <a:avLst/>
              <a:gdLst>
                <a:gd name="T0" fmla="*/ 6 w 12"/>
                <a:gd name="T1" fmla="*/ 0 h 13"/>
                <a:gd name="T2" fmla="*/ 12 w 12"/>
                <a:gd name="T3" fmla="*/ 3 h 13"/>
                <a:gd name="T4" fmla="*/ 6 w 12"/>
                <a:gd name="T5" fmla="*/ 13 h 13"/>
                <a:gd name="T6" fmla="*/ 0 w 12"/>
                <a:gd name="T7" fmla="*/ 10 h 13"/>
                <a:gd name="T8" fmla="*/ 6 w 12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lnTo>
                    <a:pt x="12" y="3"/>
                  </a:lnTo>
                  <a:lnTo>
                    <a:pt x="6" y="13"/>
                  </a:lnTo>
                  <a:lnTo>
                    <a:pt x="0" y="1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8" name="Freeform 507"/>
            <p:cNvSpPr>
              <a:spLocks/>
            </p:cNvSpPr>
            <p:nvPr/>
          </p:nvSpPr>
          <p:spPr bwMode="auto">
            <a:xfrm>
              <a:off x="3101976" y="3804315"/>
              <a:ext cx="19050" cy="23813"/>
            </a:xfrm>
            <a:custGeom>
              <a:avLst/>
              <a:gdLst>
                <a:gd name="T0" fmla="*/ 6 w 12"/>
                <a:gd name="T1" fmla="*/ 0 h 15"/>
                <a:gd name="T2" fmla="*/ 12 w 12"/>
                <a:gd name="T3" fmla="*/ 3 h 15"/>
                <a:gd name="T4" fmla="*/ 6 w 12"/>
                <a:gd name="T5" fmla="*/ 15 h 15"/>
                <a:gd name="T6" fmla="*/ 0 w 12"/>
                <a:gd name="T7" fmla="*/ 12 h 15"/>
                <a:gd name="T8" fmla="*/ 6 w 1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6" y="0"/>
                  </a:moveTo>
                  <a:lnTo>
                    <a:pt x="12" y="3"/>
                  </a:lnTo>
                  <a:lnTo>
                    <a:pt x="6" y="15"/>
                  </a:lnTo>
                  <a:lnTo>
                    <a:pt x="0" y="1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9" name="Freeform 508"/>
            <p:cNvSpPr>
              <a:spLocks/>
            </p:cNvSpPr>
            <p:nvPr/>
          </p:nvSpPr>
          <p:spPr bwMode="auto">
            <a:xfrm>
              <a:off x="3116263" y="3780503"/>
              <a:ext cx="19050" cy="20638"/>
            </a:xfrm>
            <a:custGeom>
              <a:avLst/>
              <a:gdLst>
                <a:gd name="T0" fmla="*/ 7 w 12"/>
                <a:gd name="T1" fmla="*/ 0 h 13"/>
                <a:gd name="T2" fmla="*/ 12 w 12"/>
                <a:gd name="T3" fmla="*/ 3 h 13"/>
                <a:gd name="T4" fmla="*/ 6 w 12"/>
                <a:gd name="T5" fmla="*/ 13 h 13"/>
                <a:gd name="T6" fmla="*/ 0 w 12"/>
                <a:gd name="T7" fmla="*/ 10 h 13"/>
                <a:gd name="T8" fmla="*/ 7 w 12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7" y="0"/>
                  </a:moveTo>
                  <a:lnTo>
                    <a:pt x="12" y="3"/>
                  </a:lnTo>
                  <a:lnTo>
                    <a:pt x="6" y="13"/>
                  </a:lnTo>
                  <a:lnTo>
                    <a:pt x="0" y="1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0" name="Freeform 509"/>
          <p:cNvSpPr>
            <a:spLocks/>
          </p:cNvSpPr>
          <p:nvPr/>
        </p:nvSpPr>
        <p:spPr bwMode="auto">
          <a:xfrm>
            <a:off x="3055938" y="3882103"/>
            <a:ext cx="20638" cy="15875"/>
          </a:xfrm>
          <a:custGeom>
            <a:avLst/>
            <a:gdLst>
              <a:gd name="T0" fmla="*/ 0 w 13"/>
              <a:gd name="T1" fmla="*/ 10 h 10"/>
              <a:gd name="T2" fmla="*/ 9 w 13"/>
              <a:gd name="T3" fmla="*/ 10 h 10"/>
              <a:gd name="T4" fmla="*/ 13 w 13"/>
              <a:gd name="T5" fmla="*/ 3 h 10"/>
              <a:gd name="T6" fmla="*/ 8 w 13"/>
              <a:gd name="T7" fmla="*/ 0 h 10"/>
              <a:gd name="T8" fmla="*/ 6 w 13"/>
              <a:gd name="T9" fmla="*/ 4 h 10"/>
              <a:gd name="T10" fmla="*/ 0 w 13"/>
              <a:gd name="T11" fmla="*/ 4 h 10"/>
              <a:gd name="T12" fmla="*/ 0 w 13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" h="10">
                <a:moveTo>
                  <a:pt x="0" y="10"/>
                </a:moveTo>
                <a:lnTo>
                  <a:pt x="9" y="10"/>
                </a:lnTo>
                <a:lnTo>
                  <a:pt x="13" y="3"/>
                </a:lnTo>
                <a:lnTo>
                  <a:pt x="8" y="0"/>
                </a:lnTo>
                <a:lnTo>
                  <a:pt x="6" y="4"/>
                </a:lnTo>
                <a:lnTo>
                  <a:pt x="0" y="4"/>
                </a:lnTo>
                <a:lnTo>
                  <a:pt x="0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1" name="Rectangle 510"/>
          <p:cNvSpPr>
            <a:spLocks noChangeArrowheads="1"/>
          </p:cNvSpPr>
          <p:nvPr/>
        </p:nvSpPr>
        <p:spPr bwMode="auto">
          <a:xfrm>
            <a:off x="3027363" y="3888453"/>
            <a:ext cx="19050" cy="95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2" name="Rectangle 511"/>
          <p:cNvSpPr>
            <a:spLocks noChangeArrowheads="1"/>
          </p:cNvSpPr>
          <p:nvPr/>
        </p:nvSpPr>
        <p:spPr bwMode="auto">
          <a:xfrm>
            <a:off x="2970213" y="3888453"/>
            <a:ext cx="19050" cy="95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3" name="Rectangle 512"/>
          <p:cNvSpPr>
            <a:spLocks noChangeArrowheads="1"/>
          </p:cNvSpPr>
          <p:nvPr/>
        </p:nvSpPr>
        <p:spPr bwMode="auto">
          <a:xfrm>
            <a:off x="2998788" y="3888453"/>
            <a:ext cx="19050" cy="95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4" name="Rectangle 513"/>
          <p:cNvSpPr>
            <a:spLocks noChangeArrowheads="1"/>
          </p:cNvSpPr>
          <p:nvPr/>
        </p:nvSpPr>
        <p:spPr bwMode="auto">
          <a:xfrm>
            <a:off x="2941638" y="3888453"/>
            <a:ext cx="19050" cy="95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4" name="Группа 633"/>
          <p:cNvGrpSpPr/>
          <p:nvPr/>
        </p:nvGrpSpPr>
        <p:grpSpPr>
          <a:xfrm>
            <a:off x="3238501" y="3664615"/>
            <a:ext cx="303213" cy="200026"/>
            <a:chOff x="3238501" y="3664615"/>
            <a:chExt cx="303213" cy="200026"/>
          </a:xfrm>
        </p:grpSpPr>
        <p:sp>
          <p:nvSpPr>
            <p:cNvPr id="505" name="Freeform 514"/>
            <p:cNvSpPr>
              <a:spLocks/>
            </p:cNvSpPr>
            <p:nvPr/>
          </p:nvSpPr>
          <p:spPr bwMode="auto">
            <a:xfrm>
              <a:off x="3527426" y="3850353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6" name="Rectangle 515"/>
            <p:cNvSpPr>
              <a:spLocks noChangeArrowheads="1"/>
            </p:cNvSpPr>
            <p:nvPr/>
          </p:nvSpPr>
          <p:spPr bwMode="auto">
            <a:xfrm>
              <a:off x="3498851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7" name="Rectangle 516"/>
            <p:cNvSpPr>
              <a:spLocks noChangeArrowheads="1"/>
            </p:cNvSpPr>
            <p:nvPr/>
          </p:nvSpPr>
          <p:spPr bwMode="auto">
            <a:xfrm>
              <a:off x="3381376" y="3855115"/>
              <a:ext cx="174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8" name="Rectangle 517"/>
            <p:cNvSpPr>
              <a:spLocks noChangeArrowheads="1"/>
            </p:cNvSpPr>
            <p:nvPr/>
          </p:nvSpPr>
          <p:spPr bwMode="auto">
            <a:xfrm>
              <a:off x="3290888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9" name="Rectangle 518"/>
            <p:cNvSpPr>
              <a:spLocks noChangeArrowheads="1"/>
            </p:cNvSpPr>
            <p:nvPr/>
          </p:nvSpPr>
          <p:spPr bwMode="auto">
            <a:xfrm>
              <a:off x="3408363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0" name="Rectangle 519"/>
            <p:cNvSpPr>
              <a:spLocks noChangeArrowheads="1"/>
            </p:cNvSpPr>
            <p:nvPr/>
          </p:nvSpPr>
          <p:spPr bwMode="auto">
            <a:xfrm>
              <a:off x="3436938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1" name="Rectangle 520"/>
            <p:cNvSpPr>
              <a:spLocks noChangeArrowheads="1"/>
            </p:cNvSpPr>
            <p:nvPr/>
          </p:nvSpPr>
          <p:spPr bwMode="auto">
            <a:xfrm>
              <a:off x="3352801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2" name="Rectangle 521"/>
            <p:cNvSpPr>
              <a:spLocks noChangeArrowheads="1"/>
            </p:cNvSpPr>
            <p:nvPr/>
          </p:nvSpPr>
          <p:spPr bwMode="auto">
            <a:xfrm>
              <a:off x="3470276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3" name="Rectangle 522"/>
            <p:cNvSpPr>
              <a:spLocks noChangeArrowheads="1"/>
            </p:cNvSpPr>
            <p:nvPr/>
          </p:nvSpPr>
          <p:spPr bwMode="auto">
            <a:xfrm>
              <a:off x="3319463" y="3855115"/>
              <a:ext cx="238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4" name="Rectangle 523"/>
            <p:cNvSpPr>
              <a:spLocks noChangeArrowheads="1"/>
            </p:cNvSpPr>
            <p:nvPr/>
          </p:nvSpPr>
          <p:spPr bwMode="auto">
            <a:xfrm>
              <a:off x="3262313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5" name="Freeform 524"/>
            <p:cNvSpPr>
              <a:spLocks/>
            </p:cNvSpPr>
            <p:nvPr/>
          </p:nvSpPr>
          <p:spPr bwMode="auto">
            <a:xfrm>
              <a:off x="3238501" y="3850353"/>
              <a:ext cx="14288" cy="14288"/>
            </a:xfrm>
            <a:custGeom>
              <a:avLst/>
              <a:gdLst>
                <a:gd name="T0" fmla="*/ 9 w 9"/>
                <a:gd name="T1" fmla="*/ 3 h 9"/>
                <a:gd name="T2" fmla="*/ 6 w 9"/>
                <a:gd name="T3" fmla="*/ 3 h 9"/>
                <a:gd name="T4" fmla="*/ 6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9 w 9"/>
                <a:gd name="T11" fmla="*/ 9 h 9"/>
                <a:gd name="T12" fmla="*/ 9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6" name="Rectangle 525"/>
            <p:cNvSpPr>
              <a:spLocks noChangeArrowheads="1"/>
            </p:cNvSpPr>
            <p:nvPr/>
          </p:nvSpPr>
          <p:spPr bwMode="auto">
            <a:xfrm>
              <a:off x="3238501" y="38217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7" name="Rectangle 526"/>
            <p:cNvSpPr>
              <a:spLocks noChangeArrowheads="1"/>
            </p:cNvSpPr>
            <p:nvPr/>
          </p:nvSpPr>
          <p:spPr bwMode="auto">
            <a:xfrm>
              <a:off x="3238501" y="3797965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8" name="Rectangle 527"/>
            <p:cNvSpPr>
              <a:spLocks noChangeArrowheads="1"/>
            </p:cNvSpPr>
            <p:nvPr/>
          </p:nvSpPr>
          <p:spPr bwMode="auto">
            <a:xfrm>
              <a:off x="3238501" y="37408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9" name="Rectangle 528"/>
            <p:cNvSpPr>
              <a:spLocks noChangeArrowheads="1"/>
            </p:cNvSpPr>
            <p:nvPr/>
          </p:nvSpPr>
          <p:spPr bwMode="auto">
            <a:xfrm>
              <a:off x="3238501" y="37693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0" name="Rectangle 529"/>
            <p:cNvSpPr>
              <a:spLocks noChangeArrowheads="1"/>
            </p:cNvSpPr>
            <p:nvPr/>
          </p:nvSpPr>
          <p:spPr bwMode="auto">
            <a:xfrm>
              <a:off x="3238501" y="3717003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1" name="Rectangle 530"/>
            <p:cNvSpPr>
              <a:spLocks noChangeArrowheads="1"/>
            </p:cNvSpPr>
            <p:nvPr/>
          </p:nvSpPr>
          <p:spPr bwMode="auto">
            <a:xfrm>
              <a:off x="3238501" y="36884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2" name="Freeform 531"/>
            <p:cNvSpPr>
              <a:spLocks/>
            </p:cNvSpPr>
            <p:nvPr/>
          </p:nvSpPr>
          <p:spPr bwMode="auto">
            <a:xfrm>
              <a:off x="3238501" y="3664615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3" name="Rectangle 532"/>
            <p:cNvSpPr>
              <a:spLocks noChangeArrowheads="1"/>
            </p:cNvSpPr>
            <p:nvPr/>
          </p:nvSpPr>
          <p:spPr bwMode="auto">
            <a:xfrm>
              <a:off x="3498851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4" name="Rectangle 533"/>
            <p:cNvSpPr>
              <a:spLocks noChangeArrowheads="1"/>
            </p:cNvSpPr>
            <p:nvPr/>
          </p:nvSpPr>
          <p:spPr bwMode="auto">
            <a:xfrm>
              <a:off x="3352801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5" name="Rectangle 534"/>
            <p:cNvSpPr>
              <a:spLocks noChangeArrowheads="1"/>
            </p:cNvSpPr>
            <p:nvPr/>
          </p:nvSpPr>
          <p:spPr bwMode="auto">
            <a:xfrm>
              <a:off x="3470276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6" name="Rectangle 535"/>
            <p:cNvSpPr>
              <a:spLocks noChangeArrowheads="1"/>
            </p:cNvSpPr>
            <p:nvPr/>
          </p:nvSpPr>
          <p:spPr bwMode="auto">
            <a:xfrm>
              <a:off x="3262313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7" name="Rectangle 536"/>
            <p:cNvSpPr>
              <a:spLocks noChangeArrowheads="1"/>
            </p:cNvSpPr>
            <p:nvPr/>
          </p:nvSpPr>
          <p:spPr bwMode="auto">
            <a:xfrm>
              <a:off x="3290888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8" name="Rectangle 537"/>
            <p:cNvSpPr>
              <a:spLocks noChangeArrowheads="1"/>
            </p:cNvSpPr>
            <p:nvPr/>
          </p:nvSpPr>
          <p:spPr bwMode="auto">
            <a:xfrm>
              <a:off x="3319463" y="3664615"/>
              <a:ext cx="238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9" name="Rectangle 538"/>
            <p:cNvSpPr>
              <a:spLocks noChangeArrowheads="1"/>
            </p:cNvSpPr>
            <p:nvPr/>
          </p:nvSpPr>
          <p:spPr bwMode="auto">
            <a:xfrm>
              <a:off x="3381376" y="3664615"/>
              <a:ext cx="1746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0" name="Rectangle 539"/>
            <p:cNvSpPr>
              <a:spLocks noChangeArrowheads="1"/>
            </p:cNvSpPr>
            <p:nvPr/>
          </p:nvSpPr>
          <p:spPr bwMode="auto">
            <a:xfrm>
              <a:off x="3436938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1" name="Rectangle 540"/>
            <p:cNvSpPr>
              <a:spLocks noChangeArrowheads="1"/>
            </p:cNvSpPr>
            <p:nvPr/>
          </p:nvSpPr>
          <p:spPr bwMode="auto">
            <a:xfrm>
              <a:off x="3408363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2" name="Freeform 541"/>
            <p:cNvSpPr>
              <a:spLocks/>
            </p:cNvSpPr>
            <p:nvPr/>
          </p:nvSpPr>
          <p:spPr bwMode="auto">
            <a:xfrm>
              <a:off x="3527426" y="3664615"/>
              <a:ext cx="14288" cy="14288"/>
            </a:xfrm>
            <a:custGeom>
              <a:avLst/>
              <a:gdLst>
                <a:gd name="T0" fmla="*/ 0 w 9"/>
                <a:gd name="T1" fmla="*/ 6 h 9"/>
                <a:gd name="T2" fmla="*/ 3 w 9"/>
                <a:gd name="T3" fmla="*/ 6 h 9"/>
                <a:gd name="T4" fmla="*/ 3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0 w 9"/>
                <a:gd name="T11" fmla="*/ 0 h 9"/>
                <a:gd name="T12" fmla="*/ 0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6"/>
                  </a:moveTo>
                  <a:lnTo>
                    <a:pt x="3" y="6"/>
                  </a:lnTo>
                  <a:lnTo>
                    <a:pt x="3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3" name="Rectangle 542"/>
            <p:cNvSpPr>
              <a:spLocks noChangeArrowheads="1"/>
            </p:cNvSpPr>
            <p:nvPr/>
          </p:nvSpPr>
          <p:spPr bwMode="auto">
            <a:xfrm>
              <a:off x="3532188" y="3717003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4" name="Rectangle 543"/>
            <p:cNvSpPr>
              <a:spLocks noChangeArrowheads="1"/>
            </p:cNvSpPr>
            <p:nvPr/>
          </p:nvSpPr>
          <p:spPr bwMode="auto">
            <a:xfrm>
              <a:off x="3532188" y="376939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5" name="Rectangle 544"/>
            <p:cNvSpPr>
              <a:spLocks noChangeArrowheads="1"/>
            </p:cNvSpPr>
            <p:nvPr/>
          </p:nvSpPr>
          <p:spPr bwMode="auto">
            <a:xfrm>
              <a:off x="3532188" y="3797965"/>
              <a:ext cx="952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6" name="Rectangle 545"/>
            <p:cNvSpPr>
              <a:spLocks noChangeArrowheads="1"/>
            </p:cNvSpPr>
            <p:nvPr/>
          </p:nvSpPr>
          <p:spPr bwMode="auto">
            <a:xfrm>
              <a:off x="3532188" y="38217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7" name="Rectangle 546"/>
            <p:cNvSpPr>
              <a:spLocks noChangeArrowheads="1"/>
            </p:cNvSpPr>
            <p:nvPr/>
          </p:nvSpPr>
          <p:spPr bwMode="auto">
            <a:xfrm>
              <a:off x="3532188" y="368842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8" name="Rectangle 547"/>
            <p:cNvSpPr>
              <a:spLocks noChangeArrowheads="1"/>
            </p:cNvSpPr>
            <p:nvPr/>
          </p:nvSpPr>
          <p:spPr bwMode="auto">
            <a:xfrm>
              <a:off x="3532188" y="37408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5" name="Группа 634"/>
          <p:cNvGrpSpPr/>
          <p:nvPr/>
        </p:nvGrpSpPr>
        <p:grpSpPr>
          <a:xfrm>
            <a:off x="3632201" y="3664615"/>
            <a:ext cx="304800" cy="200025"/>
            <a:chOff x="3632201" y="3664615"/>
            <a:chExt cx="304800" cy="200025"/>
          </a:xfrm>
        </p:grpSpPr>
        <p:sp>
          <p:nvSpPr>
            <p:cNvPr id="539" name="Freeform 548"/>
            <p:cNvSpPr>
              <a:spLocks/>
            </p:cNvSpPr>
            <p:nvPr/>
          </p:nvSpPr>
          <p:spPr bwMode="auto">
            <a:xfrm>
              <a:off x="3910013" y="3828128"/>
              <a:ext cx="19050" cy="19050"/>
            </a:xfrm>
            <a:custGeom>
              <a:avLst/>
              <a:gdLst>
                <a:gd name="T0" fmla="*/ 5 w 16"/>
                <a:gd name="T1" fmla="*/ 17 h 17"/>
                <a:gd name="T2" fmla="*/ 16 w 16"/>
                <a:gd name="T3" fmla="*/ 4 h 17"/>
                <a:gd name="T4" fmla="*/ 8 w 16"/>
                <a:gd name="T5" fmla="*/ 0 h 17"/>
                <a:gd name="T6" fmla="*/ 0 w 16"/>
                <a:gd name="T7" fmla="*/ 12 h 17"/>
                <a:gd name="T8" fmla="*/ 5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5" y="17"/>
                  </a:moveTo>
                  <a:cubicBezTo>
                    <a:pt x="9" y="13"/>
                    <a:pt x="13" y="9"/>
                    <a:pt x="16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3" y="8"/>
                    <a:pt x="0" y="12"/>
                  </a:cubicBez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0" name="Freeform 549"/>
            <p:cNvSpPr>
              <a:spLocks/>
            </p:cNvSpPr>
            <p:nvPr/>
          </p:nvSpPr>
          <p:spPr bwMode="auto">
            <a:xfrm>
              <a:off x="3916363" y="3690015"/>
              <a:ext cx="15875" cy="20638"/>
            </a:xfrm>
            <a:custGeom>
              <a:avLst/>
              <a:gdLst>
                <a:gd name="T0" fmla="*/ 7 w 14"/>
                <a:gd name="T1" fmla="*/ 18 h 18"/>
                <a:gd name="T2" fmla="*/ 14 w 14"/>
                <a:gd name="T3" fmla="*/ 15 h 18"/>
                <a:gd name="T4" fmla="*/ 6 w 14"/>
                <a:gd name="T5" fmla="*/ 0 h 18"/>
                <a:gd name="T6" fmla="*/ 0 w 14"/>
                <a:gd name="T7" fmla="*/ 5 h 18"/>
                <a:gd name="T8" fmla="*/ 7 w 14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7" y="18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2" y="10"/>
                    <a:pt x="10" y="5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9"/>
                    <a:pt x="5" y="13"/>
                    <a:pt x="7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1" name="Freeform 550"/>
            <p:cNvSpPr>
              <a:spLocks/>
            </p:cNvSpPr>
            <p:nvPr/>
          </p:nvSpPr>
          <p:spPr bwMode="auto">
            <a:xfrm>
              <a:off x="3895726" y="3670965"/>
              <a:ext cx="22225" cy="19050"/>
            </a:xfrm>
            <a:custGeom>
              <a:avLst/>
              <a:gdLst>
                <a:gd name="T0" fmla="*/ 18 w 18"/>
                <a:gd name="T1" fmla="*/ 10 h 16"/>
                <a:gd name="T2" fmla="*/ 4 w 18"/>
                <a:gd name="T3" fmla="*/ 0 h 16"/>
                <a:gd name="T4" fmla="*/ 0 w 18"/>
                <a:gd name="T5" fmla="*/ 7 h 16"/>
                <a:gd name="T6" fmla="*/ 12 w 18"/>
                <a:gd name="T7" fmla="*/ 16 h 16"/>
                <a:gd name="T8" fmla="*/ 18 w 18"/>
                <a:gd name="T9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8" y="10"/>
                  </a:moveTo>
                  <a:cubicBezTo>
                    <a:pt x="14" y="6"/>
                    <a:pt x="9" y="3"/>
                    <a:pt x="4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9"/>
                    <a:pt x="9" y="12"/>
                    <a:pt x="12" y="16"/>
                  </a:cubicBezTo>
                  <a:lnTo>
                    <a:pt x="1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2" name="Freeform 551"/>
            <p:cNvSpPr>
              <a:spLocks/>
            </p:cNvSpPr>
            <p:nvPr/>
          </p:nvSpPr>
          <p:spPr bwMode="auto">
            <a:xfrm>
              <a:off x="3922713" y="3802728"/>
              <a:ext cx="14288" cy="20638"/>
            </a:xfrm>
            <a:custGeom>
              <a:avLst/>
              <a:gdLst>
                <a:gd name="T0" fmla="*/ 0 w 11"/>
                <a:gd name="T1" fmla="*/ 15 h 17"/>
                <a:gd name="T2" fmla="*/ 8 w 11"/>
                <a:gd name="T3" fmla="*/ 17 h 17"/>
                <a:gd name="T4" fmla="*/ 11 w 11"/>
                <a:gd name="T5" fmla="*/ 0 h 17"/>
                <a:gd name="T6" fmla="*/ 11 w 11"/>
                <a:gd name="T7" fmla="*/ 0 h 17"/>
                <a:gd name="T8" fmla="*/ 3 w 11"/>
                <a:gd name="T9" fmla="*/ 0 h 17"/>
                <a:gd name="T10" fmla="*/ 0 w 11"/>
                <a:gd name="T11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7">
                  <a:moveTo>
                    <a:pt x="0" y="15"/>
                  </a:moveTo>
                  <a:cubicBezTo>
                    <a:pt x="8" y="17"/>
                    <a:pt x="8" y="17"/>
                    <a:pt x="8" y="17"/>
                  </a:cubicBezTo>
                  <a:cubicBezTo>
                    <a:pt x="10" y="12"/>
                    <a:pt x="11" y="6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2" y="10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3" name="Rectangle 552"/>
            <p:cNvSpPr>
              <a:spLocks noChangeArrowheads="1"/>
            </p:cNvSpPr>
            <p:nvPr/>
          </p:nvSpPr>
          <p:spPr bwMode="auto">
            <a:xfrm>
              <a:off x="3722688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4" name="Rectangle 553"/>
            <p:cNvSpPr>
              <a:spLocks noChangeArrowheads="1"/>
            </p:cNvSpPr>
            <p:nvPr/>
          </p:nvSpPr>
          <p:spPr bwMode="auto">
            <a:xfrm>
              <a:off x="3760788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5" name="Rectangle 554"/>
            <p:cNvSpPr>
              <a:spLocks noChangeArrowheads="1"/>
            </p:cNvSpPr>
            <p:nvPr/>
          </p:nvSpPr>
          <p:spPr bwMode="auto">
            <a:xfrm>
              <a:off x="3751263" y="3855115"/>
              <a:ext cx="1428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6" name="Rectangle 555"/>
            <p:cNvSpPr>
              <a:spLocks noChangeArrowheads="1"/>
            </p:cNvSpPr>
            <p:nvPr/>
          </p:nvSpPr>
          <p:spPr bwMode="auto">
            <a:xfrm>
              <a:off x="3732213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7" name="Freeform 556"/>
            <p:cNvSpPr>
              <a:spLocks/>
            </p:cNvSpPr>
            <p:nvPr/>
          </p:nvSpPr>
          <p:spPr bwMode="auto">
            <a:xfrm>
              <a:off x="3692526" y="3855115"/>
              <a:ext cx="20638" cy="9525"/>
            </a:xfrm>
            <a:custGeom>
              <a:avLst/>
              <a:gdLst>
                <a:gd name="T0" fmla="*/ 0 w 13"/>
                <a:gd name="T1" fmla="*/ 6 h 6"/>
                <a:gd name="T2" fmla="*/ 13 w 13"/>
                <a:gd name="T3" fmla="*/ 6 h 6"/>
                <a:gd name="T4" fmla="*/ 13 w 13"/>
                <a:gd name="T5" fmla="*/ 0 h 6"/>
                <a:gd name="T6" fmla="*/ 1 w 13"/>
                <a:gd name="T7" fmla="*/ 0 h 6"/>
                <a:gd name="T8" fmla="*/ 0 w 13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3" y="6"/>
                  </a:lnTo>
                  <a:lnTo>
                    <a:pt x="13" y="0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8" name="Rectangle 557"/>
            <p:cNvSpPr>
              <a:spLocks noChangeArrowheads="1"/>
            </p:cNvSpPr>
            <p:nvPr/>
          </p:nvSpPr>
          <p:spPr bwMode="auto">
            <a:xfrm>
              <a:off x="3703638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9" name="Rectangle 558"/>
            <p:cNvSpPr>
              <a:spLocks noChangeArrowheads="1"/>
            </p:cNvSpPr>
            <p:nvPr/>
          </p:nvSpPr>
          <p:spPr bwMode="auto">
            <a:xfrm>
              <a:off x="3775076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0" name="Freeform 559"/>
            <p:cNvSpPr>
              <a:spLocks/>
            </p:cNvSpPr>
            <p:nvPr/>
          </p:nvSpPr>
          <p:spPr bwMode="auto">
            <a:xfrm>
              <a:off x="3673476" y="3664615"/>
              <a:ext cx="19050" cy="12700"/>
            </a:xfrm>
            <a:custGeom>
              <a:avLst/>
              <a:gdLst>
                <a:gd name="T0" fmla="*/ 17 w 17"/>
                <a:gd name="T1" fmla="*/ 8 h 11"/>
                <a:gd name="T2" fmla="*/ 17 w 17"/>
                <a:gd name="T3" fmla="*/ 0 h 11"/>
                <a:gd name="T4" fmla="*/ 0 w 17"/>
                <a:gd name="T5" fmla="*/ 3 h 11"/>
                <a:gd name="T6" fmla="*/ 3 w 17"/>
                <a:gd name="T7" fmla="*/ 11 h 11"/>
                <a:gd name="T8" fmla="*/ 17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8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1" y="0"/>
                    <a:pt x="6" y="1"/>
                    <a:pt x="0" y="3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8" y="9"/>
                    <a:pt x="12" y="8"/>
                    <a:pt x="1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1" name="Rectangle 560"/>
            <p:cNvSpPr>
              <a:spLocks noChangeArrowheads="1"/>
            </p:cNvSpPr>
            <p:nvPr/>
          </p:nvSpPr>
          <p:spPr bwMode="auto">
            <a:xfrm>
              <a:off x="3832226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2" name="Freeform 561"/>
            <p:cNvSpPr>
              <a:spLocks/>
            </p:cNvSpPr>
            <p:nvPr/>
          </p:nvSpPr>
          <p:spPr bwMode="auto">
            <a:xfrm>
              <a:off x="3860801" y="3855115"/>
              <a:ext cx="19050" cy="9525"/>
            </a:xfrm>
            <a:custGeom>
              <a:avLst/>
              <a:gdLst>
                <a:gd name="T0" fmla="*/ 0 w 16"/>
                <a:gd name="T1" fmla="*/ 0 h 8"/>
                <a:gd name="T2" fmla="*/ 0 w 16"/>
                <a:gd name="T3" fmla="*/ 8 h 8"/>
                <a:gd name="T4" fmla="*/ 12 w 16"/>
                <a:gd name="T5" fmla="*/ 8 h 8"/>
                <a:gd name="T6" fmla="*/ 16 w 16"/>
                <a:gd name="T7" fmla="*/ 8 h 8"/>
                <a:gd name="T8" fmla="*/ 16 w 16"/>
                <a:gd name="T9" fmla="*/ 0 h 8"/>
                <a:gd name="T10" fmla="*/ 12 w 16"/>
                <a:gd name="T11" fmla="*/ 0 h 8"/>
                <a:gd name="T12" fmla="*/ 0 w 1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8"/>
                    <a:pt x="15" y="8"/>
                    <a:pt x="16" y="8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3" y="0"/>
                    <a:pt x="1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3" name="Rectangle 562"/>
            <p:cNvSpPr>
              <a:spLocks noChangeArrowheads="1"/>
            </p:cNvSpPr>
            <p:nvPr/>
          </p:nvSpPr>
          <p:spPr bwMode="auto">
            <a:xfrm>
              <a:off x="3813176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4" name="Rectangle 563"/>
            <p:cNvSpPr>
              <a:spLocks noChangeArrowheads="1"/>
            </p:cNvSpPr>
            <p:nvPr/>
          </p:nvSpPr>
          <p:spPr bwMode="auto">
            <a:xfrm>
              <a:off x="3803651" y="38551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5" name="Rectangle 564"/>
            <p:cNvSpPr>
              <a:spLocks noChangeArrowheads="1"/>
            </p:cNvSpPr>
            <p:nvPr/>
          </p:nvSpPr>
          <p:spPr bwMode="auto">
            <a:xfrm>
              <a:off x="3789363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6" name="Rectangle 565"/>
            <p:cNvSpPr>
              <a:spLocks noChangeArrowheads="1"/>
            </p:cNvSpPr>
            <p:nvPr/>
          </p:nvSpPr>
          <p:spPr bwMode="auto">
            <a:xfrm>
              <a:off x="3841751" y="3664615"/>
              <a:ext cx="1905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7" name="Rectangle 566"/>
            <p:cNvSpPr>
              <a:spLocks noChangeArrowheads="1"/>
            </p:cNvSpPr>
            <p:nvPr/>
          </p:nvSpPr>
          <p:spPr bwMode="auto">
            <a:xfrm>
              <a:off x="3927476" y="3745578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8" name="Rectangle 567"/>
            <p:cNvSpPr>
              <a:spLocks noChangeArrowheads="1"/>
            </p:cNvSpPr>
            <p:nvPr/>
          </p:nvSpPr>
          <p:spPr bwMode="auto">
            <a:xfrm>
              <a:off x="3927476" y="3774153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9" name="Freeform 568"/>
            <p:cNvSpPr>
              <a:spLocks/>
            </p:cNvSpPr>
            <p:nvPr/>
          </p:nvSpPr>
          <p:spPr bwMode="auto">
            <a:xfrm>
              <a:off x="3887788" y="3847178"/>
              <a:ext cx="20638" cy="15875"/>
            </a:xfrm>
            <a:custGeom>
              <a:avLst/>
              <a:gdLst>
                <a:gd name="T0" fmla="*/ 2 w 17"/>
                <a:gd name="T1" fmla="*/ 14 h 14"/>
                <a:gd name="T2" fmla="*/ 17 w 17"/>
                <a:gd name="T3" fmla="*/ 7 h 14"/>
                <a:gd name="T4" fmla="*/ 13 w 17"/>
                <a:gd name="T5" fmla="*/ 0 h 14"/>
                <a:gd name="T6" fmla="*/ 0 w 17"/>
                <a:gd name="T7" fmla="*/ 6 h 14"/>
                <a:gd name="T8" fmla="*/ 2 w 17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4">
                  <a:moveTo>
                    <a:pt x="2" y="14"/>
                  </a:moveTo>
                  <a:cubicBezTo>
                    <a:pt x="7" y="12"/>
                    <a:pt x="13" y="10"/>
                    <a:pt x="17" y="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3"/>
                    <a:pt x="5" y="5"/>
                    <a:pt x="0" y="6"/>
                  </a:cubicBezTo>
                  <a:lnTo>
                    <a:pt x="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0" name="Freeform 569"/>
            <p:cNvSpPr>
              <a:spLocks/>
            </p:cNvSpPr>
            <p:nvPr/>
          </p:nvSpPr>
          <p:spPr bwMode="auto">
            <a:xfrm>
              <a:off x="3870326" y="3664615"/>
              <a:ext cx="20638" cy="12700"/>
            </a:xfrm>
            <a:custGeom>
              <a:avLst/>
              <a:gdLst>
                <a:gd name="T0" fmla="*/ 15 w 18"/>
                <a:gd name="T1" fmla="*/ 10 h 10"/>
                <a:gd name="T2" fmla="*/ 18 w 18"/>
                <a:gd name="T3" fmla="*/ 2 h 10"/>
                <a:gd name="T4" fmla="*/ 4 w 18"/>
                <a:gd name="T5" fmla="*/ 0 h 10"/>
                <a:gd name="T6" fmla="*/ 0 w 18"/>
                <a:gd name="T7" fmla="*/ 0 h 10"/>
                <a:gd name="T8" fmla="*/ 0 w 18"/>
                <a:gd name="T9" fmla="*/ 8 h 10"/>
                <a:gd name="T10" fmla="*/ 4 w 18"/>
                <a:gd name="T11" fmla="*/ 8 h 10"/>
                <a:gd name="T12" fmla="*/ 15 w 18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0">
                  <a:moveTo>
                    <a:pt x="15" y="10"/>
                  </a:moveTo>
                  <a:cubicBezTo>
                    <a:pt x="18" y="2"/>
                    <a:pt x="18" y="2"/>
                    <a:pt x="18" y="2"/>
                  </a:cubicBezTo>
                  <a:cubicBezTo>
                    <a:pt x="13" y="1"/>
                    <a:pt x="8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8"/>
                    <a:pt x="12" y="9"/>
                    <a:pt x="15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1" name="Rectangle 570"/>
            <p:cNvSpPr>
              <a:spLocks noChangeArrowheads="1"/>
            </p:cNvSpPr>
            <p:nvPr/>
          </p:nvSpPr>
          <p:spPr bwMode="auto">
            <a:xfrm>
              <a:off x="3632201" y="3778915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2" name="Freeform 571"/>
            <p:cNvSpPr>
              <a:spLocks/>
            </p:cNvSpPr>
            <p:nvPr/>
          </p:nvSpPr>
          <p:spPr bwMode="auto">
            <a:xfrm>
              <a:off x="3663951" y="3848765"/>
              <a:ext cx="19050" cy="14288"/>
            </a:xfrm>
            <a:custGeom>
              <a:avLst/>
              <a:gdLst>
                <a:gd name="T0" fmla="*/ 0 w 17"/>
                <a:gd name="T1" fmla="*/ 6 h 12"/>
                <a:gd name="T2" fmla="*/ 16 w 17"/>
                <a:gd name="T3" fmla="*/ 12 h 12"/>
                <a:gd name="T4" fmla="*/ 17 w 17"/>
                <a:gd name="T5" fmla="*/ 5 h 12"/>
                <a:gd name="T6" fmla="*/ 4 w 17"/>
                <a:gd name="T7" fmla="*/ 0 h 12"/>
                <a:gd name="T8" fmla="*/ 0 w 17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0" y="6"/>
                  </a:moveTo>
                  <a:cubicBezTo>
                    <a:pt x="5" y="9"/>
                    <a:pt x="10" y="11"/>
                    <a:pt x="16" y="12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3" y="4"/>
                    <a:pt x="8" y="2"/>
                    <a:pt x="4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3" name="Freeform 572"/>
            <p:cNvSpPr>
              <a:spLocks/>
            </p:cNvSpPr>
            <p:nvPr/>
          </p:nvSpPr>
          <p:spPr bwMode="auto">
            <a:xfrm>
              <a:off x="3925888" y="3718590"/>
              <a:ext cx="11113" cy="17463"/>
            </a:xfrm>
            <a:custGeom>
              <a:avLst/>
              <a:gdLst>
                <a:gd name="T0" fmla="*/ 8 w 9"/>
                <a:gd name="T1" fmla="*/ 0 h 15"/>
                <a:gd name="T2" fmla="*/ 0 w 9"/>
                <a:gd name="T3" fmla="*/ 1 h 15"/>
                <a:gd name="T4" fmla="*/ 1 w 9"/>
                <a:gd name="T5" fmla="*/ 7 h 15"/>
                <a:gd name="T6" fmla="*/ 1 w 9"/>
                <a:gd name="T7" fmla="*/ 15 h 15"/>
                <a:gd name="T8" fmla="*/ 9 w 9"/>
                <a:gd name="T9" fmla="*/ 15 h 15"/>
                <a:gd name="T10" fmla="*/ 9 w 9"/>
                <a:gd name="T11" fmla="*/ 7 h 15"/>
                <a:gd name="T12" fmla="*/ 8 w 9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5">
                  <a:moveTo>
                    <a:pt x="8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5"/>
                    <a:pt x="9" y="2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4" name="Rectangle 573"/>
            <p:cNvSpPr>
              <a:spLocks noChangeArrowheads="1"/>
            </p:cNvSpPr>
            <p:nvPr/>
          </p:nvSpPr>
          <p:spPr bwMode="auto">
            <a:xfrm>
              <a:off x="3632201" y="3750340"/>
              <a:ext cx="9525" cy="190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5" name="Freeform 574"/>
            <p:cNvSpPr>
              <a:spLocks/>
            </p:cNvSpPr>
            <p:nvPr/>
          </p:nvSpPr>
          <p:spPr bwMode="auto">
            <a:xfrm>
              <a:off x="3641726" y="3831303"/>
              <a:ext cx="19050" cy="20638"/>
            </a:xfrm>
            <a:custGeom>
              <a:avLst/>
              <a:gdLst>
                <a:gd name="T0" fmla="*/ 11 w 16"/>
                <a:gd name="T1" fmla="*/ 17 h 17"/>
                <a:gd name="T2" fmla="*/ 16 w 16"/>
                <a:gd name="T3" fmla="*/ 10 h 17"/>
                <a:gd name="T4" fmla="*/ 6 w 16"/>
                <a:gd name="T5" fmla="*/ 0 h 17"/>
                <a:gd name="T6" fmla="*/ 0 w 16"/>
                <a:gd name="T7" fmla="*/ 4 h 17"/>
                <a:gd name="T8" fmla="*/ 11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1" y="17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12" y="7"/>
                    <a:pt x="9" y="4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9"/>
                    <a:pt x="6" y="13"/>
                    <a:pt x="11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6" name="Freeform 575"/>
            <p:cNvSpPr>
              <a:spLocks/>
            </p:cNvSpPr>
            <p:nvPr/>
          </p:nvSpPr>
          <p:spPr bwMode="auto">
            <a:xfrm>
              <a:off x="3648076" y="3672553"/>
              <a:ext cx="20638" cy="19050"/>
            </a:xfrm>
            <a:custGeom>
              <a:avLst/>
              <a:gdLst>
                <a:gd name="T0" fmla="*/ 17 w 17"/>
                <a:gd name="T1" fmla="*/ 7 h 16"/>
                <a:gd name="T2" fmla="*/ 14 w 17"/>
                <a:gd name="T3" fmla="*/ 0 h 16"/>
                <a:gd name="T4" fmla="*/ 0 w 17"/>
                <a:gd name="T5" fmla="*/ 10 h 16"/>
                <a:gd name="T6" fmla="*/ 6 w 17"/>
                <a:gd name="T7" fmla="*/ 16 h 16"/>
                <a:gd name="T8" fmla="*/ 17 w 17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9" y="3"/>
                    <a:pt x="4" y="6"/>
                    <a:pt x="0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9" y="12"/>
                    <a:pt x="13" y="9"/>
                    <a:pt x="1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7" name="Freeform 576"/>
            <p:cNvSpPr>
              <a:spLocks/>
            </p:cNvSpPr>
            <p:nvPr/>
          </p:nvSpPr>
          <p:spPr bwMode="auto">
            <a:xfrm>
              <a:off x="3632201" y="3805903"/>
              <a:ext cx="12700" cy="20638"/>
            </a:xfrm>
            <a:custGeom>
              <a:avLst/>
              <a:gdLst>
                <a:gd name="T0" fmla="*/ 0 w 11"/>
                <a:gd name="T1" fmla="*/ 1 h 17"/>
                <a:gd name="T2" fmla="*/ 4 w 11"/>
                <a:gd name="T3" fmla="*/ 17 h 17"/>
                <a:gd name="T4" fmla="*/ 11 w 11"/>
                <a:gd name="T5" fmla="*/ 14 h 17"/>
                <a:gd name="T6" fmla="*/ 8 w 11"/>
                <a:gd name="T7" fmla="*/ 0 h 17"/>
                <a:gd name="T8" fmla="*/ 0 w 11"/>
                <a:gd name="T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0" y="6"/>
                    <a:pt x="1" y="12"/>
                    <a:pt x="4" y="17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9" y="10"/>
                    <a:pt x="8" y="5"/>
                    <a:pt x="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8" name="Freeform 577"/>
            <p:cNvSpPr>
              <a:spLocks/>
            </p:cNvSpPr>
            <p:nvPr/>
          </p:nvSpPr>
          <p:spPr bwMode="auto">
            <a:xfrm>
              <a:off x="3633788" y="3693190"/>
              <a:ext cx="15875" cy="22225"/>
            </a:xfrm>
            <a:custGeom>
              <a:avLst/>
              <a:gdLst>
                <a:gd name="T0" fmla="*/ 14 w 14"/>
                <a:gd name="T1" fmla="*/ 4 h 18"/>
                <a:gd name="T2" fmla="*/ 7 w 14"/>
                <a:gd name="T3" fmla="*/ 0 h 18"/>
                <a:gd name="T4" fmla="*/ 0 w 14"/>
                <a:gd name="T5" fmla="*/ 16 h 18"/>
                <a:gd name="T6" fmla="*/ 8 w 14"/>
                <a:gd name="T7" fmla="*/ 18 h 18"/>
                <a:gd name="T8" fmla="*/ 14 w 14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4" y="5"/>
                    <a:pt x="2" y="10"/>
                    <a:pt x="0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3"/>
                    <a:pt x="11" y="9"/>
                    <a:pt x="14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9" name="Freeform 578"/>
            <p:cNvSpPr>
              <a:spLocks/>
            </p:cNvSpPr>
            <p:nvPr/>
          </p:nvSpPr>
          <p:spPr bwMode="auto">
            <a:xfrm>
              <a:off x="3632201" y="3721765"/>
              <a:ext cx="9525" cy="19050"/>
            </a:xfrm>
            <a:custGeom>
              <a:avLst/>
              <a:gdLst>
                <a:gd name="T0" fmla="*/ 8 w 8"/>
                <a:gd name="T1" fmla="*/ 4 h 16"/>
                <a:gd name="T2" fmla="*/ 8 w 8"/>
                <a:gd name="T3" fmla="*/ 1 h 16"/>
                <a:gd name="T4" fmla="*/ 0 w 8"/>
                <a:gd name="T5" fmla="*/ 0 h 16"/>
                <a:gd name="T6" fmla="*/ 0 w 8"/>
                <a:gd name="T7" fmla="*/ 4 h 16"/>
                <a:gd name="T8" fmla="*/ 0 w 8"/>
                <a:gd name="T9" fmla="*/ 16 h 16"/>
                <a:gd name="T10" fmla="*/ 8 w 8"/>
                <a:gd name="T11" fmla="*/ 16 h 16"/>
                <a:gd name="T12" fmla="*/ 8 w 8"/>
                <a:gd name="T13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8" y="4"/>
                  </a:moveTo>
                  <a:cubicBezTo>
                    <a:pt x="8" y="3"/>
                    <a:pt x="8" y="2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" y="16"/>
                    <a:pt x="8" y="16"/>
                    <a:pt x="8" y="16"/>
                  </a:cubicBezTo>
                  <a:lnTo>
                    <a:pt x="8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70" name="Freeform 579"/>
          <p:cNvSpPr>
            <a:spLocks noEditPoints="1"/>
          </p:cNvSpPr>
          <p:nvPr/>
        </p:nvSpPr>
        <p:spPr bwMode="auto">
          <a:xfrm>
            <a:off x="4027488" y="3664615"/>
            <a:ext cx="303213" cy="200025"/>
          </a:xfrm>
          <a:custGeom>
            <a:avLst/>
            <a:gdLst>
              <a:gd name="T0" fmla="*/ 128 w 256"/>
              <a:gd name="T1" fmla="*/ 168 h 168"/>
              <a:gd name="T2" fmla="*/ 256 w 256"/>
              <a:gd name="T3" fmla="*/ 84 h 168"/>
              <a:gd name="T4" fmla="*/ 128 w 256"/>
              <a:gd name="T5" fmla="*/ 0 h 168"/>
              <a:gd name="T6" fmla="*/ 0 w 256"/>
              <a:gd name="T7" fmla="*/ 84 h 168"/>
              <a:gd name="T8" fmla="*/ 128 w 256"/>
              <a:gd name="T9" fmla="*/ 168 h 168"/>
              <a:gd name="T10" fmla="*/ 128 w 256"/>
              <a:gd name="T11" fmla="*/ 8 h 168"/>
              <a:gd name="T12" fmla="*/ 248 w 256"/>
              <a:gd name="T13" fmla="*/ 84 h 168"/>
              <a:gd name="T14" fmla="*/ 128 w 256"/>
              <a:gd name="T15" fmla="*/ 160 h 168"/>
              <a:gd name="T16" fmla="*/ 8 w 256"/>
              <a:gd name="T17" fmla="*/ 84 h 168"/>
              <a:gd name="T18" fmla="*/ 128 w 256"/>
              <a:gd name="T19" fmla="*/ 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6" h="168">
                <a:moveTo>
                  <a:pt x="128" y="168"/>
                </a:moveTo>
                <a:cubicBezTo>
                  <a:pt x="198" y="168"/>
                  <a:pt x="256" y="131"/>
                  <a:pt x="256" y="84"/>
                </a:cubicBezTo>
                <a:cubicBezTo>
                  <a:pt x="256" y="38"/>
                  <a:pt x="198" y="0"/>
                  <a:pt x="128" y="0"/>
                </a:cubicBezTo>
                <a:cubicBezTo>
                  <a:pt x="57" y="0"/>
                  <a:pt x="0" y="38"/>
                  <a:pt x="0" y="84"/>
                </a:cubicBezTo>
                <a:cubicBezTo>
                  <a:pt x="0" y="131"/>
                  <a:pt x="57" y="168"/>
                  <a:pt x="128" y="168"/>
                </a:cubicBezTo>
                <a:close/>
                <a:moveTo>
                  <a:pt x="128" y="8"/>
                </a:moveTo>
                <a:cubicBezTo>
                  <a:pt x="194" y="8"/>
                  <a:pt x="248" y="42"/>
                  <a:pt x="248" y="84"/>
                </a:cubicBezTo>
                <a:cubicBezTo>
                  <a:pt x="248" y="126"/>
                  <a:pt x="194" y="160"/>
                  <a:pt x="128" y="160"/>
                </a:cubicBezTo>
                <a:cubicBezTo>
                  <a:pt x="62" y="160"/>
                  <a:pt x="8" y="126"/>
                  <a:pt x="8" y="84"/>
                </a:cubicBezTo>
                <a:cubicBezTo>
                  <a:pt x="8" y="42"/>
                  <a:pt x="62" y="8"/>
                  <a:pt x="128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1" name="Freeform 580"/>
          <p:cNvSpPr>
            <a:spLocks noEditPoints="1"/>
          </p:cNvSpPr>
          <p:nvPr/>
        </p:nvSpPr>
        <p:spPr bwMode="auto">
          <a:xfrm>
            <a:off x="4422776" y="3631278"/>
            <a:ext cx="301625" cy="266700"/>
          </a:xfrm>
          <a:custGeom>
            <a:avLst/>
            <a:gdLst>
              <a:gd name="T0" fmla="*/ 143 w 190"/>
              <a:gd name="T1" fmla="*/ 168 h 168"/>
              <a:gd name="T2" fmla="*/ 190 w 190"/>
              <a:gd name="T3" fmla="*/ 84 h 168"/>
              <a:gd name="T4" fmla="*/ 143 w 190"/>
              <a:gd name="T5" fmla="*/ 0 h 168"/>
              <a:gd name="T6" fmla="*/ 47 w 190"/>
              <a:gd name="T7" fmla="*/ 0 h 168"/>
              <a:gd name="T8" fmla="*/ 0 w 190"/>
              <a:gd name="T9" fmla="*/ 84 h 168"/>
              <a:gd name="T10" fmla="*/ 47 w 190"/>
              <a:gd name="T11" fmla="*/ 168 h 168"/>
              <a:gd name="T12" fmla="*/ 143 w 190"/>
              <a:gd name="T13" fmla="*/ 168 h 168"/>
              <a:gd name="T14" fmla="*/ 51 w 190"/>
              <a:gd name="T15" fmla="*/ 6 h 168"/>
              <a:gd name="T16" fmla="*/ 139 w 190"/>
              <a:gd name="T17" fmla="*/ 6 h 168"/>
              <a:gd name="T18" fmla="*/ 183 w 190"/>
              <a:gd name="T19" fmla="*/ 84 h 168"/>
              <a:gd name="T20" fmla="*/ 139 w 190"/>
              <a:gd name="T21" fmla="*/ 162 h 168"/>
              <a:gd name="T22" fmla="*/ 51 w 190"/>
              <a:gd name="T23" fmla="*/ 162 h 168"/>
              <a:gd name="T24" fmla="*/ 6 w 190"/>
              <a:gd name="T25" fmla="*/ 84 h 168"/>
              <a:gd name="T26" fmla="*/ 51 w 190"/>
              <a:gd name="T27" fmla="*/ 6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90" h="168">
                <a:moveTo>
                  <a:pt x="143" y="168"/>
                </a:moveTo>
                <a:lnTo>
                  <a:pt x="190" y="84"/>
                </a:lnTo>
                <a:lnTo>
                  <a:pt x="143" y="0"/>
                </a:lnTo>
                <a:lnTo>
                  <a:pt x="47" y="0"/>
                </a:lnTo>
                <a:lnTo>
                  <a:pt x="0" y="84"/>
                </a:lnTo>
                <a:lnTo>
                  <a:pt x="47" y="168"/>
                </a:lnTo>
                <a:lnTo>
                  <a:pt x="143" y="168"/>
                </a:lnTo>
                <a:close/>
                <a:moveTo>
                  <a:pt x="51" y="6"/>
                </a:moveTo>
                <a:lnTo>
                  <a:pt x="139" y="6"/>
                </a:lnTo>
                <a:lnTo>
                  <a:pt x="183" y="84"/>
                </a:lnTo>
                <a:lnTo>
                  <a:pt x="139" y="162"/>
                </a:lnTo>
                <a:lnTo>
                  <a:pt x="51" y="162"/>
                </a:lnTo>
                <a:lnTo>
                  <a:pt x="6" y="84"/>
                </a:lnTo>
                <a:lnTo>
                  <a:pt x="51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2" name="Freeform 581"/>
          <p:cNvSpPr>
            <a:spLocks noEditPoints="1"/>
          </p:cNvSpPr>
          <p:nvPr/>
        </p:nvSpPr>
        <p:spPr bwMode="auto">
          <a:xfrm>
            <a:off x="4814888" y="3664615"/>
            <a:ext cx="304800" cy="200025"/>
          </a:xfrm>
          <a:custGeom>
            <a:avLst/>
            <a:gdLst>
              <a:gd name="T0" fmla="*/ 192 w 192"/>
              <a:gd name="T1" fmla="*/ 0 h 126"/>
              <a:gd name="T2" fmla="*/ 0 w 192"/>
              <a:gd name="T3" fmla="*/ 0 h 126"/>
              <a:gd name="T4" fmla="*/ 0 w 192"/>
              <a:gd name="T5" fmla="*/ 126 h 126"/>
              <a:gd name="T6" fmla="*/ 192 w 192"/>
              <a:gd name="T7" fmla="*/ 126 h 126"/>
              <a:gd name="T8" fmla="*/ 192 w 192"/>
              <a:gd name="T9" fmla="*/ 0 h 126"/>
              <a:gd name="T10" fmla="*/ 186 w 192"/>
              <a:gd name="T11" fmla="*/ 120 h 126"/>
              <a:gd name="T12" fmla="*/ 6 w 192"/>
              <a:gd name="T13" fmla="*/ 120 h 126"/>
              <a:gd name="T14" fmla="*/ 6 w 192"/>
              <a:gd name="T15" fmla="*/ 6 h 126"/>
              <a:gd name="T16" fmla="*/ 186 w 192"/>
              <a:gd name="T17" fmla="*/ 6 h 126"/>
              <a:gd name="T18" fmla="*/ 186 w 192"/>
              <a:gd name="T19" fmla="*/ 12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2" h="126">
                <a:moveTo>
                  <a:pt x="192" y="0"/>
                </a:moveTo>
                <a:lnTo>
                  <a:pt x="0" y="0"/>
                </a:lnTo>
                <a:lnTo>
                  <a:pt x="0" y="126"/>
                </a:lnTo>
                <a:lnTo>
                  <a:pt x="192" y="126"/>
                </a:lnTo>
                <a:lnTo>
                  <a:pt x="192" y="0"/>
                </a:lnTo>
                <a:close/>
                <a:moveTo>
                  <a:pt x="186" y="120"/>
                </a:moveTo>
                <a:lnTo>
                  <a:pt x="6" y="120"/>
                </a:lnTo>
                <a:lnTo>
                  <a:pt x="6" y="6"/>
                </a:lnTo>
                <a:lnTo>
                  <a:pt x="186" y="6"/>
                </a:lnTo>
                <a:lnTo>
                  <a:pt x="186" y="1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3" name="Freeform 582"/>
          <p:cNvSpPr>
            <a:spLocks noEditPoints="1"/>
          </p:cNvSpPr>
          <p:nvPr/>
        </p:nvSpPr>
        <p:spPr bwMode="auto">
          <a:xfrm>
            <a:off x="5210176" y="3664615"/>
            <a:ext cx="303213" cy="200025"/>
          </a:xfrm>
          <a:custGeom>
            <a:avLst/>
            <a:gdLst>
              <a:gd name="T0" fmla="*/ 204 w 256"/>
              <a:gd name="T1" fmla="*/ 0 h 168"/>
              <a:gd name="T2" fmla="*/ 52 w 256"/>
              <a:gd name="T3" fmla="*/ 0 h 168"/>
              <a:gd name="T4" fmla="*/ 0 w 256"/>
              <a:gd name="T5" fmla="*/ 52 h 168"/>
              <a:gd name="T6" fmla="*/ 0 w 256"/>
              <a:gd name="T7" fmla="*/ 116 h 168"/>
              <a:gd name="T8" fmla="*/ 52 w 256"/>
              <a:gd name="T9" fmla="*/ 168 h 168"/>
              <a:gd name="T10" fmla="*/ 204 w 256"/>
              <a:gd name="T11" fmla="*/ 168 h 168"/>
              <a:gd name="T12" fmla="*/ 256 w 256"/>
              <a:gd name="T13" fmla="*/ 116 h 168"/>
              <a:gd name="T14" fmla="*/ 256 w 256"/>
              <a:gd name="T15" fmla="*/ 52 h 168"/>
              <a:gd name="T16" fmla="*/ 204 w 256"/>
              <a:gd name="T17" fmla="*/ 0 h 168"/>
              <a:gd name="T18" fmla="*/ 248 w 256"/>
              <a:gd name="T19" fmla="*/ 116 h 168"/>
              <a:gd name="T20" fmla="*/ 204 w 256"/>
              <a:gd name="T21" fmla="*/ 160 h 168"/>
              <a:gd name="T22" fmla="*/ 52 w 256"/>
              <a:gd name="T23" fmla="*/ 160 h 168"/>
              <a:gd name="T24" fmla="*/ 8 w 256"/>
              <a:gd name="T25" fmla="*/ 116 h 168"/>
              <a:gd name="T26" fmla="*/ 8 w 256"/>
              <a:gd name="T27" fmla="*/ 52 h 168"/>
              <a:gd name="T28" fmla="*/ 52 w 256"/>
              <a:gd name="T29" fmla="*/ 8 h 168"/>
              <a:gd name="T30" fmla="*/ 204 w 256"/>
              <a:gd name="T31" fmla="*/ 8 h 168"/>
              <a:gd name="T32" fmla="*/ 248 w 256"/>
              <a:gd name="T33" fmla="*/ 52 h 168"/>
              <a:gd name="T34" fmla="*/ 248 w 256"/>
              <a:gd name="T35" fmla="*/ 116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6" h="168">
                <a:moveTo>
                  <a:pt x="204" y="0"/>
                </a:moveTo>
                <a:cubicBezTo>
                  <a:pt x="52" y="0"/>
                  <a:pt x="52" y="0"/>
                  <a:pt x="52" y="0"/>
                </a:cubicBezTo>
                <a:cubicBezTo>
                  <a:pt x="24" y="0"/>
                  <a:pt x="0" y="24"/>
                  <a:pt x="0" y="52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45"/>
                  <a:pt x="24" y="168"/>
                  <a:pt x="52" y="168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33" y="168"/>
                  <a:pt x="256" y="145"/>
                  <a:pt x="256" y="116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24"/>
                  <a:pt x="233" y="0"/>
                  <a:pt x="204" y="0"/>
                </a:cubicBezTo>
                <a:close/>
                <a:moveTo>
                  <a:pt x="248" y="116"/>
                </a:moveTo>
                <a:cubicBezTo>
                  <a:pt x="248" y="141"/>
                  <a:pt x="228" y="160"/>
                  <a:pt x="204" y="160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28" y="160"/>
                  <a:pt x="8" y="141"/>
                  <a:pt x="8" y="116"/>
                </a:cubicBezTo>
                <a:cubicBezTo>
                  <a:pt x="8" y="52"/>
                  <a:pt x="8" y="52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204" y="8"/>
                  <a:pt x="204" y="8"/>
                  <a:pt x="204" y="8"/>
                </a:cubicBezTo>
                <a:cubicBezTo>
                  <a:pt x="228" y="8"/>
                  <a:pt x="248" y="28"/>
                  <a:pt x="248" y="52"/>
                </a:cubicBezTo>
                <a:lnTo>
                  <a:pt x="248" y="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6" name="Группа 635"/>
          <p:cNvGrpSpPr/>
          <p:nvPr/>
        </p:nvGrpSpPr>
        <p:grpSpPr>
          <a:xfrm>
            <a:off x="5605463" y="3626515"/>
            <a:ext cx="301625" cy="276225"/>
            <a:chOff x="5605463" y="3626515"/>
            <a:chExt cx="301625" cy="276225"/>
          </a:xfrm>
        </p:grpSpPr>
        <p:sp>
          <p:nvSpPr>
            <p:cNvPr id="574" name="Freeform 583"/>
            <p:cNvSpPr>
              <a:spLocks noEditPoints="1"/>
            </p:cNvSpPr>
            <p:nvPr/>
          </p:nvSpPr>
          <p:spPr bwMode="auto">
            <a:xfrm>
              <a:off x="5605463" y="3721765"/>
              <a:ext cx="212725" cy="180975"/>
            </a:xfrm>
            <a:custGeom>
              <a:avLst/>
              <a:gdLst>
                <a:gd name="T0" fmla="*/ 4 w 134"/>
                <a:gd name="T1" fmla="*/ 114 h 114"/>
                <a:gd name="T2" fmla="*/ 108 w 134"/>
                <a:gd name="T3" fmla="*/ 72 h 114"/>
                <a:gd name="T4" fmla="*/ 110 w 134"/>
                <a:gd name="T5" fmla="*/ 70 h 114"/>
                <a:gd name="T6" fmla="*/ 134 w 134"/>
                <a:gd name="T7" fmla="*/ 25 h 114"/>
                <a:gd name="T8" fmla="*/ 133 w 134"/>
                <a:gd name="T9" fmla="*/ 22 h 114"/>
                <a:gd name="T10" fmla="*/ 112 w 134"/>
                <a:gd name="T11" fmla="*/ 0 h 114"/>
                <a:gd name="T12" fmla="*/ 108 w 134"/>
                <a:gd name="T13" fmla="*/ 0 h 114"/>
                <a:gd name="T14" fmla="*/ 0 w 134"/>
                <a:gd name="T15" fmla="*/ 109 h 114"/>
                <a:gd name="T16" fmla="*/ 4 w 134"/>
                <a:gd name="T17" fmla="*/ 114 h 114"/>
                <a:gd name="T18" fmla="*/ 110 w 134"/>
                <a:gd name="T19" fmla="*/ 7 h 114"/>
                <a:gd name="T20" fmla="*/ 127 w 134"/>
                <a:gd name="T21" fmla="*/ 25 h 114"/>
                <a:gd name="T22" fmla="*/ 105 w 134"/>
                <a:gd name="T23" fmla="*/ 67 h 114"/>
                <a:gd name="T24" fmla="*/ 15 w 134"/>
                <a:gd name="T25" fmla="*/ 103 h 114"/>
                <a:gd name="T26" fmla="*/ 110 w 134"/>
                <a:gd name="T27" fmla="*/ 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14">
                  <a:moveTo>
                    <a:pt x="4" y="114"/>
                  </a:moveTo>
                  <a:lnTo>
                    <a:pt x="108" y="72"/>
                  </a:lnTo>
                  <a:lnTo>
                    <a:pt x="110" y="70"/>
                  </a:lnTo>
                  <a:lnTo>
                    <a:pt x="134" y="25"/>
                  </a:lnTo>
                  <a:lnTo>
                    <a:pt x="133" y="22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0" y="109"/>
                  </a:lnTo>
                  <a:lnTo>
                    <a:pt x="4" y="114"/>
                  </a:lnTo>
                  <a:close/>
                  <a:moveTo>
                    <a:pt x="110" y="7"/>
                  </a:moveTo>
                  <a:lnTo>
                    <a:pt x="127" y="25"/>
                  </a:lnTo>
                  <a:lnTo>
                    <a:pt x="105" y="67"/>
                  </a:lnTo>
                  <a:lnTo>
                    <a:pt x="15" y="103"/>
                  </a:lnTo>
                  <a:lnTo>
                    <a:pt x="11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5" name="Freeform 584"/>
            <p:cNvSpPr>
              <a:spLocks noEditPoints="1"/>
            </p:cNvSpPr>
            <p:nvPr/>
          </p:nvSpPr>
          <p:spPr bwMode="auto">
            <a:xfrm>
              <a:off x="5789613" y="3626515"/>
              <a:ext cx="117475" cy="122238"/>
            </a:xfrm>
            <a:custGeom>
              <a:avLst/>
              <a:gdLst>
                <a:gd name="T0" fmla="*/ 26 w 74"/>
                <a:gd name="T1" fmla="*/ 77 h 77"/>
                <a:gd name="T2" fmla="*/ 74 w 74"/>
                <a:gd name="T3" fmla="*/ 23 h 77"/>
                <a:gd name="T4" fmla="*/ 74 w 74"/>
                <a:gd name="T5" fmla="*/ 19 h 77"/>
                <a:gd name="T6" fmla="*/ 56 w 74"/>
                <a:gd name="T7" fmla="*/ 0 h 77"/>
                <a:gd name="T8" fmla="*/ 52 w 74"/>
                <a:gd name="T9" fmla="*/ 0 h 77"/>
                <a:gd name="T10" fmla="*/ 0 w 74"/>
                <a:gd name="T11" fmla="*/ 53 h 77"/>
                <a:gd name="T12" fmla="*/ 0 w 74"/>
                <a:gd name="T13" fmla="*/ 56 h 77"/>
                <a:gd name="T14" fmla="*/ 22 w 74"/>
                <a:gd name="T15" fmla="*/ 77 h 77"/>
                <a:gd name="T16" fmla="*/ 26 w 74"/>
                <a:gd name="T17" fmla="*/ 77 h 77"/>
                <a:gd name="T18" fmla="*/ 54 w 74"/>
                <a:gd name="T19" fmla="*/ 8 h 77"/>
                <a:gd name="T20" fmla="*/ 68 w 74"/>
                <a:gd name="T21" fmla="*/ 22 h 77"/>
                <a:gd name="T22" fmla="*/ 24 w 74"/>
                <a:gd name="T23" fmla="*/ 71 h 77"/>
                <a:gd name="T24" fmla="*/ 7 w 74"/>
                <a:gd name="T25" fmla="*/ 54 h 77"/>
                <a:gd name="T26" fmla="*/ 54 w 74"/>
                <a:gd name="T27" fmla="*/ 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" h="77">
                  <a:moveTo>
                    <a:pt x="26" y="77"/>
                  </a:moveTo>
                  <a:lnTo>
                    <a:pt x="74" y="23"/>
                  </a:lnTo>
                  <a:lnTo>
                    <a:pt x="74" y="19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22" y="77"/>
                  </a:lnTo>
                  <a:lnTo>
                    <a:pt x="26" y="77"/>
                  </a:lnTo>
                  <a:close/>
                  <a:moveTo>
                    <a:pt x="54" y="8"/>
                  </a:moveTo>
                  <a:lnTo>
                    <a:pt x="68" y="22"/>
                  </a:lnTo>
                  <a:lnTo>
                    <a:pt x="24" y="71"/>
                  </a:lnTo>
                  <a:lnTo>
                    <a:pt x="7" y="54"/>
                  </a:lnTo>
                  <a:lnTo>
                    <a:pt x="54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76" name="Freeform 585"/>
          <p:cNvSpPr>
            <a:spLocks noEditPoints="1"/>
          </p:cNvSpPr>
          <p:nvPr/>
        </p:nvSpPr>
        <p:spPr bwMode="auto">
          <a:xfrm>
            <a:off x="5999163" y="3669378"/>
            <a:ext cx="303213" cy="190500"/>
          </a:xfrm>
          <a:custGeom>
            <a:avLst/>
            <a:gdLst>
              <a:gd name="T0" fmla="*/ 240 w 256"/>
              <a:gd name="T1" fmla="*/ 40 h 160"/>
              <a:gd name="T2" fmla="*/ 256 w 256"/>
              <a:gd name="T3" fmla="*/ 24 h 160"/>
              <a:gd name="T4" fmla="*/ 240 w 256"/>
              <a:gd name="T5" fmla="*/ 8 h 160"/>
              <a:gd name="T6" fmla="*/ 225 w 256"/>
              <a:gd name="T7" fmla="*/ 20 h 160"/>
              <a:gd name="T8" fmla="*/ 152 w 256"/>
              <a:gd name="T9" fmla="*/ 20 h 160"/>
              <a:gd name="T10" fmla="*/ 152 w 256"/>
              <a:gd name="T11" fmla="*/ 0 h 160"/>
              <a:gd name="T12" fmla="*/ 104 w 256"/>
              <a:gd name="T13" fmla="*/ 0 h 160"/>
              <a:gd name="T14" fmla="*/ 104 w 256"/>
              <a:gd name="T15" fmla="*/ 20 h 160"/>
              <a:gd name="T16" fmla="*/ 32 w 256"/>
              <a:gd name="T17" fmla="*/ 20 h 160"/>
              <a:gd name="T18" fmla="*/ 16 w 256"/>
              <a:gd name="T19" fmla="*/ 8 h 160"/>
              <a:gd name="T20" fmla="*/ 0 w 256"/>
              <a:gd name="T21" fmla="*/ 24 h 160"/>
              <a:gd name="T22" fmla="*/ 16 w 256"/>
              <a:gd name="T23" fmla="*/ 40 h 160"/>
              <a:gd name="T24" fmla="*/ 32 w 256"/>
              <a:gd name="T25" fmla="*/ 28 h 160"/>
              <a:gd name="T26" fmla="*/ 70 w 256"/>
              <a:gd name="T27" fmla="*/ 28 h 160"/>
              <a:gd name="T28" fmla="*/ 21 w 256"/>
              <a:gd name="T29" fmla="*/ 112 h 160"/>
              <a:gd name="T30" fmla="*/ 0 w 256"/>
              <a:gd name="T31" fmla="*/ 112 h 160"/>
              <a:gd name="T32" fmla="*/ 0 w 256"/>
              <a:gd name="T33" fmla="*/ 160 h 160"/>
              <a:gd name="T34" fmla="*/ 48 w 256"/>
              <a:gd name="T35" fmla="*/ 160 h 160"/>
              <a:gd name="T36" fmla="*/ 48 w 256"/>
              <a:gd name="T37" fmla="*/ 112 h 160"/>
              <a:gd name="T38" fmla="*/ 29 w 256"/>
              <a:gd name="T39" fmla="*/ 112 h 160"/>
              <a:gd name="T40" fmla="*/ 39 w 256"/>
              <a:gd name="T41" fmla="*/ 72 h 160"/>
              <a:gd name="T42" fmla="*/ 104 w 256"/>
              <a:gd name="T43" fmla="*/ 28 h 160"/>
              <a:gd name="T44" fmla="*/ 104 w 256"/>
              <a:gd name="T45" fmla="*/ 48 h 160"/>
              <a:gd name="T46" fmla="*/ 152 w 256"/>
              <a:gd name="T47" fmla="*/ 48 h 160"/>
              <a:gd name="T48" fmla="*/ 152 w 256"/>
              <a:gd name="T49" fmla="*/ 28 h 160"/>
              <a:gd name="T50" fmla="*/ 218 w 256"/>
              <a:gd name="T51" fmla="*/ 72 h 160"/>
              <a:gd name="T52" fmla="*/ 228 w 256"/>
              <a:gd name="T53" fmla="*/ 112 h 160"/>
              <a:gd name="T54" fmla="*/ 208 w 256"/>
              <a:gd name="T55" fmla="*/ 112 h 160"/>
              <a:gd name="T56" fmla="*/ 208 w 256"/>
              <a:gd name="T57" fmla="*/ 160 h 160"/>
              <a:gd name="T58" fmla="*/ 256 w 256"/>
              <a:gd name="T59" fmla="*/ 160 h 160"/>
              <a:gd name="T60" fmla="*/ 256 w 256"/>
              <a:gd name="T61" fmla="*/ 112 h 160"/>
              <a:gd name="T62" fmla="*/ 236 w 256"/>
              <a:gd name="T63" fmla="*/ 112 h 160"/>
              <a:gd name="T64" fmla="*/ 187 w 256"/>
              <a:gd name="T65" fmla="*/ 28 h 160"/>
              <a:gd name="T66" fmla="*/ 225 w 256"/>
              <a:gd name="T67" fmla="*/ 28 h 160"/>
              <a:gd name="T68" fmla="*/ 240 w 256"/>
              <a:gd name="T69" fmla="*/ 40 h 160"/>
              <a:gd name="T70" fmla="*/ 240 w 256"/>
              <a:gd name="T71" fmla="*/ 16 h 160"/>
              <a:gd name="T72" fmla="*/ 248 w 256"/>
              <a:gd name="T73" fmla="*/ 24 h 160"/>
              <a:gd name="T74" fmla="*/ 240 w 256"/>
              <a:gd name="T75" fmla="*/ 32 h 160"/>
              <a:gd name="T76" fmla="*/ 232 w 256"/>
              <a:gd name="T77" fmla="*/ 24 h 160"/>
              <a:gd name="T78" fmla="*/ 240 w 256"/>
              <a:gd name="T79" fmla="*/ 16 h 160"/>
              <a:gd name="T80" fmla="*/ 16 w 256"/>
              <a:gd name="T81" fmla="*/ 32 h 160"/>
              <a:gd name="T82" fmla="*/ 8 w 256"/>
              <a:gd name="T83" fmla="*/ 24 h 160"/>
              <a:gd name="T84" fmla="*/ 16 w 256"/>
              <a:gd name="T85" fmla="*/ 16 h 160"/>
              <a:gd name="T86" fmla="*/ 24 w 256"/>
              <a:gd name="T87" fmla="*/ 24 h 160"/>
              <a:gd name="T88" fmla="*/ 16 w 256"/>
              <a:gd name="T89" fmla="*/ 32 h 160"/>
              <a:gd name="T90" fmla="*/ 40 w 256"/>
              <a:gd name="T91" fmla="*/ 152 h 160"/>
              <a:gd name="T92" fmla="*/ 8 w 256"/>
              <a:gd name="T93" fmla="*/ 152 h 160"/>
              <a:gd name="T94" fmla="*/ 8 w 256"/>
              <a:gd name="T95" fmla="*/ 120 h 160"/>
              <a:gd name="T96" fmla="*/ 40 w 256"/>
              <a:gd name="T97" fmla="*/ 120 h 160"/>
              <a:gd name="T98" fmla="*/ 40 w 256"/>
              <a:gd name="T99" fmla="*/ 152 h 160"/>
              <a:gd name="T100" fmla="*/ 144 w 256"/>
              <a:gd name="T101" fmla="*/ 40 h 160"/>
              <a:gd name="T102" fmla="*/ 112 w 256"/>
              <a:gd name="T103" fmla="*/ 40 h 160"/>
              <a:gd name="T104" fmla="*/ 112 w 256"/>
              <a:gd name="T105" fmla="*/ 8 h 160"/>
              <a:gd name="T106" fmla="*/ 144 w 256"/>
              <a:gd name="T107" fmla="*/ 8 h 160"/>
              <a:gd name="T108" fmla="*/ 144 w 256"/>
              <a:gd name="T109" fmla="*/ 40 h 160"/>
              <a:gd name="T110" fmla="*/ 248 w 256"/>
              <a:gd name="T111" fmla="*/ 152 h 160"/>
              <a:gd name="T112" fmla="*/ 216 w 256"/>
              <a:gd name="T113" fmla="*/ 152 h 160"/>
              <a:gd name="T114" fmla="*/ 216 w 256"/>
              <a:gd name="T115" fmla="*/ 120 h 160"/>
              <a:gd name="T116" fmla="*/ 248 w 256"/>
              <a:gd name="T117" fmla="*/ 120 h 160"/>
              <a:gd name="T118" fmla="*/ 248 w 256"/>
              <a:gd name="T119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6" h="160">
                <a:moveTo>
                  <a:pt x="240" y="40"/>
                </a:moveTo>
                <a:cubicBezTo>
                  <a:pt x="249" y="40"/>
                  <a:pt x="256" y="33"/>
                  <a:pt x="256" y="24"/>
                </a:cubicBezTo>
                <a:cubicBezTo>
                  <a:pt x="256" y="15"/>
                  <a:pt x="249" y="8"/>
                  <a:pt x="240" y="8"/>
                </a:cubicBezTo>
                <a:cubicBezTo>
                  <a:pt x="233" y="8"/>
                  <a:pt x="227" y="13"/>
                  <a:pt x="225" y="20"/>
                </a:cubicBezTo>
                <a:cubicBezTo>
                  <a:pt x="152" y="20"/>
                  <a:pt x="152" y="20"/>
                  <a:pt x="152" y="20"/>
                </a:cubicBezTo>
                <a:cubicBezTo>
                  <a:pt x="152" y="0"/>
                  <a:pt x="152" y="0"/>
                  <a:pt x="152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32" y="20"/>
                  <a:pt x="32" y="20"/>
                  <a:pt x="32" y="20"/>
                </a:cubicBezTo>
                <a:cubicBezTo>
                  <a:pt x="30" y="13"/>
                  <a:pt x="24" y="8"/>
                  <a:pt x="16" y="8"/>
                </a:cubicBezTo>
                <a:cubicBezTo>
                  <a:pt x="8" y="8"/>
                  <a:pt x="0" y="15"/>
                  <a:pt x="0" y="24"/>
                </a:cubicBezTo>
                <a:cubicBezTo>
                  <a:pt x="0" y="33"/>
                  <a:pt x="8" y="40"/>
                  <a:pt x="16" y="40"/>
                </a:cubicBezTo>
                <a:cubicBezTo>
                  <a:pt x="24" y="40"/>
                  <a:pt x="30" y="35"/>
                  <a:pt x="32" y="28"/>
                </a:cubicBezTo>
                <a:cubicBezTo>
                  <a:pt x="70" y="28"/>
                  <a:pt x="70" y="28"/>
                  <a:pt x="70" y="28"/>
                </a:cubicBezTo>
                <a:cubicBezTo>
                  <a:pt x="28" y="48"/>
                  <a:pt x="22" y="98"/>
                  <a:pt x="21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60"/>
                  <a:pt x="0" y="160"/>
                  <a:pt x="0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05"/>
                  <a:pt x="31" y="88"/>
                  <a:pt x="39" y="72"/>
                </a:cubicBezTo>
                <a:cubicBezTo>
                  <a:pt x="51" y="44"/>
                  <a:pt x="73" y="30"/>
                  <a:pt x="104" y="28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8"/>
                  <a:pt x="152" y="28"/>
                  <a:pt x="152" y="28"/>
                </a:cubicBezTo>
                <a:cubicBezTo>
                  <a:pt x="183" y="30"/>
                  <a:pt x="205" y="44"/>
                  <a:pt x="218" y="72"/>
                </a:cubicBezTo>
                <a:cubicBezTo>
                  <a:pt x="226" y="88"/>
                  <a:pt x="228" y="105"/>
                  <a:pt x="228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56" y="160"/>
                  <a:pt x="256" y="160"/>
                  <a:pt x="256" y="160"/>
                </a:cubicBezTo>
                <a:cubicBezTo>
                  <a:pt x="256" y="112"/>
                  <a:pt x="256" y="112"/>
                  <a:pt x="256" y="112"/>
                </a:cubicBezTo>
                <a:cubicBezTo>
                  <a:pt x="236" y="112"/>
                  <a:pt x="236" y="112"/>
                  <a:pt x="236" y="112"/>
                </a:cubicBezTo>
                <a:cubicBezTo>
                  <a:pt x="235" y="98"/>
                  <a:pt x="229" y="48"/>
                  <a:pt x="187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7" y="35"/>
                  <a:pt x="233" y="40"/>
                  <a:pt x="240" y="40"/>
                </a:cubicBezTo>
                <a:close/>
                <a:moveTo>
                  <a:pt x="240" y="16"/>
                </a:moveTo>
                <a:cubicBezTo>
                  <a:pt x="245" y="16"/>
                  <a:pt x="248" y="20"/>
                  <a:pt x="248" y="24"/>
                </a:cubicBezTo>
                <a:cubicBezTo>
                  <a:pt x="248" y="29"/>
                  <a:pt x="245" y="32"/>
                  <a:pt x="240" y="32"/>
                </a:cubicBezTo>
                <a:cubicBezTo>
                  <a:pt x="236" y="32"/>
                  <a:pt x="232" y="29"/>
                  <a:pt x="232" y="24"/>
                </a:cubicBezTo>
                <a:cubicBezTo>
                  <a:pt x="232" y="20"/>
                  <a:pt x="236" y="16"/>
                  <a:pt x="240" y="16"/>
                </a:cubicBezTo>
                <a:close/>
                <a:moveTo>
                  <a:pt x="16" y="32"/>
                </a:moveTo>
                <a:cubicBezTo>
                  <a:pt x="12" y="32"/>
                  <a:pt x="8" y="29"/>
                  <a:pt x="8" y="24"/>
                </a:cubicBezTo>
                <a:cubicBezTo>
                  <a:pt x="8" y="20"/>
                  <a:pt x="12" y="16"/>
                  <a:pt x="16" y="16"/>
                </a:cubicBezTo>
                <a:cubicBezTo>
                  <a:pt x="21" y="16"/>
                  <a:pt x="24" y="20"/>
                  <a:pt x="24" y="24"/>
                </a:cubicBezTo>
                <a:cubicBezTo>
                  <a:pt x="24" y="29"/>
                  <a:pt x="21" y="32"/>
                  <a:pt x="16" y="32"/>
                </a:cubicBezTo>
                <a:close/>
                <a:moveTo>
                  <a:pt x="40" y="152"/>
                </a:moveTo>
                <a:cubicBezTo>
                  <a:pt x="8" y="152"/>
                  <a:pt x="8" y="152"/>
                  <a:pt x="8" y="152"/>
                </a:cubicBezTo>
                <a:cubicBezTo>
                  <a:pt x="8" y="120"/>
                  <a:pt x="8" y="120"/>
                  <a:pt x="8" y="120"/>
                </a:cubicBezTo>
                <a:cubicBezTo>
                  <a:pt x="40" y="120"/>
                  <a:pt x="40" y="120"/>
                  <a:pt x="40" y="120"/>
                </a:cubicBezTo>
                <a:lnTo>
                  <a:pt x="40" y="152"/>
                </a:lnTo>
                <a:close/>
                <a:moveTo>
                  <a:pt x="144" y="40"/>
                </a:moveTo>
                <a:cubicBezTo>
                  <a:pt x="112" y="40"/>
                  <a:pt x="112" y="40"/>
                  <a:pt x="112" y="40"/>
                </a:cubicBezTo>
                <a:cubicBezTo>
                  <a:pt x="112" y="8"/>
                  <a:pt x="112" y="8"/>
                  <a:pt x="112" y="8"/>
                </a:cubicBezTo>
                <a:cubicBezTo>
                  <a:pt x="144" y="8"/>
                  <a:pt x="144" y="8"/>
                  <a:pt x="144" y="8"/>
                </a:cubicBezTo>
                <a:lnTo>
                  <a:pt x="144" y="40"/>
                </a:lnTo>
                <a:close/>
                <a:moveTo>
                  <a:pt x="248" y="152"/>
                </a:moveTo>
                <a:cubicBezTo>
                  <a:pt x="216" y="152"/>
                  <a:pt x="216" y="152"/>
                  <a:pt x="216" y="152"/>
                </a:cubicBezTo>
                <a:cubicBezTo>
                  <a:pt x="216" y="120"/>
                  <a:pt x="216" y="120"/>
                  <a:pt x="216" y="120"/>
                </a:cubicBezTo>
                <a:cubicBezTo>
                  <a:pt x="248" y="120"/>
                  <a:pt x="248" y="120"/>
                  <a:pt x="248" y="120"/>
                </a:cubicBezTo>
                <a:lnTo>
                  <a:pt x="248" y="1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7" name="Freeform 586"/>
          <p:cNvSpPr>
            <a:spLocks noEditPoints="1"/>
          </p:cNvSpPr>
          <p:nvPr/>
        </p:nvSpPr>
        <p:spPr bwMode="auto">
          <a:xfrm>
            <a:off x="6394451" y="3612228"/>
            <a:ext cx="303213" cy="304800"/>
          </a:xfrm>
          <a:custGeom>
            <a:avLst/>
            <a:gdLst>
              <a:gd name="T0" fmla="*/ 155 w 191"/>
              <a:gd name="T1" fmla="*/ 15 h 192"/>
              <a:gd name="T2" fmla="*/ 36 w 191"/>
              <a:gd name="T3" fmla="*/ 15 h 192"/>
              <a:gd name="T4" fmla="*/ 36 w 191"/>
              <a:gd name="T5" fmla="*/ 0 h 192"/>
              <a:gd name="T6" fmla="*/ 0 w 191"/>
              <a:gd name="T7" fmla="*/ 0 h 192"/>
              <a:gd name="T8" fmla="*/ 0 w 191"/>
              <a:gd name="T9" fmla="*/ 36 h 192"/>
              <a:gd name="T10" fmla="*/ 15 w 191"/>
              <a:gd name="T11" fmla="*/ 36 h 192"/>
              <a:gd name="T12" fmla="*/ 15 w 191"/>
              <a:gd name="T13" fmla="*/ 156 h 192"/>
              <a:gd name="T14" fmla="*/ 0 w 191"/>
              <a:gd name="T15" fmla="*/ 156 h 192"/>
              <a:gd name="T16" fmla="*/ 0 w 191"/>
              <a:gd name="T17" fmla="*/ 192 h 192"/>
              <a:gd name="T18" fmla="*/ 36 w 191"/>
              <a:gd name="T19" fmla="*/ 192 h 192"/>
              <a:gd name="T20" fmla="*/ 36 w 191"/>
              <a:gd name="T21" fmla="*/ 177 h 192"/>
              <a:gd name="T22" fmla="*/ 155 w 191"/>
              <a:gd name="T23" fmla="*/ 177 h 192"/>
              <a:gd name="T24" fmla="*/ 155 w 191"/>
              <a:gd name="T25" fmla="*/ 192 h 192"/>
              <a:gd name="T26" fmla="*/ 191 w 191"/>
              <a:gd name="T27" fmla="*/ 192 h 192"/>
              <a:gd name="T28" fmla="*/ 191 w 191"/>
              <a:gd name="T29" fmla="*/ 156 h 192"/>
              <a:gd name="T30" fmla="*/ 176 w 191"/>
              <a:gd name="T31" fmla="*/ 156 h 192"/>
              <a:gd name="T32" fmla="*/ 176 w 191"/>
              <a:gd name="T33" fmla="*/ 36 h 192"/>
              <a:gd name="T34" fmla="*/ 191 w 191"/>
              <a:gd name="T35" fmla="*/ 36 h 192"/>
              <a:gd name="T36" fmla="*/ 191 w 191"/>
              <a:gd name="T37" fmla="*/ 0 h 192"/>
              <a:gd name="T38" fmla="*/ 155 w 191"/>
              <a:gd name="T39" fmla="*/ 0 h 192"/>
              <a:gd name="T40" fmla="*/ 155 w 191"/>
              <a:gd name="T41" fmla="*/ 15 h 192"/>
              <a:gd name="T42" fmla="*/ 6 w 191"/>
              <a:gd name="T43" fmla="*/ 6 h 192"/>
              <a:gd name="T44" fmla="*/ 30 w 191"/>
              <a:gd name="T45" fmla="*/ 6 h 192"/>
              <a:gd name="T46" fmla="*/ 30 w 191"/>
              <a:gd name="T47" fmla="*/ 30 h 192"/>
              <a:gd name="T48" fmla="*/ 6 w 191"/>
              <a:gd name="T49" fmla="*/ 30 h 192"/>
              <a:gd name="T50" fmla="*/ 6 w 191"/>
              <a:gd name="T51" fmla="*/ 6 h 192"/>
              <a:gd name="T52" fmla="*/ 30 w 191"/>
              <a:gd name="T53" fmla="*/ 186 h 192"/>
              <a:gd name="T54" fmla="*/ 6 w 191"/>
              <a:gd name="T55" fmla="*/ 186 h 192"/>
              <a:gd name="T56" fmla="*/ 6 w 191"/>
              <a:gd name="T57" fmla="*/ 162 h 192"/>
              <a:gd name="T58" fmla="*/ 30 w 191"/>
              <a:gd name="T59" fmla="*/ 162 h 192"/>
              <a:gd name="T60" fmla="*/ 30 w 191"/>
              <a:gd name="T61" fmla="*/ 186 h 192"/>
              <a:gd name="T62" fmla="*/ 185 w 191"/>
              <a:gd name="T63" fmla="*/ 186 h 192"/>
              <a:gd name="T64" fmla="*/ 161 w 191"/>
              <a:gd name="T65" fmla="*/ 186 h 192"/>
              <a:gd name="T66" fmla="*/ 161 w 191"/>
              <a:gd name="T67" fmla="*/ 162 h 192"/>
              <a:gd name="T68" fmla="*/ 185 w 191"/>
              <a:gd name="T69" fmla="*/ 162 h 192"/>
              <a:gd name="T70" fmla="*/ 185 w 191"/>
              <a:gd name="T71" fmla="*/ 186 h 192"/>
              <a:gd name="T72" fmla="*/ 170 w 191"/>
              <a:gd name="T73" fmla="*/ 156 h 192"/>
              <a:gd name="T74" fmla="*/ 155 w 191"/>
              <a:gd name="T75" fmla="*/ 156 h 192"/>
              <a:gd name="T76" fmla="*/ 155 w 191"/>
              <a:gd name="T77" fmla="*/ 171 h 192"/>
              <a:gd name="T78" fmla="*/ 36 w 191"/>
              <a:gd name="T79" fmla="*/ 171 h 192"/>
              <a:gd name="T80" fmla="*/ 36 w 191"/>
              <a:gd name="T81" fmla="*/ 156 h 192"/>
              <a:gd name="T82" fmla="*/ 21 w 191"/>
              <a:gd name="T83" fmla="*/ 156 h 192"/>
              <a:gd name="T84" fmla="*/ 21 w 191"/>
              <a:gd name="T85" fmla="*/ 36 h 192"/>
              <a:gd name="T86" fmla="*/ 36 w 191"/>
              <a:gd name="T87" fmla="*/ 36 h 192"/>
              <a:gd name="T88" fmla="*/ 36 w 191"/>
              <a:gd name="T89" fmla="*/ 21 h 192"/>
              <a:gd name="T90" fmla="*/ 155 w 191"/>
              <a:gd name="T91" fmla="*/ 21 h 192"/>
              <a:gd name="T92" fmla="*/ 155 w 191"/>
              <a:gd name="T93" fmla="*/ 36 h 192"/>
              <a:gd name="T94" fmla="*/ 170 w 191"/>
              <a:gd name="T95" fmla="*/ 36 h 192"/>
              <a:gd name="T96" fmla="*/ 170 w 191"/>
              <a:gd name="T97" fmla="*/ 156 h 192"/>
              <a:gd name="T98" fmla="*/ 161 w 191"/>
              <a:gd name="T99" fmla="*/ 6 h 192"/>
              <a:gd name="T100" fmla="*/ 185 w 191"/>
              <a:gd name="T101" fmla="*/ 6 h 192"/>
              <a:gd name="T102" fmla="*/ 185 w 191"/>
              <a:gd name="T103" fmla="*/ 30 h 192"/>
              <a:gd name="T104" fmla="*/ 161 w 191"/>
              <a:gd name="T105" fmla="*/ 30 h 192"/>
              <a:gd name="T106" fmla="*/ 161 w 191"/>
              <a:gd name="T107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91" h="192">
                <a:moveTo>
                  <a:pt x="155" y="15"/>
                </a:moveTo>
                <a:lnTo>
                  <a:pt x="36" y="15"/>
                </a:lnTo>
                <a:lnTo>
                  <a:pt x="36" y="0"/>
                </a:lnTo>
                <a:lnTo>
                  <a:pt x="0" y="0"/>
                </a:lnTo>
                <a:lnTo>
                  <a:pt x="0" y="36"/>
                </a:lnTo>
                <a:lnTo>
                  <a:pt x="15" y="36"/>
                </a:lnTo>
                <a:lnTo>
                  <a:pt x="15" y="156"/>
                </a:lnTo>
                <a:lnTo>
                  <a:pt x="0" y="156"/>
                </a:lnTo>
                <a:lnTo>
                  <a:pt x="0" y="192"/>
                </a:lnTo>
                <a:lnTo>
                  <a:pt x="36" y="192"/>
                </a:lnTo>
                <a:lnTo>
                  <a:pt x="36" y="177"/>
                </a:lnTo>
                <a:lnTo>
                  <a:pt x="155" y="177"/>
                </a:lnTo>
                <a:lnTo>
                  <a:pt x="155" y="192"/>
                </a:lnTo>
                <a:lnTo>
                  <a:pt x="191" y="192"/>
                </a:lnTo>
                <a:lnTo>
                  <a:pt x="191" y="156"/>
                </a:lnTo>
                <a:lnTo>
                  <a:pt x="176" y="156"/>
                </a:lnTo>
                <a:lnTo>
                  <a:pt x="176" y="36"/>
                </a:lnTo>
                <a:lnTo>
                  <a:pt x="191" y="36"/>
                </a:lnTo>
                <a:lnTo>
                  <a:pt x="191" y="0"/>
                </a:lnTo>
                <a:lnTo>
                  <a:pt x="155" y="0"/>
                </a:lnTo>
                <a:lnTo>
                  <a:pt x="155" y="15"/>
                </a:lnTo>
                <a:close/>
                <a:moveTo>
                  <a:pt x="6" y="6"/>
                </a:moveTo>
                <a:lnTo>
                  <a:pt x="30" y="6"/>
                </a:lnTo>
                <a:lnTo>
                  <a:pt x="30" y="30"/>
                </a:lnTo>
                <a:lnTo>
                  <a:pt x="6" y="30"/>
                </a:lnTo>
                <a:lnTo>
                  <a:pt x="6" y="6"/>
                </a:lnTo>
                <a:close/>
                <a:moveTo>
                  <a:pt x="30" y="186"/>
                </a:moveTo>
                <a:lnTo>
                  <a:pt x="6" y="186"/>
                </a:lnTo>
                <a:lnTo>
                  <a:pt x="6" y="162"/>
                </a:lnTo>
                <a:lnTo>
                  <a:pt x="30" y="162"/>
                </a:lnTo>
                <a:lnTo>
                  <a:pt x="30" y="186"/>
                </a:lnTo>
                <a:close/>
                <a:moveTo>
                  <a:pt x="185" y="186"/>
                </a:moveTo>
                <a:lnTo>
                  <a:pt x="161" y="186"/>
                </a:lnTo>
                <a:lnTo>
                  <a:pt x="161" y="162"/>
                </a:lnTo>
                <a:lnTo>
                  <a:pt x="185" y="162"/>
                </a:lnTo>
                <a:lnTo>
                  <a:pt x="185" y="186"/>
                </a:lnTo>
                <a:close/>
                <a:moveTo>
                  <a:pt x="170" y="156"/>
                </a:moveTo>
                <a:lnTo>
                  <a:pt x="155" y="156"/>
                </a:lnTo>
                <a:lnTo>
                  <a:pt x="155" y="171"/>
                </a:lnTo>
                <a:lnTo>
                  <a:pt x="36" y="171"/>
                </a:lnTo>
                <a:lnTo>
                  <a:pt x="36" y="156"/>
                </a:lnTo>
                <a:lnTo>
                  <a:pt x="21" y="156"/>
                </a:lnTo>
                <a:lnTo>
                  <a:pt x="21" y="36"/>
                </a:lnTo>
                <a:lnTo>
                  <a:pt x="36" y="36"/>
                </a:lnTo>
                <a:lnTo>
                  <a:pt x="36" y="21"/>
                </a:lnTo>
                <a:lnTo>
                  <a:pt x="155" y="21"/>
                </a:lnTo>
                <a:lnTo>
                  <a:pt x="155" y="36"/>
                </a:lnTo>
                <a:lnTo>
                  <a:pt x="170" y="36"/>
                </a:lnTo>
                <a:lnTo>
                  <a:pt x="170" y="156"/>
                </a:lnTo>
                <a:close/>
                <a:moveTo>
                  <a:pt x="161" y="6"/>
                </a:moveTo>
                <a:lnTo>
                  <a:pt x="185" y="6"/>
                </a:lnTo>
                <a:lnTo>
                  <a:pt x="185" y="30"/>
                </a:lnTo>
                <a:lnTo>
                  <a:pt x="161" y="30"/>
                </a:lnTo>
                <a:lnTo>
                  <a:pt x="161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8" name="Freeform 587"/>
          <p:cNvSpPr>
            <a:spLocks noEditPoints="1"/>
          </p:cNvSpPr>
          <p:nvPr/>
        </p:nvSpPr>
        <p:spPr bwMode="auto">
          <a:xfrm>
            <a:off x="6788151" y="3612228"/>
            <a:ext cx="304800" cy="304800"/>
          </a:xfrm>
          <a:custGeom>
            <a:avLst/>
            <a:gdLst>
              <a:gd name="T0" fmla="*/ 36 w 192"/>
              <a:gd name="T1" fmla="*/ 160 h 192"/>
              <a:gd name="T2" fmla="*/ 82 w 192"/>
              <a:gd name="T3" fmla="*/ 114 h 192"/>
              <a:gd name="T4" fmla="*/ 114 w 192"/>
              <a:gd name="T5" fmla="*/ 114 h 192"/>
              <a:gd name="T6" fmla="*/ 114 w 192"/>
              <a:gd name="T7" fmla="*/ 82 h 192"/>
              <a:gd name="T8" fmla="*/ 160 w 192"/>
              <a:gd name="T9" fmla="*/ 36 h 192"/>
              <a:gd name="T10" fmla="*/ 192 w 192"/>
              <a:gd name="T11" fmla="*/ 36 h 192"/>
              <a:gd name="T12" fmla="*/ 192 w 192"/>
              <a:gd name="T13" fmla="*/ 0 h 192"/>
              <a:gd name="T14" fmla="*/ 156 w 192"/>
              <a:gd name="T15" fmla="*/ 0 h 192"/>
              <a:gd name="T16" fmla="*/ 156 w 192"/>
              <a:gd name="T17" fmla="*/ 32 h 192"/>
              <a:gd name="T18" fmla="*/ 109 w 192"/>
              <a:gd name="T19" fmla="*/ 78 h 192"/>
              <a:gd name="T20" fmla="*/ 78 w 192"/>
              <a:gd name="T21" fmla="*/ 78 h 192"/>
              <a:gd name="T22" fmla="*/ 78 w 192"/>
              <a:gd name="T23" fmla="*/ 110 h 192"/>
              <a:gd name="T24" fmla="*/ 32 w 192"/>
              <a:gd name="T25" fmla="*/ 156 h 192"/>
              <a:gd name="T26" fmla="*/ 0 w 192"/>
              <a:gd name="T27" fmla="*/ 156 h 192"/>
              <a:gd name="T28" fmla="*/ 0 w 192"/>
              <a:gd name="T29" fmla="*/ 192 h 192"/>
              <a:gd name="T30" fmla="*/ 36 w 192"/>
              <a:gd name="T31" fmla="*/ 192 h 192"/>
              <a:gd name="T32" fmla="*/ 36 w 192"/>
              <a:gd name="T33" fmla="*/ 160 h 192"/>
              <a:gd name="T34" fmla="*/ 162 w 192"/>
              <a:gd name="T35" fmla="*/ 6 h 192"/>
              <a:gd name="T36" fmla="*/ 186 w 192"/>
              <a:gd name="T37" fmla="*/ 6 h 192"/>
              <a:gd name="T38" fmla="*/ 186 w 192"/>
              <a:gd name="T39" fmla="*/ 30 h 192"/>
              <a:gd name="T40" fmla="*/ 162 w 192"/>
              <a:gd name="T41" fmla="*/ 30 h 192"/>
              <a:gd name="T42" fmla="*/ 162 w 192"/>
              <a:gd name="T43" fmla="*/ 6 h 192"/>
              <a:gd name="T44" fmla="*/ 84 w 192"/>
              <a:gd name="T45" fmla="*/ 84 h 192"/>
              <a:gd name="T46" fmla="*/ 108 w 192"/>
              <a:gd name="T47" fmla="*/ 84 h 192"/>
              <a:gd name="T48" fmla="*/ 108 w 192"/>
              <a:gd name="T49" fmla="*/ 108 h 192"/>
              <a:gd name="T50" fmla="*/ 84 w 192"/>
              <a:gd name="T51" fmla="*/ 108 h 192"/>
              <a:gd name="T52" fmla="*/ 84 w 192"/>
              <a:gd name="T53" fmla="*/ 84 h 192"/>
              <a:gd name="T54" fmla="*/ 30 w 192"/>
              <a:gd name="T55" fmla="*/ 186 h 192"/>
              <a:gd name="T56" fmla="*/ 6 w 192"/>
              <a:gd name="T57" fmla="*/ 186 h 192"/>
              <a:gd name="T58" fmla="*/ 6 w 192"/>
              <a:gd name="T59" fmla="*/ 162 h 192"/>
              <a:gd name="T60" fmla="*/ 30 w 192"/>
              <a:gd name="T61" fmla="*/ 162 h 192"/>
              <a:gd name="T62" fmla="*/ 30 w 192"/>
              <a:gd name="T63" fmla="*/ 18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2" h="192">
                <a:moveTo>
                  <a:pt x="36" y="160"/>
                </a:moveTo>
                <a:lnTo>
                  <a:pt x="82" y="114"/>
                </a:lnTo>
                <a:lnTo>
                  <a:pt x="114" y="114"/>
                </a:lnTo>
                <a:lnTo>
                  <a:pt x="114" y="82"/>
                </a:lnTo>
                <a:lnTo>
                  <a:pt x="160" y="36"/>
                </a:lnTo>
                <a:lnTo>
                  <a:pt x="192" y="36"/>
                </a:lnTo>
                <a:lnTo>
                  <a:pt x="192" y="0"/>
                </a:lnTo>
                <a:lnTo>
                  <a:pt x="156" y="0"/>
                </a:lnTo>
                <a:lnTo>
                  <a:pt x="156" y="32"/>
                </a:lnTo>
                <a:lnTo>
                  <a:pt x="109" y="78"/>
                </a:lnTo>
                <a:lnTo>
                  <a:pt x="78" y="78"/>
                </a:lnTo>
                <a:lnTo>
                  <a:pt x="78" y="110"/>
                </a:lnTo>
                <a:lnTo>
                  <a:pt x="32" y="156"/>
                </a:lnTo>
                <a:lnTo>
                  <a:pt x="0" y="156"/>
                </a:lnTo>
                <a:lnTo>
                  <a:pt x="0" y="192"/>
                </a:lnTo>
                <a:lnTo>
                  <a:pt x="36" y="192"/>
                </a:lnTo>
                <a:lnTo>
                  <a:pt x="36" y="160"/>
                </a:lnTo>
                <a:close/>
                <a:moveTo>
                  <a:pt x="162" y="6"/>
                </a:moveTo>
                <a:lnTo>
                  <a:pt x="186" y="6"/>
                </a:lnTo>
                <a:lnTo>
                  <a:pt x="186" y="30"/>
                </a:lnTo>
                <a:lnTo>
                  <a:pt x="162" y="30"/>
                </a:lnTo>
                <a:lnTo>
                  <a:pt x="162" y="6"/>
                </a:lnTo>
                <a:close/>
                <a:moveTo>
                  <a:pt x="84" y="84"/>
                </a:moveTo>
                <a:lnTo>
                  <a:pt x="108" y="84"/>
                </a:lnTo>
                <a:lnTo>
                  <a:pt x="108" y="108"/>
                </a:lnTo>
                <a:lnTo>
                  <a:pt x="84" y="108"/>
                </a:lnTo>
                <a:lnTo>
                  <a:pt x="84" y="84"/>
                </a:lnTo>
                <a:close/>
                <a:moveTo>
                  <a:pt x="30" y="186"/>
                </a:moveTo>
                <a:lnTo>
                  <a:pt x="6" y="186"/>
                </a:lnTo>
                <a:lnTo>
                  <a:pt x="6" y="162"/>
                </a:lnTo>
                <a:lnTo>
                  <a:pt x="30" y="162"/>
                </a:lnTo>
                <a:lnTo>
                  <a:pt x="30" y="1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9" name="Freeform 588"/>
          <p:cNvSpPr>
            <a:spLocks noEditPoints="1"/>
          </p:cNvSpPr>
          <p:nvPr/>
        </p:nvSpPr>
        <p:spPr bwMode="auto">
          <a:xfrm>
            <a:off x="2054226" y="4007515"/>
            <a:ext cx="303213" cy="303213"/>
          </a:xfrm>
          <a:custGeom>
            <a:avLst/>
            <a:gdLst>
              <a:gd name="T0" fmla="*/ 36 w 191"/>
              <a:gd name="T1" fmla="*/ 160 h 191"/>
              <a:gd name="T2" fmla="*/ 160 w 191"/>
              <a:gd name="T3" fmla="*/ 36 h 191"/>
              <a:gd name="T4" fmla="*/ 191 w 191"/>
              <a:gd name="T5" fmla="*/ 36 h 191"/>
              <a:gd name="T6" fmla="*/ 191 w 191"/>
              <a:gd name="T7" fmla="*/ 0 h 191"/>
              <a:gd name="T8" fmla="*/ 155 w 191"/>
              <a:gd name="T9" fmla="*/ 0 h 191"/>
              <a:gd name="T10" fmla="*/ 155 w 191"/>
              <a:gd name="T11" fmla="*/ 32 h 191"/>
              <a:gd name="T12" fmla="*/ 32 w 191"/>
              <a:gd name="T13" fmla="*/ 155 h 191"/>
              <a:gd name="T14" fmla="*/ 0 w 191"/>
              <a:gd name="T15" fmla="*/ 155 h 191"/>
              <a:gd name="T16" fmla="*/ 0 w 191"/>
              <a:gd name="T17" fmla="*/ 191 h 191"/>
              <a:gd name="T18" fmla="*/ 36 w 191"/>
              <a:gd name="T19" fmla="*/ 191 h 191"/>
              <a:gd name="T20" fmla="*/ 36 w 191"/>
              <a:gd name="T21" fmla="*/ 160 h 191"/>
              <a:gd name="T22" fmla="*/ 161 w 191"/>
              <a:gd name="T23" fmla="*/ 6 h 191"/>
              <a:gd name="T24" fmla="*/ 185 w 191"/>
              <a:gd name="T25" fmla="*/ 6 h 191"/>
              <a:gd name="T26" fmla="*/ 185 w 191"/>
              <a:gd name="T27" fmla="*/ 30 h 191"/>
              <a:gd name="T28" fmla="*/ 161 w 191"/>
              <a:gd name="T29" fmla="*/ 30 h 191"/>
              <a:gd name="T30" fmla="*/ 161 w 191"/>
              <a:gd name="T31" fmla="*/ 6 h 191"/>
              <a:gd name="T32" fmla="*/ 30 w 191"/>
              <a:gd name="T33" fmla="*/ 185 h 191"/>
              <a:gd name="T34" fmla="*/ 6 w 191"/>
              <a:gd name="T35" fmla="*/ 185 h 191"/>
              <a:gd name="T36" fmla="*/ 6 w 191"/>
              <a:gd name="T37" fmla="*/ 161 h 191"/>
              <a:gd name="T38" fmla="*/ 30 w 191"/>
              <a:gd name="T39" fmla="*/ 161 h 191"/>
              <a:gd name="T40" fmla="*/ 30 w 191"/>
              <a:gd name="T41" fmla="*/ 185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1" h="191">
                <a:moveTo>
                  <a:pt x="36" y="160"/>
                </a:moveTo>
                <a:lnTo>
                  <a:pt x="160" y="36"/>
                </a:lnTo>
                <a:lnTo>
                  <a:pt x="191" y="36"/>
                </a:lnTo>
                <a:lnTo>
                  <a:pt x="191" y="0"/>
                </a:lnTo>
                <a:lnTo>
                  <a:pt x="155" y="0"/>
                </a:lnTo>
                <a:lnTo>
                  <a:pt x="155" y="32"/>
                </a:lnTo>
                <a:lnTo>
                  <a:pt x="32" y="155"/>
                </a:lnTo>
                <a:lnTo>
                  <a:pt x="0" y="155"/>
                </a:lnTo>
                <a:lnTo>
                  <a:pt x="0" y="191"/>
                </a:lnTo>
                <a:lnTo>
                  <a:pt x="36" y="191"/>
                </a:lnTo>
                <a:lnTo>
                  <a:pt x="36" y="160"/>
                </a:lnTo>
                <a:close/>
                <a:moveTo>
                  <a:pt x="161" y="6"/>
                </a:moveTo>
                <a:lnTo>
                  <a:pt x="185" y="6"/>
                </a:lnTo>
                <a:lnTo>
                  <a:pt x="185" y="30"/>
                </a:lnTo>
                <a:lnTo>
                  <a:pt x="161" y="30"/>
                </a:lnTo>
                <a:lnTo>
                  <a:pt x="161" y="6"/>
                </a:lnTo>
                <a:close/>
                <a:moveTo>
                  <a:pt x="30" y="185"/>
                </a:moveTo>
                <a:lnTo>
                  <a:pt x="6" y="185"/>
                </a:lnTo>
                <a:lnTo>
                  <a:pt x="6" y="161"/>
                </a:lnTo>
                <a:lnTo>
                  <a:pt x="30" y="161"/>
                </a:lnTo>
                <a:lnTo>
                  <a:pt x="30" y="1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7" name="Группа 636"/>
          <p:cNvGrpSpPr/>
          <p:nvPr/>
        </p:nvGrpSpPr>
        <p:grpSpPr>
          <a:xfrm>
            <a:off x="2447926" y="4017040"/>
            <a:ext cx="304800" cy="284163"/>
            <a:chOff x="2447926" y="4017040"/>
            <a:chExt cx="304800" cy="284163"/>
          </a:xfrm>
        </p:grpSpPr>
        <p:sp>
          <p:nvSpPr>
            <p:cNvPr id="580" name="Rectangle 589"/>
            <p:cNvSpPr>
              <a:spLocks noChangeArrowheads="1"/>
            </p:cNvSpPr>
            <p:nvPr/>
          </p:nvSpPr>
          <p:spPr bwMode="auto">
            <a:xfrm>
              <a:off x="2447926" y="4291678"/>
              <a:ext cx="304800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1" name="Freeform 590"/>
            <p:cNvSpPr>
              <a:spLocks noEditPoints="1"/>
            </p:cNvSpPr>
            <p:nvPr/>
          </p:nvSpPr>
          <p:spPr bwMode="auto">
            <a:xfrm>
              <a:off x="2505076" y="4017040"/>
              <a:ext cx="85725" cy="255588"/>
            </a:xfrm>
            <a:custGeom>
              <a:avLst/>
              <a:gdLst>
                <a:gd name="T0" fmla="*/ 54 w 54"/>
                <a:gd name="T1" fmla="*/ 161 h 161"/>
                <a:gd name="T2" fmla="*/ 54 w 54"/>
                <a:gd name="T3" fmla="*/ 0 h 161"/>
                <a:gd name="T4" fmla="*/ 0 w 54"/>
                <a:gd name="T5" fmla="*/ 0 h 161"/>
                <a:gd name="T6" fmla="*/ 0 w 54"/>
                <a:gd name="T7" fmla="*/ 161 h 161"/>
                <a:gd name="T8" fmla="*/ 54 w 54"/>
                <a:gd name="T9" fmla="*/ 161 h 161"/>
                <a:gd name="T10" fmla="*/ 6 w 54"/>
                <a:gd name="T11" fmla="*/ 6 h 161"/>
                <a:gd name="T12" fmla="*/ 48 w 54"/>
                <a:gd name="T13" fmla="*/ 6 h 161"/>
                <a:gd name="T14" fmla="*/ 48 w 54"/>
                <a:gd name="T15" fmla="*/ 155 h 161"/>
                <a:gd name="T16" fmla="*/ 6 w 54"/>
                <a:gd name="T17" fmla="*/ 155 h 161"/>
                <a:gd name="T18" fmla="*/ 6 w 54"/>
                <a:gd name="T19" fmla="*/ 6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61">
                  <a:moveTo>
                    <a:pt x="54" y="161"/>
                  </a:moveTo>
                  <a:lnTo>
                    <a:pt x="54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4" y="161"/>
                  </a:lnTo>
                  <a:close/>
                  <a:moveTo>
                    <a:pt x="6" y="6"/>
                  </a:moveTo>
                  <a:lnTo>
                    <a:pt x="48" y="6"/>
                  </a:lnTo>
                  <a:lnTo>
                    <a:pt x="48" y="155"/>
                  </a:lnTo>
                  <a:lnTo>
                    <a:pt x="6" y="155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2" name="Freeform 591"/>
            <p:cNvSpPr>
              <a:spLocks noEditPoints="1"/>
            </p:cNvSpPr>
            <p:nvPr/>
          </p:nvSpPr>
          <p:spPr bwMode="auto">
            <a:xfrm>
              <a:off x="2609851" y="4074190"/>
              <a:ext cx="85725" cy="198438"/>
            </a:xfrm>
            <a:custGeom>
              <a:avLst/>
              <a:gdLst>
                <a:gd name="T0" fmla="*/ 54 w 54"/>
                <a:gd name="T1" fmla="*/ 125 h 125"/>
                <a:gd name="T2" fmla="*/ 54 w 54"/>
                <a:gd name="T3" fmla="*/ 0 h 125"/>
                <a:gd name="T4" fmla="*/ 0 w 54"/>
                <a:gd name="T5" fmla="*/ 0 h 125"/>
                <a:gd name="T6" fmla="*/ 0 w 54"/>
                <a:gd name="T7" fmla="*/ 125 h 125"/>
                <a:gd name="T8" fmla="*/ 54 w 54"/>
                <a:gd name="T9" fmla="*/ 125 h 125"/>
                <a:gd name="T10" fmla="*/ 6 w 54"/>
                <a:gd name="T11" fmla="*/ 6 h 125"/>
                <a:gd name="T12" fmla="*/ 48 w 54"/>
                <a:gd name="T13" fmla="*/ 6 h 125"/>
                <a:gd name="T14" fmla="*/ 48 w 54"/>
                <a:gd name="T15" fmla="*/ 119 h 125"/>
                <a:gd name="T16" fmla="*/ 6 w 54"/>
                <a:gd name="T17" fmla="*/ 119 h 125"/>
                <a:gd name="T18" fmla="*/ 6 w 54"/>
                <a:gd name="T19" fmla="*/ 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25">
                  <a:moveTo>
                    <a:pt x="54" y="125"/>
                  </a:moveTo>
                  <a:lnTo>
                    <a:pt x="54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54" y="125"/>
                  </a:lnTo>
                  <a:close/>
                  <a:moveTo>
                    <a:pt x="6" y="6"/>
                  </a:moveTo>
                  <a:lnTo>
                    <a:pt x="48" y="6"/>
                  </a:lnTo>
                  <a:lnTo>
                    <a:pt x="48" y="119"/>
                  </a:lnTo>
                  <a:lnTo>
                    <a:pt x="6" y="119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83" name="Freeform 592"/>
          <p:cNvSpPr>
            <a:spLocks noEditPoints="1"/>
          </p:cNvSpPr>
          <p:nvPr/>
        </p:nvSpPr>
        <p:spPr bwMode="auto">
          <a:xfrm>
            <a:off x="2843213" y="4031328"/>
            <a:ext cx="303213" cy="255588"/>
          </a:xfrm>
          <a:custGeom>
            <a:avLst/>
            <a:gdLst>
              <a:gd name="T0" fmla="*/ 155 w 191"/>
              <a:gd name="T1" fmla="*/ 18 h 161"/>
              <a:gd name="T2" fmla="*/ 101 w 191"/>
              <a:gd name="T3" fmla="*/ 18 h 161"/>
              <a:gd name="T4" fmla="*/ 101 w 191"/>
              <a:gd name="T5" fmla="*/ 77 h 161"/>
              <a:gd name="T6" fmla="*/ 89 w 191"/>
              <a:gd name="T7" fmla="*/ 77 h 161"/>
              <a:gd name="T8" fmla="*/ 89 w 191"/>
              <a:gd name="T9" fmla="*/ 0 h 161"/>
              <a:gd name="T10" fmla="*/ 35 w 191"/>
              <a:gd name="T11" fmla="*/ 0 h 161"/>
              <a:gd name="T12" fmla="*/ 35 w 191"/>
              <a:gd name="T13" fmla="*/ 77 h 161"/>
              <a:gd name="T14" fmla="*/ 0 w 191"/>
              <a:gd name="T15" fmla="*/ 77 h 161"/>
              <a:gd name="T16" fmla="*/ 0 w 191"/>
              <a:gd name="T17" fmla="*/ 83 h 161"/>
              <a:gd name="T18" fmla="*/ 35 w 191"/>
              <a:gd name="T19" fmla="*/ 83 h 161"/>
              <a:gd name="T20" fmla="*/ 35 w 191"/>
              <a:gd name="T21" fmla="*/ 161 h 161"/>
              <a:gd name="T22" fmla="*/ 89 w 191"/>
              <a:gd name="T23" fmla="*/ 161 h 161"/>
              <a:gd name="T24" fmla="*/ 89 w 191"/>
              <a:gd name="T25" fmla="*/ 83 h 161"/>
              <a:gd name="T26" fmla="*/ 101 w 191"/>
              <a:gd name="T27" fmla="*/ 83 h 161"/>
              <a:gd name="T28" fmla="*/ 101 w 191"/>
              <a:gd name="T29" fmla="*/ 143 h 161"/>
              <a:gd name="T30" fmla="*/ 155 w 191"/>
              <a:gd name="T31" fmla="*/ 143 h 161"/>
              <a:gd name="T32" fmla="*/ 155 w 191"/>
              <a:gd name="T33" fmla="*/ 83 h 161"/>
              <a:gd name="T34" fmla="*/ 191 w 191"/>
              <a:gd name="T35" fmla="*/ 83 h 161"/>
              <a:gd name="T36" fmla="*/ 191 w 191"/>
              <a:gd name="T37" fmla="*/ 77 h 161"/>
              <a:gd name="T38" fmla="*/ 155 w 191"/>
              <a:gd name="T39" fmla="*/ 77 h 161"/>
              <a:gd name="T40" fmla="*/ 155 w 191"/>
              <a:gd name="T41" fmla="*/ 18 h 161"/>
              <a:gd name="T42" fmla="*/ 83 w 191"/>
              <a:gd name="T43" fmla="*/ 155 h 161"/>
              <a:gd name="T44" fmla="*/ 41 w 191"/>
              <a:gd name="T45" fmla="*/ 155 h 161"/>
              <a:gd name="T46" fmla="*/ 41 w 191"/>
              <a:gd name="T47" fmla="*/ 6 h 161"/>
              <a:gd name="T48" fmla="*/ 83 w 191"/>
              <a:gd name="T49" fmla="*/ 6 h 161"/>
              <a:gd name="T50" fmla="*/ 83 w 191"/>
              <a:gd name="T51" fmla="*/ 155 h 161"/>
              <a:gd name="T52" fmla="*/ 149 w 191"/>
              <a:gd name="T53" fmla="*/ 137 h 161"/>
              <a:gd name="T54" fmla="*/ 107 w 191"/>
              <a:gd name="T55" fmla="*/ 137 h 161"/>
              <a:gd name="T56" fmla="*/ 107 w 191"/>
              <a:gd name="T57" fmla="*/ 24 h 161"/>
              <a:gd name="T58" fmla="*/ 149 w 191"/>
              <a:gd name="T59" fmla="*/ 24 h 161"/>
              <a:gd name="T60" fmla="*/ 149 w 191"/>
              <a:gd name="T61" fmla="*/ 13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1" h="161">
                <a:moveTo>
                  <a:pt x="155" y="18"/>
                </a:moveTo>
                <a:lnTo>
                  <a:pt x="101" y="18"/>
                </a:lnTo>
                <a:lnTo>
                  <a:pt x="101" y="77"/>
                </a:lnTo>
                <a:lnTo>
                  <a:pt x="89" y="77"/>
                </a:lnTo>
                <a:lnTo>
                  <a:pt x="89" y="0"/>
                </a:lnTo>
                <a:lnTo>
                  <a:pt x="35" y="0"/>
                </a:lnTo>
                <a:lnTo>
                  <a:pt x="35" y="77"/>
                </a:lnTo>
                <a:lnTo>
                  <a:pt x="0" y="77"/>
                </a:lnTo>
                <a:lnTo>
                  <a:pt x="0" y="83"/>
                </a:lnTo>
                <a:lnTo>
                  <a:pt x="35" y="83"/>
                </a:lnTo>
                <a:lnTo>
                  <a:pt x="35" y="161"/>
                </a:lnTo>
                <a:lnTo>
                  <a:pt x="89" y="161"/>
                </a:lnTo>
                <a:lnTo>
                  <a:pt x="89" y="83"/>
                </a:lnTo>
                <a:lnTo>
                  <a:pt x="101" y="83"/>
                </a:lnTo>
                <a:lnTo>
                  <a:pt x="101" y="143"/>
                </a:lnTo>
                <a:lnTo>
                  <a:pt x="155" y="143"/>
                </a:lnTo>
                <a:lnTo>
                  <a:pt x="155" y="83"/>
                </a:lnTo>
                <a:lnTo>
                  <a:pt x="191" y="83"/>
                </a:lnTo>
                <a:lnTo>
                  <a:pt x="191" y="77"/>
                </a:lnTo>
                <a:lnTo>
                  <a:pt x="155" y="77"/>
                </a:lnTo>
                <a:lnTo>
                  <a:pt x="155" y="18"/>
                </a:lnTo>
                <a:close/>
                <a:moveTo>
                  <a:pt x="83" y="155"/>
                </a:moveTo>
                <a:lnTo>
                  <a:pt x="41" y="155"/>
                </a:lnTo>
                <a:lnTo>
                  <a:pt x="41" y="6"/>
                </a:lnTo>
                <a:lnTo>
                  <a:pt x="83" y="6"/>
                </a:lnTo>
                <a:lnTo>
                  <a:pt x="83" y="155"/>
                </a:lnTo>
                <a:close/>
                <a:moveTo>
                  <a:pt x="149" y="137"/>
                </a:moveTo>
                <a:lnTo>
                  <a:pt x="107" y="137"/>
                </a:lnTo>
                <a:lnTo>
                  <a:pt x="107" y="24"/>
                </a:lnTo>
                <a:lnTo>
                  <a:pt x="149" y="24"/>
                </a:lnTo>
                <a:lnTo>
                  <a:pt x="149" y="1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8" name="Группа 637"/>
          <p:cNvGrpSpPr/>
          <p:nvPr/>
        </p:nvGrpSpPr>
        <p:grpSpPr>
          <a:xfrm>
            <a:off x="3238501" y="4017040"/>
            <a:ext cx="303213" cy="284163"/>
            <a:chOff x="3238501" y="4017040"/>
            <a:chExt cx="303213" cy="284163"/>
          </a:xfrm>
        </p:grpSpPr>
        <p:sp>
          <p:nvSpPr>
            <p:cNvPr id="584" name="Rectangle 593"/>
            <p:cNvSpPr>
              <a:spLocks noChangeArrowheads="1"/>
            </p:cNvSpPr>
            <p:nvPr/>
          </p:nvSpPr>
          <p:spPr bwMode="auto">
            <a:xfrm>
              <a:off x="3238501" y="4017040"/>
              <a:ext cx="303213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5" name="Freeform 594"/>
            <p:cNvSpPr>
              <a:spLocks noEditPoints="1"/>
            </p:cNvSpPr>
            <p:nvPr/>
          </p:nvSpPr>
          <p:spPr bwMode="auto">
            <a:xfrm>
              <a:off x="3295651" y="4045615"/>
              <a:ext cx="85725" cy="255588"/>
            </a:xfrm>
            <a:custGeom>
              <a:avLst/>
              <a:gdLst>
                <a:gd name="T0" fmla="*/ 54 w 54"/>
                <a:gd name="T1" fmla="*/ 161 h 161"/>
                <a:gd name="T2" fmla="*/ 54 w 54"/>
                <a:gd name="T3" fmla="*/ 0 h 161"/>
                <a:gd name="T4" fmla="*/ 0 w 54"/>
                <a:gd name="T5" fmla="*/ 0 h 161"/>
                <a:gd name="T6" fmla="*/ 0 w 54"/>
                <a:gd name="T7" fmla="*/ 161 h 161"/>
                <a:gd name="T8" fmla="*/ 54 w 54"/>
                <a:gd name="T9" fmla="*/ 161 h 161"/>
                <a:gd name="T10" fmla="*/ 6 w 54"/>
                <a:gd name="T11" fmla="*/ 6 h 161"/>
                <a:gd name="T12" fmla="*/ 48 w 54"/>
                <a:gd name="T13" fmla="*/ 6 h 161"/>
                <a:gd name="T14" fmla="*/ 48 w 54"/>
                <a:gd name="T15" fmla="*/ 155 h 161"/>
                <a:gd name="T16" fmla="*/ 6 w 54"/>
                <a:gd name="T17" fmla="*/ 155 h 161"/>
                <a:gd name="T18" fmla="*/ 6 w 54"/>
                <a:gd name="T19" fmla="*/ 6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61">
                  <a:moveTo>
                    <a:pt x="54" y="161"/>
                  </a:moveTo>
                  <a:lnTo>
                    <a:pt x="54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4" y="161"/>
                  </a:lnTo>
                  <a:close/>
                  <a:moveTo>
                    <a:pt x="6" y="6"/>
                  </a:moveTo>
                  <a:lnTo>
                    <a:pt x="48" y="6"/>
                  </a:lnTo>
                  <a:lnTo>
                    <a:pt x="48" y="155"/>
                  </a:lnTo>
                  <a:lnTo>
                    <a:pt x="6" y="155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6" name="Freeform 595"/>
            <p:cNvSpPr>
              <a:spLocks noEditPoints="1"/>
            </p:cNvSpPr>
            <p:nvPr/>
          </p:nvSpPr>
          <p:spPr bwMode="auto">
            <a:xfrm>
              <a:off x="3398838" y="4045615"/>
              <a:ext cx="85725" cy="198438"/>
            </a:xfrm>
            <a:custGeom>
              <a:avLst/>
              <a:gdLst>
                <a:gd name="T0" fmla="*/ 54 w 54"/>
                <a:gd name="T1" fmla="*/ 0 h 125"/>
                <a:gd name="T2" fmla="*/ 0 w 54"/>
                <a:gd name="T3" fmla="*/ 0 h 125"/>
                <a:gd name="T4" fmla="*/ 0 w 54"/>
                <a:gd name="T5" fmla="*/ 125 h 125"/>
                <a:gd name="T6" fmla="*/ 54 w 54"/>
                <a:gd name="T7" fmla="*/ 125 h 125"/>
                <a:gd name="T8" fmla="*/ 54 w 54"/>
                <a:gd name="T9" fmla="*/ 0 h 125"/>
                <a:gd name="T10" fmla="*/ 48 w 54"/>
                <a:gd name="T11" fmla="*/ 119 h 125"/>
                <a:gd name="T12" fmla="*/ 6 w 54"/>
                <a:gd name="T13" fmla="*/ 119 h 125"/>
                <a:gd name="T14" fmla="*/ 6 w 54"/>
                <a:gd name="T15" fmla="*/ 6 h 125"/>
                <a:gd name="T16" fmla="*/ 48 w 54"/>
                <a:gd name="T17" fmla="*/ 6 h 125"/>
                <a:gd name="T18" fmla="*/ 48 w 54"/>
                <a:gd name="T19" fmla="*/ 11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25">
                  <a:moveTo>
                    <a:pt x="54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54" y="125"/>
                  </a:lnTo>
                  <a:lnTo>
                    <a:pt x="54" y="0"/>
                  </a:lnTo>
                  <a:close/>
                  <a:moveTo>
                    <a:pt x="48" y="119"/>
                  </a:moveTo>
                  <a:lnTo>
                    <a:pt x="6" y="119"/>
                  </a:lnTo>
                  <a:lnTo>
                    <a:pt x="6" y="6"/>
                  </a:lnTo>
                  <a:lnTo>
                    <a:pt x="48" y="6"/>
                  </a:lnTo>
                  <a:lnTo>
                    <a:pt x="48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9" name="Группа 638"/>
          <p:cNvGrpSpPr/>
          <p:nvPr/>
        </p:nvGrpSpPr>
        <p:grpSpPr>
          <a:xfrm>
            <a:off x="3632201" y="4064665"/>
            <a:ext cx="304800" cy="188913"/>
            <a:chOff x="3632201" y="4064665"/>
            <a:chExt cx="304800" cy="188913"/>
          </a:xfrm>
        </p:grpSpPr>
        <p:sp>
          <p:nvSpPr>
            <p:cNvPr id="587" name="Freeform 596"/>
            <p:cNvSpPr>
              <a:spLocks noEditPoints="1"/>
            </p:cNvSpPr>
            <p:nvPr/>
          </p:nvSpPr>
          <p:spPr bwMode="auto">
            <a:xfrm>
              <a:off x="3632201" y="4064665"/>
              <a:ext cx="304800" cy="84138"/>
            </a:xfrm>
            <a:custGeom>
              <a:avLst/>
              <a:gdLst>
                <a:gd name="T0" fmla="*/ 159 w 192"/>
                <a:gd name="T1" fmla="*/ 0 h 53"/>
                <a:gd name="T2" fmla="*/ 33 w 192"/>
                <a:gd name="T3" fmla="*/ 0 h 53"/>
                <a:gd name="T4" fmla="*/ 33 w 192"/>
                <a:gd name="T5" fmla="*/ 47 h 53"/>
                <a:gd name="T6" fmla="*/ 0 w 192"/>
                <a:gd name="T7" fmla="*/ 47 h 53"/>
                <a:gd name="T8" fmla="*/ 0 w 192"/>
                <a:gd name="T9" fmla="*/ 53 h 53"/>
                <a:gd name="T10" fmla="*/ 33 w 192"/>
                <a:gd name="T11" fmla="*/ 53 h 53"/>
                <a:gd name="T12" fmla="*/ 159 w 192"/>
                <a:gd name="T13" fmla="*/ 53 h 53"/>
                <a:gd name="T14" fmla="*/ 192 w 192"/>
                <a:gd name="T15" fmla="*/ 53 h 53"/>
                <a:gd name="T16" fmla="*/ 192 w 192"/>
                <a:gd name="T17" fmla="*/ 47 h 53"/>
                <a:gd name="T18" fmla="*/ 159 w 192"/>
                <a:gd name="T19" fmla="*/ 47 h 53"/>
                <a:gd name="T20" fmla="*/ 159 w 192"/>
                <a:gd name="T21" fmla="*/ 0 h 53"/>
                <a:gd name="T22" fmla="*/ 39 w 192"/>
                <a:gd name="T23" fmla="*/ 47 h 53"/>
                <a:gd name="T24" fmla="*/ 39 w 192"/>
                <a:gd name="T25" fmla="*/ 6 h 53"/>
                <a:gd name="T26" fmla="*/ 153 w 192"/>
                <a:gd name="T27" fmla="*/ 6 h 53"/>
                <a:gd name="T28" fmla="*/ 153 w 192"/>
                <a:gd name="T29" fmla="*/ 47 h 53"/>
                <a:gd name="T30" fmla="*/ 39 w 192"/>
                <a:gd name="T3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53">
                  <a:moveTo>
                    <a:pt x="159" y="0"/>
                  </a:moveTo>
                  <a:lnTo>
                    <a:pt x="33" y="0"/>
                  </a:lnTo>
                  <a:lnTo>
                    <a:pt x="33" y="47"/>
                  </a:lnTo>
                  <a:lnTo>
                    <a:pt x="0" y="47"/>
                  </a:lnTo>
                  <a:lnTo>
                    <a:pt x="0" y="53"/>
                  </a:lnTo>
                  <a:lnTo>
                    <a:pt x="33" y="53"/>
                  </a:lnTo>
                  <a:lnTo>
                    <a:pt x="159" y="53"/>
                  </a:lnTo>
                  <a:lnTo>
                    <a:pt x="192" y="53"/>
                  </a:lnTo>
                  <a:lnTo>
                    <a:pt x="192" y="47"/>
                  </a:lnTo>
                  <a:lnTo>
                    <a:pt x="159" y="47"/>
                  </a:lnTo>
                  <a:lnTo>
                    <a:pt x="159" y="0"/>
                  </a:lnTo>
                  <a:close/>
                  <a:moveTo>
                    <a:pt x="39" y="47"/>
                  </a:moveTo>
                  <a:lnTo>
                    <a:pt x="39" y="6"/>
                  </a:lnTo>
                  <a:lnTo>
                    <a:pt x="153" y="6"/>
                  </a:lnTo>
                  <a:lnTo>
                    <a:pt x="153" y="47"/>
                  </a:lnTo>
                  <a:lnTo>
                    <a:pt x="39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8" name="Freeform 597"/>
            <p:cNvSpPr>
              <a:spLocks noEditPoints="1"/>
            </p:cNvSpPr>
            <p:nvPr/>
          </p:nvSpPr>
          <p:spPr bwMode="auto">
            <a:xfrm>
              <a:off x="3632201" y="4167853"/>
              <a:ext cx="304800" cy="85725"/>
            </a:xfrm>
            <a:custGeom>
              <a:avLst/>
              <a:gdLst>
                <a:gd name="T0" fmla="*/ 177 w 192"/>
                <a:gd name="T1" fmla="*/ 0 h 54"/>
                <a:gd name="T2" fmla="*/ 15 w 192"/>
                <a:gd name="T3" fmla="*/ 0 h 54"/>
                <a:gd name="T4" fmla="*/ 15 w 192"/>
                <a:gd name="T5" fmla="*/ 48 h 54"/>
                <a:gd name="T6" fmla="*/ 0 w 192"/>
                <a:gd name="T7" fmla="*/ 48 h 54"/>
                <a:gd name="T8" fmla="*/ 0 w 192"/>
                <a:gd name="T9" fmla="*/ 54 h 54"/>
                <a:gd name="T10" fmla="*/ 15 w 192"/>
                <a:gd name="T11" fmla="*/ 54 h 54"/>
                <a:gd name="T12" fmla="*/ 177 w 192"/>
                <a:gd name="T13" fmla="*/ 54 h 54"/>
                <a:gd name="T14" fmla="*/ 192 w 192"/>
                <a:gd name="T15" fmla="*/ 54 h 54"/>
                <a:gd name="T16" fmla="*/ 192 w 192"/>
                <a:gd name="T17" fmla="*/ 48 h 54"/>
                <a:gd name="T18" fmla="*/ 177 w 192"/>
                <a:gd name="T19" fmla="*/ 48 h 54"/>
                <a:gd name="T20" fmla="*/ 177 w 192"/>
                <a:gd name="T21" fmla="*/ 0 h 54"/>
                <a:gd name="T22" fmla="*/ 21 w 192"/>
                <a:gd name="T23" fmla="*/ 48 h 54"/>
                <a:gd name="T24" fmla="*/ 21 w 192"/>
                <a:gd name="T25" fmla="*/ 6 h 54"/>
                <a:gd name="T26" fmla="*/ 171 w 192"/>
                <a:gd name="T27" fmla="*/ 6 h 54"/>
                <a:gd name="T28" fmla="*/ 171 w 192"/>
                <a:gd name="T29" fmla="*/ 48 h 54"/>
                <a:gd name="T30" fmla="*/ 21 w 192"/>
                <a:gd name="T3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54">
                  <a:moveTo>
                    <a:pt x="177" y="0"/>
                  </a:moveTo>
                  <a:lnTo>
                    <a:pt x="15" y="0"/>
                  </a:lnTo>
                  <a:lnTo>
                    <a:pt x="15" y="48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15" y="54"/>
                  </a:lnTo>
                  <a:lnTo>
                    <a:pt x="177" y="54"/>
                  </a:lnTo>
                  <a:lnTo>
                    <a:pt x="192" y="54"/>
                  </a:lnTo>
                  <a:lnTo>
                    <a:pt x="192" y="48"/>
                  </a:lnTo>
                  <a:lnTo>
                    <a:pt x="177" y="48"/>
                  </a:lnTo>
                  <a:lnTo>
                    <a:pt x="177" y="0"/>
                  </a:lnTo>
                  <a:close/>
                  <a:moveTo>
                    <a:pt x="21" y="48"/>
                  </a:moveTo>
                  <a:lnTo>
                    <a:pt x="21" y="6"/>
                  </a:lnTo>
                  <a:lnTo>
                    <a:pt x="171" y="6"/>
                  </a:lnTo>
                  <a:lnTo>
                    <a:pt x="171" y="48"/>
                  </a:lnTo>
                  <a:lnTo>
                    <a:pt x="21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0" name="Группа 639"/>
          <p:cNvGrpSpPr/>
          <p:nvPr/>
        </p:nvGrpSpPr>
        <p:grpSpPr>
          <a:xfrm>
            <a:off x="4027488" y="4064665"/>
            <a:ext cx="303213" cy="188913"/>
            <a:chOff x="4027488" y="4064665"/>
            <a:chExt cx="303213" cy="188913"/>
          </a:xfrm>
        </p:grpSpPr>
        <p:sp>
          <p:nvSpPr>
            <p:cNvPr id="589" name="Freeform 598"/>
            <p:cNvSpPr>
              <a:spLocks noEditPoints="1"/>
            </p:cNvSpPr>
            <p:nvPr/>
          </p:nvSpPr>
          <p:spPr bwMode="auto">
            <a:xfrm>
              <a:off x="4027488" y="4064665"/>
              <a:ext cx="303213" cy="84138"/>
            </a:xfrm>
            <a:custGeom>
              <a:avLst/>
              <a:gdLst>
                <a:gd name="T0" fmla="*/ 32 w 191"/>
                <a:gd name="T1" fmla="*/ 53 h 53"/>
                <a:gd name="T2" fmla="*/ 158 w 191"/>
                <a:gd name="T3" fmla="*/ 53 h 53"/>
                <a:gd name="T4" fmla="*/ 158 w 191"/>
                <a:gd name="T5" fmla="*/ 30 h 53"/>
                <a:gd name="T6" fmla="*/ 191 w 191"/>
                <a:gd name="T7" fmla="*/ 30 h 53"/>
                <a:gd name="T8" fmla="*/ 191 w 191"/>
                <a:gd name="T9" fmla="*/ 24 h 53"/>
                <a:gd name="T10" fmla="*/ 158 w 191"/>
                <a:gd name="T11" fmla="*/ 24 h 53"/>
                <a:gd name="T12" fmla="*/ 158 w 191"/>
                <a:gd name="T13" fmla="*/ 0 h 53"/>
                <a:gd name="T14" fmla="*/ 32 w 191"/>
                <a:gd name="T15" fmla="*/ 0 h 53"/>
                <a:gd name="T16" fmla="*/ 32 w 191"/>
                <a:gd name="T17" fmla="*/ 24 h 53"/>
                <a:gd name="T18" fmla="*/ 0 w 191"/>
                <a:gd name="T19" fmla="*/ 24 h 53"/>
                <a:gd name="T20" fmla="*/ 0 w 191"/>
                <a:gd name="T21" fmla="*/ 30 h 53"/>
                <a:gd name="T22" fmla="*/ 32 w 191"/>
                <a:gd name="T23" fmla="*/ 30 h 53"/>
                <a:gd name="T24" fmla="*/ 32 w 191"/>
                <a:gd name="T25" fmla="*/ 53 h 53"/>
                <a:gd name="T26" fmla="*/ 38 w 191"/>
                <a:gd name="T27" fmla="*/ 6 h 53"/>
                <a:gd name="T28" fmla="*/ 152 w 191"/>
                <a:gd name="T29" fmla="*/ 6 h 53"/>
                <a:gd name="T30" fmla="*/ 152 w 191"/>
                <a:gd name="T31" fmla="*/ 47 h 53"/>
                <a:gd name="T32" fmla="*/ 38 w 191"/>
                <a:gd name="T33" fmla="*/ 47 h 53"/>
                <a:gd name="T34" fmla="*/ 38 w 191"/>
                <a:gd name="T35" fmla="*/ 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1" h="53">
                  <a:moveTo>
                    <a:pt x="32" y="53"/>
                  </a:moveTo>
                  <a:lnTo>
                    <a:pt x="158" y="53"/>
                  </a:lnTo>
                  <a:lnTo>
                    <a:pt x="158" y="30"/>
                  </a:lnTo>
                  <a:lnTo>
                    <a:pt x="191" y="30"/>
                  </a:lnTo>
                  <a:lnTo>
                    <a:pt x="191" y="24"/>
                  </a:lnTo>
                  <a:lnTo>
                    <a:pt x="158" y="24"/>
                  </a:lnTo>
                  <a:lnTo>
                    <a:pt x="158" y="0"/>
                  </a:lnTo>
                  <a:lnTo>
                    <a:pt x="32" y="0"/>
                  </a:lnTo>
                  <a:lnTo>
                    <a:pt x="32" y="24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32" y="30"/>
                  </a:lnTo>
                  <a:lnTo>
                    <a:pt x="32" y="53"/>
                  </a:lnTo>
                  <a:close/>
                  <a:moveTo>
                    <a:pt x="38" y="6"/>
                  </a:moveTo>
                  <a:lnTo>
                    <a:pt x="152" y="6"/>
                  </a:lnTo>
                  <a:lnTo>
                    <a:pt x="152" y="47"/>
                  </a:lnTo>
                  <a:lnTo>
                    <a:pt x="38" y="47"/>
                  </a:lnTo>
                  <a:lnTo>
                    <a:pt x="3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0" name="Freeform 599"/>
            <p:cNvSpPr>
              <a:spLocks noEditPoints="1"/>
            </p:cNvSpPr>
            <p:nvPr/>
          </p:nvSpPr>
          <p:spPr bwMode="auto">
            <a:xfrm>
              <a:off x="4027488" y="4167853"/>
              <a:ext cx="303213" cy="85725"/>
            </a:xfrm>
            <a:custGeom>
              <a:avLst/>
              <a:gdLst>
                <a:gd name="T0" fmla="*/ 15 w 191"/>
                <a:gd name="T1" fmla="*/ 54 h 54"/>
                <a:gd name="T2" fmla="*/ 176 w 191"/>
                <a:gd name="T3" fmla="*/ 54 h 54"/>
                <a:gd name="T4" fmla="*/ 176 w 191"/>
                <a:gd name="T5" fmla="*/ 30 h 54"/>
                <a:gd name="T6" fmla="*/ 191 w 191"/>
                <a:gd name="T7" fmla="*/ 30 h 54"/>
                <a:gd name="T8" fmla="*/ 191 w 191"/>
                <a:gd name="T9" fmla="*/ 24 h 54"/>
                <a:gd name="T10" fmla="*/ 176 w 191"/>
                <a:gd name="T11" fmla="*/ 24 h 54"/>
                <a:gd name="T12" fmla="*/ 176 w 191"/>
                <a:gd name="T13" fmla="*/ 0 h 54"/>
                <a:gd name="T14" fmla="*/ 15 w 191"/>
                <a:gd name="T15" fmla="*/ 0 h 54"/>
                <a:gd name="T16" fmla="*/ 15 w 191"/>
                <a:gd name="T17" fmla="*/ 24 h 54"/>
                <a:gd name="T18" fmla="*/ 0 w 191"/>
                <a:gd name="T19" fmla="*/ 24 h 54"/>
                <a:gd name="T20" fmla="*/ 0 w 191"/>
                <a:gd name="T21" fmla="*/ 30 h 54"/>
                <a:gd name="T22" fmla="*/ 15 w 191"/>
                <a:gd name="T23" fmla="*/ 30 h 54"/>
                <a:gd name="T24" fmla="*/ 15 w 191"/>
                <a:gd name="T25" fmla="*/ 54 h 54"/>
                <a:gd name="T26" fmla="*/ 21 w 191"/>
                <a:gd name="T27" fmla="*/ 6 h 54"/>
                <a:gd name="T28" fmla="*/ 170 w 191"/>
                <a:gd name="T29" fmla="*/ 6 h 54"/>
                <a:gd name="T30" fmla="*/ 170 w 191"/>
                <a:gd name="T31" fmla="*/ 48 h 54"/>
                <a:gd name="T32" fmla="*/ 21 w 191"/>
                <a:gd name="T33" fmla="*/ 48 h 54"/>
                <a:gd name="T34" fmla="*/ 21 w 191"/>
                <a:gd name="T35" fmla="*/ 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1" h="54">
                  <a:moveTo>
                    <a:pt x="15" y="54"/>
                  </a:moveTo>
                  <a:lnTo>
                    <a:pt x="176" y="54"/>
                  </a:lnTo>
                  <a:lnTo>
                    <a:pt x="176" y="30"/>
                  </a:lnTo>
                  <a:lnTo>
                    <a:pt x="191" y="30"/>
                  </a:lnTo>
                  <a:lnTo>
                    <a:pt x="191" y="24"/>
                  </a:lnTo>
                  <a:lnTo>
                    <a:pt x="176" y="24"/>
                  </a:lnTo>
                  <a:lnTo>
                    <a:pt x="176" y="0"/>
                  </a:lnTo>
                  <a:lnTo>
                    <a:pt x="15" y="0"/>
                  </a:lnTo>
                  <a:lnTo>
                    <a:pt x="15" y="24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15" y="30"/>
                  </a:lnTo>
                  <a:lnTo>
                    <a:pt x="15" y="54"/>
                  </a:lnTo>
                  <a:close/>
                  <a:moveTo>
                    <a:pt x="21" y="6"/>
                  </a:moveTo>
                  <a:lnTo>
                    <a:pt x="170" y="6"/>
                  </a:lnTo>
                  <a:lnTo>
                    <a:pt x="170" y="48"/>
                  </a:lnTo>
                  <a:lnTo>
                    <a:pt x="21" y="48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1" name="Группа 640"/>
          <p:cNvGrpSpPr/>
          <p:nvPr/>
        </p:nvGrpSpPr>
        <p:grpSpPr>
          <a:xfrm>
            <a:off x="4421188" y="4064665"/>
            <a:ext cx="304800" cy="188913"/>
            <a:chOff x="4421188" y="4064665"/>
            <a:chExt cx="304800" cy="188913"/>
          </a:xfrm>
        </p:grpSpPr>
        <p:sp>
          <p:nvSpPr>
            <p:cNvPr id="591" name="Freeform 600"/>
            <p:cNvSpPr>
              <a:spLocks noEditPoints="1"/>
            </p:cNvSpPr>
            <p:nvPr/>
          </p:nvSpPr>
          <p:spPr bwMode="auto">
            <a:xfrm>
              <a:off x="4421188" y="4167853"/>
              <a:ext cx="304800" cy="85725"/>
            </a:xfrm>
            <a:custGeom>
              <a:avLst/>
              <a:gdLst>
                <a:gd name="T0" fmla="*/ 15 w 192"/>
                <a:gd name="T1" fmla="*/ 0 h 54"/>
                <a:gd name="T2" fmla="*/ 0 w 192"/>
                <a:gd name="T3" fmla="*/ 0 h 54"/>
                <a:gd name="T4" fmla="*/ 0 w 192"/>
                <a:gd name="T5" fmla="*/ 6 h 54"/>
                <a:gd name="T6" fmla="*/ 15 w 192"/>
                <a:gd name="T7" fmla="*/ 6 h 54"/>
                <a:gd name="T8" fmla="*/ 15 w 192"/>
                <a:gd name="T9" fmla="*/ 54 h 54"/>
                <a:gd name="T10" fmla="*/ 177 w 192"/>
                <a:gd name="T11" fmla="*/ 54 h 54"/>
                <a:gd name="T12" fmla="*/ 177 w 192"/>
                <a:gd name="T13" fmla="*/ 6 h 54"/>
                <a:gd name="T14" fmla="*/ 192 w 192"/>
                <a:gd name="T15" fmla="*/ 6 h 54"/>
                <a:gd name="T16" fmla="*/ 192 w 192"/>
                <a:gd name="T17" fmla="*/ 0 h 54"/>
                <a:gd name="T18" fmla="*/ 177 w 192"/>
                <a:gd name="T19" fmla="*/ 0 h 54"/>
                <a:gd name="T20" fmla="*/ 15 w 192"/>
                <a:gd name="T21" fmla="*/ 0 h 54"/>
                <a:gd name="T22" fmla="*/ 171 w 192"/>
                <a:gd name="T23" fmla="*/ 48 h 54"/>
                <a:gd name="T24" fmla="*/ 21 w 192"/>
                <a:gd name="T25" fmla="*/ 48 h 54"/>
                <a:gd name="T26" fmla="*/ 21 w 192"/>
                <a:gd name="T27" fmla="*/ 6 h 54"/>
                <a:gd name="T28" fmla="*/ 171 w 192"/>
                <a:gd name="T29" fmla="*/ 6 h 54"/>
                <a:gd name="T30" fmla="*/ 171 w 192"/>
                <a:gd name="T3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54">
                  <a:moveTo>
                    <a:pt x="15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15" y="6"/>
                  </a:lnTo>
                  <a:lnTo>
                    <a:pt x="15" y="54"/>
                  </a:lnTo>
                  <a:lnTo>
                    <a:pt x="177" y="54"/>
                  </a:lnTo>
                  <a:lnTo>
                    <a:pt x="177" y="6"/>
                  </a:lnTo>
                  <a:lnTo>
                    <a:pt x="192" y="6"/>
                  </a:lnTo>
                  <a:lnTo>
                    <a:pt x="192" y="0"/>
                  </a:lnTo>
                  <a:lnTo>
                    <a:pt x="177" y="0"/>
                  </a:lnTo>
                  <a:lnTo>
                    <a:pt x="15" y="0"/>
                  </a:lnTo>
                  <a:close/>
                  <a:moveTo>
                    <a:pt x="171" y="48"/>
                  </a:moveTo>
                  <a:lnTo>
                    <a:pt x="21" y="48"/>
                  </a:lnTo>
                  <a:lnTo>
                    <a:pt x="21" y="6"/>
                  </a:lnTo>
                  <a:lnTo>
                    <a:pt x="171" y="6"/>
                  </a:lnTo>
                  <a:lnTo>
                    <a:pt x="171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2" name="Freeform 601"/>
            <p:cNvSpPr>
              <a:spLocks noEditPoints="1"/>
            </p:cNvSpPr>
            <p:nvPr/>
          </p:nvSpPr>
          <p:spPr bwMode="auto">
            <a:xfrm>
              <a:off x="4421188" y="4064665"/>
              <a:ext cx="304800" cy="84138"/>
            </a:xfrm>
            <a:custGeom>
              <a:avLst/>
              <a:gdLst>
                <a:gd name="T0" fmla="*/ 33 w 192"/>
                <a:gd name="T1" fmla="*/ 0 h 53"/>
                <a:gd name="T2" fmla="*/ 0 w 192"/>
                <a:gd name="T3" fmla="*/ 0 h 53"/>
                <a:gd name="T4" fmla="*/ 0 w 192"/>
                <a:gd name="T5" fmla="*/ 6 h 53"/>
                <a:gd name="T6" fmla="*/ 33 w 192"/>
                <a:gd name="T7" fmla="*/ 6 h 53"/>
                <a:gd name="T8" fmla="*/ 33 w 192"/>
                <a:gd name="T9" fmla="*/ 53 h 53"/>
                <a:gd name="T10" fmla="*/ 159 w 192"/>
                <a:gd name="T11" fmla="*/ 53 h 53"/>
                <a:gd name="T12" fmla="*/ 159 w 192"/>
                <a:gd name="T13" fmla="*/ 6 h 53"/>
                <a:gd name="T14" fmla="*/ 192 w 192"/>
                <a:gd name="T15" fmla="*/ 6 h 53"/>
                <a:gd name="T16" fmla="*/ 192 w 192"/>
                <a:gd name="T17" fmla="*/ 0 h 53"/>
                <a:gd name="T18" fmla="*/ 159 w 192"/>
                <a:gd name="T19" fmla="*/ 0 h 53"/>
                <a:gd name="T20" fmla="*/ 33 w 192"/>
                <a:gd name="T21" fmla="*/ 0 h 53"/>
                <a:gd name="T22" fmla="*/ 153 w 192"/>
                <a:gd name="T23" fmla="*/ 47 h 53"/>
                <a:gd name="T24" fmla="*/ 39 w 192"/>
                <a:gd name="T25" fmla="*/ 47 h 53"/>
                <a:gd name="T26" fmla="*/ 39 w 192"/>
                <a:gd name="T27" fmla="*/ 6 h 53"/>
                <a:gd name="T28" fmla="*/ 153 w 192"/>
                <a:gd name="T29" fmla="*/ 6 h 53"/>
                <a:gd name="T30" fmla="*/ 153 w 192"/>
                <a:gd name="T3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53">
                  <a:moveTo>
                    <a:pt x="33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3" y="6"/>
                  </a:lnTo>
                  <a:lnTo>
                    <a:pt x="33" y="53"/>
                  </a:lnTo>
                  <a:lnTo>
                    <a:pt x="159" y="53"/>
                  </a:lnTo>
                  <a:lnTo>
                    <a:pt x="159" y="6"/>
                  </a:lnTo>
                  <a:lnTo>
                    <a:pt x="192" y="6"/>
                  </a:lnTo>
                  <a:lnTo>
                    <a:pt x="192" y="0"/>
                  </a:lnTo>
                  <a:lnTo>
                    <a:pt x="159" y="0"/>
                  </a:lnTo>
                  <a:lnTo>
                    <a:pt x="33" y="0"/>
                  </a:lnTo>
                  <a:close/>
                  <a:moveTo>
                    <a:pt x="153" y="47"/>
                  </a:moveTo>
                  <a:lnTo>
                    <a:pt x="39" y="47"/>
                  </a:lnTo>
                  <a:lnTo>
                    <a:pt x="39" y="6"/>
                  </a:lnTo>
                  <a:lnTo>
                    <a:pt x="153" y="6"/>
                  </a:lnTo>
                  <a:lnTo>
                    <a:pt x="153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2" name="Группа 641"/>
          <p:cNvGrpSpPr/>
          <p:nvPr/>
        </p:nvGrpSpPr>
        <p:grpSpPr>
          <a:xfrm>
            <a:off x="4824413" y="4007515"/>
            <a:ext cx="285750" cy="303213"/>
            <a:chOff x="4824413" y="4007515"/>
            <a:chExt cx="285750" cy="303213"/>
          </a:xfrm>
        </p:grpSpPr>
        <p:sp>
          <p:nvSpPr>
            <p:cNvPr id="593" name="Rectangle 602"/>
            <p:cNvSpPr>
              <a:spLocks noChangeArrowheads="1"/>
            </p:cNvSpPr>
            <p:nvPr/>
          </p:nvSpPr>
          <p:spPr bwMode="auto">
            <a:xfrm>
              <a:off x="4824413" y="4007515"/>
              <a:ext cx="9525" cy="3032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4" name="Freeform 603"/>
            <p:cNvSpPr>
              <a:spLocks noEditPoints="1"/>
            </p:cNvSpPr>
            <p:nvPr/>
          </p:nvSpPr>
          <p:spPr bwMode="auto">
            <a:xfrm>
              <a:off x="4852988" y="4167853"/>
              <a:ext cx="257175" cy="85725"/>
            </a:xfrm>
            <a:custGeom>
              <a:avLst/>
              <a:gdLst>
                <a:gd name="T0" fmla="*/ 162 w 162"/>
                <a:gd name="T1" fmla="*/ 0 h 54"/>
                <a:gd name="T2" fmla="*/ 0 w 162"/>
                <a:gd name="T3" fmla="*/ 0 h 54"/>
                <a:gd name="T4" fmla="*/ 0 w 162"/>
                <a:gd name="T5" fmla="*/ 54 h 54"/>
                <a:gd name="T6" fmla="*/ 162 w 162"/>
                <a:gd name="T7" fmla="*/ 54 h 54"/>
                <a:gd name="T8" fmla="*/ 162 w 162"/>
                <a:gd name="T9" fmla="*/ 0 h 54"/>
                <a:gd name="T10" fmla="*/ 156 w 162"/>
                <a:gd name="T11" fmla="*/ 48 h 54"/>
                <a:gd name="T12" fmla="*/ 6 w 162"/>
                <a:gd name="T13" fmla="*/ 48 h 54"/>
                <a:gd name="T14" fmla="*/ 6 w 162"/>
                <a:gd name="T15" fmla="*/ 6 h 54"/>
                <a:gd name="T16" fmla="*/ 156 w 162"/>
                <a:gd name="T17" fmla="*/ 6 h 54"/>
                <a:gd name="T18" fmla="*/ 156 w 162"/>
                <a:gd name="T19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54">
                  <a:moveTo>
                    <a:pt x="162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62" y="54"/>
                  </a:lnTo>
                  <a:lnTo>
                    <a:pt x="162" y="0"/>
                  </a:lnTo>
                  <a:close/>
                  <a:moveTo>
                    <a:pt x="156" y="48"/>
                  </a:moveTo>
                  <a:lnTo>
                    <a:pt x="6" y="48"/>
                  </a:lnTo>
                  <a:lnTo>
                    <a:pt x="6" y="6"/>
                  </a:lnTo>
                  <a:lnTo>
                    <a:pt x="156" y="6"/>
                  </a:lnTo>
                  <a:lnTo>
                    <a:pt x="156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5" name="Freeform 604"/>
            <p:cNvSpPr>
              <a:spLocks noEditPoints="1"/>
            </p:cNvSpPr>
            <p:nvPr/>
          </p:nvSpPr>
          <p:spPr bwMode="auto">
            <a:xfrm>
              <a:off x="4852988" y="4064665"/>
              <a:ext cx="200025" cy="84138"/>
            </a:xfrm>
            <a:custGeom>
              <a:avLst/>
              <a:gdLst>
                <a:gd name="T0" fmla="*/ 0 w 126"/>
                <a:gd name="T1" fmla="*/ 0 h 53"/>
                <a:gd name="T2" fmla="*/ 0 w 126"/>
                <a:gd name="T3" fmla="*/ 53 h 53"/>
                <a:gd name="T4" fmla="*/ 126 w 126"/>
                <a:gd name="T5" fmla="*/ 53 h 53"/>
                <a:gd name="T6" fmla="*/ 126 w 126"/>
                <a:gd name="T7" fmla="*/ 0 h 53"/>
                <a:gd name="T8" fmla="*/ 0 w 126"/>
                <a:gd name="T9" fmla="*/ 0 h 53"/>
                <a:gd name="T10" fmla="*/ 120 w 126"/>
                <a:gd name="T11" fmla="*/ 47 h 53"/>
                <a:gd name="T12" fmla="*/ 6 w 126"/>
                <a:gd name="T13" fmla="*/ 47 h 53"/>
                <a:gd name="T14" fmla="*/ 6 w 126"/>
                <a:gd name="T15" fmla="*/ 6 h 53"/>
                <a:gd name="T16" fmla="*/ 120 w 126"/>
                <a:gd name="T17" fmla="*/ 6 h 53"/>
                <a:gd name="T18" fmla="*/ 120 w 126"/>
                <a:gd name="T19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" h="53">
                  <a:moveTo>
                    <a:pt x="0" y="0"/>
                  </a:moveTo>
                  <a:lnTo>
                    <a:pt x="0" y="53"/>
                  </a:lnTo>
                  <a:lnTo>
                    <a:pt x="126" y="53"/>
                  </a:lnTo>
                  <a:lnTo>
                    <a:pt x="126" y="0"/>
                  </a:lnTo>
                  <a:lnTo>
                    <a:pt x="0" y="0"/>
                  </a:lnTo>
                  <a:close/>
                  <a:moveTo>
                    <a:pt x="120" y="47"/>
                  </a:moveTo>
                  <a:lnTo>
                    <a:pt x="6" y="47"/>
                  </a:lnTo>
                  <a:lnTo>
                    <a:pt x="6" y="6"/>
                  </a:lnTo>
                  <a:lnTo>
                    <a:pt x="120" y="6"/>
                  </a:lnTo>
                  <a:lnTo>
                    <a:pt x="12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389054302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950933" y="411510"/>
            <a:ext cx="12717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/>
              <a:t>Weather</a:t>
            </a:r>
            <a:endParaRPr lang="uk-UA" sz="2400" dirty="0"/>
          </a:p>
        </p:txBody>
      </p:sp>
      <p:grpSp>
        <p:nvGrpSpPr>
          <p:cNvPr id="407" name="Группа 406"/>
          <p:cNvGrpSpPr/>
          <p:nvPr/>
        </p:nvGrpSpPr>
        <p:grpSpPr>
          <a:xfrm>
            <a:off x="5215502" y="1310572"/>
            <a:ext cx="302815" cy="188732"/>
            <a:chOff x="5215502" y="1310572"/>
            <a:chExt cx="302815" cy="188732"/>
          </a:xfrm>
        </p:grpSpPr>
        <p:sp>
          <p:nvSpPr>
            <p:cNvPr id="5" name="Freeform 9"/>
            <p:cNvSpPr>
              <a:spLocks/>
            </p:cNvSpPr>
            <p:nvPr/>
          </p:nvSpPr>
          <p:spPr bwMode="auto">
            <a:xfrm>
              <a:off x="5215502" y="1409163"/>
              <a:ext cx="278871" cy="76056"/>
            </a:xfrm>
            <a:custGeom>
              <a:avLst/>
              <a:gdLst>
                <a:gd name="T0" fmla="*/ 0 w 236"/>
                <a:gd name="T1" fmla="*/ 8 h 64"/>
                <a:gd name="T2" fmla="*/ 204 w 236"/>
                <a:gd name="T3" fmla="*/ 8 h 64"/>
                <a:gd name="T4" fmla="*/ 228 w 236"/>
                <a:gd name="T5" fmla="*/ 32 h 64"/>
                <a:gd name="T6" fmla="*/ 204 w 236"/>
                <a:gd name="T7" fmla="*/ 56 h 64"/>
                <a:gd name="T8" fmla="*/ 180 w 236"/>
                <a:gd name="T9" fmla="*/ 32 h 64"/>
                <a:gd name="T10" fmla="*/ 172 w 236"/>
                <a:gd name="T11" fmla="*/ 32 h 64"/>
                <a:gd name="T12" fmla="*/ 204 w 236"/>
                <a:gd name="T13" fmla="*/ 64 h 64"/>
                <a:gd name="T14" fmla="*/ 236 w 236"/>
                <a:gd name="T15" fmla="*/ 32 h 64"/>
                <a:gd name="T16" fmla="*/ 204 w 236"/>
                <a:gd name="T17" fmla="*/ 0 h 64"/>
                <a:gd name="T18" fmla="*/ 0 w 236"/>
                <a:gd name="T19" fmla="*/ 0 h 64"/>
                <a:gd name="T20" fmla="*/ 0 w 236"/>
                <a:gd name="T21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6" h="64">
                  <a:moveTo>
                    <a:pt x="0" y="8"/>
                  </a:moveTo>
                  <a:cubicBezTo>
                    <a:pt x="204" y="8"/>
                    <a:pt x="204" y="8"/>
                    <a:pt x="204" y="8"/>
                  </a:cubicBezTo>
                  <a:cubicBezTo>
                    <a:pt x="217" y="8"/>
                    <a:pt x="228" y="18"/>
                    <a:pt x="228" y="32"/>
                  </a:cubicBezTo>
                  <a:cubicBezTo>
                    <a:pt x="228" y="45"/>
                    <a:pt x="217" y="56"/>
                    <a:pt x="204" y="56"/>
                  </a:cubicBezTo>
                  <a:cubicBezTo>
                    <a:pt x="191" y="56"/>
                    <a:pt x="180" y="45"/>
                    <a:pt x="180" y="32"/>
                  </a:cubicBezTo>
                  <a:cubicBezTo>
                    <a:pt x="172" y="32"/>
                    <a:pt x="172" y="32"/>
                    <a:pt x="172" y="32"/>
                  </a:cubicBezTo>
                  <a:cubicBezTo>
                    <a:pt x="172" y="49"/>
                    <a:pt x="187" y="64"/>
                    <a:pt x="204" y="64"/>
                  </a:cubicBezTo>
                  <a:cubicBezTo>
                    <a:pt x="222" y="64"/>
                    <a:pt x="236" y="49"/>
                    <a:pt x="236" y="32"/>
                  </a:cubicBezTo>
                  <a:cubicBezTo>
                    <a:pt x="236" y="14"/>
                    <a:pt x="222" y="0"/>
                    <a:pt x="2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" name="Freeform 10"/>
            <p:cNvSpPr>
              <a:spLocks/>
            </p:cNvSpPr>
            <p:nvPr/>
          </p:nvSpPr>
          <p:spPr bwMode="auto">
            <a:xfrm>
              <a:off x="5215502" y="1310572"/>
              <a:ext cx="302815" cy="74648"/>
            </a:xfrm>
            <a:custGeom>
              <a:avLst/>
              <a:gdLst>
                <a:gd name="T0" fmla="*/ 0 w 256"/>
                <a:gd name="T1" fmla="*/ 64 h 64"/>
                <a:gd name="T2" fmla="*/ 224 w 256"/>
                <a:gd name="T3" fmla="*/ 64 h 64"/>
                <a:gd name="T4" fmla="*/ 256 w 256"/>
                <a:gd name="T5" fmla="*/ 32 h 64"/>
                <a:gd name="T6" fmla="*/ 224 w 256"/>
                <a:gd name="T7" fmla="*/ 0 h 64"/>
                <a:gd name="T8" fmla="*/ 192 w 256"/>
                <a:gd name="T9" fmla="*/ 32 h 64"/>
                <a:gd name="T10" fmla="*/ 200 w 256"/>
                <a:gd name="T11" fmla="*/ 32 h 64"/>
                <a:gd name="T12" fmla="*/ 224 w 256"/>
                <a:gd name="T13" fmla="*/ 8 h 64"/>
                <a:gd name="T14" fmla="*/ 248 w 256"/>
                <a:gd name="T15" fmla="*/ 32 h 64"/>
                <a:gd name="T16" fmla="*/ 224 w 256"/>
                <a:gd name="T17" fmla="*/ 56 h 64"/>
                <a:gd name="T18" fmla="*/ 0 w 256"/>
                <a:gd name="T19" fmla="*/ 56 h 64"/>
                <a:gd name="T20" fmla="*/ 0 w 256"/>
                <a:gd name="T2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6" h="64">
                  <a:moveTo>
                    <a:pt x="0" y="64"/>
                  </a:moveTo>
                  <a:cubicBezTo>
                    <a:pt x="224" y="64"/>
                    <a:pt x="224" y="64"/>
                    <a:pt x="224" y="64"/>
                  </a:cubicBezTo>
                  <a:cubicBezTo>
                    <a:pt x="242" y="64"/>
                    <a:pt x="256" y="49"/>
                    <a:pt x="256" y="32"/>
                  </a:cubicBezTo>
                  <a:cubicBezTo>
                    <a:pt x="256" y="14"/>
                    <a:pt x="242" y="0"/>
                    <a:pt x="224" y="0"/>
                  </a:cubicBezTo>
                  <a:cubicBezTo>
                    <a:pt x="207" y="0"/>
                    <a:pt x="192" y="14"/>
                    <a:pt x="192" y="32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200" y="18"/>
                    <a:pt x="211" y="8"/>
                    <a:pt x="224" y="8"/>
                  </a:cubicBezTo>
                  <a:cubicBezTo>
                    <a:pt x="237" y="8"/>
                    <a:pt x="248" y="18"/>
                    <a:pt x="248" y="32"/>
                  </a:cubicBezTo>
                  <a:cubicBezTo>
                    <a:pt x="248" y="45"/>
                    <a:pt x="237" y="56"/>
                    <a:pt x="224" y="56"/>
                  </a:cubicBezTo>
                  <a:cubicBezTo>
                    <a:pt x="0" y="56"/>
                    <a:pt x="0" y="56"/>
                    <a:pt x="0" y="56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" name="Freeform 11"/>
            <p:cNvSpPr>
              <a:spLocks/>
            </p:cNvSpPr>
            <p:nvPr/>
          </p:nvSpPr>
          <p:spPr bwMode="auto">
            <a:xfrm>
              <a:off x="5215502" y="1442966"/>
              <a:ext cx="178872" cy="56338"/>
            </a:xfrm>
            <a:custGeom>
              <a:avLst/>
              <a:gdLst>
                <a:gd name="T0" fmla="*/ 0 w 152"/>
                <a:gd name="T1" fmla="*/ 8 h 48"/>
                <a:gd name="T2" fmla="*/ 128 w 152"/>
                <a:gd name="T3" fmla="*/ 8 h 48"/>
                <a:gd name="T4" fmla="*/ 144 w 152"/>
                <a:gd name="T5" fmla="*/ 24 h 48"/>
                <a:gd name="T6" fmla="*/ 128 w 152"/>
                <a:gd name="T7" fmla="*/ 40 h 48"/>
                <a:gd name="T8" fmla="*/ 112 w 152"/>
                <a:gd name="T9" fmla="*/ 24 h 48"/>
                <a:gd name="T10" fmla="*/ 104 w 152"/>
                <a:gd name="T11" fmla="*/ 24 h 48"/>
                <a:gd name="T12" fmla="*/ 128 w 152"/>
                <a:gd name="T13" fmla="*/ 48 h 48"/>
                <a:gd name="T14" fmla="*/ 152 w 152"/>
                <a:gd name="T15" fmla="*/ 24 h 48"/>
                <a:gd name="T16" fmla="*/ 128 w 152"/>
                <a:gd name="T17" fmla="*/ 0 h 48"/>
                <a:gd name="T18" fmla="*/ 0 w 152"/>
                <a:gd name="T19" fmla="*/ 0 h 48"/>
                <a:gd name="T20" fmla="*/ 0 w 152"/>
                <a:gd name="T2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48">
                  <a:moveTo>
                    <a:pt x="0" y="8"/>
                  </a:moveTo>
                  <a:cubicBezTo>
                    <a:pt x="128" y="8"/>
                    <a:pt x="128" y="8"/>
                    <a:pt x="128" y="8"/>
                  </a:cubicBezTo>
                  <a:cubicBezTo>
                    <a:pt x="137" y="8"/>
                    <a:pt x="144" y="15"/>
                    <a:pt x="144" y="24"/>
                  </a:cubicBezTo>
                  <a:cubicBezTo>
                    <a:pt x="144" y="32"/>
                    <a:pt x="137" y="40"/>
                    <a:pt x="128" y="40"/>
                  </a:cubicBezTo>
                  <a:cubicBezTo>
                    <a:pt x="119" y="40"/>
                    <a:pt x="112" y="32"/>
                    <a:pt x="112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4" y="37"/>
                    <a:pt x="115" y="48"/>
                    <a:pt x="128" y="48"/>
                  </a:cubicBezTo>
                  <a:cubicBezTo>
                    <a:pt x="141" y="48"/>
                    <a:pt x="152" y="37"/>
                    <a:pt x="152" y="24"/>
                  </a:cubicBezTo>
                  <a:cubicBezTo>
                    <a:pt x="152" y="10"/>
                    <a:pt x="141" y="0"/>
                    <a:pt x="1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" name="Группа 1"/>
          <p:cNvGrpSpPr/>
          <p:nvPr/>
        </p:nvGrpSpPr>
        <p:grpSpPr>
          <a:xfrm>
            <a:off x="2073276" y="1252826"/>
            <a:ext cx="302815" cy="302815"/>
            <a:chOff x="2073276" y="1252826"/>
            <a:chExt cx="302815" cy="302815"/>
          </a:xfrm>
        </p:grpSpPr>
        <p:sp>
          <p:nvSpPr>
            <p:cNvPr id="8" name="Freeform 12"/>
            <p:cNvSpPr>
              <a:spLocks noEditPoints="1"/>
            </p:cNvSpPr>
            <p:nvPr/>
          </p:nvSpPr>
          <p:spPr bwMode="auto">
            <a:xfrm>
              <a:off x="2073276" y="1252826"/>
              <a:ext cx="302815" cy="302815"/>
            </a:xfrm>
            <a:custGeom>
              <a:avLst/>
              <a:gdLst>
                <a:gd name="T0" fmla="*/ 128 w 256"/>
                <a:gd name="T1" fmla="*/ 256 h 256"/>
                <a:gd name="T2" fmla="*/ 256 w 256"/>
                <a:gd name="T3" fmla="*/ 128 h 256"/>
                <a:gd name="T4" fmla="*/ 128 w 256"/>
                <a:gd name="T5" fmla="*/ 0 h 256"/>
                <a:gd name="T6" fmla="*/ 0 w 256"/>
                <a:gd name="T7" fmla="*/ 128 h 256"/>
                <a:gd name="T8" fmla="*/ 128 w 256"/>
                <a:gd name="T9" fmla="*/ 256 h 256"/>
                <a:gd name="T10" fmla="*/ 128 w 256"/>
                <a:gd name="T11" fmla="*/ 8 h 256"/>
                <a:gd name="T12" fmla="*/ 248 w 256"/>
                <a:gd name="T13" fmla="*/ 128 h 256"/>
                <a:gd name="T14" fmla="*/ 128 w 256"/>
                <a:gd name="T15" fmla="*/ 248 h 256"/>
                <a:gd name="T16" fmla="*/ 8 w 256"/>
                <a:gd name="T17" fmla="*/ 128 h 256"/>
                <a:gd name="T18" fmla="*/ 128 w 256"/>
                <a:gd name="T19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99" y="256"/>
                    <a:pt x="256" y="198"/>
                    <a:pt x="256" y="128"/>
                  </a:cubicBezTo>
                  <a:cubicBezTo>
                    <a:pt x="256" y="57"/>
                    <a:pt x="199" y="0"/>
                    <a:pt x="128" y="0"/>
                  </a:cubicBezTo>
                  <a:cubicBezTo>
                    <a:pt x="58" y="0"/>
                    <a:pt x="0" y="57"/>
                    <a:pt x="0" y="128"/>
                  </a:cubicBezTo>
                  <a:cubicBezTo>
                    <a:pt x="0" y="198"/>
                    <a:pt x="58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194" y="8"/>
                    <a:pt x="248" y="61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ubicBezTo>
                    <a:pt x="62" y="248"/>
                    <a:pt x="8" y="194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Freeform 13"/>
            <p:cNvSpPr>
              <a:spLocks noEditPoints="1"/>
            </p:cNvSpPr>
            <p:nvPr/>
          </p:nvSpPr>
          <p:spPr bwMode="auto">
            <a:xfrm>
              <a:off x="2201444" y="1380994"/>
              <a:ext cx="46479" cy="47887"/>
            </a:xfrm>
            <a:custGeom>
              <a:avLst/>
              <a:gdLst>
                <a:gd name="T0" fmla="*/ 40 w 40"/>
                <a:gd name="T1" fmla="*/ 20 h 40"/>
                <a:gd name="T2" fmla="*/ 20 w 40"/>
                <a:gd name="T3" fmla="*/ 0 h 40"/>
                <a:gd name="T4" fmla="*/ 0 w 40"/>
                <a:gd name="T5" fmla="*/ 20 h 40"/>
                <a:gd name="T6" fmla="*/ 20 w 40"/>
                <a:gd name="T7" fmla="*/ 40 h 40"/>
                <a:gd name="T8" fmla="*/ 40 w 40"/>
                <a:gd name="T9" fmla="*/ 20 h 40"/>
                <a:gd name="T10" fmla="*/ 8 w 40"/>
                <a:gd name="T11" fmla="*/ 20 h 40"/>
                <a:gd name="T12" fmla="*/ 20 w 40"/>
                <a:gd name="T13" fmla="*/ 8 h 40"/>
                <a:gd name="T14" fmla="*/ 32 w 40"/>
                <a:gd name="T15" fmla="*/ 20 h 40"/>
                <a:gd name="T16" fmla="*/ 20 w 40"/>
                <a:gd name="T17" fmla="*/ 32 h 40"/>
                <a:gd name="T18" fmla="*/ 8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40" y="20"/>
                  </a:move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lose/>
                  <a:moveTo>
                    <a:pt x="8" y="20"/>
                  </a:moveTo>
                  <a:cubicBezTo>
                    <a:pt x="8" y="13"/>
                    <a:pt x="14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ubicBezTo>
                    <a:pt x="32" y="26"/>
                    <a:pt x="27" y="32"/>
                    <a:pt x="20" y="32"/>
                  </a:cubicBezTo>
                  <a:cubicBezTo>
                    <a:pt x="14" y="32"/>
                    <a:pt x="8" y="26"/>
                    <a:pt x="8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" name="Freeform 14"/>
            <p:cNvSpPr>
              <a:spLocks noEditPoints="1"/>
            </p:cNvSpPr>
            <p:nvPr/>
          </p:nvSpPr>
          <p:spPr bwMode="auto">
            <a:xfrm>
              <a:off x="2098628" y="1342966"/>
              <a:ext cx="187323" cy="122535"/>
            </a:xfrm>
            <a:custGeom>
              <a:avLst/>
              <a:gdLst>
                <a:gd name="T0" fmla="*/ 5 w 159"/>
                <a:gd name="T1" fmla="*/ 55 h 104"/>
                <a:gd name="T2" fmla="*/ 107 w 159"/>
                <a:gd name="T3" fmla="*/ 104 h 104"/>
                <a:gd name="T4" fmla="*/ 159 w 159"/>
                <a:gd name="T5" fmla="*/ 52 h 104"/>
                <a:gd name="T6" fmla="*/ 107 w 159"/>
                <a:gd name="T7" fmla="*/ 0 h 104"/>
                <a:gd name="T8" fmla="*/ 5 w 159"/>
                <a:gd name="T9" fmla="*/ 48 h 104"/>
                <a:gd name="T10" fmla="*/ 0 w 159"/>
                <a:gd name="T11" fmla="*/ 52 h 104"/>
                <a:gd name="T12" fmla="*/ 5 w 159"/>
                <a:gd name="T13" fmla="*/ 55 h 104"/>
                <a:gd name="T14" fmla="*/ 107 w 159"/>
                <a:gd name="T15" fmla="*/ 8 h 104"/>
                <a:gd name="T16" fmla="*/ 151 w 159"/>
                <a:gd name="T17" fmla="*/ 52 h 104"/>
                <a:gd name="T18" fmla="*/ 107 w 159"/>
                <a:gd name="T19" fmla="*/ 96 h 104"/>
                <a:gd name="T20" fmla="*/ 15 w 159"/>
                <a:gd name="T21" fmla="*/ 52 h 104"/>
                <a:gd name="T22" fmla="*/ 107 w 159"/>
                <a:gd name="T23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9" h="104">
                  <a:moveTo>
                    <a:pt x="5" y="55"/>
                  </a:moveTo>
                  <a:cubicBezTo>
                    <a:pt x="8" y="57"/>
                    <a:pt x="80" y="104"/>
                    <a:pt x="107" y="104"/>
                  </a:cubicBezTo>
                  <a:cubicBezTo>
                    <a:pt x="136" y="104"/>
                    <a:pt x="159" y="80"/>
                    <a:pt x="159" y="52"/>
                  </a:cubicBezTo>
                  <a:cubicBezTo>
                    <a:pt x="159" y="23"/>
                    <a:pt x="136" y="0"/>
                    <a:pt x="107" y="0"/>
                  </a:cubicBezTo>
                  <a:cubicBezTo>
                    <a:pt x="80" y="0"/>
                    <a:pt x="8" y="46"/>
                    <a:pt x="5" y="48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5" y="55"/>
                  </a:lnTo>
                  <a:close/>
                  <a:moveTo>
                    <a:pt x="107" y="8"/>
                  </a:moveTo>
                  <a:cubicBezTo>
                    <a:pt x="131" y="8"/>
                    <a:pt x="151" y="27"/>
                    <a:pt x="151" y="52"/>
                  </a:cubicBezTo>
                  <a:cubicBezTo>
                    <a:pt x="151" y="76"/>
                    <a:pt x="131" y="96"/>
                    <a:pt x="107" y="96"/>
                  </a:cubicBezTo>
                  <a:cubicBezTo>
                    <a:pt x="88" y="96"/>
                    <a:pt x="38" y="66"/>
                    <a:pt x="15" y="52"/>
                  </a:cubicBezTo>
                  <a:cubicBezTo>
                    <a:pt x="38" y="37"/>
                    <a:pt x="88" y="8"/>
                    <a:pt x="10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" name="Группа 2"/>
          <p:cNvGrpSpPr/>
          <p:nvPr/>
        </p:nvGrpSpPr>
        <p:grpSpPr>
          <a:xfrm>
            <a:off x="2452146" y="1252826"/>
            <a:ext cx="330983" cy="302815"/>
            <a:chOff x="2452146" y="1252826"/>
            <a:chExt cx="330983" cy="302815"/>
          </a:xfrm>
        </p:grpSpPr>
        <p:sp>
          <p:nvSpPr>
            <p:cNvPr id="11" name="Freeform 15"/>
            <p:cNvSpPr>
              <a:spLocks noEditPoints="1"/>
            </p:cNvSpPr>
            <p:nvPr/>
          </p:nvSpPr>
          <p:spPr bwMode="auto">
            <a:xfrm>
              <a:off x="2452146" y="1252826"/>
              <a:ext cx="330983" cy="302815"/>
            </a:xfrm>
            <a:custGeom>
              <a:avLst/>
              <a:gdLst>
                <a:gd name="T0" fmla="*/ 231 w 281"/>
                <a:gd name="T1" fmla="*/ 218 h 256"/>
                <a:gd name="T2" fmla="*/ 231 w 281"/>
                <a:gd name="T3" fmla="*/ 37 h 256"/>
                <a:gd name="T4" fmla="*/ 140 w 281"/>
                <a:gd name="T5" fmla="*/ 0 h 256"/>
                <a:gd name="T6" fmla="*/ 50 w 281"/>
                <a:gd name="T7" fmla="*/ 37 h 256"/>
                <a:gd name="T8" fmla="*/ 50 w 281"/>
                <a:gd name="T9" fmla="*/ 218 h 256"/>
                <a:gd name="T10" fmla="*/ 140 w 281"/>
                <a:gd name="T11" fmla="*/ 256 h 256"/>
                <a:gd name="T12" fmla="*/ 231 w 281"/>
                <a:gd name="T13" fmla="*/ 218 h 256"/>
                <a:gd name="T14" fmla="*/ 55 w 281"/>
                <a:gd name="T15" fmla="*/ 43 h 256"/>
                <a:gd name="T16" fmla="*/ 140 w 281"/>
                <a:gd name="T17" fmla="*/ 8 h 256"/>
                <a:gd name="T18" fmla="*/ 225 w 281"/>
                <a:gd name="T19" fmla="*/ 43 h 256"/>
                <a:gd name="T20" fmla="*/ 225 w 281"/>
                <a:gd name="T21" fmla="*/ 212 h 256"/>
                <a:gd name="T22" fmla="*/ 140 w 281"/>
                <a:gd name="T23" fmla="*/ 248 h 256"/>
                <a:gd name="T24" fmla="*/ 55 w 281"/>
                <a:gd name="T25" fmla="*/ 212 h 256"/>
                <a:gd name="T26" fmla="*/ 55 w 281"/>
                <a:gd name="T27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1" h="256">
                  <a:moveTo>
                    <a:pt x="231" y="218"/>
                  </a:moveTo>
                  <a:cubicBezTo>
                    <a:pt x="281" y="168"/>
                    <a:pt x="281" y="87"/>
                    <a:pt x="231" y="37"/>
                  </a:cubicBezTo>
                  <a:cubicBezTo>
                    <a:pt x="207" y="13"/>
                    <a:pt x="175" y="0"/>
                    <a:pt x="140" y="0"/>
                  </a:cubicBezTo>
                  <a:cubicBezTo>
                    <a:pt x="106" y="0"/>
                    <a:pt x="74" y="13"/>
                    <a:pt x="50" y="37"/>
                  </a:cubicBezTo>
                  <a:cubicBezTo>
                    <a:pt x="0" y="87"/>
                    <a:pt x="0" y="168"/>
                    <a:pt x="50" y="218"/>
                  </a:cubicBezTo>
                  <a:cubicBezTo>
                    <a:pt x="74" y="242"/>
                    <a:pt x="106" y="256"/>
                    <a:pt x="140" y="256"/>
                  </a:cubicBezTo>
                  <a:cubicBezTo>
                    <a:pt x="175" y="256"/>
                    <a:pt x="207" y="242"/>
                    <a:pt x="231" y="218"/>
                  </a:cubicBezTo>
                  <a:close/>
                  <a:moveTo>
                    <a:pt x="55" y="43"/>
                  </a:moveTo>
                  <a:cubicBezTo>
                    <a:pt x="78" y="20"/>
                    <a:pt x="108" y="8"/>
                    <a:pt x="140" y="8"/>
                  </a:cubicBezTo>
                  <a:cubicBezTo>
                    <a:pt x="172" y="8"/>
                    <a:pt x="203" y="20"/>
                    <a:pt x="225" y="43"/>
                  </a:cubicBezTo>
                  <a:cubicBezTo>
                    <a:pt x="272" y="90"/>
                    <a:pt x="272" y="166"/>
                    <a:pt x="225" y="212"/>
                  </a:cubicBezTo>
                  <a:cubicBezTo>
                    <a:pt x="203" y="235"/>
                    <a:pt x="172" y="248"/>
                    <a:pt x="140" y="248"/>
                  </a:cubicBezTo>
                  <a:cubicBezTo>
                    <a:pt x="108" y="248"/>
                    <a:pt x="78" y="235"/>
                    <a:pt x="55" y="212"/>
                  </a:cubicBezTo>
                  <a:cubicBezTo>
                    <a:pt x="9" y="166"/>
                    <a:pt x="9" y="90"/>
                    <a:pt x="55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Freeform 16"/>
            <p:cNvSpPr>
              <a:spLocks noEditPoints="1"/>
            </p:cNvSpPr>
            <p:nvPr/>
          </p:nvSpPr>
          <p:spPr bwMode="auto">
            <a:xfrm>
              <a:off x="2591581" y="1380994"/>
              <a:ext cx="52113" cy="47887"/>
            </a:xfrm>
            <a:custGeom>
              <a:avLst/>
              <a:gdLst>
                <a:gd name="T0" fmla="*/ 22 w 44"/>
                <a:gd name="T1" fmla="*/ 0 h 40"/>
                <a:gd name="T2" fmla="*/ 8 w 44"/>
                <a:gd name="T3" fmla="*/ 5 h 40"/>
                <a:gd name="T4" fmla="*/ 8 w 44"/>
                <a:gd name="T5" fmla="*/ 34 h 40"/>
                <a:gd name="T6" fmla="*/ 22 w 44"/>
                <a:gd name="T7" fmla="*/ 40 h 40"/>
                <a:gd name="T8" fmla="*/ 36 w 44"/>
                <a:gd name="T9" fmla="*/ 34 h 40"/>
                <a:gd name="T10" fmla="*/ 36 w 44"/>
                <a:gd name="T11" fmla="*/ 5 h 40"/>
                <a:gd name="T12" fmla="*/ 22 w 44"/>
                <a:gd name="T13" fmla="*/ 0 h 40"/>
                <a:gd name="T14" fmla="*/ 31 w 44"/>
                <a:gd name="T15" fmla="*/ 28 h 40"/>
                <a:gd name="T16" fmla="*/ 14 w 44"/>
                <a:gd name="T17" fmla="*/ 28 h 40"/>
                <a:gd name="T18" fmla="*/ 14 w 44"/>
                <a:gd name="T19" fmla="*/ 11 h 40"/>
                <a:gd name="T20" fmla="*/ 22 w 44"/>
                <a:gd name="T21" fmla="*/ 8 h 40"/>
                <a:gd name="T22" fmla="*/ 31 w 44"/>
                <a:gd name="T23" fmla="*/ 11 h 40"/>
                <a:gd name="T24" fmla="*/ 31 w 44"/>
                <a:gd name="T2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40">
                  <a:moveTo>
                    <a:pt x="22" y="0"/>
                  </a:moveTo>
                  <a:cubicBezTo>
                    <a:pt x="17" y="0"/>
                    <a:pt x="12" y="2"/>
                    <a:pt x="8" y="5"/>
                  </a:cubicBezTo>
                  <a:cubicBezTo>
                    <a:pt x="0" y="13"/>
                    <a:pt x="0" y="26"/>
                    <a:pt x="8" y="34"/>
                  </a:cubicBezTo>
                  <a:cubicBezTo>
                    <a:pt x="12" y="38"/>
                    <a:pt x="17" y="40"/>
                    <a:pt x="22" y="40"/>
                  </a:cubicBezTo>
                  <a:cubicBezTo>
                    <a:pt x="28" y="40"/>
                    <a:pt x="33" y="38"/>
                    <a:pt x="36" y="34"/>
                  </a:cubicBezTo>
                  <a:cubicBezTo>
                    <a:pt x="44" y="26"/>
                    <a:pt x="44" y="13"/>
                    <a:pt x="36" y="5"/>
                  </a:cubicBezTo>
                  <a:cubicBezTo>
                    <a:pt x="33" y="2"/>
                    <a:pt x="28" y="0"/>
                    <a:pt x="22" y="0"/>
                  </a:cubicBezTo>
                  <a:close/>
                  <a:moveTo>
                    <a:pt x="31" y="28"/>
                  </a:moveTo>
                  <a:cubicBezTo>
                    <a:pt x="26" y="33"/>
                    <a:pt x="18" y="33"/>
                    <a:pt x="14" y="28"/>
                  </a:cubicBezTo>
                  <a:cubicBezTo>
                    <a:pt x="9" y="23"/>
                    <a:pt x="9" y="16"/>
                    <a:pt x="14" y="11"/>
                  </a:cubicBezTo>
                  <a:cubicBezTo>
                    <a:pt x="16" y="9"/>
                    <a:pt x="19" y="8"/>
                    <a:pt x="22" y="8"/>
                  </a:cubicBezTo>
                  <a:cubicBezTo>
                    <a:pt x="26" y="8"/>
                    <a:pt x="29" y="9"/>
                    <a:pt x="31" y="11"/>
                  </a:cubicBezTo>
                  <a:cubicBezTo>
                    <a:pt x="35" y="16"/>
                    <a:pt x="35" y="23"/>
                    <a:pt x="31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17"/>
            <p:cNvSpPr>
              <a:spLocks noEditPoints="1"/>
            </p:cNvSpPr>
            <p:nvPr/>
          </p:nvSpPr>
          <p:spPr bwMode="auto">
            <a:xfrm>
              <a:off x="2531019" y="1342966"/>
              <a:ext cx="153520" cy="147887"/>
            </a:xfrm>
            <a:custGeom>
              <a:avLst/>
              <a:gdLst>
                <a:gd name="T0" fmla="*/ 110 w 130"/>
                <a:gd name="T1" fmla="*/ 15 h 125"/>
                <a:gd name="T2" fmla="*/ 73 w 130"/>
                <a:gd name="T3" fmla="*/ 0 h 125"/>
                <a:gd name="T4" fmla="*/ 37 w 130"/>
                <a:gd name="T5" fmla="*/ 15 h 125"/>
                <a:gd name="T6" fmla="*/ 1 w 130"/>
                <a:gd name="T7" fmla="*/ 119 h 125"/>
                <a:gd name="T8" fmla="*/ 0 w 130"/>
                <a:gd name="T9" fmla="*/ 125 h 125"/>
                <a:gd name="T10" fmla="*/ 6 w 130"/>
                <a:gd name="T11" fmla="*/ 124 h 125"/>
                <a:gd name="T12" fmla="*/ 110 w 130"/>
                <a:gd name="T13" fmla="*/ 88 h 125"/>
                <a:gd name="T14" fmla="*/ 110 w 130"/>
                <a:gd name="T15" fmla="*/ 15 h 125"/>
                <a:gd name="T16" fmla="*/ 10 w 130"/>
                <a:gd name="T17" fmla="*/ 115 h 125"/>
                <a:gd name="T18" fmla="*/ 42 w 130"/>
                <a:gd name="T19" fmla="*/ 20 h 125"/>
                <a:gd name="T20" fmla="*/ 73 w 130"/>
                <a:gd name="T21" fmla="*/ 8 h 125"/>
                <a:gd name="T22" fmla="*/ 104 w 130"/>
                <a:gd name="T23" fmla="*/ 20 h 125"/>
                <a:gd name="T24" fmla="*/ 104 w 130"/>
                <a:gd name="T25" fmla="*/ 83 h 125"/>
                <a:gd name="T26" fmla="*/ 10 w 130"/>
                <a:gd name="T27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0" h="125">
                  <a:moveTo>
                    <a:pt x="110" y="15"/>
                  </a:moveTo>
                  <a:cubicBezTo>
                    <a:pt x="100" y="5"/>
                    <a:pt x="87" y="0"/>
                    <a:pt x="73" y="0"/>
                  </a:cubicBezTo>
                  <a:cubicBezTo>
                    <a:pt x="59" y="0"/>
                    <a:pt x="46" y="5"/>
                    <a:pt x="37" y="15"/>
                  </a:cubicBezTo>
                  <a:cubicBezTo>
                    <a:pt x="17" y="34"/>
                    <a:pt x="2" y="115"/>
                    <a:pt x="1" y="119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" y="124"/>
                    <a:pt x="6" y="124"/>
                    <a:pt x="6" y="124"/>
                  </a:cubicBezTo>
                  <a:cubicBezTo>
                    <a:pt x="10" y="123"/>
                    <a:pt x="91" y="108"/>
                    <a:pt x="110" y="88"/>
                  </a:cubicBezTo>
                  <a:cubicBezTo>
                    <a:pt x="130" y="68"/>
                    <a:pt x="130" y="35"/>
                    <a:pt x="110" y="15"/>
                  </a:cubicBezTo>
                  <a:close/>
                  <a:moveTo>
                    <a:pt x="10" y="115"/>
                  </a:moveTo>
                  <a:cubicBezTo>
                    <a:pt x="16" y="88"/>
                    <a:pt x="29" y="34"/>
                    <a:pt x="42" y="20"/>
                  </a:cubicBezTo>
                  <a:cubicBezTo>
                    <a:pt x="51" y="12"/>
                    <a:pt x="62" y="8"/>
                    <a:pt x="73" y="8"/>
                  </a:cubicBezTo>
                  <a:cubicBezTo>
                    <a:pt x="85" y="8"/>
                    <a:pt x="96" y="12"/>
                    <a:pt x="104" y="20"/>
                  </a:cubicBezTo>
                  <a:cubicBezTo>
                    <a:pt x="122" y="38"/>
                    <a:pt x="122" y="66"/>
                    <a:pt x="104" y="83"/>
                  </a:cubicBezTo>
                  <a:cubicBezTo>
                    <a:pt x="91" y="96"/>
                    <a:pt x="37" y="109"/>
                    <a:pt x="10" y="1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0" name="Группа 409"/>
          <p:cNvGrpSpPr/>
          <p:nvPr/>
        </p:nvGrpSpPr>
        <p:grpSpPr>
          <a:xfrm>
            <a:off x="6394365" y="1252826"/>
            <a:ext cx="302815" cy="302815"/>
            <a:chOff x="6394365" y="1252826"/>
            <a:chExt cx="302815" cy="302815"/>
          </a:xfrm>
        </p:grpSpPr>
        <p:sp>
          <p:nvSpPr>
            <p:cNvPr id="14" name="Freeform 18"/>
            <p:cNvSpPr>
              <a:spLocks noEditPoints="1"/>
            </p:cNvSpPr>
            <p:nvPr/>
          </p:nvSpPr>
          <p:spPr bwMode="auto">
            <a:xfrm>
              <a:off x="6416900" y="1290854"/>
              <a:ext cx="280280" cy="180280"/>
            </a:xfrm>
            <a:custGeom>
              <a:avLst/>
              <a:gdLst>
                <a:gd name="T0" fmla="*/ 207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40 w 236"/>
                <a:gd name="T17" fmla="*/ 144 h 152"/>
                <a:gd name="T18" fmla="*/ 8 w 236"/>
                <a:gd name="T19" fmla="*/ 112 h 152"/>
                <a:gd name="T20" fmla="*/ 40 w 236"/>
                <a:gd name="T21" fmla="*/ 76 h 152"/>
                <a:gd name="T22" fmla="*/ 51 w 236"/>
                <a:gd name="T23" fmla="*/ 76 h 152"/>
                <a:gd name="T24" fmla="*/ 51 w 236"/>
                <a:gd name="T25" fmla="*/ 72 h 152"/>
                <a:gd name="T26" fmla="*/ 124 w 236"/>
                <a:gd name="T27" fmla="*/ 16 h 152"/>
                <a:gd name="T28" fmla="*/ 200 w 236"/>
                <a:gd name="T29" fmla="*/ 84 h 152"/>
                <a:gd name="T30" fmla="*/ 200 w 236"/>
                <a:gd name="T31" fmla="*/ 88 h 152"/>
                <a:gd name="T32" fmla="*/ 204 w 236"/>
                <a:gd name="T33" fmla="*/ 88 h 152"/>
                <a:gd name="T34" fmla="*/ 228 w 236"/>
                <a:gd name="T35" fmla="*/ 120 h 152"/>
                <a:gd name="T36" fmla="*/ 204 w 236"/>
                <a:gd name="T37" fmla="*/ 144 h 152"/>
                <a:gd name="T38" fmla="*/ 204 w 236"/>
                <a:gd name="T39" fmla="*/ 152 h 152"/>
                <a:gd name="T40" fmla="*/ 236 w 236"/>
                <a:gd name="T41" fmla="*/ 120 h 152"/>
                <a:gd name="T42" fmla="*/ 207 w 236"/>
                <a:gd name="T43" fmla="*/ 80 h 152"/>
                <a:gd name="T44" fmla="*/ 44 w 236"/>
                <a:gd name="T45" fmla="*/ 68 h 152"/>
                <a:gd name="T46" fmla="*/ 40 w 236"/>
                <a:gd name="T47" fmla="*/ 68 h 152"/>
                <a:gd name="T48" fmla="*/ 23 w 236"/>
                <a:gd name="T49" fmla="*/ 71 h 152"/>
                <a:gd name="T50" fmla="*/ 20 w 236"/>
                <a:gd name="T51" fmla="*/ 56 h 152"/>
                <a:gd name="T52" fmla="*/ 68 w 236"/>
                <a:gd name="T53" fmla="*/ 8 h 152"/>
                <a:gd name="T54" fmla="*/ 91 w 236"/>
                <a:gd name="T55" fmla="*/ 14 h 152"/>
                <a:gd name="T56" fmla="*/ 44 w 236"/>
                <a:gd name="T57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6" h="152">
                  <a:moveTo>
                    <a:pt x="207" y="80"/>
                  </a:moveTo>
                  <a:cubicBezTo>
                    <a:pt x="205" y="40"/>
                    <a:pt x="168" y="8"/>
                    <a:pt x="124" y="8"/>
                  </a:cubicBezTo>
                  <a:cubicBezTo>
                    <a:pt x="116" y="8"/>
                    <a:pt x="108" y="9"/>
                    <a:pt x="101" y="11"/>
                  </a:cubicBezTo>
                  <a:cubicBezTo>
                    <a:pt x="91" y="3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4"/>
                    <a:pt x="13" y="70"/>
                    <a:pt x="17" y="76"/>
                  </a:cubicBezTo>
                  <a:cubicBezTo>
                    <a:pt x="6" y="84"/>
                    <a:pt x="0" y="97"/>
                    <a:pt x="0" y="112"/>
                  </a:cubicBezTo>
                  <a:cubicBezTo>
                    <a:pt x="0" y="135"/>
                    <a:pt x="16" y="152"/>
                    <a:pt x="40" y="152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0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8" y="39"/>
                    <a:pt x="88" y="16"/>
                    <a:pt x="124" y="16"/>
                  </a:cubicBezTo>
                  <a:cubicBezTo>
                    <a:pt x="165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4"/>
                    <a:pt x="228" y="120"/>
                  </a:cubicBezTo>
                  <a:cubicBezTo>
                    <a:pt x="228" y="134"/>
                    <a:pt x="218" y="144"/>
                    <a:pt x="204" y="144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2" y="152"/>
                    <a:pt x="236" y="138"/>
                    <a:pt x="236" y="120"/>
                  </a:cubicBezTo>
                  <a:cubicBezTo>
                    <a:pt x="236" y="102"/>
                    <a:pt x="224" y="82"/>
                    <a:pt x="207" y="80"/>
                  </a:cubicBezTo>
                  <a:close/>
                  <a:moveTo>
                    <a:pt x="44" y="68"/>
                  </a:move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8" y="69"/>
                    <a:pt x="23" y="71"/>
                  </a:cubicBezTo>
                  <a:cubicBezTo>
                    <a:pt x="21" y="66"/>
                    <a:pt x="20" y="62"/>
                    <a:pt x="20" y="56"/>
                  </a:cubicBezTo>
                  <a:cubicBezTo>
                    <a:pt x="20" y="29"/>
                    <a:pt x="41" y="8"/>
                    <a:pt x="68" y="8"/>
                  </a:cubicBezTo>
                  <a:cubicBezTo>
                    <a:pt x="76" y="8"/>
                    <a:pt x="84" y="10"/>
                    <a:pt x="91" y="14"/>
                  </a:cubicBezTo>
                  <a:cubicBezTo>
                    <a:pt x="68" y="23"/>
                    <a:pt x="50" y="43"/>
                    <a:pt x="44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" name="Rectangle 19"/>
            <p:cNvSpPr>
              <a:spLocks noChangeArrowheads="1"/>
            </p:cNvSpPr>
            <p:nvPr/>
          </p:nvSpPr>
          <p:spPr bwMode="auto">
            <a:xfrm>
              <a:off x="6394365" y="1352826"/>
              <a:ext cx="2816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Rectangle 20"/>
            <p:cNvSpPr>
              <a:spLocks noChangeArrowheads="1"/>
            </p:cNvSpPr>
            <p:nvPr/>
          </p:nvSpPr>
          <p:spPr bwMode="auto">
            <a:xfrm>
              <a:off x="6492955" y="1252826"/>
              <a:ext cx="9860" cy="2816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6409858" y="1268319"/>
              <a:ext cx="33803" cy="35211"/>
            </a:xfrm>
            <a:custGeom>
              <a:avLst/>
              <a:gdLst>
                <a:gd name="T0" fmla="*/ 4 w 24"/>
                <a:gd name="T1" fmla="*/ 0 h 25"/>
                <a:gd name="T2" fmla="*/ 24 w 24"/>
                <a:gd name="T3" fmla="*/ 20 h 25"/>
                <a:gd name="T4" fmla="*/ 20 w 24"/>
                <a:gd name="T5" fmla="*/ 25 h 25"/>
                <a:gd name="T6" fmla="*/ 0 w 24"/>
                <a:gd name="T7" fmla="*/ 4 h 25"/>
                <a:gd name="T8" fmla="*/ 4 w 24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4" y="0"/>
                  </a:moveTo>
                  <a:lnTo>
                    <a:pt x="24" y="20"/>
                  </a:lnTo>
                  <a:lnTo>
                    <a:pt x="20" y="25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22"/>
            <p:cNvSpPr>
              <a:spLocks/>
            </p:cNvSpPr>
            <p:nvPr/>
          </p:nvSpPr>
          <p:spPr bwMode="auto">
            <a:xfrm>
              <a:off x="6402815" y="1499303"/>
              <a:ext cx="170421" cy="56338"/>
            </a:xfrm>
            <a:custGeom>
              <a:avLst/>
              <a:gdLst>
                <a:gd name="T0" fmla="*/ 120 w 144"/>
                <a:gd name="T1" fmla="*/ 40 h 48"/>
                <a:gd name="T2" fmla="*/ 104 w 144"/>
                <a:gd name="T3" fmla="*/ 24 h 48"/>
                <a:gd name="T4" fmla="*/ 96 w 144"/>
                <a:gd name="T5" fmla="*/ 24 h 48"/>
                <a:gd name="T6" fmla="*/ 120 w 144"/>
                <a:gd name="T7" fmla="*/ 48 h 48"/>
                <a:gd name="T8" fmla="*/ 144 w 144"/>
                <a:gd name="T9" fmla="*/ 24 h 48"/>
                <a:gd name="T10" fmla="*/ 120 w 144"/>
                <a:gd name="T11" fmla="*/ 0 h 48"/>
                <a:gd name="T12" fmla="*/ 0 w 144"/>
                <a:gd name="T13" fmla="*/ 0 h 48"/>
                <a:gd name="T14" fmla="*/ 0 w 144"/>
                <a:gd name="T15" fmla="*/ 8 h 48"/>
                <a:gd name="T16" fmla="*/ 120 w 144"/>
                <a:gd name="T17" fmla="*/ 8 h 48"/>
                <a:gd name="T18" fmla="*/ 136 w 144"/>
                <a:gd name="T19" fmla="*/ 24 h 48"/>
                <a:gd name="T20" fmla="*/ 120 w 144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" h="48">
                  <a:moveTo>
                    <a:pt x="120" y="40"/>
                  </a:moveTo>
                  <a:cubicBezTo>
                    <a:pt x="111" y="40"/>
                    <a:pt x="104" y="32"/>
                    <a:pt x="104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37"/>
                    <a:pt x="106" y="48"/>
                    <a:pt x="120" y="48"/>
                  </a:cubicBezTo>
                  <a:cubicBezTo>
                    <a:pt x="133" y="48"/>
                    <a:pt x="144" y="37"/>
                    <a:pt x="144" y="24"/>
                  </a:cubicBezTo>
                  <a:cubicBezTo>
                    <a:pt x="144" y="10"/>
                    <a:pt x="133" y="0"/>
                    <a:pt x="12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8" y="8"/>
                    <a:pt x="136" y="15"/>
                    <a:pt x="136" y="24"/>
                  </a:cubicBezTo>
                  <a:cubicBezTo>
                    <a:pt x="136" y="32"/>
                    <a:pt x="128" y="40"/>
                    <a:pt x="120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Freeform 23"/>
            <p:cNvSpPr>
              <a:spLocks/>
            </p:cNvSpPr>
            <p:nvPr/>
          </p:nvSpPr>
          <p:spPr bwMode="auto">
            <a:xfrm>
              <a:off x="6412675" y="1433106"/>
              <a:ext cx="222533" cy="56338"/>
            </a:xfrm>
            <a:custGeom>
              <a:avLst/>
              <a:gdLst>
                <a:gd name="T0" fmla="*/ 164 w 188"/>
                <a:gd name="T1" fmla="*/ 40 h 48"/>
                <a:gd name="T2" fmla="*/ 0 w 188"/>
                <a:gd name="T3" fmla="*/ 40 h 48"/>
                <a:gd name="T4" fmla="*/ 0 w 188"/>
                <a:gd name="T5" fmla="*/ 48 h 48"/>
                <a:gd name="T6" fmla="*/ 164 w 188"/>
                <a:gd name="T7" fmla="*/ 48 h 48"/>
                <a:gd name="T8" fmla="*/ 188 w 188"/>
                <a:gd name="T9" fmla="*/ 24 h 48"/>
                <a:gd name="T10" fmla="*/ 164 w 188"/>
                <a:gd name="T11" fmla="*/ 0 h 48"/>
                <a:gd name="T12" fmla="*/ 140 w 188"/>
                <a:gd name="T13" fmla="*/ 24 h 48"/>
                <a:gd name="T14" fmla="*/ 148 w 188"/>
                <a:gd name="T15" fmla="*/ 24 h 48"/>
                <a:gd name="T16" fmla="*/ 164 w 188"/>
                <a:gd name="T17" fmla="*/ 8 h 48"/>
                <a:gd name="T18" fmla="*/ 180 w 188"/>
                <a:gd name="T19" fmla="*/ 24 h 48"/>
                <a:gd name="T20" fmla="*/ 164 w 188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48">
                  <a:moveTo>
                    <a:pt x="164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77" y="48"/>
                    <a:pt x="188" y="37"/>
                    <a:pt x="188" y="24"/>
                  </a:cubicBezTo>
                  <a:cubicBezTo>
                    <a:pt x="188" y="10"/>
                    <a:pt x="177" y="0"/>
                    <a:pt x="164" y="0"/>
                  </a:cubicBezTo>
                  <a:cubicBezTo>
                    <a:pt x="150" y="0"/>
                    <a:pt x="140" y="10"/>
                    <a:pt x="140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15"/>
                    <a:pt x="155" y="8"/>
                    <a:pt x="164" y="8"/>
                  </a:cubicBezTo>
                  <a:cubicBezTo>
                    <a:pt x="172" y="8"/>
                    <a:pt x="180" y="15"/>
                    <a:pt x="180" y="24"/>
                  </a:cubicBezTo>
                  <a:cubicBezTo>
                    <a:pt x="180" y="32"/>
                    <a:pt x="172" y="40"/>
                    <a:pt x="164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2" name="Группа 401"/>
          <p:cNvGrpSpPr/>
          <p:nvPr/>
        </p:nvGrpSpPr>
        <p:grpSpPr>
          <a:xfrm>
            <a:off x="3236646" y="1252826"/>
            <a:ext cx="332391" cy="302815"/>
            <a:chOff x="3236646" y="1252826"/>
            <a:chExt cx="332391" cy="302815"/>
          </a:xfrm>
        </p:grpSpPr>
        <p:sp>
          <p:nvSpPr>
            <p:cNvPr id="20" name="Freeform 24"/>
            <p:cNvSpPr>
              <a:spLocks noEditPoints="1"/>
            </p:cNvSpPr>
            <p:nvPr/>
          </p:nvSpPr>
          <p:spPr bwMode="auto">
            <a:xfrm>
              <a:off x="3236646" y="1252826"/>
              <a:ext cx="332391" cy="302815"/>
            </a:xfrm>
            <a:custGeom>
              <a:avLst/>
              <a:gdLst>
                <a:gd name="T0" fmla="*/ 141 w 281"/>
                <a:gd name="T1" fmla="*/ 0 h 256"/>
                <a:gd name="T2" fmla="*/ 50 w 281"/>
                <a:gd name="T3" fmla="*/ 37 h 256"/>
                <a:gd name="T4" fmla="*/ 50 w 281"/>
                <a:gd name="T5" fmla="*/ 218 h 256"/>
                <a:gd name="T6" fmla="*/ 141 w 281"/>
                <a:gd name="T7" fmla="*/ 256 h 256"/>
                <a:gd name="T8" fmla="*/ 231 w 281"/>
                <a:gd name="T9" fmla="*/ 218 h 256"/>
                <a:gd name="T10" fmla="*/ 231 w 281"/>
                <a:gd name="T11" fmla="*/ 37 h 256"/>
                <a:gd name="T12" fmla="*/ 141 w 281"/>
                <a:gd name="T13" fmla="*/ 0 h 256"/>
                <a:gd name="T14" fmla="*/ 225 w 281"/>
                <a:gd name="T15" fmla="*/ 212 h 256"/>
                <a:gd name="T16" fmla="*/ 141 w 281"/>
                <a:gd name="T17" fmla="*/ 248 h 256"/>
                <a:gd name="T18" fmla="*/ 56 w 281"/>
                <a:gd name="T19" fmla="*/ 212 h 256"/>
                <a:gd name="T20" fmla="*/ 56 w 281"/>
                <a:gd name="T21" fmla="*/ 43 h 256"/>
                <a:gd name="T22" fmla="*/ 141 w 281"/>
                <a:gd name="T23" fmla="*/ 8 h 256"/>
                <a:gd name="T24" fmla="*/ 225 w 281"/>
                <a:gd name="T25" fmla="*/ 43 h 256"/>
                <a:gd name="T26" fmla="*/ 225 w 281"/>
                <a:gd name="T27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1" h="256">
                  <a:moveTo>
                    <a:pt x="141" y="0"/>
                  </a:moveTo>
                  <a:cubicBezTo>
                    <a:pt x="106" y="0"/>
                    <a:pt x="74" y="13"/>
                    <a:pt x="50" y="37"/>
                  </a:cubicBezTo>
                  <a:cubicBezTo>
                    <a:pt x="0" y="87"/>
                    <a:pt x="0" y="168"/>
                    <a:pt x="50" y="218"/>
                  </a:cubicBezTo>
                  <a:cubicBezTo>
                    <a:pt x="74" y="242"/>
                    <a:pt x="106" y="256"/>
                    <a:pt x="141" y="256"/>
                  </a:cubicBezTo>
                  <a:cubicBezTo>
                    <a:pt x="175" y="256"/>
                    <a:pt x="207" y="242"/>
                    <a:pt x="231" y="218"/>
                  </a:cubicBezTo>
                  <a:cubicBezTo>
                    <a:pt x="281" y="168"/>
                    <a:pt x="281" y="87"/>
                    <a:pt x="231" y="37"/>
                  </a:cubicBezTo>
                  <a:cubicBezTo>
                    <a:pt x="207" y="13"/>
                    <a:pt x="175" y="0"/>
                    <a:pt x="141" y="0"/>
                  </a:cubicBezTo>
                  <a:close/>
                  <a:moveTo>
                    <a:pt x="225" y="212"/>
                  </a:moveTo>
                  <a:cubicBezTo>
                    <a:pt x="203" y="235"/>
                    <a:pt x="173" y="248"/>
                    <a:pt x="141" y="248"/>
                  </a:cubicBezTo>
                  <a:cubicBezTo>
                    <a:pt x="109" y="248"/>
                    <a:pt x="78" y="235"/>
                    <a:pt x="56" y="212"/>
                  </a:cubicBezTo>
                  <a:cubicBezTo>
                    <a:pt x="9" y="166"/>
                    <a:pt x="9" y="90"/>
                    <a:pt x="56" y="43"/>
                  </a:cubicBezTo>
                  <a:cubicBezTo>
                    <a:pt x="78" y="20"/>
                    <a:pt x="109" y="8"/>
                    <a:pt x="141" y="8"/>
                  </a:cubicBezTo>
                  <a:cubicBezTo>
                    <a:pt x="173" y="8"/>
                    <a:pt x="203" y="20"/>
                    <a:pt x="225" y="43"/>
                  </a:cubicBezTo>
                  <a:cubicBezTo>
                    <a:pt x="272" y="90"/>
                    <a:pt x="272" y="166"/>
                    <a:pt x="225" y="2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5"/>
            <p:cNvSpPr>
              <a:spLocks noEditPoints="1"/>
            </p:cNvSpPr>
            <p:nvPr/>
          </p:nvSpPr>
          <p:spPr bwMode="auto">
            <a:xfrm>
              <a:off x="3377490" y="1380994"/>
              <a:ext cx="52113" cy="47887"/>
            </a:xfrm>
            <a:custGeom>
              <a:avLst/>
              <a:gdLst>
                <a:gd name="T0" fmla="*/ 22 w 44"/>
                <a:gd name="T1" fmla="*/ 0 h 40"/>
                <a:gd name="T2" fmla="*/ 7 w 44"/>
                <a:gd name="T3" fmla="*/ 5 h 40"/>
                <a:gd name="T4" fmla="*/ 7 w 44"/>
                <a:gd name="T5" fmla="*/ 34 h 40"/>
                <a:gd name="T6" fmla="*/ 22 w 44"/>
                <a:gd name="T7" fmla="*/ 40 h 40"/>
                <a:gd name="T8" fmla="*/ 36 w 44"/>
                <a:gd name="T9" fmla="*/ 34 h 40"/>
                <a:gd name="T10" fmla="*/ 36 w 44"/>
                <a:gd name="T11" fmla="*/ 5 h 40"/>
                <a:gd name="T12" fmla="*/ 22 w 44"/>
                <a:gd name="T13" fmla="*/ 0 h 40"/>
                <a:gd name="T14" fmla="*/ 30 w 44"/>
                <a:gd name="T15" fmla="*/ 28 h 40"/>
                <a:gd name="T16" fmla="*/ 13 w 44"/>
                <a:gd name="T17" fmla="*/ 28 h 40"/>
                <a:gd name="T18" fmla="*/ 13 w 44"/>
                <a:gd name="T19" fmla="*/ 11 h 40"/>
                <a:gd name="T20" fmla="*/ 22 w 44"/>
                <a:gd name="T21" fmla="*/ 8 h 40"/>
                <a:gd name="T22" fmla="*/ 30 w 44"/>
                <a:gd name="T23" fmla="*/ 11 h 40"/>
                <a:gd name="T24" fmla="*/ 30 w 44"/>
                <a:gd name="T2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40">
                  <a:moveTo>
                    <a:pt x="22" y="0"/>
                  </a:moveTo>
                  <a:cubicBezTo>
                    <a:pt x="16" y="0"/>
                    <a:pt x="11" y="2"/>
                    <a:pt x="7" y="5"/>
                  </a:cubicBezTo>
                  <a:cubicBezTo>
                    <a:pt x="0" y="13"/>
                    <a:pt x="0" y="26"/>
                    <a:pt x="7" y="34"/>
                  </a:cubicBezTo>
                  <a:cubicBezTo>
                    <a:pt x="11" y="38"/>
                    <a:pt x="16" y="40"/>
                    <a:pt x="22" y="40"/>
                  </a:cubicBezTo>
                  <a:cubicBezTo>
                    <a:pt x="27" y="40"/>
                    <a:pt x="32" y="38"/>
                    <a:pt x="36" y="34"/>
                  </a:cubicBezTo>
                  <a:cubicBezTo>
                    <a:pt x="44" y="26"/>
                    <a:pt x="44" y="13"/>
                    <a:pt x="36" y="5"/>
                  </a:cubicBezTo>
                  <a:cubicBezTo>
                    <a:pt x="32" y="2"/>
                    <a:pt x="27" y="0"/>
                    <a:pt x="22" y="0"/>
                  </a:cubicBezTo>
                  <a:close/>
                  <a:moveTo>
                    <a:pt x="30" y="28"/>
                  </a:moveTo>
                  <a:cubicBezTo>
                    <a:pt x="26" y="33"/>
                    <a:pt x="18" y="33"/>
                    <a:pt x="13" y="28"/>
                  </a:cubicBezTo>
                  <a:cubicBezTo>
                    <a:pt x="8" y="23"/>
                    <a:pt x="8" y="16"/>
                    <a:pt x="13" y="11"/>
                  </a:cubicBezTo>
                  <a:cubicBezTo>
                    <a:pt x="15" y="9"/>
                    <a:pt x="18" y="8"/>
                    <a:pt x="22" y="8"/>
                  </a:cubicBezTo>
                  <a:cubicBezTo>
                    <a:pt x="25" y="8"/>
                    <a:pt x="28" y="9"/>
                    <a:pt x="30" y="11"/>
                  </a:cubicBezTo>
                  <a:cubicBezTo>
                    <a:pt x="35" y="16"/>
                    <a:pt x="35" y="23"/>
                    <a:pt x="30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6"/>
            <p:cNvSpPr>
              <a:spLocks noEditPoints="1"/>
            </p:cNvSpPr>
            <p:nvPr/>
          </p:nvSpPr>
          <p:spPr bwMode="auto">
            <a:xfrm>
              <a:off x="3342279" y="1342966"/>
              <a:ext cx="147886" cy="147887"/>
            </a:xfrm>
            <a:custGeom>
              <a:avLst/>
              <a:gdLst>
                <a:gd name="T0" fmla="*/ 88 w 125"/>
                <a:gd name="T1" fmla="*/ 15 h 125"/>
                <a:gd name="T2" fmla="*/ 52 w 125"/>
                <a:gd name="T3" fmla="*/ 0 h 125"/>
                <a:gd name="T4" fmla="*/ 15 w 125"/>
                <a:gd name="T5" fmla="*/ 15 h 125"/>
                <a:gd name="T6" fmla="*/ 0 w 125"/>
                <a:gd name="T7" fmla="*/ 52 h 125"/>
                <a:gd name="T8" fmla="*/ 15 w 125"/>
                <a:gd name="T9" fmla="*/ 88 h 125"/>
                <a:gd name="T10" fmla="*/ 119 w 125"/>
                <a:gd name="T11" fmla="*/ 124 h 125"/>
                <a:gd name="T12" fmla="*/ 125 w 125"/>
                <a:gd name="T13" fmla="*/ 125 h 125"/>
                <a:gd name="T14" fmla="*/ 124 w 125"/>
                <a:gd name="T15" fmla="*/ 119 h 125"/>
                <a:gd name="T16" fmla="*/ 88 w 125"/>
                <a:gd name="T17" fmla="*/ 15 h 125"/>
                <a:gd name="T18" fmla="*/ 20 w 125"/>
                <a:gd name="T19" fmla="*/ 83 h 125"/>
                <a:gd name="T20" fmla="*/ 8 w 125"/>
                <a:gd name="T21" fmla="*/ 52 h 125"/>
                <a:gd name="T22" fmla="*/ 20 w 125"/>
                <a:gd name="T23" fmla="*/ 20 h 125"/>
                <a:gd name="T24" fmla="*/ 52 w 125"/>
                <a:gd name="T25" fmla="*/ 8 h 125"/>
                <a:gd name="T26" fmla="*/ 83 w 125"/>
                <a:gd name="T27" fmla="*/ 20 h 125"/>
                <a:gd name="T28" fmla="*/ 115 w 125"/>
                <a:gd name="T29" fmla="*/ 115 h 125"/>
                <a:gd name="T30" fmla="*/ 20 w 125"/>
                <a:gd name="T31" fmla="*/ 8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25">
                  <a:moveTo>
                    <a:pt x="88" y="15"/>
                  </a:moveTo>
                  <a:cubicBezTo>
                    <a:pt x="79" y="5"/>
                    <a:pt x="65" y="0"/>
                    <a:pt x="52" y="0"/>
                  </a:cubicBezTo>
                  <a:cubicBezTo>
                    <a:pt x="38" y="0"/>
                    <a:pt x="25" y="5"/>
                    <a:pt x="15" y="15"/>
                  </a:cubicBezTo>
                  <a:cubicBezTo>
                    <a:pt x="5" y="25"/>
                    <a:pt x="0" y="38"/>
                    <a:pt x="0" y="52"/>
                  </a:cubicBezTo>
                  <a:cubicBezTo>
                    <a:pt x="0" y="65"/>
                    <a:pt x="5" y="79"/>
                    <a:pt x="15" y="88"/>
                  </a:cubicBezTo>
                  <a:cubicBezTo>
                    <a:pt x="34" y="108"/>
                    <a:pt x="115" y="123"/>
                    <a:pt x="119" y="124"/>
                  </a:cubicBezTo>
                  <a:cubicBezTo>
                    <a:pt x="125" y="125"/>
                    <a:pt x="125" y="125"/>
                    <a:pt x="125" y="125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3" y="115"/>
                    <a:pt x="108" y="34"/>
                    <a:pt x="88" y="15"/>
                  </a:cubicBezTo>
                  <a:close/>
                  <a:moveTo>
                    <a:pt x="20" y="83"/>
                  </a:moveTo>
                  <a:cubicBezTo>
                    <a:pt x="12" y="74"/>
                    <a:pt x="8" y="63"/>
                    <a:pt x="8" y="52"/>
                  </a:cubicBezTo>
                  <a:cubicBezTo>
                    <a:pt x="8" y="40"/>
                    <a:pt x="12" y="29"/>
                    <a:pt x="20" y="20"/>
                  </a:cubicBezTo>
                  <a:cubicBezTo>
                    <a:pt x="29" y="12"/>
                    <a:pt x="40" y="8"/>
                    <a:pt x="52" y="8"/>
                  </a:cubicBezTo>
                  <a:cubicBezTo>
                    <a:pt x="63" y="8"/>
                    <a:pt x="74" y="12"/>
                    <a:pt x="83" y="20"/>
                  </a:cubicBezTo>
                  <a:cubicBezTo>
                    <a:pt x="96" y="34"/>
                    <a:pt x="109" y="88"/>
                    <a:pt x="115" y="115"/>
                  </a:cubicBezTo>
                  <a:cubicBezTo>
                    <a:pt x="88" y="109"/>
                    <a:pt x="34" y="96"/>
                    <a:pt x="20" y="8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3" name="Группа 402"/>
          <p:cNvGrpSpPr/>
          <p:nvPr/>
        </p:nvGrpSpPr>
        <p:grpSpPr>
          <a:xfrm>
            <a:off x="3645093" y="1252826"/>
            <a:ext cx="302815" cy="302815"/>
            <a:chOff x="3645093" y="1252826"/>
            <a:chExt cx="302815" cy="302815"/>
          </a:xfrm>
        </p:grpSpPr>
        <p:sp>
          <p:nvSpPr>
            <p:cNvPr id="23" name="Freeform 27"/>
            <p:cNvSpPr>
              <a:spLocks noEditPoints="1"/>
            </p:cNvSpPr>
            <p:nvPr/>
          </p:nvSpPr>
          <p:spPr bwMode="auto">
            <a:xfrm>
              <a:off x="3645093" y="1252826"/>
              <a:ext cx="302815" cy="302815"/>
            </a:xfrm>
            <a:custGeom>
              <a:avLst/>
              <a:gdLst>
                <a:gd name="T0" fmla="*/ 128 w 256"/>
                <a:gd name="T1" fmla="*/ 256 h 256"/>
                <a:gd name="T2" fmla="*/ 256 w 256"/>
                <a:gd name="T3" fmla="*/ 128 h 256"/>
                <a:gd name="T4" fmla="*/ 128 w 256"/>
                <a:gd name="T5" fmla="*/ 0 h 256"/>
                <a:gd name="T6" fmla="*/ 0 w 256"/>
                <a:gd name="T7" fmla="*/ 128 h 256"/>
                <a:gd name="T8" fmla="*/ 128 w 256"/>
                <a:gd name="T9" fmla="*/ 256 h 256"/>
                <a:gd name="T10" fmla="*/ 128 w 256"/>
                <a:gd name="T11" fmla="*/ 8 h 256"/>
                <a:gd name="T12" fmla="*/ 248 w 256"/>
                <a:gd name="T13" fmla="*/ 128 h 256"/>
                <a:gd name="T14" fmla="*/ 128 w 256"/>
                <a:gd name="T15" fmla="*/ 248 h 256"/>
                <a:gd name="T16" fmla="*/ 8 w 256"/>
                <a:gd name="T17" fmla="*/ 128 h 256"/>
                <a:gd name="T18" fmla="*/ 128 w 256"/>
                <a:gd name="T19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98" y="256"/>
                    <a:pt x="256" y="198"/>
                    <a:pt x="256" y="128"/>
                  </a:cubicBezTo>
                  <a:cubicBezTo>
                    <a:pt x="256" y="57"/>
                    <a:pt x="198" y="0"/>
                    <a:pt x="128" y="0"/>
                  </a:cubicBezTo>
                  <a:cubicBezTo>
                    <a:pt x="57" y="0"/>
                    <a:pt x="0" y="57"/>
                    <a:pt x="0" y="128"/>
                  </a:cubicBezTo>
                  <a:cubicBezTo>
                    <a:pt x="0" y="198"/>
                    <a:pt x="57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194" y="8"/>
                    <a:pt x="248" y="61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ubicBezTo>
                    <a:pt x="62" y="248"/>
                    <a:pt x="8" y="194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" name="Freeform 28"/>
            <p:cNvSpPr>
              <a:spLocks noEditPoints="1"/>
            </p:cNvSpPr>
            <p:nvPr/>
          </p:nvSpPr>
          <p:spPr bwMode="auto">
            <a:xfrm>
              <a:off x="3771853" y="1380994"/>
              <a:ext cx="47887" cy="47887"/>
            </a:xfrm>
            <a:custGeom>
              <a:avLst/>
              <a:gdLst>
                <a:gd name="T0" fmla="*/ 40 w 40"/>
                <a:gd name="T1" fmla="*/ 20 h 40"/>
                <a:gd name="T2" fmla="*/ 20 w 40"/>
                <a:gd name="T3" fmla="*/ 0 h 40"/>
                <a:gd name="T4" fmla="*/ 0 w 40"/>
                <a:gd name="T5" fmla="*/ 20 h 40"/>
                <a:gd name="T6" fmla="*/ 20 w 40"/>
                <a:gd name="T7" fmla="*/ 40 h 40"/>
                <a:gd name="T8" fmla="*/ 40 w 40"/>
                <a:gd name="T9" fmla="*/ 20 h 40"/>
                <a:gd name="T10" fmla="*/ 8 w 40"/>
                <a:gd name="T11" fmla="*/ 20 h 40"/>
                <a:gd name="T12" fmla="*/ 20 w 40"/>
                <a:gd name="T13" fmla="*/ 8 h 40"/>
                <a:gd name="T14" fmla="*/ 32 w 40"/>
                <a:gd name="T15" fmla="*/ 20 h 40"/>
                <a:gd name="T16" fmla="*/ 20 w 40"/>
                <a:gd name="T17" fmla="*/ 32 h 40"/>
                <a:gd name="T18" fmla="*/ 8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40" y="20"/>
                  </a:move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lose/>
                  <a:moveTo>
                    <a:pt x="8" y="20"/>
                  </a:moveTo>
                  <a:cubicBezTo>
                    <a:pt x="8" y="13"/>
                    <a:pt x="13" y="8"/>
                    <a:pt x="20" y="8"/>
                  </a:cubicBezTo>
                  <a:cubicBezTo>
                    <a:pt x="26" y="8"/>
                    <a:pt x="32" y="13"/>
                    <a:pt x="32" y="20"/>
                  </a:cubicBezTo>
                  <a:cubicBezTo>
                    <a:pt x="32" y="26"/>
                    <a:pt x="26" y="32"/>
                    <a:pt x="20" y="32"/>
                  </a:cubicBezTo>
                  <a:cubicBezTo>
                    <a:pt x="13" y="32"/>
                    <a:pt x="8" y="26"/>
                    <a:pt x="8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" name="Freeform 29"/>
            <p:cNvSpPr>
              <a:spLocks noEditPoints="1"/>
            </p:cNvSpPr>
            <p:nvPr/>
          </p:nvSpPr>
          <p:spPr bwMode="auto">
            <a:xfrm>
              <a:off x="3733825" y="1342966"/>
              <a:ext cx="123943" cy="188731"/>
            </a:xfrm>
            <a:custGeom>
              <a:avLst/>
              <a:gdLst>
                <a:gd name="T0" fmla="*/ 52 w 104"/>
                <a:gd name="T1" fmla="*/ 159 h 159"/>
                <a:gd name="T2" fmla="*/ 55 w 104"/>
                <a:gd name="T3" fmla="*/ 154 h 159"/>
                <a:gd name="T4" fmla="*/ 104 w 104"/>
                <a:gd name="T5" fmla="*/ 52 h 159"/>
                <a:gd name="T6" fmla="*/ 52 w 104"/>
                <a:gd name="T7" fmla="*/ 0 h 159"/>
                <a:gd name="T8" fmla="*/ 0 w 104"/>
                <a:gd name="T9" fmla="*/ 52 h 159"/>
                <a:gd name="T10" fmla="*/ 48 w 104"/>
                <a:gd name="T11" fmla="*/ 154 h 159"/>
                <a:gd name="T12" fmla="*/ 52 w 104"/>
                <a:gd name="T13" fmla="*/ 159 h 159"/>
                <a:gd name="T14" fmla="*/ 52 w 104"/>
                <a:gd name="T15" fmla="*/ 8 h 159"/>
                <a:gd name="T16" fmla="*/ 96 w 104"/>
                <a:gd name="T17" fmla="*/ 52 h 159"/>
                <a:gd name="T18" fmla="*/ 52 w 104"/>
                <a:gd name="T19" fmla="*/ 144 h 159"/>
                <a:gd name="T20" fmla="*/ 8 w 104"/>
                <a:gd name="T21" fmla="*/ 52 h 159"/>
                <a:gd name="T22" fmla="*/ 52 w 104"/>
                <a:gd name="T23" fmla="*/ 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4" h="159">
                  <a:moveTo>
                    <a:pt x="52" y="159"/>
                  </a:moveTo>
                  <a:cubicBezTo>
                    <a:pt x="55" y="154"/>
                    <a:pt x="55" y="154"/>
                    <a:pt x="55" y="154"/>
                  </a:cubicBezTo>
                  <a:cubicBezTo>
                    <a:pt x="57" y="151"/>
                    <a:pt x="104" y="79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ubicBezTo>
                    <a:pt x="23" y="0"/>
                    <a:pt x="0" y="23"/>
                    <a:pt x="0" y="52"/>
                  </a:cubicBezTo>
                  <a:cubicBezTo>
                    <a:pt x="0" y="79"/>
                    <a:pt x="46" y="151"/>
                    <a:pt x="48" y="154"/>
                  </a:cubicBezTo>
                  <a:lnTo>
                    <a:pt x="52" y="159"/>
                  </a:lnTo>
                  <a:close/>
                  <a:moveTo>
                    <a:pt x="52" y="8"/>
                  </a:moveTo>
                  <a:cubicBezTo>
                    <a:pt x="76" y="8"/>
                    <a:pt x="96" y="27"/>
                    <a:pt x="96" y="52"/>
                  </a:cubicBezTo>
                  <a:cubicBezTo>
                    <a:pt x="96" y="71"/>
                    <a:pt x="67" y="121"/>
                    <a:pt x="52" y="144"/>
                  </a:cubicBezTo>
                  <a:cubicBezTo>
                    <a:pt x="37" y="121"/>
                    <a:pt x="8" y="71"/>
                    <a:pt x="8" y="52"/>
                  </a:cubicBezTo>
                  <a:cubicBezTo>
                    <a:pt x="8" y="27"/>
                    <a:pt x="27" y="8"/>
                    <a:pt x="5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4" name="Группа 403"/>
          <p:cNvGrpSpPr/>
          <p:nvPr/>
        </p:nvGrpSpPr>
        <p:grpSpPr>
          <a:xfrm>
            <a:off x="4036639" y="1252826"/>
            <a:ext cx="302815" cy="302815"/>
            <a:chOff x="4036639" y="1252826"/>
            <a:chExt cx="302815" cy="302815"/>
          </a:xfrm>
        </p:grpSpPr>
        <p:sp>
          <p:nvSpPr>
            <p:cNvPr id="26" name="Freeform 30"/>
            <p:cNvSpPr>
              <a:spLocks noEditPoints="1"/>
            </p:cNvSpPr>
            <p:nvPr/>
          </p:nvSpPr>
          <p:spPr bwMode="auto">
            <a:xfrm>
              <a:off x="4036639" y="1252826"/>
              <a:ext cx="302815" cy="302815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4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31"/>
            <p:cNvSpPr>
              <a:spLocks noEditPoints="1"/>
            </p:cNvSpPr>
            <p:nvPr/>
          </p:nvSpPr>
          <p:spPr bwMode="auto">
            <a:xfrm>
              <a:off x="4164807" y="1380994"/>
              <a:ext cx="47887" cy="47887"/>
            </a:xfrm>
            <a:custGeom>
              <a:avLst/>
              <a:gdLst>
                <a:gd name="T0" fmla="*/ 20 w 40"/>
                <a:gd name="T1" fmla="*/ 0 h 40"/>
                <a:gd name="T2" fmla="*/ 6 w 40"/>
                <a:gd name="T3" fmla="*/ 5 h 40"/>
                <a:gd name="T4" fmla="*/ 0 w 40"/>
                <a:gd name="T5" fmla="*/ 20 h 40"/>
                <a:gd name="T6" fmla="*/ 6 w 40"/>
                <a:gd name="T7" fmla="*/ 34 h 40"/>
                <a:gd name="T8" fmla="*/ 20 w 40"/>
                <a:gd name="T9" fmla="*/ 40 h 40"/>
                <a:gd name="T10" fmla="*/ 34 w 40"/>
                <a:gd name="T11" fmla="*/ 34 h 40"/>
                <a:gd name="T12" fmla="*/ 40 w 40"/>
                <a:gd name="T13" fmla="*/ 20 h 40"/>
                <a:gd name="T14" fmla="*/ 34 w 40"/>
                <a:gd name="T15" fmla="*/ 5 h 40"/>
                <a:gd name="T16" fmla="*/ 20 w 40"/>
                <a:gd name="T17" fmla="*/ 0 h 40"/>
                <a:gd name="T18" fmla="*/ 28 w 40"/>
                <a:gd name="T19" fmla="*/ 28 h 40"/>
                <a:gd name="T20" fmla="*/ 11 w 40"/>
                <a:gd name="T21" fmla="*/ 28 h 40"/>
                <a:gd name="T22" fmla="*/ 8 w 40"/>
                <a:gd name="T23" fmla="*/ 20 h 40"/>
                <a:gd name="T24" fmla="*/ 11 w 40"/>
                <a:gd name="T25" fmla="*/ 11 h 40"/>
                <a:gd name="T26" fmla="*/ 20 w 40"/>
                <a:gd name="T27" fmla="*/ 8 h 40"/>
                <a:gd name="T28" fmla="*/ 28 w 40"/>
                <a:gd name="T29" fmla="*/ 11 h 40"/>
                <a:gd name="T30" fmla="*/ 32 w 40"/>
                <a:gd name="T31" fmla="*/ 20 h 40"/>
                <a:gd name="T32" fmla="*/ 28 w 40"/>
                <a:gd name="T33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cubicBezTo>
                    <a:pt x="14" y="0"/>
                    <a:pt x="9" y="2"/>
                    <a:pt x="6" y="5"/>
                  </a:cubicBezTo>
                  <a:cubicBezTo>
                    <a:pt x="2" y="9"/>
                    <a:pt x="0" y="14"/>
                    <a:pt x="0" y="20"/>
                  </a:cubicBezTo>
                  <a:cubicBezTo>
                    <a:pt x="0" y="25"/>
                    <a:pt x="2" y="30"/>
                    <a:pt x="6" y="34"/>
                  </a:cubicBezTo>
                  <a:cubicBezTo>
                    <a:pt x="9" y="38"/>
                    <a:pt x="14" y="40"/>
                    <a:pt x="20" y="40"/>
                  </a:cubicBezTo>
                  <a:cubicBezTo>
                    <a:pt x="25" y="40"/>
                    <a:pt x="30" y="38"/>
                    <a:pt x="34" y="34"/>
                  </a:cubicBezTo>
                  <a:cubicBezTo>
                    <a:pt x="38" y="30"/>
                    <a:pt x="40" y="25"/>
                    <a:pt x="40" y="20"/>
                  </a:cubicBezTo>
                  <a:cubicBezTo>
                    <a:pt x="40" y="14"/>
                    <a:pt x="38" y="9"/>
                    <a:pt x="34" y="5"/>
                  </a:cubicBezTo>
                  <a:cubicBezTo>
                    <a:pt x="30" y="2"/>
                    <a:pt x="25" y="0"/>
                    <a:pt x="20" y="0"/>
                  </a:cubicBezTo>
                  <a:close/>
                  <a:moveTo>
                    <a:pt x="28" y="28"/>
                  </a:moveTo>
                  <a:cubicBezTo>
                    <a:pt x="24" y="33"/>
                    <a:pt x="16" y="33"/>
                    <a:pt x="11" y="28"/>
                  </a:cubicBezTo>
                  <a:cubicBezTo>
                    <a:pt x="9" y="26"/>
                    <a:pt x="8" y="23"/>
                    <a:pt x="8" y="20"/>
                  </a:cubicBezTo>
                  <a:cubicBezTo>
                    <a:pt x="8" y="16"/>
                    <a:pt x="9" y="13"/>
                    <a:pt x="11" y="11"/>
                  </a:cubicBezTo>
                  <a:cubicBezTo>
                    <a:pt x="14" y="9"/>
                    <a:pt x="17" y="8"/>
                    <a:pt x="20" y="8"/>
                  </a:cubicBezTo>
                  <a:cubicBezTo>
                    <a:pt x="23" y="8"/>
                    <a:pt x="26" y="9"/>
                    <a:pt x="28" y="11"/>
                  </a:cubicBezTo>
                  <a:cubicBezTo>
                    <a:pt x="31" y="13"/>
                    <a:pt x="32" y="16"/>
                    <a:pt x="32" y="20"/>
                  </a:cubicBezTo>
                  <a:cubicBezTo>
                    <a:pt x="32" y="23"/>
                    <a:pt x="31" y="26"/>
                    <a:pt x="28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" name="Freeform 32"/>
            <p:cNvSpPr>
              <a:spLocks noEditPoints="1"/>
            </p:cNvSpPr>
            <p:nvPr/>
          </p:nvSpPr>
          <p:spPr bwMode="auto">
            <a:xfrm>
              <a:off x="4102836" y="1317614"/>
              <a:ext cx="147886" cy="147887"/>
            </a:xfrm>
            <a:custGeom>
              <a:avLst/>
              <a:gdLst>
                <a:gd name="T0" fmla="*/ 6 w 125"/>
                <a:gd name="T1" fmla="*/ 1 h 125"/>
                <a:gd name="T2" fmla="*/ 0 w 125"/>
                <a:gd name="T3" fmla="*/ 0 h 125"/>
                <a:gd name="T4" fmla="*/ 1 w 125"/>
                <a:gd name="T5" fmla="*/ 5 h 125"/>
                <a:gd name="T6" fmla="*/ 36 w 125"/>
                <a:gd name="T7" fmla="*/ 109 h 125"/>
                <a:gd name="T8" fmla="*/ 73 w 125"/>
                <a:gd name="T9" fmla="*/ 125 h 125"/>
                <a:gd name="T10" fmla="*/ 110 w 125"/>
                <a:gd name="T11" fmla="*/ 109 h 125"/>
                <a:gd name="T12" fmla="*/ 125 w 125"/>
                <a:gd name="T13" fmla="*/ 73 h 125"/>
                <a:gd name="T14" fmla="*/ 110 w 125"/>
                <a:gd name="T15" fmla="*/ 36 h 125"/>
                <a:gd name="T16" fmla="*/ 6 w 125"/>
                <a:gd name="T17" fmla="*/ 1 h 125"/>
                <a:gd name="T18" fmla="*/ 104 w 125"/>
                <a:gd name="T19" fmla="*/ 104 h 125"/>
                <a:gd name="T20" fmla="*/ 73 w 125"/>
                <a:gd name="T21" fmla="*/ 117 h 125"/>
                <a:gd name="T22" fmla="*/ 42 w 125"/>
                <a:gd name="T23" fmla="*/ 104 h 125"/>
                <a:gd name="T24" fmla="*/ 10 w 125"/>
                <a:gd name="T25" fmla="*/ 10 h 125"/>
                <a:gd name="T26" fmla="*/ 104 w 125"/>
                <a:gd name="T27" fmla="*/ 41 h 125"/>
                <a:gd name="T28" fmla="*/ 117 w 125"/>
                <a:gd name="T29" fmla="*/ 73 h 125"/>
                <a:gd name="T30" fmla="*/ 104 w 125"/>
                <a:gd name="T31" fmla="*/ 10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25">
                  <a:moveTo>
                    <a:pt x="6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9"/>
                    <a:pt x="17" y="90"/>
                    <a:pt x="36" y="109"/>
                  </a:cubicBezTo>
                  <a:cubicBezTo>
                    <a:pt x="46" y="119"/>
                    <a:pt x="59" y="125"/>
                    <a:pt x="73" y="125"/>
                  </a:cubicBezTo>
                  <a:cubicBezTo>
                    <a:pt x="87" y="125"/>
                    <a:pt x="100" y="119"/>
                    <a:pt x="110" y="109"/>
                  </a:cubicBezTo>
                  <a:cubicBezTo>
                    <a:pt x="119" y="100"/>
                    <a:pt x="125" y="86"/>
                    <a:pt x="125" y="73"/>
                  </a:cubicBezTo>
                  <a:cubicBezTo>
                    <a:pt x="125" y="59"/>
                    <a:pt x="119" y="46"/>
                    <a:pt x="110" y="36"/>
                  </a:cubicBezTo>
                  <a:cubicBezTo>
                    <a:pt x="90" y="16"/>
                    <a:pt x="9" y="1"/>
                    <a:pt x="6" y="1"/>
                  </a:cubicBezTo>
                  <a:close/>
                  <a:moveTo>
                    <a:pt x="104" y="104"/>
                  </a:moveTo>
                  <a:cubicBezTo>
                    <a:pt x="96" y="112"/>
                    <a:pt x="85" y="117"/>
                    <a:pt x="73" y="117"/>
                  </a:cubicBezTo>
                  <a:cubicBezTo>
                    <a:pt x="61" y="117"/>
                    <a:pt x="50" y="112"/>
                    <a:pt x="42" y="104"/>
                  </a:cubicBezTo>
                  <a:cubicBezTo>
                    <a:pt x="28" y="90"/>
                    <a:pt x="15" y="36"/>
                    <a:pt x="10" y="10"/>
                  </a:cubicBezTo>
                  <a:cubicBezTo>
                    <a:pt x="36" y="15"/>
                    <a:pt x="90" y="28"/>
                    <a:pt x="104" y="41"/>
                  </a:cubicBezTo>
                  <a:cubicBezTo>
                    <a:pt x="112" y="50"/>
                    <a:pt x="117" y="61"/>
                    <a:pt x="117" y="73"/>
                  </a:cubicBezTo>
                  <a:cubicBezTo>
                    <a:pt x="117" y="84"/>
                    <a:pt x="112" y="95"/>
                    <a:pt x="104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6" name="Группа 405"/>
          <p:cNvGrpSpPr/>
          <p:nvPr/>
        </p:nvGrpSpPr>
        <p:grpSpPr>
          <a:xfrm>
            <a:off x="4415509" y="1252826"/>
            <a:ext cx="330983" cy="302815"/>
            <a:chOff x="4415509" y="1252826"/>
            <a:chExt cx="330983" cy="302815"/>
          </a:xfrm>
        </p:grpSpPr>
        <p:sp>
          <p:nvSpPr>
            <p:cNvPr id="29" name="Freeform 33"/>
            <p:cNvSpPr>
              <a:spLocks noEditPoints="1"/>
            </p:cNvSpPr>
            <p:nvPr/>
          </p:nvSpPr>
          <p:spPr bwMode="auto">
            <a:xfrm>
              <a:off x="4415509" y="1252826"/>
              <a:ext cx="330983" cy="302815"/>
            </a:xfrm>
            <a:custGeom>
              <a:avLst/>
              <a:gdLst>
                <a:gd name="T0" fmla="*/ 140 w 280"/>
                <a:gd name="T1" fmla="*/ 0 h 256"/>
                <a:gd name="T2" fmla="*/ 49 w 280"/>
                <a:gd name="T3" fmla="*/ 37 h 256"/>
                <a:gd name="T4" fmla="*/ 49 w 280"/>
                <a:gd name="T5" fmla="*/ 218 h 256"/>
                <a:gd name="T6" fmla="*/ 140 w 280"/>
                <a:gd name="T7" fmla="*/ 256 h 256"/>
                <a:gd name="T8" fmla="*/ 230 w 280"/>
                <a:gd name="T9" fmla="*/ 218 h 256"/>
                <a:gd name="T10" fmla="*/ 230 w 280"/>
                <a:gd name="T11" fmla="*/ 37 h 256"/>
                <a:gd name="T12" fmla="*/ 140 w 280"/>
                <a:gd name="T13" fmla="*/ 0 h 256"/>
                <a:gd name="T14" fmla="*/ 225 w 280"/>
                <a:gd name="T15" fmla="*/ 212 h 256"/>
                <a:gd name="T16" fmla="*/ 140 w 280"/>
                <a:gd name="T17" fmla="*/ 248 h 256"/>
                <a:gd name="T18" fmla="*/ 55 w 280"/>
                <a:gd name="T19" fmla="*/ 212 h 256"/>
                <a:gd name="T20" fmla="*/ 55 w 280"/>
                <a:gd name="T21" fmla="*/ 43 h 256"/>
                <a:gd name="T22" fmla="*/ 140 w 280"/>
                <a:gd name="T23" fmla="*/ 8 h 256"/>
                <a:gd name="T24" fmla="*/ 225 w 280"/>
                <a:gd name="T25" fmla="*/ 43 h 256"/>
                <a:gd name="T26" fmla="*/ 225 w 280"/>
                <a:gd name="T27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0" h="256">
                  <a:moveTo>
                    <a:pt x="140" y="0"/>
                  </a:moveTo>
                  <a:cubicBezTo>
                    <a:pt x="106" y="0"/>
                    <a:pt x="74" y="13"/>
                    <a:pt x="49" y="37"/>
                  </a:cubicBezTo>
                  <a:cubicBezTo>
                    <a:pt x="0" y="87"/>
                    <a:pt x="0" y="168"/>
                    <a:pt x="49" y="218"/>
                  </a:cubicBezTo>
                  <a:cubicBezTo>
                    <a:pt x="74" y="242"/>
                    <a:pt x="106" y="256"/>
                    <a:pt x="140" y="256"/>
                  </a:cubicBezTo>
                  <a:cubicBezTo>
                    <a:pt x="174" y="256"/>
                    <a:pt x="206" y="242"/>
                    <a:pt x="230" y="218"/>
                  </a:cubicBezTo>
                  <a:cubicBezTo>
                    <a:pt x="280" y="168"/>
                    <a:pt x="280" y="87"/>
                    <a:pt x="230" y="37"/>
                  </a:cubicBezTo>
                  <a:cubicBezTo>
                    <a:pt x="206" y="13"/>
                    <a:pt x="174" y="0"/>
                    <a:pt x="140" y="0"/>
                  </a:cubicBezTo>
                  <a:close/>
                  <a:moveTo>
                    <a:pt x="225" y="212"/>
                  </a:moveTo>
                  <a:cubicBezTo>
                    <a:pt x="202" y="235"/>
                    <a:pt x="172" y="248"/>
                    <a:pt x="140" y="248"/>
                  </a:cubicBezTo>
                  <a:cubicBezTo>
                    <a:pt x="108" y="248"/>
                    <a:pt x="78" y="235"/>
                    <a:pt x="55" y="212"/>
                  </a:cubicBezTo>
                  <a:cubicBezTo>
                    <a:pt x="8" y="166"/>
                    <a:pt x="8" y="90"/>
                    <a:pt x="55" y="43"/>
                  </a:cubicBezTo>
                  <a:cubicBezTo>
                    <a:pt x="78" y="20"/>
                    <a:pt x="108" y="8"/>
                    <a:pt x="140" y="8"/>
                  </a:cubicBezTo>
                  <a:cubicBezTo>
                    <a:pt x="172" y="8"/>
                    <a:pt x="202" y="20"/>
                    <a:pt x="225" y="43"/>
                  </a:cubicBezTo>
                  <a:cubicBezTo>
                    <a:pt x="272" y="90"/>
                    <a:pt x="272" y="166"/>
                    <a:pt x="225" y="2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" name="Freeform 34"/>
            <p:cNvSpPr>
              <a:spLocks noEditPoints="1"/>
            </p:cNvSpPr>
            <p:nvPr/>
          </p:nvSpPr>
          <p:spPr bwMode="auto">
            <a:xfrm>
              <a:off x="4554944" y="1380994"/>
              <a:ext cx="52113" cy="47887"/>
            </a:xfrm>
            <a:custGeom>
              <a:avLst/>
              <a:gdLst>
                <a:gd name="T0" fmla="*/ 22 w 44"/>
                <a:gd name="T1" fmla="*/ 40 h 40"/>
                <a:gd name="T2" fmla="*/ 36 w 44"/>
                <a:gd name="T3" fmla="*/ 34 h 40"/>
                <a:gd name="T4" fmla="*/ 36 w 44"/>
                <a:gd name="T5" fmla="*/ 5 h 40"/>
                <a:gd name="T6" fmla="*/ 22 w 44"/>
                <a:gd name="T7" fmla="*/ 0 h 40"/>
                <a:gd name="T8" fmla="*/ 8 w 44"/>
                <a:gd name="T9" fmla="*/ 5 h 40"/>
                <a:gd name="T10" fmla="*/ 8 w 44"/>
                <a:gd name="T11" fmla="*/ 34 h 40"/>
                <a:gd name="T12" fmla="*/ 22 w 44"/>
                <a:gd name="T13" fmla="*/ 40 h 40"/>
                <a:gd name="T14" fmla="*/ 13 w 44"/>
                <a:gd name="T15" fmla="*/ 11 h 40"/>
                <a:gd name="T16" fmla="*/ 22 w 44"/>
                <a:gd name="T17" fmla="*/ 8 h 40"/>
                <a:gd name="T18" fmla="*/ 30 w 44"/>
                <a:gd name="T19" fmla="*/ 11 h 40"/>
                <a:gd name="T20" fmla="*/ 30 w 44"/>
                <a:gd name="T21" fmla="*/ 28 h 40"/>
                <a:gd name="T22" fmla="*/ 13 w 44"/>
                <a:gd name="T23" fmla="*/ 28 h 40"/>
                <a:gd name="T24" fmla="*/ 13 w 44"/>
                <a:gd name="T25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40">
                  <a:moveTo>
                    <a:pt x="22" y="40"/>
                  </a:moveTo>
                  <a:cubicBezTo>
                    <a:pt x="27" y="40"/>
                    <a:pt x="32" y="38"/>
                    <a:pt x="36" y="34"/>
                  </a:cubicBezTo>
                  <a:cubicBezTo>
                    <a:pt x="44" y="26"/>
                    <a:pt x="44" y="13"/>
                    <a:pt x="36" y="5"/>
                  </a:cubicBezTo>
                  <a:cubicBezTo>
                    <a:pt x="32" y="2"/>
                    <a:pt x="27" y="0"/>
                    <a:pt x="22" y="0"/>
                  </a:cubicBezTo>
                  <a:cubicBezTo>
                    <a:pt x="17" y="0"/>
                    <a:pt x="12" y="2"/>
                    <a:pt x="8" y="5"/>
                  </a:cubicBezTo>
                  <a:cubicBezTo>
                    <a:pt x="0" y="13"/>
                    <a:pt x="0" y="26"/>
                    <a:pt x="8" y="34"/>
                  </a:cubicBezTo>
                  <a:cubicBezTo>
                    <a:pt x="12" y="38"/>
                    <a:pt x="17" y="40"/>
                    <a:pt x="22" y="40"/>
                  </a:cubicBezTo>
                  <a:close/>
                  <a:moveTo>
                    <a:pt x="13" y="11"/>
                  </a:moveTo>
                  <a:cubicBezTo>
                    <a:pt x="16" y="9"/>
                    <a:pt x="19" y="8"/>
                    <a:pt x="22" y="8"/>
                  </a:cubicBezTo>
                  <a:cubicBezTo>
                    <a:pt x="25" y="8"/>
                    <a:pt x="28" y="9"/>
                    <a:pt x="30" y="11"/>
                  </a:cubicBezTo>
                  <a:cubicBezTo>
                    <a:pt x="35" y="16"/>
                    <a:pt x="35" y="23"/>
                    <a:pt x="30" y="28"/>
                  </a:cubicBezTo>
                  <a:cubicBezTo>
                    <a:pt x="26" y="33"/>
                    <a:pt x="18" y="33"/>
                    <a:pt x="13" y="28"/>
                  </a:cubicBezTo>
                  <a:cubicBezTo>
                    <a:pt x="9" y="23"/>
                    <a:pt x="9" y="16"/>
                    <a:pt x="13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" name="Freeform 35"/>
            <p:cNvSpPr>
              <a:spLocks noEditPoints="1"/>
            </p:cNvSpPr>
            <p:nvPr/>
          </p:nvSpPr>
          <p:spPr bwMode="auto">
            <a:xfrm>
              <a:off x="4514100" y="1317614"/>
              <a:ext cx="153520" cy="147887"/>
            </a:xfrm>
            <a:custGeom>
              <a:avLst/>
              <a:gdLst>
                <a:gd name="T0" fmla="*/ 20 w 130"/>
                <a:gd name="T1" fmla="*/ 36 h 125"/>
                <a:gd name="T2" fmla="*/ 20 w 130"/>
                <a:gd name="T3" fmla="*/ 109 h 125"/>
                <a:gd name="T4" fmla="*/ 57 w 130"/>
                <a:gd name="T5" fmla="*/ 125 h 125"/>
                <a:gd name="T6" fmla="*/ 57 w 130"/>
                <a:gd name="T7" fmla="*/ 125 h 125"/>
                <a:gd name="T8" fmla="*/ 94 w 130"/>
                <a:gd name="T9" fmla="*/ 109 h 125"/>
                <a:gd name="T10" fmla="*/ 129 w 130"/>
                <a:gd name="T11" fmla="*/ 5 h 125"/>
                <a:gd name="T12" fmla="*/ 130 w 130"/>
                <a:gd name="T13" fmla="*/ 0 h 125"/>
                <a:gd name="T14" fmla="*/ 124 w 130"/>
                <a:gd name="T15" fmla="*/ 1 h 125"/>
                <a:gd name="T16" fmla="*/ 20 w 130"/>
                <a:gd name="T17" fmla="*/ 36 h 125"/>
                <a:gd name="T18" fmla="*/ 88 w 130"/>
                <a:gd name="T19" fmla="*/ 104 h 125"/>
                <a:gd name="T20" fmla="*/ 57 w 130"/>
                <a:gd name="T21" fmla="*/ 117 h 125"/>
                <a:gd name="T22" fmla="*/ 26 w 130"/>
                <a:gd name="T23" fmla="*/ 104 h 125"/>
                <a:gd name="T24" fmla="*/ 26 w 130"/>
                <a:gd name="T25" fmla="*/ 41 h 125"/>
                <a:gd name="T26" fmla="*/ 120 w 130"/>
                <a:gd name="T27" fmla="*/ 10 h 125"/>
                <a:gd name="T28" fmla="*/ 88 w 130"/>
                <a:gd name="T29" fmla="*/ 10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25">
                  <a:moveTo>
                    <a:pt x="20" y="36"/>
                  </a:moveTo>
                  <a:cubicBezTo>
                    <a:pt x="0" y="56"/>
                    <a:pt x="0" y="89"/>
                    <a:pt x="20" y="109"/>
                  </a:cubicBezTo>
                  <a:cubicBezTo>
                    <a:pt x="30" y="119"/>
                    <a:pt x="43" y="125"/>
                    <a:pt x="57" y="125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71" y="125"/>
                    <a:pt x="84" y="119"/>
                    <a:pt x="94" y="109"/>
                  </a:cubicBezTo>
                  <a:cubicBezTo>
                    <a:pt x="113" y="90"/>
                    <a:pt x="128" y="9"/>
                    <a:pt x="129" y="5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1" y="1"/>
                    <a:pt x="40" y="16"/>
                    <a:pt x="20" y="36"/>
                  </a:cubicBezTo>
                  <a:close/>
                  <a:moveTo>
                    <a:pt x="88" y="104"/>
                  </a:moveTo>
                  <a:cubicBezTo>
                    <a:pt x="80" y="112"/>
                    <a:pt x="69" y="117"/>
                    <a:pt x="57" y="117"/>
                  </a:cubicBezTo>
                  <a:cubicBezTo>
                    <a:pt x="45" y="117"/>
                    <a:pt x="34" y="112"/>
                    <a:pt x="26" y="104"/>
                  </a:cubicBezTo>
                  <a:cubicBezTo>
                    <a:pt x="9" y="87"/>
                    <a:pt x="9" y="59"/>
                    <a:pt x="26" y="41"/>
                  </a:cubicBezTo>
                  <a:cubicBezTo>
                    <a:pt x="39" y="28"/>
                    <a:pt x="94" y="15"/>
                    <a:pt x="120" y="10"/>
                  </a:cubicBezTo>
                  <a:cubicBezTo>
                    <a:pt x="115" y="36"/>
                    <a:pt x="102" y="90"/>
                    <a:pt x="88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5" name="Группа 404"/>
          <p:cNvGrpSpPr/>
          <p:nvPr/>
        </p:nvGrpSpPr>
        <p:grpSpPr>
          <a:xfrm>
            <a:off x="4822548" y="1252826"/>
            <a:ext cx="302815" cy="302815"/>
            <a:chOff x="4822548" y="1252826"/>
            <a:chExt cx="302815" cy="302815"/>
          </a:xfrm>
        </p:grpSpPr>
        <p:sp>
          <p:nvSpPr>
            <p:cNvPr id="32" name="Freeform 36"/>
            <p:cNvSpPr>
              <a:spLocks noEditPoints="1"/>
            </p:cNvSpPr>
            <p:nvPr/>
          </p:nvSpPr>
          <p:spPr bwMode="auto">
            <a:xfrm>
              <a:off x="4822548" y="1252826"/>
              <a:ext cx="302815" cy="302815"/>
            </a:xfrm>
            <a:custGeom>
              <a:avLst/>
              <a:gdLst>
                <a:gd name="T0" fmla="*/ 128 w 256"/>
                <a:gd name="T1" fmla="*/ 0 h 256"/>
                <a:gd name="T2" fmla="*/ 0 w 256"/>
                <a:gd name="T3" fmla="*/ 128 h 256"/>
                <a:gd name="T4" fmla="*/ 128 w 256"/>
                <a:gd name="T5" fmla="*/ 256 h 256"/>
                <a:gd name="T6" fmla="*/ 256 w 256"/>
                <a:gd name="T7" fmla="*/ 128 h 256"/>
                <a:gd name="T8" fmla="*/ 128 w 256"/>
                <a:gd name="T9" fmla="*/ 0 h 256"/>
                <a:gd name="T10" fmla="*/ 128 w 256"/>
                <a:gd name="T11" fmla="*/ 248 h 256"/>
                <a:gd name="T12" fmla="*/ 8 w 256"/>
                <a:gd name="T13" fmla="*/ 128 h 256"/>
                <a:gd name="T14" fmla="*/ 128 w 256"/>
                <a:gd name="T15" fmla="*/ 8 h 256"/>
                <a:gd name="T16" fmla="*/ 248 w 256"/>
                <a:gd name="T17" fmla="*/ 128 h 256"/>
                <a:gd name="T18" fmla="*/ 128 w 256"/>
                <a:gd name="T19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57" y="0"/>
                    <a:pt x="0" y="57"/>
                    <a:pt x="0" y="128"/>
                  </a:cubicBezTo>
                  <a:cubicBezTo>
                    <a:pt x="0" y="198"/>
                    <a:pt x="57" y="256"/>
                    <a:pt x="128" y="256"/>
                  </a:cubicBezTo>
                  <a:cubicBezTo>
                    <a:pt x="199" y="256"/>
                    <a:pt x="256" y="198"/>
                    <a:pt x="256" y="128"/>
                  </a:cubicBezTo>
                  <a:cubicBezTo>
                    <a:pt x="256" y="57"/>
                    <a:pt x="199" y="0"/>
                    <a:pt x="128" y="0"/>
                  </a:cubicBezTo>
                  <a:close/>
                  <a:moveTo>
                    <a:pt x="128" y="248"/>
                  </a:moveTo>
                  <a:cubicBezTo>
                    <a:pt x="62" y="248"/>
                    <a:pt x="8" y="194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ubicBezTo>
                    <a:pt x="194" y="8"/>
                    <a:pt x="248" y="61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37"/>
            <p:cNvSpPr>
              <a:spLocks noEditPoints="1"/>
            </p:cNvSpPr>
            <p:nvPr/>
          </p:nvSpPr>
          <p:spPr bwMode="auto">
            <a:xfrm>
              <a:off x="4950716" y="1380994"/>
              <a:ext cx="46479" cy="47887"/>
            </a:xfrm>
            <a:custGeom>
              <a:avLst/>
              <a:gdLst>
                <a:gd name="T0" fmla="*/ 0 w 40"/>
                <a:gd name="T1" fmla="*/ 20 h 40"/>
                <a:gd name="T2" fmla="*/ 20 w 40"/>
                <a:gd name="T3" fmla="*/ 40 h 40"/>
                <a:gd name="T4" fmla="*/ 40 w 40"/>
                <a:gd name="T5" fmla="*/ 20 h 40"/>
                <a:gd name="T6" fmla="*/ 20 w 40"/>
                <a:gd name="T7" fmla="*/ 0 h 40"/>
                <a:gd name="T8" fmla="*/ 0 w 40"/>
                <a:gd name="T9" fmla="*/ 20 h 40"/>
                <a:gd name="T10" fmla="*/ 32 w 40"/>
                <a:gd name="T11" fmla="*/ 20 h 40"/>
                <a:gd name="T12" fmla="*/ 20 w 40"/>
                <a:gd name="T13" fmla="*/ 32 h 40"/>
                <a:gd name="T14" fmla="*/ 8 w 40"/>
                <a:gd name="T15" fmla="*/ 20 h 40"/>
                <a:gd name="T16" fmla="*/ 20 w 40"/>
                <a:gd name="T17" fmla="*/ 8 h 40"/>
                <a:gd name="T18" fmla="*/ 32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0" y="20"/>
                  </a:move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lose/>
                  <a:moveTo>
                    <a:pt x="32" y="20"/>
                  </a:moveTo>
                  <a:cubicBezTo>
                    <a:pt x="32" y="26"/>
                    <a:pt x="27" y="32"/>
                    <a:pt x="20" y="32"/>
                  </a:cubicBezTo>
                  <a:cubicBezTo>
                    <a:pt x="13" y="32"/>
                    <a:pt x="8" y="26"/>
                    <a:pt x="8" y="20"/>
                  </a:cubicBezTo>
                  <a:cubicBezTo>
                    <a:pt x="8" y="13"/>
                    <a:pt x="13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38"/>
            <p:cNvSpPr>
              <a:spLocks noEditPoints="1"/>
            </p:cNvSpPr>
            <p:nvPr/>
          </p:nvSpPr>
          <p:spPr bwMode="auto">
            <a:xfrm>
              <a:off x="4912688" y="1276770"/>
              <a:ext cx="122535" cy="188731"/>
            </a:xfrm>
            <a:custGeom>
              <a:avLst/>
              <a:gdLst>
                <a:gd name="T0" fmla="*/ 52 w 104"/>
                <a:gd name="T1" fmla="*/ 0 h 160"/>
                <a:gd name="T2" fmla="*/ 49 w 104"/>
                <a:gd name="T3" fmla="*/ 5 h 160"/>
                <a:gd name="T4" fmla="*/ 0 w 104"/>
                <a:gd name="T5" fmla="*/ 108 h 160"/>
                <a:gd name="T6" fmla="*/ 52 w 104"/>
                <a:gd name="T7" fmla="*/ 160 h 160"/>
                <a:gd name="T8" fmla="*/ 104 w 104"/>
                <a:gd name="T9" fmla="*/ 108 h 160"/>
                <a:gd name="T10" fmla="*/ 55 w 104"/>
                <a:gd name="T11" fmla="*/ 5 h 160"/>
                <a:gd name="T12" fmla="*/ 52 w 104"/>
                <a:gd name="T13" fmla="*/ 0 h 160"/>
                <a:gd name="T14" fmla="*/ 52 w 104"/>
                <a:gd name="T15" fmla="*/ 152 h 160"/>
                <a:gd name="T16" fmla="*/ 8 w 104"/>
                <a:gd name="T17" fmla="*/ 108 h 160"/>
                <a:gd name="T18" fmla="*/ 52 w 104"/>
                <a:gd name="T19" fmla="*/ 15 h 160"/>
                <a:gd name="T20" fmla="*/ 96 w 104"/>
                <a:gd name="T21" fmla="*/ 108 h 160"/>
                <a:gd name="T22" fmla="*/ 52 w 104"/>
                <a:gd name="T23" fmla="*/ 15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4" h="160">
                  <a:moveTo>
                    <a:pt x="52" y="0"/>
                  </a:moveTo>
                  <a:cubicBezTo>
                    <a:pt x="49" y="5"/>
                    <a:pt x="49" y="5"/>
                    <a:pt x="49" y="5"/>
                  </a:cubicBezTo>
                  <a:cubicBezTo>
                    <a:pt x="47" y="8"/>
                    <a:pt x="0" y="80"/>
                    <a:pt x="0" y="108"/>
                  </a:cubicBezTo>
                  <a:cubicBezTo>
                    <a:pt x="0" y="136"/>
                    <a:pt x="23" y="160"/>
                    <a:pt x="52" y="160"/>
                  </a:cubicBezTo>
                  <a:cubicBezTo>
                    <a:pt x="81" y="160"/>
                    <a:pt x="104" y="136"/>
                    <a:pt x="104" y="108"/>
                  </a:cubicBezTo>
                  <a:cubicBezTo>
                    <a:pt x="104" y="80"/>
                    <a:pt x="57" y="8"/>
                    <a:pt x="55" y="5"/>
                  </a:cubicBezTo>
                  <a:lnTo>
                    <a:pt x="52" y="0"/>
                  </a:lnTo>
                  <a:close/>
                  <a:moveTo>
                    <a:pt x="52" y="152"/>
                  </a:moveTo>
                  <a:cubicBezTo>
                    <a:pt x="28" y="152"/>
                    <a:pt x="8" y="132"/>
                    <a:pt x="8" y="108"/>
                  </a:cubicBezTo>
                  <a:cubicBezTo>
                    <a:pt x="8" y="88"/>
                    <a:pt x="37" y="38"/>
                    <a:pt x="52" y="15"/>
                  </a:cubicBezTo>
                  <a:cubicBezTo>
                    <a:pt x="67" y="38"/>
                    <a:pt x="96" y="88"/>
                    <a:pt x="96" y="108"/>
                  </a:cubicBezTo>
                  <a:cubicBezTo>
                    <a:pt x="96" y="132"/>
                    <a:pt x="76" y="152"/>
                    <a:pt x="52" y="1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8" name="Группа 407"/>
          <p:cNvGrpSpPr/>
          <p:nvPr/>
        </p:nvGrpSpPr>
        <p:grpSpPr>
          <a:xfrm>
            <a:off x="5607048" y="1272544"/>
            <a:ext cx="302815" cy="264787"/>
            <a:chOff x="5607048" y="1272544"/>
            <a:chExt cx="302815" cy="264787"/>
          </a:xfrm>
        </p:grpSpPr>
        <p:sp>
          <p:nvSpPr>
            <p:cNvPr id="35" name="Freeform 39"/>
            <p:cNvSpPr>
              <a:spLocks noEditPoints="1"/>
            </p:cNvSpPr>
            <p:nvPr/>
          </p:nvSpPr>
          <p:spPr bwMode="auto">
            <a:xfrm>
              <a:off x="5607048" y="1272544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0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2 h 152"/>
                <a:gd name="T22" fmla="*/ 0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60 w 256"/>
                <a:gd name="T33" fmla="*/ 144 h 152"/>
                <a:gd name="T34" fmla="*/ 28 w 256"/>
                <a:gd name="T35" fmla="*/ 112 h 152"/>
                <a:gd name="T36" fmla="*/ 60 w 256"/>
                <a:gd name="T37" fmla="*/ 76 h 152"/>
                <a:gd name="T38" fmla="*/ 72 w 256"/>
                <a:gd name="T39" fmla="*/ 76 h 152"/>
                <a:gd name="T40" fmla="*/ 72 w 256"/>
                <a:gd name="T41" fmla="*/ 72 h 152"/>
                <a:gd name="T42" fmla="*/ 144 w 256"/>
                <a:gd name="T43" fmla="*/ 16 h 152"/>
                <a:gd name="T44" fmla="*/ 220 w 256"/>
                <a:gd name="T45" fmla="*/ 84 h 152"/>
                <a:gd name="T46" fmla="*/ 220 w 256"/>
                <a:gd name="T47" fmla="*/ 88 h 152"/>
                <a:gd name="T48" fmla="*/ 224 w 256"/>
                <a:gd name="T49" fmla="*/ 88 h 152"/>
                <a:gd name="T50" fmla="*/ 248 w 256"/>
                <a:gd name="T51" fmla="*/ 120 h 152"/>
                <a:gd name="T52" fmla="*/ 224 w 256"/>
                <a:gd name="T53" fmla="*/ 144 h 152"/>
                <a:gd name="T54" fmla="*/ 224 w 256"/>
                <a:gd name="T55" fmla="*/ 152 h 152"/>
                <a:gd name="T56" fmla="*/ 256 w 256"/>
                <a:gd name="T57" fmla="*/ 120 h 152"/>
                <a:gd name="T58" fmla="*/ 228 w 256"/>
                <a:gd name="T59" fmla="*/ 80 h 152"/>
                <a:gd name="T60" fmla="*/ 65 w 256"/>
                <a:gd name="T61" fmla="*/ 68 h 152"/>
                <a:gd name="T62" fmla="*/ 60 w 256"/>
                <a:gd name="T63" fmla="*/ 68 h 152"/>
                <a:gd name="T64" fmla="*/ 25 w 256"/>
                <a:gd name="T65" fmla="*/ 92 h 152"/>
                <a:gd name="T66" fmla="*/ 16 w 256"/>
                <a:gd name="T67" fmla="*/ 81 h 152"/>
                <a:gd name="T68" fmla="*/ 9 w 256"/>
                <a:gd name="T69" fmla="*/ 63 h 152"/>
                <a:gd name="T70" fmla="*/ 16 w 256"/>
                <a:gd name="T71" fmla="*/ 64 h 152"/>
                <a:gd name="T72" fmla="*/ 56 w 256"/>
                <a:gd name="T73" fmla="*/ 24 h 152"/>
                <a:gd name="T74" fmla="*/ 53 w 256"/>
                <a:gd name="T75" fmla="*/ 8 h 152"/>
                <a:gd name="T76" fmla="*/ 56 w 256"/>
                <a:gd name="T77" fmla="*/ 8 h 152"/>
                <a:gd name="T78" fmla="*/ 93 w 256"/>
                <a:gd name="T79" fmla="*/ 25 h 152"/>
                <a:gd name="T80" fmla="*/ 65 w 256"/>
                <a:gd name="T81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2"/>
                    <a:pt x="100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53" y="0"/>
                    <a:pt x="50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1"/>
                    <a:pt x="34" y="56"/>
                    <a:pt x="16" y="56"/>
                  </a:cubicBezTo>
                  <a:cubicBezTo>
                    <a:pt x="13" y="56"/>
                    <a:pt x="9" y="55"/>
                    <a:pt x="6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3"/>
                    <a:pt x="20" y="107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0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8" y="39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4"/>
                    <a:pt x="248" y="120"/>
                  </a:cubicBezTo>
                  <a:cubicBezTo>
                    <a:pt x="248" y="134"/>
                    <a:pt x="239" y="144"/>
                    <a:pt x="224" y="144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8"/>
                    <a:pt x="256" y="120"/>
                  </a:cubicBezTo>
                  <a:cubicBezTo>
                    <a:pt x="256" y="102"/>
                    <a:pt x="245" y="82"/>
                    <a:pt x="228" y="80"/>
                  </a:cubicBezTo>
                  <a:close/>
                  <a:moveTo>
                    <a:pt x="65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7"/>
                    <a:pt x="25" y="92"/>
                  </a:cubicBezTo>
                  <a:cubicBezTo>
                    <a:pt x="21" y="89"/>
                    <a:pt x="18" y="85"/>
                    <a:pt x="16" y="81"/>
                  </a:cubicBezTo>
                  <a:cubicBezTo>
                    <a:pt x="12" y="76"/>
                    <a:pt x="10" y="70"/>
                    <a:pt x="9" y="63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8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5"/>
                    <a:pt x="69" y="50"/>
                    <a:pt x="65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40"/>
            <p:cNvSpPr>
              <a:spLocks/>
            </p:cNvSpPr>
            <p:nvPr/>
          </p:nvSpPr>
          <p:spPr bwMode="auto">
            <a:xfrm>
              <a:off x="5616907" y="1480993"/>
              <a:ext cx="170421" cy="56338"/>
            </a:xfrm>
            <a:custGeom>
              <a:avLst/>
              <a:gdLst>
                <a:gd name="T0" fmla="*/ 0 w 144"/>
                <a:gd name="T1" fmla="*/ 8 h 48"/>
                <a:gd name="T2" fmla="*/ 120 w 144"/>
                <a:gd name="T3" fmla="*/ 8 h 48"/>
                <a:gd name="T4" fmla="*/ 136 w 144"/>
                <a:gd name="T5" fmla="*/ 24 h 48"/>
                <a:gd name="T6" fmla="*/ 120 w 144"/>
                <a:gd name="T7" fmla="*/ 40 h 48"/>
                <a:gd name="T8" fmla="*/ 104 w 144"/>
                <a:gd name="T9" fmla="*/ 24 h 48"/>
                <a:gd name="T10" fmla="*/ 96 w 144"/>
                <a:gd name="T11" fmla="*/ 24 h 48"/>
                <a:gd name="T12" fmla="*/ 120 w 144"/>
                <a:gd name="T13" fmla="*/ 48 h 48"/>
                <a:gd name="T14" fmla="*/ 144 w 144"/>
                <a:gd name="T15" fmla="*/ 24 h 48"/>
                <a:gd name="T16" fmla="*/ 120 w 144"/>
                <a:gd name="T17" fmla="*/ 0 h 48"/>
                <a:gd name="T18" fmla="*/ 0 w 144"/>
                <a:gd name="T19" fmla="*/ 0 h 48"/>
                <a:gd name="T20" fmla="*/ 0 w 144"/>
                <a:gd name="T2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" h="48">
                  <a:moveTo>
                    <a:pt x="0" y="8"/>
                  </a:moveTo>
                  <a:cubicBezTo>
                    <a:pt x="120" y="8"/>
                    <a:pt x="120" y="8"/>
                    <a:pt x="120" y="8"/>
                  </a:cubicBezTo>
                  <a:cubicBezTo>
                    <a:pt x="129" y="8"/>
                    <a:pt x="136" y="15"/>
                    <a:pt x="136" y="24"/>
                  </a:cubicBezTo>
                  <a:cubicBezTo>
                    <a:pt x="136" y="32"/>
                    <a:pt x="129" y="40"/>
                    <a:pt x="120" y="40"/>
                  </a:cubicBezTo>
                  <a:cubicBezTo>
                    <a:pt x="112" y="40"/>
                    <a:pt x="104" y="32"/>
                    <a:pt x="104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37"/>
                    <a:pt x="107" y="48"/>
                    <a:pt x="120" y="48"/>
                  </a:cubicBezTo>
                  <a:cubicBezTo>
                    <a:pt x="134" y="48"/>
                    <a:pt x="144" y="37"/>
                    <a:pt x="144" y="24"/>
                  </a:cubicBezTo>
                  <a:cubicBezTo>
                    <a:pt x="144" y="10"/>
                    <a:pt x="134" y="0"/>
                    <a:pt x="12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41"/>
            <p:cNvSpPr>
              <a:spLocks/>
            </p:cNvSpPr>
            <p:nvPr/>
          </p:nvSpPr>
          <p:spPr bwMode="auto">
            <a:xfrm>
              <a:off x="5626766" y="1413388"/>
              <a:ext cx="222533" cy="57746"/>
            </a:xfrm>
            <a:custGeom>
              <a:avLst/>
              <a:gdLst>
                <a:gd name="T0" fmla="*/ 164 w 188"/>
                <a:gd name="T1" fmla="*/ 40 h 48"/>
                <a:gd name="T2" fmla="*/ 0 w 188"/>
                <a:gd name="T3" fmla="*/ 40 h 48"/>
                <a:gd name="T4" fmla="*/ 0 w 188"/>
                <a:gd name="T5" fmla="*/ 48 h 48"/>
                <a:gd name="T6" fmla="*/ 164 w 188"/>
                <a:gd name="T7" fmla="*/ 48 h 48"/>
                <a:gd name="T8" fmla="*/ 188 w 188"/>
                <a:gd name="T9" fmla="*/ 24 h 48"/>
                <a:gd name="T10" fmla="*/ 164 w 188"/>
                <a:gd name="T11" fmla="*/ 0 h 48"/>
                <a:gd name="T12" fmla="*/ 140 w 188"/>
                <a:gd name="T13" fmla="*/ 24 h 48"/>
                <a:gd name="T14" fmla="*/ 148 w 188"/>
                <a:gd name="T15" fmla="*/ 24 h 48"/>
                <a:gd name="T16" fmla="*/ 164 w 188"/>
                <a:gd name="T17" fmla="*/ 8 h 48"/>
                <a:gd name="T18" fmla="*/ 180 w 188"/>
                <a:gd name="T19" fmla="*/ 24 h 48"/>
                <a:gd name="T20" fmla="*/ 164 w 188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48">
                  <a:moveTo>
                    <a:pt x="164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78" y="48"/>
                    <a:pt x="188" y="37"/>
                    <a:pt x="188" y="24"/>
                  </a:cubicBezTo>
                  <a:cubicBezTo>
                    <a:pt x="188" y="10"/>
                    <a:pt x="178" y="0"/>
                    <a:pt x="164" y="0"/>
                  </a:cubicBezTo>
                  <a:cubicBezTo>
                    <a:pt x="151" y="0"/>
                    <a:pt x="140" y="10"/>
                    <a:pt x="140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15"/>
                    <a:pt x="156" y="8"/>
                    <a:pt x="164" y="8"/>
                  </a:cubicBezTo>
                  <a:cubicBezTo>
                    <a:pt x="173" y="8"/>
                    <a:pt x="180" y="15"/>
                    <a:pt x="180" y="24"/>
                  </a:cubicBezTo>
                  <a:cubicBezTo>
                    <a:pt x="180" y="32"/>
                    <a:pt x="173" y="40"/>
                    <a:pt x="164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9" name="Группа 408"/>
          <p:cNvGrpSpPr/>
          <p:nvPr/>
        </p:nvGrpSpPr>
        <p:grpSpPr>
          <a:xfrm>
            <a:off x="6000002" y="1272544"/>
            <a:ext cx="302815" cy="264787"/>
            <a:chOff x="6000002" y="1272544"/>
            <a:chExt cx="302815" cy="264787"/>
          </a:xfrm>
        </p:grpSpPr>
        <p:sp>
          <p:nvSpPr>
            <p:cNvPr id="38" name="Freeform 42"/>
            <p:cNvSpPr>
              <a:spLocks noEditPoints="1"/>
            </p:cNvSpPr>
            <p:nvPr/>
          </p:nvSpPr>
          <p:spPr bwMode="auto">
            <a:xfrm>
              <a:off x="6000002" y="1272544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0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2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60 w 256"/>
                <a:gd name="T19" fmla="*/ 144 h 152"/>
                <a:gd name="T20" fmla="*/ 28 w 256"/>
                <a:gd name="T21" fmla="*/ 112 h 152"/>
                <a:gd name="T22" fmla="*/ 60 w 256"/>
                <a:gd name="T23" fmla="*/ 76 h 152"/>
                <a:gd name="T24" fmla="*/ 72 w 256"/>
                <a:gd name="T25" fmla="*/ 76 h 152"/>
                <a:gd name="T26" fmla="*/ 72 w 256"/>
                <a:gd name="T27" fmla="*/ 72 h 152"/>
                <a:gd name="T28" fmla="*/ 144 w 256"/>
                <a:gd name="T29" fmla="*/ 16 h 152"/>
                <a:gd name="T30" fmla="*/ 220 w 256"/>
                <a:gd name="T31" fmla="*/ 84 h 152"/>
                <a:gd name="T32" fmla="*/ 220 w 256"/>
                <a:gd name="T33" fmla="*/ 88 h 152"/>
                <a:gd name="T34" fmla="*/ 224 w 256"/>
                <a:gd name="T35" fmla="*/ 88 h 152"/>
                <a:gd name="T36" fmla="*/ 248 w 256"/>
                <a:gd name="T37" fmla="*/ 120 h 152"/>
                <a:gd name="T38" fmla="*/ 224 w 256"/>
                <a:gd name="T39" fmla="*/ 144 h 152"/>
                <a:gd name="T40" fmla="*/ 224 w 256"/>
                <a:gd name="T41" fmla="*/ 152 h 152"/>
                <a:gd name="T42" fmla="*/ 256 w 256"/>
                <a:gd name="T43" fmla="*/ 120 h 152"/>
                <a:gd name="T44" fmla="*/ 228 w 256"/>
                <a:gd name="T45" fmla="*/ 80 h 152"/>
                <a:gd name="T46" fmla="*/ 65 w 256"/>
                <a:gd name="T47" fmla="*/ 68 h 152"/>
                <a:gd name="T48" fmla="*/ 60 w 256"/>
                <a:gd name="T49" fmla="*/ 68 h 152"/>
                <a:gd name="T50" fmla="*/ 25 w 256"/>
                <a:gd name="T51" fmla="*/ 92 h 152"/>
                <a:gd name="T52" fmla="*/ 16 w 256"/>
                <a:gd name="T53" fmla="*/ 81 h 152"/>
                <a:gd name="T54" fmla="*/ 8 w 256"/>
                <a:gd name="T55" fmla="*/ 56 h 152"/>
                <a:gd name="T56" fmla="*/ 56 w 256"/>
                <a:gd name="T57" fmla="*/ 8 h 152"/>
                <a:gd name="T58" fmla="*/ 93 w 256"/>
                <a:gd name="T59" fmla="*/ 25 h 152"/>
                <a:gd name="T60" fmla="*/ 65 w 256"/>
                <a:gd name="T61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2"/>
                    <a:pt x="100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6"/>
                    <a:pt x="3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3"/>
                    <a:pt x="20" y="107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0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9" y="39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4"/>
                    <a:pt x="248" y="120"/>
                  </a:cubicBezTo>
                  <a:cubicBezTo>
                    <a:pt x="248" y="134"/>
                    <a:pt x="239" y="144"/>
                    <a:pt x="224" y="144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8"/>
                    <a:pt x="256" y="120"/>
                  </a:cubicBezTo>
                  <a:cubicBezTo>
                    <a:pt x="256" y="102"/>
                    <a:pt x="245" y="82"/>
                    <a:pt x="228" y="80"/>
                  </a:cubicBezTo>
                  <a:close/>
                  <a:moveTo>
                    <a:pt x="65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7"/>
                    <a:pt x="25" y="92"/>
                  </a:cubicBezTo>
                  <a:cubicBezTo>
                    <a:pt x="21" y="89"/>
                    <a:pt x="18" y="85"/>
                    <a:pt x="16" y="81"/>
                  </a:cubicBezTo>
                  <a:cubicBezTo>
                    <a:pt x="11" y="74"/>
                    <a:pt x="8" y="65"/>
                    <a:pt x="8" y="56"/>
                  </a:cubicBezTo>
                  <a:cubicBezTo>
                    <a:pt x="8" y="29"/>
                    <a:pt x="30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5"/>
                    <a:pt x="69" y="50"/>
                    <a:pt x="65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Freeform 43"/>
            <p:cNvSpPr>
              <a:spLocks/>
            </p:cNvSpPr>
            <p:nvPr/>
          </p:nvSpPr>
          <p:spPr bwMode="auto">
            <a:xfrm>
              <a:off x="6009862" y="1480993"/>
              <a:ext cx="170421" cy="56338"/>
            </a:xfrm>
            <a:custGeom>
              <a:avLst/>
              <a:gdLst>
                <a:gd name="T0" fmla="*/ 0 w 144"/>
                <a:gd name="T1" fmla="*/ 8 h 48"/>
                <a:gd name="T2" fmla="*/ 120 w 144"/>
                <a:gd name="T3" fmla="*/ 8 h 48"/>
                <a:gd name="T4" fmla="*/ 136 w 144"/>
                <a:gd name="T5" fmla="*/ 24 h 48"/>
                <a:gd name="T6" fmla="*/ 120 w 144"/>
                <a:gd name="T7" fmla="*/ 40 h 48"/>
                <a:gd name="T8" fmla="*/ 104 w 144"/>
                <a:gd name="T9" fmla="*/ 24 h 48"/>
                <a:gd name="T10" fmla="*/ 96 w 144"/>
                <a:gd name="T11" fmla="*/ 24 h 48"/>
                <a:gd name="T12" fmla="*/ 120 w 144"/>
                <a:gd name="T13" fmla="*/ 48 h 48"/>
                <a:gd name="T14" fmla="*/ 144 w 144"/>
                <a:gd name="T15" fmla="*/ 24 h 48"/>
                <a:gd name="T16" fmla="*/ 120 w 144"/>
                <a:gd name="T17" fmla="*/ 0 h 48"/>
                <a:gd name="T18" fmla="*/ 0 w 144"/>
                <a:gd name="T19" fmla="*/ 0 h 48"/>
                <a:gd name="T20" fmla="*/ 0 w 144"/>
                <a:gd name="T2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" h="48">
                  <a:moveTo>
                    <a:pt x="0" y="8"/>
                  </a:moveTo>
                  <a:cubicBezTo>
                    <a:pt x="120" y="8"/>
                    <a:pt x="120" y="8"/>
                    <a:pt x="120" y="8"/>
                  </a:cubicBezTo>
                  <a:cubicBezTo>
                    <a:pt x="129" y="8"/>
                    <a:pt x="136" y="15"/>
                    <a:pt x="136" y="24"/>
                  </a:cubicBezTo>
                  <a:cubicBezTo>
                    <a:pt x="136" y="32"/>
                    <a:pt x="129" y="40"/>
                    <a:pt x="120" y="40"/>
                  </a:cubicBezTo>
                  <a:cubicBezTo>
                    <a:pt x="112" y="40"/>
                    <a:pt x="104" y="32"/>
                    <a:pt x="104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37"/>
                    <a:pt x="107" y="48"/>
                    <a:pt x="120" y="48"/>
                  </a:cubicBezTo>
                  <a:cubicBezTo>
                    <a:pt x="134" y="48"/>
                    <a:pt x="144" y="37"/>
                    <a:pt x="144" y="24"/>
                  </a:cubicBezTo>
                  <a:cubicBezTo>
                    <a:pt x="144" y="10"/>
                    <a:pt x="134" y="0"/>
                    <a:pt x="12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Freeform 44"/>
            <p:cNvSpPr>
              <a:spLocks/>
            </p:cNvSpPr>
            <p:nvPr/>
          </p:nvSpPr>
          <p:spPr bwMode="auto">
            <a:xfrm>
              <a:off x="6019720" y="1413388"/>
              <a:ext cx="221125" cy="57746"/>
            </a:xfrm>
            <a:custGeom>
              <a:avLst/>
              <a:gdLst>
                <a:gd name="T0" fmla="*/ 164 w 188"/>
                <a:gd name="T1" fmla="*/ 40 h 48"/>
                <a:gd name="T2" fmla="*/ 0 w 188"/>
                <a:gd name="T3" fmla="*/ 40 h 48"/>
                <a:gd name="T4" fmla="*/ 0 w 188"/>
                <a:gd name="T5" fmla="*/ 48 h 48"/>
                <a:gd name="T6" fmla="*/ 164 w 188"/>
                <a:gd name="T7" fmla="*/ 48 h 48"/>
                <a:gd name="T8" fmla="*/ 188 w 188"/>
                <a:gd name="T9" fmla="*/ 24 h 48"/>
                <a:gd name="T10" fmla="*/ 164 w 188"/>
                <a:gd name="T11" fmla="*/ 0 h 48"/>
                <a:gd name="T12" fmla="*/ 140 w 188"/>
                <a:gd name="T13" fmla="*/ 24 h 48"/>
                <a:gd name="T14" fmla="*/ 148 w 188"/>
                <a:gd name="T15" fmla="*/ 24 h 48"/>
                <a:gd name="T16" fmla="*/ 164 w 188"/>
                <a:gd name="T17" fmla="*/ 8 h 48"/>
                <a:gd name="T18" fmla="*/ 180 w 188"/>
                <a:gd name="T19" fmla="*/ 24 h 48"/>
                <a:gd name="T20" fmla="*/ 164 w 188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48">
                  <a:moveTo>
                    <a:pt x="164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78" y="48"/>
                    <a:pt x="188" y="37"/>
                    <a:pt x="188" y="24"/>
                  </a:cubicBezTo>
                  <a:cubicBezTo>
                    <a:pt x="188" y="10"/>
                    <a:pt x="178" y="0"/>
                    <a:pt x="164" y="0"/>
                  </a:cubicBezTo>
                  <a:cubicBezTo>
                    <a:pt x="151" y="0"/>
                    <a:pt x="140" y="10"/>
                    <a:pt x="140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15"/>
                    <a:pt x="156" y="8"/>
                    <a:pt x="164" y="8"/>
                  </a:cubicBezTo>
                  <a:cubicBezTo>
                    <a:pt x="173" y="8"/>
                    <a:pt x="180" y="15"/>
                    <a:pt x="180" y="24"/>
                  </a:cubicBezTo>
                  <a:cubicBezTo>
                    <a:pt x="180" y="32"/>
                    <a:pt x="173" y="40"/>
                    <a:pt x="164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" name="Группа 3"/>
          <p:cNvGrpSpPr/>
          <p:nvPr/>
        </p:nvGrpSpPr>
        <p:grpSpPr>
          <a:xfrm>
            <a:off x="2857777" y="1252826"/>
            <a:ext cx="302815" cy="302815"/>
            <a:chOff x="2857777" y="1252826"/>
            <a:chExt cx="302815" cy="302815"/>
          </a:xfrm>
        </p:grpSpPr>
        <p:sp>
          <p:nvSpPr>
            <p:cNvPr id="41" name="Freeform 45"/>
            <p:cNvSpPr>
              <a:spLocks noEditPoints="1"/>
            </p:cNvSpPr>
            <p:nvPr/>
          </p:nvSpPr>
          <p:spPr bwMode="auto">
            <a:xfrm>
              <a:off x="2857777" y="1252826"/>
              <a:ext cx="302815" cy="302815"/>
            </a:xfrm>
            <a:custGeom>
              <a:avLst/>
              <a:gdLst>
                <a:gd name="T0" fmla="*/ 128 w 256"/>
                <a:gd name="T1" fmla="*/ 0 h 256"/>
                <a:gd name="T2" fmla="*/ 0 w 256"/>
                <a:gd name="T3" fmla="*/ 128 h 256"/>
                <a:gd name="T4" fmla="*/ 128 w 256"/>
                <a:gd name="T5" fmla="*/ 256 h 256"/>
                <a:gd name="T6" fmla="*/ 256 w 256"/>
                <a:gd name="T7" fmla="*/ 128 h 256"/>
                <a:gd name="T8" fmla="*/ 128 w 256"/>
                <a:gd name="T9" fmla="*/ 0 h 256"/>
                <a:gd name="T10" fmla="*/ 128 w 256"/>
                <a:gd name="T11" fmla="*/ 248 h 256"/>
                <a:gd name="T12" fmla="*/ 8 w 256"/>
                <a:gd name="T13" fmla="*/ 128 h 256"/>
                <a:gd name="T14" fmla="*/ 128 w 256"/>
                <a:gd name="T15" fmla="*/ 8 h 256"/>
                <a:gd name="T16" fmla="*/ 248 w 256"/>
                <a:gd name="T17" fmla="*/ 128 h 256"/>
                <a:gd name="T18" fmla="*/ 128 w 256"/>
                <a:gd name="T19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58" y="0"/>
                    <a:pt x="0" y="57"/>
                    <a:pt x="0" y="128"/>
                  </a:cubicBezTo>
                  <a:cubicBezTo>
                    <a:pt x="0" y="198"/>
                    <a:pt x="58" y="256"/>
                    <a:pt x="128" y="256"/>
                  </a:cubicBezTo>
                  <a:cubicBezTo>
                    <a:pt x="199" y="256"/>
                    <a:pt x="256" y="198"/>
                    <a:pt x="256" y="128"/>
                  </a:cubicBezTo>
                  <a:cubicBezTo>
                    <a:pt x="256" y="57"/>
                    <a:pt x="199" y="0"/>
                    <a:pt x="128" y="0"/>
                  </a:cubicBezTo>
                  <a:close/>
                  <a:moveTo>
                    <a:pt x="128" y="248"/>
                  </a:moveTo>
                  <a:cubicBezTo>
                    <a:pt x="62" y="248"/>
                    <a:pt x="8" y="194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ubicBezTo>
                    <a:pt x="195" y="8"/>
                    <a:pt x="248" y="61"/>
                    <a:pt x="248" y="128"/>
                  </a:cubicBezTo>
                  <a:cubicBezTo>
                    <a:pt x="248" y="194"/>
                    <a:pt x="195" y="248"/>
                    <a:pt x="128" y="2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Freeform 46"/>
            <p:cNvSpPr>
              <a:spLocks noEditPoints="1"/>
            </p:cNvSpPr>
            <p:nvPr/>
          </p:nvSpPr>
          <p:spPr bwMode="auto">
            <a:xfrm>
              <a:off x="2985944" y="1380994"/>
              <a:ext cx="47887" cy="47887"/>
            </a:xfrm>
            <a:custGeom>
              <a:avLst/>
              <a:gdLst>
                <a:gd name="T0" fmla="*/ 0 w 40"/>
                <a:gd name="T1" fmla="*/ 20 h 40"/>
                <a:gd name="T2" fmla="*/ 20 w 40"/>
                <a:gd name="T3" fmla="*/ 40 h 40"/>
                <a:gd name="T4" fmla="*/ 40 w 40"/>
                <a:gd name="T5" fmla="*/ 20 h 40"/>
                <a:gd name="T6" fmla="*/ 20 w 40"/>
                <a:gd name="T7" fmla="*/ 0 h 40"/>
                <a:gd name="T8" fmla="*/ 0 w 40"/>
                <a:gd name="T9" fmla="*/ 20 h 40"/>
                <a:gd name="T10" fmla="*/ 32 w 40"/>
                <a:gd name="T11" fmla="*/ 20 h 40"/>
                <a:gd name="T12" fmla="*/ 20 w 40"/>
                <a:gd name="T13" fmla="*/ 32 h 40"/>
                <a:gd name="T14" fmla="*/ 8 w 40"/>
                <a:gd name="T15" fmla="*/ 20 h 40"/>
                <a:gd name="T16" fmla="*/ 20 w 40"/>
                <a:gd name="T17" fmla="*/ 8 h 40"/>
                <a:gd name="T18" fmla="*/ 32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0" y="20"/>
                  </a:move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lose/>
                  <a:moveTo>
                    <a:pt x="32" y="20"/>
                  </a:moveTo>
                  <a:cubicBezTo>
                    <a:pt x="32" y="26"/>
                    <a:pt x="27" y="32"/>
                    <a:pt x="20" y="32"/>
                  </a:cubicBezTo>
                  <a:cubicBezTo>
                    <a:pt x="14" y="32"/>
                    <a:pt x="8" y="26"/>
                    <a:pt x="8" y="20"/>
                  </a:cubicBezTo>
                  <a:cubicBezTo>
                    <a:pt x="8" y="13"/>
                    <a:pt x="14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47"/>
            <p:cNvSpPr>
              <a:spLocks noEditPoints="1"/>
            </p:cNvSpPr>
            <p:nvPr/>
          </p:nvSpPr>
          <p:spPr bwMode="auto">
            <a:xfrm>
              <a:off x="2947917" y="1342966"/>
              <a:ext cx="190140" cy="122535"/>
            </a:xfrm>
            <a:custGeom>
              <a:avLst/>
              <a:gdLst>
                <a:gd name="T0" fmla="*/ 0 w 160"/>
                <a:gd name="T1" fmla="*/ 52 h 104"/>
                <a:gd name="T2" fmla="*/ 52 w 160"/>
                <a:gd name="T3" fmla="*/ 104 h 104"/>
                <a:gd name="T4" fmla="*/ 155 w 160"/>
                <a:gd name="T5" fmla="*/ 55 h 104"/>
                <a:gd name="T6" fmla="*/ 160 w 160"/>
                <a:gd name="T7" fmla="*/ 52 h 104"/>
                <a:gd name="T8" fmla="*/ 155 w 160"/>
                <a:gd name="T9" fmla="*/ 48 h 104"/>
                <a:gd name="T10" fmla="*/ 52 w 160"/>
                <a:gd name="T11" fmla="*/ 0 h 104"/>
                <a:gd name="T12" fmla="*/ 0 w 160"/>
                <a:gd name="T13" fmla="*/ 52 h 104"/>
                <a:gd name="T14" fmla="*/ 52 w 160"/>
                <a:gd name="T15" fmla="*/ 96 h 104"/>
                <a:gd name="T16" fmla="*/ 8 w 160"/>
                <a:gd name="T17" fmla="*/ 52 h 104"/>
                <a:gd name="T18" fmla="*/ 52 w 160"/>
                <a:gd name="T19" fmla="*/ 8 h 104"/>
                <a:gd name="T20" fmla="*/ 145 w 160"/>
                <a:gd name="T21" fmla="*/ 52 h 104"/>
                <a:gd name="T22" fmla="*/ 52 w 160"/>
                <a:gd name="T23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0" h="104">
                  <a:moveTo>
                    <a:pt x="0" y="52"/>
                  </a:moveTo>
                  <a:cubicBezTo>
                    <a:pt x="0" y="80"/>
                    <a:pt x="24" y="104"/>
                    <a:pt x="52" y="104"/>
                  </a:cubicBezTo>
                  <a:cubicBezTo>
                    <a:pt x="80" y="104"/>
                    <a:pt x="152" y="57"/>
                    <a:pt x="155" y="55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155" y="48"/>
                    <a:pt x="155" y="48"/>
                    <a:pt x="155" y="48"/>
                  </a:cubicBezTo>
                  <a:cubicBezTo>
                    <a:pt x="152" y="46"/>
                    <a:pt x="80" y="0"/>
                    <a:pt x="52" y="0"/>
                  </a:cubicBezTo>
                  <a:cubicBezTo>
                    <a:pt x="24" y="0"/>
                    <a:pt x="0" y="23"/>
                    <a:pt x="0" y="52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2" y="8"/>
                    <a:pt x="122" y="37"/>
                    <a:pt x="145" y="52"/>
                  </a:cubicBezTo>
                  <a:cubicBezTo>
                    <a:pt x="122" y="66"/>
                    <a:pt x="72" y="96"/>
                    <a:pt x="52" y="9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1" name="Группа 410"/>
          <p:cNvGrpSpPr/>
          <p:nvPr/>
        </p:nvGrpSpPr>
        <p:grpSpPr>
          <a:xfrm>
            <a:off x="6785911" y="1258460"/>
            <a:ext cx="302815" cy="292955"/>
            <a:chOff x="6785911" y="1258460"/>
            <a:chExt cx="302815" cy="292955"/>
          </a:xfrm>
        </p:grpSpPr>
        <p:sp>
          <p:nvSpPr>
            <p:cNvPr id="44" name="Freeform 48"/>
            <p:cNvSpPr>
              <a:spLocks/>
            </p:cNvSpPr>
            <p:nvPr/>
          </p:nvSpPr>
          <p:spPr bwMode="auto">
            <a:xfrm>
              <a:off x="6785911" y="1258460"/>
              <a:ext cx="302815" cy="184506"/>
            </a:xfrm>
            <a:custGeom>
              <a:avLst/>
              <a:gdLst>
                <a:gd name="T0" fmla="*/ 44 w 256"/>
                <a:gd name="T1" fmla="*/ 156 h 156"/>
                <a:gd name="T2" fmla="*/ 44 w 256"/>
                <a:gd name="T3" fmla="*/ 148 h 156"/>
                <a:gd name="T4" fmla="*/ 8 w 256"/>
                <a:gd name="T5" fmla="*/ 112 h 156"/>
                <a:gd name="T6" fmla="*/ 44 w 256"/>
                <a:gd name="T7" fmla="*/ 72 h 156"/>
                <a:gd name="T8" fmla="*/ 55 w 256"/>
                <a:gd name="T9" fmla="*/ 72 h 156"/>
                <a:gd name="T10" fmla="*/ 56 w 256"/>
                <a:gd name="T11" fmla="*/ 68 h 156"/>
                <a:gd name="T12" fmla="*/ 136 w 256"/>
                <a:gd name="T13" fmla="*/ 8 h 156"/>
                <a:gd name="T14" fmla="*/ 216 w 256"/>
                <a:gd name="T15" fmla="*/ 84 h 156"/>
                <a:gd name="T16" fmla="*/ 216 w 256"/>
                <a:gd name="T17" fmla="*/ 88 h 156"/>
                <a:gd name="T18" fmla="*/ 220 w 256"/>
                <a:gd name="T19" fmla="*/ 88 h 156"/>
                <a:gd name="T20" fmla="*/ 248 w 256"/>
                <a:gd name="T21" fmla="*/ 120 h 156"/>
                <a:gd name="T22" fmla="*/ 220 w 256"/>
                <a:gd name="T23" fmla="*/ 148 h 156"/>
                <a:gd name="T24" fmla="*/ 220 w 256"/>
                <a:gd name="T25" fmla="*/ 156 h 156"/>
                <a:gd name="T26" fmla="*/ 256 w 256"/>
                <a:gd name="T27" fmla="*/ 120 h 156"/>
                <a:gd name="T28" fmla="*/ 224 w 256"/>
                <a:gd name="T29" fmla="*/ 80 h 156"/>
                <a:gd name="T30" fmla="*/ 136 w 256"/>
                <a:gd name="T31" fmla="*/ 0 h 156"/>
                <a:gd name="T32" fmla="*/ 48 w 256"/>
                <a:gd name="T33" fmla="*/ 64 h 156"/>
                <a:gd name="T34" fmla="*/ 44 w 256"/>
                <a:gd name="T35" fmla="*/ 64 h 156"/>
                <a:gd name="T36" fmla="*/ 0 w 256"/>
                <a:gd name="T37" fmla="*/ 112 h 156"/>
                <a:gd name="T38" fmla="*/ 44 w 256"/>
                <a:gd name="T39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6" h="156">
                  <a:moveTo>
                    <a:pt x="44" y="156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2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8"/>
                    <a:pt x="56" y="68"/>
                    <a:pt x="56" y="68"/>
                  </a:cubicBezTo>
                  <a:cubicBezTo>
                    <a:pt x="62" y="33"/>
                    <a:pt x="96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4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0"/>
                    <a:pt x="256" y="120"/>
                  </a:cubicBezTo>
                  <a:cubicBezTo>
                    <a:pt x="256" y="101"/>
                    <a:pt x="243" y="82"/>
                    <a:pt x="224" y="80"/>
                  </a:cubicBezTo>
                  <a:cubicBezTo>
                    <a:pt x="222" y="35"/>
                    <a:pt x="184" y="0"/>
                    <a:pt x="136" y="0"/>
                  </a:cubicBezTo>
                  <a:cubicBezTo>
                    <a:pt x="93" y="0"/>
                    <a:pt x="57" y="26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Freeform 49"/>
            <p:cNvSpPr>
              <a:spLocks/>
            </p:cNvSpPr>
            <p:nvPr/>
          </p:nvSpPr>
          <p:spPr bwMode="auto">
            <a:xfrm>
              <a:off x="6795770" y="1495077"/>
              <a:ext cx="170421" cy="56338"/>
            </a:xfrm>
            <a:custGeom>
              <a:avLst/>
              <a:gdLst>
                <a:gd name="T0" fmla="*/ 120 w 144"/>
                <a:gd name="T1" fmla="*/ 40 h 48"/>
                <a:gd name="T2" fmla="*/ 104 w 144"/>
                <a:gd name="T3" fmla="*/ 24 h 48"/>
                <a:gd name="T4" fmla="*/ 96 w 144"/>
                <a:gd name="T5" fmla="*/ 24 h 48"/>
                <a:gd name="T6" fmla="*/ 120 w 144"/>
                <a:gd name="T7" fmla="*/ 48 h 48"/>
                <a:gd name="T8" fmla="*/ 144 w 144"/>
                <a:gd name="T9" fmla="*/ 24 h 48"/>
                <a:gd name="T10" fmla="*/ 120 w 144"/>
                <a:gd name="T11" fmla="*/ 0 h 48"/>
                <a:gd name="T12" fmla="*/ 0 w 144"/>
                <a:gd name="T13" fmla="*/ 0 h 48"/>
                <a:gd name="T14" fmla="*/ 0 w 144"/>
                <a:gd name="T15" fmla="*/ 8 h 48"/>
                <a:gd name="T16" fmla="*/ 120 w 144"/>
                <a:gd name="T17" fmla="*/ 8 h 48"/>
                <a:gd name="T18" fmla="*/ 136 w 144"/>
                <a:gd name="T19" fmla="*/ 24 h 48"/>
                <a:gd name="T20" fmla="*/ 120 w 144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" h="48">
                  <a:moveTo>
                    <a:pt x="120" y="40"/>
                  </a:moveTo>
                  <a:cubicBezTo>
                    <a:pt x="111" y="40"/>
                    <a:pt x="104" y="32"/>
                    <a:pt x="104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37"/>
                    <a:pt x="106" y="48"/>
                    <a:pt x="120" y="48"/>
                  </a:cubicBezTo>
                  <a:cubicBezTo>
                    <a:pt x="133" y="48"/>
                    <a:pt x="144" y="37"/>
                    <a:pt x="144" y="24"/>
                  </a:cubicBezTo>
                  <a:cubicBezTo>
                    <a:pt x="144" y="10"/>
                    <a:pt x="133" y="0"/>
                    <a:pt x="12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8" y="8"/>
                    <a:pt x="136" y="15"/>
                    <a:pt x="136" y="24"/>
                  </a:cubicBezTo>
                  <a:cubicBezTo>
                    <a:pt x="136" y="32"/>
                    <a:pt x="128" y="40"/>
                    <a:pt x="120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Freeform 50"/>
            <p:cNvSpPr>
              <a:spLocks/>
            </p:cNvSpPr>
            <p:nvPr/>
          </p:nvSpPr>
          <p:spPr bwMode="auto">
            <a:xfrm>
              <a:off x="6805629" y="1419022"/>
              <a:ext cx="222533" cy="56338"/>
            </a:xfrm>
            <a:custGeom>
              <a:avLst/>
              <a:gdLst>
                <a:gd name="T0" fmla="*/ 188 w 188"/>
                <a:gd name="T1" fmla="*/ 24 h 48"/>
                <a:gd name="T2" fmla="*/ 164 w 188"/>
                <a:gd name="T3" fmla="*/ 0 h 48"/>
                <a:gd name="T4" fmla="*/ 140 w 188"/>
                <a:gd name="T5" fmla="*/ 24 h 48"/>
                <a:gd name="T6" fmla="*/ 148 w 188"/>
                <a:gd name="T7" fmla="*/ 24 h 48"/>
                <a:gd name="T8" fmla="*/ 164 w 188"/>
                <a:gd name="T9" fmla="*/ 8 h 48"/>
                <a:gd name="T10" fmla="*/ 180 w 188"/>
                <a:gd name="T11" fmla="*/ 24 h 48"/>
                <a:gd name="T12" fmla="*/ 164 w 188"/>
                <a:gd name="T13" fmla="*/ 40 h 48"/>
                <a:gd name="T14" fmla="*/ 0 w 188"/>
                <a:gd name="T15" fmla="*/ 40 h 48"/>
                <a:gd name="T16" fmla="*/ 0 w 188"/>
                <a:gd name="T17" fmla="*/ 48 h 48"/>
                <a:gd name="T18" fmla="*/ 164 w 188"/>
                <a:gd name="T19" fmla="*/ 48 h 48"/>
                <a:gd name="T20" fmla="*/ 188 w 188"/>
                <a:gd name="T21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48">
                  <a:moveTo>
                    <a:pt x="188" y="24"/>
                  </a:moveTo>
                  <a:cubicBezTo>
                    <a:pt x="188" y="10"/>
                    <a:pt x="177" y="0"/>
                    <a:pt x="164" y="0"/>
                  </a:cubicBezTo>
                  <a:cubicBezTo>
                    <a:pt x="150" y="0"/>
                    <a:pt x="140" y="10"/>
                    <a:pt x="140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15"/>
                    <a:pt x="155" y="8"/>
                    <a:pt x="164" y="8"/>
                  </a:cubicBezTo>
                  <a:cubicBezTo>
                    <a:pt x="172" y="8"/>
                    <a:pt x="180" y="15"/>
                    <a:pt x="180" y="24"/>
                  </a:cubicBezTo>
                  <a:cubicBezTo>
                    <a:pt x="180" y="32"/>
                    <a:pt x="172" y="40"/>
                    <a:pt x="164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77" y="48"/>
                    <a:pt x="188" y="37"/>
                    <a:pt x="188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2073276" y="1645781"/>
            <a:ext cx="302815" cy="302815"/>
          </a:xfrm>
          <a:custGeom>
            <a:avLst/>
            <a:gdLst>
              <a:gd name="T0" fmla="*/ 163 w 256"/>
              <a:gd name="T1" fmla="*/ 4 h 256"/>
              <a:gd name="T2" fmla="*/ 128 w 256"/>
              <a:gd name="T3" fmla="*/ 0 h 256"/>
              <a:gd name="T4" fmla="*/ 128 w 256"/>
              <a:gd name="T5" fmla="*/ 256 h 256"/>
              <a:gd name="T6" fmla="*/ 163 w 256"/>
              <a:gd name="T7" fmla="*/ 252 h 256"/>
              <a:gd name="T8" fmla="*/ 256 w 256"/>
              <a:gd name="T9" fmla="*/ 128 h 256"/>
              <a:gd name="T10" fmla="*/ 148 w 256"/>
              <a:gd name="T11" fmla="*/ 9 h 256"/>
              <a:gd name="T12" fmla="*/ 85 w 256"/>
              <a:gd name="T13" fmla="*/ 16 h 256"/>
              <a:gd name="T14" fmla="*/ 148 w 256"/>
              <a:gd name="T15" fmla="*/ 9 h 256"/>
              <a:gd name="T16" fmla="*/ 105 w 256"/>
              <a:gd name="T17" fmla="*/ 216 h 256"/>
              <a:gd name="T18" fmla="*/ 68 w 256"/>
              <a:gd name="T19" fmla="*/ 232 h 256"/>
              <a:gd name="T20" fmla="*/ 39 w 256"/>
              <a:gd name="T21" fmla="*/ 208 h 256"/>
              <a:gd name="T22" fmla="*/ 88 w 256"/>
              <a:gd name="T23" fmla="*/ 192 h 256"/>
              <a:gd name="T24" fmla="*/ 39 w 256"/>
              <a:gd name="T25" fmla="*/ 208 h 256"/>
              <a:gd name="T26" fmla="*/ 15 w 256"/>
              <a:gd name="T27" fmla="*/ 168 h 256"/>
              <a:gd name="T28" fmla="*/ 84 w 256"/>
              <a:gd name="T29" fmla="*/ 184 h 256"/>
              <a:gd name="T30" fmla="*/ 8 w 256"/>
              <a:gd name="T31" fmla="*/ 128 h 256"/>
              <a:gd name="T32" fmla="*/ 73 w 256"/>
              <a:gd name="T33" fmla="*/ 120 h 256"/>
              <a:gd name="T34" fmla="*/ 73 w 256"/>
              <a:gd name="T35" fmla="*/ 136 h 256"/>
              <a:gd name="T36" fmla="*/ 8 w 256"/>
              <a:gd name="T37" fmla="*/ 128 h 256"/>
              <a:gd name="T38" fmla="*/ 76 w 256"/>
              <a:gd name="T39" fmla="*/ 160 h 256"/>
              <a:gd name="T40" fmla="*/ 9 w 256"/>
              <a:gd name="T41" fmla="*/ 144 h 256"/>
              <a:gd name="T42" fmla="*/ 73 w 256"/>
              <a:gd name="T43" fmla="*/ 112 h 256"/>
              <a:gd name="T44" fmla="*/ 13 w 256"/>
              <a:gd name="T45" fmla="*/ 96 h 256"/>
              <a:gd name="T46" fmla="*/ 73 w 256"/>
              <a:gd name="T47" fmla="*/ 112 h 256"/>
              <a:gd name="T48" fmla="*/ 15 w 256"/>
              <a:gd name="T49" fmla="*/ 88 h 256"/>
              <a:gd name="T50" fmla="*/ 84 w 256"/>
              <a:gd name="T51" fmla="*/ 72 h 256"/>
              <a:gd name="T52" fmla="*/ 88 w 256"/>
              <a:gd name="T53" fmla="*/ 64 h 256"/>
              <a:gd name="T54" fmla="*/ 39 w 256"/>
              <a:gd name="T55" fmla="*/ 48 h 256"/>
              <a:gd name="T56" fmla="*/ 88 w 256"/>
              <a:gd name="T57" fmla="*/ 64 h 256"/>
              <a:gd name="T58" fmla="*/ 47 w 256"/>
              <a:gd name="T59" fmla="*/ 40 h 256"/>
              <a:gd name="T60" fmla="*/ 122 w 256"/>
              <a:gd name="T61" fmla="*/ 24 h 256"/>
              <a:gd name="T62" fmla="*/ 128 w 256"/>
              <a:gd name="T63" fmla="*/ 248 h 256"/>
              <a:gd name="T64" fmla="*/ 134 w 256"/>
              <a:gd name="T65" fmla="*/ 240 h 256"/>
              <a:gd name="T66" fmla="*/ 128 w 256"/>
              <a:gd name="T67" fmla="*/ 248 h 256"/>
              <a:gd name="T68" fmla="*/ 80 w 256"/>
              <a:gd name="T69" fmla="*/ 128 h 256"/>
              <a:gd name="T70" fmla="*/ 248 w 256"/>
              <a:gd name="T71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163" y="5"/>
                </a:moveTo>
                <a:cubicBezTo>
                  <a:pt x="163" y="4"/>
                  <a:pt x="163" y="4"/>
                  <a:pt x="163" y="4"/>
                </a:cubicBezTo>
                <a:cubicBezTo>
                  <a:pt x="163" y="4"/>
                  <a:pt x="162" y="4"/>
                  <a:pt x="162" y="4"/>
                </a:cubicBezTo>
                <a:cubicBezTo>
                  <a:pt x="151" y="1"/>
                  <a:pt x="140" y="0"/>
                  <a:pt x="128" y="0"/>
                </a:cubicBezTo>
                <a:cubicBezTo>
                  <a:pt x="58" y="0"/>
                  <a:pt x="0" y="57"/>
                  <a:pt x="0" y="128"/>
                </a:cubicBezTo>
                <a:cubicBezTo>
                  <a:pt x="0" y="198"/>
                  <a:pt x="58" y="256"/>
                  <a:pt x="128" y="256"/>
                </a:cubicBezTo>
                <a:cubicBezTo>
                  <a:pt x="140" y="256"/>
                  <a:pt x="151" y="254"/>
                  <a:pt x="162" y="251"/>
                </a:cubicBezTo>
                <a:cubicBezTo>
                  <a:pt x="162" y="251"/>
                  <a:pt x="163" y="251"/>
                  <a:pt x="163" y="252"/>
                </a:cubicBezTo>
                <a:cubicBezTo>
                  <a:pt x="163" y="251"/>
                  <a:pt x="163" y="251"/>
                  <a:pt x="163" y="251"/>
                </a:cubicBezTo>
                <a:cubicBezTo>
                  <a:pt x="217" y="235"/>
                  <a:pt x="256" y="186"/>
                  <a:pt x="256" y="128"/>
                </a:cubicBezTo>
                <a:cubicBezTo>
                  <a:pt x="256" y="69"/>
                  <a:pt x="217" y="20"/>
                  <a:pt x="163" y="5"/>
                </a:cubicBezTo>
                <a:close/>
                <a:moveTo>
                  <a:pt x="148" y="9"/>
                </a:moveTo>
                <a:cubicBezTo>
                  <a:pt x="143" y="11"/>
                  <a:pt x="139" y="13"/>
                  <a:pt x="134" y="16"/>
                </a:cubicBezTo>
                <a:cubicBezTo>
                  <a:pt x="85" y="16"/>
                  <a:pt x="85" y="16"/>
                  <a:pt x="85" y="16"/>
                </a:cubicBezTo>
                <a:cubicBezTo>
                  <a:pt x="99" y="11"/>
                  <a:pt x="113" y="8"/>
                  <a:pt x="128" y="8"/>
                </a:cubicBezTo>
                <a:cubicBezTo>
                  <a:pt x="135" y="8"/>
                  <a:pt x="141" y="8"/>
                  <a:pt x="148" y="9"/>
                </a:cubicBezTo>
                <a:close/>
                <a:moveTo>
                  <a:pt x="47" y="216"/>
                </a:moveTo>
                <a:cubicBezTo>
                  <a:pt x="105" y="216"/>
                  <a:pt x="105" y="216"/>
                  <a:pt x="105" y="216"/>
                </a:cubicBezTo>
                <a:cubicBezTo>
                  <a:pt x="110" y="222"/>
                  <a:pt x="116" y="227"/>
                  <a:pt x="122" y="232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61" y="227"/>
                  <a:pt x="53" y="222"/>
                  <a:pt x="47" y="216"/>
                </a:cubicBezTo>
                <a:close/>
                <a:moveTo>
                  <a:pt x="39" y="208"/>
                </a:moveTo>
                <a:cubicBezTo>
                  <a:pt x="34" y="203"/>
                  <a:pt x="30" y="197"/>
                  <a:pt x="27" y="192"/>
                </a:cubicBezTo>
                <a:cubicBezTo>
                  <a:pt x="88" y="192"/>
                  <a:pt x="88" y="192"/>
                  <a:pt x="88" y="192"/>
                </a:cubicBezTo>
                <a:cubicBezTo>
                  <a:pt x="91" y="197"/>
                  <a:pt x="94" y="203"/>
                  <a:pt x="98" y="208"/>
                </a:cubicBezTo>
                <a:lnTo>
                  <a:pt x="39" y="208"/>
                </a:lnTo>
                <a:close/>
                <a:moveTo>
                  <a:pt x="22" y="184"/>
                </a:moveTo>
                <a:cubicBezTo>
                  <a:pt x="19" y="179"/>
                  <a:pt x="17" y="173"/>
                  <a:pt x="15" y="168"/>
                </a:cubicBezTo>
                <a:cubicBezTo>
                  <a:pt x="78" y="168"/>
                  <a:pt x="78" y="168"/>
                  <a:pt x="78" y="168"/>
                </a:cubicBezTo>
                <a:cubicBezTo>
                  <a:pt x="80" y="173"/>
                  <a:pt x="82" y="179"/>
                  <a:pt x="84" y="184"/>
                </a:cubicBezTo>
                <a:lnTo>
                  <a:pt x="22" y="184"/>
                </a:lnTo>
                <a:close/>
                <a:moveTo>
                  <a:pt x="8" y="128"/>
                </a:moveTo>
                <a:cubicBezTo>
                  <a:pt x="8" y="125"/>
                  <a:pt x="8" y="122"/>
                  <a:pt x="9" y="120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72" y="122"/>
                  <a:pt x="72" y="125"/>
                  <a:pt x="72" y="128"/>
                </a:cubicBezTo>
                <a:cubicBezTo>
                  <a:pt x="72" y="130"/>
                  <a:pt x="72" y="133"/>
                  <a:pt x="73" y="136"/>
                </a:cubicBezTo>
                <a:cubicBezTo>
                  <a:pt x="9" y="136"/>
                  <a:pt x="9" y="136"/>
                  <a:pt x="9" y="136"/>
                </a:cubicBezTo>
                <a:cubicBezTo>
                  <a:pt x="8" y="133"/>
                  <a:pt x="8" y="130"/>
                  <a:pt x="8" y="128"/>
                </a:cubicBezTo>
                <a:close/>
                <a:moveTo>
                  <a:pt x="73" y="144"/>
                </a:moveTo>
                <a:cubicBezTo>
                  <a:pt x="74" y="149"/>
                  <a:pt x="75" y="155"/>
                  <a:pt x="76" y="160"/>
                </a:cubicBezTo>
                <a:cubicBezTo>
                  <a:pt x="13" y="160"/>
                  <a:pt x="13" y="160"/>
                  <a:pt x="13" y="160"/>
                </a:cubicBezTo>
                <a:cubicBezTo>
                  <a:pt x="11" y="155"/>
                  <a:pt x="10" y="149"/>
                  <a:pt x="9" y="144"/>
                </a:cubicBezTo>
                <a:lnTo>
                  <a:pt x="73" y="144"/>
                </a:lnTo>
                <a:close/>
                <a:moveTo>
                  <a:pt x="73" y="112"/>
                </a:moveTo>
                <a:cubicBezTo>
                  <a:pt x="9" y="112"/>
                  <a:pt x="9" y="112"/>
                  <a:pt x="9" y="112"/>
                </a:cubicBezTo>
                <a:cubicBezTo>
                  <a:pt x="10" y="106"/>
                  <a:pt x="11" y="101"/>
                  <a:pt x="13" y="96"/>
                </a:cubicBezTo>
                <a:cubicBezTo>
                  <a:pt x="76" y="96"/>
                  <a:pt x="76" y="96"/>
                  <a:pt x="76" y="96"/>
                </a:cubicBezTo>
                <a:cubicBezTo>
                  <a:pt x="75" y="101"/>
                  <a:pt x="74" y="106"/>
                  <a:pt x="73" y="112"/>
                </a:cubicBezTo>
                <a:close/>
                <a:moveTo>
                  <a:pt x="78" y="88"/>
                </a:moveTo>
                <a:cubicBezTo>
                  <a:pt x="15" y="88"/>
                  <a:pt x="15" y="88"/>
                  <a:pt x="15" y="88"/>
                </a:cubicBezTo>
                <a:cubicBezTo>
                  <a:pt x="17" y="82"/>
                  <a:pt x="19" y="77"/>
                  <a:pt x="22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2" y="77"/>
                  <a:pt x="80" y="82"/>
                  <a:pt x="78" y="88"/>
                </a:cubicBezTo>
                <a:close/>
                <a:moveTo>
                  <a:pt x="88" y="64"/>
                </a:moveTo>
                <a:cubicBezTo>
                  <a:pt x="27" y="64"/>
                  <a:pt x="27" y="64"/>
                  <a:pt x="27" y="64"/>
                </a:cubicBezTo>
                <a:cubicBezTo>
                  <a:pt x="30" y="58"/>
                  <a:pt x="34" y="53"/>
                  <a:pt x="39" y="48"/>
                </a:cubicBezTo>
                <a:cubicBezTo>
                  <a:pt x="98" y="48"/>
                  <a:pt x="98" y="48"/>
                  <a:pt x="98" y="48"/>
                </a:cubicBezTo>
                <a:cubicBezTo>
                  <a:pt x="94" y="53"/>
                  <a:pt x="91" y="58"/>
                  <a:pt x="88" y="64"/>
                </a:cubicBezTo>
                <a:close/>
                <a:moveTo>
                  <a:pt x="105" y="40"/>
                </a:moveTo>
                <a:cubicBezTo>
                  <a:pt x="47" y="40"/>
                  <a:pt x="47" y="40"/>
                  <a:pt x="47" y="40"/>
                </a:cubicBezTo>
                <a:cubicBezTo>
                  <a:pt x="53" y="34"/>
                  <a:pt x="61" y="28"/>
                  <a:pt x="68" y="24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16" y="28"/>
                  <a:pt x="110" y="34"/>
                  <a:pt x="105" y="40"/>
                </a:cubicBezTo>
                <a:close/>
                <a:moveTo>
                  <a:pt x="128" y="248"/>
                </a:moveTo>
                <a:cubicBezTo>
                  <a:pt x="113" y="248"/>
                  <a:pt x="99" y="245"/>
                  <a:pt x="85" y="240"/>
                </a:cubicBezTo>
                <a:cubicBezTo>
                  <a:pt x="134" y="240"/>
                  <a:pt x="134" y="240"/>
                  <a:pt x="134" y="240"/>
                </a:cubicBezTo>
                <a:cubicBezTo>
                  <a:pt x="139" y="242"/>
                  <a:pt x="143" y="244"/>
                  <a:pt x="148" y="246"/>
                </a:cubicBezTo>
                <a:cubicBezTo>
                  <a:pt x="141" y="247"/>
                  <a:pt x="135" y="248"/>
                  <a:pt x="128" y="248"/>
                </a:cubicBezTo>
                <a:close/>
                <a:moveTo>
                  <a:pt x="162" y="243"/>
                </a:moveTo>
                <a:cubicBezTo>
                  <a:pt x="113" y="228"/>
                  <a:pt x="80" y="182"/>
                  <a:pt x="80" y="128"/>
                </a:cubicBezTo>
                <a:cubicBezTo>
                  <a:pt x="80" y="73"/>
                  <a:pt x="113" y="27"/>
                  <a:pt x="162" y="13"/>
                </a:cubicBezTo>
                <a:cubicBezTo>
                  <a:pt x="212" y="27"/>
                  <a:pt x="248" y="73"/>
                  <a:pt x="248" y="128"/>
                </a:cubicBezTo>
                <a:cubicBezTo>
                  <a:pt x="248" y="182"/>
                  <a:pt x="212" y="228"/>
                  <a:pt x="162" y="24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2466231" y="1645781"/>
            <a:ext cx="302815" cy="302815"/>
          </a:xfrm>
          <a:custGeom>
            <a:avLst/>
            <a:gdLst>
              <a:gd name="T0" fmla="*/ 93 w 256"/>
              <a:gd name="T1" fmla="*/ 252 h 256"/>
              <a:gd name="T2" fmla="*/ 128 w 256"/>
              <a:gd name="T3" fmla="*/ 256 h 256"/>
              <a:gd name="T4" fmla="*/ 128 w 256"/>
              <a:gd name="T5" fmla="*/ 0 h 256"/>
              <a:gd name="T6" fmla="*/ 93 w 256"/>
              <a:gd name="T7" fmla="*/ 4 h 256"/>
              <a:gd name="T8" fmla="*/ 0 w 256"/>
              <a:gd name="T9" fmla="*/ 128 h 256"/>
              <a:gd name="T10" fmla="*/ 8 w 256"/>
              <a:gd name="T11" fmla="*/ 128 h 256"/>
              <a:gd name="T12" fmla="*/ 176 w 256"/>
              <a:gd name="T13" fmla="*/ 120 h 256"/>
              <a:gd name="T14" fmla="*/ 176 w 256"/>
              <a:gd name="T15" fmla="*/ 136 h 256"/>
              <a:gd name="T16" fmla="*/ 8 w 256"/>
              <a:gd name="T17" fmla="*/ 128 h 256"/>
              <a:gd name="T18" fmla="*/ 141 w 256"/>
              <a:gd name="T19" fmla="*/ 40 h 256"/>
              <a:gd name="T20" fmla="*/ 69 w 256"/>
              <a:gd name="T21" fmla="*/ 24 h 256"/>
              <a:gd name="T22" fmla="*/ 85 w 256"/>
              <a:gd name="T23" fmla="*/ 16 h 256"/>
              <a:gd name="T24" fmla="*/ 104 w 256"/>
              <a:gd name="T25" fmla="*/ 16 h 256"/>
              <a:gd name="T26" fmla="*/ 148 w 256"/>
              <a:gd name="T27" fmla="*/ 48 h 256"/>
              <a:gd name="T28" fmla="*/ 27 w 256"/>
              <a:gd name="T29" fmla="*/ 64 h 256"/>
              <a:gd name="T30" fmla="*/ 148 w 256"/>
              <a:gd name="T31" fmla="*/ 48 h 256"/>
              <a:gd name="T32" fmla="*/ 170 w 256"/>
              <a:gd name="T33" fmla="*/ 88 h 256"/>
              <a:gd name="T34" fmla="*/ 22 w 256"/>
              <a:gd name="T35" fmla="*/ 72 h 256"/>
              <a:gd name="T36" fmla="*/ 120 w 256"/>
              <a:gd name="T37" fmla="*/ 232 h 256"/>
              <a:gd name="T38" fmla="*/ 47 w 256"/>
              <a:gd name="T39" fmla="*/ 216 h 256"/>
              <a:gd name="T40" fmla="*/ 120 w 256"/>
              <a:gd name="T41" fmla="*/ 232 h 256"/>
              <a:gd name="T42" fmla="*/ 95 w 256"/>
              <a:gd name="T43" fmla="*/ 243 h 256"/>
              <a:gd name="T44" fmla="*/ 104 w 256"/>
              <a:gd name="T45" fmla="*/ 240 h 256"/>
              <a:gd name="T46" fmla="*/ 39 w 256"/>
              <a:gd name="T47" fmla="*/ 208 h 256"/>
              <a:gd name="T48" fmla="*/ 159 w 256"/>
              <a:gd name="T49" fmla="*/ 192 h 256"/>
              <a:gd name="T50" fmla="*/ 164 w 256"/>
              <a:gd name="T51" fmla="*/ 184 h 256"/>
              <a:gd name="T52" fmla="*/ 15 w 256"/>
              <a:gd name="T53" fmla="*/ 168 h 256"/>
              <a:gd name="T54" fmla="*/ 164 w 256"/>
              <a:gd name="T55" fmla="*/ 184 h 256"/>
              <a:gd name="T56" fmla="*/ 175 w 256"/>
              <a:gd name="T57" fmla="*/ 112 h 256"/>
              <a:gd name="T58" fmla="*/ 13 w 256"/>
              <a:gd name="T59" fmla="*/ 96 h 256"/>
              <a:gd name="T60" fmla="*/ 175 w 256"/>
              <a:gd name="T61" fmla="*/ 144 h 256"/>
              <a:gd name="T62" fmla="*/ 13 w 256"/>
              <a:gd name="T63" fmla="*/ 160 h 256"/>
              <a:gd name="T64" fmla="*/ 175 w 256"/>
              <a:gd name="T65" fmla="*/ 144 h 256"/>
              <a:gd name="T66" fmla="*/ 248 w 256"/>
              <a:gd name="T67" fmla="*/ 128 h 256"/>
              <a:gd name="T68" fmla="*/ 109 w 256"/>
              <a:gd name="T69" fmla="*/ 246 h 256"/>
              <a:gd name="T70" fmla="*/ 109 w 256"/>
              <a:gd name="T71" fmla="*/ 9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93" y="251"/>
                </a:moveTo>
                <a:cubicBezTo>
                  <a:pt x="93" y="252"/>
                  <a:pt x="93" y="252"/>
                  <a:pt x="93" y="252"/>
                </a:cubicBezTo>
                <a:cubicBezTo>
                  <a:pt x="94" y="251"/>
                  <a:pt x="94" y="251"/>
                  <a:pt x="95" y="251"/>
                </a:cubicBezTo>
                <a:cubicBezTo>
                  <a:pt x="105" y="254"/>
                  <a:pt x="117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117" y="0"/>
                  <a:pt x="105" y="1"/>
                  <a:pt x="95" y="4"/>
                </a:cubicBezTo>
                <a:cubicBezTo>
                  <a:pt x="94" y="4"/>
                  <a:pt x="94" y="4"/>
                  <a:pt x="93" y="4"/>
                </a:cubicBezTo>
                <a:cubicBezTo>
                  <a:pt x="93" y="5"/>
                  <a:pt x="93" y="5"/>
                  <a:pt x="93" y="5"/>
                </a:cubicBezTo>
                <a:cubicBezTo>
                  <a:pt x="40" y="20"/>
                  <a:pt x="0" y="69"/>
                  <a:pt x="0" y="128"/>
                </a:cubicBezTo>
                <a:cubicBezTo>
                  <a:pt x="0" y="186"/>
                  <a:pt x="40" y="235"/>
                  <a:pt x="93" y="251"/>
                </a:cubicBezTo>
                <a:close/>
                <a:moveTo>
                  <a:pt x="8" y="128"/>
                </a:moveTo>
                <a:cubicBezTo>
                  <a:pt x="8" y="125"/>
                  <a:pt x="8" y="122"/>
                  <a:pt x="9" y="120"/>
                </a:cubicBezTo>
                <a:cubicBezTo>
                  <a:pt x="176" y="120"/>
                  <a:pt x="176" y="120"/>
                  <a:pt x="176" y="120"/>
                </a:cubicBezTo>
                <a:cubicBezTo>
                  <a:pt x="176" y="122"/>
                  <a:pt x="176" y="125"/>
                  <a:pt x="176" y="128"/>
                </a:cubicBezTo>
                <a:cubicBezTo>
                  <a:pt x="176" y="130"/>
                  <a:pt x="176" y="133"/>
                  <a:pt x="176" y="136"/>
                </a:cubicBezTo>
                <a:cubicBezTo>
                  <a:pt x="9" y="136"/>
                  <a:pt x="9" y="136"/>
                  <a:pt x="9" y="136"/>
                </a:cubicBezTo>
                <a:cubicBezTo>
                  <a:pt x="8" y="133"/>
                  <a:pt x="8" y="130"/>
                  <a:pt x="8" y="128"/>
                </a:cubicBezTo>
                <a:close/>
                <a:moveTo>
                  <a:pt x="120" y="24"/>
                </a:moveTo>
                <a:cubicBezTo>
                  <a:pt x="127" y="28"/>
                  <a:pt x="134" y="34"/>
                  <a:pt x="141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53" y="34"/>
                  <a:pt x="61" y="28"/>
                  <a:pt x="69" y="24"/>
                </a:cubicBezTo>
                <a:lnTo>
                  <a:pt x="120" y="24"/>
                </a:lnTo>
                <a:close/>
                <a:moveTo>
                  <a:pt x="85" y="16"/>
                </a:moveTo>
                <a:cubicBezTo>
                  <a:pt x="88" y="15"/>
                  <a:pt x="91" y="14"/>
                  <a:pt x="95" y="13"/>
                </a:cubicBezTo>
                <a:cubicBezTo>
                  <a:pt x="98" y="14"/>
                  <a:pt x="101" y="15"/>
                  <a:pt x="104" y="16"/>
                </a:cubicBezTo>
                <a:lnTo>
                  <a:pt x="85" y="16"/>
                </a:lnTo>
                <a:close/>
                <a:moveTo>
                  <a:pt x="148" y="48"/>
                </a:moveTo>
                <a:cubicBezTo>
                  <a:pt x="152" y="53"/>
                  <a:pt x="156" y="58"/>
                  <a:pt x="159" y="64"/>
                </a:cubicBezTo>
                <a:cubicBezTo>
                  <a:pt x="27" y="64"/>
                  <a:pt x="27" y="64"/>
                  <a:pt x="27" y="64"/>
                </a:cubicBezTo>
                <a:cubicBezTo>
                  <a:pt x="30" y="58"/>
                  <a:pt x="35" y="53"/>
                  <a:pt x="39" y="48"/>
                </a:cubicBezTo>
                <a:lnTo>
                  <a:pt x="148" y="48"/>
                </a:lnTo>
                <a:close/>
                <a:moveTo>
                  <a:pt x="164" y="72"/>
                </a:moveTo>
                <a:cubicBezTo>
                  <a:pt x="166" y="77"/>
                  <a:pt x="168" y="82"/>
                  <a:pt x="170" y="88"/>
                </a:cubicBezTo>
                <a:cubicBezTo>
                  <a:pt x="15" y="88"/>
                  <a:pt x="15" y="88"/>
                  <a:pt x="15" y="88"/>
                </a:cubicBezTo>
                <a:cubicBezTo>
                  <a:pt x="17" y="82"/>
                  <a:pt x="20" y="77"/>
                  <a:pt x="22" y="72"/>
                </a:cubicBezTo>
                <a:lnTo>
                  <a:pt x="164" y="72"/>
                </a:lnTo>
                <a:close/>
                <a:moveTo>
                  <a:pt x="120" y="232"/>
                </a:moveTo>
                <a:cubicBezTo>
                  <a:pt x="69" y="232"/>
                  <a:pt x="69" y="232"/>
                  <a:pt x="69" y="232"/>
                </a:cubicBezTo>
                <a:cubicBezTo>
                  <a:pt x="61" y="227"/>
                  <a:pt x="53" y="222"/>
                  <a:pt x="47" y="216"/>
                </a:cubicBezTo>
                <a:cubicBezTo>
                  <a:pt x="141" y="216"/>
                  <a:pt x="141" y="216"/>
                  <a:pt x="141" y="216"/>
                </a:cubicBezTo>
                <a:cubicBezTo>
                  <a:pt x="134" y="222"/>
                  <a:pt x="127" y="227"/>
                  <a:pt x="120" y="232"/>
                </a:cubicBezTo>
                <a:close/>
                <a:moveTo>
                  <a:pt x="104" y="240"/>
                </a:moveTo>
                <a:cubicBezTo>
                  <a:pt x="101" y="241"/>
                  <a:pt x="98" y="242"/>
                  <a:pt x="95" y="243"/>
                </a:cubicBezTo>
                <a:cubicBezTo>
                  <a:pt x="91" y="242"/>
                  <a:pt x="88" y="241"/>
                  <a:pt x="85" y="240"/>
                </a:cubicBezTo>
                <a:lnTo>
                  <a:pt x="104" y="240"/>
                </a:lnTo>
                <a:close/>
                <a:moveTo>
                  <a:pt x="148" y="208"/>
                </a:moveTo>
                <a:cubicBezTo>
                  <a:pt x="39" y="208"/>
                  <a:pt x="39" y="208"/>
                  <a:pt x="39" y="208"/>
                </a:cubicBezTo>
                <a:cubicBezTo>
                  <a:pt x="35" y="203"/>
                  <a:pt x="30" y="197"/>
                  <a:pt x="27" y="192"/>
                </a:cubicBezTo>
                <a:cubicBezTo>
                  <a:pt x="159" y="192"/>
                  <a:pt x="159" y="192"/>
                  <a:pt x="159" y="192"/>
                </a:cubicBezTo>
                <a:cubicBezTo>
                  <a:pt x="156" y="197"/>
                  <a:pt x="152" y="203"/>
                  <a:pt x="148" y="208"/>
                </a:cubicBezTo>
                <a:close/>
                <a:moveTo>
                  <a:pt x="164" y="184"/>
                </a:moveTo>
                <a:cubicBezTo>
                  <a:pt x="22" y="184"/>
                  <a:pt x="22" y="184"/>
                  <a:pt x="22" y="184"/>
                </a:cubicBezTo>
                <a:cubicBezTo>
                  <a:pt x="20" y="179"/>
                  <a:pt x="17" y="173"/>
                  <a:pt x="15" y="168"/>
                </a:cubicBezTo>
                <a:cubicBezTo>
                  <a:pt x="170" y="168"/>
                  <a:pt x="170" y="168"/>
                  <a:pt x="170" y="168"/>
                </a:cubicBezTo>
                <a:cubicBezTo>
                  <a:pt x="168" y="173"/>
                  <a:pt x="166" y="179"/>
                  <a:pt x="164" y="184"/>
                </a:cubicBezTo>
                <a:close/>
                <a:moveTo>
                  <a:pt x="172" y="96"/>
                </a:moveTo>
                <a:cubicBezTo>
                  <a:pt x="174" y="101"/>
                  <a:pt x="175" y="106"/>
                  <a:pt x="175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10" y="106"/>
                  <a:pt x="11" y="101"/>
                  <a:pt x="13" y="96"/>
                </a:cubicBezTo>
                <a:lnTo>
                  <a:pt x="172" y="96"/>
                </a:lnTo>
                <a:close/>
                <a:moveTo>
                  <a:pt x="175" y="144"/>
                </a:moveTo>
                <a:cubicBezTo>
                  <a:pt x="175" y="149"/>
                  <a:pt x="174" y="155"/>
                  <a:pt x="172" y="160"/>
                </a:cubicBezTo>
                <a:cubicBezTo>
                  <a:pt x="13" y="160"/>
                  <a:pt x="13" y="160"/>
                  <a:pt x="13" y="160"/>
                </a:cubicBezTo>
                <a:cubicBezTo>
                  <a:pt x="11" y="155"/>
                  <a:pt x="10" y="149"/>
                  <a:pt x="9" y="144"/>
                </a:cubicBezTo>
                <a:lnTo>
                  <a:pt x="175" y="144"/>
                </a:lnTo>
                <a:close/>
                <a:moveTo>
                  <a:pt x="128" y="8"/>
                </a:moveTo>
                <a:cubicBezTo>
                  <a:pt x="195" y="8"/>
                  <a:pt x="248" y="62"/>
                  <a:pt x="248" y="128"/>
                </a:cubicBezTo>
                <a:cubicBezTo>
                  <a:pt x="248" y="194"/>
                  <a:pt x="195" y="248"/>
                  <a:pt x="128" y="248"/>
                </a:cubicBezTo>
                <a:cubicBezTo>
                  <a:pt x="122" y="248"/>
                  <a:pt x="115" y="247"/>
                  <a:pt x="109" y="246"/>
                </a:cubicBezTo>
                <a:cubicBezTo>
                  <a:pt x="155" y="227"/>
                  <a:pt x="184" y="181"/>
                  <a:pt x="184" y="128"/>
                </a:cubicBezTo>
                <a:cubicBezTo>
                  <a:pt x="184" y="74"/>
                  <a:pt x="155" y="28"/>
                  <a:pt x="109" y="9"/>
                </a:cubicBezTo>
                <a:cubicBezTo>
                  <a:pt x="115" y="8"/>
                  <a:pt x="122" y="8"/>
                  <a:pt x="128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2857777" y="1645781"/>
            <a:ext cx="302815" cy="302815"/>
          </a:xfrm>
          <a:custGeom>
            <a:avLst/>
            <a:gdLst>
              <a:gd name="T0" fmla="*/ 95 w 256"/>
              <a:gd name="T1" fmla="*/ 4 h 256"/>
              <a:gd name="T2" fmla="*/ 93 w 256"/>
              <a:gd name="T3" fmla="*/ 5 h 256"/>
              <a:gd name="T4" fmla="*/ 93 w 256"/>
              <a:gd name="T5" fmla="*/ 251 h 256"/>
              <a:gd name="T6" fmla="*/ 95 w 256"/>
              <a:gd name="T7" fmla="*/ 251 h 256"/>
              <a:gd name="T8" fmla="*/ 256 w 256"/>
              <a:gd name="T9" fmla="*/ 128 h 256"/>
              <a:gd name="T10" fmla="*/ 248 w 256"/>
              <a:gd name="T11" fmla="*/ 128 h 256"/>
              <a:gd name="T12" fmla="*/ 184 w 256"/>
              <a:gd name="T13" fmla="*/ 136 h 256"/>
              <a:gd name="T14" fmla="*/ 184 w 256"/>
              <a:gd name="T15" fmla="*/ 120 h 256"/>
              <a:gd name="T16" fmla="*/ 248 w 256"/>
              <a:gd name="T17" fmla="*/ 128 h 256"/>
              <a:gd name="T18" fmla="*/ 210 w 256"/>
              <a:gd name="T19" fmla="*/ 216 h 256"/>
              <a:gd name="T20" fmla="*/ 134 w 256"/>
              <a:gd name="T21" fmla="*/ 232 h 256"/>
              <a:gd name="T22" fmla="*/ 158 w 256"/>
              <a:gd name="T23" fmla="*/ 208 h 256"/>
              <a:gd name="T24" fmla="*/ 230 w 256"/>
              <a:gd name="T25" fmla="*/ 192 h 256"/>
              <a:gd name="T26" fmla="*/ 158 w 256"/>
              <a:gd name="T27" fmla="*/ 208 h 256"/>
              <a:gd name="T28" fmla="*/ 179 w 256"/>
              <a:gd name="T29" fmla="*/ 168 h 256"/>
              <a:gd name="T30" fmla="*/ 235 w 256"/>
              <a:gd name="T31" fmla="*/ 184 h 256"/>
              <a:gd name="T32" fmla="*/ 181 w 256"/>
              <a:gd name="T33" fmla="*/ 160 h 256"/>
              <a:gd name="T34" fmla="*/ 247 w 256"/>
              <a:gd name="T35" fmla="*/ 144 h 256"/>
              <a:gd name="T36" fmla="*/ 181 w 256"/>
              <a:gd name="T37" fmla="*/ 160 h 256"/>
              <a:gd name="T38" fmla="*/ 181 w 256"/>
              <a:gd name="T39" fmla="*/ 96 h 256"/>
              <a:gd name="T40" fmla="*/ 247 w 256"/>
              <a:gd name="T41" fmla="*/ 112 h 256"/>
              <a:gd name="T42" fmla="*/ 179 w 256"/>
              <a:gd name="T43" fmla="*/ 88 h 256"/>
              <a:gd name="T44" fmla="*/ 235 w 256"/>
              <a:gd name="T45" fmla="*/ 72 h 256"/>
              <a:gd name="T46" fmla="*/ 179 w 256"/>
              <a:gd name="T47" fmla="*/ 88 h 256"/>
              <a:gd name="T48" fmla="*/ 158 w 256"/>
              <a:gd name="T49" fmla="*/ 48 h 256"/>
              <a:gd name="T50" fmla="*/ 230 w 256"/>
              <a:gd name="T51" fmla="*/ 64 h 256"/>
              <a:gd name="T52" fmla="*/ 152 w 256"/>
              <a:gd name="T53" fmla="*/ 40 h 256"/>
              <a:gd name="T54" fmla="*/ 188 w 256"/>
              <a:gd name="T55" fmla="*/ 24 h 256"/>
              <a:gd name="T56" fmla="*/ 152 w 256"/>
              <a:gd name="T57" fmla="*/ 40 h 256"/>
              <a:gd name="T58" fmla="*/ 171 w 256"/>
              <a:gd name="T59" fmla="*/ 16 h 256"/>
              <a:gd name="T60" fmla="*/ 109 w 256"/>
              <a:gd name="T61" fmla="*/ 9 h 256"/>
              <a:gd name="T62" fmla="*/ 8 w 256"/>
              <a:gd name="T63" fmla="*/ 128 h 256"/>
              <a:gd name="T64" fmla="*/ 176 w 256"/>
              <a:gd name="T65" fmla="*/ 128 h 256"/>
              <a:gd name="T66" fmla="*/ 8 w 256"/>
              <a:gd name="T67" fmla="*/ 128 h 256"/>
              <a:gd name="T68" fmla="*/ 122 w 256"/>
              <a:gd name="T69" fmla="*/ 240 h 256"/>
              <a:gd name="T70" fmla="*/ 128 w 256"/>
              <a:gd name="T71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117" y="0"/>
                  <a:pt x="106" y="1"/>
                  <a:pt x="95" y="4"/>
                </a:cubicBezTo>
                <a:cubicBezTo>
                  <a:pt x="94" y="4"/>
                  <a:pt x="94" y="4"/>
                  <a:pt x="93" y="4"/>
                </a:cubicBezTo>
                <a:cubicBezTo>
                  <a:pt x="93" y="5"/>
                  <a:pt x="93" y="5"/>
                  <a:pt x="93" y="5"/>
                </a:cubicBezTo>
                <a:cubicBezTo>
                  <a:pt x="40" y="20"/>
                  <a:pt x="0" y="69"/>
                  <a:pt x="0" y="128"/>
                </a:cubicBezTo>
                <a:cubicBezTo>
                  <a:pt x="0" y="186"/>
                  <a:pt x="40" y="235"/>
                  <a:pt x="93" y="251"/>
                </a:cubicBezTo>
                <a:cubicBezTo>
                  <a:pt x="93" y="252"/>
                  <a:pt x="93" y="252"/>
                  <a:pt x="93" y="252"/>
                </a:cubicBezTo>
                <a:cubicBezTo>
                  <a:pt x="94" y="251"/>
                  <a:pt x="94" y="251"/>
                  <a:pt x="95" y="251"/>
                </a:cubicBezTo>
                <a:cubicBezTo>
                  <a:pt x="106" y="254"/>
                  <a:pt x="117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lose/>
                <a:moveTo>
                  <a:pt x="248" y="128"/>
                </a:moveTo>
                <a:cubicBezTo>
                  <a:pt x="248" y="130"/>
                  <a:pt x="248" y="133"/>
                  <a:pt x="248" y="136"/>
                </a:cubicBezTo>
                <a:cubicBezTo>
                  <a:pt x="184" y="136"/>
                  <a:pt x="184" y="136"/>
                  <a:pt x="184" y="136"/>
                </a:cubicBezTo>
                <a:cubicBezTo>
                  <a:pt x="184" y="133"/>
                  <a:pt x="184" y="130"/>
                  <a:pt x="184" y="128"/>
                </a:cubicBezTo>
                <a:cubicBezTo>
                  <a:pt x="184" y="125"/>
                  <a:pt x="184" y="122"/>
                  <a:pt x="184" y="120"/>
                </a:cubicBezTo>
                <a:cubicBezTo>
                  <a:pt x="248" y="120"/>
                  <a:pt x="248" y="120"/>
                  <a:pt x="248" y="120"/>
                </a:cubicBezTo>
                <a:cubicBezTo>
                  <a:pt x="248" y="122"/>
                  <a:pt x="248" y="125"/>
                  <a:pt x="248" y="128"/>
                </a:cubicBezTo>
                <a:close/>
                <a:moveTo>
                  <a:pt x="152" y="216"/>
                </a:moveTo>
                <a:cubicBezTo>
                  <a:pt x="210" y="216"/>
                  <a:pt x="210" y="216"/>
                  <a:pt x="210" y="216"/>
                </a:cubicBezTo>
                <a:cubicBezTo>
                  <a:pt x="203" y="222"/>
                  <a:pt x="196" y="227"/>
                  <a:pt x="188" y="232"/>
                </a:cubicBezTo>
                <a:cubicBezTo>
                  <a:pt x="134" y="232"/>
                  <a:pt x="134" y="232"/>
                  <a:pt x="134" y="232"/>
                </a:cubicBezTo>
                <a:cubicBezTo>
                  <a:pt x="141" y="227"/>
                  <a:pt x="147" y="222"/>
                  <a:pt x="152" y="216"/>
                </a:cubicBezTo>
                <a:close/>
                <a:moveTo>
                  <a:pt x="158" y="208"/>
                </a:moveTo>
                <a:cubicBezTo>
                  <a:pt x="162" y="203"/>
                  <a:pt x="166" y="197"/>
                  <a:pt x="169" y="192"/>
                </a:cubicBezTo>
                <a:cubicBezTo>
                  <a:pt x="230" y="192"/>
                  <a:pt x="230" y="192"/>
                  <a:pt x="230" y="192"/>
                </a:cubicBezTo>
                <a:cubicBezTo>
                  <a:pt x="226" y="197"/>
                  <a:pt x="222" y="203"/>
                  <a:pt x="218" y="208"/>
                </a:cubicBezTo>
                <a:lnTo>
                  <a:pt x="158" y="208"/>
                </a:lnTo>
                <a:close/>
                <a:moveTo>
                  <a:pt x="173" y="184"/>
                </a:moveTo>
                <a:cubicBezTo>
                  <a:pt x="175" y="179"/>
                  <a:pt x="177" y="173"/>
                  <a:pt x="179" y="168"/>
                </a:cubicBezTo>
                <a:cubicBezTo>
                  <a:pt x="242" y="168"/>
                  <a:pt x="242" y="168"/>
                  <a:pt x="242" y="168"/>
                </a:cubicBezTo>
                <a:cubicBezTo>
                  <a:pt x="240" y="173"/>
                  <a:pt x="237" y="179"/>
                  <a:pt x="235" y="184"/>
                </a:cubicBezTo>
                <a:lnTo>
                  <a:pt x="173" y="184"/>
                </a:lnTo>
                <a:close/>
                <a:moveTo>
                  <a:pt x="181" y="160"/>
                </a:moveTo>
                <a:cubicBezTo>
                  <a:pt x="182" y="155"/>
                  <a:pt x="183" y="149"/>
                  <a:pt x="183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7" y="149"/>
                  <a:pt x="246" y="155"/>
                  <a:pt x="244" y="160"/>
                </a:cubicBezTo>
                <a:lnTo>
                  <a:pt x="181" y="160"/>
                </a:lnTo>
                <a:close/>
                <a:moveTo>
                  <a:pt x="183" y="112"/>
                </a:moveTo>
                <a:cubicBezTo>
                  <a:pt x="183" y="106"/>
                  <a:pt x="182" y="101"/>
                  <a:pt x="18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6" y="101"/>
                  <a:pt x="247" y="106"/>
                  <a:pt x="247" y="112"/>
                </a:cubicBezTo>
                <a:lnTo>
                  <a:pt x="183" y="112"/>
                </a:lnTo>
                <a:close/>
                <a:moveTo>
                  <a:pt x="179" y="88"/>
                </a:moveTo>
                <a:cubicBezTo>
                  <a:pt x="177" y="82"/>
                  <a:pt x="175" y="77"/>
                  <a:pt x="173" y="72"/>
                </a:cubicBezTo>
                <a:cubicBezTo>
                  <a:pt x="235" y="72"/>
                  <a:pt x="235" y="72"/>
                  <a:pt x="235" y="72"/>
                </a:cubicBezTo>
                <a:cubicBezTo>
                  <a:pt x="237" y="77"/>
                  <a:pt x="240" y="82"/>
                  <a:pt x="242" y="88"/>
                </a:cubicBezTo>
                <a:lnTo>
                  <a:pt x="179" y="88"/>
                </a:lnTo>
                <a:close/>
                <a:moveTo>
                  <a:pt x="169" y="64"/>
                </a:moveTo>
                <a:cubicBezTo>
                  <a:pt x="166" y="58"/>
                  <a:pt x="162" y="53"/>
                  <a:pt x="158" y="48"/>
                </a:cubicBezTo>
                <a:cubicBezTo>
                  <a:pt x="218" y="48"/>
                  <a:pt x="218" y="48"/>
                  <a:pt x="218" y="48"/>
                </a:cubicBezTo>
                <a:cubicBezTo>
                  <a:pt x="222" y="53"/>
                  <a:pt x="226" y="58"/>
                  <a:pt x="230" y="64"/>
                </a:cubicBezTo>
                <a:lnTo>
                  <a:pt x="169" y="64"/>
                </a:lnTo>
                <a:close/>
                <a:moveTo>
                  <a:pt x="152" y="40"/>
                </a:moveTo>
                <a:cubicBezTo>
                  <a:pt x="147" y="34"/>
                  <a:pt x="141" y="28"/>
                  <a:pt x="134" y="24"/>
                </a:cubicBezTo>
                <a:cubicBezTo>
                  <a:pt x="188" y="24"/>
                  <a:pt x="188" y="24"/>
                  <a:pt x="188" y="24"/>
                </a:cubicBezTo>
                <a:cubicBezTo>
                  <a:pt x="196" y="28"/>
                  <a:pt x="203" y="34"/>
                  <a:pt x="210" y="40"/>
                </a:cubicBezTo>
                <a:lnTo>
                  <a:pt x="152" y="40"/>
                </a:lnTo>
                <a:close/>
                <a:moveTo>
                  <a:pt x="128" y="8"/>
                </a:moveTo>
                <a:cubicBezTo>
                  <a:pt x="144" y="8"/>
                  <a:pt x="158" y="11"/>
                  <a:pt x="171" y="16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18" y="13"/>
                  <a:pt x="114" y="11"/>
                  <a:pt x="109" y="9"/>
                </a:cubicBezTo>
                <a:cubicBezTo>
                  <a:pt x="115" y="8"/>
                  <a:pt x="122" y="8"/>
                  <a:pt x="128" y="8"/>
                </a:cubicBezTo>
                <a:close/>
                <a:moveTo>
                  <a:pt x="8" y="128"/>
                </a:moveTo>
                <a:cubicBezTo>
                  <a:pt x="8" y="73"/>
                  <a:pt x="45" y="27"/>
                  <a:pt x="95" y="13"/>
                </a:cubicBezTo>
                <a:cubicBezTo>
                  <a:pt x="144" y="27"/>
                  <a:pt x="176" y="73"/>
                  <a:pt x="176" y="128"/>
                </a:cubicBezTo>
                <a:cubicBezTo>
                  <a:pt x="176" y="182"/>
                  <a:pt x="144" y="228"/>
                  <a:pt x="95" y="243"/>
                </a:cubicBezTo>
                <a:cubicBezTo>
                  <a:pt x="45" y="228"/>
                  <a:pt x="8" y="182"/>
                  <a:pt x="8" y="128"/>
                </a:cubicBezTo>
                <a:close/>
                <a:moveTo>
                  <a:pt x="109" y="246"/>
                </a:moveTo>
                <a:cubicBezTo>
                  <a:pt x="114" y="244"/>
                  <a:pt x="118" y="242"/>
                  <a:pt x="122" y="240"/>
                </a:cubicBezTo>
                <a:cubicBezTo>
                  <a:pt x="171" y="240"/>
                  <a:pt x="171" y="240"/>
                  <a:pt x="171" y="240"/>
                </a:cubicBezTo>
                <a:cubicBezTo>
                  <a:pt x="158" y="245"/>
                  <a:pt x="144" y="248"/>
                  <a:pt x="128" y="248"/>
                </a:cubicBezTo>
                <a:cubicBezTo>
                  <a:pt x="122" y="248"/>
                  <a:pt x="115" y="247"/>
                  <a:pt x="109" y="24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3252139" y="1645781"/>
            <a:ext cx="302815" cy="302815"/>
          </a:xfrm>
          <a:custGeom>
            <a:avLst/>
            <a:gdLst>
              <a:gd name="T0" fmla="*/ 163 w 256"/>
              <a:gd name="T1" fmla="*/ 4 h 256"/>
              <a:gd name="T2" fmla="*/ 128 w 256"/>
              <a:gd name="T3" fmla="*/ 0 h 256"/>
              <a:gd name="T4" fmla="*/ 128 w 256"/>
              <a:gd name="T5" fmla="*/ 256 h 256"/>
              <a:gd name="T6" fmla="*/ 163 w 256"/>
              <a:gd name="T7" fmla="*/ 252 h 256"/>
              <a:gd name="T8" fmla="*/ 256 w 256"/>
              <a:gd name="T9" fmla="*/ 128 h 256"/>
              <a:gd name="T10" fmla="*/ 248 w 256"/>
              <a:gd name="T11" fmla="*/ 128 h 256"/>
              <a:gd name="T12" fmla="*/ 80 w 256"/>
              <a:gd name="T13" fmla="*/ 136 h 256"/>
              <a:gd name="T14" fmla="*/ 80 w 256"/>
              <a:gd name="T15" fmla="*/ 120 h 256"/>
              <a:gd name="T16" fmla="*/ 248 w 256"/>
              <a:gd name="T17" fmla="*/ 128 h 256"/>
              <a:gd name="T18" fmla="*/ 115 w 256"/>
              <a:gd name="T19" fmla="*/ 216 h 256"/>
              <a:gd name="T20" fmla="*/ 187 w 256"/>
              <a:gd name="T21" fmla="*/ 232 h 256"/>
              <a:gd name="T22" fmla="*/ 171 w 256"/>
              <a:gd name="T23" fmla="*/ 240 h 256"/>
              <a:gd name="T24" fmla="*/ 152 w 256"/>
              <a:gd name="T25" fmla="*/ 240 h 256"/>
              <a:gd name="T26" fmla="*/ 108 w 256"/>
              <a:gd name="T27" fmla="*/ 208 h 256"/>
              <a:gd name="T28" fmla="*/ 229 w 256"/>
              <a:gd name="T29" fmla="*/ 192 h 256"/>
              <a:gd name="T30" fmla="*/ 108 w 256"/>
              <a:gd name="T31" fmla="*/ 208 h 256"/>
              <a:gd name="T32" fmla="*/ 86 w 256"/>
              <a:gd name="T33" fmla="*/ 168 h 256"/>
              <a:gd name="T34" fmla="*/ 234 w 256"/>
              <a:gd name="T35" fmla="*/ 184 h 256"/>
              <a:gd name="T36" fmla="*/ 84 w 256"/>
              <a:gd name="T37" fmla="*/ 160 h 256"/>
              <a:gd name="T38" fmla="*/ 246 w 256"/>
              <a:gd name="T39" fmla="*/ 144 h 256"/>
              <a:gd name="T40" fmla="*/ 84 w 256"/>
              <a:gd name="T41" fmla="*/ 160 h 256"/>
              <a:gd name="T42" fmla="*/ 84 w 256"/>
              <a:gd name="T43" fmla="*/ 96 h 256"/>
              <a:gd name="T44" fmla="*/ 246 w 256"/>
              <a:gd name="T45" fmla="*/ 112 h 256"/>
              <a:gd name="T46" fmla="*/ 86 w 256"/>
              <a:gd name="T47" fmla="*/ 88 h 256"/>
              <a:gd name="T48" fmla="*/ 234 w 256"/>
              <a:gd name="T49" fmla="*/ 72 h 256"/>
              <a:gd name="T50" fmla="*/ 86 w 256"/>
              <a:gd name="T51" fmla="*/ 88 h 256"/>
              <a:gd name="T52" fmla="*/ 108 w 256"/>
              <a:gd name="T53" fmla="*/ 48 h 256"/>
              <a:gd name="T54" fmla="*/ 229 w 256"/>
              <a:gd name="T55" fmla="*/ 64 h 256"/>
              <a:gd name="T56" fmla="*/ 115 w 256"/>
              <a:gd name="T57" fmla="*/ 40 h 256"/>
              <a:gd name="T58" fmla="*/ 187 w 256"/>
              <a:gd name="T59" fmla="*/ 24 h 256"/>
              <a:gd name="T60" fmla="*/ 115 w 256"/>
              <a:gd name="T61" fmla="*/ 40 h 256"/>
              <a:gd name="T62" fmla="*/ 161 w 256"/>
              <a:gd name="T63" fmla="*/ 13 h 256"/>
              <a:gd name="T64" fmla="*/ 152 w 256"/>
              <a:gd name="T65" fmla="*/ 16 h 256"/>
              <a:gd name="T66" fmla="*/ 8 w 256"/>
              <a:gd name="T67" fmla="*/ 128 h 256"/>
              <a:gd name="T68" fmla="*/ 147 w 256"/>
              <a:gd name="T69" fmla="*/ 9 h 256"/>
              <a:gd name="T70" fmla="*/ 147 w 256"/>
              <a:gd name="T71" fmla="*/ 24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163" y="5"/>
                </a:moveTo>
                <a:cubicBezTo>
                  <a:pt x="163" y="4"/>
                  <a:pt x="163" y="4"/>
                  <a:pt x="163" y="4"/>
                </a:cubicBezTo>
                <a:cubicBezTo>
                  <a:pt x="162" y="4"/>
                  <a:pt x="162" y="4"/>
                  <a:pt x="161" y="4"/>
                </a:cubicBezTo>
                <a:cubicBezTo>
                  <a:pt x="151" y="1"/>
                  <a:pt x="13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39" y="256"/>
                  <a:pt x="151" y="254"/>
                  <a:pt x="161" y="251"/>
                </a:cubicBezTo>
                <a:cubicBezTo>
                  <a:pt x="162" y="251"/>
                  <a:pt x="162" y="251"/>
                  <a:pt x="163" y="252"/>
                </a:cubicBezTo>
                <a:cubicBezTo>
                  <a:pt x="163" y="251"/>
                  <a:pt x="163" y="251"/>
                  <a:pt x="163" y="251"/>
                </a:cubicBezTo>
                <a:cubicBezTo>
                  <a:pt x="216" y="235"/>
                  <a:pt x="256" y="186"/>
                  <a:pt x="256" y="128"/>
                </a:cubicBezTo>
                <a:cubicBezTo>
                  <a:pt x="256" y="69"/>
                  <a:pt x="216" y="20"/>
                  <a:pt x="163" y="5"/>
                </a:cubicBezTo>
                <a:close/>
                <a:moveTo>
                  <a:pt x="248" y="128"/>
                </a:moveTo>
                <a:cubicBezTo>
                  <a:pt x="248" y="130"/>
                  <a:pt x="247" y="133"/>
                  <a:pt x="247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3"/>
                  <a:pt x="80" y="130"/>
                  <a:pt x="80" y="128"/>
                </a:cubicBezTo>
                <a:cubicBezTo>
                  <a:pt x="80" y="125"/>
                  <a:pt x="80" y="122"/>
                  <a:pt x="80" y="120"/>
                </a:cubicBezTo>
                <a:cubicBezTo>
                  <a:pt x="247" y="120"/>
                  <a:pt x="247" y="120"/>
                  <a:pt x="247" y="120"/>
                </a:cubicBezTo>
                <a:cubicBezTo>
                  <a:pt x="247" y="122"/>
                  <a:pt x="248" y="125"/>
                  <a:pt x="248" y="128"/>
                </a:cubicBezTo>
                <a:close/>
                <a:moveTo>
                  <a:pt x="136" y="232"/>
                </a:moveTo>
                <a:cubicBezTo>
                  <a:pt x="128" y="227"/>
                  <a:pt x="121" y="222"/>
                  <a:pt x="115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202" y="222"/>
                  <a:pt x="195" y="227"/>
                  <a:pt x="187" y="232"/>
                </a:cubicBezTo>
                <a:lnTo>
                  <a:pt x="136" y="232"/>
                </a:lnTo>
                <a:close/>
                <a:moveTo>
                  <a:pt x="171" y="240"/>
                </a:moveTo>
                <a:cubicBezTo>
                  <a:pt x="168" y="241"/>
                  <a:pt x="164" y="242"/>
                  <a:pt x="161" y="243"/>
                </a:cubicBezTo>
                <a:cubicBezTo>
                  <a:pt x="158" y="242"/>
                  <a:pt x="155" y="241"/>
                  <a:pt x="152" y="240"/>
                </a:cubicBezTo>
                <a:lnTo>
                  <a:pt x="171" y="240"/>
                </a:lnTo>
                <a:close/>
                <a:moveTo>
                  <a:pt x="108" y="208"/>
                </a:moveTo>
                <a:cubicBezTo>
                  <a:pt x="104" y="203"/>
                  <a:pt x="100" y="197"/>
                  <a:pt x="97" y="192"/>
                </a:cubicBezTo>
                <a:cubicBezTo>
                  <a:pt x="229" y="192"/>
                  <a:pt x="229" y="192"/>
                  <a:pt x="229" y="192"/>
                </a:cubicBezTo>
                <a:cubicBezTo>
                  <a:pt x="225" y="197"/>
                  <a:pt x="221" y="203"/>
                  <a:pt x="217" y="208"/>
                </a:cubicBezTo>
                <a:lnTo>
                  <a:pt x="108" y="208"/>
                </a:lnTo>
                <a:close/>
                <a:moveTo>
                  <a:pt x="92" y="184"/>
                </a:moveTo>
                <a:cubicBezTo>
                  <a:pt x="90" y="179"/>
                  <a:pt x="88" y="173"/>
                  <a:pt x="86" y="168"/>
                </a:cubicBezTo>
                <a:cubicBezTo>
                  <a:pt x="241" y="168"/>
                  <a:pt x="241" y="168"/>
                  <a:pt x="241" y="168"/>
                </a:cubicBezTo>
                <a:cubicBezTo>
                  <a:pt x="239" y="173"/>
                  <a:pt x="236" y="179"/>
                  <a:pt x="234" y="184"/>
                </a:cubicBezTo>
                <a:lnTo>
                  <a:pt x="92" y="184"/>
                </a:lnTo>
                <a:close/>
                <a:moveTo>
                  <a:pt x="84" y="160"/>
                </a:moveTo>
                <a:cubicBezTo>
                  <a:pt x="82" y="155"/>
                  <a:pt x="81" y="149"/>
                  <a:pt x="81" y="144"/>
                </a:cubicBezTo>
                <a:cubicBezTo>
                  <a:pt x="246" y="144"/>
                  <a:pt x="246" y="144"/>
                  <a:pt x="246" y="144"/>
                </a:cubicBezTo>
                <a:cubicBezTo>
                  <a:pt x="246" y="149"/>
                  <a:pt x="245" y="155"/>
                  <a:pt x="243" y="160"/>
                </a:cubicBezTo>
                <a:lnTo>
                  <a:pt x="84" y="160"/>
                </a:lnTo>
                <a:close/>
                <a:moveTo>
                  <a:pt x="81" y="112"/>
                </a:moveTo>
                <a:cubicBezTo>
                  <a:pt x="81" y="106"/>
                  <a:pt x="82" y="101"/>
                  <a:pt x="84" y="96"/>
                </a:cubicBezTo>
                <a:cubicBezTo>
                  <a:pt x="243" y="96"/>
                  <a:pt x="243" y="96"/>
                  <a:pt x="243" y="96"/>
                </a:cubicBezTo>
                <a:cubicBezTo>
                  <a:pt x="245" y="101"/>
                  <a:pt x="246" y="106"/>
                  <a:pt x="246" y="112"/>
                </a:cubicBezTo>
                <a:lnTo>
                  <a:pt x="81" y="112"/>
                </a:lnTo>
                <a:close/>
                <a:moveTo>
                  <a:pt x="86" y="88"/>
                </a:moveTo>
                <a:cubicBezTo>
                  <a:pt x="88" y="82"/>
                  <a:pt x="90" y="77"/>
                  <a:pt x="92" y="72"/>
                </a:cubicBezTo>
                <a:cubicBezTo>
                  <a:pt x="234" y="72"/>
                  <a:pt x="234" y="72"/>
                  <a:pt x="234" y="72"/>
                </a:cubicBezTo>
                <a:cubicBezTo>
                  <a:pt x="236" y="77"/>
                  <a:pt x="239" y="82"/>
                  <a:pt x="241" y="88"/>
                </a:cubicBezTo>
                <a:lnTo>
                  <a:pt x="86" y="88"/>
                </a:lnTo>
                <a:close/>
                <a:moveTo>
                  <a:pt x="97" y="64"/>
                </a:moveTo>
                <a:cubicBezTo>
                  <a:pt x="100" y="58"/>
                  <a:pt x="104" y="53"/>
                  <a:pt x="108" y="48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21" y="53"/>
                  <a:pt x="225" y="58"/>
                  <a:pt x="229" y="64"/>
                </a:cubicBezTo>
                <a:lnTo>
                  <a:pt x="97" y="64"/>
                </a:lnTo>
                <a:close/>
                <a:moveTo>
                  <a:pt x="115" y="40"/>
                </a:moveTo>
                <a:cubicBezTo>
                  <a:pt x="121" y="34"/>
                  <a:pt x="128" y="28"/>
                  <a:pt x="136" y="24"/>
                </a:cubicBezTo>
                <a:cubicBezTo>
                  <a:pt x="187" y="24"/>
                  <a:pt x="187" y="24"/>
                  <a:pt x="187" y="24"/>
                </a:cubicBezTo>
                <a:cubicBezTo>
                  <a:pt x="195" y="28"/>
                  <a:pt x="202" y="34"/>
                  <a:pt x="209" y="40"/>
                </a:cubicBezTo>
                <a:lnTo>
                  <a:pt x="115" y="40"/>
                </a:lnTo>
                <a:close/>
                <a:moveTo>
                  <a:pt x="152" y="16"/>
                </a:moveTo>
                <a:cubicBezTo>
                  <a:pt x="155" y="15"/>
                  <a:pt x="158" y="14"/>
                  <a:pt x="161" y="13"/>
                </a:cubicBezTo>
                <a:cubicBezTo>
                  <a:pt x="165" y="14"/>
                  <a:pt x="168" y="15"/>
                  <a:pt x="171" y="16"/>
                </a:cubicBezTo>
                <a:lnTo>
                  <a:pt x="152" y="16"/>
                </a:lnTo>
                <a:close/>
                <a:moveTo>
                  <a:pt x="128" y="248"/>
                </a:moveTo>
                <a:cubicBezTo>
                  <a:pt x="61" y="248"/>
                  <a:pt x="8" y="194"/>
                  <a:pt x="8" y="128"/>
                </a:cubicBezTo>
                <a:cubicBezTo>
                  <a:pt x="8" y="62"/>
                  <a:pt x="61" y="8"/>
                  <a:pt x="128" y="8"/>
                </a:cubicBezTo>
                <a:cubicBezTo>
                  <a:pt x="134" y="8"/>
                  <a:pt x="141" y="8"/>
                  <a:pt x="147" y="9"/>
                </a:cubicBezTo>
                <a:cubicBezTo>
                  <a:pt x="101" y="28"/>
                  <a:pt x="72" y="74"/>
                  <a:pt x="72" y="128"/>
                </a:cubicBezTo>
                <a:cubicBezTo>
                  <a:pt x="72" y="181"/>
                  <a:pt x="101" y="227"/>
                  <a:pt x="147" y="246"/>
                </a:cubicBezTo>
                <a:cubicBezTo>
                  <a:pt x="141" y="247"/>
                  <a:pt x="134" y="248"/>
                  <a:pt x="128" y="24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2098628" y="3609144"/>
            <a:ext cx="250702" cy="305632"/>
          </a:xfrm>
          <a:custGeom>
            <a:avLst/>
            <a:gdLst>
              <a:gd name="T0" fmla="*/ 212 w 212"/>
              <a:gd name="T1" fmla="*/ 96 h 259"/>
              <a:gd name="T2" fmla="*/ 184 w 212"/>
              <a:gd name="T3" fmla="*/ 36 h 259"/>
              <a:gd name="T4" fmla="*/ 164 w 212"/>
              <a:gd name="T5" fmla="*/ 51 h 259"/>
              <a:gd name="T6" fmla="*/ 164 w 212"/>
              <a:gd name="T7" fmla="*/ 48 h 259"/>
              <a:gd name="T8" fmla="*/ 128 w 212"/>
              <a:gd name="T9" fmla="*/ 0 h 259"/>
              <a:gd name="T10" fmla="*/ 96 w 212"/>
              <a:gd name="T11" fmla="*/ 25 h 259"/>
              <a:gd name="T12" fmla="*/ 64 w 212"/>
              <a:gd name="T13" fmla="*/ 0 h 259"/>
              <a:gd name="T14" fmla="*/ 32 w 212"/>
              <a:gd name="T15" fmla="*/ 26 h 259"/>
              <a:gd name="T16" fmla="*/ 0 w 212"/>
              <a:gd name="T17" fmla="*/ 4 h 259"/>
              <a:gd name="T18" fmla="*/ 0 w 212"/>
              <a:gd name="T19" fmla="*/ 12 h 259"/>
              <a:gd name="T20" fmla="*/ 28 w 212"/>
              <a:gd name="T21" fmla="*/ 48 h 259"/>
              <a:gd name="T22" fmla="*/ 28 w 212"/>
              <a:gd name="T23" fmla="*/ 208 h 259"/>
              <a:gd name="T24" fmla="*/ 36 w 212"/>
              <a:gd name="T25" fmla="*/ 208 h 259"/>
              <a:gd name="T26" fmla="*/ 36 w 212"/>
              <a:gd name="T27" fmla="*/ 48 h 259"/>
              <a:gd name="T28" fmla="*/ 64 w 212"/>
              <a:gd name="T29" fmla="*/ 8 h 259"/>
              <a:gd name="T30" fmla="*/ 92 w 212"/>
              <a:gd name="T31" fmla="*/ 48 h 259"/>
              <a:gd name="T32" fmla="*/ 92 w 212"/>
              <a:gd name="T33" fmla="*/ 208 h 259"/>
              <a:gd name="T34" fmla="*/ 100 w 212"/>
              <a:gd name="T35" fmla="*/ 208 h 259"/>
              <a:gd name="T36" fmla="*/ 100 w 212"/>
              <a:gd name="T37" fmla="*/ 48 h 259"/>
              <a:gd name="T38" fmla="*/ 128 w 212"/>
              <a:gd name="T39" fmla="*/ 8 h 259"/>
              <a:gd name="T40" fmla="*/ 156 w 212"/>
              <a:gd name="T41" fmla="*/ 48 h 259"/>
              <a:gd name="T42" fmla="*/ 156 w 212"/>
              <a:gd name="T43" fmla="*/ 208 h 259"/>
              <a:gd name="T44" fmla="*/ 156 w 212"/>
              <a:gd name="T45" fmla="*/ 209 h 259"/>
              <a:gd name="T46" fmla="*/ 100 w 212"/>
              <a:gd name="T47" fmla="*/ 228 h 259"/>
              <a:gd name="T48" fmla="*/ 100 w 212"/>
              <a:gd name="T49" fmla="*/ 236 h 259"/>
              <a:gd name="T50" fmla="*/ 157 w 212"/>
              <a:gd name="T51" fmla="*/ 218 h 259"/>
              <a:gd name="T52" fmla="*/ 182 w 212"/>
              <a:gd name="T53" fmla="*/ 259 h 259"/>
              <a:gd name="T54" fmla="*/ 187 w 212"/>
              <a:gd name="T55" fmla="*/ 253 h 259"/>
              <a:gd name="T56" fmla="*/ 164 w 212"/>
              <a:gd name="T57" fmla="*/ 213 h 259"/>
              <a:gd name="T58" fmla="*/ 212 w 212"/>
              <a:gd name="T59" fmla="*/ 96 h 259"/>
              <a:gd name="T60" fmla="*/ 164 w 212"/>
              <a:gd name="T61" fmla="*/ 96 h 259"/>
              <a:gd name="T62" fmla="*/ 184 w 212"/>
              <a:gd name="T63" fmla="*/ 44 h 259"/>
              <a:gd name="T64" fmla="*/ 204 w 212"/>
              <a:gd name="T65" fmla="*/ 96 h 259"/>
              <a:gd name="T66" fmla="*/ 189 w 212"/>
              <a:gd name="T67" fmla="*/ 162 h 259"/>
              <a:gd name="T68" fmla="*/ 164 w 212"/>
              <a:gd name="T69" fmla="*/ 202 h 259"/>
              <a:gd name="T70" fmla="*/ 164 w 212"/>
              <a:gd name="T71" fmla="*/ 96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2" h="259">
                <a:moveTo>
                  <a:pt x="212" y="96"/>
                </a:moveTo>
                <a:cubicBezTo>
                  <a:pt x="212" y="90"/>
                  <a:pt x="211" y="36"/>
                  <a:pt x="184" y="36"/>
                </a:cubicBezTo>
                <a:cubicBezTo>
                  <a:pt x="175" y="36"/>
                  <a:pt x="168" y="42"/>
                  <a:pt x="164" y="51"/>
                </a:cubicBezTo>
                <a:cubicBezTo>
                  <a:pt x="164" y="48"/>
                  <a:pt x="164" y="48"/>
                  <a:pt x="164" y="48"/>
                </a:cubicBezTo>
                <a:cubicBezTo>
                  <a:pt x="164" y="31"/>
                  <a:pt x="157" y="0"/>
                  <a:pt x="128" y="0"/>
                </a:cubicBezTo>
                <a:cubicBezTo>
                  <a:pt x="110" y="0"/>
                  <a:pt x="101" y="12"/>
                  <a:pt x="96" y="25"/>
                </a:cubicBezTo>
                <a:cubicBezTo>
                  <a:pt x="91" y="12"/>
                  <a:pt x="82" y="0"/>
                  <a:pt x="64" y="0"/>
                </a:cubicBezTo>
                <a:cubicBezTo>
                  <a:pt x="46" y="0"/>
                  <a:pt x="37" y="13"/>
                  <a:pt x="32" y="26"/>
                </a:cubicBezTo>
                <a:cubicBezTo>
                  <a:pt x="27" y="14"/>
                  <a:pt x="18" y="4"/>
                  <a:pt x="0" y="4"/>
                </a:cubicBezTo>
                <a:cubicBezTo>
                  <a:pt x="0" y="12"/>
                  <a:pt x="0" y="12"/>
                  <a:pt x="0" y="12"/>
                </a:cubicBezTo>
                <a:cubicBezTo>
                  <a:pt x="28" y="12"/>
                  <a:pt x="28" y="46"/>
                  <a:pt x="28" y="48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36" y="208"/>
                  <a:pt x="36" y="208"/>
                  <a:pt x="36" y="20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6"/>
                  <a:pt x="37" y="8"/>
                  <a:pt x="64" y="8"/>
                </a:cubicBezTo>
                <a:cubicBezTo>
                  <a:pt x="92" y="8"/>
                  <a:pt x="92" y="46"/>
                  <a:pt x="92" y="4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0" y="47"/>
                  <a:pt x="101" y="8"/>
                  <a:pt x="128" y="8"/>
                </a:cubicBezTo>
                <a:cubicBezTo>
                  <a:pt x="156" y="8"/>
                  <a:pt x="156" y="46"/>
                  <a:pt x="156" y="48"/>
                </a:cubicBezTo>
                <a:cubicBezTo>
                  <a:pt x="156" y="208"/>
                  <a:pt x="156" y="208"/>
                  <a:pt x="156" y="208"/>
                </a:cubicBezTo>
                <a:cubicBezTo>
                  <a:pt x="156" y="208"/>
                  <a:pt x="156" y="209"/>
                  <a:pt x="156" y="209"/>
                </a:cubicBezTo>
                <a:cubicBezTo>
                  <a:pt x="141" y="222"/>
                  <a:pt x="122" y="228"/>
                  <a:pt x="100" y="228"/>
                </a:cubicBezTo>
                <a:cubicBezTo>
                  <a:pt x="100" y="236"/>
                  <a:pt x="100" y="236"/>
                  <a:pt x="100" y="236"/>
                </a:cubicBezTo>
                <a:cubicBezTo>
                  <a:pt x="124" y="236"/>
                  <a:pt x="143" y="229"/>
                  <a:pt x="157" y="218"/>
                </a:cubicBezTo>
                <a:cubicBezTo>
                  <a:pt x="162" y="242"/>
                  <a:pt x="181" y="258"/>
                  <a:pt x="182" y="259"/>
                </a:cubicBezTo>
                <a:cubicBezTo>
                  <a:pt x="187" y="253"/>
                  <a:pt x="187" y="253"/>
                  <a:pt x="187" y="253"/>
                </a:cubicBezTo>
                <a:cubicBezTo>
                  <a:pt x="187" y="253"/>
                  <a:pt x="167" y="236"/>
                  <a:pt x="164" y="213"/>
                </a:cubicBezTo>
                <a:cubicBezTo>
                  <a:pt x="209" y="173"/>
                  <a:pt x="212" y="97"/>
                  <a:pt x="212" y="96"/>
                </a:cubicBezTo>
                <a:close/>
                <a:moveTo>
                  <a:pt x="164" y="96"/>
                </a:moveTo>
                <a:cubicBezTo>
                  <a:pt x="164" y="82"/>
                  <a:pt x="168" y="44"/>
                  <a:pt x="184" y="44"/>
                </a:cubicBezTo>
                <a:cubicBezTo>
                  <a:pt x="201" y="44"/>
                  <a:pt x="204" y="82"/>
                  <a:pt x="204" y="96"/>
                </a:cubicBezTo>
                <a:cubicBezTo>
                  <a:pt x="204" y="96"/>
                  <a:pt x="203" y="130"/>
                  <a:pt x="189" y="162"/>
                </a:cubicBezTo>
                <a:cubicBezTo>
                  <a:pt x="183" y="179"/>
                  <a:pt x="174" y="192"/>
                  <a:pt x="164" y="202"/>
                </a:cubicBezTo>
                <a:lnTo>
                  <a:pt x="164" y="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42" name="Группа 441"/>
          <p:cNvGrpSpPr/>
          <p:nvPr/>
        </p:nvGrpSpPr>
        <p:grpSpPr>
          <a:xfrm>
            <a:off x="3645093" y="2866897"/>
            <a:ext cx="302815" cy="218308"/>
            <a:chOff x="3645093" y="2866897"/>
            <a:chExt cx="302815" cy="218308"/>
          </a:xfrm>
        </p:grpSpPr>
        <p:sp>
          <p:nvSpPr>
            <p:cNvPr id="52" name="Freeform 56"/>
            <p:cNvSpPr>
              <a:spLocks noEditPoints="1"/>
            </p:cNvSpPr>
            <p:nvPr/>
          </p:nvSpPr>
          <p:spPr bwMode="auto">
            <a:xfrm>
              <a:off x="3667628" y="2904925"/>
              <a:ext cx="280280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1 w 236"/>
                <a:gd name="T27" fmla="*/ 14 h 152"/>
                <a:gd name="T28" fmla="*/ 44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5" y="40"/>
                    <a:pt x="169" y="8"/>
                    <a:pt x="124" y="8"/>
                  </a:cubicBezTo>
                  <a:cubicBezTo>
                    <a:pt x="116" y="8"/>
                    <a:pt x="108" y="9"/>
                    <a:pt x="101" y="11"/>
                  </a:cubicBezTo>
                  <a:cubicBezTo>
                    <a:pt x="91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6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30"/>
                    <a:pt x="41" y="8"/>
                    <a:pt x="68" y="8"/>
                  </a:cubicBezTo>
                  <a:cubicBezTo>
                    <a:pt x="76" y="8"/>
                    <a:pt x="84" y="10"/>
                    <a:pt x="91" y="14"/>
                  </a:cubicBezTo>
                  <a:cubicBezTo>
                    <a:pt x="68" y="24"/>
                    <a:pt x="50" y="44"/>
                    <a:pt x="44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8" y="69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8" y="144"/>
                    <a:pt x="20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Rectangle 57"/>
            <p:cNvSpPr>
              <a:spLocks noChangeArrowheads="1"/>
            </p:cNvSpPr>
            <p:nvPr/>
          </p:nvSpPr>
          <p:spPr bwMode="auto">
            <a:xfrm>
              <a:off x="3645093" y="2966896"/>
              <a:ext cx="28169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Rectangle 58"/>
            <p:cNvSpPr>
              <a:spLocks noChangeArrowheads="1"/>
            </p:cNvSpPr>
            <p:nvPr/>
          </p:nvSpPr>
          <p:spPr bwMode="auto">
            <a:xfrm>
              <a:off x="3743684" y="2866897"/>
              <a:ext cx="9860" cy="2816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Freeform 59"/>
            <p:cNvSpPr>
              <a:spLocks/>
            </p:cNvSpPr>
            <p:nvPr/>
          </p:nvSpPr>
          <p:spPr bwMode="auto">
            <a:xfrm>
              <a:off x="3660586" y="2882390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4036639" y="2885207"/>
            <a:ext cx="302815" cy="180280"/>
          </a:xfrm>
          <a:custGeom>
            <a:avLst/>
            <a:gdLst>
              <a:gd name="T0" fmla="*/ 228 w 256"/>
              <a:gd name="T1" fmla="*/ 80 h 152"/>
              <a:gd name="T2" fmla="*/ 144 w 256"/>
              <a:gd name="T3" fmla="*/ 8 h 152"/>
              <a:gd name="T4" fmla="*/ 99 w 256"/>
              <a:gd name="T5" fmla="*/ 21 h 152"/>
              <a:gd name="T6" fmla="*/ 56 w 256"/>
              <a:gd name="T7" fmla="*/ 0 h 152"/>
              <a:gd name="T8" fmla="*/ 46 w 256"/>
              <a:gd name="T9" fmla="*/ 1 h 152"/>
              <a:gd name="T10" fmla="*/ 40 w 256"/>
              <a:gd name="T11" fmla="*/ 2 h 152"/>
              <a:gd name="T12" fmla="*/ 43 w 256"/>
              <a:gd name="T13" fmla="*/ 7 h 152"/>
              <a:gd name="T14" fmla="*/ 48 w 256"/>
              <a:gd name="T15" fmla="*/ 24 h 152"/>
              <a:gd name="T16" fmla="*/ 16 w 256"/>
              <a:gd name="T17" fmla="*/ 56 h 152"/>
              <a:gd name="T18" fmla="*/ 5 w 256"/>
              <a:gd name="T19" fmla="*/ 54 h 152"/>
              <a:gd name="T20" fmla="*/ 0 w 256"/>
              <a:gd name="T21" fmla="*/ 53 h 152"/>
              <a:gd name="T22" fmla="*/ 0 w 256"/>
              <a:gd name="T23" fmla="*/ 58 h 152"/>
              <a:gd name="T24" fmla="*/ 9 w 256"/>
              <a:gd name="T25" fmla="*/ 86 h 152"/>
              <a:gd name="T26" fmla="*/ 21 w 256"/>
              <a:gd name="T27" fmla="*/ 100 h 152"/>
              <a:gd name="T28" fmla="*/ 20 w 256"/>
              <a:gd name="T29" fmla="*/ 112 h 152"/>
              <a:gd name="T30" fmla="*/ 60 w 256"/>
              <a:gd name="T31" fmla="*/ 152 h 152"/>
              <a:gd name="T32" fmla="*/ 224 w 256"/>
              <a:gd name="T33" fmla="*/ 152 h 152"/>
              <a:gd name="T34" fmla="*/ 256 w 256"/>
              <a:gd name="T35" fmla="*/ 120 h 152"/>
              <a:gd name="T36" fmla="*/ 228 w 256"/>
              <a:gd name="T37" fmla="*/ 80 h 152"/>
              <a:gd name="T38" fmla="*/ 15 w 256"/>
              <a:gd name="T39" fmla="*/ 82 h 152"/>
              <a:gd name="T40" fmla="*/ 9 w 256"/>
              <a:gd name="T41" fmla="*/ 64 h 152"/>
              <a:gd name="T42" fmla="*/ 16 w 256"/>
              <a:gd name="T43" fmla="*/ 64 h 152"/>
              <a:gd name="T44" fmla="*/ 56 w 256"/>
              <a:gd name="T45" fmla="*/ 24 h 152"/>
              <a:gd name="T46" fmla="*/ 52 w 256"/>
              <a:gd name="T47" fmla="*/ 8 h 152"/>
              <a:gd name="T48" fmla="*/ 56 w 256"/>
              <a:gd name="T49" fmla="*/ 8 h 152"/>
              <a:gd name="T50" fmla="*/ 93 w 256"/>
              <a:gd name="T51" fmla="*/ 25 h 152"/>
              <a:gd name="T52" fmla="*/ 65 w 256"/>
              <a:gd name="T53" fmla="*/ 68 h 152"/>
              <a:gd name="T54" fmla="*/ 60 w 256"/>
              <a:gd name="T55" fmla="*/ 68 h 152"/>
              <a:gd name="T56" fmla="*/ 24 w 256"/>
              <a:gd name="T57" fmla="*/ 92 h 152"/>
              <a:gd name="T58" fmla="*/ 15 w 256"/>
              <a:gd name="T59" fmla="*/ 82 h 152"/>
              <a:gd name="T60" fmla="*/ 224 w 256"/>
              <a:gd name="T61" fmla="*/ 144 h 152"/>
              <a:gd name="T62" fmla="*/ 60 w 256"/>
              <a:gd name="T63" fmla="*/ 144 h 152"/>
              <a:gd name="T64" fmla="*/ 28 w 256"/>
              <a:gd name="T65" fmla="*/ 112 h 152"/>
              <a:gd name="T66" fmla="*/ 60 w 256"/>
              <a:gd name="T67" fmla="*/ 76 h 152"/>
              <a:gd name="T68" fmla="*/ 71 w 256"/>
              <a:gd name="T69" fmla="*/ 76 h 152"/>
              <a:gd name="T70" fmla="*/ 72 w 256"/>
              <a:gd name="T71" fmla="*/ 73 h 152"/>
              <a:gd name="T72" fmla="*/ 144 w 256"/>
              <a:gd name="T73" fmla="*/ 16 h 152"/>
              <a:gd name="T74" fmla="*/ 220 w 256"/>
              <a:gd name="T75" fmla="*/ 84 h 152"/>
              <a:gd name="T76" fmla="*/ 220 w 256"/>
              <a:gd name="T77" fmla="*/ 88 h 152"/>
              <a:gd name="T78" fmla="*/ 224 w 256"/>
              <a:gd name="T79" fmla="*/ 88 h 152"/>
              <a:gd name="T80" fmla="*/ 248 w 256"/>
              <a:gd name="T81" fmla="*/ 120 h 152"/>
              <a:gd name="T82" fmla="*/ 224 w 256"/>
              <a:gd name="T83" fmla="*/ 14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6" h="152">
                <a:moveTo>
                  <a:pt x="228" y="80"/>
                </a:moveTo>
                <a:cubicBezTo>
                  <a:pt x="226" y="40"/>
                  <a:pt x="189" y="8"/>
                  <a:pt x="144" y="8"/>
                </a:cubicBezTo>
                <a:cubicBezTo>
                  <a:pt x="128" y="8"/>
                  <a:pt x="112" y="13"/>
                  <a:pt x="99" y="21"/>
                </a:cubicBezTo>
                <a:cubicBezTo>
                  <a:pt x="89" y="8"/>
                  <a:pt x="73" y="0"/>
                  <a:pt x="56" y="0"/>
                </a:cubicBezTo>
                <a:cubicBezTo>
                  <a:pt x="53" y="0"/>
                  <a:pt x="49" y="0"/>
                  <a:pt x="46" y="1"/>
                </a:cubicBezTo>
                <a:cubicBezTo>
                  <a:pt x="40" y="2"/>
                  <a:pt x="40" y="2"/>
                  <a:pt x="40" y="2"/>
                </a:cubicBezTo>
                <a:cubicBezTo>
                  <a:pt x="43" y="7"/>
                  <a:pt x="43" y="7"/>
                  <a:pt x="43" y="7"/>
                </a:cubicBezTo>
                <a:cubicBezTo>
                  <a:pt x="46" y="12"/>
                  <a:pt x="48" y="18"/>
                  <a:pt x="48" y="24"/>
                </a:cubicBezTo>
                <a:cubicBezTo>
                  <a:pt x="48" y="42"/>
                  <a:pt x="34" y="56"/>
                  <a:pt x="16" y="56"/>
                </a:cubicBezTo>
                <a:cubicBezTo>
                  <a:pt x="12" y="56"/>
                  <a:pt x="9" y="56"/>
                  <a:pt x="5" y="54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8"/>
                  <a:pt x="3" y="78"/>
                  <a:pt x="9" y="86"/>
                </a:cubicBezTo>
                <a:cubicBezTo>
                  <a:pt x="12" y="92"/>
                  <a:pt x="16" y="96"/>
                  <a:pt x="21" y="100"/>
                </a:cubicBezTo>
                <a:cubicBezTo>
                  <a:pt x="20" y="104"/>
                  <a:pt x="20" y="108"/>
                  <a:pt x="20" y="112"/>
                </a:cubicBezTo>
                <a:cubicBezTo>
                  <a:pt x="20" y="135"/>
                  <a:pt x="37" y="152"/>
                  <a:pt x="60" y="152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43" y="152"/>
                  <a:pt x="256" y="139"/>
                  <a:pt x="256" y="120"/>
                </a:cubicBezTo>
                <a:cubicBezTo>
                  <a:pt x="256" y="102"/>
                  <a:pt x="245" y="83"/>
                  <a:pt x="228" y="80"/>
                </a:cubicBezTo>
                <a:close/>
                <a:moveTo>
                  <a:pt x="15" y="82"/>
                </a:moveTo>
                <a:cubicBezTo>
                  <a:pt x="12" y="76"/>
                  <a:pt x="10" y="70"/>
                  <a:pt x="9" y="64"/>
                </a:cubicBezTo>
                <a:cubicBezTo>
                  <a:pt x="11" y="64"/>
                  <a:pt x="13" y="64"/>
                  <a:pt x="16" y="64"/>
                </a:cubicBezTo>
                <a:cubicBezTo>
                  <a:pt x="38" y="64"/>
                  <a:pt x="56" y="46"/>
                  <a:pt x="56" y="24"/>
                </a:cubicBezTo>
                <a:cubicBezTo>
                  <a:pt x="56" y="19"/>
                  <a:pt x="55" y="13"/>
                  <a:pt x="52" y="8"/>
                </a:cubicBezTo>
                <a:cubicBezTo>
                  <a:pt x="54" y="8"/>
                  <a:pt x="55" y="8"/>
                  <a:pt x="56" y="8"/>
                </a:cubicBezTo>
                <a:cubicBezTo>
                  <a:pt x="70" y="8"/>
                  <a:pt x="84" y="14"/>
                  <a:pt x="93" y="25"/>
                </a:cubicBezTo>
                <a:cubicBezTo>
                  <a:pt x="79" y="36"/>
                  <a:pt x="69" y="51"/>
                  <a:pt x="65" y="68"/>
                </a:cubicBezTo>
                <a:cubicBezTo>
                  <a:pt x="60" y="68"/>
                  <a:pt x="60" y="68"/>
                  <a:pt x="60" y="68"/>
                </a:cubicBezTo>
                <a:cubicBezTo>
                  <a:pt x="44" y="68"/>
                  <a:pt x="31" y="78"/>
                  <a:pt x="24" y="92"/>
                </a:cubicBezTo>
                <a:cubicBezTo>
                  <a:pt x="21" y="89"/>
                  <a:pt x="18" y="86"/>
                  <a:pt x="15" y="82"/>
                </a:cubicBezTo>
                <a:close/>
                <a:moveTo>
                  <a:pt x="224" y="144"/>
                </a:moveTo>
                <a:cubicBezTo>
                  <a:pt x="60" y="144"/>
                  <a:pt x="60" y="144"/>
                  <a:pt x="60" y="144"/>
                </a:cubicBezTo>
                <a:cubicBezTo>
                  <a:pt x="41" y="144"/>
                  <a:pt x="28" y="131"/>
                  <a:pt x="28" y="112"/>
                </a:cubicBezTo>
                <a:cubicBezTo>
                  <a:pt x="28" y="92"/>
                  <a:pt x="42" y="76"/>
                  <a:pt x="60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2" y="73"/>
                  <a:pt x="72" y="73"/>
                  <a:pt x="72" y="73"/>
                </a:cubicBezTo>
                <a:cubicBezTo>
                  <a:pt x="78" y="40"/>
                  <a:pt x="108" y="16"/>
                  <a:pt x="144" y="16"/>
                </a:cubicBezTo>
                <a:cubicBezTo>
                  <a:pt x="186" y="16"/>
                  <a:pt x="220" y="47"/>
                  <a:pt x="220" y="8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24" y="88"/>
                  <a:pt x="224" y="88"/>
                  <a:pt x="224" y="88"/>
                </a:cubicBezTo>
                <a:cubicBezTo>
                  <a:pt x="238" y="88"/>
                  <a:pt x="248" y="105"/>
                  <a:pt x="248" y="120"/>
                </a:cubicBezTo>
                <a:cubicBezTo>
                  <a:pt x="248" y="135"/>
                  <a:pt x="238" y="144"/>
                  <a:pt x="224" y="14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4429594" y="2885207"/>
            <a:ext cx="302815" cy="180280"/>
          </a:xfrm>
          <a:custGeom>
            <a:avLst/>
            <a:gdLst>
              <a:gd name="T0" fmla="*/ 21 w 256"/>
              <a:gd name="T1" fmla="*/ 100 h 152"/>
              <a:gd name="T2" fmla="*/ 20 w 256"/>
              <a:gd name="T3" fmla="*/ 112 h 152"/>
              <a:gd name="T4" fmla="*/ 60 w 256"/>
              <a:gd name="T5" fmla="*/ 152 h 152"/>
              <a:gd name="T6" fmla="*/ 224 w 256"/>
              <a:gd name="T7" fmla="*/ 152 h 152"/>
              <a:gd name="T8" fmla="*/ 256 w 256"/>
              <a:gd name="T9" fmla="*/ 120 h 152"/>
              <a:gd name="T10" fmla="*/ 228 w 256"/>
              <a:gd name="T11" fmla="*/ 80 h 152"/>
              <a:gd name="T12" fmla="*/ 144 w 256"/>
              <a:gd name="T13" fmla="*/ 8 h 152"/>
              <a:gd name="T14" fmla="*/ 99 w 256"/>
              <a:gd name="T15" fmla="*/ 21 h 152"/>
              <a:gd name="T16" fmla="*/ 56 w 256"/>
              <a:gd name="T17" fmla="*/ 0 h 152"/>
              <a:gd name="T18" fmla="*/ 0 w 256"/>
              <a:gd name="T19" fmla="*/ 56 h 152"/>
              <a:gd name="T20" fmla="*/ 9 w 256"/>
              <a:gd name="T21" fmla="*/ 86 h 152"/>
              <a:gd name="T22" fmla="*/ 21 w 256"/>
              <a:gd name="T23" fmla="*/ 100 h 152"/>
              <a:gd name="T24" fmla="*/ 220 w 256"/>
              <a:gd name="T25" fmla="*/ 84 h 152"/>
              <a:gd name="T26" fmla="*/ 220 w 256"/>
              <a:gd name="T27" fmla="*/ 88 h 152"/>
              <a:gd name="T28" fmla="*/ 224 w 256"/>
              <a:gd name="T29" fmla="*/ 88 h 152"/>
              <a:gd name="T30" fmla="*/ 248 w 256"/>
              <a:gd name="T31" fmla="*/ 120 h 152"/>
              <a:gd name="T32" fmla="*/ 224 w 256"/>
              <a:gd name="T33" fmla="*/ 144 h 152"/>
              <a:gd name="T34" fmla="*/ 60 w 256"/>
              <a:gd name="T35" fmla="*/ 144 h 152"/>
              <a:gd name="T36" fmla="*/ 28 w 256"/>
              <a:gd name="T37" fmla="*/ 112 h 152"/>
              <a:gd name="T38" fmla="*/ 60 w 256"/>
              <a:gd name="T39" fmla="*/ 76 h 152"/>
              <a:gd name="T40" fmla="*/ 71 w 256"/>
              <a:gd name="T41" fmla="*/ 76 h 152"/>
              <a:gd name="T42" fmla="*/ 72 w 256"/>
              <a:gd name="T43" fmla="*/ 73 h 152"/>
              <a:gd name="T44" fmla="*/ 144 w 256"/>
              <a:gd name="T45" fmla="*/ 16 h 152"/>
              <a:gd name="T46" fmla="*/ 220 w 256"/>
              <a:gd name="T47" fmla="*/ 84 h 152"/>
              <a:gd name="T48" fmla="*/ 56 w 256"/>
              <a:gd name="T49" fmla="*/ 8 h 152"/>
              <a:gd name="T50" fmla="*/ 93 w 256"/>
              <a:gd name="T51" fmla="*/ 25 h 152"/>
              <a:gd name="T52" fmla="*/ 65 w 256"/>
              <a:gd name="T53" fmla="*/ 68 h 152"/>
              <a:gd name="T54" fmla="*/ 60 w 256"/>
              <a:gd name="T55" fmla="*/ 68 h 152"/>
              <a:gd name="T56" fmla="*/ 24 w 256"/>
              <a:gd name="T57" fmla="*/ 92 h 152"/>
              <a:gd name="T58" fmla="*/ 15 w 256"/>
              <a:gd name="T59" fmla="*/ 82 h 152"/>
              <a:gd name="T60" fmla="*/ 8 w 256"/>
              <a:gd name="T61" fmla="*/ 56 h 152"/>
              <a:gd name="T62" fmla="*/ 56 w 256"/>
              <a:gd name="T63" fmla="*/ 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56" h="152">
                <a:moveTo>
                  <a:pt x="21" y="100"/>
                </a:moveTo>
                <a:cubicBezTo>
                  <a:pt x="21" y="104"/>
                  <a:pt x="20" y="108"/>
                  <a:pt x="20" y="112"/>
                </a:cubicBezTo>
                <a:cubicBezTo>
                  <a:pt x="20" y="135"/>
                  <a:pt x="37" y="152"/>
                  <a:pt x="60" y="152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43" y="152"/>
                  <a:pt x="256" y="139"/>
                  <a:pt x="256" y="120"/>
                </a:cubicBezTo>
                <a:cubicBezTo>
                  <a:pt x="256" y="102"/>
                  <a:pt x="245" y="83"/>
                  <a:pt x="228" y="80"/>
                </a:cubicBezTo>
                <a:cubicBezTo>
                  <a:pt x="226" y="40"/>
                  <a:pt x="189" y="8"/>
                  <a:pt x="144" y="8"/>
                </a:cubicBezTo>
                <a:cubicBezTo>
                  <a:pt x="128" y="8"/>
                  <a:pt x="112" y="13"/>
                  <a:pt x="99" y="21"/>
                </a:cubicBezTo>
                <a:cubicBezTo>
                  <a:pt x="89" y="8"/>
                  <a:pt x="73" y="0"/>
                  <a:pt x="56" y="0"/>
                </a:cubicBezTo>
                <a:cubicBezTo>
                  <a:pt x="25" y="0"/>
                  <a:pt x="0" y="25"/>
                  <a:pt x="0" y="56"/>
                </a:cubicBezTo>
                <a:cubicBezTo>
                  <a:pt x="0" y="67"/>
                  <a:pt x="3" y="77"/>
                  <a:pt x="9" y="86"/>
                </a:cubicBezTo>
                <a:cubicBezTo>
                  <a:pt x="12" y="92"/>
                  <a:pt x="17" y="96"/>
                  <a:pt x="21" y="100"/>
                </a:cubicBezTo>
                <a:close/>
                <a:moveTo>
                  <a:pt x="220" y="84"/>
                </a:moveTo>
                <a:cubicBezTo>
                  <a:pt x="220" y="88"/>
                  <a:pt x="220" y="88"/>
                  <a:pt x="220" y="88"/>
                </a:cubicBezTo>
                <a:cubicBezTo>
                  <a:pt x="224" y="88"/>
                  <a:pt x="224" y="88"/>
                  <a:pt x="224" y="88"/>
                </a:cubicBezTo>
                <a:cubicBezTo>
                  <a:pt x="238" y="88"/>
                  <a:pt x="248" y="105"/>
                  <a:pt x="248" y="120"/>
                </a:cubicBezTo>
                <a:cubicBezTo>
                  <a:pt x="248" y="135"/>
                  <a:pt x="239" y="144"/>
                  <a:pt x="224" y="144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41" y="144"/>
                  <a:pt x="28" y="131"/>
                  <a:pt x="28" y="112"/>
                </a:cubicBezTo>
                <a:cubicBezTo>
                  <a:pt x="28" y="92"/>
                  <a:pt x="42" y="76"/>
                  <a:pt x="60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2" y="73"/>
                  <a:pt x="72" y="73"/>
                  <a:pt x="72" y="73"/>
                </a:cubicBezTo>
                <a:cubicBezTo>
                  <a:pt x="78" y="40"/>
                  <a:pt x="108" y="16"/>
                  <a:pt x="144" y="16"/>
                </a:cubicBezTo>
                <a:cubicBezTo>
                  <a:pt x="186" y="16"/>
                  <a:pt x="220" y="47"/>
                  <a:pt x="220" y="84"/>
                </a:cubicBezTo>
                <a:close/>
                <a:moveTo>
                  <a:pt x="56" y="8"/>
                </a:moveTo>
                <a:cubicBezTo>
                  <a:pt x="70" y="8"/>
                  <a:pt x="84" y="14"/>
                  <a:pt x="93" y="25"/>
                </a:cubicBezTo>
                <a:cubicBezTo>
                  <a:pt x="79" y="36"/>
                  <a:pt x="69" y="51"/>
                  <a:pt x="65" y="68"/>
                </a:cubicBezTo>
                <a:cubicBezTo>
                  <a:pt x="60" y="68"/>
                  <a:pt x="60" y="68"/>
                  <a:pt x="60" y="68"/>
                </a:cubicBezTo>
                <a:cubicBezTo>
                  <a:pt x="44" y="68"/>
                  <a:pt x="31" y="78"/>
                  <a:pt x="24" y="92"/>
                </a:cubicBezTo>
                <a:cubicBezTo>
                  <a:pt x="21" y="89"/>
                  <a:pt x="18" y="86"/>
                  <a:pt x="15" y="82"/>
                </a:cubicBezTo>
                <a:cubicBezTo>
                  <a:pt x="11" y="74"/>
                  <a:pt x="8" y="65"/>
                  <a:pt x="8" y="56"/>
                </a:cubicBezTo>
                <a:cubicBezTo>
                  <a:pt x="8" y="30"/>
                  <a:pt x="29" y="8"/>
                  <a:pt x="56" y="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34" name="Группа 433"/>
          <p:cNvGrpSpPr/>
          <p:nvPr/>
        </p:nvGrpSpPr>
        <p:grpSpPr>
          <a:xfrm>
            <a:off x="5215502" y="2434506"/>
            <a:ext cx="302815" cy="295773"/>
            <a:chOff x="5215502" y="2434506"/>
            <a:chExt cx="302815" cy="295773"/>
          </a:xfrm>
        </p:grpSpPr>
        <p:sp>
          <p:nvSpPr>
            <p:cNvPr id="58" name="Freeform 62"/>
            <p:cNvSpPr>
              <a:spLocks noEditPoints="1"/>
            </p:cNvSpPr>
            <p:nvPr/>
          </p:nvSpPr>
          <p:spPr bwMode="auto">
            <a:xfrm>
              <a:off x="5238037" y="2472534"/>
              <a:ext cx="280280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2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2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2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0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29"/>
                    <a:pt x="42" y="8"/>
                    <a:pt x="68" y="8"/>
                  </a:cubicBezTo>
                  <a:cubicBezTo>
                    <a:pt x="77" y="8"/>
                    <a:pt x="85" y="10"/>
                    <a:pt x="92" y="14"/>
                  </a:cubicBezTo>
                  <a:cubicBezTo>
                    <a:pt x="69" y="24"/>
                    <a:pt x="51" y="43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2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3" y="76"/>
                    <a:pt x="40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9" y="16"/>
                    <a:pt x="124" y="16"/>
                  </a:cubicBezTo>
                  <a:cubicBezTo>
                    <a:pt x="166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" name="Rectangle 63"/>
            <p:cNvSpPr>
              <a:spLocks noChangeArrowheads="1"/>
            </p:cNvSpPr>
            <p:nvPr/>
          </p:nvSpPr>
          <p:spPr bwMode="auto">
            <a:xfrm>
              <a:off x="5215502" y="2534505"/>
              <a:ext cx="2816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Rectangle 64"/>
            <p:cNvSpPr>
              <a:spLocks noChangeArrowheads="1"/>
            </p:cNvSpPr>
            <p:nvPr/>
          </p:nvSpPr>
          <p:spPr bwMode="auto">
            <a:xfrm>
              <a:off x="5314093" y="2434506"/>
              <a:ext cx="9860" cy="2957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65"/>
            <p:cNvSpPr>
              <a:spLocks/>
            </p:cNvSpPr>
            <p:nvPr/>
          </p:nvSpPr>
          <p:spPr bwMode="auto">
            <a:xfrm>
              <a:off x="5230995" y="2449999"/>
              <a:ext cx="35211" cy="36619"/>
            </a:xfrm>
            <a:custGeom>
              <a:avLst/>
              <a:gdLst>
                <a:gd name="T0" fmla="*/ 20 w 25"/>
                <a:gd name="T1" fmla="*/ 26 h 26"/>
                <a:gd name="T2" fmla="*/ 0 w 25"/>
                <a:gd name="T3" fmla="*/ 5 h 26"/>
                <a:gd name="T4" fmla="*/ 5 w 25"/>
                <a:gd name="T5" fmla="*/ 0 h 26"/>
                <a:gd name="T6" fmla="*/ 25 w 25"/>
                <a:gd name="T7" fmla="*/ 20 h 26"/>
                <a:gd name="T8" fmla="*/ 20 w 25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20" y="26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25" y="20"/>
                  </a:lnTo>
                  <a:lnTo>
                    <a:pt x="2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6"/>
            <p:cNvSpPr>
              <a:spLocks/>
            </p:cNvSpPr>
            <p:nvPr/>
          </p:nvSpPr>
          <p:spPr bwMode="auto">
            <a:xfrm>
              <a:off x="5345079" y="2659857"/>
              <a:ext cx="33803" cy="70422"/>
            </a:xfrm>
            <a:custGeom>
              <a:avLst/>
              <a:gdLst>
                <a:gd name="T0" fmla="*/ 13 w 24"/>
                <a:gd name="T1" fmla="*/ 0 h 50"/>
                <a:gd name="T2" fmla="*/ 0 w 24"/>
                <a:gd name="T3" fmla="*/ 29 h 50"/>
                <a:gd name="T4" fmla="*/ 13 w 24"/>
                <a:gd name="T5" fmla="*/ 29 h 50"/>
                <a:gd name="T6" fmla="*/ 3 w 24"/>
                <a:gd name="T7" fmla="*/ 47 h 50"/>
                <a:gd name="T8" fmla="*/ 8 w 24"/>
                <a:gd name="T9" fmla="*/ 50 h 50"/>
                <a:gd name="T10" fmla="*/ 24 w 24"/>
                <a:gd name="T11" fmla="*/ 22 h 50"/>
                <a:gd name="T12" fmla="*/ 10 w 24"/>
                <a:gd name="T13" fmla="*/ 22 h 50"/>
                <a:gd name="T14" fmla="*/ 18 w 24"/>
                <a:gd name="T15" fmla="*/ 3 h 50"/>
                <a:gd name="T16" fmla="*/ 13 w 24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0">
                  <a:moveTo>
                    <a:pt x="13" y="0"/>
                  </a:moveTo>
                  <a:lnTo>
                    <a:pt x="0" y="29"/>
                  </a:lnTo>
                  <a:lnTo>
                    <a:pt x="13" y="29"/>
                  </a:lnTo>
                  <a:lnTo>
                    <a:pt x="3" y="47"/>
                  </a:lnTo>
                  <a:lnTo>
                    <a:pt x="8" y="50"/>
                  </a:lnTo>
                  <a:lnTo>
                    <a:pt x="24" y="22"/>
                  </a:lnTo>
                  <a:lnTo>
                    <a:pt x="10" y="22"/>
                  </a:lnTo>
                  <a:lnTo>
                    <a:pt x="18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67"/>
            <p:cNvSpPr>
              <a:spLocks/>
            </p:cNvSpPr>
            <p:nvPr/>
          </p:nvSpPr>
          <p:spPr bwMode="auto">
            <a:xfrm>
              <a:off x="5281698" y="265985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Freeform 68"/>
            <p:cNvSpPr>
              <a:spLocks/>
            </p:cNvSpPr>
            <p:nvPr/>
          </p:nvSpPr>
          <p:spPr bwMode="auto">
            <a:xfrm>
              <a:off x="5395782" y="265985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5" name="Группа 434"/>
          <p:cNvGrpSpPr/>
          <p:nvPr/>
        </p:nvGrpSpPr>
        <p:grpSpPr>
          <a:xfrm>
            <a:off x="5607048" y="2454225"/>
            <a:ext cx="302815" cy="257744"/>
            <a:chOff x="5607048" y="2454225"/>
            <a:chExt cx="302815" cy="257744"/>
          </a:xfrm>
        </p:grpSpPr>
        <p:sp>
          <p:nvSpPr>
            <p:cNvPr id="65" name="Freeform 69"/>
            <p:cNvSpPr>
              <a:spLocks noEditPoints="1"/>
            </p:cNvSpPr>
            <p:nvPr/>
          </p:nvSpPr>
          <p:spPr bwMode="auto">
            <a:xfrm>
              <a:off x="5607048" y="2454225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2 h 152"/>
                <a:gd name="T22" fmla="*/ 0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2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50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Freeform 70"/>
            <p:cNvSpPr>
              <a:spLocks/>
            </p:cNvSpPr>
            <p:nvPr/>
          </p:nvSpPr>
          <p:spPr bwMode="auto">
            <a:xfrm>
              <a:off x="5738032" y="2641547"/>
              <a:ext cx="33803" cy="70422"/>
            </a:xfrm>
            <a:custGeom>
              <a:avLst/>
              <a:gdLst>
                <a:gd name="T0" fmla="*/ 12 w 24"/>
                <a:gd name="T1" fmla="*/ 0 h 50"/>
                <a:gd name="T2" fmla="*/ 0 w 24"/>
                <a:gd name="T3" fmla="*/ 28 h 50"/>
                <a:gd name="T4" fmla="*/ 12 w 24"/>
                <a:gd name="T5" fmla="*/ 28 h 50"/>
                <a:gd name="T6" fmla="*/ 2 w 24"/>
                <a:gd name="T7" fmla="*/ 47 h 50"/>
                <a:gd name="T8" fmla="*/ 8 w 24"/>
                <a:gd name="T9" fmla="*/ 50 h 50"/>
                <a:gd name="T10" fmla="*/ 24 w 24"/>
                <a:gd name="T11" fmla="*/ 21 h 50"/>
                <a:gd name="T12" fmla="*/ 10 w 24"/>
                <a:gd name="T13" fmla="*/ 21 h 50"/>
                <a:gd name="T14" fmla="*/ 18 w 24"/>
                <a:gd name="T15" fmla="*/ 3 h 50"/>
                <a:gd name="T16" fmla="*/ 12 w 24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0">
                  <a:moveTo>
                    <a:pt x="12" y="0"/>
                  </a:moveTo>
                  <a:lnTo>
                    <a:pt x="0" y="28"/>
                  </a:lnTo>
                  <a:lnTo>
                    <a:pt x="12" y="28"/>
                  </a:lnTo>
                  <a:lnTo>
                    <a:pt x="2" y="47"/>
                  </a:lnTo>
                  <a:lnTo>
                    <a:pt x="8" y="50"/>
                  </a:lnTo>
                  <a:lnTo>
                    <a:pt x="24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71"/>
            <p:cNvSpPr>
              <a:spLocks/>
            </p:cNvSpPr>
            <p:nvPr/>
          </p:nvSpPr>
          <p:spPr bwMode="auto">
            <a:xfrm>
              <a:off x="5674653" y="264154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Freeform 72"/>
            <p:cNvSpPr>
              <a:spLocks/>
            </p:cNvSpPr>
            <p:nvPr/>
          </p:nvSpPr>
          <p:spPr bwMode="auto">
            <a:xfrm>
              <a:off x="5788736" y="264154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6" name="Группа 435"/>
          <p:cNvGrpSpPr/>
          <p:nvPr/>
        </p:nvGrpSpPr>
        <p:grpSpPr>
          <a:xfrm>
            <a:off x="6000002" y="2454225"/>
            <a:ext cx="302815" cy="257744"/>
            <a:chOff x="6000002" y="2454225"/>
            <a:chExt cx="302815" cy="257744"/>
          </a:xfrm>
        </p:grpSpPr>
        <p:sp>
          <p:nvSpPr>
            <p:cNvPr id="69" name="Freeform 73"/>
            <p:cNvSpPr>
              <a:spLocks noEditPoints="1"/>
            </p:cNvSpPr>
            <p:nvPr/>
          </p:nvSpPr>
          <p:spPr bwMode="auto">
            <a:xfrm>
              <a:off x="6000002" y="2454225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2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224 w 256"/>
                <a:gd name="T19" fmla="*/ 152 h 152"/>
                <a:gd name="T20" fmla="*/ 256 w 256"/>
                <a:gd name="T21" fmla="*/ 120 h 152"/>
                <a:gd name="T22" fmla="*/ 228 w 256"/>
                <a:gd name="T23" fmla="*/ 80 h 152"/>
                <a:gd name="T24" fmla="*/ 16 w 256"/>
                <a:gd name="T25" fmla="*/ 82 h 152"/>
                <a:gd name="T26" fmla="*/ 8 w 256"/>
                <a:gd name="T27" fmla="*/ 56 h 152"/>
                <a:gd name="T28" fmla="*/ 56 w 256"/>
                <a:gd name="T29" fmla="*/ 8 h 152"/>
                <a:gd name="T30" fmla="*/ 93 w 256"/>
                <a:gd name="T31" fmla="*/ 25 h 152"/>
                <a:gd name="T32" fmla="*/ 65 w 256"/>
                <a:gd name="T33" fmla="*/ 68 h 152"/>
                <a:gd name="T34" fmla="*/ 60 w 256"/>
                <a:gd name="T35" fmla="*/ 68 h 152"/>
                <a:gd name="T36" fmla="*/ 25 w 256"/>
                <a:gd name="T37" fmla="*/ 92 h 152"/>
                <a:gd name="T38" fmla="*/ 16 w 256"/>
                <a:gd name="T39" fmla="*/ 82 h 152"/>
                <a:gd name="T40" fmla="*/ 224 w 256"/>
                <a:gd name="T41" fmla="*/ 144 h 152"/>
                <a:gd name="T42" fmla="*/ 60 w 256"/>
                <a:gd name="T43" fmla="*/ 144 h 152"/>
                <a:gd name="T44" fmla="*/ 28 w 256"/>
                <a:gd name="T45" fmla="*/ 112 h 152"/>
                <a:gd name="T46" fmla="*/ 60 w 256"/>
                <a:gd name="T47" fmla="*/ 76 h 152"/>
                <a:gd name="T48" fmla="*/ 72 w 256"/>
                <a:gd name="T49" fmla="*/ 76 h 152"/>
                <a:gd name="T50" fmla="*/ 72 w 256"/>
                <a:gd name="T51" fmla="*/ 73 h 152"/>
                <a:gd name="T52" fmla="*/ 144 w 256"/>
                <a:gd name="T53" fmla="*/ 16 h 152"/>
                <a:gd name="T54" fmla="*/ 220 w 256"/>
                <a:gd name="T55" fmla="*/ 84 h 152"/>
                <a:gd name="T56" fmla="*/ 220 w 256"/>
                <a:gd name="T57" fmla="*/ 88 h 152"/>
                <a:gd name="T58" fmla="*/ 224 w 256"/>
                <a:gd name="T59" fmla="*/ 88 h 152"/>
                <a:gd name="T60" fmla="*/ 248 w 256"/>
                <a:gd name="T61" fmla="*/ 120 h 152"/>
                <a:gd name="T62" fmla="*/ 224 w 256"/>
                <a:gd name="T6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1" y="74"/>
                    <a:pt x="8" y="65"/>
                    <a:pt x="8" y="56"/>
                  </a:cubicBezTo>
                  <a:cubicBezTo>
                    <a:pt x="8" y="29"/>
                    <a:pt x="30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74"/>
            <p:cNvSpPr>
              <a:spLocks/>
            </p:cNvSpPr>
            <p:nvPr/>
          </p:nvSpPr>
          <p:spPr bwMode="auto">
            <a:xfrm>
              <a:off x="6129578" y="2641547"/>
              <a:ext cx="35211" cy="70422"/>
            </a:xfrm>
            <a:custGeom>
              <a:avLst/>
              <a:gdLst>
                <a:gd name="T0" fmla="*/ 13 w 25"/>
                <a:gd name="T1" fmla="*/ 0 h 50"/>
                <a:gd name="T2" fmla="*/ 0 w 25"/>
                <a:gd name="T3" fmla="*/ 28 h 50"/>
                <a:gd name="T4" fmla="*/ 14 w 25"/>
                <a:gd name="T5" fmla="*/ 28 h 50"/>
                <a:gd name="T6" fmla="*/ 3 w 25"/>
                <a:gd name="T7" fmla="*/ 47 h 50"/>
                <a:gd name="T8" fmla="*/ 9 w 25"/>
                <a:gd name="T9" fmla="*/ 50 h 50"/>
                <a:gd name="T10" fmla="*/ 25 w 25"/>
                <a:gd name="T11" fmla="*/ 21 h 50"/>
                <a:gd name="T12" fmla="*/ 11 w 25"/>
                <a:gd name="T13" fmla="*/ 21 h 50"/>
                <a:gd name="T14" fmla="*/ 19 w 25"/>
                <a:gd name="T15" fmla="*/ 3 h 50"/>
                <a:gd name="T16" fmla="*/ 13 w 25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0">
                  <a:moveTo>
                    <a:pt x="13" y="0"/>
                  </a:moveTo>
                  <a:lnTo>
                    <a:pt x="0" y="28"/>
                  </a:lnTo>
                  <a:lnTo>
                    <a:pt x="14" y="28"/>
                  </a:lnTo>
                  <a:lnTo>
                    <a:pt x="3" y="47"/>
                  </a:lnTo>
                  <a:lnTo>
                    <a:pt x="9" y="50"/>
                  </a:lnTo>
                  <a:lnTo>
                    <a:pt x="25" y="21"/>
                  </a:lnTo>
                  <a:lnTo>
                    <a:pt x="11" y="21"/>
                  </a:lnTo>
                  <a:lnTo>
                    <a:pt x="19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1" name="Freeform 75"/>
            <p:cNvSpPr>
              <a:spLocks/>
            </p:cNvSpPr>
            <p:nvPr/>
          </p:nvSpPr>
          <p:spPr bwMode="auto">
            <a:xfrm>
              <a:off x="6067607" y="264154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Freeform 76"/>
            <p:cNvSpPr>
              <a:spLocks/>
            </p:cNvSpPr>
            <p:nvPr/>
          </p:nvSpPr>
          <p:spPr bwMode="auto">
            <a:xfrm>
              <a:off x="6181691" y="2641547"/>
              <a:ext cx="45070" cy="70422"/>
            </a:xfrm>
            <a:custGeom>
              <a:avLst/>
              <a:gdLst>
                <a:gd name="T0" fmla="*/ 0 w 32"/>
                <a:gd name="T1" fmla="*/ 47 h 50"/>
                <a:gd name="T2" fmla="*/ 26 w 32"/>
                <a:gd name="T3" fmla="*/ 0 h 50"/>
                <a:gd name="T4" fmla="*/ 32 w 32"/>
                <a:gd name="T5" fmla="*/ 3 h 50"/>
                <a:gd name="T6" fmla="*/ 5 w 32"/>
                <a:gd name="T7" fmla="*/ 50 h 50"/>
                <a:gd name="T8" fmla="*/ 0 w 32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0">
                  <a:moveTo>
                    <a:pt x="0" y="47"/>
                  </a:moveTo>
                  <a:lnTo>
                    <a:pt x="26" y="0"/>
                  </a:lnTo>
                  <a:lnTo>
                    <a:pt x="32" y="3"/>
                  </a:lnTo>
                  <a:lnTo>
                    <a:pt x="5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7" name="Группа 436"/>
          <p:cNvGrpSpPr/>
          <p:nvPr/>
        </p:nvGrpSpPr>
        <p:grpSpPr>
          <a:xfrm>
            <a:off x="6394365" y="2444365"/>
            <a:ext cx="302815" cy="277463"/>
            <a:chOff x="6394365" y="2444365"/>
            <a:chExt cx="302815" cy="277463"/>
          </a:xfrm>
        </p:grpSpPr>
        <p:sp>
          <p:nvSpPr>
            <p:cNvPr id="73" name="Freeform 77"/>
            <p:cNvSpPr>
              <a:spLocks noEditPoints="1"/>
            </p:cNvSpPr>
            <p:nvPr/>
          </p:nvSpPr>
          <p:spPr bwMode="auto">
            <a:xfrm>
              <a:off x="6394365" y="2444365"/>
              <a:ext cx="302815" cy="184506"/>
            </a:xfrm>
            <a:custGeom>
              <a:avLst/>
              <a:gdLst>
                <a:gd name="T0" fmla="*/ 223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3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5 w 256"/>
                <a:gd name="T27" fmla="*/ 72 h 156"/>
                <a:gd name="T28" fmla="*/ 55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3" y="80"/>
                  </a:move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0"/>
                    <a:pt x="256" y="120"/>
                  </a:cubicBezTo>
                  <a:cubicBezTo>
                    <a:pt x="256" y="102"/>
                    <a:pt x="243" y="83"/>
                    <a:pt x="223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2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0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Freeform 78"/>
            <p:cNvSpPr>
              <a:spLocks/>
            </p:cNvSpPr>
            <p:nvPr/>
          </p:nvSpPr>
          <p:spPr bwMode="auto">
            <a:xfrm>
              <a:off x="6522533" y="2649997"/>
              <a:ext cx="35211" cy="71831"/>
            </a:xfrm>
            <a:custGeom>
              <a:avLst/>
              <a:gdLst>
                <a:gd name="T0" fmla="*/ 13 w 25"/>
                <a:gd name="T1" fmla="*/ 0 h 51"/>
                <a:gd name="T2" fmla="*/ 0 w 25"/>
                <a:gd name="T3" fmla="*/ 29 h 51"/>
                <a:gd name="T4" fmla="*/ 14 w 25"/>
                <a:gd name="T5" fmla="*/ 29 h 51"/>
                <a:gd name="T6" fmla="*/ 3 w 25"/>
                <a:gd name="T7" fmla="*/ 47 h 51"/>
                <a:gd name="T8" fmla="*/ 9 w 25"/>
                <a:gd name="T9" fmla="*/ 51 h 51"/>
                <a:gd name="T10" fmla="*/ 25 w 25"/>
                <a:gd name="T11" fmla="*/ 22 h 51"/>
                <a:gd name="T12" fmla="*/ 11 w 25"/>
                <a:gd name="T13" fmla="*/ 22 h 51"/>
                <a:gd name="T14" fmla="*/ 19 w 25"/>
                <a:gd name="T15" fmla="*/ 4 h 51"/>
                <a:gd name="T16" fmla="*/ 13 w 25"/>
                <a:gd name="T1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1">
                  <a:moveTo>
                    <a:pt x="13" y="0"/>
                  </a:moveTo>
                  <a:lnTo>
                    <a:pt x="0" y="29"/>
                  </a:lnTo>
                  <a:lnTo>
                    <a:pt x="14" y="29"/>
                  </a:lnTo>
                  <a:lnTo>
                    <a:pt x="3" y="47"/>
                  </a:lnTo>
                  <a:lnTo>
                    <a:pt x="9" y="51"/>
                  </a:lnTo>
                  <a:lnTo>
                    <a:pt x="25" y="22"/>
                  </a:lnTo>
                  <a:lnTo>
                    <a:pt x="11" y="22"/>
                  </a:lnTo>
                  <a:lnTo>
                    <a:pt x="19" y="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79"/>
            <p:cNvSpPr>
              <a:spLocks/>
            </p:cNvSpPr>
            <p:nvPr/>
          </p:nvSpPr>
          <p:spPr bwMode="auto">
            <a:xfrm>
              <a:off x="6573237" y="2649997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Freeform 80"/>
            <p:cNvSpPr>
              <a:spLocks/>
            </p:cNvSpPr>
            <p:nvPr/>
          </p:nvSpPr>
          <p:spPr bwMode="auto">
            <a:xfrm>
              <a:off x="6454928" y="2649997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3645093" y="3619003"/>
            <a:ext cx="302815" cy="284505"/>
          </a:xfrm>
          <a:custGeom>
            <a:avLst/>
            <a:gdLst>
              <a:gd name="T0" fmla="*/ 192 w 256"/>
              <a:gd name="T1" fmla="*/ 52 h 240"/>
              <a:gd name="T2" fmla="*/ 128 w 256"/>
              <a:gd name="T3" fmla="*/ 88 h 240"/>
              <a:gd name="T4" fmla="*/ 64 w 256"/>
              <a:gd name="T5" fmla="*/ 52 h 240"/>
              <a:gd name="T6" fmla="*/ 0 w 256"/>
              <a:gd name="T7" fmla="*/ 0 h 240"/>
              <a:gd name="T8" fmla="*/ 0 w 256"/>
              <a:gd name="T9" fmla="*/ 8 h 240"/>
              <a:gd name="T10" fmla="*/ 56 w 256"/>
              <a:gd name="T11" fmla="*/ 52 h 240"/>
              <a:gd name="T12" fmla="*/ 65 w 256"/>
              <a:gd name="T13" fmla="*/ 75 h 240"/>
              <a:gd name="T14" fmla="*/ 100 w 256"/>
              <a:gd name="T15" fmla="*/ 94 h 240"/>
              <a:gd name="T16" fmla="*/ 52 w 256"/>
              <a:gd name="T17" fmla="*/ 164 h 240"/>
              <a:gd name="T18" fmla="*/ 128 w 256"/>
              <a:gd name="T19" fmla="*/ 240 h 240"/>
              <a:gd name="T20" fmla="*/ 204 w 256"/>
              <a:gd name="T21" fmla="*/ 164 h 240"/>
              <a:gd name="T22" fmla="*/ 155 w 256"/>
              <a:gd name="T23" fmla="*/ 94 h 240"/>
              <a:gd name="T24" fmla="*/ 190 w 256"/>
              <a:gd name="T25" fmla="*/ 75 h 240"/>
              <a:gd name="T26" fmla="*/ 200 w 256"/>
              <a:gd name="T27" fmla="*/ 53 h 240"/>
              <a:gd name="T28" fmla="*/ 208 w 256"/>
              <a:gd name="T29" fmla="*/ 31 h 240"/>
              <a:gd name="T30" fmla="*/ 256 w 256"/>
              <a:gd name="T31" fmla="*/ 8 h 240"/>
              <a:gd name="T32" fmla="*/ 256 w 256"/>
              <a:gd name="T33" fmla="*/ 0 h 240"/>
              <a:gd name="T34" fmla="*/ 192 w 256"/>
              <a:gd name="T35" fmla="*/ 52 h 240"/>
              <a:gd name="T36" fmla="*/ 196 w 256"/>
              <a:gd name="T37" fmla="*/ 164 h 240"/>
              <a:gd name="T38" fmla="*/ 128 w 256"/>
              <a:gd name="T39" fmla="*/ 232 h 240"/>
              <a:gd name="T40" fmla="*/ 60 w 256"/>
              <a:gd name="T41" fmla="*/ 164 h 240"/>
              <a:gd name="T42" fmla="*/ 128 w 256"/>
              <a:gd name="T43" fmla="*/ 96 h 240"/>
              <a:gd name="T44" fmla="*/ 196 w 256"/>
              <a:gd name="T45" fmla="*/ 164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6" h="240">
                <a:moveTo>
                  <a:pt x="192" y="52"/>
                </a:moveTo>
                <a:cubicBezTo>
                  <a:pt x="192" y="53"/>
                  <a:pt x="191" y="88"/>
                  <a:pt x="128" y="88"/>
                </a:cubicBezTo>
                <a:cubicBezTo>
                  <a:pt x="65" y="88"/>
                  <a:pt x="64" y="54"/>
                  <a:pt x="64" y="52"/>
                </a:cubicBezTo>
                <a:cubicBezTo>
                  <a:pt x="62" y="34"/>
                  <a:pt x="47" y="0"/>
                  <a:pt x="0" y="0"/>
                </a:cubicBezTo>
                <a:cubicBezTo>
                  <a:pt x="0" y="8"/>
                  <a:pt x="0" y="8"/>
                  <a:pt x="0" y="8"/>
                </a:cubicBezTo>
                <a:cubicBezTo>
                  <a:pt x="51" y="8"/>
                  <a:pt x="56" y="51"/>
                  <a:pt x="56" y="52"/>
                </a:cubicBezTo>
                <a:cubicBezTo>
                  <a:pt x="56" y="53"/>
                  <a:pt x="56" y="64"/>
                  <a:pt x="65" y="75"/>
                </a:cubicBezTo>
                <a:cubicBezTo>
                  <a:pt x="73" y="84"/>
                  <a:pt x="85" y="90"/>
                  <a:pt x="100" y="94"/>
                </a:cubicBezTo>
                <a:cubicBezTo>
                  <a:pt x="72" y="105"/>
                  <a:pt x="52" y="132"/>
                  <a:pt x="52" y="164"/>
                </a:cubicBezTo>
                <a:cubicBezTo>
                  <a:pt x="52" y="206"/>
                  <a:pt x="86" y="240"/>
                  <a:pt x="128" y="240"/>
                </a:cubicBezTo>
                <a:cubicBezTo>
                  <a:pt x="170" y="240"/>
                  <a:pt x="204" y="206"/>
                  <a:pt x="204" y="164"/>
                </a:cubicBezTo>
                <a:cubicBezTo>
                  <a:pt x="204" y="132"/>
                  <a:pt x="184" y="105"/>
                  <a:pt x="155" y="94"/>
                </a:cubicBezTo>
                <a:cubicBezTo>
                  <a:pt x="171" y="90"/>
                  <a:pt x="182" y="84"/>
                  <a:pt x="190" y="75"/>
                </a:cubicBezTo>
                <a:cubicBezTo>
                  <a:pt x="200" y="64"/>
                  <a:pt x="200" y="53"/>
                  <a:pt x="200" y="53"/>
                </a:cubicBezTo>
                <a:cubicBezTo>
                  <a:pt x="200" y="53"/>
                  <a:pt x="201" y="42"/>
                  <a:pt x="208" y="31"/>
                </a:cubicBezTo>
                <a:cubicBezTo>
                  <a:pt x="218" y="16"/>
                  <a:pt x="234" y="8"/>
                  <a:pt x="256" y="8"/>
                </a:cubicBezTo>
                <a:cubicBezTo>
                  <a:pt x="256" y="0"/>
                  <a:pt x="256" y="0"/>
                  <a:pt x="256" y="0"/>
                </a:cubicBezTo>
                <a:cubicBezTo>
                  <a:pt x="208" y="0"/>
                  <a:pt x="193" y="34"/>
                  <a:pt x="192" y="52"/>
                </a:cubicBezTo>
                <a:close/>
                <a:moveTo>
                  <a:pt x="196" y="164"/>
                </a:moveTo>
                <a:cubicBezTo>
                  <a:pt x="196" y="202"/>
                  <a:pt x="165" y="232"/>
                  <a:pt x="128" y="232"/>
                </a:cubicBezTo>
                <a:cubicBezTo>
                  <a:pt x="90" y="232"/>
                  <a:pt x="60" y="202"/>
                  <a:pt x="60" y="164"/>
                </a:cubicBezTo>
                <a:cubicBezTo>
                  <a:pt x="60" y="127"/>
                  <a:pt x="90" y="96"/>
                  <a:pt x="128" y="96"/>
                </a:cubicBezTo>
                <a:cubicBezTo>
                  <a:pt x="165" y="96"/>
                  <a:pt x="196" y="127"/>
                  <a:pt x="196" y="16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3" name="Группа 452"/>
          <p:cNvGrpSpPr/>
          <p:nvPr/>
        </p:nvGrpSpPr>
        <p:grpSpPr>
          <a:xfrm>
            <a:off x="3645093" y="3234500"/>
            <a:ext cx="302815" cy="269012"/>
            <a:chOff x="3645093" y="3234500"/>
            <a:chExt cx="302815" cy="269012"/>
          </a:xfrm>
        </p:grpSpPr>
        <p:sp>
          <p:nvSpPr>
            <p:cNvPr id="78" name="Rectangle 82"/>
            <p:cNvSpPr>
              <a:spLocks noChangeArrowheads="1"/>
            </p:cNvSpPr>
            <p:nvPr/>
          </p:nvSpPr>
          <p:spPr bwMode="auto">
            <a:xfrm>
              <a:off x="3645093" y="3386611"/>
              <a:ext cx="46479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9" name="Rectangle 83"/>
            <p:cNvSpPr>
              <a:spLocks noChangeArrowheads="1"/>
            </p:cNvSpPr>
            <p:nvPr/>
          </p:nvSpPr>
          <p:spPr bwMode="auto">
            <a:xfrm>
              <a:off x="3900021" y="3386611"/>
              <a:ext cx="47887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Rectangle 84"/>
            <p:cNvSpPr>
              <a:spLocks noChangeArrowheads="1"/>
            </p:cNvSpPr>
            <p:nvPr/>
          </p:nvSpPr>
          <p:spPr bwMode="auto">
            <a:xfrm>
              <a:off x="3791571" y="3234500"/>
              <a:ext cx="9860" cy="52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1" name="Freeform 85"/>
            <p:cNvSpPr>
              <a:spLocks/>
            </p:cNvSpPr>
            <p:nvPr/>
          </p:nvSpPr>
          <p:spPr bwMode="auto">
            <a:xfrm>
              <a:off x="3669037" y="3283795"/>
              <a:ext cx="45070" cy="45070"/>
            </a:xfrm>
            <a:custGeom>
              <a:avLst/>
              <a:gdLst>
                <a:gd name="T0" fmla="*/ 5 w 32"/>
                <a:gd name="T1" fmla="*/ 0 h 32"/>
                <a:gd name="T2" fmla="*/ 32 w 32"/>
                <a:gd name="T3" fmla="*/ 27 h 32"/>
                <a:gd name="T4" fmla="*/ 27 w 32"/>
                <a:gd name="T5" fmla="*/ 32 h 32"/>
                <a:gd name="T6" fmla="*/ 0 w 32"/>
                <a:gd name="T7" fmla="*/ 5 h 32"/>
                <a:gd name="T8" fmla="*/ 5 w 32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5" y="0"/>
                  </a:moveTo>
                  <a:lnTo>
                    <a:pt x="32" y="27"/>
                  </a:ln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Freeform 86"/>
            <p:cNvSpPr>
              <a:spLocks/>
            </p:cNvSpPr>
            <p:nvPr/>
          </p:nvSpPr>
          <p:spPr bwMode="auto">
            <a:xfrm>
              <a:off x="3877486" y="3283795"/>
              <a:ext cx="45070" cy="45070"/>
            </a:xfrm>
            <a:custGeom>
              <a:avLst/>
              <a:gdLst>
                <a:gd name="T0" fmla="*/ 0 w 32"/>
                <a:gd name="T1" fmla="*/ 27 h 32"/>
                <a:gd name="T2" fmla="*/ 27 w 32"/>
                <a:gd name="T3" fmla="*/ 0 h 32"/>
                <a:gd name="T4" fmla="*/ 32 w 32"/>
                <a:gd name="T5" fmla="*/ 5 h 32"/>
                <a:gd name="T6" fmla="*/ 5 w 32"/>
                <a:gd name="T7" fmla="*/ 32 h 32"/>
                <a:gd name="T8" fmla="*/ 0 w 32"/>
                <a:gd name="T9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0" y="27"/>
                  </a:moveTo>
                  <a:lnTo>
                    <a:pt x="27" y="0"/>
                  </a:lnTo>
                  <a:lnTo>
                    <a:pt x="32" y="5"/>
                  </a:lnTo>
                  <a:lnTo>
                    <a:pt x="5" y="32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Freeform 87"/>
            <p:cNvSpPr>
              <a:spLocks/>
            </p:cNvSpPr>
            <p:nvPr/>
          </p:nvSpPr>
          <p:spPr bwMode="auto">
            <a:xfrm>
              <a:off x="3759177" y="3462667"/>
              <a:ext cx="73239" cy="40845"/>
            </a:xfrm>
            <a:custGeom>
              <a:avLst/>
              <a:gdLst>
                <a:gd name="T0" fmla="*/ 47 w 52"/>
                <a:gd name="T1" fmla="*/ 29 h 29"/>
                <a:gd name="T2" fmla="*/ 52 w 52"/>
                <a:gd name="T3" fmla="*/ 23 h 29"/>
                <a:gd name="T4" fmla="*/ 29 w 52"/>
                <a:gd name="T5" fmla="*/ 0 h 29"/>
                <a:gd name="T6" fmla="*/ 24 w 52"/>
                <a:gd name="T7" fmla="*/ 0 h 29"/>
                <a:gd name="T8" fmla="*/ 0 w 52"/>
                <a:gd name="T9" fmla="*/ 23 h 29"/>
                <a:gd name="T10" fmla="*/ 5 w 52"/>
                <a:gd name="T11" fmla="*/ 28 h 29"/>
                <a:gd name="T12" fmla="*/ 26 w 52"/>
                <a:gd name="T13" fmla="*/ 7 h 29"/>
                <a:gd name="T14" fmla="*/ 47 w 52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29">
                  <a:moveTo>
                    <a:pt x="47" y="29"/>
                  </a:moveTo>
                  <a:lnTo>
                    <a:pt x="52" y="23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0" y="23"/>
                  </a:lnTo>
                  <a:lnTo>
                    <a:pt x="5" y="28"/>
                  </a:lnTo>
                  <a:lnTo>
                    <a:pt x="26" y="7"/>
                  </a:lnTo>
                  <a:lnTo>
                    <a:pt x="47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88"/>
            <p:cNvSpPr>
              <a:spLocks noEditPoints="1"/>
            </p:cNvSpPr>
            <p:nvPr/>
          </p:nvSpPr>
          <p:spPr bwMode="auto">
            <a:xfrm>
              <a:off x="3645093" y="3296471"/>
              <a:ext cx="302815" cy="146478"/>
            </a:xfrm>
            <a:custGeom>
              <a:avLst/>
              <a:gdLst>
                <a:gd name="T0" fmla="*/ 208 w 256"/>
                <a:gd name="T1" fmla="*/ 80 h 124"/>
                <a:gd name="T2" fmla="*/ 128 w 256"/>
                <a:gd name="T3" fmla="*/ 0 h 124"/>
                <a:gd name="T4" fmla="*/ 48 w 256"/>
                <a:gd name="T5" fmla="*/ 80 h 124"/>
                <a:gd name="T6" fmla="*/ 56 w 256"/>
                <a:gd name="T7" fmla="*/ 116 h 124"/>
                <a:gd name="T8" fmla="*/ 0 w 256"/>
                <a:gd name="T9" fmla="*/ 116 h 124"/>
                <a:gd name="T10" fmla="*/ 0 w 256"/>
                <a:gd name="T11" fmla="*/ 124 h 124"/>
                <a:gd name="T12" fmla="*/ 256 w 256"/>
                <a:gd name="T13" fmla="*/ 124 h 124"/>
                <a:gd name="T14" fmla="*/ 256 w 256"/>
                <a:gd name="T15" fmla="*/ 116 h 124"/>
                <a:gd name="T16" fmla="*/ 199 w 256"/>
                <a:gd name="T17" fmla="*/ 116 h 124"/>
                <a:gd name="T18" fmla="*/ 208 w 256"/>
                <a:gd name="T19" fmla="*/ 80 h 124"/>
                <a:gd name="T20" fmla="*/ 56 w 256"/>
                <a:gd name="T21" fmla="*/ 80 h 124"/>
                <a:gd name="T22" fmla="*/ 128 w 256"/>
                <a:gd name="T23" fmla="*/ 8 h 124"/>
                <a:gd name="T24" fmla="*/ 200 w 256"/>
                <a:gd name="T25" fmla="*/ 80 h 124"/>
                <a:gd name="T26" fmla="*/ 190 w 256"/>
                <a:gd name="T27" fmla="*/ 116 h 124"/>
                <a:gd name="T28" fmla="*/ 65 w 256"/>
                <a:gd name="T29" fmla="*/ 116 h 124"/>
                <a:gd name="T30" fmla="*/ 56 w 256"/>
                <a:gd name="T31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6" h="124">
                  <a:moveTo>
                    <a:pt x="208" y="80"/>
                  </a:moveTo>
                  <a:cubicBezTo>
                    <a:pt x="208" y="36"/>
                    <a:pt x="172" y="0"/>
                    <a:pt x="128" y="0"/>
                  </a:cubicBezTo>
                  <a:cubicBezTo>
                    <a:pt x="84" y="0"/>
                    <a:pt x="48" y="36"/>
                    <a:pt x="48" y="80"/>
                  </a:cubicBezTo>
                  <a:cubicBezTo>
                    <a:pt x="48" y="92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2"/>
                    <a:pt x="208" y="80"/>
                  </a:cubicBezTo>
                  <a:close/>
                  <a:moveTo>
                    <a:pt x="56" y="80"/>
                  </a:moveTo>
                  <a:cubicBezTo>
                    <a:pt x="56" y="40"/>
                    <a:pt x="88" y="8"/>
                    <a:pt x="128" y="8"/>
                  </a:cubicBezTo>
                  <a:cubicBezTo>
                    <a:pt x="167" y="8"/>
                    <a:pt x="200" y="40"/>
                    <a:pt x="200" y="80"/>
                  </a:cubicBezTo>
                  <a:cubicBezTo>
                    <a:pt x="200" y="92"/>
                    <a:pt x="196" y="105"/>
                    <a:pt x="190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59" y="105"/>
                    <a:pt x="56" y="92"/>
                    <a:pt x="56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4" name="Группа 453"/>
          <p:cNvGrpSpPr/>
          <p:nvPr/>
        </p:nvGrpSpPr>
        <p:grpSpPr>
          <a:xfrm>
            <a:off x="4036639" y="3233091"/>
            <a:ext cx="302815" cy="270421"/>
            <a:chOff x="4036639" y="3233091"/>
            <a:chExt cx="302815" cy="270421"/>
          </a:xfrm>
        </p:grpSpPr>
        <p:sp>
          <p:nvSpPr>
            <p:cNvPr id="85" name="Rectangle 89"/>
            <p:cNvSpPr>
              <a:spLocks noChangeArrowheads="1"/>
            </p:cNvSpPr>
            <p:nvPr/>
          </p:nvSpPr>
          <p:spPr bwMode="auto">
            <a:xfrm>
              <a:off x="4036639" y="3385202"/>
              <a:ext cx="47887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Rectangle 90"/>
            <p:cNvSpPr>
              <a:spLocks noChangeArrowheads="1"/>
            </p:cNvSpPr>
            <p:nvPr/>
          </p:nvSpPr>
          <p:spPr bwMode="auto">
            <a:xfrm>
              <a:off x="4292975" y="3385202"/>
              <a:ext cx="4647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Rectangle 91"/>
            <p:cNvSpPr>
              <a:spLocks noChangeArrowheads="1"/>
            </p:cNvSpPr>
            <p:nvPr/>
          </p:nvSpPr>
          <p:spPr bwMode="auto">
            <a:xfrm>
              <a:off x="4184525" y="3233091"/>
              <a:ext cx="8451" cy="52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8" name="Freeform 92"/>
            <p:cNvSpPr>
              <a:spLocks/>
            </p:cNvSpPr>
            <p:nvPr/>
          </p:nvSpPr>
          <p:spPr bwMode="auto">
            <a:xfrm>
              <a:off x="4061991" y="3282387"/>
              <a:ext cx="45070" cy="45070"/>
            </a:xfrm>
            <a:custGeom>
              <a:avLst/>
              <a:gdLst>
                <a:gd name="T0" fmla="*/ 5 w 32"/>
                <a:gd name="T1" fmla="*/ 0 h 32"/>
                <a:gd name="T2" fmla="*/ 32 w 32"/>
                <a:gd name="T3" fmla="*/ 27 h 32"/>
                <a:gd name="T4" fmla="*/ 27 w 32"/>
                <a:gd name="T5" fmla="*/ 32 h 32"/>
                <a:gd name="T6" fmla="*/ 0 w 32"/>
                <a:gd name="T7" fmla="*/ 5 h 32"/>
                <a:gd name="T8" fmla="*/ 5 w 32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5" y="0"/>
                  </a:moveTo>
                  <a:lnTo>
                    <a:pt x="32" y="27"/>
                  </a:ln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93"/>
            <p:cNvSpPr>
              <a:spLocks/>
            </p:cNvSpPr>
            <p:nvPr/>
          </p:nvSpPr>
          <p:spPr bwMode="auto">
            <a:xfrm>
              <a:off x="4270440" y="3282387"/>
              <a:ext cx="45070" cy="45070"/>
            </a:xfrm>
            <a:custGeom>
              <a:avLst/>
              <a:gdLst>
                <a:gd name="T0" fmla="*/ 0 w 32"/>
                <a:gd name="T1" fmla="*/ 27 h 32"/>
                <a:gd name="T2" fmla="*/ 27 w 32"/>
                <a:gd name="T3" fmla="*/ 0 h 32"/>
                <a:gd name="T4" fmla="*/ 32 w 32"/>
                <a:gd name="T5" fmla="*/ 5 h 32"/>
                <a:gd name="T6" fmla="*/ 5 w 32"/>
                <a:gd name="T7" fmla="*/ 32 h 32"/>
                <a:gd name="T8" fmla="*/ 0 w 32"/>
                <a:gd name="T9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0" y="27"/>
                  </a:moveTo>
                  <a:lnTo>
                    <a:pt x="27" y="0"/>
                  </a:lnTo>
                  <a:lnTo>
                    <a:pt x="32" y="5"/>
                  </a:lnTo>
                  <a:lnTo>
                    <a:pt x="5" y="32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94"/>
            <p:cNvSpPr>
              <a:spLocks/>
            </p:cNvSpPr>
            <p:nvPr/>
          </p:nvSpPr>
          <p:spPr bwMode="auto">
            <a:xfrm>
              <a:off x="4152131" y="3462667"/>
              <a:ext cx="73239" cy="40845"/>
            </a:xfrm>
            <a:custGeom>
              <a:avLst/>
              <a:gdLst>
                <a:gd name="T0" fmla="*/ 52 w 52"/>
                <a:gd name="T1" fmla="*/ 5 h 29"/>
                <a:gd name="T2" fmla="*/ 47 w 52"/>
                <a:gd name="T3" fmla="*/ 0 h 29"/>
                <a:gd name="T4" fmla="*/ 26 w 52"/>
                <a:gd name="T5" fmla="*/ 21 h 29"/>
                <a:gd name="T6" fmla="*/ 5 w 52"/>
                <a:gd name="T7" fmla="*/ 0 h 29"/>
                <a:gd name="T8" fmla="*/ 0 w 52"/>
                <a:gd name="T9" fmla="*/ 5 h 29"/>
                <a:gd name="T10" fmla="*/ 23 w 52"/>
                <a:gd name="T11" fmla="*/ 29 h 29"/>
                <a:gd name="T12" fmla="*/ 28 w 52"/>
                <a:gd name="T13" fmla="*/ 29 h 29"/>
                <a:gd name="T14" fmla="*/ 52 w 52"/>
                <a:gd name="T15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29">
                  <a:moveTo>
                    <a:pt x="52" y="5"/>
                  </a:moveTo>
                  <a:lnTo>
                    <a:pt x="47" y="0"/>
                  </a:lnTo>
                  <a:lnTo>
                    <a:pt x="26" y="21"/>
                  </a:lnTo>
                  <a:lnTo>
                    <a:pt x="5" y="0"/>
                  </a:lnTo>
                  <a:lnTo>
                    <a:pt x="0" y="5"/>
                  </a:lnTo>
                  <a:lnTo>
                    <a:pt x="23" y="29"/>
                  </a:lnTo>
                  <a:lnTo>
                    <a:pt x="28" y="29"/>
                  </a:lnTo>
                  <a:lnTo>
                    <a:pt x="52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1" name="Freeform 95"/>
            <p:cNvSpPr>
              <a:spLocks noEditPoints="1"/>
            </p:cNvSpPr>
            <p:nvPr/>
          </p:nvSpPr>
          <p:spPr bwMode="auto">
            <a:xfrm>
              <a:off x="4036639" y="3295062"/>
              <a:ext cx="302815" cy="146478"/>
            </a:xfrm>
            <a:custGeom>
              <a:avLst/>
              <a:gdLst>
                <a:gd name="T0" fmla="*/ 208 w 256"/>
                <a:gd name="T1" fmla="*/ 80 h 124"/>
                <a:gd name="T2" fmla="*/ 128 w 256"/>
                <a:gd name="T3" fmla="*/ 0 h 124"/>
                <a:gd name="T4" fmla="*/ 48 w 256"/>
                <a:gd name="T5" fmla="*/ 80 h 124"/>
                <a:gd name="T6" fmla="*/ 56 w 256"/>
                <a:gd name="T7" fmla="*/ 116 h 124"/>
                <a:gd name="T8" fmla="*/ 0 w 256"/>
                <a:gd name="T9" fmla="*/ 116 h 124"/>
                <a:gd name="T10" fmla="*/ 0 w 256"/>
                <a:gd name="T11" fmla="*/ 124 h 124"/>
                <a:gd name="T12" fmla="*/ 256 w 256"/>
                <a:gd name="T13" fmla="*/ 124 h 124"/>
                <a:gd name="T14" fmla="*/ 256 w 256"/>
                <a:gd name="T15" fmla="*/ 116 h 124"/>
                <a:gd name="T16" fmla="*/ 199 w 256"/>
                <a:gd name="T17" fmla="*/ 116 h 124"/>
                <a:gd name="T18" fmla="*/ 208 w 256"/>
                <a:gd name="T19" fmla="*/ 80 h 124"/>
                <a:gd name="T20" fmla="*/ 56 w 256"/>
                <a:gd name="T21" fmla="*/ 80 h 124"/>
                <a:gd name="T22" fmla="*/ 128 w 256"/>
                <a:gd name="T23" fmla="*/ 8 h 124"/>
                <a:gd name="T24" fmla="*/ 200 w 256"/>
                <a:gd name="T25" fmla="*/ 80 h 124"/>
                <a:gd name="T26" fmla="*/ 190 w 256"/>
                <a:gd name="T27" fmla="*/ 116 h 124"/>
                <a:gd name="T28" fmla="*/ 66 w 256"/>
                <a:gd name="T29" fmla="*/ 116 h 124"/>
                <a:gd name="T30" fmla="*/ 56 w 256"/>
                <a:gd name="T31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6" h="124">
                  <a:moveTo>
                    <a:pt x="208" y="80"/>
                  </a:moveTo>
                  <a:cubicBezTo>
                    <a:pt x="208" y="36"/>
                    <a:pt x="172" y="0"/>
                    <a:pt x="128" y="0"/>
                  </a:cubicBezTo>
                  <a:cubicBezTo>
                    <a:pt x="84" y="0"/>
                    <a:pt x="48" y="36"/>
                    <a:pt x="48" y="80"/>
                  </a:cubicBezTo>
                  <a:cubicBezTo>
                    <a:pt x="48" y="93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3"/>
                    <a:pt x="208" y="80"/>
                  </a:cubicBezTo>
                  <a:close/>
                  <a:moveTo>
                    <a:pt x="56" y="80"/>
                  </a:moveTo>
                  <a:cubicBezTo>
                    <a:pt x="56" y="40"/>
                    <a:pt x="88" y="8"/>
                    <a:pt x="128" y="8"/>
                  </a:cubicBezTo>
                  <a:cubicBezTo>
                    <a:pt x="168" y="8"/>
                    <a:pt x="200" y="40"/>
                    <a:pt x="200" y="80"/>
                  </a:cubicBezTo>
                  <a:cubicBezTo>
                    <a:pt x="200" y="93"/>
                    <a:pt x="196" y="105"/>
                    <a:pt x="190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59" y="105"/>
                    <a:pt x="56" y="93"/>
                    <a:pt x="56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4" name="Rectangle 98"/>
          <p:cNvSpPr>
            <a:spLocks noChangeArrowheads="1"/>
          </p:cNvSpPr>
          <p:nvPr/>
        </p:nvSpPr>
        <p:spPr bwMode="auto">
          <a:xfrm>
            <a:off x="4576071" y="3472525"/>
            <a:ext cx="9860" cy="4788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Rectangle 99"/>
          <p:cNvSpPr>
            <a:spLocks noChangeArrowheads="1"/>
          </p:cNvSpPr>
          <p:nvPr/>
        </p:nvSpPr>
        <p:spPr bwMode="auto">
          <a:xfrm>
            <a:off x="4685929" y="3364076"/>
            <a:ext cx="46479" cy="986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5" name="Группа 454"/>
          <p:cNvGrpSpPr/>
          <p:nvPr/>
        </p:nvGrpSpPr>
        <p:grpSpPr>
          <a:xfrm>
            <a:off x="4429594" y="3217598"/>
            <a:ext cx="254927" cy="253520"/>
            <a:chOff x="4429594" y="3217598"/>
            <a:chExt cx="254927" cy="253520"/>
          </a:xfrm>
        </p:grpSpPr>
        <p:sp>
          <p:nvSpPr>
            <p:cNvPr id="92" name="Freeform 96"/>
            <p:cNvSpPr>
              <a:spLocks noEditPoints="1"/>
            </p:cNvSpPr>
            <p:nvPr/>
          </p:nvSpPr>
          <p:spPr bwMode="auto">
            <a:xfrm>
              <a:off x="4501424" y="3288020"/>
              <a:ext cx="160562" cy="160562"/>
            </a:xfrm>
            <a:custGeom>
              <a:avLst/>
              <a:gdLst>
                <a:gd name="T0" fmla="*/ 68 w 136"/>
                <a:gd name="T1" fmla="*/ 136 h 136"/>
                <a:gd name="T2" fmla="*/ 136 w 136"/>
                <a:gd name="T3" fmla="*/ 68 h 136"/>
                <a:gd name="T4" fmla="*/ 68 w 136"/>
                <a:gd name="T5" fmla="*/ 0 h 136"/>
                <a:gd name="T6" fmla="*/ 0 w 136"/>
                <a:gd name="T7" fmla="*/ 68 h 136"/>
                <a:gd name="T8" fmla="*/ 68 w 136"/>
                <a:gd name="T9" fmla="*/ 136 h 136"/>
                <a:gd name="T10" fmla="*/ 68 w 136"/>
                <a:gd name="T11" fmla="*/ 8 h 136"/>
                <a:gd name="T12" fmla="*/ 128 w 136"/>
                <a:gd name="T13" fmla="*/ 68 h 136"/>
                <a:gd name="T14" fmla="*/ 68 w 136"/>
                <a:gd name="T15" fmla="*/ 128 h 136"/>
                <a:gd name="T16" fmla="*/ 8 w 136"/>
                <a:gd name="T17" fmla="*/ 68 h 136"/>
                <a:gd name="T18" fmla="*/ 68 w 136"/>
                <a:gd name="T19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" h="136">
                  <a:moveTo>
                    <a:pt x="68" y="136"/>
                  </a:moveTo>
                  <a:cubicBezTo>
                    <a:pt x="105" y="136"/>
                    <a:pt x="136" y="106"/>
                    <a:pt x="136" y="68"/>
                  </a:cubicBezTo>
                  <a:cubicBezTo>
                    <a:pt x="136" y="31"/>
                    <a:pt x="105" y="0"/>
                    <a:pt x="68" y="0"/>
                  </a:cubicBezTo>
                  <a:cubicBezTo>
                    <a:pt x="30" y="0"/>
                    <a:pt x="0" y="31"/>
                    <a:pt x="0" y="68"/>
                  </a:cubicBezTo>
                  <a:cubicBezTo>
                    <a:pt x="0" y="106"/>
                    <a:pt x="30" y="136"/>
                    <a:pt x="68" y="136"/>
                  </a:cubicBezTo>
                  <a:close/>
                  <a:moveTo>
                    <a:pt x="68" y="8"/>
                  </a:moveTo>
                  <a:cubicBezTo>
                    <a:pt x="101" y="8"/>
                    <a:pt x="128" y="35"/>
                    <a:pt x="128" y="68"/>
                  </a:cubicBezTo>
                  <a:cubicBezTo>
                    <a:pt x="128" y="101"/>
                    <a:pt x="101" y="128"/>
                    <a:pt x="68" y="128"/>
                  </a:cubicBezTo>
                  <a:cubicBezTo>
                    <a:pt x="35" y="128"/>
                    <a:pt x="8" y="101"/>
                    <a:pt x="8" y="68"/>
                  </a:cubicBezTo>
                  <a:cubicBezTo>
                    <a:pt x="8" y="35"/>
                    <a:pt x="35" y="8"/>
                    <a:pt x="6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Rectangle 97"/>
            <p:cNvSpPr>
              <a:spLocks noChangeArrowheads="1"/>
            </p:cNvSpPr>
            <p:nvPr/>
          </p:nvSpPr>
          <p:spPr bwMode="auto">
            <a:xfrm>
              <a:off x="4576071" y="3217598"/>
              <a:ext cx="9860" cy="4647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Rectangle 100"/>
            <p:cNvSpPr>
              <a:spLocks noChangeArrowheads="1"/>
            </p:cNvSpPr>
            <p:nvPr/>
          </p:nvSpPr>
          <p:spPr bwMode="auto">
            <a:xfrm>
              <a:off x="4429594" y="3364076"/>
              <a:ext cx="47887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7" name="Freeform 101"/>
            <p:cNvSpPr>
              <a:spLocks/>
            </p:cNvSpPr>
            <p:nvPr/>
          </p:nvSpPr>
          <p:spPr bwMode="auto">
            <a:xfrm>
              <a:off x="4653535" y="3265485"/>
              <a:ext cx="30986" cy="30986"/>
            </a:xfrm>
            <a:custGeom>
              <a:avLst/>
              <a:gdLst>
                <a:gd name="T0" fmla="*/ 17 w 22"/>
                <a:gd name="T1" fmla="*/ 0 h 22"/>
                <a:gd name="T2" fmla="*/ 22 w 22"/>
                <a:gd name="T3" fmla="*/ 5 h 22"/>
                <a:gd name="T4" fmla="*/ 5 w 22"/>
                <a:gd name="T5" fmla="*/ 22 h 22"/>
                <a:gd name="T6" fmla="*/ 0 w 22"/>
                <a:gd name="T7" fmla="*/ 17 h 22"/>
                <a:gd name="T8" fmla="*/ 17 w 22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7" y="0"/>
                  </a:moveTo>
                  <a:lnTo>
                    <a:pt x="22" y="5"/>
                  </a:lnTo>
                  <a:lnTo>
                    <a:pt x="5" y="22"/>
                  </a:ln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8" name="Freeform 102"/>
            <p:cNvSpPr>
              <a:spLocks/>
            </p:cNvSpPr>
            <p:nvPr/>
          </p:nvSpPr>
          <p:spPr bwMode="auto">
            <a:xfrm>
              <a:off x="4478889" y="3440132"/>
              <a:ext cx="29578" cy="30986"/>
            </a:xfrm>
            <a:custGeom>
              <a:avLst/>
              <a:gdLst>
                <a:gd name="T0" fmla="*/ 16 w 21"/>
                <a:gd name="T1" fmla="*/ 0 h 22"/>
                <a:gd name="T2" fmla="*/ 21 w 21"/>
                <a:gd name="T3" fmla="*/ 5 h 22"/>
                <a:gd name="T4" fmla="*/ 5 w 21"/>
                <a:gd name="T5" fmla="*/ 22 h 22"/>
                <a:gd name="T6" fmla="*/ 0 w 21"/>
                <a:gd name="T7" fmla="*/ 17 h 22"/>
                <a:gd name="T8" fmla="*/ 16 w 21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16" y="0"/>
                  </a:moveTo>
                  <a:lnTo>
                    <a:pt x="21" y="5"/>
                  </a:lnTo>
                  <a:lnTo>
                    <a:pt x="5" y="22"/>
                  </a:lnTo>
                  <a:lnTo>
                    <a:pt x="0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Freeform 103"/>
            <p:cNvSpPr>
              <a:spLocks/>
            </p:cNvSpPr>
            <p:nvPr/>
          </p:nvSpPr>
          <p:spPr bwMode="auto">
            <a:xfrm>
              <a:off x="4653535" y="3440132"/>
              <a:ext cx="30986" cy="30986"/>
            </a:xfrm>
            <a:custGeom>
              <a:avLst/>
              <a:gdLst>
                <a:gd name="T0" fmla="*/ 17 w 22"/>
                <a:gd name="T1" fmla="*/ 22 h 22"/>
                <a:gd name="T2" fmla="*/ 0 w 22"/>
                <a:gd name="T3" fmla="*/ 5 h 22"/>
                <a:gd name="T4" fmla="*/ 5 w 22"/>
                <a:gd name="T5" fmla="*/ 0 h 22"/>
                <a:gd name="T6" fmla="*/ 22 w 22"/>
                <a:gd name="T7" fmla="*/ 17 h 22"/>
                <a:gd name="T8" fmla="*/ 17 w 22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7" y="22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22" y="17"/>
                  </a:lnTo>
                  <a:lnTo>
                    <a:pt x="1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0" name="Freeform 104"/>
            <p:cNvSpPr>
              <a:spLocks/>
            </p:cNvSpPr>
            <p:nvPr/>
          </p:nvSpPr>
          <p:spPr bwMode="auto">
            <a:xfrm>
              <a:off x="4478889" y="3265485"/>
              <a:ext cx="29578" cy="30986"/>
            </a:xfrm>
            <a:custGeom>
              <a:avLst/>
              <a:gdLst>
                <a:gd name="T0" fmla="*/ 5 w 21"/>
                <a:gd name="T1" fmla="*/ 0 h 22"/>
                <a:gd name="T2" fmla="*/ 21 w 21"/>
                <a:gd name="T3" fmla="*/ 17 h 22"/>
                <a:gd name="T4" fmla="*/ 16 w 21"/>
                <a:gd name="T5" fmla="*/ 22 h 22"/>
                <a:gd name="T6" fmla="*/ 0 w 21"/>
                <a:gd name="T7" fmla="*/ 5 h 22"/>
                <a:gd name="T8" fmla="*/ 5 w 21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5" y="0"/>
                  </a:moveTo>
                  <a:lnTo>
                    <a:pt x="21" y="17"/>
                  </a:lnTo>
                  <a:lnTo>
                    <a:pt x="16" y="2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6" name="Группа 445"/>
          <p:cNvGrpSpPr/>
          <p:nvPr/>
        </p:nvGrpSpPr>
        <p:grpSpPr>
          <a:xfrm>
            <a:off x="6000002" y="2837320"/>
            <a:ext cx="302815" cy="277462"/>
            <a:chOff x="6000002" y="2837320"/>
            <a:chExt cx="302815" cy="277462"/>
          </a:xfrm>
        </p:grpSpPr>
        <p:sp>
          <p:nvSpPr>
            <p:cNvPr id="101" name="Freeform 105"/>
            <p:cNvSpPr>
              <a:spLocks noEditPoints="1"/>
            </p:cNvSpPr>
            <p:nvPr/>
          </p:nvSpPr>
          <p:spPr bwMode="auto">
            <a:xfrm>
              <a:off x="6000002" y="2837320"/>
              <a:ext cx="302815" cy="184506"/>
            </a:xfrm>
            <a:custGeom>
              <a:avLst/>
              <a:gdLst>
                <a:gd name="T0" fmla="*/ 224 w 256"/>
                <a:gd name="T1" fmla="*/ 80 h 156"/>
                <a:gd name="T2" fmla="*/ 136 w 256"/>
                <a:gd name="T3" fmla="*/ 0 h 156"/>
                <a:gd name="T4" fmla="*/ 49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4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6 w 256"/>
                <a:gd name="T27" fmla="*/ 72 h 156"/>
                <a:gd name="T28" fmla="*/ 56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4" y="80"/>
                  </a:moveTo>
                  <a:cubicBezTo>
                    <a:pt x="222" y="35"/>
                    <a:pt x="184" y="0"/>
                    <a:pt x="136" y="0"/>
                  </a:cubicBezTo>
                  <a:cubicBezTo>
                    <a:pt x="94" y="0"/>
                    <a:pt x="58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1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1" y="156"/>
                    <a:pt x="256" y="141"/>
                    <a:pt x="256" y="120"/>
                  </a:cubicBezTo>
                  <a:cubicBezTo>
                    <a:pt x="256" y="102"/>
                    <a:pt x="244" y="83"/>
                    <a:pt x="224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4" y="148"/>
                    <a:pt x="8" y="133"/>
                    <a:pt x="8" y="112"/>
                  </a:cubicBezTo>
                  <a:cubicBezTo>
                    <a:pt x="8" y="90"/>
                    <a:pt x="25" y="72"/>
                    <a:pt x="44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7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2" name="Freeform 106"/>
            <p:cNvSpPr>
              <a:spLocks/>
            </p:cNvSpPr>
            <p:nvPr/>
          </p:nvSpPr>
          <p:spPr bwMode="auto">
            <a:xfrm>
              <a:off x="6129578" y="3044360"/>
              <a:ext cx="35211" cy="70422"/>
            </a:xfrm>
            <a:custGeom>
              <a:avLst/>
              <a:gdLst>
                <a:gd name="T0" fmla="*/ 13 w 25"/>
                <a:gd name="T1" fmla="*/ 0 h 50"/>
                <a:gd name="T2" fmla="*/ 0 w 25"/>
                <a:gd name="T3" fmla="*/ 28 h 50"/>
                <a:gd name="T4" fmla="*/ 14 w 25"/>
                <a:gd name="T5" fmla="*/ 28 h 50"/>
                <a:gd name="T6" fmla="*/ 3 w 25"/>
                <a:gd name="T7" fmla="*/ 46 h 50"/>
                <a:gd name="T8" fmla="*/ 9 w 25"/>
                <a:gd name="T9" fmla="*/ 50 h 50"/>
                <a:gd name="T10" fmla="*/ 25 w 25"/>
                <a:gd name="T11" fmla="*/ 21 h 50"/>
                <a:gd name="T12" fmla="*/ 11 w 25"/>
                <a:gd name="T13" fmla="*/ 21 h 50"/>
                <a:gd name="T14" fmla="*/ 19 w 25"/>
                <a:gd name="T15" fmla="*/ 3 h 50"/>
                <a:gd name="T16" fmla="*/ 13 w 25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0">
                  <a:moveTo>
                    <a:pt x="13" y="0"/>
                  </a:moveTo>
                  <a:lnTo>
                    <a:pt x="0" y="28"/>
                  </a:lnTo>
                  <a:lnTo>
                    <a:pt x="14" y="28"/>
                  </a:lnTo>
                  <a:lnTo>
                    <a:pt x="3" y="46"/>
                  </a:lnTo>
                  <a:lnTo>
                    <a:pt x="9" y="50"/>
                  </a:lnTo>
                  <a:lnTo>
                    <a:pt x="25" y="21"/>
                  </a:lnTo>
                  <a:lnTo>
                    <a:pt x="11" y="21"/>
                  </a:lnTo>
                  <a:lnTo>
                    <a:pt x="19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3" name="Freeform 107"/>
            <p:cNvSpPr>
              <a:spLocks/>
            </p:cNvSpPr>
            <p:nvPr/>
          </p:nvSpPr>
          <p:spPr bwMode="auto">
            <a:xfrm>
              <a:off x="6177465" y="3044360"/>
              <a:ext cx="33803" cy="70422"/>
            </a:xfrm>
            <a:custGeom>
              <a:avLst/>
              <a:gdLst>
                <a:gd name="T0" fmla="*/ 13 w 24"/>
                <a:gd name="T1" fmla="*/ 0 h 50"/>
                <a:gd name="T2" fmla="*/ 0 w 24"/>
                <a:gd name="T3" fmla="*/ 28 h 50"/>
                <a:gd name="T4" fmla="*/ 13 w 24"/>
                <a:gd name="T5" fmla="*/ 28 h 50"/>
                <a:gd name="T6" fmla="*/ 3 w 24"/>
                <a:gd name="T7" fmla="*/ 46 h 50"/>
                <a:gd name="T8" fmla="*/ 8 w 24"/>
                <a:gd name="T9" fmla="*/ 50 h 50"/>
                <a:gd name="T10" fmla="*/ 24 w 24"/>
                <a:gd name="T11" fmla="*/ 21 h 50"/>
                <a:gd name="T12" fmla="*/ 10 w 24"/>
                <a:gd name="T13" fmla="*/ 21 h 50"/>
                <a:gd name="T14" fmla="*/ 19 w 24"/>
                <a:gd name="T15" fmla="*/ 3 h 50"/>
                <a:gd name="T16" fmla="*/ 13 w 24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0">
                  <a:moveTo>
                    <a:pt x="13" y="0"/>
                  </a:moveTo>
                  <a:lnTo>
                    <a:pt x="0" y="28"/>
                  </a:lnTo>
                  <a:lnTo>
                    <a:pt x="13" y="28"/>
                  </a:lnTo>
                  <a:lnTo>
                    <a:pt x="3" y="46"/>
                  </a:lnTo>
                  <a:lnTo>
                    <a:pt x="8" y="50"/>
                  </a:lnTo>
                  <a:lnTo>
                    <a:pt x="24" y="21"/>
                  </a:lnTo>
                  <a:lnTo>
                    <a:pt x="10" y="21"/>
                  </a:lnTo>
                  <a:lnTo>
                    <a:pt x="19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4" name="Freeform 108"/>
            <p:cNvSpPr>
              <a:spLocks/>
            </p:cNvSpPr>
            <p:nvPr/>
          </p:nvSpPr>
          <p:spPr bwMode="auto">
            <a:xfrm>
              <a:off x="6083100" y="3044360"/>
              <a:ext cx="33803" cy="70422"/>
            </a:xfrm>
            <a:custGeom>
              <a:avLst/>
              <a:gdLst>
                <a:gd name="T0" fmla="*/ 12 w 24"/>
                <a:gd name="T1" fmla="*/ 0 h 50"/>
                <a:gd name="T2" fmla="*/ 0 w 24"/>
                <a:gd name="T3" fmla="*/ 28 h 50"/>
                <a:gd name="T4" fmla="*/ 13 w 24"/>
                <a:gd name="T5" fmla="*/ 28 h 50"/>
                <a:gd name="T6" fmla="*/ 2 w 24"/>
                <a:gd name="T7" fmla="*/ 46 h 50"/>
                <a:gd name="T8" fmla="*/ 8 w 24"/>
                <a:gd name="T9" fmla="*/ 50 h 50"/>
                <a:gd name="T10" fmla="*/ 24 w 24"/>
                <a:gd name="T11" fmla="*/ 21 h 50"/>
                <a:gd name="T12" fmla="*/ 10 w 24"/>
                <a:gd name="T13" fmla="*/ 21 h 50"/>
                <a:gd name="T14" fmla="*/ 18 w 24"/>
                <a:gd name="T15" fmla="*/ 3 h 50"/>
                <a:gd name="T16" fmla="*/ 12 w 24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0">
                  <a:moveTo>
                    <a:pt x="12" y="0"/>
                  </a:moveTo>
                  <a:lnTo>
                    <a:pt x="0" y="28"/>
                  </a:lnTo>
                  <a:lnTo>
                    <a:pt x="13" y="28"/>
                  </a:lnTo>
                  <a:lnTo>
                    <a:pt x="2" y="46"/>
                  </a:lnTo>
                  <a:lnTo>
                    <a:pt x="8" y="50"/>
                  </a:lnTo>
                  <a:lnTo>
                    <a:pt x="24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3" name="Группа 422"/>
          <p:cNvGrpSpPr/>
          <p:nvPr/>
        </p:nvGrpSpPr>
        <p:grpSpPr>
          <a:xfrm>
            <a:off x="6000002" y="2051411"/>
            <a:ext cx="302815" cy="277463"/>
            <a:chOff x="6000002" y="2051411"/>
            <a:chExt cx="302815" cy="277463"/>
          </a:xfrm>
        </p:grpSpPr>
        <p:sp>
          <p:nvSpPr>
            <p:cNvPr id="105" name="Freeform 109"/>
            <p:cNvSpPr>
              <a:spLocks noEditPoints="1"/>
            </p:cNvSpPr>
            <p:nvPr/>
          </p:nvSpPr>
          <p:spPr bwMode="auto">
            <a:xfrm>
              <a:off x="6000002" y="2051411"/>
              <a:ext cx="302815" cy="184506"/>
            </a:xfrm>
            <a:custGeom>
              <a:avLst/>
              <a:gdLst>
                <a:gd name="T0" fmla="*/ 224 w 256"/>
                <a:gd name="T1" fmla="*/ 80 h 156"/>
                <a:gd name="T2" fmla="*/ 136 w 256"/>
                <a:gd name="T3" fmla="*/ 0 h 156"/>
                <a:gd name="T4" fmla="*/ 49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4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6 w 256"/>
                <a:gd name="T27" fmla="*/ 72 h 156"/>
                <a:gd name="T28" fmla="*/ 56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4" y="80"/>
                  </a:moveTo>
                  <a:cubicBezTo>
                    <a:pt x="222" y="35"/>
                    <a:pt x="184" y="0"/>
                    <a:pt x="136" y="0"/>
                  </a:cubicBezTo>
                  <a:cubicBezTo>
                    <a:pt x="94" y="0"/>
                    <a:pt x="58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1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1" y="156"/>
                    <a:pt x="256" y="140"/>
                    <a:pt x="256" y="120"/>
                  </a:cubicBezTo>
                  <a:cubicBezTo>
                    <a:pt x="256" y="102"/>
                    <a:pt x="244" y="82"/>
                    <a:pt x="224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4" y="148"/>
                    <a:pt x="8" y="132"/>
                    <a:pt x="8" y="112"/>
                  </a:cubicBezTo>
                  <a:cubicBezTo>
                    <a:pt x="8" y="90"/>
                    <a:pt x="25" y="72"/>
                    <a:pt x="44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3"/>
                    <a:pt x="97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7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Freeform 110"/>
            <p:cNvSpPr>
              <a:spLocks/>
            </p:cNvSpPr>
            <p:nvPr/>
          </p:nvSpPr>
          <p:spPr bwMode="auto">
            <a:xfrm>
              <a:off x="6067607" y="2257043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7" name="Freeform 111"/>
            <p:cNvSpPr>
              <a:spLocks/>
            </p:cNvSpPr>
            <p:nvPr/>
          </p:nvSpPr>
          <p:spPr bwMode="auto">
            <a:xfrm>
              <a:off x="6019720" y="2257043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8" name="Freeform 112"/>
            <p:cNvSpPr>
              <a:spLocks/>
            </p:cNvSpPr>
            <p:nvPr/>
          </p:nvSpPr>
          <p:spPr bwMode="auto">
            <a:xfrm>
              <a:off x="6115494" y="2257043"/>
              <a:ext cx="45070" cy="71831"/>
            </a:xfrm>
            <a:custGeom>
              <a:avLst/>
              <a:gdLst>
                <a:gd name="T0" fmla="*/ 0 w 32"/>
                <a:gd name="T1" fmla="*/ 47 h 51"/>
                <a:gd name="T2" fmla="*/ 26 w 32"/>
                <a:gd name="T3" fmla="*/ 0 h 51"/>
                <a:gd name="T4" fmla="*/ 32 w 32"/>
                <a:gd name="T5" fmla="*/ 4 h 51"/>
                <a:gd name="T6" fmla="*/ 5 w 32"/>
                <a:gd name="T7" fmla="*/ 51 h 51"/>
                <a:gd name="T8" fmla="*/ 0 w 32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1">
                  <a:moveTo>
                    <a:pt x="0" y="47"/>
                  </a:moveTo>
                  <a:lnTo>
                    <a:pt x="26" y="0"/>
                  </a:lnTo>
                  <a:lnTo>
                    <a:pt x="32" y="4"/>
                  </a:lnTo>
                  <a:lnTo>
                    <a:pt x="5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Freeform 113"/>
            <p:cNvSpPr>
              <a:spLocks/>
            </p:cNvSpPr>
            <p:nvPr/>
          </p:nvSpPr>
          <p:spPr bwMode="auto">
            <a:xfrm>
              <a:off x="6161973" y="2257043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0" name="Freeform 114"/>
            <p:cNvSpPr>
              <a:spLocks/>
            </p:cNvSpPr>
            <p:nvPr/>
          </p:nvSpPr>
          <p:spPr bwMode="auto">
            <a:xfrm>
              <a:off x="6209860" y="2257043"/>
              <a:ext cx="45070" cy="71831"/>
            </a:xfrm>
            <a:custGeom>
              <a:avLst/>
              <a:gdLst>
                <a:gd name="T0" fmla="*/ 0 w 32"/>
                <a:gd name="T1" fmla="*/ 47 h 51"/>
                <a:gd name="T2" fmla="*/ 27 w 32"/>
                <a:gd name="T3" fmla="*/ 0 h 51"/>
                <a:gd name="T4" fmla="*/ 32 w 32"/>
                <a:gd name="T5" fmla="*/ 4 h 51"/>
                <a:gd name="T6" fmla="*/ 6 w 32"/>
                <a:gd name="T7" fmla="*/ 51 h 51"/>
                <a:gd name="T8" fmla="*/ 0 w 32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1">
                  <a:moveTo>
                    <a:pt x="0" y="47"/>
                  </a:moveTo>
                  <a:lnTo>
                    <a:pt x="27" y="0"/>
                  </a:lnTo>
                  <a:lnTo>
                    <a:pt x="32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3" name="Группа 442"/>
          <p:cNvGrpSpPr/>
          <p:nvPr/>
        </p:nvGrpSpPr>
        <p:grpSpPr>
          <a:xfrm>
            <a:off x="4822548" y="2827460"/>
            <a:ext cx="302814" cy="295774"/>
            <a:chOff x="4822548" y="2827460"/>
            <a:chExt cx="302814" cy="295774"/>
          </a:xfrm>
        </p:grpSpPr>
        <p:sp>
          <p:nvSpPr>
            <p:cNvPr id="111" name="Freeform 115"/>
            <p:cNvSpPr>
              <a:spLocks noEditPoints="1"/>
            </p:cNvSpPr>
            <p:nvPr/>
          </p:nvSpPr>
          <p:spPr bwMode="auto">
            <a:xfrm>
              <a:off x="4846491" y="2865489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1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30"/>
                    <a:pt x="42" y="8"/>
                    <a:pt x="68" y="8"/>
                  </a:cubicBezTo>
                  <a:cubicBezTo>
                    <a:pt x="77" y="8"/>
                    <a:pt x="85" y="10"/>
                    <a:pt x="92" y="14"/>
                  </a:cubicBezTo>
                  <a:cubicBezTo>
                    <a:pt x="68" y="24"/>
                    <a:pt x="51" y="44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Rectangle 116"/>
            <p:cNvSpPr>
              <a:spLocks noChangeArrowheads="1"/>
            </p:cNvSpPr>
            <p:nvPr/>
          </p:nvSpPr>
          <p:spPr bwMode="auto">
            <a:xfrm>
              <a:off x="4822548" y="2927460"/>
              <a:ext cx="2816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Rectangle 117"/>
            <p:cNvSpPr>
              <a:spLocks noChangeArrowheads="1"/>
            </p:cNvSpPr>
            <p:nvPr/>
          </p:nvSpPr>
          <p:spPr bwMode="auto">
            <a:xfrm>
              <a:off x="4921138" y="2827460"/>
              <a:ext cx="9860" cy="2816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4" name="Freeform 118"/>
            <p:cNvSpPr>
              <a:spLocks/>
            </p:cNvSpPr>
            <p:nvPr/>
          </p:nvSpPr>
          <p:spPr bwMode="auto">
            <a:xfrm>
              <a:off x="4838041" y="2842954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5" name="Freeform 119"/>
            <p:cNvSpPr>
              <a:spLocks/>
            </p:cNvSpPr>
            <p:nvPr/>
          </p:nvSpPr>
          <p:spPr bwMode="auto">
            <a:xfrm>
              <a:off x="4952124" y="3054220"/>
              <a:ext cx="39436" cy="69014"/>
            </a:xfrm>
            <a:custGeom>
              <a:avLst/>
              <a:gdLst>
                <a:gd name="T0" fmla="*/ 12 w 28"/>
                <a:gd name="T1" fmla="*/ 0 h 49"/>
                <a:gd name="T2" fmla="*/ 0 w 28"/>
                <a:gd name="T3" fmla="*/ 27 h 49"/>
                <a:gd name="T4" fmla="*/ 16 w 28"/>
                <a:gd name="T5" fmla="*/ 27 h 49"/>
                <a:gd name="T6" fmla="*/ 6 w 28"/>
                <a:gd name="T7" fmla="*/ 46 h 49"/>
                <a:gd name="T8" fmla="*/ 12 w 28"/>
                <a:gd name="T9" fmla="*/ 49 h 49"/>
                <a:gd name="T10" fmla="*/ 28 w 28"/>
                <a:gd name="T11" fmla="*/ 21 h 49"/>
                <a:gd name="T12" fmla="*/ 10 w 28"/>
                <a:gd name="T13" fmla="*/ 21 h 49"/>
                <a:gd name="T14" fmla="*/ 19 w 28"/>
                <a:gd name="T15" fmla="*/ 2 h 49"/>
                <a:gd name="T16" fmla="*/ 12 w 28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9">
                  <a:moveTo>
                    <a:pt x="12" y="0"/>
                  </a:moveTo>
                  <a:lnTo>
                    <a:pt x="0" y="27"/>
                  </a:lnTo>
                  <a:lnTo>
                    <a:pt x="16" y="27"/>
                  </a:lnTo>
                  <a:lnTo>
                    <a:pt x="6" y="46"/>
                  </a:lnTo>
                  <a:lnTo>
                    <a:pt x="12" y="49"/>
                  </a:lnTo>
                  <a:lnTo>
                    <a:pt x="28" y="21"/>
                  </a:lnTo>
                  <a:lnTo>
                    <a:pt x="10" y="21"/>
                  </a:lnTo>
                  <a:lnTo>
                    <a:pt x="19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Freeform 120"/>
            <p:cNvSpPr>
              <a:spLocks/>
            </p:cNvSpPr>
            <p:nvPr/>
          </p:nvSpPr>
          <p:spPr bwMode="auto">
            <a:xfrm>
              <a:off x="5000011" y="3054220"/>
              <a:ext cx="39436" cy="69014"/>
            </a:xfrm>
            <a:custGeom>
              <a:avLst/>
              <a:gdLst>
                <a:gd name="T0" fmla="*/ 12 w 28"/>
                <a:gd name="T1" fmla="*/ 0 h 49"/>
                <a:gd name="T2" fmla="*/ 0 w 28"/>
                <a:gd name="T3" fmla="*/ 27 h 49"/>
                <a:gd name="T4" fmla="*/ 16 w 28"/>
                <a:gd name="T5" fmla="*/ 27 h 49"/>
                <a:gd name="T6" fmla="*/ 6 w 28"/>
                <a:gd name="T7" fmla="*/ 46 h 49"/>
                <a:gd name="T8" fmla="*/ 12 w 28"/>
                <a:gd name="T9" fmla="*/ 49 h 49"/>
                <a:gd name="T10" fmla="*/ 28 w 28"/>
                <a:gd name="T11" fmla="*/ 21 h 49"/>
                <a:gd name="T12" fmla="*/ 10 w 28"/>
                <a:gd name="T13" fmla="*/ 21 h 49"/>
                <a:gd name="T14" fmla="*/ 18 w 28"/>
                <a:gd name="T15" fmla="*/ 2 h 49"/>
                <a:gd name="T16" fmla="*/ 12 w 28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9">
                  <a:moveTo>
                    <a:pt x="12" y="0"/>
                  </a:moveTo>
                  <a:lnTo>
                    <a:pt x="0" y="27"/>
                  </a:lnTo>
                  <a:lnTo>
                    <a:pt x="16" y="27"/>
                  </a:lnTo>
                  <a:lnTo>
                    <a:pt x="6" y="46"/>
                  </a:lnTo>
                  <a:lnTo>
                    <a:pt x="12" y="49"/>
                  </a:lnTo>
                  <a:lnTo>
                    <a:pt x="28" y="21"/>
                  </a:lnTo>
                  <a:lnTo>
                    <a:pt x="10" y="21"/>
                  </a:lnTo>
                  <a:lnTo>
                    <a:pt x="18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7" name="Freeform 121"/>
            <p:cNvSpPr>
              <a:spLocks/>
            </p:cNvSpPr>
            <p:nvPr/>
          </p:nvSpPr>
          <p:spPr bwMode="auto">
            <a:xfrm>
              <a:off x="4905646" y="3054220"/>
              <a:ext cx="38028" cy="69014"/>
            </a:xfrm>
            <a:custGeom>
              <a:avLst/>
              <a:gdLst>
                <a:gd name="T0" fmla="*/ 11 w 27"/>
                <a:gd name="T1" fmla="*/ 0 h 49"/>
                <a:gd name="T2" fmla="*/ 0 w 27"/>
                <a:gd name="T3" fmla="*/ 27 h 49"/>
                <a:gd name="T4" fmla="*/ 16 w 27"/>
                <a:gd name="T5" fmla="*/ 27 h 49"/>
                <a:gd name="T6" fmla="*/ 6 w 27"/>
                <a:gd name="T7" fmla="*/ 46 h 49"/>
                <a:gd name="T8" fmla="*/ 11 w 27"/>
                <a:gd name="T9" fmla="*/ 49 h 49"/>
                <a:gd name="T10" fmla="*/ 27 w 27"/>
                <a:gd name="T11" fmla="*/ 21 h 49"/>
                <a:gd name="T12" fmla="*/ 10 w 27"/>
                <a:gd name="T13" fmla="*/ 21 h 49"/>
                <a:gd name="T14" fmla="*/ 18 w 27"/>
                <a:gd name="T15" fmla="*/ 2 h 49"/>
                <a:gd name="T16" fmla="*/ 11 w 27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9">
                  <a:moveTo>
                    <a:pt x="11" y="0"/>
                  </a:moveTo>
                  <a:lnTo>
                    <a:pt x="0" y="27"/>
                  </a:lnTo>
                  <a:lnTo>
                    <a:pt x="16" y="27"/>
                  </a:lnTo>
                  <a:lnTo>
                    <a:pt x="6" y="46"/>
                  </a:lnTo>
                  <a:lnTo>
                    <a:pt x="11" y="49"/>
                  </a:lnTo>
                  <a:lnTo>
                    <a:pt x="27" y="21"/>
                  </a:lnTo>
                  <a:lnTo>
                    <a:pt x="10" y="21"/>
                  </a:lnTo>
                  <a:lnTo>
                    <a:pt x="18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4" name="Группа 443"/>
          <p:cNvGrpSpPr/>
          <p:nvPr/>
        </p:nvGrpSpPr>
        <p:grpSpPr>
          <a:xfrm>
            <a:off x="5215502" y="2847179"/>
            <a:ext cx="302815" cy="257744"/>
            <a:chOff x="5215502" y="2847179"/>
            <a:chExt cx="302815" cy="257744"/>
          </a:xfrm>
        </p:grpSpPr>
        <p:sp>
          <p:nvSpPr>
            <p:cNvPr id="118" name="Freeform 122"/>
            <p:cNvSpPr>
              <a:spLocks noEditPoints="1"/>
            </p:cNvSpPr>
            <p:nvPr/>
          </p:nvSpPr>
          <p:spPr bwMode="auto">
            <a:xfrm>
              <a:off x="5215502" y="2847179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3 h 152"/>
                <a:gd name="T22" fmla="*/ 0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2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49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2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9" name="Freeform 123"/>
            <p:cNvSpPr>
              <a:spLocks/>
            </p:cNvSpPr>
            <p:nvPr/>
          </p:nvSpPr>
          <p:spPr bwMode="auto">
            <a:xfrm>
              <a:off x="5345079" y="3034501"/>
              <a:ext cx="39436" cy="70422"/>
            </a:xfrm>
            <a:custGeom>
              <a:avLst/>
              <a:gdLst>
                <a:gd name="T0" fmla="*/ 13 w 28"/>
                <a:gd name="T1" fmla="*/ 0 h 50"/>
                <a:gd name="T2" fmla="*/ 0 w 28"/>
                <a:gd name="T3" fmla="*/ 28 h 50"/>
                <a:gd name="T4" fmla="*/ 16 w 28"/>
                <a:gd name="T5" fmla="*/ 28 h 50"/>
                <a:gd name="T6" fmla="*/ 6 w 28"/>
                <a:gd name="T7" fmla="*/ 46 h 50"/>
                <a:gd name="T8" fmla="*/ 12 w 28"/>
                <a:gd name="T9" fmla="*/ 50 h 50"/>
                <a:gd name="T10" fmla="*/ 28 w 28"/>
                <a:gd name="T11" fmla="*/ 21 h 50"/>
                <a:gd name="T12" fmla="*/ 10 w 28"/>
                <a:gd name="T13" fmla="*/ 21 h 50"/>
                <a:gd name="T14" fmla="*/ 18 w 28"/>
                <a:gd name="T15" fmla="*/ 3 h 50"/>
                <a:gd name="T16" fmla="*/ 13 w 28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0">
                  <a:moveTo>
                    <a:pt x="13" y="0"/>
                  </a:move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2" y="50"/>
                  </a:lnTo>
                  <a:lnTo>
                    <a:pt x="28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0" name="Freeform 124"/>
            <p:cNvSpPr>
              <a:spLocks/>
            </p:cNvSpPr>
            <p:nvPr/>
          </p:nvSpPr>
          <p:spPr bwMode="auto">
            <a:xfrm>
              <a:off x="5392966" y="3034501"/>
              <a:ext cx="38028" cy="70422"/>
            </a:xfrm>
            <a:custGeom>
              <a:avLst/>
              <a:gdLst>
                <a:gd name="T0" fmla="*/ 12 w 27"/>
                <a:gd name="T1" fmla="*/ 0 h 50"/>
                <a:gd name="T2" fmla="*/ 0 w 27"/>
                <a:gd name="T3" fmla="*/ 28 h 50"/>
                <a:gd name="T4" fmla="*/ 16 w 27"/>
                <a:gd name="T5" fmla="*/ 28 h 50"/>
                <a:gd name="T6" fmla="*/ 5 w 27"/>
                <a:gd name="T7" fmla="*/ 46 h 50"/>
                <a:gd name="T8" fmla="*/ 11 w 27"/>
                <a:gd name="T9" fmla="*/ 50 h 50"/>
                <a:gd name="T10" fmla="*/ 27 w 27"/>
                <a:gd name="T11" fmla="*/ 21 h 50"/>
                <a:gd name="T12" fmla="*/ 10 w 27"/>
                <a:gd name="T13" fmla="*/ 21 h 50"/>
                <a:gd name="T14" fmla="*/ 18 w 27"/>
                <a:gd name="T15" fmla="*/ 3 h 50"/>
                <a:gd name="T16" fmla="*/ 12 w 27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0">
                  <a:moveTo>
                    <a:pt x="12" y="0"/>
                  </a:moveTo>
                  <a:lnTo>
                    <a:pt x="0" y="28"/>
                  </a:lnTo>
                  <a:lnTo>
                    <a:pt x="16" y="28"/>
                  </a:lnTo>
                  <a:lnTo>
                    <a:pt x="5" y="46"/>
                  </a:lnTo>
                  <a:lnTo>
                    <a:pt x="11" y="50"/>
                  </a:lnTo>
                  <a:lnTo>
                    <a:pt x="27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1" name="Freeform 125"/>
            <p:cNvSpPr>
              <a:spLocks/>
            </p:cNvSpPr>
            <p:nvPr/>
          </p:nvSpPr>
          <p:spPr bwMode="auto">
            <a:xfrm>
              <a:off x="5297192" y="3034501"/>
              <a:ext cx="39436" cy="70422"/>
            </a:xfrm>
            <a:custGeom>
              <a:avLst/>
              <a:gdLst>
                <a:gd name="T0" fmla="*/ 13 w 28"/>
                <a:gd name="T1" fmla="*/ 0 h 50"/>
                <a:gd name="T2" fmla="*/ 0 w 28"/>
                <a:gd name="T3" fmla="*/ 28 h 50"/>
                <a:gd name="T4" fmla="*/ 16 w 28"/>
                <a:gd name="T5" fmla="*/ 28 h 50"/>
                <a:gd name="T6" fmla="*/ 6 w 28"/>
                <a:gd name="T7" fmla="*/ 46 h 50"/>
                <a:gd name="T8" fmla="*/ 12 w 28"/>
                <a:gd name="T9" fmla="*/ 50 h 50"/>
                <a:gd name="T10" fmla="*/ 28 w 28"/>
                <a:gd name="T11" fmla="*/ 21 h 50"/>
                <a:gd name="T12" fmla="*/ 10 w 28"/>
                <a:gd name="T13" fmla="*/ 21 h 50"/>
                <a:gd name="T14" fmla="*/ 19 w 28"/>
                <a:gd name="T15" fmla="*/ 3 h 50"/>
                <a:gd name="T16" fmla="*/ 13 w 28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0">
                  <a:moveTo>
                    <a:pt x="13" y="0"/>
                  </a:move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2" y="50"/>
                  </a:lnTo>
                  <a:lnTo>
                    <a:pt x="28" y="21"/>
                  </a:lnTo>
                  <a:lnTo>
                    <a:pt x="10" y="21"/>
                  </a:lnTo>
                  <a:lnTo>
                    <a:pt x="19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5" name="Группа 444"/>
          <p:cNvGrpSpPr/>
          <p:nvPr/>
        </p:nvGrpSpPr>
        <p:grpSpPr>
          <a:xfrm>
            <a:off x="5607048" y="2847179"/>
            <a:ext cx="302815" cy="257744"/>
            <a:chOff x="5607048" y="2847179"/>
            <a:chExt cx="302815" cy="257744"/>
          </a:xfrm>
        </p:grpSpPr>
        <p:sp>
          <p:nvSpPr>
            <p:cNvPr id="122" name="Freeform 126"/>
            <p:cNvSpPr>
              <a:spLocks noEditPoints="1"/>
            </p:cNvSpPr>
            <p:nvPr/>
          </p:nvSpPr>
          <p:spPr bwMode="auto">
            <a:xfrm>
              <a:off x="5607048" y="2847179"/>
              <a:ext cx="302815" cy="178872"/>
            </a:xfrm>
            <a:custGeom>
              <a:avLst/>
              <a:gdLst>
                <a:gd name="T0" fmla="*/ 22 w 256"/>
                <a:gd name="T1" fmla="*/ 100 h 152"/>
                <a:gd name="T2" fmla="*/ 20 w 256"/>
                <a:gd name="T3" fmla="*/ 112 h 152"/>
                <a:gd name="T4" fmla="*/ 60 w 256"/>
                <a:gd name="T5" fmla="*/ 152 h 152"/>
                <a:gd name="T6" fmla="*/ 224 w 256"/>
                <a:gd name="T7" fmla="*/ 152 h 152"/>
                <a:gd name="T8" fmla="*/ 256 w 256"/>
                <a:gd name="T9" fmla="*/ 120 h 152"/>
                <a:gd name="T10" fmla="*/ 228 w 256"/>
                <a:gd name="T11" fmla="*/ 80 h 152"/>
                <a:gd name="T12" fmla="*/ 144 w 256"/>
                <a:gd name="T13" fmla="*/ 8 h 152"/>
                <a:gd name="T14" fmla="*/ 100 w 256"/>
                <a:gd name="T15" fmla="*/ 21 h 152"/>
                <a:gd name="T16" fmla="*/ 56 w 256"/>
                <a:gd name="T17" fmla="*/ 0 h 152"/>
                <a:gd name="T18" fmla="*/ 0 w 256"/>
                <a:gd name="T19" fmla="*/ 56 h 152"/>
                <a:gd name="T20" fmla="*/ 9 w 256"/>
                <a:gd name="T21" fmla="*/ 86 h 152"/>
                <a:gd name="T22" fmla="*/ 22 w 256"/>
                <a:gd name="T23" fmla="*/ 100 h 152"/>
                <a:gd name="T24" fmla="*/ 220 w 256"/>
                <a:gd name="T25" fmla="*/ 84 h 152"/>
                <a:gd name="T26" fmla="*/ 220 w 256"/>
                <a:gd name="T27" fmla="*/ 88 h 152"/>
                <a:gd name="T28" fmla="*/ 224 w 256"/>
                <a:gd name="T29" fmla="*/ 88 h 152"/>
                <a:gd name="T30" fmla="*/ 248 w 256"/>
                <a:gd name="T31" fmla="*/ 120 h 152"/>
                <a:gd name="T32" fmla="*/ 224 w 256"/>
                <a:gd name="T33" fmla="*/ 144 h 152"/>
                <a:gd name="T34" fmla="*/ 60 w 256"/>
                <a:gd name="T35" fmla="*/ 144 h 152"/>
                <a:gd name="T36" fmla="*/ 28 w 256"/>
                <a:gd name="T37" fmla="*/ 112 h 152"/>
                <a:gd name="T38" fmla="*/ 60 w 256"/>
                <a:gd name="T39" fmla="*/ 76 h 152"/>
                <a:gd name="T40" fmla="*/ 72 w 256"/>
                <a:gd name="T41" fmla="*/ 76 h 152"/>
                <a:gd name="T42" fmla="*/ 72 w 256"/>
                <a:gd name="T43" fmla="*/ 73 h 152"/>
                <a:gd name="T44" fmla="*/ 144 w 256"/>
                <a:gd name="T45" fmla="*/ 16 h 152"/>
                <a:gd name="T46" fmla="*/ 220 w 256"/>
                <a:gd name="T47" fmla="*/ 84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8 w 256"/>
                <a:gd name="T61" fmla="*/ 56 h 152"/>
                <a:gd name="T62" fmla="*/ 56 w 256"/>
                <a:gd name="T63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" y="100"/>
                  </a:move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lose/>
                  <a:moveTo>
                    <a:pt x="220" y="84"/>
                  </a:move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lose/>
                  <a:moveTo>
                    <a:pt x="56" y="8"/>
                  </a:move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ubicBezTo>
                    <a:pt x="11" y="74"/>
                    <a:pt x="8" y="65"/>
                    <a:pt x="8" y="56"/>
                  </a:cubicBezTo>
                  <a:cubicBezTo>
                    <a:pt x="8" y="30"/>
                    <a:pt x="30" y="8"/>
                    <a:pt x="56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3" name="Freeform 127"/>
            <p:cNvSpPr>
              <a:spLocks/>
            </p:cNvSpPr>
            <p:nvPr/>
          </p:nvSpPr>
          <p:spPr bwMode="auto">
            <a:xfrm>
              <a:off x="5738032" y="3034501"/>
              <a:ext cx="38028" cy="70422"/>
            </a:xfrm>
            <a:custGeom>
              <a:avLst/>
              <a:gdLst>
                <a:gd name="T0" fmla="*/ 11 w 27"/>
                <a:gd name="T1" fmla="*/ 50 h 50"/>
                <a:gd name="T2" fmla="*/ 27 w 27"/>
                <a:gd name="T3" fmla="*/ 21 h 50"/>
                <a:gd name="T4" fmla="*/ 10 w 27"/>
                <a:gd name="T5" fmla="*/ 21 h 50"/>
                <a:gd name="T6" fmla="*/ 18 w 27"/>
                <a:gd name="T7" fmla="*/ 3 h 50"/>
                <a:gd name="T8" fmla="*/ 12 w 27"/>
                <a:gd name="T9" fmla="*/ 0 h 50"/>
                <a:gd name="T10" fmla="*/ 0 w 27"/>
                <a:gd name="T11" fmla="*/ 28 h 50"/>
                <a:gd name="T12" fmla="*/ 16 w 27"/>
                <a:gd name="T13" fmla="*/ 28 h 50"/>
                <a:gd name="T14" fmla="*/ 6 w 27"/>
                <a:gd name="T15" fmla="*/ 46 h 50"/>
                <a:gd name="T16" fmla="*/ 11 w 27"/>
                <a:gd name="T1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0">
                  <a:moveTo>
                    <a:pt x="11" y="50"/>
                  </a:moveTo>
                  <a:lnTo>
                    <a:pt x="27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2" y="0"/>
                  </a:ln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1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Freeform 128"/>
            <p:cNvSpPr>
              <a:spLocks/>
            </p:cNvSpPr>
            <p:nvPr/>
          </p:nvSpPr>
          <p:spPr bwMode="auto">
            <a:xfrm>
              <a:off x="5784511" y="3034501"/>
              <a:ext cx="39436" cy="70422"/>
            </a:xfrm>
            <a:custGeom>
              <a:avLst/>
              <a:gdLst>
                <a:gd name="T0" fmla="*/ 12 w 28"/>
                <a:gd name="T1" fmla="*/ 50 h 50"/>
                <a:gd name="T2" fmla="*/ 28 w 28"/>
                <a:gd name="T3" fmla="*/ 21 h 50"/>
                <a:gd name="T4" fmla="*/ 10 w 28"/>
                <a:gd name="T5" fmla="*/ 21 h 50"/>
                <a:gd name="T6" fmla="*/ 19 w 28"/>
                <a:gd name="T7" fmla="*/ 3 h 50"/>
                <a:gd name="T8" fmla="*/ 13 w 28"/>
                <a:gd name="T9" fmla="*/ 0 h 50"/>
                <a:gd name="T10" fmla="*/ 0 w 28"/>
                <a:gd name="T11" fmla="*/ 28 h 50"/>
                <a:gd name="T12" fmla="*/ 16 w 28"/>
                <a:gd name="T13" fmla="*/ 28 h 50"/>
                <a:gd name="T14" fmla="*/ 6 w 28"/>
                <a:gd name="T15" fmla="*/ 46 h 50"/>
                <a:gd name="T16" fmla="*/ 12 w 28"/>
                <a:gd name="T1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0">
                  <a:moveTo>
                    <a:pt x="12" y="50"/>
                  </a:moveTo>
                  <a:lnTo>
                    <a:pt x="28" y="21"/>
                  </a:lnTo>
                  <a:lnTo>
                    <a:pt x="10" y="21"/>
                  </a:lnTo>
                  <a:lnTo>
                    <a:pt x="19" y="3"/>
                  </a:lnTo>
                  <a:lnTo>
                    <a:pt x="13" y="0"/>
                  </a:ln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5" name="Freeform 129"/>
            <p:cNvSpPr>
              <a:spLocks/>
            </p:cNvSpPr>
            <p:nvPr/>
          </p:nvSpPr>
          <p:spPr bwMode="auto">
            <a:xfrm>
              <a:off x="5690146" y="3034501"/>
              <a:ext cx="39436" cy="70422"/>
            </a:xfrm>
            <a:custGeom>
              <a:avLst/>
              <a:gdLst>
                <a:gd name="T0" fmla="*/ 12 w 28"/>
                <a:gd name="T1" fmla="*/ 50 h 50"/>
                <a:gd name="T2" fmla="*/ 28 w 28"/>
                <a:gd name="T3" fmla="*/ 21 h 50"/>
                <a:gd name="T4" fmla="*/ 10 w 28"/>
                <a:gd name="T5" fmla="*/ 21 h 50"/>
                <a:gd name="T6" fmla="*/ 19 w 28"/>
                <a:gd name="T7" fmla="*/ 3 h 50"/>
                <a:gd name="T8" fmla="*/ 13 w 28"/>
                <a:gd name="T9" fmla="*/ 0 h 50"/>
                <a:gd name="T10" fmla="*/ 0 w 28"/>
                <a:gd name="T11" fmla="*/ 28 h 50"/>
                <a:gd name="T12" fmla="*/ 16 w 28"/>
                <a:gd name="T13" fmla="*/ 28 h 50"/>
                <a:gd name="T14" fmla="*/ 6 w 28"/>
                <a:gd name="T15" fmla="*/ 46 h 50"/>
                <a:gd name="T16" fmla="*/ 12 w 28"/>
                <a:gd name="T1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0">
                  <a:moveTo>
                    <a:pt x="12" y="50"/>
                  </a:moveTo>
                  <a:lnTo>
                    <a:pt x="28" y="21"/>
                  </a:lnTo>
                  <a:lnTo>
                    <a:pt x="10" y="21"/>
                  </a:lnTo>
                  <a:lnTo>
                    <a:pt x="19" y="3"/>
                  </a:lnTo>
                  <a:lnTo>
                    <a:pt x="13" y="0"/>
                  </a:ln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26" name="Freeform 130"/>
          <p:cNvSpPr>
            <a:spLocks noEditPoints="1"/>
          </p:cNvSpPr>
          <p:nvPr/>
        </p:nvSpPr>
        <p:spPr bwMode="auto">
          <a:xfrm>
            <a:off x="6781686" y="1638738"/>
            <a:ext cx="311265" cy="315490"/>
          </a:xfrm>
          <a:custGeom>
            <a:avLst/>
            <a:gdLst>
              <a:gd name="T0" fmla="*/ 111 w 221"/>
              <a:gd name="T1" fmla="*/ 0 h 224"/>
              <a:gd name="T2" fmla="*/ 82 w 221"/>
              <a:gd name="T3" fmla="*/ 84 h 224"/>
              <a:gd name="T4" fmla="*/ 0 w 221"/>
              <a:gd name="T5" fmla="*/ 84 h 224"/>
              <a:gd name="T6" fmla="*/ 66 w 221"/>
              <a:gd name="T7" fmla="*/ 136 h 224"/>
              <a:gd name="T8" fmla="*/ 37 w 221"/>
              <a:gd name="T9" fmla="*/ 224 h 224"/>
              <a:gd name="T10" fmla="*/ 111 w 221"/>
              <a:gd name="T11" fmla="*/ 169 h 224"/>
              <a:gd name="T12" fmla="*/ 185 w 221"/>
              <a:gd name="T13" fmla="*/ 224 h 224"/>
              <a:gd name="T14" fmla="*/ 155 w 221"/>
              <a:gd name="T15" fmla="*/ 136 h 224"/>
              <a:gd name="T16" fmla="*/ 221 w 221"/>
              <a:gd name="T17" fmla="*/ 84 h 224"/>
              <a:gd name="T18" fmla="*/ 140 w 221"/>
              <a:gd name="T19" fmla="*/ 84 h 224"/>
              <a:gd name="T20" fmla="*/ 111 w 221"/>
              <a:gd name="T21" fmla="*/ 0 h 224"/>
              <a:gd name="T22" fmla="*/ 147 w 221"/>
              <a:gd name="T23" fmla="*/ 134 h 224"/>
              <a:gd name="T24" fmla="*/ 171 w 221"/>
              <a:gd name="T25" fmla="*/ 206 h 224"/>
              <a:gd name="T26" fmla="*/ 111 w 221"/>
              <a:gd name="T27" fmla="*/ 161 h 224"/>
              <a:gd name="T28" fmla="*/ 50 w 221"/>
              <a:gd name="T29" fmla="*/ 206 h 224"/>
              <a:gd name="T30" fmla="*/ 74 w 221"/>
              <a:gd name="T31" fmla="*/ 134 h 224"/>
              <a:gd name="T32" fmla="*/ 19 w 221"/>
              <a:gd name="T33" fmla="*/ 91 h 224"/>
              <a:gd name="T34" fmla="*/ 87 w 221"/>
              <a:gd name="T35" fmla="*/ 91 h 224"/>
              <a:gd name="T36" fmla="*/ 111 w 221"/>
              <a:gd name="T37" fmla="*/ 21 h 224"/>
              <a:gd name="T38" fmla="*/ 135 w 221"/>
              <a:gd name="T39" fmla="*/ 91 h 224"/>
              <a:gd name="T40" fmla="*/ 202 w 221"/>
              <a:gd name="T41" fmla="*/ 91 h 224"/>
              <a:gd name="T42" fmla="*/ 147 w 221"/>
              <a:gd name="T43" fmla="*/ 13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21" h="224">
                <a:moveTo>
                  <a:pt x="111" y="0"/>
                </a:moveTo>
                <a:lnTo>
                  <a:pt x="82" y="84"/>
                </a:lnTo>
                <a:lnTo>
                  <a:pt x="0" y="84"/>
                </a:lnTo>
                <a:lnTo>
                  <a:pt x="66" y="136"/>
                </a:lnTo>
                <a:lnTo>
                  <a:pt x="37" y="224"/>
                </a:lnTo>
                <a:lnTo>
                  <a:pt x="111" y="169"/>
                </a:lnTo>
                <a:lnTo>
                  <a:pt x="185" y="224"/>
                </a:lnTo>
                <a:lnTo>
                  <a:pt x="155" y="136"/>
                </a:lnTo>
                <a:lnTo>
                  <a:pt x="221" y="84"/>
                </a:lnTo>
                <a:lnTo>
                  <a:pt x="140" y="84"/>
                </a:lnTo>
                <a:lnTo>
                  <a:pt x="111" y="0"/>
                </a:lnTo>
                <a:close/>
                <a:moveTo>
                  <a:pt x="147" y="134"/>
                </a:moveTo>
                <a:lnTo>
                  <a:pt x="171" y="206"/>
                </a:lnTo>
                <a:lnTo>
                  <a:pt x="111" y="161"/>
                </a:lnTo>
                <a:lnTo>
                  <a:pt x="50" y="206"/>
                </a:lnTo>
                <a:lnTo>
                  <a:pt x="74" y="134"/>
                </a:lnTo>
                <a:lnTo>
                  <a:pt x="19" y="91"/>
                </a:lnTo>
                <a:lnTo>
                  <a:pt x="87" y="91"/>
                </a:lnTo>
                <a:lnTo>
                  <a:pt x="111" y="21"/>
                </a:lnTo>
                <a:lnTo>
                  <a:pt x="135" y="91"/>
                </a:lnTo>
                <a:lnTo>
                  <a:pt x="202" y="91"/>
                </a:lnTo>
                <a:lnTo>
                  <a:pt x="147" y="1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7" name="Freeform 131"/>
          <p:cNvSpPr>
            <a:spLocks noEditPoints="1"/>
          </p:cNvSpPr>
          <p:nvPr/>
        </p:nvSpPr>
        <p:spPr bwMode="auto">
          <a:xfrm>
            <a:off x="2074685" y="2040144"/>
            <a:ext cx="299998" cy="299998"/>
          </a:xfrm>
          <a:custGeom>
            <a:avLst/>
            <a:gdLst>
              <a:gd name="T0" fmla="*/ 37 w 254"/>
              <a:gd name="T1" fmla="*/ 131 h 254"/>
              <a:gd name="T2" fmla="*/ 99 w 254"/>
              <a:gd name="T3" fmla="*/ 149 h 254"/>
              <a:gd name="T4" fmla="*/ 19 w 254"/>
              <a:gd name="T5" fmla="*/ 191 h 254"/>
              <a:gd name="T6" fmla="*/ 55 w 254"/>
              <a:gd name="T7" fmla="*/ 199 h 254"/>
              <a:gd name="T8" fmla="*/ 63 w 254"/>
              <a:gd name="T9" fmla="*/ 235 h 254"/>
              <a:gd name="T10" fmla="*/ 105 w 254"/>
              <a:gd name="T11" fmla="*/ 155 h 254"/>
              <a:gd name="T12" fmla="*/ 123 w 254"/>
              <a:gd name="T13" fmla="*/ 217 h 254"/>
              <a:gd name="T14" fmla="*/ 98 w 254"/>
              <a:gd name="T15" fmla="*/ 254 h 254"/>
              <a:gd name="T16" fmla="*/ 156 w 254"/>
              <a:gd name="T17" fmla="*/ 254 h 254"/>
              <a:gd name="T18" fmla="*/ 131 w 254"/>
              <a:gd name="T19" fmla="*/ 217 h 254"/>
              <a:gd name="T20" fmla="*/ 150 w 254"/>
              <a:gd name="T21" fmla="*/ 155 h 254"/>
              <a:gd name="T22" fmla="*/ 191 w 254"/>
              <a:gd name="T23" fmla="*/ 235 h 254"/>
              <a:gd name="T24" fmla="*/ 199 w 254"/>
              <a:gd name="T25" fmla="*/ 199 h 254"/>
              <a:gd name="T26" fmla="*/ 235 w 254"/>
              <a:gd name="T27" fmla="*/ 191 h 254"/>
              <a:gd name="T28" fmla="*/ 155 w 254"/>
              <a:gd name="T29" fmla="*/ 149 h 254"/>
              <a:gd name="T30" fmla="*/ 218 w 254"/>
              <a:gd name="T31" fmla="*/ 131 h 254"/>
              <a:gd name="T32" fmla="*/ 254 w 254"/>
              <a:gd name="T33" fmla="*/ 156 h 254"/>
              <a:gd name="T34" fmla="*/ 254 w 254"/>
              <a:gd name="T35" fmla="*/ 98 h 254"/>
              <a:gd name="T36" fmla="*/ 218 w 254"/>
              <a:gd name="T37" fmla="*/ 123 h 254"/>
              <a:gd name="T38" fmla="*/ 155 w 254"/>
              <a:gd name="T39" fmla="*/ 104 h 254"/>
              <a:gd name="T40" fmla="*/ 235 w 254"/>
              <a:gd name="T41" fmla="*/ 63 h 254"/>
              <a:gd name="T42" fmla="*/ 199 w 254"/>
              <a:gd name="T43" fmla="*/ 55 h 254"/>
              <a:gd name="T44" fmla="*/ 191 w 254"/>
              <a:gd name="T45" fmla="*/ 19 h 254"/>
              <a:gd name="T46" fmla="*/ 150 w 254"/>
              <a:gd name="T47" fmla="*/ 99 h 254"/>
              <a:gd name="T48" fmla="*/ 131 w 254"/>
              <a:gd name="T49" fmla="*/ 36 h 254"/>
              <a:gd name="T50" fmla="*/ 156 w 254"/>
              <a:gd name="T51" fmla="*/ 0 h 254"/>
              <a:gd name="T52" fmla="*/ 98 w 254"/>
              <a:gd name="T53" fmla="*/ 0 h 254"/>
              <a:gd name="T54" fmla="*/ 123 w 254"/>
              <a:gd name="T55" fmla="*/ 36 h 254"/>
              <a:gd name="T56" fmla="*/ 105 w 254"/>
              <a:gd name="T57" fmla="*/ 99 h 254"/>
              <a:gd name="T58" fmla="*/ 63 w 254"/>
              <a:gd name="T59" fmla="*/ 19 h 254"/>
              <a:gd name="T60" fmla="*/ 55 w 254"/>
              <a:gd name="T61" fmla="*/ 55 h 254"/>
              <a:gd name="T62" fmla="*/ 19 w 254"/>
              <a:gd name="T63" fmla="*/ 63 h 254"/>
              <a:gd name="T64" fmla="*/ 99 w 254"/>
              <a:gd name="T65" fmla="*/ 104 h 254"/>
              <a:gd name="T66" fmla="*/ 37 w 254"/>
              <a:gd name="T67" fmla="*/ 123 h 254"/>
              <a:gd name="T68" fmla="*/ 0 w 254"/>
              <a:gd name="T69" fmla="*/ 98 h 254"/>
              <a:gd name="T70" fmla="*/ 0 w 254"/>
              <a:gd name="T71" fmla="*/ 156 h 254"/>
              <a:gd name="T72" fmla="*/ 127 w 254"/>
              <a:gd name="T73" fmla="*/ 99 h 254"/>
              <a:gd name="T74" fmla="*/ 127 w 254"/>
              <a:gd name="T75" fmla="*/ 155 h 254"/>
              <a:gd name="T76" fmla="*/ 127 w 254"/>
              <a:gd name="T77" fmla="*/ 99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4" h="254">
                <a:moveTo>
                  <a:pt x="6" y="162"/>
                </a:moveTo>
                <a:cubicBezTo>
                  <a:pt x="37" y="131"/>
                  <a:pt x="37" y="131"/>
                  <a:pt x="37" y="131"/>
                </a:cubicBezTo>
                <a:cubicBezTo>
                  <a:pt x="91" y="131"/>
                  <a:pt x="91" y="131"/>
                  <a:pt x="91" y="131"/>
                </a:cubicBezTo>
                <a:cubicBezTo>
                  <a:pt x="92" y="138"/>
                  <a:pt x="95" y="144"/>
                  <a:pt x="99" y="149"/>
                </a:cubicBezTo>
                <a:cubicBezTo>
                  <a:pt x="58" y="191"/>
                  <a:pt x="58" y="191"/>
                  <a:pt x="58" y="191"/>
                </a:cubicBezTo>
                <a:cubicBezTo>
                  <a:pt x="19" y="191"/>
                  <a:pt x="19" y="191"/>
                  <a:pt x="19" y="191"/>
                </a:cubicBezTo>
                <a:cubicBezTo>
                  <a:pt x="19" y="199"/>
                  <a:pt x="19" y="199"/>
                  <a:pt x="19" y="199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5" y="235"/>
                  <a:pt x="55" y="235"/>
                  <a:pt x="55" y="235"/>
                </a:cubicBezTo>
                <a:cubicBezTo>
                  <a:pt x="63" y="235"/>
                  <a:pt x="63" y="235"/>
                  <a:pt x="63" y="235"/>
                </a:cubicBezTo>
                <a:cubicBezTo>
                  <a:pt x="63" y="196"/>
                  <a:pt x="63" y="196"/>
                  <a:pt x="63" y="196"/>
                </a:cubicBezTo>
                <a:cubicBezTo>
                  <a:pt x="105" y="155"/>
                  <a:pt x="105" y="155"/>
                  <a:pt x="105" y="155"/>
                </a:cubicBezTo>
                <a:cubicBezTo>
                  <a:pt x="110" y="159"/>
                  <a:pt x="116" y="162"/>
                  <a:pt x="123" y="163"/>
                </a:cubicBezTo>
                <a:cubicBezTo>
                  <a:pt x="123" y="217"/>
                  <a:pt x="123" y="217"/>
                  <a:pt x="123" y="217"/>
                </a:cubicBezTo>
                <a:cubicBezTo>
                  <a:pt x="92" y="248"/>
                  <a:pt x="92" y="248"/>
                  <a:pt x="92" y="248"/>
                </a:cubicBezTo>
                <a:cubicBezTo>
                  <a:pt x="98" y="254"/>
                  <a:pt x="98" y="254"/>
                  <a:pt x="98" y="254"/>
                </a:cubicBezTo>
                <a:cubicBezTo>
                  <a:pt x="127" y="224"/>
                  <a:pt x="127" y="224"/>
                  <a:pt x="127" y="224"/>
                </a:cubicBezTo>
                <a:cubicBezTo>
                  <a:pt x="156" y="254"/>
                  <a:pt x="156" y="254"/>
                  <a:pt x="156" y="254"/>
                </a:cubicBezTo>
                <a:cubicBezTo>
                  <a:pt x="162" y="248"/>
                  <a:pt x="162" y="248"/>
                  <a:pt x="162" y="248"/>
                </a:cubicBezTo>
                <a:cubicBezTo>
                  <a:pt x="131" y="217"/>
                  <a:pt x="131" y="217"/>
                  <a:pt x="131" y="217"/>
                </a:cubicBezTo>
                <a:cubicBezTo>
                  <a:pt x="131" y="163"/>
                  <a:pt x="131" y="163"/>
                  <a:pt x="131" y="163"/>
                </a:cubicBezTo>
                <a:cubicBezTo>
                  <a:pt x="138" y="162"/>
                  <a:pt x="144" y="159"/>
                  <a:pt x="150" y="155"/>
                </a:cubicBezTo>
                <a:cubicBezTo>
                  <a:pt x="191" y="196"/>
                  <a:pt x="191" y="196"/>
                  <a:pt x="191" y="196"/>
                </a:cubicBezTo>
                <a:cubicBezTo>
                  <a:pt x="191" y="235"/>
                  <a:pt x="191" y="235"/>
                  <a:pt x="191" y="235"/>
                </a:cubicBezTo>
                <a:cubicBezTo>
                  <a:pt x="199" y="235"/>
                  <a:pt x="199" y="235"/>
                  <a:pt x="199" y="235"/>
                </a:cubicBezTo>
                <a:cubicBezTo>
                  <a:pt x="199" y="199"/>
                  <a:pt x="199" y="199"/>
                  <a:pt x="199" y="199"/>
                </a:cubicBezTo>
                <a:cubicBezTo>
                  <a:pt x="235" y="199"/>
                  <a:pt x="235" y="199"/>
                  <a:pt x="235" y="199"/>
                </a:cubicBezTo>
                <a:cubicBezTo>
                  <a:pt x="235" y="191"/>
                  <a:pt x="235" y="191"/>
                  <a:pt x="235" y="191"/>
                </a:cubicBezTo>
                <a:cubicBezTo>
                  <a:pt x="197" y="191"/>
                  <a:pt x="197" y="191"/>
                  <a:pt x="197" y="191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9" y="144"/>
                  <a:pt x="162" y="138"/>
                  <a:pt x="163" y="131"/>
                </a:cubicBezTo>
                <a:cubicBezTo>
                  <a:pt x="218" y="131"/>
                  <a:pt x="218" y="131"/>
                  <a:pt x="218" y="131"/>
                </a:cubicBezTo>
                <a:cubicBezTo>
                  <a:pt x="248" y="162"/>
                  <a:pt x="248" y="162"/>
                  <a:pt x="248" y="162"/>
                </a:cubicBezTo>
                <a:cubicBezTo>
                  <a:pt x="254" y="156"/>
                  <a:pt x="254" y="156"/>
                  <a:pt x="254" y="156"/>
                </a:cubicBezTo>
                <a:cubicBezTo>
                  <a:pt x="225" y="127"/>
                  <a:pt x="225" y="127"/>
                  <a:pt x="225" y="127"/>
                </a:cubicBezTo>
                <a:cubicBezTo>
                  <a:pt x="254" y="98"/>
                  <a:pt x="254" y="98"/>
                  <a:pt x="254" y="98"/>
                </a:cubicBezTo>
                <a:cubicBezTo>
                  <a:pt x="248" y="92"/>
                  <a:pt x="248" y="92"/>
                  <a:pt x="248" y="92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163" y="123"/>
                  <a:pt x="163" y="123"/>
                  <a:pt x="163" y="123"/>
                </a:cubicBezTo>
                <a:cubicBezTo>
                  <a:pt x="162" y="116"/>
                  <a:pt x="159" y="110"/>
                  <a:pt x="155" y="104"/>
                </a:cubicBezTo>
                <a:cubicBezTo>
                  <a:pt x="197" y="63"/>
                  <a:pt x="197" y="63"/>
                  <a:pt x="197" y="63"/>
                </a:cubicBezTo>
                <a:cubicBezTo>
                  <a:pt x="235" y="63"/>
                  <a:pt x="235" y="63"/>
                  <a:pt x="235" y="63"/>
                </a:cubicBezTo>
                <a:cubicBezTo>
                  <a:pt x="235" y="55"/>
                  <a:pt x="235" y="55"/>
                  <a:pt x="235" y="55"/>
                </a:cubicBezTo>
                <a:cubicBezTo>
                  <a:pt x="199" y="55"/>
                  <a:pt x="199" y="55"/>
                  <a:pt x="199" y="55"/>
                </a:cubicBezTo>
                <a:cubicBezTo>
                  <a:pt x="199" y="19"/>
                  <a:pt x="199" y="19"/>
                  <a:pt x="199" y="19"/>
                </a:cubicBezTo>
                <a:cubicBezTo>
                  <a:pt x="191" y="19"/>
                  <a:pt x="191" y="19"/>
                  <a:pt x="191" y="19"/>
                </a:cubicBezTo>
                <a:cubicBezTo>
                  <a:pt x="191" y="57"/>
                  <a:pt x="191" y="57"/>
                  <a:pt x="191" y="57"/>
                </a:cubicBezTo>
                <a:cubicBezTo>
                  <a:pt x="150" y="99"/>
                  <a:pt x="150" y="99"/>
                  <a:pt x="150" y="99"/>
                </a:cubicBezTo>
                <a:cubicBezTo>
                  <a:pt x="144" y="95"/>
                  <a:pt x="138" y="92"/>
                  <a:pt x="131" y="91"/>
                </a:cubicBezTo>
                <a:cubicBezTo>
                  <a:pt x="131" y="36"/>
                  <a:pt x="131" y="36"/>
                  <a:pt x="131" y="36"/>
                </a:cubicBezTo>
                <a:cubicBezTo>
                  <a:pt x="162" y="6"/>
                  <a:pt x="162" y="6"/>
                  <a:pt x="162" y="6"/>
                </a:cubicBezTo>
                <a:cubicBezTo>
                  <a:pt x="156" y="0"/>
                  <a:pt x="156" y="0"/>
                  <a:pt x="156" y="0"/>
                </a:cubicBezTo>
                <a:cubicBezTo>
                  <a:pt x="127" y="29"/>
                  <a:pt x="127" y="29"/>
                  <a:pt x="127" y="29"/>
                </a:cubicBezTo>
                <a:cubicBezTo>
                  <a:pt x="98" y="0"/>
                  <a:pt x="98" y="0"/>
                  <a:pt x="98" y="0"/>
                </a:cubicBezTo>
                <a:cubicBezTo>
                  <a:pt x="92" y="6"/>
                  <a:pt x="92" y="6"/>
                  <a:pt x="92" y="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3" y="91"/>
                  <a:pt x="123" y="91"/>
                  <a:pt x="123" y="91"/>
                </a:cubicBezTo>
                <a:cubicBezTo>
                  <a:pt x="116" y="92"/>
                  <a:pt x="110" y="95"/>
                  <a:pt x="105" y="99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19"/>
                  <a:pt x="63" y="19"/>
                  <a:pt x="63" y="19"/>
                </a:cubicBezTo>
                <a:cubicBezTo>
                  <a:pt x="55" y="19"/>
                  <a:pt x="55" y="19"/>
                  <a:pt x="55" y="19"/>
                </a:cubicBezTo>
                <a:cubicBezTo>
                  <a:pt x="55" y="55"/>
                  <a:pt x="55" y="55"/>
                  <a:pt x="55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9" y="63"/>
                  <a:pt x="19" y="63"/>
                  <a:pt x="19" y="63"/>
                </a:cubicBezTo>
                <a:cubicBezTo>
                  <a:pt x="58" y="63"/>
                  <a:pt x="58" y="63"/>
                  <a:pt x="58" y="63"/>
                </a:cubicBezTo>
                <a:cubicBezTo>
                  <a:pt x="99" y="104"/>
                  <a:pt x="99" y="104"/>
                  <a:pt x="99" y="104"/>
                </a:cubicBezTo>
                <a:cubicBezTo>
                  <a:pt x="95" y="110"/>
                  <a:pt x="92" y="116"/>
                  <a:pt x="91" y="123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6" y="92"/>
                  <a:pt x="6" y="92"/>
                  <a:pt x="6" y="92"/>
                </a:cubicBezTo>
                <a:cubicBezTo>
                  <a:pt x="0" y="98"/>
                  <a:pt x="0" y="98"/>
                  <a:pt x="0" y="98"/>
                </a:cubicBezTo>
                <a:cubicBezTo>
                  <a:pt x="30" y="127"/>
                  <a:pt x="30" y="127"/>
                  <a:pt x="30" y="127"/>
                </a:cubicBezTo>
                <a:cubicBezTo>
                  <a:pt x="0" y="156"/>
                  <a:pt x="0" y="156"/>
                  <a:pt x="0" y="156"/>
                </a:cubicBezTo>
                <a:lnTo>
                  <a:pt x="6" y="162"/>
                </a:lnTo>
                <a:close/>
                <a:moveTo>
                  <a:pt x="127" y="99"/>
                </a:moveTo>
                <a:cubicBezTo>
                  <a:pt x="143" y="99"/>
                  <a:pt x="155" y="111"/>
                  <a:pt x="155" y="127"/>
                </a:cubicBezTo>
                <a:cubicBezTo>
                  <a:pt x="155" y="142"/>
                  <a:pt x="143" y="155"/>
                  <a:pt x="127" y="155"/>
                </a:cubicBezTo>
                <a:cubicBezTo>
                  <a:pt x="112" y="155"/>
                  <a:pt x="99" y="142"/>
                  <a:pt x="99" y="127"/>
                </a:cubicBezTo>
                <a:cubicBezTo>
                  <a:pt x="99" y="111"/>
                  <a:pt x="112" y="99"/>
                  <a:pt x="127" y="9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7" name="Группа 416"/>
          <p:cNvGrpSpPr/>
          <p:nvPr/>
        </p:nvGrpSpPr>
        <p:grpSpPr>
          <a:xfrm>
            <a:off x="3252139" y="2042961"/>
            <a:ext cx="302814" cy="294363"/>
            <a:chOff x="3252139" y="2042961"/>
            <a:chExt cx="302814" cy="294363"/>
          </a:xfrm>
        </p:grpSpPr>
        <p:sp>
          <p:nvSpPr>
            <p:cNvPr id="128" name="Freeform 132"/>
            <p:cNvSpPr>
              <a:spLocks noEditPoints="1"/>
            </p:cNvSpPr>
            <p:nvPr/>
          </p:nvSpPr>
          <p:spPr bwMode="auto">
            <a:xfrm>
              <a:off x="3276082" y="2080988"/>
              <a:ext cx="278871" cy="180280"/>
            </a:xfrm>
            <a:custGeom>
              <a:avLst/>
              <a:gdLst>
                <a:gd name="T0" fmla="*/ 207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7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1 w 236"/>
                <a:gd name="T27" fmla="*/ 14 h 152"/>
                <a:gd name="T28" fmla="*/ 44 w 236"/>
                <a:gd name="T29" fmla="*/ 68 h 152"/>
                <a:gd name="T30" fmla="*/ 40 w 236"/>
                <a:gd name="T31" fmla="*/ 68 h 152"/>
                <a:gd name="T32" fmla="*/ 23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7" y="80"/>
                  </a:moveTo>
                  <a:cubicBezTo>
                    <a:pt x="205" y="40"/>
                    <a:pt x="169" y="8"/>
                    <a:pt x="124" y="8"/>
                  </a:cubicBezTo>
                  <a:cubicBezTo>
                    <a:pt x="116" y="8"/>
                    <a:pt x="108" y="9"/>
                    <a:pt x="101" y="11"/>
                  </a:cubicBezTo>
                  <a:cubicBezTo>
                    <a:pt x="91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4"/>
                    <a:pt x="14" y="70"/>
                    <a:pt x="17" y="76"/>
                  </a:cubicBezTo>
                  <a:cubicBezTo>
                    <a:pt x="6" y="84"/>
                    <a:pt x="0" y="97"/>
                    <a:pt x="0" y="112"/>
                  </a:cubicBezTo>
                  <a:cubicBezTo>
                    <a:pt x="0" y="135"/>
                    <a:pt x="16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2" y="152"/>
                    <a:pt x="236" y="139"/>
                    <a:pt x="236" y="120"/>
                  </a:cubicBezTo>
                  <a:cubicBezTo>
                    <a:pt x="236" y="102"/>
                    <a:pt x="224" y="83"/>
                    <a:pt x="207" y="80"/>
                  </a:cubicBezTo>
                  <a:close/>
                  <a:moveTo>
                    <a:pt x="20" y="56"/>
                  </a:moveTo>
                  <a:cubicBezTo>
                    <a:pt x="20" y="29"/>
                    <a:pt x="41" y="8"/>
                    <a:pt x="68" y="8"/>
                  </a:cubicBezTo>
                  <a:cubicBezTo>
                    <a:pt x="76" y="8"/>
                    <a:pt x="84" y="10"/>
                    <a:pt x="91" y="14"/>
                  </a:cubicBezTo>
                  <a:cubicBezTo>
                    <a:pt x="68" y="24"/>
                    <a:pt x="50" y="43"/>
                    <a:pt x="44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8" y="69"/>
                    <a:pt x="23" y="72"/>
                  </a:cubicBezTo>
                  <a:cubicBezTo>
                    <a:pt x="21" y="67"/>
                    <a:pt x="20" y="62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5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4"/>
                    <a:pt x="218" y="144"/>
                    <a:pt x="20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9" name="Rectangle 133"/>
            <p:cNvSpPr>
              <a:spLocks noChangeArrowheads="1"/>
            </p:cNvSpPr>
            <p:nvPr/>
          </p:nvSpPr>
          <p:spPr bwMode="auto">
            <a:xfrm>
              <a:off x="3252139" y="2142959"/>
              <a:ext cx="2816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0" name="Rectangle 134"/>
            <p:cNvSpPr>
              <a:spLocks noChangeArrowheads="1"/>
            </p:cNvSpPr>
            <p:nvPr/>
          </p:nvSpPr>
          <p:spPr bwMode="auto">
            <a:xfrm>
              <a:off x="3350730" y="2042961"/>
              <a:ext cx="9860" cy="2957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1" name="Freeform 135"/>
            <p:cNvSpPr>
              <a:spLocks/>
            </p:cNvSpPr>
            <p:nvPr/>
          </p:nvSpPr>
          <p:spPr bwMode="auto">
            <a:xfrm>
              <a:off x="3267632" y="2058453"/>
              <a:ext cx="33803" cy="35211"/>
            </a:xfrm>
            <a:custGeom>
              <a:avLst/>
              <a:gdLst>
                <a:gd name="T0" fmla="*/ 4 w 24"/>
                <a:gd name="T1" fmla="*/ 0 h 25"/>
                <a:gd name="T2" fmla="*/ 24 w 24"/>
                <a:gd name="T3" fmla="*/ 20 h 25"/>
                <a:gd name="T4" fmla="*/ 20 w 24"/>
                <a:gd name="T5" fmla="*/ 25 h 25"/>
                <a:gd name="T6" fmla="*/ 0 w 24"/>
                <a:gd name="T7" fmla="*/ 5 h 25"/>
                <a:gd name="T8" fmla="*/ 4 w 24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4" y="0"/>
                  </a:moveTo>
                  <a:lnTo>
                    <a:pt x="24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2" name="Rectangle 136"/>
            <p:cNvSpPr>
              <a:spLocks noChangeArrowheads="1"/>
            </p:cNvSpPr>
            <p:nvPr/>
          </p:nvSpPr>
          <p:spPr bwMode="auto">
            <a:xfrm>
              <a:off x="3360589" y="2271128"/>
              <a:ext cx="9860" cy="183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3" name="Rectangle 137"/>
            <p:cNvSpPr>
              <a:spLocks noChangeArrowheads="1"/>
            </p:cNvSpPr>
            <p:nvPr/>
          </p:nvSpPr>
          <p:spPr bwMode="auto">
            <a:xfrm>
              <a:off x="3360589" y="2309155"/>
              <a:ext cx="9860" cy="183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4" name="Freeform 138"/>
            <p:cNvSpPr>
              <a:spLocks/>
            </p:cNvSpPr>
            <p:nvPr/>
          </p:nvSpPr>
          <p:spPr bwMode="auto">
            <a:xfrm>
              <a:off x="3371856" y="2276761"/>
              <a:ext cx="15493" cy="16901"/>
            </a:xfrm>
            <a:custGeom>
              <a:avLst/>
              <a:gdLst>
                <a:gd name="T0" fmla="*/ 4 w 11"/>
                <a:gd name="T1" fmla="*/ 12 h 12"/>
                <a:gd name="T2" fmla="*/ 0 w 11"/>
                <a:gd name="T3" fmla="*/ 7 h 12"/>
                <a:gd name="T4" fmla="*/ 6 w 11"/>
                <a:gd name="T5" fmla="*/ 0 h 12"/>
                <a:gd name="T6" fmla="*/ 11 w 11"/>
                <a:gd name="T7" fmla="*/ 5 h 12"/>
                <a:gd name="T8" fmla="*/ 4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4" y="12"/>
                  </a:moveTo>
                  <a:lnTo>
                    <a:pt x="0" y="7"/>
                  </a:lnTo>
                  <a:lnTo>
                    <a:pt x="6" y="0"/>
                  </a:lnTo>
                  <a:lnTo>
                    <a:pt x="11" y="5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5" name="Freeform 139"/>
            <p:cNvSpPr>
              <a:spLocks/>
            </p:cNvSpPr>
            <p:nvPr/>
          </p:nvSpPr>
          <p:spPr bwMode="auto">
            <a:xfrm>
              <a:off x="3343687" y="2304930"/>
              <a:ext cx="15493" cy="16901"/>
            </a:xfrm>
            <a:custGeom>
              <a:avLst/>
              <a:gdLst>
                <a:gd name="T0" fmla="*/ 4 w 11"/>
                <a:gd name="T1" fmla="*/ 12 h 12"/>
                <a:gd name="T2" fmla="*/ 0 w 11"/>
                <a:gd name="T3" fmla="*/ 7 h 12"/>
                <a:gd name="T4" fmla="*/ 6 w 11"/>
                <a:gd name="T5" fmla="*/ 0 h 12"/>
                <a:gd name="T6" fmla="*/ 11 w 11"/>
                <a:gd name="T7" fmla="*/ 5 h 12"/>
                <a:gd name="T8" fmla="*/ 4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4" y="12"/>
                  </a:moveTo>
                  <a:lnTo>
                    <a:pt x="0" y="7"/>
                  </a:lnTo>
                  <a:lnTo>
                    <a:pt x="6" y="0"/>
                  </a:lnTo>
                  <a:lnTo>
                    <a:pt x="11" y="5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6" name="Freeform 140"/>
            <p:cNvSpPr>
              <a:spLocks/>
            </p:cNvSpPr>
            <p:nvPr/>
          </p:nvSpPr>
          <p:spPr bwMode="auto">
            <a:xfrm>
              <a:off x="3371856" y="2304930"/>
              <a:ext cx="15493" cy="16901"/>
            </a:xfrm>
            <a:custGeom>
              <a:avLst/>
              <a:gdLst>
                <a:gd name="T0" fmla="*/ 11 w 11"/>
                <a:gd name="T1" fmla="*/ 7 h 12"/>
                <a:gd name="T2" fmla="*/ 6 w 11"/>
                <a:gd name="T3" fmla="*/ 12 h 12"/>
                <a:gd name="T4" fmla="*/ 0 w 11"/>
                <a:gd name="T5" fmla="*/ 5 h 12"/>
                <a:gd name="T6" fmla="*/ 4 w 11"/>
                <a:gd name="T7" fmla="*/ 0 h 12"/>
                <a:gd name="T8" fmla="*/ 11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lnTo>
                    <a:pt x="6" y="12"/>
                  </a:lnTo>
                  <a:lnTo>
                    <a:pt x="0" y="5"/>
                  </a:lnTo>
                  <a:lnTo>
                    <a:pt x="4" y="0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7" name="Freeform 141"/>
            <p:cNvSpPr>
              <a:spLocks/>
            </p:cNvSpPr>
            <p:nvPr/>
          </p:nvSpPr>
          <p:spPr bwMode="auto">
            <a:xfrm>
              <a:off x="3343687" y="2276761"/>
              <a:ext cx="15493" cy="16901"/>
            </a:xfrm>
            <a:custGeom>
              <a:avLst/>
              <a:gdLst>
                <a:gd name="T0" fmla="*/ 0 w 11"/>
                <a:gd name="T1" fmla="*/ 5 h 12"/>
                <a:gd name="T2" fmla="*/ 4 w 11"/>
                <a:gd name="T3" fmla="*/ 0 h 12"/>
                <a:gd name="T4" fmla="*/ 11 w 11"/>
                <a:gd name="T5" fmla="*/ 7 h 12"/>
                <a:gd name="T6" fmla="*/ 6 w 11"/>
                <a:gd name="T7" fmla="*/ 12 h 12"/>
                <a:gd name="T8" fmla="*/ 0 w 11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0" y="5"/>
                  </a:moveTo>
                  <a:lnTo>
                    <a:pt x="4" y="0"/>
                  </a:lnTo>
                  <a:lnTo>
                    <a:pt x="11" y="7"/>
                  </a:lnTo>
                  <a:lnTo>
                    <a:pt x="6" y="1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8" name="Rectangle 142"/>
            <p:cNvSpPr>
              <a:spLocks noChangeArrowheads="1"/>
            </p:cNvSpPr>
            <p:nvPr/>
          </p:nvSpPr>
          <p:spPr bwMode="auto">
            <a:xfrm>
              <a:off x="3374673" y="2293663"/>
              <a:ext cx="19718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9" name="Rectangle 143"/>
            <p:cNvSpPr>
              <a:spLocks noChangeArrowheads="1"/>
            </p:cNvSpPr>
            <p:nvPr/>
          </p:nvSpPr>
          <p:spPr bwMode="auto">
            <a:xfrm>
              <a:off x="3336646" y="2293663"/>
              <a:ext cx="19718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0" name="Rectangle 144"/>
            <p:cNvSpPr>
              <a:spLocks noChangeArrowheads="1"/>
            </p:cNvSpPr>
            <p:nvPr/>
          </p:nvSpPr>
          <p:spPr bwMode="auto">
            <a:xfrm>
              <a:off x="3454954" y="2279578"/>
              <a:ext cx="9860" cy="197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1" name="Rectangle 145"/>
            <p:cNvSpPr>
              <a:spLocks noChangeArrowheads="1"/>
            </p:cNvSpPr>
            <p:nvPr/>
          </p:nvSpPr>
          <p:spPr bwMode="auto">
            <a:xfrm>
              <a:off x="3454954" y="2317606"/>
              <a:ext cx="9860" cy="197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2" name="Freeform 146"/>
            <p:cNvSpPr>
              <a:spLocks/>
            </p:cNvSpPr>
            <p:nvPr/>
          </p:nvSpPr>
          <p:spPr bwMode="auto">
            <a:xfrm>
              <a:off x="3466222" y="2286620"/>
              <a:ext cx="15493" cy="15493"/>
            </a:xfrm>
            <a:custGeom>
              <a:avLst/>
              <a:gdLst>
                <a:gd name="T0" fmla="*/ 4 w 11"/>
                <a:gd name="T1" fmla="*/ 11 h 11"/>
                <a:gd name="T2" fmla="*/ 0 w 11"/>
                <a:gd name="T3" fmla="*/ 6 h 11"/>
                <a:gd name="T4" fmla="*/ 7 w 11"/>
                <a:gd name="T5" fmla="*/ 0 h 11"/>
                <a:gd name="T6" fmla="*/ 11 w 11"/>
                <a:gd name="T7" fmla="*/ 5 h 11"/>
                <a:gd name="T8" fmla="*/ 4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4" y="11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11" y="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3" name="Freeform 147"/>
            <p:cNvSpPr>
              <a:spLocks/>
            </p:cNvSpPr>
            <p:nvPr/>
          </p:nvSpPr>
          <p:spPr bwMode="auto">
            <a:xfrm>
              <a:off x="3438053" y="2314789"/>
              <a:ext cx="15493" cy="15493"/>
            </a:xfrm>
            <a:custGeom>
              <a:avLst/>
              <a:gdLst>
                <a:gd name="T0" fmla="*/ 4 w 11"/>
                <a:gd name="T1" fmla="*/ 11 h 11"/>
                <a:gd name="T2" fmla="*/ 0 w 11"/>
                <a:gd name="T3" fmla="*/ 6 h 11"/>
                <a:gd name="T4" fmla="*/ 6 w 11"/>
                <a:gd name="T5" fmla="*/ 0 h 11"/>
                <a:gd name="T6" fmla="*/ 11 w 11"/>
                <a:gd name="T7" fmla="*/ 5 h 11"/>
                <a:gd name="T8" fmla="*/ 4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4" y="11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11" y="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4" name="Freeform 148"/>
            <p:cNvSpPr>
              <a:spLocks/>
            </p:cNvSpPr>
            <p:nvPr/>
          </p:nvSpPr>
          <p:spPr bwMode="auto">
            <a:xfrm>
              <a:off x="3466222" y="2314789"/>
              <a:ext cx="15493" cy="15493"/>
            </a:xfrm>
            <a:custGeom>
              <a:avLst/>
              <a:gdLst>
                <a:gd name="T0" fmla="*/ 11 w 11"/>
                <a:gd name="T1" fmla="*/ 6 h 11"/>
                <a:gd name="T2" fmla="*/ 7 w 11"/>
                <a:gd name="T3" fmla="*/ 11 h 11"/>
                <a:gd name="T4" fmla="*/ 0 w 11"/>
                <a:gd name="T5" fmla="*/ 5 h 11"/>
                <a:gd name="T6" fmla="*/ 4 w 11"/>
                <a:gd name="T7" fmla="*/ 0 h 11"/>
                <a:gd name="T8" fmla="*/ 11 w 11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lnTo>
                    <a:pt x="7" y="11"/>
                  </a:lnTo>
                  <a:lnTo>
                    <a:pt x="0" y="5"/>
                  </a:lnTo>
                  <a:lnTo>
                    <a:pt x="4" y="0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5" name="Freeform 149"/>
            <p:cNvSpPr>
              <a:spLocks/>
            </p:cNvSpPr>
            <p:nvPr/>
          </p:nvSpPr>
          <p:spPr bwMode="auto">
            <a:xfrm>
              <a:off x="3438053" y="2286620"/>
              <a:ext cx="15493" cy="15493"/>
            </a:xfrm>
            <a:custGeom>
              <a:avLst/>
              <a:gdLst>
                <a:gd name="T0" fmla="*/ 0 w 11"/>
                <a:gd name="T1" fmla="*/ 5 h 11"/>
                <a:gd name="T2" fmla="*/ 4 w 11"/>
                <a:gd name="T3" fmla="*/ 0 h 11"/>
                <a:gd name="T4" fmla="*/ 11 w 11"/>
                <a:gd name="T5" fmla="*/ 6 h 11"/>
                <a:gd name="T6" fmla="*/ 6 w 11"/>
                <a:gd name="T7" fmla="*/ 11 h 11"/>
                <a:gd name="T8" fmla="*/ 0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4" y="0"/>
                  </a:lnTo>
                  <a:lnTo>
                    <a:pt x="11" y="6"/>
                  </a:lnTo>
                  <a:lnTo>
                    <a:pt x="6" y="1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6" name="Rectangle 150"/>
            <p:cNvSpPr>
              <a:spLocks noChangeArrowheads="1"/>
            </p:cNvSpPr>
            <p:nvPr/>
          </p:nvSpPr>
          <p:spPr bwMode="auto">
            <a:xfrm>
              <a:off x="3469039" y="2303521"/>
              <a:ext cx="19718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7" name="Rectangle 151"/>
            <p:cNvSpPr>
              <a:spLocks noChangeArrowheads="1"/>
            </p:cNvSpPr>
            <p:nvPr/>
          </p:nvSpPr>
          <p:spPr bwMode="auto">
            <a:xfrm>
              <a:off x="3432419" y="2303521"/>
              <a:ext cx="18310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8" name="Группа 417"/>
          <p:cNvGrpSpPr/>
          <p:nvPr/>
        </p:nvGrpSpPr>
        <p:grpSpPr>
          <a:xfrm>
            <a:off x="3645093" y="2062679"/>
            <a:ext cx="302815" cy="254927"/>
            <a:chOff x="3645093" y="2062679"/>
            <a:chExt cx="302815" cy="254927"/>
          </a:xfrm>
        </p:grpSpPr>
        <p:sp>
          <p:nvSpPr>
            <p:cNvPr id="148" name="Freeform 152"/>
            <p:cNvSpPr>
              <a:spLocks noEditPoints="1"/>
            </p:cNvSpPr>
            <p:nvPr/>
          </p:nvSpPr>
          <p:spPr bwMode="auto">
            <a:xfrm>
              <a:off x="3645093" y="2062679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99 w 256"/>
                <a:gd name="T5" fmla="*/ 20 h 152"/>
                <a:gd name="T6" fmla="*/ 56 w 256"/>
                <a:gd name="T7" fmla="*/ 0 h 152"/>
                <a:gd name="T8" fmla="*/ 45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5 w 256"/>
                <a:gd name="T19" fmla="*/ 54 h 152"/>
                <a:gd name="T20" fmla="*/ 0 w 256"/>
                <a:gd name="T21" fmla="*/ 52 h 152"/>
                <a:gd name="T22" fmla="*/ 0 w 256"/>
                <a:gd name="T23" fmla="*/ 58 h 152"/>
                <a:gd name="T24" fmla="*/ 9 w 256"/>
                <a:gd name="T25" fmla="*/ 86 h 152"/>
                <a:gd name="T26" fmla="*/ 21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5 w 256"/>
                <a:gd name="T39" fmla="*/ 82 h 152"/>
                <a:gd name="T40" fmla="*/ 8 w 256"/>
                <a:gd name="T41" fmla="*/ 63 h 152"/>
                <a:gd name="T42" fmla="*/ 16 w 256"/>
                <a:gd name="T43" fmla="*/ 64 h 152"/>
                <a:gd name="T44" fmla="*/ 56 w 256"/>
                <a:gd name="T45" fmla="*/ 24 h 152"/>
                <a:gd name="T46" fmla="*/ 52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4 w 256"/>
                <a:gd name="T57" fmla="*/ 92 h 152"/>
                <a:gd name="T58" fmla="*/ 15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1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7" y="8"/>
                    <a:pt x="112" y="12"/>
                    <a:pt x="99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52" y="0"/>
                    <a:pt x="49" y="0"/>
                    <a:pt x="45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6" y="12"/>
                    <a:pt x="48" y="18"/>
                    <a:pt x="48" y="24"/>
                  </a:cubicBezTo>
                  <a:cubicBezTo>
                    <a:pt x="48" y="42"/>
                    <a:pt x="33" y="56"/>
                    <a:pt x="16" y="56"/>
                  </a:cubicBezTo>
                  <a:cubicBezTo>
                    <a:pt x="12" y="56"/>
                    <a:pt x="9" y="55"/>
                    <a:pt x="5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8"/>
                    <a:pt x="3" y="78"/>
                    <a:pt x="9" y="86"/>
                  </a:cubicBezTo>
                  <a:cubicBezTo>
                    <a:pt x="12" y="91"/>
                    <a:pt x="16" y="96"/>
                    <a:pt x="21" y="100"/>
                  </a:cubicBezTo>
                  <a:cubicBezTo>
                    <a:pt x="20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5" y="82"/>
                  </a:moveTo>
                  <a:cubicBezTo>
                    <a:pt x="12" y="76"/>
                    <a:pt x="9" y="70"/>
                    <a:pt x="8" y="63"/>
                  </a:cubicBezTo>
                  <a:cubicBezTo>
                    <a:pt x="11" y="64"/>
                    <a:pt x="13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2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0" y="8"/>
                    <a:pt x="83" y="14"/>
                    <a:pt x="93" y="25"/>
                  </a:cubicBezTo>
                  <a:cubicBezTo>
                    <a:pt x="79" y="36"/>
                    <a:pt x="69" y="50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4" y="68"/>
                    <a:pt x="31" y="78"/>
                    <a:pt x="24" y="92"/>
                  </a:cubicBezTo>
                  <a:cubicBezTo>
                    <a:pt x="21" y="89"/>
                    <a:pt x="18" y="85"/>
                    <a:pt x="15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2" y="76"/>
                    <a:pt x="60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8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4"/>
                    <a:pt x="238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9" name="Rectangle 153"/>
            <p:cNvSpPr>
              <a:spLocks noChangeArrowheads="1"/>
            </p:cNvSpPr>
            <p:nvPr/>
          </p:nvSpPr>
          <p:spPr bwMode="auto">
            <a:xfrm>
              <a:off x="3753543" y="2251409"/>
              <a:ext cx="9860" cy="197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0" name="Rectangle 154"/>
            <p:cNvSpPr>
              <a:spLocks noChangeArrowheads="1"/>
            </p:cNvSpPr>
            <p:nvPr/>
          </p:nvSpPr>
          <p:spPr bwMode="auto">
            <a:xfrm>
              <a:off x="3753543" y="2289437"/>
              <a:ext cx="9860" cy="197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1" name="Freeform 155"/>
            <p:cNvSpPr>
              <a:spLocks/>
            </p:cNvSpPr>
            <p:nvPr/>
          </p:nvSpPr>
          <p:spPr bwMode="auto">
            <a:xfrm>
              <a:off x="3763402" y="2257043"/>
              <a:ext cx="16901" cy="16901"/>
            </a:xfrm>
            <a:custGeom>
              <a:avLst/>
              <a:gdLst>
                <a:gd name="T0" fmla="*/ 6 w 12"/>
                <a:gd name="T1" fmla="*/ 12 h 12"/>
                <a:gd name="T2" fmla="*/ 0 w 12"/>
                <a:gd name="T3" fmla="*/ 7 h 12"/>
                <a:gd name="T4" fmla="*/ 7 w 12"/>
                <a:gd name="T5" fmla="*/ 0 h 12"/>
                <a:gd name="T6" fmla="*/ 12 w 12"/>
                <a:gd name="T7" fmla="*/ 5 h 12"/>
                <a:gd name="T8" fmla="*/ 6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2" y="5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2" name="Freeform 156"/>
            <p:cNvSpPr>
              <a:spLocks/>
            </p:cNvSpPr>
            <p:nvPr/>
          </p:nvSpPr>
          <p:spPr bwMode="auto">
            <a:xfrm>
              <a:off x="3735233" y="2286620"/>
              <a:ext cx="16901" cy="15493"/>
            </a:xfrm>
            <a:custGeom>
              <a:avLst/>
              <a:gdLst>
                <a:gd name="T0" fmla="*/ 5 w 12"/>
                <a:gd name="T1" fmla="*/ 11 h 11"/>
                <a:gd name="T2" fmla="*/ 0 w 12"/>
                <a:gd name="T3" fmla="*/ 6 h 11"/>
                <a:gd name="T4" fmla="*/ 7 w 12"/>
                <a:gd name="T5" fmla="*/ 0 h 11"/>
                <a:gd name="T6" fmla="*/ 12 w 12"/>
                <a:gd name="T7" fmla="*/ 5 h 11"/>
                <a:gd name="T8" fmla="*/ 5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5" y="11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12" y="5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3" name="Freeform 157"/>
            <p:cNvSpPr>
              <a:spLocks/>
            </p:cNvSpPr>
            <p:nvPr/>
          </p:nvSpPr>
          <p:spPr bwMode="auto">
            <a:xfrm>
              <a:off x="3763402" y="2286620"/>
              <a:ext cx="16901" cy="15493"/>
            </a:xfrm>
            <a:custGeom>
              <a:avLst/>
              <a:gdLst>
                <a:gd name="T0" fmla="*/ 12 w 12"/>
                <a:gd name="T1" fmla="*/ 6 h 11"/>
                <a:gd name="T2" fmla="*/ 7 w 12"/>
                <a:gd name="T3" fmla="*/ 11 h 11"/>
                <a:gd name="T4" fmla="*/ 0 w 12"/>
                <a:gd name="T5" fmla="*/ 5 h 11"/>
                <a:gd name="T6" fmla="*/ 6 w 12"/>
                <a:gd name="T7" fmla="*/ 0 h 11"/>
                <a:gd name="T8" fmla="*/ 12 w 12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lnTo>
                    <a:pt x="7" y="11"/>
                  </a:lnTo>
                  <a:lnTo>
                    <a:pt x="0" y="5"/>
                  </a:lnTo>
                  <a:lnTo>
                    <a:pt x="6" y="0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4" name="Freeform 158"/>
            <p:cNvSpPr>
              <a:spLocks/>
            </p:cNvSpPr>
            <p:nvPr/>
          </p:nvSpPr>
          <p:spPr bwMode="auto">
            <a:xfrm>
              <a:off x="3735233" y="2257043"/>
              <a:ext cx="16901" cy="16901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0 h 12"/>
                <a:gd name="T4" fmla="*/ 12 w 12"/>
                <a:gd name="T5" fmla="*/ 7 h 12"/>
                <a:gd name="T6" fmla="*/ 7 w 12"/>
                <a:gd name="T7" fmla="*/ 12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lnTo>
                    <a:pt x="5" y="0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5" name="Rectangle 159"/>
            <p:cNvSpPr>
              <a:spLocks noChangeArrowheads="1"/>
            </p:cNvSpPr>
            <p:nvPr/>
          </p:nvSpPr>
          <p:spPr bwMode="auto">
            <a:xfrm>
              <a:off x="3767628" y="2275352"/>
              <a:ext cx="18310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6" name="Rectangle 160"/>
            <p:cNvSpPr>
              <a:spLocks noChangeArrowheads="1"/>
            </p:cNvSpPr>
            <p:nvPr/>
          </p:nvSpPr>
          <p:spPr bwMode="auto">
            <a:xfrm>
              <a:off x="3729599" y="2275352"/>
              <a:ext cx="19718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7" name="Rectangle 161"/>
            <p:cNvSpPr>
              <a:spLocks noChangeArrowheads="1"/>
            </p:cNvSpPr>
            <p:nvPr/>
          </p:nvSpPr>
          <p:spPr bwMode="auto">
            <a:xfrm>
              <a:off x="3847908" y="2261268"/>
              <a:ext cx="9860" cy="183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Rectangle 162"/>
            <p:cNvSpPr>
              <a:spLocks noChangeArrowheads="1"/>
            </p:cNvSpPr>
            <p:nvPr/>
          </p:nvSpPr>
          <p:spPr bwMode="auto">
            <a:xfrm>
              <a:off x="3847908" y="2299296"/>
              <a:ext cx="9860" cy="183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9" name="Freeform 163"/>
            <p:cNvSpPr>
              <a:spLocks/>
            </p:cNvSpPr>
            <p:nvPr/>
          </p:nvSpPr>
          <p:spPr bwMode="auto">
            <a:xfrm>
              <a:off x="3859176" y="2266902"/>
              <a:ext cx="15493" cy="16901"/>
            </a:xfrm>
            <a:custGeom>
              <a:avLst/>
              <a:gdLst>
                <a:gd name="T0" fmla="*/ 5 w 11"/>
                <a:gd name="T1" fmla="*/ 12 h 12"/>
                <a:gd name="T2" fmla="*/ 0 w 11"/>
                <a:gd name="T3" fmla="*/ 7 h 12"/>
                <a:gd name="T4" fmla="*/ 6 w 11"/>
                <a:gd name="T5" fmla="*/ 0 h 12"/>
                <a:gd name="T6" fmla="*/ 11 w 11"/>
                <a:gd name="T7" fmla="*/ 5 h 12"/>
                <a:gd name="T8" fmla="*/ 5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5" y="12"/>
                  </a:moveTo>
                  <a:lnTo>
                    <a:pt x="0" y="7"/>
                  </a:lnTo>
                  <a:lnTo>
                    <a:pt x="6" y="0"/>
                  </a:lnTo>
                  <a:lnTo>
                    <a:pt x="11" y="5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0" name="Freeform 164"/>
            <p:cNvSpPr>
              <a:spLocks/>
            </p:cNvSpPr>
            <p:nvPr/>
          </p:nvSpPr>
          <p:spPr bwMode="auto">
            <a:xfrm>
              <a:off x="3829599" y="2295071"/>
              <a:ext cx="16901" cy="16901"/>
            </a:xfrm>
            <a:custGeom>
              <a:avLst/>
              <a:gdLst>
                <a:gd name="T0" fmla="*/ 6 w 12"/>
                <a:gd name="T1" fmla="*/ 12 h 12"/>
                <a:gd name="T2" fmla="*/ 0 w 12"/>
                <a:gd name="T3" fmla="*/ 7 h 12"/>
                <a:gd name="T4" fmla="*/ 7 w 12"/>
                <a:gd name="T5" fmla="*/ 0 h 12"/>
                <a:gd name="T6" fmla="*/ 12 w 12"/>
                <a:gd name="T7" fmla="*/ 5 h 12"/>
                <a:gd name="T8" fmla="*/ 6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2" y="5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1" name="Freeform 165"/>
            <p:cNvSpPr>
              <a:spLocks/>
            </p:cNvSpPr>
            <p:nvPr/>
          </p:nvSpPr>
          <p:spPr bwMode="auto">
            <a:xfrm>
              <a:off x="3859176" y="2295071"/>
              <a:ext cx="15493" cy="16901"/>
            </a:xfrm>
            <a:custGeom>
              <a:avLst/>
              <a:gdLst>
                <a:gd name="T0" fmla="*/ 11 w 11"/>
                <a:gd name="T1" fmla="*/ 7 h 12"/>
                <a:gd name="T2" fmla="*/ 6 w 11"/>
                <a:gd name="T3" fmla="*/ 12 h 12"/>
                <a:gd name="T4" fmla="*/ 0 w 11"/>
                <a:gd name="T5" fmla="*/ 5 h 12"/>
                <a:gd name="T6" fmla="*/ 5 w 11"/>
                <a:gd name="T7" fmla="*/ 0 h 12"/>
                <a:gd name="T8" fmla="*/ 11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lnTo>
                    <a:pt x="6" y="12"/>
                  </a:lnTo>
                  <a:lnTo>
                    <a:pt x="0" y="5"/>
                  </a:lnTo>
                  <a:lnTo>
                    <a:pt x="5" y="0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2" name="Freeform 166"/>
            <p:cNvSpPr>
              <a:spLocks/>
            </p:cNvSpPr>
            <p:nvPr/>
          </p:nvSpPr>
          <p:spPr bwMode="auto">
            <a:xfrm>
              <a:off x="3829599" y="2266902"/>
              <a:ext cx="16901" cy="16901"/>
            </a:xfrm>
            <a:custGeom>
              <a:avLst/>
              <a:gdLst>
                <a:gd name="T0" fmla="*/ 0 w 12"/>
                <a:gd name="T1" fmla="*/ 5 h 12"/>
                <a:gd name="T2" fmla="*/ 6 w 12"/>
                <a:gd name="T3" fmla="*/ 0 h 12"/>
                <a:gd name="T4" fmla="*/ 12 w 12"/>
                <a:gd name="T5" fmla="*/ 7 h 12"/>
                <a:gd name="T6" fmla="*/ 7 w 12"/>
                <a:gd name="T7" fmla="*/ 12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lnTo>
                    <a:pt x="6" y="0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Rectangle 167"/>
            <p:cNvSpPr>
              <a:spLocks noChangeArrowheads="1"/>
            </p:cNvSpPr>
            <p:nvPr/>
          </p:nvSpPr>
          <p:spPr bwMode="auto">
            <a:xfrm>
              <a:off x="3861993" y="2285212"/>
              <a:ext cx="19718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Rectangle 168"/>
            <p:cNvSpPr>
              <a:spLocks noChangeArrowheads="1"/>
            </p:cNvSpPr>
            <p:nvPr/>
          </p:nvSpPr>
          <p:spPr bwMode="auto">
            <a:xfrm>
              <a:off x="3823965" y="2285212"/>
              <a:ext cx="19718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9" name="Группа 418"/>
          <p:cNvGrpSpPr/>
          <p:nvPr/>
        </p:nvGrpSpPr>
        <p:grpSpPr>
          <a:xfrm>
            <a:off x="4036639" y="2062679"/>
            <a:ext cx="302815" cy="254927"/>
            <a:chOff x="4036639" y="2062679"/>
            <a:chExt cx="302815" cy="254927"/>
          </a:xfrm>
        </p:grpSpPr>
        <p:sp>
          <p:nvSpPr>
            <p:cNvPr id="165" name="Freeform 169"/>
            <p:cNvSpPr>
              <a:spLocks noEditPoints="1"/>
            </p:cNvSpPr>
            <p:nvPr/>
          </p:nvSpPr>
          <p:spPr bwMode="auto">
            <a:xfrm>
              <a:off x="4036639" y="2062679"/>
              <a:ext cx="302815" cy="178872"/>
            </a:xfrm>
            <a:custGeom>
              <a:avLst/>
              <a:gdLst>
                <a:gd name="T0" fmla="*/ 21 w 256"/>
                <a:gd name="T1" fmla="*/ 100 h 152"/>
                <a:gd name="T2" fmla="*/ 20 w 256"/>
                <a:gd name="T3" fmla="*/ 112 h 152"/>
                <a:gd name="T4" fmla="*/ 60 w 256"/>
                <a:gd name="T5" fmla="*/ 152 h 152"/>
                <a:gd name="T6" fmla="*/ 224 w 256"/>
                <a:gd name="T7" fmla="*/ 152 h 152"/>
                <a:gd name="T8" fmla="*/ 256 w 256"/>
                <a:gd name="T9" fmla="*/ 120 h 152"/>
                <a:gd name="T10" fmla="*/ 228 w 256"/>
                <a:gd name="T11" fmla="*/ 80 h 152"/>
                <a:gd name="T12" fmla="*/ 144 w 256"/>
                <a:gd name="T13" fmla="*/ 8 h 152"/>
                <a:gd name="T14" fmla="*/ 99 w 256"/>
                <a:gd name="T15" fmla="*/ 20 h 152"/>
                <a:gd name="T16" fmla="*/ 56 w 256"/>
                <a:gd name="T17" fmla="*/ 0 h 152"/>
                <a:gd name="T18" fmla="*/ 0 w 256"/>
                <a:gd name="T19" fmla="*/ 56 h 152"/>
                <a:gd name="T20" fmla="*/ 9 w 256"/>
                <a:gd name="T21" fmla="*/ 86 h 152"/>
                <a:gd name="T22" fmla="*/ 21 w 256"/>
                <a:gd name="T23" fmla="*/ 100 h 152"/>
                <a:gd name="T24" fmla="*/ 220 w 256"/>
                <a:gd name="T25" fmla="*/ 84 h 152"/>
                <a:gd name="T26" fmla="*/ 220 w 256"/>
                <a:gd name="T27" fmla="*/ 88 h 152"/>
                <a:gd name="T28" fmla="*/ 224 w 256"/>
                <a:gd name="T29" fmla="*/ 88 h 152"/>
                <a:gd name="T30" fmla="*/ 248 w 256"/>
                <a:gd name="T31" fmla="*/ 120 h 152"/>
                <a:gd name="T32" fmla="*/ 224 w 256"/>
                <a:gd name="T33" fmla="*/ 144 h 152"/>
                <a:gd name="T34" fmla="*/ 60 w 256"/>
                <a:gd name="T35" fmla="*/ 144 h 152"/>
                <a:gd name="T36" fmla="*/ 28 w 256"/>
                <a:gd name="T37" fmla="*/ 112 h 152"/>
                <a:gd name="T38" fmla="*/ 60 w 256"/>
                <a:gd name="T39" fmla="*/ 76 h 152"/>
                <a:gd name="T40" fmla="*/ 71 w 256"/>
                <a:gd name="T41" fmla="*/ 76 h 152"/>
                <a:gd name="T42" fmla="*/ 72 w 256"/>
                <a:gd name="T43" fmla="*/ 73 h 152"/>
                <a:gd name="T44" fmla="*/ 144 w 256"/>
                <a:gd name="T45" fmla="*/ 16 h 152"/>
                <a:gd name="T46" fmla="*/ 220 w 256"/>
                <a:gd name="T47" fmla="*/ 84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4 w 256"/>
                <a:gd name="T57" fmla="*/ 92 h 152"/>
                <a:gd name="T58" fmla="*/ 15 w 256"/>
                <a:gd name="T59" fmla="*/ 82 h 152"/>
                <a:gd name="T60" fmla="*/ 8 w 256"/>
                <a:gd name="T61" fmla="*/ 56 h 152"/>
                <a:gd name="T62" fmla="*/ 56 w 256"/>
                <a:gd name="T63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1" y="100"/>
                  </a:moveTo>
                  <a:cubicBezTo>
                    <a:pt x="20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7" y="8"/>
                    <a:pt x="112" y="12"/>
                    <a:pt x="99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2" y="91"/>
                    <a:pt x="16" y="96"/>
                    <a:pt x="21" y="100"/>
                  </a:cubicBezTo>
                  <a:close/>
                  <a:moveTo>
                    <a:pt x="220" y="84"/>
                  </a:move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4"/>
                    <a:pt x="238" y="144"/>
                    <a:pt x="224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2" y="76"/>
                    <a:pt x="60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8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lose/>
                  <a:moveTo>
                    <a:pt x="56" y="8"/>
                  </a:moveTo>
                  <a:cubicBezTo>
                    <a:pt x="70" y="8"/>
                    <a:pt x="84" y="14"/>
                    <a:pt x="93" y="25"/>
                  </a:cubicBezTo>
                  <a:cubicBezTo>
                    <a:pt x="79" y="36"/>
                    <a:pt x="69" y="50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4" y="68"/>
                    <a:pt x="31" y="78"/>
                    <a:pt x="24" y="92"/>
                  </a:cubicBezTo>
                  <a:cubicBezTo>
                    <a:pt x="21" y="89"/>
                    <a:pt x="18" y="85"/>
                    <a:pt x="15" y="82"/>
                  </a:cubicBezTo>
                  <a:cubicBezTo>
                    <a:pt x="10" y="74"/>
                    <a:pt x="8" y="65"/>
                    <a:pt x="8" y="56"/>
                  </a:cubicBezTo>
                  <a:cubicBezTo>
                    <a:pt x="8" y="29"/>
                    <a:pt x="29" y="8"/>
                    <a:pt x="56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Rectangle 170"/>
            <p:cNvSpPr>
              <a:spLocks noChangeArrowheads="1"/>
            </p:cNvSpPr>
            <p:nvPr/>
          </p:nvSpPr>
          <p:spPr bwMode="auto">
            <a:xfrm>
              <a:off x="4146497" y="2251409"/>
              <a:ext cx="8451" cy="197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7" name="Rectangle 171"/>
            <p:cNvSpPr>
              <a:spLocks noChangeArrowheads="1"/>
            </p:cNvSpPr>
            <p:nvPr/>
          </p:nvSpPr>
          <p:spPr bwMode="auto">
            <a:xfrm>
              <a:off x="4146497" y="2289437"/>
              <a:ext cx="8451" cy="197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8" name="Freeform 172"/>
            <p:cNvSpPr>
              <a:spLocks/>
            </p:cNvSpPr>
            <p:nvPr/>
          </p:nvSpPr>
          <p:spPr bwMode="auto">
            <a:xfrm>
              <a:off x="4156357" y="2257043"/>
              <a:ext cx="16901" cy="16901"/>
            </a:xfrm>
            <a:custGeom>
              <a:avLst/>
              <a:gdLst>
                <a:gd name="T0" fmla="*/ 7 w 12"/>
                <a:gd name="T1" fmla="*/ 0 h 12"/>
                <a:gd name="T2" fmla="*/ 12 w 12"/>
                <a:gd name="T3" fmla="*/ 5 h 12"/>
                <a:gd name="T4" fmla="*/ 5 w 12"/>
                <a:gd name="T5" fmla="*/ 12 h 12"/>
                <a:gd name="T6" fmla="*/ 0 w 12"/>
                <a:gd name="T7" fmla="*/ 7 h 12"/>
                <a:gd name="T8" fmla="*/ 7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lnTo>
                    <a:pt x="12" y="5"/>
                  </a:lnTo>
                  <a:lnTo>
                    <a:pt x="5" y="1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9" name="Freeform 173"/>
            <p:cNvSpPr>
              <a:spLocks/>
            </p:cNvSpPr>
            <p:nvPr/>
          </p:nvSpPr>
          <p:spPr bwMode="auto">
            <a:xfrm>
              <a:off x="4128188" y="2286620"/>
              <a:ext cx="16901" cy="15493"/>
            </a:xfrm>
            <a:custGeom>
              <a:avLst/>
              <a:gdLst>
                <a:gd name="T0" fmla="*/ 7 w 12"/>
                <a:gd name="T1" fmla="*/ 0 h 11"/>
                <a:gd name="T2" fmla="*/ 12 w 12"/>
                <a:gd name="T3" fmla="*/ 5 h 11"/>
                <a:gd name="T4" fmla="*/ 5 w 12"/>
                <a:gd name="T5" fmla="*/ 11 h 11"/>
                <a:gd name="T6" fmla="*/ 0 w 12"/>
                <a:gd name="T7" fmla="*/ 6 h 11"/>
                <a:gd name="T8" fmla="*/ 7 w 12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7" y="0"/>
                  </a:moveTo>
                  <a:lnTo>
                    <a:pt x="12" y="5"/>
                  </a:lnTo>
                  <a:lnTo>
                    <a:pt x="5" y="11"/>
                  </a:lnTo>
                  <a:lnTo>
                    <a:pt x="0" y="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0" name="Freeform 174"/>
            <p:cNvSpPr>
              <a:spLocks/>
            </p:cNvSpPr>
            <p:nvPr/>
          </p:nvSpPr>
          <p:spPr bwMode="auto">
            <a:xfrm>
              <a:off x="4156357" y="2286620"/>
              <a:ext cx="16901" cy="15493"/>
            </a:xfrm>
            <a:custGeom>
              <a:avLst/>
              <a:gdLst>
                <a:gd name="T0" fmla="*/ 12 w 12"/>
                <a:gd name="T1" fmla="*/ 6 h 11"/>
                <a:gd name="T2" fmla="*/ 7 w 12"/>
                <a:gd name="T3" fmla="*/ 11 h 11"/>
                <a:gd name="T4" fmla="*/ 0 w 12"/>
                <a:gd name="T5" fmla="*/ 5 h 11"/>
                <a:gd name="T6" fmla="*/ 5 w 12"/>
                <a:gd name="T7" fmla="*/ 0 h 11"/>
                <a:gd name="T8" fmla="*/ 12 w 12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lnTo>
                    <a:pt x="7" y="11"/>
                  </a:lnTo>
                  <a:lnTo>
                    <a:pt x="0" y="5"/>
                  </a:lnTo>
                  <a:lnTo>
                    <a:pt x="5" y="0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1" name="Freeform 175"/>
            <p:cNvSpPr>
              <a:spLocks/>
            </p:cNvSpPr>
            <p:nvPr/>
          </p:nvSpPr>
          <p:spPr bwMode="auto">
            <a:xfrm>
              <a:off x="4128188" y="2257043"/>
              <a:ext cx="16901" cy="16901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0 h 12"/>
                <a:gd name="T4" fmla="*/ 12 w 12"/>
                <a:gd name="T5" fmla="*/ 7 h 12"/>
                <a:gd name="T6" fmla="*/ 7 w 12"/>
                <a:gd name="T7" fmla="*/ 12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lnTo>
                    <a:pt x="5" y="0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2" name="Rectangle 176"/>
            <p:cNvSpPr>
              <a:spLocks noChangeArrowheads="1"/>
            </p:cNvSpPr>
            <p:nvPr/>
          </p:nvSpPr>
          <p:spPr bwMode="auto">
            <a:xfrm>
              <a:off x="4160582" y="2275352"/>
              <a:ext cx="18310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3" name="Rectangle 177"/>
            <p:cNvSpPr>
              <a:spLocks noChangeArrowheads="1"/>
            </p:cNvSpPr>
            <p:nvPr/>
          </p:nvSpPr>
          <p:spPr bwMode="auto">
            <a:xfrm>
              <a:off x="4122554" y="2275352"/>
              <a:ext cx="18310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Rectangle 178"/>
            <p:cNvSpPr>
              <a:spLocks noChangeArrowheads="1"/>
            </p:cNvSpPr>
            <p:nvPr/>
          </p:nvSpPr>
          <p:spPr bwMode="auto">
            <a:xfrm>
              <a:off x="4240863" y="2261268"/>
              <a:ext cx="9860" cy="183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5" name="Rectangle 179"/>
            <p:cNvSpPr>
              <a:spLocks noChangeArrowheads="1"/>
            </p:cNvSpPr>
            <p:nvPr/>
          </p:nvSpPr>
          <p:spPr bwMode="auto">
            <a:xfrm>
              <a:off x="4240863" y="2299296"/>
              <a:ext cx="9860" cy="183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Freeform 180"/>
            <p:cNvSpPr>
              <a:spLocks/>
            </p:cNvSpPr>
            <p:nvPr/>
          </p:nvSpPr>
          <p:spPr bwMode="auto">
            <a:xfrm>
              <a:off x="4250722" y="2266902"/>
              <a:ext cx="16901" cy="16901"/>
            </a:xfrm>
            <a:custGeom>
              <a:avLst/>
              <a:gdLst>
                <a:gd name="T0" fmla="*/ 7 w 12"/>
                <a:gd name="T1" fmla="*/ 0 h 12"/>
                <a:gd name="T2" fmla="*/ 12 w 12"/>
                <a:gd name="T3" fmla="*/ 5 h 12"/>
                <a:gd name="T4" fmla="*/ 5 w 12"/>
                <a:gd name="T5" fmla="*/ 12 h 12"/>
                <a:gd name="T6" fmla="*/ 0 w 12"/>
                <a:gd name="T7" fmla="*/ 7 h 12"/>
                <a:gd name="T8" fmla="*/ 7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lnTo>
                    <a:pt x="12" y="5"/>
                  </a:lnTo>
                  <a:lnTo>
                    <a:pt x="5" y="1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Freeform 181"/>
            <p:cNvSpPr>
              <a:spLocks/>
            </p:cNvSpPr>
            <p:nvPr/>
          </p:nvSpPr>
          <p:spPr bwMode="auto">
            <a:xfrm>
              <a:off x="4222553" y="2295071"/>
              <a:ext cx="16901" cy="16901"/>
            </a:xfrm>
            <a:custGeom>
              <a:avLst/>
              <a:gdLst>
                <a:gd name="T0" fmla="*/ 7 w 12"/>
                <a:gd name="T1" fmla="*/ 0 h 12"/>
                <a:gd name="T2" fmla="*/ 12 w 12"/>
                <a:gd name="T3" fmla="*/ 5 h 12"/>
                <a:gd name="T4" fmla="*/ 5 w 12"/>
                <a:gd name="T5" fmla="*/ 12 h 12"/>
                <a:gd name="T6" fmla="*/ 0 w 12"/>
                <a:gd name="T7" fmla="*/ 7 h 12"/>
                <a:gd name="T8" fmla="*/ 7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lnTo>
                    <a:pt x="12" y="5"/>
                  </a:lnTo>
                  <a:lnTo>
                    <a:pt x="5" y="1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8" name="Freeform 182"/>
            <p:cNvSpPr>
              <a:spLocks/>
            </p:cNvSpPr>
            <p:nvPr/>
          </p:nvSpPr>
          <p:spPr bwMode="auto">
            <a:xfrm>
              <a:off x="4250722" y="2295071"/>
              <a:ext cx="16901" cy="16901"/>
            </a:xfrm>
            <a:custGeom>
              <a:avLst/>
              <a:gdLst>
                <a:gd name="T0" fmla="*/ 12 w 12"/>
                <a:gd name="T1" fmla="*/ 7 h 12"/>
                <a:gd name="T2" fmla="*/ 7 w 12"/>
                <a:gd name="T3" fmla="*/ 12 h 12"/>
                <a:gd name="T4" fmla="*/ 0 w 12"/>
                <a:gd name="T5" fmla="*/ 5 h 12"/>
                <a:gd name="T6" fmla="*/ 5 w 12"/>
                <a:gd name="T7" fmla="*/ 0 h 12"/>
                <a:gd name="T8" fmla="*/ 12 w 12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lnTo>
                    <a:pt x="7" y="12"/>
                  </a:lnTo>
                  <a:lnTo>
                    <a:pt x="0" y="5"/>
                  </a:lnTo>
                  <a:lnTo>
                    <a:pt x="5" y="0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9" name="Freeform 183"/>
            <p:cNvSpPr>
              <a:spLocks/>
            </p:cNvSpPr>
            <p:nvPr/>
          </p:nvSpPr>
          <p:spPr bwMode="auto">
            <a:xfrm>
              <a:off x="4222553" y="2266902"/>
              <a:ext cx="16901" cy="16901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0 h 12"/>
                <a:gd name="T4" fmla="*/ 12 w 12"/>
                <a:gd name="T5" fmla="*/ 7 h 12"/>
                <a:gd name="T6" fmla="*/ 7 w 12"/>
                <a:gd name="T7" fmla="*/ 12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lnTo>
                    <a:pt x="5" y="0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0" name="Rectangle 184"/>
            <p:cNvSpPr>
              <a:spLocks noChangeArrowheads="1"/>
            </p:cNvSpPr>
            <p:nvPr/>
          </p:nvSpPr>
          <p:spPr bwMode="auto">
            <a:xfrm>
              <a:off x="4254947" y="2285212"/>
              <a:ext cx="18310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Rectangle 185"/>
            <p:cNvSpPr>
              <a:spLocks noChangeArrowheads="1"/>
            </p:cNvSpPr>
            <p:nvPr/>
          </p:nvSpPr>
          <p:spPr bwMode="auto">
            <a:xfrm>
              <a:off x="4216919" y="2285212"/>
              <a:ext cx="18310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6" name="Группа 415"/>
          <p:cNvGrpSpPr/>
          <p:nvPr/>
        </p:nvGrpSpPr>
        <p:grpSpPr>
          <a:xfrm>
            <a:off x="2857777" y="2048594"/>
            <a:ext cx="302815" cy="283096"/>
            <a:chOff x="2857777" y="2048594"/>
            <a:chExt cx="302815" cy="283096"/>
          </a:xfrm>
        </p:grpSpPr>
        <p:sp>
          <p:nvSpPr>
            <p:cNvPr id="182" name="Freeform 186"/>
            <p:cNvSpPr>
              <a:spLocks noEditPoints="1"/>
            </p:cNvSpPr>
            <p:nvPr/>
          </p:nvSpPr>
          <p:spPr bwMode="auto">
            <a:xfrm>
              <a:off x="2857777" y="2048594"/>
              <a:ext cx="302815" cy="184506"/>
            </a:xfrm>
            <a:custGeom>
              <a:avLst/>
              <a:gdLst>
                <a:gd name="T0" fmla="*/ 44 w 256"/>
                <a:gd name="T1" fmla="*/ 156 h 156"/>
                <a:gd name="T2" fmla="*/ 220 w 256"/>
                <a:gd name="T3" fmla="*/ 156 h 156"/>
                <a:gd name="T4" fmla="*/ 256 w 256"/>
                <a:gd name="T5" fmla="*/ 120 h 156"/>
                <a:gd name="T6" fmla="*/ 224 w 256"/>
                <a:gd name="T7" fmla="*/ 80 h 156"/>
                <a:gd name="T8" fmla="*/ 136 w 256"/>
                <a:gd name="T9" fmla="*/ 0 h 156"/>
                <a:gd name="T10" fmla="*/ 49 w 256"/>
                <a:gd name="T11" fmla="*/ 64 h 156"/>
                <a:gd name="T12" fmla="*/ 44 w 256"/>
                <a:gd name="T13" fmla="*/ 64 h 156"/>
                <a:gd name="T14" fmla="*/ 0 w 256"/>
                <a:gd name="T15" fmla="*/ 112 h 156"/>
                <a:gd name="T16" fmla="*/ 44 w 256"/>
                <a:gd name="T17" fmla="*/ 156 h 156"/>
                <a:gd name="T18" fmla="*/ 44 w 256"/>
                <a:gd name="T19" fmla="*/ 72 h 156"/>
                <a:gd name="T20" fmla="*/ 56 w 256"/>
                <a:gd name="T21" fmla="*/ 72 h 156"/>
                <a:gd name="T22" fmla="*/ 56 w 256"/>
                <a:gd name="T23" fmla="*/ 69 h 156"/>
                <a:gd name="T24" fmla="*/ 136 w 256"/>
                <a:gd name="T25" fmla="*/ 8 h 156"/>
                <a:gd name="T26" fmla="*/ 216 w 256"/>
                <a:gd name="T27" fmla="*/ 84 h 156"/>
                <a:gd name="T28" fmla="*/ 216 w 256"/>
                <a:gd name="T29" fmla="*/ 88 h 156"/>
                <a:gd name="T30" fmla="*/ 220 w 256"/>
                <a:gd name="T31" fmla="*/ 88 h 156"/>
                <a:gd name="T32" fmla="*/ 248 w 256"/>
                <a:gd name="T33" fmla="*/ 120 h 156"/>
                <a:gd name="T34" fmla="*/ 220 w 256"/>
                <a:gd name="T35" fmla="*/ 148 h 156"/>
                <a:gd name="T36" fmla="*/ 44 w 256"/>
                <a:gd name="T37" fmla="*/ 148 h 156"/>
                <a:gd name="T38" fmla="*/ 8 w 256"/>
                <a:gd name="T39" fmla="*/ 112 h 156"/>
                <a:gd name="T40" fmla="*/ 44 w 256"/>
                <a:gd name="T41" fmla="*/ 7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44" y="156"/>
                  </a:moveTo>
                  <a:cubicBezTo>
                    <a:pt x="220" y="156"/>
                    <a:pt x="220" y="156"/>
                    <a:pt x="220" y="156"/>
                  </a:cubicBezTo>
                  <a:cubicBezTo>
                    <a:pt x="241" y="156"/>
                    <a:pt x="256" y="140"/>
                    <a:pt x="256" y="120"/>
                  </a:cubicBezTo>
                  <a:cubicBezTo>
                    <a:pt x="256" y="102"/>
                    <a:pt x="244" y="82"/>
                    <a:pt x="224" y="80"/>
                  </a:cubicBezTo>
                  <a:cubicBezTo>
                    <a:pt x="222" y="35"/>
                    <a:pt x="184" y="0"/>
                    <a:pt x="136" y="0"/>
                  </a:cubicBezTo>
                  <a:cubicBezTo>
                    <a:pt x="94" y="0"/>
                    <a:pt x="58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1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lose/>
                  <a:moveTo>
                    <a:pt x="44" y="72"/>
                  </a:move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3"/>
                    <a:pt x="97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7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4" y="148"/>
                    <a:pt x="8" y="132"/>
                    <a:pt x="8" y="112"/>
                  </a:cubicBezTo>
                  <a:cubicBezTo>
                    <a:pt x="8" y="90"/>
                    <a:pt x="25" y="72"/>
                    <a:pt x="44" y="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Rectangle 187"/>
            <p:cNvSpPr>
              <a:spLocks noChangeArrowheads="1"/>
            </p:cNvSpPr>
            <p:nvPr/>
          </p:nvSpPr>
          <p:spPr bwMode="auto">
            <a:xfrm>
              <a:off x="2957775" y="2241550"/>
              <a:ext cx="9860" cy="2394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4" name="Rectangle 188"/>
            <p:cNvSpPr>
              <a:spLocks noChangeArrowheads="1"/>
            </p:cNvSpPr>
            <p:nvPr/>
          </p:nvSpPr>
          <p:spPr bwMode="auto">
            <a:xfrm>
              <a:off x="2957775" y="2285212"/>
              <a:ext cx="9860" cy="2394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5" name="Freeform 189"/>
            <p:cNvSpPr>
              <a:spLocks/>
            </p:cNvSpPr>
            <p:nvPr/>
          </p:nvSpPr>
          <p:spPr bwMode="auto">
            <a:xfrm>
              <a:off x="2969043" y="2248593"/>
              <a:ext cx="21127" cy="21127"/>
            </a:xfrm>
            <a:custGeom>
              <a:avLst/>
              <a:gdLst>
                <a:gd name="T0" fmla="*/ 10 w 15"/>
                <a:gd name="T1" fmla="*/ 0 h 15"/>
                <a:gd name="T2" fmla="*/ 15 w 15"/>
                <a:gd name="T3" fmla="*/ 5 h 15"/>
                <a:gd name="T4" fmla="*/ 4 w 15"/>
                <a:gd name="T5" fmla="*/ 15 h 15"/>
                <a:gd name="T6" fmla="*/ 0 w 15"/>
                <a:gd name="T7" fmla="*/ 10 h 15"/>
                <a:gd name="T8" fmla="*/ 10 w 1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0" y="0"/>
                  </a:moveTo>
                  <a:lnTo>
                    <a:pt x="15" y="5"/>
                  </a:lnTo>
                  <a:lnTo>
                    <a:pt x="4" y="15"/>
                  </a:lnTo>
                  <a:lnTo>
                    <a:pt x="0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6" name="Freeform 190"/>
            <p:cNvSpPr>
              <a:spLocks/>
            </p:cNvSpPr>
            <p:nvPr/>
          </p:nvSpPr>
          <p:spPr bwMode="auto">
            <a:xfrm>
              <a:off x="2936649" y="2280986"/>
              <a:ext cx="19718" cy="21127"/>
            </a:xfrm>
            <a:custGeom>
              <a:avLst/>
              <a:gdLst>
                <a:gd name="T0" fmla="*/ 10 w 14"/>
                <a:gd name="T1" fmla="*/ 0 h 15"/>
                <a:gd name="T2" fmla="*/ 14 w 14"/>
                <a:gd name="T3" fmla="*/ 5 h 15"/>
                <a:gd name="T4" fmla="*/ 4 w 14"/>
                <a:gd name="T5" fmla="*/ 15 h 15"/>
                <a:gd name="T6" fmla="*/ 0 w 14"/>
                <a:gd name="T7" fmla="*/ 10 h 15"/>
                <a:gd name="T8" fmla="*/ 10 w 14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10" y="0"/>
                  </a:moveTo>
                  <a:lnTo>
                    <a:pt x="14" y="5"/>
                  </a:lnTo>
                  <a:lnTo>
                    <a:pt x="4" y="15"/>
                  </a:lnTo>
                  <a:lnTo>
                    <a:pt x="0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7" name="Freeform 191"/>
            <p:cNvSpPr>
              <a:spLocks/>
            </p:cNvSpPr>
            <p:nvPr/>
          </p:nvSpPr>
          <p:spPr bwMode="auto">
            <a:xfrm>
              <a:off x="2969043" y="2280986"/>
              <a:ext cx="21127" cy="21127"/>
            </a:xfrm>
            <a:custGeom>
              <a:avLst/>
              <a:gdLst>
                <a:gd name="T0" fmla="*/ 15 w 15"/>
                <a:gd name="T1" fmla="*/ 10 h 15"/>
                <a:gd name="T2" fmla="*/ 10 w 15"/>
                <a:gd name="T3" fmla="*/ 15 h 15"/>
                <a:gd name="T4" fmla="*/ 0 w 15"/>
                <a:gd name="T5" fmla="*/ 5 h 15"/>
                <a:gd name="T6" fmla="*/ 4 w 15"/>
                <a:gd name="T7" fmla="*/ 0 h 15"/>
                <a:gd name="T8" fmla="*/ 15 w 15"/>
                <a:gd name="T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5" y="10"/>
                  </a:moveTo>
                  <a:lnTo>
                    <a:pt x="10" y="15"/>
                  </a:lnTo>
                  <a:lnTo>
                    <a:pt x="0" y="5"/>
                  </a:lnTo>
                  <a:lnTo>
                    <a:pt x="4" y="0"/>
                  </a:lnTo>
                  <a:lnTo>
                    <a:pt x="1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8" name="Freeform 192"/>
            <p:cNvSpPr>
              <a:spLocks/>
            </p:cNvSpPr>
            <p:nvPr/>
          </p:nvSpPr>
          <p:spPr bwMode="auto">
            <a:xfrm>
              <a:off x="2936649" y="2248593"/>
              <a:ext cx="19718" cy="21127"/>
            </a:xfrm>
            <a:custGeom>
              <a:avLst/>
              <a:gdLst>
                <a:gd name="T0" fmla="*/ 0 w 14"/>
                <a:gd name="T1" fmla="*/ 5 h 15"/>
                <a:gd name="T2" fmla="*/ 4 w 14"/>
                <a:gd name="T3" fmla="*/ 0 h 15"/>
                <a:gd name="T4" fmla="*/ 14 w 14"/>
                <a:gd name="T5" fmla="*/ 10 h 15"/>
                <a:gd name="T6" fmla="*/ 10 w 14"/>
                <a:gd name="T7" fmla="*/ 15 h 15"/>
                <a:gd name="T8" fmla="*/ 0 w 14"/>
                <a:gd name="T9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0" y="5"/>
                  </a:moveTo>
                  <a:lnTo>
                    <a:pt x="4" y="0"/>
                  </a:lnTo>
                  <a:lnTo>
                    <a:pt x="14" y="10"/>
                  </a:lnTo>
                  <a:lnTo>
                    <a:pt x="10" y="1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9" name="Rectangle 193"/>
            <p:cNvSpPr>
              <a:spLocks noChangeArrowheads="1"/>
            </p:cNvSpPr>
            <p:nvPr/>
          </p:nvSpPr>
          <p:spPr bwMode="auto">
            <a:xfrm>
              <a:off x="2971860" y="2271128"/>
              <a:ext cx="23944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0" name="Rectangle 194"/>
            <p:cNvSpPr>
              <a:spLocks noChangeArrowheads="1"/>
            </p:cNvSpPr>
            <p:nvPr/>
          </p:nvSpPr>
          <p:spPr bwMode="auto">
            <a:xfrm>
              <a:off x="2929606" y="2271128"/>
              <a:ext cx="23944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1" name="Rectangle 195"/>
            <p:cNvSpPr>
              <a:spLocks noChangeArrowheads="1"/>
            </p:cNvSpPr>
            <p:nvPr/>
          </p:nvSpPr>
          <p:spPr bwMode="auto">
            <a:xfrm>
              <a:off x="3052141" y="2265494"/>
              <a:ext cx="9860" cy="2394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2" name="Rectangle 196"/>
            <p:cNvSpPr>
              <a:spLocks noChangeArrowheads="1"/>
            </p:cNvSpPr>
            <p:nvPr/>
          </p:nvSpPr>
          <p:spPr bwMode="auto">
            <a:xfrm>
              <a:off x="3052141" y="2309155"/>
              <a:ext cx="9860" cy="2253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3" name="Freeform 197"/>
            <p:cNvSpPr>
              <a:spLocks/>
            </p:cNvSpPr>
            <p:nvPr/>
          </p:nvSpPr>
          <p:spPr bwMode="auto">
            <a:xfrm>
              <a:off x="3063409" y="2271128"/>
              <a:ext cx="21127" cy="22535"/>
            </a:xfrm>
            <a:custGeom>
              <a:avLst/>
              <a:gdLst>
                <a:gd name="T0" fmla="*/ 11 w 15"/>
                <a:gd name="T1" fmla="*/ 0 h 16"/>
                <a:gd name="T2" fmla="*/ 15 w 15"/>
                <a:gd name="T3" fmla="*/ 6 h 16"/>
                <a:gd name="T4" fmla="*/ 5 w 15"/>
                <a:gd name="T5" fmla="*/ 16 h 16"/>
                <a:gd name="T6" fmla="*/ 0 w 15"/>
                <a:gd name="T7" fmla="*/ 11 h 16"/>
                <a:gd name="T8" fmla="*/ 11 w 15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1" y="0"/>
                  </a:moveTo>
                  <a:lnTo>
                    <a:pt x="15" y="6"/>
                  </a:lnTo>
                  <a:lnTo>
                    <a:pt x="5" y="16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Freeform 198"/>
            <p:cNvSpPr>
              <a:spLocks/>
            </p:cNvSpPr>
            <p:nvPr/>
          </p:nvSpPr>
          <p:spPr bwMode="auto">
            <a:xfrm>
              <a:off x="3031014" y="2304930"/>
              <a:ext cx="19718" cy="21127"/>
            </a:xfrm>
            <a:custGeom>
              <a:avLst/>
              <a:gdLst>
                <a:gd name="T0" fmla="*/ 10 w 14"/>
                <a:gd name="T1" fmla="*/ 0 h 15"/>
                <a:gd name="T2" fmla="*/ 14 w 14"/>
                <a:gd name="T3" fmla="*/ 5 h 15"/>
                <a:gd name="T4" fmla="*/ 4 w 14"/>
                <a:gd name="T5" fmla="*/ 15 h 15"/>
                <a:gd name="T6" fmla="*/ 0 w 14"/>
                <a:gd name="T7" fmla="*/ 10 h 15"/>
                <a:gd name="T8" fmla="*/ 10 w 14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10" y="0"/>
                  </a:moveTo>
                  <a:lnTo>
                    <a:pt x="14" y="5"/>
                  </a:lnTo>
                  <a:lnTo>
                    <a:pt x="4" y="15"/>
                  </a:lnTo>
                  <a:lnTo>
                    <a:pt x="0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5" name="Freeform 199"/>
            <p:cNvSpPr>
              <a:spLocks/>
            </p:cNvSpPr>
            <p:nvPr/>
          </p:nvSpPr>
          <p:spPr bwMode="auto">
            <a:xfrm>
              <a:off x="3063409" y="2304930"/>
              <a:ext cx="21127" cy="21127"/>
            </a:xfrm>
            <a:custGeom>
              <a:avLst/>
              <a:gdLst>
                <a:gd name="T0" fmla="*/ 15 w 15"/>
                <a:gd name="T1" fmla="*/ 10 h 15"/>
                <a:gd name="T2" fmla="*/ 11 w 15"/>
                <a:gd name="T3" fmla="*/ 15 h 15"/>
                <a:gd name="T4" fmla="*/ 0 w 15"/>
                <a:gd name="T5" fmla="*/ 5 h 15"/>
                <a:gd name="T6" fmla="*/ 5 w 15"/>
                <a:gd name="T7" fmla="*/ 0 h 15"/>
                <a:gd name="T8" fmla="*/ 15 w 15"/>
                <a:gd name="T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5" y="10"/>
                  </a:moveTo>
                  <a:lnTo>
                    <a:pt x="11" y="15"/>
                  </a:lnTo>
                  <a:lnTo>
                    <a:pt x="0" y="5"/>
                  </a:lnTo>
                  <a:lnTo>
                    <a:pt x="5" y="0"/>
                  </a:lnTo>
                  <a:lnTo>
                    <a:pt x="1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Freeform 200"/>
            <p:cNvSpPr>
              <a:spLocks/>
            </p:cNvSpPr>
            <p:nvPr/>
          </p:nvSpPr>
          <p:spPr bwMode="auto">
            <a:xfrm>
              <a:off x="3031014" y="2271128"/>
              <a:ext cx="19718" cy="22535"/>
            </a:xfrm>
            <a:custGeom>
              <a:avLst/>
              <a:gdLst>
                <a:gd name="T0" fmla="*/ 0 w 14"/>
                <a:gd name="T1" fmla="*/ 6 h 16"/>
                <a:gd name="T2" fmla="*/ 4 w 14"/>
                <a:gd name="T3" fmla="*/ 0 h 16"/>
                <a:gd name="T4" fmla="*/ 14 w 14"/>
                <a:gd name="T5" fmla="*/ 11 h 16"/>
                <a:gd name="T6" fmla="*/ 10 w 14"/>
                <a:gd name="T7" fmla="*/ 16 h 16"/>
                <a:gd name="T8" fmla="*/ 0 w 14"/>
                <a:gd name="T9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0" y="6"/>
                  </a:moveTo>
                  <a:lnTo>
                    <a:pt x="4" y="0"/>
                  </a:lnTo>
                  <a:lnTo>
                    <a:pt x="14" y="11"/>
                  </a:lnTo>
                  <a:lnTo>
                    <a:pt x="10" y="1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Rectangle 201"/>
            <p:cNvSpPr>
              <a:spLocks noChangeArrowheads="1"/>
            </p:cNvSpPr>
            <p:nvPr/>
          </p:nvSpPr>
          <p:spPr bwMode="auto">
            <a:xfrm>
              <a:off x="3066225" y="2293663"/>
              <a:ext cx="23944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8" name="Rectangle 202"/>
            <p:cNvSpPr>
              <a:spLocks noChangeArrowheads="1"/>
            </p:cNvSpPr>
            <p:nvPr/>
          </p:nvSpPr>
          <p:spPr bwMode="auto">
            <a:xfrm>
              <a:off x="3023972" y="2293663"/>
              <a:ext cx="23944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99" name="Freeform 203"/>
          <p:cNvSpPr>
            <a:spLocks/>
          </p:cNvSpPr>
          <p:nvPr/>
        </p:nvSpPr>
        <p:spPr bwMode="auto">
          <a:xfrm>
            <a:off x="4066217" y="3610552"/>
            <a:ext cx="245068" cy="302815"/>
          </a:xfrm>
          <a:custGeom>
            <a:avLst/>
            <a:gdLst>
              <a:gd name="T0" fmla="*/ 181 w 208"/>
              <a:gd name="T1" fmla="*/ 215 h 255"/>
              <a:gd name="T2" fmla="*/ 194 w 208"/>
              <a:gd name="T3" fmla="*/ 228 h 255"/>
              <a:gd name="T4" fmla="*/ 184 w 208"/>
              <a:gd name="T5" fmla="*/ 228 h 255"/>
              <a:gd name="T6" fmla="*/ 164 w 208"/>
              <a:gd name="T7" fmla="*/ 208 h 255"/>
              <a:gd name="T8" fmla="*/ 164 w 208"/>
              <a:gd name="T9" fmla="*/ 48 h 255"/>
              <a:gd name="T10" fmla="*/ 128 w 208"/>
              <a:gd name="T11" fmla="*/ 0 h 255"/>
              <a:gd name="T12" fmla="*/ 96 w 208"/>
              <a:gd name="T13" fmla="*/ 25 h 255"/>
              <a:gd name="T14" fmla="*/ 64 w 208"/>
              <a:gd name="T15" fmla="*/ 0 h 255"/>
              <a:gd name="T16" fmla="*/ 32 w 208"/>
              <a:gd name="T17" fmla="*/ 26 h 255"/>
              <a:gd name="T18" fmla="*/ 0 w 208"/>
              <a:gd name="T19" fmla="*/ 4 h 255"/>
              <a:gd name="T20" fmla="*/ 0 w 208"/>
              <a:gd name="T21" fmla="*/ 12 h 255"/>
              <a:gd name="T22" fmla="*/ 28 w 208"/>
              <a:gd name="T23" fmla="*/ 48 h 255"/>
              <a:gd name="T24" fmla="*/ 28 w 208"/>
              <a:gd name="T25" fmla="*/ 208 h 255"/>
              <a:gd name="T26" fmla="*/ 36 w 208"/>
              <a:gd name="T27" fmla="*/ 208 h 255"/>
              <a:gd name="T28" fmla="*/ 36 w 208"/>
              <a:gd name="T29" fmla="*/ 48 h 255"/>
              <a:gd name="T30" fmla="*/ 64 w 208"/>
              <a:gd name="T31" fmla="*/ 8 h 255"/>
              <a:gd name="T32" fmla="*/ 92 w 208"/>
              <a:gd name="T33" fmla="*/ 48 h 255"/>
              <a:gd name="T34" fmla="*/ 92 w 208"/>
              <a:gd name="T35" fmla="*/ 208 h 255"/>
              <a:gd name="T36" fmla="*/ 100 w 208"/>
              <a:gd name="T37" fmla="*/ 208 h 255"/>
              <a:gd name="T38" fmla="*/ 100 w 208"/>
              <a:gd name="T39" fmla="*/ 48 h 255"/>
              <a:gd name="T40" fmla="*/ 128 w 208"/>
              <a:gd name="T41" fmla="*/ 8 h 255"/>
              <a:gd name="T42" fmla="*/ 156 w 208"/>
              <a:gd name="T43" fmla="*/ 48 h 255"/>
              <a:gd name="T44" fmla="*/ 156 w 208"/>
              <a:gd name="T45" fmla="*/ 208 h 255"/>
              <a:gd name="T46" fmla="*/ 184 w 208"/>
              <a:gd name="T47" fmla="*/ 236 h 255"/>
              <a:gd name="T48" fmla="*/ 194 w 208"/>
              <a:gd name="T49" fmla="*/ 236 h 255"/>
              <a:gd name="T50" fmla="*/ 181 w 208"/>
              <a:gd name="T51" fmla="*/ 249 h 255"/>
              <a:gd name="T52" fmla="*/ 187 w 208"/>
              <a:gd name="T53" fmla="*/ 255 h 255"/>
              <a:gd name="T54" fmla="*/ 208 w 208"/>
              <a:gd name="T55" fmla="*/ 235 h 255"/>
              <a:gd name="T56" fmla="*/ 208 w 208"/>
              <a:gd name="T57" fmla="*/ 229 h 255"/>
              <a:gd name="T58" fmla="*/ 187 w 208"/>
              <a:gd name="T59" fmla="*/ 209 h 255"/>
              <a:gd name="T60" fmla="*/ 181 w 208"/>
              <a:gd name="T61" fmla="*/ 215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8" h="255">
                <a:moveTo>
                  <a:pt x="181" y="215"/>
                </a:moveTo>
                <a:cubicBezTo>
                  <a:pt x="194" y="228"/>
                  <a:pt x="194" y="228"/>
                  <a:pt x="194" y="228"/>
                </a:cubicBezTo>
                <a:cubicBezTo>
                  <a:pt x="184" y="228"/>
                  <a:pt x="184" y="228"/>
                  <a:pt x="184" y="228"/>
                </a:cubicBezTo>
                <a:cubicBezTo>
                  <a:pt x="165" y="228"/>
                  <a:pt x="164" y="210"/>
                  <a:pt x="164" y="208"/>
                </a:cubicBezTo>
                <a:cubicBezTo>
                  <a:pt x="164" y="48"/>
                  <a:pt x="164" y="48"/>
                  <a:pt x="164" y="48"/>
                </a:cubicBezTo>
                <a:cubicBezTo>
                  <a:pt x="164" y="31"/>
                  <a:pt x="156" y="0"/>
                  <a:pt x="128" y="0"/>
                </a:cubicBezTo>
                <a:cubicBezTo>
                  <a:pt x="110" y="0"/>
                  <a:pt x="100" y="12"/>
                  <a:pt x="96" y="25"/>
                </a:cubicBezTo>
                <a:cubicBezTo>
                  <a:pt x="91" y="12"/>
                  <a:pt x="81" y="0"/>
                  <a:pt x="64" y="0"/>
                </a:cubicBezTo>
                <a:cubicBezTo>
                  <a:pt x="46" y="0"/>
                  <a:pt x="36" y="13"/>
                  <a:pt x="32" y="26"/>
                </a:cubicBezTo>
                <a:cubicBezTo>
                  <a:pt x="27" y="15"/>
                  <a:pt x="17" y="4"/>
                  <a:pt x="0" y="4"/>
                </a:cubicBezTo>
                <a:cubicBezTo>
                  <a:pt x="0" y="12"/>
                  <a:pt x="0" y="12"/>
                  <a:pt x="0" y="12"/>
                </a:cubicBezTo>
                <a:cubicBezTo>
                  <a:pt x="27" y="12"/>
                  <a:pt x="28" y="46"/>
                  <a:pt x="28" y="48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36" y="208"/>
                  <a:pt x="36" y="208"/>
                  <a:pt x="36" y="20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6"/>
                  <a:pt x="37" y="8"/>
                  <a:pt x="64" y="8"/>
                </a:cubicBezTo>
                <a:cubicBezTo>
                  <a:pt x="91" y="8"/>
                  <a:pt x="92" y="46"/>
                  <a:pt x="92" y="4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0" y="46"/>
                  <a:pt x="100" y="8"/>
                  <a:pt x="128" y="8"/>
                </a:cubicBezTo>
                <a:cubicBezTo>
                  <a:pt x="155" y="8"/>
                  <a:pt x="156" y="46"/>
                  <a:pt x="156" y="48"/>
                </a:cubicBezTo>
                <a:cubicBezTo>
                  <a:pt x="156" y="208"/>
                  <a:pt x="156" y="208"/>
                  <a:pt x="156" y="208"/>
                </a:cubicBezTo>
                <a:cubicBezTo>
                  <a:pt x="156" y="218"/>
                  <a:pt x="162" y="236"/>
                  <a:pt x="184" y="236"/>
                </a:cubicBezTo>
                <a:cubicBezTo>
                  <a:pt x="194" y="236"/>
                  <a:pt x="194" y="236"/>
                  <a:pt x="194" y="236"/>
                </a:cubicBezTo>
                <a:cubicBezTo>
                  <a:pt x="181" y="249"/>
                  <a:pt x="181" y="249"/>
                  <a:pt x="181" y="249"/>
                </a:cubicBezTo>
                <a:cubicBezTo>
                  <a:pt x="187" y="255"/>
                  <a:pt x="187" y="255"/>
                  <a:pt x="187" y="255"/>
                </a:cubicBezTo>
                <a:cubicBezTo>
                  <a:pt x="208" y="235"/>
                  <a:pt x="208" y="235"/>
                  <a:pt x="208" y="235"/>
                </a:cubicBezTo>
                <a:cubicBezTo>
                  <a:pt x="208" y="229"/>
                  <a:pt x="208" y="229"/>
                  <a:pt x="208" y="229"/>
                </a:cubicBezTo>
                <a:cubicBezTo>
                  <a:pt x="187" y="209"/>
                  <a:pt x="187" y="209"/>
                  <a:pt x="187" y="209"/>
                </a:cubicBezTo>
                <a:lnTo>
                  <a:pt x="181" y="2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0" name="Freeform 204"/>
          <p:cNvSpPr>
            <a:spLocks/>
          </p:cNvSpPr>
          <p:nvPr/>
        </p:nvSpPr>
        <p:spPr bwMode="auto">
          <a:xfrm>
            <a:off x="4428185" y="3609144"/>
            <a:ext cx="305632" cy="305632"/>
          </a:xfrm>
          <a:custGeom>
            <a:avLst/>
            <a:gdLst>
              <a:gd name="T0" fmla="*/ 123 w 217"/>
              <a:gd name="T1" fmla="*/ 6 h 217"/>
              <a:gd name="T2" fmla="*/ 206 w 217"/>
              <a:gd name="T3" fmla="*/ 6 h 217"/>
              <a:gd name="T4" fmla="*/ 64 w 217"/>
              <a:gd name="T5" fmla="*/ 148 h 217"/>
              <a:gd name="T6" fmla="*/ 8 w 217"/>
              <a:gd name="T7" fmla="*/ 91 h 217"/>
              <a:gd name="T8" fmla="*/ 4 w 217"/>
              <a:gd name="T9" fmla="*/ 96 h 217"/>
              <a:gd name="T10" fmla="*/ 60 w 217"/>
              <a:gd name="T11" fmla="*/ 153 h 217"/>
              <a:gd name="T12" fmla="*/ 0 w 217"/>
              <a:gd name="T13" fmla="*/ 212 h 217"/>
              <a:gd name="T14" fmla="*/ 5 w 217"/>
              <a:gd name="T15" fmla="*/ 217 h 217"/>
              <a:gd name="T16" fmla="*/ 64 w 217"/>
              <a:gd name="T17" fmla="*/ 158 h 217"/>
              <a:gd name="T18" fmla="*/ 121 w 217"/>
              <a:gd name="T19" fmla="*/ 214 h 217"/>
              <a:gd name="T20" fmla="*/ 125 w 217"/>
              <a:gd name="T21" fmla="*/ 209 h 217"/>
              <a:gd name="T22" fmla="*/ 69 w 217"/>
              <a:gd name="T23" fmla="*/ 153 h 217"/>
              <a:gd name="T24" fmla="*/ 210 w 217"/>
              <a:gd name="T25" fmla="*/ 11 h 217"/>
              <a:gd name="T26" fmla="*/ 210 w 217"/>
              <a:gd name="T27" fmla="*/ 94 h 217"/>
              <a:gd name="T28" fmla="*/ 217 w 217"/>
              <a:gd name="T29" fmla="*/ 94 h 217"/>
              <a:gd name="T30" fmla="*/ 217 w 217"/>
              <a:gd name="T31" fmla="*/ 0 h 217"/>
              <a:gd name="T32" fmla="*/ 123 w 217"/>
              <a:gd name="T33" fmla="*/ 0 h 217"/>
              <a:gd name="T34" fmla="*/ 123 w 217"/>
              <a:gd name="T35" fmla="*/ 6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7" h="217">
                <a:moveTo>
                  <a:pt x="123" y="6"/>
                </a:moveTo>
                <a:lnTo>
                  <a:pt x="206" y="6"/>
                </a:lnTo>
                <a:lnTo>
                  <a:pt x="64" y="148"/>
                </a:lnTo>
                <a:lnTo>
                  <a:pt x="8" y="91"/>
                </a:lnTo>
                <a:lnTo>
                  <a:pt x="4" y="96"/>
                </a:lnTo>
                <a:lnTo>
                  <a:pt x="60" y="153"/>
                </a:lnTo>
                <a:lnTo>
                  <a:pt x="0" y="212"/>
                </a:lnTo>
                <a:lnTo>
                  <a:pt x="5" y="217"/>
                </a:lnTo>
                <a:lnTo>
                  <a:pt x="64" y="158"/>
                </a:lnTo>
                <a:lnTo>
                  <a:pt x="121" y="214"/>
                </a:lnTo>
                <a:lnTo>
                  <a:pt x="125" y="209"/>
                </a:lnTo>
                <a:lnTo>
                  <a:pt x="69" y="153"/>
                </a:lnTo>
                <a:lnTo>
                  <a:pt x="210" y="11"/>
                </a:lnTo>
                <a:lnTo>
                  <a:pt x="210" y="94"/>
                </a:lnTo>
                <a:lnTo>
                  <a:pt x="217" y="94"/>
                </a:lnTo>
                <a:lnTo>
                  <a:pt x="217" y="0"/>
                </a:lnTo>
                <a:lnTo>
                  <a:pt x="123" y="0"/>
                </a:lnTo>
                <a:lnTo>
                  <a:pt x="123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3" name="Rectangle 208"/>
          <p:cNvSpPr>
            <a:spLocks noChangeArrowheads="1"/>
          </p:cNvSpPr>
          <p:nvPr/>
        </p:nvSpPr>
        <p:spPr bwMode="auto">
          <a:xfrm>
            <a:off x="2171867" y="2435914"/>
            <a:ext cx="9860" cy="28169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26" name="Группа 425"/>
          <p:cNvGrpSpPr/>
          <p:nvPr/>
        </p:nvGrpSpPr>
        <p:grpSpPr>
          <a:xfrm>
            <a:off x="2073276" y="2451407"/>
            <a:ext cx="302815" cy="278872"/>
            <a:chOff x="2073276" y="2451407"/>
            <a:chExt cx="302815" cy="278872"/>
          </a:xfrm>
        </p:grpSpPr>
        <p:sp>
          <p:nvSpPr>
            <p:cNvPr id="201" name="Freeform 206"/>
            <p:cNvSpPr>
              <a:spLocks noEditPoints="1"/>
            </p:cNvSpPr>
            <p:nvPr/>
          </p:nvSpPr>
          <p:spPr bwMode="auto">
            <a:xfrm>
              <a:off x="2097220" y="2473942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2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2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2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0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29"/>
                    <a:pt x="42" y="8"/>
                    <a:pt x="68" y="8"/>
                  </a:cubicBezTo>
                  <a:cubicBezTo>
                    <a:pt x="77" y="8"/>
                    <a:pt x="85" y="10"/>
                    <a:pt x="92" y="14"/>
                  </a:cubicBezTo>
                  <a:cubicBezTo>
                    <a:pt x="69" y="24"/>
                    <a:pt x="51" y="43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2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3" y="76"/>
                    <a:pt x="40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9" y="16"/>
                    <a:pt x="124" y="16"/>
                  </a:cubicBezTo>
                  <a:cubicBezTo>
                    <a:pt x="166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2" name="Rectangle 207"/>
            <p:cNvSpPr>
              <a:spLocks noChangeArrowheads="1"/>
            </p:cNvSpPr>
            <p:nvPr/>
          </p:nvSpPr>
          <p:spPr bwMode="auto">
            <a:xfrm>
              <a:off x="2073276" y="2535913"/>
              <a:ext cx="2816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209"/>
            <p:cNvSpPr>
              <a:spLocks/>
            </p:cNvSpPr>
            <p:nvPr/>
          </p:nvSpPr>
          <p:spPr bwMode="auto">
            <a:xfrm>
              <a:off x="2088769" y="2451407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Rectangle 210"/>
            <p:cNvSpPr>
              <a:spLocks noChangeArrowheads="1"/>
            </p:cNvSpPr>
            <p:nvPr/>
          </p:nvSpPr>
          <p:spPr bwMode="auto">
            <a:xfrm>
              <a:off x="2163416" y="2664082"/>
              <a:ext cx="8451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Rectangle 211"/>
            <p:cNvSpPr>
              <a:spLocks noChangeArrowheads="1"/>
            </p:cNvSpPr>
            <p:nvPr/>
          </p:nvSpPr>
          <p:spPr bwMode="auto">
            <a:xfrm>
              <a:off x="2209895" y="2664082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Rectangle 212"/>
            <p:cNvSpPr>
              <a:spLocks noChangeArrowheads="1"/>
            </p:cNvSpPr>
            <p:nvPr/>
          </p:nvSpPr>
          <p:spPr bwMode="auto">
            <a:xfrm>
              <a:off x="2257782" y="2664082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Rectangle 213"/>
            <p:cNvSpPr>
              <a:spLocks noChangeArrowheads="1"/>
            </p:cNvSpPr>
            <p:nvPr/>
          </p:nvSpPr>
          <p:spPr bwMode="auto">
            <a:xfrm>
              <a:off x="2304260" y="2664082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7" name="Группа 426"/>
          <p:cNvGrpSpPr/>
          <p:nvPr/>
        </p:nvGrpSpPr>
        <p:grpSpPr>
          <a:xfrm>
            <a:off x="2466231" y="2455633"/>
            <a:ext cx="302815" cy="254927"/>
            <a:chOff x="2466231" y="2455633"/>
            <a:chExt cx="302815" cy="254927"/>
          </a:xfrm>
        </p:grpSpPr>
        <p:sp>
          <p:nvSpPr>
            <p:cNvPr id="209" name="Freeform 214"/>
            <p:cNvSpPr>
              <a:spLocks noEditPoints="1"/>
            </p:cNvSpPr>
            <p:nvPr/>
          </p:nvSpPr>
          <p:spPr bwMode="auto">
            <a:xfrm>
              <a:off x="2466231" y="2455633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2 h 152"/>
                <a:gd name="T22" fmla="*/ 1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2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50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Rectangle 215"/>
            <p:cNvSpPr>
              <a:spLocks noChangeArrowheads="1"/>
            </p:cNvSpPr>
            <p:nvPr/>
          </p:nvSpPr>
          <p:spPr bwMode="auto">
            <a:xfrm>
              <a:off x="2554962" y="2644363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Rectangle 216"/>
            <p:cNvSpPr>
              <a:spLocks noChangeArrowheads="1"/>
            </p:cNvSpPr>
            <p:nvPr/>
          </p:nvSpPr>
          <p:spPr bwMode="auto">
            <a:xfrm>
              <a:off x="2602849" y="2644363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Rectangle 217"/>
            <p:cNvSpPr>
              <a:spLocks noChangeArrowheads="1"/>
            </p:cNvSpPr>
            <p:nvPr/>
          </p:nvSpPr>
          <p:spPr bwMode="auto">
            <a:xfrm>
              <a:off x="2650736" y="2644363"/>
              <a:ext cx="8451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Rectangle 218"/>
            <p:cNvSpPr>
              <a:spLocks noChangeArrowheads="1"/>
            </p:cNvSpPr>
            <p:nvPr/>
          </p:nvSpPr>
          <p:spPr bwMode="auto">
            <a:xfrm>
              <a:off x="2697215" y="2644363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8" name="Группа 427"/>
          <p:cNvGrpSpPr/>
          <p:nvPr/>
        </p:nvGrpSpPr>
        <p:grpSpPr>
          <a:xfrm>
            <a:off x="2857777" y="2455633"/>
            <a:ext cx="302815" cy="254927"/>
            <a:chOff x="2857777" y="2455633"/>
            <a:chExt cx="302815" cy="254927"/>
          </a:xfrm>
        </p:grpSpPr>
        <p:sp>
          <p:nvSpPr>
            <p:cNvPr id="214" name="Freeform 219"/>
            <p:cNvSpPr>
              <a:spLocks noEditPoints="1"/>
            </p:cNvSpPr>
            <p:nvPr/>
          </p:nvSpPr>
          <p:spPr bwMode="auto">
            <a:xfrm>
              <a:off x="2857777" y="2455633"/>
              <a:ext cx="302815" cy="178872"/>
            </a:xfrm>
            <a:custGeom>
              <a:avLst/>
              <a:gdLst>
                <a:gd name="T0" fmla="*/ 22 w 256"/>
                <a:gd name="T1" fmla="*/ 100 h 152"/>
                <a:gd name="T2" fmla="*/ 20 w 256"/>
                <a:gd name="T3" fmla="*/ 112 h 152"/>
                <a:gd name="T4" fmla="*/ 60 w 256"/>
                <a:gd name="T5" fmla="*/ 152 h 152"/>
                <a:gd name="T6" fmla="*/ 224 w 256"/>
                <a:gd name="T7" fmla="*/ 152 h 152"/>
                <a:gd name="T8" fmla="*/ 256 w 256"/>
                <a:gd name="T9" fmla="*/ 120 h 152"/>
                <a:gd name="T10" fmla="*/ 228 w 256"/>
                <a:gd name="T11" fmla="*/ 80 h 152"/>
                <a:gd name="T12" fmla="*/ 144 w 256"/>
                <a:gd name="T13" fmla="*/ 8 h 152"/>
                <a:gd name="T14" fmla="*/ 100 w 256"/>
                <a:gd name="T15" fmla="*/ 21 h 152"/>
                <a:gd name="T16" fmla="*/ 56 w 256"/>
                <a:gd name="T17" fmla="*/ 0 h 152"/>
                <a:gd name="T18" fmla="*/ 0 w 256"/>
                <a:gd name="T19" fmla="*/ 56 h 152"/>
                <a:gd name="T20" fmla="*/ 9 w 256"/>
                <a:gd name="T21" fmla="*/ 86 h 152"/>
                <a:gd name="T22" fmla="*/ 22 w 256"/>
                <a:gd name="T23" fmla="*/ 100 h 152"/>
                <a:gd name="T24" fmla="*/ 220 w 256"/>
                <a:gd name="T25" fmla="*/ 84 h 152"/>
                <a:gd name="T26" fmla="*/ 220 w 256"/>
                <a:gd name="T27" fmla="*/ 88 h 152"/>
                <a:gd name="T28" fmla="*/ 224 w 256"/>
                <a:gd name="T29" fmla="*/ 88 h 152"/>
                <a:gd name="T30" fmla="*/ 248 w 256"/>
                <a:gd name="T31" fmla="*/ 120 h 152"/>
                <a:gd name="T32" fmla="*/ 224 w 256"/>
                <a:gd name="T33" fmla="*/ 144 h 152"/>
                <a:gd name="T34" fmla="*/ 60 w 256"/>
                <a:gd name="T35" fmla="*/ 144 h 152"/>
                <a:gd name="T36" fmla="*/ 28 w 256"/>
                <a:gd name="T37" fmla="*/ 112 h 152"/>
                <a:gd name="T38" fmla="*/ 60 w 256"/>
                <a:gd name="T39" fmla="*/ 76 h 152"/>
                <a:gd name="T40" fmla="*/ 72 w 256"/>
                <a:gd name="T41" fmla="*/ 76 h 152"/>
                <a:gd name="T42" fmla="*/ 72 w 256"/>
                <a:gd name="T43" fmla="*/ 73 h 152"/>
                <a:gd name="T44" fmla="*/ 144 w 256"/>
                <a:gd name="T45" fmla="*/ 16 h 152"/>
                <a:gd name="T46" fmla="*/ 220 w 256"/>
                <a:gd name="T47" fmla="*/ 84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8 w 256"/>
                <a:gd name="T61" fmla="*/ 56 h 152"/>
                <a:gd name="T62" fmla="*/ 56 w 256"/>
                <a:gd name="T63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" y="100"/>
                  </a:move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7"/>
                    <a:pt x="4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lose/>
                  <a:moveTo>
                    <a:pt x="220" y="84"/>
                  </a:move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lose/>
                  <a:moveTo>
                    <a:pt x="56" y="8"/>
                  </a:move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ubicBezTo>
                    <a:pt x="11" y="74"/>
                    <a:pt x="8" y="65"/>
                    <a:pt x="8" y="56"/>
                  </a:cubicBezTo>
                  <a:cubicBezTo>
                    <a:pt x="8" y="29"/>
                    <a:pt x="30" y="8"/>
                    <a:pt x="56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Rectangle 220"/>
            <p:cNvSpPr>
              <a:spLocks noChangeArrowheads="1"/>
            </p:cNvSpPr>
            <p:nvPr/>
          </p:nvSpPr>
          <p:spPr bwMode="auto">
            <a:xfrm>
              <a:off x="2947917" y="2644363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Rectangle 221"/>
            <p:cNvSpPr>
              <a:spLocks noChangeArrowheads="1"/>
            </p:cNvSpPr>
            <p:nvPr/>
          </p:nvSpPr>
          <p:spPr bwMode="auto">
            <a:xfrm>
              <a:off x="2995804" y="2644363"/>
              <a:ext cx="8451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Rectangle 222"/>
            <p:cNvSpPr>
              <a:spLocks noChangeArrowheads="1"/>
            </p:cNvSpPr>
            <p:nvPr/>
          </p:nvSpPr>
          <p:spPr bwMode="auto">
            <a:xfrm>
              <a:off x="3042282" y="2644363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8" name="Rectangle 223"/>
            <p:cNvSpPr>
              <a:spLocks noChangeArrowheads="1"/>
            </p:cNvSpPr>
            <p:nvPr/>
          </p:nvSpPr>
          <p:spPr bwMode="auto">
            <a:xfrm>
              <a:off x="3090168" y="2644363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9" name="Группа 428"/>
          <p:cNvGrpSpPr/>
          <p:nvPr/>
        </p:nvGrpSpPr>
        <p:grpSpPr>
          <a:xfrm>
            <a:off x="3252139" y="2445773"/>
            <a:ext cx="302815" cy="274646"/>
            <a:chOff x="3252139" y="2445773"/>
            <a:chExt cx="302815" cy="274646"/>
          </a:xfrm>
        </p:grpSpPr>
        <p:sp>
          <p:nvSpPr>
            <p:cNvPr id="219" name="Freeform 224"/>
            <p:cNvSpPr>
              <a:spLocks noEditPoints="1"/>
            </p:cNvSpPr>
            <p:nvPr/>
          </p:nvSpPr>
          <p:spPr bwMode="auto">
            <a:xfrm>
              <a:off x="3252139" y="2445773"/>
              <a:ext cx="302815" cy="184506"/>
            </a:xfrm>
            <a:custGeom>
              <a:avLst/>
              <a:gdLst>
                <a:gd name="T0" fmla="*/ 44 w 256"/>
                <a:gd name="T1" fmla="*/ 156 h 156"/>
                <a:gd name="T2" fmla="*/ 220 w 256"/>
                <a:gd name="T3" fmla="*/ 156 h 156"/>
                <a:gd name="T4" fmla="*/ 256 w 256"/>
                <a:gd name="T5" fmla="*/ 120 h 156"/>
                <a:gd name="T6" fmla="*/ 223 w 256"/>
                <a:gd name="T7" fmla="*/ 80 h 156"/>
                <a:gd name="T8" fmla="*/ 136 w 256"/>
                <a:gd name="T9" fmla="*/ 0 h 156"/>
                <a:gd name="T10" fmla="*/ 48 w 256"/>
                <a:gd name="T11" fmla="*/ 64 h 156"/>
                <a:gd name="T12" fmla="*/ 44 w 256"/>
                <a:gd name="T13" fmla="*/ 64 h 156"/>
                <a:gd name="T14" fmla="*/ 0 w 256"/>
                <a:gd name="T15" fmla="*/ 112 h 156"/>
                <a:gd name="T16" fmla="*/ 44 w 256"/>
                <a:gd name="T17" fmla="*/ 156 h 156"/>
                <a:gd name="T18" fmla="*/ 44 w 256"/>
                <a:gd name="T19" fmla="*/ 72 h 156"/>
                <a:gd name="T20" fmla="*/ 55 w 256"/>
                <a:gd name="T21" fmla="*/ 72 h 156"/>
                <a:gd name="T22" fmla="*/ 56 w 256"/>
                <a:gd name="T23" fmla="*/ 69 h 156"/>
                <a:gd name="T24" fmla="*/ 136 w 256"/>
                <a:gd name="T25" fmla="*/ 8 h 156"/>
                <a:gd name="T26" fmla="*/ 216 w 256"/>
                <a:gd name="T27" fmla="*/ 84 h 156"/>
                <a:gd name="T28" fmla="*/ 216 w 256"/>
                <a:gd name="T29" fmla="*/ 88 h 156"/>
                <a:gd name="T30" fmla="*/ 220 w 256"/>
                <a:gd name="T31" fmla="*/ 88 h 156"/>
                <a:gd name="T32" fmla="*/ 248 w 256"/>
                <a:gd name="T33" fmla="*/ 120 h 156"/>
                <a:gd name="T34" fmla="*/ 220 w 256"/>
                <a:gd name="T35" fmla="*/ 148 h 156"/>
                <a:gd name="T36" fmla="*/ 44 w 256"/>
                <a:gd name="T37" fmla="*/ 148 h 156"/>
                <a:gd name="T38" fmla="*/ 8 w 256"/>
                <a:gd name="T39" fmla="*/ 112 h 156"/>
                <a:gd name="T40" fmla="*/ 44 w 256"/>
                <a:gd name="T41" fmla="*/ 7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44" y="156"/>
                  </a:move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0"/>
                    <a:pt x="256" y="120"/>
                  </a:cubicBezTo>
                  <a:cubicBezTo>
                    <a:pt x="256" y="102"/>
                    <a:pt x="243" y="83"/>
                    <a:pt x="223" y="80"/>
                  </a:cubicBez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lose/>
                  <a:moveTo>
                    <a:pt x="44" y="72"/>
                  </a:move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0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2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0" name="Rectangle 225"/>
            <p:cNvSpPr>
              <a:spLocks noChangeArrowheads="1"/>
            </p:cNvSpPr>
            <p:nvPr/>
          </p:nvSpPr>
          <p:spPr bwMode="auto">
            <a:xfrm>
              <a:off x="3350730" y="2654222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Rectangle 226"/>
            <p:cNvSpPr>
              <a:spLocks noChangeArrowheads="1"/>
            </p:cNvSpPr>
            <p:nvPr/>
          </p:nvSpPr>
          <p:spPr bwMode="auto">
            <a:xfrm>
              <a:off x="3304251" y="2654222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Rectangle 227"/>
            <p:cNvSpPr>
              <a:spLocks noChangeArrowheads="1"/>
            </p:cNvSpPr>
            <p:nvPr/>
          </p:nvSpPr>
          <p:spPr bwMode="auto">
            <a:xfrm>
              <a:off x="3398617" y="2654222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Rectangle 228"/>
            <p:cNvSpPr>
              <a:spLocks noChangeArrowheads="1"/>
            </p:cNvSpPr>
            <p:nvPr/>
          </p:nvSpPr>
          <p:spPr bwMode="auto">
            <a:xfrm>
              <a:off x="3446504" y="2654222"/>
              <a:ext cx="8451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Rectangle 229"/>
            <p:cNvSpPr>
              <a:spLocks noChangeArrowheads="1"/>
            </p:cNvSpPr>
            <p:nvPr/>
          </p:nvSpPr>
          <p:spPr bwMode="auto">
            <a:xfrm>
              <a:off x="3492982" y="2654222"/>
              <a:ext cx="9860" cy="6619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5" name="Freeform 230"/>
          <p:cNvSpPr>
            <a:spLocks/>
          </p:cNvSpPr>
          <p:nvPr/>
        </p:nvSpPr>
        <p:spPr bwMode="auto">
          <a:xfrm>
            <a:off x="3284533" y="3607735"/>
            <a:ext cx="236618" cy="307040"/>
          </a:xfrm>
          <a:custGeom>
            <a:avLst/>
            <a:gdLst>
              <a:gd name="T0" fmla="*/ 191 w 200"/>
              <a:gd name="T1" fmla="*/ 4 h 260"/>
              <a:gd name="T2" fmla="*/ 184 w 200"/>
              <a:gd name="T3" fmla="*/ 0 h 260"/>
              <a:gd name="T4" fmla="*/ 144 w 200"/>
              <a:gd name="T5" fmla="*/ 126 h 260"/>
              <a:gd name="T6" fmla="*/ 55 w 200"/>
              <a:gd name="T7" fmla="*/ 126 h 260"/>
              <a:gd name="T8" fmla="*/ 15 w 200"/>
              <a:gd name="T9" fmla="*/ 0 h 260"/>
              <a:gd name="T10" fmla="*/ 8 w 200"/>
              <a:gd name="T11" fmla="*/ 4 h 260"/>
              <a:gd name="T12" fmla="*/ 47 w 200"/>
              <a:gd name="T13" fmla="*/ 126 h 260"/>
              <a:gd name="T14" fmla="*/ 0 w 200"/>
              <a:gd name="T15" fmla="*/ 126 h 260"/>
              <a:gd name="T16" fmla="*/ 0 w 200"/>
              <a:gd name="T17" fmla="*/ 134 h 260"/>
              <a:gd name="T18" fmla="*/ 47 w 200"/>
              <a:gd name="T19" fmla="*/ 134 h 260"/>
              <a:gd name="T20" fmla="*/ 8 w 200"/>
              <a:gd name="T21" fmla="*/ 256 h 260"/>
              <a:gd name="T22" fmla="*/ 15 w 200"/>
              <a:gd name="T23" fmla="*/ 260 h 260"/>
              <a:gd name="T24" fmla="*/ 55 w 200"/>
              <a:gd name="T25" fmla="*/ 134 h 260"/>
              <a:gd name="T26" fmla="*/ 144 w 200"/>
              <a:gd name="T27" fmla="*/ 134 h 260"/>
              <a:gd name="T28" fmla="*/ 184 w 200"/>
              <a:gd name="T29" fmla="*/ 260 h 260"/>
              <a:gd name="T30" fmla="*/ 191 w 200"/>
              <a:gd name="T31" fmla="*/ 256 h 260"/>
              <a:gd name="T32" fmla="*/ 152 w 200"/>
              <a:gd name="T33" fmla="*/ 134 h 260"/>
              <a:gd name="T34" fmla="*/ 200 w 200"/>
              <a:gd name="T35" fmla="*/ 134 h 260"/>
              <a:gd name="T36" fmla="*/ 200 w 200"/>
              <a:gd name="T37" fmla="*/ 126 h 260"/>
              <a:gd name="T38" fmla="*/ 152 w 200"/>
              <a:gd name="T39" fmla="*/ 126 h 260"/>
              <a:gd name="T40" fmla="*/ 191 w 200"/>
              <a:gd name="T41" fmla="*/ 4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00" h="260">
                <a:moveTo>
                  <a:pt x="191" y="4"/>
                </a:moveTo>
                <a:cubicBezTo>
                  <a:pt x="184" y="0"/>
                  <a:pt x="184" y="0"/>
                  <a:pt x="184" y="0"/>
                </a:cubicBezTo>
                <a:cubicBezTo>
                  <a:pt x="183" y="3"/>
                  <a:pt x="145" y="63"/>
                  <a:pt x="144" y="126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4" y="63"/>
                  <a:pt x="17" y="3"/>
                  <a:pt x="15" y="0"/>
                </a:cubicBezTo>
                <a:cubicBezTo>
                  <a:pt x="8" y="4"/>
                  <a:pt x="8" y="4"/>
                  <a:pt x="8" y="4"/>
                </a:cubicBezTo>
                <a:cubicBezTo>
                  <a:pt x="9" y="5"/>
                  <a:pt x="46" y="66"/>
                  <a:pt x="47" y="126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0" y="134"/>
                  <a:pt x="0" y="134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46" y="195"/>
                  <a:pt x="9" y="256"/>
                  <a:pt x="8" y="256"/>
                </a:cubicBezTo>
                <a:cubicBezTo>
                  <a:pt x="15" y="260"/>
                  <a:pt x="15" y="260"/>
                  <a:pt x="15" y="260"/>
                </a:cubicBezTo>
                <a:cubicBezTo>
                  <a:pt x="17" y="258"/>
                  <a:pt x="54" y="197"/>
                  <a:pt x="55" y="134"/>
                </a:cubicBezTo>
                <a:cubicBezTo>
                  <a:pt x="144" y="134"/>
                  <a:pt x="144" y="134"/>
                  <a:pt x="144" y="134"/>
                </a:cubicBezTo>
                <a:cubicBezTo>
                  <a:pt x="145" y="197"/>
                  <a:pt x="183" y="258"/>
                  <a:pt x="184" y="260"/>
                </a:cubicBezTo>
                <a:cubicBezTo>
                  <a:pt x="191" y="256"/>
                  <a:pt x="191" y="256"/>
                  <a:pt x="191" y="256"/>
                </a:cubicBezTo>
                <a:cubicBezTo>
                  <a:pt x="191" y="256"/>
                  <a:pt x="153" y="195"/>
                  <a:pt x="152" y="134"/>
                </a:cubicBezTo>
                <a:cubicBezTo>
                  <a:pt x="200" y="134"/>
                  <a:pt x="200" y="134"/>
                  <a:pt x="200" y="134"/>
                </a:cubicBezTo>
                <a:cubicBezTo>
                  <a:pt x="200" y="126"/>
                  <a:pt x="200" y="126"/>
                  <a:pt x="200" y="126"/>
                </a:cubicBezTo>
                <a:cubicBezTo>
                  <a:pt x="152" y="126"/>
                  <a:pt x="152" y="126"/>
                  <a:pt x="152" y="126"/>
                </a:cubicBezTo>
                <a:cubicBezTo>
                  <a:pt x="153" y="66"/>
                  <a:pt x="191" y="5"/>
                  <a:pt x="191" y="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6" name="Freeform 231"/>
          <p:cNvSpPr>
            <a:spLocks noEditPoints="1"/>
          </p:cNvSpPr>
          <p:nvPr/>
        </p:nvSpPr>
        <p:spPr bwMode="auto">
          <a:xfrm>
            <a:off x="4036639" y="1645780"/>
            <a:ext cx="302815" cy="302815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256 w 256"/>
              <a:gd name="T7" fmla="*/ 128 h 256"/>
              <a:gd name="T8" fmla="*/ 128 w 256"/>
              <a:gd name="T9" fmla="*/ 0 h 256"/>
              <a:gd name="T10" fmla="*/ 248 w 256"/>
              <a:gd name="T11" fmla="*/ 128 h 256"/>
              <a:gd name="T12" fmla="*/ 248 w 256"/>
              <a:gd name="T13" fmla="*/ 136 h 256"/>
              <a:gd name="T14" fmla="*/ 8 w 256"/>
              <a:gd name="T15" fmla="*/ 136 h 256"/>
              <a:gd name="T16" fmla="*/ 8 w 256"/>
              <a:gd name="T17" fmla="*/ 128 h 256"/>
              <a:gd name="T18" fmla="*/ 8 w 256"/>
              <a:gd name="T19" fmla="*/ 120 h 256"/>
              <a:gd name="T20" fmla="*/ 248 w 256"/>
              <a:gd name="T21" fmla="*/ 120 h 256"/>
              <a:gd name="T22" fmla="*/ 248 w 256"/>
              <a:gd name="T23" fmla="*/ 128 h 256"/>
              <a:gd name="T24" fmla="*/ 46 w 256"/>
              <a:gd name="T25" fmla="*/ 216 h 256"/>
              <a:gd name="T26" fmla="*/ 209 w 256"/>
              <a:gd name="T27" fmla="*/ 216 h 256"/>
              <a:gd name="T28" fmla="*/ 188 w 256"/>
              <a:gd name="T29" fmla="*/ 232 h 256"/>
              <a:gd name="T30" fmla="*/ 68 w 256"/>
              <a:gd name="T31" fmla="*/ 232 h 256"/>
              <a:gd name="T32" fmla="*/ 46 w 256"/>
              <a:gd name="T33" fmla="*/ 216 h 256"/>
              <a:gd name="T34" fmla="*/ 38 w 256"/>
              <a:gd name="T35" fmla="*/ 208 h 256"/>
              <a:gd name="T36" fmla="*/ 26 w 256"/>
              <a:gd name="T37" fmla="*/ 192 h 256"/>
              <a:gd name="T38" fmla="*/ 229 w 256"/>
              <a:gd name="T39" fmla="*/ 192 h 256"/>
              <a:gd name="T40" fmla="*/ 217 w 256"/>
              <a:gd name="T41" fmla="*/ 208 h 256"/>
              <a:gd name="T42" fmla="*/ 38 w 256"/>
              <a:gd name="T43" fmla="*/ 208 h 256"/>
              <a:gd name="T44" fmla="*/ 22 w 256"/>
              <a:gd name="T45" fmla="*/ 184 h 256"/>
              <a:gd name="T46" fmla="*/ 15 w 256"/>
              <a:gd name="T47" fmla="*/ 168 h 256"/>
              <a:gd name="T48" fmla="*/ 241 w 256"/>
              <a:gd name="T49" fmla="*/ 168 h 256"/>
              <a:gd name="T50" fmla="*/ 234 w 256"/>
              <a:gd name="T51" fmla="*/ 184 h 256"/>
              <a:gd name="T52" fmla="*/ 22 w 256"/>
              <a:gd name="T53" fmla="*/ 184 h 256"/>
              <a:gd name="T54" fmla="*/ 12 w 256"/>
              <a:gd name="T55" fmla="*/ 160 h 256"/>
              <a:gd name="T56" fmla="*/ 9 w 256"/>
              <a:gd name="T57" fmla="*/ 144 h 256"/>
              <a:gd name="T58" fmla="*/ 247 w 256"/>
              <a:gd name="T59" fmla="*/ 144 h 256"/>
              <a:gd name="T60" fmla="*/ 243 w 256"/>
              <a:gd name="T61" fmla="*/ 160 h 256"/>
              <a:gd name="T62" fmla="*/ 12 w 256"/>
              <a:gd name="T63" fmla="*/ 160 h 256"/>
              <a:gd name="T64" fmla="*/ 9 w 256"/>
              <a:gd name="T65" fmla="*/ 112 h 256"/>
              <a:gd name="T66" fmla="*/ 12 w 256"/>
              <a:gd name="T67" fmla="*/ 96 h 256"/>
              <a:gd name="T68" fmla="*/ 243 w 256"/>
              <a:gd name="T69" fmla="*/ 96 h 256"/>
              <a:gd name="T70" fmla="*/ 247 w 256"/>
              <a:gd name="T71" fmla="*/ 112 h 256"/>
              <a:gd name="T72" fmla="*/ 9 w 256"/>
              <a:gd name="T73" fmla="*/ 112 h 256"/>
              <a:gd name="T74" fmla="*/ 15 w 256"/>
              <a:gd name="T75" fmla="*/ 88 h 256"/>
              <a:gd name="T76" fmla="*/ 22 w 256"/>
              <a:gd name="T77" fmla="*/ 72 h 256"/>
              <a:gd name="T78" fmla="*/ 234 w 256"/>
              <a:gd name="T79" fmla="*/ 72 h 256"/>
              <a:gd name="T80" fmla="*/ 241 w 256"/>
              <a:gd name="T81" fmla="*/ 88 h 256"/>
              <a:gd name="T82" fmla="*/ 15 w 256"/>
              <a:gd name="T83" fmla="*/ 88 h 256"/>
              <a:gd name="T84" fmla="*/ 26 w 256"/>
              <a:gd name="T85" fmla="*/ 64 h 256"/>
              <a:gd name="T86" fmla="*/ 38 w 256"/>
              <a:gd name="T87" fmla="*/ 48 h 256"/>
              <a:gd name="T88" fmla="*/ 217 w 256"/>
              <a:gd name="T89" fmla="*/ 48 h 256"/>
              <a:gd name="T90" fmla="*/ 229 w 256"/>
              <a:gd name="T91" fmla="*/ 64 h 256"/>
              <a:gd name="T92" fmla="*/ 26 w 256"/>
              <a:gd name="T93" fmla="*/ 64 h 256"/>
              <a:gd name="T94" fmla="*/ 46 w 256"/>
              <a:gd name="T95" fmla="*/ 40 h 256"/>
              <a:gd name="T96" fmla="*/ 68 w 256"/>
              <a:gd name="T97" fmla="*/ 24 h 256"/>
              <a:gd name="T98" fmla="*/ 188 w 256"/>
              <a:gd name="T99" fmla="*/ 24 h 256"/>
              <a:gd name="T100" fmla="*/ 209 w 256"/>
              <a:gd name="T101" fmla="*/ 40 h 256"/>
              <a:gd name="T102" fmla="*/ 46 w 256"/>
              <a:gd name="T103" fmla="*/ 40 h 256"/>
              <a:gd name="T104" fmla="*/ 171 w 256"/>
              <a:gd name="T105" fmla="*/ 16 h 256"/>
              <a:gd name="T106" fmla="*/ 85 w 256"/>
              <a:gd name="T107" fmla="*/ 16 h 256"/>
              <a:gd name="T108" fmla="*/ 128 w 256"/>
              <a:gd name="T109" fmla="*/ 8 h 256"/>
              <a:gd name="T110" fmla="*/ 171 w 256"/>
              <a:gd name="T111" fmla="*/ 16 h 256"/>
              <a:gd name="T112" fmla="*/ 85 w 256"/>
              <a:gd name="T113" fmla="*/ 240 h 256"/>
              <a:gd name="T114" fmla="*/ 171 w 256"/>
              <a:gd name="T115" fmla="*/ 240 h 256"/>
              <a:gd name="T116" fmla="*/ 128 w 256"/>
              <a:gd name="T117" fmla="*/ 248 h 256"/>
              <a:gd name="T118" fmla="*/ 85 w 256"/>
              <a:gd name="T119" fmla="*/ 24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98" y="256"/>
                  <a:pt x="256" y="198"/>
                  <a:pt x="256" y="128"/>
                </a:cubicBezTo>
                <a:cubicBezTo>
                  <a:pt x="256" y="57"/>
                  <a:pt x="198" y="0"/>
                  <a:pt x="128" y="0"/>
                </a:cubicBezTo>
                <a:close/>
                <a:moveTo>
                  <a:pt x="248" y="128"/>
                </a:moveTo>
                <a:cubicBezTo>
                  <a:pt x="248" y="130"/>
                  <a:pt x="248" y="133"/>
                  <a:pt x="248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33"/>
                  <a:pt x="8" y="130"/>
                  <a:pt x="8" y="128"/>
                </a:cubicBezTo>
                <a:cubicBezTo>
                  <a:pt x="8" y="125"/>
                  <a:pt x="8" y="122"/>
                  <a:pt x="8" y="120"/>
                </a:cubicBezTo>
                <a:cubicBezTo>
                  <a:pt x="248" y="120"/>
                  <a:pt x="248" y="120"/>
                  <a:pt x="248" y="120"/>
                </a:cubicBezTo>
                <a:cubicBezTo>
                  <a:pt x="248" y="122"/>
                  <a:pt x="248" y="125"/>
                  <a:pt x="248" y="128"/>
                </a:cubicBezTo>
                <a:close/>
                <a:moveTo>
                  <a:pt x="46" y="216"/>
                </a:moveTo>
                <a:cubicBezTo>
                  <a:pt x="209" y="216"/>
                  <a:pt x="209" y="216"/>
                  <a:pt x="209" y="216"/>
                </a:cubicBezTo>
                <a:cubicBezTo>
                  <a:pt x="203" y="222"/>
                  <a:pt x="195" y="227"/>
                  <a:pt x="188" y="232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60" y="227"/>
                  <a:pt x="53" y="222"/>
                  <a:pt x="46" y="216"/>
                </a:cubicBezTo>
                <a:close/>
                <a:moveTo>
                  <a:pt x="38" y="208"/>
                </a:moveTo>
                <a:cubicBezTo>
                  <a:pt x="34" y="203"/>
                  <a:pt x="30" y="197"/>
                  <a:pt x="26" y="192"/>
                </a:cubicBezTo>
                <a:cubicBezTo>
                  <a:pt x="229" y="192"/>
                  <a:pt x="229" y="192"/>
                  <a:pt x="229" y="192"/>
                </a:cubicBezTo>
                <a:cubicBezTo>
                  <a:pt x="226" y="197"/>
                  <a:pt x="222" y="203"/>
                  <a:pt x="217" y="208"/>
                </a:cubicBezTo>
                <a:lnTo>
                  <a:pt x="38" y="208"/>
                </a:lnTo>
                <a:close/>
                <a:moveTo>
                  <a:pt x="22" y="184"/>
                </a:moveTo>
                <a:cubicBezTo>
                  <a:pt x="19" y="179"/>
                  <a:pt x="17" y="173"/>
                  <a:pt x="15" y="168"/>
                </a:cubicBezTo>
                <a:cubicBezTo>
                  <a:pt x="241" y="168"/>
                  <a:pt x="241" y="168"/>
                  <a:pt x="241" y="168"/>
                </a:cubicBezTo>
                <a:cubicBezTo>
                  <a:pt x="239" y="173"/>
                  <a:pt x="237" y="179"/>
                  <a:pt x="234" y="184"/>
                </a:cubicBezTo>
                <a:lnTo>
                  <a:pt x="22" y="184"/>
                </a:lnTo>
                <a:close/>
                <a:moveTo>
                  <a:pt x="12" y="160"/>
                </a:moveTo>
                <a:cubicBezTo>
                  <a:pt x="11" y="155"/>
                  <a:pt x="10" y="149"/>
                  <a:pt x="9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6" y="149"/>
                  <a:pt x="245" y="155"/>
                  <a:pt x="243" y="160"/>
                </a:cubicBezTo>
                <a:lnTo>
                  <a:pt x="12" y="160"/>
                </a:lnTo>
                <a:close/>
                <a:moveTo>
                  <a:pt x="9" y="112"/>
                </a:moveTo>
                <a:cubicBezTo>
                  <a:pt x="10" y="106"/>
                  <a:pt x="11" y="101"/>
                  <a:pt x="12" y="96"/>
                </a:cubicBezTo>
                <a:cubicBezTo>
                  <a:pt x="243" y="96"/>
                  <a:pt x="243" y="96"/>
                  <a:pt x="243" y="96"/>
                </a:cubicBezTo>
                <a:cubicBezTo>
                  <a:pt x="245" y="101"/>
                  <a:pt x="246" y="106"/>
                  <a:pt x="247" y="112"/>
                </a:cubicBezTo>
                <a:lnTo>
                  <a:pt x="9" y="112"/>
                </a:lnTo>
                <a:close/>
                <a:moveTo>
                  <a:pt x="15" y="88"/>
                </a:moveTo>
                <a:cubicBezTo>
                  <a:pt x="17" y="82"/>
                  <a:pt x="19" y="77"/>
                  <a:pt x="22" y="72"/>
                </a:cubicBezTo>
                <a:cubicBezTo>
                  <a:pt x="234" y="72"/>
                  <a:pt x="234" y="72"/>
                  <a:pt x="234" y="72"/>
                </a:cubicBezTo>
                <a:cubicBezTo>
                  <a:pt x="237" y="77"/>
                  <a:pt x="239" y="82"/>
                  <a:pt x="241" y="88"/>
                </a:cubicBezTo>
                <a:lnTo>
                  <a:pt x="15" y="88"/>
                </a:lnTo>
                <a:close/>
                <a:moveTo>
                  <a:pt x="26" y="64"/>
                </a:moveTo>
                <a:cubicBezTo>
                  <a:pt x="30" y="58"/>
                  <a:pt x="34" y="53"/>
                  <a:pt x="38" y="48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22" y="53"/>
                  <a:pt x="226" y="58"/>
                  <a:pt x="229" y="64"/>
                </a:cubicBezTo>
                <a:lnTo>
                  <a:pt x="26" y="64"/>
                </a:lnTo>
                <a:close/>
                <a:moveTo>
                  <a:pt x="46" y="40"/>
                </a:moveTo>
                <a:cubicBezTo>
                  <a:pt x="53" y="34"/>
                  <a:pt x="60" y="28"/>
                  <a:pt x="68" y="24"/>
                </a:cubicBezTo>
                <a:cubicBezTo>
                  <a:pt x="188" y="24"/>
                  <a:pt x="188" y="24"/>
                  <a:pt x="188" y="24"/>
                </a:cubicBezTo>
                <a:cubicBezTo>
                  <a:pt x="195" y="28"/>
                  <a:pt x="203" y="34"/>
                  <a:pt x="209" y="40"/>
                </a:cubicBezTo>
                <a:lnTo>
                  <a:pt x="46" y="40"/>
                </a:lnTo>
                <a:close/>
                <a:moveTo>
                  <a:pt x="171" y="16"/>
                </a:moveTo>
                <a:cubicBezTo>
                  <a:pt x="85" y="16"/>
                  <a:pt x="85" y="16"/>
                  <a:pt x="85" y="16"/>
                </a:cubicBezTo>
                <a:cubicBezTo>
                  <a:pt x="98" y="11"/>
                  <a:pt x="113" y="8"/>
                  <a:pt x="128" y="8"/>
                </a:cubicBezTo>
                <a:cubicBezTo>
                  <a:pt x="143" y="8"/>
                  <a:pt x="157" y="11"/>
                  <a:pt x="171" y="16"/>
                </a:cubicBezTo>
                <a:close/>
                <a:moveTo>
                  <a:pt x="85" y="240"/>
                </a:moveTo>
                <a:cubicBezTo>
                  <a:pt x="171" y="240"/>
                  <a:pt x="171" y="240"/>
                  <a:pt x="171" y="240"/>
                </a:cubicBezTo>
                <a:cubicBezTo>
                  <a:pt x="157" y="245"/>
                  <a:pt x="143" y="248"/>
                  <a:pt x="128" y="248"/>
                </a:cubicBezTo>
                <a:cubicBezTo>
                  <a:pt x="113" y="248"/>
                  <a:pt x="98" y="245"/>
                  <a:pt x="85" y="24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7" name="Freeform 232"/>
          <p:cNvSpPr>
            <a:spLocks noEditPoints="1"/>
          </p:cNvSpPr>
          <p:nvPr/>
        </p:nvSpPr>
        <p:spPr bwMode="auto">
          <a:xfrm>
            <a:off x="4429594" y="1645780"/>
            <a:ext cx="302815" cy="302815"/>
          </a:xfrm>
          <a:custGeom>
            <a:avLst/>
            <a:gdLst>
              <a:gd name="T0" fmla="*/ 128 w 256"/>
              <a:gd name="T1" fmla="*/ 256 h 256"/>
              <a:gd name="T2" fmla="*/ 256 w 256"/>
              <a:gd name="T3" fmla="*/ 128 h 256"/>
              <a:gd name="T4" fmla="*/ 128 w 256"/>
              <a:gd name="T5" fmla="*/ 0 h 256"/>
              <a:gd name="T6" fmla="*/ 0 w 256"/>
              <a:gd name="T7" fmla="*/ 128 h 256"/>
              <a:gd name="T8" fmla="*/ 128 w 256"/>
              <a:gd name="T9" fmla="*/ 256 h 256"/>
              <a:gd name="T10" fmla="*/ 8 w 256"/>
              <a:gd name="T11" fmla="*/ 128 h 256"/>
              <a:gd name="T12" fmla="*/ 8 w 256"/>
              <a:gd name="T13" fmla="*/ 120 h 256"/>
              <a:gd name="T14" fmla="*/ 124 w 256"/>
              <a:gd name="T15" fmla="*/ 120 h 256"/>
              <a:gd name="T16" fmla="*/ 124 w 256"/>
              <a:gd name="T17" fmla="*/ 136 h 256"/>
              <a:gd name="T18" fmla="*/ 8 w 256"/>
              <a:gd name="T19" fmla="*/ 136 h 256"/>
              <a:gd name="T20" fmla="*/ 8 w 256"/>
              <a:gd name="T21" fmla="*/ 128 h 256"/>
              <a:gd name="T22" fmla="*/ 124 w 256"/>
              <a:gd name="T23" fmla="*/ 248 h 256"/>
              <a:gd name="T24" fmla="*/ 85 w 256"/>
              <a:gd name="T25" fmla="*/ 240 h 256"/>
              <a:gd name="T26" fmla="*/ 124 w 256"/>
              <a:gd name="T27" fmla="*/ 240 h 256"/>
              <a:gd name="T28" fmla="*/ 124 w 256"/>
              <a:gd name="T29" fmla="*/ 248 h 256"/>
              <a:gd name="T30" fmla="*/ 124 w 256"/>
              <a:gd name="T31" fmla="*/ 16 h 256"/>
              <a:gd name="T32" fmla="*/ 85 w 256"/>
              <a:gd name="T33" fmla="*/ 16 h 256"/>
              <a:gd name="T34" fmla="*/ 124 w 256"/>
              <a:gd name="T35" fmla="*/ 8 h 256"/>
              <a:gd name="T36" fmla="*/ 124 w 256"/>
              <a:gd name="T37" fmla="*/ 16 h 256"/>
              <a:gd name="T38" fmla="*/ 124 w 256"/>
              <a:gd name="T39" fmla="*/ 24 h 256"/>
              <a:gd name="T40" fmla="*/ 124 w 256"/>
              <a:gd name="T41" fmla="*/ 40 h 256"/>
              <a:gd name="T42" fmla="*/ 46 w 256"/>
              <a:gd name="T43" fmla="*/ 40 h 256"/>
              <a:gd name="T44" fmla="*/ 68 w 256"/>
              <a:gd name="T45" fmla="*/ 24 h 256"/>
              <a:gd name="T46" fmla="*/ 124 w 256"/>
              <a:gd name="T47" fmla="*/ 24 h 256"/>
              <a:gd name="T48" fmla="*/ 124 w 256"/>
              <a:gd name="T49" fmla="*/ 48 h 256"/>
              <a:gd name="T50" fmla="*/ 124 w 256"/>
              <a:gd name="T51" fmla="*/ 64 h 256"/>
              <a:gd name="T52" fmla="*/ 27 w 256"/>
              <a:gd name="T53" fmla="*/ 64 h 256"/>
              <a:gd name="T54" fmla="*/ 39 w 256"/>
              <a:gd name="T55" fmla="*/ 48 h 256"/>
              <a:gd name="T56" fmla="*/ 124 w 256"/>
              <a:gd name="T57" fmla="*/ 48 h 256"/>
              <a:gd name="T58" fmla="*/ 124 w 256"/>
              <a:gd name="T59" fmla="*/ 72 h 256"/>
              <a:gd name="T60" fmla="*/ 124 w 256"/>
              <a:gd name="T61" fmla="*/ 88 h 256"/>
              <a:gd name="T62" fmla="*/ 15 w 256"/>
              <a:gd name="T63" fmla="*/ 88 h 256"/>
              <a:gd name="T64" fmla="*/ 22 w 256"/>
              <a:gd name="T65" fmla="*/ 72 h 256"/>
              <a:gd name="T66" fmla="*/ 124 w 256"/>
              <a:gd name="T67" fmla="*/ 72 h 256"/>
              <a:gd name="T68" fmla="*/ 124 w 256"/>
              <a:gd name="T69" fmla="*/ 96 h 256"/>
              <a:gd name="T70" fmla="*/ 124 w 256"/>
              <a:gd name="T71" fmla="*/ 112 h 256"/>
              <a:gd name="T72" fmla="*/ 9 w 256"/>
              <a:gd name="T73" fmla="*/ 112 h 256"/>
              <a:gd name="T74" fmla="*/ 12 w 256"/>
              <a:gd name="T75" fmla="*/ 96 h 256"/>
              <a:gd name="T76" fmla="*/ 124 w 256"/>
              <a:gd name="T77" fmla="*/ 96 h 256"/>
              <a:gd name="T78" fmla="*/ 124 w 256"/>
              <a:gd name="T79" fmla="*/ 144 h 256"/>
              <a:gd name="T80" fmla="*/ 124 w 256"/>
              <a:gd name="T81" fmla="*/ 160 h 256"/>
              <a:gd name="T82" fmla="*/ 12 w 256"/>
              <a:gd name="T83" fmla="*/ 160 h 256"/>
              <a:gd name="T84" fmla="*/ 9 w 256"/>
              <a:gd name="T85" fmla="*/ 144 h 256"/>
              <a:gd name="T86" fmla="*/ 124 w 256"/>
              <a:gd name="T87" fmla="*/ 144 h 256"/>
              <a:gd name="T88" fmla="*/ 124 w 256"/>
              <a:gd name="T89" fmla="*/ 168 h 256"/>
              <a:gd name="T90" fmla="*/ 124 w 256"/>
              <a:gd name="T91" fmla="*/ 184 h 256"/>
              <a:gd name="T92" fmla="*/ 22 w 256"/>
              <a:gd name="T93" fmla="*/ 184 h 256"/>
              <a:gd name="T94" fmla="*/ 15 w 256"/>
              <a:gd name="T95" fmla="*/ 168 h 256"/>
              <a:gd name="T96" fmla="*/ 124 w 256"/>
              <a:gd name="T97" fmla="*/ 168 h 256"/>
              <a:gd name="T98" fmla="*/ 124 w 256"/>
              <a:gd name="T99" fmla="*/ 192 h 256"/>
              <a:gd name="T100" fmla="*/ 124 w 256"/>
              <a:gd name="T101" fmla="*/ 208 h 256"/>
              <a:gd name="T102" fmla="*/ 39 w 256"/>
              <a:gd name="T103" fmla="*/ 208 h 256"/>
              <a:gd name="T104" fmla="*/ 27 w 256"/>
              <a:gd name="T105" fmla="*/ 192 h 256"/>
              <a:gd name="T106" fmla="*/ 124 w 256"/>
              <a:gd name="T107" fmla="*/ 192 h 256"/>
              <a:gd name="T108" fmla="*/ 124 w 256"/>
              <a:gd name="T109" fmla="*/ 216 h 256"/>
              <a:gd name="T110" fmla="*/ 124 w 256"/>
              <a:gd name="T111" fmla="*/ 232 h 256"/>
              <a:gd name="T112" fmla="*/ 68 w 256"/>
              <a:gd name="T113" fmla="*/ 232 h 256"/>
              <a:gd name="T114" fmla="*/ 46 w 256"/>
              <a:gd name="T115" fmla="*/ 216 h 256"/>
              <a:gd name="T116" fmla="*/ 124 w 256"/>
              <a:gd name="T117" fmla="*/ 216 h 256"/>
              <a:gd name="T118" fmla="*/ 248 w 256"/>
              <a:gd name="T119" fmla="*/ 128 h 256"/>
              <a:gd name="T120" fmla="*/ 132 w 256"/>
              <a:gd name="T121" fmla="*/ 248 h 256"/>
              <a:gd name="T122" fmla="*/ 132 w 256"/>
              <a:gd name="T123" fmla="*/ 8 h 256"/>
              <a:gd name="T124" fmla="*/ 248 w 256"/>
              <a:gd name="T125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lose/>
                <a:moveTo>
                  <a:pt x="8" y="128"/>
                </a:moveTo>
                <a:cubicBezTo>
                  <a:pt x="8" y="125"/>
                  <a:pt x="8" y="122"/>
                  <a:pt x="8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33"/>
                  <a:pt x="8" y="130"/>
                  <a:pt x="8" y="128"/>
                </a:cubicBezTo>
                <a:close/>
                <a:moveTo>
                  <a:pt x="124" y="248"/>
                </a:moveTo>
                <a:cubicBezTo>
                  <a:pt x="110" y="247"/>
                  <a:pt x="97" y="244"/>
                  <a:pt x="85" y="240"/>
                </a:cubicBezTo>
                <a:cubicBezTo>
                  <a:pt x="124" y="240"/>
                  <a:pt x="124" y="240"/>
                  <a:pt x="124" y="240"/>
                </a:cubicBezTo>
                <a:lnTo>
                  <a:pt x="124" y="248"/>
                </a:lnTo>
                <a:close/>
                <a:moveTo>
                  <a:pt x="124" y="16"/>
                </a:moveTo>
                <a:cubicBezTo>
                  <a:pt x="85" y="16"/>
                  <a:pt x="85" y="16"/>
                  <a:pt x="85" y="16"/>
                </a:cubicBezTo>
                <a:cubicBezTo>
                  <a:pt x="97" y="11"/>
                  <a:pt x="110" y="8"/>
                  <a:pt x="124" y="8"/>
                </a:cubicBezTo>
                <a:lnTo>
                  <a:pt x="124" y="16"/>
                </a:lnTo>
                <a:close/>
                <a:moveTo>
                  <a:pt x="124" y="24"/>
                </a:moveTo>
                <a:cubicBezTo>
                  <a:pt x="124" y="40"/>
                  <a:pt x="124" y="40"/>
                  <a:pt x="124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53" y="34"/>
                  <a:pt x="60" y="28"/>
                  <a:pt x="68" y="24"/>
                </a:cubicBezTo>
                <a:lnTo>
                  <a:pt x="124" y="24"/>
                </a:lnTo>
                <a:close/>
                <a:moveTo>
                  <a:pt x="124" y="48"/>
                </a:moveTo>
                <a:cubicBezTo>
                  <a:pt x="124" y="64"/>
                  <a:pt x="124" y="64"/>
                  <a:pt x="124" y="64"/>
                </a:cubicBezTo>
                <a:cubicBezTo>
                  <a:pt x="27" y="64"/>
                  <a:pt x="27" y="64"/>
                  <a:pt x="27" y="64"/>
                </a:cubicBezTo>
                <a:cubicBezTo>
                  <a:pt x="30" y="58"/>
                  <a:pt x="34" y="53"/>
                  <a:pt x="39" y="48"/>
                </a:cubicBezTo>
                <a:lnTo>
                  <a:pt x="124" y="48"/>
                </a:lnTo>
                <a:close/>
                <a:moveTo>
                  <a:pt x="124" y="72"/>
                </a:moveTo>
                <a:cubicBezTo>
                  <a:pt x="124" y="88"/>
                  <a:pt x="124" y="88"/>
                  <a:pt x="124" y="88"/>
                </a:cubicBezTo>
                <a:cubicBezTo>
                  <a:pt x="15" y="88"/>
                  <a:pt x="15" y="88"/>
                  <a:pt x="15" y="88"/>
                </a:cubicBezTo>
                <a:cubicBezTo>
                  <a:pt x="17" y="82"/>
                  <a:pt x="19" y="77"/>
                  <a:pt x="22" y="72"/>
                </a:cubicBezTo>
                <a:lnTo>
                  <a:pt x="124" y="72"/>
                </a:lnTo>
                <a:close/>
                <a:moveTo>
                  <a:pt x="124" y="96"/>
                </a:moveTo>
                <a:cubicBezTo>
                  <a:pt x="124" y="112"/>
                  <a:pt x="124" y="112"/>
                  <a:pt x="124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10" y="106"/>
                  <a:pt x="11" y="101"/>
                  <a:pt x="12" y="96"/>
                </a:cubicBezTo>
                <a:lnTo>
                  <a:pt x="124" y="96"/>
                </a:lnTo>
                <a:close/>
                <a:moveTo>
                  <a:pt x="124" y="144"/>
                </a:moveTo>
                <a:cubicBezTo>
                  <a:pt x="124" y="160"/>
                  <a:pt x="124" y="160"/>
                  <a:pt x="1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11" y="155"/>
                  <a:pt x="10" y="149"/>
                  <a:pt x="9" y="144"/>
                </a:cubicBezTo>
                <a:lnTo>
                  <a:pt x="124" y="144"/>
                </a:lnTo>
                <a:close/>
                <a:moveTo>
                  <a:pt x="124" y="168"/>
                </a:moveTo>
                <a:cubicBezTo>
                  <a:pt x="124" y="184"/>
                  <a:pt x="124" y="184"/>
                  <a:pt x="124" y="184"/>
                </a:cubicBezTo>
                <a:cubicBezTo>
                  <a:pt x="22" y="184"/>
                  <a:pt x="22" y="184"/>
                  <a:pt x="22" y="184"/>
                </a:cubicBezTo>
                <a:cubicBezTo>
                  <a:pt x="19" y="179"/>
                  <a:pt x="17" y="173"/>
                  <a:pt x="15" y="168"/>
                </a:cubicBezTo>
                <a:lnTo>
                  <a:pt x="124" y="168"/>
                </a:lnTo>
                <a:close/>
                <a:moveTo>
                  <a:pt x="124" y="192"/>
                </a:moveTo>
                <a:cubicBezTo>
                  <a:pt x="124" y="208"/>
                  <a:pt x="124" y="208"/>
                  <a:pt x="124" y="208"/>
                </a:cubicBezTo>
                <a:cubicBezTo>
                  <a:pt x="39" y="208"/>
                  <a:pt x="39" y="208"/>
                  <a:pt x="39" y="208"/>
                </a:cubicBezTo>
                <a:cubicBezTo>
                  <a:pt x="34" y="203"/>
                  <a:pt x="30" y="197"/>
                  <a:pt x="27" y="192"/>
                </a:cubicBezTo>
                <a:lnTo>
                  <a:pt x="124" y="192"/>
                </a:lnTo>
                <a:close/>
                <a:moveTo>
                  <a:pt x="124" y="216"/>
                </a:moveTo>
                <a:cubicBezTo>
                  <a:pt x="124" y="232"/>
                  <a:pt x="124" y="232"/>
                  <a:pt x="124" y="232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60" y="227"/>
                  <a:pt x="53" y="222"/>
                  <a:pt x="46" y="216"/>
                </a:cubicBezTo>
                <a:lnTo>
                  <a:pt x="124" y="216"/>
                </a:lnTo>
                <a:close/>
                <a:moveTo>
                  <a:pt x="248" y="128"/>
                </a:moveTo>
                <a:cubicBezTo>
                  <a:pt x="248" y="193"/>
                  <a:pt x="196" y="245"/>
                  <a:pt x="132" y="248"/>
                </a:cubicBezTo>
                <a:cubicBezTo>
                  <a:pt x="132" y="8"/>
                  <a:pt x="132" y="8"/>
                  <a:pt x="132" y="8"/>
                </a:cubicBezTo>
                <a:cubicBezTo>
                  <a:pt x="196" y="10"/>
                  <a:pt x="248" y="63"/>
                  <a:pt x="248" y="12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2" name="Группа 411"/>
          <p:cNvGrpSpPr/>
          <p:nvPr/>
        </p:nvGrpSpPr>
        <p:grpSpPr>
          <a:xfrm>
            <a:off x="6000002" y="1693667"/>
            <a:ext cx="302815" cy="207041"/>
            <a:chOff x="6000002" y="1693667"/>
            <a:chExt cx="302815" cy="207041"/>
          </a:xfrm>
        </p:grpSpPr>
        <p:sp>
          <p:nvSpPr>
            <p:cNvPr id="228" name="Freeform 233"/>
            <p:cNvSpPr>
              <a:spLocks noEditPoints="1"/>
            </p:cNvSpPr>
            <p:nvPr/>
          </p:nvSpPr>
          <p:spPr bwMode="auto">
            <a:xfrm>
              <a:off x="6000002" y="1693667"/>
              <a:ext cx="302815" cy="146478"/>
            </a:xfrm>
            <a:custGeom>
              <a:avLst/>
              <a:gdLst>
                <a:gd name="T0" fmla="*/ 208 w 256"/>
                <a:gd name="T1" fmla="*/ 80 h 124"/>
                <a:gd name="T2" fmla="*/ 128 w 256"/>
                <a:gd name="T3" fmla="*/ 0 h 124"/>
                <a:gd name="T4" fmla="*/ 128 w 256"/>
                <a:gd name="T5" fmla="*/ 0 h 124"/>
                <a:gd name="T6" fmla="*/ 122 w 256"/>
                <a:gd name="T7" fmla="*/ 0 h 124"/>
                <a:gd name="T8" fmla="*/ 124 w 256"/>
                <a:gd name="T9" fmla="*/ 6 h 124"/>
                <a:gd name="T10" fmla="*/ 128 w 256"/>
                <a:gd name="T11" fmla="*/ 26 h 124"/>
                <a:gd name="T12" fmla="*/ 78 w 256"/>
                <a:gd name="T13" fmla="*/ 76 h 124"/>
                <a:gd name="T14" fmla="*/ 55 w 256"/>
                <a:gd name="T15" fmla="*/ 70 h 124"/>
                <a:gd name="T16" fmla="*/ 49 w 256"/>
                <a:gd name="T17" fmla="*/ 67 h 124"/>
                <a:gd name="T18" fmla="*/ 49 w 256"/>
                <a:gd name="T19" fmla="*/ 73 h 124"/>
                <a:gd name="T20" fmla="*/ 48 w 256"/>
                <a:gd name="T21" fmla="*/ 80 h 124"/>
                <a:gd name="T22" fmla="*/ 57 w 256"/>
                <a:gd name="T23" fmla="*/ 116 h 124"/>
                <a:gd name="T24" fmla="*/ 0 w 256"/>
                <a:gd name="T25" fmla="*/ 116 h 124"/>
                <a:gd name="T26" fmla="*/ 0 w 256"/>
                <a:gd name="T27" fmla="*/ 124 h 124"/>
                <a:gd name="T28" fmla="*/ 256 w 256"/>
                <a:gd name="T29" fmla="*/ 124 h 124"/>
                <a:gd name="T30" fmla="*/ 256 w 256"/>
                <a:gd name="T31" fmla="*/ 116 h 124"/>
                <a:gd name="T32" fmla="*/ 200 w 256"/>
                <a:gd name="T33" fmla="*/ 116 h 124"/>
                <a:gd name="T34" fmla="*/ 208 w 256"/>
                <a:gd name="T35" fmla="*/ 80 h 124"/>
                <a:gd name="T36" fmla="*/ 56 w 256"/>
                <a:gd name="T37" fmla="*/ 80 h 124"/>
                <a:gd name="T38" fmla="*/ 56 w 256"/>
                <a:gd name="T39" fmla="*/ 80 h 124"/>
                <a:gd name="T40" fmla="*/ 78 w 256"/>
                <a:gd name="T41" fmla="*/ 84 h 124"/>
                <a:gd name="T42" fmla="*/ 136 w 256"/>
                <a:gd name="T43" fmla="*/ 26 h 124"/>
                <a:gd name="T44" fmla="*/ 134 w 256"/>
                <a:gd name="T45" fmla="*/ 8 h 124"/>
                <a:gd name="T46" fmla="*/ 200 w 256"/>
                <a:gd name="T47" fmla="*/ 80 h 124"/>
                <a:gd name="T48" fmla="*/ 191 w 256"/>
                <a:gd name="T49" fmla="*/ 116 h 124"/>
                <a:gd name="T50" fmla="*/ 66 w 256"/>
                <a:gd name="T51" fmla="*/ 116 h 124"/>
                <a:gd name="T52" fmla="*/ 56 w 256"/>
                <a:gd name="T53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6" h="124">
                  <a:moveTo>
                    <a:pt x="208" y="80"/>
                  </a:moveTo>
                  <a:cubicBezTo>
                    <a:pt x="208" y="36"/>
                    <a:pt x="17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4" y="6"/>
                    <a:pt x="124" y="6"/>
                    <a:pt x="124" y="6"/>
                  </a:cubicBezTo>
                  <a:cubicBezTo>
                    <a:pt x="127" y="12"/>
                    <a:pt x="128" y="19"/>
                    <a:pt x="128" y="26"/>
                  </a:cubicBezTo>
                  <a:cubicBezTo>
                    <a:pt x="128" y="54"/>
                    <a:pt x="106" y="76"/>
                    <a:pt x="78" y="76"/>
                  </a:cubicBezTo>
                  <a:cubicBezTo>
                    <a:pt x="70" y="76"/>
                    <a:pt x="62" y="74"/>
                    <a:pt x="55" y="70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9" y="75"/>
                    <a:pt x="48" y="78"/>
                    <a:pt x="48" y="80"/>
                  </a:cubicBezTo>
                  <a:cubicBezTo>
                    <a:pt x="48" y="93"/>
                    <a:pt x="51" y="105"/>
                    <a:pt x="57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00" y="116"/>
                    <a:pt x="200" y="116"/>
                    <a:pt x="200" y="116"/>
                  </a:cubicBezTo>
                  <a:cubicBezTo>
                    <a:pt x="205" y="105"/>
                    <a:pt x="208" y="93"/>
                    <a:pt x="208" y="80"/>
                  </a:cubicBezTo>
                  <a:close/>
                  <a:moveTo>
                    <a:pt x="56" y="80"/>
                  </a:moveTo>
                  <a:cubicBezTo>
                    <a:pt x="56" y="80"/>
                    <a:pt x="56" y="80"/>
                    <a:pt x="56" y="80"/>
                  </a:cubicBezTo>
                  <a:cubicBezTo>
                    <a:pt x="63" y="83"/>
                    <a:pt x="71" y="84"/>
                    <a:pt x="78" y="84"/>
                  </a:cubicBezTo>
                  <a:cubicBezTo>
                    <a:pt x="110" y="84"/>
                    <a:pt x="136" y="58"/>
                    <a:pt x="136" y="26"/>
                  </a:cubicBezTo>
                  <a:cubicBezTo>
                    <a:pt x="136" y="20"/>
                    <a:pt x="135" y="14"/>
                    <a:pt x="134" y="8"/>
                  </a:cubicBezTo>
                  <a:cubicBezTo>
                    <a:pt x="171" y="11"/>
                    <a:pt x="200" y="42"/>
                    <a:pt x="200" y="80"/>
                  </a:cubicBezTo>
                  <a:cubicBezTo>
                    <a:pt x="200" y="93"/>
                    <a:pt x="197" y="105"/>
                    <a:pt x="191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0" y="105"/>
                    <a:pt x="56" y="93"/>
                    <a:pt x="56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Freeform 234"/>
            <p:cNvSpPr>
              <a:spLocks/>
            </p:cNvSpPr>
            <p:nvPr/>
          </p:nvSpPr>
          <p:spPr bwMode="auto">
            <a:xfrm>
              <a:off x="6115494" y="1858455"/>
              <a:ext cx="73239" cy="42253"/>
            </a:xfrm>
            <a:custGeom>
              <a:avLst/>
              <a:gdLst>
                <a:gd name="T0" fmla="*/ 47 w 52"/>
                <a:gd name="T1" fmla="*/ 30 h 30"/>
                <a:gd name="T2" fmla="*/ 52 w 52"/>
                <a:gd name="T3" fmla="*/ 25 h 30"/>
                <a:gd name="T4" fmla="*/ 28 w 52"/>
                <a:gd name="T5" fmla="*/ 0 h 30"/>
                <a:gd name="T6" fmla="*/ 24 w 52"/>
                <a:gd name="T7" fmla="*/ 0 h 30"/>
                <a:gd name="T8" fmla="*/ 0 w 52"/>
                <a:gd name="T9" fmla="*/ 25 h 30"/>
                <a:gd name="T10" fmla="*/ 5 w 52"/>
                <a:gd name="T11" fmla="*/ 30 h 30"/>
                <a:gd name="T12" fmla="*/ 26 w 52"/>
                <a:gd name="T13" fmla="*/ 9 h 30"/>
                <a:gd name="T14" fmla="*/ 47 w 52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30">
                  <a:moveTo>
                    <a:pt x="47" y="30"/>
                  </a:moveTo>
                  <a:lnTo>
                    <a:pt x="52" y="25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0" y="25"/>
                  </a:lnTo>
                  <a:lnTo>
                    <a:pt x="5" y="30"/>
                  </a:lnTo>
                  <a:lnTo>
                    <a:pt x="26" y="9"/>
                  </a:lnTo>
                  <a:lnTo>
                    <a:pt x="47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4" name="Группа 423"/>
          <p:cNvGrpSpPr/>
          <p:nvPr/>
        </p:nvGrpSpPr>
        <p:grpSpPr>
          <a:xfrm>
            <a:off x="6394365" y="2086622"/>
            <a:ext cx="302815" cy="207040"/>
            <a:chOff x="6394365" y="2086622"/>
            <a:chExt cx="302815" cy="207040"/>
          </a:xfrm>
        </p:grpSpPr>
        <p:sp>
          <p:nvSpPr>
            <p:cNvPr id="230" name="Freeform 235"/>
            <p:cNvSpPr>
              <a:spLocks noEditPoints="1"/>
            </p:cNvSpPr>
            <p:nvPr/>
          </p:nvSpPr>
          <p:spPr bwMode="auto">
            <a:xfrm>
              <a:off x="6394365" y="2086622"/>
              <a:ext cx="302815" cy="146478"/>
            </a:xfrm>
            <a:custGeom>
              <a:avLst/>
              <a:gdLst>
                <a:gd name="T0" fmla="*/ 256 w 256"/>
                <a:gd name="T1" fmla="*/ 116 h 124"/>
                <a:gd name="T2" fmla="*/ 199 w 256"/>
                <a:gd name="T3" fmla="*/ 116 h 124"/>
                <a:gd name="T4" fmla="*/ 208 w 256"/>
                <a:gd name="T5" fmla="*/ 80 h 124"/>
                <a:gd name="T6" fmla="*/ 128 w 256"/>
                <a:gd name="T7" fmla="*/ 0 h 124"/>
                <a:gd name="T8" fmla="*/ 48 w 256"/>
                <a:gd name="T9" fmla="*/ 80 h 124"/>
                <a:gd name="T10" fmla="*/ 56 w 256"/>
                <a:gd name="T11" fmla="*/ 116 h 124"/>
                <a:gd name="T12" fmla="*/ 0 w 256"/>
                <a:gd name="T13" fmla="*/ 116 h 124"/>
                <a:gd name="T14" fmla="*/ 0 w 256"/>
                <a:gd name="T15" fmla="*/ 124 h 124"/>
                <a:gd name="T16" fmla="*/ 256 w 256"/>
                <a:gd name="T17" fmla="*/ 124 h 124"/>
                <a:gd name="T18" fmla="*/ 256 w 256"/>
                <a:gd name="T19" fmla="*/ 116 h 124"/>
                <a:gd name="T20" fmla="*/ 56 w 256"/>
                <a:gd name="T21" fmla="*/ 80 h 124"/>
                <a:gd name="T22" fmla="*/ 128 w 256"/>
                <a:gd name="T23" fmla="*/ 8 h 124"/>
                <a:gd name="T24" fmla="*/ 200 w 256"/>
                <a:gd name="T25" fmla="*/ 80 h 124"/>
                <a:gd name="T26" fmla="*/ 190 w 256"/>
                <a:gd name="T27" fmla="*/ 116 h 124"/>
                <a:gd name="T28" fmla="*/ 65 w 256"/>
                <a:gd name="T29" fmla="*/ 116 h 124"/>
                <a:gd name="T30" fmla="*/ 56 w 256"/>
                <a:gd name="T31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6" h="124">
                  <a:moveTo>
                    <a:pt x="256" y="116"/>
                  </a:move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3"/>
                    <a:pt x="208" y="80"/>
                  </a:cubicBezTo>
                  <a:cubicBezTo>
                    <a:pt x="208" y="36"/>
                    <a:pt x="172" y="0"/>
                    <a:pt x="128" y="0"/>
                  </a:cubicBezTo>
                  <a:cubicBezTo>
                    <a:pt x="83" y="0"/>
                    <a:pt x="48" y="36"/>
                    <a:pt x="48" y="80"/>
                  </a:cubicBezTo>
                  <a:cubicBezTo>
                    <a:pt x="48" y="93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lnTo>
                    <a:pt x="256" y="116"/>
                  </a:lnTo>
                  <a:close/>
                  <a:moveTo>
                    <a:pt x="56" y="80"/>
                  </a:moveTo>
                  <a:cubicBezTo>
                    <a:pt x="56" y="41"/>
                    <a:pt x="88" y="8"/>
                    <a:pt x="128" y="8"/>
                  </a:cubicBezTo>
                  <a:cubicBezTo>
                    <a:pt x="167" y="8"/>
                    <a:pt x="200" y="41"/>
                    <a:pt x="200" y="80"/>
                  </a:cubicBezTo>
                  <a:cubicBezTo>
                    <a:pt x="200" y="93"/>
                    <a:pt x="196" y="106"/>
                    <a:pt x="190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59" y="106"/>
                    <a:pt x="56" y="93"/>
                    <a:pt x="56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1" name="Freeform 236"/>
            <p:cNvSpPr>
              <a:spLocks/>
            </p:cNvSpPr>
            <p:nvPr/>
          </p:nvSpPr>
          <p:spPr bwMode="auto">
            <a:xfrm>
              <a:off x="6508449" y="2251409"/>
              <a:ext cx="71831" cy="42253"/>
            </a:xfrm>
            <a:custGeom>
              <a:avLst/>
              <a:gdLst>
                <a:gd name="T0" fmla="*/ 0 w 51"/>
                <a:gd name="T1" fmla="*/ 25 h 30"/>
                <a:gd name="T2" fmla="*/ 4 w 51"/>
                <a:gd name="T3" fmla="*/ 30 h 30"/>
                <a:gd name="T4" fmla="*/ 26 w 51"/>
                <a:gd name="T5" fmla="*/ 9 h 30"/>
                <a:gd name="T6" fmla="*/ 47 w 51"/>
                <a:gd name="T7" fmla="*/ 30 h 30"/>
                <a:gd name="T8" fmla="*/ 51 w 51"/>
                <a:gd name="T9" fmla="*/ 25 h 30"/>
                <a:gd name="T10" fmla="*/ 28 w 51"/>
                <a:gd name="T11" fmla="*/ 0 h 30"/>
                <a:gd name="T12" fmla="*/ 24 w 51"/>
                <a:gd name="T13" fmla="*/ 0 h 30"/>
                <a:gd name="T14" fmla="*/ 0 w 51"/>
                <a:gd name="T15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30">
                  <a:moveTo>
                    <a:pt x="0" y="25"/>
                  </a:moveTo>
                  <a:lnTo>
                    <a:pt x="4" y="30"/>
                  </a:lnTo>
                  <a:lnTo>
                    <a:pt x="26" y="9"/>
                  </a:lnTo>
                  <a:lnTo>
                    <a:pt x="47" y="30"/>
                  </a:lnTo>
                  <a:lnTo>
                    <a:pt x="51" y="25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3" name="Группа 412"/>
          <p:cNvGrpSpPr/>
          <p:nvPr/>
        </p:nvGrpSpPr>
        <p:grpSpPr>
          <a:xfrm>
            <a:off x="6394365" y="1693667"/>
            <a:ext cx="302815" cy="208449"/>
            <a:chOff x="6394365" y="1693667"/>
            <a:chExt cx="302815" cy="208449"/>
          </a:xfrm>
        </p:grpSpPr>
        <p:sp>
          <p:nvSpPr>
            <p:cNvPr id="232" name="Freeform 237"/>
            <p:cNvSpPr>
              <a:spLocks noEditPoints="1"/>
            </p:cNvSpPr>
            <p:nvPr/>
          </p:nvSpPr>
          <p:spPr bwMode="auto">
            <a:xfrm>
              <a:off x="6394365" y="1693667"/>
              <a:ext cx="302815" cy="146478"/>
            </a:xfrm>
            <a:custGeom>
              <a:avLst/>
              <a:gdLst>
                <a:gd name="T0" fmla="*/ 256 w 256"/>
                <a:gd name="T1" fmla="*/ 116 h 124"/>
                <a:gd name="T2" fmla="*/ 199 w 256"/>
                <a:gd name="T3" fmla="*/ 116 h 124"/>
                <a:gd name="T4" fmla="*/ 208 w 256"/>
                <a:gd name="T5" fmla="*/ 80 h 124"/>
                <a:gd name="T6" fmla="*/ 128 w 256"/>
                <a:gd name="T7" fmla="*/ 0 h 124"/>
                <a:gd name="T8" fmla="*/ 127 w 256"/>
                <a:gd name="T9" fmla="*/ 0 h 124"/>
                <a:gd name="T10" fmla="*/ 121 w 256"/>
                <a:gd name="T11" fmla="*/ 0 h 124"/>
                <a:gd name="T12" fmla="*/ 123 w 256"/>
                <a:gd name="T13" fmla="*/ 5 h 124"/>
                <a:gd name="T14" fmla="*/ 128 w 256"/>
                <a:gd name="T15" fmla="*/ 26 h 124"/>
                <a:gd name="T16" fmla="*/ 78 w 256"/>
                <a:gd name="T17" fmla="*/ 76 h 124"/>
                <a:gd name="T18" fmla="*/ 54 w 256"/>
                <a:gd name="T19" fmla="*/ 70 h 124"/>
                <a:gd name="T20" fmla="*/ 48 w 256"/>
                <a:gd name="T21" fmla="*/ 67 h 124"/>
                <a:gd name="T22" fmla="*/ 48 w 256"/>
                <a:gd name="T23" fmla="*/ 73 h 124"/>
                <a:gd name="T24" fmla="*/ 48 w 256"/>
                <a:gd name="T25" fmla="*/ 80 h 124"/>
                <a:gd name="T26" fmla="*/ 56 w 256"/>
                <a:gd name="T27" fmla="*/ 116 h 124"/>
                <a:gd name="T28" fmla="*/ 0 w 256"/>
                <a:gd name="T29" fmla="*/ 116 h 124"/>
                <a:gd name="T30" fmla="*/ 0 w 256"/>
                <a:gd name="T31" fmla="*/ 124 h 124"/>
                <a:gd name="T32" fmla="*/ 256 w 256"/>
                <a:gd name="T33" fmla="*/ 124 h 124"/>
                <a:gd name="T34" fmla="*/ 256 w 256"/>
                <a:gd name="T35" fmla="*/ 116 h 124"/>
                <a:gd name="T36" fmla="*/ 56 w 256"/>
                <a:gd name="T37" fmla="*/ 80 h 124"/>
                <a:gd name="T38" fmla="*/ 56 w 256"/>
                <a:gd name="T39" fmla="*/ 79 h 124"/>
                <a:gd name="T40" fmla="*/ 78 w 256"/>
                <a:gd name="T41" fmla="*/ 84 h 124"/>
                <a:gd name="T42" fmla="*/ 136 w 256"/>
                <a:gd name="T43" fmla="*/ 26 h 124"/>
                <a:gd name="T44" fmla="*/ 133 w 256"/>
                <a:gd name="T45" fmla="*/ 8 h 124"/>
                <a:gd name="T46" fmla="*/ 200 w 256"/>
                <a:gd name="T47" fmla="*/ 80 h 124"/>
                <a:gd name="T48" fmla="*/ 190 w 256"/>
                <a:gd name="T49" fmla="*/ 116 h 124"/>
                <a:gd name="T50" fmla="*/ 65 w 256"/>
                <a:gd name="T51" fmla="*/ 116 h 124"/>
                <a:gd name="T52" fmla="*/ 56 w 256"/>
                <a:gd name="T53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6" h="124">
                  <a:moveTo>
                    <a:pt x="256" y="116"/>
                  </a:move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2"/>
                    <a:pt x="208" y="80"/>
                  </a:cubicBezTo>
                  <a:cubicBezTo>
                    <a:pt x="208" y="36"/>
                    <a:pt x="172" y="0"/>
                    <a:pt x="12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5"/>
                    <a:pt x="123" y="5"/>
                    <a:pt x="123" y="5"/>
                  </a:cubicBezTo>
                  <a:cubicBezTo>
                    <a:pt x="126" y="12"/>
                    <a:pt x="128" y="19"/>
                    <a:pt x="128" y="26"/>
                  </a:cubicBezTo>
                  <a:cubicBezTo>
                    <a:pt x="128" y="53"/>
                    <a:pt x="105" y="76"/>
                    <a:pt x="78" y="76"/>
                  </a:cubicBezTo>
                  <a:cubicBezTo>
                    <a:pt x="69" y="76"/>
                    <a:pt x="61" y="74"/>
                    <a:pt x="54" y="70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5"/>
                    <a:pt x="48" y="77"/>
                    <a:pt x="48" y="80"/>
                  </a:cubicBezTo>
                  <a:cubicBezTo>
                    <a:pt x="48" y="92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lnTo>
                    <a:pt x="256" y="116"/>
                  </a:lnTo>
                  <a:close/>
                  <a:moveTo>
                    <a:pt x="56" y="80"/>
                  </a:moveTo>
                  <a:cubicBezTo>
                    <a:pt x="56" y="80"/>
                    <a:pt x="56" y="79"/>
                    <a:pt x="56" y="79"/>
                  </a:cubicBezTo>
                  <a:cubicBezTo>
                    <a:pt x="62" y="82"/>
                    <a:pt x="70" y="84"/>
                    <a:pt x="78" y="84"/>
                  </a:cubicBezTo>
                  <a:cubicBezTo>
                    <a:pt x="110" y="84"/>
                    <a:pt x="136" y="58"/>
                    <a:pt x="136" y="26"/>
                  </a:cubicBezTo>
                  <a:cubicBezTo>
                    <a:pt x="136" y="20"/>
                    <a:pt x="135" y="14"/>
                    <a:pt x="133" y="8"/>
                  </a:cubicBezTo>
                  <a:cubicBezTo>
                    <a:pt x="170" y="11"/>
                    <a:pt x="200" y="42"/>
                    <a:pt x="200" y="80"/>
                  </a:cubicBezTo>
                  <a:cubicBezTo>
                    <a:pt x="200" y="92"/>
                    <a:pt x="196" y="105"/>
                    <a:pt x="190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59" y="105"/>
                    <a:pt x="56" y="92"/>
                    <a:pt x="56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Freeform 238"/>
            <p:cNvSpPr>
              <a:spLocks/>
            </p:cNvSpPr>
            <p:nvPr/>
          </p:nvSpPr>
          <p:spPr bwMode="auto">
            <a:xfrm>
              <a:off x="6508449" y="1859863"/>
              <a:ext cx="71831" cy="42253"/>
            </a:xfrm>
            <a:custGeom>
              <a:avLst/>
              <a:gdLst>
                <a:gd name="T0" fmla="*/ 4 w 51"/>
                <a:gd name="T1" fmla="*/ 0 h 30"/>
                <a:gd name="T2" fmla="*/ 0 w 51"/>
                <a:gd name="T3" fmla="*/ 5 h 30"/>
                <a:gd name="T4" fmla="*/ 24 w 51"/>
                <a:gd name="T5" fmla="*/ 30 h 30"/>
                <a:gd name="T6" fmla="*/ 28 w 51"/>
                <a:gd name="T7" fmla="*/ 30 h 30"/>
                <a:gd name="T8" fmla="*/ 51 w 51"/>
                <a:gd name="T9" fmla="*/ 5 h 30"/>
                <a:gd name="T10" fmla="*/ 47 w 51"/>
                <a:gd name="T11" fmla="*/ 0 h 30"/>
                <a:gd name="T12" fmla="*/ 26 w 51"/>
                <a:gd name="T13" fmla="*/ 21 h 30"/>
                <a:gd name="T14" fmla="*/ 4 w 51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30">
                  <a:moveTo>
                    <a:pt x="4" y="0"/>
                  </a:moveTo>
                  <a:lnTo>
                    <a:pt x="0" y="5"/>
                  </a:lnTo>
                  <a:lnTo>
                    <a:pt x="24" y="30"/>
                  </a:lnTo>
                  <a:lnTo>
                    <a:pt x="28" y="30"/>
                  </a:lnTo>
                  <a:lnTo>
                    <a:pt x="51" y="5"/>
                  </a:lnTo>
                  <a:lnTo>
                    <a:pt x="47" y="0"/>
                  </a:lnTo>
                  <a:lnTo>
                    <a:pt x="26" y="2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5" name="Группа 424"/>
          <p:cNvGrpSpPr/>
          <p:nvPr/>
        </p:nvGrpSpPr>
        <p:grpSpPr>
          <a:xfrm>
            <a:off x="6785911" y="2086622"/>
            <a:ext cx="302815" cy="207040"/>
            <a:chOff x="6785911" y="2086622"/>
            <a:chExt cx="302815" cy="207040"/>
          </a:xfrm>
        </p:grpSpPr>
        <p:sp>
          <p:nvSpPr>
            <p:cNvPr id="234" name="Freeform 239"/>
            <p:cNvSpPr>
              <a:spLocks noEditPoints="1"/>
            </p:cNvSpPr>
            <p:nvPr/>
          </p:nvSpPr>
          <p:spPr bwMode="auto">
            <a:xfrm>
              <a:off x="6785911" y="2086622"/>
              <a:ext cx="302815" cy="146478"/>
            </a:xfrm>
            <a:custGeom>
              <a:avLst/>
              <a:gdLst>
                <a:gd name="T0" fmla="*/ 0 w 256"/>
                <a:gd name="T1" fmla="*/ 124 h 124"/>
                <a:gd name="T2" fmla="*/ 256 w 256"/>
                <a:gd name="T3" fmla="*/ 124 h 124"/>
                <a:gd name="T4" fmla="*/ 256 w 256"/>
                <a:gd name="T5" fmla="*/ 116 h 124"/>
                <a:gd name="T6" fmla="*/ 199 w 256"/>
                <a:gd name="T7" fmla="*/ 116 h 124"/>
                <a:gd name="T8" fmla="*/ 208 w 256"/>
                <a:gd name="T9" fmla="*/ 80 h 124"/>
                <a:gd name="T10" fmla="*/ 128 w 256"/>
                <a:gd name="T11" fmla="*/ 0 h 124"/>
                <a:gd name="T12" fmla="*/ 48 w 256"/>
                <a:gd name="T13" fmla="*/ 80 h 124"/>
                <a:gd name="T14" fmla="*/ 56 w 256"/>
                <a:gd name="T15" fmla="*/ 116 h 124"/>
                <a:gd name="T16" fmla="*/ 0 w 256"/>
                <a:gd name="T17" fmla="*/ 116 h 124"/>
                <a:gd name="T18" fmla="*/ 0 w 256"/>
                <a:gd name="T19" fmla="*/ 124 h 124"/>
                <a:gd name="T20" fmla="*/ 56 w 256"/>
                <a:gd name="T21" fmla="*/ 80 h 124"/>
                <a:gd name="T22" fmla="*/ 128 w 256"/>
                <a:gd name="T23" fmla="*/ 8 h 124"/>
                <a:gd name="T24" fmla="*/ 200 w 256"/>
                <a:gd name="T25" fmla="*/ 80 h 124"/>
                <a:gd name="T26" fmla="*/ 190 w 256"/>
                <a:gd name="T27" fmla="*/ 116 h 124"/>
                <a:gd name="T28" fmla="*/ 65 w 256"/>
                <a:gd name="T29" fmla="*/ 116 h 124"/>
                <a:gd name="T30" fmla="*/ 56 w 256"/>
                <a:gd name="T31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6" h="124">
                  <a:moveTo>
                    <a:pt x="0" y="124"/>
                  </a:moveTo>
                  <a:cubicBezTo>
                    <a:pt x="256" y="124"/>
                    <a:pt x="256" y="124"/>
                    <a:pt x="256" y="12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2"/>
                    <a:pt x="208" y="80"/>
                  </a:cubicBezTo>
                  <a:cubicBezTo>
                    <a:pt x="208" y="36"/>
                    <a:pt x="172" y="0"/>
                    <a:pt x="128" y="0"/>
                  </a:cubicBezTo>
                  <a:cubicBezTo>
                    <a:pt x="84" y="0"/>
                    <a:pt x="48" y="36"/>
                    <a:pt x="48" y="80"/>
                  </a:cubicBezTo>
                  <a:cubicBezTo>
                    <a:pt x="48" y="92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lnTo>
                    <a:pt x="0" y="124"/>
                  </a:lnTo>
                  <a:close/>
                  <a:moveTo>
                    <a:pt x="56" y="80"/>
                  </a:moveTo>
                  <a:cubicBezTo>
                    <a:pt x="56" y="40"/>
                    <a:pt x="88" y="8"/>
                    <a:pt x="128" y="8"/>
                  </a:cubicBezTo>
                  <a:cubicBezTo>
                    <a:pt x="167" y="8"/>
                    <a:pt x="200" y="40"/>
                    <a:pt x="200" y="80"/>
                  </a:cubicBezTo>
                  <a:cubicBezTo>
                    <a:pt x="200" y="93"/>
                    <a:pt x="196" y="105"/>
                    <a:pt x="190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59" y="105"/>
                    <a:pt x="56" y="93"/>
                    <a:pt x="56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Freeform 240"/>
            <p:cNvSpPr>
              <a:spLocks/>
            </p:cNvSpPr>
            <p:nvPr/>
          </p:nvSpPr>
          <p:spPr bwMode="auto">
            <a:xfrm>
              <a:off x="6901403" y="2252817"/>
              <a:ext cx="71831" cy="40845"/>
            </a:xfrm>
            <a:custGeom>
              <a:avLst/>
              <a:gdLst>
                <a:gd name="T0" fmla="*/ 4 w 51"/>
                <a:gd name="T1" fmla="*/ 0 h 29"/>
                <a:gd name="T2" fmla="*/ 0 w 51"/>
                <a:gd name="T3" fmla="*/ 5 h 29"/>
                <a:gd name="T4" fmla="*/ 23 w 51"/>
                <a:gd name="T5" fmla="*/ 29 h 29"/>
                <a:gd name="T6" fmla="*/ 28 w 51"/>
                <a:gd name="T7" fmla="*/ 29 h 29"/>
                <a:gd name="T8" fmla="*/ 51 w 51"/>
                <a:gd name="T9" fmla="*/ 5 h 29"/>
                <a:gd name="T10" fmla="*/ 47 w 51"/>
                <a:gd name="T11" fmla="*/ 0 h 29"/>
                <a:gd name="T12" fmla="*/ 26 w 51"/>
                <a:gd name="T13" fmla="*/ 21 h 29"/>
                <a:gd name="T14" fmla="*/ 4 w 51"/>
                <a:gd name="T1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29">
                  <a:moveTo>
                    <a:pt x="4" y="0"/>
                  </a:moveTo>
                  <a:lnTo>
                    <a:pt x="0" y="5"/>
                  </a:lnTo>
                  <a:lnTo>
                    <a:pt x="23" y="29"/>
                  </a:lnTo>
                  <a:lnTo>
                    <a:pt x="28" y="29"/>
                  </a:lnTo>
                  <a:lnTo>
                    <a:pt x="51" y="5"/>
                  </a:lnTo>
                  <a:lnTo>
                    <a:pt x="47" y="0"/>
                  </a:lnTo>
                  <a:lnTo>
                    <a:pt x="26" y="2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36" name="Freeform 241"/>
          <p:cNvSpPr>
            <a:spLocks noEditPoints="1"/>
          </p:cNvSpPr>
          <p:nvPr/>
        </p:nvSpPr>
        <p:spPr bwMode="auto">
          <a:xfrm>
            <a:off x="5621133" y="1645780"/>
            <a:ext cx="276054" cy="302815"/>
          </a:xfrm>
          <a:custGeom>
            <a:avLst/>
            <a:gdLst>
              <a:gd name="T0" fmla="*/ 105 w 233"/>
              <a:gd name="T1" fmla="*/ 256 h 256"/>
              <a:gd name="T2" fmla="*/ 233 w 233"/>
              <a:gd name="T3" fmla="*/ 128 h 256"/>
              <a:gd name="T4" fmla="*/ 105 w 233"/>
              <a:gd name="T5" fmla="*/ 0 h 256"/>
              <a:gd name="T6" fmla="*/ 55 w 233"/>
              <a:gd name="T7" fmla="*/ 8 h 256"/>
              <a:gd name="T8" fmla="*/ 47 w 233"/>
              <a:gd name="T9" fmla="*/ 11 h 256"/>
              <a:gd name="T10" fmla="*/ 55 w 233"/>
              <a:gd name="T11" fmla="*/ 15 h 256"/>
              <a:gd name="T12" fmla="*/ 113 w 233"/>
              <a:gd name="T13" fmla="*/ 104 h 256"/>
              <a:gd name="T14" fmla="*/ 13 w 233"/>
              <a:gd name="T15" fmla="*/ 204 h 256"/>
              <a:gd name="T16" fmla="*/ 10 w 233"/>
              <a:gd name="T17" fmla="*/ 204 h 256"/>
              <a:gd name="T18" fmla="*/ 0 w 233"/>
              <a:gd name="T19" fmla="*/ 203 h 256"/>
              <a:gd name="T20" fmla="*/ 6 w 233"/>
              <a:gd name="T21" fmla="*/ 210 h 256"/>
              <a:gd name="T22" fmla="*/ 105 w 233"/>
              <a:gd name="T23" fmla="*/ 256 h 256"/>
              <a:gd name="T24" fmla="*/ 121 w 233"/>
              <a:gd name="T25" fmla="*/ 104 h 256"/>
              <a:gd name="T26" fmla="*/ 67 w 233"/>
              <a:gd name="T27" fmla="*/ 13 h 256"/>
              <a:gd name="T28" fmla="*/ 105 w 233"/>
              <a:gd name="T29" fmla="*/ 8 h 256"/>
              <a:gd name="T30" fmla="*/ 225 w 233"/>
              <a:gd name="T31" fmla="*/ 128 h 256"/>
              <a:gd name="T32" fmla="*/ 105 w 233"/>
              <a:gd name="T33" fmla="*/ 248 h 256"/>
              <a:gd name="T34" fmla="*/ 18 w 233"/>
              <a:gd name="T35" fmla="*/ 212 h 256"/>
              <a:gd name="T36" fmla="*/ 121 w 233"/>
              <a:gd name="T37" fmla="*/ 10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33" h="256">
                <a:moveTo>
                  <a:pt x="105" y="256"/>
                </a:moveTo>
                <a:cubicBezTo>
                  <a:pt x="175" y="256"/>
                  <a:pt x="233" y="198"/>
                  <a:pt x="233" y="128"/>
                </a:cubicBezTo>
                <a:cubicBezTo>
                  <a:pt x="233" y="57"/>
                  <a:pt x="175" y="0"/>
                  <a:pt x="105" y="0"/>
                </a:cubicBezTo>
                <a:cubicBezTo>
                  <a:pt x="88" y="0"/>
                  <a:pt x="69" y="3"/>
                  <a:pt x="55" y="8"/>
                </a:cubicBezTo>
                <a:cubicBezTo>
                  <a:pt x="47" y="11"/>
                  <a:pt x="47" y="11"/>
                  <a:pt x="47" y="11"/>
                </a:cubicBezTo>
                <a:cubicBezTo>
                  <a:pt x="55" y="15"/>
                  <a:pt x="55" y="15"/>
                  <a:pt x="55" y="15"/>
                </a:cubicBezTo>
                <a:cubicBezTo>
                  <a:pt x="90" y="34"/>
                  <a:pt x="113" y="68"/>
                  <a:pt x="113" y="104"/>
                </a:cubicBezTo>
                <a:cubicBezTo>
                  <a:pt x="113" y="159"/>
                  <a:pt x="68" y="204"/>
                  <a:pt x="13" y="204"/>
                </a:cubicBezTo>
                <a:cubicBezTo>
                  <a:pt x="10" y="204"/>
                  <a:pt x="10" y="204"/>
                  <a:pt x="10" y="204"/>
                </a:cubicBezTo>
                <a:cubicBezTo>
                  <a:pt x="0" y="203"/>
                  <a:pt x="0" y="203"/>
                  <a:pt x="0" y="203"/>
                </a:cubicBezTo>
                <a:cubicBezTo>
                  <a:pt x="6" y="210"/>
                  <a:pt x="6" y="210"/>
                  <a:pt x="6" y="210"/>
                </a:cubicBezTo>
                <a:cubicBezTo>
                  <a:pt x="30" y="239"/>
                  <a:pt x="67" y="256"/>
                  <a:pt x="105" y="256"/>
                </a:cubicBezTo>
                <a:close/>
                <a:moveTo>
                  <a:pt x="121" y="104"/>
                </a:moveTo>
                <a:cubicBezTo>
                  <a:pt x="121" y="68"/>
                  <a:pt x="100" y="33"/>
                  <a:pt x="67" y="13"/>
                </a:cubicBezTo>
                <a:cubicBezTo>
                  <a:pt x="78" y="10"/>
                  <a:pt x="92" y="8"/>
                  <a:pt x="105" y="8"/>
                </a:cubicBezTo>
                <a:cubicBezTo>
                  <a:pt x="171" y="8"/>
                  <a:pt x="225" y="62"/>
                  <a:pt x="225" y="128"/>
                </a:cubicBezTo>
                <a:cubicBezTo>
                  <a:pt x="225" y="194"/>
                  <a:pt x="171" y="248"/>
                  <a:pt x="105" y="248"/>
                </a:cubicBezTo>
                <a:cubicBezTo>
                  <a:pt x="72" y="248"/>
                  <a:pt x="40" y="234"/>
                  <a:pt x="18" y="212"/>
                </a:cubicBezTo>
                <a:cubicBezTo>
                  <a:pt x="75" y="209"/>
                  <a:pt x="121" y="162"/>
                  <a:pt x="121" y="10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38" name="Группа 437"/>
          <p:cNvGrpSpPr/>
          <p:nvPr/>
        </p:nvGrpSpPr>
        <p:grpSpPr>
          <a:xfrm>
            <a:off x="2073276" y="2827460"/>
            <a:ext cx="302815" cy="295772"/>
            <a:chOff x="2073276" y="2827460"/>
            <a:chExt cx="302815" cy="295772"/>
          </a:xfrm>
        </p:grpSpPr>
        <p:sp>
          <p:nvSpPr>
            <p:cNvPr id="237" name="Freeform 242"/>
            <p:cNvSpPr>
              <a:spLocks noEditPoints="1"/>
            </p:cNvSpPr>
            <p:nvPr/>
          </p:nvSpPr>
          <p:spPr bwMode="auto">
            <a:xfrm>
              <a:off x="2097220" y="2865488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2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5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2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2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30"/>
                    <a:pt x="42" y="8"/>
                    <a:pt x="68" y="8"/>
                  </a:cubicBezTo>
                  <a:cubicBezTo>
                    <a:pt x="77" y="8"/>
                    <a:pt x="85" y="10"/>
                    <a:pt x="92" y="15"/>
                  </a:cubicBezTo>
                  <a:cubicBezTo>
                    <a:pt x="69" y="24"/>
                    <a:pt x="51" y="44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70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3" y="76"/>
                    <a:pt x="40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9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8" name="Rectangle 243"/>
            <p:cNvSpPr>
              <a:spLocks noChangeArrowheads="1"/>
            </p:cNvSpPr>
            <p:nvPr/>
          </p:nvSpPr>
          <p:spPr bwMode="auto">
            <a:xfrm>
              <a:off x="2073276" y="2927459"/>
              <a:ext cx="2816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9" name="Rectangle 244"/>
            <p:cNvSpPr>
              <a:spLocks noChangeArrowheads="1"/>
            </p:cNvSpPr>
            <p:nvPr/>
          </p:nvSpPr>
          <p:spPr bwMode="auto">
            <a:xfrm>
              <a:off x="2171867" y="2827460"/>
              <a:ext cx="9860" cy="2816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0" name="Freeform 245"/>
            <p:cNvSpPr>
              <a:spLocks/>
            </p:cNvSpPr>
            <p:nvPr/>
          </p:nvSpPr>
          <p:spPr bwMode="auto">
            <a:xfrm>
              <a:off x="2088769" y="2842953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Freeform 246"/>
            <p:cNvSpPr>
              <a:spLocks/>
            </p:cNvSpPr>
            <p:nvPr/>
          </p:nvSpPr>
          <p:spPr bwMode="auto">
            <a:xfrm>
              <a:off x="2135247" y="3109148"/>
              <a:ext cx="14084" cy="14084"/>
            </a:xfrm>
            <a:custGeom>
              <a:avLst/>
              <a:gdLst>
                <a:gd name="T0" fmla="*/ 0 w 10"/>
                <a:gd name="T1" fmla="*/ 7 h 10"/>
                <a:gd name="T2" fmla="*/ 4 w 10"/>
                <a:gd name="T3" fmla="*/ 0 h 10"/>
                <a:gd name="T4" fmla="*/ 10 w 10"/>
                <a:gd name="T5" fmla="*/ 4 h 10"/>
                <a:gd name="T6" fmla="*/ 6 w 10"/>
                <a:gd name="T7" fmla="*/ 10 h 10"/>
                <a:gd name="T8" fmla="*/ 0 w 10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lnTo>
                    <a:pt x="4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Freeform 247"/>
            <p:cNvSpPr>
              <a:spLocks/>
            </p:cNvSpPr>
            <p:nvPr/>
          </p:nvSpPr>
          <p:spPr bwMode="auto">
            <a:xfrm>
              <a:off x="2183134" y="3109148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3" name="Freeform 248"/>
            <p:cNvSpPr>
              <a:spLocks/>
            </p:cNvSpPr>
            <p:nvPr/>
          </p:nvSpPr>
          <p:spPr bwMode="auto">
            <a:xfrm>
              <a:off x="2231021" y="3109148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5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5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Freeform 249"/>
            <p:cNvSpPr>
              <a:spLocks/>
            </p:cNvSpPr>
            <p:nvPr/>
          </p:nvSpPr>
          <p:spPr bwMode="auto">
            <a:xfrm>
              <a:off x="2277500" y="3109148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4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4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Freeform 250"/>
            <p:cNvSpPr>
              <a:spLocks/>
            </p:cNvSpPr>
            <p:nvPr/>
          </p:nvSpPr>
          <p:spPr bwMode="auto">
            <a:xfrm>
              <a:off x="2154965" y="3052811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Freeform 251"/>
            <p:cNvSpPr>
              <a:spLocks/>
            </p:cNvSpPr>
            <p:nvPr/>
          </p:nvSpPr>
          <p:spPr bwMode="auto">
            <a:xfrm>
              <a:off x="2201444" y="3052811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3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Freeform 252"/>
            <p:cNvSpPr>
              <a:spLocks/>
            </p:cNvSpPr>
            <p:nvPr/>
          </p:nvSpPr>
          <p:spPr bwMode="auto">
            <a:xfrm>
              <a:off x="2249331" y="3052811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Freeform 253"/>
            <p:cNvSpPr>
              <a:spLocks/>
            </p:cNvSpPr>
            <p:nvPr/>
          </p:nvSpPr>
          <p:spPr bwMode="auto">
            <a:xfrm>
              <a:off x="2297218" y="3052811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3 h 10"/>
                <a:gd name="T6" fmla="*/ 5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Freeform 254"/>
            <p:cNvSpPr>
              <a:spLocks/>
            </p:cNvSpPr>
            <p:nvPr/>
          </p:nvSpPr>
          <p:spPr bwMode="auto">
            <a:xfrm>
              <a:off x="2116938" y="308097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7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Freeform 255"/>
            <p:cNvSpPr>
              <a:spLocks/>
            </p:cNvSpPr>
            <p:nvPr/>
          </p:nvSpPr>
          <p:spPr bwMode="auto">
            <a:xfrm>
              <a:off x="2164825" y="3080979"/>
              <a:ext cx="12676" cy="14084"/>
            </a:xfrm>
            <a:custGeom>
              <a:avLst/>
              <a:gdLst>
                <a:gd name="T0" fmla="*/ 5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5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Freeform 256"/>
            <p:cNvSpPr>
              <a:spLocks/>
            </p:cNvSpPr>
            <p:nvPr/>
          </p:nvSpPr>
          <p:spPr bwMode="auto">
            <a:xfrm>
              <a:off x="2211303" y="308097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7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Freeform 257"/>
            <p:cNvSpPr>
              <a:spLocks/>
            </p:cNvSpPr>
            <p:nvPr/>
          </p:nvSpPr>
          <p:spPr bwMode="auto">
            <a:xfrm>
              <a:off x="2259190" y="308097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7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9" name="Группа 438"/>
          <p:cNvGrpSpPr/>
          <p:nvPr/>
        </p:nvGrpSpPr>
        <p:grpSpPr>
          <a:xfrm>
            <a:off x="2466231" y="2847179"/>
            <a:ext cx="302815" cy="257743"/>
            <a:chOff x="2466231" y="2847179"/>
            <a:chExt cx="302815" cy="257743"/>
          </a:xfrm>
        </p:grpSpPr>
        <p:sp>
          <p:nvSpPr>
            <p:cNvPr id="253" name="Freeform 258"/>
            <p:cNvSpPr>
              <a:spLocks noEditPoints="1"/>
            </p:cNvSpPr>
            <p:nvPr/>
          </p:nvSpPr>
          <p:spPr bwMode="auto">
            <a:xfrm>
              <a:off x="2466231" y="2847179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5 h 152"/>
                <a:gd name="T20" fmla="*/ 0 w 256"/>
                <a:gd name="T21" fmla="*/ 53 h 152"/>
                <a:gd name="T22" fmla="*/ 1 w 256"/>
                <a:gd name="T23" fmla="*/ 59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2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50" y="1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5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259"/>
            <p:cNvSpPr>
              <a:spLocks/>
            </p:cNvSpPr>
            <p:nvPr/>
          </p:nvSpPr>
          <p:spPr bwMode="auto">
            <a:xfrm>
              <a:off x="2528202" y="3090838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260"/>
            <p:cNvSpPr>
              <a:spLocks/>
            </p:cNvSpPr>
            <p:nvPr/>
          </p:nvSpPr>
          <p:spPr bwMode="auto">
            <a:xfrm>
              <a:off x="2576089" y="3090838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6" name="Freeform 261"/>
            <p:cNvSpPr>
              <a:spLocks/>
            </p:cNvSpPr>
            <p:nvPr/>
          </p:nvSpPr>
          <p:spPr bwMode="auto">
            <a:xfrm>
              <a:off x="2622567" y="3090838"/>
              <a:ext cx="14084" cy="14084"/>
            </a:xfrm>
            <a:custGeom>
              <a:avLst/>
              <a:gdLst>
                <a:gd name="T0" fmla="*/ 0 w 10"/>
                <a:gd name="T1" fmla="*/ 6 h 10"/>
                <a:gd name="T2" fmla="*/ 4 w 10"/>
                <a:gd name="T3" fmla="*/ 0 h 10"/>
                <a:gd name="T4" fmla="*/ 10 w 10"/>
                <a:gd name="T5" fmla="*/ 3 h 10"/>
                <a:gd name="T6" fmla="*/ 6 w 10"/>
                <a:gd name="T7" fmla="*/ 10 h 10"/>
                <a:gd name="T8" fmla="*/ 0 w 1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Freeform 262"/>
            <p:cNvSpPr>
              <a:spLocks/>
            </p:cNvSpPr>
            <p:nvPr/>
          </p:nvSpPr>
          <p:spPr bwMode="auto">
            <a:xfrm>
              <a:off x="2670454" y="3090838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6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8" name="Freeform 263"/>
            <p:cNvSpPr>
              <a:spLocks/>
            </p:cNvSpPr>
            <p:nvPr/>
          </p:nvSpPr>
          <p:spPr bwMode="auto">
            <a:xfrm>
              <a:off x="2547920" y="3033092"/>
              <a:ext cx="12676" cy="15493"/>
            </a:xfrm>
            <a:custGeom>
              <a:avLst/>
              <a:gdLst>
                <a:gd name="T0" fmla="*/ 5 w 9"/>
                <a:gd name="T1" fmla="*/ 11 h 11"/>
                <a:gd name="T2" fmla="*/ 0 w 9"/>
                <a:gd name="T3" fmla="*/ 7 h 11"/>
                <a:gd name="T4" fmla="*/ 3 w 9"/>
                <a:gd name="T5" fmla="*/ 0 h 11"/>
                <a:gd name="T6" fmla="*/ 9 w 9"/>
                <a:gd name="T7" fmla="*/ 4 h 11"/>
                <a:gd name="T8" fmla="*/ 5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11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Freeform 264"/>
            <p:cNvSpPr>
              <a:spLocks/>
            </p:cNvSpPr>
            <p:nvPr/>
          </p:nvSpPr>
          <p:spPr bwMode="auto">
            <a:xfrm>
              <a:off x="2594398" y="3033092"/>
              <a:ext cx="12676" cy="15493"/>
            </a:xfrm>
            <a:custGeom>
              <a:avLst/>
              <a:gdLst>
                <a:gd name="T0" fmla="*/ 6 w 9"/>
                <a:gd name="T1" fmla="*/ 11 h 11"/>
                <a:gd name="T2" fmla="*/ 0 w 9"/>
                <a:gd name="T3" fmla="*/ 7 h 11"/>
                <a:gd name="T4" fmla="*/ 4 w 9"/>
                <a:gd name="T5" fmla="*/ 0 h 11"/>
                <a:gd name="T6" fmla="*/ 9 w 9"/>
                <a:gd name="T7" fmla="*/ 4 h 11"/>
                <a:gd name="T8" fmla="*/ 6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9" y="4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Freeform 265"/>
            <p:cNvSpPr>
              <a:spLocks/>
            </p:cNvSpPr>
            <p:nvPr/>
          </p:nvSpPr>
          <p:spPr bwMode="auto">
            <a:xfrm>
              <a:off x="2642285" y="3033092"/>
              <a:ext cx="12676" cy="15493"/>
            </a:xfrm>
            <a:custGeom>
              <a:avLst/>
              <a:gdLst>
                <a:gd name="T0" fmla="*/ 6 w 9"/>
                <a:gd name="T1" fmla="*/ 11 h 11"/>
                <a:gd name="T2" fmla="*/ 0 w 9"/>
                <a:gd name="T3" fmla="*/ 7 h 11"/>
                <a:gd name="T4" fmla="*/ 3 w 9"/>
                <a:gd name="T5" fmla="*/ 0 h 11"/>
                <a:gd name="T6" fmla="*/ 9 w 9"/>
                <a:gd name="T7" fmla="*/ 4 h 11"/>
                <a:gd name="T8" fmla="*/ 6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1" name="Freeform 266"/>
            <p:cNvSpPr>
              <a:spLocks/>
            </p:cNvSpPr>
            <p:nvPr/>
          </p:nvSpPr>
          <p:spPr bwMode="auto">
            <a:xfrm>
              <a:off x="2688764" y="3033092"/>
              <a:ext cx="14084" cy="15493"/>
            </a:xfrm>
            <a:custGeom>
              <a:avLst/>
              <a:gdLst>
                <a:gd name="T0" fmla="*/ 0 w 10"/>
                <a:gd name="T1" fmla="*/ 7 h 11"/>
                <a:gd name="T2" fmla="*/ 4 w 10"/>
                <a:gd name="T3" fmla="*/ 0 h 11"/>
                <a:gd name="T4" fmla="*/ 10 w 10"/>
                <a:gd name="T5" fmla="*/ 4 h 11"/>
                <a:gd name="T6" fmla="*/ 6 w 10"/>
                <a:gd name="T7" fmla="*/ 11 h 11"/>
                <a:gd name="T8" fmla="*/ 0 w 10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lnTo>
                    <a:pt x="4" y="0"/>
                  </a:lnTo>
                  <a:lnTo>
                    <a:pt x="10" y="4"/>
                  </a:lnTo>
                  <a:lnTo>
                    <a:pt x="6" y="11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Freeform 267"/>
            <p:cNvSpPr>
              <a:spLocks/>
            </p:cNvSpPr>
            <p:nvPr/>
          </p:nvSpPr>
          <p:spPr bwMode="auto">
            <a:xfrm>
              <a:off x="2509892" y="306266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268"/>
            <p:cNvSpPr>
              <a:spLocks/>
            </p:cNvSpPr>
            <p:nvPr/>
          </p:nvSpPr>
          <p:spPr bwMode="auto">
            <a:xfrm>
              <a:off x="2556371" y="3062669"/>
              <a:ext cx="14084" cy="1408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3 h 10"/>
                <a:gd name="T4" fmla="*/ 6 w 10"/>
                <a:gd name="T5" fmla="*/ 10 h 10"/>
                <a:gd name="T6" fmla="*/ 0 w 10"/>
                <a:gd name="T7" fmla="*/ 6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4" name="Freeform 269"/>
            <p:cNvSpPr>
              <a:spLocks/>
            </p:cNvSpPr>
            <p:nvPr/>
          </p:nvSpPr>
          <p:spPr bwMode="auto">
            <a:xfrm>
              <a:off x="2604258" y="306266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Freeform 270"/>
            <p:cNvSpPr>
              <a:spLocks/>
            </p:cNvSpPr>
            <p:nvPr/>
          </p:nvSpPr>
          <p:spPr bwMode="auto">
            <a:xfrm>
              <a:off x="2650736" y="3062669"/>
              <a:ext cx="14084" cy="1408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3 h 10"/>
                <a:gd name="T4" fmla="*/ 6 w 10"/>
                <a:gd name="T5" fmla="*/ 10 h 10"/>
                <a:gd name="T6" fmla="*/ 0 w 10"/>
                <a:gd name="T7" fmla="*/ 6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0" name="Группа 439"/>
          <p:cNvGrpSpPr/>
          <p:nvPr/>
        </p:nvGrpSpPr>
        <p:grpSpPr>
          <a:xfrm>
            <a:off x="2857777" y="2847179"/>
            <a:ext cx="302815" cy="257743"/>
            <a:chOff x="2857777" y="2847179"/>
            <a:chExt cx="302815" cy="257743"/>
          </a:xfrm>
        </p:grpSpPr>
        <p:sp>
          <p:nvSpPr>
            <p:cNvPr id="266" name="Freeform 271"/>
            <p:cNvSpPr>
              <a:spLocks noEditPoints="1"/>
            </p:cNvSpPr>
            <p:nvPr/>
          </p:nvSpPr>
          <p:spPr bwMode="auto">
            <a:xfrm>
              <a:off x="2857777" y="2847179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2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224 w 256"/>
                <a:gd name="T19" fmla="*/ 152 h 152"/>
                <a:gd name="T20" fmla="*/ 256 w 256"/>
                <a:gd name="T21" fmla="*/ 120 h 152"/>
                <a:gd name="T22" fmla="*/ 228 w 256"/>
                <a:gd name="T23" fmla="*/ 80 h 152"/>
                <a:gd name="T24" fmla="*/ 16 w 256"/>
                <a:gd name="T25" fmla="*/ 82 h 152"/>
                <a:gd name="T26" fmla="*/ 8 w 256"/>
                <a:gd name="T27" fmla="*/ 56 h 152"/>
                <a:gd name="T28" fmla="*/ 56 w 256"/>
                <a:gd name="T29" fmla="*/ 8 h 152"/>
                <a:gd name="T30" fmla="*/ 93 w 256"/>
                <a:gd name="T31" fmla="*/ 25 h 152"/>
                <a:gd name="T32" fmla="*/ 65 w 256"/>
                <a:gd name="T33" fmla="*/ 68 h 152"/>
                <a:gd name="T34" fmla="*/ 60 w 256"/>
                <a:gd name="T35" fmla="*/ 68 h 152"/>
                <a:gd name="T36" fmla="*/ 25 w 256"/>
                <a:gd name="T37" fmla="*/ 92 h 152"/>
                <a:gd name="T38" fmla="*/ 16 w 256"/>
                <a:gd name="T39" fmla="*/ 82 h 152"/>
                <a:gd name="T40" fmla="*/ 224 w 256"/>
                <a:gd name="T41" fmla="*/ 144 h 152"/>
                <a:gd name="T42" fmla="*/ 60 w 256"/>
                <a:gd name="T43" fmla="*/ 144 h 152"/>
                <a:gd name="T44" fmla="*/ 28 w 256"/>
                <a:gd name="T45" fmla="*/ 112 h 152"/>
                <a:gd name="T46" fmla="*/ 60 w 256"/>
                <a:gd name="T47" fmla="*/ 76 h 152"/>
                <a:gd name="T48" fmla="*/ 72 w 256"/>
                <a:gd name="T49" fmla="*/ 76 h 152"/>
                <a:gd name="T50" fmla="*/ 72 w 256"/>
                <a:gd name="T51" fmla="*/ 73 h 152"/>
                <a:gd name="T52" fmla="*/ 144 w 256"/>
                <a:gd name="T53" fmla="*/ 16 h 152"/>
                <a:gd name="T54" fmla="*/ 220 w 256"/>
                <a:gd name="T55" fmla="*/ 84 h 152"/>
                <a:gd name="T56" fmla="*/ 220 w 256"/>
                <a:gd name="T57" fmla="*/ 88 h 152"/>
                <a:gd name="T58" fmla="*/ 224 w 256"/>
                <a:gd name="T59" fmla="*/ 88 h 152"/>
                <a:gd name="T60" fmla="*/ 248 w 256"/>
                <a:gd name="T61" fmla="*/ 120 h 152"/>
                <a:gd name="T62" fmla="*/ 224 w 256"/>
                <a:gd name="T6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7"/>
                    <a:pt x="4" y="77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1" y="74"/>
                    <a:pt x="8" y="65"/>
                    <a:pt x="8" y="56"/>
                  </a:cubicBezTo>
                  <a:cubicBezTo>
                    <a:pt x="8" y="30"/>
                    <a:pt x="30" y="8"/>
                    <a:pt x="56" y="8"/>
                  </a:cubicBezTo>
                  <a:cubicBezTo>
                    <a:pt x="71" y="8"/>
                    <a:pt x="84" y="15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Freeform 272"/>
            <p:cNvSpPr>
              <a:spLocks/>
            </p:cNvSpPr>
            <p:nvPr/>
          </p:nvSpPr>
          <p:spPr bwMode="auto">
            <a:xfrm>
              <a:off x="2921156" y="3090838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8" name="Freeform 273"/>
            <p:cNvSpPr>
              <a:spLocks/>
            </p:cNvSpPr>
            <p:nvPr/>
          </p:nvSpPr>
          <p:spPr bwMode="auto">
            <a:xfrm>
              <a:off x="2967635" y="3090838"/>
              <a:ext cx="14084" cy="1408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3 h 10"/>
                <a:gd name="T4" fmla="*/ 6 w 10"/>
                <a:gd name="T5" fmla="*/ 10 h 10"/>
                <a:gd name="T6" fmla="*/ 0 w 10"/>
                <a:gd name="T7" fmla="*/ 6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Freeform 274"/>
            <p:cNvSpPr>
              <a:spLocks/>
            </p:cNvSpPr>
            <p:nvPr/>
          </p:nvSpPr>
          <p:spPr bwMode="auto">
            <a:xfrm>
              <a:off x="3015522" y="3090838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6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0" name="Freeform 275"/>
            <p:cNvSpPr>
              <a:spLocks/>
            </p:cNvSpPr>
            <p:nvPr/>
          </p:nvSpPr>
          <p:spPr bwMode="auto">
            <a:xfrm>
              <a:off x="3063409" y="3090838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5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Freeform 276"/>
            <p:cNvSpPr>
              <a:spLocks/>
            </p:cNvSpPr>
            <p:nvPr/>
          </p:nvSpPr>
          <p:spPr bwMode="auto">
            <a:xfrm>
              <a:off x="2939466" y="3033092"/>
              <a:ext cx="14084" cy="15493"/>
            </a:xfrm>
            <a:custGeom>
              <a:avLst/>
              <a:gdLst>
                <a:gd name="T0" fmla="*/ 6 w 10"/>
                <a:gd name="T1" fmla="*/ 11 h 11"/>
                <a:gd name="T2" fmla="*/ 0 w 10"/>
                <a:gd name="T3" fmla="*/ 7 h 11"/>
                <a:gd name="T4" fmla="*/ 4 w 10"/>
                <a:gd name="T5" fmla="*/ 0 h 11"/>
                <a:gd name="T6" fmla="*/ 10 w 10"/>
                <a:gd name="T7" fmla="*/ 4 h 11"/>
                <a:gd name="T8" fmla="*/ 6 w 1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Freeform 277"/>
            <p:cNvSpPr>
              <a:spLocks/>
            </p:cNvSpPr>
            <p:nvPr/>
          </p:nvSpPr>
          <p:spPr bwMode="auto">
            <a:xfrm>
              <a:off x="2987353" y="3033092"/>
              <a:ext cx="12676" cy="15493"/>
            </a:xfrm>
            <a:custGeom>
              <a:avLst/>
              <a:gdLst>
                <a:gd name="T0" fmla="*/ 6 w 9"/>
                <a:gd name="T1" fmla="*/ 11 h 11"/>
                <a:gd name="T2" fmla="*/ 0 w 9"/>
                <a:gd name="T3" fmla="*/ 7 h 11"/>
                <a:gd name="T4" fmla="*/ 3 w 9"/>
                <a:gd name="T5" fmla="*/ 0 h 11"/>
                <a:gd name="T6" fmla="*/ 9 w 9"/>
                <a:gd name="T7" fmla="*/ 4 h 11"/>
                <a:gd name="T8" fmla="*/ 6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Freeform 278"/>
            <p:cNvSpPr>
              <a:spLocks/>
            </p:cNvSpPr>
            <p:nvPr/>
          </p:nvSpPr>
          <p:spPr bwMode="auto">
            <a:xfrm>
              <a:off x="3033831" y="3033092"/>
              <a:ext cx="14084" cy="15493"/>
            </a:xfrm>
            <a:custGeom>
              <a:avLst/>
              <a:gdLst>
                <a:gd name="T0" fmla="*/ 6 w 10"/>
                <a:gd name="T1" fmla="*/ 11 h 11"/>
                <a:gd name="T2" fmla="*/ 0 w 10"/>
                <a:gd name="T3" fmla="*/ 7 h 11"/>
                <a:gd name="T4" fmla="*/ 4 w 10"/>
                <a:gd name="T5" fmla="*/ 0 h 11"/>
                <a:gd name="T6" fmla="*/ 10 w 10"/>
                <a:gd name="T7" fmla="*/ 4 h 11"/>
                <a:gd name="T8" fmla="*/ 6 w 1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Freeform 279"/>
            <p:cNvSpPr>
              <a:spLocks/>
            </p:cNvSpPr>
            <p:nvPr/>
          </p:nvSpPr>
          <p:spPr bwMode="auto">
            <a:xfrm>
              <a:off x="3081718" y="3033092"/>
              <a:ext cx="12676" cy="15493"/>
            </a:xfrm>
            <a:custGeom>
              <a:avLst/>
              <a:gdLst>
                <a:gd name="T0" fmla="*/ 0 w 9"/>
                <a:gd name="T1" fmla="*/ 7 h 11"/>
                <a:gd name="T2" fmla="*/ 3 w 9"/>
                <a:gd name="T3" fmla="*/ 0 h 11"/>
                <a:gd name="T4" fmla="*/ 9 w 9"/>
                <a:gd name="T5" fmla="*/ 4 h 11"/>
                <a:gd name="T6" fmla="*/ 6 w 9"/>
                <a:gd name="T7" fmla="*/ 11 h 11"/>
                <a:gd name="T8" fmla="*/ 0 w 9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6" y="11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Freeform 280"/>
            <p:cNvSpPr>
              <a:spLocks/>
            </p:cNvSpPr>
            <p:nvPr/>
          </p:nvSpPr>
          <p:spPr bwMode="auto">
            <a:xfrm>
              <a:off x="2901438" y="3062669"/>
              <a:ext cx="14084" cy="14084"/>
            </a:xfrm>
            <a:custGeom>
              <a:avLst/>
              <a:gdLst>
                <a:gd name="T0" fmla="*/ 0 w 10"/>
                <a:gd name="T1" fmla="*/ 6 h 10"/>
                <a:gd name="T2" fmla="*/ 4 w 10"/>
                <a:gd name="T3" fmla="*/ 0 h 10"/>
                <a:gd name="T4" fmla="*/ 10 w 10"/>
                <a:gd name="T5" fmla="*/ 3 h 10"/>
                <a:gd name="T6" fmla="*/ 6 w 10"/>
                <a:gd name="T7" fmla="*/ 10 h 10"/>
                <a:gd name="T8" fmla="*/ 0 w 1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Freeform 281"/>
            <p:cNvSpPr>
              <a:spLocks/>
            </p:cNvSpPr>
            <p:nvPr/>
          </p:nvSpPr>
          <p:spPr bwMode="auto">
            <a:xfrm>
              <a:off x="2949325" y="306266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Freeform 282"/>
            <p:cNvSpPr>
              <a:spLocks/>
            </p:cNvSpPr>
            <p:nvPr/>
          </p:nvSpPr>
          <p:spPr bwMode="auto">
            <a:xfrm>
              <a:off x="2997212" y="306266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5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5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Freeform 283"/>
            <p:cNvSpPr>
              <a:spLocks/>
            </p:cNvSpPr>
            <p:nvPr/>
          </p:nvSpPr>
          <p:spPr bwMode="auto">
            <a:xfrm>
              <a:off x="3043690" y="3062669"/>
              <a:ext cx="12676" cy="14084"/>
            </a:xfrm>
            <a:custGeom>
              <a:avLst/>
              <a:gdLst>
                <a:gd name="T0" fmla="*/ 4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4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1" name="Группа 440"/>
          <p:cNvGrpSpPr/>
          <p:nvPr/>
        </p:nvGrpSpPr>
        <p:grpSpPr>
          <a:xfrm>
            <a:off x="3252139" y="2834502"/>
            <a:ext cx="302815" cy="281688"/>
            <a:chOff x="3252139" y="2834502"/>
            <a:chExt cx="302815" cy="281688"/>
          </a:xfrm>
        </p:grpSpPr>
        <p:sp>
          <p:nvSpPr>
            <p:cNvPr id="279" name="Freeform 284"/>
            <p:cNvSpPr>
              <a:spLocks noEditPoints="1"/>
            </p:cNvSpPr>
            <p:nvPr/>
          </p:nvSpPr>
          <p:spPr bwMode="auto">
            <a:xfrm>
              <a:off x="3252139" y="2834502"/>
              <a:ext cx="302815" cy="184506"/>
            </a:xfrm>
            <a:custGeom>
              <a:avLst/>
              <a:gdLst>
                <a:gd name="T0" fmla="*/ 223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3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5 w 256"/>
                <a:gd name="T27" fmla="*/ 72 h 156"/>
                <a:gd name="T28" fmla="*/ 56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3" y="80"/>
                  </a:move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1"/>
                    <a:pt x="256" y="120"/>
                  </a:cubicBezTo>
                  <a:cubicBezTo>
                    <a:pt x="256" y="102"/>
                    <a:pt x="243" y="83"/>
                    <a:pt x="223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3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0" name="Freeform 285"/>
            <p:cNvSpPr>
              <a:spLocks/>
            </p:cNvSpPr>
            <p:nvPr/>
          </p:nvSpPr>
          <p:spPr bwMode="auto">
            <a:xfrm>
              <a:off x="3322561" y="3102106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4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286"/>
            <p:cNvSpPr>
              <a:spLocks/>
            </p:cNvSpPr>
            <p:nvPr/>
          </p:nvSpPr>
          <p:spPr bwMode="auto">
            <a:xfrm>
              <a:off x="3276082" y="3102106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4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Freeform 287"/>
            <p:cNvSpPr>
              <a:spLocks/>
            </p:cNvSpPr>
            <p:nvPr/>
          </p:nvSpPr>
          <p:spPr bwMode="auto">
            <a:xfrm>
              <a:off x="3370448" y="3102106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4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Freeform 288"/>
            <p:cNvSpPr>
              <a:spLocks/>
            </p:cNvSpPr>
            <p:nvPr/>
          </p:nvSpPr>
          <p:spPr bwMode="auto">
            <a:xfrm>
              <a:off x="3416926" y="3102106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4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Freeform 289"/>
            <p:cNvSpPr>
              <a:spLocks/>
            </p:cNvSpPr>
            <p:nvPr/>
          </p:nvSpPr>
          <p:spPr bwMode="auto">
            <a:xfrm>
              <a:off x="3464813" y="3102106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4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Freeform 290"/>
            <p:cNvSpPr>
              <a:spLocks/>
            </p:cNvSpPr>
            <p:nvPr/>
          </p:nvSpPr>
          <p:spPr bwMode="auto">
            <a:xfrm>
              <a:off x="3356364" y="3069712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6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Freeform 291"/>
            <p:cNvSpPr>
              <a:spLocks/>
            </p:cNvSpPr>
            <p:nvPr/>
          </p:nvSpPr>
          <p:spPr bwMode="auto">
            <a:xfrm>
              <a:off x="3308477" y="3069712"/>
              <a:ext cx="12676" cy="14084"/>
            </a:xfrm>
            <a:custGeom>
              <a:avLst/>
              <a:gdLst>
                <a:gd name="T0" fmla="*/ 4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4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7" name="Freeform 292"/>
            <p:cNvSpPr>
              <a:spLocks/>
            </p:cNvSpPr>
            <p:nvPr/>
          </p:nvSpPr>
          <p:spPr bwMode="auto">
            <a:xfrm>
              <a:off x="3402842" y="3069712"/>
              <a:ext cx="14084" cy="14084"/>
            </a:xfrm>
            <a:custGeom>
              <a:avLst/>
              <a:gdLst>
                <a:gd name="T0" fmla="*/ 0 w 10"/>
                <a:gd name="T1" fmla="*/ 6 h 10"/>
                <a:gd name="T2" fmla="*/ 4 w 10"/>
                <a:gd name="T3" fmla="*/ 0 h 10"/>
                <a:gd name="T4" fmla="*/ 10 w 10"/>
                <a:gd name="T5" fmla="*/ 3 h 10"/>
                <a:gd name="T6" fmla="*/ 6 w 10"/>
                <a:gd name="T7" fmla="*/ 10 h 10"/>
                <a:gd name="T8" fmla="*/ 0 w 1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Freeform 293"/>
            <p:cNvSpPr>
              <a:spLocks/>
            </p:cNvSpPr>
            <p:nvPr/>
          </p:nvSpPr>
          <p:spPr bwMode="auto">
            <a:xfrm>
              <a:off x="3450729" y="3069712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6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294"/>
            <p:cNvSpPr>
              <a:spLocks/>
            </p:cNvSpPr>
            <p:nvPr/>
          </p:nvSpPr>
          <p:spPr bwMode="auto">
            <a:xfrm>
              <a:off x="3498616" y="3069712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5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Freeform 295"/>
            <p:cNvSpPr>
              <a:spLocks/>
            </p:cNvSpPr>
            <p:nvPr/>
          </p:nvSpPr>
          <p:spPr bwMode="auto">
            <a:xfrm>
              <a:off x="3332420" y="3031684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Freeform 296"/>
            <p:cNvSpPr>
              <a:spLocks/>
            </p:cNvSpPr>
            <p:nvPr/>
          </p:nvSpPr>
          <p:spPr bwMode="auto">
            <a:xfrm>
              <a:off x="3284533" y="3031684"/>
              <a:ext cx="14084" cy="1408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3 h 10"/>
                <a:gd name="T4" fmla="*/ 6 w 10"/>
                <a:gd name="T5" fmla="*/ 10 h 10"/>
                <a:gd name="T6" fmla="*/ 0 w 10"/>
                <a:gd name="T7" fmla="*/ 6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Freeform 297"/>
            <p:cNvSpPr>
              <a:spLocks/>
            </p:cNvSpPr>
            <p:nvPr/>
          </p:nvSpPr>
          <p:spPr bwMode="auto">
            <a:xfrm>
              <a:off x="3380307" y="3031684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Freeform 298"/>
            <p:cNvSpPr>
              <a:spLocks/>
            </p:cNvSpPr>
            <p:nvPr/>
          </p:nvSpPr>
          <p:spPr bwMode="auto">
            <a:xfrm>
              <a:off x="3426786" y="3031684"/>
              <a:ext cx="12676" cy="14084"/>
            </a:xfrm>
            <a:custGeom>
              <a:avLst/>
              <a:gdLst>
                <a:gd name="T0" fmla="*/ 4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4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4" name="Freeform 299"/>
            <p:cNvSpPr>
              <a:spLocks/>
            </p:cNvSpPr>
            <p:nvPr/>
          </p:nvSpPr>
          <p:spPr bwMode="auto">
            <a:xfrm>
              <a:off x="3474673" y="3031684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5" name="Freeform 300"/>
          <p:cNvSpPr>
            <a:spLocks noEditPoints="1"/>
          </p:cNvSpPr>
          <p:nvPr/>
        </p:nvSpPr>
        <p:spPr bwMode="auto">
          <a:xfrm>
            <a:off x="6854924" y="2434506"/>
            <a:ext cx="164788" cy="297181"/>
          </a:xfrm>
          <a:custGeom>
            <a:avLst/>
            <a:gdLst>
              <a:gd name="T0" fmla="*/ 46 w 117"/>
              <a:gd name="T1" fmla="*/ 126 h 211"/>
              <a:gd name="T2" fmla="*/ 24 w 117"/>
              <a:gd name="T3" fmla="*/ 209 h 211"/>
              <a:gd name="T4" fmla="*/ 30 w 117"/>
              <a:gd name="T5" fmla="*/ 211 h 211"/>
              <a:gd name="T6" fmla="*/ 117 w 117"/>
              <a:gd name="T7" fmla="*/ 90 h 211"/>
              <a:gd name="T8" fmla="*/ 114 w 117"/>
              <a:gd name="T9" fmla="*/ 85 h 211"/>
              <a:gd name="T10" fmla="*/ 71 w 117"/>
              <a:gd name="T11" fmla="*/ 85 h 211"/>
              <a:gd name="T12" fmla="*/ 84 w 117"/>
              <a:gd name="T13" fmla="*/ 1 h 211"/>
              <a:gd name="T14" fmla="*/ 77 w 117"/>
              <a:gd name="T15" fmla="*/ 0 h 211"/>
              <a:gd name="T16" fmla="*/ 0 w 117"/>
              <a:gd name="T17" fmla="*/ 121 h 211"/>
              <a:gd name="T18" fmla="*/ 3 w 117"/>
              <a:gd name="T19" fmla="*/ 126 h 211"/>
              <a:gd name="T20" fmla="*/ 46 w 117"/>
              <a:gd name="T21" fmla="*/ 126 h 211"/>
              <a:gd name="T22" fmla="*/ 75 w 117"/>
              <a:gd name="T23" fmla="*/ 16 h 211"/>
              <a:gd name="T24" fmla="*/ 64 w 117"/>
              <a:gd name="T25" fmla="*/ 88 h 211"/>
              <a:gd name="T26" fmla="*/ 67 w 117"/>
              <a:gd name="T27" fmla="*/ 92 h 211"/>
              <a:gd name="T28" fmla="*/ 108 w 117"/>
              <a:gd name="T29" fmla="*/ 92 h 211"/>
              <a:gd name="T30" fmla="*/ 35 w 117"/>
              <a:gd name="T31" fmla="*/ 193 h 211"/>
              <a:gd name="T32" fmla="*/ 54 w 117"/>
              <a:gd name="T33" fmla="*/ 123 h 211"/>
              <a:gd name="T34" fmla="*/ 50 w 117"/>
              <a:gd name="T35" fmla="*/ 119 h 211"/>
              <a:gd name="T36" fmla="*/ 9 w 117"/>
              <a:gd name="T37" fmla="*/ 119 h 211"/>
              <a:gd name="T38" fmla="*/ 75 w 117"/>
              <a:gd name="T39" fmla="*/ 16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7" h="211">
                <a:moveTo>
                  <a:pt x="46" y="126"/>
                </a:moveTo>
                <a:lnTo>
                  <a:pt x="24" y="209"/>
                </a:lnTo>
                <a:lnTo>
                  <a:pt x="30" y="211"/>
                </a:lnTo>
                <a:lnTo>
                  <a:pt x="117" y="90"/>
                </a:lnTo>
                <a:lnTo>
                  <a:pt x="114" y="85"/>
                </a:lnTo>
                <a:lnTo>
                  <a:pt x="71" y="85"/>
                </a:lnTo>
                <a:lnTo>
                  <a:pt x="84" y="1"/>
                </a:lnTo>
                <a:lnTo>
                  <a:pt x="77" y="0"/>
                </a:lnTo>
                <a:lnTo>
                  <a:pt x="0" y="121"/>
                </a:lnTo>
                <a:lnTo>
                  <a:pt x="3" y="126"/>
                </a:lnTo>
                <a:lnTo>
                  <a:pt x="46" y="126"/>
                </a:lnTo>
                <a:close/>
                <a:moveTo>
                  <a:pt x="75" y="16"/>
                </a:moveTo>
                <a:lnTo>
                  <a:pt x="64" y="88"/>
                </a:lnTo>
                <a:lnTo>
                  <a:pt x="67" y="92"/>
                </a:lnTo>
                <a:lnTo>
                  <a:pt x="108" y="92"/>
                </a:lnTo>
                <a:lnTo>
                  <a:pt x="35" y="193"/>
                </a:lnTo>
                <a:lnTo>
                  <a:pt x="54" y="123"/>
                </a:lnTo>
                <a:lnTo>
                  <a:pt x="50" y="119"/>
                </a:lnTo>
                <a:lnTo>
                  <a:pt x="9" y="119"/>
                </a:lnTo>
                <a:lnTo>
                  <a:pt x="75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6" name="Группа 455"/>
          <p:cNvGrpSpPr/>
          <p:nvPr/>
        </p:nvGrpSpPr>
        <p:grpSpPr>
          <a:xfrm>
            <a:off x="2466231" y="3647172"/>
            <a:ext cx="302815" cy="229575"/>
            <a:chOff x="2466231" y="3647172"/>
            <a:chExt cx="302815" cy="229575"/>
          </a:xfrm>
        </p:grpSpPr>
        <p:sp>
          <p:nvSpPr>
            <p:cNvPr id="296" name="Freeform 301"/>
            <p:cNvSpPr>
              <a:spLocks/>
            </p:cNvSpPr>
            <p:nvPr/>
          </p:nvSpPr>
          <p:spPr bwMode="auto">
            <a:xfrm>
              <a:off x="2466231" y="3647172"/>
              <a:ext cx="302815" cy="147887"/>
            </a:xfrm>
            <a:custGeom>
              <a:avLst/>
              <a:gdLst>
                <a:gd name="T0" fmla="*/ 197 w 256"/>
                <a:gd name="T1" fmla="*/ 69 h 125"/>
                <a:gd name="T2" fmla="*/ 129 w 256"/>
                <a:gd name="T3" fmla="*/ 0 h 125"/>
                <a:gd name="T4" fmla="*/ 60 w 256"/>
                <a:gd name="T5" fmla="*/ 68 h 125"/>
                <a:gd name="T6" fmla="*/ 79 w 256"/>
                <a:gd name="T7" fmla="*/ 116 h 125"/>
                <a:gd name="T8" fmla="*/ 0 w 256"/>
                <a:gd name="T9" fmla="*/ 116 h 125"/>
                <a:gd name="T10" fmla="*/ 0 w 256"/>
                <a:gd name="T11" fmla="*/ 124 h 125"/>
                <a:gd name="T12" fmla="*/ 92 w 256"/>
                <a:gd name="T13" fmla="*/ 124 h 125"/>
                <a:gd name="T14" fmla="*/ 92 w 256"/>
                <a:gd name="T15" fmla="*/ 116 h 125"/>
                <a:gd name="T16" fmla="*/ 91 w 256"/>
                <a:gd name="T17" fmla="*/ 116 h 125"/>
                <a:gd name="T18" fmla="*/ 68 w 256"/>
                <a:gd name="T19" fmla="*/ 68 h 125"/>
                <a:gd name="T20" fmla="*/ 129 w 256"/>
                <a:gd name="T21" fmla="*/ 8 h 125"/>
                <a:gd name="T22" fmla="*/ 189 w 256"/>
                <a:gd name="T23" fmla="*/ 69 h 125"/>
                <a:gd name="T24" fmla="*/ 166 w 256"/>
                <a:gd name="T25" fmla="*/ 116 h 125"/>
                <a:gd name="T26" fmla="*/ 164 w 256"/>
                <a:gd name="T27" fmla="*/ 116 h 125"/>
                <a:gd name="T28" fmla="*/ 164 w 256"/>
                <a:gd name="T29" fmla="*/ 124 h 125"/>
                <a:gd name="T30" fmla="*/ 256 w 256"/>
                <a:gd name="T31" fmla="*/ 125 h 125"/>
                <a:gd name="T32" fmla="*/ 256 w 256"/>
                <a:gd name="T33" fmla="*/ 117 h 125"/>
                <a:gd name="T34" fmla="*/ 178 w 256"/>
                <a:gd name="T35" fmla="*/ 116 h 125"/>
                <a:gd name="T36" fmla="*/ 197 w 256"/>
                <a:gd name="T37" fmla="*/ 6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6" h="125">
                  <a:moveTo>
                    <a:pt x="197" y="69"/>
                  </a:moveTo>
                  <a:cubicBezTo>
                    <a:pt x="197" y="31"/>
                    <a:pt x="167" y="0"/>
                    <a:pt x="129" y="0"/>
                  </a:cubicBezTo>
                  <a:cubicBezTo>
                    <a:pt x="91" y="0"/>
                    <a:pt x="60" y="31"/>
                    <a:pt x="60" y="68"/>
                  </a:cubicBezTo>
                  <a:cubicBezTo>
                    <a:pt x="60" y="86"/>
                    <a:pt x="67" y="103"/>
                    <a:pt x="79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77" y="104"/>
                    <a:pt x="68" y="87"/>
                    <a:pt x="68" y="68"/>
                  </a:cubicBezTo>
                  <a:cubicBezTo>
                    <a:pt x="68" y="35"/>
                    <a:pt x="96" y="8"/>
                    <a:pt x="129" y="8"/>
                  </a:cubicBezTo>
                  <a:cubicBezTo>
                    <a:pt x="162" y="8"/>
                    <a:pt x="189" y="35"/>
                    <a:pt x="189" y="69"/>
                  </a:cubicBezTo>
                  <a:cubicBezTo>
                    <a:pt x="189" y="88"/>
                    <a:pt x="180" y="105"/>
                    <a:pt x="166" y="116"/>
                  </a:cubicBezTo>
                  <a:cubicBezTo>
                    <a:pt x="164" y="116"/>
                    <a:pt x="164" y="116"/>
                    <a:pt x="164" y="116"/>
                  </a:cubicBezTo>
                  <a:cubicBezTo>
                    <a:pt x="164" y="124"/>
                    <a:pt x="164" y="124"/>
                    <a:pt x="164" y="124"/>
                  </a:cubicBezTo>
                  <a:cubicBezTo>
                    <a:pt x="256" y="125"/>
                    <a:pt x="256" y="125"/>
                    <a:pt x="256" y="125"/>
                  </a:cubicBezTo>
                  <a:cubicBezTo>
                    <a:pt x="256" y="117"/>
                    <a:pt x="256" y="117"/>
                    <a:pt x="256" y="117"/>
                  </a:cubicBezTo>
                  <a:cubicBezTo>
                    <a:pt x="178" y="116"/>
                    <a:pt x="178" y="116"/>
                    <a:pt x="178" y="116"/>
                  </a:cubicBezTo>
                  <a:cubicBezTo>
                    <a:pt x="190" y="104"/>
                    <a:pt x="197" y="87"/>
                    <a:pt x="197" y="6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7" name="Freeform 302"/>
            <p:cNvSpPr>
              <a:spLocks/>
            </p:cNvSpPr>
            <p:nvPr/>
          </p:nvSpPr>
          <p:spPr bwMode="auto">
            <a:xfrm>
              <a:off x="2466231" y="3865479"/>
              <a:ext cx="302815" cy="11268"/>
            </a:xfrm>
            <a:custGeom>
              <a:avLst/>
              <a:gdLst>
                <a:gd name="T0" fmla="*/ 0 w 215"/>
                <a:gd name="T1" fmla="*/ 0 h 8"/>
                <a:gd name="T2" fmla="*/ 215 w 215"/>
                <a:gd name="T3" fmla="*/ 1 h 8"/>
                <a:gd name="T4" fmla="*/ 215 w 215"/>
                <a:gd name="T5" fmla="*/ 8 h 8"/>
                <a:gd name="T6" fmla="*/ 0 w 215"/>
                <a:gd name="T7" fmla="*/ 7 h 8"/>
                <a:gd name="T8" fmla="*/ 0 w 21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5" h="8">
                  <a:moveTo>
                    <a:pt x="0" y="0"/>
                  </a:moveTo>
                  <a:lnTo>
                    <a:pt x="215" y="1"/>
                  </a:lnTo>
                  <a:lnTo>
                    <a:pt x="215" y="8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8" name="Freeform 303"/>
          <p:cNvSpPr>
            <a:spLocks noEditPoints="1"/>
          </p:cNvSpPr>
          <p:nvPr/>
        </p:nvSpPr>
        <p:spPr bwMode="auto">
          <a:xfrm>
            <a:off x="2904255" y="3607735"/>
            <a:ext cx="211266" cy="305632"/>
          </a:xfrm>
          <a:custGeom>
            <a:avLst/>
            <a:gdLst>
              <a:gd name="T0" fmla="*/ 144 w 179"/>
              <a:gd name="T1" fmla="*/ 250 h 258"/>
              <a:gd name="T2" fmla="*/ 112 w 179"/>
              <a:gd name="T3" fmla="*/ 218 h 258"/>
              <a:gd name="T4" fmla="*/ 153 w 179"/>
              <a:gd name="T5" fmla="*/ 114 h 258"/>
              <a:gd name="T6" fmla="*/ 127 w 179"/>
              <a:gd name="T7" fmla="*/ 12 h 258"/>
              <a:gd name="T8" fmla="*/ 71 w 179"/>
              <a:gd name="T9" fmla="*/ 5 h 258"/>
              <a:gd name="T10" fmla="*/ 26 w 179"/>
              <a:gd name="T11" fmla="*/ 39 h 258"/>
              <a:gd name="T12" fmla="*/ 39 w 179"/>
              <a:gd name="T13" fmla="*/ 130 h 258"/>
              <a:gd name="T14" fmla="*/ 0 w 179"/>
              <a:gd name="T15" fmla="*/ 170 h 258"/>
              <a:gd name="T16" fmla="*/ 40 w 179"/>
              <a:gd name="T17" fmla="*/ 210 h 258"/>
              <a:gd name="T18" fmla="*/ 80 w 179"/>
              <a:gd name="T19" fmla="*/ 170 h 258"/>
              <a:gd name="T20" fmla="*/ 56 w 179"/>
              <a:gd name="T21" fmla="*/ 134 h 258"/>
              <a:gd name="T22" fmla="*/ 56 w 179"/>
              <a:gd name="T23" fmla="*/ 133 h 258"/>
              <a:gd name="T24" fmla="*/ 33 w 179"/>
              <a:gd name="T25" fmla="*/ 43 h 258"/>
              <a:gd name="T26" fmla="*/ 73 w 179"/>
              <a:gd name="T27" fmla="*/ 12 h 258"/>
              <a:gd name="T28" fmla="*/ 123 w 179"/>
              <a:gd name="T29" fmla="*/ 19 h 258"/>
              <a:gd name="T30" fmla="*/ 146 w 179"/>
              <a:gd name="T31" fmla="*/ 110 h 258"/>
              <a:gd name="T32" fmla="*/ 104 w 179"/>
              <a:gd name="T33" fmla="*/ 218 h 258"/>
              <a:gd name="T34" fmla="*/ 144 w 179"/>
              <a:gd name="T35" fmla="*/ 258 h 258"/>
              <a:gd name="T36" fmla="*/ 179 w 179"/>
              <a:gd name="T37" fmla="*/ 236 h 258"/>
              <a:gd name="T38" fmla="*/ 172 w 179"/>
              <a:gd name="T39" fmla="*/ 233 h 258"/>
              <a:gd name="T40" fmla="*/ 144 w 179"/>
              <a:gd name="T41" fmla="*/ 250 h 258"/>
              <a:gd name="T42" fmla="*/ 72 w 179"/>
              <a:gd name="T43" fmla="*/ 170 h 258"/>
              <a:gd name="T44" fmla="*/ 40 w 179"/>
              <a:gd name="T45" fmla="*/ 202 h 258"/>
              <a:gd name="T46" fmla="*/ 8 w 179"/>
              <a:gd name="T47" fmla="*/ 170 h 258"/>
              <a:gd name="T48" fmla="*/ 40 w 179"/>
              <a:gd name="T49" fmla="*/ 138 h 258"/>
              <a:gd name="T50" fmla="*/ 72 w 179"/>
              <a:gd name="T51" fmla="*/ 17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79" h="258">
                <a:moveTo>
                  <a:pt x="144" y="250"/>
                </a:moveTo>
                <a:cubicBezTo>
                  <a:pt x="126" y="250"/>
                  <a:pt x="112" y="236"/>
                  <a:pt x="112" y="218"/>
                </a:cubicBezTo>
                <a:cubicBezTo>
                  <a:pt x="112" y="188"/>
                  <a:pt x="153" y="114"/>
                  <a:pt x="153" y="114"/>
                </a:cubicBezTo>
                <a:cubicBezTo>
                  <a:pt x="174" y="79"/>
                  <a:pt x="162" y="33"/>
                  <a:pt x="127" y="12"/>
                </a:cubicBezTo>
                <a:cubicBezTo>
                  <a:pt x="110" y="2"/>
                  <a:pt x="90" y="0"/>
                  <a:pt x="71" y="5"/>
                </a:cubicBezTo>
                <a:cubicBezTo>
                  <a:pt x="52" y="10"/>
                  <a:pt x="36" y="22"/>
                  <a:pt x="26" y="39"/>
                </a:cubicBezTo>
                <a:cubicBezTo>
                  <a:pt x="8" y="69"/>
                  <a:pt x="14" y="107"/>
                  <a:pt x="39" y="130"/>
                </a:cubicBezTo>
                <a:cubicBezTo>
                  <a:pt x="17" y="131"/>
                  <a:pt x="0" y="148"/>
                  <a:pt x="0" y="170"/>
                </a:cubicBezTo>
                <a:cubicBezTo>
                  <a:pt x="0" y="192"/>
                  <a:pt x="17" y="210"/>
                  <a:pt x="40" y="210"/>
                </a:cubicBezTo>
                <a:cubicBezTo>
                  <a:pt x="62" y="210"/>
                  <a:pt x="80" y="192"/>
                  <a:pt x="80" y="170"/>
                </a:cubicBezTo>
                <a:cubicBezTo>
                  <a:pt x="80" y="154"/>
                  <a:pt x="70" y="140"/>
                  <a:pt x="56" y="134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25" y="115"/>
                  <a:pt x="14" y="74"/>
                  <a:pt x="33" y="43"/>
                </a:cubicBezTo>
                <a:cubicBezTo>
                  <a:pt x="42" y="28"/>
                  <a:pt x="56" y="17"/>
                  <a:pt x="73" y="12"/>
                </a:cubicBezTo>
                <a:cubicBezTo>
                  <a:pt x="90" y="8"/>
                  <a:pt x="108" y="10"/>
                  <a:pt x="123" y="19"/>
                </a:cubicBezTo>
                <a:cubicBezTo>
                  <a:pt x="154" y="38"/>
                  <a:pt x="165" y="78"/>
                  <a:pt x="146" y="110"/>
                </a:cubicBezTo>
                <a:cubicBezTo>
                  <a:pt x="145" y="113"/>
                  <a:pt x="104" y="186"/>
                  <a:pt x="104" y="218"/>
                </a:cubicBezTo>
                <a:cubicBezTo>
                  <a:pt x="104" y="240"/>
                  <a:pt x="121" y="258"/>
                  <a:pt x="144" y="258"/>
                </a:cubicBezTo>
                <a:cubicBezTo>
                  <a:pt x="159" y="258"/>
                  <a:pt x="173" y="250"/>
                  <a:pt x="179" y="236"/>
                </a:cubicBezTo>
                <a:cubicBezTo>
                  <a:pt x="172" y="233"/>
                  <a:pt x="172" y="233"/>
                  <a:pt x="172" y="233"/>
                </a:cubicBezTo>
                <a:cubicBezTo>
                  <a:pt x="167" y="244"/>
                  <a:pt x="156" y="250"/>
                  <a:pt x="144" y="250"/>
                </a:cubicBezTo>
                <a:close/>
                <a:moveTo>
                  <a:pt x="72" y="170"/>
                </a:moveTo>
                <a:cubicBezTo>
                  <a:pt x="72" y="188"/>
                  <a:pt x="57" y="202"/>
                  <a:pt x="40" y="202"/>
                </a:cubicBezTo>
                <a:cubicBezTo>
                  <a:pt x="22" y="202"/>
                  <a:pt x="8" y="188"/>
                  <a:pt x="8" y="170"/>
                </a:cubicBezTo>
                <a:cubicBezTo>
                  <a:pt x="8" y="153"/>
                  <a:pt x="22" y="138"/>
                  <a:pt x="40" y="138"/>
                </a:cubicBezTo>
                <a:cubicBezTo>
                  <a:pt x="57" y="138"/>
                  <a:pt x="72" y="153"/>
                  <a:pt x="72" y="17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9" name="Freeform 304"/>
          <p:cNvSpPr>
            <a:spLocks noEditPoints="1"/>
          </p:cNvSpPr>
          <p:nvPr/>
        </p:nvSpPr>
        <p:spPr bwMode="auto">
          <a:xfrm>
            <a:off x="3645093" y="1645780"/>
            <a:ext cx="302815" cy="302815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256 w 256"/>
              <a:gd name="T7" fmla="*/ 128 h 256"/>
              <a:gd name="T8" fmla="*/ 128 w 256"/>
              <a:gd name="T9" fmla="*/ 0 h 256"/>
              <a:gd name="T10" fmla="*/ 248 w 256"/>
              <a:gd name="T11" fmla="*/ 128 h 256"/>
              <a:gd name="T12" fmla="*/ 247 w 256"/>
              <a:gd name="T13" fmla="*/ 136 h 256"/>
              <a:gd name="T14" fmla="*/ 132 w 256"/>
              <a:gd name="T15" fmla="*/ 136 h 256"/>
              <a:gd name="T16" fmla="*/ 132 w 256"/>
              <a:gd name="T17" fmla="*/ 120 h 256"/>
              <a:gd name="T18" fmla="*/ 247 w 256"/>
              <a:gd name="T19" fmla="*/ 120 h 256"/>
              <a:gd name="T20" fmla="*/ 248 w 256"/>
              <a:gd name="T21" fmla="*/ 128 h 256"/>
              <a:gd name="T22" fmla="*/ 132 w 256"/>
              <a:gd name="T23" fmla="*/ 8 h 256"/>
              <a:gd name="T24" fmla="*/ 171 w 256"/>
              <a:gd name="T25" fmla="*/ 16 h 256"/>
              <a:gd name="T26" fmla="*/ 132 w 256"/>
              <a:gd name="T27" fmla="*/ 16 h 256"/>
              <a:gd name="T28" fmla="*/ 132 w 256"/>
              <a:gd name="T29" fmla="*/ 8 h 256"/>
              <a:gd name="T30" fmla="*/ 132 w 256"/>
              <a:gd name="T31" fmla="*/ 240 h 256"/>
              <a:gd name="T32" fmla="*/ 171 w 256"/>
              <a:gd name="T33" fmla="*/ 240 h 256"/>
              <a:gd name="T34" fmla="*/ 132 w 256"/>
              <a:gd name="T35" fmla="*/ 248 h 256"/>
              <a:gd name="T36" fmla="*/ 132 w 256"/>
              <a:gd name="T37" fmla="*/ 240 h 256"/>
              <a:gd name="T38" fmla="*/ 132 w 256"/>
              <a:gd name="T39" fmla="*/ 232 h 256"/>
              <a:gd name="T40" fmla="*/ 132 w 256"/>
              <a:gd name="T41" fmla="*/ 216 h 256"/>
              <a:gd name="T42" fmla="*/ 209 w 256"/>
              <a:gd name="T43" fmla="*/ 216 h 256"/>
              <a:gd name="T44" fmla="*/ 187 w 256"/>
              <a:gd name="T45" fmla="*/ 232 h 256"/>
              <a:gd name="T46" fmla="*/ 132 w 256"/>
              <a:gd name="T47" fmla="*/ 232 h 256"/>
              <a:gd name="T48" fmla="*/ 132 w 256"/>
              <a:gd name="T49" fmla="*/ 208 h 256"/>
              <a:gd name="T50" fmla="*/ 132 w 256"/>
              <a:gd name="T51" fmla="*/ 192 h 256"/>
              <a:gd name="T52" fmla="*/ 229 w 256"/>
              <a:gd name="T53" fmla="*/ 192 h 256"/>
              <a:gd name="T54" fmla="*/ 217 w 256"/>
              <a:gd name="T55" fmla="*/ 208 h 256"/>
              <a:gd name="T56" fmla="*/ 132 w 256"/>
              <a:gd name="T57" fmla="*/ 208 h 256"/>
              <a:gd name="T58" fmla="*/ 132 w 256"/>
              <a:gd name="T59" fmla="*/ 184 h 256"/>
              <a:gd name="T60" fmla="*/ 132 w 256"/>
              <a:gd name="T61" fmla="*/ 168 h 256"/>
              <a:gd name="T62" fmla="*/ 241 w 256"/>
              <a:gd name="T63" fmla="*/ 168 h 256"/>
              <a:gd name="T64" fmla="*/ 234 w 256"/>
              <a:gd name="T65" fmla="*/ 184 h 256"/>
              <a:gd name="T66" fmla="*/ 132 w 256"/>
              <a:gd name="T67" fmla="*/ 184 h 256"/>
              <a:gd name="T68" fmla="*/ 132 w 256"/>
              <a:gd name="T69" fmla="*/ 160 h 256"/>
              <a:gd name="T70" fmla="*/ 132 w 256"/>
              <a:gd name="T71" fmla="*/ 144 h 256"/>
              <a:gd name="T72" fmla="*/ 247 w 256"/>
              <a:gd name="T73" fmla="*/ 144 h 256"/>
              <a:gd name="T74" fmla="*/ 243 w 256"/>
              <a:gd name="T75" fmla="*/ 160 h 256"/>
              <a:gd name="T76" fmla="*/ 132 w 256"/>
              <a:gd name="T77" fmla="*/ 160 h 256"/>
              <a:gd name="T78" fmla="*/ 132 w 256"/>
              <a:gd name="T79" fmla="*/ 112 h 256"/>
              <a:gd name="T80" fmla="*/ 132 w 256"/>
              <a:gd name="T81" fmla="*/ 96 h 256"/>
              <a:gd name="T82" fmla="*/ 243 w 256"/>
              <a:gd name="T83" fmla="*/ 96 h 256"/>
              <a:gd name="T84" fmla="*/ 247 w 256"/>
              <a:gd name="T85" fmla="*/ 112 h 256"/>
              <a:gd name="T86" fmla="*/ 132 w 256"/>
              <a:gd name="T87" fmla="*/ 112 h 256"/>
              <a:gd name="T88" fmla="*/ 132 w 256"/>
              <a:gd name="T89" fmla="*/ 88 h 256"/>
              <a:gd name="T90" fmla="*/ 132 w 256"/>
              <a:gd name="T91" fmla="*/ 72 h 256"/>
              <a:gd name="T92" fmla="*/ 234 w 256"/>
              <a:gd name="T93" fmla="*/ 72 h 256"/>
              <a:gd name="T94" fmla="*/ 241 w 256"/>
              <a:gd name="T95" fmla="*/ 88 h 256"/>
              <a:gd name="T96" fmla="*/ 132 w 256"/>
              <a:gd name="T97" fmla="*/ 88 h 256"/>
              <a:gd name="T98" fmla="*/ 132 w 256"/>
              <a:gd name="T99" fmla="*/ 64 h 256"/>
              <a:gd name="T100" fmla="*/ 132 w 256"/>
              <a:gd name="T101" fmla="*/ 48 h 256"/>
              <a:gd name="T102" fmla="*/ 217 w 256"/>
              <a:gd name="T103" fmla="*/ 48 h 256"/>
              <a:gd name="T104" fmla="*/ 229 w 256"/>
              <a:gd name="T105" fmla="*/ 64 h 256"/>
              <a:gd name="T106" fmla="*/ 132 w 256"/>
              <a:gd name="T107" fmla="*/ 64 h 256"/>
              <a:gd name="T108" fmla="*/ 132 w 256"/>
              <a:gd name="T109" fmla="*/ 40 h 256"/>
              <a:gd name="T110" fmla="*/ 132 w 256"/>
              <a:gd name="T111" fmla="*/ 24 h 256"/>
              <a:gd name="T112" fmla="*/ 187 w 256"/>
              <a:gd name="T113" fmla="*/ 24 h 256"/>
              <a:gd name="T114" fmla="*/ 209 w 256"/>
              <a:gd name="T115" fmla="*/ 40 h 256"/>
              <a:gd name="T116" fmla="*/ 132 w 256"/>
              <a:gd name="T117" fmla="*/ 40 h 256"/>
              <a:gd name="T118" fmla="*/ 8 w 256"/>
              <a:gd name="T119" fmla="*/ 128 h 256"/>
              <a:gd name="T120" fmla="*/ 124 w 256"/>
              <a:gd name="T121" fmla="*/ 8 h 256"/>
              <a:gd name="T122" fmla="*/ 124 w 256"/>
              <a:gd name="T123" fmla="*/ 248 h 256"/>
              <a:gd name="T124" fmla="*/ 8 w 256"/>
              <a:gd name="T125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98" y="256"/>
                  <a:pt x="256" y="198"/>
                  <a:pt x="256" y="128"/>
                </a:cubicBezTo>
                <a:cubicBezTo>
                  <a:pt x="256" y="57"/>
                  <a:pt x="198" y="0"/>
                  <a:pt x="128" y="0"/>
                </a:cubicBezTo>
                <a:close/>
                <a:moveTo>
                  <a:pt x="248" y="128"/>
                </a:moveTo>
                <a:cubicBezTo>
                  <a:pt x="248" y="130"/>
                  <a:pt x="248" y="133"/>
                  <a:pt x="247" y="136"/>
                </a:cubicBezTo>
                <a:cubicBezTo>
                  <a:pt x="132" y="136"/>
                  <a:pt x="132" y="136"/>
                  <a:pt x="132" y="136"/>
                </a:cubicBezTo>
                <a:cubicBezTo>
                  <a:pt x="132" y="120"/>
                  <a:pt x="132" y="120"/>
                  <a:pt x="132" y="120"/>
                </a:cubicBezTo>
                <a:cubicBezTo>
                  <a:pt x="247" y="120"/>
                  <a:pt x="247" y="120"/>
                  <a:pt x="247" y="120"/>
                </a:cubicBezTo>
                <a:cubicBezTo>
                  <a:pt x="248" y="122"/>
                  <a:pt x="248" y="125"/>
                  <a:pt x="248" y="128"/>
                </a:cubicBezTo>
                <a:close/>
                <a:moveTo>
                  <a:pt x="132" y="8"/>
                </a:moveTo>
                <a:cubicBezTo>
                  <a:pt x="145" y="8"/>
                  <a:pt x="159" y="11"/>
                  <a:pt x="171" y="16"/>
                </a:cubicBezTo>
                <a:cubicBezTo>
                  <a:pt x="132" y="16"/>
                  <a:pt x="132" y="16"/>
                  <a:pt x="132" y="16"/>
                </a:cubicBezTo>
                <a:lnTo>
                  <a:pt x="132" y="8"/>
                </a:lnTo>
                <a:close/>
                <a:moveTo>
                  <a:pt x="132" y="240"/>
                </a:moveTo>
                <a:cubicBezTo>
                  <a:pt x="171" y="240"/>
                  <a:pt x="171" y="240"/>
                  <a:pt x="171" y="240"/>
                </a:cubicBezTo>
                <a:cubicBezTo>
                  <a:pt x="159" y="244"/>
                  <a:pt x="145" y="247"/>
                  <a:pt x="132" y="248"/>
                </a:cubicBezTo>
                <a:lnTo>
                  <a:pt x="132" y="240"/>
                </a:lnTo>
                <a:close/>
                <a:moveTo>
                  <a:pt x="132" y="232"/>
                </a:moveTo>
                <a:cubicBezTo>
                  <a:pt x="132" y="216"/>
                  <a:pt x="132" y="216"/>
                  <a:pt x="132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203" y="222"/>
                  <a:pt x="195" y="227"/>
                  <a:pt x="187" y="232"/>
                </a:cubicBezTo>
                <a:lnTo>
                  <a:pt x="132" y="232"/>
                </a:lnTo>
                <a:close/>
                <a:moveTo>
                  <a:pt x="132" y="208"/>
                </a:moveTo>
                <a:cubicBezTo>
                  <a:pt x="132" y="192"/>
                  <a:pt x="132" y="192"/>
                  <a:pt x="132" y="192"/>
                </a:cubicBezTo>
                <a:cubicBezTo>
                  <a:pt x="229" y="192"/>
                  <a:pt x="229" y="192"/>
                  <a:pt x="229" y="192"/>
                </a:cubicBezTo>
                <a:cubicBezTo>
                  <a:pt x="226" y="197"/>
                  <a:pt x="222" y="203"/>
                  <a:pt x="217" y="208"/>
                </a:cubicBezTo>
                <a:lnTo>
                  <a:pt x="132" y="208"/>
                </a:lnTo>
                <a:close/>
                <a:moveTo>
                  <a:pt x="132" y="184"/>
                </a:moveTo>
                <a:cubicBezTo>
                  <a:pt x="132" y="168"/>
                  <a:pt x="132" y="168"/>
                  <a:pt x="132" y="168"/>
                </a:cubicBezTo>
                <a:cubicBezTo>
                  <a:pt x="241" y="168"/>
                  <a:pt x="241" y="168"/>
                  <a:pt x="241" y="168"/>
                </a:cubicBezTo>
                <a:cubicBezTo>
                  <a:pt x="239" y="173"/>
                  <a:pt x="237" y="179"/>
                  <a:pt x="234" y="184"/>
                </a:cubicBezTo>
                <a:lnTo>
                  <a:pt x="132" y="184"/>
                </a:lnTo>
                <a:close/>
                <a:moveTo>
                  <a:pt x="132" y="160"/>
                </a:moveTo>
                <a:cubicBezTo>
                  <a:pt x="132" y="144"/>
                  <a:pt x="132" y="144"/>
                  <a:pt x="132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6" y="149"/>
                  <a:pt x="245" y="155"/>
                  <a:pt x="243" y="160"/>
                </a:cubicBezTo>
                <a:lnTo>
                  <a:pt x="132" y="160"/>
                </a:lnTo>
                <a:close/>
                <a:moveTo>
                  <a:pt x="132" y="112"/>
                </a:moveTo>
                <a:cubicBezTo>
                  <a:pt x="132" y="96"/>
                  <a:pt x="132" y="96"/>
                  <a:pt x="132" y="96"/>
                </a:cubicBezTo>
                <a:cubicBezTo>
                  <a:pt x="243" y="96"/>
                  <a:pt x="243" y="96"/>
                  <a:pt x="243" y="96"/>
                </a:cubicBezTo>
                <a:cubicBezTo>
                  <a:pt x="245" y="101"/>
                  <a:pt x="246" y="106"/>
                  <a:pt x="247" y="112"/>
                </a:cubicBezTo>
                <a:lnTo>
                  <a:pt x="132" y="112"/>
                </a:lnTo>
                <a:close/>
                <a:moveTo>
                  <a:pt x="132" y="88"/>
                </a:moveTo>
                <a:cubicBezTo>
                  <a:pt x="132" y="72"/>
                  <a:pt x="132" y="72"/>
                  <a:pt x="132" y="72"/>
                </a:cubicBezTo>
                <a:cubicBezTo>
                  <a:pt x="234" y="72"/>
                  <a:pt x="234" y="72"/>
                  <a:pt x="234" y="72"/>
                </a:cubicBezTo>
                <a:cubicBezTo>
                  <a:pt x="237" y="77"/>
                  <a:pt x="239" y="82"/>
                  <a:pt x="241" y="88"/>
                </a:cubicBezTo>
                <a:lnTo>
                  <a:pt x="132" y="88"/>
                </a:lnTo>
                <a:close/>
                <a:moveTo>
                  <a:pt x="132" y="64"/>
                </a:moveTo>
                <a:cubicBezTo>
                  <a:pt x="132" y="48"/>
                  <a:pt x="132" y="48"/>
                  <a:pt x="132" y="48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22" y="53"/>
                  <a:pt x="226" y="58"/>
                  <a:pt x="229" y="64"/>
                </a:cubicBezTo>
                <a:lnTo>
                  <a:pt x="132" y="64"/>
                </a:lnTo>
                <a:close/>
                <a:moveTo>
                  <a:pt x="132" y="40"/>
                </a:moveTo>
                <a:cubicBezTo>
                  <a:pt x="132" y="24"/>
                  <a:pt x="132" y="24"/>
                  <a:pt x="132" y="24"/>
                </a:cubicBezTo>
                <a:cubicBezTo>
                  <a:pt x="187" y="24"/>
                  <a:pt x="187" y="24"/>
                  <a:pt x="187" y="24"/>
                </a:cubicBezTo>
                <a:cubicBezTo>
                  <a:pt x="195" y="28"/>
                  <a:pt x="203" y="34"/>
                  <a:pt x="209" y="40"/>
                </a:cubicBezTo>
                <a:lnTo>
                  <a:pt x="132" y="40"/>
                </a:lnTo>
                <a:close/>
                <a:moveTo>
                  <a:pt x="8" y="128"/>
                </a:moveTo>
                <a:cubicBezTo>
                  <a:pt x="8" y="63"/>
                  <a:pt x="59" y="10"/>
                  <a:pt x="124" y="8"/>
                </a:cubicBezTo>
                <a:cubicBezTo>
                  <a:pt x="124" y="248"/>
                  <a:pt x="124" y="248"/>
                  <a:pt x="124" y="248"/>
                </a:cubicBezTo>
                <a:cubicBezTo>
                  <a:pt x="59" y="245"/>
                  <a:pt x="8" y="193"/>
                  <a:pt x="8" y="12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32" name="Группа 431"/>
          <p:cNvGrpSpPr/>
          <p:nvPr/>
        </p:nvGrpSpPr>
        <p:grpSpPr>
          <a:xfrm>
            <a:off x="4429594" y="2434506"/>
            <a:ext cx="302814" cy="295771"/>
            <a:chOff x="4429594" y="2434506"/>
            <a:chExt cx="302814" cy="295771"/>
          </a:xfrm>
        </p:grpSpPr>
        <p:sp>
          <p:nvSpPr>
            <p:cNvPr id="300" name="Freeform 305"/>
            <p:cNvSpPr>
              <a:spLocks noEditPoints="1"/>
            </p:cNvSpPr>
            <p:nvPr/>
          </p:nvSpPr>
          <p:spPr bwMode="auto">
            <a:xfrm>
              <a:off x="4453537" y="2472534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1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30"/>
                    <a:pt x="41" y="8"/>
                    <a:pt x="68" y="8"/>
                  </a:cubicBezTo>
                  <a:cubicBezTo>
                    <a:pt x="76" y="8"/>
                    <a:pt x="85" y="10"/>
                    <a:pt x="92" y="14"/>
                  </a:cubicBezTo>
                  <a:cubicBezTo>
                    <a:pt x="68" y="24"/>
                    <a:pt x="50" y="44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1" name="Rectangle 306"/>
            <p:cNvSpPr>
              <a:spLocks noChangeArrowheads="1"/>
            </p:cNvSpPr>
            <p:nvPr/>
          </p:nvSpPr>
          <p:spPr bwMode="auto">
            <a:xfrm>
              <a:off x="4429594" y="2534505"/>
              <a:ext cx="2816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2" name="Rectangle 307"/>
            <p:cNvSpPr>
              <a:spLocks noChangeArrowheads="1"/>
            </p:cNvSpPr>
            <p:nvPr/>
          </p:nvSpPr>
          <p:spPr bwMode="auto">
            <a:xfrm>
              <a:off x="4529592" y="2434506"/>
              <a:ext cx="8451" cy="2957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308"/>
            <p:cNvSpPr>
              <a:spLocks/>
            </p:cNvSpPr>
            <p:nvPr/>
          </p:nvSpPr>
          <p:spPr bwMode="auto">
            <a:xfrm>
              <a:off x="4445086" y="2449999"/>
              <a:ext cx="35211" cy="36619"/>
            </a:xfrm>
            <a:custGeom>
              <a:avLst/>
              <a:gdLst>
                <a:gd name="T0" fmla="*/ 5 w 25"/>
                <a:gd name="T1" fmla="*/ 0 h 26"/>
                <a:gd name="T2" fmla="*/ 25 w 25"/>
                <a:gd name="T3" fmla="*/ 20 h 26"/>
                <a:gd name="T4" fmla="*/ 20 w 25"/>
                <a:gd name="T5" fmla="*/ 26 h 26"/>
                <a:gd name="T6" fmla="*/ 0 w 25"/>
                <a:gd name="T7" fmla="*/ 5 h 26"/>
                <a:gd name="T8" fmla="*/ 5 w 25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5" y="0"/>
                  </a:moveTo>
                  <a:lnTo>
                    <a:pt x="25" y="20"/>
                  </a:lnTo>
                  <a:lnTo>
                    <a:pt x="20" y="26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Freeform 309"/>
            <p:cNvSpPr>
              <a:spLocks/>
            </p:cNvSpPr>
            <p:nvPr/>
          </p:nvSpPr>
          <p:spPr bwMode="auto">
            <a:xfrm>
              <a:off x="4501424" y="2659856"/>
              <a:ext cx="28169" cy="47887"/>
            </a:xfrm>
            <a:custGeom>
              <a:avLst/>
              <a:gdLst>
                <a:gd name="T0" fmla="*/ 13 w 20"/>
                <a:gd name="T1" fmla="*/ 0 h 34"/>
                <a:gd name="T2" fmla="*/ 20 w 20"/>
                <a:gd name="T3" fmla="*/ 3 h 34"/>
                <a:gd name="T4" fmla="*/ 6 w 20"/>
                <a:gd name="T5" fmla="*/ 34 h 34"/>
                <a:gd name="T6" fmla="*/ 0 w 20"/>
                <a:gd name="T7" fmla="*/ 30 h 34"/>
                <a:gd name="T8" fmla="*/ 13 w 2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4">
                  <a:moveTo>
                    <a:pt x="13" y="0"/>
                  </a:moveTo>
                  <a:lnTo>
                    <a:pt x="20" y="3"/>
                  </a:lnTo>
                  <a:lnTo>
                    <a:pt x="6" y="34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Freeform 310"/>
            <p:cNvSpPr>
              <a:spLocks/>
            </p:cNvSpPr>
            <p:nvPr/>
          </p:nvSpPr>
          <p:spPr bwMode="auto">
            <a:xfrm>
              <a:off x="4547903" y="2659856"/>
              <a:ext cx="28169" cy="47887"/>
            </a:xfrm>
            <a:custGeom>
              <a:avLst/>
              <a:gdLst>
                <a:gd name="T0" fmla="*/ 14 w 20"/>
                <a:gd name="T1" fmla="*/ 0 h 34"/>
                <a:gd name="T2" fmla="*/ 20 w 20"/>
                <a:gd name="T3" fmla="*/ 3 h 34"/>
                <a:gd name="T4" fmla="*/ 7 w 20"/>
                <a:gd name="T5" fmla="*/ 34 h 34"/>
                <a:gd name="T6" fmla="*/ 0 w 20"/>
                <a:gd name="T7" fmla="*/ 30 h 34"/>
                <a:gd name="T8" fmla="*/ 14 w 2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4">
                  <a:moveTo>
                    <a:pt x="14" y="0"/>
                  </a:moveTo>
                  <a:lnTo>
                    <a:pt x="20" y="3"/>
                  </a:lnTo>
                  <a:lnTo>
                    <a:pt x="7" y="34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6" name="Freeform 311"/>
            <p:cNvSpPr>
              <a:spLocks/>
            </p:cNvSpPr>
            <p:nvPr/>
          </p:nvSpPr>
          <p:spPr bwMode="auto">
            <a:xfrm>
              <a:off x="4595789" y="2659856"/>
              <a:ext cx="28169" cy="47887"/>
            </a:xfrm>
            <a:custGeom>
              <a:avLst/>
              <a:gdLst>
                <a:gd name="T0" fmla="*/ 13 w 20"/>
                <a:gd name="T1" fmla="*/ 0 h 34"/>
                <a:gd name="T2" fmla="*/ 20 w 20"/>
                <a:gd name="T3" fmla="*/ 3 h 34"/>
                <a:gd name="T4" fmla="*/ 6 w 20"/>
                <a:gd name="T5" fmla="*/ 34 h 34"/>
                <a:gd name="T6" fmla="*/ 0 w 20"/>
                <a:gd name="T7" fmla="*/ 30 h 34"/>
                <a:gd name="T8" fmla="*/ 13 w 2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4">
                  <a:moveTo>
                    <a:pt x="13" y="0"/>
                  </a:moveTo>
                  <a:lnTo>
                    <a:pt x="20" y="3"/>
                  </a:lnTo>
                  <a:lnTo>
                    <a:pt x="6" y="34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Freeform 312"/>
            <p:cNvSpPr>
              <a:spLocks/>
            </p:cNvSpPr>
            <p:nvPr/>
          </p:nvSpPr>
          <p:spPr bwMode="auto">
            <a:xfrm>
              <a:off x="4642267" y="2659856"/>
              <a:ext cx="28169" cy="47887"/>
            </a:xfrm>
            <a:custGeom>
              <a:avLst/>
              <a:gdLst>
                <a:gd name="T0" fmla="*/ 14 w 20"/>
                <a:gd name="T1" fmla="*/ 0 h 34"/>
                <a:gd name="T2" fmla="*/ 20 w 20"/>
                <a:gd name="T3" fmla="*/ 3 h 34"/>
                <a:gd name="T4" fmla="*/ 7 w 20"/>
                <a:gd name="T5" fmla="*/ 34 h 34"/>
                <a:gd name="T6" fmla="*/ 0 w 20"/>
                <a:gd name="T7" fmla="*/ 30 h 34"/>
                <a:gd name="T8" fmla="*/ 14 w 2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4">
                  <a:moveTo>
                    <a:pt x="14" y="0"/>
                  </a:moveTo>
                  <a:lnTo>
                    <a:pt x="20" y="3"/>
                  </a:lnTo>
                  <a:lnTo>
                    <a:pt x="7" y="34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Freeform 313"/>
            <p:cNvSpPr>
              <a:spLocks/>
            </p:cNvSpPr>
            <p:nvPr/>
          </p:nvSpPr>
          <p:spPr bwMode="auto">
            <a:xfrm>
              <a:off x="4491565" y="2716193"/>
              <a:ext cx="14084" cy="14084"/>
            </a:xfrm>
            <a:custGeom>
              <a:avLst/>
              <a:gdLst>
                <a:gd name="T0" fmla="*/ 7 w 10"/>
                <a:gd name="T1" fmla="*/ 10 h 10"/>
                <a:gd name="T2" fmla="*/ 0 w 10"/>
                <a:gd name="T3" fmla="*/ 7 h 10"/>
                <a:gd name="T4" fmla="*/ 3 w 10"/>
                <a:gd name="T5" fmla="*/ 0 h 10"/>
                <a:gd name="T6" fmla="*/ 10 w 10"/>
                <a:gd name="T7" fmla="*/ 4 h 10"/>
                <a:gd name="T8" fmla="*/ 7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10" y="4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9" name="Freeform 314"/>
            <p:cNvSpPr>
              <a:spLocks/>
            </p:cNvSpPr>
            <p:nvPr/>
          </p:nvSpPr>
          <p:spPr bwMode="auto">
            <a:xfrm>
              <a:off x="4538043" y="2716193"/>
              <a:ext cx="14084" cy="14084"/>
            </a:xfrm>
            <a:custGeom>
              <a:avLst/>
              <a:gdLst>
                <a:gd name="T0" fmla="*/ 7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4 h 10"/>
                <a:gd name="T8" fmla="*/ 7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Freeform 315"/>
            <p:cNvSpPr>
              <a:spLocks/>
            </p:cNvSpPr>
            <p:nvPr/>
          </p:nvSpPr>
          <p:spPr bwMode="auto">
            <a:xfrm>
              <a:off x="4585930" y="2716193"/>
              <a:ext cx="14084" cy="14084"/>
            </a:xfrm>
            <a:custGeom>
              <a:avLst/>
              <a:gdLst>
                <a:gd name="T0" fmla="*/ 7 w 10"/>
                <a:gd name="T1" fmla="*/ 10 h 10"/>
                <a:gd name="T2" fmla="*/ 0 w 10"/>
                <a:gd name="T3" fmla="*/ 7 h 10"/>
                <a:gd name="T4" fmla="*/ 3 w 10"/>
                <a:gd name="T5" fmla="*/ 0 h 10"/>
                <a:gd name="T6" fmla="*/ 10 w 10"/>
                <a:gd name="T7" fmla="*/ 4 h 10"/>
                <a:gd name="T8" fmla="*/ 7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10" y="4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1" name="Freeform 316"/>
            <p:cNvSpPr>
              <a:spLocks/>
            </p:cNvSpPr>
            <p:nvPr/>
          </p:nvSpPr>
          <p:spPr bwMode="auto">
            <a:xfrm>
              <a:off x="4633817" y="2716193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3 w 10"/>
                <a:gd name="T5" fmla="*/ 0 h 10"/>
                <a:gd name="T6" fmla="*/ 10 w 10"/>
                <a:gd name="T7" fmla="*/ 4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10" y="4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3" name="Группа 432"/>
          <p:cNvGrpSpPr/>
          <p:nvPr/>
        </p:nvGrpSpPr>
        <p:grpSpPr>
          <a:xfrm>
            <a:off x="4822548" y="2454224"/>
            <a:ext cx="302815" cy="257744"/>
            <a:chOff x="4822548" y="2454224"/>
            <a:chExt cx="302815" cy="257744"/>
          </a:xfrm>
        </p:grpSpPr>
        <p:sp>
          <p:nvSpPr>
            <p:cNvPr id="312" name="Freeform 317"/>
            <p:cNvSpPr>
              <a:spLocks noEditPoints="1"/>
            </p:cNvSpPr>
            <p:nvPr/>
          </p:nvSpPr>
          <p:spPr bwMode="auto">
            <a:xfrm>
              <a:off x="4822548" y="2454224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3 h 152"/>
                <a:gd name="T22" fmla="*/ 0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1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2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49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6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2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3" name="Freeform 318"/>
            <p:cNvSpPr>
              <a:spLocks/>
            </p:cNvSpPr>
            <p:nvPr/>
          </p:nvSpPr>
          <p:spPr bwMode="auto">
            <a:xfrm>
              <a:off x="4892969" y="2641547"/>
              <a:ext cx="28169" cy="46479"/>
            </a:xfrm>
            <a:custGeom>
              <a:avLst/>
              <a:gdLst>
                <a:gd name="T0" fmla="*/ 14 w 20"/>
                <a:gd name="T1" fmla="*/ 0 h 33"/>
                <a:gd name="T2" fmla="*/ 20 w 20"/>
                <a:gd name="T3" fmla="*/ 3 h 33"/>
                <a:gd name="T4" fmla="*/ 7 w 20"/>
                <a:gd name="T5" fmla="*/ 33 h 33"/>
                <a:gd name="T6" fmla="*/ 0 w 20"/>
                <a:gd name="T7" fmla="*/ 30 h 33"/>
                <a:gd name="T8" fmla="*/ 14 w 2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3">
                  <a:moveTo>
                    <a:pt x="14" y="0"/>
                  </a:moveTo>
                  <a:lnTo>
                    <a:pt x="20" y="3"/>
                  </a:lnTo>
                  <a:lnTo>
                    <a:pt x="7" y="33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Freeform 319"/>
            <p:cNvSpPr>
              <a:spLocks/>
            </p:cNvSpPr>
            <p:nvPr/>
          </p:nvSpPr>
          <p:spPr bwMode="auto">
            <a:xfrm>
              <a:off x="4940856" y="2641547"/>
              <a:ext cx="28169" cy="46479"/>
            </a:xfrm>
            <a:custGeom>
              <a:avLst/>
              <a:gdLst>
                <a:gd name="T0" fmla="*/ 13 w 20"/>
                <a:gd name="T1" fmla="*/ 0 h 33"/>
                <a:gd name="T2" fmla="*/ 20 w 20"/>
                <a:gd name="T3" fmla="*/ 3 h 33"/>
                <a:gd name="T4" fmla="*/ 7 w 20"/>
                <a:gd name="T5" fmla="*/ 33 h 33"/>
                <a:gd name="T6" fmla="*/ 0 w 20"/>
                <a:gd name="T7" fmla="*/ 30 h 33"/>
                <a:gd name="T8" fmla="*/ 13 w 2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3">
                  <a:moveTo>
                    <a:pt x="13" y="0"/>
                  </a:moveTo>
                  <a:lnTo>
                    <a:pt x="20" y="3"/>
                  </a:lnTo>
                  <a:lnTo>
                    <a:pt x="7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5" name="Freeform 320"/>
            <p:cNvSpPr>
              <a:spLocks/>
            </p:cNvSpPr>
            <p:nvPr/>
          </p:nvSpPr>
          <p:spPr bwMode="auto">
            <a:xfrm>
              <a:off x="4987335" y="2641547"/>
              <a:ext cx="29578" cy="46479"/>
            </a:xfrm>
            <a:custGeom>
              <a:avLst/>
              <a:gdLst>
                <a:gd name="T0" fmla="*/ 14 w 21"/>
                <a:gd name="T1" fmla="*/ 0 h 33"/>
                <a:gd name="T2" fmla="*/ 21 w 21"/>
                <a:gd name="T3" fmla="*/ 3 h 33"/>
                <a:gd name="T4" fmla="*/ 7 w 21"/>
                <a:gd name="T5" fmla="*/ 33 h 33"/>
                <a:gd name="T6" fmla="*/ 0 w 21"/>
                <a:gd name="T7" fmla="*/ 30 h 33"/>
                <a:gd name="T8" fmla="*/ 14 w 21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3">
                  <a:moveTo>
                    <a:pt x="14" y="0"/>
                  </a:moveTo>
                  <a:lnTo>
                    <a:pt x="21" y="3"/>
                  </a:lnTo>
                  <a:lnTo>
                    <a:pt x="7" y="33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6" name="Freeform 321"/>
            <p:cNvSpPr>
              <a:spLocks/>
            </p:cNvSpPr>
            <p:nvPr/>
          </p:nvSpPr>
          <p:spPr bwMode="auto">
            <a:xfrm>
              <a:off x="5035222" y="2641547"/>
              <a:ext cx="28169" cy="46479"/>
            </a:xfrm>
            <a:custGeom>
              <a:avLst/>
              <a:gdLst>
                <a:gd name="T0" fmla="*/ 13 w 20"/>
                <a:gd name="T1" fmla="*/ 0 h 33"/>
                <a:gd name="T2" fmla="*/ 20 w 20"/>
                <a:gd name="T3" fmla="*/ 3 h 33"/>
                <a:gd name="T4" fmla="*/ 7 w 20"/>
                <a:gd name="T5" fmla="*/ 33 h 33"/>
                <a:gd name="T6" fmla="*/ 0 w 20"/>
                <a:gd name="T7" fmla="*/ 30 h 33"/>
                <a:gd name="T8" fmla="*/ 13 w 2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3">
                  <a:moveTo>
                    <a:pt x="13" y="0"/>
                  </a:moveTo>
                  <a:lnTo>
                    <a:pt x="20" y="3"/>
                  </a:lnTo>
                  <a:lnTo>
                    <a:pt x="7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7" name="Freeform 322"/>
            <p:cNvSpPr>
              <a:spLocks/>
            </p:cNvSpPr>
            <p:nvPr/>
          </p:nvSpPr>
          <p:spPr bwMode="auto">
            <a:xfrm>
              <a:off x="4884519" y="2697884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3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8" name="Freeform 323"/>
            <p:cNvSpPr>
              <a:spLocks/>
            </p:cNvSpPr>
            <p:nvPr/>
          </p:nvSpPr>
          <p:spPr bwMode="auto">
            <a:xfrm>
              <a:off x="4932406" y="2697884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9" name="Freeform 324"/>
            <p:cNvSpPr>
              <a:spLocks/>
            </p:cNvSpPr>
            <p:nvPr/>
          </p:nvSpPr>
          <p:spPr bwMode="auto">
            <a:xfrm>
              <a:off x="4980293" y="2697884"/>
              <a:ext cx="12676" cy="14084"/>
            </a:xfrm>
            <a:custGeom>
              <a:avLst/>
              <a:gdLst>
                <a:gd name="T0" fmla="*/ 5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5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0" name="Freeform 325"/>
            <p:cNvSpPr>
              <a:spLocks/>
            </p:cNvSpPr>
            <p:nvPr/>
          </p:nvSpPr>
          <p:spPr bwMode="auto">
            <a:xfrm>
              <a:off x="5026772" y="2697884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4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0" name="Группа 429"/>
          <p:cNvGrpSpPr/>
          <p:nvPr/>
        </p:nvGrpSpPr>
        <p:grpSpPr>
          <a:xfrm>
            <a:off x="3645093" y="2454224"/>
            <a:ext cx="302815" cy="257744"/>
            <a:chOff x="3645093" y="2454224"/>
            <a:chExt cx="302815" cy="257744"/>
          </a:xfrm>
        </p:grpSpPr>
        <p:sp>
          <p:nvSpPr>
            <p:cNvPr id="321" name="Freeform 326"/>
            <p:cNvSpPr>
              <a:spLocks noEditPoints="1"/>
            </p:cNvSpPr>
            <p:nvPr/>
          </p:nvSpPr>
          <p:spPr bwMode="auto">
            <a:xfrm>
              <a:off x="3645093" y="2454224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99 w 256"/>
                <a:gd name="T5" fmla="*/ 21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1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224 w 256"/>
                <a:gd name="T19" fmla="*/ 152 h 152"/>
                <a:gd name="T20" fmla="*/ 256 w 256"/>
                <a:gd name="T21" fmla="*/ 120 h 152"/>
                <a:gd name="T22" fmla="*/ 228 w 256"/>
                <a:gd name="T23" fmla="*/ 80 h 152"/>
                <a:gd name="T24" fmla="*/ 15 w 256"/>
                <a:gd name="T25" fmla="*/ 82 h 152"/>
                <a:gd name="T26" fmla="*/ 8 w 256"/>
                <a:gd name="T27" fmla="*/ 56 h 152"/>
                <a:gd name="T28" fmla="*/ 56 w 256"/>
                <a:gd name="T29" fmla="*/ 8 h 152"/>
                <a:gd name="T30" fmla="*/ 92 w 256"/>
                <a:gd name="T31" fmla="*/ 25 h 152"/>
                <a:gd name="T32" fmla="*/ 64 w 256"/>
                <a:gd name="T33" fmla="*/ 68 h 152"/>
                <a:gd name="T34" fmla="*/ 60 w 256"/>
                <a:gd name="T35" fmla="*/ 68 h 152"/>
                <a:gd name="T36" fmla="*/ 24 w 256"/>
                <a:gd name="T37" fmla="*/ 92 h 152"/>
                <a:gd name="T38" fmla="*/ 15 w 256"/>
                <a:gd name="T39" fmla="*/ 82 h 152"/>
                <a:gd name="T40" fmla="*/ 224 w 256"/>
                <a:gd name="T41" fmla="*/ 144 h 152"/>
                <a:gd name="T42" fmla="*/ 60 w 256"/>
                <a:gd name="T43" fmla="*/ 144 h 152"/>
                <a:gd name="T44" fmla="*/ 28 w 256"/>
                <a:gd name="T45" fmla="*/ 112 h 152"/>
                <a:gd name="T46" fmla="*/ 60 w 256"/>
                <a:gd name="T47" fmla="*/ 76 h 152"/>
                <a:gd name="T48" fmla="*/ 71 w 256"/>
                <a:gd name="T49" fmla="*/ 76 h 152"/>
                <a:gd name="T50" fmla="*/ 72 w 256"/>
                <a:gd name="T51" fmla="*/ 73 h 152"/>
                <a:gd name="T52" fmla="*/ 144 w 256"/>
                <a:gd name="T53" fmla="*/ 16 h 152"/>
                <a:gd name="T54" fmla="*/ 220 w 256"/>
                <a:gd name="T55" fmla="*/ 84 h 152"/>
                <a:gd name="T56" fmla="*/ 220 w 256"/>
                <a:gd name="T57" fmla="*/ 88 h 152"/>
                <a:gd name="T58" fmla="*/ 224 w 256"/>
                <a:gd name="T59" fmla="*/ 88 h 152"/>
                <a:gd name="T60" fmla="*/ 248 w 256"/>
                <a:gd name="T61" fmla="*/ 120 h 152"/>
                <a:gd name="T62" fmla="*/ 224 w 256"/>
                <a:gd name="T6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5" y="40"/>
                    <a:pt x="189" y="8"/>
                    <a:pt x="144" y="8"/>
                  </a:cubicBezTo>
                  <a:cubicBezTo>
                    <a:pt x="127" y="8"/>
                    <a:pt x="112" y="13"/>
                    <a:pt x="99" y="21"/>
                  </a:cubicBezTo>
                  <a:cubicBezTo>
                    <a:pt x="88" y="8"/>
                    <a:pt x="73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2" y="92"/>
                    <a:pt x="16" y="96"/>
                    <a:pt x="21" y="100"/>
                  </a:cubicBezTo>
                  <a:cubicBezTo>
                    <a:pt x="20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5" y="82"/>
                  </a:moveTo>
                  <a:cubicBezTo>
                    <a:pt x="10" y="74"/>
                    <a:pt x="8" y="65"/>
                    <a:pt x="8" y="56"/>
                  </a:cubicBezTo>
                  <a:cubicBezTo>
                    <a:pt x="8" y="30"/>
                    <a:pt x="29" y="8"/>
                    <a:pt x="56" y="8"/>
                  </a:cubicBezTo>
                  <a:cubicBezTo>
                    <a:pt x="70" y="8"/>
                    <a:pt x="83" y="14"/>
                    <a:pt x="92" y="25"/>
                  </a:cubicBezTo>
                  <a:cubicBezTo>
                    <a:pt x="79" y="36"/>
                    <a:pt x="69" y="51"/>
                    <a:pt x="64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4" y="68"/>
                    <a:pt x="31" y="78"/>
                    <a:pt x="24" y="92"/>
                  </a:cubicBezTo>
                  <a:cubicBezTo>
                    <a:pt x="21" y="89"/>
                    <a:pt x="18" y="86"/>
                    <a:pt x="15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2" y="76"/>
                    <a:pt x="60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8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5"/>
                    <a:pt x="238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2" name="Freeform 327"/>
            <p:cNvSpPr>
              <a:spLocks/>
            </p:cNvSpPr>
            <p:nvPr/>
          </p:nvSpPr>
          <p:spPr bwMode="auto">
            <a:xfrm>
              <a:off x="3715515" y="2641547"/>
              <a:ext cx="26761" cy="46479"/>
            </a:xfrm>
            <a:custGeom>
              <a:avLst/>
              <a:gdLst>
                <a:gd name="T0" fmla="*/ 13 w 19"/>
                <a:gd name="T1" fmla="*/ 0 h 33"/>
                <a:gd name="T2" fmla="*/ 19 w 19"/>
                <a:gd name="T3" fmla="*/ 3 h 33"/>
                <a:gd name="T4" fmla="*/ 6 w 19"/>
                <a:gd name="T5" fmla="*/ 33 h 33"/>
                <a:gd name="T6" fmla="*/ 0 w 19"/>
                <a:gd name="T7" fmla="*/ 30 h 33"/>
                <a:gd name="T8" fmla="*/ 13 w 19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3">
                  <a:moveTo>
                    <a:pt x="13" y="0"/>
                  </a:moveTo>
                  <a:lnTo>
                    <a:pt x="19" y="3"/>
                  </a:lnTo>
                  <a:lnTo>
                    <a:pt x="6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Freeform 328"/>
            <p:cNvSpPr>
              <a:spLocks/>
            </p:cNvSpPr>
            <p:nvPr/>
          </p:nvSpPr>
          <p:spPr bwMode="auto">
            <a:xfrm>
              <a:off x="3763402" y="2641547"/>
              <a:ext cx="26761" cy="46479"/>
            </a:xfrm>
            <a:custGeom>
              <a:avLst/>
              <a:gdLst>
                <a:gd name="T0" fmla="*/ 13 w 19"/>
                <a:gd name="T1" fmla="*/ 0 h 33"/>
                <a:gd name="T2" fmla="*/ 19 w 19"/>
                <a:gd name="T3" fmla="*/ 3 h 33"/>
                <a:gd name="T4" fmla="*/ 6 w 19"/>
                <a:gd name="T5" fmla="*/ 33 h 33"/>
                <a:gd name="T6" fmla="*/ 0 w 19"/>
                <a:gd name="T7" fmla="*/ 30 h 33"/>
                <a:gd name="T8" fmla="*/ 13 w 19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3">
                  <a:moveTo>
                    <a:pt x="13" y="0"/>
                  </a:moveTo>
                  <a:lnTo>
                    <a:pt x="19" y="3"/>
                  </a:lnTo>
                  <a:lnTo>
                    <a:pt x="6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4" name="Freeform 329"/>
            <p:cNvSpPr>
              <a:spLocks/>
            </p:cNvSpPr>
            <p:nvPr/>
          </p:nvSpPr>
          <p:spPr bwMode="auto">
            <a:xfrm>
              <a:off x="3809881" y="2641547"/>
              <a:ext cx="28169" cy="46479"/>
            </a:xfrm>
            <a:custGeom>
              <a:avLst/>
              <a:gdLst>
                <a:gd name="T0" fmla="*/ 14 w 20"/>
                <a:gd name="T1" fmla="*/ 0 h 33"/>
                <a:gd name="T2" fmla="*/ 20 w 20"/>
                <a:gd name="T3" fmla="*/ 3 h 33"/>
                <a:gd name="T4" fmla="*/ 6 w 20"/>
                <a:gd name="T5" fmla="*/ 33 h 33"/>
                <a:gd name="T6" fmla="*/ 0 w 20"/>
                <a:gd name="T7" fmla="*/ 30 h 33"/>
                <a:gd name="T8" fmla="*/ 14 w 2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3">
                  <a:moveTo>
                    <a:pt x="14" y="0"/>
                  </a:moveTo>
                  <a:lnTo>
                    <a:pt x="20" y="3"/>
                  </a:lnTo>
                  <a:lnTo>
                    <a:pt x="6" y="33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5" name="Freeform 330"/>
            <p:cNvSpPr>
              <a:spLocks/>
            </p:cNvSpPr>
            <p:nvPr/>
          </p:nvSpPr>
          <p:spPr bwMode="auto">
            <a:xfrm>
              <a:off x="3857768" y="2641547"/>
              <a:ext cx="26761" cy="46479"/>
            </a:xfrm>
            <a:custGeom>
              <a:avLst/>
              <a:gdLst>
                <a:gd name="T0" fmla="*/ 13 w 19"/>
                <a:gd name="T1" fmla="*/ 0 h 33"/>
                <a:gd name="T2" fmla="*/ 19 w 19"/>
                <a:gd name="T3" fmla="*/ 3 h 33"/>
                <a:gd name="T4" fmla="*/ 6 w 19"/>
                <a:gd name="T5" fmla="*/ 33 h 33"/>
                <a:gd name="T6" fmla="*/ 0 w 19"/>
                <a:gd name="T7" fmla="*/ 30 h 33"/>
                <a:gd name="T8" fmla="*/ 13 w 19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3">
                  <a:moveTo>
                    <a:pt x="13" y="0"/>
                  </a:moveTo>
                  <a:lnTo>
                    <a:pt x="19" y="3"/>
                  </a:lnTo>
                  <a:lnTo>
                    <a:pt x="6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Freeform 331"/>
            <p:cNvSpPr>
              <a:spLocks/>
            </p:cNvSpPr>
            <p:nvPr/>
          </p:nvSpPr>
          <p:spPr bwMode="auto">
            <a:xfrm>
              <a:off x="3705656" y="2697884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3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7" name="Freeform 332"/>
            <p:cNvSpPr>
              <a:spLocks/>
            </p:cNvSpPr>
            <p:nvPr/>
          </p:nvSpPr>
          <p:spPr bwMode="auto">
            <a:xfrm>
              <a:off x="3753543" y="2697884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8" name="Freeform 333"/>
            <p:cNvSpPr>
              <a:spLocks/>
            </p:cNvSpPr>
            <p:nvPr/>
          </p:nvSpPr>
          <p:spPr bwMode="auto">
            <a:xfrm>
              <a:off x="3801430" y="2697884"/>
              <a:ext cx="12676" cy="14084"/>
            </a:xfrm>
            <a:custGeom>
              <a:avLst/>
              <a:gdLst>
                <a:gd name="T0" fmla="*/ 5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5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9" name="Freeform 334"/>
            <p:cNvSpPr>
              <a:spLocks/>
            </p:cNvSpPr>
            <p:nvPr/>
          </p:nvSpPr>
          <p:spPr bwMode="auto">
            <a:xfrm>
              <a:off x="3847908" y="2697884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1" name="Группа 430"/>
          <p:cNvGrpSpPr/>
          <p:nvPr/>
        </p:nvGrpSpPr>
        <p:grpSpPr>
          <a:xfrm>
            <a:off x="4036639" y="2441548"/>
            <a:ext cx="302815" cy="281688"/>
            <a:chOff x="4036639" y="2441548"/>
            <a:chExt cx="302815" cy="281688"/>
          </a:xfrm>
        </p:grpSpPr>
        <p:sp>
          <p:nvSpPr>
            <p:cNvPr id="330" name="Freeform 335"/>
            <p:cNvSpPr>
              <a:spLocks noEditPoints="1"/>
            </p:cNvSpPr>
            <p:nvPr/>
          </p:nvSpPr>
          <p:spPr bwMode="auto">
            <a:xfrm>
              <a:off x="4036639" y="2441548"/>
              <a:ext cx="302815" cy="184506"/>
            </a:xfrm>
            <a:custGeom>
              <a:avLst/>
              <a:gdLst>
                <a:gd name="T0" fmla="*/ 224 w 256"/>
                <a:gd name="T1" fmla="*/ 80 h 156"/>
                <a:gd name="T2" fmla="*/ 136 w 256"/>
                <a:gd name="T3" fmla="*/ 0 h 156"/>
                <a:gd name="T4" fmla="*/ 49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4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5 w 256"/>
                <a:gd name="T27" fmla="*/ 72 h 156"/>
                <a:gd name="T28" fmla="*/ 56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4" y="80"/>
                  </a:moveTo>
                  <a:cubicBezTo>
                    <a:pt x="222" y="35"/>
                    <a:pt x="184" y="0"/>
                    <a:pt x="136" y="0"/>
                  </a:cubicBezTo>
                  <a:cubicBezTo>
                    <a:pt x="93" y="0"/>
                    <a:pt x="57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1"/>
                    <a:pt x="256" y="120"/>
                  </a:cubicBezTo>
                  <a:cubicBezTo>
                    <a:pt x="256" y="102"/>
                    <a:pt x="243" y="83"/>
                    <a:pt x="224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3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Freeform 336"/>
            <p:cNvSpPr>
              <a:spLocks/>
            </p:cNvSpPr>
            <p:nvPr/>
          </p:nvSpPr>
          <p:spPr bwMode="auto">
            <a:xfrm>
              <a:off x="4122554" y="2642955"/>
              <a:ext cx="32395" cy="57746"/>
            </a:xfrm>
            <a:custGeom>
              <a:avLst/>
              <a:gdLst>
                <a:gd name="T0" fmla="*/ 0 w 23"/>
                <a:gd name="T1" fmla="*/ 37 h 41"/>
                <a:gd name="T2" fmla="*/ 17 w 23"/>
                <a:gd name="T3" fmla="*/ 0 h 41"/>
                <a:gd name="T4" fmla="*/ 23 w 23"/>
                <a:gd name="T5" fmla="*/ 4 h 41"/>
                <a:gd name="T6" fmla="*/ 6 w 23"/>
                <a:gd name="T7" fmla="*/ 41 h 41"/>
                <a:gd name="T8" fmla="*/ 0 w 23"/>
                <a:gd name="T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0" y="37"/>
                  </a:moveTo>
                  <a:lnTo>
                    <a:pt x="17" y="0"/>
                  </a:lnTo>
                  <a:lnTo>
                    <a:pt x="23" y="4"/>
                  </a:lnTo>
                  <a:lnTo>
                    <a:pt x="6" y="41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Freeform 337"/>
            <p:cNvSpPr>
              <a:spLocks/>
            </p:cNvSpPr>
            <p:nvPr/>
          </p:nvSpPr>
          <p:spPr bwMode="auto">
            <a:xfrm>
              <a:off x="4074667" y="2642955"/>
              <a:ext cx="32395" cy="57746"/>
            </a:xfrm>
            <a:custGeom>
              <a:avLst/>
              <a:gdLst>
                <a:gd name="T0" fmla="*/ 0 w 23"/>
                <a:gd name="T1" fmla="*/ 37 h 41"/>
                <a:gd name="T2" fmla="*/ 17 w 23"/>
                <a:gd name="T3" fmla="*/ 0 h 41"/>
                <a:gd name="T4" fmla="*/ 23 w 23"/>
                <a:gd name="T5" fmla="*/ 4 h 41"/>
                <a:gd name="T6" fmla="*/ 6 w 23"/>
                <a:gd name="T7" fmla="*/ 41 h 41"/>
                <a:gd name="T8" fmla="*/ 0 w 23"/>
                <a:gd name="T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0" y="37"/>
                  </a:moveTo>
                  <a:lnTo>
                    <a:pt x="17" y="0"/>
                  </a:lnTo>
                  <a:lnTo>
                    <a:pt x="23" y="4"/>
                  </a:lnTo>
                  <a:lnTo>
                    <a:pt x="6" y="41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3" name="Freeform 338"/>
            <p:cNvSpPr>
              <a:spLocks/>
            </p:cNvSpPr>
            <p:nvPr/>
          </p:nvSpPr>
          <p:spPr bwMode="auto">
            <a:xfrm>
              <a:off x="4169032" y="2642955"/>
              <a:ext cx="32395" cy="57746"/>
            </a:xfrm>
            <a:custGeom>
              <a:avLst/>
              <a:gdLst>
                <a:gd name="T0" fmla="*/ 0 w 23"/>
                <a:gd name="T1" fmla="*/ 37 h 41"/>
                <a:gd name="T2" fmla="*/ 17 w 23"/>
                <a:gd name="T3" fmla="*/ 0 h 41"/>
                <a:gd name="T4" fmla="*/ 23 w 23"/>
                <a:gd name="T5" fmla="*/ 4 h 41"/>
                <a:gd name="T6" fmla="*/ 6 w 23"/>
                <a:gd name="T7" fmla="*/ 41 h 41"/>
                <a:gd name="T8" fmla="*/ 0 w 23"/>
                <a:gd name="T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0" y="37"/>
                  </a:moveTo>
                  <a:lnTo>
                    <a:pt x="17" y="0"/>
                  </a:lnTo>
                  <a:lnTo>
                    <a:pt x="23" y="4"/>
                  </a:lnTo>
                  <a:lnTo>
                    <a:pt x="6" y="41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Freeform 339"/>
            <p:cNvSpPr>
              <a:spLocks/>
            </p:cNvSpPr>
            <p:nvPr/>
          </p:nvSpPr>
          <p:spPr bwMode="auto">
            <a:xfrm>
              <a:off x="4216919" y="2642955"/>
              <a:ext cx="32395" cy="57746"/>
            </a:xfrm>
            <a:custGeom>
              <a:avLst/>
              <a:gdLst>
                <a:gd name="T0" fmla="*/ 0 w 23"/>
                <a:gd name="T1" fmla="*/ 37 h 41"/>
                <a:gd name="T2" fmla="*/ 17 w 23"/>
                <a:gd name="T3" fmla="*/ 0 h 41"/>
                <a:gd name="T4" fmla="*/ 23 w 23"/>
                <a:gd name="T5" fmla="*/ 4 h 41"/>
                <a:gd name="T6" fmla="*/ 6 w 23"/>
                <a:gd name="T7" fmla="*/ 41 h 41"/>
                <a:gd name="T8" fmla="*/ 0 w 23"/>
                <a:gd name="T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0" y="37"/>
                  </a:moveTo>
                  <a:lnTo>
                    <a:pt x="17" y="0"/>
                  </a:lnTo>
                  <a:lnTo>
                    <a:pt x="23" y="4"/>
                  </a:lnTo>
                  <a:lnTo>
                    <a:pt x="6" y="41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Freeform 340"/>
            <p:cNvSpPr>
              <a:spLocks/>
            </p:cNvSpPr>
            <p:nvPr/>
          </p:nvSpPr>
          <p:spPr bwMode="auto">
            <a:xfrm>
              <a:off x="4264806" y="2642955"/>
              <a:ext cx="30986" cy="57746"/>
            </a:xfrm>
            <a:custGeom>
              <a:avLst/>
              <a:gdLst>
                <a:gd name="T0" fmla="*/ 16 w 22"/>
                <a:gd name="T1" fmla="*/ 0 h 41"/>
                <a:gd name="T2" fmla="*/ 22 w 22"/>
                <a:gd name="T3" fmla="*/ 4 h 41"/>
                <a:gd name="T4" fmla="*/ 5 w 22"/>
                <a:gd name="T5" fmla="*/ 41 h 41"/>
                <a:gd name="T6" fmla="*/ 0 w 22"/>
                <a:gd name="T7" fmla="*/ 37 h 41"/>
                <a:gd name="T8" fmla="*/ 16 w 22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1">
                  <a:moveTo>
                    <a:pt x="16" y="0"/>
                  </a:moveTo>
                  <a:lnTo>
                    <a:pt x="22" y="4"/>
                  </a:lnTo>
                  <a:lnTo>
                    <a:pt x="5" y="41"/>
                  </a:lnTo>
                  <a:lnTo>
                    <a:pt x="0" y="3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Freeform 341"/>
            <p:cNvSpPr>
              <a:spLocks/>
            </p:cNvSpPr>
            <p:nvPr/>
          </p:nvSpPr>
          <p:spPr bwMode="auto">
            <a:xfrm>
              <a:off x="4108470" y="2709152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Freeform 342"/>
            <p:cNvSpPr>
              <a:spLocks/>
            </p:cNvSpPr>
            <p:nvPr/>
          </p:nvSpPr>
          <p:spPr bwMode="auto">
            <a:xfrm>
              <a:off x="4060583" y="2709152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4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4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8" name="Freeform 343"/>
            <p:cNvSpPr>
              <a:spLocks/>
            </p:cNvSpPr>
            <p:nvPr/>
          </p:nvSpPr>
          <p:spPr bwMode="auto">
            <a:xfrm>
              <a:off x="4154948" y="2709152"/>
              <a:ext cx="14084" cy="14084"/>
            </a:xfrm>
            <a:custGeom>
              <a:avLst/>
              <a:gdLst>
                <a:gd name="T0" fmla="*/ 0 w 10"/>
                <a:gd name="T1" fmla="*/ 7 h 10"/>
                <a:gd name="T2" fmla="*/ 4 w 10"/>
                <a:gd name="T3" fmla="*/ 0 h 10"/>
                <a:gd name="T4" fmla="*/ 10 w 10"/>
                <a:gd name="T5" fmla="*/ 4 h 10"/>
                <a:gd name="T6" fmla="*/ 6 w 10"/>
                <a:gd name="T7" fmla="*/ 10 h 10"/>
                <a:gd name="T8" fmla="*/ 0 w 10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lnTo>
                    <a:pt x="4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Freeform 344"/>
            <p:cNvSpPr>
              <a:spLocks/>
            </p:cNvSpPr>
            <p:nvPr/>
          </p:nvSpPr>
          <p:spPr bwMode="auto">
            <a:xfrm>
              <a:off x="4202835" y="2709152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Freeform 345"/>
            <p:cNvSpPr>
              <a:spLocks/>
            </p:cNvSpPr>
            <p:nvPr/>
          </p:nvSpPr>
          <p:spPr bwMode="auto">
            <a:xfrm>
              <a:off x="4250722" y="2709152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5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5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41" name="Freeform 346"/>
          <p:cNvSpPr>
            <a:spLocks noEditPoints="1"/>
          </p:cNvSpPr>
          <p:nvPr/>
        </p:nvSpPr>
        <p:spPr bwMode="auto">
          <a:xfrm>
            <a:off x="4821140" y="3642946"/>
            <a:ext cx="305632" cy="236618"/>
          </a:xfrm>
          <a:custGeom>
            <a:avLst/>
            <a:gdLst>
              <a:gd name="T0" fmla="*/ 258 w 258"/>
              <a:gd name="T1" fmla="*/ 8 h 200"/>
              <a:gd name="T2" fmla="*/ 256 w 258"/>
              <a:gd name="T3" fmla="*/ 0 h 200"/>
              <a:gd name="T4" fmla="*/ 129 w 258"/>
              <a:gd name="T5" fmla="*/ 16 h 200"/>
              <a:gd name="T6" fmla="*/ 2 w 258"/>
              <a:gd name="T7" fmla="*/ 0 h 200"/>
              <a:gd name="T8" fmla="*/ 0 w 258"/>
              <a:gd name="T9" fmla="*/ 8 h 200"/>
              <a:gd name="T10" fmla="*/ 81 w 258"/>
              <a:gd name="T11" fmla="*/ 22 h 200"/>
              <a:gd name="T12" fmla="*/ 81 w 258"/>
              <a:gd name="T13" fmla="*/ 179 h 200"/>
              <a:gd name="T14" fmla="*/ 0 w 258"/>
              <a:gd name="T15" fmla="*/ 192 h 200"/>
              <a:gd name="T16" fmla="*/ 2 w 258"/>
              <a:gd name="T17" fmla="*/ 200 h 200"/>
              <a:gd name="T18" fmla="*/ 129 w 258"/>
              <a:gd name="T19" fmla="*/ 184 h 200"/>
              <a:gd name="T20" fmla="*/ 256 w 258"/>
              <a:gd name="T21" fmla="*/ 200 h 200"/>
              <a:gd name="T22" fmla="*/ 258 w 258"/>
              <a:gd name="T23" fmla="*/ 192 h 200"/>
              <a:gd name="T24" fmla="*/ 177 w 258"/>
              <a:gd name="T25" fmla="*/ 179 h 200"/>
              <a:gd name="T26" fmla="*/ 177 w 258"/>
              <a:gd name="T27" fmla="*/ 22 h 200"/>
              <a:gd name="T28" fmla="*/ 258 w 258"/>
              <a:gd name="T29" fmla="*/ 8 h 200"/>
              <a:gd name="T30" fmla="*/ 169 w 258"/>
              <a:gd name="T31" fmla="*/ 178 h 200"/>
              <a:gd name="T32" fmla="*/ 129 w 258"/>
              <a:gd name="T33" fmla="*/ 176 h 200"/>
              <a:gd name="T34" fmla="*/ 89 w 258"/>
              <a:gd name="T35" fmla="*/ 178 h 200"/>
              <a:gd name="T36" fmla="*/ 89 w 258"/>
              <a:gd name="T37" fmla="*/ 22 h 200"/>
              <a:gd name="T38" fmla="*/ 129 w 258"/>
              <a:gd name="T39" fmla="*/ 24 h 200"/>
              <a:gd name="T40" fmla="*/ 169 w 258"/>
              <a:gd name="T41" fmla="*/ 22 h 200"/>
              <a:gd name="T42" fmla="*/ 169 w 258"/>
              <a:gd name="T43" fmla="*/ 178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58" h="200">
                <a:moveTo>
                  <a:pt x="258" y="8"/>
                </a:moveTo>
                <a:cubicBezTo>
                  <a:pt x="256" y="0"/>
                  <a:pt x="256" y="0"/>
                  <a:pt x="256" y="0"/>
                </a:cubicBezTo>
                <a:cubicBezTo>
                  <a:pt x="255" y="1"/>
                  <a:pt x="192" y="16"/>
                  <a:pt x="129" y="16"/>
                </a:cubicBezTo>
                <a:cubicBezTo>
                  <a:pt x="66" y="16"/>
                  <a:pt x="3" y="1"/>
                  <a:pt x="2" y="0"/>
                </a:cubicBezTo>
                <a:cubicBezTo>
                  <a:pt x="0" y="8"/>
                  <a:pt x="0" y="8"/>
                  <a:pt x="0" y="8"/>
                </a:cubicBezTo>
                <a:cubicBezTo>
                  <a:pt x="1" y="8"/>
                  <a:pt x="36" y="17"/>
                  <a:pt x="81" y="22"/>
                </a:cubicBezTo>
                <a:cubicBezTo>
                  <a:pt x="81" y="179"/>
                  <a:pt x="81" y="179"/>
                  <a:pt x="81" y="179"/>
                </a:cubicBezTo>
                <a:cubicBezTo>
                  <a:pt x="36" y="183"/>
                  <a:pt x="1" y="192"/>
                  <a:pt x="0" y="192"/>
                </a:cubicBezTo>
                <a:cubicBezTo>
                  <a:pt x="2" y="200"/>
                  <a:pt x="2" y="200"/>
                  <a:pt x="2" y="200"/>
                </a:cubicBezTo>
                <a:cubicBezTo>
                  <a:pt x="3" y="200"/>
                  <a:pt x="66" y="184"/>
                  <a:pt x="129" y="184"/>
                </a:cubicBezTo>
                <a:cubicBezTo>
                  <a:pt x="192" y="184"/>
                  <a:pt x="255" y="200"/>
                  <a:pt x="256" y="200"/>
                </a:cubicBezTo>
                <a:cubicBezTo>
                  <a:pt x="258" y="192"/>
                  <a:pt x="258" y="192"/>
                  <a:pt x="258" y="192"/>
                </a:cubicBezTo>
                <a:cubicBezTo>
                  <a:pt x="258" y="192"/>
                  <a:pt x="222" y="183"/>
                  <a:pt x="177" y="179"/>
                </a:cubicBezTo>
                <a:cubicBezTo>
                  <a:pt x="177" y="22"/>
                  <a:pt x="177" y="22"/>
                  <a:pt x="177" y="22"/>
                </a:cubicBezTo>
                <a:cubicBezTo>
                  <a:pt x="222" y="17"/>
                  <a:pt x="258" y="8"/>
                  <a:pt x="258" y="8"/>
                </a:cubicBezTo>
                <a:close/>
                <a:moveTo>
                  <a:pt x="169" y="178"/>
                </a:moveTo>
                <a:cubicBezTo>
                  <a:pt x="156" y="177"/>
                  <a:pt x="143" y="176"/>
                  <a:pt x="129" y="176"/>
                </a:cubicBezTo>
                <a:cubicBezTo>
                  <a:pt x="116" y="176"/>
                  <a:pt x="102" y="177"/>
                  <a:pt x="89" y="178"/>
                </a:cubicBezTo>
                <a:cubicBezTo>
                  <a:pt x="89" y="22"/>
                  <a:pt x="89" y="22"/>
                  <a:pt x="89" y="22"/>
                </a:cubicBezTo>
                <a:cubicBezTo>
                  <a:pt x="102" y="24"/>
                  <a:pt x="116" y="24"/>
                  <a:pt x="129" y="24"/>
                </a:cubicBezTo>
                <a:cubicBezTo>
                  <a:pt x="143" y="24"/>
                  <a:pt x="156" y="24"/>
                  <a:pt x="169" y="22"/>
                </a:cubicBezTo>
                <a:lnTo>
                  <a:pt x="169" y="1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2" name="Freeform 347"/>
          <p:cNvSpPr>
            <a:spLocks noEditPoints="1"/>
          </p:cNvSpPr>
          <p:nvPr/>
        </p:nvSpPr>
        <p:spPr bwMode="auto">
          <a:xfrm>
            <a:off x="4822548" y="1645780"/>
            <a:ext cx="302815" cy="302815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256 w 256"/>
              <a:gd name="T7" fmla="*/ 128 h 256"/>
              <a:gd name="T8" fmla="*/ 128 w 256"/>
              <a:gd name="T9" fmla="*/ 0 h 256"/>
              <a:gd name="T10" fmla="*/ 128 w 256"/>
              <a:gd name="T11" fmla="*/ 248 h 256"/>
              <a:gd name="T12" fmla="*/ 8 w 256"/>
              <a:gd name="T13" fmla="*/ 128 h 256"/>
              <a:gd name="T14" fmla="*/ 128 w 256"/>
              <a:gd name="T15" fmla="*/ 8 h 256"/>
              <a:gd name="T16" fmla="*/ 248 w 256"/>
              <a:gd name="T17" fmla="*/ 128 h 256"/>
              <a:gd name="T18" fmla="*/ 128 w 256"/>
              <a:gd name="T19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lose/>
                <a:moveTo>
                  <a:pt x="128" y="248"/>
                </a:moveTo>
                <a:cubicBezTo>
                  <a:pt x="62" y="248"/>
                  <a:pt x="8" y="194"/>
                  <a:pt x="8" y="128"/>
                </a:cubicBezTo>
                <a:cubicBezTo>
                  <a:pt x="8" y="62"/>
                  <a:pt x="62" y="8"/>
                  <a:pt x="128" y="8"/>
                </a:cubicBezTo>
                <a:cubicBezTo>
                  <a:pt x="194" y="8"/>
                  <a:pt x="248" y="62"/>
                  <a:pt x="248" y="128"/>
                </a:cubicBezTo>
                <a:cubicBezTo>
                  <a:pt x="248" y="194"/>
                  <a:pt x="194" y="248"/>
                  <a:pt x="128" y="24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49" name="Группа 448"/>
          <p:cNvGrpSpPr/>
          <p:nvPr/>
        </p:nvGrpSpPr>
        <p:grpSpPr>
          <a:xfrm>
            <a:off x="2073276" y="3231682"/>
            <a:ext cx="302815" cy="245069"/>
            <a:chOff x="2073276" y="3231682"/>
            <a:chExt cx="302815" cy="245069"/>
          </a:xfrm>
        </p:grpSpPr>
        <p:sp>
          <p:nvSpPr>
            <p:cNvPr id="343" name="Freeform 348"/>
            <p:cNvSpPr>
              <a:spLocks noEditPoints="1"/>
            </p:cNvSpPr>
            <p:nvPr/>
          </p:nvSpPr>
          <p:spPr bwMode="auto">
            <a:xfrm>
              <a:off x="2097220" y="3269710"/>
              <a:ext cx="278871" cy="178872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2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40 w 236"/>
                <a:gd name="T17" fmla="*/ 144 h 152"/>
                <a:gd name="T18" fmla="*/ 8 w 236"/>
                <a:gd name="T19" fmla="*/ 112 h 152"/>
                <a:gd name="T20" fmla="*/ 40 w 236"/>
                <a:gd name="T21" fmla="*/ 76 h 152"/>
                <a:gd name="T22" fmla="*/ 52 w 236"/>
                <a:gd name="T23" fmla="*/ 76 h 152"/>
                <a:gd name="T24" fmla="*/ 52 w 236"/>
                <a:gd name="T25" fmla="*/ 73 h 152"/>
                <a:gd name="T26" fmla="*/ 124 w 236"/>
                <a:gd name="T27" fmla="*/ 16 h 152"/>
                <a:gd name="T28" fmla="*/ 200 w 236"/>
                <a:gd name="T29" fmla="*/ 84 h 152"/>
                <a:gd name="T30" fmla="*/ 200 w 236"/>
                <a:gd name="T31" fmla="*/ 88 h 152"/>
                <a:gd name="T32" fmla="*/ 204 w 236"/>
                <a:gd name="T33" fmla="*/ 88 h 152"/>
                <a:gd name="T34" fmla="*/ 228 w 236"/>
                <a:gd name="T35" fmla="*/ 120 h 152"/>
                <a:gd name="T36" fmla="*/ 204 w 236"/>
                <a:gd name="T37" fmla="*/ 144 h 152"/>
                <a:gd name="T38" fmla="*/ 204 w 236"/>
                <a:gd name="T39" fmla="*/ 152 h 152"/>
                <a:gd name="T40" fmla="*/ 236 w 236"/>
                <a:gd name="T41" fmla="*/ 120 h 152"/>
                <a:gd name="T42" fmla="*/ 208 w 236"/>
                <a:gd name="T43" fmla="*/ 80 h 152"/>
                <a:gd name="T44" fmla="*/ 45 w 236"/>
                <a:gd name="T45" fmla="*/ 68 h 152"/>
                <a:gd name="T46" fmla="*/ 40 w 236"/>
                <a:gd name="T47" fmla="*/ 68 h 152"/>
                <a:gd name="T48" fmla="*/ 24 w 236"/>
                <a:gd name="T49" fmla="*/ 72 h 152"/>
                <a:gd name="T50" fmla="*/ 20 w 236"/>
                <a:gd name="T51" fmla="*/ 56 h 152"/>
                <a:gd name="T52" fmla="*/ 68 w 236"/>
                <a:gd name="T53" fmla="*/ 8 h 152"/>
                <a:gd name="T54" fmla="*/ 92 w 236"/>
                <a:gd name="T55" fmla="*/ 15 h 152"/>
                <a:gd name="T56" fmla="*/ 45 w 236"/>
                <a:gd name="T57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2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3" y="76"/>
                    <a:pt x="40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9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45" y="68"/>
                  </a:move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70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ubicBezTo>
                    <a:pt x="20" y="30"/>
                    <a:pt x="42" y="8"/>
                    <a:pt x="68" y="8"/>
                  </a:cubicBezTo>
                  <a:cubicBezTo>
                    <a:pt x="77" y="8"/>
                    <a:pt x="85" y="10"/>
                    <a:pt x="92" y="15"/>
                  </a:cubicBezTo>
                  <a:cubicBezTo>
                    <a:pt x="69" y="24"/>
                    <a:pt x="51" y="44"/>
                    <a:pt x="45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Rectangle 349"/>
            <p:cNvSpPr>
              <a:spLocks noChangeArrowheads="1"/>
            </p:cNvSpPr>
            <p:nvPr/>
          </p:nvSpPr>
          <p:spPr bwMode="auto">
            <a:xfrm>
              <a:off x="2073276" y="3330273"/>
              <a:ext cx="2816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Rectangle 350"/>
            <p:cNvSpPr>
              <a:spLocks noChangeArrowheads="1"/>
            </p:cNvSpPr>
            <p:nvPr/>
          </p:nvSpPr>
          <p:spPr bwMode="auto">
            <a:xfrm>
              <a:off x="2171867" y="3231682"/>
              <a:ext cx="9860" cy="2816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Freeform 351"/>
            <p:cNvSpPr>
              <a:spLocks/>
            </p:cNvSpPr>
            <p:nvPr/>
          </p:nvSpPr>
          <p:spPr bwMode="auto">
            <a:xfrm>
              <a:off x="2088769" y="3247175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7" name="Rectangle 352"/>
            <p:cNvSpPr>
              <a:spLocks noChangeArrowheads="1"/>
            </p:cNvSpPr>
            <p:nvPr/>
          </p:nvSpPr>
          <p:spPr bwMode="auto">
            <a:xfrm>
              <a:off x="2153557" y="3440131"/>
              <a:ext cx="174646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8" name="Rectangle 353"/>
            <p:cNvSpPr>
              <a:spLocks noChangeArrowheads="1"/>
            </p:cNvSpPr>
            <p:nvPr/>
          </p:nvSpPr>
          <p:spPr bwMode="auto">
            <a:xfrm>
              <a:off x="2153557" y="3468300"/>
              <a:ext cx="174646" cy="845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49" name="Rectangle 354"/>
          <p:cNvSpPr>
            <a:spLocks noChangeArrowheads="1"/>
          </p:cNvSpPr>
          <p:nvPr/>
        </p:nvSpPr>
        <p:spPr bwMode="auto">
          <a:xfrm>
            <a:off x="2153557" y="3496468"/>
            <a:ext cx="174646" cy="986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0" name="Группа 449"/>
          <p:cNvGrpSpPr/>
          <p:nvPr/>
        </p:nvGrpSpPr>
        <p:grpSpPr>
          <a:xfrm>
            <a:off x="2466231" y="3249992"/>
            <a:ext cx="302815" cy="236618"/>
            <a:chOff x="2466231" y="3249992"/>
            <a:chExt cx="302815" cy="236618"/>
          </a:xfrm>
        </p:grpSpPr>
        <p:sp>
          <p:nvSpPr>
            <p:cNvPr id="350" name="Freeform 355"/>
            <p:cNvSpPr>
              <a:spLocks noEditPoints="1"/>
            </p:cNvSpPr>
            <p:nvPr/>
          </p:nvSpPr>
          <p:spPr bwMode="auto">
            <a:xfrm>
              <a:off x="2466231" y="3249992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5 h 152"/>
                <a:gd name="T20" fmla="*/ 0 w 256"/>
                <a:gd name="T21" fmla="*/ 53 h 152"/>
                <a:gd name="T22" fmla="*/ 1 w 256"/>
                <a:gd name="T23" fmla="*/ 59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60 w 256"/>
                <a:gd name="T33" fmla="*/ 144 h 152"/>
                <a:gd name="T34" fmla="*/ 28 w 256"/>
                <a:gd name="T35" fmla="*/ 112 h 152"/>
                <a:gd name="T36" fmla="*/ 60 w 256"/>
                <a:gd name="T37" fmla="*/ 76 h 152"/>
                <a:gd name="T38" fmla="*/ 72 w 256"/>
                <a:gd name="T39" fmla="*/ 76 h 152"/>
                <a:gd name="T40" fmla="*/ 72 w 256"/>
                <a:gd name="T41" fmla="*/ 73 h 152"/>
                <a:gd name="T42" fmla="*/ 144 w 256"/>
                <a:gd name="T43" fmla="*/ 16 h 152"/>
                <a:gd name="T44" fmla="*/ 220 w 256"/>
                <a:gd name="T45" fmla="*/ 84 h 152"/>
                <a:gd name="T46" fmla="*/ 220 w 256"/>
                <a:gd name="T47" fmla="*/ 88 h 152"/>
                <a:gd name="T48" fmla="*/ 224 w 256"/>
                <a:gd name="T49" fmla="*/ 88 h 152"/>
                <a:gd name="T50" fmla="*/ 248 w 256"/>
                <a:gd name="T51" fmla="*/ 120 h 152"/>
                <a:gd name="T52" fmla="*/ 224 w 256"/>
                <a:gd name="T53" fmla="*/ 144 h 152"/>
                <a:gd name="T54" fmla="*/ 224 w 256"/>
                <a:gd name="T55" fmla="*/ 152 h 152"/>
                <a:gd name="T56" fmla="*/ 256 w 256"/>
                <a:gd name="T57" fmla="*/ 120 h 152"/>
                <a:gd name="T58" fmla="*/ 228 w 256"/>
                <a:gd name="T59" fmla="*/ 80 h 152"/>
                <a:gd name="T60" fmla="*/ 65 w 256"/>
                <a:gd name="T61" fmla="*/ 68 h 152"/>
                <a:gd name="T62" fmla="*/ 60 w 256"/>
                <a:gd name="T63" fmla="*/ 68 h 152"/>
                <a:gd name="T64" fmla="*/ 25 w 256"/>
                <a:gd name="T65" fmla="*/ 92 h 152"/>
                <a:gd name="T66" fmla="*/ 16 w 256"/>
                <a:gd name="T67" fmla="*/ 82 h 152"/>
                <a:gd name="T68" fmla="*/ 9 w 256"/>
                <a:gd name="T69" fmla="*/ 64 h 152"/>
                <a:gd name="T70" fmla="*/ 16 w 256"/>
                <a:gd name="T71" fmla="*/ 64 h 152"/>
                <a:gd name="T72" fmla="*/ 56 w 256"/>
                <a:gd name="T73" fmla="*/ 24 h 152"/>
                <a:gd name="T74" fmla="*/ 53 w 256"/>
                <a:gd name="T75" fmla="*/ 8 h 152"/>
                <a:gd name="T76" fmla="*/ 56 w 256"/>
                <a:gd name="T77" fmla="*/ 8 h 152"/>
                <a:gd name="T78" fmla="*/ 93 w 256"/>
                <a:gd name="T79" fmla="*/ 25 h 152"/>
                <a:gd name="T80" fmla="*/ 65 w 256"/>
                <a:gd name="T81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50" y="1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65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ubicBezTo>
                    <a:pt x="12" y="77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7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5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Rectangle 356"/>
            <p:cNvSpPr>
              <a:spLocks noChangeArrowheads="1"/>
            </p:cNvSpPr>
            <p:nvPr/>
          </p:nvSpPr>
          <p:spPr bwMode="auto">
            <a:xfrm>
              <a:off x="2546511" y="3420413"/>
              <a:ext cx="174646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Rectangle 357"/>
            <p:cNvSpPr>
              <a:spLocks noChangeArrowheads="1"/>
            </p:cNvSpPr>
            <p:nvPr/>
          </p:nvSpPr>
          <p:spPr bwMode="auto">
            <a:xfrm>
              <a:off x="2546511" y="3448581"/>
              <a:ext cx="174646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Rectangle 358"/>
            <p:cNvSpPr>
              <a:spLocks noChangeArrowheads="1"/>
            </p:cNvSpPr>
            <p:nvPr/>
          </p:nvSpPr>
          <p:spPr bwMode="auto">
            <a:xfrm>
              <a:off x="2546511" y="3476750"/>
              <a:ext cx="174646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1" name="Группа 450"/>
          <p:cNvGrpSpPr/>
          <p:nvPr/>
        </p:nvGrpSpPr>
        <p:grpSpPr>
          <a:xfrm>
            <a:off x="2857777" y="3249992"/>
            <a:ext cx="302815" cy="236618"/>
            <a:chOff x="2857777" y="3249992"/>
            <a:chExt cx="302815" cy="236618"/>
          </a:xfrm>
        </p:grpSpPr>
        <p:sp>
          <p:nvSpPr>
            <p:cNvPr id="354" name="Freeform 359"/>
            <p:cNvSpPr>
              <a:spLocks noEditPoints="1"/>
            </p:cNvSpPr>
            <p:nvPr/>
          </p:nvSpPr>
          <p:spPr bwMode="auto">
            <a:xfrm>
              <a:off x="2857777" y="3249992"/>
              <a:ext cx="302815" cy="180280"/>
            </a:xfrm>
            <a:custGeom>
              <a:avLst/>
              <a:gdLst>
                <a:gd name="T0" fmla="*/ 22 w 256"/>
                <a:gd name="T1" fmla="*/ 100 h 152"/>
                <a:gd name="T2" fmla="*/ 20 w 256"/>
                <a:gd name="T3" fmla="*/ 112 h 152"/>
                <a:gd name="T4" fmla="*/ 60 w 256"/>
                <a:gd name="T5" fmla="*/ 152 h 152"/>
                <a:gd name="T6" fmla="*/ 60 w 256"/>
                <a:gd name="T7" fmla="*/ 144 h 152"/>
                <a:gd name="T8" fmla="*/ 28 w 256"/>
                <a:gd name="T9" fmla="*/ 112 h 152"/>
                <a:gd name="T10" fmla="*/ 60 w 256"/>
                <a:gd name="T11" fmla="*/ 76 h 152"/>
                <a:gd name="T12" fmla="*/ 72 w 256"/>
                <a:gd name="T13" fmla="*/ 76 h 152"/>
                <a:gd name="T14" fmla="*/ 72 w 256"/>
                <a:gd name="T15" fmla="*/ 73 h 152"/>
                <a:gd name="T16" fmla="*/ 144 w 256"/>
                <a:gd name="T17" fmla="*/ 16 h 152"/>
                <a:gd name="T18" fmla="*/ 220 w 256"/>
                <a:gd name="T19" fmla="*/ 84 h 152"/>
                <a:gd name="T20" fmla="*/ 220 w 256"/>
                <a:gd name="T21" fmla="*/ 88 h 152"/>
                <a:gd name="T22" fmla="*/ 224 w 256"/>
                <a:gd name="T23" fmla="*/ 88 h 152"/>
                <a:gd name="T24" fmla="*/ 248 w 256"/>
                <a:gd name="T25" fmla="*/ 120 h 152"/>
                <a:gd name="T26" fmla="*/ 224 w 256"/>
                <a:gd name="T27" fmla="*/ 144 h 152"/>
                <a:gd name="T28" fmla="*/ 224 w 256"/>
                <a:gd name="T29" fmla="*/ 152 h 152"/>
                <a:gd name="T30" fmla="*/ 256 w 256"/>
                <a:gd name="T31" fmla="*/ 120 h 152"/>
                <a:gd name="T32" fmla="*/ 228 w 256"/>
                <a:gd name="T33" fmla="*/ 80 h 152"/>
                <a:gd name="T34" fmla="*/ 144 w 256"/>
                <a:gd name="T35" fmla="*/ 8 h 152"/>
                <a:gd name="T36" fmla="*/ 100 w 256"/>
                <a:gd name="T37" fmla="*/ 21 h 152"/>
                <a:gd name="T38" fmla="*/ 56 w 256"/>
                <a:gd name="T39" fmla="*/ 0 h 152"/>
                <a:gd name="T40" fmla="*/ 0 w 256"/>
                <a:gd name="T41" fmla="*/ 56 h 152"/>
                <a:gd name="T42" fmla="*/ 9 w 256"/>
                <a:gd name="T43" fmla="*/ 86 h 152"/>
                <a:gd name="T44" fmla="*/ 22 w 256"/>
                <a:gd name="T45" fmla="*/ 100 h 152"/>
                <a:gd name="T46" fmla="*/ 56 w 256"/>
                <a:gd name="T47" fmla="*/ 8 h 152"/>
                <a:gd name="T48" fmla="*/ 93 w 256"/>
                <a:gd name="T49" fmla="*/ 25 h 152"/>
                <a:gd name="T50" fmla="*/ 65 w 256"/>
                <a:gd name="T51" fmla="*/ 68 h 152"/>
                <a:gd name="T52" fmla="*/ 60 w 256"/>
                <a:gd name="T53" fmla="*/ 68 h 152"/>
                <a:gd name="T54" fmla="*/ 25 w 256"/>
                <a:gd name="T55" fmla="*/ 92 h 152"/>
                <a:gd name="T56" fmla="*/ 16 w 256"/>
                <a:gd name="T57" fmla="*/ 82 h 152"/>
                <a:gd name="T58" fmla="*/ 8 w 256"/>
                <a:gd name="T59" fmla="*/ 56 h 152"/>
                <a:gd name="T60" fmla="*/ 56 w 256"/>
                <a:gd name="T61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6" h="152">
                  <a:moveTo>
                    <a:pt x="22" y="100"/>
                  </a:move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7"/>
                    <a:pt x="4" y="77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lose/>
                  <a:moveTo>
                    <a:pt x="56" y="8"/>
                  </a:moveTo>
                  <a:cubicBezTo>
                    <a:pt x="71" y="8"/>
                    <a:pt x="84" y="15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ubicBezTo>
                    <a:pt x="11" y="74"/>
                    <a:pt x="8" y="65"/>
                    <a:pt x="8" y="56"/>
                  </a:cubicBezTo>
                  <a:cubicBezTo>
                    <a:pt x="8" y="30"/>
                    <a:pt x="30" y="8"/>
                    <a:pt x="56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Rectangle 360"/>
            <p:cNvSpPr>
              <a:spLocks noChangeArrowheads="1"/>
            </p:cNvSpPr>
            <p:nvPr/>
          </p:nvSpPr>
          <p:spPr bwMode="auto">
            <a:xfrm>
              <a:off x="2938057" y="3420413"/>
              <a:ext cx="176055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Rectangle 361"/>
            <p:cNvSpPr>
              <a:spLocks noChangeArrowheads="1"/>
            </p:cNvSpPr>
            <p:nvPr/>
          </p:nvSpPr>
          <p:spPr bwMode="auto">
            <a:xfrm>
              <a:off x="2938057" y="3448581"/>
              <a:ext cx="176055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Rectangle 362"/>
            <p:cNvSpPr>
              <a:spLocks noChangeArrowheads="1"/>
            </p:cNvSpPr>
            <p:nvPr/>
          </p:nvSpPr>
          <p:spPr bwMode="auto">
            <a:xfrm>
              <a:off x="2938057" y="3476750"/>
              <a:ext cx="176055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2" name="Группа 451"/>
          <p:cNvGrpSpPr/>
          <p:nvPr/>
        </p:nvGrpSpPr>
        <p:grpSpPr>
          <a:xfrm>
            <a:off x="3252139" y="3238725"/>
            <a:ext cx="302815" cy="260562"/>
            <a:chOff x="3252139" y="3238725"/>
            <a:chExt cx="302815" cy="260562"/>
          </a:xfrm>
        </p:grpSpPr>
        <p:sp>
          <p:nvSpPr>
            <p:cNvPr id="358" name="Freeform 363"/>
            <p:cNvSpPr>
              <a:spLocks/>
            </p:cNvSpPr>
            <p:nvPr/>
          </p:nvSpPr>
          <p:spPr bwMode="auto">
            <a:xfrm>
              <a:off x="3252139" y="3238725"/>
              <a:ext cx="302815" cy="184506"/>
            </a:xfrm>
            <a:custGeom>
              <a:avLst/>
              <a:gdLst>
                <a:gd name="T0" fmla="*/ 223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44 w 256"/>
                <a:gd name="T13" fmla="*/ 148 h 156"/>
                <a:gd name="T14" fmla="*/ 8 w 256"/>
                <a:gd name="T15" fmla="*/ 112 h 156"/>
                <a:gd name="T16" fmla="*/ 44 w 256"/>
                <a:gd name="T17" fmla="*/ 72 h 156"/>
                <a:gd name="T18" fmla="*/ 55 w 256"/>
                <a:gd name="T19" fmla="*/ 72 h 156"/>
                <a:gd name="T20" fmla="*/ 56 w 256"/>
                <a:gd name="T21" fmla="*/ 69 h 156"/>
                <a:gd name="T22" fmla="*/ 136 w 256"/>
                <a:gd name="T23" fmla="*/ 8 h 156"/>
                <a:gd name="T24" fmla="*/ 216 w 256"/>
                <a:gd name="T25" fmla="*/ 84 h 156"/>
                <a:gd name="T26" fmla="*/ 216 w 256"/>
                <a:gd name="T27" fmla="*/ 88 h 156"/>
                <a:gd name="T28" fmla="*/ 220 w 256"/>
                <a:gd name="T29" fmla="*/ 88 h 156"/>
                <a:gd name="T30" fmla="*/ 248 w 256"/>
                <a:gd name="T31" fmla="*/ 120 h 156"/>
                <a:gd name="T32" fmla="*/ 220 w 256"/>
                <a:gd name="T33" fmla="*/ 148 h 156"/>
                <a:gd name="T34" fmla="*/ 220 w 256"/>
                <a:gd name="T35" fmla="*/ 156 h 156"/>
                <a:gd name="T36" fmla="*/ 256 w 256"/>
                <a:gd name="T37" fmla="*/ 120 h 156"/>
                <a:gd name="T38" fmla="*/ 223 w 256"/>
                <a:gd name="T39" fmla="*/ 8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6" h="156">
                  <a:moveTo>
                    <a:pt x="223" y="80"/>
                  </a:move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3"/>
                    <a:pt x="8" y="112"/>
                  </a:cubicBezTo>
                  <a:cubicBezTo>
                    <a:pt x="8" y="91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1"/>
                    <a:pt x="256" y="120"/>
                  </a:cubicBezTo>
                  <a:cubicBezTo>
                    <a:pt x="256" y="102"/>
                    <a:pt x="243" y="83"/>
                    <a:pt x="223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Rectangle 364"/>
            <p:cNvSpPr>
              <a:spLocks noChangeArrowheads="1"/>
            </p:cNvSpPr>
            <p:nvPr/>
          </p:nvSpPr>
          <p:spPr bwMode="auto">
            <a:xfrm>
              <a:off x="3314111" y="3413371"/>
              <a:ext cx="188731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Rectangle 365"/>
            <p:cNvSpPr>
              <a:spLocks noChangeArrowheads="1"/>
            </p:cNvSpPr>
            <p:nvPr/>
          </p:nvSpPr>
          <p:spPr bwMode="auto">
            <a:xfrm>
              <a:off x="3314111" y="3451398"/>
              <a:ext cx="188731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1" name="Rectangle 366"/>
            <p:cNvSpPr>
              <a:spLocks noChangeArrowheads="1"/>
            </p:cNvSpPr>
            <p:nvPr/>
          </p:nvSpPr>
          <p:spPr bwMode="auto">
            <a:xfrm>
              <a:off x="3314111" y="3489427"/>
              <a:ext cx="188731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62" name="Freeform 367"/>
          <p:cNvSpPr>
            <a:spLocks noEditPoints="1"/>
          </p:cNvSpPr>
          <p:nvPr/>
        </p:nvSpPr>
        <p:spPr bwMode="auto">
          <a:xfrm>
            <a:off x="5215502" y="1645780"/>
            <a:ext cx="302815" cy="302815"/>
          </a:xfrm>
          <a:custGeom>
            <a:avLst/>
            <a:gdLst>
              <a:gd name="T0" fmla="*/ 128 w 256"/>
              <a:gd name="T1" fmla="*/ 256 h 256"/>
              <a:gd name="T2" fmla="*/ 256 w 256"/>
              <a:gd name="T3" fmla="*/ 128 h 256"/>
              <a:gd name="T4" fmla="*/ 128 w 256"/>
              <a:gd name="T5" fmla="*/ 0 h 256"/>
              <a:gd name="T6" fmla="*/ 0 w 256"/>
              <a:gd name="T7" fmla="*/ 128 h 256"/>
              <a:gd name="T8" fmla="*/ 128 w 256"/>
              <a:gd name="T9" fmla="*/ 256 h 256"/>
              <a:gd name="T10" fmla="*/ 8 w 256"/>
              <a:gd name="T11" fmla="*/ 128 h 256"/>
              <a:gd name="T12" fmla="*/ 8 w 256"/>
              <a:gd name="T13" fmla="*/ 120 h 256"/>
              <a:gd name="T14" fmla="*/ 124 w 256"/>
              <a:gd name="T15" fmla="*/ 120 h 256"/>
              <a:gd name="T16" fmla="*/ 124 w 256"/>
              <a:gd name="T17" fmla="*/ 136 h 256"/>
              <a:gd name="T18" fmla="*/ 8 w 256"/>
              <a:gd name="T19" fmla="*/ 136 h 256"/>
              <a:gd name="T20" fmla="*/ 8 w 256"/>
              <a:gd name="T21" fmla="*/ 128 h 256"/>
              <a:gd name="T22" fmla="*/ 124 w 256"/>
              <a:gd name="T23" fmla="*/ 248 h 256"/>
              <a:gd name="T24" fmla="*/ 85 w 256"/>
              <a:gd name="T25" fmla="*/ 240 h 256"/>
              <a:gd name="T26" fmla="*/ 124 w 256"/>
              <a:gd name="T27" fmla="*/ 240 h 256"/>
              <a:gd name="T28" fmla="*/ 124 w 256"/>
              <a:gd name="T29" fmla="*/ 248 h 256"/>
              <a:gd name="T30" fmla="*/ 124 w 256"/>
              <a:gd name="T31" fmla="*/ 16 h 256"/>
              <a:gd name="T32" fmla="*/ 85 w 256"/>
              <a:gd name="T33" fmla="*/ 16 h 256"/>
              <a:gd name="T34" fmla="*/ 124 w 256"/>
              <a:gd name="T35" fmla="*/ 8 h 256"/>
              <a:gd name="T36" fmla="*/ 124 w 256"/>
              <a:gd name="T37" fmla="*/ 16 h 256"/>
              <a:gd name="T38" fmla="*/ 124 w 256"/>
              <a:gd name="T39" fmla="*/ 24 h 256"/>
              <a:gd name="T40" fmla="*/ 124 w 256"/>
              <a:gd name="T41" fmla="*/ 40 h 256"/>
              <a:gd name="T42" fmla="*/ 47 w 256"/>
              <a:gd name="T43" fmla="*/ 40 h 256"/>
              <a:gd name="T44" fmla="*/ 68 w 256"/>
              <a:gd name="T45" fmla="*/ 24 h 256"/>
              <a:gd name="T46" fmla="*/ 124 w 256"/>
              <a:gd name="T47" fmla="*/ 24 h 256"/>
              <a:gd name="T48" fmla="*/ 124 w 256"/>
              <a:gd name="T49" fmla="*/ 48 h 256"/>
              <a:gd name="T50" fmla="*/ 124 w 256"/>
              <a:gd name="T51" fmla="*/ 64 h 256"/>
              <a:gd name="T52" fmla="*/ 27 w 256"/>
              <a:gd name="T53" fmla="*/ 64 h 256"/>
              <a:gd name="T54" fmla="*/ 39 w 256"/>
              <a:gd name="T55" fmla="*/ 48 h 256"/>
              <a:gd name="T56" fmla="*/ 124 w 256"/>
              <a:gd name="T57" fmla="*/ 48 h 256"/>
              <a:gd name="T58" fmla="*/ 124 w 256"/>
              <a:gd name="T59" fmla="*/ 72 h 256"/>
              <a:gd name="T60" fmla="*/ 124 w 256"/>
              <a:gd name="T61" fmla="*/ 88 h 256"/>
              <a:gd name="T62" fmla="*/ 15 w 256"/>
              <a:gd name="T63" fmla="*/ 88 h 256"/>
              <a:gd name="T64" fmla="*/ 22 w 256"/>
              <a:gd name="T65" fmla="*/ 72 h 256"/>
              <a:gd name="T66" fmla="*/ 124 w 256"/>
              <a:gd name="T67" fmla="*/ 72 h 256"/>
              <a:gd name="T68" fmla="*/ 124 w 256"/>
              <a:gd name="T69" fmla="*/ 96 h 256"/>
              <a:gd name="T70" fmla="*/ 124 w 256"/>
              <a:gd name="T71" fmla="*/ 112 h 256"/>
              <a:gd name="T72" fmla="*/ 9 w 256"/>
              <a:gd name="T73" fmla="*/ 112 h 256"/>
              <a:gd name="T74" fmla="*/ 13 w 256"/>
              <a:gd name="T75" fmla="*/ 96 h 256"/>
              <a:gd name="T76" fmla="*/ 124 w 256"/>
              <a:gd name="T77" fmla="*/ 96 h 256"/>
              <a:gd name="T78" fmla="*/ 124 w 256"/>
              <a:gd name="T79" fmla="*/ 144 h 256"/>
              <a:gd name="T80" fmla="*/ 124 w 256"/>
              <a:gd name="T81" fmla="*/ 160 h 256"/>
              <a:gd name="T82" fmla="*/ 13 w 256"/>
              <a:gd name="T83" fmla="*/ 160 h 256"/>
              <a:gd name="T84" fmla="*/ 9 w 256"/>
              <a:gd name="T85" fmla="*/ 144 h 256"/>
              <a:gd name="T86" fmla="*/ 124 w 256"/>
              <a:gd name="T87" fmla="*/ 144 h 256"/>
              <a:gd name="T88" fmla="*/ 124 w 256"/>
              <a:gd name="T89" fmla="*/ 168 h 256"/>
              <a:gd name="T90" fmla="*/ 124 w 256"/>
              <a:gd name="T91" fmla="*/ 184 h 256"/>
              <a:gd name="T92" fmla="*/ 22 w 256"/>
              <a:gd name="T93" fmla="*/ 184 h 256"/>
              <a:gd name="T94" fmla="*/ 15 w 256"/>
              <a:gd name="T95" fmla="*/ 168 h 256"/>
              <a:gd name="T96" fmla="*/ 124 w 256"/>
              <a:gd name="T97" fmla="*/ 168 h 256"/>
              <a:gd name="T98" fmla="*/ 124 w 256"/>
              <a:gd name="T99" fmla="*/ 192 h 256"/>
              <a:gd name="T100" fmla="*/ 124 w 256"/>
              <a:gd name="T101" fmla="*/ 208 h 256"/>
              <a:gd name="T102" fmla="*/ 39 w 256"/>
              <a:gd name="T103" fmla="*/ 208 h 256"/>
              <a:gd name="T104" fmla="*/ 27 w 256"/>
              <a:gd name="T105" fmla="*/ 192 h 256"/>
              <a:gd name="T106" fmla="*/ 124 w 256"/>
              <a:gd name="T107" fmla="*/ 192 h 256"/>
              <a:gd name="T108" fmla="*/ 124 w 256"/>
              <a:gd name="T109" fmla="*/ 216 h 256"/>
              <a:gd name="T110" fmla="*/ 124 w 256"/>
              <a:gd name="T111" fmla="*/ 232 h 256"/>
              <a:gd name="T112" fmla="*/ 68 w 256"/>
              <a:gd name="T113" fmla="*/ 232 h 256"/>
              <a:gd name="T114" fmla="*/ 47 w 256"/>
              <a:gd name="T115" fmla="*/ 216 h 256"/>
              <a:gd name="T116" fmla="*/ 124 w 256"/>
              <a:gd name="T117" fmla="*/ 216 h 256"/>
              <a:gd name="T118" fmla="*/ 248 w 256"/>
              <a:gd name="T119" fmla="*/ 128 h 256"/>
              <a:gd name="T120" fmla="*/ 132 w 256"/>
              <a:gd name="T121" fmla="*/ 248 h 256"/>
              <a:gd name="T122" fmla="*/ 132 w 256"/>
              <a:gd name="T123" fmla="*/ 8 h 256"/>
              <a:gd name="T124" fmla="*/ 248 w 256"/>
              <a:gd name="T125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8" y="0"/>
                  <a:pt x="0" y="57"/>
                  <a:pt x="0" y="128"/>
                </a:cubicBezTo>
                <a:cubicBezTo>
                  <a:pt x="0" y="198"/>
                  <a:pt x="58" y="256"/>
                  <a:pt x="128" y="256"/>
                </a:cubicBezTo>
                <a:close/>
                <a:moveTo>
                  <a:pt x="8" y="128"/>
                </a:moveTo>
                <a:cubicBezTo>
                  <a:pt x="8" y="125"/>
                  <a:pt x="8" y="122"/>
                  <a:pt x="8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33"/>
                  <a:pt x="8" y="130"/>
                  <a:pt x="8" y="128"/>
                </a:cubicBezTo>
                <a:close/>
                <a:moveTo>
                  <a:pt x="124" y="248"/>
                </a:moveTo>
                <a:cubicBezTo>
                  <a:pt x="110" y="247"/>
                  <a:pt x="97" y="244"/>
                  <a:pt x="85" y="240"/>
                </a:cubicBezTo>
                <a:cubicBezTo>
                  <a:pt x="124" y="240"/>
                  <a:pt x="124" y="240"/>
                  <a:pt x="124" y="240"/>
                </a:cubicBezTo>
                <a:lnTo>
                  <a:pt x="124" y="248"/>
                </a:lnTo>
                <a:close/>
                <a:moveTo>
                  <a:pt x="124" y="16"/>
                </a:moveTo>
                <a:cubicBezTo>
                  <a:pt x="85" y="16"/>
                  <a:pt x="85" y="16"/>
                  <a:pt x="85" y="16"/>
                </a:cubicBezTo>
                <a:cubicBezTo>
                  <a:pt x="97" y="11"/>
                  <a:pt x="110" y="8"/>
                  <a:pt x="124" y="8"/>
                </a:cubicBezTo>
                <a:lnTo>
                  <a:pt x="124" y="16"/>
                </a:lnTo>
                <a:close/>
                <a:moveTo>
                  <a:pt x="124" y="24"/>
                </a:moveTo>
                <a:cubicBezTo>
                  <a:pt x="124" y="40"/>
                  <a:pt x="124" y="40"/>
                  <a:pt x="124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53" y="34"/>
                  <a:pt x="61" y="28"/>
                  <a:pt x="68" y="24"/>
                </a:cubicBezTo>
                <a:lnTo>
                  <a:pt x="124" y="24"/>
                </a:lnTo>
                <a:close/>
                <a:moveTo>
                  <a:pt x="124" y="48"/>
                </a:moveTo>
                <a:cubicBezTo>
                  <a:pt x="124" y="64"/>
                  <a:pt x="124" y="64"/>
                  <a:pt x="124" y="64"/>
                </a:cubicBezTo>
                <a:cubicBezTo>
                  <a:pt x="27" y="64"/>
                  <a:pt x="27" y="64"/>
                  <a:pt x="27" y="64"/>
                </a:cubicBezTo>
                <a:cubicBezTo>
                  <a:pt x="30" y="58"/>
                  <a:pt x="34" y="53"/>
                  <a:pt x="39" y="48"/>
                </a:cubicBezTo>
                <a:lnTo>
                  <a:pt x="124" y="48"/>
                </a:lnTo>
                <a:close/>
                <a:moveTo>
                  <a:pt x="124" y="72"/>
                </a:moveTo>
                <a:cubicBezTo>
                  <a:pt x="124" y="88"/>
                  <a:pt x="124" y="88"/>
                  <a:pt x="124" y="88"/>
                </a:cubicBezTo>
                <a:cubicBezTo>
                  <a:pt x="15" y="88"/>
                  <a:pt x="15" y="88"/>
                  <a:pt x="15" y="88"/>
                </a:cubicBezTo>
                <a:cubicBezTo>
                  <a:pt x="17" y="82"/>
                  <a:pt x="19" y="77"/>
                  <a:pt x="22" y="72"/>
                </a:cubicBezTo>
                <a:lnTo>
                  <a:pt x="124" y="72"/>
                </a:lnTo>
                <a:close/>
                <a:moveTo>
                  <a:pt x="124" y="96"/>
                </a:moveTo>
                <a:cubicBezTo>
                  <a:pt x="124" y="112"/>
                  <a:pt x="124" y="112"/>
                  <a:pt x="124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10" y="106"/>
                  <a:pt x="11" y="101"/>
                  <a:pt x="13" y="96"/>
                </a:cubicBezTo>
                <a:lnTo>
                  <a:pt x="124" y="96"/>
                </a:lnTo>
                <a:close/>
                <a:moveTo>
                  <a:pt x="124" y="144"/>
                </a:moveTo>
                <a:cubicBezTo>
                  <a:pt x="124" y="160"/>
                  <a:pt x="124" y="160"/>
                  <a:pt x="124" y="160"/>
                </a:cubicBezTo>
                <a:cubicBezTo>
                  <a:pt x="13" y="160"/>
                  <a:pt x="13" y="160"/>
                  <a:pt x="13" y="160"/>
                </a:cubicBezTo>
                <a:cubicBezTo>
                  <a:pt x="11" y="155"/>
                  <a:pt x="10" y="149"/>
                  <a:pt x="9" y="144"/>
                </a:cubicBezTo>
                <a:lnTo>
                  <a:pt x="124" y="144"/>
                </a:lnTo>
                <a:close/>
                <a:moveTo>
                  <a:pt x="124" y="168"/>
                </a:moveTo>
                <a:cubicBezTo>
                  <a:pt x="124" y="184"/>
                  <a:pt x="124" y="184"/>
                  <a:pt x="124" y="184"/>
                </a:cubicBezTo>
                <a:cubicBezTo>
                  <a:pt x="22" y="184"/>
                  <a:pt x="22" y="184"/>
                  <a:pt x="22" y="184"/>
                </a:cubicBezTo>
                <a:cubicBezTo>
                  <a:pt x="19" y="179"/>
                  <a:pt x="17" y="173"/>
                  <a:pt x="15" y="168"/>
                </a:cubicBezTo>
                <a:lnTo>
                  <a:pt x="124" y="168"/>
                </a:lnTo>
                <a:close/>
                <a:moveTo>
                  <a:pt x="124" y="192"/>
                </a:moveTo>
                <a:cubicBezTo>
                  <a:pt x="124" y="208"/>
                  <a:pt x="124" y="208"/>
                  <a:pt x="124" y="208"/>
                </a:cubicBezTo>
                <a:cubicBezTo>
                  <a:pt x="39" y="208"/>
                  <a:pt x="39" y="208"/>
                  <a:pt x="39" y="208"/>
                </a:cubicBezTo>
                <a:cubicBezTo>
                  <a:pt x="34" y="203"/>
                  <a:pt x="30" y="197"/>
                  <a:pt x="27" y="192"/>
                </a:cubicBezTo>
                <a:lnTo>
                  <a:pt x="124" y="192"/>
                </a:lnTo>
                <a:close/>
                <a:moveTo>
                  <a:pt x="124" y="216"/>
                </a:moveTo>
                <a:cubicBezTo>
                  <a:pt x="124" y="232"/>
                  <a:pt x="124" y="232"/>
                  <a:pt x="124" y="232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61" y="227"/>
                  <a:pt x="53" y="222"/>
                  <a:pt x="47" y="216"/>
                </a:cubicBezTo>
                <a:lnTo>
                  <a:pt x="124" y="216"/>
                </a:lnTo>
                <a:close/>
                <a:moveTo>
                  <a:pt x="248" y="128"/>
                </a:moveTo>
                <a:cubicBezTo>
                  <a:pt x="248" y="193"/>
                  <a:pt x="197" y="245"/>
                  <a:pt x="132" y="248"/>
                </a:cubicBezTo>
                <a:cubicBezTo>
                  <a:pt x="132" y="8"/>
                  <a:pt x="132" y="8"/>
                  <a:pt x="132" y="8"/>
                </a:cubicBezTo>
                <a:cubicBezTo>
                  <a:pt x="197" y="10"/>
                  <a:pt x="248" y="63"/>
                  <a:pt x="248" y="12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3" name="Freeform 368"/>
          <p:cNvSpPr>
            <a:spLocks noEditPoints="1"/>
          </p:cNvSpPr>
          <p:nvPr/>
        </p:nvSpPr>
        <p:spPr bwMode="auto">
          <a:xfrm>
            <a:off x="4477481" y="2037326"/>
            <a:ext cx="208449" cy="305632"/>
          </a:xfrm>
          <a:custGeom>
            <a:avLst/>
            <a:gdLst>
              <a:gd name="T0" fmla="*/ 88 w 176"/>
              <a:gd name="T1" fmla="*/ 258 h 258"/>
              <a:gd name="T2" fmla="*/ 176 w 176"/>
              <a:gd name="T3" fmla="*/ 167 h 258"/>
              <a:gd name="T4" fmla="*/ 91 w 176"/>
              <a:gd name="T5" fmla="*/ 3 h 258"/>
              <a:gd name="T6" fmla="*/ 88 w 176"/>
              <a:gd name="T7" fmla="*/ 0 h 258"/>
              <a:gd name="T8" fmla="*/ 85 w 176"/>
              <a:gd name="T9" fmla="*/ 3 h 258"/>
              <a:gd name="T10" fmla="*/ 0 w 176"/>
              <a:gd name="T11" fmla="*/ 167 h 258"/>
              <a:gd name="T12" fmla="*/ 88 w 176"/>
              <a:gd name="T13" fmla="*/ 258 h 258"/>
              <a:gd name="T14" fmla="*/ 88 w 176"/>
              <a:gd name="T15" fmla="*/ 12 h 258"/>
              <a:gd name="T16" fmla="*/ 168 w 176"/>
              <a:gd name="T17" fmla="*/ 167 h 258"/>
              <a:gd name="T18" fmla="*/ 88 w 176"/>
              <a:gd name="T19" fmla="*/ 250 h 258"/>
              <a:gd name="T20" fmla="*/ 8 w 176"/>
              <a:gd name="T21" fmla="*/ 167 h 258"/>
              <a:gd name="T22" fmla="*/ 88 w 176"/>
              <a:gd name="T23" fmla="*/ 12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6" h="258">
                <a:moveTo>
                  <a:pt x="88" y="258"/>
                </a:moveTo>
                <a:cubicBezTo>
                  <a:pt x="136" y="258"/>
                  <a:pt x="176" y="217"/>
                  <a:pt x="176" y="167"/>
                </a:cubicBezTo>
                <a:cubicBezTo>
                  <a:pt x="176" y="104"/>
                  <a:pt x="95" y="7"/>
                  <a:pt x="91" y="3"/>
                </a:cubicBezTo>
                <a:cubicBezTo>
                  <a:pt x="88" y="0"/>
                  <a:pt x="88" y="0"/>
                  <a:pt x="88" y="0"/>
                </a:cubicBezTo>
                <a:cubicBezTo>
                  <a:pt x="85" y="3"/>
                  <a:pt x="85" y="3"/>
                  <a:pt x="85" y="3"/>
                </a:cubicBezTo>
                <a:cubicBezTo>
                  <a:pt x="82" y="7"/>
                  <a:pt x="0" y="104"/>
                  <a:pt x="0" y="167"/>
                </a:cubicBezTo>
                <a:cubicBezTo>
                  <a:pt x="0" y="217"/>
                  <a:pt x="40" y="258"/>
                  <a:pt x="88" y="258"/>
                </a:cubicBezTo>
                <a:close/>
                <a:moveTo>
                  <a:pt x="88" y="12"/>
                </a:moveTo>
                <a:cubicBezTo>
                  <a:pt x="103" y="31"/>
                  <a:pt x="168" y="114"/>
                  <a:pt x="168" y="167"/>
                </a:cubicBezTo>
                <a:cubicBezTo>
                  <a:pt x="168" y="213"/>
                  <a:pt x="132" y="250"/>
                  <a:pt x="88" y="250"/>
                </a:cubicBezTo>
                <a:cubicBezTo>
                  <a:pt x="44" y="250"/>
                  <a:pt x="8" y="213"/>
                  <a:pt x="8" y="167"/>
                </a:cubicBezTo>
                <a:cubicBezTo>
                  <a:pt x="8" y="114"/>
                  <a:pt x="73" y="31"/>
                  <a:pt x="88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20" name="Группа 419"/>
          <p:cNvGrpSpPr/>
          <p:nvPr/>
        </p:nvGrpSpPr>
        <p:grpSpPr>
          <a:xfrm>
            <a:off x="4822548" y="2042960"/>
            <a:ext cx="302814" cy="295773"/>
            <a:chOff x="4822548" y="2042960"/>
            <a:chExt cx="302814" cy="295773"/>
          </a:xfrm>
        </p:grpSpPr>
        <p:sp>
          <p:nvSpPr>
            <p:cNvPr id="364" name="Freeform 369"/>
            <p:cNvSpPr>
              <a:spLocks noEditPoints="1"/>
            </p:cNvSpPr>
            <p:nvPr/>
          </p:nvSpPr>
          <p:spPr bwMode="auto">
            <a:xfrm>
              <a:off x="4846491" y="2079579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1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4"/>
                    <a:pt x="14" y="70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29"/>
                    <a:pt x="42" y="8"/>
                    <a:pt x="68" y="8"/>
                  </a:cubicBezTo>
                  <a:cubicBezTo>
                    <a:pt x="77" y="8"/>
                    <a:pt x="85" y="10"/>
                    <a:pt x="92" y="14"/>
                  </a:cubicBezTo>
                  <a:cubicBezTo>
                    <a:pt x="68" y="24"/>
                    <a:pt x="51" y="43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2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6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4"/>
                    <a:pt x="219" y="144"/>
                    <a:pt x="20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5" name="Rectangle 370"/>
            <p:cNvSpPr>
              <a:spLocks noChangeArrowheads="1"/>
            </p:cNvSpPr>
            <p:nvPr/>
          </p:nvSpPr>
          <p:spPr bwMode="auto">
            <a:xfrm>
              <a:off x="4822548" y="2141550"/>
              <a:ext cx="28169" cy="98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6" name="Rectangle 371"/>
            <p:cNvSpPr>
              <a:spLocks noChangeArrowheads="1"/>
            </p:cNvSpPr>
            <p:nvPr/>
          </p:nvSpPr>
          <p:spPr bwMode="auto">
            <a:xfrm>
              <a:off x="4921138" y="2042960"/>
              <a:ext cx="9860" cy="2816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7" name="Freeform 372"/>
            <p:cNvSpPr>
              <a:spLocks/>
            </p:cNvSpPr>
            <p:nvPr/>
          </p:nvSpPr>
          <p:spPr bwMode="auto">
            <a:xfrm>
              <a:off x="4838041" y="2057044"/>
              <a:ext cx="35211" cy="36619"/>
            </a:xfrm>
            <a:custGeom>
              <a:avLst/>
              <a:gdLst>
                <a:gd name="T0" fmla="*/ 5 w 25"/>
                <a:gd name="T1" fmla="*/ 0 h 26"/>
                <a:gd name="T2" fmla="*/ 25 w 25"/>
                <a:gd name="T3" fmla="*/ 21 h 26"/>
                <a:gd name="T4" fmla="*/ 20 w 25"/>
                <a:gd name="T5" fmla="*/ 26 h 26"/>
                <a:gd name="T6" fmla="*/ 0 w 25"/>
                <a:gd name="T7" fmla="*/ 5 h 26"/>
                <a:gd name="T8" fmla="*/ 5 w 25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5" y="0"/>
                  </a:moveTo>
                  <a:lnTo>
                    <a:pt x="25" y="21"/>
                  </a:lnTo>
                  <a:lnTo>
                    <a:pt x="20" y="26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8" name="Freeform 373"/>
            <p:cNvSpPr>
              <a:spLocks/>
            </p:cNvSpPr>
            <p:nvPr/>
          </p:nvSpPr>
          <p:spPr bwMode="auto">
            <a:xfrm>
              <a:off x="4876068" y="2266902"/>
              <a:ext cx="45070" cy="71831"/>
            </a:xfrm>
            <a:custGeom>
              <a:avLst/>
              <a:gdLst>
                <a:gd name="T0" fmla="*/ 27 w 32"/>
                <a:gd name="T1" fmla="*/ 0 h 51"/>
                <a:gd name="T2" fmla="*/ 32 w 32"/>
                <a:gd name="T3" fmla="*/ 3 h 51"/>
                <a:gd name="T4" fmla="*/ 6 w 32"/>
                <a:gd name="T5" fmla="*/ 51 h 51"/>
                <a:gd name="T6" fmla="*/ 0 w 32"/>
                <a:gd name="T7" fmla="*/ 47 h 51"/>
                <a:gd name="T8" fmla="*/ 27 w 3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1">
                  <a:moveTo>
                    <a:pt x="27" y="0"/>
                  </a:moveTo>
                  <a:lnTo>
                    <a:pt x="32" y="3"/>
                  </a:lnTo>
                  <a:lnTo>
                    <a:pt x="6" y="51"/>
                  </a:lnTo>
                  <a:lnTo>
                    <a:pt x="0" y="47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9" name="Freeform 374"/>
            <p:cNvSpPr>
              <a:spLocks/>
            </p:cNvSpPr>
            <p:nvPr/>
          </p:nvSpPr>
          <p:spPr bwMode="auto">
            <a:xfrm>
              <a:off x="4922547" y="2266902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3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0" name="Freeform 375"/>
            <p:cNvSpPr>
              <a:spLocks/>
            </p:cNvSpPr>
            <p:nvPr/>
          </p:nvSpPr>
          <p:spPr bwMode="auto">
            <a:xfrm>
              <a:off x="4970434" y="2266902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3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1" name="Freeform 376"/>
            <p:cNvSpPr>
              <a:spLocks/>
            </p:cNvSpPr>
            <p:nvPr/>
          </p:nvSpPr>
          <p:spPr bwMode="auto">
            <a:xfrm>
              <a:off x="5016912" y="2266902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3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1" name="Группа 420"/>
          <p:cNvGrpSpPr/>
          <p:nvPr/>
        </p:nvGrpSpPr>
        <p:grpSpPr>
          <a:xfrm>
            <a:off x="5215502" y="2061270"/>
            <a:ext cx="302815" cy="257744"/>
            <a:chOff x="5215502" y="2061270"/>
            <a:chExt cx="302815" cy="257744"/>
          </a:xfrm>
        </p:grpSpPr>
        <p:sp>
          <p:nvSpPr>
            <p:cNvPr id="372" name="Freeform 377"/>
            <p:cNvSpPr>
              <a:spLocks noEditPoints="1"/>
            </p:cNvSpPr>
            <p:nvPr/>
          </p:nvSpPr>
          <p:spPr bwMode="auto">
            <a:xfrm>
              <a:off x="5215502" y="2061270"/>
              <a:ext cx="302815" cy="180280"/>
            </a:xfrm>
            <a:custGeom>
              <a:avLst/>
              <a:gdLst>
                <a:gd name="T0" fmla="*/ 9 w 256"/>
                <a:gd name="T1" fmla="*/ 86 h 152"/>
                <a:gd name="T2" fmla="*/ 22 w 256"/>
                <a:gd name="T3" fmla="*/ 100 h 152"/>
                <a:gd name="T4" fmla="*/ 20 w 256"/>
                <a:gd name="T5" fmla="*/ 112 h 152"/>
                <a:gd name="T6" fmla="*/ 60 w 256"/>
                <a:gd name="T7" fmla="*/ 152 h 152"/>
                <a:gd name="T8" fmla="*/ 224 w 256"/>
                <a:gd name="T9" fmla="*/ 152 h 152"/>
                <a:gd name="T10" fmla="*/ 256 w 256"/>
                <a:gd name="T11" fmla="*/ 120 h 152"/>
                <a:gd name="T12" fmla="*/ 228 w 256"/>
                <a:gd name="T13" fmla="*/ 80 h 152"/>
                <a:gd name="T14" fmla="*/ 144 w 256"/>
                <a:gd name="T15" fmla="*/ 8 h 152"/>
                <a:gd name="T16" fmla="*/ 100 w 256"/>
                <a:gd name="T17" fmla="*/ 20 h 152"/>
                <a:gd name="T18" fmla="*/ 56 w 256"/>
                <a:gd name="T19" fmla="*/ 0 h 152"/>
                <a:gd name="T20" fmla="*/ 46 w 256"/>
                <a:gd name="T21" fmla="*/ 1 h 152"/>
                <a:gd name="T22" fmla="*/ 40 w 256"/>
                <a:gd name="T23" fmla="*/ 2 h 152"/>
                <a:gd name="T24" fmla="*/ 43 w 256"/>
                <a:gd name="T25" fmla="*/ 7 h 152"/>
                <a:gd name="T26" fmla="*/ 48 w 256"/>
                <a:gd name="T27" fmla="*/ 24 h 152"/>
                <a:gd name="T28" fmla="*/ 16 w 256"/>
                <a:gd name="T29" fmla="*/ 56 h 152"/>
                <a:gd name="T30" fmla="*/ 6 w 256"/>
                <a:gd name="T31" fmla="*/ 54 h 152"/>
                <a:gd name="T32" fmla="*/ 0 w 256"/>
                <a:gd name="T33" fmla="*/ 52 h 152"/>
                <a:gd name="T34" fmla="*/ 0 w 256"/>
                <a:gd name="T35" fmla="*/ 58 h 152"/>
                <a:gd name="T36" fmla="*/ 9 w 256"/>
                <a:gd name="T37" fmla="*/ 86 h 152"/>
                <a:gd name="T38" fmla="*/ 220 w 256"/>
                <a:gd name="T39" fmla="*/ 84 h 152"/>
                <a:gd name="T40" fmla="*/ 220 w 256"/>
                <a:gd name="T41" fmla="*/ 88 h 152"/>
                <a:gd name="T42" fmla="*/ 224 w 256"/>
                <a:gd name="T43" fmla="*/ 88 h 152"/>
                <a:gd name="T44" fmla="*/ 248 w 256"/>
                <a:gd name="T45" fmla="*/ 120 h 152"/>
                <a:gd name="T46" fmla="*/ 224 w 256"/>
                <a:gd name="T47" fmla="*/ 144 h 152"/>
                <a:gd name="T48" fmla="*/ 60 w 256"/>
                <a:gd name="T49" fmla="*/ 144 h 152"/>
                <a:gd name="T50" fmla="*/ 28 w 256"/>
                <a:gd name="T51" fmla="*/ 112 h 152"/>
                <a:gd name="T52" fmla="*/ 60 w 256"/>
                <a:gd name="T53" fmla="*/ 76 h 152"/>
                <a:gd name="T54" fmla="*/ 72 w 256"/>
                <a:gd name="T55" fmla="*/ 76 h 152"/>
                <a:gd name="T56" fmla="*/ 72 w 256"/>
                <a:gd name="T57" fmla="*/ 73 h 152"/>
                <a:gd name="T58" fmla="*/ 144 w 256"/>
                <a:gd name="T59" fmla="*/ 16 h 152"/>
                <a:gd name="T60" fmla="*/ 220 w 256"/>
                <a:gd name="T61" fmla="*/ 84 h 152"/>
                <a:gd name="T62" fmla="*/ 16 w 256"/>
                <a:gd name="T63" fmla="*/ 64 h 152"/>
                <a:gd name="T64" fmla="*/ 56 w 256"/>
                <a:gd name="T65" fmla="*/ 24 h 152"/>
                <a:gd name="T66" fmla="*/ 53 w 256"/>
                <a:gd name="T67" fmla="*/ 8 h 152"/>
                <a:gd name="T68" fmla="*/ 56 w 256"/>
                <a:gd name="T69" fmla="*/ 8 h 152"/>
                <a:gd name="T70" fmla="*/ 93 w 256"/>
                <a:gd name="T71" fmla="*/ 25 h 152"/>
                <a:gd name="T72" fmla="*/ 65 w 256"/>
                <a:gd name="T73" fmla="*/ 68 h 152"/>
                <a:gd name="T74" fmla="*/ 60 w 256"/>
                <a:gd name="T75" fmla="*/ 68 h 152"/>
                <a:gd name="T76" fmla="*/ 25 w 256"/>
                <a:gd name="T77" fmla="*/ 92 h 152"/>
                <a:gd name="T78" fmla="*/ 16 w 256"/>
                <a:gd name="T79" fmla="*/ 82 h 152"/>
                <a:gd name="T80" fmla="*/ 9 w 256"/>
                <a:gd name="T81" fmla="*/ 63 h 152"/>
                <a:gd name="T82" fmla="*/ 16 w 256"/>
                <a:gd name="T83" fmla="*/ 6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9" y="86"/>
                  </a:moveTo>
                  <a:cubicBezTo>
                    <a:pt x="12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2"/>
                    <a:pt x="100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53" y="0"/>
                    <a:pt x="49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5"/>
                    <a:pt x="6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8"/>
                    <a:pt x="9" y="86"/>
                  </a:cubicBezTo>
                  <a:close/>
                  <a:moveTo>
                    <a:pt x="220" y="84"/>
                  </a:move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4"/>
                    <a:pt x="239" y="144"/>
                    <a:pt x="224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lose/>
                  <a:moveTo>
                    <a:pt x="16" y="64"/>
                  </a:move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5"/>
                    <a:pt x="16" y="82"/>
                  </a:cubicBezTo>
                  <a:cubicBezTo>
                    <a:pt x="12" y="76"/>
                    <a:pt x="10" y="70"/>
                    <a:pt x="9" y="63"/>
                  </a:cubicBezTo>
                  <a:cubicBezTo>
                    <a:pt x="11" y="64"/>
                    <a:pt x="14" y="64"/>
                    <a:pt x="16" y="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3" name="Freeform 378"/>
            <p:cNvSpPr>
              <a:spLocks/>
            </p:cNvSpPr>
            <p:nvPr/>
          </p:nvSpPr>
          <p:spPr bwMode="auto">
            <a:xfrm>
              <a:off x="5267614" y="2248592"/>
              <a:ext cx="46479" cy="70422"/>
            </a:xfrm>
            <a:custGeom>
              <a:avLst/>
              <a:gdLst>
                <a:gd name="T0" fmla="*/ 33 w 33"/>
                <a:gd name="T1" fmla="*/ 3 h 50"/>
                <a:gd name="T2" fmla="*/ 6 w 33"/>
                <a:gd name="T3" fmla="*/ 50 h 50"/>
                <a:gd name="T4" fmla="*/ 0 w 33"/>
                <a:gd name="T5" fmla="*/ 47 h 50"/>
                <a:gd name="T6" fmla="*/ 27 w 33"/>
                <a:gd name="T7" fmla="*/ 0 h 50"/>
                <a:gd name="T8" fmla="*/ 33 w 33"/>
                <a:gd name="T9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33" y="3"/>
                  </a:moveTo>
                  <a:lnTo>
                    <a:pt x="6" y="50"/>
                  </a:lnTo>
                  <a:lnTo>
                    <a:pt x="0" y="47"/>
                  </a:lnTo>
                  <a:lnTo>
                    <a:pt x="27" y="0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4" name="Freeform 379"/>
            <p:cNvSpPr>
              <a:spLocks/>
            </p:cNvSpPr>
            <p:nvPr/>
          </p:nvSpPr>
          <p:spPr bwMode="auto">
            <a:xfrm>
              <a:off x="5315501" y="2248592"/>
              <a:ext cx="46479" cy="70422"/>
            </a:xfrm>
            <a:custGeom>
              <a:avLst/>
              <a:gdLst>
                <a:gd name="T0" fmla="*/ 33 w 33"/>
                <a:gd name="T1" fmla="*/ 3 h 50"/>
                <a:gd name="T2" fmla="*/ 6 w 33"/>
                <a:gd name="T3" fmla="*/ 50 h 50"/>
                <a:gd name="T4" fmla="*/ 0 w 33"/>
                <a:gd name="T5" fmla="*/ 47 h 50"/>
                <a:gd name="T6" fmla="*/ 27 w 33"/>
                <a:gd name="T7" fmla="*/ 0 h 50"/>
                <a:gd name="T8" fmla="*/ 33 w 33"/>
                <a:gd name="T9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33" y="3"/>
                  </a:moveTo>
                  <a:lnTo>
                    <a:pt x="6" y="50"/>
                  </a:lnTo>
                  <a:lnTo>
                    <a:pt x="0" y="47"/>
                  </a:lnTo>
                  <a:lnTo>
                    <a:pt x="27" y="0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5" name="Freeform 380"/>
            <p:cNvSpPr>
              <a:spLocks/>
            </p:cNvSpPr>
            <p:nvPr/>
          </p:nvSpPr>
          <p:spPr bwMode="auto">
            <a:xfrm>
              <a:off x="5363388" y="2248592"/>
              <a:ext cx="45070" cy="70422"/>
            </a:xfrm>
            <a:custGeom>
              <a:avLst/>
              <a:gdLst>
                <a:gd name="T0" fmla="*/ 32 w 32"/>
                <a:gd name="T1" fmla="*/ 3 h 50"/>
                <a:gd name="T2" fmla="*/ 5 w 32"/>
                <a:gd name="T3" fmla="*/ 50 h 50"/>
                <a:gd name="T4" fmla="*/ 0 w 32"/>
                <a:gd name="T5" fmla="*/ 47 h 50"/>
                <a:gd name="T6" fmla="*/ 26 w 32"/>
                <a:gd name="T7" fmla="*/ 0 h 50"/>
                <a:gd name="T8" fmla="*/ 32 w 32"/>
                <a:gd name="T9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0">
                  <a:moveTo>
                    <a:pt x="32" y="3"/>
                  </a:moveTo>
                  <a:lnTo>
                    <a:pt x="5" y="50"/>
                  </a:lnTo>
                  <a:lnTo>
                    <a:pt x="0" y="47"/>
                  </a:lnTo>
                  <a:lnTo>
                    <a:pt x="26" y="0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6" name="Freeform 381"/>
            <p:cNvSpPr>
              <a:spLocks/>
            </p:cNvSpPr>
            <p:nvPr/>
          </p:nvSpPr>
          <p:spPr bwMode="auto">
            <a:xfrm>
              <a:off x="5409867" y="2248592"/>
              <a:ext cx="46479" cy="70422"/>
            </a:xfrm>
            <a:custGeom>
              <a:avLst/>
              <a:gdLst>
                <a:gd name="T0" fmla="*/ 33 w 33"/>
                <a:gd name="T1" fmla="*/ 3 h 50"/>
                <a:gd name="T2" fmla="*/ 6 w 33"/>
                <a:gd name="T3" fmla="*/ 50 h 50"/>
                <a:gd name="T4" fmla="*/ 0 w 33"/>
                <a:gd name="T5" fmla="*/ 47 h 50"/>
                <a:gd name="T6" fmla="*/ 27 w 33"/>
                <a:gd name="T7" fmla="*/ 0 h 50"/>
                <a:gd name="T8" fmla="*/ 33 w 33"/>
                <a:gd name="T9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33" y="3"/>
                  </a:moveTo>
                  <a:lnTo>
                    <a:pt x="6" y="50"/>
                  </a:lnTo>
                  <a:lnTo>
                    <a:pt x="0" y="47"/>
                  </a:lnTo>
                  <a:lnTo>
                    <a:pt x="27" y="0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2" name="Группа 421"/>
          <p:cNvGrpSpPr/>
          <p:nvPr/>
        </p:nvGrpSpPr>
        <p:grpSpPr>
          <a:xfrm>
            <a:off x="5607048" y="2061270"/>
            <a:ext cx="302815" cy="257744"/>
            <a:chOff x="5607048" y="2061270"/>
            <a:chExt cx="302815" cy="257744"/>
          </a:xfrm>
        </p:grpSpPr>
        <p:sp>
          <p:nvSpPr>
            <p:cNvPr id="377" name="Freeform 382"/>
            <p:cNvSpPr>
              <a:spLocks noEditPoints="1"/>
            </p:cNvSpPr>
            <p:nvPr/>
          </p:nvSpPr>
          <p:spPr bwMode="auto">
            <a:xfrm>
              <a:off x="5607048" y="2061270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0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2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224 w 256"/>
                <a:gd name="T19" fmla="*/ 152 h 152"/>
                <a:gd name="T20" fmla="*/ 256 w 256"/>
                <a:gd name="T21" fmla="*/ 120 h 152"/>
                <a:gd name="T22" fmla="*/ 228 w 256"/>
                <a:gd name="T23" fmla="*/ 80 h 152"/>
                <a:gd name="T24" fmla="*/ 16 w 256"/>
                <a:gd name="T25" fmla="*/ 82 h 152"/>
                <a:gd name="T26" fmla="*/ 8 w 256"/>
                <a:gd name="T27" fmla="*/ 56 h 152"/>
                <a:gd name="T28" fmla="*/ 56 w 256"/>
                <a:gd name="T29" fmla="*/ 8 h 152"/>
                <a:gd name="T30" fmla="*/ 93 w 256"/>
                <a:gd name="T31" fmla="*/ 25 h 152"/>
                <a:gd name="T32" fmla="*/ 65 w 256"/>
                <a:gd name="T33" fmla="*/ 68 h 152"/>
                <a:gd name="T34" fmla="*/ 60 w 256"/>
                <a:gd name="T35" fmla="*/ 68 h 152"/>
                <a:gd name="T36" fmla="*/ 25 w 256"/>
                <a:gd name="T37" fmla="*/ 92 h 152"/>
                <a:gd name="T38" fmla="*/ 16 w 256"/>
                <a:gd name="T39" fmla="*/ 82 h 152"/>
                <a:gd name="T40" fmla="*/ 224 w 256"/>
                <a:gd name="T41" fmla="*/ 144 h 152"/>
                <a:gd name="T42" fmla="*/ 60 w 256"/>
                <a:gd name="T43" fmla="*/ 144 h 152"/>
                <a:gd name="T44" fmla="*/ 28 w 256"/>
                <a:gd name="T45" fmla="*/ 112 h 152"/>
                <a:gd name="T46" fmla="*/ 60 w 256"/>
                <a:gd name="T47" fmla="*/ 76 h 152"/>
                <a:gd name="T48" fmla="*/ 72 w 256"/>
                <a:gd name="T49" fmla="*/ 76 h 152"/>
                <a:gd name="T50" fmla="*/ 72 w 256"/>
                <a:gd name="T51" fmla="*/ 73 h 152"/>
                <a:gd name="T52" fmla="*/ 144 w 256"/>
                <a:gd name="T53" fmla="*/ 16 h 152"/>
                <a:gd name="T54" fmla="*/ 220 w 256"/>
                <a:gd name="T55" fmla="*/ 84 h 152"/>
                <a:gd name="T56" fmla="*/ 220 w 256"/>
                <a:gd name="T57" fmla="*/ 88 h 152"/>
                <a:gd name="T58" fmla="*/ 224 w 256"/>
                <a:gd name="T59" fmla="*/ 88 h 152"/>
                <a:gd name="T60" fmla="*/ 248 w 256"/>
                <a:gd name="T61" fmla="*/ 120 h 152"/>
                <a:gd name="T62" fmla="*/ 224 w 256"/>
                <a:gd name="T6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2"/>
                    <a:pt x="100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1" y="74"/>
                    <a:pt x="8" y="65"/>
                    <a:pt x="8" y="56"/>
                  </a:cubicBezTo>
                  <a:cubicBezTo>
                    <a:pt x="8" y="29"/>
                    <a:pt x="30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5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4"/>
                    <a:pt x="239" y="144"/>
                    <a:pt x="224" y="1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8" name="Freeform 383"/>
            <p:cNvSpPr>
              <a:spLocks/>
            </p:cNvSpPr>
            <p:nvPr/>
          </p:nvSpPr>
          <p:spPr bwMode="auto">
            <a:xfrm>
              <a:off x="5660569" y="2248592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9" name="Freeform 384"/>
            <p:cNvSpPr>
              <a:spLocks/>
            </p:cNvSpPr>
            <p:nvPr/>
          </p:nvSpPr>
          <p:spPr bwMode="auto">
            <a:xfrm>
              <a:off x="5708456" y="2248592"/>
              <a:ext cx="45070" cy="70422"/>
            </a:xfrm>
            <a:custGeom>
              <a:avLst/>
              <a:gdLst>
                <a:gd name="T0" fmla="*/ 0 w 32"/>
                <a:gd name="T1" fmla="*/ 47 h 50"/>
                <a:gd name="T2" fmla="*/ 27 w 32"/>
                <a:gd name="T3" fmla="*/ 0 h 50"/>
                <a:gd name="T4" fmla="*/ 32 w 32"/>
                <a:gd name="T5" fmla="*/ 3 h 50"/>
                <a:gd name="T6" fmla="*/ 6 w 32"/>
                <a:gd name="T7" fmla="*/ 50 h 50"/>
                <a:gd name="T8" fmla="*/ 0 w 32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0">
                  <a:moveTo>
                    <a:pt x="0" y="47"/>
                  </a:moveTo>
                  <a:lnTo>
                    <a:pt x="27" y="0"/>
                  </a:lnTo>
                  <a:lnTo>
                    <a:pt x="32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0" name="Freeform 385"/>
            <p:cNvSpPr>
              <a:spLocks/>
            </p:cNvSpPr>
            <p:nvPr/>
          </p:nvSpPr>
          <p:spPr bwMode="auto">
            <a:xfrm>
              <a:off x="5754934" y="2248592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1" name="Freeform 386"/>
            <p:cNvSpPr>
              <a:spLocks/>
            </p:cNvSpPr>
            <p:nvPr/>
          </p:nvSpPr>
          <p:spPr bwMode="auto">
            <a:xfrm>
              <a:off x="5802821" y="2248592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4" name="Группа 413"/>
          <p:cNvGrpSpPr/>
          <p:nvPr/>
        </p:nvGrpSpPr>
        <p:grpSpPr>
          <a:xfrm>
            <a:off x="2466231" y="2072537"/>
            <a:ext cx="302815" cy="235210"/>
            <a:chOff x="2466231" y="2072537"/>
            <a:chExt cx="302815" cy="235210"/>
          </a:xfrm>
        </p:grpSpPr>
        <p:sp>
          <p:nvSpPr>
            <p:cNvPr id="382" name="Freeform 387"/>
            <p:cNvSpPr>
              <a:spLocks/>
            </p:cNvSpPr>
            <p:nvPr/>
          </p:nvSpPr>
          <p:spPr bwMode="auto">
            <a:xfrm>
              <a:off x="2466231" y="2072537"/>
              <a:ext cx="302815" cy="184506"/>
            </a:xfrm>
            <a:custGeom>
              <a:avLst/>
              <a:gdLst>
                <a:gd name="T0" fmla="*/ 44 w 256"/>
                <a:gd name="T1" fmla="*/ 156 h 156"/>
                <a:gd name="T2" fmla="*/ 72 w 256"/>
                <a:gd name="T3" fmla="*/ 156 h 156"/>
                <a:gd name="T4" fmla="*/ 72 w 256"/>
                <a:gd name="T5" fmla="*/ 148 h 156"/>
                <a:gd name="T6" fmla="*/ 44 w 256"/>
                <a:gd name="T7" fmla="*/ 148 h 156"/>
                <a:gd name="T8" fmla="*/ 8 w 256"/>
                <a:gd name="T9" fmla="*/ 112 h 156"/>
                <a:gd name="T10" fmla="*/ 44 w 256"/>
                <a:gd name="T11" fmla="*/ 72 h 156"/>
                <a:gd name="T12" fmla="*/ 56 w 256"/>
                <a:gd name="T13" fmla="*/ 72 h 156"/>
                <a:gd name="T14" fmla="*/ 56 w 256"/>
                <a:gd name="T15" fmla="*/ 69 h 156"/>
                <a:gd name="T16" fmla="*/ 136 w 256"/>
                <a:gd name="T17" fmla="*/ 8 h 156"/>
                <a:gd name="T18" fmla="*/ 216 w 256"/>
                <a:gd name="T19" fmla="*/ 84 h 156"/>
                <a:gd name="T20" fmla="*/ 216 w 256"/>
                <a:gd name="T21" fmla="*/ 88 h 156"/>
                <a:gd name="T22" fmla="*/ 220 w 256"/>
                <a:gd name="T23" fmla="*/ 88 h 156"/>
                <a:gd name="T24" fmla="*/ 248 w 256"/>
                <a:gd name="T25" fmla="*/ 120 h 156"/>
                <a:gd name="T26" fmla="*/ 220 w 256"/>
                <a:gd name="T27" fmla="*/ 148 h 156"/>
                <a:gd name="T28" fmla="*/ 184 w 256"/>
                <a:gd name="T29" fmla="*/ 148 h 156"/>
                <a:gd name="T30" fmla="*/ 184 w 256"/>
                <a:gd name="T31" fmla="*/ 156 h 156"/>
                <a:gd name="T32" fmla="*/ 220 w 256"/>
                <a:gd name="T33" fmla="*/ 156 h 156"/>
                <a:gd name="T34" fmla="*/ 256 w 256"/>
                <a:gd name="T35" fmla="*/ 120 h 156"/>
                <a:gd name="T36" fmla="*/ 224 w 256"/>
                <a:gd name="T37" fmla="*/ 80 h 156"/>
                <a:gd name="T38" fmla="*/ 136 w 256"/>
                <a:gd name="T39" fmla="*/ 0 h 156"/>
                <a:gd name="T40" fmla="*/ 49 w 256"/>
                <a:gd name="T41" fmla="*/ 64 h 156"/>
                <a:gd name="T42" fmla="*/ 44 w 256"/>
                <a:gd name="T43" fmla="*/ 64 h 156"/>
                <a:gd name="T44" fmla="*/ 0 w 256"/>
                <a:gd name="T45" fmla="*/ 112 h 156"/>
                <a:gd name="T46" fmla="*/ 44 w 256"/>
                <a:gd name="T47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6" h="156">
                  <a:moveTo>
                    <a:pt x="44" y="156"/>
                  </a:moveTo>
                  <a:cubicBezTo>
                    <a:pt x="72" y="156"/>
                    <a:pt x="72" y="156"/>
                    <a:pt x="72" y="156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4" y="148"/>
                    <a:pt x="8" y="133"/>
                    <a:pt x="8" y="112"/>
                  </a:cubicBezTo>
                  <a:cubicBezTo>
                    <a:pt x="8" y="90"/>
                    <a:pt x="25" y="72"/>
                    <a:pt x="44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1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7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4" y="156"/>
                    <a:pt x="184" y="156"/>
                    <a:pt x="18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1" y="156"/>
                    <a:pt x="256" y="141"/>
                    <a:pt x="256" y="120"/>
                  </a:cubicBezTo>
                  <a:cubicBezTo>
                    <a:pt x="256" y="102"/>
                    <a:pt x="244" y="83"/>
                    <a:pt x="224" y="80"/>
                  </a:cubicBezTo>
                  <a:cubicBezTo>
                    <a:pt x="222" y="35"/>
                    <a:pt x="184" y="0"/>
                    <a:pt x="136" y="0"/>
                  </a:cubicBezTo>
                  <a:cubicBezTo>
                    <a:pt x="94" y="0"/>
                    <a:pt x="58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3" name="Freeform 388"/>
            <p:cNvSpPr>
              <a:spLocks/>
            </p:cNvSpPr>
            <p:nvPr/>
          </p:nvSpPr>
          <p:spPr bwMode="auto">
            <a:xfrm>
              <a:off x="2562005" y="2234507"/>
              <a:ext cx="45070" cy="33803"/>
            </a:xfrm>
            <a:custGeom>
              <a:avLst/>
              <a:gdLst>
                <a:gd name="T0" fmla="*/ 6 w 32"/>
                <a:gd name="T1" fmla="*/ 24 h 24"/>
                <a:gd name="T2" fmla="*/ 11 w 32"/>
                <a:gd name="T3" fmla="*/ 16 h 24"/>
                <a:gd name="T4" fmla="*/ 32 w 32"/>
                <a:gd name="T5" fmla="*/ 16 h 24"/>
                <a:gd name="T6" fmla="*/ 32 w 32"/>
                <a:gd name="T7" fmla="*/ 9 h 24"/>
                <a:gd name="T8" fmla="*/ 11 w 32"/>
                <a:gd name="T9" fmla="*/ 9 h 24"/>
                <a:gd name="T10" fmla="*/ 6 w 32"/>
                <a:gd name="T11" fmla="*/ 0 h 24"/>
                <a:gd name="T12" fmla="*/ 0 w 32"/>
                <a:gd name="T13" fmla="*/ 4 h 24"/>
                <a:gd name="T14" fmla="*/ 6 w 32"/>
                <a:gd name="T15" fmla="*/ 12 h 24"/>
                <a:gd name="T16" fmla="*/ 0 w 32"/>
                <a:gd name="T17" fmla="*/ 21 h 24"/>
                <a:gd name="T18" fmla="*/ 6 w 32"/>
                <a:gd name="T1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24">
                  <a:moveTo>
                    <a:pt x="6" y="24"/>
                  </a:moveTo>
                  <a:lnTo>
                    <a:pt x="11" y="16"/>
                  </a:lnTo>
                  <a:lnTo>
                    <a:pt x="32" y="16"/>
                  </a:lnTo>
                  <a:lnTo>
                    <a:pt x="32" y="9"/>
                  </a:lnTo>
                  <a:lnTo>
                    <a:pt x="11" y="9"/>
                  </a:lnTo>
                  <a:lnTo>
                    <a:pt x="6" y="0"/>
                  </a:lnTo>
                  <a:lnTo>
                    <a:pt x="0" y="4"/>
                  </a:lnTo>
                  <a:lnTo>
                    <a:pt x="6" y="12"/>
                  </a:lnTo>
                  <a:lnTo>
                    <a:pt x="0" y="21"/>
                  </a:lnTo>
                  <a:lnTo>
                    <a:pt x="6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4" name="Freeform 389"/>
            <p:cNvSpPr>
              <a:spLocks/>
            </p:cNvSpPr>
            <p:nvPr/>
          </p:nvSpPr>
          <p:spPr bwMode="auto">
            <a:xfrm>
              <a:off x="2626793" y="2234507"/>
              <a:ext cx="46479" cy="33803"/>
            </a:xfrm>
            <a:custGeom>
              <a:avLst/>
              <a:gdLst>
                <a:gd name="T0" fmla="*/ 28 w 33"/>
                <a:gd name="T1" fmla="*/ 0 h 24"/>
                <a:gd name="T2" fmla="*/ 22 w 33"/>
                <a:gd name="T3" fmla="*/ 9 h 24"/>
                <a:gd name="T4" fmla="*/ 0 w 33"/>
                <a:gd name="T5" fmla="*/ 9 h 24"/>
                <a:gd name="T6" fmla="*/ 0 w 33"/>
                <a:gd name="T7" fmla="*/ 16 h 24"/>
                <a:gd name="T8" fmla="*/ 22 w 33"/>
                <a:gd name="T9" fmla="*/ 16 h 24"/>
                <a:gd name="T10" fmla="*/ 28 w 33"/>
                <a:gd name="T11" fmla="*/ 24 h 24"/>
                <a:gd name="T12" fmla="*/ 33 w 33"/>
                <a:gd name="T13" fmla="*/ 21 h 24"/>
                <a:gd name="T14" fmla="*/ 28 w 33"/>
                <a:gd name="T15" fmla="*/ 12 h 24"/>
                <a:gd name="T16" fmla="*/ 33 w 33"/>
                <a:gd name="T17" fmla="*/ 4 h 24"/>
                <a:gd name="T18" fmla="*/ 28 w 33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24">
                  <a:moveTo>
                    <a:pt x="28" y="0"/>
                  </a:moveTo>
                  <a:lnTo>
                    <a:pt x="22" y="9"/>
                  </a:lnTo>
                  <a:lnTo>
                    <a:pt x="0" y="9"/>
                  </a:lnTo>
                  <a:lnTo>
                    <a:pt x="0" y="16"/>
                  </a:lnTo>
                  <a:lnTo>
                    <a:pt x="22" y="16"/>
                  </a:lnTo>
                  <a:lnTo>
                    <a:pt x="28" y="24"/>
                  </a:lnTo>
                  <a:lnTo>
                    <a:pt x="33" y="21"/>
                  </a:lnTo>
                  <a:lnTo>
                    <a:pt x="28" y="12"/>
                  </a:lnTo>
                  <a:lnTo>
                    <a:pt x="33" y="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5" name="Freeform 390"/>
            <p:cNvSpPr>
              <a:spLocks/>
            </p:cNvSpPr>
            <p:nvPr/>
          </p:nvSpPr>
          <p:spPr bwMode="auto">
            <a:xfrm>
              <a:off x="2600032" y="2261268"/>
              <a:ext cx="35211" cy="46479"/>
            </a:xfrm>
            <a:custGeom>
              <a:avLst/>
              <a:gdLst>
                <a:gd name="T0" fmla="*/ 12 w 25"/>
                <a:gd name="T1" fmla="*/ 28 h 33"/>
                <a:gd name="T2" fmla="*/ 20 w 25"/>
                <a:gd name="T3" fmla="*/ 33 h 33"/>
                <a:gd name="T4" fmla="*/ 25 w 25"/>
                <a:gd name="T5" fmla="*/ 28 h 33"/>
                <a:gd name="T6" fmla="*/ 15 w 25"/>
                <a:gd name="T7" fmla="*/ 22 h 33"/>
                <a:gd name="T8" fmla="*/ 15 w 25"/>
                <a:gd name="T9" fmla="*/ 0 h 33"/>
                <a:gd name="T10" fmla="*/ 9 w 25"/>
                <a:gd name="T11" fmla="*/ 0 h 33"/>
                <a:gd name="T12" fmla="*/ 9 w 25"/>
                <a:gd name="T13" fmla="*/ 22 h 33"/>
                <a:gd name="T14" fmla="*/ 0 w 25"/>
                <a:gd name="T15" fmla="*/ 28 h 33"/>
                <a:gd name="T16" fmla="*/ 5 w 25"/>
                <a:gd name="T17" fmla="*/ 33 h 33"/>
                <a:gd name="T18" fmla="*/ 12 w 25"/>
                <a:gd name="T19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3">
                  <a:moveTo>
                    <a:pt x="12" y="28"/>
                  </a:moveTo>
                  <a:lnTo>
                    <a:pt x="20" y="33"/>
                  </a:lnTo>
                  <a:lnTo>
                    <a:pt x="25" y="28"/>
                  </a:lnTo>
                  <a:lnTo>
                    <a:pt x="15" y="22"/>
                  </a:lnTo>
                  <a:lnTo>
                    <a:pt x="15" y="0"/>
                  </a:lnTo>
                  <a:lnTo>
                    <a:pt x="9" y="0"/>
                  </a:lnTo>
                  <a:lnTo>
                    <a:pt x="9" y="22"/>
                  </a:lnTo>
                  <a:lnTo>
                    <a:pt x="0" y="28"/>
                  </a:lnTo>
                  <a:lnTo>
                    <a:pt x="5" y="33"/>
                  </a:lnTo>
                  <a:lnTo>
                    <a:pt x="1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6" name="Freeform 391"/>
            <p:cNvSpPr>
              <a:spLocks/>
            </p:cNvSpPr>
            <p:nvPr/>
          </p:nvSpPr>
          <p:spPr bwMode="auto">
            <a:xfrm>
              <a:off x="2600032" y="2196480"/>
              <a:ext cx="35211" cy="45070"/>
            </a:xfrm>
            <a:custGeom>
              <a:avLst/>
              <a:gdLst>
                <a:gd name="T0" fmla="*/ 12 w 25"/>
                <a:gd name="T1" fmla="*/ 5 h 32"/>
                <a:gd name="T2" fmla="*/ 5 w 25"/>
                <a:gd name="T3" fmla="*/ 0 h 32"/>
                <a:gd name="T4" fmla="*/ 0 w 25"/>
                <a:gd name="T5" fmla="*/ 5 h 32"/>
                <a:gd name="T6" fmla="*/ 9 w 25"/>
                <a:gd name="T7" fmla="*/ 11 h 32"/>
                <a:gd name="T8" fmla="*/ 9 w 25"/>
                <a:gd name="T9" fmla="*/ 32 h 32"/>
                <a:gd name="T10" fmla="*/ 15 w 25"/>
                <a:gd name="T11" fmla="*/ 32 h 32"/>
                <a:gd name="T12" fmla="*/ 15 w 25"/>
                <a:gd name="T13" fmla="*/ 11 h 32"/>
                <a:gd name="T14" fmla="*/ 25 w 25"/>
                <a:gd name="T15" fmla="*/ 5 h 32"/>
                <a:gd name="T16" fmla="*/ 20 w 25"/>
                <a:gd name="T17" fmla="*/ 0 h 32"/>
                <a:gd name="T18" fmla="*/ 12 w 25"/>
                <a:gd name="T1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2">
                  <a:moveTo>
                    <a:pt x="12" y="5"/>
                  </a:moveTo>
                  <a:lnTo>
                    <a:pt x="5" y="0"/>
                  </a:lnTo>
                  <a:lnTo>
                    <a:pt x="0" y="5"/>
                  </a:lnTo>
                  <a:lnTo>
                    <a:pt x="9" y="11"/>
                  </a:lnTo>
                  <a:lnTo>
                    <a:pt x="9" y="32"/>
                  </a:lnTo>
                  <a:lnTo>
                    <a:pt x="15" y="32"/>
                  </a:lnTo>
                  <a:lnTo>
                    <a:pt x="15" y="11"/>
                  </a:lnTo>
                  <a:lnTo>
                    <a:pt x="25" y="5"/>
                  </a:lnTo>
                  <a:lnTo>
                    <a:pt x="20" y="0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7" name="Freeform 392"/>
            <p:cNvSpPr>
              <a:spLocks/>
            </p:cNvSpPr>
            <p:nvPr/>
          </p:nvSpPr>
          <p:spPr bwMode="auto">
            <a:xfrm>
              <a:off x="2570455" y="2204931"/>
              <a:ext cx="40845" cy="40845"/>
            </a:xfrm>
            <a:custGeom>
              <a:avLst/>
              <a:gdLst>
                <a:gd name="T0" fmla="*/ 11 w 29"/>
                <a:gd name="T1" fmla="*/ 0 h 29"/>
                <a:gd name="T2" fmla="*/ 9 w 29"/>
                <a:gd name="T3" fmla="*/ 9 h 29"/>
                <a:gd name="T4" fmla="*/ 0 w 29"/>
                <a:gd name="T5" fmla="*/ 11 h 29"/>
                <a:gd name="T6" fmla="*/ 1 w 29"/>
                <a:gd name="T7" fmla="*/ 17 h 29"/>
                <a:gd name="T8" fmla="*/ 11 w 29"/>
                <a:gd name="T9" fmla="*/ 16 h 29"/>
                <a:gd name="T10" fmla="*/ 25 w 29"/>
                <a:gd name="T11" fmla="*/ 29 h 29"/>
                <a:gd name="T12" fmla="*/ 29 w 29"/>
                <a:gd name="T13" fmla="*/ 24 h 29"/>
                <a:gd name="T14" fmla="*/ 15 w 29"/>
                <a:gd name="T15" fmla="*/ 11 h 29"/>
                <a:gd name="T16" fmla="*/ 18 w 29"/>
                <a:gd name="T17" fmla="*/ 0 h 29"/>
                <a:gd name="T18" fmla="*/ 11 w 29"/>
                <a:gd name="T1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29">
                  <a:moveTo>
                    <a:pt x="11" y="0"/>
                  </a:moveTo>
                  <a:lnTo>
                    <a:pt x="9" y="9"/>
                  </a:lnTo>
                  <a:lnTo>
                    <a:pt x="0" y="11"/>
                  </a:lnTo>
                  <a:lnTo>
                    <a:pt x="1" y="17"/>
                  </a:lnTo>
                  <a:lnTo>
                    <a:pt x="11" y="16"/>
                  </a:lnTo>
                  <a:lnTo>
                    <a:pt x="25" y="29"/>
                  </a:lnTo>
                  <a:lnTo>
                    <a:pt x="29" y="24"/>
                  </a:lnTo>
                  <a:lnTo>
                    <a:pt x="15" y="11"/>
                  </a:lnTo>
                  <a:lnTo>
                    <a:pt x="18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8" name="Freeform 393"/>
            <p:cNvSpPr>
              <a:spLocks/>
            </p:cNvSpPr>
            <p:nvPr/>
          </p:nvSpPr>
          <p:spPr bwMode="auto">
            <a:xfrm>
              <a:off x="2623976" y="2257042"/>
              <a:ext cx="42253" cy="43662"/>
            </a:xfrm>
            <a:custGeom>
              <a:avLst/>
              <a:gdLst>
                <a:gd name="T0" fmla="*/ 18 w 30"/>
                <a:gd name="T1" fmla="*/ 31 h 31"/>
                <a:gd name="T2" fmla="*/ 19 w 30"/>
                <a:gd name="T3" fmla="*/ 21 h 31"/>
                <a:gd name="T4" fmla="*/ 30 w 30"/>
                <a:gd name="T5" fmla="*/ 19 h 31"/>
                <a:gd name="T6" fmla="*/ 28 w 30"/>
                <a:gd name="T7" fmla="*/ 12 h 31"/>
                <a:gd name="T8" fmla="*/ 18 w 30"/>
                <a:gd name="T9" fmla="*/ 14 h 31"/>
                <a:gd name="T10" fmla="*/ 4 w 30"/>
                <a:gd name="T11" fmla="*/ 0 h 31"/>
                <a:gd name="T12" fmla="*/ 0 w 30"/>
                <a:gd name="T13" fmla="*/ 5 h 31"/>
                <a:gd name="T14" fmla="*/ 13 w 30"/>
                <a:gd name="T15" fmla="*/ 19 h 31"/>
                <a:gd name="T16" fmla="*/ 11 w 30"/>
                <a:gd name="T17" fmla="*/ 29 h 31"/>
                <a:gd name="T18" fmla="*/ 18 w 30"/>
                <a:gd name="T1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1">
                  <a:moveTo>
                    <a:pt x="18" y="31"/>
                  </a:moveTo>
                  <a:lnTo>
                    <a:pt x="19" y="21"/>
                  </a:lnTo>
                  <a:lnTo>
                    <a:pt x="30" y="19"/>
                  </a:lnTo>
                  <a:lnTo>
                    <a:pt x="28" y="12"/>
                  </a:lnTo>
                  <a:lnTo>
                    <a:pt x="18" y="14"/>
                  </a:lnTo>
                  <a:lnTo>
                    <a:pt x="4" y="0"/>
                  </a:lnTo>
                  <a:lnTo>
                    <a:pt x="0" y="5"/>
                  </a:lnTo>
                  <a:lnTo>
                    <a:pt x="13" y="19"/>
                  </a:lnTo>
                  <a:lnTo>
                    <a:pt x="11" y="29"/>
                  </a:lnTo>
                  <a:lnTo>
                    <a:pt x="18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9" name="Freeform 394"/>
            <p:cNvSpPr>
              <a:spLocks/>
            </p:cNvSpPr>
            <p:nvPr/>
          </p:nvSpPr>
          <p:spPr bwMode="auto">
            <a:xfrm>
              <a:off x="2570455" y="2257042"/>
              <a:ext cx="40845" cy="43662"/>
            </a:xfrm>
            <a:custGeom>
              <a:avLst/>
              <a:gdLst>
                <a:gd name="T0" fmla="*/ 25 w 29"/>
                <a:gd name="T1" fmla="*/ 0 h 31"/>
                <a:gd name="T2" fmla="*/ 11 w 29"/>
                <a:gd name="T3" fmla="*/ 14 h 31"/>
                <a:gd name="T4" fmla="*/ 1 w 29"/>
                <a:gd name="T5" fmla="*/ 12 h 31"/>
                <a:gd name="T6" fmla="*/ 0 w 29"/>
                <a:gd name="T7" fmla="*/ 19 h 31"/>
                <a:gd name="T8" fmla="*/ 9 w 29"/>
                <a:gd name="T9" fmla="*/ 21 h 31"/>
                <a:gd name="T10" fmla="*/ 11 w 29"/>
                <a:gd name="T11" fmla="*/ 31 h 31"/>
                <a:gd name="T12" fmla="*/ 18 w 29"/>
                <a:gd name="T13" fmla="*/ 29 h 31"/>
                <a:gd name="T14" fmla="*/ 15 w 29"/>
                <a:gd name="T15" fmla="*/ 19 h 31"/>
                <a:gd name="T16" fmla="*/ 29 w 29"/>
                <a:gd name="T17" fmla="*/ 5 h 31"/>
                <a:gd name="T18" fmla="*/ 25 w 29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31">
                  <a:moveTo>
                    <a:pt x="25" y="0"/>
                  </a:moveTo>
                  <a:lnTo>
                    <a:pt x="11" y="14"/>
                  </a:lnTo>
                  <a:lnTo>
                    <a:pt x="1" y="12"/>
                  </a:lnTo>
                  <a:lnTo>
                    <a:pt x="0" y="19"/>
                  </a:lnTo>
                  <a:lnTo>
                    <a:pt x="9" y="21"/>
                  </a:lnTo>
                  <a:lnTo>
                    <a:pt x="11" y="31"/>
                  </a:lnTo>
                  <a:lnTo>
                    <a:pt x="18" y="29"/>
                  </a:lnTo>
                  <a:lnTo>
                    <a:pt x="15" y="19"/>
                  </a:lnTo>
                  <a:lnTo>
                    <a:pt x="29" y="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0" name="Freeform 395"/>
            <p:cNvSpPr>
              <a:spLocks/>
            </p:cNvSpPr>
            <p:nvPr/>
          </p:nvSpPr>
          <p:spPr bwMode="auto">
            <a:xfrm>
              <a:off x="2623976" y="2204931"/>
              <a:ext cx="42253" cy="40845"/>
            </a:xfrm>
            <a:custGeom>
              <a:avLst/>
              <a:gdLst>
                <a:gd name="T0" fmla="*/ 4 w 30"/>
                <a:gd name="T1" fmla="*/ 29 h 29"/>
                <a:gd name="T2" fmla="*/ 18 w 30"/>
                <a:gd name="T3" fmla="*/ 16 h 29"/>
                <a:gd name="T4" fmla="*/ 28 w 30"/>
                <a:gd name="T5" fmla="*/ 17 h 29"/>
                <a:gd name="T6" fmla="*/ 30 w 30"/>
                <a:gd name="T7" fmla="*/ 11 h 29"/>
                <a:gd name="T8" fmla="*/ 19 w 30"/>
                <a:gd name="T9" fmla="*/ 9 h 29"/>
                <a:gd name="T10" fmla="*/ 18 w 30"/>
                <a:gd name="T11" fmla="*/ 0 h 29"/>
                <a:gd name="T12" fmla="*/ 11 w 30"/>
                <a:gd name="T13" fmla="*/ 0 h 29"/>
                <a:gd name="T14" fmla="*/ 13 w 30"/>
                <a:gd name="T15" fmla="*/ 11 h 29"/>
                <a:gd name="T16" fmla="*/ 0 w 30"/>
                <a:gd name="T17" fmla="*/ 24 h 29"/>
                <a:gd name="T18" fmla="*/ 4 w 30"/>
                <a:gd name="T1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9">
                  <a:moveTo>
                    <a:pt x="4" y="29"/>
                  </a:moveTo>
                  <a:lnTo>
                    <a:pt x="18" y="16"/>
                  </a:lnTo>
                  <a:lnTo>
                    <a:pt x="28" y="17"/>
                  </a:lnTo>
                  <a:lnTo>
                    <a:pt x="30" y="11"/>
                  </a:lnTo>
                  <a:lnTo>
                    <a:pt x="19" y="9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13" y="11"/>
                  </a:lnTo>
                  <a:lnTo>
                    <a:pt x="0" y="24"/>
                  </a:lnTo>
                  <a:lnTo>
                    <a:pt x="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7" name="Группа 446"/>
          <p:cNvGrpSpPr/>
          <p:nvPr/>
        </p:nvGrpSpPr>
        <p:grpSpPr>
          <a:xfrm>
            <a:off x="6394365" y="2848587"/>
            <a:ext cx="302815" cy="253519"/>
            <a:chOff x="6394365" y="2848587"/>
            <a:chExt cx="302815" cy="253519"/>
          </a:xfrm>
        </p:grpSpPr>
        <p:sp>
          <p:nvSpPr>
            <p:cNvPr id="391" name="Freeform 396"/>
            <p:cNvSpPr>
              <a:spLocks noEditPoints="1"/>
            </p:cNvSpPr>
            <p:nvPr/>
          </p:nvSpPr>
          <p:spPr bwMode="auto">
            <a:xfrm>
              <a:off x="6498589" y="2945769"/>
              <a:ext cx="92957" cy="156337"/>
            </a:xfrm>
            <a:custGeom>
              <a:avLst/>
              <a:gdLst>
                <a:gd name="T0" fmla="*/ 47 w 66"/>
                <a:gd name="T1" fmla="*/ 0 h 111"/>
                <a:gd name="T2" fmla="*/ 0 w 66"/>
                <a:gd name="T3" fmla="*/ 64 h 111"/>
                <a:gd name="T4" fmla="*/ 3 w 66"/>
                <a:gd name="T5" fmla="*/ 69 h 111"/>
                <a:gd name="T6" fmla="*/ 19 w 66"/>
                <a:gd name="T7" fmla="*/ 69 h 111"/>
                <a:gd name="T8" fmla="*/ 13 w 66"/>
                <a:gd name="T9" fmla="*/ 109 h 111"/>
                <a:gd name="T10" fmla="*/ 19 w 66"/>
                <a:gd name="T11" fmla="*/ 111 h 111"/>
                <a:gd name="T12" fmla="*/ 66 w 66"/>
                <a:gd name="T13" fmla="*/ 47 h 111"/>
                <a:gd name="T14" fmla="*/ 63 w 66"/>
                <a:gd name="T15" fmla="*/ 42 h 111"/>
                <a:gd name="T16" fmla="*/ 47 w 66"/>
                <a:gd name="T17" fmla="*/ 42 h 111"/>
                <a:gd name="T18" fmla="*/ 53 w 66"/>
                <a:gd name="T19" fmla="*/ 2 h 111"/>
                <a:gd name="T20" fmla="*/ 47 w 66"/>
                <a:gd name="T21" fmla="*/ 0 h 111"/>
                <a:gd name="T22" fmla="*/ 57 w 66"/>
                <a:gd name="T23" fmla="*/ 49 h 111"/>
                <a:gd name="T24" fmla="*/ 21 w 66"/>
                <a:gd name="T25" fmla="*/ 96 h 111"/>
                <a:gd name="T26" fmla="*/ 26 w 66"/>
                <a:gd name="T27" fmla="*/ 66 h 111"/>
                <a:gd name="T28" fmla="*/ 23 w 66"/>
                <a:gd name="T29" fmla="*/ 62 h 111"/>
                <a:gd name="T30" fmla="*/ 9 w 66"/>
                <a:gd name="T31" fmla="*/ 62 h 111"/>
                <a:gd name="T32" fmla="*/ 44 w 66"/>
                <a:gd name="T33" fmla="*/ 15 h 111"/>
                <a:gd name="T34" fmla="*/ 40 w 66"/>
                <a:gd name="T35" fmla="*/ 45 h 111"/>
                <a:gd name="T36" fmla="*/ 43 w 66"/>
                <a:gd name="T37" fmla="*/ 49 h 111"/>
                <a:gd name="T38" fmla="*/ 57 w 66"/>
                <a:gd name="T39" fmla="*/ 4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6" h="111">
                  <a:moveTo>
                    <a:pt x="47" y="0"/>
                  </a:moveTo>
                  <a:lnTo>
                    <a:pt x="0" y="64"/>
                  </a:lnTo>
                  <a:lnTo>
                    <a:pt x="3" y="69"/>
                  </a:lnTo>
                  <a:lnTo>
                    <a:pt x="19" y="69"/>
                  </a:lnTo>
                  <a:lnTo>
                    <a:pt x="13" y="109"/>
                  </a:lnTo>
                  <a:lnTo>
                    <a:pt x="19" y="111"/>
                  </a:lnTo>
                  <a:lnTo>
                    <a:pt x="66" y="47"/>
                  </a:lnTo>
                  <a:lnTo>
                    <a:pt x="63" y="42"/>
                  </a:lnTo>
                  <a:lnTo>
                    <a:pt x="47" y="42"/>
                  </a:lnTo>
                  <a:lnTo>
                    <a:pt x="53" y="2"/>
                  </a:lnTo>
                  <a:lnTo>
                    <a:pt x="47" y="0"/>
                  </a:lnTo>
                  <a:close/>
                  <a:moveTo>
                    <a:pt x="57" y="49"/>
                  </a:moveTo>
                  <a:lnTo>
                    <a:pt x="21" y="96"/>
                  </a:lnTo>
                  <a:lnTo>
                    <a:pt x="26" y="66"/>
                  </a:lnTo>
                  <a:lnTo>
                    <a:pt x="23" y="62"/>
                  </a:lnTo>
                  <a:lnTo>
                    <a:pt x="9" y="62"/>
                  </a:lnTo>
                  <a:lnTo>
                    <a:pt x="44" y="15"/>
                  </a:lnTo>
                  <a:lnTo>
                    <a:pt x="40" y="45"/>
                  </a:lnTo>
                  <a:lnTo>
                    <a:pt x="43" y="49"/>
                  </a:lnTo>
                  <a:lnTo>
                    <a:pt x="57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2" name="Freeform 397"/>
            <p:cNvSpPr>
              <a:spLocks/>
            </p:cNvSpPr>
            <p:nvPr/>
          </p:nvSpPr>
          <p:spPr bwMode="auto">
            <a:xfrm>
              <a:off x="6394365" y="2848587"/>
              <a:ext cx="302815" cy="184506"/>
            </a:xfrm>
            <a:custGeom>
              <a:avLst/>
              <a:gdLst>
                <a:gd name="T0" fmla="*/ 223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72 w 256"/>
                <a:gd name="T13" fmla="*/ 156 h 156"/>
                <a:gd name="T14" fmla="*/ 72 w 256"/>
                <a:gd name="T15" fmla="*/ 148 h 156"/>
                <a:gd name="T16" fmla="*/ 44 w 256"/>
                <a:gd name="T17" fmla="*/ 148 h 156"/>
                <a:gd name="T18" fmla="*/ 8 w 256"/>
                <a:gd name="T19" fmla="*/ 112 h 156"/>
                <a:gd name="T20" fmla="*/ 44 w 256"/>
                <a:gd name="T21" fmla="*/ 72 h 156"/>
                <a:gd name="T22" fmla="*/ 55 w 256"/>
                <a:gd name="T23" fmla="*/ 72 h 156"/>
                <a:gd name="T24" fmla="*/ 55 w 256"/>
                <a:gd name="T25" fmla="*/ 69 h 156"/>
                <a:gd name="T26" fmla="*/ 136 w 256"/>
                <a:gd name="T27" fmla="*/ 8 h 156"/>
                <a:gd name="T28" fmla="*/ 216 w 256"/>
                <a:gd name="T29" fmla="*/ 84 h 156"/>
                <a:gd name="T30" fmla="*/ 216 w 256"/>
                <a:gd name="T31" fmla="*/ 88 h 156"/>
                <a:gd name="T32" fmla="*/ 220 w 256"/>
                <a:gd name="T33" fmla="*/ 88 h 156"/>
                <a:gd name="T34" fmla="*/ 248 w 256"/>
                <a:gd name="T35" fmla="*/ 120 h 156"/>
                <a:gd name="T36" fmla="*/ 220 w 256"/>
                <a:gd name="T37" fmla="*/ 148 h 156"/>
                <a:gd name="T38" fmla="*/ 184 w 256"/>
                <a:gd name="T39" fmla="*/ 148 h 156"/>
                <a:gd name="T40" fmla="*/ 184 w 256"/>
                <a:gd name="T41" fmla="*/ 156 h 156"/>
                <a:gd name="T42" fmla="*/ 220 w 256"/>
                <a:gd name="T43" fmla="*/ 156 h 156"/>
                <a:gd name="T44" fmla="*/ 256 w 256"/>
                <a:gd name="T45" fmla="*/ 120 h 156"/>
                <a:gd name="T46" fmla="*/ 223 w 256"/>
                <a:gd name="T47" fmla="*/ 8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6" h="156">
                  <a:moveTo>
                    <a:pt x="223" y="80"/>
                  </a:move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ubicBezTo>
                    <a:pt x="72" y="156"/>
                    <a:pt x="72" y="156"/>
                    <a:pt x="72" y="156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2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62" y="33"/>
                    <a:pt x="96" y="8"/>
                    <a:pt x="136" y="8"/>
                  </a:cubicBezTo>
                  <a:cubicBezTo>
                    <a:pt x="180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4" y="156"/>
                    <a:pt x="184" y="156"/>
                    <a:pt x="18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0"/>
                    <a:pt x="256" y="120"/>
                  </a:cubicBezTo>
                  <a:cubicBezTo>
                    <a:pt x="256" y="102"/>
                    <a:pt x="243" y="82"/>
                    <a:pt x="223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8" name="Группа 447"/>
          <p:cNvGrpSpPr/>
          <p:nvPr/>
        </p:nvGrpSpPr>
        <p:grpSpPr>
          <a:xfrm>
            <a:off x="6785911" y="2859854"/>
            <a:ext cx="302815" cy="232393"/>
            <a:chOff x="6785911" y="2859854"/>
            <a:chExt cx="302815" cy="232393"/>
          </a:xfrm>
        </p:grpSpPr>
        <p:sp>
          <p:nvSpPr>
            <p:cNvPr id="393" name="Freeform 398"/>
            <p:cNvSpPr>
              <a:spLocks/>
            </p:cNvSpPr>
            <p:nvPr/>
          </p:nvSpPr>
          <p:spPr bwMode="auto">
            <a:xfrm>
              <a:off x="6785911" y="2859854"/>
              <a:ext cx="302815" cy="184506"/>
            </a:xfrm>
            <a:custGeom>
              <a:avLst/>
              <a:gdLst>
                <a:gd name="T0" fmla="*/ 224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72 w 256"/>
                <a:gd name="T13" fmla="*/ 156 h 156"/>
                <a:gd name="T14" fmla="*/ 72 w 256"/>
                <a:gd name="T15" fmla="*/ 148 h 156"/>
                <a:gd name="T16" fmla="*/ 44 w 256"/>
                <a:gd name="T17" fmla="*/ 148 h 156"/>
                <a:gd name="T18" fmla="*/ 8 w 256"/>
                <a:gd name="T19" fmla="*/ 112 h 156"/>
                <a:gd name="T20" fmla="*/ 44 w 256"/>
                <a:gd name="T21" fmla="*/ 72 h 156"/>
                <a:gd name="T22" fmla="*/ 55 w 256"/>
                <a:gd name="T23" fmla="*/ 72 h 156"/>
                <a:gd name="T24" fmla="*/ 56 w 256"/>
                <a:gd name="T25" fmla="*/ 69 h 156"/>
                <a:gd name="T26" fmla="*/ 136 w 256"/>
                <a:gd name="T27" fmla="*/ 8 h 156"/>
                <a:gd name="T28" fmla="*/ 216 w 256"/>
                <a:gd name="T29" fmla="*/ 84 h 156"/>
                <a:gd name="T30" fmla="*/ 216 w 256"/>
                <a:gd name="T31" fmla="*/ 88 h 156"/>
                <a:gd name="T32" fmla="*/ 220 w 256"/>
                <a:gd name="T33" fmla="*/ 88 h 156"/>
                <a:gd name="T34" fmla="*/ 248 w 256"/>
                <a:gd name="T35" fmla="*/ 120 h 156"/>
                <a:gd name="T36" fmla="*/ 220 w 256"/>
                <a:gd name="T37" fmla="*/ 148 h 156"/>
                <a:gd name="T38" fmla="*/ 180 w 256"/>
                <a:gd name="T39" fmla="*/ 148 h 156"/>
                <a:gd name="T40" fmla="*/ 180 w 256"/>
                <a:gd name="T41" fmla="*/ 156 h 156"/>
                <a:gd name="T42" fmla="*/ 220 w 256"/>
                <a:gd name="T43" fmla="*/ 156 h 156"/>
                <a:gd name="T44" fmla="*/ 256 w 256"/>
                <a:gd name="T45" fmla="*/ 120 h 156"/>
                <a:gd name="T46" fmla="*/ 224 w 256"/>
                <a:gd name="T47" fmla="*/ 8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6" h="156">
                  <a:moveTo>
                    <a:pt x="224" y="80"/>
                  </a:moveTo>
                  <a:cubicBezTo>
                    <a:pt x="222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ubicBezTo>
                    <a:pt x="72" y="156"/>
                    <a:pt x="72" y="156"/>
                    <a:pt x="72" y="156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3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180" y="148"/>
                    <a:pt x="180" y="148"/>
                    <a:pt x="180" y="148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1"/>
                    <a:pt x="256" y="120"/>
                  </a:cubicBezTo>
                  <a:cubicBezTo>
                    <a:pt x="256" y="102"/>
                    <a:pt x="243" y="83"/>
                    <a:pt x="224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4" name="Freeform 399"/>
            <p:cNvSpPr>
              <a:spLocks noEditPoints="1"/>
            </p:cNvSpPr>
            <p:nvPr/>
          </p:nvSpPr>
          <p:spPr bwMode="auto">
            <a:xfrm>
              <a:off x="6890135" y="2961262"/>
              <a:ext cx="90140" cy="130985"/>
            </a:xfrm>
            <a:custGeom>
              <a:avLst/>
              <a:gdLst>
                <a:gd name="T0" fmla="*/ 76 w 76"/>
                <a:gd name="T1" fmla="*/ 74 h 110"/>
                <a:gd name="T2" fmla="*/ 43 w 76"/>
                <a:gd name="T3" fmla="*/ 4 h 110"/>
                <a:gd name="T4" fmla="*/ 40 w 76"/>
                <a:gd name="T5" fmla="*/ 0 h 110"/>
                <a:gd name="T6" fmla="*/ 37 w 76"/>
                <a:gd name="T7" fmla="*/ 3 h 110"/>
                <a:gd name="T8" fmla="*/ 0 w 76"/>
                <a:gd name="T9" fmla="*/ 74 h 110"/>
                <a:gd name="T10" fmla="*/ 40 w 76"/>
                <a:gd name="T11" fmla="*/ 110 h 110"/>
                <a:gd name="T12" fmla="*/ 76 w 76"/>
                <a:gd name="T13" fmla="*/ 74 h 110"/>
                <a:gd name="T14" fmla="*/ 40 w 76"/>
                <a:gd name="T15" fmla="*/ 102 h 110"/>
                <a:gd name="T16" fmla="*/ 8 w 76"/>
                <a:gd name="T17" fmla="*/ 74 h 110"/>
                <a:gd name="T18" fmla="*/ 39 w 76"/>
                <a:gd name="T19" fmla="*/ 12 h 110"/>
                <a:gd name="T20" fmla="*/ 68 w 76"/>
                <a:gd name="T21" fmla="*/ 74 h 110"/>
                <a:gd name="T22" fmla="*/ 40 w 76"/>
                <a:gd name="T23" fmla="*/ 10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10">
                  <a:moveTo>
                    <a:pt x="76" y="74"/>
                  </a:moveTo>
                  <a:cubicBezTo>
                    <a:pt x="76" y="45"/>
                    <a:pt x="44" y="5"/>
                    <a:pt x="43" y="4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5" y="5"/>
                    <a:pt x="0" y="45"/>
                    <a:pt x="0" y="74"/>
                  </a:cubicBezTo>
                  <a:cubicBezTo>
                    <a:pt x="0" y="95"/>
                    <a:pt x="16" y="110"/>
                    <a:pt x="40" y="110"/>
                  </a:cubicBezTo>
                  <a:cubicBezTo>
                    <a:pt x="62" y="110"/>
                    <a:pt x="76" y="96"/>
                    <a:pt x="76" y="74"/>
                  </a:cubicBezTo>
                  <a:close/>
                  <a:moveTo>
                    <a:pt x="40" y="102"/>
                  </a:moveTo>
                  <a:cubicBezTo>
                    <a:pt x="24" y="102"/>
                    <a:pt x="8" y="93"/>
                    <a:pt x="8" y="74"/>
                  </a:cubicBezTo>
                  <a:cubicBezTo>
                    <a:pt x="8" y="53"/>
                    <a:pt x="31" y="23"/>
                    <a:pt x="39" y="12"/>
                  </a:cubicBezTo>
                  <a:cubicBezTo>
                    <a:pt x="47" y="23"/>
                    <a:pt x="68" y="53"/>
                    <a:pt x="68" y="74"/>
                  </a:cubicBezTo>
                  <a:cubicBezTo>
                    <a:pt x="68" y="92"/>
                    <a:pt x="57" y="102"/>
                    <a:pt x="40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95" name="Freeform 400"/>
          <p:cNvSpPr>
            <a:spLocks noEditPoints="1"/>
          </p:cNvSpPr>
          <p:nvPr/>
        </p:nvSpPr>
        <p:spPr bwMode="auto">
          <a:xfrm>
            <a:off x="4822548" y="3276752"/>
            <a:ext cx="302815" cy="184506"/>
          </a:xfrm>
          <a:custGeom>
            <a:avLst/>
            <a:gdLst>
              <a:gd name="T0" fmla="*/ 44 w 256"/>
              <a:gd name="T1" fmla="*/ 156 h 156"/>
              <a:gd name="T2" fmla="*/ 220 w 256"/>
              <a:gd name="T3" fmla="*/ 156 h 156"/>
              <a:gd name="T4" fmla="*/ 256 w 256"/>
              <a:gd name="T5" fmla="*/ 120 h 156"/>
              <a:gd name="T6" fmla="*/ 224 w 256"/>
              <a:gd name="T7" fmla="*/ 80 h 156"/>
              <a:gd name="T8" fmla="*/ 136 w 256"/>
              <a:gd name="T9" fmla="*/ 0 h 156"/>
              <a:gd name="T10" fmla="*/ 49 w 256"/>
              <a:gd name="T11" fmla="*/ 64 h 156"/>
              <a:gd name="T12" fmla="*/ 44 w 256"/>
              <a:gd name="T13" fmla="*/ 64 h 156"/>
              <a:gd name="T14" fmla="*/ 0 w 256"/>
              <a:gd name="T15" fmla="*/ 112 h 156"/>
              <a:gd name="T16" fmla="*/ 44 w 256"/>
              <a:gd name="T17" fmla="*/ 156 h 156"/>
              <a:gd name="T18" fmla="*/ 44 w 256"/>
              <a:gd name="T19" fmla="*/ 72 h 156"/>
              <a:gd name="T20" fmla="*/ 55 w 256"/>
              <a:gd name="T21" fmla="*/ 72 h 156"/>
              <a:gd name="T22" fmla="*/ 56 w 256"/>
              <a:gd name="T23" fmla="*/ 69 h 156"/>
              <a:gd name="T24" fmla="*/ 136 w 256"/>
              <a:gd name="T25" fmla="*/ 8 h 156"/>
              <a:gd name="T26" fmla="*/ 216 w 256"/>
              <a:gd name="T27" fmla="*/ 84 h 156"/>
              <a:gd name="T28" fmla="*/ 216 w 256"/>
              <a:gd name="T29" fmla="*/ 88 h 156"/>
              <a:gd name="T30" fmla="*/ 220 w 256"/>
              <a:gd name="T31" fmla="*/ 88 h 156"/>
              <a:gd name="T32" fmla="*/ 248 w 256"/>
              <a:gd name="T33" fmla="*/ 120 h 156"/>
              <a:gd name="T34" fmla="*/ 220 w 256"/>
              <a:gd name="T35" fmla="*/ 148 h 156"/>
              <a:gd name="T36" fmla="*/ 44 w 256"/>
              <a:gd name="T37" fmla="*/ 148 h 156"/>
              <a:gd name="T38" fmla="*/ 8 w 256"/>
              <a:gd name="T39" fmla="*/ 112 h 156"/>
              <a:gd name="T40" fmla="*/ 44 w 256"/>
              <a:gd name="T41" fmla="*/ 7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156">
                <a:moveTo>
                  <a:pt x="44" y="156"/>
                </a:moveTo>
                <a:cubicBezTo>
                  <a:pt x="220" y="156"/>
                  <a:pt x="220" y="156"/>
                  <a:pt x="220" y="156"/>
                </a:cubicBezTo>
                <a:cubicBezTo>
                  <a:pt x="241" y="156"/>
                  <a:pt x="256" y="141"/>
                  <a:pt x="256" y="120"/>
                </a:cubicBezTo>
                <a:cubicBezTo>
                  <a:pt x="256" y="102"/>
                  <a:pt x="243" y="83"/>
                  <a:pt x="224" y="80"/>
                </a:cubicBezTo>
                <a:cubicBezTo>
                  <a:pt x="222" y="35"/>
                  <a:pt x="184" y="0"/>
                  <a:pt x="136" y="0"/>
                </a:cubicBezTo>
                <a:cubicBezTo>
                  <a:pt x="94" y="0"/>
                  <a:pt x="58" y="27"/>
                  <a:pt x="49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20" y="64"/>
                  <a:pt x="0" y="86"/>
                  <a:pt x="0" y="112"/>
                </a:cubicBezTo>
                <a:cubicBezTo>
                  <a:pt x="0" y="137"/>
                  <a:pt x="19" y="156"/>
                  <a:pt x="44" y="156"/>
                </a:cubicBezTo>
                <a:close/>
                <a:moveTo>
                  <a:pt x="44" y="72"/>
                </a:moveTo>
                <a:cubicBezTo>
                  <a:pt x="55" y="72"/>
                  <a:pt x="55" y="72"/>
                  <a:pt x="55" y="72"/>
                </a:cubicBezTo>
                <a:cubicBezTo>
                  <a:pt x="56" y="69"/>
                  <a:pt x="56" y="69"/>
                  <a:pt x="56" y="69"/>
                </a:cubicBezTo>
                <a:cubicBezTo>
                  <a:pt x="63" y="34"/>
                  <a:pt x="96" y="8"/>
                  <a:pt x="136" y="8"/>
                </a:cubicBezTo>
                <a:cubicBezTo>
                  <a:pt x="181" y="8"/>
                  <a:pt x="216" y="42"/>
                  <a:pt x="216" y="84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37" y="88"/>
                  <a:pt x="248" y="105"/>
                  <a:pt x="248" y="120"/>
                </a:cubicBezTo>
                <a:cubicBezTo>
                  <a:pt x="248" y="136"/>
                  <a:pt x="236" y="148"/>
                  <a:pt x="220" y="148"/>
                </a:cubicBezTo>
                <a:cubicBezTo>
                  <a:pt x="44" y="148"/>
                  <a:pt x="44" y="148"/>
                  <a:pt x="44" y="148"/>
                </a:cubicBezTo>
                <a:cubicBezTo>
                  <a:pt x="24" y="148"/>
                  <a:pt x="8" y="133"/>
                  <a:pt x="8" y="112"/>
                </a:cubicBezTo>
                <a:cubicBezTo>
                  <a:pt x="8" y="91"/>
                  <a:pt x="25" y="72"/>
                  <a:pt x="44" y="7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6" name="Freeform 401"/>
          <p:cNvSpPr>
            <a:spLocks noEditPoints="1"/>
          </p:cNvSpPr>
          <p:nvPr/>
        </p:nvSpPr>
        <p:spPr bwMode="auto">
          <a:xfrm>
            <a:off x="5253530" y="3610552"/>
            <a:ext cx="226759" cy="302815"/>
          </a:xfrm>
          <a:custGeom>
            <a:avLst/>
            <a:gdLst>
              <a:gd name="T0" fmla="*/ 160 w 192"/>
              <a:gd name="T1" fmla="*/ 156 h 256"/>
              <a:gd name="T2" fmla="*/ 111 w 192"/>
              <a:gd name="T3" fmla="*/ 189 h 256"/>
              <a:gd name="T4" fmla="*/ 104 w 192"/>
              <a:gd name="T5" fmla="*/ 160 h 256"/>
              <a:gd name="T6" fmla="*/ 104 w 192"/>
              <a:gd name="T7" fmla="*/ 44 h 256"/>
              <a:gd name="T8" fmla="*/ 72 w 192"/>
              <a:gd name="T9" fmla="*/ 0 h 256"/>
              <a:gd name="T10" fmla="*/ 46 w 192"/>
              <a:gd name="T11" fmla="*/ 17 h 256"/>
              <a:gd name="T12" fmla="*/ 40 w 192"/>
              <a:gd name="T13" fmla="*/ 6 h 256"/>
              <a:gd name="T14" fmla="*/ 28 w 192"/>
              <a:gd name="T15" fmla="*/ 0 h 256"/>
              <a:gd name="T16" fmla="*/ 0 w 192"/>
              <a:gd name="T17" fmla="*/ 20 h 256"/>
              <a:gd name="T18" fmla="*/ 8 w 192"/>
              <a:gd name="T19" fmla="*/ 20 h 256"/>
              <a:gd name="T20" fmla="*/ 28 w 192"/>
              <a:gd name="T21" fmla="*/ 8 h 256"/>
              <a:gd name="T22" fmla="*/ 35 w 192"/>
              <a:gd name="T23" fmla="*/ 11 h 256"/>
              <a:gd name="T24" fmla="*/ 40 w 192"/>
              <a:gd name="T25" fmla="*/ 38 h 256"/>
              <a:gd name="T26" fmla="*/ 40 w 192"/>
              <a:gd name="T27" fmla="*/ 44 h 256"/>
              <a:gd name="T28" fmla="*/ 40 w 192"/>
              <a:gd name="T29" fmla="*/ 160 h 256"/>
              <a:gd name="T30" fmla="*/ 48 w 192"/>
              <a:gd name="T31" fmla="*/ 160 h 256"/>
              <a:gd name="T32" fmla="*/ 48 w 192"/>
              <a:gd name="T33" fmla="*/ 45 h 256"/>
              <a:gd name="T34" fmla="*/ 48 w 192"/>
              <a:gd name="T35" fmla="*/ 40 h 256"/>
              <a:gd name="T36" fmla="*/ 72 w 192"/>
              <a:gd name="T37" fmla="*/ 8 h 256"/>
              <a:gd name="T38" fmla="*/ 96 w 192"/>
              <a:gd name="T39" fmla="*/ 44 h 256"/>
              <a:gd name="T40" fmla="*/ 96 w 192"/>
              <a:gd name="T41" fmla="*/ 160 h 256"/>
              <a:gd name="T42" fmla="*/ 109 w 192"/>
              <a:gd name="T43" fmla="*/ 200 h 256"/>
              <a:gd name="T44" fmla="*/ 108 w 192"/>
              <a:gd name="T45" fmla="*/ 208 h 256"/>
              <a:gd name="T46" fmla="*/ 108 w 192"/>
              <a:gd name="T47" fmla="*/ 209 h 256"/>
              <a:gd name="T48" fmla="*/ 99 w 192"/>
              <a:gd name="T49" fmla="*/ 237 h 256"/>
              <a:gd name="T50" fmla="*/ 64 w 192"/>
              <a:gd name="T51" fmla="*/ 248 h 256"/>
              <a:gd name="T52" fmla="*/ 64 w 192"/>
              <a:gd name="T53" fmla="*/ 256 h 256"/>
              <a:gd name="T54" fmla="*/ 105 w 192"/>
              <a:gd name="T55" fmla="*/ 242 h 256"/>
              <a:gd name="T56" fmla="*/ 116 w 192"/>
              <a:gd name="T57" fmla="*/ 209 h 256"/>
              <a:gd name="T58" fmla="*/ 116 w 192"/>
              <a:gd name="T59" fmla="*/ 208 h 256"/>
              <a:gd name="T60" fmla="*/ 116 w 192"/>
              <a:gd name="T61" fmla="*/ 207 h 256"/>
              <a:gd name="T62" fmla="*/ 160 w 192"/>
              <a:gd name="T63" fmla="*/ 220 h 256"/>
              <a:gd name="T64" fmla="*/ 192 w 192"/>
              <a:gd name="T65" fmla="*/ 188 h 256"/>
              <a:gd name="T66" fmla="*/ 160 w 192"/>
              <a:gd name="T67" fmla="*/ 156 h 256"/>
              <a:gd name="T68" fmla="*/ 160 w 192"/>
              <a:gd name="T69" fmla="*/ 212 h 256"/>
              <a:gd name="T70" fmla="*/ 117 w 192"/>
              <a:gd name="T71" fmla="*/ 197 h 256"/>
              <a:gd name="T72" fmla="*/ 160 w 192"/>
              <a:gd name="T73" fmla="*/ 164 h 256"/>
              <a:gd name="T74" fmla="*/ 184 w 192"/>
              <a:gd name="T75" fmla="*/ 188 h 256"/>
              <a:gd name="T76" fmla="*/ 160 w 192"/>
              <a:gd name="T77" fmla="*/ 2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2" h="256">
                <a:moveTo>
                  <a:pt x="160" y="156"/>
                </a:moveTo>
                <a:cubicBezTo>
                  <a:pt x="140" y="156"/>
                  <a:pt x="119" y="165"/>
                  <a:pt x="111" y="189"/>
                </a:cubicBezTo>
                <a:cubicBezTo>
                  <a:pt x="103" y="175"/>
                  <a:pt x="104" y="161"/>
                  <a:pt x="104" y="160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29"/>
                  <a:pt x="97" y="0"/>
                  <a:pt x="72" y="0"/>
                </a:cubicBezTo>
                <a:cubicBezTo>
                  <a:pt x="59" y="0"/>
                  <a:pt x="51" y="8"/>
                  <a:pt x="46" y="17"/>
                </a:cubicBezTo>
                <a:cubicBezTo>
                  <a:pt x="45" y="13"/>
                  <a:pt x="43" y="9"/>
                  <a:pt x="40" y="6"/>
                </a:cubicBezTo>
                <a:cubicBezTo>
                  <a:pt x="37" y="2"/>
                  <a:pt x="33" y="0"/>
                  <a:pt x="28" y="0"/>
                </a:cubicBezTo>
                <a:cubicBezTo>
                  <a:pt x="1" y="0"/>
                  <a:pt x="0" y="20"/>
                  <a:pt x="0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19"/>
                  <a:pt x="9" y="8"/>
                  <a:pt x="28" y="8"/>
                </a:cubicBezTo>
                <a:cubicBezTo>
                  <a:pt x="31" y="8"/>
                  <a:pt x="33" y="9"/>
                  <a:pt x="35" y="11"/>
                </a:cubicBezTo>
                <a:cubicBezTo>
                  <a:pt x="40" y="17"/>
                  <a:pt x="41" y="30"/>
                  <a:pt x="40" y="38"/>
                </a:cubicBezTo>
                <a:cubicBezTo>
                  <a:pt x="40" y="41"/>
                  <a:pt x="40" y="43"/>
                  <a:pt x="40" y="44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4"/>
                  <a:pt x="48" y="42"/>
                  <a:pt x="48" y="40"/>
                </a:cubicBezTo>
                <a:cubicBezTo>
                  <a:pt x="49" y="30"/>
                  <a:pt x="54" y="8"/>
                  <a:pt x="72" y="8"/>
                </a:cubicBezTo>
                <a:cubicBezTo>
                  <a:pt x="96" y="8"/>
                  <a:pt x="96" y="43"/>
                  <a:pt x="96" y="44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6" y="161"/>
                  <a:pt x="95" y="182"/>
                  <a:pt x="109" y="200"/>
                </a:cubicBezTo>
                <a:cubicBezTo>
                  <a:pt x="108" y="202"/>
                  <a:pt x="108" y="205"/>
                  <a:pt x="108" y="208"/>
                </a:cubicBezTo>
                <a:cubicBezTo>
                  <a:pt x="108" y="209"/>
                  <a:pt x="108" y="209"/>
                  <a:pt x="108" y="209"/>
                </a:cubicBezTo>
                <a:cubicBezTo>
                  <a:pt x="109" y="221"/>
                  <a:pt x="106" y="230"/>
                  <a:pt x="99" y="237"/>
                </a:cubicBezTo>
                <a:cubicBezTo>
                  <a:pt x="92" y="244"/>
                  <a:pt x="80" y="248"/>
                  <a:pt x="64" y="248"/>
                </a:cubicBezTo>
                <a:cubicBezTo>
                  <a:pt x="64" y="256"/>
                  <a:pt x="64" y="256"/>
                  <a:pt x="64" y="256"/>
                </a:cubicBezTo>
                <a:cubicBezTo>
                  <a:pt x="82" y="256"/>
                  <a:pt x="96" y="252"/>
                  <a:pt x="105" y="242"/>
                </a:cubicBezTo>
                <a:cubicBezTo>
                  <a:pt x="113" y="234"/>
                  <a:pt x="117" y="223"/>
                  <a:pt x="116" y="209"/>
                </a:cubicBezTo>
                <a:cubicBezTo>
                  <a:pt x="116" y="208"/>
                  <a:pt x="116" y="208"/>
                  <a:pt x="116" y="208"/>
                </a:cubicBezTo>
                <a:cubicBezTo>
                  <a:pt x="116" y="208"/>
                  <a:pt x="116" y="208"/>
                  <a:pt x="116" y="207"/>
                </a:cubicBezTo>
                <a:cubicBezTo>
                  <a:pt x="127" y="216"/>
                  <a:pt x="142" y="220"/>
                  <a:pt x="160" y="220"/>
                </a:cubicBezTo>
                <a:cubicBezTo>
                  <a:pt x="178" y="220"/>
                  <a:pt x="192" y="206"/>
                  <a:pt x="192" y="188"/>
                </a:cubicBezTo>
                <a:cubicBezTo>
                  <a:pt x="192" y="171"/>
                  <a:pt x="178" y="156"/>
                  <a:pt x="160" y="156"/>
                </a:cubicBezTo>
                <a:close/>
                <a:moveTo>
                  <a:pt x="160" y="212"/>
                </a:moveTo>
                <a:cubicBezTo>
                  <a:pt x="141" y="212"/>
                  <a:pt x="127" y="207"/>
                  <a:pt x="117" y="197"/>
                </a:cubicBezTo>
                <a:cubicBezTo>
                  <a:pt x="122" y="168"/>
                  <a:pt x="148" y="164"/>
                  <a:pt x="160" y="164"/>
                </a:cubicBezTo>
                <a:cubicBezTo>
                  <a:pt x="173" y="164"/>
                  <a:pt x="184" y="175"/>
                  <a:pt x="184" y="188"/>
                </a:cubicBezTo>
                <a:cubicBezTo>
                  <a:pt x="184" y="202"/>
                  <a:pt x="173" y="212"/>
                  <a:pt x="160" y="2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7" name="Группа 456"/>
          <p:cNvGrpSpPr/>
          <p:nvPr/>
        </p:nvGrpSpPr>
        <p:grpSpPr>
          <a:xfrm>
            <a:off x="5605639" y="3666890"/>
            <a:ext cx="307041" cy="188731"/>
            <a:chOff x="5605639" y="3666890"/>
            <a:chExt cx="307041" cy="188731"/>
          </a:xfrm>
        </p:grpSpPr>
        <p:sp>
          <p:nvSpPr>
            <p:cNvPr id="397" name="Freeform 402"/>
            <p:cNvSpPr>
              <a:spLocks noEditPoints="1"/>
            </p:cNvSpPr>
            <p:nvPr/>
          </p:nvSpPr>
          <p:spPr bwMode="auto">
            <a:xfrm>
              <a:off x="5607048" y="3666890"/>
              <a:ext cx="305632" cy="122535"/>
            </a:xfrm>
            <a:custGeom>
              <a:avLst/>
              <a:gdLst>
                <a:gd name="T0" fmla="*/ 18 w 258"/>
                <a:gd name="T1" fmla="*/ 25 h 104"/>
                <a:gd name="T2" fmla="*/ 18 w 258"/>
                <a:gd name="T3" fmla="*/ 25 h 104"/>
                <a:gd name="T4" fmla="*/ 0 w 258"/>
                <a:gd name="T5" fmla="*/ 60 h 104"/>
                <a:gd name="T6" fmla="*/ 44 w 258"/>
                <a:gd name="T7" fmla="*/ 104 h 104"/>
                <a:gd name="T8" fmla="*/ 88 w 258"/>
                <a:gd name="T9" fmla="*/ 60 h 104"/>
                <a:gd name="T10" fmla="*/ 54 w 258"/>
                <a:gd name="T11" fmla="*/ 18 h 104"/>
                <a:gd name="T12" fmla="*/ 132 w 258"/>
                <a:gd name="T13" fmla="*/ 8 h 104"/>
                <a:gd name="T14" fmla="*/ 254 w 258"/>
                <a:gd name="T15" fmla="*/ 48 h 104"/>
                <a:gd name="T16" fmla="*/ 258 w 258"/>
                <a:gd name="T17" fmla="*/ 41 h 104"/>
                <a:gd name="T18" fmla="*/ 132 w 258"/>
                <a:gd name="T19" fmla="*/ 0 h 104"/>
                <a:gd name="T20" fmla="*/ 18 w 258"/>
                <a:gd name="T21" fmla="*/ 25 h 104"/>
                <a:gd name="T22" fmla="*/ 80 w 258"/>
                <a:gd name="T23" fmla="*/ 60 h 104"/>
                <a:gd name="T24" fmla="*/ 44 w 258"/>
                <a:gd name="T25" fmla="*/ 96 h 104"/>
                <a:gd name="T26" fmla="*/ 8 w 258"/>
                <a:gd name="T27" fmla="*/ 60 h 104"/>
                <a:gd name="T28" fmla="*/ 44 w 258"/>
                <a:gd name="T29" fmla="*/ 24 h 104"/>
                <a:gd name="T30" fmla="*/ 80 w 258"/>
                <a:gd name="T31" fmla="*/ 6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8" h="104">
                  <a:moveTo>
                    <a:pt x="18" y="25"/>
                  </a:moveTo>
                  <a:cubicBezTo>
                    <a:pt x="18" y="25"/>
                    <a:pt x="18" y="25"/>
                    <a:pt x="18" y="25"/>
                  </a:cubicBezTo>
                  <a:cubicBezTo>
                    <a:pt x="7" y="33"/>
                    <a:pt x="0" y="46"/>
                    <a:pt x="0" y="60"/>
                  </a:cubicBezTo>
                  <a:cubicBezTo>
                    <a:pt x="0" y="85"/>
                    <a:pt x="20" y="104"/>
                    <a:pt x="44" y="104"/>
                  </a:cubicBezTo>
                  <a:cubicBezTo>
                    <a:pt x="69" y="104"/>
                    <a:pt x="88" y="85"/>
                    <a:pt x="88" y="60"/>
                  </a:cubicBezTo>
                  <a:cubicBezTo>
                    <a:pt x="88" y="40"/>
                    <a:pt x="74" y="22"/>
                    <a:pt x="54" y="18"/>
                  </a:cubicBezTo>
                  <a:cubicBezTo>
                    <a:pt x="72" y="13"/>
                    <a:pt x="97" y="8"/>
                    <a:pt x="132" y="8"/>
                  </a:cubicBezTo>
                  <a:cubicBezTo>
                    <a:pt x="190" y="8"/>
                    <a:pt x="254" y="47"/>
                    <a:pt x="254" y="48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56" y="39"/>
                    <a:pt x="193" y="0"/>
                    <a:pt x="132" y="0"/>
                  </a:cubicBezTo>
                  <a:cubicBezTo>
                    <a:pt x="48" y="0"/>
                    <a:pt x="19" y="24"/>
                    <a:pt x="18" y="25"/>
                  </a:cubicBezTo>
                  <a:close/>
                  <a:moveTo>
                    <a:pt x="80" y="60"/>
                  </a:moveTo>
                  <a:cubicBezTo>
                    <a:pt x="80" y="80"/>
                    <a:pt x="64" y="96"/>
                    <a:pt x="44" y="96"/>
                  </a:cubicBezTo>
                  <a:cubicBezTo>
                    <a:pt x="24" y="96"/>
                    <a:pt x="8" y="80"/>
                    <a:pt x="8" y="60"/>
                  </a:cubicBezTo>
                  <a:cubicBezTo>
                    <a:pt x="8" y="40"/>
                    <a:pt x="24" y="24"/>
                    <a:pt x="44" y="24"/>
                  </a:cubicBezTo>
                  <a:cubicBezTo>
                    <a:pt x="64" y="24"/>
                    <a:pt x="80" y="40"/>
                    <a:pt x="80" y="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8" name="Freeform 403"/>
            <p:cNvSpPr>
              <a:spLocks noEditPoints="1"/>
            </p:cNvSpPr>
            <p:nvPr/>
          </p:nvSpPr>
          <p:spPr bwMode="auto">
            <a:xfrm>
              <a:off x="5605639" y="3733086"/>
              <a:ext cx="304223" cy="122535"/>
            </a:xfrm>
            <a:custGeom>
              <a:avLst/>
              <a:gdLst>
                <a:gd name="T0" fmla="*/ 214 w 258"/>
                <a:gd name="T1" fmla="*/ 0 h 104"/>
                <a:gd name="T2" fmla="*/ 170 w 258"/>
                <a:gd name="T3" fmla="*/ 44 h 104"/>
                <a:gd name="T4" fmla="*/ 204 w 258"/>
                <a:gd name="T5" fmla="*/ 87 h 104"/>
                <a:gd name="T6" fmla="*/ 126 w 258"/>
                <a:gd name="T7" fmla="*/ 96 h 104"/>
                <a:gd name="T8" fmla="*/ 4 w 258"/>
                <a:gd name="T9" fmla="*/ 57 h 104"/>
                <a:gd name="T10" fmla="*/ 0 w 258"/>
                <a:gd name="T11" fmla="*/ 64 h 104"/>
                <a:gd name="T12" fmla="*/ 126 w 258"/>
                <a:gd name="T13" fmla="*/ 104 h 104"/>
                <a:gd name="T14" fmla="*/ 241 w 258"/>
                <a:gd name="T15" fmla="*/ 79 h 104"/>
                <a:gd name="T16" fmla="*/ 241 w 258"/>
                <a:gd name="T17" fmla="*/ 79 h 104"/>
                <a:gd name="T18" fmla="*/ 258 w 258"/>
                <a:gd name="T19" fmla="*/ 44 h 104"/>
                <a:gd name="T20" fmla="*/ 214 w 258"/>
                <a:gd name="T21" fmla="*/ 0 h 104"/>
                <a:gd name="T22" fmla="*/ 214 w 258"/>
                <a:gd name="T23" fmla="*/ 80 h 104"/>
                <a:gd name="T24" fmla="*/ 178 w 258"/>
                <a:gd name="T25" fmla="*/ 44 h 104"/>
                <a:gd name="T26" fmla="*/ 214 w 258"/>
                <a:gd name="T27" fmla="*/ 8 h 104"/>
                <a:gd name="T28" fmla="*/ 250 w 258"/>
                <a:gd name="T29" fmla="*/ 44 h 104"/>
                <a:gd name="T30" fmla="*/ 214 w 258"/>
                <a:gd name="T31" fmla="*/ 8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8" h="104">
                  <a:moveTo>
                    <a:pt x="214" y="0"/>
                  </a:moveTo>
                  <a:cubicBezTo>
                    <a:pt x="190" y="0"/>
                    <a:pt x="170" y="20"/>
                    <a:pt x="170" y="44"/>
                  </a:cubicBezTo>
                  <a:cubicBezTo>
                    <a:pt x="170" y="65"/>
                    <a:pt x="185" y="83"/>
                    <a:pt x="204" y="87"/>
                  </a:cubicBezTo>
                  <a:cubicBezTo>
                    <a:pt x="187" y="92"/>
                    <a:pt x="162" y="96"/>
                    <a:pt x="126" y="96"/>
                  </a:cubicBezTo>
                  <a:cubicBezTo>
                    <a:pt x="68" y="96"/>
                    <a:pt x="5" y="57"/>
                    <a:pt x="4" y="57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3" y="65"/>
                    <a:pt x="66" y="104"/>
                    <a:pt x="126" y="104"/>
                  </a:cubicBezTo>
                  <a:cubicBezTo>
                    <a:pt x="211" y="104"/>
                    <a:pt x="240" y="80"/>
                    <a:pt x="241" y="79"/>
                  </a:cubicBezTo>
                  <a:cubicBezTo>
                    <a:pt x="241" y="79"/>
                    <a:pt x="241" y="79"/>
                    <a:pt x="241" y="79"/>
                  </a:cubicBezTo>
                  <a:cubicBezTo>
                    <a:pt x="251" y="71"/>
                    <a:pt x="258" y="59"/>
                    <a:pt x="258" y="44"/>
                  </a:cubicBezTo>
                  <a:cubicBezTo>
                    <a:pt x="258" y="20"/>
                    <a:pt x="239" y="0"/>
                    <a:pt x="214" y="0"/>
                  </a:cubicBezTo>
                  <a:close/>
                  <a:moveTo>
                    <a:pt x="214" y="80"/>
                  </a:moveTo>
                  <a:cubicBezTo>
                    <a:pt x="194" y="80"/>
                    <a:pt x="178" y="64"/>
                    <a:pt x="178" y="44"/>
                  </a:cubicBezTo>
                  <a:cubicBezTo>
                    <a:pt x="178" y="24"/>
                    <a:pt x="194" y="8"/>
                    <a:pt x="214" y="8"/>
                  </a:cubicBezTo>
                  <a:cubicBezTo>
                    <a:pt x="234" y="8"/>
                    <a:pt x="250" y="24"/>
                    <a:pt x="250" y="44"/>
                  </a:cubicBezTo>
                  <a:cubicBezTo>
                    <a:pt x="250" y="64"/>
                    <a:pt x="234" y="80"/>
                    <a:pt x="214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99" name="Freeform 404"/>
          <p:cNvSpPr>
            <a:spLocks/>
          </p:cNvSpPr>
          <p:nvPr/>
        </p:nvSpPr>
        <p:spPr bwMode="auto">
          <a:xfrm>
            <a:off x="6000002" y="3610552"/>
            <a:ext cx="302815" cy="302815"/>
          </a:xfrm>
          <a:custGeom>
            <a:avLst/>
            <a:gdLst>
              <a:gd name="T0" fmla="*/ 204 w 256"/>
              <a:gd name="T1" fmla="*/ 0 h 256"/>
              <a:gd name="T2" fmla="*/ 128 w 256"/>
              <a:gd name="T3" fmla="*/ 152 h 256"/>
              <a:gd name="T4" fmla="*/ 52 w 256"/>
              <a:gd name="T5" fmla="*/ 0 h 256"/>
              <a:gd name="T6" fmla="*/ 0 w 256"/>
              <a:gd name="T7" fmla="*/ 56 h 256"/>
              <a:gd name="T8" fmla="*/ 22 w 256"/>
              <a:gd name="T9" fmla="*/ 103 h 256"/>
              <a:gd name="T10" fmla="*/ 27 w 256"/>
              <a:gd name="T11" fmla="*/ 97 h 256"/>
              <a:gd name="T12" fmla="*/ 8 w 256"/>
              <a:gd name="T13" fmla="*/ 56 h 256"/>
              <a:gd name="T14" fmla="*/ 52 w 256"/>
              <a:gd name="T15" fmla="*/ 8 h 256"/>
              <a:gd name="T16" fmla="*/ 124 w 256"/>
              <a:gd name="T17" fmla="*/ 256 h 256"/>
              <a:gd name="T18" fmla="*/ 132 w 256"/>
              <a:gd name="T19" fmla="*/ 256 h 256"/>
              <a:gd name="T20" fmla="*/ 204 w 256"/>
              <a:gd name="T21" fmla="*/ 8 h 256"/>
              <a:gd name="T22" fmla="*/ 248 w 256"/>
              <a:gd name="T23" fmla="*/ 56 h 256"/>
              <a:gd name="T24" fmla="*/ 230 w 256"/>
              <a:gd name="T25" fmla="*/ 97 h 256"/>
              <a:gd name="T26" fmla="*/ 235 w 256"/>
              <a:gd name="T27" fmla="*/ 103 h 256"/>
              <a:gd name="T28" fmla="*/ 256 w 256"/>
              <a:gd name="T29" fmla="*/ 56 h 256"/>
              <a:gd name="T30" fmla="*/ 204 w 256"/>
              <a:gd name="T3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56" h="256">
                <a:moveTo>
                  <a:pt x="204" y="0"/>
                </a:moveTo>
                <a:cubicBezTo>
                  <a:pt x="162" y="0"/>
                  <a:pt x="138" y="49"/>
                  <a:pt x="128" y="152"/>
                </a:cubicBezTo>
                <a:cubicBezTo>
                  <a:pt x="119" y="49"/>
                  <a:pt x="95" y="0"/>
                  <a:pt x="52" y="0"/>
                </a:cubicBezTo>
                <a:cubicBezTo>
                  <a:pt x="18" y="0"/>
                  <a:pt x="0" y="20"/>
                  <a:pt x="0" y="56"/>
                </a:cubicBezTo>
                <a:cubicBezTo>
                  <a:pt x="0" y="82"/>
                  <a:pt x="21" y="102"/>
                  <a:pt x="22" y="103"/>
                </a:cubicBezTo>
                <a:cubicBezTo>
                  <a:pt x="27" y="97"/>
                  <a:pt x="27" y="97"/>
                  <a:pt x="27" y="97"/>
                </a:cubicBezTo>
                <a:cubicBezTo>
                  <a:pt x="27" y="97"/>
                  <a:pt x="8" y="78"/>
                  <a:pt x="8" y="56"/>
                </a:cubicBezTo>
                <a:cubicBezTo>
                  <a:pt x="8" y="24"/>
                  <a:pt x="23" y="8"/>
                  <a:pt x="52" y="8"/>
                </a:cubicBezTo>
                <a:cubicBezTo>
                  <a:pt x="101" y="8"/>
                  <a:pt x="124" y="89"/>
                  <a:pt x="124" y="256"/>
                </a:cubicBezTo>
                <a:cubicBezTo>
                  <a:pt x="132" y="256"/>
                  <a:pt x="132" y="256"/>
                  <a:pt x="132" y="256"/>
                </a:cubicBezTo>
                <a:cubicBezTo>
                  <a:pt x="132" y="89"/>
                  <a:pt x="156" y="8"/>
                  <a:pt x="204" y="8"/>
                </a:cubicBezTo>
                <a:cubicBezTo>
                  <a:pt x="234" y="8"/>
                  <a:pt x="248" y="24"/>
                  <a:pt x="248" y="56"/>
                </a:cubicBezTo>
                <a:cubicBezTo>
                  <a:pt x="248" y="78"/>
                  <a:pt x="230" y="97"/>
                  <a:pt x="230" y="97"/>
                </a:cubicBezTo>
                <a:cubicBezTo>
                  <a:pt x="235" y="103"/>
                  <a:pt x="235" y="103"/>
                  <a:pt x="235" y="103"/>
                </a:cubicBezTo>
                <a:cubicBezTo>
                  <a:pt x="236" y="102"/>
                  <a:pt x="256" y="82"/>
                  <a:pt x="256" y="56"/>
                </a:cubicBezTo>
                <a:cubicBezTo>
                  <a:pt x="256" y="20"/>
                  <a:pt x="238" y="0"/>
                  <a:pt x="20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8" name="Группа 457"/>
          <p:cNvGrpSpPr/>
          <p:nvPr/>
        </p:nvGrpSpPr>
        <p:grpSpPr>
          <a:xfrm>
            <a:off x="6392956" y="3678157"/>
            <a:ext cx="304224" cy="167604"/>
            <a:chOff x="6392956" y="3678157"/>
            <a:chExt cx="304224" cy="167604"/>
          </a:xfrm>
        </p:grpSpPr>
        <p:sp>
          <p:nvSpPr>
            <p:cNvPr id="400" name="Freeform 405"/>
            <p:cNvSpPr>
              <a:spLocks/>
            </p:cNvSpPr>
            <p:nvPr/>
          </p:nvSpPr>
          <p:spPr bwMode="auto">
            <a:xfrm>
              <a:off x="6392957" y="3678157"/>
              <a:ext cx="304223" cy="71831"/>
            </a:xfrm>
            <a:custGeom>
              <a:avLst/>
              <a:gdLst>
                <a:gd name="T0" fmla="*/ 138 w 216"/>
                <a:gd name="T1" fmla="*/ 41 h 51"/>
                <a:gd name="T2" fmla="*/ 124 w 216"/>
                <a:gd name="T3" fmla="*/ 0 h 51"/>
                <a:gd name="T4" fmla="*/ 70 w 216"/>
                <a:gd name="T5" fmla="*/ 41 h 51"/>
                <a:gd name="T6" fmla="*/ 57 w 216"/>
                <a:gd name="T7" fmla="*/ 0 h 51"/>
                <a:gd name="T8" fmla="*/ 0 w 216"/>
                <a:gd name="T9" fmla="*/ 43 h 51"/>
                <a:gd name="T10" fmla="*/ 3 w 216"/>
                <a:gd name="T11" fmla="*/ 48 h 51"/>
                <a:gd name="T12" fmla="*/ 54 w 216"/>
                <a:gd name="T13" fmla="*/ 11 h 51"/>
                <a:gd name="T14" fmla="*/ 67 w 216"/>
                <a:gd name="T15" fmla="*/ 51 h 51"/>
                <a:gd name="T16" fmla="*/ 121 w 216"/>
                <a:gd name="T17" fmla="*/ 11 h 51"/>
                <a:gd name="T18" fmla="*/ 134 w 216"/>
                <a:gd name="T19" fmla="*/ 51 h 51"/>
                <a:gd name="T20" fmla="*/ 185 w 216"/>
                <a:gd name="T21" fmla="*/ 10 h 51"/>
                <a:gd name="T22" fmla="*/ 211 w 216"/>
                <a:gd name="T23" fmla="*/ 47 h 51"/>
                <a:gd name="T24" fmla="*/ 216 w 216"/>
                <a:gd name="T25" fmla="*/ 44 h 51"/>
                <a:gd name="T26" fmla="*/ 187 w 216"/>
                <a:gd name="T27" fmla="*/ 0 h 51"/>
                <a:gd name="T28" fmla="*/ 138 w 216"/>
                <a:gd name="T29" fmla="*/ 4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6" h="51">
                  <a:moveTo>
                    <a:pt x="138" y="41"/>
                  </a:moveTo>
                  <a:lnTo>
                    <a:pt x="124" y="0"/>
                  </a:lnTo>
                  <a:lnTo>
                    <a:pt x="70" y="41"/>
                  </a:lnTo>
                  <a:lnTo>
                    <a:pt x="57" y="0"/>
                  </a:lnTo>
                  <a:lnTo>
                    <a:pt x="0" y="43"/>
                  </a:lnTo>
                  <a:lnTo>
                    <a:pt x="3" y="48"/>
                  </a:lnTo>
                  <a:lnTo>
                    <a:pt x="54" y="11"/>
                  </a:lnTo>
                  <a:lnTo>
                    <a:pt x="67" y="51"/>
                  </a:lnTo>
                  <a:lnTo>
                    <a:pt x="121" y="11"/>
                  </a:lnTo>
                  <a:lnTo>
                    <a:pt x="134" y="51"/>
                  </a:lnTo>
                  <a:lnTo>
                    <a:pt x="185" y="10"/>
                  </a:lnTo>
                  <a:lnTo>
                    <a:pt x="211" y="47"/>
                  </a:lnTo>
                  <a:lnTo>
                    <a:pt x="216" y="44"/>
                  </a:lnTo>
                  <a:lnTo>
                    <a:pt x="187" y="0"/>
                  </a:lnTo>
                  <a:lnTo>
                    <a:pt x="138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1" name="Freeform 407"/>
            <p:cNvSpPr>
              <a:spLocks/>
            </p:cNvSpPr>
            <p:nvPr/>
          </p:nvSpPr>
          <p:spPr bwMode="auto">
            <a:xfrm>
              <a:off x="6392956" y="3772522"/>
              <a:ext cx="304223" cy="73239"/>
            </a:xfrm>
            <a:custGeom>
              <a:avLst/>
              <a:gdLst>
                <a:gd name="T0" fmla="*/ 138 w 216"/>
                <a:gd name="T1" fmla="*/ 41 h 52"/>
                <a:gd name="T2" fmla="*/ 124 w 216"/>
                <a:gd name="T3" fmla="*/ 0 h 52"/>
                <a:gd name="T4" fmla="*/ 70 w 216"/>
                <a:gd name="T5" fmla="*/ 41 h 52"/>
                <a:gd name="T6" fmla="*/ 57 w 216"/>
                <a:gd name="T7" fmla="*/ 0 h 52"/>
                <a:gd name="T8" fmla="*/ 0 w 216"/>
                <a:gd name="T9" fmla="*/ 43 h 52"/>
                <a:gd name="T10" fmla="*/ 3 w 216"/>
                <a:gd name="T11" fmla="*/ 48 h 52"/>
                <a:gd name="T12" fmla="*/ 54 w 216"/>
                <a:gd name="T13" fmla="*/ 11 h 52"/>
                <a:gd name="T14" fmla="*/ 67 w 216"/>
                <a:gd name="T15" fmla="*/ 52 h 52"/>
                <a:gd name="T16" fmla="*/ 121 w 216"/>
                <a:gd name="T17" fmla="*/ 11 h 52"/>
                <a:gd name="T18" fmla="*/ 134 w 216"/>
                <a:gd name="T19" fmla="*/ 52 h 52"/>
                <a:gd name="T20" fmla="*/ 185 w 216"/>
                <a:gd name="T21" fmla="*/ 11 h 52"/>
                <a:gd name="T22" fmla="*/ 211 w 216"/>
                <a:gd name="T23" fmla="*/ 47 h 52"/>
                <a:gd name="T24" fmla="*/ 216 w 216"/>
                <a:gd name="T25" fmla="*/ 44 h 52"/>
                <a:gd name="T26" fmla="*/ 187 w 216"/>
                <a:gd name="T27" fmla="*/ 0 h 52"/>
                <a:gd name="T28" fmla="*/ 138 w 216"/>
                <a:gd name="T29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6" h="52">
                  <a:moveTo>
                    <a:pt x="138" y="41"/>
                  </a:moveTo>
                  <a:lnTo>
                    <a:pt x="124" y="0"/>
                  </a:lnTo>
                  <a:lnTo>
                    <a:pt x="70" y="41"/>
                  </a:lnTo>
                  <a:lnTo>
                    <a:pt x="57" y="0"/>
                  </a:lnTo>
                  <a:lnTo>
                    <a:pt x="0" y="43"/>
                  </a:lnTo>
                  <a:lnTo>
                    <a:pt x="3" y="48"/>
                  </a:lnTo>
                  <a:lnTo>
                    <a:pt x="54" y="11"/>
                  </a:lnTo>
                  <a:lnTo>
                    <a:pt x="67" y="52"/>
                  </a:lnTo>
                  <a:lnTo>
                    <a:pt x="121" y="11"/>
                  </a:lnTo>
                  <a:lnTo>
                    <a:pt x="134" y="52"/>
                  </a:lnTo>
                  <a:lnTo>
                    <a:pt x="185" y="11"/>
                  </a:lnTo>
                  <a:lnTo>
                    <a:pt x="211" y="47"/>
                  </a:lnTo>
                  <a:lnTo>
                    <a:pt x="216" y="44"/>
                  </a:lnTo>
                  <a:lnTo>
                    <a:pt x="187" y="0"/>
                  </a:lnTo>
                  <a:lnTo>
                    <a:pt x="138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282326966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1" name="Group 570"/>
          <p:cNvGrpSpPr/>
          <p:nvPr/>
        </p:nvGrpSpPr>
        <p:grpSpPr>
          <a:xfrm>
            <a:off x="1878013" y="1589088"/>
            <a:ext cx="403225" cy="328613"/>
            <a:chOff x="1878013" y="1589088"/>
            <a:chExt cx="403225" cy="328613"/>
          </a:xfrm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1878013" y="1589088"/>
              <a:ext cx="403225" cy="328613"/>
            </a:xfrm>
            <a:custGeom>
              <a:avLst/>
              <a:gdLst>
                <a:gd name="T0" fmla="*/ 208 w 215"/>
                <a:gd name="T1" fmla="*/ 0 h 175"/>
                <a:gd name="T2" fmla="*/ 34 w 215"/>
                <a:gd name="T3" fmla="*/ 0 h 175"/>
                <a:gd name="T4" fmla="*/ 27 w 215"/>
                <a:gd name="T5" fmla="*/ 7 h 175"/>
                <a:gd name="T6" fmla="*/ 27 w 215"/>
                <a:gd name="T7" fmla="*/ 27 h 175"/>
                <a:gd name="T8" fmla="*/ 7 w 215"/>
                <a:gd name="T9" fmla="*/ 27 h 175"/>
                <a:gd name="T10" fmla="*/ 0 w 215"/>
                <a:gd name="T11" fmla="*/ 34 h 175"/>
                <a:gd name="T12" fmla="*/ 0 w 215"/>
                <a:gd name="T13" fmla="*/ 168 h 175"/>
                <a:gd name="T14" fmla="*/ 7 w 215"/>
                <a:gd name="T15" fmla="*/ 175 h 175"/>
                <a:gd name="T16" fmla="*/ 181 w 215"/>
                <a:gd name="T17" fmla="*/ 175 h 175"/>
                <a:gd name="T18" fmla="*/ 188 w 215"/>
                <a:gd name="T19" fmla="*/ 168 h 175"/>
                <a:gd name="T20" fmla="*/ 188 w 215"/>
                <a:gd name="T21" fmla="*/ 148 h 175"/>
                <a:gd name="T22" fmla="*/ 208 w 215"/>
                <a:gd name="T23" fmla="*/ 148 h 175"/>
                <a:gd name="T24" fmla="*/ 215 w 215"/>
                <a:gd name="T25" fmla="*/ 141 h 175"/>
                <a:gd name="T26" fmla="*/ 215 w 215"/>
                <a:gd name="T27" fmla="*/ 7 h 175"/>
                <a:gd name="T28" fmla="*/ 208 w 215"/>
                <a:gd name="T29" fmla="*/ 0 h 175"/>
                <a:gd name="T30" fmla="*/ 175 w 215"/>
                <a:gd name="T31" fmla="*/ 41 h 175"/>
                <a:gd name="T32" fmla="*/ 175 w 215"/>
                <a:gd name="T33" fmla="*/ 147 h 175"/>
                <a:gd name="T34" fmla="*/ 139 w 215"/>
                <a:gd name="T35" fmla="*/ 116 h 175"/>
                <a:gd name="T36" fmla="*/ 131 w 215"/>
                <a:gd name="T37" fmla="*/ 115 h 175"/>
                <a:gd name="T38" fmla="*/ 102 w 215"/>
                <a:gd name="T39" fmla="*/ 133 h 175"/>
                <a:gd name="T40" fmla="*/ 59 w 215"/>
                <a:gd name="T41" fmla="*/ 83 h 175"/>
                <a:gd name="T42" fmla="*/ 54 w 215"/>
                <a:gd name="T43" fmla="*/ 81 h 175"/>
                <a:gd name="T44" fmla="*/ 49 w 215"/>
                <a:gd name="T45" fmla="*/ 83 h 175"/>
                <a:gd name="T46" fmla="*/ 14 w 215"/>
                <a:gd name="T47" fmla="*/ 118 h 175"/>
                <a:gd name="T48" fmla="*/ 14 w 215"/>
                <a:gd name="T49" fmla="*/ 41 h 175"/>
                <a:gd name="T50" fmla="*/ 175 w 215"/>
                <a:gd name="T51" fmla="*/ 41 h 175"/>
                <a:gd name="T52" fmla="*/ 14 w 215"/>
                <a:gd name="T53" fmla="*/ 137 h 175"/>
                <a:gd name="T54" fmla="*/ 53 w 215"/>
                <a:gd name="T55" fmla="*/ 97 h 175"/>
                <a:gd name="T56" fmla="*/ 96 w 215"/>
                <a:gd name="T57" fmla="*/ 146 h 175"/>
                <a:gd name="T58" fmla="*/ 104 w 215"/>
                <a:gd name="T59" fmla="*/ 147 h 175"/>
                <a:gd name="T60" fmla="*/ 134 w 215"/>
                <a:gd name="T61" fmla="*/ 129 h 175"/>
                <a:gd name="T62" fmla="*/ 171 w 215"/>
                <a:gd name="T63" fmla="*/ 161 h 175"/>
                <a:gd name="T64" fmla="*/ 14 w 215"/>
                <a:gd name="T65" fmla="*/ 161 h 175"/>
                <a:gd name="T66" fmla="*/ 14 w 215"/>
                <a:gd name="T67" fmla="*/ 137 h 175"/>
                <a:gd name="T68" fmla="*/ 201 w 215"/>
                <a:gd name="T69" fmla="*/ 135 h 175"/>
                <a:gd name="T70" fmla="*/ 188 w 215"/>
                <a:gd name="T71" fmla="*/ 135 h 175"/>
                <a:gd name="T72" fmla="*/ 188 w 215"/>
                <a:gd name="T73" fmla="*/ 34 h 175"/>
                <a:gd name="T74" fmla="*/ 181 w 215"/>
                <a:gd name="T75" fmla="*/ 27 h 175"/>
                <a:gd name="T76" fmla="*/ 40 w 215"/>
                <a:gd name="T77" fmla="*/ 27 h 175"/>
                <a:gd name="T78" fmla="*/ 40 w 215"/>
                <a:gd name="T79" fmla="*/ 14 h 175"/>
                <a:gd name="T80" fmla="*/ 201 w 215"/>
                <a:gd name="T81" fmla="*/ 14 h 175"/>
                <a:gd name="T82" fmla="*/ 201 w 215"/>
                <a:gd name="T83" fmla="*/ 13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5" h="175">
                  <a:moveTo>
                    <a:pt x="208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0" y="0"/>
                    <a:pt x="27" y="3"/>
                    <a:pt x="27" y="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2"/>
                    <a:pt x="3" y="175"/>
                    <a:pt x="7" y="175"/>
                  </a:cubicBezTo>
                  <a:cubicBezTo>
                    <a:pt x="181" y="175"/>
                    <a:pt x="181" y="175"/>
                    <a:pt x="181" y="175"/>
                  </a:cubicBezTo>
                  <a:cubicBezTo>
                    <a:pt x="185" y="175"/>
                    <a:pt x="188" y="172"/>
                    <a:pt x="188" y="168"/>
                  </a:cubicBezTo>
                  <a:cubicBezTo>
                    <a:pt x="188" y="148"/>
                    <a:pt x="188" y="148"/>
                    <a:pt x="188" y="148"/>
                  </a:cubicBezTo>
                  <a:cubicBezTo>
                    <a:pt x="208" y="148"/>
                    <a:pt x="208" y="148"/>
                    <a:pt x="208" y="148"/>
                  </a:cubicBezTo>
                  <a:cubicBezTo>
                    <a:pt x="212" y="148"/>
                    <a:pt x="215" y="145"/>
                    <a:pt x="215" y="141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  <a:moveTo>
                    <a:pt x="175" y="41"/>
                  </a:moveTo>
                  <a:cubicBezTo>
                    <a:pt x="175" y="147"/>
                    <a:pt x="175" y="147"/>
                    <a:pt x="175" y="147"/>
                  </a:cubicBezTo>
                  <a:cubicBezTo>
                    <a:pt x="139" y="116"/>
                    <a:pt x="139" y="116"/>
                    <a:pt x="139" y="116"/>
                  </a:cubicBezTo>
                  <a:cubicBezTo>
                    <a:pt x="136" y="114"/>
                    <a:pt x="133" y="114"/>
                    <a:pt x="131" y="115"/>
                  </a:cubicBezTo>
                  <a:cubicBezTo>
                    <a:pt x="102" y="133"/>
                    <a:pt x="102" y="133"/>
                    <a:pt x="102" y="13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2"/>
                    <a:pt x="56" y="81"/>
                    <a:pt x="54" y="81"/>
                  </a:cubicBezTo>
                  <a:cubicBezTo>
                    <a:pt x="52" y="81"/>
                    <a:pt x="50" y="82"/>
                    <a:pt x="49" y="83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4" y="41"/>
                    <a:pt x="14" y="41"/>
                    <a:pt x="14" y="41"/>
                  </a:cubicBezTo>
                  <a:lnTo>
                    <a:pt x="175" y="41"/>
                  </a:lnTo>
                  <a:close/>
                  <a:moveTo>
                    <a:pt x="14" y="137"/>
                  </a:moveTo>
                  <a:cubicBezTo>
                    <a:pt x="53" y="97"/>
                    <a:pt x="53" y="97"/>
                    <a:pt x="53" y="97"/>
                  </a:cubicBezTo>
                  <a:cubicBezTo>
                    <a:pt x="96" y="146"/>
                    <a:pt x="96" y="146"/>
                    <a:pt x="96" y="146"/>
                  </a:cubicBezTo>
                  <a:cubicBezTo>
                    <a:pt x="98" y="148"/>
                    <a:pt x="101" y="149"/>
                    <a:pt x="104" y="147"/>
                  </a:cubicBezTo>
                  <a:cubicBezTo>
                    <a:pt x="134" y="129"/>
                    <a:pt x="134" y="129"/>
                    <a:pt x="134" y="129"/>
                  </a:cubicBezTo>
                  <a:cubicBezTo>
                    <a:pt x="171" y="161"/>
                    <a:pt x="171" y="161"/>
                    <a:pt x="171" y="161"/>
                  </a:cubicBezTo>
                  <a:cubicBezTo>
                    <a:pt x="14" y="161"/>
                    <a:pt x="14" y="161"/>
                    <a:pt x="14" y="161"/>
                  </a:cubicBezTo>
                  <a:lnTo>
                    <a:pt x="14" y="137"/>
                  </a:lnTo>
                  <a:close/>
                  <a:moveTo>
                    <a:pt x="201" y="135"/>
                  </a:moveTo>
                  <a:cubicBezTo>
                    <a:pt x="188" y="135"/>
                    <a:pt x="188" y="135"/>
                    <a:pt x="188" y="135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8" y="30"/>
                    <a:pt x="185" y="27"/>
                    <a:pt x="181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201" y="14"/>
                    <a:pt x="201" y="14"/>
                    <a:pt x="201" y="14"/>
                  </a:cubicBezTo>
                  <a:lnTo>
                    <a:pt x="201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6"/>
            <p:cNvSpPr>
              <a:spLocks noEditPoints="1"/>
            </p:cNvSpPr>
            <p:nvPr/>
          </p:nvSpPr>
          <p:spPr bwMode="auto">
            <a:xfrm>
              <a:off x="2090738" y="1690688"/>
              <a:ext cx="88900" cy="87313"/>
            </a:xfrm>
            <a:custGeom>
              <a:avLst/>
              <a:gdLst>
                <a:gd name="T0" fmla="*/ 24 w 47"/>
                <a:gd name="T1" fmla="*/ 47 h 47"/>
                <a:gd name="T2" fmla="*/ 47 w 47"/>
                <a:gd name="T3" fmla="*/ 24 h 47"/>
                <a:gd name="T4" fmla="*/ 24 w 47"/>
                <a:gd name="T5" fmla="*/ 0 h 47"/>
                <a:gd name="T6" fmla="*/ 0 w 47"/>
                <a:gd name="T7" fmla="*/ 24 h 47"/>
                <a:gd name="T8" fmla="*/ 24 w 47"/>
                <a:gd name="T9" fmla="*/ 47 h 47"/>
                <a:gd name="T10" fmla="*/ 24 w 47"/>
                <a:gd name="T11" fmla="*/ 13 h 47"/>
                <a:gd name="T12" fmla="*/ 34 w 47"/>
                <a:gd name="T13" fmla="*/ 24 h 47"/>
                <a:gd name="T14" fmla="*/ 24 w 47"/>
                <a:gd name="T15" fmla="*/ 34 h 47"/>
                <a:gd name="T16" fmla="*/ 14 w 47"/>
                <a:gd name="T17" fmla="*/ 24 h 47"/>
                <a:gd name="T18" fmla="*/ 24 w 47"/>
                <a:gd name="T19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7">
                  <a:moveTo>
                    <a:pt x="24" y="47"/>
                  </a:moveTo>
                  <a:cubicBezTo>
                    <a:pt x="37" y="47"/>
                    <a:pt x="47" y="36"/>
                    <a:pt x="47" y="24"/>
                  </a:cubicBezTo>
                  <a:cubicBezTo>
                    <a:pt x="47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6"/>
                    <a:pt x="11" y="47"/>
                    <a:pt x="24" y="47"/>
                  </a:cubicBezTo>
                  <a:close/>
                  <a:moveTo>
                    <a:pt x="24" y="13"/>
                  </a:moveTo>
                  <a:cubicBezTo>
                    <a:pt x="29" y="13"/>
                    <a:pt x="34" y="18"/>
                    <a:pt x="34" y="24"/>
                  </a:cubicBezTo>
                  <a:cubicBezTo>
                    <a:pt x="34" y="29"/>
                    <a:pt x="29" y="34"/>
                    <a:pt x="24" y="34"/>
                  </a:cubicBezTo>
                  <a:cubicBezTo>
                    <a:pt x="18" y="34"/>
                    <a:pt x="14" y="29"/>
                    <a:pt x="14" y="24"/>
                  </a:cubicBezTo>
                  <a:cubicBezTo>
                    <a:pt x="14" y="18"/>
                    <a:pt x="18" y="13"/>
                    <a:pt x="24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0" name="Group 569"/>
          <p:cNvGrpSpPr/>
          <p:nvPr/>
        </p:nvGrpSpPr>
        <p:grpSpPr>
          <a:xfrm>
            <a:off x="630238" y="1608138"/>
            <a:ext cx="404813" cy="290513"/>
            <a:chOff x="630238" y="1608138"/>
            <a:chExt cx="404813" cy="290513"/>
          </a:xfrm>
        </p:grpSpPr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630238" y="1608138"/>
              <a:ext cx="404813" cy="290513"/>
            </a:xfrm>
            <a:custGeom>
              <a:avLst/>
              <a:gdLst>
                <a:gd name="T0" fmla="*/ 0 w 215"/>
                <a:gd name="T1" fmla="*/ 148 h 155"/>
                <a:gd name="T2" fmla="*/ 7 w 215"/>
                <a:gd name="T3" fmla="*/ 155 h 155"/>
                <a:gd name="T4" fmla="*/ 208 w 215"/>
                <a:gd name="T5" fmla="*/ 155 h 155"/>
                <a:gd name="T6" fmla="*/ 215 w 215"/>
                <a:gd name="T7" fmla="*/ 148 h 155"/>
                <a:gd name="T8" fmla="*/ 215 w 215"/>
                <a:gd name="T9" fmla="*/ 27 h 155"/>
                <a:gd name="T10" fmla="*/ 208 w 215"/>
                <a:gd name="T11" fmla="*/ 21 h 155"/>
                <a:gd name="T12" fmla="*/ 67 w 215"/>
                <a:gd name="T13" fmla="*/ 21 h 155"/>
                <a:gd name="T14" fmla="*/ 67 w 215"/>
                <a:gd name="T15" fmla="*/ 7 h 155"/>
                <a:gd name="T16" fmla="*/ 60 w 215"/>
                <a:gd name="T17" fmla="*/ 0 h 155"/>
                <a:gd name="T18" fmla="*/ 27 w 215"/>
                <a:gd name="T19" fmla="*/ 0 h 155"/>
                <a:gd name="T20" fmla="*/ 20 w 215"/>
                <a:gd name="T21" fmla="*/ 7 h 155"/>
                <a:gd name="T22" fmla="*/ 20 w 215"/>
                <a:gd name="T23" fmla="*/ 21 h 155"/>
                <a:gd name="T24" fmla="*/ 7 w 215"/>
                <a:gd name="T25" fmla="*/ 21 h 155"/>
                <a:gd name="T26" fmla="*/ 0 w 215"/>
                <a:gd name="T27" fmla="*/ 27 h 155"/>
                <a:gd name="T28" fmla="*/ 0 w 215"/>
                <a:gd name="T29" fmla="*/ 148 h 155"/>
                <a:gd name="T30" fmla="*/ 33 w 215"/>
                <a:gd name="T31" fmla="*/ 14 h 155"/>
                <a:gd name="T32" fmla="*/ 54 w 215"/>
                <a:gd name="T33" fmla="*/ 14 h 155"/>
                <a:gd name="T34" fmla="*/ 54 w 215"/>
                <a:gd name="T35" fmla="*/ 21 h 155"/>
                <a:gd name="T36" fmla="*/ 33 w 215"/>
                <a:gd name="T37" fmla="*/ 21 h 155"/>
                <a:gd name="T38" fmla="*/ 33 w 215"/>
                <a:gd name="T39" fmla="*/ 14 h 155"/>
                <a:gd name="T40" fmla="*/ 13 w 215"/>
                <a:gd name="T41" fmla="*/ 34 h 155"/>
                <a:gd name="T42" fmla="*/ 201 w 215"/>
                <a:gd name="T43" fmla="*/ 34 h 155"/>
                <a:gd name="T44" fmla="*/ 201 w 215"/>
                <a:gd name="T45" fmla="*/ 141 h 155"/>
                <a:gd name="T46" fmla="*/ 13 w 215"/>
                <a:gd name="T47" fmla="*/ 141 h 155"/>
                <a:gd name="T48" fmla="*/ 13 w 215"/>
                <a:gd name="T49" fmla="*/ 3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55">
                  <a:moveTo>
                    <a:pt x="0" y="148"/>
                  </a:moveTo>
                  <a:cubicBezTo>
                    <a:pt x="0" y="152"/>
                    <a:pt x="3" y="155"/>
                    <a:pt x="7" y="155"/>
                  </a:cubicBezTo>
                  <a:cubicBezTo>
                    <a:pt x="208" y="155"/>
                    <a:pt x="208" y="155"/>
                    <a:pt x="208" y="155"/>
                  </a:cubicBezTo>
                  <a:cubicBezTo>
                    <a:pt x="212" y="155"/>
                    <a:pt x="215" y="152"/>
                    <a:pt x="215" y="148"/>
                  </a:cubicBezTo>
                  <a:cubicBezTo>
                    <a:pt x="215" y="27"/>
                    <a:pt x="215" y="27"/>
                    <a:pt x="215" y="27"/>
                  </a:cubicBezTo>
                  <a:cubicBezTo>
                    <a:pt x="215" y="24"/>
                    <a:pt x="212" y="21"/>
                    <a:pt x="20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3"/>
                    <a:pt x="64" y="0"/>
                    <a:pt x="60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3" y="21"/>
                    <a:pt x="0" y="24"/>
                    <a:pt x="0" y="27"/>
                  </a:cubicBezTo>
                  <a:lnTo>
                    <a:pt x="0" y="148"/>
                  </a:lnTo>
                  <a:close/>
                  <a:moveTo>
                    <a:pt x="33" y="14"/>
                  </a:moveTo>
                  <a:cubicBezTo>
                    <a:pt x="54" y="14"/>
                    <a:pt x="54" y="14"/>
                    <a:pt x="54" y="14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33" y="21"/>
                    <a:pt x="33" y="21"/>
                    <a:pt x="33" y="21"/>
                  </a:cubicBezTo>
                  <a:lnTo>
                    <a:pt x="33" y="14"/>
                  </a:lnTo>
                  <a:close/>
                  <a:moveTo>
                    <a:pt x="13" y="34"/>
                  </a:moveTo>
                  <a:cubicBezTo>
                    <a:pt x="201" y="34"/>
                    <a:pt x="201" y="34"/>
                    <a:pt x="201" y="34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13" y="141"/>
                    <a:pt x="13" y="141"/>
                    <a:pt x="13" y="141"/>
                  </a:cubicBezTo>
                  <a:lnTo>
                    <a:pt x="13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806450" y="1695450"/>
              <a:ext cx="150813" cy="152400"/>
            </a:xfrm>
            <a:custGeom>
              <a:avLst/>
              <a:gdLst>
                <a:gd name="T0" fmla="*/ 40 w 80"/>
                <a:gd name="T1" fmla="*/ 0 h 81"/>
                <a:gd name="T2" fmla="*/ 0 w 80"/>
                <a:gd name="T3" fmla="*/ 41 h 81"/>
                <a:gd name="T4" fmla="*/ 40 w 80"/>
                <a:gd name="T5" fmla="*/ 81 h 81"/>
                <a:gd name="T6" fmla="*/ 80 w 80"/>
                <a:gd name="T7" fmla="*/ 41 h 81"/>
                <a:gd name="T8" fmla="*/ 40 w 80"/>
                <a:gd name="T9" fmla="*/ 0 h 81"/>
                <a:gd name="T10" fmla="*/ 40 w 80"/>
                <a:gd name="T11" fmla="*/ 67 h 81"/>
                <a:gd name="T12" fmla="*/ 13 w 80"/>
                <a:gd name="T13" fmla="*/ 41 h 81"/>
                <a:gd name="T14" fmla="*/ 40 w 80"/>
                <a:gd name="T15" fmla="*/ 14 h 81"/>
                <a:gd name="T16" fmla="*/ 67 w 80"/>
                <a:gd name="T17" fmla="*/ 41 h 81"/>
                <a:gd name="T18" fmla="*/ 40 w 80"/>
                <a:gd name="T19" fmla="*/ 6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18" y="0"/>
                    <a:pt x="0" y="18"/>
                    <a:pt x="0" y="41"/>
                  </a:cubicBezTo>
                  <a:cubicBezTo>
                    <a:pt x="0" y="63"/>
                    <a:pt x="18" y="81"/>
                    <a:pt x="40" y="81"/>
                  </a:cubicBezTo>
                  <a:cubicBezTo>
                    <a:pt x="62" y="81"/>
                    <a:pt x="80" y="63"/>
                    <a:pt x="80" y="41"/>
                  </a:cubicBezTo>
                  <a:cubicBezTo>
                    <a:pt x="80" y="18"/>
                    <a:pt x="62" y="0"/>
                    <a:pt x="40" y="0"/>
                  </a:cubicBezTo>
                  <a:close/>
                  <a:moveTo>
                    <a:pt x="40" y="67"/>
                  </a:moveTo>
                  <a:cubicBezTo>
                    <a:pt x="25" y="67"/>
                    <a:pt x="13" y="55"/>
                    <a:pt x="13" y="41"/>
                  </a:cubicBezTo>
                  <a:cubicBezTo>
                    <a:pt x="13" y="26"/>
                    <a:pt x="25" y="14"/>
                    <a:pt x="40" y="14"/>
                  </a:cubicBezTo>
                  <a:cubicBezTo>
                    <a:pt x="55" y="14"/>
                    <a:pt x="67" y="26"/>
                    <a:pt x="67" y="41"/>
                  </a:cubicBezTo>
                  <a:cubicBezTo>
                    <a:pt x="67" y="55"/>
                    <a:pt x="55" y="67"/>
                    <a:pt x="40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681038" y="1703388"/>
              <a:ext cx="61913" cy="23813"/>
            </a:xfrm>
            <a:custGeom>
              <a:avLst/>
              <a:gdLst>
                <a:gd name="T0" fmla="*/ 27 w 33"/>
                <a:gd name="T1" fmla="*/ 0 h 13"/>
                <a:gd name="T2" fmla="*/ 6 w 33"/>
                <a:gd name="T3" fmla="*/ 0 h 13"/>
                <a:gd name="T4" fmla="*/ 0 w 33"/>
                <a:gd name="T5" fmla="*/ 6 h 13"/>
                <a:gd name="T6" fmla="*/ 6 w 33"/>
                <a:gd name="T7" fmla="*/ 13 h 13"/>
                <a:gd name="T8" fmla="*/ 27 w 33"/>
                <a:gd name="T9" fmla="*/ 13 h 13"/>
                <a:gd name="T10" fmla="*/ 33 w 33"/>
                <a:gd name="T11" fmla="*/ 6 h 13"/>
                <a:gd name="T12" fmla="*/ 27 w 3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3">
                  <a:moveTo>
                    <a:pt x="2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30" y="13"/>
                    <a:pt x="33" y="10"/>
                    <a:pt x="33" y="6"/>
                  </a:cubicBezTo>
                  <a:cubicBezTo>
                    <a:pt x="33" y="3"/>
                    <a:pt x="30" y="0"/>
                    <a:pt x="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69" name="Group 568"/>
          <p:cNvGrpSpPr/>
          <p:nvPr/>
        </p:nvGrpSpPr>
        <p:grpSpPr>
          <a:xfrm>
            <a:off x="1254125" y="1608138"/>
            <a:ext cx="403225" cy="290513"/>
            <a:chOff x="1254125" y="1608138"/>
            <a:chExt cx="403225" cy="290513"/>
          </a:xfrm>
        </p:grpSpPr>
        <p:sp>
          <p:nvSpPr>
            <p:cNvPr id="12" name="Freeform 10"/>
            <p:cNvSpPr>
              <a:spLocks noEditPoints="1"/>
            </p:cNvSpPr>
            <p:nvPr/>
          </p:nvSpPr>
          <p:spPr bwMode="auto">
            <a:xfrm>
              <a:off x="1254125" y="1608138"/>
              <a:ext cx="403225" cy="290513"/>
            </a:xfrm>
            <a:custGeom>
              <a:avLst/>
              <a:gdLst>
                <a:gd name="T0" fmla="*/ 7 w 215"/>
                <a:gd name="T1" fmla="*/ 155 h 155"/>
                <a:gd name="T2" fmla="*/ 208 w 215"/>
                <a:gd name="T3" fmla="*/ 155 h 155"/>
                <a:gd name="T4" fmla="*/ 215 w 215"/>
                <a:gd name="T5" fmla="*/ 148 h 155"/>
                <a:gd name="T6" fmla="*/ 215 w 215"/>
                <a:gd name="T7" fmla="*/ 7 h 155"/>
                <a:gd name="T8" fmla="*/ 208 w 215"/>
                <a:gd name="T9" fmla="*/ 0 h 155"/>
                <a:gd name="T10" fmla="*/ 7 w 215"/>
                <a:gd name="T11" fmla="*/ 0 h 155"/>
                <a:gd name="T12" fmla="*/ 0 w 215"/>
                <a:gd name="T13" fmla="*/ 7 h 155"/>
                <a:gd name="T14" fmla="*/ 0 w 215"/>
                <a:gd name="T15" fmla="*/ 148 h 155"/>
                <a:gd name="T16" fmla="*/ 7 w 215"/>
                <a:gd name="T17" fmla="*/ 155 h 155"/>
                <a:gd name="T18" fmla="*/ 13 w 215"/>
                <a:gd name="T19" fmla="*/ 141 h 155"/>
                <a:gd name="T20" fmla="*/ 13 w 215"/>
                <a:gd name="T21" fmla="*/ 131 h 155"/>
                <a:gd name="T22" fmla="*/ 80 w 215"/>
                <a:gd name="T23" fmla="*/ 70 h 155"/>
                <a:gd name="T24" fmla="*/ 116 w 215"/>
                <a:gd name="T25" fmla="*/ 106 h 155"/>
                <a:gd name="T26" fmla="*/ 121 w 215"/>
                <a:gd name="T27" fmla="*/ 108 h 155"/>
                <a:gd name="T28" fmla="*/ 126 w 215"/>
                <a:gd name="T29" fmla="*/ 105 h 155"/>
                <a:gd name="T30" fmla="*/ 142 w 215"/>
                <a:gd name="T31" fmla="*/ 84 h 155"/>
                <a:gd name="T32" fmla="*/ 201 w 215"/>
                <a:gd name="T33" fmla="*/ 138 h 155"/>
                <a:gd name="T34" fmla="*/ 201 w 215"/>
                <a:gd name="T35" fmla="*/ 141 h 155"/>
                <a:gd name="T36" fmla="*/ 13 w 215"/>
                <a:gd name="T37" fmla="*/ 141 h 155"/>
                <a:gd name="T38" fmla="*/ 201 w 215"/>
                <a:gd name="T39" fmla="*/ 14 h 155"/>
                <a:gd name="T40" fmla="*/ 201 w 215"/>
                <a:gd name="T41" fmla="*/ 120 h 155"/>
                <a:gd name="T42" fmla="*/ 145 w 215"/>
                <a:gd name="T43" fmla="*/ 69 h 155"/>
                <a:gd name="T44" fmla="*/ 140 w 215"/>
                <a:gd name="T45" fmla="*/ 68 h 155"/>
                <a:gd name="T46" fmla="*/ 136 w 215"/>
                <a:gd name="T47" fmla="*/ 70 h 155"/>
                <a:gd name="T48" fmla="*/ 120 w 215"/>
                <a:gd name="T49" fmla="*/ 91 h 155"/>
                <a:gd name="T50" fmla="*/ 85 w 215"/>
                <a:gd name="T51" fmla="*/ 56 h 155"/>
                <a:gd name="T52" fmla="*/ 76 w 215"/>
                <a:gd name="T53" fmla="*/ 56 h 155"/>
                <a:gd name="T54" fmla="*/ 13 w 215"/>
                <a:gd name="T55" fmla="*/ 113 h 155"/>
                <a:gd name="T56" fmla="*/ 13 w 215"/>
                <a:gd name="T57" fmla="*/ 14 h 155"/>
                <a:gd name="T58" fmla="*/ 201 w 215"/>
                <a:gd name="T59" fmla="*/ 1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5" h="155">
                  <a:moveTo>
                    <a:pt x="7" y="155"/>
                  </a:moveTo>
                  <a:cubicBezTo>
                    <a:pt x="208" y="155"/>
                    <a:pt x="208" y="155"/>
                    <a:pt x="208" y="155"/>
                  </a:cubicBezTo>
                  <a:cubicBezTo>
                    <a:pt x="212" y="155"/>
                    <a:pt x="215" y="152"/>
                    <a:pt x="215" y="148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5"/>
                    <a:pt x="7" y="155"/>
                  </a:cubicBezTo>
                  <a:close/>
                  <a:moveTo>
                    <a:pt x="13" y="141"/>
                  </a:moveTo>
                  <a:cubicBezTo>
                    <a:pt x="13" y="131"/>
                    <a:pt x="13" y="131"/>
                    <a:pt x="13" y="13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7" y="107"/>
                    <a:pt x="119" y="108"/>
                    <a:pt x="121" y="108"/>
                  </a:cubicBezTo>
                  <a:cubicBezTo>
                    <a:pt x="123" y="108"/>
                    <a:pt x="125" y="107"/>
                    <a:pt x="126" y="105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201" y="138"/>
                    <a:pt x="201" y="138"/>
                    <a:pt x="201" y="138"/>
                  </a:cubicBezTo>
                  <a:cubicBezTo>
                    <a:pt x="201" y="141"/>
                    <a:pt x="201" y="141"/>
                    <a:pt x="201" y="141"/>
                  </a:cubicBezTo>
                  <a:lnTo>
                    <a:pt x="13" y="141"/>
                  </a:lnTo>
                  <a:close/>
                  <a:moveTo>
                    <a:pt x="201" y="14"/>
                  </a:moveTo>
                  <a:cubicBezTo>
                    <a:pt x="201" y="120"/>
                    <a:pt x="201" y="120"/>
                    <a:pt x="201" y="12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44" y="68"/>
                    <a:pt x="142" y="67"/>
                    <a:pt x="140" y="68"/>
                  </a:cubicBezTo>
                  <a:cubicBezTo>
                    <a:pt x="138" y="68"/>
                    <a:pt x="137" y="69"/>
                    <a:pt x="136" y="70"/>
                  </a:cubicBezTo>
                  <a:cubicBezTo>
                    <a:pt x="120" y="91"/>
                    <a:pt x="120" y="91"/>
                    <a:pt x="120" y="91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3" y="54"/>
                    <a:pt x="79" y="53"/>
                    <a:pt x="76" y="56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4"/>
                    <a:pt x="13" y="14"/>
                    <a:pt x="13" y="14"/>
                  </a:cubicBezTo>
                  <a:lnTo>
                    <a:pt x="20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1531938" y="1647825"/>
              <a:ext cx="88900" cy="87313"/>
            </a:xfrm>
            <a:custGeom>
              <a:avLst/>
              <a:gdLst>
                <a:gd name="T0" fmla="*/ 23 w 47"/>
                <a:gd name="T1" fmla="*/ 47 h 47"/>
                <a:gd name="T2" fmla="*/ 47 w 47"/>
                <a:gd name="T3" fmla="*/ 23 h 47"/>
                <a:gd name="T4" fmla="*/ 23 w 47"/>
                <a:gd name="T5" fmla="*/ 0 h 47"/>
                <a:gd name="T6" fmla="*/ 0 w 47"/>
                <a:gd name="T7" fmla="*/ 23 h 47"/>
                <a:gd name="T8" fmla="*/ 23 w 47"/>
                <a:gd name="T9" fmla="*/ 47 h 47"/>
                <a:gd name="T10" fmla="*/ 23 w 47"/>
                <a:gd name="T11" fmla="*/ 13 h 47"/>
                <a:gd name="T12" fmla="*/ 33 w 47"/>
                <a:gd name="T13" fmla="*/ 23 h 47"/>
                <a:gd name="T14" fmla="*/ 23 w 47"/>
                <a:gd name="T15" fmla="*/ 33 h 47"/>
                <a:gd name="T16" fmla="*/ 13 w 47"/>
                <a:gd name="T17" fmla="*/ 23 h 47"/>
                <a:gd name="T18" fmla="*/ 23 w 47"/>
                <a:gd name="T19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7">
                  <a:moveTo>
                    <a:pt x="23" y="47"/>
                  </a:moveTo>
                  <a:cubicBezTo>
                    <a:pt x="36" y="47"/>
                    <a:pt x="47" y="36"/>
                    <a:pt x="47" y="23"/>
                  </a:cubicBezTo>
                  <a:cubicBezTo>
                    <a:pt x="47" y="10"/>
                    <a:pt x="36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6"/>
                    <a:pt x="10" y="47"/>
                    <a:pt x="23" y="47"/>
                  </a:cubicBezTo>
                  <a:close/>
                  <a:moveTo>
                    <a:pt x="23" y="13"/>
                  </a:moveTo>
                  <a:cubicBezTo>
                    <a:pt x="29" y="13"/>
                    <a:pt x="33" y="18"/>
                    <a:pt x="33" y="23"/>
                  </a:cubicBezTo>
                  <a:cubicBezTo>
                    <a:pt x="33" y="29"/>
                    <a:pt x="29" y="33"/>
                    <a:pt x="23" y="33"/>
                  </a:cubicBezTo>
                  <a:cubicBezTo>
                    <a:pt x="18" y="33"/>
                    <a:pt x="13" y="29"/>
                    <a:pt x="13" y="23"/>
                  </a:cubicBezTo>
                  <a:cubicBezTo>
                    <a:pt x="13" y="18"/>
                    <a:pt x="18" y="13"/>
                    <a:pt x="2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4" name="Freeform 12"/>
          <p:cNvSpPr>
            <a:spLocks noEditPoints="1"/>
          </p:cNvSpPr>
          <p:nvPr/>
        </p:nvSpPr>
        <p:spPr bwMode="auto">
          <a:xfrm>
            <a:off x="2500313" y="1550988"/>
            <a:ext cx="404813" cy="404813"/>
          </a:xfrm>
          <a:custGeom>
            <a:avLst/>
            <a:gdLst>
              <a:gd name="T0" fmla="*/ 201 w 215"/>
              <a:gd name="T1" fmla="*/ 202 h 215"/>
              <a:gd name="T2" fmla="*/ 188 w 215"/>
              <a:gd name="T3" fmla="*/ 94 h 215"/>
              <a:gd name="T4" fmla="*/ 155 w 215"/>
              <a:gd name="T5" fmla="*/ 108 h 215"/>
              <a:gd name="T6" fmla="*/ 148 w 215"/>
              <a:gd name="T7" fmla="*/ 202 h 215"/>
              <a:gd name="T8" fmla="*/ 134 w 215"/>
              <a:gd name="T9" fmla="*/ 27 h 215"/>
              <a:gd name="T10" fmla="*/ 101 w 215"/>
              <a:gd name="T11" fmla="*/ 41 h 215"/>
              <a:gd name="T12" fmla="*/ 94 w 215"/>
              <a:gd name="T13" fmla="*/ 202 h 215"/>
              <a:gd name="T14" fmla="*/ 81 w 215"/>
              <a:gd name="T15" fmla="*/ 128 h 215"/>
              <a:gd name="T16" fmla="*/ 47 w 215"/>
              <a:gd name="T17" fmla="*/ 141 h 215"/>
              <a:gd name="T18" fmla="*/ 14 w 215"/>
              <a:gd name="T19" fmla="*/ 202 h 215"/>
              <a:gd name="T20" fmla="*/ 27 w 215"/>
              <a:gd name="T21" fmla="*/ 175 h 215"/>
              <a:gd name="T22" fmla="*/ 27 w 215"/>
              <a:gd name="T23" fmla="*/ 161 h 215"/>
              <a:gd name="T24" fmla="*/ 14 w 215"/>
              <a:gd name="T25" fmla="*/ 141 h 215"/>
              <a:gd name="T26" fmla="*/ 14 w 215"/>
              <a:gd name="T27" fmla="*/ 128 h 215"/>
              <a:gd name="T28" fmla="*/ 27 w 215"/>
              <a:gd name="T29" fmla="*/ 108 h 215"/>
              <a:gd name="T30" fmla="*/ 27 w 215"/>
              <a:gd name="T31" fmla="*/ 94 h 215"/>
              <a:gd name="T32" fmla="*/ 14 w 215"/>
              <a:gd name="T33" fmla="*/ 74 h 215"/>
              <a:gd name="T34" fmla="*/ 14 w 215"/>
              <a:gd name="T35" fmla="*/ 61 h 215"/>
              <a:gd name="T36" fmla="*/ 27 w 215"/>
              <a:gd name="T37" fmla="*/ 41 h 215"/>
              <a:gd name="T38" fmla="*/ 27 w 215"/>
              <a:gd name="T39" fmla="*/ 27 h 215"/>
              <a:gd name="T40" fmla="*/ 14 w 215"/>
              <a:gd name="T41" fmla="*/ 7 h 215"/>
              <a:gd name="T42" fmla="*/ 0 w 215"/>
              <a:gd name="T43" fmla="*/ 7 h 215"/>
              <a:gd name="T44" fmla="*/ 14 w 215"/>
              <a:gd name="T45" fmla="*/ 215 h 215"/>
              <a:gd name="T46" fmla="*/ 215 w 215"/>
              <a:gd name="T47" fmla="*/ 208 h 215"/>
              <a:gd name="T48" fmla="*/ 168 w 215"/>
              <a:gd name="T49" fmla="*/ 108 h 215"/>
              <a:gd name="T50" fmla="*/ 188 w 215"/>
              <a:gd name="T51" fmla="*/ 202 h 215"/>
              <a:gd name="T52" fmla="*/ 168 w 215"/>
              <a:gd name="T53" fmla="*/ 108 h 215"/>
              <a:gd name="T54" fmla="*/ 134 w 215"/>
              <a:gd name="T55" fmla="*/ 41 h 215"/>
              <a:gd name="T56" fmla="*/ 114 w 215"/>
              <a:gd name="T57" fmla="*/ 202 h 215"/>
              <a:gd name="T58" fmla="*/ 61 w 215"/>
              <a:gd name="T59" fmla="*/ 141 h 215"/>
              <a:gd name="T60" fmla="*/ 81 w 215"/>
              <a:gd name="T61" fmla="*/ 202 h 215"/>
              <a:gd name="T62" fmla="*/ 61 w 215"/>
              <a:gd name="T63" fmla="*/ 141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15" h="215">
                <a:moveTo>
                  <a:pt x="208" y="202"/>
                </a:moveTo>
                <a:cubicBezTo>
                  <a:pt x="201" y="202"/>
                  <a:pt x="201" y="202"/>
                  <a:pt x="201" y="202"/>
                </a:cubicBezTo>
                <a:cubicBezTo>
                  <a:pt x="201" y="108"/>
                  <a:pt x="201" y="108"/>
                  <a:pt x="201" y="108"/>
                </a:cubicBezTo>
                <a:cubicBezTo>
                  <a:pt x="201" y="100"/>
                  <a:pt x="195" y="94"/>
                  <a:pt x="188" y="94"/>
                </a:cubicBezTo>
                <a:cubicBezTo>
                  <a:pt x="168" y="94"/>
                  <a:pt x="168" y="94"/>
                  <a:pt x="168" y="94"/>
                </a:cubicBezTo>
                <a:cubicBezTo>
                  <a:pt x="161" y="94"/>
                  <a:pt x="155" y="100"/>
                  <a:pt x="155" y="108"/>
                </a:cubicBezTo>
                <a:cubicBezTo>
                  <a:pt x="155" y="202"/>
                  <a:pt x="155" y="202"/>
                  <a:pt x="155" y="202"/>
                </a:cubicBezTo>
                <a:cubicBezTo>
                  <a:pt x="148" y="202"/>
                  <a:pt x="148" y="202"/>
                  <a:pt x="148" y="202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48" y="33"/>
                  <a:pt x="142" y="27"/>
                  <a:pt x="134" y="27"/>
                </a:cubicBezTo>
                <a:cubicBezTo>
                  <a:pt x="114" y="27"/>
                  <a:pt x="114" y="27"/>
                  <a:pt x="114" y="27"/>
                </a:cubicBezTo>
                <a:cubicBezTo>
                  <a:pt x="107" y="27"/>
                  <a:pt x="101" y="33"/>
                  <a:pt x="101" y="41"/>
                </a:cubicBezTo>
                <a:cubicBezTo>
                  <a:pt x="101" y="202"/>
                  <a:pt x="101" y="202"/>
                  <a:pt x="101" y="202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4" y="141"/>
                  <a:pt x="94" y="141"/>
                  <a:pt x="94" y="141"/>
                </a:cubicBezTo>
                <a:cubicBezTo>
                  <a:pt x="94" y="134"/>
                  <a:pt x="88" y="128"/>
                  <a:pt x="81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53" y="128"/>
                  <a:pt x="47" y="134"/>
                  <a:pt x="47" y="141"/>
                </a:cubicBezTo>
                <a:cubicBezTo>
                  <a:pt x="47" y="202"/>
                  <a:pt x="47" y="202"/>
                  <a:pt x="47" y="202"/>
                </a:cubicBezTo>
                <a:cubicBezTo>
                  <a:pt x="14" y="202"/>
                  <a:pt x="14" y="202"/>
                  <a:pt x="14" y="202"/>
                </a:cubicBezTo>
                <a:cubicBezTo>
                  <a:pt x="14" y="175"/>
                  <a:pt x="14" y="175"/>
                  <a:pt x="14" y="175"/>
                </a:cubicBezTo>
                <a:cubicBezTo>
                  <a:pt x="27" y="175"/>
                  <a:pt x="27" y="175"/>
                  <a:pt x="27" y="175"/>
                </a:cubicBezTo>
                <a:cubicBezTo>
                  <a:pt x="31" y="175"/>
                  <a:pt x="34" y="172"/>
                  <a:pt x="34" y="168"/>
                </a:cubicBezTo>
                <a:cubicBezTo>
                  <a:pt x="34" y="164"/>
                  <a:pt x="31" y="161"/>
                  <a:pt x="27" y="161"/>
                </a:cubicBezTo>
                <a:cubicBezTo>
                  <a:pt x="14" y="161"/>
                  <a:pt x="14" y="161"/>
                  <a:pt x="14" y="161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7" y="141"/>
                  <a:pt x="20" y="138"/>
                  <a:pt x="20" y="134"/>
                </a:cubicBezTo>
                <a:cubicBezTo>
                  <a:pt x="20" y="131"/>
                  <a:pt x="17" y="128"/>
                  <a:pt x="14" y="12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27" y="108"/>
                  <a:pt x="27" y="108"/>
                  <a:pt x="27" y="108"/>
                </a:cubicBezTo>
                <a:cubicBezTo>
                  <a:pt x="31" y="108"/>
                  <a:pt x="34" y="105"/>
                  <a:pt x="34" y="101"/>
                </a:cubicBezTo>
                <a:cubicBezTo>
                  <a:pt x="34" y="97"/>
                  <a:pt x="31" y="94"/>
                  <a:pt x="27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74"/>
                  <a:pt x="14" y="74"/>
                  <a:pt x="14" y="74"/>
                </a:cubicBezTo>
                <a:cubicBezTo>
                  <a:pt x="17" y="74"/>
                  <a:pt x="20" y="71"/>
                  <a:pt x="20" y="67"/>
                </a:cubicBezTo>
                <a:cubicBezTo>
                  <a:pt x="20" y="64"/>
                  <a:pt x="17" y="61"/>
                  <a:pt x="14" y="61"/>
                </a:cubicBezTo>
                <a:cubicBezTo>
                  <a:pt x="14" y="41"/>
                  <a:pt x="14" y="41"/>
                  <a:pt x="14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31" y="41"/>
                  <a:pt x="34" y="37"/>
                  <a:pt x="34" y="34"/>
                </a:cubicBezTo>
                <a:cubicBezTo>
                  <a:pt x="34" y="30"/>
                  <a:pt x="31" y="27"/>
                  <a:pt x="27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3"/>
                  <a:pt x="11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209"/>
                  <a:pt x="6" y="215"/>
                  <a:pt x="14" y="215"/>
                </a:cubicBezTo>
                <a:cubicBezTo>
                  <a:pt x="208" y="215"/>
                  <a:pt x="208" y="215"/>
                  <a:pt x="208" y="215"/>
                </a:cubicBezTo>
                <a:cubicBezTo>
                  <a:pt x="212" y="215"/>
                  <a:pt x="215" y="212"/>
                  <a:pt x="215" y="208"/>
                </a:cubicBezTo>
                <a:cubicBezTo>
                  <a:pt x="215" y="205"/>
                  <a:pt x="212" y="202"/>
                  <a:pt x="208" y="202"/>
                </a:cubicBezTo>
                <a:close/>
                <a:moveTo>
                  <a:pt x="168" y="108"/>
                </a:moveTo>
                <a:cubicBezTo>
                  <a:pt x="188" y="108"/>
                  <a:pt x="188" y="108"/>
                  <a:pt x="188" y="108"/>
                </a:cubicBezTo>
                <a:cubicBezTo>
                  <a:pt x="188" y="202"/>
                  <a:pt x="188" y="202"/>
                  <a:pt x="188" y="202"/>
                </a:cubicBezTo>
                <a:cubicBezTo>
                  <a:pt x="168" y="202"/>
                  <a:pt x="168" y="202"/>
                  <a:pt x="168" y="202"/>
                </a:cubicBezTo>
                <a:lnTo>
                  <a:pt x="168" y="108"/>
                </a:lnTo>
                <a:close/>
                <a:moveTo>
                  <a:pt x="114" y="41"/>
                </a:moveTo>
                <a:cubicBezTo>
                  <a:pt x="134" y="41"/>
                  <a:pt x="134" y="41"/>
                  <a:pt x="134" y="41"/>
                </a:cubicBezTo>
                <a:cubicBezTo>
                  <a:pt x="134" y="202"/>
                  <a:pt x="134" y="202"/>
                  <a:pt x="134" y="202"/>
                </a:cubicBezTo>
                <a:cubicBezTo>
                  <a:pt x="114" y="202"/>
                  <a:pt x="114" y="202"/>
                  <a:pt x="114" y="202"/>
                </a:cubicBezTo>
                <a:lnTo>
                  <a:pt x="114" y="41"/>
                </a:lnTo>
                <a:close/>
                <a:moveTo>
                  <a:pt x="61" y="141"/>
                </a:moveTo>
                <a:cubicBezTo>
                  <a:pt x="81" y="141"/>
                  <a:pt x="81" y="141"/>
                  <a:pt x="81" y="141"/>
                </a:cubicBezTo>
                <a:cubicBezTo>
                  <a:pt x="81" y="202"/>
                  <a:pt x="81" y="202"/>
                  <a:pt x="81" y="202"/>
                </a:cubicBezTo>
                <a:cubicBezTo>
                  <a:pt x="61" y="202"/>
                  <a:pt x="61" y="202"/>
                  <a:pt x="61" y="202"/>
                </a:cubicBezTo>
                <a:lnTo>
                  <a:pt x="61" y="1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72" name="Group 571"/>
          <p:cNvGrpSpPr/>
          <p:nvPr/>
        </p:nvGrpSpPr>
        <p:grpSpPr>
          <a:xfrm>
            <a:off x="3124200" y="1550988"/>
            <a:ext cx="403225" cy="404813"/>
            <a:chOff x="3124200" y="1550988"/>
            <a:chExt cx="403225" cy="404813"/>
          </a:xfrm>
        </p:grpSpPr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3124200" y="1550988"/>
              <a:ext cx="403225" cy="404813"/>
            </a:xfrm>
            <a:custGeom>
              <a:avLst/>
              <a:gdLst>
                <a:gd name="T0" fmla="*/ 208 w 215"/>
                <a:gd name="T1" fmla="*/ 202 h 215"/>
                <a:gd name="T2" fmla="*/ 14 w 215"/>
                <a:gd name="T3" fmla="*/ 202 h 215"/>
                <a:gd name="T4" fmla="*/ 14 w 215"/>
                <a:gd name="T5" fmla="*/ 175 h 215"/>
                <a:gd name="T6" fmla="*/ 27 w 215"/>
                <a:gd name="T7" fmla="*/ 175 h 215"/>
                <a:gd name="T8" fmla="*/ 34 w 215"/>
                <a:gd name="T9" fmla="*/ 168 h 215"/>
                <a:gd name="T10" fmla="*/ 27 w 215"/>
                <a:gd name="T11" fmla="*/ 161 h 215"/>
                <a:gd name="T12" fmla="*/ 14 w 215"/>
                <a:gd name="T13" fmla="*/ 161 h 215"/>
                <a:gd name="T14" fmla="*/ 14 w 215"/>
                <a:gd name="T15" fmla="*/ 141 h 215"/>
                <a:gd name="T16" fmla="*/ 20 w 215"/>
                <a:gd name="T17" fmla="*/ 134 h 215"/>
                <a:gd name="T18" fmla="*/ 14 w 215"/>
                <a:gd name="T19" fmla="*/ 128 h 215"/>
                <a:gd name="T20" fmla="*/ 14 w 215"/>
                <a:gd name="T21" fmla="*/ 108 h 215"/>
                <a:gd name="T22" fmla="*/ 27 w 215"/>
                <a:gd name="T23" fmla="*/ 108 h 215"/>
                <a:gd name="T24" fmla="*/ 34 w 215"/>
                <a:gd name="T25" fmla="*/ 101 h 215"/>
                <a:gd name="T26" fmla="*/ 27 w 215"/>
                <a:gd name="T27" fmla="*/ 94 h 215"/>
                <a:gd name="T28" fmla="*/ 14 w 215"/>
                <a:gd name="T29" fmla="*/ 94 h 215"/>
                <a:gd name="T30" fmla="*/ 14 w 215"/>
                <a:gd name="T31" fmla="*/ 74 h 215"/>
                <a:gd name="T32" fmla="*/ 20 w 215"/>
                <a:gd name="T33" fmla="*/ 67 h 215"/>
                <a:gd name="T34" fmla="*/ 14 w 215"/>
                <a:gd name="T35" fmla="*/ 61 h 215"/>
                <a:gd name="T36" fmla="*/ 14 w 215"/>
                <a:gd name="T37" fmla="*/ 41 h 215"/>
                <a:gd name="T38" fmla="*/ 27 w 215"/>
                <a:gd name="T39" fmla="*/ 41 h 215"/>
                <a:gd name="T40" fmla="*/ 34 w 215"/>
                <a:gd name="T41" fmla="*/ 34 h 215"/>
                <a:gd name="T42" fmla="*/ 27 w 215"/>
                <a:gd name="T43" fmla="*/ 27 h 215"/>
                <a:gd name="T44" fmla="*/ 14 w 215"/>
                <a:gd name="T45" fmla="*/ 27 h 215"/>
                <a:gd name="T46" fmla="*/ 14 w 215"/>
                <a:gd name="T47" fmla="*/ 7 h 215"/>
                <a:gd name="T48" fmla="*/ 7 w 215"/>
                <a:gd name="T49" fmla="*/ 0 h 215"/>
                <a:gd name="T50" fmla="*/ 0 w 215"/>
                <a:gd name="T51" fmla="*/ 7 h 215"/>
                <a:gd name="T52" fmla="*/ 0 w 215"/>
                <a:gd name="T53" fmla="*/ 202 h 215"/>
                <a:gd name="T54" fmla="*/ 14 w 215"/>
                <a:gd name="T55" fmla="*/ 215 h 215"/>
                <a:gd name="T56" fmla="*/ 208 w 215"/>
                <a:gd name="T57" fmla="*/ 215 h 215"/>
                <a:gd name="T58" fmla="*/ 215 w 215"/>
                <a:gd name="T59" fmla="*/ 208 h 215"/>
                <a:gd name="T60" fmla="*/ 208 w 215"/>
                <a:gd name="T61" fmla="*/ 20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5" h="215">
                  <a:moveTo>
                    <a:pt x="208" y="202"/>
                  </a:moveTo>
                  <a:cubicBezTo>
                    <a:pt x="14" y="202"/>
                    <a:pt x="14" y="202"/>
                    <a:pt x="14" y="202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31" y="175"/>
                    <a:pt x="34" y="172"/>
                    <a:pt x="34" y="168"/>
                  </a:cubicBezTo>
                  <a:cubicBezTo>
                    <a:pt x="34" y="164"/>
                    <a:pt x="31" y="161"/>
                    <a:pt x="27" y="161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7" y="141"/>
                    <a:pt x="20" y="138"/>
                    <a:pt x="20" y="134"/>
                  </a:cubicBezTo>
                  <a:cubicBezTo>
                    <a:pt x="20" y="131"/>
                    <a:pt x="17" y="128"/>
                    <a:pt x="14" y="128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31" y="108"/>
                    <a:pt x="34" y="105"/>
                    <a:pt x="34" y="101"/>
                  </a:cubicBezTo>
                  <a:cubicBezTo>
                    <a:pt x="34" y="97"/>
                    <a:pt x="31" y="94"/>
                    <a:pt x="27" y="94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7" y="74"/>
                    <a:pt x="20" y="71"/>
                    <a:pt x="20" y="67"/>
                  </a:cubicBezTo>
                  <a:cubicBezTo>
                    <a:pt x="20" y="64"/>
                    <a:pt x="17" y="61"/>
                    <a:pt x="14" y="6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1" y="41"/>
                    <a:pt x="34" y="37"/>
                    <a:pt x="34" y="34"/>
                  </a:cubicBezTo>
                  <a:cubicBezTo>
                    <a:pt x="34" y="30"/>
                    <a:pt x="31" y="27"/>
                    <a:pt x="27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9"/>
                    <a:pt x="6" y="215"/>
                    <a:pt x="14" y="215"/>
                  </a:cubicBezTo>
                  <a:cubicBezTo>
                    <a:pt x="208" y="215"/>
                    <a:pt x="208" y="215"/>
                    <a:pt x="208" y="215"/>
                  </a:cubicBezTo>
                  <a:cubicBezTo>
                    <a:pt x="212" y="215"/>
                    <a:pt x="215" y="212"/>
                    <a:pt x="215" y="208"/>
                  </a:cubicBezTo>
                  <a:cubicBezTo>
                    <a:pt x="215" y="205"/>
                    <a:pt x="212" y="202"/>
                    <a:pt x="208" y="2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3213100" y="1677988"/>
              <a:ext cx="277813" cy="201613"/>
            </a:xfrm>
            <a:custGeom>
              <a:avLst/>
              <a:gdLst>
                <a:gd name="T0" fmla="*/ 141 w 148"/>
                <a:gd name="T1" fmla="*/ 47 h 108"/>
                <a:gd name="T2" fmla="*/ 148 w 148"/>
                <a:gd name="T3" fmla="*/ 41 h 108"/>
                <a:gd name="T4" fmla="*/ 148 w 148"/>
                <a:gd name="T5" fmla="*/ 7 h 108"/>
                <a:gd name="T6" fmla="*/ 148 w 148"/>
                <a:gd name="T7" fmla="*/ 6 h 108"/>
                <a:gd name="T8" fmla="*/ 148 w 148"/>
                <a:gd name="T9" fmla="*/ 5 h 108"/>
                <a:gd name="T10" fmla="*/ 147 w 148"/>
                <a:gd name="T11" fmla="*/ 4 h 108"/>
                <a:gd name="T12" fmla="*/ 147 w 148"/>
                <a:gd name="T13" fmla="*/ 4 h 108"/>
                <a:gd name="T14" fmla="*/ 147 w 148"/>
                <a:gd name="T15" fmla="*/ 3 h 108"/>
                <a:gd name="T16" fmla="*/ 145 w 148"/>
                <a:gd name="T17" fmla="*/ 1 h 108"/>
                <a:gd name="T18" fmla="*/ 144 w 148"/>
                <a:gd name="T19" fmla="*/ 1 h 108"/>
                <a:gd name="T20" fmla="*/ 144 w 148"/>
                <a:gd name="T21" fmla="*/ 1 h 108"/>
                <a:gd name="T22" fmla="*/ 143 w 148"/>
                <a:gd name="T23" fmla="*/ 1 h 108"/>
                <a:gd name="T24" fmla="*/ 143 w 148"/>
                <a:gd name="T25" fmla="*/ 0 h 108"/>
                <a:gd name="T26" fmla="*/ 141 w 148"/>
                <a:gd name="T27" fmla="*/ 0 h 108"/>
                <a:gd name="T28" fmla="*/ 108 w 148"/>
                <a:gd name="T29" fmla="*/ 0 h 108"/>
                <a:gd name="T30" fmla="*/ 101 w 148"/>
                <a:gd name="T31" fmla="*/ 7 h 108"/>
                <a:gd name="T32" fmla="*/ 108 w 148"/>
                <a:gd name="T33" fmla="*/ 14 h 108"/>
                <a:gd name="T34" fmla="*/ 125 w 148"/>
                <a:gd name="T35" fmla="*/ 14 h 108"/>
                <a:gd name="T36" fmla="*/ 61 w 148"/>
                <a:gd name="T37" fmla="*/ 78 h 108"/>
                <a:gd name="T38" fmla="*/ 45 w 148"/>
                <a:gd name="T39" fmla="*/ 63 h 108"/>
                <a:gd name="T40" fmla="*/ 36 w 148"/>
                <a:gd name="T41" fmla="*/ 63 h 108"/>
                <a:gd name="T42" fmla="*/ 2 w 148"/>
                <a:gd name="T43" fmla="*/ 96 h 108"/>
                <a:gd name="T44" fmla="*/ 2 w 148"/>
                <a:gd name="T45" fmla="*/ 106 h 108"/>
                <a:gd name="T46" fmla="*/ 7 w 148"/>
                <a:gd name="T47" fmla="*/ 108 h 108"/>
                <a:gd name="T48" fmla="*/ 12 w 148"/>
                <a:gd name="T49" fmla="*/ 106 h 108"/>
                <a:gd name="T50" fmla="*/ 41 w 148"/>
                <a:gd name="T51" fmla="*/ 77 h 108"/>
                <a:gd name="T52" fmla="*/ 56 w 148"/>
                <a:gd name="T53" fmla="*/ 92 h 108"/>
                <a:gd name="T54" fmla="*/ 65 w 148"/>
                <a:gd name="T55" fmla="*/ 92 h 108"/>
                <a:gd name="T56" fmla="*/ 134 w 148"/>
                <a:gd name="T57" fmla="*/ 23 h 108"/>
                <a:gd name="T58" fmla="*/ 134 w 148"/>
                <a:gd name="T59" fmla="*/ 41 h 108"/>
                <a:gd name="T60" fmla="*/ 141 w 148"/>
                <a:gd name="T61" fmla="*/ 4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108">
                  <a:moveTo>
                    <a:pt x="141" y="47"/>
                  </a:moveTo>
                  <a:cubicBezTo>
                    <a:pt x="145" y="47"/>
                    <a:pt x="148" y="44"/>
                    <a:pt x="148" y="41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48" y="6"/>
                    <a:pt x="148" y="6"/>
                  </a:cubicBezTo>
                  <a:cubicBezTo>
                    <a:pt x="148" y="6"/>
                    <a:pt x="148" y="5"/>
                    <a:pt x="148" y="5"/>
                  </a:cubicBezTo>
                  <a:cubicBezTo>
                    <a:pt x="148" y="5"/>
                    <a:pt x="147" y="5"/>
                    <a:pt x="14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7" y="4"/>
                    <a:pt x="147" y="3"/>
                    <a:pt x="147" y="3"/>
                  </a:cubicBezTo>
                  <a:cubicBezTo>
                    <a:pt x="146" y="3"/>
                    <a:pt x="146" y="2"/>
                    <a:pt x="145" y="1"/>
                  </a:cubicBezTo>
                  <a:cubicBezTo>
                    <a:pt x="145" y="1"/>
                    <a:pt x="145" y="1"/>
                    <a:pt x="144" y="1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4" y="1"/>
                    <a:pt x="143" y="1"/>
                    <a:pt x="143" y="1"/>
                  </a:cubicBezTo>
                  <a:cubicBezTo>
                    <a:pt x="143" y="1"/>
                    <a:pt x="143" y="1"/>
                    <a:pt x="143" y="0"/>
                  </a:cubicBezTo>
                  <a:cubicBezTo>
                    <a:pt x="142" y="0"/>
                    <a:pt x="142" y="0"/>
                    <a:pt x="141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4" y="0"/>
                    <a:pt x="101" y="3"/>
                    <a:pt x="101" y="7"/>
                  </a:cubicBezTo>
                  <a:cubicBezTo>
                    <a:pt x="101" y="11"/>
                    <a:pt x="104" y="14"/>
                    <a:pt x="108" y="14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3" y="60"/>
                    <a:pt x="38" y="60"/>
                    <a:pt x="36" y="63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99"/>
                    <a:pt x="0" y="103"/>
                    <a:pt x="2" y="106"/>
                  </a:cubicBezTo>
                  <a:cubicBezTo>
                    <a:pt x="4" y="107"/>
                    <a:pt x="5" y="108"/>
                    <a:pt x="7" y="108"/>
                  </a:cubicBezTo>
                  <a:cubicBezTo>
                    <a:pt x="9" y="108"/>
                    <a:pt x="10" y="107"/>
                    <a:pt x="12" y="106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9" y="95"/>
                    <a:pt x="63" y="95"/>
                    <a:pt x="65" y="92"/>
                  </a:cubicBezTo>
                  <a:cubicBezTo>
                    <a:pt x="134" y="23"/>
                    <a:pt x="134" y="23"/>
                    <a:pt x="134" y="23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4" y="44"/>
                    <a:pt x="137" y="47"/>
                    <a:pt x="141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3" name="Group 572"/>
          <p:cNvGrpSpPr/>
          <p:nvPr/>
        </p:nvGrpSpPr>
        <p:grpSpPr>
          <a:xfrm>
            <a:off x="3748088" y="1550988"/>
            <a:ext cx="403225" cy="404813"/>
            <a:chOff x="3748088" y="1550988"/>
            <a:chExt cx="403225" cy="404813"/>
          </a:xfrm>
        </p:grpSpPr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3748088" y="1550988"/>
              <a:ext cx="403225" cy="404813"/>
            </a:xfrm>
            <a:custGeom>
              <a:avLst/>
              <a:gdLst>
                <a:gd name="T0" fmla="*/ 208 w 215"/>
                <a:gd name="T1" fmla="*/ 202 h 215"/>
                <a:gd name="T2" fmla="*/ 14 w 215"/>
                <a:gd name="T3" fmla="*/ 202 h 215"/>
                <a:gd name="T4" fmla="*/ 14 w 215"/>
                <a:gd name="T5" fmla="*/ 175 h 215"/>
                <a:gd name="T6" fmla="*/ 27 w 215"/>
                <a:gd name="T7" fmla="*/ 175 h 215"/>
                <a:gd name="T8" fmla="*/ 34 w 215"/>
                <a:gd name="T9" fmla="*/ 168 h 215"/>
                <a:gd name="T10" fmla="*/ 27 w 215"/>
                <a:gd name="T11" fmla="*/ 161 h 215"/>
                <a:gd name="T12" fmla="*/ 14 w 215"/>
                <a:gd name="T13" fmla="*/ 161 h 215"/>
                <a:gd name="T14" fmla="*/ 14 w 215"/>
                <a:gd name="T15" fmla="*/ 141 h 215"/>
                <a:gd name="T16" fmla="*/ 21 w 215"/>
                <a:gd name="T17" fmla="*/ 134 h 215"/>
                <a:gd name="T18" fmla="*/ 14 w 215"/>
                <a:gd name="T19" fmla="*/ 128 h 215"/>
                <a:gd name="T20" fmla="*/ 14 w 215"/>
                <a:gd name="T21" fmla="*/ 108 h 215"/>
                <a:gd name="T22" fmla="*/ 27 w 215"/>
                <a:gd name="T23" fmla="*/ 108 h 215"/>
                <a:gd name="T24" fmla="*/ 34 w 215"/>
                <a:gd name="T25" fmla="*/ 101 h 215"/>
                <a:gd name="T26" fmla="*/ 27 w 215"/>
                <a:gd name="T27" fmla="*/ 94 h 215"/>
                <a:gd name="T28" fmla="*/ 14 w 215"/>
                <a:gd name="T29" fmla="*/ 94 h 215"/>
                <a:gd name="T30" fmla="*/ 14 w 215"/>
                <a:gd name="T31" fmla="*/ 74 h 215"/>
                <a:gd name="T32" fmla="*/ 21 w 215"/>
                <a:gd name="T33" fmla="*/ 67 h 215"/>
                <a:gd name="T34" fmla="*/ 14 w 215"/>
                <a:gd name="T35" fmla="*/ 61 h 215"/>
                <a:gd name="T36" fmla="*/ 14 w 215"/>
                <a:gd name="T37" fmla="*/ 41 h 215"/>
                <a:gd name="T38" fmla="*/ 27 w 215"/>
                <a:gd name="T39" fmla="*/ 41 h 215"/>
                <a:gd name="T40" fmla="*/ 34 w 215"/>
                <a:gd name="T41" fmla="*/ 34 h 215"/>
                <a:gd name="T42" fmla="*/ 27 w 215"/>
                <a:gd name="T43" fmla="*/ 27 h 215"/>
                <a:gd name="T44" fmla="*/ 14 w 215"/>
                <a:gd name="T45" fmla="*/ 27 h 215"/>
                <a:gd name="T46" fmla="*/ 14 w 215"/>
                <a:gd name="T47" fmla="*/ 7 h 215"/>
                <a:gd name="T48" fmla="*/ 7 w 215"/>
                <a:gd name="T49" fmla="*/ 0 h 215"/>
                <a:gd name="T50" fmla="*/ 0 w 215"/>
                <a:gd name="T51" fmla="*/ 7 h 215"/>
                <a:gd name="T52" fmla="*/ 0 w 215"/>
                <a:gd name="T53" fmla="*/ 202 h 215"/>
                <a:gd name="T54" fmla="*/ 14 w 215"/>
                <a:gd name="T55" fmla="*/ 215 h 215"/>
                <a:gd name="T56" fmla="*/ 208 w 215"/>
                <a:gd name="T57" fmla="*/ 215 h 215"/>
                <a:gd name="T58" fmla="*/ 215 w 215"/>
                <a:gd name="T59" fmla="*/ 208 h 215"/>
                <a:gd name="T60" fmla="*/ 208 w 215"/>
                <a:gd name="T61" fmla="*/ 20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5" h="215">
                  <a:moveTo>
                    <a:pt x="208" y="202"/>
                  </a:moveTo>
                  <a:cubicBezTo>
                    <a:pt x="14" y="202"/>
                    <a:pt x="14" y="202"/>
                    <a:pt x="14" y="202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31" y="175"/>
                    <a:pt x="34" y="172"/>
                    <a:pt x="34" y="168"/>
                  </a:cubicBezTo>
                  <a:cubicBezTo>
                    <a:pt x="34" y="164"/>
                    <a:pt x="31" y="161"/>
                    <a:pt x="27" y="161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8" y="141"/>
                    <a:pt x="21" y="138"/>
                    <a:pt x="21" y="134"/>
                  </a:cubicBezTo>
                  <a:cubicBezTo>
                    <a:pt x="21" y="131"/>
                    <a:pt x="18" y="128"/>
                    <a:pt x="14" y="128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31" y="108"/>
                    <a:pt x="34" y="105"/>
                    <a:pt x="34" y="101"/>
                  </a:cubicBezTo>
                  <a:cubicBezTo>
                    <a:pt x="34" y="97"/>
                    <a:pt x="31" y="94"/>
                    <a:pt x="27" y="94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8" y="74"/>
                    <a:pt x="21" y="71"/>
                    <a:pt x="21" y="67"/>
                  </a:cubicBezTo>
                  <a:cubicBezTo>
                    <a:pt x="21" y="64"/>
                    <a:pt x="18" y="61"/>
                    <a:pt x="14" y="6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1" y="41"/>
                    <a:pt x="34" y="37"/>
                    <a:pt x="34" y="34"/>
                  </a:cubicBezTo>
                  <a:cubicBezTo>
                    <a:pt x="34" y="30"/>
                    <a:pt x="31" y="27"/>
                    <a:pt x="27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9"/>
                    <a:pt x="7" y="215"/>
                    <a:pt x="14" y="215"/>
                  </a:cubicBezTo>
                  <a:cubicBezTo>
                    <a:pt x="208" y="215"/>
                    <a:pt x="208" y="215"/>
                    <a:pt x="208" y="215"/>
                  </a:cubicBezTo>
                  <a:cubicBezTo>
                    <a:pt x="212" y="215"/>
                    <a:pt x="215" y="212"/>
                    <a:pt x="215" y="208"/>
                  </a:cubicBezTo>
                  <a:cubicBezTo>
                    <a:pt x="215" y="205"/>
                    <a:pt x="212" y="202"/>
                    <a:pt x="208" y="2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16"/>
            <p:cNvSpPr>
              <a:spLocks/>
            </p:cNvSpPr>
            <p:nvPr/>
          </p:nvSpPr>
          <p:spPr bwMode="auto">
            <a:xfrm>
              <a:off x="3860800" y="1600200"/>
              <a:ext cx="201613" cy="279400"/>
            </a:xfrm>
            <a:custGeom>
              <a:avLst/>
              <a:gdLst>
                <a:gd name="T0" fmla="*/ 46 w 108"/>
                <a:gd name="T1" fmla="*/ 37 h 149"/>
                <a:gd name="T2" fmla="*/ 12 w 108"/>
                <a:gd name="T3" fmla="*/ 3 h 149"/>
                <a:gd name="T4" fmla="*/ 3 w 108"/>
                <a:gd name="T5" fmla="*/ 3 h 149"/>
                <a:gd name="T6" fmla="*/ 3 w 108"/>
                <a:gd name="T7" fmla="*/ 13 h 149"/>
                <a:gd name="T8" fmla="*/ 32 w 108"/>
                <a:gd name="T9" fmla="*/ 41 h 149"/>
                <a:gd name="T10" fmla="*/ 16 w 108"/>
                <a:gd name="T11" fmla="*/ 57 h 149"/>
                <a:gd name="T12" fmla="*/ 16 w 108"/>
                <a:gd name="T13" fmla="*/ 66 h 149"/>
                <a:gd name="T14" fmla="*/ 85 w 108"/>
                <a:gd name="T15" fmla="*/ 135 h 149"/>
                <a:gd name="T16" fmla="*/ 68 w 108"/>
                <a:gd name="T17" fmla="*/ 135 h 149"/>
                <a:gd name="T18" fmla="*/ 61 w 108"/>
                <a:gd name="T19" fmla="*/ 142 h 149"/>
                <a:gd name="T20" fmla="*/ 68 w 108"/>
                <a:gd name="T21" fmla="*/ 149 h 149"/>
                <a:gd name="T22" fmla="*/ 101 w 108"/>
                <a:gd name="T23" fmla="*/ 149 h 149"/>
                <a:gd name="T24" fmla="*/ 103 w 108"/>
                <a:gd name="T25" fmla="*/ 149 h 149"/>
                <a:gd name="T26" fmla="*/ 103 w 108"/>
                <a:gd name="T27" fmla="*/ 148 h 149"/>
                <a:gd name="T28" fmla="*/ 104 w 108"/>
                <a:gd name="T29" fmla="*/ 148 h 149"/>
                <a:gd name="T30" fmla="*/ 105 w 108"/>
                <a:gd name="T31" fmla="*/ 148 h 149"/>
                <a:gd name="T32" fmla="*/ 105 w 108"/>
                <a:gd name="T33" fmla="*/ 148 h 149"/>
                <a:gd name="T34" fmla="*/ 107 w 108"/>
                <a:gd name="T35" fmla="*/ 146 h 149"/>
                <a:gd name="T36" fmla="*/ 107 w 108"/>
                <a:gd name="T37" fmla="*/ 145 h 149"/>
                <a:gd name="T38" fmla="*/ 108 w 108"/>
                <a:gd name="T39" fmla="*/ 145 h 149"/>
                <a:gd name="T40" fmla="*/ 108 w 108"/>
                <a:gd name="T41" fmla="*/ 144 h 149"/>
                <a:gd name="T42" fmla="*/ 108 w 108"/>
                <a:gd name="T43" fmla="*/ 143 h 149"/>
                <a:gd name="T44" fmla="*/ 108 w 108"/>
                <a:gd name="T45" fmla="*/ 142 h 149"/>
                <a:gd name="T46" fmla="*/ 108 w 108"/>
                <a:gd name="T47" fmla="*/ 108 h 149"/>
                <a:gd name="T48" fmla="*/ 101 w 108"/>
                <a:gd name="T49" fmla="*/ 102 h 149"/>
                <a:gd name="T50" fmla="*/ 95 w 108"/>
                <a:gd name="T51" fmla="*/ 108 h 149"/>
                <a:gd name="T52" fmla="*/ 95 w 108"/>
                <a:gd name="T53" fmla="*/ 126 h 149"/>
                <a:gd name="T54" fmla="*/ 30 w 108"/>
                <a:gd name="T55" fmla="*/ 61 h 149"/>
                <a:gd name="T56" fmla="*/ 46 w 108"/>
                <a:gd name="T57" fmla="*/ 46 h 149"/>
                <a:gd name="T58" fmla="*/ 46 w 108"/>
                <a:gd name="T59" fmla="*/ 37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8" h="149">
                  <a:moveTo>
                    <a:pt x="46" y="37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5" y="0"/>
                    <a:pt x="3" y="3"/>
                  </a:cubicBezTo>
                  <a:cubicBezTo>
                    <a:pt x="0" y="6"/>
                    <a:pt x="0" y="10"/>
                    <a:pt x="3" y="13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4" y="59"/>
                    <a:pt x="14" y="64"/>
                    <a:pt x="16" y="66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4" y="135"/>
                    <a:pt x="61" y="138"/>
                    <a:pt x="61" y="142"/>
                  </a:cubicBezTo>
                  <a:cubicBezTo>
                    <a:pt x="61" y="146"/>
                    <a:pt x="64" y="149"/>
                    <a:pt x="68" y="149"/>
                  </a:cubicBezTo>
                  <a:cubicBezTo>
                    <a:pt x="101" y="149"/>
                    <a:pt x="101" y="149"/>
                    <a:pt x="101" y="149"/>
                  </a:cubicBezTo>
                  <a:cubicBezTo>
                    <a:pt x="102" y="149"/>
                    <a:pt x="102" y="149"/>
                    <a:pt x="103" y="149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4" y="148"/>
                    <a:pt x="104" y="148"/>
                    <a:pt x="105" y="148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06" y="147"/>
                    <a:pt x="107" y="146"/>
                    <a:pt x="107" y="146"/>
                  </a:cubicBezTo>
                  <a:cubicBezTo>
                    <a:pt x="107" y="146"/>
                    <a:pt x="107" y="145"/>
                    <a:pt x="107" y="145"/>
                  </a:cubicBezTo>
                  <a:cubicBezTo>
                    <a:pt x="107" y="145"/>
                    <a:pt x="108" y="145"/>
                    <a:pt x="108" y="145"/>
                  </a:cubicBezTo>
                  <a:cubicBezTo>
                    <a:pt x="108" y="144"/>
                    <a:pt x="108" y="144"/>
                    <a:pt x="108" y="144"/>
                  </a:cubicBezTo>
                  <a:cubicBezTo>
                    <a:pt x="108" y="144"/>
                    <a:pt x="108" y="143"/>
                    <a:pt x="108" y="143"/>
                  </a:cubicBezTo>
                  <a:cubicBezTo>
                    <a:pt x="108" y="143"/>
                    <a:pt x="108" y="142"/>
                    <a:pt x="108" y="142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08" y="105"/>
                    <a:pt x="105" y="102"/>
                    <a:pt x="101" y="102"/>
                  </a:cubicBezTo>
                  <a:cubicBezTo>
                    <a:pt x="98" y="102"/>
                    <a:pt x="95" y="105"/>
                    <a:pt x="95" y="108"/>
                  </a:cubicBezTo>
                  <a:cubicBezTo>
                    <a:pt x="95" y="126"/>
                    <a:pt x="95" y="126"/>
                    <a:pt x="95" y="12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8" y="43"/>
                    <a:pt x="48" y="39"/>
                    <a:pt x="46" y="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4" name="Group 573"/>
          <p:cNvGrpSpPr/>
          <p:nvPr/>
        </p:nvGrpSpPr>
        <p:grpSpPr>
          <a:xfrm>
            <a:off x="4397375" y="1550988"/>
            <a:ext cx="352425" cy="406400"/>
            <a:chOff x="4397375" y="1550988"/>
            <a:chExt cx="352425" cy="406400"/>
          </a:xfrm>
        </p:grpSpPr>
        <p:sp>
          <p:nvSpPr>
            <p:cNvPr id="19" name="Freeform 17"/>
            <p:cNvSpPr>
              <a:spLocks noEditPoints="1"/>
            </p:cNvSpPr>
            <p:nvPr/>
          </p:nvSpPr>
          <p:spPr bwMode="auto">
            <a:xfrm>
              <a:off x="4397375" y="1550988"/>
              <a:ext cx="352425" cy="406400"/>
            </a:xfrm>
            <a:custGeom>
              <a:avLst/>
              <a:gdLst>
                <a:gd name="T0" fmla="*/ 181 w 188"/>
                <a:gd name="T1" fmla="*/ 148 h 216"/>
                <a:gd name="T2" fmla="*/ 188 w 188"/>
                <a:gd name="T3" fmla="*/ 141 h 216"/>
                <a:gd name="T4" fmla="*/ 188 w 188"/>
                <a:gd name="T5" fmla="*/ 20 h 216"/>
                <a:gd name="T6" fmla="*/ 181 w 188"/>
                <a:gd name="T7" fmla="*/ 14 h 216"/>
                <a:gd name="T8" fmla="*/ 101 w 188"/>
                <a:gd name="T9" fmla="*/ 14 h 216"/>
                <a:gd name="T10" fmla="*/ 101 w 188"/>
                <a:gd name="T11" fmla="*/ 7 h 216"/>
                <a:gd name="T12" fmla="*/ 94 w 188"/>
                <a:gd name="T13" fmla="*/ 0 h 216"/>
                <a:gd name="T14" fmla="*/ 87 w 188"/>
                <a:gd name="T15" fmla="*/ 7 h 216"/>
                <a:gd name="T16" fmla="*/ 87 w 188"/>
                <a:gd name="T17" fmla="*/ 14 h 216"/>
                <a:gd name="T18" fmla="*/ 7 w 188"/>
                <a:gd name="T19" fmla="*/ 14 h 216"/>
                <a:gd name="T20" fmla="*/ 0 w 188"/>
                <a:gd name="T21" fmla="*/ 20 h 216"/>
                <a:gd name="T22" fmla="*/ 0 w 188"/>
                <a:gd name="T23" fmla="*/ 141 h 216"/>
                <a:gd name="T24" fmla="*/ 7 w 188"/>
                <a:gd name="T25" fmla="*/ 148 h 216"/>
                <a:gd name="T26" fmla="*/ 87 w 188"/>
                <a:gd name="T27" fmla="*/ 148 h 216"/>
                <a:gd name="T28" fmla="*/ 87 w 188"/>
                <a:gd name="T29" fmla="*/ 182 h 216"/>
                <a:gd name="T30" fmla="*/ 66 w 188"/>
                <a:gd name="T31" fmla="*/ 203 h 216"/>
                <a:gd name="T32" fmla="*/ 66 w 188"/>
                <a:gd name="T33" fmla="*/ 213 h 216"/>
                <a:gd name="T34" fmla="*/ 75 w 188"/>
                <a:gd name="T35" fmla="*/ 213 h 216"/>
                <a:gd name="T36" fmla="*/ 87 w 188"/>
                <a:gd name="T37" fmla="*/ 201 h 216"/>
                <a:gd name="T38" fmla="*/ 87 w 188"/>
                <a:gd name="T39" fmla="*/ 208 h 216"/>
                <a:gd name="T40" fmla="*/ 94 w 188"/>
                <a:gd name="T41" fmla="*/ 215 h 216"/>
                <a:gd name="T42" fmla="*/ 101 w 188"/>
                <a:gd name="T43" fmla="*/ 208 h 216"/>
                <a:gd name="T44" fmla="*/ 101 w 188"/>
                <a:gd name="T45" fmla="*/ 201 h 216"/>
                <a:gd name="T46" fmla="*/ 113 w 188"/>
                <a:gd name="T47" fmla="*/ 213 h 216"/>
                <a:gd name="T48" fmla="*/ 117 w 188"/>
                <a:gd name="T49" fmla="*/ 215 h 216"/>
                <a:gd name="T50" fmla="*/ 122 w 188"/>
                <a:gd name="T51" fmla="*/ 213 h 216"/>
                <a:gd name="T52" fmla="*/ 122 w 188"/>
                <a:gd name="T53" fmla="*/ 203 h 216"/>
                <a:gd name="T54" fmla="*/ 101 w 188"/>
                <a:gd name="T55" fmla="*/ 182 h 216"/>
                <a:gd name="T56" fmla="*/ 101 w 188"/>
                <a:gd name="T57" fmla="*/ 148 h 216"/>
                <a:gd name="T58" fmla="*/ 181 w 188"/>
                <a:gd name="T59" fmla="*/ 148 h 216"/>
                <a:gd name="T60" fmla="*/ 13 w 188"/>
                <a:gd name="T61" fmla="*/ 27 h 216"/>
                <a:gd name="T62" fmla="*/ 174 w 188"/>
                <a:gd name="T63" fmla="*/ 27 h 216"/>
                <a:gd name="T64" fmla="*/ 174 w 188"/>
                <a:gd name="T65" fmla="*/ 134 h 216"/>
                <a:gd name="T66" fmla="*/ 13 w 188"/>
                <a:gd name="T67" fmla="*/ 134 h 216"/>
                <a:gd name="T68" fmla="*/ 13 w 188"/>
                <a:gd name="T69" fmla="*/ 27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8" h="216">
                  <a:moveTo>
                    <a:pt x="181" y="148"/>
                  </a:moveTo>
                  <a:cubicBezTo>
                    <a:pt x="185" y="148"/>
                    <a:pt x="188" y="145"/>
                    <a:pt x="188" y="141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88" y="17"/>
                    <a:pt x="185" y="14"/>
                    <a:pt x="181" y="14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3"/>
                    <a:pt x="98" y="0"/>
                    <a:pt x="94" y="0"/>
                  </a:cubicBezTo>
                  <a:cubicBezTo>
                    <a:pt x="90" y="0"/>
                    <a:pt x="87" y="3"/>
                    <a:pt x="87" y="7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7"/>
                    <a:pt x="0" y="2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5"/>
                    <a:pt x="3" y="148"/>
                    <a:pt x="7" y="148"/>
                  </a:cubicBezTo>
                  <a:cubicBezTo>
                    <a:pt x="87" y="148"/>
                    <a:pt x="87" y="148"/>
                    <a:pt x="87" y="148"/>
                  </a:cubicBezTo>
                  <a:cubicBezTo>
                    <a:pt x="87" y="182"/>
                    <a:pt x="87" y="182"/>
                    <a:pt x="87" y="182"/>
                  </a:cubicBezTo>
                  <a:cubicBezTo>
                    <a:pt x="66" y="203"/>
                    <a:pt x="66" y="203"/>
                    <a:pt x="66" y="203"/>
                  </a:cubicBezTo>
                  <a:cubicBezTo>
                    <a:pt x="63" y="206"/>
                    <a:pt x="63" y="210"/>
                    <a:pt x="66" y="213"/>
                  </a:cubicBezTo>
                  <a:cubicBezTo>
                    <a:pt x="68" y="216"/>
                    <a:pt x="73" y="216"/>
                    <a:pt x="75" y="213"/>
                  </a:cubicBezTo>
                  <a:cubicBezTo>
                    <a:pt x="87" y="201"/>
                    <a:pt x="87" y="201"/>
                    <a:pt x="87" y="201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87" y="212"/>
                    <a:pt x="90" y="215"/>
                    <a:pt x="94" y="215"/>
                  </a:cubicBezTo>
                  <a:cubicBezTo>
                    <a:pt x="98" y="215"/>
                    <a:pt x="101" y="212"/>
                    <a:pt x="101" y="208"/>
                  </a:cubicBezTo>
                  <a:cubicBezTo>
                    <a:pt x="101" y="201"/>
                    <a:pt x="101" y="201"/>
                    <a:pt x="101" y="201"/>
                  </a:cubicBezTo>
                  <a:cubicBezTo>
                    <a:pt x="113" y="213"/>
                    <a:pt x="113" y="213"/>
                    <a:pt x="113" y="213"/>
                  </a:cubicBezTo>
                  <a:cubicBezTo>
                    <a:pt x="114" y="214"/>
                    <a:pt x="116" y="215"/>
                    <a:pt x="117" y="215"/>
                  </a:cubicBezTo>
                  <a:cubicBezTo>
                    <a:pt x="119" y="215"/>
                    <a:pt x="121" y="214"/>
                    <a:pt x="122" y="213"/>
                  </a:cubicBezTo>
                  <a:cubicBezTo>
                    <a:pt x="125" y="210"/>
                    <a:pt x="125" y="206"/>
                    <a:pt x="122" y="203"/>
                  </a:cubicBezTo>
                  <a:cubicBezTo>
                    <a:pt x="101" y="182"/>
                    <a:pt x="101" y="182"/>
                    <a:pt x="101" y="182"/>
                  </a:cubicBezTo>
                  <a:cubicBezTo>
                    <a:pt x="101" y="148"/>
                    <a:pt x="101" y="148"/>
                    <a:pt x="101" y="148"/>
                  </a:cubicBezTo>
                  <a:lnTo>
                    <a:pt x="181" y="148"/>
                  </a:lnTo>
                  <a:close/>
                  <a:moveTo>
                    <a:pt x="13" y="27"/>
                  </a:moveTo>
                  <a:cubicBezTo>
                    <a:pt x="174" y="27"/>
                    <a:pt x="174" y="27"/>
                    <a:pt x="174" y="27"/>
                  </a:cubicBezTo>
                  <a:cubicBezTo>
                    <a:pt x="174" y="134"/>
                    <a:pt x="174" y="134"/>
                    <a:pt x="174" y="134"/>
                  </a:cubicBezTo>
                  <a:cubicBezTo>
                    <a:pt x="13" y="134"/>
                    <a:pt x="13" y="134"/>
                    <a:pt x="13" y="134"/>
                  </a:cubicBezTo>
                  <a:lnTo>
                    <a:pt x="1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4459288" y="1628775"/>
              <a:ext cx="227013" cy="149225"/>
            </a:xfrm>
            <a:custGeom>
              <a:avLst/>
              <a:gdLst>
                <a:gd name="T0" fmla="*/ 108 w 121"/>
                <a:gd name="T1" fmla="*/ 40 h 80"/>
                <a:gd name="T2" fmla="*/ 115 w 121"/>
                <a:gd name="T3" fmla="*/ 46 h 80"/>
                <a:gd name="T4" fmla="*/ 121 w 121"/>
                <a:gd name="T5" fmla="*/ 40 h 80"/>
                <a:gd name="T6" fmla="*/ 121 w 121"/>
                <a:gd name="T7" fmla="*/ 6 h 80"/>
                <a:gd name="T8" fmla="*/ 121 w 121"/>
                <a:gd name="T9" fmla="*/ 5 h 80"/>
                <a:gd name="T10" fmla="*/ 121 w 121"/>
                <a:gd name="T11" fmla="*/ 4 h 80"/>
                <a:gd name="T12" fmla="*/ 121 w 121"/>
                <a:gd name="T13" fmla="*/ 4 h 80"/>
                <a:gd name="T14" fmla="*/ 120 w 121"/>
                <a:gd name="T15" fmla="*/ 3 h 80"/>
                <a:gd name="T16" fmla="*/ 120 w 121"/>
                <a:gd name="T17" fmla="*/ 2 h 80"/>
                <a:gd name="T18" fmla="*/ 118 w 121"/>
                <a:gd name="T19" fmla="*/ 1 h 80"/>
                <a:gd name="T20" fmla="*/ 118 w 121"/>
                <a:gd name="T21" fmla="*/ 0 h 80"/>
                <a:gd name="T22" fmla="*/ 117 w 121"/>
                <a:gd name="T23" fmla="*/ 0 h 80"/>
                <a:gd name="T24" fmla="*/ 117 w 121"/>
                <a:gd name="T25" fmla="*/ 0 h 80"/>
                <a:gd name="T26" fmla="*/ 116 w 121"/>
                <a:gd name="T27" fmla="*/ 0 h 80"/>
                <a:gd name="T28" fmla="*/ 115 w 121"/>
                <a:gd name="T29" fmla="*/ 0 h 80"/>
                <a:gd name="T30" fmla="*/ 81 w 121"/>
                <a:gd name="T31" fmla="*/ 0 h 80"/>
                <a:gd name="T32" fmla="*/ 74 w 121"/>
                <a:gd name="T33" fmla="*/ 6 h 80"/>
                <a:gd name="T34" fmla="*/ 81 w 121"/>
                <a:gd name="T35" fmla="*/ 13 h 80"/>
                <a:gd name="T36" fmla="*/ 98 w 121"/>
                <a:gd name="T37" fmla="*/ 13 h 80"/>
                <a:gd name="T38" fmla="*/ 54 w 121"/>
                <a:gd name="T39" fmla="*/ 57 h 80"/>
                <a:gd name="T40" fmla="*/ 39 w 121"/>
                <a:gd name="T41" fmla="*/ 42 h 80"/>
                <a:gd name="T42" fmla="*/ 29 w 121"/>
                <a:gd name="T43" fmla="*/ 42 h 80"/>
                <a:gd name="T44" fmla="*/ 3 w 121"/>
                <a:gd name="T45" fmla="*/ 69 h 80"/>
                <a:gd name="T46" fmla="*/ 3 w 121"/>
                <a:gd name="T47" fmla="*/ 78 h 80"/>
                <a:gd name="T48" fmla="*/ 7 w 121"/>
                <a:gd name="T49" fmla="*/ 80 h 80"/>
                <a:gd name="T50" fmla="*/ 12 w 121"/>
                <a:gd name="T51" fmla="*/ 78 h 80"/>
                <a:gd name="T52" fmla="*/ 34 w 121"/>
                <a:gd name="T53" fmla="*/ 56 h 80"/>
                <a:gd name="T54" fmla="*/ 49 w 121"/>
                <a:gd name="T55" fmla="*/ 71 h 80"/>
                <a:gd name="T56" fmla="*/ 59 w 121"/>
                <a:gd name="T57" fmla="*/ 71 h 80"/>
                <a:gd name="T58" fmla="*/ 108 w 121"/>
                <a:gd name="T59" fmla="*/ 22 h 80"/>
                <a:gd name="T60" fmla="*/ 108 w 121"/>
                <a:gd name="T61" fmla="*/ 4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1" h="80">
                  <a:moveTo>
                    <a:pt x="108" y="40"/>
                  </a:moveTo>
                  <a:cubicBezTo>
                    <a:pt x="108" y="43"/>
                    <a:pt x="111" y="46"/>
                    <a:pt x="115" y="46"/>
                  </a:cubicBezTo>
                  <a:cubicBezTo>
                    <a:pt x="118" y="46"/>
                    <a:pt x="121" y="43"/>
                    <a:pt x="121" y="40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1" y="6"/>
                    <a:pt x="121" y="5"/>
                    <a:pt x="121" y="5"/>
                  </a:cubicBezTo>
                  <a:cubicBezTo>
                    <a:pt x="121" y="5"/>
                    <a:pt x="121" y="5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3"/>
                    <a:pt x="121" y="3"/>
                    <a:pt x="120" y="3"/>
                  </a:cubicBezTo>
                  <a:cubicBezTo>
                    <a:pt x="120" y="3"/>
                    <a:pt x="120" y="3"/>
                    <a:pt x="120" y="2"/>
                  </a:cubicBezTo>
                  <a:cubicBezTo>
                    <a:pt x="120" y="2"/>
                    <a:pt x="119" y="1"/>
                    <a:pt x="118" y="1"/>
                  </a:cubicBezTo>
                  <a:cubicBezTo>
                    <a:pt x="118" y="1"/>
                    <a:pt x="118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7" y="0"/>
                    <a:pt x="74" y="3"/>
                    <a:pt x="74" y="6"/>
                  </a:cubicBezTo>
                  <a:cubicBezTo>
                    <a:pt x="74" y="10"/>
                    <a:pt x="77" y="13"/>
                    <a:pt x="81" y="13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6" y="39"/>
                    <a:pt x="32" y="39"/>
                    <a:pt x="29" y="42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0" y="71"/>
                    <a:pt x="0" y="75"/>
                    <a:pt x="3" y="78"/>
                  </a:cubicBezTo>
                  <a:cubicBezTo>
                    <a:pt x="4" y="79"/>
                    <a:pt x="6" y="80"/>
                    <a:pt x="7" y="80"/>
                  </a:cubicBezTo>
                  <a:cubicBezTo>
                    <a:pt x="9" y="80"/>
                    <a:pt x="11" y="79"/>
                    <a:pt x="12" y="78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2" y="74"/>
                    <a:pt x="56" y="74"/>
                    <a:pt x="59" y="71"/>
                  </a:cubicBezTo>
                  <a:cubicBezTo>
                    <a:pt x="108" y="22"/>
                    <a:pt x="108" y="22"/>
                    <a:pt x="108" y="22"/>
                  </a:cubicBezTo>
                  <a:lnTo>
                    <a:pt x="108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5" name="Group 574"/>
          <p:cNvGrpSpPr/>
          <p:nvPr/>
        </p:nvGrpSpPr>
        <p:grpSpPr>
          <a:xfrm>
            <a:off x="4995863" y="1560513"/>
            <a:ext cx="401638" cy="385763"/>
            <a:chOff x="4995863" y="1560513"/>
            <a:chExt cx="401638" cy="385763"/>
          </a:xfrm>
        </p:grpSpPr>
        <p:sp>
          <p:nvSpPr>
            <p:cNvPr id="21" name="Freeform 19"/>
            <p:cNvSpPr>
              <a:spLocks noEditPoints="1"/>
            </p:cNvSpPr>
            <p:nvPr/>
          </p:nvSpPr>
          <p:spPr bwMode="auto">
            <a:xfrm>
              <a:off x="4995863" y="1560513"/>
              <a:ext cx="276225" cy="379413"/>
            </a:xfrm>
            <a:custGeom>
              <a:avLst/>
              <a:gdLst>
                <a:gd name="T0" fmla="*/ 0 w 147"/>
                <a:gd name="T1" fmla="*/ 188 h 202"/>
                <a:gd name="T2" fmla="*/ 13 w 147"/>
                <a:gd name="T3" fmla="*/ 202 h 202"/>
                <a:gd name="T4" fmla="*/ 134 w 147"/>
                <a:gd name="T5" fmla="*/ 202 h 202"/>
                <a:gd name="T6" fmla="*/ 147 w 147"/>
                <a:gd name="T7" fmla="*/ 188 h 202"/>
                <a:gd name="T8" fmla="*/ 147 w 147"/>
                <a:gd name="T9" fmla="*/ 54 h 202"/>
                <a:gd name="T10" fmla="*/ 141 w 147"/>
                <a:gd name="T11" fmla="*/ 38 h 202"/>
                <a:gd name="T12" fmla="*/ 110 w 147"/>
                <a:gd name="T13" fmla="*/ 7 h 202"/>
                <a:gd name="T14" fmla="*/ 94 w 147"/>
                <a:gd name="T15" fmla="*/ 0 h 202"/>
                <a:gd name="T16" fmla="*/ 13 w 147"/>
                <a:gd name="T17" fmla="*/ 0 h 202"/>
                <a:gd name="T18" fmla="*/ 0 w 147"/>
                <a:gd name="T19" fmla="*/ 14 h 202"/>
                <a:gd name="T20" fmla="*/ 0 w 147"/>
                <a:gd name="T21" fmla="*/ 188 h 202"/>
                <a:gd name="T22" fmla="*/ 124 w 147"/>
                <a:gd name="T23" fmla="*/ 41 h 202"/>
                <a:gd name="T24" fmla="*/ 107 w 147"/>
                <a:gd name="T25" fmla="*/ 41 h 202"/>
                <a:gd name="T26" fmla="*/ 107 w 147"/>
                <a:gd name="T27" fmla="*/ 23 h 202"/>
                <a:gd name="T28" fmla="*/ 124 w 147"/>
                <a:gd name="T29" fmla="*/ 41 h 202"/>
                <a:gd name="T30" fmla="*/ 13 w 147"/>
                <a:gd name="T31" fmla="*/ 14 h 202"/>
                <a:gd name="T32" fmla="*/ 94 w 147"/>
                <a:gd name="T33" fmla="*/ 14 h 202"/>
                <a:gd name="T34" fmla="*/ 94 w 147"/>
                <a:gd name="T35" fmla="*/ 41 h 202"/>
                <a:gd name="T36" fmla="*/ 107 w 147"/>
                <a:gd name="T37" fmla="*/ 54 h 202"/>
                <a:gd name="T38" fmla="*/ 134 w 147"/>
                <a:gd name="T39" fmla="*/ 54 h 202"/>
                <a:gd name="T40" fmla="*/ 134 w 147"/>
                <a:gd name="T41" fmla="*/ 188 h 202"/>
                <a:gd name="T42" fmla="*/ 13 w 147"/>
                <a:gd name="T43" fmla="*/ 188 h 202"/>
                <a:gd name="T44" fmla="*/ 13 w 147"/>
                <a:gd name="T45" fmla="*/ 1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7" h="202">
                  <a:moveTo>
                    <a:pt x="0" y="188"/>
                  </a:moveTo>
                  <a:cubicBezTo>
                    <a:pt x="0" y="196"/>
                    <a:pt x="6" y="202"/>
                    <a:pt x="13" y="202"/>
                  </a:cubicBezTo>
                  <a:cubicBezTo>
                    <a:pt x="134" y="202"/>
                    <a:pt x="134" y="202"/>
                    <a:pt x="134" y="202"/>
                  </a:cubicBezTo>
                  <a:cubicBezTo>
                    <a:pt x="141" y="202"/>
                    <a:pt x="147" y="196"/>
                    <a:pt x="147" y="188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49"/>
                    <a:pt x="144" y="42"/>
                    <a:pt x="141" y="38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06" y="3"/>
                    <a:pt x="99" y="0"/>
                    <a:pt x="9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lnTo>
                    <a:pt x="0" y="188"/>
                  </a:lnTo>
                  <a:close/>
                  <a:moveTo>
                    <a:pt x="124" y="41"/>
                  </a:moveTo>
                  <a:cubicBezTo>
                    <a:pt x="107" y="41"/>
                    <a:pt x="107" y="41"/>
                    <a:pt x="107" y="41"/>
                  </a:cubicBezTo>
                  <a:cubicBezTo>
                    <a:pt x="107" y="23"/>
                    <a:pt x="107" y="23"/>
                    <a:pt x="107" y="23"/>
                  </a:cubicBezTo>
                  <a:lnTo>
                    <a:pt x="124" y="41"/>
                  </a:lnTo>
                  <a:close/>
                  <a:moveTo>
                    <a:pt x="13" y="14"/>
                  </a:moveTo>
                  <a:cubicBezTo>
                    <a:pt x="94" y="14"/>
                    <a:pt x="94" y="14"/>
                    <a:pt x="94" y="14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94" y="48"/>
                    <a:pt x="100" y="54"/>
                    <a:pt x="107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188"/>
                    <a:pt x="134" y="188"/>
                    <a:pt x="134" y="188"/>
                  </a:cubicBezTo>
                  <a:cubicBezTo>
                    <a:pt x="13" y="188"/>
                    <a:pt x="13" y="188"/>
                    <a:pt x="13" y="188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0"/>
            <p:cNvSpPr>
              <a:spLocks noEditPoints="1"/>
            </p:cNvSpPr>
            <p:nvPr/>
          </p:nvSpPr>
          <p:spPr bwMode="auto">
            <a:xfrm>
              <a:off x="5322888" y="1560513"/>
              <a:ext cx="74613" cy="385763"/>
            </a:xfrm>
            <a:custGeom>
              <a:avLst/>
              <a:gdLst>
                <a:gd name="T0" fmla="*/ 27 w 40"/>
                <a:gd name="T1" fmla="*/ 0 h 205"/>
                <a:gd name="T2" fmla="*/ 14 w 40"/>
                <a:gd name="T3" fmla="*/ 0 h 205"/>
                <a:gd name="T4" fmla="*/ 0 w 40"/>
                <a:gd name="T5" fmla="*/ 14 h 205"/>
                <a:gd name="T6" fmla="*/ 0 w 40"/>
                <a:gd name="T7" fmla="*/ 168 h 205"/>
                <a:gd name="T8" fmla="*/ 4 w 40"/>
                <a:gd name="T9" fmla="*/ 184 h 205"/>
                <a:gd name="T10" fmla="*/ 11 w 40"/>
                <a:gd name="T11" fmla="*/ 199 h 205"/>
                <a:gd name="T12" fmla="*/ 20 w 40"/>
                <a:gd name="T13" fmla="*/ 205 h 205"/>
                <a:gd name="T14" fmla="*/ 29 w 40"/>
                <a:gd name="T15" fmla="*/ 199 h 205"/>
                <a:gd name="T16" fmla="*/ 37 w 40"/>
                <a:gd name="T17" fmla="*/ 184 h 205"/>
                <a:gd name="T18" fmla="*/ 40 w 40"/>
                <a:gd name="T19" fmla="*/ 168 h 205"/>
                <a:gd name="T20" fmla="*/ 40 w 40"/>
                <a:gd name="T21" fmla="*/ 14 h 205"/>
                <a:gd name="T22" fmla="*/ 27 w 40"/>
                <a:gd name="T23" fmla="*/ 0 h 205"/>
                <a:gd name="T24" fmla="*/ 27 w 40"/>
                <a:gd name="T25" fmla="*/ 14 h 205"/>
                <a:gd name="T26" fmla="*/ 27 w 40"/>
                <a:gd name="T27" fmla="*/ 34 h 205"/>
                <a:gd name="T28" fmla="*/ 14 w 40"/>
                <a:gd name="T29" fmla="*/ 34 h 205"/>
                <a:gd name="T30" fmla="*/ 14 w 40"/>
                <a:gd name="T31" fmla="*/ 14 h 205"/>
                <a:gd name="T32" fmla="*/ 27 w 40"/>
                <a:gd name="T33" fmla="*/ 14 h 205"/>
                <a:gd name="T34" fmla="*/ 25 w 40"/>
                <a:gd name="T35" fmla="*/ 178 h 205"/>
                <a:gd name="T36" fmla="*/ 20 w 40"/>
                <a:gd name="T37" fmla="*/ 187 h 205"/>
                <a:gd name="T38" fmla="*/ 16 w 40"/>
                <a:gd name="T39" fmla="*/ 178 h 205"/>
                <a:gd name="T40" fmla="*/ 14 w 40"/>
                <a:gd name="T41" fmla="*/ 168 h 205"/>
                <a:gd name="T42" fmla="*/ 14 w 40"/>
                <a:gd name="T43" fmla="*/ 47 h 205"/>
                <a:gd name="T44" fmla="*/ 27 w 40"/>
                <a:gd name="T45" fmla="*/ 47 h 205"/>
                <a:gd name="T46" fmla="*/ 27 w 40"/>
                <a:gd name="T47" fmla="*/ 168 h 205"/>
                <a:gd name="T48" fmla="*/ 25 w 40"/>
                <a:gd name="T49" fmla="*/ 17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" h="205">
                  <a:moveTo>
                    <a:pt x="27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3"/>
                    <a:pt x="2" y="180"/>
                    <a:pt x="4" y="184"/>
                  </a:cubicBezTo>
                  <a:cubicBezTo>
                    <a:pt x="11" y="199"/>
                    <a:pt x="11" y="199"/>
                    <a:pt x="11" y="199"/>
                  </a:cubicBezTo>
                  <a:cubicBezTo>
                    <a:pt x="13" y="203"/>
                    <a:pt x="17" y="205"/>
                    <a:pt x="20" y="205"/>
                  </a:cubicBezTo>
                  <a:cubicBezTo>
                    <a:pt x="24" y="205"/>
                    <a:pt x="27" y="203"/>
                    <a:pt x="29" y="199"/>
                  </a:cubicBezTo>
                  <a:cubicBezTo>
                    <a:pt x="37" y="184"/>
                    <a:pt x="37" y="184"/>
                    <a:pt x="37" y="184"/>
                  </a:cubicBezTo>
                  <a:cubicBezTo>
                    <a:pt x="39" y="180"/>
                    <a:pt x="40" y="173"/>
                    <a:pt x="40" y="168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6"/>
                    <a:pt x="34" y="0"/>
                    <a:pt x="27" y="0"/>
                  </a:cubicBezTo>
                  <a:close/>
                  <a:moveTo>
                    <a:pt x="27" y="14"/>
                  </a:moveTo>
                  <a:cubicBezTo>
                    <a:pt x="27" y="34"/>
                    <a:pt x="27" y="34"/>
                    <a:pt x="27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14"/>
                    <a:pt x="14" y="14"/>
                    <a:pt x="14" y="14"/>
                  </a:cubicBezTo>
                  <a:lnTo>
                    <a:pt x="27" y="14"/>
                  </a:lnTo>
                  <a:close/>
                  <a:moveTo>
                    <a:pt x="25" y="178"/>
                  </a:moveTo>
                  <a:cubicBezTo>
                    <a:pt x="20" y="187"/>
                    <a:pt x="20" y="187"/>
                    <a:pt x="20" y="187"/>
                  </a:cubicBezTo>
                  <a:cubicBezTo>
                    <a:pt x="16" y="178"/>
                    <a:pt x="16" y="178"/>
                    <a:pt x="16" y="178"/>
                  </a:cubicBezTo>
                  <a:cubicBezTo>
                    <a:pt x="15" y="175"/>
                    <a:pt x="14" y="171"/>
                    <a:pt x="14" y="16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168"/>
                    <a:pt x="27" y="168"/>
                    <a:pt x="27" y="168"/>
                  </a:cubicBezTo>
                  <a:cubicBezTo>
                    <a:pt x="27" y="171"/>
                    <a:pt x="26" y="175"/>
                    <a:pt x="25" y="1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" name="Freeform 21"/>
            <p:cNvSpPr>
              <a:spLocks/>
            </p:cNvSpPr>
            <p:nvPr/>
          </p:nvSpPr>
          <p:spPr bwMode="auto">
            <a:xfrm>
              <a:off x="5046663" y="1624013"/>
              <a:ext cx="93663" cy="25400"/>
            </a:xfrm>
            <a:custGeom>
              <a:avLst/>
              <a:gdLst>
                <a:gd name="T0" fmla="*/ 6 w 50"/>
                <a:gd name="T1" fmla="*/ 13 h 13"/>
                <a:gd name="T2" fmla="*/ 43 w 50"/>
                <a:gd name="T3" fmla="*/ 13 h 13"/>
                <a:gd name="T4" fmla="*/ 50 w 50"/>
                <a:gd name="T5" fmla="*/ 7 h 13"/>
                <a:gd name="T6" fmla="*/ 43 w 50"/>
                <a:gd name="T7" fmla="*/ 0 h 13"/>
                <a:gd name="T8" fmla="*/ 6 w 50"/>
                <a:gd name="T9" fmla="*/ 0 h 13"/>
                <a:gd name="T10" fmla="*/ 0 w 50"/>
                <a:gd name="T11" fmla="*/ 7 h 13"/>
                <a:gd name="T12" fmla="*/ 6 w 50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3">
                  <a:moveTo>
                    <a:pt x="6" y="13"/>
                  </a:moveTo>
                  <a:cubicBezTo>
                    <a:pt x="43" y="13"/>
                    <a:pt x="43" y="13"/>
                    <a:pt x="43" y="13"/>
                  </a:cubicBezTo>
                  <a:cubicBezTo>
                    <a:pt x="47" y="13"/>
                    <a:pt x="50" y="10"/>
                    <a:pt x="50" y="7"/>
                  </a:cubicBezTo>
                  <a:cubicBezTo>
                    <a:pt x="50" y="3"/>
                    <a:pt x="47" y="0"/>
                    <a:pt x="4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5046663" y="1685925"/>
              <a:ext cx="174625" cy="26988"/>
            </a:xfrm>
            <a:custGeom>
              <a:avLst/>
              <a:gdLst>
                <a:gd name="T0" fmla="*/ 87 w 93"/>
                <a:gd name="T1" fmla="*/ 0 h 14"/>
                <a:gd name="T2" fmla="*/ 6 w 93"/>
                <a:gd name="T3" fmla="*/ 0 h 14"/>
                <a:gd name="T4" fmla="*/ 0 w 93"/>
                <a:gd name="T5" fmla="*/ 7 h 14"/>
                <a:gd name="T6" fmla="*/ 6 w 93"/>
                <a:gd name="T7" fmla="*/ 14 h 14"/>
                <a:gd name="T8" fmla="*/ 87 w 93"/>
                <a:gd name="T9" fmla="*/ 14 h 14"/>
                <a:gd name="T10" fmla="*/ 93 w 93"/>
                <a:gd name="T11" fmla="*/ 7 h 14"/>
                <a:gd name="T12" fmla="*/ 87 w 93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0" y="14"/>
                    <a:pt x="93" y="11"/>
                    <a:pt x="93" y="7"/>
                  </a:cubicBezTo>
                  <a:cubicBezTo>
                    <a:pt x="93" y="3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" name="Freeform 23"/>
            <p:cNvSpPr>
              <a:spLocks/>
            </p:cNvSpPr>
            <p:nvPr/>
          </p:nvSpPr>
          <p:spPr bwMode="auto">
            <a:xfrm>
              <a:off x="5046663" y="1736725"/>
              <a:ext cx="174625" cy="26988"/>
            </a:xfrm>
            <a:custGeom>
              <a:avLst/>
              <a:gdLst>
                <a:gd name="T0" fmla="*/ 87 w 93"/>
                <a:gd name="T1" fmla="*/ 0 h 14"/>
                <a:gd name="T2" fmla="*/ 6 w 93"/>
                <a:gd name="T3" fmla="*/ 0 h 14"/>
                <a:gd name="T4" fmla="*/ 0 w 93"/>
                <a:gd name="T5" fmla="*/ 7 h 14"/>
                <a:gd name="T6" fmla="*/ 6 w 93"/>
                <a:gd name="T7" fmla="*/ 14 h 14"/>
                <a:gd name="T8" fmla="*/ 87 w 93"/>
                <a:gd name="T9" fmla="*/ 14 h 14"/>
                <a:gd name="T10" fmla="*/ 93 w 93"/>
                <a:gd name="T11" fmla="*/ 7 h 14"/>
                <a:gd name="T12" fmla="*/ 87 w 93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0" y="14"/>
                    <a:pt x="93" y="11"/>
                    <a:pt x="93" y="7"/>
                  </a:cubicBezTo>
                  <a:cubicBezTo>
                    <a:pt x="93" y="3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" name="Freeform 24"/>
            <p:cNvSpPr>
              <a:spLocks/>
            </p:cNvSpPr>
            <p:nvPr/>
          </p:nvSpPr>
          <p:spPr bwMode="auto">
            <a:xfrm>
              <a:off x="5046663" y="1787525"/>
              <a:ext cx="174625" cy="26988"/>
            </a:xfrm>
            <a:custGeom>
              <a:avLst/>
              <a:gdLst>
                <a:gd name="T0" fmla="*/ 87 w 93"/>
                <a:gd name="T1" fmla="*/ 0 h 14"/>
                <a:gd name="T2" fmla="*/ 6 w 93"/>
                <a:gd name="T3" fmla="*/ 0 h 14"/>
                <a:gd name="T4" fmla="*/ 0 w 93"/>
                <a:gd name="T5" fmla="*/ 7 h 14"/>
                <a:gd name="T6" fmla="*/ 6 w 93"/>
                <a:gd name="T7" fmla="*/ 14 h 14"/>
                <a:gd name="T8" fmla="*/ 87 w 93"/>
                <a:gd name="T9" fmla="*/ 14 h 14"/>
                <a:gd name="T10" fmla="*/ 93 w 93"/>
                <a:gd name="T11" fmla="*/ 7 h 14"/>
                <a:gd name="T12" fmla="*/ 87 w 93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0" y="14"/>
                    <a:pt x="93" y="11"/>
                    <a:pt x="93" y="7"/>
                  </a:cubicBezTo>
                  <a:cubicBezTo>
                    <a:pt x="93" y="3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25"/>
            <p:cNvSpPr>
              <a:spLocks/>
            </p:cNvSpPr>
            <p:nvPr/>
          </p:nvSpPr>
          <p:spPr bwMode="auto">
            <a:xfrm>
              <a:off x="5046663" y="1838325"/>
              <a:ext cx="174625" cy="25400"/>
            </a:xfrm>
            <a:custGeom>
              <a:avLst/>
              <a:gdLst>
                <a:gd name="T0" fmla="*/ 87 w 93"/>
                <a:gd name="T1" fmla="*/ 0 h 13"/>
                <a:gd name="T2" fmla="*/ 6 w 93"/>
                <a:gd name="T3" fmla="*/ 0 h 13"/>
                <a:gd name="T4" fmla="*/ 0 w 93"/>
                <a:gd name="T5" fmla="*/ 7 h 13"/>
                <a:gd name="T6" fmla="*/ 6 w 93"/>
                <a:gd name="T7" fmla="*/ 13 h 13"/>
                <a:gd name="T8" fmla="*/ 87 w 93"/>
                <a:gd name="T9" fmla="*/ 13 h 13"/>
                <a:gd name="T10" fmla="*/ 93 w 93"/>
                <a:gd name="T11" fmla="*/ 7 h 13"/>
                <a:gd name="T12" fmla="*/ 87 w 9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3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0" y="13"/>
                    <a:pt x="93" y="10"/>
                    <a:pt x="93" y="7"/>
                  </a:cubicBezTo>
                  <a:cubicBezTo>
                    <a:pt x="93" y="3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6" name="Group 575"/>
          <p:cNvGrpSpPr/>
          <p:nvPr/>
        </p:nvGrpSpPr>
        <p:grpSpPr>
          <a:xfrm>
            <a:off x="5619750" y="1560513"/>
            <a:ext cx="403225" cy="385763"/>
            <a:chOff x="5619750" y="1560513"/>
            <a:chExt cx="403225" cy="385763"/>
          </a:xfrm>
        </p:grpSpPr>
        <p:sp>
          <p:nvSpPr>
            <p:cNvPr id="28" name="Freeform 26"/>
            <p:cNvSpPr>
              <a:spLocks noEditPoints="1"/>
            </p:cNvSpPr>
            <p:nvPr/>
          </p:nvSpPr>
          <p:spPr bwMode="auto">
            <a:xfrm>
              <a:off x="5908675" y="1560513"/>
              <a:ext cx="114300" cy="385763"/>
            </a:xfrm>
            <a:custGeom>
              <a:avLst/>
              <a:gdLst>
                <a:gd name="T0" fmla="*/ 24 w 61"/>
                <a:gd name="T1" fmla="*/ 184 h 205"/>
                <a:gd name="T2" fmla="*/ 31 w 61"/>
                <a:gd name="T3" fmla="*/ 199 h 205"/>
                <a:gd name="T4" fmla="*/ 40 w 61"/>
                <a:gd name="T5" fmla="*/ 205 h 205"/>
                <a:gd name="T6" fmla="*/ 49 w 61"/>
                <a:gd name="T7" fmla="*/ 199 h 205"/>
                <a:gd name="T8" fmla="*/ 57 w 61"/>
                <a:gd name="T9" fmla="*/ 184 h 205"/>
                <a:gd name="T10" fmla="*/ 61 w 61"/>
                <a:gd name="T11" fmla="*/ 168 h 205"/>
                <a:gd name="T12" fmla="*/ 61 w 61"/>
                <a:gd name="T13" fmla="*/ 14 h 205"/>
                <a:gd name="T14" fmla="*/ 47 w 61"/>
                <a:gd name="T15" fmla="*/ 0 h 205"/>
                <a:gd name="T16" fmla="*/ 34 w 61"/>
                <a:gd name="T17" fmla="*/ 0 h 205"/>
                <a:gd name="T18" fmla="*/ 20 w 61"/>
                <a:gd name="T19" fmla="*/ 14 h 205"/>
                <a:gd name="T20" fmla="*/ 14 w 61"/>
                <a:gd name="T21" fmla="*/ 14 h 205"/>
                <a:gd name="T22" fmla="*/ 0 w 61"/>
                <a:gd name="T23" fmla="*/ 27 h 205"/>
                <a:gd name="T24" fmla="*/ 0 w 61"/>
                <a:gd name="T25" fmla="*/ 54 h 205"/>
                <a:gd name="T26" fmla="*/ 7 w 61"/>
                <a:gd name="T27" fmla="*/ 61 h 205"/>
                <a:gd name="T28" fmla="*/ 14 w 61"/>
                <a:gd name="T29" fmla="*/ 54 h 205"/>
                <a:gd name="T30" fmla="*/ 14 w 61"/>
                <a:gd name="T31" fmla="*/ 27 h 205"/>
                <a:gd name="T32" fmla="*/ 20 w 61"/>
                <a:gd name="T33" fmla="*/ 27 h 205"/>
                <a:gd name="T34" fmla="*/ 20 w 61"/>
                <a:gd name="T35" fmla="*/ 168 h 205"/>
                <a:gd name="T36" fmla="*/ 24 w 61"/>
                <a:gd name="T37" fmla="*/ 184 h 205"/>
                <a:gd name="T38" fmla="*/ 34 w 61"/>
                <a:gd name="T39" fmla="*/ 14 h 205"/>
                <a:gd name="T40" fmla="*/ 47 w 61"/>
                <a:gd name="T41" fmla="*/ 14 h 205"/>
                <a:gd name="T42" fmla="*/ 47 w 61"/>
                <a:gd name="T43" fmla="*/ 168 h 205"/>
                <a:gd name="T44" fmla="*/ 45 w 61"/>
                <a:gd name="T45" fmla="*/ 178 h 205"/>
                <a:gd name="T46" fmla="*/ 40 w 61"/>
                <a:gd name="T47" fmla="*/ 187 h 205"/>
                <a:gd name="T48" fmla="*/ 36 w 61"/>
                <a:gd name="T49" fmla="*/ 178 h 205"/>
                <a:gd name="T50" fmla="*/ 34 w 61"/>
                <a:gd name="T51" fmla="*/ 168 h 205"/>
                <a:gd name="T52" fmla="*/ 34 w 61"/>
                <a:gd name="T53" fmla="*/ 14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205">
                  <a:moveTo>
                    <a:pt x="24" y="184"/>
                  </a:moveTo>
                  <a:cubicBezTo>
                    <a:pt x="31" y="199"/>
                    <a:pt x="31" y="199"/>
                    <a:pt x="31" y="199"/>
                  </a:cubicBezTo>
                  <a:cubicBezTo>
                    <a:pt x="33" y="203"/>
                    <a:pt x="37" y="205"/>
                    <a:pt x="40" y="205"/>
                  </a:cubicBezTo>
                  <a:cubicBezTo>
                    <a:pt x="44" y="205"/>
                    <a:pt x="47" y="203"/>
                    <a:pt x="49" y="199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9" y="180"/>
                    <a:pt x="61" y="173"/>
                    <a:pt x="61" y="16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1" y="6"/>
                    <a:pt x="54" y="0"/>
                    <a:pt x="4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6" y="0"/>
                    <a:pt x="20" y="6"/>
                    <a:pt x="20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6" y="14"/>
                    <a:pt x="0" y="20"/>
                    <a:pt x="0" y="2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8"/>
                    <a:pt x="3" y="61"/>
                    <a:pt x="7" y="61"/>
                  </a:cubicBezTo>
                  <a:cubicBezTo>
                    <a:pt x="11" y="61"/>
                    <a:pt x="14" y="58"/>
                    <a:pt x="14" y="54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73"/>
                    <a:pt x="22" y="180"/>
                    <a:pt x="24" y="184"/>
                  </a:cubicBezTo>
                  <a:close/>
                  <a:moveTo>
                    <a:pt x="34" y="14"/>
                  </a:moveTo>
                  <a:cubicBezTo>
                    <a:pt x="47" y="14"/>
                    <a:pt x="47" y="14"/>
                    <a:pt x="47" y="14"/>
                  </a:cubicBezTo>
                  <a:cubicBezTo>
                    <a:pt x="47" y="168"/>
                    <a:pt x="47" y="168"/>
                    <a:pt x="47" y="168"/>
                  </a:cubicBezTo>
                  <a:cubicBezTo>
                    <a:pt x="47" y="171"/>
                    <a:pt x="46" y="175"/>
                    <a:pt x="45" y="178"/>
                  </a:cubicBezTo>
                  <a:cubicBezTo>
                    <a:pt x="40" y="187"/>
                    <a:pt x="40" y="187"/>
                    <a:pt x="40" y="187"/>
                  </a:cubicBezTo>
                  <a:cubicBezTo>
                    <a:pt x="36" y="178"/>
                    <a:pt x="36" y="178"/>
                    <a:pt x="36" y="178"/>
                  </a:cubicBezTo>
                  <a:cubicBezTo>
                    <a:pt x="35" y="175"/>
                    <a:pt x="34" y="171"/>
                    <a:pt x="34" y="168"/>
                  </a:cubicBezTo>
                  <a:lnTo>
                    <a:pt x="3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" name="Freeform 27"/>
            <p:cNvSpPr>
              <a:spLocks noEditPoints="1"/>
            </p:cNvSpPr>
            <p:nvPr/>
          </p:nvSpPr>
          <p:spPr bwMode="auto">
            <a:xfrm>
              <a:off x="5619750" y="1560513"/>
              <a:ext cx="276225" cy="379413"/>
            </a:xfrm>
            <a:custGeom>
              <a:avLst/>
              <a:gdLst>
                <a:gd name="T0" fmla="*/ 13 w 147"/>
                <a:gd name="T1" fmla="*/ 202 h 202"/>
                <a:gd name="T2" fmla="*/ 134 w 147"/>
                <a:gd name="T3" fmla="*/ 202 h 202"/>
                <a:gd name="T4" fmla="*/ 147 w 147"/>
                <a:gd name="T5" fmla="*/ 188 h 202"/>
                <a:gd name="T6" fmla="*/ 147 w 147"/>
                <a:gd name="T7" fmla="*/ 54 h 202"/>
                <a:gd name="T8" fmla="*/ 141 w 147"/>
                <a:gd name="T9" fmla="*/ 38 h 202"/>
                <a:gd name="T10" fmla="*/ 110 w 147"/>
                <a:gd name="T11" fmla="*/ 7 h 202"/>
                <a:gd name="T12" fmla="*/ 94 w 147"/>
                <a:gd name="T13" fmla="*/ 0 h 202"/>
                <a:gd name="T14" fmla="*/ 13 w 147"/>
                <a:gd name="T15" fmla="*/ 0 h 202"/>
                <a:gd name="T16" fmla="*/ 0 w 147"/>
                <a:gd name="T17" fmla="*/ 14 h 202"/>
                <a:gd name="T18" fmla="*/ 0 w 147"/>
                <a:gd name="T19" fmla="*/ 188 h 202"/>
                <a:gd name="T20" fmla="*/ 13 w 147"/>
                <a:gd name="T21" fmla="*/ 202 h 202"/>
                <a:gd name="T22" fmla="*/ 125 w 147"/>
                <a:gd name="T23" fmla="*/ 41 h 202"/>
                <a:gd name="T24" fmla="*/ 107 w 147"/>
                <a:gd name="T25" fmla="*/ 41 h 202"/>
                <a:gd name="T26" fmla="*/ 107 w 147"/>
                <a:gd name="T27" fmla="*/ 23 h 202"/>
                <a:gd name="T28" fmla="*/ 125 w 147"/>
                <a:gd name="T29" fmla="*/ 41 h 202"/>
                <a:gd name="T30" fmla="*/ 13 w 147"/>
                <a:gd name="T31" fmla="*/ 14 h 202"/>
                <a:gd name="T32" fmla="*/ 94 w 147"/>
                <a:gd name="T33" fmla="*/ 14 h 202"/>
                <a:gd name="T34" fmla="*/ 94 w 147"/>
                <a:gd name="T35" fmla="*/ 41 h 202"/>
                <a:gd name="T36" fmla="*/ 107 w 147"/>
                <a:gd name="T37" fmla="*/ 54 h 202"/>
                <a:gd name="T38" fmla="*/ 134 w 147"/>
                <a:gd name="T39" fmla="*/ 54 h 202"/>
                <a:gd name="T40" fmla="*/ 134 w 147"/>
                <a:gd name="T41" fmla="*/ 188 h 202"/>
                <a:gd name="T42" fmla="*/ 13 w 147"/>
                <a:gd name="T43" fmla="*/ 188 h 202"/>
                <a:gd name="T44" fmla="*/ 13 w 147"/>
                <a:gd name="T45" fmla="*/ 1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7" h="202">
                  <a:moveTo>
                    <a:pt x="13" y="202"/>
                  </a:moveTo>
                  <a:cubicBezTo>
                    <a:pt x="134" y="202"/>
                    <a:pt x="134" y="202"/>
                    <a:pt x="134" y="202"/>
                  </a:cubicBezTo>
                  <a:cubicBezTo>
                    <a:pt x="141" y="202"/>
                    <a:pt x="147" y="196"/>
                    <a:pt x="147" y="188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49"/>
                    <a:pt x="145" y="42"/>
                    <a:pt x="141" y="38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06" y="3"/>
                    <a:pt x="99" y="0"/>
                    <a:pt x="9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196"/>
                    <a:pt x="6" y="202"/>
                    <a:pt x="13" y="202"/>
                  </a:cubicBezTo>
                  <a:close/>
                  <a:moveTo>
                    <a:pt x="125" y="41"/>
                  </a:moveTo>
                  <a:cubicBezTo>
                    <a:pt x="107" y="41"/>
                    <a:pt x="107" y="41"/>
                    <a:pt x="107" y="41"/>
                  </a:cubicBezTo>
                  <a:cubicBezTo>
                    <a:pt x="107" y="23"/>
                    <a:pt x="107" y="23"/>
                    <a:pt x="107" y="23"/>
                  </a:cubicBezTo>
                  <a:lnTo>
                    <a:pt x="125" y="41"/>
                  </a:lnTo>
                  <a:close/>
                  <a:moveTo>
                    <a:pt x="13" y="14"/>
                  </a:moveTo>
                  <a:cubicBezTo>
                    <a:pt x="94" y="14"/>
                    <a:pt x="94" y="14"/>
                    <a:pt x="94" y="14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94" y="48"/>
                    <a:pt x="100" y="54"/>
                    <a:pt x="107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188"/>
                    <a:pt x="134" y="188"/>
                    <a:pt x="134" y="188"/>
                  </a:cubicBezTo>
                  <a:cubicBezTo>
                    <a:pt x="13" y="188"/>
                    <a:pt x="13" y="188"/>
                    <a:pt x="13" y="188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" name="Freeform 28"/>
            <p:cNvSpPr>
              <a:spLocks/>
            </p:cNvSpPr>
            <p:nvPr/>
          </p:nvSpPr>
          <p:spPr bwMode="auto">
            <a:xfrm>
              <a:off x="5670550" y="1624013"/>
              <a:ext cx="93663" cy="25400"/>
            </a:xfrm>
            <a:custGeom>
              <a:avLst/>
              <a:gdLst>
                <a:gd name="T0" fmla="*/ 6 w 50"/>
                <a:gd name="T1" fmla="*/ 13 h 13"/>
                <a:gd name="T2" fmla="*/ 43 w 50"/>
                <a:gd name="T3" fmla="*/ 13 h 13"/>
                <a:gd name="T4" fmla="*/ 50 w 50"/>
                <a:gd name="T5" fmla="*/ 7 h 13"/>
                <a:gd name="T6" fmla="*/ 43 w 50"/>
                <a:gd name="T7" fmla="*/ 0 h 13"/>
                <a:gd name="T8" fmla="*/ 6 w 50"/>
                <a:gd name="T9" fmla="*/ 0 h 13"/>
                <a:gd name="T10" fmla="*/ 0 w 50"/>
                <a:gd name="T11" fmla="*/ 7 h 13"/>
                <a:gd name="T12" fmla="*/ 6 w 50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3">
                  <a:moveTo>
                    <a:pt x="6" y="13"/>
                  </a:moveTo>
                  <a:cubicBezTo>
                    <a:pt x="43" y="13"/>
                    <a:pt x="43" y="13"/>
                    <a:pt x="43" y="13"/>
                  </a:cubicBezTo>
                  <a:cubicBezTo>
                    <a:pt x="47" y="13"/>
                    <a:pt x="50" y="10"/>
                    <a:pt x="50" y="7"/>
                  </a:cubicBezTo>
                  <a:cubicBezTo>
                    <a:pt x="50" y="3"/>
                    <a:pt x="47" y="0"/>
                    <a:pt x="4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" name="Freeform 29"/>
            <p:cNvSpPr>
              <a:spLocks/>
            </p:cNvSpPr>
            <p:nvPr/>
          </p:nvSpPr>
          <p:spPr bwMode="auto">
            <a:xfrm>
              <a:off x="5670550" y="1685925"/>
              <a:ext cx="176213" cy="26988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0"/>
            <p:cNvSpPr>
              <a:spLocks/>
            </p:cNvSpPr>
            <p:nvPr/>
          </p:nvSpPr>
          <p:spPr bwMode="auto">
            <a:xfrm>
              <a:off x="5670550" y="1736725"/>
              <a:ext cx="176213" cy="26988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31"/>
            <p:cNvSpPr>
              <a:spLocks/>
            </p:cNvSpPr>
            <p:nvPr/>
          </p:nvSpPr>
          <p:spPr bwMode="auto">
            <a:xfrm>
              <a:off x="5670550" y="1787525"/>
              <a:ext cx="176213" cy="26988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5670550" y="1838325"/>
              <a:ext cx="176213" cy="25400"/>
            </a:xfrm>
            <a:custGeom>
              <a:avLst/>
              <a:gdLst>
                <a:gd name="T0" fmla="*/ 87 w 94"/>
                <a:gd name="T1" fmla="*/ 0 h 13"/>
                <a:gd name="T2" fmla="*/ 6 w 94"/>
                <a:gd name="T3" fmla="*/ 0 h 13"/>
                <a:gd name="T4" fmla="*/ 0 w 94"/>
                <a:gd name="T5" fmla="*/ 7 h 13"/>
                <a:gd name="T6" fmla="*/ 6 w 94"/>
                <a:gd name="T7" fmla="*/ 13 h 13"/>
                <a:gd name="T8" fmla="*/ 87 w 94"/>
                <a:gd name="T9" fmla="*/ 13 h 13"/>
                <a:gd name="T10" fmla="*/ 94 w 94"/>
                <a:gd name="T11" fmla="*/ 7 h 13"/>
                <a:gd name="T12" fmla="*/ 87 w 9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7" name="Group 576"/>
          <p:cNvGrpSpPr/>
          <p:nvPr/>
        </p:nvGrpSpPr>
        <p:grpSpPr>
          <a:xfrm>
            <a:off x="6262688" y="1550988"/>
            <a:ext cx="365125" cy="404813"/>
            <a:chOff x="6262688" y="1550988"/>
            <a:chExt cx="365125" cy="404813"/>
          </a:xfrm>
        </p:grpSpPr>
        <p:sp>
          <p:nvSpPr>
            <p:cNvPr id="35" name="Freeform 33"/>
            <p:cNvSpPr>
              <a:spLocks noEditPoints="1"/>
            </p:cNvSpPr>
            <p:nvPr/>
          </p:nvSpPr>
          <p:spPr bwMode="auto">
            <a:xfrm>
              <a:off x="6362700" y="1550988"/>
              <a:ext cx="127000" cy="404813"/>
            </a:xfrm>
            <a:custGeom>
              <a:avLst/>
              <a:gdLst>
                <a:gd name="T0" fmla="*/ 53 w 67"/>
                <a:gd name="T1" fmla="*/ 215 h 215"/>
                <a:gd name="T2" fmla="*/ 67 w 67"/>
                <a:gd name="T3" fmla="*/ 202 h 215"/>
                <a:gd name="T4" fmla="*/ 67 w 67"/>
                <a:gd name="T5" fmla="*/ 14 h 215"/>
                <a:gd name="T6" fmla="*/ 53 w 67"/>
                <a:gd name="T7" fmla="*/ 0 h 215"/>
                <a:gd name="T8" fmla="*/ 13 w 67"/>
                <a:gd name="T9" fmla="*/ 0 h 215"/>
                <a:gd name="T10" fmla="*/ 0 w 67"/>
                <a:gd name="T11" fmla="*/ 14 h 215"/>
                <a:gd name="T12" fmla="*/ 0 w 67"/>
                <a:gd name="T13" fmla="*/ 202 h 215"/>
                <a:gd name="T14" fmla="*/ 13 w 67"/>
                <a:gd name="T15" fmla="*/ 215 h 215"/>
                <a:gd name="T16" fmla="*/ 53 w 67"/>
                <a:gd name="T17" fmla="*/ 215 h 215"/>
                <a:gd name="T18" fmla="*/ 13 w 67"/>
                <a:gd name="T19" fmla="*/ 14 h 215"/>
                <a:gd name="T20" fmla="*/ 53 w 67"/>
                <a:gd name="T21" fmla="*/ 14 h 215"/>
                <a:gd name="T22" fmla="*/ 53 w 67"/>
                <a:gd name="T23" fmla="*/ 34 h 215"/>
                <a:gd name="T24" fmla="*/ 33 w 67"/>
                <a:gd name="T25" fmla="*/ 34 h 215"/>
                <a:gd name="T26" fmla="*/ 27 w 67"/>
                <a:gd name="T27" fmla="*/ 41 h 215"/>
                <a:gd name="T28" fmla="*/ 33 w 67"/>
                <a:gd name="T29" fmla="*/ 47 h 215"/>
                <a:gd name="T30" fmla="*/ 53 w 67"/>
                <a:gd name="T31" fmla="*/ 47 h 215"/>
                <a:gd name="T32" fmla="*/ 53 w 67"/>
                <a:gd name="T33" fmla="*/ 67 h 215"/>
                <a:gd name="T34" fmla="*/ 50 w 67"/>
                <a:gd name="T35" fmla="*/ 67 h 215"/>
                <a:gd name="T36" fmla="*/ 43 w 67"/>
                <a:gd name="T37" fmla="*/ 74 h 215"/>
                <a:gd name="T38" fmla="*/ 50 w 67"/>
                <a:gd name="T39" fmla="*/ 81 h 215"/>
                <a:gd name="T40" fmla="*/ 53 w 67"/>
                <a:gd name="T41" fmla="*/ 81 h 215"/>
                <a:gd name="T42" fmla="*/ 53 w 67"/>
                <a:gd name="T43" fmla="*/ 101 h 215"/>
                <a:gd name="T44" fmla="*/ 33 w 67"/>
                <a:gd name="T45" fmla="*/ 101 h 215"/>
                <a:gd name="T46" fmla="*/ 27 w 67"/>
                <a:gd name="T47" fmla="*/ 108 h 215"/>
                <a:gd name="T48" fmla="*/ 33 w 67"/>
                <a:gd name="T49" fmla="*/ 114 h 215"/>
                <a:gd name="T50" fmla="*/ 53 w 67"/>
                <a:gd name="T51" fmla="*/ 114 h 215"/>
                <a:gd name="T52" fmla="*/ 53 w 67"/>
                <a:gd name="T53" fmla="*/ 134 h 215"/>
                <a:gd name="T54" fmla="*/ 50 w 67"/>
                <a:gd name="T55" fmla="*/ 134 h 215"/>
                <a:gd name="T56" fmla="*/ 43 w 67"/>
                <a:gd name="T57" fmla="*/ 141 h 215"/>
                <a:gd name="T58" fmla="*/ 50 w 67"/>
                <a:gd name="T59" fmla="*/ 148 h 215"/>
                <a:gd name="T60" fmla="*/ 53 w 67"/>
                <a:gd name="T61" fmla="*/ 148 h 215"/>
                <a:gd name="T62" fmla="*/ 53 w 67"/>
                <a:gd name="T63" fmla="*/ 168 h 215"/>
                <a:gd name="T64" fmla="*/ 33 w 67"/>
                <a:gd name="T65" fmla="*/ 168 h 215"/>
                <a:gd name="T66" fmla="*/ 27 w 67"/>
                <a:gd name="T67" fmla="*/ 175 h 215"/>
                <a:gd name="T68" fmla="*/ 33 w 67"/>
                <a:gd name="T69" fmla="*/ 181 h 215"/>
                <a:gd name="T70" fmla="*/ 53 w 67"/>
                <a:gd name="T71" fmla="*/ 181 h 215"/>
                <a:gd name="T72" fmla="*/ 53 w 67"/>
                <a:gd name="T73" fmla="*/ 202 h 215"/>
                <a:gd name="T74" fmla="*/ 13 w 67"/>
                <a:gd name="T75" fmla="*/ 202 h 215"/>
                <a:gd name="T76" fmla="*/ 13 w 67"/>
                <a:gd name="T77" fmla="*/ 1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7" h="215">
                  <a:moveTo>
                    <a:pt x="53" y="215"/>
                  </a:moveTo>
                  <a:cubicBezTo>
                    <a:pt x="61" y="215"/>
                    <a:pt x="67" y="209"/>
                    <a:pt x="67" y="202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7" y="6"/>
                    <a:pt x="61" y="0"/>
                    <a:pt x="5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9"/>
                    <a:pt x="6" y="215"/>
                    <a:pt x="13" y="215"/>
                  </a:cubicBezTo>
                  <a:lnTo>
                    <a:pt x="53" y="215"/>
                  </a:lnTo>
                  <a:close/>
                  <a:moveTo>
                    <a:pt x="13" y="14"/>
                  </a:moveTo>
                  <a:cubicBezTo>
                    <a:pt x="53" y="14"/>
                    <a:pt x="53" y="14"/>
                    <a:pt x="53" y="1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0" y="34"/>
                    <a:pt x="27" y="37"/>
                    <a:pt x="27" y="41"/>
                  </a:cubicBezTo>
                  <a:cubicBezTo>
                    <a:pt x="27" y="44"/>
                    <a:pt x="30" y="47"/>
                    <a:pt x="33" y="47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0" y="67"/>
                    <a:pt x="50" y="67"/>
                    <a:pt x="50" y="67"/>
                  </a:cubicBezTo>
                  <a:cubicBezTo>
                    <a:pt x="46" y="67"/>
                    <a:pt x="43" y="70"/>
                    <a:pt x="43" y="74"/>
                  </a:cubicBezTo>
                  <a:cubicBezTo>
                    <a:pt x="43" y="78"/>
                    <a:pt x="46" y="81"/>
                    <a:pt x="50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33" y="101"/>
                    <a:pt x="33" y="101"/>
                    <a:pt x="33" y="101"/>
                  </a:cubicBezTo>
                  <a:cubicBezTo>
                    <a:pt x="30" y="101"/>
                    <a:pt x="27" y="104"/>
                    <a:pt x="27" y="108"/>
                  </a:cubicBezTo>
                  <a:cubicBezTo>
                    <a:pt x="27" y="111"/>
                    <a:pt x="30" y="114"/>
                    <a:pt x="33" y="114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3" y="134"/>
                    <a:pt x="53" y="134"/>
                    <a:pt x="53" y="134"/>
                  </a:cubicBezTo>
                  <a:cubicBezTo>
                    <a:pt x="50" y="134"/>
                    <a:pt x="50" y="134"/>
                    <a:pt x="50" y="134"/>
                  </a:cubicBezTo>
                  <a:cubicBezTo>
                    <a:pt x="46" y="134"/>
                    <a:pt x="43" y="137"/>
                    <a:pt x="43" y="141"/>
                  </a:cubicBezTo>
                  <a:cubicBezTo>
                    <a:pt x="43" y="145"/>
                    <a:pt x="46" y="148"/>
                    <a:pt x="50" y="148"/>
                  </a:cubicBezTo>
                  <a:cubicBezTo>
                    <a:pt x="53" y="148"/>
                    <a:pt x="53" y="148"/>
                    <a:pt x="53" y="148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0" y="168"/>
                    <a:pt x="27" y="171"/>
                    <a:pt x="27" y="175"/>
                  </a:cubicBezTo>
                  <a:cubicBezTo>
                    <a:pt x="27" y="178"/>
                    <a:pt x="30" y="181"/>
                    <a:pt x="33" y="181"/>
                  </a:cubicBezTo>
                  <a:cubicBezTo>
                    <a:pt x="53" y="181"/>
                    <a:pt x="53" y="181"/>
                    <a:pt x="53" y="181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13" y="202"/>
                    <a:pt x="13" y="202"/>
                    <a:pt x="13" y="202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34"/>
            <p:cNvSpPr>
              <a:spLocks noEditPoints="1"/>
            </p:cNvSpPr>
            <p:nvPr/>
          </p:nvSpPr>
          <p:spPr bwMode="auto">
            <a:xfrm>
              <a:off x="6262688" y="1563688"/>
              <a:ext cx="74613" cy="384175"/>
            </a:xfrm>
            <a:custGeom>
              <a:avLst/>
              <a:gdLst>
                <a:gd name="T0" fmla="*/ 20 w 40"/>
                <a:gd name="T1" fmla="*/ 204 h 204"/>
                <a:gd name="T2" fmla="*/ 29 w 40"/>
                <a:gd name="T3" fmla="*/ 198 h 204"/>
                <a:gd name="T4" fmla="*/ 37 w 40"/>
                <a:gd name="T5" fmla="*/ 183 h 204"/>
                <a:gd name="T6" fmla="*/ 40 w 40"/>
                <a:gd name="T7" fmla="*/ 168 h 204"/>
                <a:gd name="T8" fmla="*/ 40 w 40"/>
                <a:gd name="T9" fmla="*/ 13 h 204"/>
                <a:gd name="T10" fmla="*/ 27 w 40"/>
                <a:gd name="T11" fmla="*/ 0 h 204"/>
                <a:gd name="T12" fmla="*/ 13 w 40"/>
                <a:gd name="T13" fmla="*/ 0 h 204"/>
                <a:gd name="T14" fmla="*/ 0 w 40"/>
                <a:gd name="T15" fmla="*/ 13 h 204"/>
                <a:gd name="T16" fmla="*/ 0 w 40"/>
                <a:gd name="T17" fmla="*/ 168 h 204"/>
                <a:gd name="T18" fmla="*/ 4 w 40"/>
                <a:gd name="T19" fmla="*/ 183 h 204"/>
                <a:gd name="T20" fmla="*/ 11 w 40"/>
                <a:gd name="T21" fmla="*/ 198 h 204"/>
                <a:gd name="T22" fmla="*/ 20 w 40"/>
                <a:gd name="T23" fmla="*/ 204 h 204"/>
                <a:gd name="T24" fmla="*/ 25 w 40"/>
                <a:gd name="T25" fmla="*/ 177 h 204"/>
                <a:gd name="T26" fmla="*/ 20 w 40"/>
                <a:gd name="T27" fmla="*/ 186 h 204"/>
                <a:gd name="T28" fmla="*/ 16 w 40"/>
                <a:gd name="T29" fmla="*/ 177 h 204"/>
                <a:gd name="T30" fmla="*/ 13 w 40"/>
                <a:gd name="T31" fmla="*/ 168 h 204"/>
                <a:gd name="T32" fmla="*/ 13 w 40"/>
                <a:gd name="T33" fmla="*/ 47 h 204"/>
                <a:gd name="T34" fmla="*/ 27 w 40"/>
                <a:gd name="T35" fmla="*/ 47 h 204"/>
                <a:gd name="T36" fmla="*/ 27 w 40"/>
                <a:gd name="T37" fmla="*/ 168 h 204"/>
                <a:gd name="T38" fmla="*/ 25 w 40"/>
                <a:gd name="T39" fmla="*/ 177 h 204"/>
                <a:gd name="T40" fmla="*/ 27 w 40"/>
                <a:gd name="T41" fmla="*/ 13 h 204"/>
                <a:gd name="T42" fmla="*/ 27 w 40"/>
                <a:gd name="T43" fmla="*/ 34 h 204"/>
                <a:gd name="T44" fmla="*/ 13 w 40"/>
                <a:gd name="T45" fmla="*/ 34 h 204"/>
                <a:gd name="T46" fmla="*/ 13 w 40"/>
                <a:gd name="T47" fmla="*/ 13 h 204"/>
                <a:gd name="T48" fmla="*/ 27 w 40"/>
                <a:gd name="T49" fmla="*/ 13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" h="204">
                  <a:moveTo>
                    <a:pt x="20" y="204"/>
                  </a:moveTo>
                  <a:cubicBezTo>
                    <a:pt x="24" y="204"/>
                    <a:pt x="27" y="202"/>
                    <a:pt x="29" y="198"/>
                  </a:cubicBezTo>
                  <a:cubicBezTo>
                    <a:pt x="37" y="183"/>
                    <a:pt x="37" y="183"/>
                    <a:pt x="37" y="183"/>
                  </a:cubicBezTo>
                  <a:cubicBezTo>
                    <a:pt x="39" y="179"/>
                    <a:pt x="40" y="172"/>
                    <a:pt x="40" y="168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6"/>
                    <a:pt x="34" y="0"/>
                    <a:pt x="27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2"/>
                    <a:pt x="2" y="179"/>
                    <a:pt x="4" y="183"/>
                  </a:cubicBezTo>
                  <a:cubicBezTo>
                    <a:pt x="11" y="198"/>
                    <a:pt x="11" y="198"/>
                    <a:pt x="11" y="198"/>
                  </a:cubicBezTo>
                  <a:cubicBezTo>
                    <a:pt x="13" y="202"/>
                    <a:pt x="16" y="204"/>
                    <a:pt x="20" y="204"/>
                  </a:cubicBezTo>
                  <a:close/>
                  <a:moveTo>
                    <a:pt x="25" y="177"/>
                  </a:moveTo>
                  <a:cubicBezTo>
                    <a:pt x="20" y="186"/>
                    <a:pt x="20" y="186"/>
                    <a:pt x="20" y="186"/>
                  </a:cubicBezTo>
                  <a:cubicBezTo>
                    <a:pt x="16" y="177"/>
                    <a:pt x="16" y="177"/>
                    <a:pt x="16" y="177"/>
                  </a:cubicBezTo>
                  <a:cubicBezTo>
                    <a:pt x="15" y="175"/>
                    <a:pt x="13" y="170"/>
                    <a:pt x="13" y="168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168"/>
                    <a:pt x="27" y="168"/>
                    <a:pt x="27" y="168"/>
                  </a:cubicBezTo>
                  <a:cubicBezTo>
                    <a:pt x="27" y="170"/>
                    <a:pt x="26" y="175"/>
                    <a:pt x="25" y="177"/>
                  </a:cubicBezTo>
                  <a:close/>
                  <a:moveTo>
                    <a:pt x="27" y="13"/>
                  </a:moveTo>
                  <a:cubicBezTo>
                    <a:pt x="27" y="34"/>
                    <a:pt x="27" y="34"/>
                    <a:pt x="27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2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35"/>
            <p:cNvSpPr>
              <a:spLocks noEditPoints="1"/>
            </p:cNvSpPr>
            <p:nvPr/>
          </p:nvSpPr>
          <p:spPr bwMode="auto">
            <a:xfrm>
              <a:off x="6513513" y="1558925"/>
              <a:ext cx="114300" cy="382588"/>
            </a:xfrm>
            <a:custGeom>
              <a:avLst/>
              <a:gdLst>
                <a:gd name="T0" fmla="*/ 37 w 61"/>
                <a:gd name="T1" fmla="*/ 21 h 204"/>
                <a:gd name="T2" fmla="*/ 29 w 61"/>
                <a:gd name="T3" fmla="*/ 6 h 204"/>
                <a:gd name="T4" fmla="*/ 20 w 61"/>
                <a:gd name="T5" fmla="*/ 0 h 204"/>
                <a:gd name="T6" fmla="*/ 11 w 61"/>
                <a:gd name="T7" fmla="*/ 6 h 204"/>
                <a:gd name="T8" fmla="*/ 4 w 61"/>
                <a:gd name="T9" fmla="*/ 21 h 204"/>
                <a:gd name="T10" fmla="*/ 0 w 61"/>
                <a:gd name="T11" fmla="*/ 37 h 204"/>
                <a:gd name="T12" fmla="*/ 0 w 61"/>
                <a:gd name="T13" fmla="*/ 191 h 204"/>
                <a:gd name="T14" fmla="*/ 14 w 61"/>
                <a:gd name="T15" fmla="*/ 204 h 204"/>
                <a:gd name="T16" fmla="*/ 27 w 61"/>
                <a:gd name="T17" fmla="*/ 204 h 204"/>
                <a:gd name="T18" fmla="*/ 40 w 61"/>
                <a:gd name="T19" fmla="*/ 191 h 204"/>
                <a:gd name="T20" fmla="*/ 47 w 61"/>
                <a:gd name="T21" fmla="*/ 191 h 204"/>
                <a:gd name="T22" fmla="*/ 61 w 61"/>
                <a:gd name="T23" fmla="*/ 177 h 204"/>
                <a:gd name="T24" fmla="*/ 61 w 61"/>
                <a:gd name="T25" fmla="*/ 151 h 204"/>
                <a:gd name="T26" fmla="*/ 54 w 61"/>
                <a:gd name="T27" fmla="*/ 144 h 204"/>
                <a:gd name="T28" fmla="*/ 47 w 61"/>
                <a:gd name="T29" fmla="*/ 151 h 204"/>
                <a:gd name="T30" fmla="*/ 47 w 61"/>
                <a:gd name="T31" fmla="*/ 177 h 204"/>
                <a:gd name="T32" fmla="*/ 40 w 61"/>
                <a:gd name="T33" fmla="*/ 177 h 204"/>
                <a:gd name="T34" fmla="*/ 40 w 61"/>
                <a:gd name="T35" fmla="*/ 37 h 204"/>
                <a:gd name="T36" fmla="*/ 37 w 61"/>
                <a:gd name="T37" fmla="*/ 21 h 204"/>
                <a:gd name="T38" fmla="*/ 27 w 61"/>
                <a:gd name="T39" fmla="*/ 191 h 204"/>
                <a:gd name="T40" fmla="*/ 14 w 61"/>
                <a:gd name="T41" fmla="*/ 191 h 204"/>
                <a:gd name="T42" fmla="*/ 14 w 61"/>
                <a:gd name="T43" fmla="*/ 37 h 204"/>
                <a:gd name="T44" fmla="*/ 16 w 61"/>
                <a:gd name="T45" fmla="*/ 27 h 204"/>
                <a:gd name="T46" fmla="*/ 20 w 61"/>
                <a:gd name="T47" fmla="*/ 18 h 204"/>
                <a:gd name="T48" fmla="*/ 25 w 61"/>
                <a:gd name="T49" fmla="*/ 27 h 204"/>
                <a:gd name="T50" fmla="*/ 27 w 61"/>
                <a:gd name="T51" fmla="*/ 37 h 204"/>
                <a:gd name="T52" fmla="*/ 27 w 61"/>
                <a:gd name="T53" fmla="*/ 19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204">
                  <a:moveTo>
                    <a:pt x="37" y="21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7" y="2"/>
                    <a:pt x="24" y="0"/>
                    <a:pt x="20" y="0"/>
                  </a:cubicBezTo>
                  <a:cubicBezTo>
                    <a:pt x="17" y="0"/>
                    <a:pt x="13" y="2"/>
                    <a:pt x="11" y="6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2" y="25"/>
                    <a:pt x="0" y="32"/>
                    <a:pt x="0" y="37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198"/>
                    <a:pt x="6" y="204"/>
                    <a:pt x="14" y="204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34" y="204"/>
                    <a:pt x="40" y="198"/>
                    <a:pt x="40" y="191"/>
                  </a:cubicBezTo>
                  <a:cubicBezTo>
                    <a:pt x="47" y="191"/>
                    <a:pt x="47" y="191"/>
                    <a:pt x="47" y="191"/>
                  </a:cubicBezTo>
                  <a:cubicBezTo>
                    <a:pt x="55" y="191"/>
                    <a:pt x="61" y="185"/>
                    <a:pt x="61" y="177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47"/>
                    <a:pt x="58" y="144"/>
                    <a:pt x="54" y="144"/>
                  </a:cubicBezTo>
                  <a:cubicBezTo>
                    <a:pt x="50" y="144"/>
                    <a:pt x="47" y="147"/>
                    <a:pt x="47" y="151"/>
                  </a:cubicBezTo>
                  <a:cubicBezTo>
                    <a:pt x="47" y="177"/>
                    <a:pt x="47" y="177"/>
                    <a:pt x="47" y="177"/>
                  </a:cubicBezTo>
                  <a:cubicBezTo>
                    <a:pt x="40" y="177"/>
                    <a:pt x="40" y="177"/>
                    <a:pt x="40" y="17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2"/>
                    <a:pt x="39" y="25"/>
                    <a:pt x="37" y="21"/>
                  </a:cubicBezTo>
                  <a:close/>
                  <a:moveTo>
                    <a:pt x="27" y="191"/>
                  </a:moveTo>
                  <a:cubicBezTo>
                    <a:pt x="14" y="191"/>
                    <a:pt x="14" y="191"/>
                    <a:pt x="14" y="191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4"/>
                    <a:pt x="15" y="29"/>
                    <a:pt x="16" y="2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9"/>
                    <a:pt x="27" y="34"/>
                    <a:pt x="27" y="37"/>
                  </a:cubicBezTo>
                  <a:lnTo>
                    <a:pt x="27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8" name="Group 577"/>
          <p:cNvGrpSpPr/>
          <p:nvPr/>
        </p:nvGrpSpPr>
        <p:grpSpPr>
          <a:xfrm>
            <a:off x="6869113" y="1555750"/>
            <a:ext cx="401637" cy="398463"/>
            <a:chOff x="6869113" y="1555750"/>
            <a:chExt cx="401637" cy="398463"/>
          </a:xfrm>
        </p:grpSpPr>
        <p:sp>
          <p:nvSpPr>
            <p:cNvPr id="38" name="Freeform 36"/>
            <p:cNvSpPr>
              <a:spLocks noEditPoints="1"/>
            </p:cNvSpPr>
            <p:nvPr/>
          </p:nvSpPr>
          <p:spPr bwMode="auto">
            <a:xfrm>
              <a:off x="6869113" y="1555750"/>
              <a:ext cx="396875" cy="398463"/>
            </a:xfrm>
            <a:custGeom>
              <a:avLst/>
              <a:gdLst>
                <a:gd name="T0" fmla="*/ 9 w 212"/>
                <a:gd name="T1" fmla="*/ 0 h 212"/>
                <a:gd name="T2" fmla="*/ 0 w 212"/>
                <a:gd name="T3" fmla="*/ 10 h 212"/>
                <a:gd name="T4" fmla="*/ 0 w 212"/>
                <a:gd name="T5" fmla="*/ 198 h 212"/>
                <a:gd name="T6" fmla="*/ 13 w 212"/>
                <a:gd name="T7" fmla="*/ 212 h 212"/>
                <a:gd name="T8" fmla="*/ 201 w 212"/>
                <a:gd name="T9" fmla="*/ 212 h 212"/>
                <a:gd name="T10" fmla="*/ 211 w 212"/>
                <a:gd name="T11" fmla="*/ 206 h 212"/>
                <a:gd name="T12" fmla="*/ 208 w 212"/>
                <a:gd name="T13" fmla="*/ 195 h 212"/>
                <a:gd name="T14" fmla="*/ 16 w 212"/>
                <a:gd name="T15" fmla="*/ 4 h 212"/>
                <a:gd name="T16" fmla="*/ 9 w 212"/>
                <a:gd name="T17" fmla="*/ 0 h 212"/>
                <a:gd name="T18" fmla="*/ 13 w 212"/>
                <a:gd name="T19" fmla="*/ 198 h 212"/>
                <a:gd name="T20" fmla="*/ 13 w 212"/>
                <a:gd name="T21" fmla="*/ 185 h 212"/>
                <a:gd name="T22" fmla="*/ 27 w 212"/>
                <a:gd name="T23" fmla="*/ 185 h 212"/>
                <a:gd name="T24" fmla="*/ 33 w 212"/>
                <a:gd name="T25" fmla="*/ 178 h 212"/>
                <a:gd name="T26" fmla="*/ 27 w 212"/>
                <a:gd name="T27" fmla="*/ 171 h 212"/>
                <a:gd name="T28" fmla="*/ 13 w 212"/>
                <a:gd name="T29" fmla="*/ 171 h 212"/>
                <a:gd name="T30" fmla="*/ 13 w 212"/>
                <a:gd name="T31" fmla="*/ 158 h 212"/>
                <a:gd name="T32" fmla="*/ 20 w 212"/>
                <a:gd name="T33" fmla="*/ 158 h 212"/>
                <a:gd name="T34" fmla="*/ 27 w 212"/>
                <a:gd name="T35" fmla="*/ 151 h 212"/>
                <a:gd name="T36" fmla="*/ 20 w 212"/>
                <a:gd name="T37" fmla="*/ 144 h 212"/>
                <a:gd name="T38" fmla="*/ 13 w 212"/>
                <a:gd name="T39" fmla="*/ 144 h 212"/>
                <a:gd name="T40" fmla="*/ 13 w 212"/>
                <a:gd name="T41" fmla="*/ 131 h 212"/>
                <a:gd name="T42" fmla="*/ 27 w 212"/>
                <a:gd name="T43" fmla="*/ 131 h 212"/>
                <a:gd name="T44" fmla="*/ 33 w 212"/>
                <a:gd name="T45" fmla="*/ 124 h 212"/>
                <a:gd name="T46" fmla="*/ 27 w 212"/>
                <a:gd name="T47" fmla="*/ 118 h 212"/>
                <a:gd name="T48" fmla="*/ 13 w 212"/>
                <a:gd name="T49" fmla="*/ 118 h 212"/>
                <a:gd name="T50" fmla="*/ 13 w 212"/>
                <a:gd name="T51" fmla="*/ 104 h 212"/>
                <a:gd name="T52" fmla="*/ 20 w 212"/>
                <a:gd name="T53" fmla="*/ 104 h 212"/>
                <a:gd name="T54" fmla="*/ 27 w 212"/>
                <a:gd name="T55" fmla="*/ 97 h 212"/>
                <a:gd name="T56" fmla="*/ 20 w 212"/>
                <a:gd name="T57" fmla="*/ 91 h 212"/>
                <a:gd name="T58" fmla="*/ 13 w 212"/>
                <a:gd name="T59" fmla="*/ 91 h 212"/>
                <a:gd name="T60" fmla="*/ 13 w 212"/>
                <a:gd name="T61" fmla="*/ 77 h 212"/>
                <a:gd name="T62" fmla="*/ 27 w 212"/>
                <a:gd name="T63" fmla="*/ 77 h 212"/>
                <a:gd name="T64" fmla="*/ 33 w 212"/>
                <a:gd name="T65" fmla="*/ 71 h 212"/>
                <a:gd name="T66" fmla="*/ 27 w 212"/>
                <a:gd name="T67" fmla="*/ 64 h 212"/>
                <a:gd name="T68" fmla="*/ 13 w 212"/>
                <a:gd name="T69" fmla="*/ 64 h 212"/>
                <a:gd name="T70" fmla="*/ 13 w 212"/>
                <a:gd name="T71" fmla="*/ 20 h 212"/>
                <a:gd name="T72" fmla="*/ 192 w 212"/>
                <a:gd name="T73" fmla="*/ 198 h 212"/>
                <a:gd name="T74" fmla="*/ 13 w 212"/>
                <a:gd name="T75" fmla="*/ 19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2" h="212">
                  <a:moveTo>
                    <a:pt x="9" y="0"/>
                  </a:moveTo>
                  <a:cubicBezTo>
                    <a:pt x="4" y="0"/>
                    <a:pt x="0" y="3"/>
                    <a:pt x="0" y="10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206"/>
                    <a:pt x="6" y="212"/>
                    <a:pt x="13" y="212"/>
                  </a:cubicBezTo>
                  <a:cubicBezTo>
                    <a:pt x="201" y="212"/>
                    <a:pt x="201" y="212"/>
                    <a:pt x="201" y="212"/>
                  </a:cubicBezTo>
                  <a:cubicBezTo>
                    <a:pt x="208" y="212"/>
                    <a:pt x="210" y="208"/>
                    <a:pt x="211" y="206"/>
                  </a:cubicBezTo>
                  <a:cubicBezTo>
                    <a:pt x="211" y="204"/>
                    <a:pt x="212" y="200"/>
                    <a:pt x="208" y="19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1"/>
                    <a:pt x="10" y="0"/>
                    <a:pt x="9" y="0"/>
                  </a:cubicBezTo>
                  <a:close/>
                  <a:moveTo>
                    <a:pt x="13" y="198"/>
                  </a:moveTo>
                  <a:cubicBezTo>
                    <a:pt x="13" y="185"/>
                    <a:pt x="13" y="185"/>
                    <a:pt x="13" y="185"/>
                  </a:cubicBezTo>
                  <a:cubicBezTo>
                    <a:pt x="27" y="185"/>
                    <a:pt x="27" y="185"/>
                    <a:pt x="27" y="185"/>
                  </a:cubicBezTo>
                  <a:cubicBezTo>
                    <a:pt x="30" y="185"/>
                    <a:pt x="33" y="182"/>
                    <a:pt x="33" y="178"/>
                  </a:cubicBezTo>
                  <a:cubicBezTo>
                    <a:pt x="33" y="174"/>
                    <a:pt x="30" y="171"/>
                    <a:pt x="27" y="171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4" y="158"/>
                    <a:pt x="27" y="155"/>
                    <a:pt x="27" y="151"/>
                  </a:cubicBezTo>
                  <a:cubicBezTo>
                    <a:pt x="27" y="147"/>
                    <a:pt x="24" y="144"/>
                    <a:pt x="20" y="144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27" y="131"/>
                    <a:pt x="27" y="131"/>
                    <a:pt x="27" y="131"/>
                  </a:cubicBezTo>
                  <a:cubicBezTo>
                    <a:pt x="30" y="131"/>
                    <a:pt x="33" y="128"/>
                    <a:pt x="33" y="124"/>
                  </a:cubicBezTo>
                  <a:cubicBezTo>
                    <a:pt x="33" y="121"/>
                    <a:pt x="30" y="118"/>
                    <a:pt x="27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4" y="104"/>
                    <a:pt x="27" y="101"/>
                    <a:pt x="27" y="97"/>
                  </a:cubicBezTo>
                  <a:cubicBezTo>
                    <a:pt x="27" y="94"/>
                    <a:pt x="24" y="91"/>
                    <a:pt x="20" y="91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0" y="77"/>
                    <a:pt x="33" y="74"/>
                    <a:pt x="33" y="71"/>
                  </a:cubicBezTo>
                  <a:cubicBezTo>
                    <a:pt x="33" y="67"/>
                    <a:pt x="30" y="64"/>
                    <a:pt x="27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92" y="198"/>
                    <a:pt x="192" y="198"/>
                    <a:pt x="192" y="198"/>
                  </a:cubicBezTo>
                  <a:lnTo>
                    <a:pt x="13" y="1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Freeform 37"/>
            <p:cNvSpPr>
              <a:spLocks noEditPoints="1"/>
            </p:cNvSpPr>
            <p:nvPr/>
          </p:nvSpPr>
          <p:spPr bwMode="auto">
            <a:xfrm>
              <a:off x="6943725" y="1706563"/>
              <a:ext cx="196850" cy="196850"/>
            </a:xfrm>
            <a:custGeom>
              <a:avLst/>
              <a:gdLst>
                <a:gd name="T0" fmla="*/ 13 w 105"/>
                <a:gd name="T1" fmla="*/ 104 h 104"/>
                <a:gd name="T2" fmla="*/ 94 w 105"/>
                <a:gd name="T3" fmla="*/ 104 h 104"/>
                <a:gd name="T4" fmla="*/ 104 w 105"/>
                <a:gd name="T5" fmla="*/ 98 h 104"/>
                <a:gd name="T6" fmla="*/ 101 w 105"/>
                <a:gd name="T7" fmla="*/ 88 h 104"/>
                <a:gd name="T8" fmla="*/ 16 w 105"/>
                <a:gd name="T9" fmla="*/ 3 h 104"/>
                <a:gd name="T10" fmla="*/ 9 w 105"/>
                <a:gd name="T11" fmla="*/ 0 h 104"/>
                <a:gd name="T12" fmla="*/ 0 w 105"/>
                <a:gd name="T13" fmla="*/ 10 h 104"/>
                <a:gd name="T14" fmla="*/ 0 w 105"/>
                <a:gd name="T15" fmla="*/ 90 h 104"/>
                <a:gd name="T16" fmla="*/ 13 w 105"/>
                <a:gd name="T17" fmla="*/ 104 h 104"/>
                <a:gd name="T18" fmla="*/ 13 w 105"/>
                <a:gd name="T19" fmla="*/ 19 h 104"/>
                <a:gd name="T20" fmla="*/ 84 w 105"/>
                <a:gd name="T21" fmla="*/ 90 h 104"/>
                <a:gd name="T22" fmla="*/ 13 w 105"/>
                <a:gd name="T23" fmla="*/ 90 h 104"/>
                <a:gd name="T24" fmla="*/ 13 w 105"/>
                <a:gd name="T25" fmla="*/ 19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04">
                  <a:moveTo>
                    <a:pt x="13" y="104"/>
                  </a:moveTo>
                  <a:cubicBezTo>
                    <a:pt x="94" y="104"/>
                    <a:pt x="94" y="104"/>
                    <a:pt x="94" y="104"/>
                  </a:cubicBezTo>
                  <a:cubicBezTo>
                    <a:pt x="101" y="104"/>
                    <a:pt x="103" y="100"/>
                    <a:pt x="104" y="98"/>
                  </a:cubicBezTo>
                  <a:cubicBezTo>
                    <a:pt x="104" y="96"/>
                    <a:pt x="105" y="92"/>
                    <a:pt x="101" y="88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5" y="0"/>
                    <a:pt x="0" y="3"/>
                    <a:pt x="0" y="1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8"/>
                    <a:pt x="6" y="104"/>
                    <a:pt x="13" y="104"/>
                  </a:cubicBezTo>
                  <a:close/>
                  <a:moveTo>
                    <a:pt x="13" y="19"/>
                  </a:moveTo>
                  <a:cubicBezTo>
                    <a:pt x="84" y="90"/>
                    <a:pt x="84" y="90"/>
                    <a:pt x="84" y="90"/>
                  </a:cubicBezTo>
                  <a:cubicBezTo>
                    <a:pt x="13" y="90"/>
                    <a:pt x="13" y="90"/>
                    <a:pt x="13" y="90"/>
                  </a:cubicBezTo>
                  <a:lnTo>
                    <a:pt x="13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Freeform 38"/>
            <p:cNvSpPr>
              <a:spLocks noEditPoints="1"/>
            </p:cNvSpPr>
            <p:nvPr/>
          </p:nvSpPr>
          <p:spPr bwMode="auto">
            <a:xfrm>
              <a:off x="6972300" y="1555750"/>
              <a:ext cx="298450" cy="292100"/>
            </a:xfrm>
            <a:custGeom>
              <a:avLst/>
              <a:gdLst>
                <a:gd name="T0" fmla="*/ 131 w 159"/>
                <a:gd name="T1" fmla="*/ 153 h 156"/>
                <a:gd name="T2" fmla="*/ 145 w 159"/>
                <a:gd name="T3" fmla="*/ 156 h 156"/>
                <a:gd name="T4" fmla="*/ 148 w 159"/>
                <a:gd name="T5" fmla="*/ 156 h 156"/>
                <a:gd name="T6" fmla="*/ 148 w 159"/>
                <a:gd name="T7" fmla="*/ 156 h 156"/>
                <a:gd name="T8" fmla="*/ 156 w 159"/>
                <a:gd name="T9" fmla="*/ 153 h 156"/>
                <a:gd name="T10" fmla="*/ 158 w 159"/>
                <a:gd name="T11" fmla="*/ 143 h 156"/>
                <a:gd name="T12" fmla="*/ 154 w 159"/>
                <a:gd name="T13" fmla="*/ 129 h 156"/>
                <a:gd name="T14" fmla="*/ 146 w 159"/>
                <a:gd name="T15" fmla="*/ 115 h 156"/>
                <a:gd name="T16" fmla="*/ 35 w 159"/>
                <a:gd name="T17" fmla="*/ 4 h 156"/>
                <a:gd name="T18" fmla="*/ 25 w 159"/>
                <a:gd name="T19" fmla="*/ 0 h 156"/>
                <a:gd name="T20" fmla="*/ 16 w 159"/>
                <a:gd name="T21" fmla="*/ 4 h 156"/>
                <a:gd name="T22" fmla="*/ 5 w 159"/>
                <a:gd name="T23" fmla="*/ 14 h 156"/>
                <a:gd name="T24" fmla="*/ 5 w 159"/>
                <a:gd name="T25" fmla="*/ 33 h 156"/>
                <a:gd name="T26" fmla="*/ 116 w 159"/>
                <a:gd name="T27" fmla="*/ 144 h 156"/>
                <a:gd name="T28" fmla="*/ 131 w 159"/>
                <a:gd name="T29" fmla="*/ 153 h 156"/>
                <a:gd name="T30" fmla="*/ 141 w 159"/>
                <a:gd name="T31" fmla="*/ 132 h 156"/>
                <a:gd name="T32" fmla="*/ 144 w 159"/>
                <a:gd name="T33" fmla="*/ 142 h 156"/>
                <a:gd name="T34" fmla="*/ 134 w 159"/>
                <a:gd name="T35" fmla="*/ 140 h 156"/>
                <a:gd name="T36" fmla="*/ 126 w 159"/>
                <a:gd name="T37" fmla="*/ 135 h 156"/>
                <a:gd name="T38" fmla="*/ 35 w 159"/>
                <a:gd name="T39" fmla="*/ 44 h 156"/>
                <a:gd name="T40" fmla="*/ 45 w 159"/>
                <a:gd name="T41" fmla="*/ 33 h 156"/>
                <a:gd name="T42" fmla="*/ 137 w 159"/>
                <a:gd name="T43" fmla="*/ 124 h 156"/>
                <a:gd name="T44" fmla="*/ 141 w 159"/>
                <a:gd name="T45" fmla="*/ 132 h 156"/>
                <a:gd name="T46" fmla="*/ 25 w 159"/>
                <a:gd name="T47" fmla="*/ 13 h 156"/>
                <a:gd name="T48" fmla="*/ 36 w 159"/>
                <a:gd name="T49" fmla="*/ 24 h 156"/>
                <a:gd name="T50" fmla="*/ 25 w 159"/>
                <a:gd name="T51" fmla="*/ 34 h 156"/>
                <a:gd name="T52" fmla="*/ 15 w 159"/>
                <a:gd name="T53" fmla="*/ 24 h 156"/>
                <a:gd name="T54" fmla="*/ 25 w 159"/>
                <a:gd name="T55" fmla="*/ 1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9" h="156">
                  <a:moveTo>
                    <a:pt x="131" y="153"/>
                  </a:moveTo>
                  <a:cubicBezTo>
                    <a:pt x="145" y="156"/>
                    <a:pt x="145" y="156"/>
                    <a:pt x="145" y="156"/>
                  </a:cubicBezTo>
                  <a:cubicBezTo>
                    <a:pt x="146" y="156"/>
                    <a:pt x="147" y="156"/>
                    <a:pt x="148" y="156"/>
                  </a:cubicBezTo>
                  <a:cubicBezTo>
                    <a:pt x="148" y="156"/>
                    <a:pt x="148" y="156"/>
                    <a:pt x="148" y="156"/>
                  </a:cubicBezTo>
                  <a:cubicBezTo>
                    <a:pt x="151" y="156"/>
                    <a:pt x="154" y="155"/>
                    <a:pt x="156" y="153"/>
                  </a:cubicBezTo>
                  <a:cubicBezTo>
                    <a:pt x="158" y="150"/>
                    <a:pt x="159" y="147"/>
                    <a:pt x="158" y="143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3" y="124"/>
                    <a:pt x="150" y="118"/>
                    <a:pt x="146" y="11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2" y="1"/>
                    <a:pt x="29" y="0"/>
                    <a:pt x="25" y="0"/>
                  </a:cubicBezTo>
                  <a:cubicBezTo>
                    <a:pt x="22" y="0"/>
                    <a:pt x="18" y="1"/>
                    <a:pt x="16" y="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0" y="19"/>
                    <a:pt x="0" y="28"/>
                    <a:pt x="5" y="33"/>
                  </a:cubicBezTo>
                  <a:cubicBezTo>
                    <a:pt x="116" y="144"/>
                    <a:pt x="116" y="144"/>
                    <a:pt x="116" y="144"/>
                  </a:cubicBezTo>
                  <a:cubicBezTo>
                    <a:pt x="120" y="148"/>
                    <a:pt x="126" y="151"/>
                    <a:pt x="131" y="153"/>
                  </a:cubicBezTo>
                  <a:close/>
                  <a:moveTo>
                    <a:pt x="141" y="132"/>
                  </a:moveTo>
                  <a:cubicBezTo>
                    <a:pt x="144" y="142"/>
                    <a:pt x="144" y="142"/>
                    <a:pt x="144" y="142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2" y="139"/>
                    <a:pt x="128" y="137"/>
                    <a:pt x="126" y="135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8" y="126"/>
                    <a:pt x="141" y="130"/>
                    <a:pt x="141" y="132"/>
                  </a:cubicBezTo>
                  <a:close/>
                  <a:moveTo>
                    <a:pt x="25" y="13"/>
                  </a:moveTo>
                  <a:cubicBezTo>
                    <a:pt x="36" y="24"/>
                    <a:pt x="36" y="24"/>
                    <a:pt x="36" y="2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5" y="24"/>
                    <a:pt x="15" y="24"/>
                    <a:pt x="15" y="24"/>
                  </a:cubicBezTo>
                  <a:lnTo>
                    <a:pt x="2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9" name="Group 578"/>
          <p:cNvGrpSpPr/>
          <p:nvPr/>
        </p:nvGrpSpPr>
        <p:grpSpPr>
          <a:xfrm>
            <a:off x="7489825" y="1576388"/>
            <a:ext cx="403225" cy="354013"/>
            <a:chOff x="7489825" y="1576388"/>
            <a:chExt cx="403225" cy="354013"/>
          </a:xfrm>
        </p:grpSpPr>
        <p:sp>
          <p:nvSpPr>
            <p:cNvPr id="41" name="Freeform 39"/>
            <p:cNvSpPr>
              <a:spLocks noEditPoints="1"/>
            </p:cNvSpPr>
            <p:nvPr/>
          </p:nvSpPr>
          <p:spPr bwMode="auto">
            <a:xfrm>
              <a:off x="7489825" y="1576388"/>
              <a:ext cx="403225" cy="354013"/>
            </a:xfrm>
            <a:custGeom>
              <a:avLst/>
              <a:gdLst>
                <a:gd name="T0" fmla="*/ 207 w 215"/>
                <a:gd name="T1" fmla="*/ 1 h 189"/>
                <a:gd name="T2" fmla="*/ 108 w 215"/>
                <a:gd name="T3" fmla="*/ 14 h 189"/>
                <a:gd name="T4" fmla="*/ 8 w 215"/>
                <a:gd name="T5" fmla="*/ 1 h 189"/>
                <a:gd name="T6" fmla="*/ 3 w 215"/>
                <a:gd name="T7" fmla="*/ 2 h 189"/>
                <a:gd name="T8" fmla="*/ 0 w 215"/>
                <a:gd name="T9" fmla="*/ 7 h 189"/>
                <a:gd name="T10" fmla="*/ 0 w 215"/>
                <a:gd name="T11" fmla="*/ 168 h 189"/>
                <a:gd name="T12" fmla="*/ 6 w 215"/>
                <a:gd name="T13" fmla="*/ 175 h 189"/>
                <a:gd name="T14" fmla="*/ 107 w 215"/>
                <a:gd name="T15" fmla="*/ 188 h 189"/>
                <a:gd name="T16" fmla="*/ 108 w 215"/>
                <a:gd name="T17" fmla="*/ 189 h 189"/>
                <a:gd name="T18" fmla="*/ 108 w 215"/>
                <a:gd name="T19" fmla="*/ 188 h 189"/>
                <a:gd name="T20" fmla="*/ 209 w 215"/>
                <a:gd name="T21" fmla="*/ 175 h 189"/>
                <a:gd name="T22" fmla="*/ 215 w 215"/>
                <a:gd name="T23" fmla="*/ 168 h 189"/>
                <a:gd name="T24" fmla="*/ 215 w 215"/>
                <a:gd name="T25" fmla="*/ 7 h 189"/>
                <a:gd name="T26" fmla="*/ 213 w 215"/>
                <a:gd name="T27" fmla="*/ 2 h 189"/>
                <a:gd name="T28" fmla="*/ 207 w 215"/>
                <a:gd name="T29" fmla="*/ 1 h 189"/>
                <a:gd name="T30" fmla="*/ 14 w 215"/>
                <a:gd name="T31" fmla="*/ 15 h 189"/>
                <a:gd name="T32" fmla="*/ 101 w 215"/>
                <a:gd name="T33" fmla="*/ 27 h 189"/>
                <a:gd name="T34" fmla="*/ 101 w 215"/>
                <a:gd name="T35" fmla="*/ 174 h 189"/>
                <a:gd name="T36" fmla="*/ 14 w 215"/>
                <a:gd name="T37" fmla="*/ 163 h 189"/>
                <a:gd name="T38" fmla="*/ 14 w 215"/>
                <a:gd name="T39" fmla="*/ 15 h 189"/>
                <a:gd name="T40" fmla="*/ 201 w 215"/>
                <a:gd name="T41" fmla="*/ 163 h 189"/>
                <a:gd name="T42" fmla="*/ 114 w 215"/>
                <a:gd name="T43" fmla="*/ 174 h 189"/>
                <a:gd name="T44" fmla="*/ 114 w 215"/>
                <a:gd name="T45" fmla="*/ 27 h 189"/>
                <a:gd name="T46" fmla="*/ 201 w 215"/>
                <a:gd name="T47" fmla="*/ 15 h 189"/>
                <a:gd name="T48" fmla="*/ 201 w 215"/>
                <a:gd name="T49" fmla="*/ 16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89">
                  <a:moveTo>
                    <a:pt x="207" y="1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4" y="1"/>
                    <a:pt x="3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2"/>
                    <a:pt x="3" y="175"/>
                    <a:pt x="6" y="175"/>
                  </a:cubicBezTo>
                  <a:cubicBezTo>
                    <a:pt x="107" y="188"/>
                    <a:pt x="107" y="188"/>
                    <a:pt x="107" y="188"/>
                  </a:cubicBezTo>
                  <a:cubicBezTo>
                    <a:pt x="107" y="188"/>
                    <a:pt x="107" y="189"/>
                    <a:pt x="108" y="189"/>
                  </a:cubicBezTo>
                  <a:cubicBezTo>
                    <a:pt x="108" y="189"/>
                    <a:pt x="108" y="188"/>
                    <a:pt x="108" y="188"/>
                  </a:cubicBezTo>
                  <a:cubicBezTo>
                    <a:pt x="209" y="175"/>
                    <a:pt x="209" y="175"/>
                    <a:pt x="209" y="175"/>
                  </a:cubicBezTo>
                  <a:cubicBezTo>
                    <a:pt x="212" y="175"/>
                    <a:pt x="215" y="172"/>
                    <a:pt x="215" y="168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5"/>
                    <a:pt x="214" y="4"/>
                    <a:pt x="213" y="2"/>
                  </a:cubicBezTo>
                  <a:cubicBezTo>
                    <a:pt x="211" y="1"/>
                    <a:pt x="209" y="0"/>
                    <a:pt x="207" y="1"/>
                  </a:cubicBezTo>
                  <a:close/>
                  <a:moveTo>
                    <a:pt x="14" y="15"/>
                  </a:moveTo>
                  <a:cubicBezTo>
                    <a:pt x="101" y="27"/>
                    <a:pt x="101" y="27"/>
                    <a:pt x="101" y="27"/>
                  </a:cubicBezTo>
                  <a:cubicBezTo>
                    <a:pt x="101" y="174"/>
                    <a:pt x="101" y="174"/>
                    <a:pt x="101" y="174"/>
                  </a:cubicBezTo>
                  <a:cubicBezTo>
                    <a:pt x="14" y="163"/>
                    <a:pt x="14" y="163"/>
                    <a:pt x="14" y="163"/>
                  </a:cubicBezTo>
                  <a:lnTo>
                    <a:pt x="14" y="15"/>
                  </a:lnTo>
                  <a:close/>
                  <a:moveTo>
                    <a:pt x="201" y="163"/>
                  </a:moveTo>
                  <a:cubicBezTo>
                    <a:pt x="114" y="174"/>
                    <a:pt x="114" y="174"/>
                    <a:pt x="114" y="174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201" y="15"/>
                    <a:pt x="201" y="15"/>
                    <a:pt x="201" y="15"/>
                  </a:cubicBezTo>
                  <a:lnTo>
                    <a:pt x="201" y="1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Freeform 40"/>
            <p:cNvSpPr>
              <a:spLocks/>
            </p:cNvSpPr>
            <p:nvPr/>
          </p:nvSpPr>
          <p:spPr bwMode="auto">
            <a:xfrm>
              <a:off x="7540625" y="1639888"/>
              <a:ext cx="128588" cy="38100"/>
            </a:xfrm>
            <a:custGeom>
              <a:avLst/>
              <a:gdLst>
                <a:gd name="T0" fmla="*/ 6 w 68"/>
                <a:gd name="T1" fmla="*/ 14 h 20"/>
                <a:gd name="T2" fmla="*/ 60 w 68"/>
                <a:gd name="T3" fmla="*/ 20 h 20"/>
                <a:gd name="T4" fmla="*/ 60 w 68"/>
                <a:gd name="T5" fmla="*/ 20 h 20"/>
                <a:gd name="T6" fmla="*/ 67 w 68"/>
                <a:gd name="T7" fmla="*/ 14 h 20"/>
                <a:gd name="T8" fmla="*/ 61 w 68"/>
                <a:gd name="T9" fmla="*/ 7 h 20"/>
                <a:gd name="T10" fmla="*/ 8 w 68"/>
                <a:gd name="T11" fmla="*/ 0 h 20"/>
                <a:gd name="T12" fmla="*/ 0 w 68"/>
                <a:gd name="T13" fmla="*/ 6 h 20"/>
                <a:gd name="T14" fmla="*/ 6 w 68"/>
                <a:gd name="T15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20">
                  <a:moveTo>
                    <a:pt x="6" y="14"/>
                  </a:move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4" y="20"/>
                    <a:pt x="67" y="18"/>
                    <a:pt x="67" y="14"/>
                  </a:cubicBezTo>
                  <a:cubicBezTo>
                    <a:pt x="68" y="11"/>
                    <a:pt x="65" y="7"/>
                    <a:pt x="61" y="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2"/>
                    <a:pt x="0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41"/>
            <p:cNvSpPr>
              <a:spLocks/>
            </p:cNvSpPr>
            <p:nvPr/>
          </p:nvSpPr>
          <p:spPr bwMode="auto">
            <a:xfrm>
              <a:off x="7540625" y="1701800"/>
              <a:ext cx="128588" cy="39688"/>
            </a:xfrm>
            <a:custGeom>
              <a:avLst/>
              <a:gdLst>
                <a:gd name="T0" fmla="*/ 61 w 68"/>
                <a:gd name="T1" fmla="*/ 8 h 21"/>
                <a:gd name="T2" fmla="*/ 8 w 68"/>
                <a:gd name="T3" fmla="*/ 1 h 21"/>
                <a:gd name="T4" fmla="*/ 0 w 68"/>
                <a:gd name="T5" fmla="*/ 7 h 21"/>
                <a:gd name="T6" fmla="*/ 6 w 68"/>
                <a:gd name="T7" fmla="*/ 14 h 21"/>
                <a:gd name="T8" fmla="*/ 60 w 68"/>
                <a:gd name="T9" fmla="*/ 21 h 21"/>
                <a:gd name="T10" fmla="*/ 60 w 68"/>
                <a:gd name="T11" fmla="*/ 21 h 21"/>
                <a:gd name="T12" fmla="*/ 67 w 68"/>
                <a:gd name="T13" fmla="*/ 15 h 21"/>
                <a:gd name="T14" fmla="*/ 61 w 68"/>
                <a:gd name="T15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21">
                  <a:moveTo>
                    <a:pt x="61" y="8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4" y="0"/>
                    <a:pt x="1" y="3"/>
                    <a:pt x="0" y="7"/>
                  </a:cubicBezTo>
                  <a:cubicBezTo>
                    <a:pt x="0" y="10"/>
                    <a:pt x="2" y="14"/>
                    <a:pt x="6" y="14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21"/>
                    <a:pt x="67" y="18"/>
                    <a:pt x="67" y="15"/>
                  </a:cubicBezTo>
                  <a:cubicBezTo>
                    <a:pt x="68" y="11"/>
                    <a:pt x="65" y="8"/>
                    <a:pt x="61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Freeform 42"/>
            <p:cNvSpPr>
              <a:spLocks/>
            </p:cNvSpPr>
            <p:nvPr/>
          </p:nvSpPr>
          <p:spPr bwMode="auto">
            <a:xfrm>
              <a:off x="7540625" y="1765300"/>
              <a:ext cx="128588" cy="38100"/>
            </a:xfrm>
            <a:custGeom>
              <a:avLst/>
              <a:gdLst>
                <a:gd name="T0" fmla="*/ 61 w 68"/>
                <a:gd name="T1" fmla="*/ 7 h 20"/>
                <a:gd name="T2" fmla="*/ 8 w 68"/>
                <a:gd name="T3" fmla="*/ 0 h 20"/>
                <a:gd name="T4" fmla="*/ 0 w 68"/>
                <a:gd name="T5" fmla="*/ 6 h 20"/>
                <a:gd name="T6" fmla="*/ 6 w 68"/>
                <a:gd name="T7" fmla="*/ 14 h 20"/>
                <a:gd name="T8" fmla="*/ 60 w 68"/>
                <a:gd name="T9" fmla="*/ 20 h 20"/>
                <a:gd name="T10" fmla="*/ 60 w 68"/>
                <a:gd name="T11" fmla="*/ 20 h 20"/>
                <a:gd name="T12" fmla="*/ 67 w 68"/>
                <a:gd name="T13" fmla="*/ 15 h 20"/>
                <a:gd name="T14" fmla="*/ 61 w 68"/>
                <a:gd name="T15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20">
                  <a:moveTo>
                    <a:pt x="61" y="7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2"/>
                    <a:pt x="0" y="6"/>
                  </a:cubicBezTo>
                  <a:cubicBezTo>
                    <a:pt x="0" y="10"/>
                    <a:pt x="2" y="13"/>
                    <a:pt x="6" y="14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4" y="20"/>
                    <a:pt x="67" y="18"/>
                    <a:pt x="67" y="15"/>
                  </a:cubicBezTo>
                  <a:cubicBezTo>
                    <a:pt x="68" y="11"/>
                    <a:pt x="65" y="8"/>
                    <a:pt x="61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Freeform 43"/>
            <p:cNvSpPr>
              <a:spLocks/>
            </p:cNvSpPr>
            <p:nvPr/>
          </p:nvSpPr>
          <p:spPr bwMode="auto">
            <a:xfrm>
              <a:off x="7540625" y="1827213"/>
              <a:ext cx="128588" cy="39688"/>
            </a:xfrm>
            <a:custGeom>
              <a:avLst/>
              <a:gdLst>
                <a:gd name="T0" fmla="*/ 61 w 68"/>
                <a:gd name="T1" fmla="*/ 8 h 21"/>
                <a:gd name="T2" fmla="*/ 8 w 68"/>
                <a:gd name="T3" fmla="*/ 1 h 21"/>
                <a:gd name="T4" fmla="*/ 0 w 68"/>
                <a:gd name="T5" fmla="*/ 7 h 21"/>
                <a:gd name="T6" fmla="*/ 6 w 68"/>
                <a:gd name="T7" fmla="*/ 14 h 21"/>
                <a:gd name="T8" fmla="*/ 60 w 68"/>
                <a:gd name="T9" fmla="*/ 21 h 21"/>
                <a:gd name="T10" fmla="*/ 60 w 68"/>
                <a:gd name="T11" fmla="*/ 21 h 21"/>
                <a:gd name="T12" fmla="*/ 67 w 68"/>
                <a:gd name="T13" fmla="*/ 15 h 21"/>
                <a:gd name="T14" fmla="*/ 61 w 68"/>
                <a:gd name="T15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21">
                  <a:moveTo>
                    <a:pt x="61" y="8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4" y="0"/>
                    <a:pt x="1" y="3"/>
                    <a:pt x="0" y="7"/>
                  </a:cubicBezTo>
                  <a:cubicBezTo>
                    <a:pt x="0" y="10"/>
                    <a:pt x="2" y="14"/>
                    <a:pt x="6" y="14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21"/>
                    <a:pt x="67" y="18"/>
                    <a:pt x="67" y="15"/>
                  </a:cubicBezTo>
                  <a:cubicBezTo>
                    <a:pt x="68" y="11"/>
                    <a:pt x="65" y="8"/>
                    <a:pt x="61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Freeform 44"/>
            <p:cNvSpPr>
              <a:spLocks/>
            </p:cNvSpPr>
            <p:nvPr/>
          </p:nvSpPr>
          <p:spPr bwMode="auto">
            <a:xfrm>
              <a:off x="7716838" y="1639888"/>
              <a:ext cx="127000" cy="38100"/>
            </a:xfrm>
            <a:custGeom>
              <a:avLst/>
              <a:gdLst>
                <a:gd name="T0" fmla="*/ 7 w 67"/>
                <a:gd name="T1" fmla="*/ 20 h 20"/>
                <a:gd name="T2" fmla="*/ 8 w 67"/>
                <a:gd name="T3" fmla="*/ 20 h 20"/>
                <a:gd name="T4" fmla="*/ 61 w 67"/>
                <a:gd name="T5" fmla="*/ 14 h 20"/>
                <a:gd name="T6" fmla="*/ 67 w 67"/>
                <a:gd name="T7" fmla="*/ 6 h 20"/>
                <a:gd name="T8" fmla="*/ 60 w 67"/>
                <a:gd name="T9" fmla="*/ 0 h 20"/>
                <a:gd name="T10" fmla="*/ 6 w 67"/>
                <a:gd name="T11" fmla="*/ 7 h 20"/>
                <a:gd name="T12" fmla="*/ 0 w 67"/>
                <a:gd name="T13" fmla="*/ 14 h 20"/>
                <a:gd name="T14" fmla="*/ 7 w 67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20">
                  <a:moveTo>
                    <a:pt x="7" y="20"/>
                  </a:moveTo>
                  <a:cubicBezTo>
                    <a:pt x="7" y="20"/>
                    <a:pt x="7" y="20"/>
                    <a:pt x="8" y="20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5" y="13"/>
                    <a:pt x="67" y="10"/>
                    <a:pt x="67" y="6"/>
                  </a:cubicBezTo>
                  <a:cubicBezTo>
                    <a:pt x="67" y="2"/>
                    <a:pt x="63" y="0"/>
                    <a:pt x="6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2" y="7"/>
                    <a:pt x="0" y="11"/>
                    <a:pt x="0" y="14"/>
                  </a:cubicBezTo>
                  <a:cubicBezTo>
                    <a:pt x="0" y="18"/>
                    <a:pt x="3" y="20"/>
                    <a:pt x="7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Freeform 45"/>
            <p:cNvSpPr>
              <a:spLocks/>
            </p:cNvSpPr>
            <p:nvPr/>
          </p:nvSpPr>
          <p:spPr bwMode="auto">
            <a:xfrm>
              <a:off x="7716838" y="1701800"/>
              <a:ext cx="127000" cy="39688"/>
            </a:xfrm>
            <a:custGeom>
              <a:avLst/>
              <a:gdLst>
                <a:gd name="T0" fmla="*/ 7 w 67"/>
                <a:gd name="T1" fmla="*/ 21 h 21"/>
                <a:gd name="T2" fmla="*/ 8 w 67"/>
                <a:gd name="T3" fmla="*/ 21 h 21"/>
                <a:gd name="T4" fmla="*/ 61 w 67"/>
                <a:gd name="T5" fmla="*/ 14 h 21"/>
                <a:gd name="T6" fmla="*/ 67 w 67"/>
                <a:gd name="T7" fmla="*/ 7 h 21"/>
                <a:gd name="T8" fmla="*/ 60 w 67"/>
                <a:gd name="T9" fmla="*/ 1 h 21"/>
                <a:gd name="T10" fmla="*/ 6 w 67"/>
                <a:gd name="T11" fmla="*/ 8 h 21"/>
                <a:gd name="T12" fmla="*/ 0 w 67"/>
                <a:gd name="T13" fmla="*/ 15 h 21"/>
                <a:gd name="T14" fmla="*/ 7 w 67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21">
                  <a:moveTo>
                    <a:pt x="7" y="21"/>
                  </a:moveTo>
                  <a:cubicBezTo>
                    <a:pt x="7" y="21"/>
                    <a:pt x="7" y="21"/>
                    <a:pt x="8" y="2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5" y="14"/>
                    <a:pt x="67" y="10"/>
                    <a:pt x="67" y="7"/>
                  </a:cubicBezTo>
                  <a:cubicBezTo>
                    <a:pt x="67" y="3"/>
                    <a:pt x="63" y="0"/>
                    <a:pt x="60" y="1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2" y="8"/>
                    <a:pt x="0" y="11"/>
                    <a:pt x="0" y="15"/>
                  </a:cubicBezTo>
                  <a:cubicBezTo>
                    <a:pt x="0" y="18"/>
                    <a:pt x="3" y="21"/>
                    <a:pt x="7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" name="Freeform 46"/>
            <p:cNvSpPr>
              <a:spLocks/>
            </p:cNvSpPr>
            <p:nvPr/>
          </p:nvSpPr>
          <p:spPr bwMode="auto">
            <a:xfrm>
              <a:off x="7716838" y="1765300"/>
              <a:ext cx="127000" cy="38100"/>
            </a:xfrm>
            <a:custGeom>
              <a:avLst/>
              <a:gdLst>
                <a:gd name="T0" fmla="*/ 7 w 67"/>
                <a:gd name="T1" fmla="*/ 20 h 20"/>
                <a:gd name="T2" fmla="*/ 8 w 67"/>
                <a:gd name="T3" fmla="*/ 20 h 20"/>
                <a:gd name="T4" fmla="*/ 61 w 67"/>
                <a:gd name="T5" fmla="*/ 14 h 20"/>
                <a:gd name="T6" fmla="*/ 67 w 67"/>
                <a:gd name="T7" fmla="*/ 6 h 20"/>
                <a:gd name="T8" fmla="*/ 60 w 67"/>
                <a:gd name="T9" fmla="*/ 0 h 20"/>
                <a:gd name="T10" fmla="*/ 6 w 67"/>
                <a:gd name="T11" fmla="*/ 7 h 20"/>
                <a:gd name="T12" fmla="*/ 0 w 67"/>
                <a:gd name="T13" fmla="*/ 15 h 20"/>
                <a:gd name="T14" fmla="*/ 7 w 67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20">
                  <a:moveTo>
                    <a:pt x="7" y="20"/>
                  </a:moveTo>
                  <a:cubicBezTo>
                    <a:pt x="7" y="20"/>
                    <a:pt x="7" y="20"/>
                    <a:pt x="8" y="20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5" y="13"/>
                    <a:pt x="67" y="10"/>
                    <a:pt x="67" y="6"/>
                  </a:cubicBezTo>
                  <a:cubicBezTo>
                    <a:pt x="67" y="2"/>
                    <a:pt x="63" y="0"/>
                    <a:pt x="6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2" y="8"/>
                    <a:pt x="0" y="11"/>
                    <a:pt x="0" y="15"/>
                  </a:cubicBezTo>
                  <a:cubicBezTo>
                    <a:pt x="0" y="18"/>
                    <a:pt x="3" y="20"/>
                    <a:pt x="7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Freeform 47"/>
            <p:cNvSpPr>
              <a:spLocks/>
            </p:cNvSpPr>
            <p:nvPr/>
          </p:nvSpPr>
          <p:spPr bwMode="auto">
            <a:xfrm>
              <a:off x="7716838" y="1827213"/>
              <a:ext cx="127000" cy="39688"/>
            </a:xfrm>
            <a:custGeom>
              <a:avLst/>
              <a:gdLst>
                <a:gd name="T0" fmla="*/ 60 w 67"/>
                <a:gd name="T1" fmla="*/ 1 h 21"/>
                <a:gd name="T2" fmla="*/ 6 w 67"/>
                <a:gd name="T3" fmla="*/ 8 h 21"/>
                <a:gd name="T4" fmla="*/ 0 w 67"/>
                <a:gd name="T5" fmla="*/ 15 h 21"/>
                <a:gd name="T6" fmla="*/ 7 w 67"/>
                <a:gd name="T7" fmla="*/ 21 h 21"/>
                <a:gd name="T8" fmla="*/ 8 w 67"/>
                <a:gd name="T9" fmla="*/ 21 h 21"/>
                <a:gd name="T10" fmla="*/ 61 w 67"/>
                <a:gd name="T11" fmla="*/ 14 h 21"/>
                <a:gd name="T12" fmla="*/ 67 w 67"/>
                <a:gd name="T13" fmla="*/ 7 h 21"/>
                <a:gd name="T14" fmla="*/ 60 w 67"/>
                <a:gd name="T1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21">
                  <a:moveTo>
                    <a:pt x="60" y="1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2" y="8"/>
                    <a:pt x="0" y="11"/>
                    <a:pt x="0" y="15"/>
                  </a:cubicBezTo>
                  <a:cubicBezTo>
                    <a:pt x="0" y="18"/>
                    <a:pt x="3" y="21"/>
                    <a:pt x="7" y="21"/>
                  </a:cubicBezTo>
                  <a:cubicBezTo>
                    <a:pt x="7" y="21"/>
                    <a:pt x="7" y="21"/>
                    <a:pt x="8" y="2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5" y="14"/>
                    <a:pt x="67" y="10"/>
                    <a:pt x="67" y="7"/>
                  </a:cubicBezTo>
                  <a:cubicBezTo>
                    <a:pt x="67" y="3"/>
                    <a:pt x="63" y="0"/>
                    <a:pt x="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" name="Freeform 48"/>
          <p:cNvSpPr>
            <a:spLocks noEditPoints="1"/>
          </p:cNvSpPr>
          <p:nvPr/>
        </p:nvSpPr>
        <p:spPr bwMode="auto">
          <a:xfrm>
            <a:off x="8113713" y="1628775"/>
            <a:ext cx="403225" cy="250825"/>
          </a:xfrm>
          <a:custGeom>
            <a:avLst/>
            <a:gdLst>
              <a:gd name="T0" fmla="*/ 208 w 215"/>
              <a:gd name="T1" fmla="*/ 0 h 134"/>
              <a:gd name="T2" fmla="*/ 7 w 215"/>
              <a:gd name="T3" fmla="*/ 0 h 134"/>
              <a:gd name="T4" fmla="*/ 0 w 215"/>
              <a:gd name="T5" fmla="*/ 6 h 134"/>
              <a:gd name="T6" fmla="*/ 0 w 215"/>
              <a:gd name="T7" fmla="*/ 127 h 134"/>
              <a:gd name="T8" fmla="*/ 7 w 215"/>
              <a:gd name="T9" fmla="*/ 134 h 134"/>
              <a:gd name="T10" fmla="*/ 208 w 215"/>
              <a:gd name="T11" fmla="*/ 134 h 134"/>
              <a:gd name="T12" fmla="*/ 215 w 215"/>
              <a:gd name="T13" fmla="*/ 127 h 134"/>
              <a:gd name="T14" fmla="*/ 215 w 215"/>
              <a:gd name="T15" fmla="*/ 6 h 134"/>
              <a:gd name="T16" fmla="*/ 208 w 215"/>
              <a:gd name="T17" fmla="*/ 0 h 134"/>
              <a:gd name="T18" fmla="*/ 187 w 215"/>
              <a:gd name="T19" fmla="*/ 13 h 134"/>
              <a:gd name="T20" fmla="*/ 108 w 215"/>
              <a:gd name="T21" fmla="*/ 62 h 134"/>
              <a:gd name="T22" fmla="*/ 29 w 215"/>
              <a:gd name="T23" fmla="*/ 13 h 134"/>
              <a:gd name="T24" fmla="*/ 187 w 215"/>
              <a:gd name="T25" fmla="*/ 13 h 134"/>
              <a:gd name="T26" fmla="*/ 14 w 215"/>
              <a:gd name="T27" fmla="*/ 120 h 134"/>
              <a:gd name="T28" fmla="*/ 14 w 215"/>
              <a:gd name="T29" fmla="*/ 20 h 134"/>
              <a:gd name="T30" fmla="*/ 108 w 215"/>
              <a:gd name="T31" fmla="*/ 78 h 134"/>
              <a:gd name="T32" fmla="*/ 202 w 215"/>
              <a:gd name="T33" fmla="*/ 20 h 134"/>
              <a:gd name="T34" fmla="*/ 202 w 215"/>
              <a:gd name="T35" fmla="*/ 120 h 134"/>
              <a:gd name="T36" fmla="*/ 14 w 215"/>
              <a:gd name="T37" fmla="*/ 12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15" h="134">
                <a:moveTo>
                  <a:pt x="208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1"/>
                  <a:pt x="3" y="134"/>
                  <a:pt x="7" y="134"/>
                </a:cubicBezTo>
                <a:cubicBezTo>
                  <a:pt x="208" y="134"/>
                  <a:pt x="208" y="134"/>
                  <a:pt x="208" y="134"/>
                </a:cubicBezTo>
                <a:cubicBezTo>
                  <a:pt x="212" y="134"/>
                  <a:pt x="215" y="131"/>
                  <a:pt x="215" y="127"/>
                </a:cubicBezTo>
                <a:cubicBezTo>
                  <a:pt x="215" y="6"/>
                  <a:pt x="215" y="6"/>
                  <a:pt x="215" y="6"/>
                </a:cubicBezTo>
                <a:cubicBezTo>
                  <a:pt x="215" y="3"/>
                  <a:pt x="212" y="0"/>
                  <a:pt x="208" y="0"/>
                </a:cubicBezTo>
                <a:close/>
                <a:moveTo>
                  <a:pt x="187" y="13"/>
                </a:moveTo>
                <a:cubicBezTo>
                  <a:pt x="108" y="62"/>
                  <a:pt x="108" y="62"/>
                  <a:pt x="108" y="62"/>
                </a:cubicBezTo>
                <a:cubicBezTo>
                  <a:pt x="29" y="13"/>
                  <a:pt x="29" y="13"/>
                  <a:pt x="29" y="13"/>
                </a:cubicBezTo>
                <a:lnTo>
                  <a:pt x="187" y="13"/>
                </a:lnTo>
                <a:close/>
                <a:moveTo>
                  <a:pt x="14" y="120"/>
                </a:moveTo>
                <a:cubicBezTo>
                  <a:pt x="14" y="20"/>
                  <a:pt x="14" y="20"/>
                  <a:pt x="14" y="20"/>
                </a:cubicBezTo>
                <a:cubicBezTo>
                  <a:pt x="108" y="78"/>
                  <a:pt x="108" y="78"/>
                  <a:pt x="108" y="78"/>
                </a:cubicBezTo>
                <a:cubicBezTo>
                  <a:pt x="202" y="20"/>
                  <a:pt x="202" y="20"/>
                  <a:pt x="202" y="20"/>
                </a:cubicBezTo>
                <a:cubicBezTo>
                  <a:pt x="202" y="120"/>
                  <a:pt x="202" y="120"/>
                  <a:pt x="202" y="120"/>
                </a:cubicBezTo>
                <a:lnTo>
                  <a:pt x="14" y="1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80" name="Group 579"/>
          <p:cNvGrpSpPr/>
          <p:nvPr/>
        </p:nvGrpSpPr>
        <p:grpSpPr>
          <a:xfrm>
            <a:off x="630238" y="2174875"/>
            <a:ext cx="404813" cy="404813"/>
            <a:chOff x="630238" y="2174875"/>
            <a:chExt cx="404813" cy="404813"/>
          </a:xfrm>
        </p:grpSpPr>
        <p:sp>
          <p:nvSpPr>
            <p:cNvPr id="51" name="Freeform 49"/>
            <p:cNvSpPr>
              <a:spLocks noEditPoints="1"/>
            </p:cNvSpPr>
            <p:nvPr/>
          </p:nvSpPr>
          <p:spPr bwMode="auto">
            <a:xfrm>
              <a:off x="630238" y="2174875"/>
              <a:ext cx="404813" cy="404813"/>
            </a:xfrm>
            <a:custGeom>
              <a:avLst/>
              <a:gdLst>
                <a:gd name="T0" fmla="*/ 210 w 215"/>
                <a:gd name="T1" fmla="*/ 81 h 215"/>
                <a:gd name="T2" fmla="*/ 181 w 215"/>
                <a:gd name="T3" fmla="*/ 70 h 215"/>
                <a:gd name="T4" fmla="*/ 181 w 215"/>
                <a:gd name="T5" fmla="*/ 7 h 215"/>
                <a:gd name="T6" fmla="*/ 174 w 215"/>
                <a:gd name="T7" fmla="*/ 0 h 215"/>
                <a:gd name="T8" fmla="*/ 40 w 215"/>
                <a:gd name="T9" fmla="*/ 0 h 215"/>
                <a:gd name="T10" fmla="*/ 33 w 215"/>
                <a:gd name="T11" fmla="*/ 7 h 215"/>
                <a:gd name="T12" fmla="*/ 33 w 215"/>
                <a:gd name="T13" fmla="*/ 70 h 215"/>
                <a:gd name="T14" fmla="*/ 4 w 215"/>
                <a:gd name="T15" fmla="*/ 81 h 215"/>
                <a:gd name="T16" fmla="*/ 0 w 215"/>
                <a:gd name="T17" fmla="*/ 88 h 215"/>
                <a:gd name="T18" fmla="*/ 0 w 215"/>
                <a:gd name="T19" fmla="*/ 88 h 215"/>
                <a:gd name="T20" fmla="*/ 0 w 215"/>
                <a:gd name="T21" fmla="*/ 208 h 215"/>
                <a:gd name="T22" fmla="*/ 7 w 215"/>
                <a:gd name="T23" fmla="*/ 215 h 215"/>
                <a:gd name="T24" fmla="*/ 208 w 215"/>
                <a:gd name="T25" fmla="*/ 215 h 215"/>
                <a:gd name="T26" fmla="*/ 215 w 215"/>
                <a:gd name="T27" fmla="*/ 208 h 215"/>
                <a:gd name="T28" fmla="*/ 215 w 215"/>
                <a:gd name="T29" fmla="*/ 88 h 215"/>
                <a:gd name="T30" fmla="*/ 215 w 215"/>
                <a:gd name="T31" fmla="*/ 88 h 215"/>
                <a:gd name="T32" fmla="*/ 210 w 215"/>
                <a:gd name="T33" fmla="*/ 81 h 215"/>
                <a:gd name="T34" fmla="*/ 194 w 215"/>
                <a:gd name="T35" fmla="*/ 89 h 215"/>
                <a:gd name="T36" fmla="*/ 181 w 215"/>
                <a:gd name="T37" fmla="*/ 98 h 215"/>
                <a:gd name="T38" fmla="*/ 181 w 215"/>
                <a:gd name="T39" fmla="*/ 84 h 215"/>
                <a:gd name="T40" fmla="*/ 194 w 215"/>
                <a:gd name="T41" fmla="*/ 89 h 215"/>
                <a:gd name="T42" fmla="*/ 168 w 215"/>
                <a:gd name="T43" fmla="*/ 14 h 215"/>
                <a:gd name="T44" fmla="*/ 168 w 215"/>
                <a:gd name="T45" fmla="*/ 74 h 215"/>
                <a:gd name="T46" fmla="*/ 168 w 215"/>
                <a:gd name="T47" fmla="*/ 74 h 215"/>
                <a:gd name="T48" fmla="*/ 168 w 215"/>
                <a:gd name="T49" fmla="*/ 106 h 215"/>
                <a:gd name="T50" fmla="*/ 107 w 215"/>
                <a:gd name="T51" fmla="*/ 143 h 215"/>
                <a:gd name="T52" fmla="*/ 47 w 215"/>
                <a:gd name="T53" fmla="*/ 106 h 215"/>
                <a:gd name="T54" fmla="*/ 47 w 215"/>
                <a:gd name="T55" fmla="*/ 74 h 215"/>
                <a:gd name="T56" fmla="*/ 47 w 215"/>
                <a:gd name="T57" fmla="*/ 74 h 215"/>
                <a:gd name="T58" fmla="*/ 47 w 215"/>
                <a:gd name="T59" fmla="*/ 14 h 215"/>
                <a:gd name="T60" fmla="*/ 168 w 215"/>
                <a:gd name="T61" fmla="*/ 14 h 215"/>
                <a:gd name="T62" fmla="*/ 33 w 215"/>
                <a:gd name="T63" fmla="*/ 98 h 215"/>
                <a:gd name="T64" fmla="*/ 20 w 215"/>
                <a:gd name="T65" fmla="*/ 89 h 215"/>
                <a:gd name="T66" fmla="*/ 33 w 215"/>
                <a:gd name="T67" fmla="*/ 84 h 215"/>
                <a:gd name="T68" fmla="*/ 33 w 215"/>
                <a:gd name="T69" fmla="*/ 98 h 215"/>
                <a:gd name="T70" fmla="*/ 13 w 215"/>
                <a:gd name="T71" fmla="*/ 202 h 215"/>
                <a:gd name="T72" fmla="*/ 13 w 215"/>
                <a:gd name="T73" fmla="*/ 101 h 215"/>
                <a:gd name="T74" fmla="*/ 104 w 215"/>
                <a:gd name="T75" fmla="*/ 157 h 215"/>
                <a:gd name="T76" fmla="*/ 107 w 215"/>
                <a:gd name="T77" fmla="*/ 158 h 215"/>
                <a:gd name="T78" fmla="*/ 111 w 215"/>
                <a:gd name="T79" fmla="*/ 157 h 215"/>
                <a:gd name="T80" fmla="*/ 201 w 215"/>
                <a:gd name="T81" fmla="*/ 101 h 215"/>
                <a:gd name="T82" fmla="*/ 201 w 215"/>
                <a:gd name="T83" fmla="*/ 202 h 215"/>
                <a:gd name="T84" fmla="*/ 13 w 215"/>
                <a:gd name="T85" fmla="*/ 20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5" h="215">
                  <a:moveTo>
                    <a:pt x="210" y="81"/>
                  </a:moveTo>
                  <a:cubicBezTo>
                    <a:pt x="181" y="70"/>
                    <a:pt x="181" y="70"/>
                    <a:pt x="181" y="70"/>
                  </a:cubicBezTo>
                  <a:cubicBezTo>
                    <a:pt x="181" y="7"/>
                    <a:pt x="181" y="7"/>
                    <a:pt x="181" y="7"/>
                  </a:cubicBezTo>
                  <a:cubicBezTo>
                    <a:pt x="181" y="3"/>
                    <a:pt x="178" y="0"/>
                    <a:pt x="174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6" y="0"/>
                    <a:pt x="33" y="3"/>
                    <a:pt x="33" y="7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1" y="82"/>
                    <a:pt x="0" y="85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7" y="215"/>
                  </a:cubicBezTo>
                  <a:cubicBezTo>
                    <a:pt x="208" y="215"/>
                    <a:pt x="208" y="215"/>
                    <a:pt x="208" y="215"/>
                  </a:cubicBezTo>
                  <a:cubicBezTo>
                    <a:pt x="212" y="215"/>
                    <a:pt x="215" y="212"/>
                    <a:pt x="215" y="208"/>
                  </a:cubicBezTo>
                  <a:cubicBezTo>
                    <a:pt x="215" y="88"/>
                    <a:pt x="215" y="88"/>
                    <a:pt x="215" y="88"/>
                  </a:cubicBezTo>
                  <a:cubicBezTo>
                    <a:pt x="215" y="88"/>
                    <a:pt x="215" y="88"/>
                    <a:pt x="215" y="88"/>
                  </a:cubicBezTo>
                  <a:cubicBezTo>
                    <a:pt x="215" y="85"/>
                    <a:pt x="213" y="82"/>
                    <a:pt x="210" y="81"/>
                  </a:cubicBezTo>
                  <a:close/>
                  <a:moveTo>
                    <a:pt x="194" y="89"/>
                  </a:moveTo>
                  <a:cubicBezTo>
                    <a:pt x="181" y="98"/>
                    <a:pt x="181" y="98"/>
                    <a:pt x="181" y="98"/>
                  </a:cubicBezTo>
                  <a:cubicBezTo>
                    <a:pt x="181" y="84"/>
                    <a:pt x="181" y="84"/>
                    <a:pt x="181" y="84"/>
                  </a:cubicBezTo>
                  <a:lnTo>
                    <a:pt x="194" y="89"/>
                  </a:lnTo>
                  <a:close/>
                  <a:moveTo>
                    <a:pt x="168" y="14"/>
                  </a:moveTo>
                  <a:cubicBezTo>
                    <a:pt x="168" y="74"/>
                    <a:pt x="168" y="74"/>
                    <a:pt x="168" y="74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07" y="143"/>
                    <a:pt x="107" y="143"/>
                    <a:pt x="107" y="143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14"/>
                    <a:pt x="47" y="14"/>
                    <a:pt x="47" y="14"/>
                  </a:cubicBezTo>
                  <a:lnTo>
                    <a:pt x="168" y="14"/>
                  </a:lnTo>
                  <a:close/>
                  <a:moveTo>
                    <a:pt x="33" y="98"/>
                  </a:moveTo>
                  <a:cubicBezTo>
                    <a:pt x="20" y="89"/>
                    <a:pt x="20" y="89"/>
                    <a:pt x="20" y="89"/>
                  </a:cubicBezTo>
                  <a:cubicBezTo>
                    <a:pt x="33" y="84"/>
                    <a:pt x="33" y="84"/>
                    <a:pt x="33" y="84"/>
                  </a:cubicBezTo>
                  <a:lnTo>
                    <a:pt x="33" y="98"/>
                  </a:lnTo>
                  <a:close/>
                  <a:moveTo>
                    <a:pt x="13" y="202"/>
                  </a:moveTo>
                  <a:cubicBezTo>
                    <a:pt x="13" y="101"/>
                    <a:pt x="13" y="101"/>
                    <a:pt x="13" y="101"/>
                  </a:cubicBezTo>
                  <a:cubicBezTo>
                    <a:pt x="104" y="157"/>
                    <a:pt x="104" y="157"/>
                    <a:pt x="104" y="157"/>
                  </a:cubicBezTo>
                  <a:cubicBezTo>
                    <a:pt x="105" y="158"/>
                    <a:pt x="106" y="158"/>
                    <a:pt x="107" y="158"/>
                  </a:cubicBezTo>
                  <a:cubicBezTo>
                    <a:pt x="108" y="158"/>
                    <a:pt x="110" y="158"/>
                    <a:pt x="111" y="157"/>
                  </a:cubicBezTo>
                  <a:cubicBezTo>
                    <a:pt x="201" y="101"/>
                    <a:pt x="201" y="101"/>
                    <a:pt x="201" y="101"/>
                  </a:cubicBezTo>
                  <a:cubicBezTo>
                    <a:pt x="201" y="202"/>
                    <a:pt x="201" y="202"/>
                    <a:pt x="201" y="202"/>
                  </a:cubicBezTo>
                  <a:lnTo>
                    <a:pt x="13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50"/>
            <p:cNvSpPr>
              <a:spLocks/>
            </p:cNvSpPr>
            <p:nvPr/>
          </p:nvSpPr>
          <p:spPr bwMode="auto">
            <a:xfrm>
              <a:off x="844550" y="2225675"/>
              <a:ext cx="74613" cy="26988"/>
            </a:xfrm>
            <a:custGeom>
              <a:avLst/>
              <a:gdLst>
                <a:gd name="T0" fmla="*/ 7 w 40"/>
                <a:gd name="T1" fmla="*/ 14 h 14"/>
                <a:gd name="T2" fmla="*/ 33 w 40"/>
                <a:gd name="T3" fmla="*/ 14 h 14"/>
                <a:gd name="T4" fmla="*/ 40 w 40"/>
                <a:gd name="T5" fmla="*/ 7 h 14"/>
                <a:gd name="T6" fmla="*/ 33 w 40"/>
                <a:gd name="T7" fmla="*/ 0 h 14"/>
                <a:gd name="T8" fmla="*/ 7 w 40"/>
                <a:gd name="T9" fmla="*/ 0 h 14"/>
                <a:gd name="T10" fmla="*/ 0 w 40"/>
                <a:gd name="T11" fmla="*/ 7 h 14"/>
                <a:gd name="T12" fmla="*/ 7 w 40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">
                  <a:moveTo>
                    <a:pt x="7" y="14"/>
                  </a:moveTo>
                  <a:cubicBezTo>
                    <a:pt x="33" y="14"/>
                    <a:pt x="33" y="14"/>
                    <a:pt x="33" y="14"/>
                  </a:cubicBezTo>
                  <a:cubicBezTo>
                    <a:pt x="37" y="14"/>
                    <a:pt x="40" y="11"/>
                    <a:pt x="40" y="7"/>
                  </a:cubicBezTo>
                  <a:cubicBezTo>
                    <a:pt x="40" y="3"/>
                    <a:pt x="37" y="0"/>
                    <a:pt x="3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Freeform 51"/>
            <p:cNvSpPr>
              <a:spLocks/>
            </p:cNvSpPr>
            <p:nvPr/>
          </p:nvSpPr>
          <p:spPr bwMode="auto">
            <a:xfrm>
              <a:off x="742950" y="2276475"/>
              <a:ext cx="176213" cy="25400"/>
            </a:xfrm>
            <a:custGeom>
              <a:avLst/>
              <a:gdLst>
                <a:gd name="T0" fmla="*/ 7 w 94"/>
                <a:gd name="T1" fmla="*/ 13 h 13"/>
                <a:gd name="T2" fmla="*/ 87 w 94"/>
                <a:gd name="T3" fmla="*/ 13 h 13"/>
                <a:gd name="T4" fmla="*/ 94 w 94"/>
                <a:gd name="T5" fmla="*/ 7 h 13"/>
                <a:gd name="T6" fmla="*/ 87 w 94"/>
                <a:gd name="T7" fmla="*/ 0 h 13"/>
                <a:gd name="T8" fmla="*/ 7 w 94"/>
                <a:gd name="T9" fmla="*/ 0 h 13"/>
                <a:gd name="T10" fmla="*/ 0 w 94"/>
                <a:gd name="T11" fmla="*/ 7 h 13"/>
                <a:gd name="T12" fmla="*/ 7 w 9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7" y="13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52"/>
            <p:cNvSpPr>
              <a:spLocks/>
            </p:cNvSpPr>
            <p:nvPr/>
          </p:nvSpPr>
          <p:spPr bwMode="auto">
            <a:xfrm>
              <a:off x="742950" y="2327275"/>
              <a:ext cx="176213" cy="25400"/>
            </a:xfrm>
            <a:custGeom>
              <a:avLst/>
              <a:gdLst>
                <a:gd name="T0" fmla="*/ 7 w 94"/>
                <a:gd name="T1" fmla="*/ 13 h 13"/>
                <a:gd name="T2" fmla="*/ 87 w 94"/>
                <a:gd name="T3" fmla="*/ 13 h 13"/>
                <a:gd name="T4" fmla="*/ 94 w 94"/>
                <a:gd name="T5" fmla="*/ 7 h 13"/>
                <a:gd name="T6" fmla="*/ 87 w 94"/>
                <a:gd name="T7" fmla="*/ 0 h 13"/>
                <a:gd name="T8" fmla="*/ 7 w 94"/>
                <a:gd name="T9" fmla="*/ 0 h 13"/>
                <a:gd name="T10" fmla="*/ 0 w 94"/>
                <a:gd name="T11" fmla="*/ 7 h 13"/>
                <a:gd name="T12" fmla="*/ 7 w 9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7" y="13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1" name="Group 580"/>
          <p:cNvGrpSpPr/>
          <p:nvPr/>
        </p:nvGrpSpPr>
        <p:grpSpPr>
          <a:xfrm>
            <a:off x="1254125" y="2174875"/>
            <a:ext cx="403225" cy="404813"/>
            <a:chOff x="1254125" y="2174875"/>
            <a:chExt cx="403225" cy="404813"/>
          </a:xfrm>
        </p:grpSpPr>
        <p:sp>
          <p:nvSpPr>
            <p:cNvPr id="55" name="Freeform 53"/>
            <p:cNvSpPr>
              <a:spLocks/>
            </p:cNvSpPr>
            <p:nvPr/>
          </p:nvSpPr>
          <p:spPr bwMode="auto">
            <a:xfrm>
              <a:off x="1392238" y="2308225"/>
              <a:ext cx="25400" cy="139700"/>
            </a:xfrm>
            <a:custGeom>
              <a:avLst/>
              <a:gdLst>
                <a:gd name="T0" fmla="*/ 7 w 13"/>
                <a:gd name="T1" fmla="*/ 0 h 74"/>
                <a:gd name="T2" fmla="*/ 0 w 13"/>
                <a:gd name="T3" fmla="*/ 7 h 74"/>
                <a:gd name="T4" fmla="*/ 0 w 13"/>
                <a:gd name="T5" fmla="*/ 67 h 74"/>
                <a:gd name="T6" fmla="*/ 7 w 13"/>
                <a:gd name="T7" fmla="*/ 74 h 74"/>
                <a:gd name="T8" fmla="*/ 13 w 13"/>
                <a:gd name="T9" fmla="*/ 67 h 74"/>
                <a:gd name="T10" fmla="*/ 13 w 13"/>
                <a:gd name="T11" fmla="*/ 7 h 74"/>
                <a:gd name="T12" fmla="*/ 7 w 13"/>
                <a:gd name="T1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7" y="74"/>
                  </a:cubicBezTo>
                  <a:cubicBezTo>
                    <a:pt x="10" y="74"/>
                    <a:pt x="13" y="71"/>
                    <a:pt x="13" y="6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" name="Freeform 54"/>
            <p:cNvSpPr>
              <a:spLocks/>
            </p:cNvSpPr>
            <p:nvPr/>
          </p:nvSpPr>
          <p:spPr bwMode="auto">
            <a:xfrm>
              <a:off x="1492250" y="2308225"/>
              <a:ext cx="26988" cy="139700"/>
            </a:xfrm>
            <a:custGeom>
              <a:avLst/>
              <a:gdLst>
                <a:gd name="T0" fmla="*/ 7 w 14"/>
                <a:gd name="T1" fmla="*/ 0 h 74"/>
                <a:gd name="T2" fmla="*/ 0 w 14"/>
                <a:gd name="T3" fmla="*/ 7 h 74"/>
                <a:gd name="T4" fmla="*/ 0 w 14"/>
                <a:gd name="T5" fmla="*/ 67 h 74"/>
                <a:gd name="T6" fmla="*/ 7 w 14"/>
                <a:gd name="T7" fmla="*/ 74 h 74"/>
                <a:gd name="T8" fmla="*/ 14 w 14"/>
                <a:gd name="T9" fmla="*/ 67 h 74"/>
                <a:gd name="T10" fmla="*/ 14 w 14"/>
                <a:gd name="T11" fmla="*/ 7 h 74"/>
                <a:gd name="T12" fmla="*/ 7 w 14"/>
                <a:gd name="T1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7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7" y="74"/>
                  </a:cubicBezTo>
                  <a:cubicBezTo>
                    <a:pt x="11" y="74"/>
                    <a:pt x="14" y="71"/>
                    <a:pt x="14" y="6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55"/>
            <p:cNvSpPr>
              <a:spLocks noEditPoints="1"/>
            </p:cNvSpPr>
            <p:nvPr/>
          </p:nvSpPr>
          <p:spPr bwMode="auto">
            <a:xfrm>
              <a:off x="1254125" y="2174875"/>
              <a:ext cx="403225" cy="404813"/>
            </a:xfrm>
            <a:custGeom>
              <a:avLst/>
              <a:gdLst>
                <a:gd name="T0" fmla="*/ 107 w 215"/>
                <a:gd name="T1" fmla="*/ 0 h 215"/>
                <a:gd name="T2" fmla="*/ 31 w 215"/>
                <a:gd name="T3" fmla="*/ 32 h 215"/>
                <a:gd name="T4" fmla="*/ 0 w 215"/>
                <a:gd name="T5" fmla="*/ 108 h 215"/>
                <a:gd name="T6" fmla="*/ 31 w 215"/>
                <a:gd name="T7" fmla="*/ 184 h 215"/>
                <a:gd name="T8" fmla="*/ 107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3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2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4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9" y="24"/>
                    <a:pt x="82" y="14"/>
                    <a:pt x="107" y="14"/>
                  </a:cubicBezTo>
                  <a:cubicBezTo>
                    <a:pt x="132" y="14"/>
                    <a:pt x="156" y="24"/>
                    <a:pt x="174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2" name="Group 581"/>
          <p:cNvGrpSpPr/>
          <p:nvPr/>
        </p:nvGrpSpPr>
        <p:grpSpPr>
          <a:xfrm>
            <a:off x="1878013" y="2174875"/>
            <a:ext cx="403225" cy="404813"/>
            <a:chOff x="1878013" y="2174875"/>
            <a:chExt cx="403225" cy="404813"/>
          </a:xfrm>
        </p:grpSpPr>
        <p:sp>
          <p:nvSpPr>
            <p:cNvPr id="58" name="Freeform 56"/>
            <p:cNvSpPr>
              <a:spLocks noEditPoints="1"/>
            </p:cNvSpPr>
            <p:nvPr/>
          </p:nvSpPr>
          <p:spPr bwMode="auto">
            <a:xfrm>
              <a:off x="1878013" y="2174875"/>
              <a:ext cx="403225" cy="404813"/>
            </a:xfrm>
            <a:custGeom>
              <a:avLst/>
              <a:gdLst>
                <a:gd name="T0" fmla="*/ 107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7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2" y="184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4"/>
                    <a:pt x="82" y="14"/>
                    <a:pt x="107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" name="Freeform 57"/>
            <p:cNvSpPr>
              <a:spLocks noEditPoints="1"/>
            </p:cNvSpPr>
            <p:nvPr/>
          </p:nvSpPr>
          <p:spPr bwMode="auto">
            <a:xfrm>
              <a:off x="2003425" y="2301875"/>
              <a:ext cx="152400" cy="150813"/>
            </a:xfrm>
            <a:custGeom>
              <a:avLst/>
              <a:gdLst>
                <a:gd name="T0" fmla="*/ 74 w 81"/>
                <a:gd name="T1" fmla="*/ 0 h 81"/>
                <a:gd name="T2" fmla="*/ 7 w 81"/>
                <a:gd name="T3" fmla="*/ 0 h 81"/>
                <a:gd name="T4" fmla="*/ 0 w 81"/>
                <a:gd name="T5" fmla="*/ 7 h 81"/>
                <a:gd name="T6" fmla="*/ 0 w 81"/>
                <a:gd name="T7" fmla="*/ 74 h 81"/>
                <a:gd name="T8" fmla="*/ 7 w 81"/>
                <a:gd name="T9" fmla="*/ 81 h 81"/>
                <a:gd name="T10" fmla="*/ 74 w 81"/>
                <a:gd name="T11" fmla="*/ 81 h 81"/>
                <a:gd name="T12" fmla="*/ 81 w 81"/>
                <a:gd name="T13" fmla="*/ 74 h 81"/>
                <a:gd name="T14" fmla="*/ 81 w 81"/>
                <a:gd name="T15" fmla="*/ 7 h 81"/>
                <a:gd name="T16" fmla="*/ 74 w 81"/>
                <a:gd name="T17" fmla="*/ 0 h 81"/>
                <a:gd name="T18" fmla="*/ 67 w 81"/>
                <a:gd name="T19" fmla="*/ 68 h 81"/>
                <a:gd name="T20" fmla="*/ 14 w 81"/>
                <a:gd name="T21" fmla="*/ 68 h 81"/>
                <a:gd name="T22" fmla="*/ 14 w 81"/>
                <a:gd name="T23" fmla="*/ 14 h 81"/>
                <a:gd name="T24" fmla="*/ 67 w 81"/>
                <a:gd name="T25" fmla="*/ 14 h 81"/>
                <a:gd name="T26" fmla="*/ 67 w 81"/>
                <a:gd name="T27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81">
                  <a:moveTo>
                    <a:pt x="7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8"/>
                    <a:pt x="3" y="81"/>
                    <a:pt x="7" y="81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78" y="81"/>
                    <a:pt x="81" y="78"/>
                    <a:pt x="81" y="74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1" y="3"/>
                    <a:pt x="78" y="0"/>
                    <a:pt x="74" y="0"/>
                  </a:cubicBezTo>
                  <a:close/>
                  <a:moveTo>
                    <a:pt x="67" y="68"/>
                  </a:moveTo>
                  <a:cubicBezTo>
                    <a:pt x="14" y="68"/>
                    <a:pt x="14" y="68"/>
                    <a:pt x="14" y="68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67" y="14"/>
                    <a:pt x="67" y="14"/>
                    <a:pt x="67" y="14"/>
                  </a:cubicBezTo>
                  <a:lnTo>
                    <a:pt x="67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3" name="Group 582"/>
          <p:cNvGrpSpPr/>
          <p:nvPr/>
        </p:nvGrpSpPr>
        <p:grpSpPr>
          <a:xfrm>
            <a:off x="2500313" y="2174875"/>
            <a:ext cx="404813" cy="404813"/>
            <a:chOff x="2500313" y="2174875"/>
            <a:chExt cx="404813" cy="404813"/>
          </a:xfrm>
        </p:grpSpPr>
        <p:sp>
          <p:nvSpPr>
            <p:cNvPr id="60" name="Freeform 58"/>
            <p:cNvSpPr>
              <a:spLocks noEditPoints="1"/>
            </p:cNvSpPr>
            <p:nvPr/>
          </p:nvSpPr>
          <p:spPr bwMode="auto">
            <a:xfrm>
              <a:off x="2500313" y="2174875"/>
              <a:ext cx="404813" cy="404813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4"/>
                    <a:pt x="82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59"/>
            <p:cNvSpPr>
              <a:spLocks noEditPoints="1"/>
            </p:cNvSpPr>
            <p:nvPr/>
          </p:nvSpPr>
          <p:spPr bwMode="auto">
            <a:xfrm>
              <a:off x="2714625" y="2295525"/>
              <a:ext cx="114300" cy="163513"/>
            </a:xfrm>
            <a:custGeom>
              <a:avLst/>
              <a:gdLst>
                <a:gd name="T0" fmla="*/ 58 w 61"/>
                <a:gd name="T1" fmla="*/ 38 h 87"/>
                <a:gd name="T2" fmla="*/ 11 w 61"/>
                <a:gd name="T3" fmla="*/ 2 h 87"/>
                <a:gd name="T4" fmla="*/ 4 w 61"/>
                <a:gd name="T5" fmla="*/ 1 h 87"/>
                <a:gd name="T6" fmla="*/ 0 w 61"/>
                <a:gd name="T7" fmla="*/ 7 h 87"/>
                <a:gd name="T8" fmla="*/ 0 w 61"/>
                <a:gd name="T9" fmla="*/ 81 h 87"/>
                <a:gd name="T10" fmla="*/ 4 w 61"/>
                <a:gd name="T11" fmla="*/ 87 h 87"/>
                <a:gd name="T12" fmla="*/ 7 w 61"/>
                <a:gd name="T13" fmla="*/ 87 h 87"/>
                <a:gd name="T14" fmla="*/ 11 w 61"/>
                <a:gd name="T15" fmla="*/ 86 h 87"/>
                <a:gd name="T16" fmla="*/ 58 w 61"/>
                <a:gd name="T17" fmla="*/ 49 h 87"/>
                <a:gd name="T18" fmla="*/ 61 w 61"/>
                <a:gd name="T19" fmla="*/ 44 h 87"/>
                <a:gd name="T20" fmla="*/ 58 w 61"/>
                <a:gd name="T21" fmla="*/ 38 h 87"/>
                <a:gd name="T22" fmla="*/ 14 w 61"/>
                <a:gd name="T23" fmla="*/ 67 h 87"/>
                <a:gd name="T24" fmla="*/ 14 w 61"/>
                <a:gd name="T25" fmla="*/ 21 h 87"/>
                <a:gd name="T26" fmla="*/ 43 w 61"/>
                <a:gd name="T27" fmla="*/ 44 h 87"/>
                <a:gd name="T28" fmla="*/ 14 w 61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87">
                  <a:moveTo>
                    <a:pt x="58" y="3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60" y="48"/>
                    <a:pt x="61" y="46"/>
                    <a:pt x="61" y="44"/>
                  </a:cubicBezTo>
                  <a:cubicBezTo>
                    <a:pt x="61" y="42"/>
                    <a:pt x="60" y="40"/>
                    <a:pt x="58" y="38"/>
                  </a:cubicBezTo>
                  <a:close/>
                  <a:moveTo>
                    <a:pt x="14" y="67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4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0"/>
            <p:cNvSpPr>
              <a:spLocks noEditPoints="1"/>
            </p:cNvSpPr>
            <p:nvPr/>
          </p:nvSpPr>
          <p:spPr bwMode="auto">
            <a:xfrm>
              <a:off x="2589213" y="2295525"/>
              <a:ext cx="114300" cy="163513"/>
            </a:xfrm>
            <a:custGeom>
              <a:avLst/>
              <a:gdLst>
                <a:gd name="T0" fmla="*/ 58 w 61"/>
                <a:gd name="T1" fmla="*/ 38 h 87"/>
                <a:gd name="T2" fmla="*/ 11 w 61"/>
                <a:gd name="T3" fmla="*/ 2 h 87"/>
                <a:gd name="T4" fmla="*/ 4 w 61"/>
                <a:gd name="T5" fmla="*/ 1 h 87"/>
                <a:gd name="T6" fmla="*/ 0 w 61"/>
                <a:gd name="T7" fmla="*/ 7 h 87"/>
                <a:gd name="T8" fmla="*/ 0 w 61"/>
                <a:gd name="T9" fmla="*/ 81 h 87"/>
                <a:gd name="T10" fmla="*/ 4 w 61"/>
                <a:gd name="T11" fmla="*/ 87 h 87"/>
                <a:gd name="T12" fmla="*/ 7 w 61"/>
                <a:gd name="T13" fmla="*/ 87 h 87"/>
                <a:gd name="T14" fmla="*/ 11 w 61"/>
                <a:gd name="T15" fmla="*/ 86 h 87"/>
                <a:gd name="T16" fmla="*/ 58 w 61"/>
                <a:gd name="T17" fmla="*/ 49 h 87"/>
                <a:gd name="T18" fmla="*/ 61 w 61"/>
                <a:gd name="T19" fmla="*/ 44 h 87"/>
                <a:gd name="T20" fmla="*/ 58 w 61"/>
                <a:gd name="T21" fmla="*/ 38 h 87"/>
                <a:gd name="T22" fmla="*/ 14 w 61"/>
                <a:gd name="T23" fmla="*/ 67 h 87"/>
                <a:gd name="T24" fmla="*/ 14 w 61"/>
                <a:gd name="T25" fmla="*/ 21 h 87"/>
                <a:gd name="T26" fmla="*/ 43 w 61"/>
                <a:gd name="T27" fmla="*/ 44 h 87"/>
                <a:gd name="T28" fmla="*/ 14 w 61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87">
                  <a:moveTo>
                    <a:pt x="58" y="3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60" y="48"/>
                    <a:pt x="61" y="46"/>
                    <a:pt x="61" y="44"/>
                  </a:cubicBezTo>
                  <a:cubicBezTo>
                    <a:pt x="61" y="42"/>
                    <a:pt x="60" y="40"/>
                    <a:pt x="58" y="38"/>
                  </a:cubicBezTo>
                  <a:close/>
                  <a:moveTo>
                    <a:pt x="14" y="67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4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4" name="Group 583"/>
          <p:cNvGrpSpPr/>
          <p:nvPr/>
        </p:nvGrpSpPr>
        <p:grpSpPr>
          <a:xfrm>
            <a:off x="3124200" y="2174875"/>
            <a:ext cx="403225" cy="404813"/>
            <a:chOff x="3124200" y="2174875"/>
            <a:chExt cx="403225" cy="404813"/>
          </a:xfrm>
        </p:grpSpPr>
        <p:sp>
          <p:nvSpPr>
            <p:cNvPr id="63" name="Freeform 61"/>
            <p:cNvSpPr>
              <a:spLocks noEditPoints="1"/>
            </p:cNvSpPr>
            <p:nvPr/>
          </p:nvSpPr>
          <p:spPr bwMode="auto">
            <a:xfrm>
              <a:off x="3124200" y="2174875"/>
              <a:ext cx="403225" cy="404813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4 w 215"/>
                <a:gd name="T11" fmla="*/ 184 h 215"/>
                <a:gd name="T12" fmla="*/ 215 w 215"/>
                <a:gd name="T13" fmla="*/ 108 h 215"/>
                <a:gd name="T14" fmla="*/ 184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2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6"/>
                    <a:pt x="12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4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ubicBezTo>
                    <a:pt x="59" y="24"/>
                    <a:pt x="83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8" name="Freeform 62"/>
            <p:cNvSpPr>
              <a:spLocks noEditPoints="1"/>
            </p:cNvSpPr>
            <p:nvPr/>
          </p:nvSpPr>
          <p:spPr bwMode="auto">
            <a:xfrm>
              <a:off x="3313113" y="2295525"/>
              <a:ext cx="112713" cy="163513"/>
            </a:xfrm>
            <a:custGeom>
              <a:avLst/>
              <a:gdLst>
                <a:gd name="T0" fmla="*/ 58 w 60"/>
                <a:gd name="T1" fmla="*/ 38 h 87"/>
                <a:gd name="T2" fmla="*/ 11 w 60"/>
                <a:gd name="T3" fmla="*/ 2 h 87"/>
                <a:gd name="T4" fmla="*/ 4 w 60"/>
                <a:gd name="T5" fmla="*/ 1 h 87"/>
                <a:gd name="T6" fmla="*/ 0 w 60"/>
                <a:gd name="T7" fmla="*/ 7 h 87"/>
                <a:gd name="T8" fmla="*/ 0 w 60"/>
                <a:gd name="T9" fmla="*/ 81 h 87"/>
                <a:gd name="T10" fmla="*/ 4 w 60"/>
                <a:gd name="T11" fmla="*/ 87 h 87"/>
                <a:gd name="T12" fmla="*/ 7 w 60"/>
                <a:gd name="T13" fmla="*/ 87 h 87"/>
                <a:gd name="T14" fmla="*/ 11 w 60"/>
                <a:gd name="T15" fmla="*/ 86 h 87"/>
                <a:gd name="T16" fmla="*/ 58 w 60"/>
                <a:gd name="T17" fmla="*/ 49 h 87"/>
                <a:gd name="T18" fmla="*/ 60 w 60"/>
                <a:gd name="T19" fmla="*/ 44 h 87"/>
                <a:gd name="T20" fmla="*/ 58 w 60"/>
                <a:gd name="T21" fmla="*/ 38 h 87"/>
                <a:gd name="T22" fmla="*/ 13 w 60"/>
                <a:gd name="T23" fmla="*/ 67 h 87"/>
                <a:gd name="T24" fmla="*/ 13 w 60"/>
                <a:gd name="T25" fmla="*/ 21 h 87"/>
                <a:gd name="T26" fmla="*/ 43 w 60"/>
                <a:gd name="T27" fmla="*/ 44 h 87"/>
                <a:gd name="T28" fmla="*/ 13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58" y="3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1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9" y="48"/>
                    <a:pt x="60" y="46"/>
                    <a:pt x="60" y="44"/>
                  </a:cubicBezTo>
                  <a:cubicBezTo>
                    <a:pt x="60" y="42"/>
                    <a:pt x="59" y="40"/>
                    <a:pt x="58" y="38"/>
                  </a:cubicBezTo>
                  <a:close/>
                  <a:moveTo>
                    <a:pt x="13" y="67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9" name="Freeform 63"/>
            <p:cNvSpPr>
              <a:spLocks noEditPoints="1"/>
            </p:cNvSpPr>
            <p:nvPr/>
          </p:nvSpPr>
          <p:spPr bwMode="auto">
            <a:xfrm>
              <a:off x="3187700" y="2295525"/>
              <a:ext cx="112713" cy="163513"/>
            </a:xfrm>
            <a:custGeom>
              <a:avLst/>
              <a:gdLst>
                <a:gd name="T0" fmla="*/ 58 w 60"/>
                <a:gd name="T1" fmla="*/ 38 h 87"/>
                <a:gd name="T2" fmla="*/ 11 w 60"/>
                <a:gd name="T3" fmla="*/ 2 h 87"/>
                <a:gd name="T4" fmla="*/ 4 w 60"/>
                <a:gd name="T5" fmla="*/ 1 h 87"/>
                <a:gd name="T6" fmla="*/ 0 w 60"/>
                <a:gd name="T7" fmla="*/ 7 h 87"/>
                <a:gd name="T8" fmla="*/ 0 w 60"/>
                <a:gd name="T9" fmla="*/ 81 h 87"/>
                <a:gd name="T10" fmla="*/ 4 w 60"/>
                <a:gd name="T11" fmla="*/ 87 h 87"/>
                <a:gd name="T12" fmla="*/ 7 w 60"/>
                <a:gd name="T13" fmla="*/ 87 h 87"/>
                <a:gd name="T14" fmla="*/ 11 w 60"/>
                <a:gd name="T15" fmla="*/ 86 h 87"/>
                <a:gd name="T16" fmla="*/ 58 w 60"/>
                <a:gd name="T17" fmla="*/ 49 h 87"/>
                <a:gd name="T18" fmla="*/ 60 w 60"/>
                <a:gd name="T19" fmla="*/ 44 h 87"/>
                <a:gd name="T20" fmla="*/ 58 w 60"/>
                <a:gd name="T21" fmla="*/ 38 h 87"/>
                <a:gd name="T22" fmla="*/ 13 w 60"/>
                <a:gd name="T23" fmla="*/ 67 h 87"/>
                <a:gd name="T24" fmla="*/ 13 w 60"/>
                <a:gd name="T25" fmla="*/ 21 h 87"/>
                <a:gd name="T26" fmla="*/ 43 w 60"/>
                <a:gd name="T27" fmla="*/ 44 h 87"/>
                <a:gd name="T28" fmla="*/ 13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58" y="3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1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9" y="48"/>
                    <a:pt x="60" y="46"/>
                    <a:pt x="60" y="44"/>
                  </a:cubicBezTo>
                  <a:cubicBezTo>
                    <a:pt x="60" y="42"/>
                    <a:pt x="59" y="40"/>
                    <a:pt x="58" y="38"/>
                  </a:cubicBezTo>
                  <a:close/>
                  <a:moveTo>
                    <a:pt x="13" y="67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0" name="Freeform 64"/>
            <p:cNvSpPr>
              <a:spLocks/>
            </p:cNvSpPr>
            <p:nvPr/>
          </p:nvSpPr>
          <p:spPr bwMode="auto">
            <a:xfrm>
              <a:off x="3440113" y="2308225"/>
              <a:ext cx="23813" cy="139700"/>
            </a:xfrm>
            <a:custGeom>
              <a:avLst/>
              <a:gdLst>
                <a:gd name="T0" fmla="*/ 0 w 13"/>
                <a:gd name="T1" fmla="*/ 7 h 74"/>
                <a:gd name="T2" fmla="*/ 0 w 13"/>
                <a:gd name="T3" fmla="*/ 67 h 74"/>
                <a:gd name="T4" fmla="*/ 7 w 13"/>
                <a:gd name="T5" fmla="*/ 74 h 74"/>
                <a:gd name="T6" fmla="*/ 13 w 13"/>
                <a:gd name="T7" fmla="*/ 67 h 74"/>
                <a:gd name="T8" fmla="*/ 13 w 13"/>
                <a:gd name="T9" fmla="*/ 7 h 74"/>
                <a:gd name="T10" fmla="*/ 7 w 13"/>
                <a:gd name="T11" fmla="*/ 0 h 74"/>
                <a:gd name="T12" fmla="*/ 0 w 13"/>
                <a:gd name="T13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4">
                  <a:moveTo>
                    <a:pt x="0" y="7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7" y="74"/>
                  </a:cubicBezTo>
                  <a:cubicBezTo>
                    <a:pt x="10" y="74"/>
                    <a:pt x="13" y="71"/>
                    <a:pt x="13" y="6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5" name="Group 584"/>
          <p:cNvGrpSpPr/>
          <p:nvPr/>
        </p:nvGrpSpPr>
        <p:grpSpPr>
          <a:xfrm>
            <a:off x="3748088" y="2174875"/>
            <a:ext cx="403225" cy="404813"/>
            <a:chOff x="3748088" y="2174875"/>
            <a:chExt cx="403225" cy="404813"/>
          </a:xfrm>
        </p:grpSpPr>
        <p:sp>
          <p:nvSpPr>
            <p:cNvPr id="451" name="Freeform 65"/>
            <p:cNvSpPr>
              <a:spLocks noEditPoints="1"/>
            </p:cNvSpPr>
            <p:nvPr/>
          </p:nvSpPr>
          <p:spPr bwMode="auto">
            <a:xfrm>
              <a:off x="3748088" y="2174875"/>
              <a:ext cx="403225" cy="404813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4 w 215"/>
                <a:gd name="T11" fmla="*/ 184 h 215"/>
                <a:gd name="T12" fmla="*/ 215 w 215"/>
                <a:gd name="T13" fmla="*/ 108 h 215"/>
                <a:gd name="T14" fmla="*/ 184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2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6"/>
                    <a:pt x="12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4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ubicBezTo>
                    <a:pt x="59" y="24"/>
                    <a:pt x="83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2" name="Freeform 66"/>
            <p:cNvSpPr>
              <a:spLocks noEditPoints="1"/>
            </p:cNvSpPr>
            <p:nvPr/>
          </p:nvSpPr>
          <p:spPr bwMode="auto">
            <a:xfrm>
              <a:off x="3867150" y="2287588"/>
              <a:ext cx="166688" cy="114300"/>
            </a:xfrm>
            <a:custGeom>
              <a:avLst/>
              <a:gdLst>
                <a:gd name="T0" fmla="*/ 49 w 88"/>
                <a:gd name="T1" fmla="*/ 3 h 61"/>
                <a:gd name="T2" fmla="*/ 39 w 88"/>
                <a:gd name="T3" fmla="*/ 3 h 61"/>
                <a:gd name="T4" fmla="*/ 2 w 88"/>
                <a:gd name="T5" fmla="*/ 50 h 61"/>
                <a:gd name="T6" fmla="*/ 1 w 88"/>
                <a:gd name="T7" fmla="*/ 57 h 61"/>
                <a:gd name="T8" fmla="*/ 7 w 88"/>
                <a:gd name="T9" fmla="*/ 61 h 61"/>
                <a:gd name="T10" fmla="*/ 81 w 88"/>
                <a:gd name="T11" fmla="*/ 61 h 61"/>
                <a:gd name="T12" fmla="*/ 87 w 88"/>
                <a:gd name="T13" fmla="*/ 57 h 61"/>
                <a:gd name="T14" fmla="*/ 86 w 88"/>
                <a:gd name="T15" fmla="*/ 50 h 61"/>
                <a:gd name="T16" fmla="*/ 49 w 88"/>
                <a:gd name="T17" fmla="*/ 3 h 61"/>
                <a:gd name="T18" fmla="*/ 21 w 88"/>
                <a:gd name="T19" fmla="*/ 48 h 61"/>
                <a:gd name="T20" fmla="*/ 44 w 88"/>
                <a:gd name="T21" fmla="*/ 18 h 61"/>
                <a:gd name="T22" fmla="*/ 67 w 88"/>
                <a:gd name="T23" fmla="*/ 48 h 61"/>
                <a:gd name="T24" fmla="*/ 21 w 88"/>
                <a:gd name="T25" fmla="*/ 4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61">
                  <a:moveTo>
                    <a:pt x="49" y="3"/>
                  </a:moveTo>
                  <a:cubicBezTo>
                    <a:pt x="47" y="0"/>
                    <a:pt x="41" y="0"/>
                    <a:pt x="39" y="3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2"/>
                    <a:pt x="0" y="55"/>
                    <a:pt x="1" y="57"/>
                  </a:cubicBezTo>
                  <a:cubicBezTo>
                    <a:pt x="2" y="60"/>
                    <a:pt x="4" y="61"/>
                    <a:pt x="7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3" y="61"/>
                    <a:pt x="86" y="60"/>
                    <a:pt x="87" y="57"/>
                  </a:cubicBezTo>
                  <a:cubicBezTo>
                    <a:pt x="88" y="55"/>
                    <a:pt x="88" y="52"/>
                    <a:pt x="86" y="50"/>
                  </a:cubicBezTo>
                  <a:lnTo>
                    <a:pt x="49" y="3"/>
                  </a:lnTo>
                  <a:close/>
                  <a:moveTo>
                    <a:pt x="21" y="48"/>
                  </a:moveTo>
                  <a:cubicBezTo>
                    <a:pt x="44" y="18"/>
                    <a:pt x="44" y="18"/>
                    <a:pt x="44" y="18"/>
                  </a:cubicBezTo>
                  <a:cubicBezTo>
                    <a:pt x="67" y="48"/>
                    <a:pt x="67" y="48"/>
                    <a:pt x="67" y="48"/>
                  </a:cubicBezTo>
                  <a:lnTo>
                    <a:pt x="21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3" name="Freeform 67"/>
            <p:cNvSpPr>
              <a:spLocks/>
            </p:cNvSpPr>
            <p:nvPr/>
          </p:nvSpPr>
          <p:spPr bwMode="auto">
            <a:xfrm>
              <a:off x="3875088" y="2416175"/>
              <a:ext cx="150813" cy="23813"/>
            </a:xfrm>
            <a:custGeom>
              <a:avLst/>
              <a:gdLst>
                <a:gd name="T0" fmla="*/ 73 w 80"/>
                <a:gd name="T1" fmla="*/ 0 h 13"/>
                <a:gd name="T2" fmla="*/ 6 w 80"/>
                <a:gd name="T3" fmla="*/ 0 h 13"/>
                <a:gd name="T4" fmla="*/ 0 w 80"/>
                <a:gd name="T5" fmla="*/ 7 h 13"/>
                <a:gd name="T6" fmla="*/ 6 w 80"/>
                <a:gd name="T7" fmla="*/ 13 h 13"/>
                <a:gd name="T8" fmla="*/ 73 w 80"/>
                <a:gd name="T9" fmla="*/ 13 h 13"/>
                <a:gd name="T10" fmla="*/ 80 w 80"/>
                <a:gd name="T11" fmla="*/ 7 h 13"/>
                <a:gd name="T12" fmla="*/ 73 w 8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">
                  <a:moveTo>
                    <a:pt x="7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7" y="13"/>
                    <a:pt x="80" y="10"/>
                    <a:pt x="80" y="7"/>
                  </a:cubicBezTo>
                  <a:cubicBezTo>
                    <a:pt x="80" y="3"/>
                    <a:pt x="77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6" name="Group 585"/>
          <p:cNvGrpSpPr/>
          <p:nvPr/>
        </p:nvGrpSpPr>
        <p:grpSpPr>
          <a:xfrm>
            <a:off x="4373563" y="2212975"/>
            <a:ext cx="401638" cy="328613"/>
            <a:chOff x="4373563" y="2212975"/>
            <a:chExt cx="401638" cy="328613"/>
          </a:xfrm>
        </p:grpSpPr>
        <p:sp>
          <p:nvSpPr>
            <p:cNvPr id="454" name="Freeform 68"/>
            <p:cNvSpPr>
              <a:spLocks/>
            </p:cNvSpPr>
            <p:nvPr/>
          </p:nvSpPr>
          <p:spPr bwMode="auto">
            <a:xfrm>
              <a:off x="4373563" y="2212975"/>
              <a:ext cx="401638" cy="277813"/>
            </a:xfrm>
            <a:custGeom>
              <a:avLst/>
              <a:gdLst>
                <a:gd name="T0" fmla="*/ 214 w 214"/>
                <a:gd name="T1" fmla="*/ 32 h 148"/>
                <a:gd name="T2" fmla="*/ 214 w 214"/>
                <a:gd name="T3" fmla="*/ 31 h 148"/>
                <a:gd name="T4" fmla="*/ 213 w 214"/>
                <a:gd name="T5" fmla="*/ 31 h 148"/>
                <a:gd name="T6" fmla="*/ 213 w 214"/>
                <a:gd name="T7" fmla="*/ 30 h 148"/>
                <a:gd name="T8" fmla="*/ 212 w 214"/>
                <a:gd name="T9" fmla="*/ 29 h 148"/>
                <a:gd name="T10" fmla="*/ 185 w 214"/>
                <a:gd name="T11" fmla="*/ 2 h 148"/>
                <a:gd name="T12" fmla="*/ 176 w 214"/>
                <a:gd name="T13" fmla="*/ 2 h 148"/>
                <a:gd name="T14" fmla="*/ 176 w 214"/>
                <a:gd name="T15" fmla="*/ 12 h 148"/>
                <a:gd name="T16" fmla="*/ 191 w 214"/>
                <a:gd name="T17" fmla="*/ 27 h 148"/>
                <a:gd name="T18" fmla="*/ 158 w 214"/>
                <a:gd name="T19" fmla="*/ 27 h 148"/>
                <a:gd name="T20" fmla="*/ 50 w 214"/>
                <a:gd name="T21" fmla="*/ 135 h 148"/>
                <a:gd name="T22" fmla="*/ 6 w 214"/>
                <a:gd name="T23" fmla="*/ 135 h 148"/>
                <a:gd name="T24" fmla="*/ 0 w 214"/>
                <a:gd name="T25" fmla="*/ 141 h 148"/>
                <a:gd name="T26" fmla="*/ 6 w 214"/>
                <a:gd name="T27" fmla="*/ 148 h 148"/>
                <a:gd name="T28" fmla="*/ 56 w 214"/>
                <a:gd name="T29" fmla="*/ 148 h 148"/>
                <a:gd name="T30" fmla="*/ 163 w 214"/>
                <a:gd name="T31" fmla="*/ 41 h 148"/>
                <a:gd name="T32" fmla="*/ 191 w 214"/>
                <a:gd name="T33" fmla="*/ 41 h 148"/>
                <a:gd name="T34" fmla="*/ 176 w 214"/>
                <a:gd name="T35" fmla="*/ 56 h 148"/>
                <a:gd name="T36" fmla="*/ 176 w 214"/>
                <a:gd name="T37" fmla="*/ 66 h 148"/>
                <a:gd name="T38" fmla="*/ 181 w 214"/>
                <a:gd name="T39" fmla="*/ 68 h 148"/>
                <a:gd name="T40" fmla="*/ 185 w 214"/>
                <a:gd name="T41" fmla="*/ 66 h 148"/>
                <a:gd name="T42" fmla="*/ 212 w 214"/>
                <a:gd name="T43" fmla="*/ 39 h 148"/>
                <a:gd name="T44" fmla="*/ 213 w 214"/>
                <a:gd name="T45" fmla="*/ 38 h 148"/>
                <a:gd name="T46" fmla="*/ 213 w 214"/>
                <a:gd name="T47" fmla="*/ 37 h 148"/>
                <a:gd name="T48" fmla="*/ 214 w 214"/>
                <a:gd name="T49" fmla="*/ 37 h 148"/>
                <a:gd name="T50" fmla="*/ 214 w 214"/>
                <a:gd name="T51" fmla="*/ 36 h 148"/>
                <a:gd name="T52" fmla="*/ 214 w 214"/>
                <a:gd name="T53" fmla="*/ 35 h 148"/>
                <a:gd name="T54" fmla="*/ 214 w 214"/>
                <a:gd name="T55" fmla="*/ 33 h 148"/>
                <a:gd name="T56" fmla="*/ 214 w 214"/>
                <a:gd name="T57" fmla="*/ 3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4" h="148">
                  <a:moveTo>
                    <a:pt x="214" y="32"/>
                  </a:moveTo>
                  <a:cubicBezTo>
                    <a:pt x="214" y="32"/>
                    <a:pt x="214" y="32"/>
                    <a:pt x="214" y="31"/>
                  </a:cubicBezTo>
                  <a:cubicBezTo>
                    <a:pt x="214" y="31"/>
                    <a:pt x="214" y="31"/>
                    <a:pt x="213" y="31"/>
                  </a:cubicBezTo>
                  <a:cubicBezTo>
                    <a:pt x="213" y="31"/>
                    <a:pt x="213" y="30"/>
                    <a:pt x="213" y="30"/>
                  </a:cubicBezTo>
                  <a:cubicBezTo>
                    <a:pt x="213" y="30"/>
                    <a:pt x="213" y="30"/>
                    <a:pt x="212" y="29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183" y="0"/>
                    <a:pt x="179" y="0"/>
                    <a:pt x="176" y="2"/>
                  </a:cubicBezTo>
                  <a:cubicBezTo>
                    <a:pt x="173" y="5"/>
                    <a:pt x="173" y="9"/>
                    <a:pt x="176" y="12"/>
                  </a:cubicBezTo>
                  <a:cubicBezTo>
                    <a:pt x="191" y="27"/>
                    <a:pt x="191" y="27"/>
                    <a:pt x="191" y="27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50" y="135"/>
                    <a:pt x="50" y="135"/>
                    <a:pt x="50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3" y="135"/>
                    <a:pt x="0" y="138"/>
                    <a:pt x="0" y="141"/>
                  </a:cubicBezTo>
                  <a:cubicBezTo>
                    <a:pt x="0" y="145"/>
                    <a:pt x="3" y="148"/>
                    <a:pt x="6" y="148"/>
                  </a:cubicBezTo>
                  <a:cubicBezTo>
                    <a:pt x="56" y="148"/>
                    <a:pt x="56" y="148"/>
                    <a:pt x="56" y="148"/>
                  </a:cubicBezTo>
                  <a:cubicBezTo>
                    <a:pt x="163" y="41"/>
                    <a:pt x="163" y="41"/>
                    <a:pt x="163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76" y="56"/>
                    <a:pt x="176" y="56"/>
                    <a:pt x="176" y="56"/>
                  </a:cubicBezTo>
                  <a:cubicBezTo>
                    <a:pt x="173" y="59"/>
                    <a:pt x="173" y="63"/>
                    <a:pt x="176" y="66"/>
                  </a:cubicBezTo>
                  <a:cubicBezTo>
                    <a:pt x="177" y="67"/>
                    <a:pt x="179" y="68"/>
                    <a:pt x="181" y="68"/>
                  </a:cubicBezTo>
                  <a:cubicBezTo>
                    <a:pt x="182" y="68"/>
                    <a:pt x="184" y="67"/>
                    <a:pt x="185" y="66"/>
                  </a:cubicBezTo>
                  <a:cubicBezTo>
                    <a:pt x="212" y="39"/>
                    <a:pt x="212" y="39"/>
                    <a:pt x="212" y="39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3" y="38"/>
                    <a:pt x="213" y="37"/>
                    <a:pt x="213" y="37"/>
                  </a:cubicBezTo>
                  <a:cubicBezTo>
                    <a:pt x="214" y="37"/>
                    <a:pt x="214" y="37"/>
                    <a:pt x="214" y="37"/>
                  </a:cubicBezTo>
                  <a:cubicBezTo>
                    <a:pt x="214" y="36"/>
                    <a:pt x="214" y="36"/>
                    <a:pt x="214" y="36"/>
                  </a:cubicBezTo>
                  <a:cubicBezTo>
                    <a:pt x="214" y="36"/>
                    <a:pt x="214" y="36"/>
                    <a:pt x="214" y="35"/>
                  </a:cubicBezTo>
                  <a:cubicBezTo>
                    <a:pt x="214" y="34"/>
                    <a:pt x="214" y="34"/>
                    <a:pt x="214" y="33"/>
                  </a:cubicBezTo>
                  <a:cubicBezTo>
                    <a:pt x="214" y="33"/>
                    <a:pt x="214" y="32"/>
                    <a:pt x="214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5" name="Freeform 69"/>
            <p:cNvSpPr>
              <a:spLocks/>
            </p:cNvSpPr>
            <p:nvPr/>
          </p:nvSpPr>
          <p:spPr bwMode="auto">
            <a:xfrm>
              <a:off x="4598988" y="2400300"/>
              <a:ext cx="176213" cy="141288"/>
            </a:xfrm>
            <a:custGeom>
              <a:avLst/>
              <a:gdLst>
                <a:gd name="T0" fmla="*/ 94 w 94"/>
                <a:gd name="T1" fmla="*/ 44 h 75"/>
                <a:gd name="T2" fmla="*/ 94 w 94"/>
                <a:gd name="T3" fmla="*/ 43 h 75"/>
                <a:gd name="T4" fmla="*/ 94 w 94"/>
                <a:gd name="T5" fmla="*/ 43 h 75"/>
                <a:gd name="T6" fmla="*/ 94 w 94"/>
                <a:gd name="T7" fmla="*/ 40 h 75"/>
                <a:gd name="T8" fmla="*/ 94 w 94"/>
                <a:gd name="T9" fmla="*/ 39 h 75"/>
                <a:gd name="T10" fmla="*/ 94 w 94"/>
                <a:gd name="T11" fmla="*/ 39 h 75"/>
                <a:gd name="T12" fmla="*/ 93 w 94"/>
                <a:gd name="T13" fmla="*/ 38 h 75"/>
                <a:gd name="T14" fmla="*/ 93 w 94"/>
                <a:gd name="T15" fmla="*/ 38 h 75"/>
                <a:gd name="T16" fmla="*/ 92 w 94"/>
                <a:gd name="T17" fmla="*/ 37 h 75"/>
                <a:gd name="T18" fmla="*/ 65 w 94"/>
                <a:gd name="T19" fmla="*/ 10 h 75"/>
                <a:gd name="T20" fmla="*/ 56 w 94"/>
                <a:gd name="T21" fmla="*/ 10 h 75"/>
                <a:gd name="T22" fmla="*/ 56 w 94"/>
                <a:gd name="T23" fmla="*/ 19 h 75"/>
                <a:gd name="T24" fmla="*/ 71 w 94"/>
                <a:gd name="T25" fmla="*/ 35 h 75"/>
                <a:gd name="T26" fmla="*/ 43 w 94"/>
                <a:gd name="T27" fmla="*/ 35 h 75"/>
                <a:gd name="T28" fmla="*/ 12 w 94"/>
                <a:gd name="T29" fmla="*/ 3 h 75"/>
                <a:gd name="T30" fmla="*/ 2 w 94"/>
                <a:gd name="T31" fmla="*/ 3 h 75"/>
                <a:gd name="T32" fmla="*/ 2 w 94"/>
                <a:gd name="T33" fmla="*/ 13 h 75"/>
                <a:gd name="T34" fmla="*/ 38 w 94"/>
                <a:gd name="T35" fmla="*/ 48 h 75"/>
                <a:gd name="T36" fmla="*/ 71 w 94"/>
                <a:gd name="T37" fmla="*/ 48 h 75"/>
                <a:gd name="T38" fmla="*/ 56 w 94"/>
                <a:gd name="T39" fmla="*/ 63 h 75"/>
                <a:gd name="T40" fmla="*/ 56 w 94"/>
                <a:gd name="T41" fmla="*/ 73 h 75"/>
                <a:gd name="T42" fmla="*/ 61 w 94"/>
                <a:gd name="T43" fmla="*/ 75 h 75"/>
                <a:gd name="T44" fmla="*/ 65 w 94"/>
                <a:gd name="T45" fmla="*/ 73 h 75"/>
                <a:gd name="T46" fmla="*/ 92 w 94"/>
                <a:gd name="T47" fmla="*/ 46 h 75"/>
                <a:gd name="T48" fmla="*/ 93 w 94"/>
                <a:gd name="T49" fmla="*/ 45 h 75"/>
                <a:gd name="T50" fmla="*/ 93 w 94"/>
                <a:gd name="T51" fmla="*/ 45 h 75"/>
                <a:gd name="T52" fmla="*/ 94 w 94"/>
                <a:gd name="T53" fmla="*/ 4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4" h="75">
                  <a:moveTo>
                    <a:pt x="94" y="44"/>
                  </a:moveTo>
                  <a:cubicBezTo>
                    <a:pt x="94" y="44"/>
                    <a:pt x="94" y="43"/>
                    <a:pt x="94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2"/>
                    <a:pt x="94" y="41"/>
                    <a:pt x="94" y="40"/>
                  </a:cubicBezTo>
                  <a:cubicBezTo>
                    <a:pt x="94" y="40"/>
                    <a:pt x="94" y="40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8"/>
                    <a:pt x="93" y="38"/>
                  </a:cubicBezTo>
                  <a:cubicBezTo>
                    <a:pt x="93" y="38"/>
                    <a:pt x="93" y="38"/>
                    <a:pt x="93" y="38"/>
                  </a:cubicBezTo>
                  <a:cubicBezTo>
                    <a:pt x="93" y="37"/>
                    <a:pt x="93" y="37"/>
                    <a:pt x="92" y="37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3" y="7"/>
                    <a:pt x="59" y="7"/>
                    <a:pt x="56" y="10"/>
                  </a:cubicBezTo>
                  <a:cubicBezTo>
                    <a:pt x="53" y="12"/>
                    <a:pt x="53" y="17"/>
                    <a:pt x="56" y="19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0" y="6"/>
                    <a:pt x="0" y="10"/>
                    <a:pt x="2" y="13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3" y="66"/>
                    <a:pt x="53" y="70"/>
                    <a:pt x="56" y="73"/>
                  </a:cubicBezTo>
                  <a:cubicBezTo>
                    <a:pt x="57" y="74"/>
                    <a:pt x="59" y="75"/>
                    <a:pt x="61" y="75"/>
                  </a:cubicBezTo>
                  <a:cubicBezTo>
                    <a:pt x="62" y="75"/>
                    <a:pt x="64" y="74"/>
                    <a:pt x="65" y="73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4" y="44"/>
                    <a:pt x="94" y="44"/>
                    <a:pt x="94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6" name="Freeform 70"/>
            <p:cNvSpPr>
              <a:spLocks/>
            </p:cNvSpPr>
            <p:nvPr/>
          </p:nvSpPr>
          <p:spPr bwMode="auto">
            <a:xfrm>
              <a:off x="4373563" y="2263775"/>
              <a:ext cx="176213" cy="88900"/>
            </a:xfrm>
            <a:custGeom>
              <a:avLst/>
              <a:gdLst>
                <a:gd name="T0" fmla="*/ 6 w 94"/>
                <a:gd name="T1" fmla="*/ 14 h 47"/>
                <a:gd name="T2" fmla="*/ 50 w 94"/>
                <a:gd name="T3" fmla="*/ 14 h 47"/>
                <a:gd name="T4" fmla="*/ 82 w 94"/>
                <a:gd name="T5" fmla="*/ 45 h 47"/>
                <a:gd name="T6" fmla="*/ 87 w 94"/>
                <a:gd name="T7" fmla="*/ 47 h 47"/>
                <a:gd name="T8" fmla="*/ 92 w 94"/>
                <a:gd name="T9" fmla="*/ 45 h 47"/>
                <a:gd name="T10" fmla="*/ 92 w 94"/>
                <a:gd name="T11" fmla="*/ 36 h 47"/>
                <a:gd name="T12" fmla="*/ 56 w 94"/>
                <a:gd name="T13" fmla="*/ 0 h 47"/>
                <a:gd name="T14" fmla="*/ 6 w 94"/>
                <a:gd name="T15" fmla="*/ 0 h 47"/>
                <a:gd name="T16" fmla="*/ 0 w 94"/>
                <a:gd name="T17" fmla="*/ 7 h 47"/>
                <a:gd name="T18" fmla="*/ 6 w 94"/>
                <a:gd name="T19" fmla="*/ 1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" h="47">
                  <a:moveTo>
                    <a:pt x="6" y="14"/>
                  </a:moveTo>
                  <a:cubicBezTo>
                    <a:pt x="50" y="14"/>
                    <a:pt x="50" y="14"/>
                    <a:pt x="50" y="14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3" y="47"/>
                    <a:pt x="85" y="47"/>
                    <a:pt x="87" y="47"/>
                  </a:cubicBezTo>
                  <a:cubicBezTo>
                    <a:pt x="89" y="47"/>
                    <a:pt x="90" y="47"/>
                    <a:pt x="92" y="45"/>
                  </a:cubicBezTo>
                  <a:cubicBezTo>
                    <a:pt x="94" y="43"/>
                    <a:pt x="94" y="38"/>
                    <a:pt x="92" y="36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7" name="Group 586"/>
          <p:cNvGrpSpPr/>
          <p:nvPr/>
        </p:nvGrpSpPr>
        <p:grpSpPr>
          <a:xfrm>
            <a:off x="4994275" y="2263775"/>
            <a:ext cx="406401" cy="227013"/>
            <a:chOff x="4994275" y="2263775"/>
            <a:chExt cx="406401" cy="227013"/>
          </a:xfrm>
        </p:grpSpPr>
        <p:sp>
          <p:nvSpPr>
            <p:cNvPr id="457" name="Freeform 71"/>
            <p:cNvSpPr>
              <a:spLocks/>
            </p:cNvSpPr>
            <p:nvPr/>
          </p:nvSpPr>
          <p:spPr bwMode="auto">
            <a:xfrm>
              <a:off x="4994275" y="2314575"/>
              <a:ext cx="355600" cy="176213"/>
            </a:xfrm>
            <a:custGeom>
              <a:avLst/>
              <a:gdLst>
                <a:gd name="T0" fmla="*/ 182 w 189"/>
                <a:gd name="T1" fmla="*/ 81 h 94"/>
                <a:gd name="T2" fmla="*/ 41 w 189"/>
                <a:gd name="T3" fmla="*/ 81 h 94"/>
                <a:gd name="T4" fmla="*/ 41 w 189"/>
                <a:gd name="T5" fmla="*/ 23 h 94"/>
                <a:gd name="T6" fmla="*/ 56 w 189"/>
                <a:gd name="T7" fmla="*/ 38 h 94"/>
                <a:gd name="T8" fmla="*/ 61 w 189"/>
                <a:gd name="T9" fmla="*/ 40 h 94"/>
                <a:gd name="T10" fmla="*/ 66 w 189"/>
                <a:gd name="T11" fmla="*/ 38 h 94"/>
                <a:gd name="T12" fmla="*/ 66 w 189"/>
                <a:gd name="T13" fmla="*/ 29 h 94"/>
                <a:gd name="T14" fmla="*/ 39 w 189"/>
                <a:gd name="T15" fmla="*/ 2 h 94"/>
                <a:gd name="T16" fmla="*/ 38 w 189"/>
                <a:gd name="T17" fmla="*/ 1 h 94"/>
                <a:gd name="T18" fmla="*/ 37 w 189"/>
                <a:gd name="T19" fmla="*/ 1 h 94"/>
                <a:gd name="T20" fmla="*/ 37 w 189"/>
                <a:gd name="T21" fmla="*/ 1 h 94"/>
                <a:gd name="T22" fmla="*/ 36 w 189"/>
                <a:gd name="T23" fmla="*/ 0 h 94"/>
                <a:gd name="T24" fmla="*/ 36 w 189"/>
                <a:gd name="T25" fmla="*/ 0 h 94"/>
                <a:gd name="T26" fmla="*/ 33 w 189"/>
                <a:gd name="T27" fmla="*/ 0 h 94"/>
                <a:gd name="T28" fmla="*/ 32 w 189"/>
                <a:gd name="T29" fmla="*/ 0 h 94"/>
                <a:gd name="T30" fmla="*/ 32 w 189"/>
                <a:gd name="T31" fmla="*/ 1 h 94"/>
                <a:gd name="T32" fmla="*/ 31 w 189"/>
                <a:gd name="T33" fmla="*/ 1 h 94"/>
                <a:gd name="T34" fmla="*/ 31 w 189"/>
                <a:gd name="T35" fmla="*/ 1 h 94"/>
                <a:gd name="T36" fmla="*/ 30 w 189"/>
                <a:gd name="T37" fmla="*/ 2 h 94"/>
                <a:gd name="T38" fmla="*/ 3 w 189"/>
                <a:gd name="T39" fmla="*/ 29 h 94"/>
                <a:gd name="T40" fmla="*/ 3 w 189"/>
                <a:gd name="T41" fmla="*/ 38 h 94"/>
                <a:gd name="T42" fmla="*/ 12 w 189"/>
                <a:gd name="T43" fmla="*/ 38 h 94"/>
                <a:gd name="T44" fmla="*/ 28 w 189"/>
                <a:gd name="T45" fmla="*/ 23 h 94"/>
                <a:gd name="T46" fmla="*/ 28 w 189"/>
                <a:gd name="T47" fmla="*/ 87 h 94"/>
                <a:gd name="T48" fmla="*/ 34 w 189"/>
                <a:gd name="T49" fmla="*/ 94 h 94"/>
                <a:gd name="T50" fmla="*/ 182 w 189"/>
                <a:gd name="T51" fmla="*/ 94 h 94"/>
                <a:gd name="T52" fmla="*/ 189 w 189"/>
                <a:gd name="T53" fmla="*/ 87 h 94"/>
                <a:gd name="T54" fmla="*/ 182 w 189"/>
                <a:gd name="T55" fmla="*/ 8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9" h="94">
                  <a:moveTo>
                    <a:pt x="182" y="81"/>
                  </a:moveTo>
                  <a:cubicBezTo>
                    <a:pt x="41" y="81"/>
                    <a:pt x="41" y="81"/>
                    <a:pt x="41" y="81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8" y="40"/>
                    <a:pt x="59" y="40"/>
                    <a:pt x="61" y="40"/>
                  </a:cubicBezTo>
                  <a:cubicBezTo>
                    <a:pt x="63" y="40"/>
                    <a:pt x="65" y="40"/>
                    <a:pt x="66" y="38"/>
                  </a:cubicBezTo>
                  <a:cubicBezTo>
                    <a:pt x="68" y="36"/>
                    <a:pt x="68" y="32"/>
                    <a:pt x="66" y="29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8" y="2"/>
                    <a:pt x="38" y="1"/>
                  </a:cubicBezTo>
                  <a:cubicBezTo>
                    <a:pt x="38" y="1"/>
                    <a:pt x="38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6" y="1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0"/>
                    <a:pt x="34" y="0"/>
                    <a:pt x="33" y="0"/>
                  </a:cubicBez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0" y="32"/>
                    <a:pt x="0" y="36"/>
                    <a:pt x="3" y="38"/>
                  </a:cubicBezTo>
                  <a:cubicBezTo>
                    <a:pt x="5" y="41"/>
                    <a:pt x="10" y="41"/>
                    <a:pt x="12" y="38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28" y="91"/>
                    <a:pt x="31" y="94"/>
                    <a:pt x="34" y="94"/>
                  </a:cubicBezTo>
                  <a:cubicBezTo>
                    <a:pt x="182" y="94"/>
                    <a:pt x="182" y="94"/>
                    <a:pt x="182" y="94"/>
                  </a:cubicBezTo>
                  <a:cubicBezTo>
                    <a:pt x="186" y="94"/>
                    <a:pt x="189" y="91"/>
                    <a:pt x="189" y="87"/>
                  </a:cubicBezTo>
                  <a:cubicBezTo>
                    <a:pt x="189" y="84"/>
                    <a:pt x="186" y="81"/>
                    <a:pt x="182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8" name="Freeform 72"/>
            <p:cNvSpPr>
              <a:spLocks/>
            </p:cNvSpPr>
            <p:nvPr/>
          </p:nvSpPr>
          <p:spPr bwMode="auto">
            <a:xfrm>
              <a:off x="5046663" y="2263775"/>
              <a:ext cx="354013" cy="176213"/>
            </a:xfrm>
            <a:custGeom>
              <a:avLst/>
              <a:gdLst>
                <a:gd name="T0" fmla="*/ 176 w 188"/>
                <a:gd name="T1" fmla="*/ 56 h 94"/>
                <a:gd name="T2" fmla="*/ 161 w 188"/>
                <a:gd name="T3" fmla="*/ 71 h 94"/>
                <a:gd name="T4" fmla="*/ 161 w 188"/>
                <a:gd name="T5" fmla="*/ 7 h 94"/>
                <a:gd name="T6" fmla="*/ 154 w 188"/>
                <a:gd name="T7" fmla="*/ 0 h 94"/>
                <a:gd name="T8" fmla="*/ 6 w 188"/>
                <a:gd name="T9" fmla="*/ 0 h 94"/>
                <a:gd name="T10" fmla="*/ 0 w 188"/>
                <a:gd name="T11" fmla="*/ 7 h 94"/>
                <a:gd name="T12" fmla="*/ 6 w 188"/>
                <a:gd name="T13" fmla="*/ 14 h 94"/>
                <a:gd name="T14" fmla="*/ 147 w 188"/>
                <a:gd name="T15" fmla="*/ 14 h 94"/>
                <a:gd name="T16" fmla="*/ 147 w 188"/>
                <a:gd name="T17" fmla="*/ 71 h 94"/>
                <a:gd name="T18" fmla="*/ 132 w 188"/>
                <a:gd name="T19" fmla="*/ 56 h 94"/>
                <a:gd name="T20" fmla="*/ 122 w 188"/>
                <a:gd name="T21" fmla="*/ 56 h 94"/>
                <a:gd name="T22" fmla="*/ 122 w 188"/>
                <a:gd name="T23" fmla="*/ 65 h 94"/>
                <a:gd name="T24" fmla="*/ 149 w 188"/>
                <a:gd name="T25" fmla="*/ 92 h 94"/>
                <a:gd name="T26" fmla="*/ 150 w 188"/>
                <a:gd name="T27" fmla="*/ 93 h 94"/>
                <a:gd name="T28" fmla="*/ 151 w 188"/>
                <a:gd name="T29" fmla="*/ 93 h 94"/>
                <a:gd name="T30" fmla="*/ 151 w 188"/>
                <a:gd name="T31" fmla="*/ 94 h 94"/>
                <a:gd name="T32" fmla="*/ 152 w 188"/>
                <a:gd name="T33" fmla="*/ 94 h 94"/>
                <a:gd name="T34" fmla="*/ 153 w 188"/>
                <a:gd name="T35" fmla="*/ 94 h 94"/>
                <a:gd name="T36" fmla="*/ 154 w 188"/>
                <a:gd name="T37" fmla="*/ 94 h 94"/>
                <a:gd name="T38" fmla="*/ 155 w 188"/>
                <a:gd name="T39" fmla="*/ 94 h 94"/>
                <a:gd name="T40" fmla="*/ 156 w 188"/>
                <a:gd name="T41" fmla="*/ 94 h 94"/>
                <a:gd name="T42" fmla="*/ 156 w 188"/>
                <a:gd name="T43" fmla="*/ 94 h 94"/>
                <a:gd name="T44" fmla="*/ 157 w 188"/>
                <a:gd name="T45" fmla="*/ 93 h 94"/>
                <a:gd name="T46" fmla="*/ 158 w 188"/>
                <a:gd name="T47" fmla="*/ 93 h 94"/>
                <a:gd name="T48" fmla="*/ 159 w 188"/>
                <a:gd name="T49" fmla="*/ 92 h 94"/>
                <a:gd name="T50" fmla="*/ 185 w 188"/>
                <a:gd name="T51" fmla="*/ 65 h 94"/>
                <a:gd name="T52" fmla="*/ 185 w 188"/>
                <a:gd name="T53" fmla="*/ 56 h 94"/>
                <a:gd name="T54" fmla="*/ 176 w 188"/>
                <a:gd name="T55" fmla="*/ 5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8" h="94">
                  <a:moveTo>
                    <a:pt x="176" y="56"/>
                  </a:moveTo>
                  <a:cubicBezTo>
                    <a:pt x="161" y="71"/>
                    <a:pt x="161" y="71"/>
                    <a:pt x="161" y="71"/>
                  </a:cubicBezTo>
                  <a:cubicBezTo>
                    <a:pt x="161" y="7"/>
                    <a:pt x="161" y="7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147" y="14"/>
                    <a:pt x="147" y="14"/>
                    <a:pt x="147" y="14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32" y="56"/>
                    <a:pt x="132" y="56"/>
                    <a:pt x="132" y="56"/>
                  </a:cubicBezTo>
                  <a:cubicBezTo>
                    <a:pt x="129" y="53"/>
                    <a:pt x="125" y="53"/>
                    <a:pt x="122" y="56"/>
                  </a:cubicBezTo>
                  <a:cubicBezTo>
                    <a:pt x="120" y="59"/>
                    <a:pt x="120" y="63"/>
                    <a:pt x="122" y="65"/>
                  </a:cubicBezTo>
                  <a:cubicBezTo>
                    <a:pt x="149" y="92"/>
                    <a:pt x="149" y="92"/>
                    <a:pt x="149" y="92"/>
                  </a:cubicBezTo>
                  <a:cubicBezTo>
                    <a:pt x="149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1" y="93"/>
                  </a:cubicBezTo>
                  <a:cubicBezTo>
                    <a:pt x="151" y="94"/>
                    <a:pt x="151" y="94"/>
                    <a:pt x="151" y="94"/>
                  </a:cubicBezTo>
                  <a:cubicBezTo>
                    <a:pt x="152" y="94"/>
                    <a:pt x="152" y="94"/>
                    <a:pt x="152" y="94"/>
                  </a:cubicBezTo>
                  <a:cubicBezTo>
                    <a:pt x="152" y="94"/>
                    <a:pt x="152" y="94"/>
                    <a:pt x="153" y="94"/>
                  </a:cubicBezTo>
                  <a:cubicBezTo>
                    <a:pt x="153" y="94"/>
                    <a:pt x="153" y="94"/>
                    <a:pt x="154" y="94"/>
                  </a:cubicBezTo>
                  <a:cubicBezTo>
                    <a:pt x="154" y="94"/>
                    <a:pt x="155" y="94"/>
                    <a:pt x="155" y="94"/>
                  </a:cubicBezTo>
                  <a:cubicBezTo>
                    <a:pt x="155" y="94"/>
                    <a:pt x="156" y="94"/>
                    <a:pt x="156" y="94"/>
                  </a:cubicBezTo>
                  <a:cubicBezTo>
                    <a:pt x="156" y="94"/>
                    <a:pt x="156" y="94"/>
                    <a:pt x="156" y="94"/>
                  </a:cubicBezTo>
                  <a:cubicBezTo>
                    <a:pt x="157" y="94"/>
                    <a:pt x="157" y="94"/>
                    <a:pt x="157" y="93"/>
                  </a:cubicBezTo>
                  <a:cubicBezTo>
                    <a:pt x="157" y="93"/>
                    <a:pt x="157" y="93"/>
                    <a:pt x="158" y="93"/>
                  </a:cubicBezTo>
                  <a:cubicBezTo>
                    <a:pt x="158" y="93"/>
                    <a:pt x="158" y="93"/>
                    <a:pt x="159" y="92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8" y="63"/>
                    <a:pt x="188" y="59"/>
                    <a:pt x="185" y="56"/>
                  </a:cubicBezTo>
                  <a:cubicBezTo>
                    <a:pt x="183" y="53"/>
                    <a:pt x="179" y="53"/>
                    <a:pt x="176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2" name="Group 591"/>
          <p:cNvGrpSpPr/>
          <p:nvPr/>
        </p:nvGrpSpPr>
        <p:grpSpPr>
          <a:xfrm>
            <a:off x="1254125" y="2798763"/>
            <a:ext cx="403225" cy="404813"/>
            <a:chOff x="1254125" y="2798763"/>
            <a:chExt cx="403225" cy="404813"/>
          </a:xfrm>
        </p:grpSpPr>
        <p:sp>
          <p:nvSpPr>
            <p:cNvPr id="460" name="Freeform 73"/>
            <p:cNvSpPr>
              <a:spLocks noEditPoints="1"/>
            </p:cNvSpPr>
            <p:nvPr/>
          </p:nvSpPr>
          <p:spPr bwMode="auto">
            <a:xfrm>
              <a:off x="1254125" y="2798763"/>
              <a:ext cx="403225" cy="404813"/>
            </a:xfrm>
            <a:custGeom>
              <a:avLst/>
              <a:gdLst>
                <a:gd name="T0" fmla="*/ 208 w 215"/>
                <a:gd name="T1" fmla="*/ 0 h 215"/>
                <a:gd name="T2" fmla="*/ 7 w 215"/>
                <a:gd name="T3" fmla="*/ 0 h 215"/>
                <a:gd name="T4" fmla="*/ 0 w 215"/>
                <a:gd name="T5" fmla="*/ 7 h 215"/>
                <a:gd name="T6" fmla="*/ 0 w 215"/>
                <a:gd name="T7" fmla="*/ 208 h 215"/>
                <a:gd name="T8" fmla="*/ 7 w 215"/>
                <a:gd name="T9" fmla="*/ 215 h 215"/>
                <a:gd name="T10" fmla="*/ 208 w 215"/>
                <a:gd name="T11" fmla="*/ 215 h 215"/>
                <a:gd name="T12" fmla="*/ 215 w 215"/>
                <a:gd name="T13" fmla="*/ 208 h 215"/>
                <a:gd name="T14" fmla="*/ 215 w 215"/>
                <a:gd name="T15" fmla="*/ 7 h 215"/>
                <a:gd name="T16" fmla="*/ 208 w 215"/>
                <a:gd name="T17" fmla="*/ 0 h 215"/>
                <a:gd name="T18" fmla="*/ 201 w 215"/>
                <a:gd name="T19" fmla="*/ 202 h 215"/>
                <a:gd name="T20" fmla="*/ 13 w 215"/>
                <a:gd name="T21" fmla="*/ 202 h 215"/>
                <a:gd name="T22" fmla="*/ 13 w 215"/>
                <a:gd name="T23" fmla="*/ 14 h 215"/>
                <a:gd name="T24" fmla="*/ 201 w 215"/>
                <a:gd name="T25" fmla="*/ 14 h 215"/>
                <a:gd name="T26" fmla="*/ 201 w 215"/>
                <a:gd name="T27" fmla="*/ 20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5" h="215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7" y="215"/>
                  </a:cubicBezTo>
                  <a:cubicBezTo>
                    <a:pt x="208" y="215"/>
                    <a:pt x="208" y="215"/>
                    <a:pt x="208" y="215"/>
                  </a:cubicBezTo>
                  <a:cubicBezTo>
                    <a:pt x="212" y="215"/>
                    <a:pt x="215" y="212"/>
                    <a:pt x="215" y="208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4"/>
                    <a:pt x="212" y="0"/>
                    <a:pt x="208" y="0"/>
                  </a:cubicBezTo>
                  <a:close/>
                  <a:moveTo>
                    <a:pt x="201" y="202"/>
                  </a:moveTo>
                  <a:cubicBezTo>
                    <a:pt x="13" y="202"/>
                    <a:pt x="13" y="202"/>
                    <a:pt x="13" y="202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01" y="14"/>
                    <a:pt x="201" y="14"/>
                    <a:pt x="201" y="14"/>
                  </a:cubicBezTo>
                  <a:lnTo>
                    <a:pt x="201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1" name="Freeform 74"/>
            <p:cNvSpPr>
              <a:spLocks/>
            </p:cNvSpPr>
            <p:nvPr/>
          </p:nvSpPr>
          <p:spPr bwMode="auto">
            <a:xfrm>
              <a:off x="1304925" y="2849563"/>
              <a:ext cx="101600" cy="303213"/>
            </a:xfrm>
            <a:custGeom>
              <a:avLst/>
              <a:gdLst>
                <a:gd name="T0" fmla="*/ 7 w 54"/>
                <a:gd name="T1" fmla="*/ 27 h 161"/>
                <a:gd name="T2" fmla="*/ 20 w 54"/>
                <a:gd name="T3" fmla="*/ 27 h 161"/>
                <a:gd name="T4" fmla="*/ 20 w 54"/>
                <a:gd name="T5" fmla="*/ 155 h 161"/>
                <a:gd name="T6" fmla="*/ 27 w 54"/>
                <a:gd name="T7" fmla="*/ 161 h 161"/>
                <a:gd name="T8" fmla="*/ 33 w 54"/>
                <a:gd name="T9" fmla="*/ 155 h 161"/>
                <a:gd name="T10" fmla="*/ 33 w 54"/>
                <a:gd name="T11" fmla="*/ 27 h 161"/>
                <a:gd name="T12" fmla="*/ 47 w 54"/>
                <a:gd name="T13" fmla="*/ 27 h 161"/>
                <a:gd name="T14" fmla="*/ 54 w 54"/>
                <a:gd name="T15" fmla="*/ 20 h 161"/>
                <a:gd name="T16" fmla="*/ 47 w 54"/>
                <a:gd name="T17" fmla="*/ 14 h 161"/>
                <a:gd name="T18" fmla="*/ 33 w 54"/>
                <a:gd name="T19" fmla="*/ 14 h 161"/>
                <a:gd name="T20" fmla="*/ 33 w 54"/>
                <a:gd name="T21" fmla="*/ 7 h 161"/>
                <a:gd name="T22" fmla="*/ 27 w 54"/>
                <a:gd name="T23" fmla="*/ 0 h 161"/>
                <a:gd name="T24" fmla="*/ 20 w 54"/>
                <a:gd name="T25" fmla="*/ 7 h 161"/>
                <a:gd name="T26" fmla="*/ 20 w 54"/>
                <a:gd name="T27" fmla="*/ 14 h 161"/>
                <a:gd name="T28" fmla="*/ 7 w 54"/>
                <a:gd name="T29" fmla="*/ 14 h 161"/>
                <a:gd name="T30" fmla="*/ 0 w 54"/>
                <a:gd name="T31" fmla="*/ 20 h 161"/>
                <a:gd name="T32" fmla="*/ 7 w 54"/>
                <a:gd name="T33" fmla="*/ 27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161">
                  <a:moveTo>
                    <a:pt x="7" y="27"/>
                  </a:moveTo>
                  <a:cubicBezTo>
                    <a:pt x="20" y="27"/>
                    <a:pt x="20" y="27"/>
                    <a:pt x="20" y="27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8"/>
                    <a:pt x="23" y="161"/>
                    <a:pt x="27" y="161"/>
                  </a:cubicBezTo>
                  <a:cubicBezTo>
                    <a:pt x="30" y="161"/>
                    <a:pt x="33" y="158"/>
                    <a:pt x="33" y="155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51" y="27"/>
                    <a:pt x="54" y="24"/>
                    <a:pt x="54" y="20"/>
                  </a:cubicBezTo>
                  <a:cubicBezTo>
                    <a:pt x="54" y="17"/>
                    <a:pt x="51" y="14"/>
                    <a:pt x="47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3"/>
                    <a:pt x="30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7"/>
                    <a:pt x="0" y="20"/>
                  </a:cubicBezTo>
                  <a:cubicBezTo>
                    <a:pt x="0" y="24"/>
                    <a:pt x="3" y="27"/>
                    <a:pt x="7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2" name="Freeform 75"/>
            <p:cNvSpPr>
              <a:spLocks/>
            </p:cNvSpPr>
            <p:nvPr/>
          </p:nvSpPr>
          <p:spPr bwMode="auto">
            <a:xfrm>
              <a:off x="1504950" y="2849563"/>
              <a:ext cx="101600" cy="303213"/>
            </a:xfrm>
            <a:custGeom>
              <a:avLst/>
              <a:gdLst>
                <a:gd name="T0" fmla="*/ 7 w 54"/>
                <a:gd name="T1" fmla="*/ 148 h 161"/>
                <a:gd name="T2" fmla="*/ 20 w 54"/>
                <a:gd name="T3" fmla="*/ 148 h 161"/>
                <a:gd name="T4" fmla="*/ 20 w 54"/>
                <a:gd name="T5" fmla="*/ 155 h 161"/>
                <a:gd name="T6" fmla="*/ 27 w 54"/>
                <a:gd name="T7" fmla="*/ 161 h 161"/>
                <a:gd name="T8" fmla="*/ 34 w 54"/>
                <a:gd name="T9" fmla="*/ 155 h 161"/>
                <a:gd name="T10" fmla="*/ 34 w 54"/>
                <a:gd name="T11" fmla="*/ 148 h 161"/>
                <a:gd name="T12" fmla="*/ 47 w 54"/>
                <a:gd name="T13" fmla="*/ 148 h 161"/>
                <a:gd name="T14" fmla="*/ 54 w 54"/>
                <a:gd name="T15" fmla="*/ 141 h 161"/>
                <a:gd name="T16" fmla="*/ 47 w 54"/>
                <a:gd name="T17" fmla="*/ 134 h 161"/>
                <a:gd name="T18" fmla="*/ 34 w 54"/>
                <a:gd name="T19" fmla="*/ 134 h 161"/>
                <a:gd name="T20" fmla="*/ 34 w 54"/>
                <a:gd name="T21" fmla="*/ 7 h 161"/>
                <a:gd name="T22" fmla="*/ 27 w 54"/>
                <a:gd name="T23" fmla="*/ 0 h 161"/>
                <a:gd name="T24" fmla="*/ 20 w 54"/>
                <a:gd name="T25" fmla="*/ 7 h 161"/>
                <a:gd name="T26" fmla="*/ 20 w 54"/>
                <a:gd name="T27" fmla="*/ 134 h 161"/>
                <a:gd name="T28" fmla="*/ 7 w 54"/>
                <a:gd name="T29" fmla="*/ 134 h 161"/>
                <a:gd name="T30" fmla="*/ 0 w 54"/>
                <a:gd name="T31" fmla="*/ 141 h 161"/>
                <a:gd name="T32" fmla="*/ 7 w 54"/>
                <a:gd name="T33" fmla="*/ 14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161">
                  <a:moveTo>
                    <a:pt x="7" y="148"/>
                  </a:moveTo>
                  <a:cubicBezTo>
                    <a:pt x="20" y="148"/>
                    <a:pt x="20" y="148"/>
                    <a:pt x="20" y="148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8"/>
                    <a:pt x="23" y="161"/>
                    <a:pt x="27" y="161"/>
                  </a:cubicBezTo>
                  <a:cubicBezTo>
                    <a:pt x="31" y="161"/>
                    <a:pt x="34" y="158"/>
                    <a:pt x="34" y="155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47" y="148"/>
                    <a:pt x="47" y="148"/>
                    <a:pt x="47" y="148"/>
                  </a:cubicBezTo>
                  <a:cubicBezTo>
                    <a:pt x="51" y="148"/>
                    <a:pt x="54" y="145"/>
                    <a:pt x="54" y="141"/>
                  </a:cubicBezTo>
                  <a:cubicBezTo>
                    <a:pt x="54" y="138"/>
                    <a:pt x="51" y="134"/>
                    <a:pt x="47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3" y="134"/>
                    <a:pt x="0" y="138"/>
                    <a:pt x="0" y="141"/>
                  </a:cubicBezTo>
                  <a:cubicBezTo>
                    <a:pt x="0" y="145"/>
                    <a:pt x="3" y="148"/>
                    <a:pt x="7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3" name="Freeform 76"/>
            <p:cNvSpPr>
              <a:spLocks/>
            </p:cNvSpPr>
            <p:nvPr/>
          </p:nvSpPr>
          <p:spPr bwMode="auto">
            <a:xfrm>
              <a:off x="1406525" y="2849563"/>
              <a:ext cx="98425" cy="303213"/>
            </a:xfrm>
            <a:custGeom>
              <a:avLst/>
              <a:gdLst>
                <a:gd name="T0" fmla="*/ 6 w 53"/>
                <a:gd name="T1" fmla="*/ 88 h 161"/>
                <a:gd name="T2" fmla="*/ 20 w 53"/>
                <a:gd name="T3" fmla="*/ 88 h 161"/>
                <a:gd name="T4" fmla="*/ 20 w 53"/>
                <a:gd name="T5" fmla="*/ 155 h 161"/>
                <a:gd name="T6" fmla="*/ 26 w 53"/>
                <a:gd name="T7" fmla="*/ 161 h 161"/>
                <a:gd name="T8" fmla="*/ 33 w 53"/>
                <a:gd name="T9" fmla="*/ 155 h 161"/>
                <a:gd name="T10" fmla="*/ 33 w 53"/>
                <a:gd name="T11" fmla="*/ 88 h 161"/>
                <a:gd name="T12" fmla="*/ 46 w 53"/>
                <a:gd name="T13" fmla="*/ 88 h 161"/>
                <a:gd name="T14" fmla="*/ 53 w 53"/>
                <a:gd name="T15" fmla="*/ 81 h 161"/>
                <a:gd name="T16" fmla="*/ 46 w 53"/>
                <a:gd name="T17" fmla="*/ 74 h 161"/>
                <a:gd name="T18" fmla="*/ 33 w 53"/>
                <a:gd name="T19" fmla="*/ 74 h 161"/>
                <a:gd name="T20" fmla="*/ 33 w 53"/>
                <a:gd name="T21" fmla="*/ 7 h 161"/>
                <a:gd name="T22" fmla="*/ 26 w 53"/>
                <a:gd name="T23" fmla="*/ 0 h 161"/>
                <a:gd name="T24" fmla="*/ 20 w 53"/>
                <a:gd name="T25" fmla="*/ 7 h 161"/>
                <a:gd name="T26" fmla="*/ 20 w 53"/>
                <a:gd name="T27" fmla="*/ 74 h 161"/>
                <a:gd name="T28" fmla="*/ 6 w 53"/>
                <a:gd name="T29" fmla="*/ 74 h 161"/>
                <a:gd name="T30" fmla="*/ 0 w 53"/>
                <a:gd name="T31" fmla="*/ 81 h 161"/>
                <a:gd name="T32" fmla="*/ 6 w 53"/>
                <a:gd name="T33" fmla="*/ 8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161">
                  <a:moveTo>
                    <a:pt x="6" y="88"/>
                  </a:moveTo>
                  <a:cubicBezTo>
                    <a:pt x="20" y="88"/>
                    <a:pt x="20" y="88"/>
                    <a:pt x="20" y="88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8"/>
                    <a:pt x="23" y="161"/>
                    <a:pt x="26" y="161"/>
                  </a:cubicBezTo>
                  <a:cubicBezTo>
                    <a:pt x="30" y="161"/>
                    <a:pt x="33" y="158"/>
                    <a:pt x="33" y="155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50" y="88"/>
                    <a:pt x="53" y="85"/>
                    <a:pt x="53" y="81"/>
                  </a:cubicBezTo>
                  <a:cubicBezTo>
                    <a:pt x="53" y="77"/>
                    <a:pt x="50" y="74"/>
                    <a:pt x="46" y="74"/>
                  </a:cubicBezTo>
                  <a:cubicBezTo>
                    <a:pt x="33" y="74"/>
                    <a:pt x="33" y="74"/>
                    <a:pt x="33" y="74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3"/>
                    <a:pt x="30" y="0"/>
                    <a:pt x="26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3" y="74"/>
                    <a:pt x="0" y="77"/>
                    <a:pt x="0" y="81"/>
                  </a:cubicBezTo>
                  <a:cubicBezTo>
                    <a:pt x="0" y="85"/>
                    <a:pt x="3" y="88"/>
                    <a:pt x="6" y="8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1" name="Group 590"/>
          <p:cNvGrpSpPr/>
          <p:nvPr/>
        </p:nvGrpSpPr>
        <p:grpSpPr>
          <a:xfrm>
            <a:off x="8201025" y="2174875"/>
            <a:ext cx="228600" cy="404813"/>
            <a:chOff x="8201025" y="2174875"/>
            <a:chExt cx="228600" cy="404813"/>
          </a:xfrm>
        </p:grpSpPr>
        <p:sp>
          <p:nvSpPr>
            <p:cNvPr id="464" name="Freeform 77"/>
            <p:cNvSpPr>
              <a:spLocks/>
            </p:cNvSpPr>
            <p:nvPr/>
          </p:nvSpPr>
          <p:spPr bwMode="auto">
            <a:xfrm>
              <a:off x="8201025" y="2327275"/>
              <a:ext cx="228600" cy="252413"/>
            </a:xfrm>
            <a:custGeom>
              <a:avLst/>
              <a:gdLst>
                <a:gd name="T0" fmla="*/ 54 w 121"/>
                <a:gd name="T1" fmla="*/ 66 h 134"/>
                <a:gd name="T2" fmla="*/ 54 w 121"/>
                <a:gd name="T3" fmla="*/ 121 h 134"/>
                <a:gd name="T4" fmla="*/ 10 w 121"/>
                <a:gd name="T5" fmla="*/ 121 h 134"/>
                <a:gd name="T6" fmla="*/ 4 w 121"/>
                <a:gd name="T7" fmla="*/ 127 h 134"/>
                <a:gd name="T8" fmla="*/ 10 w 121"/>
                <a:gd name="T9" fmla="*/ 134 h 134"/>
                <a:gd name="T10" fmla="*/ 111 w 121"/>
                <a:gd name="T11" fmla="*/ 134 h 134"/>
                <a:gd name="T12" fmla="*/ 118 w 121"/>
                <a:gd name="T13" fmla="*/ 127 h 134"/>
                <a:gd name="T14" fmla="*/ 111 w 121"/>
                <a:gd name="T15" fmla="*/ 121 h 134"/>
                <a:gd name="T16" fmla="*/ 67 w 121"/>
                <a:gd name="T17" fmla="*/ 121 h 134"/>
                <a:gd name="T18" fmla="*/ 67 w 121"/>
                <a:gd name="T19" fmla="*/ 66 h 134"/>
                <a:gd name="T20" fmla="*/ 121 w 121"/>
                <a:gd name="T21" fmla="*/ 7 h 134"/>
                <a:gd name="T22" fmla="*/ 114 w 121"/>
                <a:gd name="T23" fmla="*/ 0 h 134"/>
                <a:gd name="T24" fmla="*/ 108 w 121"/>
                <a:gd name="T25" fmla="*/ 7 h 134"/>
                <a:gd name="T26" fmla="*/ 61 w 121"/>
                <a:gd name="T27" fmla="*/ 54 h 134"/>
                <a:gd name="T28" fmla="*/ 14 w 121"/>
                <a:gd name="T29" fmla="*/ 7 h 134"/>
                <a:gd name="T30" fmla="*/ 7 w 121"/>
                <a:gd name="T31" fmla="*/ 0 h 134"/>
                <a:gd name="T32" fmla="*/ 0 w 121"/>
                <a:gd name="T33" fmla="*/ 7 h 134"/>
                <a:gd name="T34" fmla="*/ 54 w 121"/>
                <a:gd name="T35" fmla="*/ 6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" h="134">
                  <a:moveTo>
                    <a:pt x="54" y="66"/>
                  </a:moveTo>
                  <a:cubicBezTo>
                    <a:pt x="54" y="121"/>
                    <a:pt x="54" y="121"/>
                    <a:pt x="54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7" y="121"/>
                    <a:pt x="4" y="124"/>
                    <a:pt x="4" y="127"/>
                  </a:cubicBezTo>
                  <a:cubicBezTo>
                    <a:pt x="4" y="131"/>
                    <a:pt x="7" y="134"/>
                    <a:pt x="10" y="134"/>
                  </a:cubicBezTo>
                  <a:cubicBezTo>
                    <a:pt x="111" y="134"/>
                    <a:pt x="111" y="134"/>
                    <a:pt x="111" y="134"/>
                  </a:cubicBezTo>
                  <a:cubicBezTo>
                    <a:pt x="115" y="134"/>
                    <a:pt x="118" y="131"/>
                    <a:pt x="118" y="127"/>
                  </a:cubicBezTo>
                  <a:cubicBezTo>
                    <a:pt x="118" y="124"/>
                    <a:pt x="115" y="121"/>
                    <a:pt x="111" y="121"/>
                  </a:cubicBezTo>
                  <a:cubicBezTo>
                    <a:pt x="67" y="121"/>
                    <a:pt x="67" y="121"/>
                    <a:pt x="67" y="121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95" y="63"/>
                    <a:pt x="121" y="35"/>
                    <a:pt x="121" y="7"/>
                  </a:cubicBezTo>
                  <a:cubicBezTo>
                    <a:pt x="121" y="3"/>
                    <a:pt x="118" y="0"/>
                    <a:pt x="114" y="0"/>
                  </a:cubicBezTo>
                  <a:cubicBezTo>
                    <a:pt x="111" y="0"/>
                    <a:pt x="108" y="3"/>
                    <a:pt x="108" y="7"/>
                  </a:cubicBezTo>
                  <a:cubicBezTo>
                    <a:pt x="108" y="30"/>
                    <a:pt x="84" y="54"/>
                    <a:pt x="61" y="54"/>
                  </a:cubicBezTo>
                  <a:cubicBezTo>
                    <a:pt x="37" y="54"/>
                    <a:pt x="14" y="30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5"/>
                    <a:pt x="26" y="63"/>
                    <a:pt x="54" y="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5" name="Freeform 78"/>
            <p:cNvSpPr>
              <a:spLocks noEditPoints="1"/>
            </p:cNvSpPr>
            <p:nvPr/>
          </p:nvSpPr>
          <p:spPr bwMode="auto">
            <a:xfrm>
              <a:off x="8251825" y="2174875"/>
              <a:ext cx="127000" cy="227013"/>
            </a:xfrm>
            <a:custGeom>
              <a:avLst/>
              <a:gdLst>
                <a:gd name="T0" fmla="*/ 34 w 67"/>
                <a:gd name="T1" fmla="*/ 121 h 121"/>
                <a:gd name="T2" fmla="*/ 67 w 67"/>
                <a:gd name="T3" fmla="*/ 88 h 121"/>
                <a:gd name="T4" fmla="*/ 67 w 67"/>
                <a:gd name="T5" fmla="*/ 34 h 121"/>
                <a:gd name="T6" fmla="*/ 34 w 67"/>
                <a:gd name="T7" fmla="*/ 0 h 121"/>
                <a:gd name="T8" fmla="*/ 0 w 67"/>
                <a:gd name="T9" fmla="*/ 34 h 121"/>
                <a:gd name="T10" fmla="*/ 0 w 67"/>
                <a:gd name="T11" fmla="*/ 88 h 121"/>
                <a:gd name="T12" fmla="*/ 34 w 67"/>
                <a:gd name="T13" fmla="*/ 121 h 121"/>
                <a:gd name="T14" fmla="*/ 34 w 67"/>
                <a:gd name="T15" fmla="*/ 14 h 121"/>
                <a:gd name="T16" fmla="*/ 54 w 67"/>
                <a:gd name="T17" fmla="*/ 34 h 121"/>
                <a:gd name="T18" fmla="*/ 54 w 67"/>
                <a:gd name="T19" fmla="*/ 37 h 121"/>
                <a:gd name="T20" fmla="*/ 47 w 67"/>
                <a:gd name="T21" fmla="*/ 37 h 121"/>
                <a:gd name="T22" fmla="*/ 40 w 67"/>
                <a:gd name="T23" fmla="*/ 44 h 121"/>
                <a:gd name="T24" fmla="*/ 47 w 67"/>
                <a:gd name="T25" fmla="*/ 51 h 121"/>
                <a:gd name="T26" fmla="*/ 54 w 67"/>
                <a:gd name="T27" fmla="*/ 51 h 121"/>
                <a:gd name="T28" fmla="*/ 54 w 67"/>
                <a:gd name="T29" fmla="*/ 64 h 121"/>
                <a:gd name="T30" fmla="*/ 47 w 67"/>
                <a:gd name="T31" fmla="*/ 64 h 121"/>
                <a:gd name="T32" fmla="*/ 40 w 67"/>
                <a:gd name="T33" fmla="*/ 71 h 121"/>
                <a:gd name="T34" fmla="*/ 47 w 67"/>
                <a:gd name="T35" fmla="*/ 78 h 121"/>
                <a:gd name="T36" fmla="*/ 54 w 67"/>
                <a:gd name="T37" fmla="*/ 78 h 121"/>
                <a:gd name="T38" fmla="*/ 54 w 67"/>
                <a:gd name="T39" fmla="*/ 88 h 121"/>
                <a:gd name="T40" fmla="*/ 34 w 67"/>
                <a:gd name="T41" fmla="*/ 108 h 121"/>
                <a:gd name="T42" fmla="*/ 14 w 67"/>
                <a:gd name="T43" fmla="*/ 88 h 121"/>
                <a:gd name="T44" fmla="*/ 14 w 67"/>
                <a:gd name="T45" fmla="*/ 78 h 121"/>
                <a:gd name="T46" fmla="*/ 20 w 67"/>
                <a:gd name="T47" fmla="*/ 78 h 121"/>
                <a:gd name="T48" fmla="*/ 27 w 67"/>
                <a:gd name="T49" fmla="*/ 71 h 121"/>
                <a:gd name="T50" fmla="*/ 20 w 67"/>
                <a:gd name="T51" fmla="*/ 64 h 121"/>
                <a:gd name="T52" fmla="*/ 14 w 67"/>
                <a:gd name="T53" fmla="*/ 64 h 121"/>
                <a:gd name="T54" fmla="*/ 14 w 67"/>
                <a:gd name="T55" fmla="*/ 51 h 121"/>
                <a:gd name="T56" fmla="*/ 20 w 67"/>
                <a:gd name="T57" fmla="*/ 51 h 121"/>
                <a:gd name="T58" fmla="*/ 27 w 67"/>
                <a:gd name="T59" fmla="*/ 44 h 121"/>
                <a:gd name="T60" fmla="*/ 20 w 67"/>
                <a:gd name="T61" fmla="*/ 37 h 121"/>
                <a:gd name="T62" fmla="*/ 14 w 67"/>
                <a:gd name="T63" fmla="*/ 37 h 121"/>
                <a:gd name="T64" fmla="*/ 14 w 67"/>
                <a:gd name="T65" fmla="*/ 34 h 121"/>
                <a:gd name="T66" fmla="*/ 34 w 67"/>
                <a:gd name="T67" fmla="*/ 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" h="121">
                  <a:moveTo>
                    <a:pt x="34" y="121"/>
                  </a:moveTo>
                  <a:cubicBezTo>
                    <a:pt x="52" y="121"/>
                    <a:pt x="67" y="106"/>
                    <a:pt x="67" y="88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6"/>
                    <a:pt x="15" y="121"/>
                    <a:pt x="34" y="121"/>
                  </a:cubicBezTo>
                  <a:close/>
                  <a:moveTo>
                    <a:pt x="34" y="14"/>
                  </a:moveTo>
                  <a:cubicBezTo>
                    <a:pt x="45" y="14"/>
                    <a:pt x="54" y="23"/>
                    <a:pt x="54" y="34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3" y="37"/>
                    <a:pt x="40" y="40"/>
                    <a:pt x="40" y="44"/>
                  </a:cubicBezTo>
                  <a:cubicBezTo>
                    <a:pt x="40" y="48"/>
                    <a:pt x="43" y="51"/>
                    <a:pt x="47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3" y="64"/>
                    <a:pt x="40" y="67"/>
                    <a:pt x="40" y="71"/>
                  </a:cubicBezTo>
                  <a:cubicBezTo>
                    <a:pt x="40" y="75"/>
                    <a:pt x="43" y="78"/>
                    <a:pt x="47" y="78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99"/>
                    <a:pt x="45" y="108"/>
                    <a:pt x="34" y="108"/>
                  </a:cubicBezTo>
                  <a:cubicBezTo>
                    <a:pt x="23" y="108"/>
                    <a:pt x="14" y="99"/>
                    <a:pt x="14" y="8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4" y="78"/>
                    <a:pt x="27" y="75"/>
                    <a:pt x="27" y="71"/>
                  </a:cubicBezTo>
                  <a:cubicBezTo>
                    <a:pt x="27" y="67"/>
                    <a:pt x="24" y="64"/>
                    <a:pt x="20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4" y="51"/>
                    <a:pt x="27" y="48"/>
                    <a:pt x="27" y="44"/>
                  </a:cubicBezTo>
                  <a:cubicBezTo>
                    <a:pt x="27" y="40"/>
                    <a:pt x="24" y="37"/>
                    <a:pt x="20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23"/>
                    <a:pt x="23" y="14"/>
                    <a:pt x="34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66" name="Freeform 79"/>
          <p:cNvSpPr>
            <a:spLocks noEditPoints="1"/>
          </p:cNvSpPr>
          <p:nvPr/>
        </p:nvSpPr>
        <p:spPr bwMode="auto">
          <a:xfrm>
            <a:off x="1878013" y="2857500"/>
            <a:ext cx="403225" cy="288925"/>
          </a:xfrm>
          <a:custGeom>
            <a:avLst/>
            <a:gdLst>
              <a:gd name="T0" fmla="*/ 40 w 215"/>
              <a:gd name="T1" fmla="*/ 154 h 154"/>
              <a:gd name="T2" fmla="*/ 47 w 215"/>
              <a:gd name="T3" fmla="*/ 154 h 154"/>
              <a:gd name="T4" fmla="*/ 54 w 215"/>
              <a:gd name="T5" fmla="*/ 147 h 154"/>
              <a:gd name="T6" fmla="*/ 54 w 215"/>
              <a:gd name="T7" fmla="*/ 90 h 154"/>
              <a:gd name="T8" fmla="*/ 54 w 215"/>
              <a:gd name="T9" fmla="*/ 80 h 154"/>
              <a:gd name="T10" fmla="*/ 54 w 215"/>
              <a:gd name="T11" fmla="*/ 60 h 154"/>
              <a:gd name="T12" fmla="*/ 107 w 215"/>
              <a:gd name="T13" fmla="*/ 13 h 154"/>
              <a:gd name="T14" fmla="*/ 161 w 215"/>
              <a:gd name="T15" fmla="*/ 60 h 154"/>
              <a:gd name="T16" fmla="*/ 161 w 215"/>
              <a:gd name="T17" fmla="*/ 80 h 154"/>
              <a:gd name="T18" fmla="*/ 161 w 215"/>
              <a:gd name="T19" fmla="*/ 147 h 154"/>
              <a:gd name="T20" fmla="*/ 168 w 215"/>
              <a:gd name="T21" fmla="*/ 154 h 154"/>
              <a:gd name="T22" fmla="*/ 175 w 215"/>
              <a:gd name="T23" fmla="*/ 154 h 154"/>
              <a:gd name="T24" fmla="*/ 215 w 215"/>
              <a:gd name="T25" fmla="*/ 114 h 154"/>
              <a:gd name="T26" fmla="*/ 175 w 215"/>
              <a:gd name="T27" fmla="*/ 73 h 154"/>
              <a:gd name="T28" fmla="*/ 175 w 215"/>
              <a:gd name="T29" fmla="*/ 60 h 154"/>
              <a:gd name="T30" fmla="*/ 107 w 215"/>
              <a:gd name="T31" fmla="*/ 0 h 154"/>
              <a:gd name="T32" fmla="*/ 40 w 215"/>
              <a:gd name="T33" fmla="*/ 60 h 154"/>
              <a:gd name="T34" fmla="*/ 40 w 215"/>
              <a:gd name="T35" fmla="*/ 73 h 154"/>
              <a:gd name="T36" fmla="*/ 0 w 215"/>
              <a:gd name="T37" fmla="*/ 114 h 154"/>
              <a:gd name="T38" fmla="*/ 40 w 215"/>
              <a:gd name="T39" fmla="*/ 154 h 154"/>
              <a:gd name="T40" fmla="*/ 201 w 215"/>
              <a:gd name="T41" fmla="*/ 114 h 154"/>
              <a:gd name="T42" fmla="*/ 175 w 215"/>
              <a:gd name="T43" fmla="*/ 141 h 154"/>
              <a:gd name="T44" fmla="*/ 175 w 215"/>
              <a:gd name="T45" fmla="*/ 87 h 154"/>
              <a:gd name="T46" fmla="*/ 201 w 215"/>
              <a:gd name="T47" fmla="*/ 114 h 154"/>
              <a:gd name="T48" fmla="*/ 40 w 215"/>
              <a:gd name="T49" fmla="*/ 87 h 154"/>
              <a:gd name="T50" fmla="*/ 40 w 215"/>
              <a:gd name="T51" fmla="*/ 90 h 154"/>
              <a:gd name="T52" fmla="*/ 40 w 215"/>
              <a:gd name="T53" fmla="*/ 141 h 154"/>
              <a:gd name="T54" fmla="*/ 14 w 215"/>
              <a:gd name="T55" fmla="*/ 114 h 154"/>
              <a:gd name="T56" fmla="*/ 40 w 215"/>
              <a:gd name="T57" fmla="*/ 87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15" h="154">
                <a:moveTo>
                  <a:pt x="40" y="154"/>
                </a:moveTo>
                <a:cubicBezTo>
                  <a:pt x="47" y="154"/>
                  <a:pt x="47" y="154"/>
                  <a:pt x="47" y="154"/>
                </a:cubicBezTo>
                <a:cubicBezTo>
                  <a:pt x="51" y="154"/>
                  <a:pt x="54" y="151"/>
                  <a:pt x="54" y="147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60"/>
                  <a:pt x="54" y="60"/>
                  <a:pt x="54" y="60"/>
                </a:cubicBezTo>
                <a:cubicBezTo>
                  <a:pt x="54" y="58"/>
                  <a:pt x="54" y="13"/>
                  <a:pt x="107" y="13"/>
                </a:cubicBezTo>
                <a:cubicBezTo>
                  <a:pt x="160" y="13"/>
                  <a:pt x="161" y="58"/>
                  <a:pt x="161" y="6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147"/>
                  <a:pt x="161" y="147"/>
                  <a:pt x="161" y="147"/>
                </a:cubicBezTo>
                <a:cubicBezTo>
                  <a:pt x="161" y="151"/>
                  <a:pt x="164" y="154"/>
                  <a:pt x="168" y="154"/>
                </a:cubicBezTo>
                <a:cubicBezTo>
                  <a:pt x="175" y="154"/>
                  <a:pt x="175" y="154"/>
                  <a:pt x="175" y="154"/>
                </a:cubicBezTo>
                <a:cubicBezTo>
                  <a:pt x="197" y="154"/>
                  <a:pt x="215" y="136"/>
                  <a:pt x="215" y="114"/>
                </a:cubicBezTo>
                <a:cubicBezTo>
                  <a:pt x="215" y="92"/>
                  <a:pt x="197" y="73"/>
                  <a:pt x="175" y="73"/>
                </a:cubicBezTo>
                <a:cubicBezTo>
                  <a:pt x="175" y="60"/>
                  <a:pt x="175" y="60"/>
                  <a:pt x="175" y="60"/>
                </a:cubicBezTo>
                <a:cubicBezTo>
                  <a:pt x="175" y="59"/>
                  <a:pt x="174" y="0"/>
                  <a:pt x="107" y="0"/>
                </a:cubicBezTo>
                <a:cubicBezTo>
                  <a:pt x="41" y="0"/>
                  <a:pt x="40" y="59"/>
                  <a:pt x="40" y="60"/>
                </a:cubicBezTo>
                <a:cubicBezTo>
                  <a:pt x="40" y="73"/>
                  <a:pt x="40" y="73"/>
                  <a:pt x="40" y="73"/>
                </a:cubicBezTo>
                <a:cubicBezTo>
                  <a:pt x="18" y="73"/>
                  <a:pt x="0" y="92"/>
                  <a:pt x="0" y="114"/>
                </a:cubicBezTo>
                <a:cubicBezTo>
                  <a:pt x="0" y="136"/>
                  <a:pt x="18" y="154"/>
                  <a:pt x="40" y="154"/>
                </a:cubicBezTo>
                <a:close/>
                <a:moveTo>
                  <a:pt x="201" y="114"/>
                </a:moveTo>
                <a:cubicBezTo>
                  <a:pt x="201" y="129"/>
                  <a:pt x="189" y="141"/>
                  <a:pt x="175" y="141"/>
                </a:cubicBezTo>
                <a:cubicBezTo>
                  <a:pt x="175" y="87"/>
                  <a:pt x="175" y="87"/>
                  <a:pt x="175" y="87"/>
                </a:cubicBezTo>
                <a:cubicBezTo>
                  <a:pt x="189" y="87"/>
                  <a:pt x="201" y="99"/>
                  <a:pt x="201" y="114"/>
                </a:cubicBezTo>
                <a:close/>
                <a:moveTo>
                  <a:pt x="40" y="87"/>
                </a:moveTo>
                <a:cubicBezTo>
                  <a:pt x="40" y="90"/>
                  <a:pt x="40" y="90"/>
                  <a:pt x="40" y="90"/>
                </a:cubicBezTo>
                <a:cubicBezTo>
                  <a:pt x="40" y="141"/>
                  <a:pt x="40" y="141"/>
                  <a:pt x="40" y="141"/>
                </a:cubicBezTo>
                <a:cubicBezTo>
                  <a:pt x="26" y="141"/>
                  <a:pt x="14" y="129"/>
                  <a:pt x="14" y="114"/>
                </a:cubicBezTo>
                <a:cubicBezTo>
                  <a:pt x="14" y="99"/>
                  <a:pt x="26" y="87"/>
                  <a:pt x="40" y="8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90" name="Group 589"/>
          <p:cNvGrpSpPr/>
          <p:nvPr/>
        </p:nvGrpSpPr>
        <p:grpSpPr>
          <a:xfrm>
            <a:off x="6880225" y="2174875"/>
            <a:ext cx="379413" cy="404813"/>
            <a:chOff x="6880225" y="2174875"/>
            <a:chExt cx="379413" cy="404813"/>
          </a:xfrm>
        </p:grpSpPr>
        <p:sp>
          <p:nvSpPr>
            <p:cNvPr id="467" name="Freeform 80"/>
            <p:cNvSpPr>
              <a:spLocks noEditPoints="1"/>
            </p:cNvSpPr>
            <p:nvPr/>
          </p:nvSpPr>
          <p:spPr bwMode="auto">
            <a:xfrm>
              <a:off x="6880225" y="2174875"/>
              <a:ext cx="214313" cy="404813"/>
            </a:xfrm>
            <a:custGeom>
              <a:avLst/>
              <a:gdLst>
                <a:gd name="T0" fmla="*/ 7 w 114"/>
                <a:gd name="T1" fmla="*/ 155 h 215"/>
                <a:gd name="T2" fmla="*/ 44 w 114"/>
                <a:gd name="T3" fmla="*/ 155 h 215"/>
                <a:gd name="T4" fmla="*/ 102 w 114"/>
                <a:gd name="T5" fmla="*/ 213 h 215"/>
                <a:gd name="T6" fmla="*/ 107 w 114"/>
                <a:gd name="T7" fmla="*/ 215 h 215"/>
                <a:gd name="T8" fmla="*/ 110 w 114"/>
                <a:gd name="T9" fmla="*/ 215 h 215"/>
                <a:gd name="T10" fmla="*/ 114 w 114"/>
                <a:gd name="T11" fmla="*/ 208 h 215"/>
                <a:gd name="T12" fmla="*/ 114 w 114"/>
                <a:gd name="T13" fmla="*/ 7 h 215"/>
                <a:gd name="T14" fmla="*/ 110 w 114"/>
                <a:gd name="T15" fmla="*/ 1 h 215"/>
                <a:gd name="T16" fmla="*/ 102 w 114"/>
                <a:gd name="T17" fmla="*/ 2 h 215"/>
                <a:gd name="T18" fmla="*/ 44 w 114"/>
                <a:gd name="T19" fmla="*/ 61 h 215"/>
                <a:gd name="T20" fmla="*/ 7 w 114"/>
                <a:gd name="T21" fmla="*/ 61 h 215"/>
                <a:gd name="T22" fmla="*/ 0 w 114"/>
                <a:gd name="T23" fmla="*/ 67 h 215"/>
                <a:gd name="T24" fmla="*/ 0 w 114"/>
                <a:gd name="T25" fmla="*/ 148 h 215"/>
                <a:gd name="T26" fmla="*/ 7 w 114"/>
                <a:gd name="T27" fmla="*/ 155 h 215"/>
                <a:gd name="T28" fmla="*/ 13 w 114"/>
                <a:gd name="T29" fmla="*/ 74 h 215"/>
                <a:gd name="T30" fmla="*/ 47 w 114"/>
                <a:gd name="T31" fmla="*/ 74 h 215"/>
                <a:gd name="T32" fmla="*/ 52 w 114"/>
                <a:gd name="T33" fmla="*/ 72 h 215"/>
                <a:gd name="T34" fmla="*/ 100 w 114"/>
                <a:gd name="T35" fmla="*/ 23 h 215"/>
                <a:gd name="T36" fmla="*/ 100 w 114"/>
                <a:gd name="T37" fmla="*/ 192 h 215"/>
                <a:gd name="T38" fmla="*/ 52 w 114"/>
                <a:gd name="T39" fmla="*/ 143 h 215"/>
                <a:gd name="T40" fmla="*/ 47 w 114"/>
                <a:gd name="T41" fmla="*/ 141 h 215"/>
                <a:gd name="T42" fmla="*/ 13 w 114"/>
                <a:gd name="T43" fmla="*/ 141 h 215"/>
                <a:gd name="T44" fmla="*/ 13 w 114"/>
                <a:gd name="T45" fmla="*/ 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215">
                  <a:moveTo>
                    <a:pt x="7" y="155"/>
                  </a:moveTo>
                  <a:cubicBezTo>
                    <a:pt x="44" y="155"/>
                    <a:pt x="44" y="155"/>
                    <a:pt x="44" y="155"/>
                  </a:cubicBezTo>
                  <a:cubicBezTo>
                    <a:pt x="102" y="213"/>
                    <a:pt x="102" y="213"/>
                    <a:pt x="102" y="213"/>
                  </a:cubicBezTo>
                  <a:cubicBezTo>
                    <a:pt x="104" y="214"/>
                    <a:pt x="105" y="215"/>
                    <a:pt x="107" y="215"/>
                  </a:cubicBezTo>
                  <a:cubicBezTo>
                    <a:pt x="108" y="215"/>
                    <a:pt x="109" y="215"/>
                    <a:pt x="110" y="215"/>
                  </a:cubicBezTo>
                  <a:cubicBezTo>
                    <a:pt x="112" y="213"/>
                    <a:pt x="114" y="211"/>
                    <a:pt x="114" y="208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4"/>
                    <a:pt x="112" y="2"/>
                    <a:pt x="110" y="1"/>
                  </a:cubicBezTo>
                  <a:cubicBezTo>
                    <a:pt x="107" y="0"/>
                    <a:pt x="104" y="0"/>
                    <a:pt x="102" y="2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3" y="61"/>
                    <a:pt x="0" y="64"/>
                    <a:pt x="0" y="67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5"/>
                    <a:pt x="7" y="155"/>
                  </a:cubicBezTo>
                  <a:close/>
                  <a:moveTo>
                    <a:pt x="13" y="74"/>
                  </a:moveTo>
                  <a:cubicBezTo>
                    <a:pt x="47" y="74"/>
                    <a:pt x="47" y="74"/>
                    <a:pt x="47" y="74"/>
                  </a:cubicBezTo>
                  <a:cubicBezTo>
                    <a:pt x="49" y="74"/>
                    <a:pt x="50" y="73"/>
                    <a:pt x="52" y="72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192"/>
                    <a:pt x="100" y="192"/>
                    <a:pt x="100" y="192"/>
                  </a:cubicBezTo>
                  <a:cubicBezTo>
                    <a:pt x="52" y="143"/>
                    <a:pt x="52" y="143"/>
                    <a:pt x="52" y="143"/>
                  </a:cubicBezTo>
                  <a:cubicBezTo>
                    <a:pt x="50" y="142"/>
                    <a:pt x="49" y="141"/>
                    <a:pt x="47" y="141"/>
                  </a:cubicBezTo>
                  <a:cubicBezTo>
                    <a:pt x="13" y="141"/>
                    <a:pt x="13" y="141"/>
                    <a:pt x="13" y="141"/>
                  </a:cubicBezTo>
                  <a:lnTo>
                    <a:pt x="13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8" name="Freeform 81"/>
            <p:cNvSpPr>
              <a:spLocks/>
            </p:cNvSpPr>
            <p:nvPr/>
          </p:nvSpPr>
          <p:spPr bwMode="auto">
            <a:xfrm>
              <a:off x="7118350" y="2306638"/>
              <a:ext cx="141288" cy="141288"/>
            </a:xfrm>
            <a:custGeom>
              <a:avLst/>
              <a:gdLst>
                <a:gd name="T0" fmla="*/ 2 w 75"/>
                <a:gd name="T1" fmla="*/ 73 h 75"/>
                <a:gd name="T2" fmla="*/ 7 w 75"/>
                <a:gd name="T3" fmla="*/ 75 h 75"/>
                <a:gd name="T4" fmla="*/ 12 w 75"/>
                <a:gd name="T5" fmla="*/ 73 h 75"/>
                <a:gd name="T6" fmla="*/ 37 w 75"/>
                <a:gd name="T7" fmla="*/ 47 h 75"/>
                <a:gd name="T8" fmla="*/ 63 w 75"/>
                <a:gd name="T9" fmla="*/ 73 h 75"/>
                <a:gd name="T10" fmla="*/ 67 w 75"/>
                <a:gd name="T11" fmla="*/ 75 h 75"/>
                <a:gd name="T12" fmla="*/ 72 w 75"/>
                <a:gd name="T13" fmla="*/ 73 h 75"/>
                <a:gd name="T14" fmla="*/ 72 w 75"/>
                <a:gd name="T15" fmla="*/ 63 h 75"/>
                <a:gd name="T16" fmla="*/ 47 w 75"/>
                <a:gd name="T17" fmla="*/ 38 h 75"/>
                <a:gd name="T18" fmla="*/ 72 w 75"/>
                <a:gd name="T19" fmla="*/ 12 h 75"/>
                <a:gd name="T20" fmla="*/ 72 w 75"/>
                <a:gd name="T21" fmla="*/ 3 h 75"/>
                <a:gd name="T22" fmla="*/ 63 w 75"/>
                <a:gd name="T23" fmla="*/ 3 h 75"/>
                <a:gd name="T24" fmla="*/ 37 w 75"/>
                <a:gd name="T25" fmla="*/ 28 h 75"/>
                <a:gd name="T26" fmla="*/ 12 w 75"/>
                <a:gd name="T27" fmla="*/ 3 h 75"/>
                <a:gd name="T28" fmla="*/ 2 w 75"/>
                <a:gd name="T29" fmla="*/ 3 h 75"/>
                <a:gd name="T30" fmla="*/ 2 w 75"/>
                <a:gd name="T31" fmla="*/ 12 h 75"/>
                <a:gd name="T32" fmla="*/ 28 w 75"/>
                <a:gd name="T33" fmla="*/ 38 h 75"/>
                <a:gd name="T34" fmla="*/ 2 w 75"/>
                <a:gd name="T35" fmla="*/ 63 h 75"/>
                <a:gd name="T36" fmla="*/ 2 w 75"/>
                <a:gd name="T37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75">
                  <a:moveTo>
                    <a:pt x="2" y="73"/>
                  </a:moveTo>
                  <a:cubicBezTo>
                    <a:pt x="4" y="74"/>
                    <a:pt x="5" y="75"/>
                    <a:pt x="7" y="75"/>
                  </a:cubicBezTo>
                  <a:cubicBezTo>
                    <a:pt x="9" y="75"/>
                    <a:pt x="10" y="74"/>
                    <a:pt x="12" y="73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64" y="74"/>
                    <a:pt x="66" y="75"/>
                    <a:pt x="67" y="75"/>
                  </a:cubicBezTo>
                  <a:cubicBezTo>
                    <a:pt x="69" y="75"/>
                    <a:pt x="71" y="74"/>
                    <a:pt x="72" y="73"/>
                  </a:cubicBezTo>
                  <a:cubicBezTo>
                    <a:pt x="75" y="70"/>
                    <a:pt x="75" y="66"/>
                    <a:pt x="72" y="63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5" y="10"/>
                    <a:pt x="75" y="5"/>
                    <a:pt x="72" y="3"/>
                  </a:cubicBezTo>
                  <a:cubicBezTo>
                    <a:pt x="69" y="0"/>
                    <a:pt x="65" y="0"/>
                    <a:pt x="63" y="3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0" y="5"/>
                    <a:pt x="0" y="10"/>
                    <a:pt x="2" y="12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0" y="66"/>
                    <a:pt x="0" y="70"/>
                    <a:pt x="2" y="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9" name="Group 588"/>
          <p:cNvGrpSpPr/>
          <p:nvPr/>
        </p:nvGrpSpPr>
        <p:grpSpPr>
          <a:xfrm>
            <a:off x="6280150" y="2174875"/>
            <a:ext cx="328613" cy="404813"/>
            <a:chOff x="6280150" y="2174875"/>
            <a:chExt cx="328613" cy="404813"/>
          </a:xfrm>
        </p:grpSpPr>
        <p:sp>
          <p:nvSpPr>
            <p:cNvPr id="469" name="Freeform 82"/>
            <p:cNvSpPr>
              <a:spLocks noEditPoints="1"/>
            </p:cNvSpPr>
            <p:nvPr/>
          </p:nvSpPr>
          <p:spPr bwMode="auto">
            <a:xfrm>
              <a:off x="6280150" y="2174875"/>
              <a:ext cx="214313" cy="404813"/>
            </a:xfrm>
            <a:custGeom>
              <a:avLst/>
              <a:gdLst>
                <a:gd name="T0" fmla="*/ 7 w 114"/>
                <a:gd name="T1" fmla="*/ 155 h 215"/>
                <a:gd name="T2" fmla="*/ 44 w 114"/>
                <a:gd name="T3" fmla="*/ 155 h 215"/>
                <a:gd name="T4" fmla="*/ 103 w 114"/>
                <a:gd name="T5" fmla="*/ 213 h 215"/>
                <a:gd name="T6" fmla="*/ 107 w 114"/>
                <a:gd name="T7" fmla="*/ 215 h 215"/>
                <a:gd name="T8" fmla="*/ 110 w 114"/>
                <a:gd name="T9" fmla="*/ 215 h 215"/>
                <a:gd name="T10" fmla="*/ 114 w 114"/>
                <a:gd name="T11" fmla="*/ 208 h 215"/>
                <a:gd name="T12" fmla="*/ 114 w 114"/>
                <a:gd name="T13" fmla="*/ 7 h 215"/>
                <a:gd name="T14" fmla="*/ 110 w 114"/>
                <a:gd name="T15" fmla="*/ 1 h 215"/>
                <a:gd name="T16" fmla="*/ 103 w 114"/>
                <a:gd name="T17" fmla="*/ 2 h 215"/>
                <a:gd name="T18" fmla="*/ 44 w 114"/>
                <a:gd name="T19" fmla="*/ 61 h 215"/>
                <a:gd name="T20" fmla="*/ 7 w 114"/>
                <a:gd name="T21" fmla="*/ 61 h 215"/>
                <a:gd name="T22" fmla="*/ 0 w 114"/>
                <a:gd name="T23" fmla="*/ 67 h 215"/>
                <a:gd name="T24" fmla="*/ 0 w 114"/>
                <a:gd name="T25" fmla="*/ 148 h 215"/>
                <a:gd name="T26" fmla="*/ 7 w 114"/>
                <a:gd name="T27" fmla="*/ 155 h 215"/>
                <a:gd name="T28" fmla="*/ 14 w 114"/>
                <a:gd name="T29" fmla="*/ 74 h 215"/>
                <a:gd name="T30" fmla="*/ 47 w 114"/>
                <a:gd name="T31" fmla="*/ 74 h 215"/>
                <a:gd name="T32" fmla="*/ 52 w 114"/>
                <a:gd name="T33" fmla="*/ 72 h 215"/>
                <a:gd name="T34" fmla="*/ 101 w 114"/>
                <a:gd name="T35" fmla="*/ 23 h 215"/>
                <a:gd name="T36" fmla="*/ 101 w 114"/>
                <a:gd name="T37" fmla="*/ 192 h 215"/>
                <a:gd name="T38" fmla="*/ 52 w 114"/>
                <a:gd name="T39" fmla="*/ 143 h 215"/>
                <a:gd name="T40" fmla="*/ 47 w 114"/>
                <a:gd name="T41" fmla="*/ 141 h 215"/>
                <a:gd name="T42" fmla="*/ 14 w 114"/>
                <a:gd name="T43" fmla="*/ 141 h 215"/>
                <a:gd name="T44" fmla="*/ 14 w 114"/>
                <a:gd name="T45" fmla="*/ 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215">
                  <a:moveTo>
                    <a:pt x="7" y="155"/>
                  </a:moveTo>
                  <a:cubicBezTo>
                    <a:pt x="44" y="155"/>
                    <a:pt x="44" y="155"/>
                    <a:pt x="44" y="155"/>
                  </a:cubicBezTo>
                  <a:cubicBezTo>
                    <a:pt x="103" y="213"/>
                    <a:pt x="103" y="213"/>
                    <a:pt x="103" y="213"/>
                  </a:cubicBezTo>
                  <a:cubicBezTo>
                    <a:pt x="104" y="214"/>
                    <a:pt x="106" y="215"/>
                    <a:pt x="107" y="215"/>
                  </a:cubicBezTo>
                  <a:cubicBezTo>
                    <a:pt x="108" y="215"/>
                    <a:pt x="109" y="215"/>
                    <a:pt x="110" y="215"/>
                  </a:cubicBezTo>
                  <a:cubicBezTo>
                    <a:pt x="113" y="213"/>
                    <a:pt x="114" y="211"/>
                    <a:pt x="114" y="208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4"/>
                    <a:pt x="113" y="2"/>
                    <a:pt x="110" y="1"/>
                  </a:cubicBezTo>
                  <a:cubicBezTo>
                    <a:pt x="107" y="0"/>
                    <a:pt x="105" y="0"/>
                    <a:pt x="103" y="2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3" y="61"/>
                    <a:pt x="0" y="64"/>
                    <a:pt x="0" y="67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5"/>
                    <a:pt x="7" y="155"/>
                  </a:cubicBezTo>
                  <a:close/>
                  <a:moveTo>
                    <a:pt x="14" y="74"/>
                  </a:moveTo>
                  <a:cubicBezTo>
                    <a:pt x="47" y="74"/>
                    <a:pt x="47" y="74"/>
                    <a:pt x="47" y="74"/>
                  </a:cubicBezTo>
                  <a:cubicBezTo>
                    <a:pt x="49" y="74"/>
                    <a:pt x="51" y="73"/>
                    <a:pt x="52" y="72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1" y="192"/>
                    <a:pt x="101" y="192"/>
                    <a:pt x="101" y="192"/>
                  </a:cubicBezTo>
                  <a:cubicBezTo>
                    <a:pt x="52" y="143"/>
                    <a:pt x="52" y="143"/>
                    <a:pt x="52" y="143"/>
                  </a:cubicBezTo>
                  <a:cubicBezTo>
                    <a:pt x="51" y="142"/>
                    <a:pt x="49" y="141"/>
                    <a:pt x="47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0" name="Freeform 83"/>
            <p:cNvSpPr>
              <a:spLocks/>
            </p:cNvSpPr>
            <p:nvPr/>
          </p:nvSpPr>
          <p:spPr bwMode="auto">
            <a:xfrm>
              <a:off x="6521450" y="2301875"/>
              <a:ext cx="87313" cy="150813"/>
            </a:xfrm>
            <a:custGeom>
              <a:avLst/>
              <a:gdLst>
                <a:gd name="T0" fmla="*/ 6 w 47"/>
                <a:gd name="T1" fmla="*/ 68 h 81"/>
                <a:gd name="T2" fmla="*/ 0 w 47"/>
                <a:gd name="T3" fmla="*/ 74 h 81"/>
                <a:gd name="T4" fmla="*/ 6 w 47"/>
                <a:gd name="T5" fmla="*/ 81 h 81"/>
                <a:gd name="T6" fmla="*/ 47 w 47"/>
                <a:gd name="T7" fmla="*/ 41 h 81"/>
                <a:gd name="T8" fmla="*/ 6 w 47"/>
                <a:gd name="T9" fmla="*/ 0 h 81"/>
                <a:gd name="T10" fmla="*/ 0 w 47"/>
                <a:gd name="T11" fmla="*/ 7 h 81"/>
                <a:gd name="T12" fmla="*/ 6 w 47"/>
                <a:gd name="T13" fmla="*/ 14 h 81"/>
                <a:gd name="T14" fmla="*/ 33 w 47"/>
                <a:gd name="T15" fmla="*/ 41 h 81"/>
                <a:gd name="T16" fmla="*/ 6 w 47"/>
                <a:gd name="T17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81">
                  <a:moveTo>
                    <a:pt x="6" y="68"/>
                  </a:moveTo>
                  <a:cubicBezTo>
                    <a:pt x="3" y="68"/>
                    <a:pt x="0" y="71"/>
                    <a:pt x="0" y="74"/>
                  </a:cubicBezTo>
                  <a:cubicBezTo>
                    <a:pt x="0" y="78"/>
                    <a:pt x="3" y="81"/>
                    <a:pt x="6" y="81"/>
                  </a:cubicBezTo>
                  <a:cubicBezTo>
                    <a:pt x="28" y="81"/>
                    <a:pt x="47" y="63"/>
                    <a:pt x="47" y="41"/>
                  </a:cubicBezTo>
                  <a:cubicBezTo>
                    <a:pt x="47" y="19"/>
                    <a:pt x="28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21" y="14"/>
                    <a:pt x="33" y="26"/>
                    <a:pt x="33" y="41"/>
                  </a:cubicBezTo>
                  <a:cubicBezTo>
                    <a:pt x="33" y="56"/>
                    <a:pt x="21" y="68"/>
                    <a:pt x="6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8" name="Group 587"/>
          <p:cNvGrpSpPr/>
          <p:nvPr/>
        </p:nvGrpSpPr>
        <p:grpSpPr>
          <a:xfrm>
            <a:off x="5626100" y="2174875"/>
            <a:ext cx="390526" cy="404813"/>
            <a:chOff x="5626100" y="2174875"/>
            <a:chExt cx="390526" cy="404813"/>
          </a:xfrm>
        </p:grpSpPr>
        <p:sp>
          <p:nvSpPr>
            <p:cNvPr id="471" name="Freeform 84"/>
            <p:cNvSpPr>
              <a:spLocks noEditPoints="1"/>
            </p:cNvSpPr>
            <p:nvPr/>
          </p:nvSpPr>
          <p:spPr bwMode="auto">
            <a:xfrm>
              <a:off x="5626100" y="2174875"/>
              <a:ext cx="212725" cy="404813"/>
            </a:xfrm>
            <a:custGeom>
              <a:avLst/>
              <a:gdLst>
                <a:gd name="T0" fmla="*/ 7 w 114"/>
                <a:gd name="T1" fmla="*/ 155 h 215"/>
                <a:gd name="T2" fmla="*/ 44 w 114"/>
                <a:gd name="T3" fmla="*/ 155 h 215"/>
                <a:gd name="T4" fmla="*/ 103 w 114"/>
                <a:gd name="T5" fmla="*/ 213 h 215"/>
                <a:gd name="T6" fmla="*/ 108 w 114"/>
                <a:gd name="T7" fmla="*/ 215 h 215"/>
                <a:gd name="T8" fmla="*/ 110 w 114"/>
                <a:gd name="T9" fmla="*/ 215 h 215"/>
                <a:gd name="T10" fmla="*/ 114 w 114"/>
                <a:gd name="T11" fmla="*/ 208 h 215"/>
                <a:gd name="T12" fmla="*/ 114 w 114"/>
                <a:gd name="T13" fmla="*/ 7 h 215"/>
                <a:gd name="T14" fmla="*/ 110 w 114"/>
                <a:gd name="T15" fmla="*/ 1 h 215"/>
                <a:gd name="T16" fmla="*/ 103 w 114"/>
                <a:gd name="T17" fmla="*/ 2 h 215"/>
                <a:gd name="T18" fmla="*/ 44 w 114"/>
                <a:gd name="T19" fmla="*/ 61 h 215"/>
                <a:gd name="T20" fmla="*/ 7 w 114"/>
                <a:gd name="T21" fmla="*/ 61 h 215"/>
                <a:gd name="T22" fmla="*/ 0 w 114"/>
                <a:gd name="T23" fmla="*/ 67 h 215"/>
                <a:gd name="T24" fmla="*/ 0 w 114"/>
                <a:gd name="T25" fmla="*/ 148 h 215"/>
                <a:gd name="T26" fmla="*/ 7 w 114"/>
                <a:gd name="T27" fmla="*/ 155 h 215"/>
                <a:gd name="T28" fmla="*/ 14 w 114"/>
                <a:gd name="T29" fmla="*/ 74 h 215"/>
                <a:gd name="T30" fmla="*/ 47 w 114"/>
                <a:gd name="T31" fmla="*/ 74 h 215"/>
                <a:gd name="T32" fmla="*/ 52 w 114"/>
                <a:gd name="T33" fmla="*/ 72 h 215"/>
                <a:gd name="T34" fmla="*/ 101 w 114"/>
                <a:gd name="T35" fmla="*/ 23 h 215"/>
                <a:gd name="T36" fmla="*/ 101 w 114"/>
                <a:gd name="T37" fmla="*/ 192 h 215"/>
                <a:gd name="T38" fmla="*/ 52 w 114"/>
                <a:gd name="T39" fmla="*/ 143 h 215"/>
                <a:gd name="T40" fmla="*/ 47 w 114"/>
                <a:gd name="T41" fmla="*/ 141 h 215"/>
                <a:gd name="T42" fmla="*/ 14 w 114"/>
                <a:gd name="T43" fmla="*/ 141 h 215"/>
                <a:gd name="T44" fmla="*/ 14 w 114"/>
                <a:gd name="T45" fmla="*/ 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215">
                  <a:moveTo>
                    <a:pt x="7" y="155"/>
                  </a:moveTo>
                  <a:cubicBezTo>
                    <a:pt x="44" y="155"/>
                    <a:pt x="44" y="155"/>
                    <a:pt x="44" y="155"/>
                  </a:cubicBezTo>
                  <a:cubicBezTo>
                    <a:pt x="103" y="213"/>
                    <a:pt x="103" y="213"/>
                    <a:pt x="103" y="213"/>
                  </a:cubicBezTo>
                  <a:cubicBezTo>
                    <a:pt x="104" y="214"/>
                    <a:pt x="106" y="215"/>
                    <a:pt x="108" y="215"/>
                  </a:cubicBezTo>
                  <a:cubicBezTo>
                    <a:pt x="108" y="215"/>
                    <a:pt x="109" y="215"/>
                    <a:pt x="110" y="215"/>
                  </a:cubicBezTo>
                  <a:cubicBezTo>
                    <a:pt x="113" y="213"/>
                    <a:pt x="114" y="211"/>
                    <a:pt x="114" y="208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4"/>
                    <a:pt x="113" y="2"/>
                    <a:pt x="110" y="1"/>
                  </a:cubicBezTo>
                  <a:cubicBezTo>
                    <a:pt x="108" y="0"/>
                    <a:pt x="105" y="0"/>
                    <a:pt x="103" y="2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3" y="61"/>
                    <a:pt x="0" y="64"/>
                    <a:pt x="0" y="67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5"/>
                    <a:pt x="7" y="155"/>
                  </a:cubicBezTo>
                  <a:close/>
                  <a:moveTo>
                    <a:pt x="14" y="74"/>
                  </a:moveTo>
                  <a:cubicBezTo>
                    <a:pt x="47" y="74"/>
                    <a:pt x="47" y="74"/>
                    <a:pt x="47" y="74"/>
                  </a:cubicBezTo>
                  <a:cubicBezTo>
                    <a:pt x="49" y="74"/>
                    <a:pt x="51" y="73"/>
                    <a:pt x="52" y="72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1" y="192"/>
                    <a:pt x="101" y="192"/>
                    <a:pt x="101" y="192"/>
                  </a:cubicBezTo>
                  <a:cubicBezTo>
                    <a:pt x="52" y="143"/>
                    <a:pt x="52" y="143"/>
                    <a:pt x="52" y="143"/>
                  </a:cubicBezTo>
                  <a:cubicBezTo>
                    <a:pt x="51" y="142"/>
                    <a:pt x="49" y="141"/>
                    <a:pt x="47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2" name="Freeform 85"/>
            <p:cNvSpPr>
              <a:spLocks/>
            </p:cNvSpPr>
            <p:nvPr/>
          </p:nvSpPr>
          <p:spPr bwMode="auto">
            <a:xfrm>
              <a:off x="5865813" y="2301875"/>
              <a:ext cx="88900" cy="150813"/>
            </a:xfrm>
            <a:custGeom>
              <a:avLst/>
              <a:gdLst>
                <a:gd name="T0" fmla="*/ 6 w 47"/>
                <a:gd name="T1" fmla="*/ 68 h 81"/>
                <a:gd name="T2" fmla="*/ 0 w 47"/>
                <a:gd name="T3" fmla="*/ 74 h 81"/>
                <a:gd name="T4" fmla="*/ 6 w 47"/>
                <a:gd name="T5" fmla="*/ 81 h 81"/>
                <a:gd name="T6" fmla="*/ 47 w 47"/>
                <a:gd name="T7" fmla="*/ 41 h 81"/>
                <a:gd name="T8" fmla="*/ 6 w 47"/>
                <a:gd name="T9" fmla="*/ 0 h 81"/>
                <a:gd name="T10" fmla="*/ 0 w 47"/>
                <a:gd name="T11" fmla="*/ 7 h 81"/>
                <a:gd name="T12" fmla="*/ 6 w 47"/>
                <a:gd name="T13" fmla="*/ 14 h 81"/>
                <a:gd name="T14" fmla="*/ 33 w 47"/>
                <a:gd name="T15" fmla="*/ 41 h 81"/>
                <a:gd name="T16" fmla="*/ 6 w 47"/>
                <a:gd name="T17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81">
                  <a:moveTo>
                    <a:pt x="6" y="68"/>
                  </a:moveTo>
                  <a:cubicBezTo>
                    <a:pt x="3" y="68"/>
                    <a:pt x="0" y="71"/>
                    <a:pt x="0" y="74"/>
                  </a:cubicBezTo>
                  <a:cubicBezTo>
                    <a:pt x="0" y="78"/>
                    <a:pt x="3" y="81"/>
                    <a:pt x="6" y="81"/>
                  </a:cubicBezTo>
                  <a:cubicBezTo>
                    <a:pt x="29" y="81"/>
                    <a:pt x="47" y="63"/>
                    <a:pt x="47" y="41"/>
                  </a:cubicBezTo>
                  <a:cubicBezTo>
                    <a:pt x="47" y="19"/>
                    <a:pt x="29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21" y="14"/>
                    <a:pt x="33" y="26"/>
                    <a:pt x="33" y="41"/>
                  </a:cubicBezTo>
                  <a:cubicBezTo>
                    <a:pt x="33" y="56"/>
                    <a:pt x="21" y="68"/>
                    <a:pt x="6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3" name="Freeform 86"/>
            <p:cNvSpPr>
              <a:spLocks/>
            </p:cNvSpPr>
            <p:nvPr/>
          </p:nvSpPr>
          <p:spPr bwMode="auto">
            <a:xfrm>
              <a:off x="5865813" y="2238375"/>
              <a:ext cx="150813" cy="279400"/>
            </a:xfrm>
            <a:custGeom>
              <a:avLst/>
              <a:gdLst>
                <a:gd name="T0" fmla="*/ 6 w 80"/>
                <a:gd name="T1" fmla="*/ 148 h 148"/>
                <a:gd name="T2" fmla="*/ 80 w 80"/>
                <a:gd name="T3" fmla="*/ 74 h 148"/>
                <a:gd name="T4" fmla="*/ 6 w 80"/>
                <a:gd name="T5" fmla="*/ 0 h 148"/>
                <a:gd name="T6" fmla="*/ 0 w 80"/>
                <a:gd name="T7" fmla="*/ 7 h 148"/>
                <a:gd name="T8" fmla="*/ 6 w 80"/>
                <a:gd name="T9" fmla="*/ 13 h 148"/>
                <a:gd name="T10" fmla="*/ 67 w 80"/>
                <a:gd name="T11" fmla="*/ 74 h 148"/>
                <a:gd name="T12" fmla="*/ 6 w 80"/>
                <a:gd name="T13" fmla="*/ 134 h 148"/>
                <a:gd name="T14" fmla="*/ 0 w 80"/>
                <a:gd name="T15" fmla="*/ 141 h 148"/>
                <a:gd name="T16" fmla="*/ 6 w 80"/>
                <a:gd name="T17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148">
                  <a:moveTo>
                    <a:pt x="6" y="148"/>
                  </a:moveTo>
                  <a:cubicBezTo>
                    <a:pt x="47" y="148"/>
                    <a:pt x="80" y="114"/>
                    <a:pt x="80" y="74"/>
                  </a:cubicBezTo>
                  <a:cubicBezTo>
                    <a:pt x="80" y="33"/>
                    <a:pt x="47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40" y="13"/>
                    <a:pt x="67" y="40"/>
                    <a:pt x="67" y="74"/>
                  </a:cubicBezTo>
                  <a:cubicBezTo>
                    <a:pt x="67" y="107"/>
                    <a:pt x="40" y="134"/>
                    <a:pt x="6" y="134"/>
                  </a:cubicBezTo>
                  <a:cubicBezTo>
                    <a:pt x="3" y="134"/>
                    <a:pt x="0" y="137"/>
                    <a:pt x="0" y="141"/>
                  </a:cubicBezTo>
                  <a:cubicBezTo>
                    <a:pt x="0" y="145"/>
                    <a:pt x="3" y="148"/>
                    <a:pt x="6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4" name="Group 603"/>
          <p:cNvGrpSpPr/>
          <p:nvPr/>
        </p:nvGrpSpPr>
        <p:grpSpPr>
          <a:xfrm>
            <a:off x="2500313" y="3454400"/>
            <a:ext cx="404813" cy="342900"/>
            <a:chOff x="2500313" y="3454400"/>
            <a:chExt cx="404813" cy="342900"/>
          </a:xfrm>
        </p:grpSpPr>
        <p:sp>
          <p:nvSpPr>
            <p:cNvPr id="474" name="Freeform 87"/>
            <p:cNvSpPr>
              <a:spLocks noEditPoints="1"/>
            </p:cNvSpPr>
            <p:nvPr/>
          </p:nvSpPr>
          <p:spPr bwMode="auto">
            <a:xfrm>
              <a:off x="2500313" y="3454400"/>
              <a:ext cx="404813" cy="342900"/>
            </a:xfrm>
            <a:custGeom>
              <a:avLst/>
              <a:gdLst>
                <a:gd name="T0" fmla="*/ 208 w 215"/>
                <a:gd name="T1" fmla="*/ 0 h 182"/>
                <a:gd name="T2" fmla="*/ 7 w 215"/>
                <a:gd name="T3" fmla="*/ 0 h 182"/>
                <a:gd name="T4" fmla="*/ 0 w 215"/>
                <a:gd name="T5" fmla="*/ 7 h 182"/>
                <a:gd name="T6" fmla="*/ 0 w 215"/>
                <a:gd name="T7" fmla="*/ 175 h 182"/>
                <a:gd name="T8" fmla="*/ 7 w 215"/>
                <a:gd name="T9" fmla="*/ 182 h 182"/>
                <a:gd name="T10" fmla="*/ 208 w 215"/>
                <a:gd name="T11" fmla="*/ 182 h 182"/>
                <a:gd name="T12" fmla="*/ 215 w 215"/>
                <a:gd name="T13" fmla="*/ 175 h 182"/>
                <a:gd name="T14" fmla="*/ 215 w 215"/>
                <a:gd name="T15" fmla="*/ 7 h 182"/>
                <a:gd name="T16" fmla="*/ 208 w 215"/>
                <a:gd name="T17" fmla="*/ 0 h 182"/>
                <a:gd name="T18" fmla="*/ 201 w 215"/>
                <a:gd name="T19" fmla="*/ 14 h 182"/>
                <a:gd name="T20" fmla="*/ 201 w 215"/>
                <a:gd name="T21" fmla="*/ 41 h 182"/>
                <a:gd name="T22" fmla="*/ 14 w 215"/>
                <a:gd name="T23" fmla="*/ 41 h 182"/>
                <a:gd name="T24" fmla="*/ 14 w 215"/>
                <a:gd name="T25" fmla="*/ 14 h 182"/>
                <a:gd name="T26" fmla="*/ 201 w 215"/>
                <a:gd name="T27" fmla="*/ 14 h 182"/>
                <a:gd name="T28" fmla="*/ 14 w 215"/>
                <a:gd name="T29" fmla="*/ 168 h 182"/>
                <a:gd name="T30" fmla="*/ 14 w 215"/>
                <a:gd name="T31" fmla="*/ 54 h 182"/>
                <a:gd name="T32" fmla="*/ 201 w 215"/>
                <a:gd name="T33" fmla="*/ 54 h 182"/>
                <a:gd name="T34" fmla="*/ 201 w 215"/>
                <a:gd name="T35" fmla="*/ 168 h 182"/>
                <a:gd name="T36" fmla="*/ 14 w 215"/>
                <a:gd name="T37" fmla="*/ 16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82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79"/>
                    <a:pt x="3" y="182"/>
                    <a:pt x="7" y="182"/>
                  </a:cubicBezTo>
                  <a:cubicBezTo>
                    <a:pt x="208" y="182"/>
                    <a:pt x="208" y="182"/>
                    <a:pt x="208" y="182"/>
                  </a:cubicBezTo>
                  <a:cubicBezTo>
                    <a:pt x="212" y="182"/>
                    <a:pt x="215" y="179"/>
                    <a:pt x="215" y="175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  <a:moveTo>
                    <a:pt x="201" y="14"/>
                  </a:moveTo>
                  <a:cubicBezTo>
                    <a:pt x="201" y="41"/>
                    <a:pt x="201" y="41"/>
                    <a:pt x="201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14"/>
                    <a:pt x="14" y="14"/>
                    <a:pt x="14" y="14"/>
                  </a:cubicBezTo>
                  <a:lnTo>
                    <a:pt x="201" y="14"/>
                  </a:lnTo>
                  <a:close/>
                  <a:moveTo>
                    <a:pt x="14" y="168"/>
                  </a:moveTo>
                  <a:cubicBezTo>
                    <a:pt x="14" y="54"/>
                    <a:pt x="14" y="54"/>
                    <a:pt x="14" y="54"/>
                  </a:cubicBezTo>
                  <a:cubicBezTo>
                    <a:pt x="201" y="54"/>
                    <a:pt x="201" y="54"/>
                    <a:pt x="201" y="54"/>
                  </a:cubicBezTo>
                  <a:cubicBezTo>
                    <a:pt x="201" y="168"/>
                    <a:pt x="201" y="168"/>
                    <a:pt x="201" y="168"/>
                  </a:cubicBezTo>
                  <a:lnTo>
                    <a:pt x="14" y="1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5" name="Freeform 88"/>
            <p:cNvSpPr>
              <a:spLocks/>
            </p:cNvSpPr>
            <p:nvPr/>
          </p:nvSpPr>
          <p:spPr bwMode="auto">
            <a:xfrm>
              <a:off x="2551113" y="3492500"/>
              <a:ext cx="25400" cy="26988"/>
            </a:xfrm>
            <a:custGeom>
              <a:avLst/>
              <a:gdLst>
                <a:gd name="T0" fmla="*/ 7 w 13"/>
                <a:gd name="T1" fmla="*/ 14 h 14"/>
                <a:gd name="T2" fmla="*/ 12 w 13"/>
                <a:gd name="T3" fmla="*/ 12 h 14"/>
                <a:gd name="T4" fmla="*/ 13 w 13"/>
                <a:gd name="T5" fmla="*/ 7 h 14"/>
                <a:gd name="T6" fmla="*/ 12 w 13"/>
                <a:gd name="T7" fmla="*/ 2 h 14"/>
                <a:gd name="T8" fmla="*/ 2 w 13"/>
                <a:gd name="T9" fmla="*/ 2 h 14"/>
                <a:gd name="T10" fmla="*/ 0 w 13"/>
                <a:gd name="T11" fmla="*/ 7 h 14"/>
                <a:gd name="T12" fmla="*/ 2 w 13"/>
                <a:gd name="T13" fmla="*/ 12 h 14"/>
                <a:gd name="T14" fmla="*/ 7 w 13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7" y="14"/>
                  </a:moveTo>
                  <a:cubicBezTo>
                    <a:pt x="9" y="14"/>
                    <a:pt x="10" y="13"/>
                    <a:pt x="12" y="12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6" name="Freeform 89"/>
            <p:cNvSpPr>
              <a:spLocks/>
            </p:cNvSpPr>
            <p:nvPr/>
          </p:nvSpPr>
          <p:spPr bwMode="auto">
            <a:xfrm>
              <a:off x="2589213" y="3492500"/>
              <a:ext cx="25400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0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7" name="Freeform 90"/>
            <p:cNvSpPr>
              <a:spLocks/>
            </p:cNvSpPr>
            <p:nvPr/>
          </p:nvSpPr>
          <p:spPr bwMode="auto">
            <a:xfrm>
              <a:off x="2627313" y="3492500"/>
              <a:ext cx="25400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8" name="Freeform 91"/>
            <p:cNvSpPr>
              <a:spLocks/>
            </p:cNvSpPr>
            <p:nvPr/>
          </p:nvSpPr>
          <p:spPr bwMode="auto">
            <a:xfrm>
              <a:off x="2551113" y="3581400"/>
              <a:ext cx="158750" cy="25400"/>
            </a:xfrm>
            <a:custGeom>
              <a:avLst/>
              <a:gdLst>
                <a:gd name="T0" fmla="*/ 77 w 84"/>
                <a:gd name="T1" fmla="*/ 0 h 14"/>
                <a:gd name="T2" fmla="*/ 7 w 84"/>
                <a:gd name="T3" fmla="*/ 0 h 14"/>
                <a:gd name="T4" fmla="*/ 0 w 84"/>
                <a:gd name="T5" fmla="*/ 7 h 14"/>
                <a:gd name="T6" fmla="*/ 7 w 84"/>
                <a:gd name="T7" fmla="*/ 14 h 14"/>
                <a:gd name="T8" fmla="*/ 77 w 84"/>
                <a:gd name="T9" fmla="*/ 14 h 14"/>
                <a:gd name="T10" fmla="*/ 84 w 84"/>
                <a:gd name="T11" fmla="*/ 7 h 14"/>
                <a:gd name="T12" fmla="*/ 77 w 8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4">
                  <a:moveTo>
                    <a:pt x="7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81" y="14"/>
                    <a:pt x="84" y="11"/>
                    <a:pt x="84" y="7"/>
                  </a:cubicBezTo>
                  <a:cubicBezTo>
                    <a:pt x="84" y="3"/>
                    <a:pt x="81" y="0"/>
                    <a:pt x="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9" name="Freeform 92"/>
            <p:cNvSpPr>
              <a:spLocks/>
            </p:cNvSpPr>
            <p:nvPr/>
          </p:nvSpPr>
          <p:spPr bwMode="auto">
            <a:xfrm>
              <a:off x="2551113" y="3632200"/>
              <a:ext cx="158750" cy="25400"/>
            </a:xfrm>
            <a:custGeom>
              <a:avLst/>
              <a:gdLst>
                <a:gd name="T0" fmla="*/ 77 w 84"/>
                <a:gd name="T1" fmla="*/ 0 h 14"/>
                <a:gd name="T2" fmla="*/ 7 w 84"/>
                <a:gd name="T3" fmla="*/ 0 h 14"/>
                <a:gd name="T4" fmla="*/ 0 w 84"/>
                <a:gd name="T5" fmla="*/ 7 h 14"/>
                <a:gd name="T6" fmla="*/ 7 w 84"/>
                <a:gd name="T7" fmla="*/ 14 h 14"/>
                <a:gd name="T8" fmla="*/ 77 w 84"/>
                <a:gd name="T9" fmla="*/ 14 h 14"/>
                <a:gd name="T10" fmla="*/ 84 w 84"/>
                <a:gd name="T11" fmla="*/ 7 h 14"/>
                <a:gd name="T12" fmla="*/ 77 w 8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4">
                  <a:moveTo>
                    <a:pt x="7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81" y="14"/>
                    <a:pt x="84" y="11"/>
                    <a:pt x="84" y="7"/>
                  </a:cubicBezTo>
                  <a:cubicBezTo>
                    <a:pt x="84" y="3"/>
                    <a:pt x="81" y="0"/>
                    <a:pt x="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0" name="Freeform 93"/>
            <p:cNvSpPr>
              <a:spLocks/>
            </p:cNvSpPr>
            <p:nvPr/>
          </p:nvSpPr>
          <p:spPr bwMode="auto">
            <a:xfrm>
              <a:off x="2551113" y="3683000"/>
              <a:ext cx="158750" cy="25400"/>
            </a:xfrm>
            <a:custGeom>
              <a:avLst/>
              <a:gdLst>
                <a:gd name="T0" fmla="*/ 77 w 84"/>
                <a:gd name="T1" fmla="*/ 0 h 14"/>
                <a:gd name="T2" fmla="*/ 7 w 84"/>
                <a:gd name="T3" fmla="*/ 0 h 14"/>
                <a:gd name="T4" fmla="*/ 0 w 84"/>
                <a:gd name="T5" fmla="*/ 7 h 14"/>
                <a:gd name="T6" fmla="*/ 7 w 84"/>
                <a:gd name="T7" fmla="*/ 14 h 14"/>
                <a:gd name="T8" fmla="*/ 77 w 84"/>
                <a:gd name="T9" fmla="*/ 14 h 14"/>
                <a:gd name="T10" fmla="*/ 84 w 84"/>
                <a:gd name="T11" fmla="*/ 7 h 14"/>
                <a:gd name="T12" fmla="*/ 77 w 8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4">
                  <a:moveTo>
                    <a:pt x="7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81" y="14"/>
                    <a:pt x="84" y="11"/>
                    <a:pt x="84" y="7"/>
                  </a:cubicBezTo>
                  <a:cubicBezTo>
                    <a:pt x="84" y="3"/>
                    <a:pt x="81" y="0"/>
                    <a:pt x="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1" name="Freeform 94"/>
            <p:cNvSpPr>
              <a:spLocks noEditPoints="1"/>
            </p:cNvSpPr>
            <p:nvPr/>
          </p:nvSpPr>
          <p:spPr bwMode="auto">
            <a:xfrm>
              <a:off x="2733675" y="3581400"/>
              <a:ext cx="120650" cy="127000"/>
            </a:xfrm>
            <a:custGeom>
              <a:avLst/>
              <a:gdLst>
                <a:gd name="T0" fmla="*/ 57 w 64"/>
                <a:gd name="T1" fmla="*/ 0 h 68"/>
                <a:gd name="T2" fmla="*/ 7 w 64"/>
                <a:gd name="T3" fmla="*/ 0 h 68"/>
                <a:gd name="T4" fmla="*/ 0 w 64"/>
                <a:gd name="T5" fmla="*/ 7 h 68"/>
                <a:gd name="T6" fmla="*/ 0 w 64"/>
                <a:gd name="T7" fmla="*/ 61 h 68"/>
                <a:gd name="T8" fmla="*/ 7 w 64"/>
                <a:gd name="T9" fmla="*/ 68 h 68"/>
                <a:gd name="T10" fmla="*/ 57 w 64"/>
                <a:gd name="T11" fmla="*/ 68 h 68"/>
                <a:gd name="T12" fmla="*/ 64 w 64"/>
                <a:gd name="T13" fmla="*/ 61 h 68"/>
                <a:gd name="T14" fmla="*/ 64 w 64"/>
                <a:gd name="T15" fmla="*/ 7 h 68"/>
                <a:gd name="T16" fmla="*/ 57 w 64"/>
                <a:gd name="T17" fmla="*/ 0 h 68"/>
                <a:gd name="T18" fmla="*/ 51 w 64"/>
                <a:gd name="T19" fmla="*/ 54 h 68"/>
                <a:gd name="T20" fmla="*/ 14 w 64"/>
                <a:gd name="T21" fmla="*/ 54 h 68"/>
                <a:gd name="T22" fmla="*/ 14 w 64"/>
                <a:gd name="T23" fmla="*/ 14 h 68"/>
                <a:gd name="T24" fmla="*/ 51 w 64"/>
                <a:gd name="T25" fmla="*/ 14 h 68"/>
                <a:gd name="T26" fmla="*/ 51 w 64"/>
                <a:gd name="T27" fmla="*/ 5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68">
                  <a:moveTo>
                    <a:pt x="5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5"/>
                    <a:pt x="3" y="68"/>
                    <a:pt x="7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61" y="68"/>
                    <a:pt x="64" y="65"/>
                    <a:pt x="64" y="61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3"/>
                    <a:pt x="61" y="0"/>
                    <a:pt x="57" y="0"/>
                  </a:cubicBezTo>
                  <a:close/>
                  <a:moveTo>
                    <a:pt x="51" y="54"/>
                  </a:moveTo>
                  <a:cubicBezTo>
                    <a:pt x="14" y="54"/>
                    <a:pt x="14" y="54"/>
                    <a:pt x="14" y="5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51" y="14"/>
                    <a:pt x="51" y="14"/>
                    <a:pt x="51" y="14"/>
                  </a:cubicBezTo>
                  <a:lnTo>
                    <a:pt x="51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3" name="Group 602"/>
          <p:cNvGrpSpPr/>
          <p:nvPr/>
        </p:nvGrpSpPr>
        <p:grpSpPr>
          <a:xfrm>
            <a:off x="3124200" y="3454400"/>
            <a:ext cx="403225" cy="342900"/>
            <a:chOff x="3124200" y="3454400"/>
            <a:chExt cx="403225" cy="342900"/>
          </a:xfrm>
        </p:grpSpPr>
        <p:sp>
          <p:nvSpPr>
            <p:cNvPr id="482" name="Freeform 95"/>
            <p:cNvSpPr>
              <a:spLocks noEditPoints="1"/>
            </p:cNvSpPr>
            <p:nvPr/>
          </p:nvSpPr>
          <p:spPr bwMode="auto">
            <a:xfrm>
              <a:off x="3124200" y="3454400"/>
              <a:ext cx="403225" cy="342900"/>
            </a:xfrm>
            <a:custGeom>
              <a:avLst/>
              <a:gdLst>
                <a:gd name="T0" fmla="*/ 7 w 215"/>
                <a:gd name="T1" fmla="*/ 182 h 182"/>
                <a:gd name="T2" fmla="*/ 208 w 215"/>
                <a:gd name="T3" fmla="*/ 182 h 182"/>
                <a:gd name="T4" fmla="*/ 215 w 215"/>
                <a:gd name="T5" fmla="*/ 175 h 182"/>
                <a:gd name="T6" fmla="*/ 215 w 215"/>
                <a:gd name="T7" fmla="*/ 7 h 182"/>
                <a:gd name="T8" fmla="*/ 208 w 215"/>
                <a:gd name="T9" fmla="*/ 0 h 182"/>
                <a:gd name="T10" fmla="*/ 7 w 215"/>
                <a:gd name="T11" fmla="*/ 0 h 182"/>
                <a:gd name="T12" fmla="*/ 0 w 215"/>
                <a:gd name="T13" fmla="*/ 7 h 182"/>
                <a:gd name="T14" fmla="*/ 0 w 215"/>
                <a:gd name="T15" fmla="*/ 175 h 182"/>
                <a:gd name="T16" fmla="*/ 7 w 215"/>
                <a:gd name="T17" fmla="*/ 182 h 182"/>
                <a:gd name="T18" fmla="*/ 14 w 215"/>
                <a:gd name="T19" fmla="*/ 168 h 182"/>
                <a:gd name="T20" fmla="*/ 14 w 215"/>
                <a:gd name="T21" fmla="*/ 54 h 182"/>
                <a:gd name="T22" fmla="*/ 202 w 215"/>
                <a:gd name="T23" fmla="*/ 54 h 182"/>
                <a:gd name="T24" fmla="*/ 202 w 215"/>
                <a:gd name="T25" fmla="*/ 168 h 182"/>
                <a:gd name="T26" fmla="*/ 14 w 215"/>
                <a:gd name="T27" fmla="*/ 168 h 182"/>
                <a:gd name="T28" fmla="*/ 202 w 215"/>
                <a:gd name="T29" fmla="*/ 14 h 182"/>
                <a:gd name="T30" fmla="*/ 202 w 215"/>
                <a:gd name="T31" fmla="*/ 41 h 182"/>
                <a:gd name="T32" fmla="*/ 14 w 215"/>
                <a:gd name="T33" fmla="*/ 41 h 182"/>
                <a:gd name="T34" fmla="*/ 14 w 215"/>
                <a:gd name="T35" fmla="*/ 14 h 182"/>
                <a:gd name="T36" fmla="*/ 202 w 215"/>
                <a:gd name="T37" fmla="*/ 1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82">
                  <a:moveTo>
                    <a:pt x="7" y="182"/>
                  </a:moveTo>
                  <a:cubicBezTo>
                    <a:pt x="208" y="182"/>
                    <a:pt x="208" y="182"/>
                    <a:pt x="208" y="182"/>
                  </a:cubicBezTo>
                  <a:cubicBezTo>
                    <a:pt x="212" y="182"/>
                    <a:pt x="215" y="179"/>
                    <a:pt x="215" y="175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79"/>
                    <a:pt x="3" y="182"/>
                    <a:pt x="7" y="182"/>
                  </a:cubicBezTo>
                  <a:close/>
                  <a:moveTo>
                    <a:pt x="14" y="168"/>
                  </a:moveTo>
                  <a:cubicBezTo>
                    <a:pt x="14" y="54"/>
                    <a:pt x="14" y="54"/>
                    <a:pt x="14" y="54"/>
                  </a:cubicBezTo>
                  <a:cubicBezTo>
                    <a:pt x="202" y="54"/>
                    <a:pt x="202" y="54"/>
                    <a:pt x="202" y="54"/>
                  </a:cubicBezTo>
                  <a:cubicBezTo>
                    <a:pt x="202" y="168"/>
                    <a:pt x="202" y="168"/>
                    <a:pt x="202" y="168"/>
                  </a:cubicBezTo>
                  <a:lnTo>
                    <a:pt x="14" y="168"/>
                  </a:lnTo>
                  <a:close/>
                  <a:moveTo>
                    <a:pt x="202" y="14"/>
                  </a:moveTo>
                  <a:cubicBezTo>
                    <a:pt x="202" y="41"/>
                    <a:pt x="202" y="41"/>
                    <a:pt x="202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14"/>
                    <a:pt x="14" y="14"/>
                    <a:pt x="14" y="14"/>
                  </a:cubicBezTo>
                  <a:lnTo>
                    <a:pt x="20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3" name="Freeform 96"/>
            <p:cNvSpPr>
              <a:spLocks/>
            </p:cNvSpPr>
            <p:nvPr/>
          </p:nvSpPr>
          <p:spPr bwMode="auto">
            <a:xfrm>
              <a:off x="3175000" y="3492500"/>
              <a:ext cx="26988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0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4" name="Freeform 97"/>
            <p:cNvSpPr>
              <a:spLocks/>
            </p:cNvSpPr>
            <p:nvPr/>
          </p:nvSpPr>
          <p:spPr bwMode="auto">
            <a:xfrm>
              <a:off x="3213100" y="3492500"/>
              <a:ext cx="25400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5" name="Freeform 98"/>
            <p:cNvSpPr>
              <a:spLocks/>
            </p:cNvSpPr>
            <p:nvPr/>
          </p:nvSpPr>
          <p:spPr bwMode="auto">
            <a:xfrm>
              <a:off x="3249613" y="3492500"/>
              <a:ext cx="26988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6" name="Freeform 99"/>
            <p:cNvSpPr>
              <a:spLocks/>
            </p:cNvSpPr>
            <p:nvPr/>
          </p:nvSpPr>
          <p:spPr bwMode="auto">
            <a:xfrm>
              <a:off x="3175000" y="3581400"/>
              <a:ext cx="301625" cy="25400"/>
            </a:xfrm>
            <a:custGeom>
              <a:avLst/>
              <a:gdLst>
                <a:gd name="T0" fmla="*/ 154 w 161"/>
                <a:gd name="T1" fmla="*/ 0 h 14"/>
                <a:gd name="T2" fmla="*/ 7 w 161"/>
                <a:gd name="T3" fmla="*/ 0 h 14"/>
                <a:gd name="T4" fmla="*/ 0 w 161"/>
                <a:gd name="T5" fmla="*/ 7 h 14"/>
                <a:gd name="T6" fmla="*/ 7 w 161"/>
                <a:gd name="T7" fmla="*/ 14 h 14"/>
                <a:gd name="T8" fmla="*/ 154 w 161"/>
                <a:gd name="T9" fmla="*/ 14 h 14"/>
                <a:gd name="T10" fmla="*/ 161 w 161"/>
                <a:gd name="T11" fmla="*/ 7 h 14"/>
                <a:gd name="T12" fmla="*/ 154 w 16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4">
                  <a:moveTo>
                    <a:pt x="15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8" y="14"/>
                    <a:pt x="161" y="11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7" name="Freeform 100"/>
            <p:cNvSpPr>
              <a:spLocks/>
            </p:cNvSpPr>
            <p:nvPr/>
          </p:nvSpPr>
          <p:spPr bwMode="auto">
            <a:xfrm>
              <a:off x="3175000" y="3632200"/>
              <a:ext cx="301625" cy="25400"/>
            </a:xfrm>
            <a:custGeom>
              <a:avLst/>
              <a:gdLst>
                <a:gd name="T0" fmla="*/ 154 w 161"/>
                <a:gd name="T1" fmla="*/ 0 h 14"/>
                <a:gd name="T2" fmla="*/ 7 w 161"/>
                <a:gd name="T3" fmla="*/ 0 h 14"/>
                <a:gd name="T4" fmla="*/ 0 w 161"/>
                <a:gd name="T5" fmla="*/ 7 h 14"/>
                <a:gd name="T6" fmla="*/ 7 w 161"/>
                <a:gd name="T7" fmla="*/ 14 h 14"/>
                <a:gd name="T8" fmla="*/ 154 w 161"/>
                <a:gd name="T9" fmla="*/ 14 h 14"/>
                <a:gd name="T10" fmla="*/ 161 w 161"/>
                <a:gd name="T11" fmla="*/ 7 h 14"/>
                <a:gd name="T12" fmla="*/ 154 w 16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4">
                  <a:moveTo>
                    <a:pt x="15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8" y="14"/>
                    <a:pt x="161" y="11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8" name="Freeform 101"/>
            <p:cNvSpPr>
              <a:spLocks/>
            </p:cNvSpPr>
            <p:nvPr/>
          </p:nvSpPr>
          <p:spPr bwMode="auto">
            <a:xfrm>
              <a:off x="3175000" y="3683000"/>
              <a:ext cx="301625" cy="25400"/>
            </a:xfrm>
            <a:custGeom>
              <a:avLst/>
              <a:gdLst>
                <a:gd name="T0" fmla="*/ 154 w 161"/>
                <a:gd name="T1" fmla="*/ 0 h 14"/>
                <a:gd name="T2" fmla="*/ 7 w 161"/>
                <a:gd name="T3" fmla="*/ 0 h 14"/>
                <a:gd name="T4" fmla="*/ 0 w 161"/>
                <a:gd name="T5" fmla="*/ 7 h 14"/>
                <a:gd name="T6" fmla="*/ 7 w 161"/>
                <a:gd name="T7" fmla="*/ 14 h 14"/>
                <a:gd name="T8" fmla="*/ 154 w 161"/>
                <a:gd name="T9" fmla="*/ 14 h 14"/>
                <a:gd name="T10" fmla="*/ 161 w 161"/>
                <a:gd name="T11" fmla="*/ 7 h 14"/>
                <a:gd name="T12" fmla="*/ 154 w 16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4">
                  <a:moveTo>
                    <a:pt x="15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8" y="14"/>
                    <a:pt x="161" y="11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2" name="Group 601"/>
          <p:cNvGrpSpPr/>
          <p:nvPr/>
        </p:nvGrpSpPr>
        <p:grpSpPr>
          <a:xfrm>
            <a:off x="3748088" y="3424238"/>
            <a:ext cx="403225" cy="403225"/>
            <a:chOff x="3748088" y="3424238"/>
            <a:chExt cx="403225" cy="403225"/>
          </a:xfrm>
        </p:grpSpPr>
        <p:sp>
          <p:nvSpPr>
            <p:cNvPr id="489" name="Freeform 102"/>
            <p:cNvSpPr>
              <a:spLocks noEditPoints="1"/>
            </p:cNvSpPr>
            <p:nvPr/>
          </p:nvSpPr>
          <p:spPr bwMode="auto">
            <a:xfrm>
              <a:off x="3748088" y="3424238"/>
              <a:ext cx="403225" cy="403225"/>
            </a:xfrm>
            <a:custGeom>
              <a:avLst/>
              <a:gdLst>
                <a:gd name="T0" fmla="*/ 7 w 215"/>
                <a:gd name="T1" fmla="*/ 181 h 214"/>
                <a:gd name="T2" fmla="*/ 47 w 215"/>
                <a:gd name="T3" fmla="*/ 181 h 214"/>
                <a:gd name="T4" fmla="*/ 47 w 215"/>
                <a:gd name="T5" fmla="*/ 208 h 214"/>
                <a:gd name="T6" fmla="*/ 54 w 215"/>
                <a:gd name="T7" fmla="*/ 214 h 214"/>
                <a:gd name="T8" fmla="*/ 161 w 215"/>
                <a:gd name="T9" fmla="*/ 214 h 214"/>
                <a:gd name="T10" fmla="*/ 168 w 215"/>
                <a:gd name="T11" fmla="*/ 208 h 214"/>
                <a:gd name="T12" fmla="*/ 168 w 215"/>
                <a:gd name="T13" fmla="*/ 181 h 214"/>
                <a:gd name="T14" fmla="*/ 208 w 215"/>
                <a:gd name="T15" fmla="*/ 181 h 214"/>
                <a:gd name="T16" fmla="*/ 215 w 215"/>
                <a:gd name="T17" fmla="*/ 174 h 214"/>
                <a:gd name="T18" fmla="*/ 215 w 215"/>
                <a:gd name="T19" fmla="*/ 67 h 214"/>
                <a:gd name="T20" fmla="*/ 208 w 215"/>
                <a:gd name="T21" fmla="*/ 60 h 214"/>
                <a:gd name="T22" fmla="*/ 168 w 215"/>
                <a:gd name="T23" fmla="*/ 60 h 214"/>
                <a:gd name="T24" fmla="*/ 168 w 215"/>
                <a:gd name="T25" fmla="*/ 6 h 214"/>
                <a:gd name="T26" fmla="*/ 161 w 215"/>
                <a:gd name="T27" fmla="*/ 0 h 214"/>
                <a:gd name="T28" fmla="*/ 54 w 215"/>
                <a:gd name="T29" fmla="*/ 0 h 214"/>
                <a:gd name="T30" fmla="*/ 47 w 215"/>
                <a:gd name="T31" fmla="*/ 6 h 214"/>
                <a:gd name="T32" fmla="*/ 47 w 215"/>
                <a:gd name="T33" fmla="*/ 60 h 214"/>
                <a:gd name="T34" fmla="*/ 7 w 215"/>
                <a:gd name="T35" fmla="*/ 60 h 214"/>
                <a:gd name="T36" fmla="*/ 0 w 215"/>
                <a:gd name="T37" fmla="*/ 67 h 214"/>
                <a:gd name="T38" fmla="*/ 0 w 215"/>
                <a:gd name="T39" fmla="*/ 174 h 214"/>
                <a:gd name="T40" fmla="*/ 7 w 215"/>
                <a:gd name="T41" fmla="*/ 181 h 214"/>
                <a:gd name="T42" fmla="*/ 155 w 215"/>
                <a:gd name="T43" fmla="*/ 201 h 214"/>
                <a:gd name="T44" fmla="*/ 61 w 215"/>
                <a:gd name="T45" fmla="*/ 201 h 214"/>
                <a:gd name="T46" fmla="*/ 61 w 215"/>
                <a:gd name="T47" fmla="*/ 134 h 214"/>
                <a:gd name="T48" fmla="*/ 155 w 215"/>
                <a:gd name="T49" fmla="*/ 134 h 214"/>
                <a:gd name="T50" fmla="*/ 155 w 215"/>
                <a:gd name="T51" fmla="*/ 201 h 214"/>
                <a:gd name="T52" fmla="*/ 61 w 215"/>
                <a:gd name="T53" fmla="*/ 13 h 214"/>
                <a:gd name="T54" fmla="*/ 155 w 215"/>
                <a:gd name="T55" fmla="*/ 13 h 214"/>
                <a:gd name="T56" fmla="*/ 155 w 215"/>
                <a:gd name="T57" fmla="*/ 60 h 214"/>
                <a:gd name="T58" fmla="*/ 61 w 215"/>
                <a:gd name="T59" fmla="*/ 60 h 214"/>
                <a:gd name="T60" fmla="*/ 61 w 215"/>
                <a:gd name="T61" fmla="*/ 13 h 214"/>
                <a:gd name="T62" fmla="*/ 14 w 215"/>
                <a:gd name="T63" fmla="*/ 73 h 214"/>
                <a:gd name="T64" fmla="*/ 54 w 215"/>
                <a:gd name="T65" fmla="*/ 73 h 214"/>
                <a:gd name="T66" fmla="*/ 161 w 215"/>
                <a:gd name="T67" fmla="*/ 73 h 214"/>
                <a:gd name="T68" fmla="*/ 202 w 215"/>
                <a:gd name="T69" fmla="*/ 73 h 214"/>
                <a:gd name="T70" fmla="*/ 202 w 215"/>
                <a:gd name="T71" fmla="*/ 167 h 214"/>
                <a:gd name="T72" fmla="*/ 168 w 215"/>
                <a:gd name="T73" fmla="*/ 167 h 214"/>
                <a:gd name="T74" fmla="*/ 168 w 215"/>
                <a:gd name="T75" fmla="*/ 127 h 214"/>
                <a:gd name="T76" fmla="*/ 161 w 215"/>
                <a:gd name="T77" fmla="*/ 120 h 214"/>
                <a:gd name="T78" fmla="*/ 54 w 215"/>
                <a:gd name="T79" fmla="*/ 120 h 214"/>
                <a:gd name="T80" fmla="*/ 47 w 215"/>
                <a:gd name="T81" fmla="*/ 127 h 214"/>
                <a:gd name="T82" fmla="*/ 47 w 215"/>
                <a:gd name="T83" fmla="*/ 167 h 214"/>
                <a:gd name="T84" fmla="*/ 14 w 215"/>
                <a:gd name="T85" fmla="*/ 167 h 214"/>
                <a:gd name="T86" fmla="*/ 14 w 215"/>
                <a:gd name="T87" fmla="*/ 7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5" h="214">
                  <a:moveTo>
                    <a:pt x="7" y="181"/>
                  </a:moveTo>
                  <a:cubicBezTo>
                    <a:pt x="47" y="181"/>
                    <a:pt x="47" y="181"/>
                    <a:pt x="47" y="181"/>
                  </a:cubicBezTo>
                  <a:cubicBezTo>
                    <a:pt x="47" y="208"/>
                    <a:pt x="47" y="208"/>
                    <a:pt x="47" y="208"/>
                  </a:cubicBezTo>
                  <a:cubicBezTo>
                    <a:pt x="47" y="211"/>
                    <a:pt x="50" y="214"/>
                    <a:pt x="54" y="214"/>
                  </a:cubicBezTo>
                  <a:cubicBezTo>
                    <a:pt x="161" y="214"/>
                    <a:pt x="161" y="214"/>
                    <a:pt x="161" y="214"/>
                  </a:cubicBezTo>
                  <a:cubicBezTo>
                    <a:pt x="165" y="214"/>
                    <a:pt x="168" y="211"/>
                    <a:pt x="168" y="208"/>
                  </a:cubicBezTo>
                  <a:cubicBezTo>
                    <a:pt x="168" y="181"/>
                    <a:pt x="168" y="181"/>
                    <a:pt x="168" y="181"/>
                  </a:cubicBezTo>
                  <a:cubicBezTo>
                    <a:pt x="208" y="181"/>
                    <a:pt x="208" y="181"/>
                    <a:pt x="208" y="181"/>
                  </a:cubicBezTo>
                  <a:cubicBezTo>
                    <a:pt x="212" y="181"/>
                    <a:pt x="215" y="178"/>
                    <a:pt x="215" y="174"/>
                  </a:cubicBezTo>
                  <a:cubicBezTo>
                    <a:pt x="215" y="67"/>
                    <a:pt x="215" y="67"/>
                    <a:pt x="215" y="67"/>
                  </a:cubicBezTo>
                  <a:cubicBezTo>
                    <a:pt x="215" y="63"/>
                    <a:pt x="212" y="60"/>
                    <a:pt x="208" y="60"/>
                  </a:cubicBezTo>
                  <a:cubicBezTo>
                    <a:pt x="168" y="60"/>
                    <a:pt x="168" y="60"/>
                    <a:pt x="168" y="60"/>
                  </a:cubicBezTo>
                  <a:cubicBezTo>
                    <a:pt x="168" y="6"/>
                    <a:pt x="168" y="6"/>
                    <a:pt x="168" y="6"/>
                  </a:cubicBezTo>
                  <a:cubicBezTo>
                    <a:pt x="168" y="3"/>
                    <a:pt x="165" y="0"/>
                    <a:pt x="1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0" y="0"/>
                    <a:pt x="47" y="3"/>
                    <a:pt x="47" y="6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3" y="60"/>
                    <a:pt x="0" y="63"/>
                    <a:pt x="0" y="67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78"/>
                    <a:pt x="3" y="181"/>
                    <a:pt x="7" y="181"/>
                  </a:cubicBezTo>
                  <a:close/>
                  <a:moveTo>
                    <a:pt x="155" y="201"/>
                  </a:moveTo>
                  <a:cubicBezTo>
                    <a:pt x="61" y="201"/>
                    <a:pt x="61" y="201"/>
                    <a:pt x="61" y="201"/>
                  </a:cubicBezTo>
                  <a:cubicBezTo>
                    <a:pt x="61" y="134"/>
                    <a:pt x="61" y="134"/>
                    <a:pt x="61" y="134"/>
                  </a:cubicBezTo>
                  <a:cubicBezTo>
                    <a:pt x="155" y="134"/>
                    <a:pt x="155" y="134"/>
                    <a:pt x="155" y="134"/>
                  </a:cubicBezTo>
                  <a:lnTo>
                    <a:pt x="155" y="201"/>
                  </a:lnTo>
                  <a:close/>
                  <a:moveTo>
                    <a:pt x="61" y="13"/>
                  </a:moveTo>
                  <a:cubicBezTo>
                    <a:pt x="155" y="13"/>
                    <a:pt x="155" y="13"/>
                    <a:pt x="155" y="13"/>
                  </a:cubicBezTo>
                  <a:cubicBezTo>
                    <a:pt x="155" y="60"/>
                    <a:pt x="155" y="60"/>
                    <a:pt x="155" y="60"/>
                  </a:cubicBezTo>
                  <a:cubicBezTo>
                    <a:pt x="61" y="60"/>
                    <a:pt x="61" y="60"/>
                    <a:pt x="61" y="60"/>
                  </a:cubicBezTo>
                  <a:lnTo>
                    <a:pt x="61" y="13"/>
                  </a:lnTo>
                  <a:close/>
                  <a:moveTo>
                    <a:pt x="14" y="73"/>
                  </a:moveTo>
                  <a:cubicBezTo>
                    <a:pt x="54" y="73"/>
                    <a:pt x="54" y="73"/>
                    <a:pt x="54" y="73"/>
                  </a:cubicBezTo>
                  <a:cubicBezTo>
                    <a:pt x="161" y="73"/>
                    <a:pt x="161" y="73"/>
                    <a:pt x="161" y="73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202" y="167"/>
                    <a:pt x="202" y="167"/>
                    <a:pt x="202" y="167"/>
                  </a:cubicBezTo>
                  <a:cubicBezTo>
                    <a:pt x="168" y="167"/>
                    <a:pt x="168" y="167"/>
                    <a:pt x="168" y="167"/>
                  </a:cubicBezTo>
                  <a:cubicBezTo>
                    <a:pt x="168" y="127"/>
                    <a:pt x="168" y="127"/>
                    <a:pt x="168" y="127"/>
                  </a:cubicBezTo>
                  <a:cubicBezTo>
                    <a:pt x="168" y="123"/>
                    <a:pt x="165" y="120"/>
                    <a:pt x="161" y="120"/>
                  </a:cubicBezTo>
                  <a:cubicBezTo>
                    <a:pt x="54" y="120"/>
                    <a:pt x="54" y="120"/>
                    <a:pt x="54" y="120"/>
                  </a:cubicBezTo>
                  <a:cubicBezTo>
                    <a:pt x="50" y="120"/>
                    <a:pt x="47" y="123"/>
                    <a:pt x="47" y="127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14" y="167"/>
                    <a:pt x="14" y="167"/>
                    <a:pt x="14" y="167"/>
                  </a:cubicBezTo>
                  <a:lnTo>
                    <a:pt x="14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0" name="Freeform 103"/>
            <p:cNvSpPr>
              <a:spLocks/>
            </p:cNvSpPr>
            <p:nvPr/>
          </p:nvSpPr>
          <p:spPr bwMode="auto">
            <a:xfrm>
              <a:off x="3798888" y="3581400"/>
              <a:ext cx="25400" cy="25400"/>
            </a:xfrm>
            <a:custGeom>
              <a:avLst/>
              <a:gdLst>
                <a:gd name="T0" fmla="*/ 12 w 14"/>
                <a:gd name="T1" fmla="*/ 2 h 14"/>
                <a:gd name="T2" fmla="*/ 2 w 14"/>
                <a:gd name="T3" fmla="*/ 2 h 14"/>
                <a:gd name="T4" fmla="*/ 0 w 14"/>
                <a:gd name="T5" fmla="*/ 7 h 14"/>
                <a:gd name="T6" fmla="*/ 2 w 14"/>
                <a:gd name="T7" fmla="*/ 12 h 14"/>
                <a:gd name="T8" fmla="*/ 7 w 14"/>
                <a:gd name="T9" fmla="*/ 14 h 14"/>
                <a:gd name="T10" fmla="*/ 12 w 14"/>
                <a:gd name="T11" fmla="*/ 12 h 14"/>
                <a:gd name="T12" fmla="*/ 14 w 14"/>
                <a:gd name="T13" fmla="*/ 7 h 14"/>
                <a:gd name="T14" fmla="*/ 12 w 14"/>
                <a:gd name="T1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12" y="2"/>
                  </a:move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1" name="Freeform 104"/>
            <p:cNvSpPr>
              <a:spLocks/>
            </p:cNvSpPr>
            <p:nvPr/>
          </p:nvSpPr>
          <p:spPr bwMode="auto">
            <a:xfrm>
              <a:off x="3835400" y="3581400"/>
              <a:ext cx="26988" cy="25400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2" name="Freeform 105"/>
            <p:cNvSpPr>
              <a:spLocks/>
            </p:cNvSpPr>
            <p:nvPr/>
          </p:nvSpPr>
          <p:spPr bwMode="auto">
            <a:xfrm>
              <a:off x="3875088" y="3700463"/>
              <a:ext cx="150813" cy="26988"/>
            </a:xfrm>
            <a:custGeom>
              <a:avLst/>
              <a:gdLst>
                <a:gd name="T0" fmla="*/ 73 w 80"/>
                <a:gd name="T1" fmla="*/ 0 h 14"/>
                <a:gd name="T2" fmla="*/ 6 w 80"/>
                <a:gd name="T3" fmla="*/ 0 h 14"/>
                <a:gd name="T4" fmla="*/ 0 w 80"/>
                <a:gd name="T5" fmla="*/ 7 h 14"/>
                <a:gd name="T6" fmla="*/ 6 w 80"/>
                <a:gd name="T7" fmla="*/ 14 h 14"/>
                <a:gd name="T8" fmla="*/ 73 w 80"/>
                <a:gd name="T9" fmla="*/ 14 h 14"/>
                <a:gd name="T10" fmla="*/ 80 w 80"/>
                <a:gd name="T11" fmla="*/ 7 h 14"/>
                <a:gd name="T12" fmla="*/ 73 w 8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4">
                  <a:moveTo>
                    <a:pt x="7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7" y="14"/>
                    <a:pt x="80" y="11"/>
                    <a:pt x="80" y="7"/>
                  </a:cubicBezTo>
                  <a:cubicBezTo>
                    <a:pt x="80" y="3"/>
                    <a:pt x="77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3" name="Freeform 106"/>
            <p:cNvSpPr>
              <a:spLocks/>
            </p:cNvSpPr>
            <p:nvPr/>
          </p:nvSpPr>
          <p:spPr bwMode="auto">
            <a:xfrm>
              <a:off x="3875088" y="3751263"/>
              <a:ext cx="150813" cy="25400"/>
            </a:xfrm>
            <a:custGeom>
              <a:avLst/>
              <a:gdLst>
                <a:gd name="T0" fmla="*/ 73 w 80"/>
                <a:gd name="T1" fmla="*/ 0 h 13"/>
                <a:gd name="T2" fmla="*/ 6 w 80"/>
                <a:gd name="T3" fmla="*/ 0 h 13"/>
                <a:gd name="T4" fmla="*/ 0 w 80"/>
                <a:gd name="T5" fmla="*/ 7 h 13"/>
                <a:gd name="T6" fmla="*/ 6 w 80"/>
                <a:gd name="T7" fmla="*/ 13 h 13"/>
                <a:gd name="T8" fmla="*/ 73 w 80"/>
                <a:gd name="T9" fmla="*/ 13 h 13"/>
                <a:gd name="T10" fmla="*/ 80 w 80"/>
                <a:gd name="T11" fmla="*/ 7 h 13"/>
                <a:gd name="T12" fmla="*/ 73 w 8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">
                  <a:moveTo>
                    <a:pt x="7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7" y="13"/>
                    <a:pt x="80" y="10"/>
                    <a:pt x="80" y="7"/>
                  </a:cubicBezTo>
                  <a:cubicBezTo>
                    <a:pt x="80" y="3"/>
                    <a:pt x="77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94" name="Freeform 107"/>
          <p:cNvSpPr>
            <a:spLocks noEditPoints="1"/>
          </p:cNvSpPr>
          <p:nvPr/>
        </p:nvSpPr>
        <p:spPr bwMode="auto">
          <a:xfrm>
            <a:off x="3124200" y="2819400"/>
            <a:ext cx="403225" cy="365125"/>
          </a:xfrm>
          <a:custGeom>
            <a:avLst/>
            <a:gdLst>
              <a:gd name="T0" fmla="*/ 161 w 215"/>
              <a:gd name="T1" fmla="*/ 0 h 194"/>
              <a:gd name="T2" fmla="*/ 108 w 215"/>
              <a:gd name="T3" fmla="*/ 29 h 194"/>
              <a:gd name="T4" fmla="*/ 54 w 215"/>
              <a:gd name="T5" fmla="*/ 0 h 194"/>
              <a:gd name="T6" fmla="*/ 0 w 215"/>
              <a:gd name="T7" fmla="*/ 60 h 194"/>
              <a:gd name="T8" fmla="*/ 104 w 215"/>
              <a:gd name="T9" fmla="*/ 193 h 194"/>
              <a:gd name="T10" fmla="*/ 108 w 215"/>
              <a:gd name="T11" fmla="*/ 194 h 194"/>
              <a:gd name="T12" fmla="*/ 111 w 215"/>
              <a:gd name="T13" fmla="*/ 193 h 194"/>
              <a:gd name="T14" fmla="*/ 215 w 215"/>
              <a:gd name="T15" fmla="*/ 60 h 194"/>
              <a:gd name="T16" fmla="*/ 161 w 215"/>
              <a:gd name="T17" fmla="*/ 0 h 194"/>
              <a:gd name="T18" fmla="*/ 108 w 215"/>
              <a:gd name="T19" fmla="*/ 179 h 194"/>
              <a:gd name="T20" fmla="*/ 14 w 215"/>
              <a:gd name="T21" fmla="*/ 60 h 194"/>
              <a:gd name="T22" fmla="*/ 54 w 215"/>
              <a:gd name="T23" fmla="*/ 13 h 194"/>
              <a:gd name="T24" fmla="*/ 101 w 215"/>
              <a:gd name="T25" fmla="*/ 53 h 194"/>
              <a:gd name="T26" fmla="*/ 108 w 215"/>
              <a:gd name="T27" fmla="*/ 60 h 194"/>
              <a:gd name="T28" fmla="*/ 114 w 215"/>
              <a:gd name="T29" fmla="*/ 53 h 194"/>
              <a:gd name="T30" fmla="*/ 161 w 215"/>
              <a:gd name="T31" fmla="*/ 13 h 194"/>
              <a:gd name="T32" fmla="*/ 202 w 215"/>
              <a:gd name="T33" fmla="*/ 60 h 194"/>
              <a:gd name="T34" fmla="*/ 108 w 215"/>
              <a:gd name="T35" fmla="*/ 179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5" h="194">
                <a:moveTo>
                  <a:pt x="161" y="0"/>
                </a:moveTo>
                <a:cubicBezTo>
                  <a:pt x="138" y="0"/>
                  <a:pt x="118" y="11"/>
                  <a:pt x="108" y="29"/>
                </a:cubicBezTo>
                <a:cubicBezTo>
                  <a:pt x="98" y="11"/>
                  <a:pt x="77" y="0"/>
                  <a:pt x="54" y="0"/>
                </a:cubicBezTo>
                <a:cubicBezTo>
                  <a:pt x="19" y="0"/>
                  <a:pt x="0" y="30"/>
                  <a:pt x="0" y="60"/>
                </a:cubicBezTo>
                <a:cubicBezTo>
                  <a:pt x="0" y="130"/>
                  <a:pt x="100" y="191"/>
                  <a:pt x="104" y="193"/>
                </a:cubicBezTo>
                <a:cubicBezTo>
                  <a:pt x="105" y="194"/>
                  <a:pt x="107" y="194"/>
                  <a:pt x="108" y="194"/>
                </a:cubicBezTo>
                <a:cubicBezTo>
                  <a:pt x="109" y="194"/>
                  <a:pt x="110" y="194"/>
                  <a:pt x="111" y="193"/>
                </a:cubicBezTo>
                <a:cubicBezTo>
                  <a:pt x="115" y="191"/>
                  <a:pt x="215" y="130"/>
                  <a:pt x="215" y="60"/>
                </a:cubicBezTo>
                <a:cubicBezTo>
                  <a:pt x="215" y="30"/>
                  <a:pt x="197" y="0"/>
                  <a:pt x="161" y="0"/>
                </a:cubicBezTo>
                <a:close/>
                <a:moveTo>
                  <a:pt x="108" y="179"/>
                </a:moveTo>
                <a:cubicBezTo>
                  <a:pt x="90" y="168"/>
                  <a:pt x="14" y="116"/>
                  <a:pt x="14" y="60"/>
                </a:cubicBezTo>
                <a:cubicBezTo>
                  <a:pt x="14" y="37"/>
                  <a:pt x="26" y="13"/>
                  <a:pt x="54" y="13"/>
                </a:cubicBezTo>
                <a:cubicBezTo>
                  <a:pt x="77" y="13"/>
                  <a:pt x="101" y="28"/>
                  <a:pt x="101" y="53"/>
                </a:cubicBezTo>
                <a:cubicBezTo>
                  <a:pt x="101" y="57"/>
                  <a:pt x="104" y="60"/>
                  <a:pt x="108" y="60"/>
                </a:cubicBezTo>
                <a:cubicBezTo>
                  <a:pt x="111" y="60"/>
                  <a:pt x="114" y="57"/>
                  <a:pt x="114" y="53"/>
                </a:cubicBezTo>
                <a:cubicBezTo>
                  <a:pt x="114" y="28"/>
                  <a:pt x="139" y="13"/>
                  <a:pt x="161" y="13"/>
                </a:cubicBezTo>
                <a:cubicBezTo>
                  <a:pt x="189" y="13"/>
                  <a:pt x="202" y="37"/>
                  <a:pt x="202" y="60"/>
                </a:cubicBezTo>
                <a:cubicBezTo>
                  <a:pt x="202" y="116"/>
                  <a:pt x="125" y="168"/>
                  <a:pt x="108" y="17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5" name="Freeform 108"/>
          <p:cNvSpPr>
            <a:spLocks noEditPoints="1"/>
          </p:cNvSpPr>
          <p:nvPr/>
        </p:nvSpPr>
        <p:spPr bwMode="auto">
          <a:xfrm>
            <a:off x="2500313" y="2817813"/>
            <a:ext cx="404813" cy="368300"/>
          </a:xfrm>
          <a:custGeom>
            <a:avLst/>
            <a:gdLst>
              <a:gd name="T0" fmla="*/ 104 w 215"/>
              <a:gd name="T1" fmla="*/ 194 h 196"/>
              <a:gd name="T2" fmla="*/ 108 w 215"/>
              <a:gd name="T3" fmla="*/ 196 h 196"/>
              <a:gd name="T4" fmla="*/ 111 w 215"/>
              <a:gd name="T5" fmla="*/ 194 h 196"/>
              <a:gd name="T6" fmla="*/ 215 w 215"/>
              <a:gd name="T7" fmla="*/ 60 h 196"/>
              <a:gd name="T8" fmla="*/ 161 w 215"/>
              <a:gd name="T9" fmla="*/ 0 h 196"/>
              <a:gd name="T10" fmla="*/ 108 w 215"/>
              <a:gd name="T11" fmla="*/ 29 h 196"/>
              <a:gd name="T12" fmla="*/ 54 w 215"/>
              <a:gd name="T13" fmla="*/ 0 h 196"/>
              <a:gd name="T14" fmla="*/ 0 w 215"/>
              <a:gd name="T15" fmla="*/ 60 h 196"/>
              <a:gd name="T16" fmla="*/ 104 w 215"/>
              <a:gd name="T17" fmla="*/ 194 h 196"/>
              <a:gd name="T18" fmla="*/ 161 w 215"/>
              <a:gd name="T19" fmla="*/ 13 h 196"/>
              <a:gd name="T20" fmla="*/ 201 w 215"/>
              <a:gd name="T21" fmla="*/ 60 h 196"/>
              <a:gd name="T22" fmla="*/ 109 w 215"/>
              <a:gd name="T23" fmla="*/ 179 h 196"/>
              <a:gd name="T24" fmla="*/ 126 w 215"/>
              <a:gd name="T25" fmla="*/ 162 h 196"/>
              <a:gd name="T26" fmla="*/ 126 w 215"/>
              <a:gd name="T27" fmla="*/ 153 h 196"/>
              <a:gd name="T28" fmla="*/ 110 w 215"/>
              <a:gd name="T29" fmla="*/ 138 h 196"/>
              <a:gd name="T30" fmla="*/ 126 w 215"/>
              <a:gd name="T31" fmla="*/ 122 h 196"/>
              <a:gd name="T32" fmla="*/ 126 w 215"/>
              <a:gd name="T33" fmla="*/ 113 h 196"/>
              <a:gd name="T34" fmla="*/ 110 w 215"/>
              <a:gd name="T35" fmla="*/ 97 h 196"/>
              <a:gd name="T36" fmla="*/ 132 w 215"/>
              <a:gd name="T37" fmla="*/ 75 h 196"/>
              <a:gd name="T38" fmla="*/ 132 w 215"/>
              <a:gd name="T39" fmla="*/ 66 h 196"/>
              <a:gd name="T40" fmla="*/ 115 w 215"/>
              <a:gd name="T41" fmla="*/ 48 h 196"/>
              <a:gd name="T42" fmla="*/ 161 w 215"/>
              <a:gd name="T43" fmla="*/ 13 h 196"/>
              <a:gd name="T44" fmla="*/ 54 w 215"/>
              <a:gd name="T45" fmla="*/ 13 h 196"/>
              <a:gd name="T46" fmla="*/ 101 w 215"/>
              <a:gd name="T47" fmla="*/ 54 h 196"/>
              <a:gd name="T48" fmla="*/ 102 w 215"/>
              <a:gd name="T49" fmla="*/ 54 h 196"/>
              <a:gd name="T50" fmla="*/ 103 w 215"/>
              <a:gd name="T51" fmla="*/ 55 h 196"/>
              <a:gd name="T52" fmla="*/ 118 w 215"/>
              <a:gd name="T53" fmla="*/ 70 h 196"/>
              <a:gd name="T54" fmla="*/ 96 w 215"/>
              <a:gd name="T55" fmla="*/ 93 h 196"/>
              <a:gd name="T56" fmla="*/ 96 w 215"/>
              <a:gd name="T57" fmla="*/ 102 h 196"/>
              <a:gd name="T58" fmla="*/ 112 w 215"/>
              <a:gd name="T59" fmla="*/ 117 h 196"/>
              <a:gd name="T60" fmla="*/ 96 w 215"/>
              <a:gd name="T61" fmla="*/ 133 h 196"/>
              <a:gd name="T62" fmla="*/ 96 w 215"/>
              <a:gd name="T63" fmla="*/ 142 h 196"/>
              <a:gd name="T64" fmla="*/ 112 w 215"/>
              <a:gd name="T65" fmla="*/ 158 h 196"/>
              <a:gd name="T66" fmla="*/ 97 w 215"/>
              <a:gd name="T67" fmla="*/ 173 h 196"/>
              <a:gd name="T68" fmla="*/ 14 w 215"/>
              <a:gd name="T69" fmla="*/ 60 h 196"/>
              <a:gd name="T70" fmla="*/ 54 w 215"/>
              <a:gd name="T71" fmla="*/ 13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5" h="196">
                <a:moveTo>
                  <a:pt x="104" y="194"/>
                </a:moveTo>
                <a:cubicBezTo>
                  <a:pt x="108" y="196"/>
                  <a:pt x="108" y="196"/>
                  <a:pt x="108" y="196"/>
                </a:cubicBezTo>
                <a:cubicBezTo>
                  <a:pt x="111" y="194"/>
                  <a:pt x="111" y="194"/>
                  <a:pt x="111" y="194"/>
                </a:cubicBezTo>
                <a:cubicBezTo>
                  <a:pt x="115" y="191"/>
                  <a:pt x="215" y="130"/>
                  <a:pt x="215" y="60"/>
                </a:cubicBezTo>
                <a:cubicBezTo>
                  <a:pt x="215" y="30"/>
                  <a:pt x="196" y="0"/>
                  <a:pt x="161" y="0"/>
                </a:cubicBezTo>
                <a:cubicBezTo>
                  <a:pt x="138" y="0"/>
                  <a:pt x="118" y="12"/>
                  <a:pt x="108" y="29"/>
                </a:cubicBezTo>
                <a:cubicBezTo>
                  <a:pt x="98" y="12"/>
                  <a:pt x="77" y="0"/>
                  <a:pt x="54" y="0"/>
                </a:cubicBezTo>
                <a:cubicBezTo>
                  <a:pt x="19" y="0"/>
                  <a:pt x="0" y="30"/>
                  <a:pt x="0" y="60"/>
                </a:cubicBezTo>
                <a:cubicBezTo>
                  <a:pt x="0" y="130"/>
                  <a:pt x="100" y="191"/>
                  <a:pt x="104" y="194"/>
                </a:cubicBezTo>
                <a:close/>
                <a:moveTo>
                  <a:pt x="161" y="13"/>
                </a:moveTo>
                <a:cubicBezTo>
                  <a:pt x="189" y="13"/>
                  <a:pt x="201" y="38"/>
                  <a:pt x="201" y="60"/>
                </a:cubicBezTo>
                <a:cubicBezTo>
                  <a:pt x="201" y="114"/>
                  <a:pt x="130" y="165"/>
                  <a:pt x="109" y="179"/>
                </a:cubicBezTo>
                <a:cubicBezTo>
                  <a:pt x="126" y="162"/>
                  <a:pt x="126" y="162"/>
                  <a:pt x="126" y="162"/>
                </a:cubicBezTo>
                <a:cubicBezTo>
                  <a:pt x="128" y="160"/>
                  <a:pt x="128" y="156"/>
                  <a:pt x="126" y="153"/>
                </a:cubicBezTo>
                <a:cubicBezTo>
                  <a:pt x="110" y="138"/>
                  <a:pt x="110" y="138"/>
                  <a:pt x="110" y="138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28" y="120"/>
                  <a:pt x="128" y="115"/>
                  <a:pt x="126" y="113"/>
                </a:cubicBezTo>
                <a:cubicBezTo>
                  <a:pt x="110" y="97"/>
                  <a:pt x="110" y="97"/>
                  <a:pt x="110" y="97"/>
                </a:cubicBezTo>
                <a:cubicBezTo>
                  <a:pt x="132" y="75"/>
                  <a:pt x="132" y="75"/>
                  <a:pt x="132" y="75"/>
                </a:cubicBezTo>
                <a:cubicBezTo>
                  <a:pt x="135" y="73"/>
                  <a:pt x="135" y="68"/>
                  <a:pt x="132" y="66"/>
                </a:cubicBezTo>
                <a:cubicBezTo>
                  <a:pt x="115" y="48"/>
                  <a:pt x="115" y="48"/>
                  <a:pt x="115" y="48"/>
                </a:cubicBezTo>
                <a:cubicBezTo>
                  <a:pt x="118" y="27"/>
                  <a:pt x="140" y="13"/>
                  <a:pt x="161" y="13"/>
                </a:cubicBezTo>
                <a:close/>
                <a:moveTo>
                  <a:pt x="54" y="13"/>
                </a:moveTo>
                <a:cubicBezTo>
                  <a:pt x="77" y="13"/>
                  <a:pt x="101" y="29"/>
                  <a:pt x="101" y="54"/>
                </a:cubicBezTo>
                <a:cubicBezTo>
                  <a:pt x="102" y="54"/>
                  <a:pt x="102" y="54"/>
                  <a:pt x="102" y="54"/>
                </a:cubicBezTo>
                <a:cubicBezTo>
                  <a:pt x="102" y="54"/>
                  <a:pt x="102" y="55"/>
                  <a:pt x="103" y="55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96" y="93"/>
                  <a:pt x="96" y="93"/>
                  <a:pt x="96" y="93"/>
                </a:cubicBezTo>
                <a:cubicBezTo>
                  <a:pt x="94" y="95"/>
                  <a:pt x="94" y="99"/>
                  <a:pt x="96" y="102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4" y="135"/>
                  <a:pt x="94" y="140"/>
                  <a:pt x="96" y="142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70" y="153"/>
                  <a:pt x="14" y="108"/>
                  <a:pt x="14" y="60"/>
                </a:cubicBezTo>
                <a:cubicBezTo>
                  <a:pt x="14" y="38"/>
                  <a:pt x="26" y="13"/>
                  <a:pt x="54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8" name="Group 607"/>
          <p:cNvGrpSpPr/>
          <p:nvPr/>
        </p:nvGrpSpPr>
        <p:grpSpPr>
          <a:xfrm>
            <a:off x="1317625" y="4048125"/>
            <a:ext cx="276225" cy="403226"/>
            <a:chOff x="1317625" y="4048125"/>
            <a:chExt cx="276225" cy="403226"/>
          </a:xfrm>
        </p:grpSpPr>
        <p:sp>
          <p:nvSpPr>
            <p:cNvPr id="496" name="Freeform 109"/>
            <p:cNvSpPr>
              <a:spLocks noEditPoints="1"/>
            </p:cNvSpPr>
            <p:nvPr/>
          </p:nvSpPr>
          <p:spPr bwMode="auto">
            <a:xfrm>
              <a:off x="1317625" y="4198938"/>
              <a:ext cx="276225" cy="252413"/>
            </a:xfrm>
            <a:custGeom>
              <a:avLst/>
              <a:gdLst>
                <a:gd name="T0" fmla="*/ 0 w 147"/>
                <a:gd name="T1" fmla="*/ 7 h 134"/>
                <a:gd name="T2" fmla="*/ 0 w 147"/>
                <a:gd name="T3" fmla="*/ 101 h 134"/>
                <a:gd name="T4" fmla="*/ 33 w 147"/>
                <a:gd name="T5" fmla="*/ 134 h 134"/>
                <a:gd name="T6" fmla="*/ 87 w 147"/>
                <a:gd name="T7" fmla="*/ 134 h 134"/>
                <a:gd name="T8" fmla="*/ 120 w 147"/>
                <a:gd name="T9" fmla="*/ 101 h 134"/>
                <a:gd name="T10" fmla="*/ 120 w 147"/>
                <a:gd name="T11" fmla="*/ 94 h 134"/>
                <a:gd name="T12" fmla="*/ 140 w 147"/>
                <a:gd name="T13" fmla="*/ 94 h 134"/>
                <a:gd name="T14" fmla="*/ 147 w 147"/>
                <a:gd name="T15" fmla="*/ 87 h 134"/>
                <a:gd name="T16" fmla="*/ 147 w 147"/>
                <a:gd name="T17" fmla="*/ 34 h 134"/>
                <a:gd name="T18" fmla="*/ 140 w 147"/>
                <a:gd name="T19" fmla="*/ 27 h 134"/>
                <a:gd name="T20" fmla="*/ 120 w 147"/>
                <a:gd name="T21" fmla="*/ 27 h 134"/>
                <a:gd name="T22" fmla="*/ 120 w 147"/>
                <a:gd name="T23" fmla="*/ 7 h 134"/>
                <a:gd name="T24" fmla="*/ 114 w 147"/>
                <a:gd name="T25" fmla="*/ 0 h 134"/>
                <a:gd name="T26" fmla="*/ 6 w 147"/>
                <a:gd name="T27" fmla="*/ 0 h 134"/>
                <a:gd name="T28" fmla="*/ 0 w 147"/>
                <a:gd name="T29" fmla="*/ 7 h 134"/>
                <a:gd name="T30" fmla="*/ 134 w 147"/>
                <a:gd name="T31" fmla="*/ 40 h 134"/>
                <a:gd name="T32" fmla="*/ 134 w 147"/>
                <a:gd name="T33" fmla="*/ 81 h 134"/>
                <a:gd name="T34" fmla="*/ 120 w 147"/>
                <a:gd name="T35" fmla="*/ 81 h 134"/>
                <a:gd name="T36" fmla="*/ 120 w 147"/>
                <a:gd name="T37" fmla="*/ 40 h 134"/>
                <a:gd name="T38" fmla="*/ 134 w 147"/>
                <a:gd name="T39" fmla="*/ 40 h 134"/>
                <a:gd name="T40" fmla="*/ 13 w 147"/>
                <a:gd name="T41" fmla="*/ 14 h 134"/>
                <a:gd name="T42" fmla="*/ 107 w 147"/>
                <a:gd name="T43" fmla="*/ 14 h 134"/>
                <a:gd name="T44" fmla="*/ 107 w 147"/>
                <a:gd name="T45" fmla="*/ 101 h 134"/>
                <a:gd name="T46" fmla="*/ 87 w 147"/>
                <a:gd name="T47" fmla="*/ 121 h 134"/>
                <a:gd name="T48" fmla="*/ 47 w 147"/>
                <a:gd name="T49" fmla="*/ 121 h 134"/>
                <a:gd name="T50" fmla="*/ 33 w 147"/>
                <a:gd name="T51" fmla="*/ 121 h 134"/>
                <a:gd name="T52" fmla="*/ 13 w 147"/>
                <a:gd name="T53" fmla="*/ 101 h 134"/>
                <a:gd name="T54" fmla="*/ 13 w 147"/>
                <a:gd name="T55" fmla="*/ 1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7" h="134">
                  <a:moveTo>
                    <a:pt x="0" y="7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12"/>
                    <a:pt x="7" y="134"/>
                    <a:pt x="33" y="134"/>
                  </a:cubicBezTo>
                  <a:cubicBezTo>
                    <a:pt x="87" y="134"/>
                    <a:pt x="87" y="134"/>
                    <a:pt x="87" y="134"/>
                  </a:cubicBezTo>
                  <a:cubicBezTo>
                    <a:pt x="113" y="134"/>
                    <a:pt x="120" y="112"/>
                    <a:pt x="120" y="101"/>
                  </a:cubicBezTo>
                  <a:cubicBezTo>
                    <a:pt x="120" y="94"/>
                    <a:pt x="120" y="94"/>
                    <a:pt x="12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4" y="94"/>
                    <a:pt x="147" y="91"/>
                    <a:pt x="147" y="87"/>
                  </a:cubicBezTo>
                  <a:cubicBezTo>
                    <a:pt x="147" y="34"/>
                    <a:pt x="147" y="34"/>
                    <a:pt x="147" y="34"/>
                  </a:cubicBezTo>
                  <a:cubicBezTo>
                    <a:pt x="147" y="30"/>
                    <a:pt x="144" y="27"/>
                    <a:pt x="140" y="27"/>
                  </a:cubicBezTo>
                  <a:cubicBezTo>
                    <a:pt x="120" y="27"/>
                    <a:pt x="120" y="27"/>
                    <a:pt x="120" y="27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3"/>
                    <a:pt x="117" y="0"/>
                    <a:pt x="11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lose/>
                  <a:moveTo>
                    <a:pt x="134" y="40"/>
                  </a:moveTo>
                  <a:cubicBezTo>
                    <a:pt x="134" y="81"/>
                    <a:pt x="134" y="81"/>
                    <a:pt x="134" y="81"/>
                  </a:cubicBezTo>
                  <a:cubicBezTo>
                    <a:pt x="120" y="81"/>
                    <a:pt x="120" y="81"/>
                    <a:pt x="120" y="81"/>
                  </a:cubicBezTo>
                  <a:cubicBezTo>
                    <a:pt x="120" y="40"/>
                    <a:pt x="120" y="40"/>
                    <a:pt x="120" y="40"/>
                  </a:cubicBezTo>
                  <a:lnTo>
                    <a:pt x="134" y="40"/>
                  </a:lnTo>
                  <a:close/>
                  <a:moveTo>
                    <a:pt x="13" y="14"/>
                  </a:moveTo>
                  <a:cubicBezTo>
                    <a:pt x="107" y="14"/>
                    <a:pt x="107" y="14"/>
                    <a:pt x="107" y="14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7" y="104"/>
                    <a:pt x="106" y="121"/>
                    <a:pt x="87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14" y="121"/>
                    <a:pt x="13" y="104"/>
                    <a:pt x="13" y="101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7" name="Freeform 110"/>
            <p:cNvSpPr>
              <a:spLocks/>
            </p:cNvSpPr>
            <p:nvPr/>
          </p:nvSpPr>
          <p:spPr bwMode="auto">
            <a:xfrm>
              <a:off x="1347788" y="4048125"/>
              <a:ext cx="88900" cy="127000"/>
            </a:xfrm>
            <a:custGeom>
              <a:avLst/>
              <a:gdLst>
                <a:gd name="T0" fmla="*/ 7 w 47"/>
                <a:gd name="T1" fmla="*/ 40 h 67"/>
                <a:gd name="T2" fmla="*/ 0 w 47"/>
                <a:gd name="T3" fmla="*/ 47 h 67"/>
                <a:gd name="T4" fmla="*/ 0 w 47"/>
                <a:gd name="T5" fmla="*/ 60 h 67"/>
                <a:gd name="T6" fmla="*/ 7 w 47"/>
                <a:gd name="T7" fmla="*/ 67 h 67"/>
                <a:gd name="T8" fmla="*/ 14 w 47"/>
                <a:gd name="T9" fmla="*/ 60 h 67"/>
                <a:gd name="T10" fmla="*/ 14 w 47"/>
                <a:gd name="T11" fmla="*/ 53 h 67"/>
                <a:gd name="T12" fmla="*/ 41 w 47"/>
                <a:gd name="T13" fmla="*/ 53 h 67"/>
                <a:gd name="T14" fmla="*/ 47 w 47"/>
                <a:gd name="T15" fmla="*/ 47 h 67"/>
                <a:gd name="T16" fmla="*/ 47 w 47"/>
                <a:gd name="T17" fmla="*/ 27 h 67"/>
                <a:gd name="T18" fmla="*/ 41 w 47"/>
                <a:gd name="T19" fmla="*/ 20 h 67"/>
                <a:gd name="T20" fmla="*/ 24 w 47"/>
                <a:gd name="T21" fmla="*/ 20 h 67"/>
                <a:gd name="T22" fmla="*/ 24 w 47"/>
                <a:gd name="T23" fmla="*/ 6 h 67"/>
                <a:gd name="T24" fmla="*/ 17 w 47"/>
                <a:gd name="T25" fmla="*/ 0 h 67"/>
                <a:gd name="T26" fmla="*/ 10 w 47"/>
                <a:gd name="T27" fmla="*/ 6 h 67"/>
                <a:gd name="T28" fmla="*/ 10 w 47"/>
                <a:gd name="T29" fmla="*/ 27 h 67"/>
                <a:gd name="T30" fmla="*/ 17 w 47"/>
                <a:gd name="T31" fmla="*/ 33 h 67"/>
                <a:gd name="T32" fmla="*/ 34 w 47"/>
                <a:gd name="T33" fmla="*/ 33 h 67"/>
                <a:gd name="T34" fmla="*/ 34 w 47"/>
                <a:gd name="T35" fmla="*/ 40 h 67"/>
                <a:gd name="T36" fmla="*/ 7 w 47"/>
                <a:gd name="T37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" h="67">
                  <a:moveTo>
                    <a:pt x="7" y="40"/>
                  </a:moveTo>
                  <a:cubicBezTo>
                    <a:pt x="3" y="40"/>
                    <a:pt x="0" y="43"/>
                    <a:pt x="0" y="4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4"/>
                    <a:pt x="3" y="67"/>
                    <a:pt x="7" y="67"/>
                  </a:cubicBezTo>
                  <a:cubicBezTo>
                    <a:pt x="11" y="67"/>
                    <a:pt x="14" y="64"/>
                    <a:pt x="14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53"/>
                    <a:pt x="47" y="50"/>
                    <a:pt x="47" y="4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7" y="23"/>
                    <a:pt x="44" y="20"/>
                    <a:pt x="41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0" y="3"/>
                    <a:pt x="10" y="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30"/>
                    <a:pt x="13" y="33"/>
                    <a:pt x="17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40"/>
                    <a:pt x="34" y="40"/>
                    <a:pt x="34" y="40"/>
                  </a:cubicBezTo>
                  <a:lnTo>
                    <a:pt x="7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8" name="Freeform 111"/>
            <p:cNvSpPr>
              <a:spLocks/>
            </p:cNvSpPr>
            <p:nvPr/>
          </p:nvSpPr>
          <p:spPr bwMode="auto">
            <a:xfrm>
              <a:off x="1449388" y="4048125"/>
              <a:ext cx="88900" cy="127000"/>
            </a:xfrm>
            <a:custGeom>
              <a:avLst/>
              <a:gdLst>
                <a:gd name="T0" fmla="*/ 7 w 47"/>
                <a:gd name="T1" fmla="*/ 40 h 67"/>
                <a:gd name="T2" fmla="*/ 0 w 47"/>
                <a:gd name="T3" fmla="*/ 47 h 67"/>
                <a:gd name="T4" fmla="*/ 0 w 47"/>
                <a:gd name="T5" fmla="*/ 60 h 67"/>
                <a:gd name="T6" fmla="*/ 7 w 47"/>
                <a:gd name="T7" fmla="*/ 67 h 67"/>
                <a:gd name="T8" fmla="*/ 13 w 47"/>
                <a:gd name="T9" fmla="*/ 60 h 67"/>
                <a:gd name="T10" fmla="*/ 13 w 47"/>
                <a:gd name="T11" fmla="*/ 53 h 67"/>
                <a:gd name="T12" fmla="*/ 40 w 47"/>
                <a:gd name="T13" fmla="*/ 53 h 67"/>
                <a:gd name="T14" fmla="*/ 47 w 47"/>
                <a:gd name="T15" fmla="*/ 47 h 67"/>
                <a:gd name="T16" fmla="*/ 47 w 47"/>
                <a:gd name="T17" fmla="*/ 20 h 67"/>
                <a:gd name="T18" fmla="*/ 40 w 47"/>
                <a:gd name="T19" fmla="*/ 13 h 67"/>
                <a:gd name="T20" fmla="*/ 23 w 47"/>
                <a:gd name="T21" fmla="*/ 13 h 67"/>
                <a:gd name="T22" fmla="*/ 23 w 47"/>
                <a:gd name="T23" fmla="*/ 6 h 67"/>
                <a:gd name="T24" fmla="*/ 17 w 47"/>
                <a:gd name="T25" fmla="*/ 0 h 67"/>
                <a:gd name="T26" fmla="*/ 10 w 47"/>
                <a:gd name="T27" fmla="*/ 6 h 67"/>
                <a:gd name="T28" fmla="*/ 10 w 47"/>
                <a:gd name="T29" fmla="*/ 20 h 67"/>
                <a:gd name="T30" fmla="*/ 17 w 47"/>
                <a:gd name="T31" fmla="*/ 27 h 67"/>
                <a:gd name="T32" fmla="*/ 34 w 47"/>
                <a:gd name="T33" fmla="*/ 27 h 67"/>
                <a:gd name="T34" fmla="*/ 34 w 47"/>
                <a:gd name="T35" fmla="*/ 40 h 67"/>
                <a:gd name="T36" fmla="*/ 7 w 47"/>
                <a:gd name="T37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" h="67">
                  <a:moveTo>
                    <a:pt x="7" y="40"/>
                  </a:moveTo>
                  <a:cubicBezTo>
                    <a:pt x="3" y="40"/>
                    <a:pt x="0" y="43"/>
                    <a:pt x="0" y="4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4"/>
                    <a:pt x="3" y="67"/>
                    <a:pt x="7" y="67"/>
                  </a:cubicBezTo>
                  <a:cubicBezTo>
                    <a:pt x="10" y="67"/>
                    <a:pt x="13" y="64"/>
                    <a:pt x="13" y="60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4" y="53"/>
                    <a:pt x="47" y="50"/>
                    <a:pt x="47" y="47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16"/>
                    <a:pt x="44" y="13"/>
                    <a:pt x="40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3"/>
                    <a:pt x="20" y="0"/>
                    <a:pt x="17" y="0"/>
                  </a:cubicBezTo>
                  <a:cubicBezTo>
                    <a:pt x="13" y="0"/>
                    <a:pt x="10" y="3"/>
                    <a:pt x="10" y="6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4"/>
                    <a:pt x="13" y="27"/>
                    <a:pt x="17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40"/>
                    <a:pt x="34" y="40"/>
                    <a:pt x="34" y="40"/>
                  </a:cubicBezTo>
                  <a:lnTo>
                    <a:pt x="7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9" name="Group 608"/>
          <p:cNvGrpSpPr/>
          <p:nvPr/>
        </p:nvGrpSpPr>
        <p:grpSpPr>
          <a:xfrm>
            <a:off x="1878013" y="4048125"/>
            <a:ext cx="403225" cy="403225"/>
            <a:chOff x="1878013" y="4048125"/>
            <a:chExt cx="403225" cy="403225"/>
          </a:xfrm>
        </p:grpSpPr>
        <p:sp>
          <p:nvSpPr>
            <p:cNvPr id="499" name="Freeform 112"/>
            <p:cNvSpPr>
              <a:spLocks noEditPoints="1"/>
            </p:cNvSpPr>
            <p:nvPr/>
          </p:nvSpPr>
          <p:spPr bwMode="auto">
            <a:xfrm>
              <a:off x="1878013" y="4048125"/>
              <a:ext cx="403225" cy="403225"/>
            </a:xfrm>
            <a:custGeom>
              <a:avLst/>
              <a:gdLst>
                <a:gd name="T0" fmla="*/ 107 w 215"/>
                <a:gd name="T1" fmla="*/ 0 h 214"/>
                <a:gd name="T2" fmla="*/ 32 w 215"/>
                <a:gd name="T3" fmla="*/ 31 h 214"/>
                <a:gd name="T4" fmla="*/ 0 w 215"/>
                <a:gd name="T5" fmla="*/ 107 h 214"/>
                <a:gd name="T6" fmla="*/ 32 w 215"/>
                <a:gd name="T7" fmla="*/ 183 h 214"/>
                <a:gd name="T8" fmla="*/ 107 w 215"/>
                <a:gd name="T9" fmla="*/ 214 h 214"/>
                <a:gd name="T10" fmla="*/ 183 w 215"/>
                <a:gd name="T11" fmla="*/ 183 h 214"/>
                <a:gd name="T12" fmla="*/ 215 w 215"/>
                <a:gd name="T13" fmla="*/ 107 h 214"/>
                <a:gd name="T14" fmla="*/ 183 w 215"/>
                <a:gd name="T15" fmla="*/ 31 h 214"/>
                <a:gd name="T16" fmla="*/ 107 w 215"/>
                <a:gd name="T17" fmla="*/ 0 h 214"/>
                <a:gd name="T18" fmla="*/ 174 w 215"/>
                <a:gd name="T19" fmla="*/ 173 h 214"/>
                <a:gd name="T20" fmla="*/ 107 w 215"/>
                <a:gd name="T21" fmla="*/ 201 h 214"/>
                <a:gd name="T22" fmla="*/ 41 w 215"/>
                <a:gd name="T23" fmla="*/ 173 h 214"/>
                <a:gd name="T24" fmla="*/ 14 w 215"/>
                <a:gd name="T25" fmla="*/ 107 h 214"/>
                <a:gd name="T26" fmla="*/ 41 w 215"/>
                <a:gd name="T27" fmla="*/ 41 h 214"/>
                <a:gd name="T28" fmla="*/ 107 w 215"/>
                <a:gd name="T29" fmla="*/ 13 h 214"/>
                <a:gd name="T30" fmla="*/ 174 w 215"/>
                <a:gd name="T31" fmla="*/ 41 h 214"/>
                <a:gd name="T32" fmla="*/ 201 w 215"/>
                <a:gd name="T33" fmla="*/ 107 h 214"/>
                <a:gd name="T34" fmla="*/ 174 w 215"/>
                <a:gd name="T35" fmla="*/ 17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4">
                  <a:moveTo>
                    <a:pt x="107" y="0"/>
                  </a:moveTo>
                  <a:cubicBezTo>
                    <a:pt x="79" y="0"/>
                    <a:pt x="52" y="11"/>
                    <a:pt x="32" y="31"/>
                  </a:cubicBezTo>
                  <a:cubicBezTo>
                    <a:pt x="11" y="51"/>
                    <a:pt x="0" y="78"/>
                    <a:pt x="0" y="107"/>
                  </a:cubicBezTo>
                  <a:cubicBezTo>
                    <a:pt x="0" y="136"/>
                    <a:pt x="11" y="163"/>
                    <a:pt x="32" y="183"/>
                  </a:cubicBezTo>
                  <a:cubicBezTo>
                    <a:pt x="52" y="203"/>
                    <a:pt x="79" y="214"/>
                    <a:pt x="107" y="214"/>
                  </a:cubicBezTo>
                  <a:cubicBezTo>
                    <a:pt x="136" y="214"/>
                    <a:pt x="163" y="203"/>
                    <a:pt x="183" y="183"/>
                  </a:cubicBezTo>
                  <a:cubicBezTo>
                    <a:pt x="204" y="163"/>
                    <a:pt x="215" y="136"/>
                    <a:pt x="215" y="107"/>
                  </a:cubicBezTo>
                  <a:cubicBezTo>
                    <a:pt x="215" y="78"/>
                    <a:pt x="204" y="51"/>
                    <a:pt x="183" y="31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3"/>
                  </a:moveTo>
                  <a:cubicBezTo>
                    <a:pt x="156" y="191"/>
                    <a:pt x="133" y="201"/>
                    <a:pt x="107" y="201"/>
                  </a:cubicBezTo>
                  <a:cubicBezTo>
                    <a:pt x="82" y="201"/>
                    <a:pt x="59" y="191"/>
                    <a:pt x="41" y="173"/>
                  </a:cubicBezTo>
                  <a:cubicBezTo>
                    <a:pt x="23" y="156"/>
                    <a:pt x="14" y="132"/>
                    <a:pt x="14" y="107"/>
                  </a:cubicBezTo>
                  <a:cubicBezTo>
                    <a:pt x="14" y="82"/>
                    <a:pt x="23" y="58"/>
                    <a:pt x="41" y="41"/>
                  </a:cubicBezTo>
                  <a:cubicBezTo>
                    <a:pt x="59" y="23"/>
                    <a:pt x="82" y="13"/>
                    <a:pt x="107" y="13"/>
                  </a:cubicBezTo>
                  <a:cubicBezTo>
                    <a:pt x="133" y="13"/>
                    <a:pt x="156" y="23"/>
                    <a:pt x="174" y="41"/>
                  </a:cubicBezTo>
                  <a:cubicBezTo>
                    <a:pt x="192" y="58"/>
                    <a:pt x="201" y="82"/>
                    <a:pt x="201" y="107"/>
                  </a:cubicBezTo>
                  <a:cubicBezTo>
                    <a:pt x="201" y="132"/>
                    <a:pt x="192" y="156"/>
                    <a:pt x="174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0" name="Freeform 113"/>
            <p:cNvSpPr>
              <a:spLocks/>
            </p:cNvSpPr>
            <p:nvPr/>
          </p:nvSpPr>
          <p:spPr bwMode="auto">
            <a:xfrm>
              <a:off x="1928813" y="4098925"/>
              <a:ext cx="301625" cy="163513"/>
            </a:xfrm>
            <a:custGeom>
              <a:avLst/>
              <a:gdLst>
                <a:gd name="T0" fmla="*/ 80 w 161"/>
                <a:gd name="T1" fmla="*/ 0 h 87"/>
                <a:gd name="T2" fmla="*/ 24 w 161"/>
                <a:gd name="T3" fmla="*/ 23 h 87"/>
                <a:gd name="T4" fmla="*/ 0 w 161"/>
                <a:gd name="T5" fmla="*/ 80 h 87"/>
                <a:gd name="T6" fmla="*/ 7 w 161"/>
                <a:gd name="T7" fmla="*/ 87 h 87"/>
                <a:gd name="T8" fmla="*/ 13 w 161"/>
                <a:gd name="T9" fmla="*/ 80 h 87"/>
                <a:gd name="T10" fmla="*/ 33 w 161"/>
                <a:gd name="T11" fmla="*/ 33 h 87"/>
                <a:gd name="T12" fmla="*/ 80 w 161"/>
                <a:gd name="T13" fmla="*/ 13 h 87"/>
                <a:gd name="T14" fmla="*/ 128 w 161"/>
                <a:gd name="T15" fmla="*/ 33 h 87"/>
                <a:gd name="T16" fmla="*/ 148 w 161"/>
                <a:gd name="T17" fmla="*/ 80 h 87"/>
                <a:gd name="T18" fmla="*/ 154 w 161"/>
                <a:gd name="T19" fmla="*/ 87 h 87"/>
                <a:gd name="T20" fmla="*/ 161 w 161"/>
                <a:gd name="T21" fmla="*/ 80 h 87"/>
                <a:gd name="T22" fmla="*/ 137 w 161"/>
                <a:gd name="T23" fmla="*/ 23 h 87"/>
                <a:gd name="T24" fmla="*/ 80 w 161"/>
                <a:gd name="T2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1" h="87">
                  <a:moveTo>
                    <a:pt x="80" y="0"/>
                  </a:moveTo>
                  <a:cubicBezTo>
                    <a:pt x="59" y="0"/>
                    <a:pt x="39" y="8"/>
                    <a:pt x="24" y="23"/>
                  </a:cubicBezTo>
                  <a:cubicBezTo>
                    <a:pt x="8" y="38"/>
                    <a:pt x="0" y="59"/>
                    <a:pt x="0" y="80"/>
                  </a:cubicBezTo>
                  <a:cubicBezTo>
                    <a:pt x="0" y="84"/>
                    <a:pt x="3" y="87"/>
                    <a:pt x="7" y="87"/>
                  </a:cubicBezTo>
                  <a:cubicBezTo>
                    <a:pt x="10" y="87"/>
                    <a:pt x="13" y="84"/>
                    <a:pt x="13" y="80"/>
                  </a:cubicBezTo>
                  <a:cubicBezTo>
                    <a:pt x="13" y="62"/>
                    <a:pt x="20" y="45"/>
                    <a:pt x="33" y="33"/>
                  </a:cubicBezTo>
                  <a:cubicBezTo>
                    <a:pt x="46" y="20"/>
                    <a:pt x="63" y="13"/>
                    <a:pt x="80" y="13"/>
                  </a:cubicBezTo>
                  <a:cubicBezTo>
                    <a:pt x="98" y="13"/>
                    <a:pt x="115" y="20"/>
                    <a:pt x="128" y="33"/>
                  </a:cubicBezTo>
                  <a:cubicBezTo>
                    <a:pt x="141" y="45"/>
                    <a:pt x="148" y="62"/>
                    <a:pt x="148" y="80"/>
                  </a:cubicBezTo>
                  <a:cubicBezTo>
                    <a:pt x="148" y="84"/>
                    <a:pt x="151" y="87"/>
                    <a:pt x="154" y="87"/>
                  </a:cubicBezTo>
                  <a:cubicBezTo>
                    <a:pt x="158" y="87"/>
                    <a:pt x="161" y="84"/>
                    <a:pt x="161" y="80"/>
                  </a:cubicBezTo>
                  <a:cubicBezTo>
                    <a:pt x="161" y="59"/>
                    <a:pt x="153" y="38"/>
                    <a:pt x="137" y="23"/>
                  </a:cubicBezTo>
                  <a:cubicBezTo>
                    <a:pt x="122" y="8"/>
                    <a:pt x="102" y="0"/>
                    <a:pt x="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1" name="Freeform 114"/>
            <p:cNvSpPr>
              <a:spLocks/>
            </p:cNvSpPr>
            <p:nvPr/>
          </p:nvSpPr>
          <p:spPr bwMode="auto">
            <a:xfrm>
              <a:off x="2014538" y="4197350"/>
              <a:ext cx="92075" cy="98425"/>
            </a:xfrm>
            <a:custGeom>
              <a:avLst/>
              <a:gdLst>
                <a:gd name="T0" fmla="*/ 34 w 49"/>
                <a:gd name="T1" fmla="*/ 25 h 52"/>
                <a:gd name="T2" fmla="*/ 32 w 49"/>
                <a:gd name="T3" fmla="*/ 25 h 52"/>
                <a:gd name="T4" fmla="*/ 13 w 49"/>
                <a:gd name="T5" fmla="*/ 3 h 52"/>
                <a:gd name="T6" fmla="*/ 3 w 49"/>
                <a:gd name="T7" fmla="*/ 3 h 52"/>
                <a:gd name="T8" fmla="*/ 3 w 49"/>
                <a:gd name="T9" fmla="*/ 12 h 52"/>
                <a:gd name="T10" fmla="*/ 22 w 49"/>
                <a:gd name="T11" fmla="*/ 34 h 52"/>
                <a:gd name="T12" fmla="*/ 21 w 49"/>
                <a:gd name="T13" fmla="*/ 38 h 52"/>
                <a:gd name="T14" fmla="*/ 25 w 49"/>
                <a:gd name="T15" fmla="*/ 48 h 52"/>
                <a:gd name="T16" fmla="*/ 34 w 49"/>
                <a:gd name="T17" fmla="*/ 52 h 52"/>
                <a:gd name="T18" fmla="*/ 44 w 49"/>
                <a:gd name="T19" fmla="*/ 48 h 52"/>
                <a:gd name="T20" fmla="*/ 44 w 49"/>
                <a:gd name="T21" fmla="*/ 29 h 52"/>
                <a:gd name="T22" fmla="*/ 34 w 49"/>
                <a:gd name="T23" fmla="*/ 2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52">
                  <a:moveTo>
                    <a:pt x="34" y="25"/>
                  </a:moveTo>
                  <a:cubicBezTo>
                    <a:pt x="34" y="25"/>
                    <a:pt x="33" y="25"/>
                    <a:pt x="32" y="2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0" y="1"/>
                    <a:pt x="6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1" y="35"/>
                    <a:pt x="21" y="37"/>
                    <a:pt x="21" y="38"/>
                  </a:cubicBezTo>
                  <a:cubicBezTo>
                    <a:pt x="21" y="42"/>
                    <a:pt x="22" y="45"/>
                    <a:pt x="25" y="48"/>
                  </a:cubicBezTo>
                  <a:cubicBezTo>
                    <a:pt x="28" y="50"/>
                    <a:pt x="31" y="52"/>
                    <a:pt x="34" y="52"/>
                  </a:cubicBezTo>
                  <a:cubicBezTo>
                    <a:pt x="38" y="52"/>
                    <a:pt x="41" y="50"/>
                    <a:pt x="44" y="48"/>
                  </a:cubicBezTo>
                  <a:cubicBezTo>
                    <a:pt x="49" y="42"/>
                    <a:pt x="49" y="34"/>
                    <a:pt x="44" y="29"/>
                  </a:cubicBezTo>
                  <a:cubicBezTo>
                    <a:pt x="41" y="26"/>
                    <a:pt x="38" y="25"/>
                    <a:pt x="34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0" name="Group 609"/>
          <p:cNvGrpSpPr/>
          <p:nvPr/>
        </p:nvGrpSpPr>
        <p:grpSpPr>
          <a:xfrm>
            <a:off x="2551113" y="4048125"/>
            <a:ext cx="303213" cy="403225"/>
            <a:chOff x="2551113" y="4048125"/>
            <a:chExt cx="303213" cy="403225"/>
          </a:xfrm>
        </p:grpSpPr>
        <p:sp>
          <p:nvSpPr>
            <p:cNvPr id="502" name="Freeform 115"/>
            <p:cNvSpPr>
              <a:spLocks noEditPoints="1"/>
            </p:cNvSpPr>
            <p:nvPr/>
          </p:nvSpPr>
          <p:spPr bwMode="auto">
            <a:xfrm>
              <a:off x="2551113" y="4048125"/>
              <a:ext cx="303213" cy="403225"/>
            </a:xfrm>
            <a:custGeom>
              <a:avLst/>
              <a:gdLst>
                <a:gd name="T0" fmla="*/ 104 w 161"/>
                <a:gd name="T1" fmla="*/ 0 h 214"/>
                <a:gd name="T2" fmla="*/ 57 w 161"/>
                <a:gd name="T3" fmla="*/ 0 h 214"/>
                <a:gd name="T4" fmla="*/ 50 w 161"/>
                <a:gd name="T5" fmla="*/ 6 h 214"/>
                <a:gd name="T6" fmla="*/ 50 w 161"/>
                <a:gd name="T7" fmla="*/ 27 h 214"/>
                <a:gd name="T8" fmla="*/ 7 w 161"/>
                <a:gd name="T9" fmla="*/ 27 h 214"/>
                <a:gd name="T10" fmla="*/ 0 w 161"/>
                <a:gd name="T11" fmla="*/ 33 h 214"/>
                <a:gd name="T12" fmla="*/ 7 w 161"/>
                <a:gd name="T13" fmla="*/ 40 h 214"/>
                <a:gd name="T14" fmla="*/ 13 w 161"/>
                <a:gd name="T15" fmla="*/ 40 h 214"/>
                <a:gd name="T16" fmla="*/ 13 w 161"/>
                <a:gd name="T17" fmla="*/ 208 h 214"/>
                <a:gd name="T18" fmla="*/ 20 w 161"/>
                <a:gd name="T19" fmla="*/ 214 h 214"/>
                <a:gd name="T20" fmla="*/ 141 w 161"/>
                <a:gd name="T21" fmla="*/ 214 h 214"/>
                <a:gd name="T22" fmla="*/ 148 w 161"/>
                <a:gd name="T23" fmla="*/ 208 h 214"/>
                <a:gd name="T24" fmla="*/ 148 w 161"/>
                <a:gd name="T25" fmla="*/ 40 h 214"/>
                <a:gd name="T26" fmla="*/ 154 w 161"/>
                <a:gd name="T27" fmla="*/ 40 h 214"/>
                <a:gd name="T28" fmla="*/ 161 w 161"/>
                <a:gd name="T29" fmla="*/ 33 h 214"/>
                <a:gd name="T30" fmla="*/ 154 w 161"/>
                <a:gd name="T31" fmla="*/ 27 h 214"/>
                <a:gd name="T32" fmla="*/ 111 w 161"/>
                <a:gd name="T33" fmla="*/ 27 h 214"/>
                <a:gd name="T34" fmla="*/ 111 w 161"/>
                <a:gd name="T35" fmla="*/ 6 h 214"/>
                <a:gd name="T36" fmla="*/ 104 w 161"/>
                <a:gd name="T37" fmla="*/ 0 h 214"/>
                <a:gd name="T38" fmla="*/ 134 w 161"/>
                <a:gd name="T39" fmla="*/ 40 h 214"/>
                <a:gd name="T40" fmla="*/ 134 w 161"/>
                <a:gd name="T41" fmla="*/ 201 h 214"/>
                <a:gd name="T42" fmla="*/ 27 w 161"/>
                <a:gd name="T43" fmla="*/ 201 h 214"/>
                <a:gd name="T44" fmla="*/ 27 w 161"/>
                <a:gd name="T45" fmla="*/ 40 h 214"/>
                <a:gd name="T46" fmla="*/ 134 w 161"/>
                <a:gd name="T47" fmla="*/ 40 h 214"/>
                <a:gd name="T48" fmla="*/ 64 w 161"/>
                <a:gd name="T49" fmla="*/ 27 h 214"/>
                <a:gd name="T50" fmla="*/ 64 w 161"/>
                <a:gd name="T51" fmla="*/ 13 h 214"/>
                <a:gd name="T52" fmla="*/ 97 w 161"/>
                <a:gd name="T53" fmla="*/ 13 h 214"/>
                <a:gd name="T54" fmla="*/ 97 w 161"/>
                <a:gd name="T55" fmla="*/ 27 h 214"/>
                <a:gd name="T56" fmla="*/ 64 w 161"/>
                <a:gd name="T57" fmla="*/ 27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1" h="214">
                  <a:moveTo>
                    <a:pt x="104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53" y="0"/>
                    <a:pt x="50" y="3"/>
                    <a:pt x="50" y="6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3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208"/>
                    <a:pt x="13" y="208"/>
                    <a:pt x="13" y="208"/>
                  </a:cubicBezTo>
                  <a:cubicBezTo>
                    <a:pt x="13" y="211"/>
                    <a:pt x="17" y="214"/>
                    <a:pt x="20" y="214"/>
                  </a:cubicBezTo>
                  <a:cubicBezTo>
                    <a:pt x="141" y="214"/>
                    <a:pt x="141" y="214"/>
                    <a:pt x="141" y="214"/>
                  </a:cubicBezTo>
                  <a:cubicBezTo>
                    <a:pt x="145" y="214"/>
                    <a:pt x="148" y="211"/>
                    <a:pt x="148" y="208"/>
                  </a:cubicBezTo>
                  <a:cubicBezTo>
                    <a:pt x="148" y="40"/>
                    <a:pt x="148" y="40"/>
                    <a:pt x="148" y="40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8" y="40"/>
                    <a:pt x="161" y="37"/>
                    <a:pt x="161" y="33"/>
                  </a:cubicBezTo>
                  <a:cubicBezTo>
                    <a:pt x="161" y="30"/>
                    <a:pt x="158" y="27"/>
                    <a:pt x="154" y="27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3"/>
                    <a:pt x="108" y="0"/>
                    <a:pt x="104" y="0"/>
                  </a:cubicBezTo>
                  <a:close/>
                  <a:moveTo>
                    <a:pt x="134" y="40"/>
                  </a:moveTo>
                  <a:cubicBezTo>
                    <a:pt x="134" y="201"/>
                    <a:pt x="134" y="201"/>
                    <a:pt x="134" y="201"/>
                  </a:cubicBezTo>
                  <a:cubicBezTo>
                    <a:pt x="27" y="201"/>
                    <a:pt x="27" y="201"/>
                    <a:pt x="27" y="201"/>
                  </a:cubicBezTo>
                  <a:cubicBezTo>
                    <a:pt x="27" y="40"/>
                    <a:pt x="27" y="40"/>
                    <a:pt x="27" y="40"/>
                  </a:cubicBezTo>
                  <a:lnTo>
                    <a:pt x="134" y="40"/>
                  </a:lnTo>
                  <a:close/>
                  <a:moveTo>
                    <a:pt x="64" y="27"/>
                  </a:moveTo>
                  <a:cubicBezTo>
                    <a:pt x="64" y="13"/>
                    <a:pt x="64" y="13"/>
                    <a:pt x="64" y="13"/>
                  </a:cubicBezTo>
                  <a:cubicBezTo>
                    <a:pt x="97" y="13"/>
                    <a:pt x="97" y="13"/>
                    <a:pt x="97" y="13"/>
                  </a:cubicBezTo>
                  <a:cubicBezTo>
                    <a:pt x="97" y="27"/>
                    <a:pt x="97" y="27"/>
                    <a:pt x="97" y="27"/>
                  </a:cubicBezTo>
                  <a:lnTo>
                    <a:pt x="6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3" name="Freeform 116"/>
            <p:cNvSpPr>
              <a:spLocks/>
            </p:cNvSpPr>
            <p:nvPr/>
          </p:nvSpPr>
          <p:spPr bwMode="auto">
            <a:xfrm>
              <a:off x="2652713" y="4162425"/>
              <a:ext cx="25400" cy="239713"/>
            </a:xfrm>
            <a:custGeom>
              <a:avLst/>
              <a:gdLst>
                <a:gd name="T0" fmla="*/ 6 w 13"/>
                <a:gd name="T1" fmla="*/ 128 h 128"/>
                <a:gd name="T2" fmla="*/ 13 w 13"/>
                <a:gd name="T3" fmla="*/ 121 h 128"/>
                <a:gd name="T4" fmla="*/ 13 w 13"/>
                <a:gd name="T5" fmla="*/ 7 h 128"/>
                <a:gd name="T6" fmla="*/ 6 w 13"/>
                <a:gd name="T7" fmla="*/ 0 h 128"/>
                <a:gd name="T8" fmla="*/ 0 w 13"/>
                <a:gd name="T9" fmla="*/ 7 h 128"/>
                <a:gd name="T10" fmla="*/ 0 w 13"/>
                <a:gd name="T11" fmla="*/ 121 h 128"/>
                <a:gd name="T12" fmla="*/ 6 w 13"/>
                <a:gd name="T1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8">
                  <a:moveTo>
                    <a:pt x="6" y="128"/>
                  </a:moveTo>
                  <a:cubicBezTo>
                    <a:pt x="10" y="128"/>
                    <a:pt x="13" y="125"/>
                    <a:pt x="13" y="121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5"/>
                    <a:pt x="3" y="128"/>
                    <a:pt x="6" y="1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4" name="Freeform 117"/>
            <p:cNvSpPr>
              <a:spLocks/>
            </p:cNvSpPr>
            <p:nvPr/>
          </p:nvSpPr>
          <p:spPr bwMode="auto">
            <a:xfrm>
              <a:off x="2727325" y="4162425"/>
              <a:ext cx="25400" cy="239713"/>
            </a:xfrm>
            <a:custGeom>
              <a:avLst/>
              <a:gdLst>
                <a:gd name="T0" fmla="*/ 7 w 13"/>
                <a:gd name="T1" fmla="*/ 128 h 128"/>
                <a:gd name="T2" fmla="*/ 13 w 13"/>
                <a:gd name="T3" fmla="*/ 121 h 128"/>
                <a:gd name="T4" fmla="*/ 13 w 13"/>
                <a:gd name="T5" fmla="*/ 7 h 128"/>
                <a:gd name="T6" fmla="*/ 7 w 13"/>
                <a:gd name="T7" fmla="*/ 0 h 128"/>
                <a:gd name="T8" fmla="*/ 0 w 13"/>
                <a:gd name="T9" fmla="*/ 7 h 128"/>
                <a:gd name="T10" fmla="*/ 0 w 13"/>
                <a:gd name="T11" fmla="*/ 121 h 128"/>
                <a:gd name="T12" fmla="*/ 7 w 13"/>
                <a:gd name="T1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8">
                  <a:moveTo>
                    <a:pt x="7" y="128"/>
                  </a:moveTo>
                  <a:cubicBezTo>
                    <a:pt x="10" y="128"/>
                    <a:pt x="13" y="125"/>
                    <a:pt x="13" y="121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5"/>
                    <a:pt x="3" y="128"/>
                    <a:pt x="7" y="1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1" name="Group 610"/>
          <p:cNvGrpSpPr/>
          <p:nvPr/>
        </p:nvGrpSpPr>
        <p:grpSpPr>
          <a:xfrm>
            <a:off x="3124200" y="4143375"/>
            <a:ext cx="403225" cy="214313"/>
            <a:chOff x="3124200" y="4143375"/>
            <a:chExt cx="403225" cy="214313"/>
          </a:xfrm>
        </p:grpSpPr>
        <p:sp>
          <p:nvSpPr>
            <p:cNvPr id="505" name="Freeform 118"/>
            <p:cNvSpPr>
              <a:spLocks noEditPoints="1"/>
            </p:cNvSpPr>
            <p:nvPr/>
          </p:nvSpPr>
          <p:spPr bwMode="auto">
            <a:xfrm>
              <a:off x="3124200" y="4143375"/>
              <a:ext cx="403225" cy="214313"/>
            </a:xfrm>
            <a:custGeom>
              <a:avLst/>
              <a:gdLst>
                <a:gd name="T0" fmla="*/ 108 w 215"/>
                <a:gd name="T1" fmla="*/ 0 h 114"/>
                <a:gd name="T2" fmla="*/ 1 w 215"/>
                <a:gd name="T3" fmla="*/ 53 h 114"/>
                <a:gd name="T4" fmla="*/ 1 w 215"/>
                <a:gd name="T5" fmla="*/ 61 h 114"/>
                <a:gd name="T6" fmla="*/ 108 w 215"/>
                <a:gd name="T7" fmla="*/ 114 h 114"/>
                <a:gd name="T8" fmla="*/ 214 w 215"/>
                <a:gd name="T9" fmla="*/ 61 h 114"/>
                <a:gd name="T10" fmla="*/ 214 w 215"/>
                <a:gd name="T11" fmla="*/ 53 h 114"/>
                <a:gd name="T12" fmla="*/ 108 w 215"/>
                <a:gd name="T13" fmla="*/ 0 h 114"/>
                <a:gd name="T14" fmla="*/ 108 w 215"/>
                <a:gd name="T15" fmla="*/ 101 h 114"/>
                <a:gd name="T16" fmla="*/ 15 w 215"/>
                <a:gd name="T17" fmla="*/ 57 h 114"/>
                <a:gd name="T18" fmla="*/ 108 w 215"/>
                <a:gd name="T19" fmla="*/ 13 h 114"/>
                <a:gd name="T20" fmla="*/ 200 w 215"/>
                <a:gd name="T21" fmla="*/ 57 h 114"/>
                <a:gd name="T22" fmla="*/ 108 w 215"/>
                <a:gd name="T23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5" h="114">
                  <a:moveTo>
                    <a:pt x="108" y="0"/>
                  </a:moveTo>
                  <a:cubicBezTo>
                    <a:pt x="38" y="0"/>
                    <a:pt x="3" y="51"/>
                    <a:pt x="1" y="53"/>
                  </a:cubicBezTo>
                  <a:cubicBezTo>
                    <a:pt x="0" y="56"/>
                    <a:pt x="0" y="59"/>
                    <a:pt x="1" y="61"/>
                  </a:cubicBezTo>
                  <a:cubicBezTo>
                    <a:pt x="3" y="63"/>
                    <a:pt x="38" y="114"/>
                    <a:pt x="108" y="114"/>
                  </a:cubicBezTo>
                  <a:cubicBezTo>
                    <a:pt x="178" y="114"/>
                    <a:pt x="212" y="63"/>
                    <a:pt x="214" y="61"/>
                  </a:cubicBezTo>
                  <a:cubicBezTo>
                    <a:pt x="215" y="59"/>
                    <a:pt x="215" y="56"/>
                    <a:pt x="214" y="53"/>
                  </a:cubicBezTo>
                  <a:cubicBezTo>
                    <a:pt x="212" y="51"/>
                    <a:pt x="178" y="0"/>
                    <a:pt x="108" y="0"/>
                  </a:cubicBezTo>
                  <a:close/>
                  <a:moveTo>
                    <a:pt x="108" y="101"/>
                  </a:moveTo>
                  <a:cubicBezTo>
                    <a:pt x="56" y="101"/>
                    <a:pt x="25" y="68"/>
                    <a:pt x="15" y="57"/>
                  </a:cubicBezTo>
                  <a:cubicBezTo>
                    <a:pt x="25" y="46"/>
                    <a:pt x="55" y="13"/>
                    <a:pt x="108" y="13"/>
                  </a:cubicBezTo>
                  <a:cubicBezTo>
                    <a:pt x="160" y="13"/>
                    <a:pt x="191" y="46"/>
                    <a:pt x="200" y="57"/>
                  </a:cubicBezTo>
                  <a:cubicBezTo>
                    <a:pt x="191" y="68"/>
                    <a:pt x="160" y="101"/>
                    <a:pt x="108" y="10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6" name="Freeform 119"/>
            <p:cNvSpPr>
              <a:spLocks noEditPoints="1"/>
            </p:cNvSpPr>
            <p:nvPr/>
          </p:nvSpPr>
          <p:spPr bwMode="auto">
            <a:xfrm>
              <a:off x="3270250" y="4194175"/>
              <a:ext cx="112713" cy="112713"/>
            </a:xfrm>
            <a:custGeom>
              <a:avLst/>
              <a:gdLst>
                <a:gd name="T0" fmla="*/ 30 w 60"/>
                <a:gd name="T1" fmla="*/ 0 h 60"/>
                <a:gd name="T2" fmla="*/ 0 w 60"/>
                <a:gd name="T3" fmla="*/ 30 h 60"/>
                <a:gd name="T4" fmla="*/ 30 w 60"/>
                <a:gd name="T5" fmla="*/ 60 h 60"/>
                <a:gd name="T6" fmla="*/ 60 w 60"/>
                <a:gd name="T7" fmla="*/ 30 h 60"/>
                <a:gd name="T8" fmla="*/ 30 w 60"/>
                <a:gd name="T9" fmla="*/ 0 h 60"/>
                <a:gd name="T10" fmla="*/ 30 w 60"/>
                <a:gd name="T11" fmla="*/ 47 h 60"/>
                <a:gd name="T12" fmla="*/ 13 w 60"/>
                <a:gd name="T13" fmla="*/ 30 h 60"/>
                <a:gd name="T14" fmla="*/ 30 w 60"/>
                <a:gd name="T15" fmla="*/ 13 h 60"/>
                <a:gd name="T16" fmla="*/ 46 w 60"/>
                <a:gd name="T17" fmla="*/ 30 h 60"/>
                <a:gd name="T18" fmla="*/ 30 w 60"/>
                <a:gd name="T19" fmla="*/ 4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60">
                  <a:moveTo>
                    <a:pt x="30" y="0"/>
                  </a:moveTo>
                  <a:cubicBezTo>
                    <a:pt x="13" y="0"/>
                    <a:pt x="0" y="13"/>
                    <a:pt x="0" y="30"/>
                  </a:cubicBezTo>
                  <a:cubicBezTo>
                    <a:pt x="0" y="47"/>
                    <a:pt x="13" y="60"/>
                    <a:pt x="30" y="60"/>
                  </a:cubicBezTo>
                  <a:cubicBezTo>
                    <a:pt x="46" y="60"/>
                    <a:pt x="60" y="47"/>
                    <a:pt x="60" y="30"/>
                  </a:cubicBezTo>
                  <a:cubicBezTo>
                    <a:pt x="60" y="13"/>
                    <a:pt x="46" y="0"/>
                    <a:pt x="30" y="0"/>
                  </a:cubicBezTo>
                  <a:close/>
                  <a:moveTo>
                    <a:pt x="30" y="47"/>
                  </a:moveTo>
                  <a:cubicBezTo>
                    <a:pt x="20" y="47"/>
                    <a:pt x="13" y="39"/>
                    <a:pt x="13" y="30"/>
                  </a:cubicBezTo>
                  <a:cubicBezTo>
                    <a:pt x="13" y="21"/>
                    <a:pt x="20" y="13"/>
                    <a:pt x="30" y="13"/>
                  </a:cubicBezTo>
                  <a:cubicBezTo>
                    <a:pt x="39" y="13"/>
                    <a:pt x="46" y="21"/>
                    <a:pt x="46" y="30"/>
                  </a:cubicBezTo>
                  <a:cubicBezTo>
                    <a:pt x="46" y="39"/>
                    <a:pt x="39" y="47"/>
                    <a:pt x="30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6" name="Group 605"/>
          <p:cNvGrpSpPr/>
          <p:nvPr/>
        </p:nvGrpSpPr>
        <p:grpSpPr>
          <a:xfrm>
            <a:off x="1254125" y="3536950"/>
            <a:ext cx="403226" cy="177801"/>
            <a:chOff x="1254125" y="3536950"/>
            <a:chExt cx="403226" cy="177801"/>
          </a:xfrm>
        </p:grpSpPr>
        <p:sp>
          <p:nvSpPr>
            <p:cNvPr id="507" name="Freeform 120"/>
            <p:cNvSpPr>
              <a:spLocks/>
            </p:cNvSpPr>
            <p:nvPr/>
          </p:nvSpPr>
          <p:spPr bwMode="auto">
            <a:xfrm>
              <a:off x="1254125" y="3536950"/>
              <a:ext cx="63500" cy="25400"/>
            </a:xfrm>
            <a:custGeom>
              <a:avLst/>
              <a:gdLst>
                <a:gd name="T0" fmla="*/ 7 w 34"/>
                <a:gd name="T1" fmla="*/ 13 h 13"/>
                <a:gd name="T2" fmla="*/ 27 w 34"/>
                <a:gd name="T3" fmla="*/ 13 h 13"/>
                <a:gd name="T4" fmla="*/ 34 w 34"/>
                <a:gd name="T5" fmla="*/ 7 h 13"/>
                <a:gd name="T6" fmla="*/ 27 w 34"/>
                <a:gd name="T7" fmla="*/ 0 h 13"/>
                <a:gd name="T8" fmla="*/ 7 w 34"/>
                <a:gd name="T9" fmla="*/ 0 h 13"/>
                <a:gd name="T10" fmla="*/ 0 w 34"/>
                <a:gd name="T11" fmla="*/ 7 h 13"/>
                <a:gd name="T12" fmla="*/ 7 w 3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3">
                  <a:moveTo>
                    <a:pt x="7" y="13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31" y="13"/>
                    <a:pt x="34" y="10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8" name="Freeform 121"/>
            <p:cNvSpPr>
              <a:spLocks/>
            </p:cNvSpPr>
            <p:nvPr/>
          </p:nvSpPr>
          <p:spPr bwMode="auto">
            <a:xfrm>
              <a:off x="1379538" y="3536950"/>
              <a:ext cx="277813" cy="25400"/>
            </a:xfrm>
            <a:custGeom>
              <a:avLst/>
              <a:gdLst>
                <a:gd name="T0" fmla="*/ 141 w 148"/>
                <a:gd name="T1" fmla="*/ 0 h 13"/>
                <a:gd name="T2" fmla="*/ 7 w 148"/>
                <a:gd name="T3" fmla="*/ 0 h 13"/>
                <a:gd name="T4" fmla="*/ 0 w 148"/>
                <a:gd name="T5" fmla="*/ 7 h 13"/>
                <a:gd name="T6" fmla="*/ 7 w 148"/>
                <a:gd name="T7" fmla="*/ 13 h 13"/>
                <a:gd name="T8" fmla="*/ 141 w 148"/>
                <a:gd name="T9" fmla="*/ 13 h 13"/>
                <a:gd name="T10" fmla="*/ 148 w 148"/>
                <a:gd name="T11" fmla="*/ 7 h 13"/>
                <a:gd name="T12" fmla="*/ 141 w 148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13">
                  <a:moveTo>
                    <a:pt x="141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45" y="13"/>
                    <a:pt x="148" y="10"/>
                    <a:pt x="148" y="7"/>
                  </a:cubicBezTo>
                  <a:cubicBezTo>
                    <a:pt x="148" y="3"/>
                    <a:pt x="145" y="0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9" name="Freeform 122"/>
            <p:cNvSpPr>
              <a:spLocks/>
            </p:cNvSpPr>
            <p:nvPr/>
          </p:nvSpPr>
          <p:spPr bwMode="auto">
            <a:xfrm>
              <a:off x="1254125" y="3613150"/>
              <a:ext cx="63500" cy="25400"/>
            </a:xfrm>
            <a:custGeom>
              <a:avLst/>
              <a:gdLst>
                <a:gd name="T0" fmla="*/ 7 w 34"/>
                <a:gd name="T1" fmla="*/ 14 h 14"/>
                <a:gd name="T2" fmla="*/ 27 w 34"/>
                <a:gd name="T3" fmla="*/ 14 h 14"/>
                <a:gd name="T4" fmla="*/ 34 w 34"/>
                <a:gd name="T5" fmla="*/ 7 h 14"/>
                <a:gd name="T6" fmla="*/ 27 w 34"/>
                <a:gd name="T7" fmla="*/ 0 h 14"/>
                <a:gd name="T8" fmla="*/ 7 w 34"/>
                <a:gd name="T9" fmla="*/ 0 h 14"/>
                <a:gd name="T10" fmla="*/ 0 w 34"/>
                <a:gd name="T11" fmla="*/ 7 h 14"/>
                <a:gd name="T12" fmla="*/ 7 w 34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4">
                  <a:moveTo>
                    <a:pt x="7" y="14"/>
                  </a:moveTo>
                  <a:cubicBezTo>
                    <a:pt x="27" y="14"/>
                    <a:pt x="27" y="14"/>
                    <a:pt x="27" y="14"/>
                  </a:cubicBezTo>
                  <a:cubicBezTo>
                    <a:pt x="31" y="14"/>
                    <a:pt x="34" y="11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0" name="Freeform 123"/>
            <p:cNvSpPr>
              <a:spLocks/>
            </p:cNvSpPr>
            <p:nvPr/>
          </p:nvSpPr>
          <p:spPr bwMode="auto">
            <a:xfrm>
              <a:off x="1379538" y="3613150"/>
              <a:ext cx="277813" cy="25400"/>
            </a:xfrm>
            <a:custGeom>
              <a:avLst/>
              <a:gdLst>
                <a:gd name="T0" fmla="*/ 141 w 148"/>
                <a:gd name="T1" fmla="*/ 0 h 14"/>
                <a:gd name="T2" fmla="*/ 7 w 148"/>
                <a:gd name="T3" fmla="*/ 0 h 14"/>
                <a:gd name="T4" fmla="*/ 0 w 148"/>
                <a:gd name="T5" fmla="*/ 7 h 14"/>
                <a:gd name="T6" fmla="*/ 7 w 148"/>
                <a:gd name="T7" fmla="*/ 14 h 14"/>
                <a:gd name="T8" fmla="*/ 141 w 148"/>
                <a:gd name="T9" fmla="*/ 14 h 14"/>
                <a:gd name="T10" fmla="*/ 148 w 148"/>
                <a:gd name="T11" fmla="*/ 7 h 14"/>
                <a:gd name="T12" fmla="*/ 141 w 148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14">
                  <a:moveTo>
                    <a:pt x="141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5" y="14"/>
                    <a:pt x="148" y="11"/>
                    <a:pt x="148" y="7"/>
                  </a:cubicBezTo>
                  <a:cubicBezTo>
                    <a:pt x="148" y="3"/>
                    <a:pt x="145" y="0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1" name="Freeform 124"/>
            <p:cNvSpPr>
              <a:spLocks/>
            </p:cNvSpPr>
            <p:nvPr/>
          </p:nvSpPr>
          <p:spPr bwMode="auto">
            <a:xfrm>
              <a:off x="1254125" y="3687763"/>
              <a:ext cx="63500" cy="26988"/>
            </a:xfrm>
            <a:custGeom>
              <a:avLst/>
              <a:gdLst>
                <a:gd name="T0" fmla="*/ 7 w 34"/>
                <a:gd name="T1" fmla="*/ 14 h 14"/>
                <a:gd name="T2" fmla="*/ 27 w 34"/>
                <a:gd name="T3" fmla="*/ 14 h 14"/>
                <a:gd name="T4" fmla="*/ 34 w 34"/>
                <a:gd name="T5" fmla="*/ 7 h 14"/>
                <a:gd name="T6" fmla="*/ 27 w 34"/>
                <a:gd name="T7" fmla="*/ 0 h 14"/>
                <a:gd name="T8" fmla="*/ 7 w 34"/>
                <a:gd name="T9" fmla="*/ 0 h 14"/>
                <a:gd name="T10" fmla="*/ 0 w 34"/>
                <a:gd name="T11" fmla="*/ 7 h 14"/>
                <a:gd name="T12" fmla="*/ 7 w 34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4">
                  <a:moveTo>
                    <a:pt x="7" y="14"/>
                  </a:moveTo>
                  <a:cubicBezTo>
                    <a:pt x="27" y="14"/>
                    <a:pt x="27" y="14"/>
                    <a:pt x="27" y="14"/>
                  </a:cubicBezTo>
                  <a:cubicBezTo>
                    <a:pt x="31" y="14"/>
                    <a:pt x="34" y="11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2" name="Freeform 125"/>
            <p:cNvSpPr>
              <a:spLocks/>
            </p:cNvSpPr>
            <p:nvPr/>
          </p:nvSpPr>
          <p:spPr bwMode="auto">
            <a:xfrm>
              <a:off x="1379538" y="3687763"/>
              <a:ext cx="277813" cy="26988"/>
            </a:xfrm>
            <a:custGeom>
              <a:avLst/>
              <a:gdLst>
                <a:gd name="T0" fmla="*/ 141 w 148"/>
                <a:gd name="T1" fmla="*/ 0 h 14"/>
                <a:gd name="T2" fmla="*/ 7 w 148"/>
                <a:gd name="T3" fmla="*/ 0 h 14"/>
                <a:gd name="T4" fmla="*/ 0 w 148"/>
                <a:gd name="T5" fmla="*/ 7 h 14"/>
                <a:gd name="T6" fmla="*/ 7 w 148"/>
                <a:gd name="T7" fmla="*/ 14 h 14"/>
                <a:gd name="T8" fmla="*/ 141 w 148"/>
                <a:gd name="T9" fmla="*/ 14 h 14"/>
                <a:gd name="T10" fmla="*/ 148 w 148"/>
                <a:gd name="T11" fmla="*/ 7 h 14"/>
                <a:gd name="T12" fmla="*/ 141 w 148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14">
                  <a:moveTo>
                    <a:pt x="141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5" y="14"/>
                    <a:pt x="148" y="11"/>
                    <a:pt x="148" y="7"/>
                  </a:cubicBezTo>
                  <a:cubicBezTo>
                    <a:pt x="148" y="3"/>
                    <a:pt x="145" y="0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13" name="Freeform 126"/>
          <p:cNvSpPr>
            <a:spLocks noEditPoints="1"/>
          </p:cNvSpPr>
          <p:nvPr/>
        </p:nvSpPr>
        <p:spPr bwMode="auto">
          <a:xfrm>
            <a:off x="3748088" y="4048125"/>
            <a:ext cx="403225" cy="403225"/>
          </a:xfrm>
          <a:custGeom>
            <a:avLst/>
            <a:gdLst>
              <a:gd name="T0" fmla="*/ 108 w 215"/>
              <a:gd name="T1" fmla="*/ 0 h 214"/>
              <a:gd name="T2" fmla="*/ 32 w 215"/>
              <a:gd name="T3" fmla="*/ 31 h 214"/>
              <a:gd name="T4" fmla="*/ 0 w 215"/>
              <a:gd name="T5" fmla="*/ 107 h 214"/>
              <a:gd name="T6" fmla="*/ 32 w 215"/>
              <a:gd name="T7" fmla="*/ 183 h 214"/>
              <a:gd name="T8" fmla="*/ 108 w 215"/>
              <a:gd name="T9" fmla="*/ 214 h 214"/>
              <a:gd name="T10" fmla="*/ 184 w 215"/>
              <a:gd name="T11" fmla="*/ 183 h 214"/>
              <a:gd name="T12" fmla="*/ 215 w 215"/>
              <a:gd name="T13" fmla="*/ 107 h 214"/>
              <a:gd name="T14" fmla="*/ 184 w 215"/>
              <a:gd name="T15" fmla="*/ 31 h 214"/>
              <a:gd name="T16" fmla="*/ 108 w 215"/>
              <a:gd name="T17" fmla="*/ 0 h 214"/>
              <a:gd name="T18" fmla="*/ 41 w 215"/>
              <a:gd name="T19" fmla="*/ 41 h 214"/>
              <a:gd name="T20" fmla="*/ 58 w 215"/>
              <a:gd name="T21" fmla="*/ 28 h 214"/>
              <a:gd name="T22" fmla="*/ 92 w 215"/>
              <a:gd name="T23" fmla="*/ 85 h 214"/>
              <a:gd name="T24" fmla="*/ 89 w 215"/>
              <a:gd name="T25" fmla="*/ 88 h 214"/>
              <a:gd name="T26" fmla="*/ 86 w 215"/>
              <a:gd name="T27" fmla="*/ 92 h 214"/>
              <a:gd name="T28" fmla="*/ 28 w 215"/>
              <a:gd name="T29" fmla="*/ 57 h 214"/>
              <a:gd name="T30" fmla="*/ 41 w 215"/>
              <a:gd name="T31" fmla="*/ 41 h 214"/>
              <a:gd name="T32" fmla="*/ 117 w 215"/>
              <a:gd name="T33" fmla="*/ 117 h 214"/>
              <a:gd name="T34" fmla="*/ 108 w 215"/>
              <a:gd name="T35" fmla="*/ 120 h 214"/>
              <a:gd name="T36" fmla="*/ 98 w 215"/>
              <a:gd name="T37" fmla="*/ 117 h 214"/>
              <a:gd name="T38" fmla="*/ 98 w 215"/>
              <a:gd name="T39" fmla="*/ 98 h 214"/>
              <a:gd name="T40" fmla="*/ 108 w 215"/>
              <a:gd name="T41" fmla="*/ 94 h 214"/>
              <a:gd name="T42" fmla="*/ 117 w 215"/>
              <a:gd name="T43" fmla="*/ 98 h 214"/>
              <a:gd name="T44" fmla="*/ 117 w 215"/>
              <a:gd name="T45" fmla="*/ 117 h 214"/>
              <a:gd name="T46" fmla="*/ 41 w 215"/>
              <a:gd name="T47" fmla="*/ 173 h 214"/>
              <a:gd name="T48" fmla="*/ 14 w 215"/>
              <a:gd name="T49" fmla="*/ 107 h 214"/>
              <a:gd name="T50" fmla="*/ 22 w 215"/>
              <a:gd name="T51" fmla="*/ 69 h 214"/>
              <a:gd name="T52" fmla="*/ 81 w 215"/>
              <a:gd name="T53" fmla="*/ 104 h 214"/>
              <a:gd name="T54" fmla="*/ 89 w 215"/>
              <a:gd name="T55" fmla="*/ 126 h 214"/>
              <a:gd name="T56" fmla="*/ 108 w 215"/>
              <a:gd name="T57" fmla="*/ 134 h 214"/>
              <a:gd name="T58" fmla="*/ 111 w 215"/>
              <a:gd name="T59" fmla="*/ 134 h 214"/>
              <a:gd name="T60" fmla="*/ 146 w 215"/>
              <a:gd name="T61" fmla="*/ 193 h 214"/>
              <a:gd name="T62" fmla="*/ 108 w 215"/>
              <a:gd name="T63" fmla="*/ 201 h 214"/>
              <a:gd name="T64" fmla="*/ 41 w 215"/>
              <a:gd name="T65" fmla="*/ 173 h 214"/>
              <a:gd name="T66" fmla="*/ 174 w 215"/>
              <a:gd name="T67" fmla="*/ 173 h 214"/>
              <a:gd name="T68" fmla="*/ 158 w 215"/>
              <a:gd name="T69" fmla="*/ 187 h 214"/>
              <a:gd name="T70" fmla="*/ 123 w 215"/>
              <a:gd name="T71" fmla="*/ 129 h 214"/>
              <a:gd name="T72" fmla="*/ 127 w 215"/>
              <a:gd name="T73" fmla="*/ 126 h 214"/>
              <a:gd name="T74" fmla="*/ 130 w 215"/>
              <a:gd name="T75" fmla="*/ 123 h 214"/>
              <a:gd name="T76" fmla="*/ 187 w 215"/>
              <a:gd name="T77" fmla="*/ 157 h 214"/>
              <a:gd name="T78" fmla="*/ 174 w 215"/>
              <a:gd name="T79" fmla="*/ 173 h 214"/>
              <a:gd name="T80" fmla="*/ 194 w 215"/>
              <a:gd name="T81" fmla="*/ 145 h 214"/>
              <a:gd name="T82" fmla="*/ 134 w 215"/>
              <a:gd name="T83" fmla="*/ 110 h 214"/>
              <a:gd name="T84" fmla="*/ 127 w 215"/>
              <a:gd name="T85" fmla="*/ 88 h 214"/>
              <a:gd name="T86" fmla="*/ 108 w 215"/>
              <a:gd name="T87" fmla="*/ 80 h 214"/>
              <a:gd name="T88" fmla="*/ 105 w 215"/>
              <a:gd name="T89" fmla="*/ 80 h 214"/>
              <a:gd name="T90" fmla="*/ 70 w 215"/>
              <a:gd name="T91" fmla="*/ 21 h 214"/>
              <a:gd name="T92" fmla="*/ 108 w 215"/>
              <a:gd name="T93" fmla="*/ 13 h 214"/>
              <a:gd name="T94" fmla="*/ 174 w 215"/>
              <a:gd name="T95" fmla="*/ 41 h 214"/>
              <a:gd name="T96" fmla="*/ 202 w 215"/>
              <a:gd name="T97" fmla="*/ 107 h 214"/>
              <a:gd name="T98" fmla="*/ 194 w 215"/>
              <a:gd name="T99" fmla="*/ 145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15" h="214">
                <a:moveTo>
                  <a:pt x="108" y="0"/>
                </a:moveTo>
                <a:cubicBezTo>
                  <a:pt x="79" y="0"/>
                  <a:pt x="52" y="11"/>
                  <a:pt x="32" y="31"/>
                </a:cubicBezTo>
                <a:cubicBezTo>
                  <a:pt x="12" y="51"/>
                  <a:pt x="0" y="78"/>
                  <a:pt x="0" y="107"/>
                </a:cubicBezTo>
                <a:cubicBezTo>
                  <a:pt x="0" y="136"/>
                  <a:pt x="12" y="163"/>
                  <a:pt x="32" y="183"/>
                </a:cubicBezTo>
                <a:cubicBezTo>
                  <a:pt x="52" y="203"/>
                  <a:pt x="79" y="214"/>
                  <a:pt x="108" y="214"/>
                </a:cubicBezTo>
                <a:cubicBezTo>
                  <a:pt x="136" y="214"/>
                  <a:pt x="163" y="203"/>
                  <a:pt x="184" y="183"/>
                </a:cubicBezTo>
                <a:cubicBezTo>
                  <a:pt x="204" y="163"/>
                  <a:pt x="215" y="136"/>
                  <a:pt x="215" y="107"/>
                </a:cubicBezTo>
                <a:cubicBezTo>
                  <a:pt x="215" y="78"/>
                  <a:pt x="204" y="51"/>
                  <a:pt x="184" y="31"/>
                </a:cubicBezTo>
                <a:cubicBezTo>
                  <a:pt x="163" y="11"/>
                  <a:pt x="136" y="0"/>
                  <a:pt x="108" y="0"/>
                </a:cubicBezTo>
                <a:close/>
                <a:moveTo>
                  <a:pt x="41" y="41"/>
                </a:moveTo>
                <a:cubicBezTo>
                  <a:pt x="46" y="36"/>
                  <a:pt x="52" y="31"/>
                  <a:pt x="58" y="28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6"/>
                  <a:pt x="90" y="87"/>
                  <a:pt x="89" y="88"/>
                </a:cubicBezTo>
                <a:cubicBezTo>
                  <a:pt x="88" y="89"/>
                  <a:pt x="87" y="90"/>
                  <a:pt x="86" y="92"/>
                </a:cubicBezTo>
                <a:cubicBezTo>
                  <a:pt x="28" y="57"/>
                  <a:pt x="28" y="57"/>
                  <a:pt x="28" y="57"/>
                </a:cubicBezTo>
                <a:cubicBezTo>
                  <a:pt x="32" y="51"/>
                  <a:pt x="36" y="46"/>
                  <a:pt x="41" y="41"/>
                </a:cubicBezTo>
                <a:close/>
                <a:moveTo>
                  <a:pt x="117" y="117"/>
                </a:moveTo>
                <a:cubicBezTo>
                  <a:pt x="115" y="119"/>
                  <a:pt x="111" y="120"/>
                  <a:pt x="108" y="120"/>
                </a:cubicBezTo>
                <a:cubicBezTo>
                  <a:pt x="104" y="120"/>
                  <a:pt x="101" y="119"/>
                  <a:pt x="98" y="117"/>
                </a:cubicBezTo>
                <a:cubicBezTo>
                  <a:pt x="93" y="111"/>
                  <a:pt x="93" y="103"/>
                  <a:pt x="98" y="98"/>
                </a:cubicBezTo>
                <a:cubicBezTo>
                  <a:pt x="101" y="95"/>
                  <a:pt x="104" y="94"/>
                  <a:pt x="108" y="94"/>
                </a:cubicBezTo>
                <a:cubicBezTo>
                  <a:pt x="111" y="94"/>
                  <a:pt x="115" y="95"/>
                  <a:pt x="117" y="98"/>
                </a:cubicBezTo>
                <a:cubicBezTo>
                  <a:pt x="123" y="103"/>
                  <a:pt x="123" y="111"/>
                  <a:pt x="117" y="117"/>
                </a:cubicBezTo>
                <a:close/>
                <a:moveTo>
                  <a:pt x="41" y="173"/>
                </a:moveTo>
                <a:cubicBezTo>
                  <a:pt x="24" y="156"/>
                  <a:pt x="14" y="132"/>
                  <a:pt x="14" y="107"/>
                </a:cubicBezTo>
                <a:cubicBezTo>
                  <a:pt x="14" y="94"/>
                  <a:pt x="17" y="81"/>
                  <a:pt x="22" y="69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80" y="112"/>
                  <a:pt x="83" y="120"/>
                  <a:pt x="89" y="126"/>
                </a:cubicBezTo>
                <a:cubicBezTo>
                  <a:pt x="94" y="131"/>
                  <a:pt x="101" y="134"/>
                  <a:pt x="108" y="134"/>
                </a:cubicBezTo>
                <a:cubicBezTo>
                  <a:pt x="109" y="134"/>
                  <a:pt x="110" y="134"/>
                  <a:pt x="111" y="134"/>
                </a:cubicBezTo>
                <a:cubicBezTo>
                  <a:pt x="146" y="193"/>
                  <a:pt x="146" y="193"/>
                  <a:pt x="146" y="193"/>
                </a:cubicBezTo>
                <a:cubicBezTo>
                  <a:pt x="134" y="198"/>
                  <a:pt x="121" y="201"/>
                  <a:pt x="108" y="201"/>
                </a:cubicBezTo>
                <a:cubicBezTo>
                  <a:pt x="83" y="201"/>
                  <a:pt x="59" y="191"/>
                  <a:pt x="41" y="173"/>
                </a:cubicBezTo>
                <a:close/>
                <a:moveTo>
                  <a:pt x="174" y="173"/>
                </a:moveTo>
                <a:cubicBezTo>
                  <a:pt x="169" y="178"/>
                  <a:pt x="164" y="183"/>
                  <a:pt x="158" y="187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5" y="128"/>
                  <a:pt x="126" y="127"/>
                  <a:pt x="127" y="126"/>
                </a:cubicBezTo>
                <a:cubicBezTo>
                  <a:pt x="128" y="125"/>
                  <a:pt x="129" y="124"/>
                  <a:pt x="130" y="123"/>
                </a:cubicBezTo>
                <a:cubicBezTo>
                  <a:pt x="187" y="157"/>
                  <a:pt x="187" y="157"/>
                  <a:pt x="187" y="157"/>
                </a:cubicBezTo>
                <a:cubicBezTo>
                  <a:pt x="184" y="163"/>
                  <a:pt x="179" y="168"/>
                  <a:pt x="174" y="173"/>
                </a:cubicBezTo>
                <a:close/>
                <a:moveTo>
                  <a:pt x="194" y="145"/>
                </a:moveTo>
                <a:cubicBezTo>
                  <a:pt x="134" y="110"/>
                  <a:pt x="134" y="110"/>
                  <a:pt x="134" y="110"/>
                </a:cubicBezTo>
                <a:cubicBezTo>
                  <a:pt x="135" y="102"/>
                  <a:pt x="133" y="94"/>
                  <a:pt x="127" y="88"/>
                </a:cubicBezTo>
                <a:cubicBezTo>
                  <a:pt x="122" y="83"/>
                  <a:pt x="115" y="80"/>
                  <a:pt x="108" y="80"/>
                </a:cubicBezTo>
                <a:cubicBezTo>
                  <a:pt x="107" y="80"/>
                  <a:pt x="106" y="80"/>
                  <a:pt x="105" y="80"/>
                </a:cubicBezTo>
                <a:cubicBezTo>
                  <a:pt x="70" y="21"/>
                  <a:pt x="70" y="21"/>
                  <a:pt x="70" y="21"/>
                </a:cubicBezTo>
                <a:cubicBezTo>
                  <a:pt x="81" y="16"/>
                  <a:pt x="94" y="13"/>
                  <a:pt x="108" y="13"/>
                </a:cubicBezTo>
                <a:cubicBezTo>
                  <a:pt x="133" y="13"/>
                  <a:pt x="156" y="23"/>
                  <a:pt x="174" y="41"/>
                </a:cubicBezTo>
                <a:cubicBezTo>
                  <a:pt x="192" y="58"/>
                  <a:pt x="202" y="82"/>
                  <a:pt x="202" y="107"/>
                </a:cubicBezTo>
                <a:cubicBezTo>
                  <a:pt x="202" y="120"/>
                  <a:pt x="199" y="133"/>
                  <a:pt x="194" y="14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5" name="Group 604"/>
          <p:cNvGrpSpPr/>
          <p:nvPr/>
        </p:nvGrpSpPr>
        <p:grpSpPr>
          <a:xfrm>
            <a:off x="1878013" y="3424238"/>
            <a:ext cx="403225" cy="403225"/>
            <a:chOff x="1878013" y="3424238"/>
            <a:chExt cx="403225" cy="403225"/>
          </a:xfrm>
        </p:grpSpPr>
        <p:sp>
          <p:nvSpPr>
            <p:cNvPr id="514" name="Freeform 127"/>
            <p:cNvSpPr>
              <a:spLocks noEditPoints="1"/>
            </p:cNvSpPr>
            <p:nvPr/>
          </p:nvSpPr>
          <p:spPr bwMode="auto">
            <a:xfrm>
              <a:off x="1878013" y="3424238"/>
              <a:ext cx="176213" cy="177800"/>
            </a:xfrm>
            <a:custGeom>
              <a:avLst/>
              <a:gdLst>
                <a:gd name="T0" fmla="*/ 7 w 94"/>
                <a:gd name="T1" fmla="*/ 94 h 94"/>
                <a:gd name="T2" fmla="*/ 87 w 94"/>
                <a:gd name="T3" fmla="*/ 94 h 94"/>
                <a:gd name="T4" fmla="*/ 94 w 94"/>
                <a:gd name="T5" fmla="*/ 87 h 94"/>
                <a:gd name="T6" fmla="*/ 94 w 94"/>
                <a:gd name="T7" fmla="*/ 6 h 94"/>
                <a:gd name="T8" fmla="*/ 87 w 94"/>
                <a:gd name="T9" fmla="*/ 0 h 94"/>
                <a:gd name="T10" fmla="*/ 7 w 94"/>
                <a:gd name="T11" fmla="*/ 0 h 94"/>
                <a:gd name="T12" fmla="*/ 0 w 94"/>
                <a:gd name="T13" fmla="*/ 6 h 94"/>
                <a:gd name="T14" fmla="*/ 0 w 94"/>
                <a:gd name="T15" fmla="*/ 87 h 94"/>
                <a:gd name="T16" fmla="*/ 7 w 94"/>
                <a:gd name="T17" fmla="*/ 94 h 94"/>
                <a:gd name="T18" fmla="*/ 14 w 94"/>
                <a:gd name="T19" fmla="*/ 13 h 94"/>
                <a:gd name="T20" fmla="*/ 81 w 94"/>
                <a:gd name="T21" fmla="*/ 13 h 94"/>
                <a:gd name="T22" fmla="*/ 81 w 94"/>
                <a:gd name="T23" fmla="*/ 80 h 94"/>
                <a:gd name="T24" fmla="*/ 14 w 94"/>
                <a:gd name="T25" fmla="*/ 80 h 94"/>
                <a:gd name="T26" fmla="*/ 14 w 94"/>
                <a:gd name="T2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94">
                  <a:moveTo>
                    <a:pt x="7" y="94"/>
                  </a:moveTo>
                  <a:cubicBezTo>
                    <a:pt x="87" y="94"/>
                    <a:pt x="87" y="94"/>
                    <a:pt x="87" y="94"/>
                  </a:cubicBezTo>
                  <a:cubicBezTo>
                    <a:pt x="91" y="94"/>
                    <a:pt x="94" y="91"/>
                    <a:pt x="94" y="87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3"/>
                    <a:pt x="91" y="0"/>
                    <a:pt x="8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lose/>
                  <a:moveTo>
                    <a:pt x="14" y="13"/>
                  </a:moveTo>
                  <a:cubicBezTo>
                    <a:pt x="81" y="13"/>
                    <a:pt x="81" y="13"/>
                    <a:pt x="81" y="13"/>
                  </a:cubicBezTo>
                  <a:cubicBezTo>
                    <a:pt x="81" y="80"/>
                    <a:pt x="81" y="80"/>
                    <a:pt x="81" y="80"/>
                  </a:cubicBezTo>
                  <a:cubicBezTo>
                    <a:pt x="14" y="80"/>
                    <a:pt x="14" y="80"/>
                    <a:pt x="14" y="80"/>
                  </a:cubicBezTo>
                  <a:lnTo>
                    <a:pt x="1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5" name="Freeform 128"/>
            <p:cNvSpPr>
              <a:spLocks noEditPoints="1"/>
            </p:cNvSpPr>
            <p:nvPr/>
          </p:nvSpPr>
          <p:spPr bwMode="auto">
            <a:xfrm>
              <a:off x="2105025" y="3424238"/>
              <a:ext cx="176213" cy="177800"/>
            </a:xfrm>
            <a:custGeom>
              <a:avLst/>
              <a:gdLst>
                <a:gd name="T0" fmla="*/ 94 w 94"/>
                <a:gd name="T1" fmla="*/ 6 h 94"/>
                <a:gd name="T2" fmla="*/ 87 w 94"/>
                <a:gd name="T3" fmla="*/ 0 h 94"/>
                <a:gd name="T4" fmla="*/ 7 w 94"/>
                <a:gd name="T5" fmla="*/ 0 h 94"/>
                <a:gd name="T6" fmla="*/ 0 w 94"/>
                <a:gd name="T7" fmla="*/ 6 h 94"/>
                <a:gd name="T8" fmla="*/ 0 w 94"/>
                <a:gd name="T9" fmla="*/ 87 h 94"/>
                <a:gd name="T10" fmla="*/ 7 w 94"/>
                <a:gd name="T11" fmla="*/ 94 h 94"/>
                <a:gd name="T12" fmla="*/ 87 w 94"/>
                <a:gd name="T13" fmla="*/ 94 h 94"/>
                <a:gd name="T14" fmla="*/ 94 w 94"/>
                <a:gd name="T15" fmla="*/ 87 h 94"/>
                <a:gd name="T16" fmla="*/ 94 w 94"/>
                <a:gd name="T17" fmla="*/ 6 h 94"/>
                <a:gd name="T18" fmla="*/ 80 w 94"/>
                <a:gd name="T19" fmla="*/ 80 h 94"/>
                <a:gd name="T20" fmla="*/ 13 w 94"/>
                <a:gd name="T21" fmla="*/ 80 h 94"/>
                <a:gd name="T22" fmla="*/ 13 w 94"/>
                <a:gd name="T23" fmla="*/ 13 h 94"/>
                <a:gd name="T24" fmla="*/ 80 w 94"/>
                <a:gd name="T25" fmla="*/ 13 h 94"/>
                <a:gd name="T26" fmla="*/ 80 w 94"/>
                <a:gd name="T27" fmla="*/ 8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94">
                  <a:moveTo>
                    <a:pt x="94" y="6"/>
                  </a:moveTo>
                  <a:cubicBezTo>
                    <a:pt x="94" y="3"/>
                    <a:pt x="91" y="0"/>
                    <a:pt x="8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87" y="94"/>
                    <a:pt x="87" y="94"/>
                    <a:pt x="87" y="94"/>
                  </a:cubicBezTo>
                  <a:cubicBezTo>
                    <a:pt x="91" y="94"/>
                    <a:pt x="94" y="91"/>
                    <a:pt x="94" y="87"/>
                  </a:cubicBezTo>
                  <a:lnTo>
                    <a:pt x="94" y="6"/>
                  </a:lnTo>
                  <a:close/>
                  <a:moveTo>
                    <a:pt x="80" y="80"/>
                  </a:moveTo>
                  <a:cubicBezTo>
                    <a:pt x="13" y="80"/>
                    <a:pt x="13" y="80"/>
                    <a:pt x="13" y="80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80" y="13"/>
                    <a:pt x="80" y="13"/>
                    <a:pt x="80" y="13"/>
                  </a:cubicBezTo>
                  <a:lnTo>
                    <a:pt x="80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6" name="Freeform 129"/>
            <p:cNvSpPr>
              <a:spLocks noEditPoints="1"/>
            </p:cNvSpPr>
            <p:nvPr/>
          </p:nvSpPr>
          <p:spPr bwMode="auto">
            <a:xfrm>
              <a:off x="1878013" y="3644900"/>
              <a:ext cx="180975" cy="182563"/>
            </a:xfrm>
            <a:custGeom>
              <a:avLst/>
              <a:gdLst>
                <a:gd name="T0" fmla="*/ 7 w 97"/>
                <a:gd name="T1" fmla="*/ 97 h 97"/>
                <a:gd name="T2" fmla="*/ 91 w 97"/>
                <a:gd name="T3" fmla="*/ 97 h 97"/>
                <a:gd name="T4" fmla="*/ 97 w 97"/>
                <a:gd name="T5" fmla="*/ 91 h 97"/>
                <a:gd name="T6" fmla="*/ 97 w 97"/>
                <a:gd name="T7" fmla="*/ 7 h 97"/>
                <a:gd name="T8" fmla="*/ 91 w 97"/>
                <a:gd name="T9" fmla="*/ 0 h 97"/>
                <a:gd name="T10" fmla="*/ 7 w 97"/>
                <a:gd name="T11" fmla="*/ 0 h 97"/>
                <a:gd name="T12" fmla="*/ 0 w 97"/>
                <a:gd name="T13" fmla="*/ 7 h 97"/>
                <a:gd name="T14" fmla="*/ 0 w 97"/>
                <a:gd name="T15" fmla="*/ 91 h 97"/>
                <a:gd name="T16" fmla="*/ 7 w 97"/>
                <a:gd name="T17" fmla="*/ 97 h 97"/>
                <a:gd name="T18" fmla="*/ 14 w 97"/>
                <a:gd name="T19" fmla="*/ 13 h 97"/>
                <a:gd name="T20" fmla="*/ 84 w 97"/>
                <a:gd name="T21" fmla="*/ 13 h 97"/>
                <a:gd name="T22" fmla="*/ 84 w 97"/>
                <a:gd name="T23" fmla="*/ 84 h 97"/>
                <a:gd name="T24" fmla="*/ 14 w 97"/>
                <a:gd name="T25" fmla="*/ 84 h 97"/>
                <a:gd name="T26" fmla="*/ 14 w 97"/>
                <a:gd name="T27" fmla="*/ 1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7" h="97">
                  <a:moveTo>
                    <a:pt x="7" y="97"/>
                  </a:moveTo>
                  <a:cubicBezTo>
                    <a:pt x="91" y="97"/>
                    <a:pt x="91" y="97"/>
                    <a:pt x="91" y="97"/>
                  </a:cubicBezTo>
                  <a:cubicBezTo>
                    <a:pt x="94" y="97"/>
                    <a:pt x="97" y="94"/>
                    <a:pt x="97" y="91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7" y="3"/>
                    <a:pt x="94" y="0"/>
                    <a:pt x="9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4"/>
                    <a:pt x="3" y="97"/>
                    <a:pt x="7" y="97"/>
                  </a:cubicBezTo>
                  <a:close/>
                  <a:moveTo>
                    <a:pt x="14" y="13"/>
                  </a:moveTo>
                  <a:cubicBezTo>
                    <a:pt x="84" y="13"/>
                    <a:pt x="84" y="13"/>
                    <a:pt x="84" y="13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14" y="84"/>
                    <a:pt x="14" y="84"/>
                    <a:pt x="14" y="84"/>
                  </a:cubicBezTo>
                  <a:lnTo>
                    <a:pt x="1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7" name="Freeform 130"/>
            <p:cNvSpPr>
              <a:spLocks noEditPoints="1"/>
            </p:cNvSpPr>
            <p:nvPr/>
          </p:nvSpPr>
          <p:spPr bwMode="auto">
            <a:xfrm>
              <a:off x="2105025" y="3651250"/>
              <a:ext cx="176213" cy="176213"/>
            </a:xfrm>
            <a:custGeom>
              <a:avLst/>
              <a:gdLst>
                <a:gd name="T0" fmla="*/ 87 w 94"/>
                <a:gd name="T1" fmla="*/ 0 h 94"/>
                <a:gd name="T2" fmla="*/ 7 w 94"/>
                <a:gd name="T3" fmla="*/ 0 h 94"/>
                <a:gd name="T4" fmla="*/ 0 w 94"/>
                <a:gd name="T5" fmla="*/ 7 h 94"/>
                <a:gd name="T6" fmla="*/ 0 w 94"/>
                <a:gd name="T7" fmla="*/ 88 h 94"/>
                <a:gd name="T8" fmla="*/ 7 w 94"/>
                <a:gd name="T9" fmla="*/ 94 h 94"/>
                <a:gd name="T10" fmla="*/ 87 w 94"/>
                <a:gd name="T11" fmla="*/ 94 h 94"/>
                <a:gd name="T12" fmla="*/ 94 w 94"/>
                <a:gd name="T13" fmla="*/ 88 h 94"/>
                <a:gd name="T14" fmla="*/ 94 w 94"/>
                <a:gd name="T15" fmla="*/ 7 h 94"/>
                <a:gd name="T16" fmla="*/ 87 w 94"/>
                <a:gd name="T17" fmla="*/ 0 h 94"/>
                <a:gd name="T18" fmla="*/ 80 w 94"/>
                <a:gd name="T19" fmla="*/ 81 h 94"/>
                <a:gd name="T20" fmla="*/ 13 w 94"/>
                <a:gd name="T21" fmla="*/ 81 h 94"/>
                <a:gd name="T22" fmla="*/ 13 w 94"/>
                <a:gd name="T23" fmla="*/ 14 h 94"/>
                <a:gd name="T24" fmla="*/ 80 w 94"/>
                <a:gd name="T25" fmla="*/ 14 h 94"/>
                <a:gd name="T26" fmla="*/ 80 w 94"/>
                <a:gd name="T27" fmla="*/ 8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94">
                  <a:moveTo>
                    <a:pt x="8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87" y="94"/>
                    <a:pt x="87" y="94"/>
                    <a:pt x="87" y="94"/>
                  </a:cubicBezTo>
                  <a:cubicBezTo>
                    <a:pt x="91" y="94"/>
                    <a:pt x="94" y="91"/>
                    <a:pt x="94" y="88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  <a:moveTo>
                    <a:pt x="80" y="81"/>
                  </a:moveTo>
                  <a:cubicBezTo>
                    <a:pt x="13" y="81"/>
                    <a:pt x="13" y="81"/>
                    <a:pt x="13" y="81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80" y="14"/>
                    <a:pt x="80" y="14"/>
                    <a:pt x="80" y="14"/>
                  </a:cubicBezTo>
                  <a:lnTo>
                    <a:pt x="80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18" name="Freeform 131"/>
          <p:cNvSpPr>
            <a:spLocks noEditPoints="1"/>
          </p:cNvSpPr>
          <p:nvPr/>
        </p:nvSpPr>
        <p:spPr bwMode="auto">
          <a:xfrm>
            <a:off x="4370388" y="4046538"/>
            <a:ext cx="406400" cy="404813"/>
          </a:xfrm>
          <a:custGeom>
            <a:avLst/>
            <a:gdLst>
              <a:gd name="T0" fmla="*/ 135 w 216"/>
              <a:gd name="T1" fmla="*/ 215 h 215"/>
              <a:gd name="T2" fmla="*/ 175 w 216"/>
              <a:gd name="T3" fmla="*/ 215 h 215"/>
              <a:gd name="T4" fmla="*/ 182 w 216"/>
              <a:gd name="T5" fmla="*/ 209 h 215"/>
              <a:gd name="T6" fmla="*/ 182 w 216"/>
              <a:gd name="T7" fmla="*/ 115 h 215"/>
              <a:gd name="T8" fmla="*/ 209 w 216"/>
              <a:gd name="T9" fmla="*/ 115 h 215"/>
              <a:gd name="T10" fmla="*/ 215 w 216"/>
              <a:gd name="T11" fmla="*/ 111 h 215"/>
              <a:gd name="T12" fmla="*/ 213 w 216"/>
              <a:gd name="T13" fmla="*/ 103 h 215"/>
              <a:gd name="T14" fmla="*/ 113 w 216"/>
              <a:gd name="T15" fmla="*/ 3 h 215"/>
              <a:gd name="T16" fmla="*/ 103 w 216"/>
              <a:gd name="T17" fmla="*/ 3 h 215"/>
              <a:gd name="T18" fmla="*/ 3 w 216"/>
              <a:gd name="T19" fmla="*/ 103 h 215"/>
              <a:gd name="T20" fmla="*/ 1 w 216"/>
              <a:gd name="T21" fmla="*/ 111 h 215"/>
              <a:gd name="T22" fmla="*/ 7 w 216"/>
              <a:gd name="T23" fmla="*/ 115 h 215"/>
              <a:gd name="T24" fmla="*/ 34 w 216"/>
              <a:gd name="T25" fmla="*/ 115 h 215"/>
              <a:gd name="T26" fmla="*/ 34 w 216"/>
              <a:gd name="T27" fmla="*/ 209 h 215"/>
              <a:gd name="T28" fmla="*/ 41 w 216"/>
              <a:gd name="T29" fmla="*/ 215 h 215"/>
              <a:gd name="T30" fmla="*/ 81 w 216"/>
              <a:gd name="T31" fmla="*/ 215 h 215"/>
              <a:gd name="T32" fmla="*/ 88 w 216"/>
              <a:gd name="T33" fmla="*/ 209 h 215"/>
              <a:gd name="T34" fmla="*/ 88 w 216"/>
              <a:gd name="T35" fmla="*/ 162 h 215"/>
              <a:gd name="T36" fmla="*/ 128 w 216"/>
              <a:gd name="T37" fmla="*/ 162 h 215"/>
              <a:gd name="T38" fmla="*/ 128 w 216"/>
              <a:gd name="T39" fmla="*/ 209 h 215"/>
              <a:gd name="T40" fmla="*/ 135 w 216"/>
              <a:gd name="T41" fmla="*/ 215 h 215"/>
              <a:gd name="T42" fmla="*/ 81 w 216"/>
              <a:gd name="T43" fmla="*/ 148 h 215"/>
              <a:gd name="T44" fmla="*/ 74 w 216"/>
              <a:gd name="T45" fmla="*/ 155 h 215"/>
              <a:gd name="T46" fmla="*/ 74 w 216"/>
              <a:gd name="T47" fmla="*/ 202 h 215"/>
              <a:gd name="T48" fmla="*/ 48 w 216"/>
              <a:gd name="T49" fmla="*/ 202 h 215"/>
              <a:gd name="T50" fmla="*/ 48 w 216"/>
              <a:gd name="T51" fmla="*/ 108 h 215"/>
              <a:gd name="T52" fmla="*/ 41 w 216"/>
              <a:gd name="T53" fmla="*/ 101 h 215"/>
              <a:gd name="T54" fmla="*/ 24 w 216"/>
              <a:gd name="T55" fmla="*/ 101 h 215"/>
              <a:gd name="T56" fmla="*/ 108 w 216"/>
              <a:gd name="T57" fmla="*/ 17 h 215"/>
              <a:gd name="T58" fmla="*/ 192 w 216"/>
              <a:gd name="T59" fmla="*/ 101 h 215"/>
              <a:gd name="T60" fmla="*/ 175 w 216"/>
              <a:gd name="T61" fmla="*/ 101 h 215"/>
              <a:gd name="T62" fmla="*/ 168 w 216"/>
              <a:gd name="T63" fmla="*/ 108 h 215"/>
              <a:gd name="T64" fmla="*/ 168 w 216"/>
              <a:gd name="T65" fmla="*/ 202 h 215"/>
              <a:gd name="T66" fmla="*/ 141 w 216"/>
              <a:gd name="T67" fmla="*/ 202 h 215"/>
              <a:gd name="T68" fmla="*/ 141 w 216"/>
              <a:gd name="T69" fmla="*/ 155 h 215"/>
              <a:gd name="T70" fmla="*/ 135 w 216"/>
              <a:gd name="T71" fmla="*/ 148 h 215"/>
              <a:gd name="T72" fmla="*/ 81 w 216"/>
              <a:gd name="T73" fmla="*/ 148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6" h="215">
                <a:moveTo>
                  <a:pt x="135" y="215"/>
                </a:moveTo>
                <a:cubicBezTo>
                  <a:pt x="175" y="215"/>
                  <a:pt x="175" y="215"/>
                  <a:pt x="175" y="215"/>
                </a:cubicBezTo>
                <a:cubicBezTo>
                  <a:pt x="179" y="215"/>
                  <a:pt x="182" y="212"/>
                  <a:pt x="182" y="209"/>
                </a:cubicBezTo>
                <a:cubicBezTo>
                  <a:pt x="182" y="115"/>
                  <a:pt x="182" y="115"/>
                  <a:pt x="182" y="115"/>
                </a:cubicBezTo>
                <a:cubicBezTo>
                  <a:pt x="209" y="115"/>
                  <a:pt x="209" y="115"/>
                  <a:pt x="209" y="115"/>
                </a:cubicBezTo>
                <a:cubicBezTo>
                  <a:pt x="211" y="115"/>
                  <a:pt x="214" y="113"/>
                  <a:pt x="215" y="111"/>
                </a:cubicBezTo>
                <a:cubicBezTo>
                  <a:pt x="216" y="108"/>
                  <a:pt x="215" y="105"/>
                  <a:pt x="213" y="103"/>
                </a:cubicBezTo>
                <a:cubicBezTo>
                  <a:pt x="113" y="3"/>
                  <a:pt x="113" y="3"/>
                  <a:pt x="113" y="3"/>
                </a:cubicBezTo>
                <a:cubicBezTo>
                  <a:pt x="110" y="0"/>
                  <a:pt x="106" y="0"/>
                  <a:pt x="103" y="3"/>
                </a:cubicBezTo>
                <a:cubicBezTo>
                  <a:pt x="3" y="103"/>
                  <a:pt x="3" y="103"/>
                  <a:pt x="3" y="103"/>
                </a:cubicBezTo>
                <a:cubicBezTo>
                  <a:pt x="1" y="105"/>
                  <a:pt x="0" y="108"/>
                  <a:pt x="1" y="111"/>
                </a:cubicBezTo>
                <a:cubicBezTo>
                  <a:pt x="2" y="113"/>
                  <a:pt x="5" y="115"/>
                  <a:pt x="7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209"/>
                  <a:pt x="34" y="209"/>
                  <a:pt x="34" y="209"/>
                </a:cubicBezTo>
                <a:cubicBezTo>
                  <a:pt x="34" y="212"/>
                  <a:pt x="37" y="215"/>
                  <a:pt x="41" y="215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85" y="215"/>
                  <a:pt x="88" y="212"/>
                  <a:pt x="88" y="209"/>
                </a:cubicBezTo>
                <a:cubicBezTo>
                  <a:pt x="88" y="162"/>
                  <a:pt x="88" y="162"/>
                  <a:pt x="88" y="162"/>
                </a:cubicBezTo>
                <a:cubicBezTo>
                  <a:pt x="128" y="162"/>
                  <a:pt x="128" y="162"/>
                  <a:pt x="128" y="162"/>
                </a:cubicBezTo>
                <a:cubicBezTo>
                  <a:pt x="128" y="209"/>
                  <a:pt x="128" y="209"/>
                  <a:pt x="128" y="209"/>
                </a:cubicBezTo>
                <a:cubicBezTo>
                  <a:pt x="128" y="212"/>
                  <a:pt x="131" y="215"/>
                  <a:pt x="135" y="215"/>
                </a:cubicBezTo>
                <a:close/>
                <a:moveTo>
                  <a:pt x="81" y="148"/>
                </a:moveTo>
                <a:cubicBezTo>
                  <a:pt x="77" y="148"/>
                  <a:pt x="74" y="151"/>
                  <a:pt x="74" y="155"/>
                </a:cubicBezTo>
                <a:cubicBezTo>
                  <a:pt x="74" y="202"/>
                  <a:pt x="74" y="202"/>
                  <a:pt x="74" y="202"/>
                </a:cubicBezTo>
                <a:cubicBezTo>
                  <a:pt x="48" y="202"/>
                  <a:pt x="48" y="202"/>
                  <a:pt x="48" y="202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8" y="104"/>
                  <a:pt x="45" y="101"/>
                  <a:pt x="41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1" y="101"/>
                  <a:pt x="168" y="104"/>
                  <a:pt x="168" y="108"/>
                </a:cubicBezTo>
                <a:cubicBezTo>
                  <a:pt x="168" y="202"/>
                  <a:pt x="168" y="202"/>
                  <a:pt x="168" y="202"/>
                </a:cubicBezTo>
                <a:cubicBezTo>
                  <a:pt x="141" y="202"/>
                  <a:pt x="141" y="202"/>
                  <a:pt x="141" y="202"/>
                </a:cubicBezTo>
                <a:cubicBezTo>
                  <a:pt x="141" y="155"/>
                  <a:pt x="141" y="155"/>
                  <a:pt x="141" y="155"/>
                </a:cubicBezTo>
                <a:cubicBezTo>
                  <a:pt x="141" y="151"/>
                  <a:pt x="138" y="148"/>
                  <a:pt x="135" y="148"/>
                </a:cubicBezTo>
                <a:lnTo>
                  <a:pt x="81" y="1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9" name="Freeform 132"/>
          <p:cNvSpPr>
            <a:spLocks noEditPoints="1"/>
          </p:cNvSpPr>
          <p:nvPr/>
        </p:nvSpPr>
        <p:spPr bwMode="auto">
          <a:xfrm>
            <a:off x="7515225" y="2174875"/>
            <a:ext cx="352425" cy="404813"/>
          </a:xfrm>
          <a:custGeom>
            <a:avLst/>
            <a:gdLst>
              <a:gd name="T0" fmla="*/ 3 w 188"/>
              <a:gd name="T1" fmla="*/ 186 h 215"/>
              <a:gd name="T2" fmla="*/ 29 w 188"/>
              <a:gd name="T3" fmla="*/ 213 h 215"/>
              <a:gd name="T4" fmla="*/ 34 w 188"/>
              <a:gd name="T5" fmla="*/ 215 h 215"/>
              <a:gd name="T6" fmla="*/ 54 w 188"/>
              <a:gd name="T7" fmla="*/ 215 h 215"/>
              <a:gd name="T8" fmla="*/ 59 w 188"/>
              <a:gd name="T9" fmla="*/ 213 h 215"/>
              <a:gd name="T10" fmla="*/ 128 w 188"/>
              <a:gd name="T11" fmla="*/ 144 h 215"/>
              <a:gd name="T12" fmla="*/ 139 w 188"/>
              <a:gd name="T13" fmla="*/ 155 h 215"/>
              <a:gd name="T14" fmla="*/ 117 w 188"/>
              <a:gd name="T15" fmla="*/ 177 h 215"/>
              <a:gd name="T16" fmla="*/ 117 w 188"/>
              <a:gd name="T17" fmla="*/ 186 h 215"/>
              <a:gd name="T18" fmla="*/ 126 w 188"/>
              <a:gd name="T19" fmla="*/ 186 h 215"/>
              <a:gd name="T20" fmla="*/ 153 w 188"/>
              <a:gd name="T21" fmla="*/ 159 h 215"/>
              <a:gd name="T22" fmla="*/ 153 w 188"/>
              <a:gd name="T23" fmla="*/ 150 h 215"/>
              <a:gd name="T24" fmla="*/ 133 w 188"/>
              <a:gd name="T25" fmla="*/ 130 h 215"/>
              <a:gd name="T26" fmla="*/ 123 w 188"/>
              <a:gd name="T27" fmla="*/ 130 h 215"/>
              <a:gd name="T28" fmla="*/ 52 w 188"/>
              <a:gd name="T29" fmla="*/ 202 h 215"/>
              <a:gd name="T30" fmla="*/ 37 w 188"/>
              <a:gd name="T31" fmla="*/ 202 h 215"/>
              <a:gd name="T32" fmla="*/ 17 w 188"/>
              <a:gd name="T33" fmla="*/ 182 h 215"/>
              <a:gd name="T34" fmla="*/ 21 w 188"/>
              <a:gd name="T35" fmla="*/ 178 h 215"/>
              <a:gd name="T36" fmla="*/ 29 w 188"/>
              <a:gd name="T37" fmla="*/ 186 h 215"/>
              <a:gd name="T38" fmla="*/ 34 w 188"/>
              <a:gd name="T39" fmla="*/ 188 h 215"/>
              <a:gd name="T40" fmla="*/ 39 w 188"/>
              <a:gd name="T41" fmla="*/ 186 h 215"/>
              <a:gd name="T42" fmla="*/ 126 w 188"/>
              <a:gd name="T43" fmla="*/ 99 h 215"/>
              <a:gd name="T44" fmla="*/ 138 w 188"/>
              <a:gd name="T45" fmla="*/ 101 h 215"/>
              <a:gd name="T46" fmla="*/ 188 w 188"/>
              <a:gd name="T47" fmla="*/ 51 h 215"/>
              <a:gd name="T48" fmla="*/ 138 w 188"/>
              <a:gd name="T49" fmla="*/ 0 h 215"/>
              <a:gd name="T50" fmla="*/ 88 w 188"/>
              <a:gd name="T51" fmla="*/ 51 h 215"/>
              <a:gd name="T52" fmla="*/ 89 w 188"/>
              <a:gd name="T53" fmla="*/ 63 h 215"/>
              <a:gd name="T54" fmla="*/ 3 w 188"/>
              <a:gd name="T55" fmla="*/ 150 h 215"/>
              <a:gd name="T56" fmla="*/ 3 w 188"/>
              <a:gd name="T57" fmla="*/ 159 h 215"/>
              <a:gd name="T58" fmla="*/ 11 w 188"/>
              <a:gd name="T59" fmla="*/ 168 h 215"/>
              <a:gd name="T60" fmla="*/ 3 w 188"/>
              <a:gd name="T61" fmla="*/ 177 h 215"/>
              <a:gd name="T62" fmla="*/ 3 w 188"/>
              <a:gd name="T63" fmla="*/ 186 h 215"/>
              <a:gd name="T64" fmla="*/ 138 w 188"/>
              <a:gd name="T65" fmla="*/ 14 h 215"/>
              <a:gd name="T66" fmla="*/ 175 w 188"/>
              <a:gd name="T67" fmla="*/ 51 h 215"/>
              <a:gd name="T68" fmla="*/ 138 w 188"/>
              <a:gd name="T69" fmla="*/ 88 h 215"/>
              <a:gd name="T70" fmla="*/ 101 w 188"/>
              <a:gd name="T71" fmla="*/ 51 h 215"/>
              <a:gd name="T72" fmla="*/ 138 w 188"/>
              <a:gd name="T73" fmla="*/ 14 h 215"/>
              <a:gd name="T74" fmla="*/ 112 w 188"/>
              <a:gd name="T75" fmla="*/ 94 h 215"/>
              <a:gd name="T76" fmla="*/ 95 w 188"/>
              <a:gd name="T77" fmla="*/ 112 h 215"/>
              <a:gd name="T78" fmla="*/ 77 w 188"/>
              <a:gd name="T79" fmla="*/ 94 h 215"/>
              <a:gd name="T80" fmla="*/ 95 w 188"/>
              <a:gd name="T81" fmla="*/ 76 h 215"/>
              <a:gd name="T82" fmla="*/ 112 w 188"/>
              <a:gd name="T83" fmla="*/ 94 h 215"/>
              <a:gd name="T84" fmla="*/ 68 w 188"/>
              <a:gd name="T85" fmla="*/ 104 h 215"/>
              <a:gd name="T86" fmla="*/ 85 w 188"/>
              <a:gd name="T87" fmla="*/ 121 h 215"/>
              <a:gd name="T88" fmla="*/ 34 w 188"/>
              <a:gd name="T89" fmla="*/ 172 h 215"/>
              <a:gd name="T90" fmla="*/ 17 w 188"/>
              <a:gd name="T91" fmla="*/ 155 h 215"/>
              <a:gd name="T92" fmla="*/ 68 w 188"/>
              <a:gd name="T93" fmla="*/ 10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8" h="215">
                <a:moveTo>
                  <a:pt x="3" y="186"/>
                </a:moveTo>
                <a:cubicBezTo>
                  <a:pt x="29" y="213"/>
                  <a:pt x="29" y="213"/>
                  <a:pt x="29" y="213"/>
                </a:cubicBezTo>
                <a:cubicBezTo>
                  <a:pt x="31" y="214"/>
                  <a:pt x="32" y="215"/>
                  <a:pt x="34" y="215"/>
                </a:cubicBezTo>
                <a:cubicBezTo>
                  <a:pt x="54" y="215"/>
                  <a:pt x="54" y="215"/>
                  <a:pt x="54" y="215"/>
                </a:cubicBezTo>
                <a:cubicBezTo>
                  <a:pt x="56" y="215"/>
                  <a:pt x="58" y="214"/>
                  <a:pt x="59" y="213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39" y="155"/>
                  <a:pt x="139" y="155"/>
                  <a:pt x="139" y="155"/>
                </a:cubicBezTo>
                <a:cubicBezTo>
                  <a:pt x="117" y="177"/>
                  <a:pt x="117" y="177"/>
                  <a:pt x="117" y="177"/>
                </a:cubicBezTo>
                <a:cubicBezTo>
                  <a:pt x="114" y="179"/>
                  <a:pt x="114" y="184"/>
                  <a:pt x="117" y="186"/>
                </a:cubicBezTo>
                <a:cubicBezTo>
                  <a:pt x="119" y="189"/>
                  <a:pt x="124" y="189"/>
                  <a:pt x="126" y="186"/>
                </a:cubicBezTo>
                <a:cubicBezTo>
                  <a:pt x="153" y="159"/>
                  <a:pt x="153" y="159"/>
                  <a:pt x="153" y="159"/>
                </a:cubicBezTo>
                <a:cubicBezTo>
                  <a:pt x="156" y="157"/>
                  <a:pt x="156" y="153"/>
                  <a:pt x="153" y="150"/>
                </a:cubicBezTo>
                <a:cubicBezTo>
                  <a:pt x="133" y="130"/>
                  <a:pt x="133" y="130"/>
                  <a:pt x="133" y="130"/>
                </a:cubicBezTo>
                <a:cubicBezTo>
                  <a:pt x="130" y="127"/>
                  <a:pt x="126" y="127"/>
                  <a:pt x="123" y="130"/>
                </a:cubicBezTo>
                <a:cubicBezTo>
                  <a:pt x="52" y="202"/>
                  <a:pt x="52" y="202"/>
                  <a:pt x="52" y="202"/>
                </a:cubicBezTo>
                <a:cubicBezTo>
                  <a:pt x="37" y="202"/>
                  <a:pt x="37" y="202"/>
                  <a:pt x="37" y="202"/>
                </a:cubicBezTo>
                <a:cubicBezTo>
                  <a:pt x="17" y="182"/>
                  <a:pt x="17" y="182"/>
                  <a:pt x="17" y="182"/>
                </a:cubicBezTo>
                <a:cubicBezTo>
                  <a:pt x="21" y="178"/>
                  <a:pt x="21" y="178"/>
                  <a:pt x="21" y="178"/>
                </a:cubicBezTo>
                <a:cubicBezTo>
                  <a:pt x="29" y="186"/>
                  <a:pt x="29" y="186"/>
                  <a:pt x="29" y="186"/>
                </a:cubicBezTo>
                <a:cubicBezTo>
                  <a:pt x="31" y="188"/>
                  <a:pt x="32" y="188"/>
                  <a:pt x="34" y="188"/>
                </a:cubicBezTo>
                <a:cubicBezTo>
                  <a:pt x="36" y="188"/>
                  <a:pt x="38" y="188"/>
                  <a:pt x="39" y="186"/>
                </a:cubicBezTo>
                <a:cubicBezTo>
                  <a:pt x="126" y="99"/>
                  <a:pt x="126" y="99"/>
                  <a:pt x="126" y="99"/>
                </a:cubicBezTo>
                <a:cubicBezTo>
                  <a:pt x="130" y="100"/>
                  <a:pt x="134" y="101"/>
                  <a:pt x="138" y="101"/>
                </a:cubicBezTo>
                <a:cubicBezTo>
                  <a:pt x="166" y="101"/>
                  <a:pt x="188" y="78"/>
                  <a:pt x="188" y="51"/>
                </a:cubicBezTo>
                <a:cubicBezTo>
                  <a:pt x="188" y="23"/>
                  <a:pt x="166" y="0"/>
                  <a:pt x="138" y="0"/>
                </a:cubicBezTo>
                <a:cubicBezTo>
                  <a:pt x="110" y="0"/>
                  <a:pt x="88" y="23"/>
                  <a:pt x="88" y="51"/>
                </a:cubicBezTo>
                <a:cubicBezTo>
                  <a:pt x="88" y="55"/>
                  <a:pt x="88" y="59"/>
                  <a:pt x="89" y="63"/>
                </a:cubicBezTo>
                <a:cubicBezTo>
                  <a:pt x="3" y="150"/>
                  <a:pt x="3" y="150"/>
                  <a:pt x="3" y="150"/>
                </a:cubicBezTo>
                <a:cubicBezTo>
                  <a:pt x="0" y="153"/>
                  <a:pt x="0" y="157"/>
                  <a:pt x="3" y="159"/>
                </a:cubicBezTo>
                <a:cubicBezTo>
                  <a:pt x="11" y="168"/>
                  <a:pt x="11" y="168"/>
                  <a:pt x="11" y="168"/>
                </a:cubicBezTo>
                <a:cubicBezTo>
                  <a:pt x="3" y="177"/>
                  <a:pt x="3" y="177"/>
                  <a:pt x="3" y="177"/>
                </a:cubicBezTo>
                <a:cubicBezTo>
                  <a:pt x="0" y="179"/>
                  <a:pt x="0" y="184"/>
                  <a:pt x="3" y="186"/>
                </a:cubicBezTo>
                <a:close/>
                <a:moveTo>
                  <a:pt x="138" y="14"/>
                </a:moveTo>
                <a:cubicBezTo>
                  <a:pt x="158" y="14"/>
                  <a:pt x="175" y="30"/>
                  <a:pt x="175" y="51"/>
                </a:cubicBezTo>
                <a:cubicBezTo>
                  <a:pt x="175" y="71"/>
                  <a:pt x="158" y="88"/>
                  <a:pt x="138" y="88"/>
                </a:cubicBezTo>
                <a:cubicBezTo>
                  <a:pt x="118" y="88"/>
                  <a:pt x="101" y="71"/>
                  <a:pt x="101" y="51"/>
                </a:cubicBezTo>
                <a:cubicBezTo>
                  <a:pt x="101" y="30"/>
                  <a:pt x="118" y="14"/>
                  <a:pt x="138" y="14"/>
                </a:cubicBezTo>
                <a:close/>
                <a:moveTo>
                  <a:pt x="112" y="94"/>
                </a:moveTo>
                <a:cubicBezTo>
                  <a:pt x="95" y="112"/>
                  <a:pt x="95" y="112"/>
                  <a:pt x="95" y="112"/>
                </a:cubicBezTo>
                <a:cubicBezTo>
                  <a:pt x="77" y="94"/>
                  <a:pt x="77" y="94"/>
                  <a:pt x="77" y="94"/>
                </a:cubicBezTo>
                <a:cubicBezTo>
                  <a:pt x="95" y="76"/>
                  <a:pt x="95" y="76"/>
                  <a:pt x="95" y="76"/>
                </a:cubicBezTo>
                <a:cubicBezTo>
                  <a:pt x="99" y="84"/>
                  <a:pt x="105" y="90"/>
                  <a:pt x="112" y="94"/>
                </a:cubicBezTo>
                <a:close/>
                <a:moveTo>
                  <a:pt x="68" y="104"/>
                </a:moveTo>
                <a:cubicBezTo>
                  <a:pt x="85" y="121"/>
                  <a:pt x="85" y="121"/>
                  <a:pt x="85" y="121"/>
                </a:cubicBezTo>
                <a:cubicBezTo>
                  <a:pt x="34" y="172"/>
                  <a:pt x="34" y="172"/>
                  <a:pt x="34" y="172"/>
                </a:cubicBezTo>
                <a:cubicBezTo>
                  <a:pt x="17" y="155"/>
                  <a:pt x="17" y="155"/>
                  <a:pt x="17" y="155"/>
                </a:cubicBezTo>
                <a:lnTo>
                  <a:pt x="68" y="1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0" name="Freeform 133"/>
          <p:cNvSpPr>
            <a:spLocks noEditPoints="1"/>
          </p:cNvSpPr>
          <p:nvPr/>
        </p:nvSpPr>
        <p:spPr bwMode="auto">
          <a:xfrm>
            <a:off x="3748088" y="2798763"/>
            <a:ext cx="403225" cy="404813"/>
          </a:xfrm>
          <a:custGeom>
            <a:avLst/>
            <a:gdLst>
              <a:gd name="T0" fmla="*/ 0 w 215"/>
              <a:gd name="T1" fmla="*/ 108 h 215"/>
              <a:gd name="T2" fmla="*/ 215 w 215"/>
              <a:gd name="T3" fmla="*/ 108 h 215"/>
              <a:gd name="T4" fmla="*/ 198 w 215"/>
              <a:gd name="T5" fmla="*/ 81 h 215"/>
              <a:gd name="T6" fmla="*/ 158 w 215"/>
              <a:gd name="T7" fmla="*/ 82 h 215"/>
              <a:gd name="T8" fmla="*/ 135 w 215"/>
              <a:gd name="T9" fmla="*/ 54 h 215"/>
              <a:gd name="T10" fmla="*/ 198 w 215"/>
              <a:gd name="T11" fmla="*/ 81 h 215"/>
              <a:gd name="T12" fmla="*/ 201 w 215"/>
              <a:gd name="T13" fmla="*/ 94 h 215"/>
              <a:gd name="T14" fmla="*/ 201 w 215"/>
              <a:gd name="T15" fmla="*/ 121 h 215"/>
              <a:gd name="T16" fmla="*/ 165 w 215"/>
              <a:gd name="T17" fmla="*/ 108 h 215"/>
              <a:gd name="T18" fmla="*/ 108 w 215"/>
              <a:gd name="T19" fmla="*/ 151 h 215"/>
              <a:gd name="T20" fmla="*/ 108 w 215"/>
              <a:gd name="T21" fmla="*/ 64 h 215"/>
              <a:gd name="T22" fmla="*/ 108 w 215"/>
              <a:gd name="T23" fmla="*/ 151 h 215"/>
              <a:gd name="T24" fmla="*/ 121 w 215"/>
              <a:gd name="T25" fmla="*/ 52 h 215"/>
              <a:gd name="T26" fmla="*/ 94 w 215"/>
              <a:gd name="T27" fmla="*/ 52 h 215"/>
              <a:gd name="T28" fmla="*/ 108 w 215"/>
              <a:gd name="T29" fmla="*/ 14 h 215"/>
              <a:gd name="T30" fmla="*/ 81 w 215"/>
              <a:gd name="T31" fmla="*/ 18 h 215"/>
              <a:gd name="T32" fmla="*/ 82 w 215"/>
              <a:gd name="T33" fmla="*/ 57 h 215"/>
              <a:gd name="T34" fmla="*/ 54 w 215"/>
              <a:gd name="T35" fmla="*/ 81 h 215"/>
              <a:gd name="T36" fmla="*/ 81 w 215"/>
              <a:gd name="T37" fmla="*/ 18 h 215"/>
              <a:gd name="T38" fmla="*/ 15 w 215"/>
              <a:gd name="T39" fmla="*/ 94 h 215"/>
              <a:gd name="T40" fmla="*/ 51 w 215"/>
              <a:gd name="T41" fmla="*/ 108 h 215"/>
              <a:gd name="T42" fmla="*/ 15 w 215"/>
              <a:gd name="T43" fmla="*/ 121 h 215"/>
              <a:gd name="T44" fmla="*/ 18 w 215"/>
              <a:gd name="T45" fmla="*/ 135 h 215"/>
              <a:gd name="T46" fmla="*/ 57 w 215"/>
              <a:gd name="T47" fmla="*/ 134 h 215"/>
              <a:gd name="T48" fmla="*/ 81 w 215"/>
              <a:gd name="T49" fmla="*/ 161 h 215"/>
              <a:gd name="T50" fmla="*/ 18 w 215"/>
              <a:gd name="T51" fmla="*/ 135 h 215"/>
              <a:gd name="T52" fmla="*/ 94 w 215"/>
              <a:gd name="T53" fmla="*/ 163 h 215"/>
              <a:gd name="T54" fmla="*/ 121 w 215"/>
              <a:gd name="T55" fmla="*/ 163 h 215"/>
              <a:gd name="T56" fmla="*/ 108 w 215"/>
              <a:gd name="T57" fmla="*/ 202 h 215"/>
              <a:gd name="T58" fmla="*/ 135 w 215"/>
              <a:gd name="T59" fmla="*/ 198 h 215"/>
              <a:gd name="T60" fmla="*/ 134 w 215"/>
              <a:gd name="T61" fmla="*/ 158 h 215"/>
              <a:gd name="T62" fmla="*/ 161 w 215"/>
              <a:gd name="T63" fmla="*/ 135 h 215"/>
              <a:gd name="T64" fmla="*/ 135 w 215"/>
              <a:gd name="T65" fmla="*/ 198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5" h="215">
                <a:moveTo>
                  <a:pt x="108" y="0"/>
                </a:moveTo>
                <a:cubicBezTo>
                  <a:pt x="49" y="0"/>
                  <a:pt x="0" y="49"/>
                  <a:pt x="0" y="108"/>
                </a:cubicBezTo>
                <a:cubicBezTo>
                  <a:pt x="0" y="167"/>
                  <a:pt x="49" y="215"/>
                  <a:pt x="108" y="215"/>
                </a:cubicBezTo>
                <a:cubicBezTo>
                  <a:pt x="167" y="215"/>
                  <a:pt x="215" y="167"/>
                  <a:pt x="215" y="108"/>
                </a:cubicBezTo>
                <a:cubicBezTo>
                  <a:pt x="215" y="49"/>
                  <a:pt x="167" y="0"/>
                  <a:pt x="108" y="0"/>
                </a:cubicBezTo>
                <a:close/>
                <a:moveTo>
                  <a:pt x="198" y="81"/>
                </a:moveTo>
                <a:cubicBezTo>
                  <a:pt x="161" y="81"/>
                  <a:pt x="161" y="81"/>
                  <a:pt x="161" y="81"/>
                </a:cubicBezTo>
                <a:cubicBezTo>
                  <a:pt x="160" y="81"/>
                  <a:pt x="159" y="81"/>
                  <a:pt x="158" y="82"/>
                </a:cubicBezTo>
                <a:cubicBezTo>
                  <a:pt x="153" y="71"/>
                  <a:pt x="144" y="63"/>
                  <a:pt x="134" y="57"/>
                </a:cubicBezTo>
                <a:cubicBezTo>
                  <a:pt x="134" y="56"/>
                  <a:pt x="135" y="55"/>
                  <a:pt x="135" y="54"/>
                </a:cubicBezTo>
                <a:cubicBezTo>
                  <a:pt x="135" y="18"/>
                  <a:pt x="135" y="18"/>
                  <a:pt x="135" y="18"/>
                </a:cubicBezTo>
                <a:cubicBezTo>
                  <a:pt x="165" y="27"/>
                  <a:pt x="189" y="51"/>
                  <a:pt x="198" y="81"/>
                </a:cubicBezTo>
                <a:close/>
                <a:moveTo>
                  <a:pt x="163" y="94"/>
                </a:moveTo>
                <a:cubicBezTo>
                  <a:pt x="201" y="94"/>
                  <a:pt x="201" y="94"/>
                  <a:pt x="201" y="94"/>
                </a:cubicBezTo>
                <a:cubicBezTo>
                  <a:pt x="201" y="99"/>
                  <a:pt x="202" y="103"/>
                  <a:pt x="202" y="108"/>
                </a:cubicBezTo>
                <a:cubicBezTo>
                  <a:pt x="202" y="112"/>
                  <a:pt x="201" y="117"/>
                  <a:pt x="201" y="121"/>
                </a:cubicBezTo>
                <a:cubicBezTo>
                  <a:pt x="163" y="121"/>
                  <a:pt x="163" y="121"/>
                  <a:pt x="163" y="121"/>
                </a:cubicBezTo>
                <a:cubicBezTo>
                  <a:pt x="164" y="117"/>
                  <a:pt x="165" y="112"/>
                  <a:pt x="165" y="108"/>
                </a:cubicBezTo>
                <a:cubicBezTo>
                  <a:pt x="165" y="103"/>
                  <a:pt x="164" y="99"/>
                  <a:pt x="163" y="94"/>
                </a:cubicBezTo>
                <a:close/>
                <a:moveTo>
                  <a:pt x="108" y="151"/>
                </a:moveTo>
                <a:cubicBezTo>
                  <a:pt x="84" y="151"/>
                  <a:pt x="64" y="132"/>
                  <a:pt x="64" y="108"/>
                </a:cubicBezTo>
                <a:cubicBezTo>
                  <a:pt x="64" y="84"/>
                  <a:pt x="84" y="64"/>
                  <a:pt x="108" y="64"/>
                </a:cubicBezTo>
                <a:cubicBezTo>
                  <a:pt x="132" y="64"/>
                  <a:pt x="151" y="84"/>
                  <a:pt x="151" y="108"/>
                </a:cubicBezTo>
                <a:cubicBezTo>
                  <a:pt x="151" y="132"/>
                  <a:pt x="132" y="151"/>
                  <a:pt x="108" y="151"/>
                </a:cubicBezTo>
                <a:close/>
                <a:moveTo>
                  <a:pt x="121" y="15"/>
                </a:moveTo>
                <a:cubicBezTo>
                  <a:pt x="121" y="52"/>
                  <a:pt x="121" y="52"/>
                  <a:pt x="121" y="52"/>
                </a:cubicBezTo>
                <a:cubicBezTo>
                  <a:pt x="117" y="51"/>
                  <a:pt x="112" y="51"/>
                  <a:pt x="108" y="51"/>
                </a:cubicBezTo>
                <a:cubicBezTo>
                  <a:pt x="103" y="51"/>
                  <a:pt x="99" y="51"/>
                  <a:pt x="94" y="52"/>
                </a:cubicBezTo>
                <a:cubicBezTo>
                  <a:pt x="94" y="15"/>
                  <a:pt x="94" y="15"/>
                  <a:pt x="94" y="15"/>
                </a:cubicBezTo>
                <a:cubicBezTo>
                  <a:pt x="99" y="14"/>
                  <a:pt x="103" y="14"/>
                  <a:pt x="108" y="14"/>
                </a:cubicBezTo>
                <a:cubicBezTo>
                  <a:pt x="112" y="14"/>
                  <a:pt x="117" y="14"/>
                  <a:pt x="121" y="15"/>
                </a:cubicBezTo>
                <a:close/>
                <a:moveTo>
                  <a:pt x="81" y="18"/>
                </a:moveTo>
                <a:cubicBezTo>
                  <a:pt x="81" y="54"/>
                  <a:pt x="81" y="54"/>
                  <a:pt x="81" y="54"/>
                </a:cubicBezTo>
                <a:cubicBezTo>
                  <a:pt x="81" y="55"/>
                  <a:pt x="81" y="56"/>
                  <a:pt x="82" y="57"/>
                </a:cubicBezTo>
                <a:cubicBezTo>
                  <a:pt x="71" y="63"/>
                  <a:pt x="63" y="71"/>
                  <a:pt x="57" y="82"/>
                </a:cubicBezTo>
                <a:cubicBezTo>
                  <a:pt x="56" y="81"/>
                  <a:pt x="55" y="81"/>
                  <a:pt x="54" y="81"/>
                </a:cubicBezTo>
                <a:cubicBezTo>
                  <a:pt x="18" y="81"/>
                  <a:pt x="18" y="81"/>
                  <a:pt x="18" y="81"/>
                </a:cubicBezTo>
                <a:cubicBezTo>
                  <a:pt x="27" y="51"/>
                  <a:pt x="51" y="27"/>
                  <a:pt x="81" y="18"/>
                </a:cubicBezTo>
                <a:close/>
                <a:moveTo>
                  <a:pt x="14" y="108"/>
                </a:moveTo>
                <a:cubicBezTo>
                  <a:pt x="14" y="103"/>
                  <a:pt x="14" y="99"/>
                  <a:pt x="15" y="94"/>
                </a:cubicBezTo>
                <a:cubicBezTo>
                  <a:pt x="52" y="94"/>
                  <a:pt x="52" y="94"/>
                  <a:pt x="52" y="94"/>
                </a:cubicBezTo>
                <a:cubicBezTo>
                  <a:pt x="51" y="99"/>
                  <a:pt x="51" y="103"/>
                  <a:pt x="51" y="108"/>
                </a:cubicBezTo>
                <a:cubicBezTo>
                  <a:pt x="51" y="112"/>
                  <a:pt x="51" y="117"/>
                  <a:pt x="52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4" y="117"/>
                  <a:pt x="14" y="112"/>
                  <a:pt x="14" y="108"/>
                </a:cubicBezTo>
                <a:close/>
                <a:moveTo>
                  <a:pt x="18" y="135"/>
                </a:moveTo>
                <a:cubicBezTo>
                  <a:pt x="54" y="135"/>
                  <a:pt x="54" y="135"/>
                  <a:pt x="54" y="135"/>
                </a:cubicBezTo>
                <a:cubicBezTo>
                  <a:pt x="55" y="135"/>
                  <a:pt x="56" y="134"/>
                  <a:pt x="57" y="134"/>
                </a:cubicBezTo>
                <a:cubicBezTo>
                  <a:pt x="63" y="144"/>
                  <a:pt x="71" y="153"/>
                  <a:pt x="82" y="158"/>
                </a:cubicBezTo>
                <a:cubicBezTo>
                  <a:pt x="81" y="159"/>
                  <a:pt x="81" y="160"/>
                  <a:pt x="81" y="161"/>
                </a:cubicBezTo>
                <a:cubicBezTo>
                  <a:pt x="81" y="198"/>
                  <a:pt x="81" y="198"/>
                  <a:pt x="81" y="198"/>
                </a:cubicBezTo>
                <a:cubicBezTo>
                  <a:pt x="51" y="189"/>
                  <a:pt x="27" y="165"/>
                  <a:pt x="18" y="135"/>
                </a:cubicBezTo>
                <a:close/>
                <a:moveTo>
                  <a:pt x="94" y="201"/>
                </a:moveTo>
                <a:cubicBezTo>
                  <a:pt x="94" y="163"/>
                  <a:pt x="94" y="163"/>
                  <a:pt x="94" y="163"/>
                </a:cubicBezTo>
                <a:cubicBezTo>
                  <a:pt x="99" y="164"/>
                  <a:pt x="103" y="165"/>
                  <a:pt x="108" y="165"/>
                </a:cubicBezTo>
                <a:cubicBezTo>
                  <a:pt x="112" y="165"/>
                  <a:pt x="117" y="164"/>
                  <a:pt x="121" y="163"/>
                </a:cubicBezTo>
                <a:cubicBezTo>
                  <a:pt x="121" y="201"/>
                  <a:pt x="121" y="201"/>
                  <a:pt x="121" y="201"/>
                </a:cubicBezTo>
                <a:cubicBezTo>
                  <a:pt x="117" y="201"/>
                  <a:pt x="112" y="202"/>
                  <a:pt x="108" y="202"/>
                </a:cubicBezTo>
                <a:cubicBezTo>
                  <a:pt x="103" y="202"/>
                  <a:pt x="99" y="201"/>
                  <a:pt x="94" y="201"/>
                </a:cubicBezTo>
                <a:close/>
                <a:moveTo>
                  <a:pt x="135" y="198"/>
                </a:moveTo>
                <a:cubicBezTo>
                  <a:pt x="135" y="161"/>
                  <a:pt x="135" y="161"/>
                  <a:pt x="135" y="161"/>
                </a:cubicBezTo>
                <a:cubicBezTo>
                  <a:pt x="135" y="160"/>
                  <a:pt x="134" y="159"/>
                  <a:pt x="134" y="158"/>
                </a:cubicBezTo>
                <a:cubicBezTo>
                  <a:pt x="144" y="153"/>
                  <a:pt x="153" y="144"/>
                  <a:pt x="158" y="134"/>
                </a:cubicBezTo>
                <a:cubicBezTo>
                  <a:pt x="159" y="134"/>
                  <a:pt x="160" y="135"/>
                  <a:pt x="161" y="135"/>
                </a:cubicBezTo>
                <a:cubicBezTo>
                  <a:pt x="198" y="135"/>
                  <a:pt x="198" y="135"/>
                  <a:pt x="198" y="135"/>
                </a:cubicBezTo>
                <a:cubicBezTo>
                  <a:pt x="189" y="165"/>
                  <a:pt x="165" y="189"/>
                  <a:pt x="135" y="19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0" name="Group 599"/>
          <p:cNvGrpSpPr/>
          <p:nvPr/>
        </p:nvGrpSpPr>
        <p:grpSpPr>
          <a:xfrm>
            <a:off x="4995863" y="3460750"/>
            <a:ext cx="401638" cy="328613"/>
            <a:chOff x="4995863" y="3460750"/>
            <a:chExt cx="401638" cy="328613"/>
          </a:xfrm>
        </p:grpSpPr>
        <p:sp>
          <p:nvSpPr>
            <p:cNvPr id="521" name="Freeform 134"/>
            <p:cNvSpPr>
              <a:spLocks noEditPoints="1"/>
            </p:cNvSpPr>
            <p:nvPr/>
          </p:nvSpPr>
          <p:spPr bwMode="auto">
            <a:xfrm>
              <a:off x="4995863" y="3714750"/>
              <a:ext cx="265113" cy="74613"/>
            </a:xfrm>
            <a:custGeom>
              <a:avLst/>
              <a:gdLst>
                <a:gd name="T0" fmla="*/ 141 w 141"/>
                <a:gd name="T1" fmla="*/ 33 h 40"/>
                <a:gd name="T2" fmla="*/ 141 w 141"/>
                <a:gd name="T3" fmla="*/ 7 h 40"/>
                <a:gd name="T4" fmla="*/ 134 w 141"/>
                <a:gd name="T5" fmla="*/ 0 h 40"/>
                <a:gd name="T6" fmla="*/ 6 w 141"/>
                <a:gd name="T7" fmla="*/ 0 h 40"/>
                <a:gd name="T8" fmla="*/ 0 w 141"/>
                <a:gd name="T9" fmla="*/ 7 h 40"/>
                <a:gd name="T10" fmla="*/ 0 w 141"/>
                <a:gd name="T11" fmla="*/ 33 h 40"/>
                <a:gd name="T12" fmla="*/ 6 w 141"/>
                <a:gd name="T13" fmla="*/ 40 h 40"/>
                <a:gd name="T14" fmla="*/ 134 w 141"/>
                <a:gd name="T15" fmla="*/ 40 h 40"/>
                <a:gd name="T16" fmla="*/ 141 w 141"/>
                <a:gd name="T17" fmla="*/ 33 h 40"/>
                <a:gd name="T18" fmla="*/ 127 w 141"/>
                <a:gd name="T19" fmla="*/ 27 h 40"/>
                <a:gd name="T20" fmla="*/ 13 w 141"/>
                <a:gd name="T21" fmla="*/ 27 h 40"/>
                <a:gd name="T22" fmla="*/ 13 w 141"/>
                <a:gd name="T23" fmla="*/ 13 h 40"/>
                <a:gd name="T24" fmla="*/ 127 w 141"/>
                <a:gd name="T25" fmla="*/ 13 h 40"/>
                <a:gd name="T26" fmla="*/ 127 w 141"/>
                <a:gd name="T27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1" h="40">
                  <a:moveTo>
                    <a:pt x="141" y="33"/>
                  </a:moveTo>
                  <a:cubicBezTo>
                    <a:pt x="141" y="7"/>
                    <a:pt x="141" y="7"/>
                    <a:pt x="141" y="7"/>
                  </a:cubicBezTo>
                  <a:cubicBezTo>
                    <a:pt x="141" y="3"/>
                    <a:pt x="138" y="0"/>
                    <a:pt x="13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7"/>
                    <a:pt x="3" y="40"/>
                    <a:pt x="6" y="40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38" y="40"/>
                    <a:pt x="141" y="37"/>
                    <a:pt x="141" y="33"/>
                  </a:cubicBezTo>
                  <a:close/>
                  <a:moveTo>
                    <a:pt x="1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7" y="13"/>
                    <a:pt x="127" y="13"/>
                    <a:pt x="127" y="13"/>
                  </a:cubicBezTo>
                  <a:lnTo>
                    <a:pt x="1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2" name="Freeform 135"/>
            <p:cNvSpPr>
              <a:spLocks/>
            </p:cNvSpPr>
            <p:nvPr/>
          </p:nvSpPr>
          <p:spPr bwMode="auto">
            <a:xfrm>
              <a:off x="5021263" y="3676650"/>
              <a:ext cx="214313" cy="23813"/>
            </a:xfrm>
            <a:custGeom>
              <a:avLst/>
              <a:gdLst>
                <a:gd name="T0" fmla="*/ 7 w 114"/>
                <a:gd name="T1" fmla="*/ 0 h 13"/>
                <a:gd name="T2" fmla="*/ 0 w 114"/>
                <a:gd name="T3" fmla="*/ 6 h 13"/>
                <a:gd name="T4" fmla="*/ 7 w 114"/>
                <a:gd name="T5" fmla="*/ 13 h 13"/>
                <a:gd name="T6" fmla="*/ 107 w 114"/>
                <a:gd name="T7" fmla="*/ 13 h 13"/>
                <a:gd name="T8" fmla="*/ 114 w 114"/>
                <a:gd name="T9" fmla="*/ 6 h 13"/>
                <a:gd name="T10" fmla="*/ 107 w 114"/>
                <a:gd name="T11" fmla="*/ 0 h 13"/>
                <a:gd name="T12" fmla="*/ 7 w 11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13">
                  <a:moveTo>
                    <a:pt x="7" y="0"/>
                  </a:move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11" y="13"/>
                    <a:pt x="114" y="10"/>
                    <a:pt x="114" y="6"/>
                  </a:cubicBezTo>
                  <a:cubicBezTo>
                    <a:pt x="114" y="3"/>
                    <a:pt x="111" y="0"/>
                    <a:pt x="107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3" name="Freeform 136"/>
            <p:cNvSpPr>
              <a:spLocks noEditPoints="1"/>
            </p:cNvSpPr>
            <p:nvPr/>
          </p:nvSpPr>
          <p:spPr bwMode="auto">
            <a:xfrm>
              <a:off x="4995863" y="3562350"/>
              <a:ext cx="265113" cy="101600"/>
            </a:xfrm>
            <a:custGeom>
              <a:avLst/>
              <a:gdLst>
                <a:gd name="T0" fmla="*/ 6 w 141"/>
                <a:gd name="T1" fmla="*/ 54 h 54"/>
                <a:gd name="T2" fmla="*/ 134 w 141"/>
                <a:gd name="T3" fmla="*/ 54 h 54"/>
                <a:gd name="T4" fmla="*/ 141 w 141"/>
                <a:gd name="T5" fmla="*/ 47 h 54"/>
                <a:gd name="T6" fmla="*/ 70 w 141"/>
                <a:gd name="T7" fmla="*/ 0 h 54"/>
                <a:gd name="T8" fmla="*/ 0 w 141"/>
                <a:gd name="T9" fmla="*/ 47 h 54"/>
                <a:gd name="T10" fmla="*/ 6 w 141"/>
                <a:gd name="T11" fmla="*/ 54 h 54"/>
                <a:gd name="T12" fmla="*/ 70 w 141"/>
                <a:gd name="T13" fmla="*/ 14 h 54"/>
                <a:gd name="T14" fmla="*/ 126 w 141"/>
                <a:gd name="T15" fmla="*/ 41 h 54"/>
                <a:gd name="T16" fmla="*/ 15 w 141"/>
                <a:gd name="T17" fmla="*/ 41 h 54"/>
                <a:gd name="T18" fmla="*/ 70 w 141"/>
                <a:gd name="T19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1" h="54">
                  <a:moveTo>
                    <a:pt x="6" y="54"/>
                  </a:moveTo>
                  <a:cubicBezTo>
                    <a:pt x="134" y="54"/>
                    <a:pt x="134" y="54"/>
                    <a:pt x="134" y="54"/>
                  </a:cubicBezTo>
                  <a:cubicBezTo>
                    <a:pt x="138" y="54"/>
                    <a:pt x="141" y="51"/>
                    <a:pt x="141" y="47"/>
                  </a:cubicBezTo>
                  <a:cubicBezTo>
                    <a:pt x="141" y="47"/>
                    <a:pt x="140" y="0"/>
                    <a:pt x="70" y="0"/>
                  </a:cubicBezTo>
                  <a:cubicBezTo>
                    <a:pt x="1" y="0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lose/>
                  <a:moveTo>
                    <a:pt x="70" y="14"/>
                  </a:moveTo>
                  <a:cubicBezTo>
                    <a:pt x="111" y="14"/>
                    <a:pt x="122" y="31"/>
                    <a:pt x="126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8" y="31"/>
                    <a:pt x="30" y="14"/>
                    <a:pt x="70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4" name="Freeform 137"/>
            <p:cNvSpPr>
              <a:spLocks noEditPoints="1"/>
            </p:cNvSpPr>
            <p:nvPr/>
          </p:nvSpPr>
          <p:spPr bwMode="auto">
            <a:xfrm>
              <a:off x="5272088" y="3460750"/>
              <a:ext cx="125413" cy="328613"/>
            </a:xfrm>
            <a:custGeom>
              <a:avLst/>
              <a:gdLst>
                <a:gd name="T0" fmla="*/ 61 w 67"/>
                <a:gd name="T1" fmla="*/ 41 h 175"/>
                <a:gd name="T2" fmla="*/ 26 w 67"/>
                <a:gd name="T3" fmla="*/ 41 h 175"/>
                <a:gd name="T4" fmla="*/ 20 w 67"/>
                <a:gd name="T5" fmla="*/ 6 h 175"/>
                <a:gd name="T6" fmla="*/ 13 w 67"/>
                <a:gd name="T7" fmla="*/ 1 h 175"/>
                <a:gd name="T8" fmla="*/ 7 w 67"/>
                <a:gd name="T9" fmla="*/ 9 h 175"/>
                <a:gd name="T10" fmla="*/ 13 w 67"/>
                <a:gd name="T11" fmla="*/ 41 h 175"/>
                <a:gd name="T12" fmla="*/ 7 w 67"/>
                <a:gd name="T13" fmla="*/ 41 h 175"/>
                <a:gd name="T14" fmla="*/ 2 w 67"/>
                <a:gd name="T15" fmla="*/ 43 h 175"/>
                <a:gd name="T16" fmla="*/ 0 w 67"/>
                <a:gd name="T17" fmla="*/ 48 h 175"/>
                <a:gd name="T18" fmla="*/ 7 w 67"/>
                <a:gd name="T19" fmla="*/ 169 h 175"/>
                <a:gd name="T20" fmla="*/ 14 w 67"/>
                <a:gd name="T21" fmla="*/ 175 h 175"/>
                <a:gd name="T22" fmla="*/ 54 w 67"/>
                <a:gd name="T23" fmla="*/ 175 h 175"/>
                <a:gd name="T24" fmla="*/ 61 w 67"/>
                <a:gd name="T25" fmla="*/ 169 h 175"/>
                <a:gd name="T26" fmla="*/ 67 w 67"/>
                <a:gd name="T27" fmla="*/ 48 h 175"/>
                <a:gd name="T28" fmla="*/ 66 w 67"/>
                <a:gd name="T29" fmla="*/ 43 h 175"/>
                <a:gd name="T30" fmla="*/ 61 w 67"/>
                <a:gd name="T31" fmla="*/ 41 h 175"/>
                <a:gd name="T32" fmla="*/ 48 w 67"/>
                <a:gd name="T33" fmla="*/ 162 h 175"/>
                <a:gd name="T34" fmla="*/ 20 w 67"/>
                <a:gd name="T35" fmla="*/ 162 h 175"/>
                <a:gd name="T36" fmla="*/ 14 w 67"/>
                <a:gd name="T37" fmla="*/ 54 h 175"/>
                <a:gd name="T38" fmla="*/ 20 w 67"/>
                <a:gd name="T39" fmla="*/ 54 h 175"/>
                <a:gd name="T40" fmla="*/ 20 w 67"/>
                <a:gd name="T41" fmla="*/ 54 h 175"/>
                <a:gd name="T42" fmla="*/ 20 w 67"/>
                <a:gd name="T43" fmla="*/ 54 h 175"/>
                <a:gd name="T44" fmla="*/ 54 w 67"/>
                <a:gd name="T45" fmla="*/ 54 h 175"/>
                <a:gd name="T46" fmla="*/ 48 w 67"/>
                <a:gd name="T47" fmla="*/ 162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7" h="175">
                  <a:moveTo>
                    <a:pt x="61" y="41"/>
                  </a:moveTo>
                  <a:cubicBezTo>
                    <a:pt x="26" y="41"/>
                    <a:pt x="26" y="41"/>
                    <a:pt x="26" y="4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3"/>
                    <a:pt x="16" y="0"/>
                    <a:pt x="13" y="1"/>
                  </a:cubicBezTo>
                  <a:cubicBezTo>
                    <a:pt x="9" y="1"/>
                    <a:pt x="7" y="5"/>
                    <a:pt x="7" y="9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1"/>
                    <a:pt x="3" y="42"/>
                    <a:pt x="2" y="43"/>
                  </a:cubicBezTo>
                  <a:cubicBezTo>
                    <a:pt x="1" y="44"/>
                    <a:pt x="0" y="46"/>
                    <a:pt x="0" y="48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7" y="172"/>
                    <a:pt x="10" y="175"/>
                    <a:pt x="14" y="175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58" y="175"/>
                    <a:pt x="60" y="172"/>
                    <a:pt x="61" y="169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6"/>
                    <a:pt x="67" y="44"/>
                    <a:pt x="66" y="43"/>
                  </a:cubicBezTo>
                  <a:cubicBezTo>
                    <a:pt x="64" y="42"/>
                    <a:pt x="63" y="41"/>
                    <a:pt x="61" y="41"/>
                  </a:cubicBezTo>
                  <a:close/>
                  <a:moveTo>
                    <a:pt x="48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54" y="54"/>
                    <a:pt x="54" y="54"/>
                    <a:pt x="54" y="54"/>
                  </a:cubicBezTo>
                  <a:lnTo>
                    <a:pt x="48" y="1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9" name="Group 598"/>
          <p:cNvGrpSpPr/>
          <p:nvPr/>
        </p:nvGrpSpPr>
        <p:grpSpPr>
          <a:xfrm>
            <a:off x="5694363" y="3424238"/>
            <a:ext cx="252413" cy="403225"/>
            <a:chOff x="5694363" y="3424238"/>
            <a:chExt cx="252413" cy="403225"/>
          </a:xfrm>
        </p:grpSpPr>
        <p:sp>
          <p:nvSpPr>
            <p:cNvPr id="525" name="Freeform 138"/>
            <p:cNvSpPr>
              <a:spLocks noEditPoints="1"/>
            </p:cNvSpPr>
            <p:nvPr/>
          </p:nvSpPr>
          <p:spPr bwMode="auto">
            <a:xfrm>
              <a:off x="5821363" y="3424238"/>
              <a:ext cx="125413" cy="403225"/>
            </a:xfrm>
            <a:custGeom>
              <a:avLst/>
              <a:gdLst>
                <a:gd name="T0" fmla="*/ 47 w 67"/>
                <a:gd name="T1" fmla="*/ 0 h 214"/>
                <a:gd name="T2" fmla="*/ 20 w 67"/>
                <a:gd name="T3" fmla="*/ 0 h 214"/>
                <a:gd name="T4" fmla="*/ 14 w 67"/>
                <a:gd name="T5" fmla="*/ 6 h 214"/>
                <a:gd name="T6" fmla="*/ 14 w 67"/>
                <a:gd name="T7" fmla="*/ 68 h 214"/>
                <a:gd name="T8" fmla="*/ 0 w 67"/>
                <a:gd name="T9" fmla="*/ 87 h 214"/>
                <a:gd name="T10" fmla="*/ 0 w 67"/>
                <a:gd name="T11" fmla="*/ 208 h 214"/>
                <a:gd name="T12" fmla="*/ 7 w 67"/>
                <a:gd name="T13" fmla="*/ 214 h 214"/>
                <a:gd name="T14" fmla="*/ 61 w 67"/>
                <a:gd name="T15" fmla="*/ 214 h 214"/>
                <a:gd name="T16" fmla="*/ 67 w 67"/>
                <a:gd name="T17" fmla="*/ 208 h 214"/>
                <a:gd name="T18" fmla="*/ 67 w 67"/>
                <a:gd name="T19" fmla="*/ 87 h 214"/>
                <a:gd name="T20" fmla="*/ 54 w 67"/>
                <a:gd name="T21" fmla="*/ 68 h 214"/>
                <a:gd name="T22" fmla="*/ 54 w 67"/>
                <a:gd name="T23" fmla="*/ 6 h 214"/>
                <a:gd name="T24" fmla="*/ 47 w 67"/>
                <a:gd name="T25" fmla="*/ 0 h 214"/>
                <a:gd name="T26" fmla="*/ 20 w 67"/>
                <a:gd name="T27" fmla="*/ 80 h 214"/>
                <a:gd name="T28" fmla="*/ 27 w 67"/>
                <a:gd name="T29" fmla="*/ 73 h 214"/>
                <a:gd name="T30" fmla="*/ 27 w 67"/>
                <a:gd name="T31" fmla="*/ 13 h 214"/>
                <a:gd name="T32" fmla="*/ 40 w 67"/>
                <a:gd name="T33" fmla="*/ 13 h 214"/>
                <a:gd name="T34" fmla="*/ 40 w 67"/>
                <a:gd name="T35" fmla="*/ 73 h 214"/>
                <a:gd name="T36" fmla="*/ 47 w 67"/>
                <a:gd name="T37" fmla="*/ 80 h 214"/>
                <a:gd name="T38" fmla="*/ 54 w 67"/>
                <a:gd name="T39" fmla="*/ 87 h 214"/>
                <a:gd name="T40" fmla="*/ 54 w 67"/>
                <a:gd name="T41" fmla="*/ 114 h 214"/>
                <a:gd name="T42" fmla="*/ 14 w 67"/>
                <a:gd name="T43" fmla="*/ 114 h 214"/>
                <a:gd name="T44" fmla="*/ 14 w 67"/>
                <a:gd name="T45" fmla="*/ 87 h 214"/>
                <a:gd name="T46" fmla="*/ 20 w 67"/>
                <a:gd name="T47" fmla="*/ 80 h 214"/>
                <a:gd name="T48" fmla="*/ 14 w 67"/>
                <a:gd name="T49" fmla="*/ 127 h 214"/>
                <a:gd name="T50" fmla="*/ 54 w 67"/>
                <a:gd name="T51" fmla="*/ 127 h 214"/>
                <a:gd name="T52" fmla="*/ 54 w 67"/>
                <a:gd name="T53" fmla="*/ 154 h 214"/>
                <a:gd name="T54" fmla="*/ 14 w 67"/>
                <a:gd name="T55" fmla="*/ 154 h 214"/>
                <a:gd name="T56" fmla="*/ 14 w 67"/>
                <a:gd name="T57" fmla="*/ 127 h 214"/>
                <a:gd name="T58" fmla="*/ 14 w 67"/>
                <a:gd name="T59" fmla="*/ 201 h 214"/>
                <a:gd name="T60" fmla="*/ 14 w 67"/>
                <a:gd name="T61" fmla="*/ 167 h 214"/>
                <a:gd name="T62" fmla="*/ 54 w 67"/>
                <a:gd name="T63" fmla="*/ 167 h 214"/>
                <a:gd name="T64" fmla="*/ 54 w 67"/>
                <a:gd name="T65" fmla="*/ 201 h 214"/>
                <a:gd name="T66" fmla="*/ 14 w 67"/>
                <a:gd name="T67" fmla="*/ 2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" h="214">
                  <a:moveTo>
                    <a:pt x="47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4" y="3"/>
                    <a:pt x="14" y="6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7" y="70"/>
                    <a:pt x="0" y="76"/>
                    <a:pt x="0" y="8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cubicBezTo>
                    <a:pt x="61" y="214"/>
                    <a:pt x="61" y="214"/>
                    <a:pt x="61" y="214"/>
                  </a:cubicBezTo>
                  <a:cubicBezTo>
                    <a:pt x="64" y="214"/>
                    <a:pt x="67" y="211"/>
                    <a:pt x="67" y="208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67" y="76"/>
                    <a:pt x="61" y="70"/>
                    <a:pt x="54" y="68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3"/>
                    <a:pt x="51" y="0"/>
                    <a:pt x="47" y="0"/>
                  </a:cubicBezTo>
                  <a:close/>
                  <a:moveTo>
                    <a:pt x="20" y="80"/>
                  </a:moveTo>
                  <a:cubicBezTo>
                    <a:pt x="24" y="80"/>
                    <a:pt x="27" y="77"/>
                    <a:pt x="27" y="7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7"/>
                    <a:pt x="43" y="80"/>
                    <a:pt x="47" y="80"/>
                  </a:cubicBezTo>
                  <a:cubicBezTo>
                    <a:pt x="50" y="80"/>
                    <a:pt x="54" y="81"/>
                    <a:pt x="54" y="87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1"/>
                    <a:pt x="17" y="80"/>
                    <a:pt x="20" y="80"/>
                  </a:cubicBezTo>
                  <a:close/>
                  <a:moveTo>
                    <a:pt x="14" y="127"/>
                  </a:moveTo>
                  <a:cubicBezTo>
                    <a:pt x="54" y="127"/>
                    <a:pt x="54" y="127"/>
                    <a:pt x="54" y="127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14" y="154"/>
                    <a:pt x="14" y="154"/>
                    <a:pt x="14" y="154"/>
                  </a:cubicBezTo>
                  <a:lnTo>
                    <a:pt x="14" y="127"/>
                  </a:lnTo>
                  <a:close/>
                  <a:moveTo>
                    <a:pt x="14" y="201"/>
                  </a:moveTo>
                  <a:cubicBezTo>
                    <a:pt x="14" y="167"/>
                    <a:pt x="14" y="167"/>
                    <a:pt x="14" y="167"/>
                  </a:cubicBezTo>
                  <a:cubicBezTo>
                    <a:pt x="54" y="167"/>
                    <a:pt x="54" y="167"/>
                    <a:pt x="54" y="167"/>
                  </a:cubicBezTo>
                  <a:cubicBezTo>
                    <a:pt x="54" y="201"/>
                    <a:pt x="54" y="201"/>
                    <a:pt x="54" y="201"/>
                  </a:cubicBezTo>
                  <a:lnTo>
                    <a:pt x="14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6" name="Freeform 139"/>
            <p:cNvSpPr>
              <a:spLocks noEditPoints="1"/>
            </p:cNvSpPr>
            <p:nvPr/>
          </p:nvSpPr>
          <p:spPr bwMode="auto">
            <a:xfrm>
              <a:off x="5694363" y="3562350"/>
              <a:ext cx="101600" cy="265113"/>
            </a:xfrm>
            <a:custGeom>
              <a:avLst/>
              <a:gdLst>
                <a:gd name="T0" fmla="*/ 51 w 54"/>
                <a:gd name="T1" fmla="*/ 66 h 141"/>
                <a:gd name="T2" fmla="*/ 54 w 54"/>
                <a:gd name="T3" fmla="*/ 61 h 141"/>
                <a:gd name="T4" fmla="*/ 54 w 54"/>
                <a:gd name="T5" fmla="*/ 7 h 141"/>
                <a:gd name="T6" fmla="*/ 47 w 54"/>
                <a:gd name="T7" fmla="*/ 0 h 141"/>
                <a:gd name="T8" fmla="*/ 7 w 54"/>
                <a:gd name="T9" fmla="*/ 0 h 141"/>
                <a:gd name="T10" fmla="*/ 0 w 54"/>
                <a:gd name="T11" fmla="*/ 7 h 141"/>
                <a:gd name="T12" fmla="*/ 0 w 54"/>
                <a:gd name="T13" fmla="*/ 61 h 141"/>
                <a:gd name="T14" fmla="*/ 3 w 54"/>
                <a:gd name="T15" fmla="*/ 66 h 141"/>
                <a:gd name="T16" fmla="*/ 20 w 54"/>
                <a:gd name="T17" fmla="*/ 78 h 141"/>
                <a:gd name="T18" fmla="*/ 20 w 54"/>
                <a:gd name="T19" fmla="*/ 128 h 141"/>
                <a:gd name="T20" fmla="*/ 10 w 54"/>
                <a:gd name="T21" fmla="*/ 128 h 141"/>
                <a:gd name="T22" fmla="*/ 3 w 54"/>
                <a:gd name="T23" fmla="*/ 135 h 141"/>
                <a:gd name="T24" fmla="*/ 10 w 54"/>
                <a:gd name="T25" fmla="*/ 141 h 141"/>
                <a:gd name="T26" fmla="*/ 44 w 54"/>
                <a:gd name="T27" fmla="*/ 141 h 141"/>
                <a:gd name="T28" fmla="*/ 50 w 54"/>
                <a:gd name="T29" fmla="*/ 135 h 141"/>
                <a:gd name="T30" fmla="*/ 44 w 54"/>
                <a:gd name="T31" fmla="*/ 128 h 141"/>
                <a:gd name="T32" fmla="*/ 34 w 54"/>
                <a:gd name="T33" fmla="*/ 128 h 141"/>
                <a:gd name="T34" fmla="*/ 34 w 54"/>
                <a:gd name="T35" fmla="*/ 78 h 141"/>
                <a:gd name="T36" fmla="*/ 51 w 54"/>
                <a:gd name="T37" fmla="*/ 66 h 141"/>
                <a:gd name="T38" fmla="*/ 14 w 54"/>
                <a:gd name="T39" fmla="*/ 14 h 141"/>
                <a:gd name="T40" fmla="*/ 40 w 54"/>
                <a:gd name="T41" fmla="*/ 14 h 141"/>
                <a:gd name="T42" fmla="*/ 40 w 54"/>
                <a:gd name="T43" fmla="*/ 57 h 141"/>
                <a:gd name="T44" fmla="*/ 27 w 54"/>
                <a:gd name="T45" fmla="*/ 66 h 141"/>
                <a:gd name="T46" fmla="*/ 14 w 54"/>
                <a:gd name="T47" fmla="*/ 57 h 141"/>
                <a:gd name="T48" fmla="*/ 14 w 54"/>
                <a:gd name="T49" fmla="*/ 1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" h="141">
                  <a:moveTo>
                    <a:pt x="51" y="66"/>
                  </a:moveTo>
                  <a:cubicBezTo>
                    <a:pt x="53" y="65"/>
                    <a:pt x="54" y="63"/>
                    <a:pt x="54" y="61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3"/>
                    <a:pt x="51" y="0"/>
                    <a:pt x="4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3"/>
                    <a:pt x="1" y="65"/>
                    <a:pt x="3" y="66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6" y="128"/>
                    <a:pt x="3" y="131"/>
                    <a:pt x="3" y="135"/>
                  </a:cubicBezTo>
                  <a:cubicBezTo>
                    <a:pt x="3" y="138"/>
                    <a:pt x="6" y="141"/>
                    <a:pt x="10" y="141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7" y="141"/>
                    <a:pt x="50" y="138"/>
                    <a:pt x="50" y="135"/>
                  </a:cubicBezTo>
                  <a:cubicBezTo>
                    <a:pt x="50" y="131"/>
                    <a:pt x="47" y="128"/>
                    <a:pt x="44" y="128"/>
                  </a:cubicBezTo>
                  <a:cubicBezTo>
                    <a:pt x="34" y="128"/>
                    <a:pt x="34" y="128"/>
                    <a:pt x="34" y="128"/>
                  </a:cubicBezTo>
                  <a:cubicBezTo>
                    <a:pt x="34" y="78"/>
                    <a:pt x="34" y="78"/>
                    <a:pt x="34" y="78"/>
                  </a:cubicBezTo>
                  <a:lnTo>
                    <a:pt x="51" y="66"/>
                  </a:lnTo>
                  <a:close/>
                  <a:moveTo>
                    <a:pt x="14" y="14"/>
                  </a:moveTo>
                  <a:cubicBezTo>
                    <a:pt x="40" y="14"/>
                    <a:pt x="40" y="14"/>
                    <a:pt x="40" y="14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14" y="57"/>
                    <a:pt x="14" y="57"/>
                    <a:pt x="14" y="57"/>
                  </a:cubicBezTo>
                  <a:lnTo>
                    <a:pt x="1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27" name="Freeform 140"/>
          <p:cNvSpPr>
            <a:spLocks noEditPoints="1"/>
          </p:cNvSpPr>
          <p:nvPr/>
        </p:nvSpPr>
        <p:spPr bwMode="auto">
          <a:xfrm>
            <a:off x="6267450" y="3422650"/>
            <a:ext cx="355600" cy="404813"/>
          </a:xfrm>
          <a:custGeom>
            <a:avLst/>
            <a:gdLst>
              <a:gd name="T0" fmla="*/ 1 w 189"/>
              <a:gd name="T1" fmla="*/ 28 h 215"/>
              <a:gd name="T2" fmla="*/ 3 w 189"/>
              <a:gd name="T3" fmla="*/ 36 h 215"/>
              <a:gd name="T4" fmla="*/ 88 w 189"/>
              <a:gd name="T5" fmla="*/ 108 h 215"/>
              <a:gd name="T6" fmla="*/ 88 w 189"/>
              <a:gd name="T7" fmla="*/ 202 h 215"/>
              <a:gd name="T8" fmla="*/ 51 w 189"/>
              <a:gd name="T9" fmla="*/ 202 h 215"/>
              <a:gd name="T10" fmla="*/ 44 w 189"/>
              <a:gd name="T11" fmla="*/ 209 h 215"/>
              <a:gd name="T12" fmla="*/ 51 w 189"/>
              <a:gd name="T13" fmla="*/ 215 h 215"/>
              <a:gd name="T14" fmla="*/ 138 w 189"/>
              <a:gd name="T15" fmla="*/ 215 h 215"/>
              <a:gd name="T16" fmla="*/ 145 w 189"/>
              <a:gd name="T17" fmla="*/ 209 h 215"/>
              <a:gd name="T18" fmla="*/ 138 w 189"/>
              <a:gd name="T19" fmla="*/ 202 h 215"/>
              <a:gd name="T20" fmla="*/ 101 w 189"/>
              <a:gd name="T21" fmla="*/ 202 h 215"/>
              <a:gd name="T22" fmla="*/ 101 w 189"/>
              <a:gd name="T23" fmla="*/ 108 h 215"/>
              <a:gd name="T24" fmla="*/ 186 w 189"/>
              <a:gd name="T25" fmla="*/ 36 h 215"/>
              <a:gd name="T26" fmla="*/ 188 w 189"/>
              <a:gd name="T27" fmla="*/ 28 h 215"/>
              <a:gd name="T28" fmla="*/ 182 w 189"/>
              <a:gd name="T29" fmla="*/ 24 h 215"/>
              <a:gd name="T30" fmla="*/ 134 w 189"/>
              <a:gd name="T31" fmla="*/ 24 h 215"/>
              <a:gd name="T32" fmla="*/ 146 w 189"/>
              <a:gd name="T33" fmla="*/ 12 h 215"/>
              <a:gd name="T34" fmla="*/ 146 w 189"/>
              <a:gd name="T35" fmla="*/ 3 h 215"/>
              <a:gd name="T36" fmla="*/ 137 w 189"/>
              <a:gd name="T37" fmla="*/ 3 h 215"/>
              <a:gd name="T38" fmla="*/ 116 w 189"/>
              <a:gd name="T39" fmla="*/ 23 h 215"/>
              <a:gd name="T40" fmla="*/ 115 w 189"/>
              <a:gd name="T41" fmla="*/ 24 h 215"/>
              <a:gd name="T42" fmla="*/ 7 w 189"/>
              <a:gd name="T43" fmla="*/ 24 h 215"/>
              <a:gd name="T44" fmla="*/ 1 w 189"/>
              <a:gd name="T45" fmla="*/ 28 h 215"/>
              <a:gd name="T46" fmla="*/ 163 w 189"/>
              <a:gd name="T47" fmla="*/ 38 h 215"/>
              <a:gd name="T48" fmla="*/ 94 w 189"/>
              <a:gd name="T49" fmla="*/ 96 h 215"/>
              <a:gd name="T50" fmla="*/ 25 w 189"/>
              <a:gd name="T51" fmla="*/ 38 h 215"/>
              <a:gd name="T52" fmla="*/ 163 w 189"/>
              <a:gd name="T53" fmla="*/ 38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89" h="215">
                <a:moveTo>
                  <a:pt x="1" y="28"/>
                </a:moveTo>
                <a:cubicBezTo>
                  <a:pt x="0" y="31"/>
                  <a:pt x="1" y="34"/>
                  <a:pt x="3" y="36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202"/>
                  <a:pt x="88" y="202"/>
                  <a:pt x="88" y="202"/>
                </a:cubicBezTo>
                <a:cubicBezTo>
                  <a:pt x="51" y="202"/>
                  <a:pt x="51" y="202"/>
                  <a:pt x="51" y="202"/>
                </a:cubicBezTo>
                <a:cubicBezTo>
                  <a:pt x="47" y="202"/>
                  <a:pt x="44" y="205"/>
                  <a:pt x="44" y="209"/>
                </a:cubicBezTo>
                <a:cubicBezTo>
                  <a:pt x="44" y="212"/>
                  <a:pt x="47" y="215"/>
                  <a:pt x="51" y="215"/>
                </a:cubicBezTo>
                <a:cubicBezTo>
                  <a:pt x="138" y="215"/>
                  <a:pt x="138" y="215"/>
                  <a:pt x="138" y="215"/>
                </a:cubicBezTo>
                <a:cubicBezTo>
                  <a:pt x="142" y="215"/>
                  <a:pt x="145" y="212"/>
                  <a:pt x="145" y="209"/>
                </a:cubicBezTo>
                <a:cubicBezTo>
                  <a:pt x="145" y="205"/>
                  <a:pt x="142" y="202"/>
                  <a:pt x="138" y="202"/>
                </a:cubicBezTo>
                <a:cubicBezTo>
                  <a:pt x="101" y="202"/>
                  <a:pt x="101" y="202"/>
                  <a:pt x="101" y="202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186" y="36"/>
                  <a:pt x="186" y="36"/>
                  <a:pt x="186" y="36"/>
                </a:cubicBezTo>
                <a:cubicBezTo>
                  <a:pt x="188" y="34"/>
                  <a:pt x="189" y="31"/>
                  <a:pt x="188" y="28"/>
                </a:cubicBezTo>
                <a:cubicBezTo>
                  <a:pt x="187" y="26"/>
                  <a:pt x="184" y="24"/>
                  <a:pt x="182" y="24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46" y="12"/>
                  <a:pt x="146" y="12"/>
                  <a:pt x="146" y="12"/>
                </a:cubicBezTo>
                <a:cubicBezTo>
                  <a:pt x="149" y="9"/>
                  <a:pt x="149" y="5"/>
                  <a:pt x="146" y="3"/>
                </a:cubicBezTo>
                <a:cubicBezTo>
                  <a:pt x="143" y="0"/>
                  <a:pt x="139" y="0"/>
                  <a:pt x="137" y="3"/>
                </a:cubicBezTo>
                <a:cubicBezTo>
                  <a:pt x="116" y="23"/>
                  <a:pt x="116" y="23"/>
                  <a:pt x="116" y="23"/>
                </a:cubicBezTo>
                <a:cubicBezTo>
                  <a:pt x="116" y="23"/>
                  <a:pt x="116" y="24"/>
                  <a:pt x="115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4" y="24"/>
                  <a:pt x="2" y="26"/>
                  <a:pt x="1" y="28"/>
                </a:cubicBezTo>
                <a:close/>
                <a:moveTo>
                  <a:pt x="163" y="38"/>
                </a:moveTo>
                <a:cubicBezTo>
                  <a:pt x="94" y="96"/>
                  <a:pt x="94" y="96"/>
                  <a:pt x="94" y="96"/>
                </a:cubicBezTo>
                <a:cubicBezTo>
                  <a:pt x="25" y="38"/>
                  <a:pt x="25" y="38"/>
                  <a:pt x="25" y="38"/>
                </a:cubicBezTo>
                <a:lnTo>
                  <a:pt x="163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8" name="Freeform 141"/>
          <p:cNvSpPr>
            <a:spLocks noEditPoints="1"/>
          </p:cNvSpPr>
          <p:nvPr/>
        </p:nvSpPr>
        <p:spPr bwMode="auto">
          <a:xfrm>
            <a:off x="6865938" y="3449638"/>
            <a:ext cx="404813" cy="352425"/>
          </a:xfrm>
          <a:custGeom>
            <a:avLst/>
            <a:gdLst>
              <a:gd name="T0" fmla="*/ 208 w 215"/>
              <a:gd name="T1" fmla="*/ 0 h 188"/>
              <a:gd name="T2" fmla="*/ 141 w 215"/>
              <a:gd name="T3" fmla="*/ 0 h 188"/>
              <a:gd name="T4" fmla="*/ 136 w 215"/>
              <a:gd name="T5" fmla="*/ 3 h 188"/>
              <a:gd name="T6" fmla="*/ 117 w 215"/>
              <a:gd name="T7" fmla="*/ 27 h 188"/>
              <a:gd name="T8" fmla="*/ 97 w 215"/>
              <a:gd name="T9" fmla="*/ 27 h 188"/>
              <a:gd name="T10" fmla="*/ 79 w 215"/>
              <a:gd name="T11" fmla="*/ 3 h 188"/>
              <a:gd name="T12" fmla="*/ 74 w 215"/>
              <a:gd name="T13" fmla="*/ 0 h 188"/>
              <a:gd name="T14" fmla="*/ 7 w 215"/>
              <a:gd name="T15" fmla="*/ 0 h 188"/>
              <a:gd name="T16" fmla="*/ 0 w 215"/>
              <a:gd name="T17" fmla="*/ 7 h 188"/>
              <a:gd name="T18" fmla="*/ 0 w 215"/>
              <a:gd name="T19" fmla="*/ 60 h 188"/>
              <a:gd name="T20" fmla="*/ 7 w 215"/>
              <a:gd name="T21" fmla="*/ 67 h 188"/>
              <a:gd name="T22" fmla="*/ 40 w 215"/>
              <a:gd name="T23" fmla="*/ 67 h 188"/>
              <a:gd name="T24" fmla="*/ 40 w 215"/>
              <a:gd name="T25" fmla="*/ 181 h 188"/>
              <a:gd name="T26" fmla="*/ 47 w 215"/>
              <a:gd name="T27" fmla="*/ 188 h 188"/>
              <a:gd name="T28" fmla="*/ 168 w 215"/>
              <a:gd name="T29" fmla="*/ 188 h 188"/>
              <a:gd name="T30" fmla="*/ 175 w 215"/>
              <a:gd name="T31" fmla="*/ 181 h 188"/>
              <a:gd name="T32" fmla="*/ 175 w 215"/>
              <a:gd name="T33" fmla="*/ 67 h 188"/>
              <a:gd name="T34" fmla="*/ 208 w 215"/>
              <a:gd name="T35" fmla="*/ 67 h 188"/>
              <a:gd name="T36" fmla="*/ 215 w 215"/>
              <a:gd name="T37" fmla="*/ 60 h 188"/>
              <a:gd name="T38" fmla="*/ 215 w 215"/>
              <a:gd name="T39" fmla="*/ 7 h 188"/>
              <a:gd name="T40" fmla="*/ 208 w 215"/>
              <a:gd name="T41" fmla="*/ 0 h 188"/>
              <a:gd name="T42" fmla="*/ 201 w 215"/>
              <a:gd name="T43" fmla="*/ 54 h 188"/>
              <a:gd name="T44" fmla="*/ 168 w 215"/>
              <a:gd name="T45" fmla="*/ 54 h 188"/>
              <a:gd name="T46" fmla="*/ 161 w 215"/>
              <a:gd name="T47" fmla="*/ 60 h 188"/>
              <a:gd name="T48" fmla="*/ 161 w 215"/>
              <a:gd name="T49" fmla="*/ 174 h 188"/>
              <a:gd name="T50" fmla="*/ 54 w 215"/>
              <a:gd name="T51" fmla="*/ 174 h 188"/>
              <a:gd name="T52" fmla="*/ 54 w 215"/>
              <a:gd name="T53" fmla="*/ 60 h 188"/>
              <a:gd name="T54" fmla="*/ 47 w 215"/>
              <a:gd name="T55" fmla="*/ 54 h 188"/>
              <a:gd name="T56" fmla="*/ 14 w 215"/>
              <a:gd name="T57" fmla="*/ 54 h 188"/>
              <a:gd name="T58" fmla="*/ 14 w 215"/>
              <a:gd name="T59" fmla="*/ 13 h 188"/>
              <a:gd name="T60" fmla="*/ 71 w 215"/>
              <a:gd name="T61" fmla="*/ 13 h 188"/>
              <a:gd name="T62" fmla="*/ 89 w 215"/>
              <a:gd name="T63" fmla="*/ 38 h 188"/>
              <a:gd name="T64" fmla="*/ 94 w 215"/>
              <a:gd name="T65" fmla="*/ 40 h 188"/>
              <a:gd name="T66" fmla="*/ 121 w 215"/>
              <a:gd name="T67" fmla="*/ 40 h 188"/>
              <a:gd name="T68" fmla="*/ 126 w 215"/>
              <a:gd name="T69" fmla="*/ 38 h 188"/>
              <a:gd name="T70" fmla="*/ 144 w 215"/>
              <a:gd name="T71" fmla="*/ 13 h 188"/>
              <a:gd name="T72" fmla="*/ 201 w 215"/>
              <a:gd name="T73" fmla="*/ 13 h 188"/>
              <a:gd name="T74" fmla="*/ 201 w 215"/>
              <a:gd name="T75" fmla="*/ 5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5" h="188">
                <a:moveTo>
                  <a:pt x="208" y="0"/>
                </a:moveTo>
                <a:cubicBezTo>
                  <a:pt x="141" y="0"/>
                  <a:pt x="141" y="0"/>
                  <a:pt x="141" y="0"/>
                </a:cubicBezTo>
                <a:cubicBezTo>
                  <a:pt x="139" y="0"/>
                  <a:pt x="137" y="1"/>
                  <a:pt x="136" y="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79" y="3"/>
                  <a:pt x="79" y="3"/>
                  <a:pt x="79" y="3"/>
                </a:cubicBezTo>
                <a:cubicBezTo>
                  <a:pt x="78" y="1"/>
                  <a:pt x="76" y="0"/>
                  <a:pt x="7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4"/>
                  <a:pt x="3" y="67"/>
                  <a:pt x="7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181"/>
                  <a:pt x="40" y="181"/>
                  <a:pt x="40" y="181"/>
                </a:cubicBezTo>
                <a:cubicBezTo>
                  <a:pt x="40" y="185"/>
                  <a:pt x="43" y="188"/>
                  <a:pt x="47" y="188"/>
                </a:cubicBezTo>
                <a:cubicBezTo>
                  <a:pt x="168" y="188"/>
                  <a:pt x="168" y="188"/>
                  <a:pt x="168" y="188"/>
                </a:cubicBezTo>
                <a:cubicBezTo>
                  <a:pt x="172" y="188"/>
                  <a:pt x="175" y="185"/>
                  <a:pt x="175" y="181"/>
                </a:cubicBezTo>
                <a:cubicBezTo>
                  <a:pt x="175" y="67"/>
                  <a:pt x="175" y="67"/>
                  <a:pt x="175" y="67"/>
                </a:cubicBezTo>
                <a:cubicBezTo>
                  <a:pt x="208" y="67"/>
                  <a:pt x="208" y="67"/>
                  <a:pt x="208" y="67"/>
                </a:cubicBezTo>
                <a:cubicBezTo>
                  <a:pt x="212" y="67"/>
                  <a:pt x="215" y="64"/>
                  <a:pt x="215" y="60"/>
                </a:cubicBezTo>
                <a:cubicBezTo>
                  <a:pt x="215" y="7"/>
                  <a:pt x="215" y="7"/>
                  <a:pt x="215" y="7"/>
                </a:cubicBezTo>
                <a:cubicBezTo>
                  <a:pt x="215" y="3"/>
                  <a:pt x="212" y="0"/>
                  <a:pt x="208" y="0"/>
                </a:cubicBezTo>
                <a:close/>
                <a:moveTo>
                  <a:pt x="201" y="54"/>
                </a:moveTo>
                <a:cubicBezTo>
                  <a:pt x="168" y="54"/>
                  <a:pt x="168" y="54"/>
                  <a:pt x="168" y="54"/>
                </a:cubicBezTo>
                <a:cubicBezTo>
                  <a:pt x="164" y="54"/>
                  <a:pt x="161" y="57"/>
                  <a:pt x="161" y="60"/>
                </a:cubicBezTo>
                <a:cubicBezTo>
                  <a:pt x="161" y="174"/>
                  <a:pt x="161" y="174"/>
                  <a:pt x="161" y="174"/>
                </a:cubicBezTo>
                <a:cubicBezTo>
                  <a:pt x="54" y="174"/>
                  <a:pt x="54" y="174"/>
                  <a:pt x="54" y="174"/>
                </a:cubicBezTo>
                <a:cubicBezTo>
                  <a:pt x="54" y="60"/>
                  <a:pt x="54" y="60"/>
                  <a:pt x="54" y="60"/>
                </a:cubicBezTo>
                <a:cubicBezTo>
                  <a:pt x="54" y="57"/>
                  <a:pt x="51" y="54"/>
                  <a:pt x="47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13"/>
                  <a:pt x="14" y="13"/>
                  <a:pt x="14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89" y="38"/>
                  <a:pt x="89" y="38"/>
                  <a:pt x="89" y="38"/>
                </a:cubicBezTo>
                <a:cubicBezTo>
                  <a:pt x="90" y="39"/>
                  <a:pt x="92" y="40"/>
                  <a:pt x="94" y="40"/>
                </a:cubicBezTo>
                <a:cubicBezTo>
                  <a:pt x="121" y="40"/>
                  <a:pt x="121" y="40"/>
                  <a:pt x="121" y="40"/>
                </a:cubicBezTo>
                <a:cubicBezTo>
                  <a:pt x="123" y="40"/>
                  <a:pt x="125" y="39"/>
                  <a:pt x="126" y="38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201" y="13"/>
                  <a:pt x="201" y="13"/>
                  <a:pt x="201" y="13"/>
                </a:cubicBezTo>
                <a:lnTo>
                  <a:pt x="201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9" name="Freeform 142"/>
          <p:cNvSpPr>
            <a:spLocks noEditPoints="1"/>
          </p:cNvSpPr>
          <p:nvPr/>
        </p:nvSpPr>
        <p:spPr bwMode="auto">
          <a:xfrm>
            <a:off x="628650" y="2830513"/>
            <a:ext cx="406400" cy="341313"/>
          </a:xfrm>
          <a:custGeom>
            <a:avLst/>
            <a:gdLst>
              <a:gd name="T0" fmla="*/ 160 w 216"/>
              <a:gd name="T1" fmla="*/ 3 h 181"/>
              <a:gd name="T2" fmla="*/ 155 w 216"/>
              <a:gd name="T3" fmla="*/ 0 h 181"/>
              <a:gd name="T4" fmla="*/ 61 w 216"/>
              <a:gd name="T5" fmla="*/ 0 h 181"/>
              <a:gd name="T6" fmla="*/ 56 w 216"/>
              <a:gd name="T7" fmla="*/ 3 h 181"/>
              <a:gd name="T8" fmla="*/ 2 w 216"/>
              <a:gd name="T9" fmla="*/ 70 h 181"/>
              <a:gd name="T10" fmla="*/ 3 w 216"/>
              <a:gd name="T11" fmla="*/ 79 h 181"/>
              <a:gd name="T12" fmla="*/ 103 w 216"/>
              <a:gd name="T13" fmla="*/ 179 h 181"/>
              <a:gd name="T14" fmla="*/ 108 w 216"/>
              <a:gd name="T15" fmla="*/ 181 h 181"/>
              <a:gd name="T16" fmla="*/ 113 w 216"/>
              <a:gd name="T17" fmla="*/ 179 h 181"/>
              <a:gd name="T18" fmla="*/ 214 w 216"/>
              <a:gd name="T19" fmla="*/ 79 h 181"/>
              <a:gd name="T20" fmla="*/ 214 w 216"/>
              <a:gd name="T21" fmla="*/ 70 h 181"/>
              <a:gd name="T22" fmla="*/ 160 w 216"/>
              <a:gd name="T23" fmla="*/ 3 h 181"/>
              <a:gd name="T24" fmla="*/ 195 w 216"/>
              <a:gd name="T25" fmla="*/ 67 h 181"/>
              <a:gd name="T26" fmla="*/ 160 w 216"/>
              <a:gd name="T27" fmla="*/ 67 h 181"/>
              <a:gd name="T28" fmla="*/ 144 w 216"/>
              <a:gd name="T29" fmla="*/ 14 h 181"/>
              <a:gd name="T30" fmla="*/ 152 w 216"/>
              <a:gd name="T31" fmla="*/ 14 h 181"/>
              <a:gd name="T32" fmla="*/ 195 w 216"/>
              <a:gd name="T33" fmla="*/ 67 h 181"/>
              <a:gd name="T34" fmla="*/ 57 w 216"/>
              <a:gd name="T35" fmla="*/ 81 h 181"/>
              <a:gd name="T36" fmla="*/ 93 w 216"/>
              <a:gd name="T37" fmla="*/ 150 h 181"/>
              <a:gd name="T38" fmla="*/ 24 w 216"/>
              <a:gd name="T39" fmla="*/ 81 h 181"/>
              <a:gd name="T40" fmla="*/ 57 w 216"/>
              <a:gd name="T41" fmla="*/ 81 h 181"/>
              <a:gd name="T42" fmla="*/ 72 w 216"/>
              <a:gd name="T43" fmla="*/ 81 h 181"/>
              <a:gd name="T44" fmla="*/ 102 w 216"/>
              <a:gd name="T45" fmla="*/ 81 h 181"/>
              <a:gd name="T46" fmla="*/ 102 w 216"/>
              <a:gd name="T47" fmla="*/ 137 h 181"/>
              <a:gd name="T48" fmla="*/ 72 w 216"/>
              <a:gd name="T49" fmla="*/ 81 h 181"/>
              <a:gd name="T50" fmla="*/ 115 w 216"/>
              <a:gd name="T51" fmla="*/ 81 h 181"/>
              <a:gd name="T52" fmla="*/ 144 w 216"/>
              <a:gd name="T53" fmla="*/ 81 h 181"/>
              <a:gd name="T54" fmla="*/ 115 w 216"/>
              <a:gd name="T55" fmla="*/ 137 h 181"/>
              <a:gd name="T56" fmla="*/ 115 w 216"/>
              <a:gd name="T57" fmla="*/ 81 h 181"/>
              <a:gd name="T58" fmla="*/ 159 w 216"/>
              <a:gd name="T59" fmla="*/ 81 h 181"/>
              <a:gd name="T60" fmla="*/ 193 w 216"/>
              <a:gd name="T61" fmla="*/ 81 h 181"/>
              <a:gd name="T62" fmla="*/ 123 w 216"/>
              <a:gd name="T63" fmla="*/ 150 h 181"/>
              <a:gd name="T64" fmla="*/ 159 w 216"/>
              <a:gd name="T65" fmla="*/ 81 h 181"/>
              <a:gd name="T66" fmla="*/ 130 w 216"/>
              <a:gd name="T67" fmla="*/ 14 h 181"/>
              <a:gd name="T68" fmla="*/ 146 w 216"/>
              <a:gd name="T69" fmla="*/ 67 h 181"/>
              <a:gd name="T70" fmla="*/ 115 w 216"/>
              <a:gd name="T71" fmla="*/ 67 h 181"/>
              <a:gd name="T72" fmla="*/ 115 w 216"/>
              <a:gd name="T73" fmla="*/ 14 h 181"/>
              <a:gd name="T74" fmla="*/ 130 w 216"/>
              <a:gd name="T75" fmla="*/ 14 h 181"/>
              <a:gd name="T76" fmla="*/ 102 w 216"/>
              <a:gd name="T77" fmla="*/ 67 h 181"/>
              <a:gd name="T78" fmla="*/ 70 w 216"/>
              <a:gd name="T79" fmla="*/ 67 h 181"/>
              <a:gd name="T80" fmla="*/ 86 w 216"/>
              <a:gd name="T81" fmla="*/ 14 h 181"/>
              <a:gd name="T82" fmla="*/ 102 w 216"/>
              <a:gd name="T83" fmla="*/ 14 h 181"/>
              <a:gd name="T84" fmla="*/ 102 w 216"/>
              <a:gd name="T85" fmla="*/ 67 h 181"/>
              <a:gd name="T86" fmla="*/ 64 w 216"/>
              <a:gd name="T87" fmla="*/ 14 h 181"/>
              <a:gd name="T88" fmla="*/ 72 w 216"/>
              <a:gd name="T89" fmla="*/ 14 h 181"/>
              <a:gd name="T90" fmla="*/ 56 w 216"/>
              <a:gd name="T91" fmla="*/ 67 h 181"/>
              <a:gd name="T92" fmla="*/ 22 w 216"/>
              <a:gd name="T93" fmla="*/ 67 h 181"/>
              <a:gd name="T94" fmla="*/ 64 w 216"/>
              <a:gd name="T95" fmla="*/ 14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16" h="181">
                <a:moveTo>
                  <a:pt x="160" y="3"/>
                </a:moveTo>
                <a:cubicBezTo>
                  <a:pt x="159" y="1"/>
                  <a:pt x="157" y="0"/>
                  <a:pt x="155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9" y="0"/>
                  <a:pt x="57" y="1"/>
                  <a:pt x="56" y="3"/>
                </a:cubicBezTo>
                <a:cubicBezTo>
                  <a:pt x="2" y="70"/>
                  <a:pt x="2" y="70"/>
                  <a:pt x="2" y="70"/>
                </a:cubicBezTo>
                <a:cubicBezTo>
                  <a:pt x="0" y="73"/>
                  <a:pt x="0" y="76"/>
                  <a:pt x="3" y="79"/>
                </a:cubicBezTo>
                <a:cubicBezTo>
                  <a:pt x="103" y="179"/>
                  <a:pt x="103" y="179"/>
                  <a:pt x="103" y="179"/>
                </a:cubicBezTo>
                <a:cubicBezTo>
                  <a:pt x="105" y="181"/>
                  <a:pt x="106" y="181"/>
                  <a:pt x="108" y="181"/>
                </a:cubicBezTo>
                <a:cubicBezTo>
                  <a:pt x="110" y="181"/>
                  <a:pt x="112" y="181"/>
                  <a:pt x="113" y="179"/>
                </a:cubicBezTo>
                <a:cubicBezTo>
                  <a:pt x="214" y="79"/>
                  <a:pt x="214" y="79"/>
                  <a:pt x="214" y="79"/>
                </a:cubicBezTo>
                <a:cubicBezTo>
                  <a:pt x="216" y="76"/>
                  <a:pt x="216" y="73"/>
                  <a:pt x="214" y="70"/>
                </a:cubicBezTo>
                <a:lnTo>
                  <a:pt x="160" y="3"/>
                </a:lnTo>
                <a:close/>
                <a:moveTo>
                  <a:pt x="195" y="67"/>
                </a:moveTo>
                <a:cubicBezTo>
                  <a:pt x="160" y="67"/>
                  <a:pt x="160" y="67"/>
                  <a:pt x="160" y="67"/>
                </a:cubicBezTo>
                <a:cubicBezTo>
                  <a:pt x="144" y="14"/>
                  <a:pt x="144" y="14"/>
                  <a:pt x="144" y="14"/>
                </a:cubicBezTo>
                <a:cubicBezTo>
                  <a:pt x="152" y="14"/>
                  <a:pt x="152" y="14"/>
                  <a:pt x="152" y="14"/>
                </a:cubicBezTo>
                <a:lnTo>
                  <a:pt x="195" y="67"/>
                </a:lnTo>
                <a:close/>
                <a:moveTo>
                  <a:pt x="57" y="81"/>
                </a:moveTo>
                <a:cubicBezTo>
                  <a:pt x="93" y="150"/>
                  <a:pt x="93" y="150"/>
                  <a:pt x="93" y="150"/>
                </a:cubicBezTo>
                <a:cubicBezTo>
                  <a:pt x="24" y="81"/>
                  <a:pt x="24" y="81"/>
                  <a:pt x="24" y="81"/>
                </a:cubicBezTo>
                <a:lnTo>
                  <a:pt x="57" y="81"/>
                </a:lnTo>
                <a:close/>
                <a:moveTo>
                  <a:pt x="72" y="81"/>
                </a:moveTo>
                <a:cubicBezTo>
                  <a:pt x="102" y="81"/>
                  <a:pt x="102" y="81"/>
                  <a:pt x="102" y="81"/>
                </a:cubicBezTo>
                <a:cubicBezTo>
                  <a:pt x="102" y="137"/>
                  <a:pt x="102" y="137"/>
                  <a:pt x="102" y="137"/>
                </a:cubicBezTo>
                <a:lnTo>
                  <a:pt x="72" y="81"/>
                </a:lnTo>
                <a:close/>
                <a:moveTo>
                  <a:pt x="115" y="81"/>
                </a:moveTo>
                <a:cubicBezTo>
                  <a:pt x="144" y="81"/>
                  <a:pt x="144" y="81"/>
                  <a:pt x="144" y="81"/>
                </a:cubicBezTo>
                <a:cubicBezTo>
                  <a:pt x="115" y="137"/>
                  <a:pt x="115" y="137"/>
                  <a:pt x="115" y="137"/>
                </a:cubicBezTo>
                <a:lnTo>
                  <a:pt x="115" y="81"/>
                </a:lnTo>
                <a:close/>
                <a:moveTo>
                  <a:pt x="159" y="81"/>
                </a:moveTo>
                <a:cubicBezTo>
                  <a:pt x="193" y="81"/>
                  <a:pt x="193" y="81"/>
                  <a:pt x="193" y="81"/>
                </a:cubicBezTo>
                <a:cubicBezTo>
                  <a:pt x="123" y="150"/>
                  <a:pt x="123" y="150"/>
                  <a:pt x="123" y="150"/>
                </a:cubicBezTo>
                <a:lnTo>
                  <a:pt x="159" y="81"/>
                </a:lnTo>
                <a:close/>
                <a:moveTo>
                  <a:pt x="130" y="14"/>
                </a:moveTo>
                <a:cubicBezTo>
                  <a:pt x="146" y="67"/>
                  <a:pt x="146" y="67"/>
                  <a:pt x="146" y="67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15" y="14"/>
                  <a:pt x="115" y="14"/>
                  <a:pt x="115" y="14"/>
                </a:cubicBezTo>
                <a:lnTo>
                  <a:pt x="130" y="14"/>
                </a:lnTo>
                <a:close/>
                <a:moveTo>
                  <a:pt x="102" y="67"/>
                </a:moveTo>
                <a:cubicBezTo>
                  <a:pt x="70" y="67"/>
                  <a:pt x="70" y="67"/>
                  <a:pt x="70" y="67"/>
                </a:cubicBezTo>
                <a:cubicBezTo>
                  <a:pt x="86" y="14"/>
                  <a:pt x="86" y="14"/>
                  <a:pt x="86" y="14"/>
                </a:cubicBezTo>
                <a:cubicBezTo>
                  <a:pt x="102" y="14"/>
                  <a:pt x="102" y="14"/>
                  <a:pt x="102" y="14"/>
                </a:cubicBezTo>
                <a:lnTo>
                  <a:pt x="102" y="67"/>
                </a:lnTo>
                <a:close/>
                <a:moveTo>
                  <a:pt x="64" y="14"/>
                </a:moveTo>
                <a:cubicBezTo>
                  <a:pt x="72" y="14"/>
                  <a:pt x="72" y="14"/>
                  <a:pt x="72" y="14"/>
                </a:cubicBezTo>
                <a:cubicBezTo>
                  <a:pt x="56" y="67"/>
                  <a:pt x="56" y="67"/>
                  <a:pt x="56" y="67"/>
                </a:cubicBezTo>
                <a:cubicBezTo>
                  <a:pt x="22" y="67"/>
                  <a:pt x="22" y="67"/>
                  <a:pt x="22" y="67"/>
                </a:cubicBezTo>
                <a:lnTo>
                  <a:pt x="64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0" name="Freeform 143"/>
          <p:cNvSpPr>
            <a:spLocks noEditPoints="1"/>
          </p:cNvSpPr>
          <p:nvPr/>
        </p:nvSpPr>
        <p:spPr bwMode="auto">
          <a:xfrm>
            <a:off x="7489825" y="3473450"/>
            <a:ext cx="403225" cy="303213"/>
          </a:xfrm>
          <a:custGeom>
            <a:avLst/>
            <a:gdLst>
              <a:gd name="T0" fmla="*/ 208 w 215"/>
              <a:gd name="T1" fmla="*/ 27 h 161"/>
              <a:gd name="T2" fmla="*/ 151 w 215"/>
              <a:gd name="T3" fmla="*/ 27 h 161"/>
              <a:gd name="T4" fmla="*/ 151 w 215"/>
              <a:gd name="T5" fmla="*/ 7 h 161"/>
              <a:gd name="T6" fmla="*/ 144 w 215"/>
              <a:gd name="T7" fmla="*/ 0 h 161"/>
              <a:gd name="T8" fmla="*/ 71 w 215"/>
              <a:gd name="T9" fmla="*/ 0 h 161"/>
              <a:gd name="T10" fmla="*/ 64 w 215"/>
              <a:gd name="T11" fmla="*/ 7 h 161"/>
              <a:gd name="T12" fmla="*/ 64 w 215"/>
              <a:gd name="T13" fmla="*/ 27 h 161"/>
              <a:gd name="T14" fmla="*/ 7 w 215"/>
              <a:gd name="T15" fmla="*/ 27 h 161"/>
              <a:gd name="T16" fmla="*/ 0 w 215"/>
              <a:gd name="T17" fmla="*/ 34 h 161"/>
              <a:gd name="T18" fmla="*/ 0 w 215"/>
              <a:gd name="T19" fmla="*/ 155 h 161"/>
              <a:gd name="T20" fmla="*/ 7 w 215"/>
              <a:gd name="T21" fmla="*/ 161 h 161"/>
              <a:gd name="T22" fmla="*/ 208 w 215"/>
              <a:gd name="T23" fmla="*/ 161 h 161"/>
              <a:gd name="T24" fmla="*/ 215 w 215"/>
              <a:gd name="T25" fmla="*/ 155 h 161"/>
              <a:gd name="T26" fmla="*/ 215 w 215"/>
              <a:gd name="T27" fmla="*/ 34 h 161"/>
              <a:gd name="T28" fmla="*/ 208 w 215"/>
              <a:gd name="T29" fmla="*/ 27 h 161"/>
              <a:gd name="T30" fmla="*/ 77 w 215"/>
              <a:gd name="T31" fmla="*/ 14 h 161"/>
              <a:gd name="T32" fmla="*/ 138 w 215"/>
              <a:gd name="T33" fmla="*/ 14 h 161"/>
              <a:gd name="T34" fmla="*/ 138 w 215"/>
              <a:gd name="T35" fmla="*/ 27 h 161"/>
              <a:gd name="T36" fmla="*/ 77 w 215"/>
              <a:gd name="T37" fmla="*/ 27 h 161"/>
              <a:gd name="T38" fmla="*/ 77 w 215"/>
              <a:gd name="T39" fmla="*/ 14 h 161"/>
              <a:gd name="T40" fmla="*/ 201 w 215"/>
              <a:gd name="T41" fmla="*/ 148 h 161"/>
              <a:gd name="T42" fmla="*/ 14 w 215"/>
              <a:gd name="T43" fmla="*/ 148 h 161"/>
              <a:gd name="T44" fmla="*/ 14 w 215"/>
              <a:gd name="T45" fmla="*/ 41 h 161"/>
              <a:gd name="T46" fmla="*/ 201 w 215"/>
              <a:gd name="T47" fmla="*/ 41 h 161"/>
              <a:gd name="T48" fmla="*/ 201 w 215"/>
              <a:gd name="T49" fmla="*/ 14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15" h="161">
                <a:moveTo>
                  <a:pt x="208" y="27"/>
                </a:moveTo>
                <a:cubicBezTo>
                  <a:pt x="151" y="27"/>
                  <a:pt x="151" y="27"/>
                  <a:pt x="151" y="27"/>
                </a:cubicBezTo>
                <a:cubicBezTo>
                  <a:pt x="151" y="7"/>
                  <a:pt x="151" y="7"/>
                  <a:pt x="151" y="7"/>
                </a:cubicBezTo>
                <a:cubicBezTo>
                  <a:pt x="151" y="3"/>
                  <a:pt x="148" y="0"/>
                  <a:pt x="144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7" y="0"/>
                  <a:pt x="64" y="3"/>
                  <a:pt x="64" y="7"/>
                </a:cubicBezTo>
                <a:cubicBezTo>
                  <a:pt x="64" y="27"/>
                  <a:pt x="64" y="27"/>
                  <a:pt x="64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3" y="27"/>
                  <a:pt x="0" y="30"/>
                  <a:pt x="0" y="3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1"/>
                  <a:pt x="7" y="161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212" y="161"/>
                  <a:pt x="215" y="158"/>
                  <a:pt x="215" y="155"/>
                </a:cubicBezTo>
                <a:cubicBezTo>
                  <a:pt x="215" y="34"/>
                  <a:pt x="215" y="34"/>
                  <a:pt x="215" y="34"/>
                </a:cubicBezTo>
                <a:cubicBezTo>
                  <a:pt x="215" y="30"/>
                  <a:pt x="212" y="27"/>
                  <a:pt x="208" y="27"/>
                </a:cubicBezTo>
                <a:close/>
                <a:moveTo>
                  <a:pt x="77" y="14"/>
                </a:moveTo>
                <a:cubicBezTo>
                  <a:pt x="138" y="14"/>
                  <a:pt x="138" y="14"/>
                  <a:pt x="138" y="14"/>
                </a:cubicBezTo>
                <a:cubicBezTo>
                  <a:pt x="138" y="27"/>
                  <a:pt x="138" y="27"/>
                  <a:pt x="138" y="27"/>
                </a:cubicBezTo>
                <a:cubicBezTo>
                  <a:pt x="77" y="27"/>
                  <a:pt x="77" y="27"/>
                  <a:pt x="77" y="27"/>
                </a:cubicBezTo>
                <a:lnTo>
                  <a:pt x="77" y="14"/>
                </a:lnTo>
                <a:close/>
                <a:moveTo>
                  <a:pt x="201" y="148"/>
                </a:moveTo>
                <a:cubicBezTo>
                  <a:pt x="14" y="148"/>
                  <a:pt x="14" y="148"/>
                  <a:pt x="14" y="148"/>
                </a:cubicBezTo>
                <a:cubicBezTo>
                  <a:pt x="14" y="41"/>
                  <a:pt x="14" y="41"/>
                  <a:pt x="14" y="41"/>
                </a:cubicBezTo>
                <a:cubicBezTo>
                  <a:pt x="201" y="41"/>
                  <a:pt x="201" y="41"/>
                  <a:pt x="201" y="41"/>
                </a:cubicBezTo>
                <a:lnTo>
                  <a:pt x="201" y="1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98" name="Group 597"/>
          <p:cNvGrpSpPr/>
          <p:nvPr/>
        </p:nvGrpSpPr>
        <p:grpSpPr>
          <a:xfrm>
            <a:off x="8113713" y="3473450"/>
            <a:ext cx="403225" cy="303213"/>
            <a:chOff x="8113713" y="3473450"/>
            <a:chExt cx="403225" cy="303213"/>
          </a:xfrm>
        </p:grpSpPr>
        <p:sp>
          <p:nvSpPr>
            <p:cNvPr id="531" name="Freeform 144"/>
            <p:cNvSpPr>
              <a:spLocks noEditPoints="1"/>
            </p:cNvSpPr>
            <p:nvPr/>
          </p:nvSpPr>
          <p:spPr bwMode="auto">
            <a:xfrm>
              <a:off x="8113713" y="3473450"/>
              <a:ext cx="403225" cy="303213"/>
            </a:xfrm>
            <a:custGeom>
              <a:avLst/>
              <a:gdLst>
                <a:gd name="T0" fmla="*/ 208 w 215"/>
                <a:gd name="T1" fmla="*/ 27 h 161"/>
                <a:gd name="T2" fmla="*/ 151 w 215"/>
                <a:gd name="T3" fmla="*/ 27 h 161"/>
                <a:gd name="T4" fmla="*/ 151 w 215"/>
                <a:gd name="T5" fmla="*/ 7 h 161"/>
                <a:gd name="T6" fmla="*/ 145 w 215"/>
                <a:gd name="T7" fmla="*/ 0 h 161"/>
                <a:gd name="T8" fmla="*/ 71 w 215"/>
                <a:gd name="T9" fmla="*/ 0 h 161"/>
                <a:gd name="T10" fmla="*/ 64 w 215"/>
                <a:gd name="T11" fmla="*/ 7 h 161"/>
                <a:gd name="T12" fmla="*/ 64 w 215"/>
                <a:gd name="T13" fmla="*/ 27 h 161"/>
                <a:gd name="T14" fmla="*/ 7 w 215"/>
                <a:gd name="T15" fmla="*/ 27 h 161"/>
                <a:gd name="T16" fmla="*/ 0 w 215"/>
                <a:gd name="T17" fmla="*/ 34 h 161"/>
                <a:gd name="T18" fmla="*/ 0 w 215"/>
                <a:gd name="T19" fmla="*/ 155 h 161"/>
                <a:gd name="T20" fmla="*/ 7 w 215"/>
                <a:gd name="T21" fmla="*/ 161 h 161"/>
                <a:gd name="T22" fmla="*/ 208 w 215"/>
                <a:gd name="T23" fmla="*/ 161 h 161"/>
                <a:gd name="T24" fmla="*/ 215 w 215"/>
                <a:gd name="T25" fmla="*/ 155 h 161"/>
                <a:gd name="T26" fmla="*/ 215 w 215"/>
                <a:gd name="T27" fmla="*/ 34 h 161"/>
                <a:gd name="T28" fmla="*/ 208 w 215"/>
                <a:gd name="T29" fmla="*/ 27 h 161"/>
                <a:gd name="T30" fmla="*/ 77 w 215"/>
                <a:gd name="T31" fmla="*/ 14 h 161"/>
                <a:gd name="T32" fmla="*/ 138 w 215"/>
                <a:gd name="T33" fmla="*/ 14 h 161"/>
                <a:gd name="T34" fmla="*/ 138 w 215"/>
                <a:gd name="T35" fmla="*/ 27 h 161"/>
                <a:gd name="T36" fmla="*/ 77 w 215"/>
                <a:gd name="T37" fmla="*/ 27 h 161"/>
                <a:gd name="T38" fmla="*/ 77 w 215"/>
                <a:gd name="T39" fmla="*/ 14 h 161"/>
                <a:gd name="T40" fmla="*/ 202 w 215"/>
                <a:gd name="T41" fmla="*/ 148 h 161"/>
                <a:gd name="T42" fmla="*/ 14 w 215"/>
                <a:gd name="T43" fmla="*/ 148 h 161"/>
                <a:gd name="T44" fmla="*/ 14 w 215"/>
                <a:gd name="T45" fmla="*/ 41 h 161"/>
                <a:gd name="T46" fmla="*/ 202 w 215"/>
                <a:gd name="T47" fmla="*/ 41 h 161"/>
                <a:gd name="T48" fmla="*/ 202 w 215"/>
                <a:gd name="T49" fmla="*/ 14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61">
                  <a:moveTo>
                    <a:pt x="208" y="27"/>
                  </a:moveTo>
                  <a:cubicBezTo>
                    <a:pt x="151" y="27"/>
                    <a:pt x="151" y="27"/>
                    <a:pt x="151" y="27"/>
                  </a:cubicBezTo>
                  <a:cubicBezTo>
                    <a:pt x="151" y="7"/>
                    <a:pt x="151" y="7"/>
                    <a:pt x="151" y="7"/>
                  </a:cubicBezTo>
                  <a:cubicBezTo>
                    <a:pt x="151" y="3"/>
                    <a:pt x="148" y="0"/>
                    <a:pt x="145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67" y="0"/>
                    <a:pt x="64" y="3"/>
                    <a:pt x="64" y="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4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3" y="161"/>
                    <a:pt x="7" y="161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12" y="161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lose/>
                  <a:moveTo>
                    <a:pt x="77" y="14"/>
                  </a:moveTo>
                  <a:cubicBezTo>
                    <a:pt x="138" y="14"/>
                    <a:pt x="138" y="14"/>
                    <a:pt x="138" y="14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77" y="27"/>
                    <a:pt x="77" y="27"/>
                    <a:pt x="77" y="27"/>
                  </a:cubicBezTo>
                  <a:lnTo>
                    <a:pt x="77" y="14"/>
                  </a:lnTo>
                  <a:close/>
                  <a:moveTo>
                    <a:pt x="202" y="148"/>
                  </a:moveTo>
                  <a:cubicBezTo>
                    <a:pt x="14" y="148"/>
                    <a:pt x="14" y="148"/>
                    <a:pt x="14" y="148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202" y="41"/>
                    <a:pt x="202" y="41"/>
                    <a:pt x="202" y="41"/>
                  </a:cubicBezTo>
                  <a:lnTo>
                    <a:pt x="202" y="1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2" name="Freeform 145"/>
            <p:cNvSpPr>
              <a:spLocks/>
            </p:cNvSpPr>
            <p:nvPr/>
          </p:nvSpPr>
          <p:spPr bwMode="auto">
            <a:xfrm>
              <a:off x="8239125" y="3575050"/>
              <a:ext cx="152400" cy="152400"/>
            </a:xfrm>
            <a:custGeom>
              <a:avLst/>
              <a:gdLst>
                <a:gd name="T0" fmla="*/ 47 w 81"/>
                <a:gd name="T1" fmla="*/ 34 h 81"/>
                <a:gd name="T2" fmla="*/ 47 w 81"/>
                <a:gd name="T3" fmla="*/ 7 h 81"/>
                <a:gd name="T4" fmla="*/ 41 w 81"/>
                <a:gd name="T5" fmla="*/ 0 h 81"/>
                <a:gd name="T6" fmla="*/ 34 w 81"/>
                <a:gd name="T7" fmla="*/ 7 h 81"/>
                <a:gd name="T8" fmla="*/ 34 w 81"/>
                <a:gd name="T9" fmla="*/ 34 h 81"/>
                <a:gd name="T10" fmla="*/ 7 w 81"/>
                <a:gd name="T11" fmla="*/ 34 h 81"/>
                <a:gd name="T12" fmla="*/ 0 w 81"/>
                <a:gd name="T13" fmla="*/ 40 h 81"/>
                <a:gd name="T14" fmla="*/ 7 w 81"/>
                <a:gd name="T15" fmla="*/ 47 h 81"/>
                <a:gd name="T16" fmla="*/ 34 w 81"/>
                <a:gd name="T17" fmla="*/ 47 h 81"/>
                <a:gd name="T18" fmla="*/ 34 w 81"/>
                <a:gd name="T19" fmla="*/ 74 h 81"/>
                <a:gd name="T20" fmla="*/ 41 w 81"/>
                <a:gd name="T21" fmla="*/ 81 h 81"/>
                <a:gd name="T22" fmla="*/ 47 w 81"/>
                <a:gd name="T23" fmla="*/ 74 h 81"/>
                <a:gd name="T24" fmla="*/ 47 w 81"/>
                <a:gd name="T25" fmla="*/ 47 h 81"/>
                <a:gd name="T26" fmla="*/ 74 w 81"/>
                <a:gd name="T27" fmla="*/ 47 h 81"/>
                <a:gd name="T28" fmla="*/ 81 w 81"/>
                <a:gd name="T29" fmla="*/ 40 h 81"/>
                <a:gd name="T30" fmla="*/ 74 w 81"/>
                <a:gd name="T31" fmla="*/ 34 h 81"/>
                <a:gd name="T32" fmla="*/ 47 w 81"/>
                <a:gd name="T33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" h="81">
                  <a:moveTo>
                    <a:pt x="47" y="34"/>
                  </a:moveTo>
                  <a:cubicBezTo>
                    <a:pt x="47" y="7"/>
                    <a:pt x="47" y="7"/>
                    <a:pt x="47" y="7"/>
                  </a:cubicBezTo>
                  <a:cubicBezTo>
                    <a:pt x="47" y="3"/>
                    <a:pt x="44" y="0"/>
                    <a:pt x="41" y="0"/>
                  </a:cubicBezTo>
                  <a:cubicBezTo>
                    <a:pt x="37" y="0"/>
                    <a:pt x="34" y="3"/>
                    <a:pt x="34" y="7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3" y="34"/>
                    <a:pt x="0" y="37"/>
                    <a:pt x="0" y="40"/>
                  </a:cubicBezTo>
                  <a:cubicBezTo>
                    <a:pt x="0" y="44"/>
                    <a:pt x="3" y="47"/>
                    <a:pt x="7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8"/>
                    <a:pt x="37" y="81"/>
                    <a:pt x="41" y="81"/>
                  </a:cubicBezTo>
                  <a:cubicBezTo>
                    <a:pt x="44" y="81"/>
                    <a:pt x="47" y="78"/>
                    <a:pt x="47" y="74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8" y="47"/>
                    <a:pt x="81" y="44"/>
                    <a:pt x="81" y="40"/>
                  </a:cubicBezTo>
                  <a:cubicBezTo>
                    <a:pt x="81" y="37"/>
                    <a:pt x="78" y="34"/>
                    <a:pt x="74" y="34"/>
                  </a:cubicBezTo>
                  <a:lnTo>
                    <a:pt x="47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33" name="Freeform 146"/>
          <p:cNvSpPr>
            <a:spLocks noEditPoints="1"/>
          </p:cNvSpPr>
          <p:nvPr/>
        </p:nvSpPr>
        <p:spPr bwMode="auto">
          <a:xfrm>
            <a:off x="4373563" y="2849563"/>
            <a:ext cx="401638" cy="303213"/>
          </a:xfrm>
          <a:custGeom>
            <a:avLst/>
            <a:gdLst>
              <a:gd name="T0" fmla="*/ 208 w 214"/>
              <a:gd name="T1" fmla="*/ 27 h 161"/>
              <a:gd name="T2" fmla="*/ 143 w 214"/>
              <a:gd name="T3" fmla="*/ 27 h 161"/>
              <a:gd name="T4" fmla="*/ 107 w 214"/>
              <a:gd name="T5" fmla="*/ 0 h 161"/>
              <a:gd name="T6" fmla="*/ 71 w 214"/>
              <a:gd name="T7" fmla="*/ 27 h 161"/>
              <a:gd name="T8" fmla="*/ 6 w 214"/>
              <a:gd name="T9" fmla="*/ 27 h 161"/>
              <a:gd name="T10" fmla="*/ 0 w 214"/>
              <a:gd name="T11" fmla="*/ 34 h 161"/>
              <a:gd name="T12" fmla="*/ 0 w 214"/>
              <a:gd name="T13" fmla="*/ 155 h 161"/>
              <a:gd name="T14" fmla="*/ 6 w 214"/>
              <a:gd name="T15" fmla="*/ 161 h 161"/>
              <a:gd name="T16" fmla="*/ 208 w 214"/>
              <a:gd name="T17" fmla="*/ 161 h 161"/>
              <a:gd name="T18" fmla="*/ 214 w 214"/>
              <a:gd name="T19" fmla="*/ 155 h 161"/>
              <a:gd name="T20" fmla="*/ 214 w 214"/>
              <a:gd name="T21" fmla="*/ 34 h 161"/>
              <a:gd name="T22" fmla="*/ 208 w 214"/>
              <a:gd name="T23" fmla="*/ 27 h 161"/>
              <a:gd name="T24" fmla="*/ 107 w 214"/>
              <a:gd name="T25" fmla="*/ 14 h 161"/>
              <a:gd name="T26" fmla="*/ 129 w 214"/>
              <a:gd name="T27" fmla="*/ 27 h 161"/>
              <a:gd name="T28" fmla="*/ 85 w 214"/>
              <a:gd name="T29" fmla="*/ 27 h 161"/>
              <a:gd name="T30" fmla="*/ 107 w 214"/>
              <a:gd name="T31" fmla="*/ 14 h 161"/>
              <a:gd name="T32" fmla="*/ 201 w 214"/>
              <a:gd name="T33" fmla="*/ 41 h 161"/>
              <a:gd name="T34" fmla="*/ 201 w 214"/>
              <a:gd name="T35" fmla="*/ 67 h 161"/>
              <a:gd name="T36" fmla="*/ 13 w 214"/>
              <a:gd name="T37" fmla="*/ 67 h 161"/>
              <a:gd name="T38" fmla="*/ 13 w 214"/>
              <a:gd name="T39" fmla="*/ 41 h 161"/>
              <a:gd name="T40" fmla="*/ 201 w 214"/>
              <a:gd name="T41" fmla="*/ 41 h 161"/>
              <a:gd name="T42" fmla="*/ 97 w 214"/>
              <a:gd name="T43" fmla="*/ 81 h 161"/>
              <a:gd name="T44" fmla="*/ 117 w 214"/>
              <a:gd name="T45" fmla="*/ 81 h 161"/>
              <a:gd name="T46" fmla="*/ 117 w 214"/>
              <a:gd name="T47" fmla="*/ 88 h 161"/>
              <a:gd name="T48" fmla="*/ 97 w 214"/>
              <a:gd name="T49" fmla="*/ 88 h 161"/>
              <a:gd name="T50" fmla="*/ 97 w 214"/>
              <a:gd name="T51" fmla="*/ 81 h 161"/>
              <a:gd name="T52" fmla="*/ 13 w 214"/>
              <a:gd name="T53" fmla="*/ 148 h 161"/>
              <a:gd name="T54" fmla="*/ 13 w 214"/>
              <a:gd name="T55" fmla="*/ 81 h 161"/>
              <a:gd name="T56" fmla="*/ 83 w 214"/>
              <a:gd name="T57" fmla="*/ 81 h 161"/>
              <a:gd name="T58" fmla="*/ 83 w 214"/>
              <a:gd name="T59" fmla="*/ 94 h 161"/>
              <a:gd name="T60" fmla="*/ 90 w 214"/>
              <a:gd name="T61" fmla="*/ 101 h 161"/>
              <a:gd name="T62" fmla="*/ 124 w 214"/>
              <a:gd name="T63" fmla="*/ 101 h 161"/>
              <a:gd name="T64" fmla="*/ 130 w 214"/>
              <a:gd name="T65" fmla="*/ 94 h 161"/>
              <a:gd name="T66" fmla="*/ 130 w 214"/>
              <a:gd name="T67" fmla="*/ 81 h 161"/>
              <a:gd name="T68" fmla="*/ 201 w 214"/>
              <a:gd name="T69" fmla="*/ 81 h 161"/>
              <a:gd name="T70" fmla="*/ 201 w 214"/>
              <a:gd name="T71" fmla="*/ 148 h 161"/>
              <a:gd name="T72" fmla="*/ 13 w 214"/>
              <a:gd name="T73" fmla="*/ 14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4" h="161">
                <a:moveTo>
                  <a:pt x="208" y="27"/>
                </a:moveTo>
                <a:cubicBezTo>
                  <a:pt x="143" y="27"/>
                  <a:pt x="143" y="27"/>
                  <a:pt x="143" y="27"/>
                </a:cubicBezTo>
                <a:cubicBezTo>
                  <a:pt x="141" y="17"/>
                  <a:pt x="133" y="0"/>
                  <a:pt x="107" y="0"/>
                </a:cubicBezTo>
                <a:cubicBezTo>
                  <a:pt x="81" y="0"/>
                  <a:pt x="73" y="17"/>
                  <a:pt x="71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3" y="27"/>
                  <a:pt x="0" y="30"/>
                  <a:pt x="0" y="3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1"/>
                  <a:pt x="6" y="161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211" y="161"/>
                  <a:pt x="214" y="158"/>
                  <a:pt x="214" y="155"/>
                </a:cubicBezTo>
                <a:cubicBezTo>
                  <a:pt x="214" y="34"/>
                  <a:pt x="214" y="34"/>
                  <a:pt x="214" y="34"/>
                </a:cubicBezTo>
                <a:cubicBezTo>
                  <a:pt x="214" y="30"/>
                  <a:pt x="211" y="27"/>
                  <a:pt x="208" y="27"/>
                </a:cubicBezTo>
                <a:close/>
                <a:moveTo>
                  <a:pt x="107" y="14"/>
                </a:moveTo>
                <a:cubicBezTo>
                  <a:pt x="121" y="14"/>
                  <a:pt x="127" y="21"/>
                  <a:pt x="129" y="27"/>
                </a:cubicBezTo>
                <a:cubicBezTo>
                  <a:pt x="85" y="27"/>
                  <a:pt x="85" y="27"/>
                  <a:pt x="85" y="27"/>
                </a:cubicBezTo>
                <a:cubicBezTo>
                  <a:pt x="87" y="21"/>
                  <a:pt x="92" y="14"/>
                  <a:pt x="107" y="14"/>
                </a:cubicBezTo>
                <a:close/>
                <a:moveTo>
                  <a:pt x="201" y="41"/>
                </a:moveTo>
                <a:cubicBezTo>
                  <a:pt x="201" y="67"/>
                  <a:pt x="201" y="67"/>
                  <a:pt x="201" y="67"/>
                </a:cubicBezTo>
                <a:cubicBezTo>
                  <a:pt x="13" y="67"/>
                  <a:pt x="13" y="67"/>
                  <a:pt x="13" y="67"/>
                </a:cubicBezTo>
                <a:cubicBezTo>
                  <a:pt x="13" y="41"/>
                  <a:pt x="13" y="41"/>
                  <a:pt x="13" y="41"/>
                </a:cubicBezTo>
                <a:lnTo>
                  <a:pt x="201" y="41"/>
                </a:lnTo>
                <a:close/>
                <a:moveTo>
                  <a:pt x="97" y="81"/>
                </a:moveTo>
                <a:cubicBezTo>
                  <a:pt x="117" y="81"/>
                  <a:pt x="117" y="81"/>
                  <a:pt x="117" y="81"/>
                </a:cubicBezTo>
                <a:cubicBezTo>
                  <a:pt x="117" y="88"/>
                  <a:pt x="117" y="88"/>
                  <a:pt x="117" y="88"/>
                </a:cubicBezTo>
                <a:cubicBezTo>
                  <a:pt x="97" y="88"/>
                  <a:pt x="97" y="88"/>
                  <a:pt x="97" y="88"/>
                </a:cubicBezTo>
                <a:lnTo>
                  <a:pt x="97" y="81"/>
                </a:lnTo>
                <a:close/>
                <a:moveTo>
                  <a:pt x="13" y="148"/>
                </a:moveTo>
                <a:cubicBezTo>
                  <a:pt x="13" y="81"/>
                  <a:pt x="13" y="81"/>
                  <a:pt x="13" y="81"/>
                </a:cubicBezTo>
                <a:cubicBezTo>
                  <a:pt x="83" y="81"/>
                  <a:pt x="83" y="81"/>
                  <a:pt x="83" y="81"/>
                </a:cubicBezTo>
                <a:cubicBezTo>
                  <a:pt x="83" y="94"/>
                  <a:pt x="83" y="94"/>
                  <a:pt x="83" y="94"/>
                </a:cubicBezTo>
                <a:cubicBezTo>
                  <a:pt x="83" y="98"/>
                  <a:pt x="86" y="101"/>
                  <a:pt x="90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7" y="101"/>
                  <a:pt x="130" y="98"/>
                  <a:pt x="130" y="94"/>
                </a:cubicBezTo>
                <a:cubicBezTo>
                  <a:pt x="130" y="81"/>
                  <a:pt x="130" y="81"/>
                  <a:pt x="130" y="81"/>
                </a:cubicBezTo>
                <a:cubicBezTo>
                  <a:pt x="201" y="81"/>
                  <a:pt x="201" y="81"/>
                  <a:pt x="201" y="81"/>
                </a:cubicBezTo>
                <a:cubicBezTo>
                  <a:pt x="201" y="148"/>
                  <a:pt x="201" y="148"/>
                  <a:pt x="201" y="148"/>
                </a:cubicBezTo>
                <a:lnTo>
                  <a:pt x="13" y="1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7" name="Group 606"/>
          <p:cNvGrpSpPr/>
          <p:nvPr/>
        </p:nvGrpSpPr>
        <p:grpSpPr>
          <a:xfrm>
            <a:off x="687388" y="3421063"/>
            <a:ext cx="288925" cy="409575"/>
            <a:chOff x="687388" y="3421063"/>
            <a:chExt cx="288925" cy="409575"/>
          </a:xfrm>
        </p:grpSpPr>
        <p:sp>
          <p:nvSpPr>
            <p:cNvPr id="534" name="Freeform 147"/>
            <p:cNvSpPr>
              <a:spLocks/>
            </p:cNvSpPr>
            <p:nvPr/>
          </p:nvSpPr>
          <p:spPr bwMode="auto">
            <a:xfrm>
              <a:off x="781050" y="3692525"/>
              <a:ext cx="101600" cy="63500"/>
            </a:xfrm>
            <a:custGeom>
              <a:avLst/>
              <a:gdLst>
                <a:gd name="T0" fmla="*/ 14 w 54"/>
                <a:gd name="T1" fmla="*/ 7 h 34"/>
                <a:gd name="T2" fmla="*/ 7 w 54"/>
                <a:gd name="T3" fmla="*/ 0 h 34"/>
                <a:gd name="T4" fmla="*/ 0 w 54"/>
                <a:gd name="T5" fmla="*/ 7 h 34"/>
                <a:gd name="T6" fmla="*/ 27 w 54"/>
                <a:gd name="T7" fmla="*/ 34 h 34"/>
                <a:gd name="T8" fmla="*/ 54 w 54"/>
                <a:gd name="T9" fmla="*/ 7 h 34"/>
                <a:gd name="T10" fmla="*/ 47 w 54"/>
                <a:gd name="T11" fmla="*/ 0 h 34"/>
                <a:gd name="T12" fmla="*/ 41 w 54"/>
                <a:gd name="T13" fmla="*/ 7 h 34"/>
                <a:gd name="T14" fmla="*/ 27 w 54"/>
                <a:gd name="T15" fmla="*/ 20 h 34"/>
                <a:gd name="T16" fmla="*/ 14 w 54"/>
                <a:gd name="T17" fmla="*/ 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4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1"/>
                    <a:pt x="13" y="34"/>
                    <a:pt x="27" y="34"/>
                  </a:cubicBezTo>
                  <a:cubicBezTo>
                    <a:pt x="41" y="34"/>
                    <a:pt x="54" y="21"/>
                    <a:pt x="54" y="7"/>
                  </a:cubicBezTo>
                  <a:cubicBezTo>
                    <a:pt x="54" y="3"/>
                    <a:pt x="51" y="0"/>
                    <a:pt x="47" y="0"/>
                  </a:cubicBezTo>
                  <a:cubicBezTo>
                    <a:pt x="44" y="0"/>
                    <a:pt x="41" y="3"/>
                    <a:pt x="41" y="7"/>
                  </a:cubicBezTo>
                  <a:cubicBezTo>
                    <a:pt x="41" y="13"/>
                    <a:pt x="34" y="20"/>
                    <a:pt x="27" y="20"/>
                  </a:cubicBezTo>
                  <a:cubicBezTo>
                    <a:pt x="21" y="20"/>
                    <a:pt x="14" y="13"/>
                    <a:pt x="14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5" name="Freeform 148"/>
            <p:cNvSpPr>
              <a:spLocks/>
            </p:cNvSpPr>
            <p:nvPr/>
          </p:nvSpPr>
          <p:spPr bwMode="auto">
            <a:xfrm>
              <a:off x="755650" y="3641725"/>
              <a:ext cx="25400" cy="25400"/>
            </a:xfrm>
            <a:custGeom>
              <a:avLst/>
              <a:gdLst>
                <a:gd name="T0" fmla="*/ 11 w 13"/>
                <a:gd name="T1" fmla="*/ 2 h 14"/>
                <a:gd name="T2" fmla="*/ 2 w 13"/>
                <a:gd name="T3" fmla="*/ 2 h 14"/>
                <a:gd name="T4" fmla="*/ 0 w 13"/>
                <a:gd name="T5" fmla="*/ 7 h 14"/>
                <a:gd name="T6" fmla="*/ 2 w 13"/>
                <a:gd name="T7" fmla="*/ 12 h 14"/>
                <a:gd name="T8" fmla="*/ 7 w 13"/>
                <a:gd name="T9" fmla="*/ 14 h 14"/>
                <a:gd name="T10" fmla="*/ 11 w 13"/>
                <a:gd name="T11" fmla="*/ 12 h 14"/>
                <a:gd name="T12" fmla="*/ 13 w 13"/>
                <a:gd name="T13" fmla="*/ 7 h 14"/>
                <a:gd name="T14" fmla="*/ 11 w 13"/>
                <a:gd name="T1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11" y="2"/>
                  </a:moveTo>
                  <a:cubicBezTo>
                    <a:pt x="9" y="0"/>
                    <a:pt x="4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ubicBezTo>
                    <a:pt x="8" y="14"/>
                    <a:pt x="10" y="13"/>
                    <a:pt x="11" y="12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4"/>
                    <a:pt x="1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6" name="Freeform 149"/>
            <p:cNvSpPr>
              <a:spLocks/>
            </p:cNvSpPr>
            <p:nvPr/>
          </p:nvSpPr>
          <p:spPr bwMode="auto">
            <a:xfrm>
              <a:off x="882650" y="3641725"/>
              <a:ext cx="23813" cy="25400"/>
            </a:xfrm>
            <a:custGeom>
              <a:avLst/>
              <a:gdLst>
                <a:gd name="T0" fmla="*/ 7 w 13"/>
                <a:gd name="T1" fmla="*/ 14 h 14"/>
                <a:gd name="T2" fmla="*/ 12 w 13"/>
                <a:gd name="T3" fmla="*/ 12 h 14"/>
                <a:gd name="T4" fmla="*/ 13 w 13"/>
                <a:gd name="T5" fmla="*/ 7 h 14"/>
                <a:gd name="T6" fmla="*/ 12 w 13"/>
                <a:gd name="T7" fmla="*/ 2 h 14"/>
                <a:gd name="T8" fmla="*/ 2 w 13"/>
                <a:gd name="T9" fmla="*/ 2 h 14"/>
                <a:gd name="T10" fmla="*/ 0 w 13"/>
                <a:gd name="T11" fmla="*/ 7 h 14"/>
                <a:gd name="T12" fmla="*/ 2 w 13"/>
                <a:gd name="T13" fmla="*/ 12 h 14"/>
                <a:gd name="T14" fmla="*/ 7 w 13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7" y="14"/>
                  </a:moveTo>
                  <a:cubicBezTo>
                    <a:pt x="9" y="14"/>
                    <a:pt x="10" y="13"/>
                    <a:pt x="12" y="12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7" name="Freeform 150"/>
            <p:cNvSpPr>
              <a:spLocks noEditPoints="1"/>
            </p:cNvSpPr>
            <p:nvPr/>
          </p:nvSpPr>
          <p:spPr bwMode="auto">
            <a:xfrm>
              <a:off x="687388" y="3421063"/>
              <a:ext cx="288925" cy="409575"/>
            </a:xfrm>
            <a:custGeom>
              <a:avLst/>
              <a:gdLst>
                <a:gd name="T0" fmla="*/ 77 w 154"/>
                <a:gd name="T1" fmla="*/ 0 h 218"/>
                <a:gd name="T2" fmla="*/ 77 w 154"/>
                <a:gd name="T3" fmla="*/ 0 h 218"/>
                <a:gd name="T4" fmla="*/ 72 w 154"/>
                <a:gd name="T5" fmla="*/ 2 h 218"/>
                <a:gd name="T6" fmla="*/ 0 w 154"/>
                <a:gd name="T7" fmla="*/ 144 h 218"/>
                <a:gd name="T8" fmla="*/ 77 w 154"/>
                <a:gd name="T9" fmla="*/ 218 h 218"/>
                <a:gd name="T10" fmla="*/ 154 w 154"/>
                <a:gd name="T11" fmla="*/ 144 h 218"/>
                <a:gd name="T12" fmla="*/ 83 w 154"/>
                <a:gd name="T13" fmla="*/ 2 h 218"/>
                <a:gd name="T14" fmla="*/ 77 w 154"/>
                <a:gd name="T15" fmla="*/ 0 h 218"/>
                <a:gd name="T16" fmla="*/ 77 w 154"/>
                <a:gd name="T17" fmla="*/ 205 h 218"/>
                <a:gd name="T18" fmla="*/ 13 w 154"/>
                <a:gd name="T19" fmla="*/ 144 h 218"/>
                <a:gd name="T20" fmla="*/ 77 w 154"/>
                <a:gd name="T21" fmla="*/ 18 h 218"/>
                <a:gd name="T22" fmla="*/ 141 w 154"/>
                <a:gd name="T23" fmla="*/ 144 h 218"/>
                <a:gd name="T24" fmla="*/ 77 w 154"/>
                <a:gd name="T25" fmla="*/ 20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4" h="218">
                  <a:moveTo>
                    <a:pt x="77" y="0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75" y="0"/>
                    <a:pt x="73" y="1"/>
                    <a:pt x="72" y="2"/>
                  </a:cubicBezTo>
                  <a:cubicBezTo>
                    <a:pt x="69" y="6"/>
                    <a:pt x="0" y="92"/>
                    <a:pt x="0" y="144"/>
                  </a:cubicBezTo>
                  <a:cubicBezTo>
                    <a:pt x="0" y="186"/>
                    <a:pt x="33" y="218"/>
                    <a:pt x="77" y="218"/>
                  </a:cubicBezTo>
                  <a:cubicBezTo>
                    <a:pt x="121" y="218"/>
                    <a:pt x="154" y="186"/>
                    <a:pt x="154" y="144"/>
                  </a:cubicBezTo>
                  <a:cubicBezTo>
                    <a:pt x="154" y="92"/>
                    <a:pt x="85" y="6"/>
                    <a:pt x="83" y="2"/>
                  </a:cubicBezTo>
                  <a:cubicBezTo>
                    <a:pt x="81" y="1"/>
                    <a:pt x="79" y="0"/>
                    <a:pt x="77" y="0"/>
                  </a:cubicBezTo>
                  <a:close/>
                  <a:moveTo>
                    <a:pt x="77" y="205"/>
                  </a:moveTo>
                  <a:cubicBezTo>
                    <a:pt x="41" y="205"/>
                    <a:pt x="14" y="179"/>
                    <a:pt x="13" y="144"/>
                  </a:cubicBezTo>
                  <a:cubicBezTo>
                    <a:pt x="13" y="104"/>
                    <a:pt x="61" y="39"/>
                    <a:pt x="77" y="18"/>
                  </a:cubicBezTo>
                  <a:cubicBezTo>
                    <a:pt x="93" y="39"/>
                    <a:pt x="141" y="105"/>
                    <a:pt x="141" y="144"/>
                  </a:cubicBezTo>
                  <a:cubicBezTo>
                    <a:pt x="141" y="179"/>
                    <a:pt x="114" y="205"/>
                    <a:pt x="77" y="2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38" name="Freeform 151"/>
          <p:cNvSpPr>
            <a:spLocks noEditPoints="1"/>
          </p:cNvSpPr>
          <p:nvPr/>
        </p:nvSpPr>
        <p:spPr bwMode="auto">
          <a:xfrm>
            <a:off x="630238" y="4048125"/>
            <a:ext cx="404813" cy="403225"/>
          </a:xfrm>
          <a:custGeom>
            <a:avLst/>
            <a:gdLst>
              <a:gd name="T0" fmla="*/ 107 w 215"/>
              <a:gd name="T1" fmla="*/ 0 h 214"/>
              <a:gd name="T2" fmla="*/ 0 w 215"/>
              <a:gd name="T3" fmla="*/ 86 h 214"/>
              <a:gd name="T4" fmla="*/ 1 w 215"/>
              <a:gd name="T5" fmla="*/ 91 h 214"/>
              <a:gd name="T6" fmla="*/ 7 w 215"/>
              <a:gd name="T7" fmla="*/ 94 h 214"/>
              <a:gd name="T8" fmla="*/ 100 w 215"/>
              <a:gd name="T9" fmla="*/ 94 h 214"/>
              <a:gd name="T10" fmla="*/ 100 w 215"/>
              <a:gd name="T11" fmla="*/ 194 h 214"/>
              <a:gd name="T12" fmla="*/ 121 w 215"/>
              <a:gd name="T13" fmla="*/ 214 h 214"/>
              <a:gd name="T14" fmla="*/ 141 w 215"/>
              <a:gd name="T15" fmla="*/ 194 h 214"/>
              <a:gd name="T16" fmla="*/ 134 w 215"/>
              <a:gd name="T17" fmla="*/ 188 h 214"/>
              <a:gd name="T18" fmla="*/ 127 w 215"/>
              <a:gd name="T19" fmla="*/ 194 h 214"/>
              <a:gd name="T20" fmla="*/ 121 w 215"/>
              <a:gd name="T21" fmla="*/ 201 h 214"/>
              <a:gd name="T22" fmla="*/ 114 w 215"/>
              <a:gd name="T23" fmla="*/ 194 h 214"/>
              <a:gd name="T24" fmla="*/ 114 w 215"/>
              <a:gd name="T25" fmla="*/ 94 h 214"/>
              <a:gd name="T26" fmla="*/ 208 w 215"/>
              <a:gd name="T27" fmla="*/ 94 h 214"/>
              <a:gd name="T28" fmla="*/ 208 w 215"/>
              <a:gd name="T29" fmla="*/ 94 h 214"/>
              <a:gd name="T30" fmla="*/ 215 w 215"/>
              <a:gd name="T31" fmla="*/ 87 h 214"/>
              <a:gd name="T32" fmla="*/ 214 w 215"/>
              <a:gd name="T33" fmla="*/ 85 h 214"/>
              <a:gd name="T34" fmla="*/ 107 w 215"/>
              <a:gd name="T35" fmla="*/ 0 h 214"/>
              <a:gd name="T36" fmla="*/ 15 w 215"/>
              <a:gd name="T37" fmla="*/ 80 h 214"/>
              <a:gd name="T38" fmla="*/ 107 w 215"/>
              <a:gd name="T39" fmla="*/ 13 h 214"/>
              <a:gd name="T40" fmla="*/ 199 w 215"/>
              <a:gd name="T41" fmla="*/ 80 h 214"/>
              <a:gd name="T42" fmla="*/ 15 w 215"/>
              <a:gd name="T43" fmla="*/ 8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15" h="214">
                <a:moveTo>
                  <a:pt x="107" y="0"/>
                </a:moveTo>
                <a:cubicBezTo>
                  <a:pt x="15" y="0"/>
                  <a:pt x="0" y="85"/>
                  <a:pt x="0" y="86"/>
                </a:cubicBezTo>
                <a:cubicBezTo>
                  <a:pt x="0" y="88"/>
                  <a:pt x="0" y="90"/>
                  <a:pt x="1" y="91"/>
                </a:cubicBezTo>
                <a:cubicBezTo>
                  <a:pt x="3" y="93"/>
                  <a:pt x="5" y="94"/>
                  <a:pt x="7" y="94"/>
                </a:cubicBezTo>
                <a:cubicBezTo>
                  <a:pt x="100" y="94"/>
                  <a:pt x="100" y="94"/>
                  <a:pt x="100" y="94"/>
                </a:cubicBezTo>
                <a:cubicBezTo>
                  <a:pt x="100" y="194"/>
                  <a:pt x="100" y="194"/>
                  <a:pt x="100" y="194"/>
                </a:cubicBezTo>
                <a:cubicBezTo>
                  <a:pt x="100" y="205"/>
                  <a:pt x="109" y="214"/>
                  <a:pt x="121" y="214"/>
                </a:cubicBezTo>
                <a:cubicBezTo>
                  <a:pt x="132" y="214"/>
                  <a:pt x="141" y="205"/>
                  <a:pt x="141" y="194"/>
                </a:cubicBezTo>
                <a:cubicBezTo>
                  <a:pt x="141" y="191"/>
                  <a:pt x="138" y="188"/>
                  <a:pt x="134" y="188"/>
                </a:cubicBezTo>
                <a:cubicBezTo>
                  <a:pt x="130" y="188"/>
                  <a:pt x="127" y="191"/>
                  <a:pt x="127" y="194"/>
                </a:cubicBezTo>
                <a:cubicBezTo>
                  <a:pt x="127" y="198"/>
                  <a:pt x="124" y="201"/>
                  <a:pt x="121" y="201"/>
                </a:cubicBezTo>
                <a:cubicBezTo>
                  <a:pt x="117" y="201"/>
                  <a:pt x="114" y="198"/>
                  <a:pt x="114" y="194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208" y="94"/>
                  <a:pt x="208" y="94"/>
                  <a:pt x="208" y="94"/>
                </a:cubicBezTo>
                <a:cubicBezTo>
                  <a:pt x="208" y="94"/>
                  <a:pt x="208" y="94"/>
                  <a:pt x="208" y="94"/>
                </a:cubicBezTo>
                <a:cubicBezTo>
                  <a:pt x="212" y="94"/>
                  <a:pt x="215" y="91"/>
                  <a:pt x="215" y="87"/>
                </a:cubicBezTo>
                <a:cubicBezTo>
                  <a:pt x="215" y="86"/>
                  <a:pt x="214" y="85"/>
                  <a:pt x="214" y="85"/>
                </a:cubicBezTo>
                <a:cubicBezTo>
                  <a:pt x="212" y="75"/>
                  <a:pt x="193" y="0"/>
                  <a:pt x="107" y="0"/>
                </a:cubicBezTo>
                <a:close/>
                <a:moveTo>
                  <a:pt x="15" y="80"/>
                </a:moveTo>
                <a:cubicBezTo>
                  <a:pt x="21" y="61"/>
                  <a:pt x="42" y="13"/>
                  <a:pt x="107" y="13"/>
                </a:cubicBezTo>
                <a:cubicBezTo>
                  <a:pt x="173" y="13"/>
                  <a:pt x="194" y="61"/>
                  <a:pt x="199" y="80"/>
                </a:cubicBezTo>
                <a:lnTo>
                  <a:pt x="15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1" name="Group 600"/>
          <p:cNvGrpSpPr/>
          <p:nvPr/>
        </p:nvGrpSpPr>
        <p:grpSpPr>
          <a:xfrm>
            <a:off x="4397375" y="3424238"/>
            <a:ext cx="352425" cy="403225"/>
            <a:chOff x="4397375" y="3424238"/>
            <a:chExt cx="352425" cy="403225"/>
          </a:xfrm>
        </p:grpSpPr>
        <p:sp>
          <p:nvSpPr>
            <p:cNvPr id="539" name="Freeform 152"/>
            <p:cNvSpPr>
              <a:spLocks noEditPoints="1"/>
            </p:cNvSpPr>
            <p:nvPr/>
          </p:nvSpPr>
          <p:spPr bwMode="auto">
            <a:xfrm>
              <a:off x="4397375" y="3424238"/>
              <a:ext cx="352425" cy="403225"/>
            </a:xfrm>
            <a:custGeom>
              <a:avLst/>
              <a:gdLst>
                <a:gd name="T0" fmla="*/ 181 w 188"/>
                <a:gd name="T1" fmla="*/ 154 h 214"/>
                <a:gd name="T2" fmla="*/ 94 w 188"/>
                <a:gd name="T3" fmla="*/ 154 h 214"/>
                <a:gd name="T4" fmla="*/ 94 w 188"/>
                <a:gd name="T5" fmla="*/ 6 h 214"/>
                <a:gd name="T6" fmla="*/ 87 w 188"/>
                <a:gd name="T7" fmla="*/ 0 h 214"/>
                <a:gd name="T8" fmla="*/ 81 w 188"/>
                <a:gd name="T9" fmla="*/ 6 h 214"/>
                <a:gd name="T10" fmla="*/ 81 w 188"/>
                <a:gd name="T11" fmla="*/ 154 h 214"/>
                <a:gd name="T12" fmla="*/ 7 w 188"/>
                <a:gd name="T13" fmla="*/ 154 h 214"/>
                <a:gd name="T14" fmla="*/ 1 w 188"/>
                <a:gd name="T15" fmla="*/ 157 h 214"/>
                <a:gd name="T16" fmla="*/ 1 w 188"/>
                <a:gd name="T17" fmla="*/ 163 h 214"/>
                <a:gd name="T18" fmla="*/ 21 w 188"/>
                <a:gd name="T19" fmla="*/ 210 h 214"/>
                <a:gd name="T20" fmla="*/ 27 w 188"/>
                <a:gd name="T21" fmla="*/ 214 h 214"/>
                <a:gd name="T22" fmla="*/ 161 w 188"/>
                <a:gd name="T23" fmla="*/ 214 h 214"/>
                <a:gd name="T24" fmla="*/ 167 w 188"/>
                <a:gd name="T25" fmla="*/ 210 h 214"/>
                <a:gd name="T26" fmla="*/ 187 w 188"/>
                <a:gd name="T27" fmla="*/ 163 h 214"/>
                <a:gd name="T28" fmla="*/ 187 w 188"/>
                <a:gd name="T29" fmla="*/ 157 h 214"/>
                <a:gd name="T30" fmla="*/ 181 w 188"/>
                <a:gd name="T31" fmla="*/ 154 h 214"/>
                <a:gd name="T32" fmla="*/ 157 w 188"/>
                <a:gd name="T33" fmla="*/ 201 h 214"/>
                <a:gd name="T34" fmla="*/ 31 w 188"/>
                <a:gd name="T35" fmla="*/ 201 h 214"/>
                <a:gd name="T36" fmla="*/ 17 w 188"/>
                <a:gd name="T37" fmla="*/ 167 h 214"/>
                <a:gd name="T38" fmla="*/ 171 w 188"/>
                <a:gd name="T39" fmla="*/ 167 h 214"/>
                <a:gd name="T40" fmla="*/ 157 w 188"/>
                <a:gd name="T41" fmla="*/ 2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8" h="214">
                  <a:moveTo>
                    <a:pt x="181" y="154"/>
                  </a:moveTo>
                  <a:cubicBezTo>
                    <a:pt x="94" y="154"/>
                    <a:pt x="94" y="154"/>
                    <a:pt x="94" y="154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3"/>
                    <a:pt x="91" y="0"/>
                    <a:pt x="87" y="0"/>
                  </a:cubicBezTo>
                  <a:cubicBezTo>
                    <a:pt x="84" y="0"/>
                    <a:pt x="81" y="3"/>
                    <a:pt x="81" y="6"/>
                  </a:cubicBezTo>
                  <a:cubicBezTo>
                    <a:pt x="81" y="154"/>
                    <a:pt x="81" y="154"/>
                    <a:pt x="81" y="154"/>
                  </a:cubicBezTo>
                  <a:cubicBezTo>
                    <a:pt x="7" y="154"/>
                    <a:pt x="7" y="154"/>
                    <a:pt x="7" y="154"/>
                  </a:cubicBezTo>
                  <a:cubicBezTo>
                    <a:pt x="4" y="154"/>
                    <a:pt x="2" y="155"/>
                    <a:pt x="1" y="157"/>
                  </a:cubicBezTo>
                  <a:cubicBezTo>
                    <a:pt x="0" y="159"/>
                    <a:pt x="0" y="161"/>
                    <a:pt x="1" y="163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22" y="213"/>
                    <a:pt x="24" y="214"/>
                    <a:pt x="27" y="214"/>
                  </a:cubicBezTo>
                  <a:cubicBezTo>
                    <a:pt x="161" y="214"/>
                    <a:pt x="161" y="214"/>
                    <a:pt x="161" y="214"/>
                  </a:cubicBezTo>
                  <a:cubicBezTo>
                    <a:pt x="164" y="214"/>
                    <a:pt x="166" y="213"/>
                    <a:pt x="167" y="210"/>
                  </a:cubicBezTo>
                  <a:cubicBezTo>
                    <a:pt x="187" y="163"/>
                    <a:pt x="187" y="163"/>
                    <a:pt x="187" y="163"/>
                  </a:cubicBezTo>
                  <a:cubicBezTo>
                    <a:pt x="188" y="161"/>
                    <a:pt x="188" y="159"/>
                    <a:pt x="187" y="157"/>
                  </a:cubicBezTo>
                  <a:cubicBezTo>
                    <a:pt x="186" y="155"/>
                    <a:pt x="183" y="154"/>
                    <a:pt x="181" y="154"/>
                  </a:cubicBezTo>
                  <a:close/>
                  <a:moveTo>
                    <a:pt x="157" y="201"/>
                  </a:moveTo>
                  <a:cubicBezTo>
                    <a:pt x="31" y="201"/>
                    <a:pt x="31" y="201"/>
                    <a:pt x="31" y="201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1" y="167"/>
                    <a:pt x="171" y="167"/>
                    <a:pt x="171" y="167"/>
                  </a:cubicBezTo>
                  <a:lnTo>
                    <a:pt x="157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0" name="Freeform 153"/>
            <p:cNvSpPr>
              <a:spLocks noEditPoints="1"/>
            </p:cNvSpPr>
            <p:nvPr/>
          </p:nvSpPr>
          <p:spPr bwMode="auto">
            <a:xfrm>
              <a:off x="4435475" y="3549650"/>
              <a:ext cx="101600" cy="150813"/>
            </a:xfrm>
            <a:custGeom>
              <a:avLst/>
              <a:gdLst>
                <a:gd name="T0" fmla="*/ 41 w 54"/>
                <a:gd name="T1" fmla="*/ 4 h 81"/>
                <a:gd name="T2" fmla="*/ 1 w 54"/>
                <a:gd name="T3" fmla="*/ 71 h 81"/>
                <a:gd name="T4" fmla="*/ 1 w 54"/>
                <a:gd name="T5" fmla="*/ 78 h 81"/>
                <a:gd name="T6" fmla="*/ 7 w 54"/>
                <a:gd name="T7" fmla="*/ 81 h 81"/>
                <a:gd name="T8" fmla="*/ 47 w 54"/>
                <a:gd name="T9" fmla="*/ 81 h 81"/>
                <a:gd name="T10" fmla="*/ 54 w 54"/>
                <a:gd name="T11" fmla="*/ 74 h 81"/>
                <a:gd name="T12" fmla="*/ 54 w 54"/>
                <a:gd name="T13" fmla="*/ 7 h 81"/>
                <a:gd name="T14" fmla="*/ 49 w 54"/>
                <a:gd name="T15" fmla="*/ 1 h 81"/>
                <a:gd name="T16" fmla="*/ 41 w 54"/>
                <a:gd name="T17" fmla="*/ 4 h 81"/>
                <a:gd name="T18" fmla="*/ 40 w 54"/>
                <a:gd name="T19" fmla="*/ 68 h 81"/>
                <a:gd name="T20" fmla="*/ 19 w 54"/>
                <a:gd name="T21" fmla="*/ 68 h 81"/>
                <a:gd name="T22" fmla="*/ 40 w 54"/>
                <a:gd name="T23" fmla="*/ 32 h 81"/>
                <a:gd name="T24" fmla="*/ 40 w 54"/>
                <a:gd name="T25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1">
                  <a:moveTo>
                    <a:pt x="41" y="4"/>
                  </a:moveTo>
                  <a:cubicBezTo>
                    <a:pt x="1" y="71"/>
                    <a:pt x="1" y="71"/>
                    <a:pt x="1" y="71"/>
                  </a:cubicBezTo>
                  <a:cubicBezTo>
                    <a:pt x="0" y="73"/>
                    <a:pt x="0" y="76"/>
                    <a:pt x="1" y="78"/>
                  </a:cubicBezTo>
                  <a:cubicBezTo>
                    <a:pt x="2" y="80"/>
                    <a:pt x="4" y="81"/>
                    <a:pt x="7" y="81"/>
                  </a:cubicBezTo>
                  <a:cubicBezTo>
                    <a:pt x="47" y="81"/>
                    <a:pt x="47" y="81"/>
                    <a:pt x="47" y="81"/>
                  </a:cubicBezTo>
                  <a:cubicBezTo>
                    <a:pt x="51" y="81"/>
                    <a:pt x="54" y="78"/>
                    <a:pt x="54" y="74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4"/>
                    <a:pt x="52" y="2"/>
                    <a:pt x="49" y="1"/>
                  </a:cubicBezTo>
                  <a:cubicBezTo>
                    <a:pt x="46" y="0"/>
                    <a:pt x="43" y="1"/>
                    <a:pt x="41" y="4"/>
                  </a:cubicBezTo>
                  <a:close/>
                  <a:moveTo>
                    <a:pt x="40" y="68"/>
                  </a:moveTo>
                  <a:cubicBezTo>
                    <a:pt x="19" y="68"/>
                    <a:pt x="19" y="68"/>
                    <a:pt x="19" y="68"/>
                  </a:cubicBezTo>
                  <a:cubicBezTo>
                    <a:pt x="40" y="32"/>
                    <a:pt x="40" y="32"/>
                    <a:pt x="40" y="32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1" name="Freeform 154"/>
            <p:cNvSpPr>
              <a:spLocks noEditPoints="1"/>
            </p:cNvSpPr>
            <p:nvPr/>
          </p:nvSpPr>
          <p:spPr bwMode="auto">
            <a:xfrm>
              <a:off x="4586288" y="3424238"/>
              <a:ext cx="127000" cy="276225"/>
            </a:xfrm>
            <a:custGeom>
              <a:avLst/>
              <a:gdLst>
                <a:gd name="T0" fmla="*/ 0 w 67"/>
                <a:gd name="T1" fmla="*/ 6 h 147"/>
                <a:gd name="T2" fmla="*/ 0 w 67"/>
                <a:gd name="T3" fmla="*/ 140 h 147"/>
                <a:gd name="T4" fmla="*/ 6 w 67"/>
                <a:gd name="T5" fmla="*/ 147 h 147"/>
                <a:gd name="T6" fmla="*/ 67 w 67"/>
                <a:gd name="T7" fmla="*/ 73 h 147"/>
                <a:gd name="T8" fmla="*/ 6 w 67"/>
                <a:gd name="T9" fmla="*/ 0 h 147"/>
                <a:gd name="T10" fmla="*/ 0 w 67"/>
                <a:gd name="T11" fmla="*/ 6 h 147"/>
                <a:gd name="T12" fmla="*/ 13 w 67"/>
                <a:gd name="T13" fmla="*/ 14 h 147"/>
                <a:gd name="T14" fmla="*/ 53 w 67"/>
                <a:gd name="T15" fmla="*/ 73 h 147"/>
                <a:gd name="T16" fmla="*/ 13 w 67"/>
                <a:gd name="T17" fmla="*/ 133 h 147"/>
                <a:gd name="T18" fmla="*/ 13 w 67"/>
                <a:gd name="T19" fmla="*/ 1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147">
                  <a:moveTo>
                    <a:pt x="0" y="6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4"/>
                    <a:pt x="3" y="147"/>
                    <a:pt x="6" y="147"/>
                  </a:cubicBezTo>
                  <a:cubicBezTo>
                    <a:pt x="7" y="147"/>
                    <a:pt x="67" y="146"/>
                    <a:pt x="67" y="73"/>
                  </a:cubicBezTo>
                  <a:cubicBezTo>
                    <a:pt x="67" y="0"/>
                    <a:pt x="7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  <a:moveTo>
                    <a:pt x="13" y="14"/>
                  </a:moveTo>
                  <a:cubicBezTo>
                    <a:pt x="26" y="16"/>
                    <a:pt x="53" y="27"/>
                    <a:pt x="53" y="73"/>
                  </a:cubicBezTo>
                  <a:cubicBezTo>
                    <a:pt x="53" y="119"/>
                    <a:pt x="26" y="130"/>
                    <a:pt x="13" y="133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4" name="Group 593"/>
          <p:cNvGrpSpPr/>
          <p:nvPr/>
        </p:nvGrpSpPr>
        <p:grpSpPr>
          <a:xfrm>
            <a:off x="5619750" y="2798763"/>
            <a:ext cx="403225" cy="404812"/>
            <a:chOff x="5619750" y="2798763"/>
            <a:chExt cx="403225" cy="404812"/>
          </a:xfrm>
        </p:grpSpPr>
        <p:sp>
          <p:nvSpPr>
            <p:cNvPr id="542" name="Freeform 155"/>
            <p:cNvSpPr>
              <a:spLocks noEditPoints="1"/>
            </p:cNvSpPr>
            <p:nvPr/>
          </p:nvSpPr>
          <p:spPr bwMode="auto">
            <a:xfrm>
              <a:off x="5708650" y="2887663"/>
              <a:ext cx="227013" cy="227013"/>
            </a:xfrm>
            <a:custGeom>
              <a:avLst/>
              <a:gdLst>
                <a:gd name="T0" fmla="*/ 60 w 121"/>
                <a:gd name="T1" fmla="*/ 0 h 121"/>
                <a:gd name="T2" fmla="*/ 0 w 121"/>
                <a:gd name="T3" fmla="*/ 61 h 121"/>
                <a:gd name="T4" fmla="*/ 60 w 121"/>
                <a:gd name="T5" fmla="*/ 121 h 121"/>
                <a:gd name="T6" fmla="*/ 121 w 121"/>
                <a:gd name="T7" fmla="*/ 61 h 121"/>
                <a:gd name="T8" fmla="*/ 60 w 121"/>
                <a:gd name="T9" fmla="*/ 0 h 121"/>
                <a:gd name="T10" fmla="*/ 60 w 121"/>
                <a:gd name="T11" fmla="*/ 108 h 121"/>
                <a:gd name="T12" fmla="*/ 13 w 121"/>
                <a:gd name="T13" fmla="*/ 61 h 121"/>
                <a:gd name="T14" fmla="*/ 60 w 121"/>
                <a:gd name="T15" fmla="*/ 14 h 121"/>
                <a:gd name="T16" fmla="*/ 107 w 121"/>
                <a:gd name="T17" fmla="*/ 61 h 121"/>
                <a:gd name="T18" fmla="*/ 60 w 121"/>
                <a:gd name="T19" fmla="*/ 10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21">
                  <a:moveTo>
                    <a:pt x="60" y="0"/>
                  </a:moveTo>
                  <a:cubicBezTo>
                    <a:pt x="27" y="0"/>
                    <a:pt x="0" y="28"/>
                    <a:pt x="0" y="61"/>
                  </a:cubicBezTo>
                  <a:cubicBezTo>
                    <a:pt x="0" y="94"/>
                    <a:pt x="27" y="121"/>
                    <a:pt x="60" y="121"/>
                  </a:cubicBezTo>
                  <a:cubicBezTo>
                    <a:pt x="93" y="121"/>
                    <a:pt x="121" y="94"/>
                    <a:pt x="121" y="61"/>
                  </a:cubicBezTo>
                  <a:cubicBezTo>
                    <a:pt x="121" y="28"/>
                    <a:pt x="93" y="0"/>
                    <a:pt x="60" y="0"/>
                  </a:cubicBezTo>
                  <a:close/>
                  <a:moveTo>
                    <a:pt x="60" y="108"/>
                  </a:moveTo>
                  <a:cubicBezTo>
                    <a:pt x="34" y="108"/>
                    <a:pt x="13" y="87"/>
                    <a:pt x="13" y="61"/>
                  </a:cubicBezTo>
                  <a:cubicBezTo>
                    <a:pt x="13" y="35"/>
                    <a:pt x="34" y="14"/>
                    <a:pt x="60" y="14"/>
                  </a:cubicBezTo>
                  <a:cubicBezTo>
                    <a:pt x="86" y="14"/>
                    <a:pt x="107" y="35"/>
                    <a:pt x="107" y="61"/>
                  </a:cubicBezTo>
                  <a:cubicBezTo>
                    <a:pt x="107" y="87"/>
                    <a:pt x="86" y="108"/>
                    <a:pt x="60" y="10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3" name="Freeform 156"/>
            <p:cNvSpPr>
              <a:spLocks/>
            </p:cNvSpPr>
            <p:nvPr/>
          </p:nvSpPr>
          <p:spPr bwMode="auto">
            <a:xfrm>
              <a:off x="5807075" y="2798763"/>
              <a:ext cx="26988" cy="77788"/>
            </a:xfrm>
            <a:custGeom>
              <a:avLst/>
              <a:gdLst>
                <a:gd name="T0" fmla="*/ 0 w 14"/>
                <a:gd name="T1" fmla="*/ 7 h 41"/>
                <a:gd name="T2" fmla="*/ 0 w 14"/>
                <a:gd name="T3" fmla="*/ 34 h 41"/>
                <a:gd name="T4" fmla="*/ 7 w 14"/>
                <a:gd name="T5" fmla="*/ 41 h 41"/>
                <a:gd name="T6" fmla="*/ 14 w 14"/>
                <a:gd name="T7" fmla="*/ 34 h 41"/>
                <a:gd name="T8" fmla="*/ 14 w 14"/>
                <a:gd name="T9" fmla="*/ 7 h 41"/>
                <a:gd name="T10" fmla="*/ 7 w 14"/>
                <a:gd name="T11" fmla="*/ 0 h 41"/>
                <a:gd name="T12" fmla="*/ 0 w 14"/>
                <a:gd name="T13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1">
                  <a:moveTo>
                    <a:pt x="0" y="7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7" y="41"/>
                  </a:cubicBezTo>
                  <a:cubicBezTo>
                    <a:pt x="11" y="41"/>
                    <a:pt x="14" y="38"/>
                    <a:pt x="14" y="3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4" name="Freeform 157"/>
            <p:cNvSpPr>
              <a:spLocks/>
            </p:cNvSpPr>
            <p:nvPr/>
          </p:nvSpPr>
          <p:spPr bwMode="auto">
            <a:xfrm>
              <a:off x="5807075" y="3127375"/>
              <a:ext cx="26988" cy="76200"/>
            </a:xfrm>
            <a:custGeom>
              <a:avLst/>
              <a:gdLst>
                <a:gd name="T0" fmla="*/ 7 w 14"/>
                <a:gd name="T1" fmla="*/ 0 h 40"/>
                <a:gd name="T2" fmla="*/ 0 w 14"/>
                <a:gd name="T3" fmla="*/ 7 h 40"/>
                <a:gd name="T4" fmla="*/ 0 w 14"/>
                <a:gd name="T5" fmla="*/ 33 h 40"/>
                <a:gd name="T6" fmla="*/ 7 w 14"/>
                <a:gd name="T7" fmla="*/ 40 h 40"/>
                <a:gd name="T8" fmla="*/ 14 w 14"/>
                <a:gd name="T9" fmla="*/ 33 h 40"/>
                <a:gd name="T10" fmla="*/ 14 w 14"/>
                <a:gd name="T11" fmla="*/ 7 h 40"/>
                <a:gd name="T12" fmla="*/ 7 w 1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0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11" y="40"/>
                    <a:pt x="14" y="37"/>
                    <a:pt x="14" y="33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5" name="Freeform 158"/>
            <p:cNvSpPr>
              <a:spLocks/>
            </p:cNvSpPr>
            <p:nvPr/>
          </p:nvSpPr>
          <p:spPr bwMode="auto">
            <a:xfrm>
              <a:off x="5946775" y="2989263"/>
              <a:ext cx="76200" cy="25400"/>
            </a:xfrm>
            <a:custGeom>
              <a:avLst/>
              <a:gdLst>
                <a:gd name="T0" fmla="*/ 34 w 41"/>
                <a:gd name="T1" fmla="*/ 0 h 14"/>
                <a:gd name="T2" fmla="*/ 7 w 41"/>
                <a:gd name="T3" fmla="*/ 0 h 14"/>
                <a:gd name="T4" fmla="*/ 0 w 41"/>
                <a:gd name="T5" fmla="*/ 7 h 14"/>
                <a:gd name="T6" fmla="*/ 7 w 41"/>
                <a:gd name="T7" fmla="*/ 14 h 14"/>
                <a:gd name="T8" fmla="*/ 34 w 41"/>
                <a:gd name="T9" fmla="*/ 14 h 14"/>
                <a:gd name="T10" fmla="*/ 41 w 41"/>
                <a:gd name="T11" fmla="*/ 7 h 14"/>
                <a:gd name="T12" fmla="*/ 34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8" y="14"/>
                    <a:pt x="41" y="11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6" name="Freeform 159"/>
            <p:cNvSpPr>
              <a:spLocks/>
            </p:cNvSpPr>
            <p:nvPr/>
          </p:nvSpPr>
          <p:spPr bwMode="auto">
            <a:xfrm>
              <a:off x="5619750" y="2989263"/>
              <a:ext cx="74613" cy="25400"/>
            </a:xfrm>
            <a:custGeom>
              <a:avLst/>
              <a:gdLst>
                <a:gd name="T0" fmla="*/ 40 w 40"/>
                <a:gd name="T1" fmla="*/ 7 h 14"/>
                <a:gd name="T2" fmla="*/ 33 w 40"/>
                <a:gd name="T3" fmla="*/ 0 h 14"/>
                <a:gd name="T4" fmla="*/ 7 w 40"/>
                <a:gd name="T5" fmla="*/ 0 h 14"/>
                <a:gd name="T6" fmla="*/ 0 w 40"/>
                <a:gd name="T7" fmla="*/ 7 h 14"/>
                <a:gd name="T8" fmla="*/ 7 w 40"/>
                <a:gd name="T9" fmla="*/ 14 h 14"/>
                <a:gd name="T10" fmla="*/ 33 w 40"/>
                <a:gd name="T11" fmla="*/ 14 h 14"/>
                <a:gd name="T12" fmla="*/ 40 w 4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">
                  <a:moveTo>
                    <a:pt x="40" y="7"/>
                  </a:moveTo>
                  <a:cubicBezTo>
                    <a:pt x="40" y="3"/>
                    <a:pt x="37" y="0"/>
                    <a:pt x="3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7" y="14"/>
                    <a:pt x="40" y="11"/>
                    <a:pt x="4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7" name="Freeform 160"/>
            <p:cNvSpPr>
              <a:spLocks/>
            </p:cNvSpPr>
            <p:nvPr/>
          </p:nvSpPr>
          <p:spPr bwMode="auto">
            <a:xfrm>
              <a:off x="5907088" y="2860675"/>
              <a:ext cx="53975" cy="52388"/>
            </a:xfrm>
            <a:custGeom>
              <a:avLst/>
              <a:gdLst>
                <a:gd name="T0" fmla="*/ 17 w 29"/>
                <a:gd name="T1" fmla="*/ 3 h 28"/>
                <a:gd name="T2" fmla="*/ 3 w 29"/>
                <a:gd name="T3" fmla="*/ 16 h 28"/>
                <a:gd name="T4" fmla="*/ 3 w 29"/>
                <a:gd name="T5" fmla="*/ 26 h 28"/>
                <a:gd name="T6" fmla="*/ 8 w 29"/>
                <a:gd name="T7" fmla="*/ 28 h 28"/>
                <a:gd name="T8" fmla="*/ 13 w 29"/>
                <a:gd name="T9" fmla="*/ 26 h 28"/>
                <a:gd name="T10" fmla="*/ 26 w 29"/>
                <a:gd name="T11" fmla="*/ 12 h 28"/>
                <a:gd name="T12" fmla="*/ 26 w 29"/>
                <a:gd name="T13" fmla="*/ 3 h 28"/>
                <a:gd name="T14" fmla="*/ 17 w 29"/>
                <a:gd name="T1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8">
                  <a:moveTo>
                    <a:pt x="17" y="3"/>
                  </a:moveTo>
                  <a:cubicBezTo>
                    <a:pt x="3" y="16"/>
                    <a:pt x="3" y="16"/>
                    <a:pt x="3" y="16"/>
                  </a:cubicBezTo>
                  <a:cubicBezTo>
                    <a:pt x="0" y="19"/>
                    <a:pt x="0" y="23"/>
                    <a:pt x="3" y="26"/>
                  </a:cubicBezTo>
                  <a:cubicBezTo>
                    <a:pt x="4" y="27"/>
                    <a:pt x="6" y="28"/>
                    <a:pt x="8" y="28"/>
                  </a:cubicBezTo>
                  <a:cubicBezTo>
                    <a:pt x="10" y="28"/>
                    <a:pt x="11" y="27"/>
                    <a:pt x="13" y="26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9" y="10"/>
                    <a:pt x="29" y="6"/>
                    <a:pt x="26" y="3"/>
                  </a:cubicBezTo>
                  <a:cubicBezTo>
                    <a:pt x="23" y="0"/>
                    <a:pt x="19" y="0"/>
                    <a:pt x="1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8" name="Freeform 161"/>
            <p:cNvSpPr>
              <a:spLocks/>
            </p:cNvSpPr>
            <p:nvPr/>
          </p:nvSpPr>
          <p:spPr bwMode="auto">
            <a:xfrm>
              <a:off x="5681663" y="3089275"/>
              <a:ext cx="52388" cy="52388"/>
            </a:xfrm>
            <a:custGeom>
              <a:avLst/>
              <a:gdLst>
                <a:gd name="T0" fmla="*/ 16 w 28"/>
                <a:gd name="T1" fmla="*/ 3 h 28"/>
                <a:gd name="T2" fmla="*/ 2 w 28"/>
                <a:gd name="T3" fmla="*/ 16 h 28"/>
                <a:gd name="T4" fmla="*/ 2 w 28"/>
                <a:gd name="T5" fmla="*/ 26 h 28"/>
                <a:gd name="T6" fmla="*/ 7 w 28"/>
                <a:gd name="T7" fmla="*/ 28 h 28"/>
                <a:gd name="T8" fmla="*/ 12 w 28"/>
                <a:gd name="T9" fmla="*/ 26 h 28"/>
                <a:gd name="T10" fmla="*/ 25 w 28"/>
                <a:gd name="T11" fmla="*/ 12 h 28"/>
                <a:gd name="T12" fmla="*/ 25 w 28"/>
                <a:gd name="T13" fmla="*/ 3 h 28"/>
                <a:gd name="T14" fmla="*/ 16 w 28"/>
                <a:gd name="T1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16" y="3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4" y="27"/>
                    <a:pt x="5" y="28"/>
                    <a:pt x="7" y="28"/>
                  </a:cubicBezTo>
                  <a:cubicBezTo>
                    <a:pt x="9" y="28"/>
                    <a:pt x="11" y="27"/>
                    <a:pt x="12" y="26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8" y="10"/>
                    <a:pt x="28" y="5"/>
                    <a:pt x="25" y="3"/>
                  </a:cubicBezTo>
                  <a:cubicBezTo>
                    <a:pt x="23" y="0"/>
                    <a:pt x="18" y="0"/>
                    <a:pt x="1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9" name="Freeform 162"/>
            <p:cNvSpPr>
              <a:spLocks/>
            </p:cNvSpPr>
            <p:nvPr/>
          </p:nvSpPr>
          <p:spPr bwMode="auto">
            <a:xfrm>
              <a:off x="5907088" y="3089275"/>
              <a:ext cx="53975" cy="52388"/>
            </a:xfrm>
            <a:custGeom>
              <a:avLst/>
              <a:gdLst>
                <a:gd name="T0" fmla="*/ 13 w 29"/>
                <a:gd name="T1" fmla="*/ 3 h 28"/>
                <a:gd name="T2" fmla="*/ 3 w 29"/>
                <a:gd name="T3" fmla="*/ 3 h 28"/>
                <a:gd name="T4" fmla="*/ 3 w 29"/>
                <a:gd name="T5" fmla="*/ 12 h 28"/>
                <a:gd name="T6" fmla="*/ 17 w 29"/>
                <a:gd name="T7" fmla="*/ 26 h 28"/>
                <a:gd name="T8" fmla="*/ 21 w 29"/>
                <a:gd name="T9" fmla="*/ 28 h 28"/>
                <a:gd name="T10" fmla="*/ 26 w 29"/>
                <a:gd name="T11" fmla="*/ 26 h 28"/>
                <a:gd name="T12" fmla="*/ 26 w 29"/>
                <a:gd name="T13" fmla="*/ 16 h 28"/>
                <a:gd name="T14" fmla="*/ 13 w 29"/>
                <a:gd name="T1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8">
                  <a:moveTo>
                    <a:pt x="13" y="3"/>
                  </a:moveTo>
                  <a:cubicBezTo>
                    <a:pt x="10" y="0"/>
                    <a:pt x="6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7"/>
                    <a:pt x="20" y="28"/>
                    <a:pt x="21" y="28"/>
                  </a:cubicBezTo>
                  <a:cubicBezTo>
                    <a:pt x="23" y="28"/>
                    <a:pt x="25" y="27"/>
                    <a:pt x="26" y="26"/>
                  </a:cubicBezTo>
                  <a:cubicBezTo>
                    <a:pt x="29" y="23"/>
                    <a:pt x="29" y="19"/>
                    <a:pt x="26" y="16"/>
                  </a:cubicBezTo>
                  <a:lnTo>
                    <a:pt x="1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0" name="Freeform 163"/>
            <p:cNvSpPr>
              <a:spLocks/>
            </p:cNvSpPr>
            <p:nvPr/>
          </p:nvSpPr>
          <p:spPr bwMode="auto">
            <a:xfrm>
              <a:off x="5681663" y="2860675"/>
              <a:ext cx="52388" cy="52388"/>
            </a:xfrm>
            <a:custGeom>
              <a:avLst/>
              <a:gdLst>
                <a:gd name="T0" fmla="*/ 2 w 28"/>
                <a:gd name="T1" fmla="*/ 3 h 28"/>
                <a:gd name="T2" fmla="*/ 2 w 28"/>
                <a:gd name="T3" fmla="*/ 12 h 28"/>
                <a:gd name="T4" fmla="*/ 16 w 28"/>
                <a:gd name="T5" fmla="*/ 26 h 28"/>
                <a:gd name="T6" fmla="*/ 21 w 28"/>
                <a:gd name="T7" fmla="*/ 28 h 28"/>
                <a:gd name="T8" fmla="*/ 25 w 28"/>
                <a:gd name="T9" fmla="*/ 26 h 28"/>
                <a:gd name="T10" fmla="*/ 25 w 28"/>
                <a:gd name="T11" fmla="*/ 16 h 28"/>
                <a:gd name="T12" fmla="*/ 12 w 28"/>
                <a:gd name="T13" fmla="*/ 3 h 28"/>
                <a:gd name="T14" fmla="*/ 2 w 28"/>
                <a:gd name="T1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2" y="3"/>
                  </a:moveTo>
                  <a:cubicBezTo>
                    <a:pt x="0" y="6"/>
                    <a:pt x="0" y="10"/>
                    <a:pt x="2" y="12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7" y="27"/>
                    <a:pt x="19" y="28"/>
                    <a:pt x="21" y="28"/>
                  </a:cubicBezTo>
                  <a:cubicBezTo>
                    <a:pt x="22" y="28"/>
                    <a:pt x="24" y="27"/>
                    <a:pt x="25" y="26"/>
                  </a:cubicBezTo>
                  <a:cubicBezTo>
                    <a:pt x="28" y="23"/>
                    <a:pt x="28" y="19"/>
                    <a:pt x="25" y="16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3" name="Group 592"/>
          <p:cNvGrpSpPr/>
          <p:nvPr/>
        </p:nvGrpSpPr>
        <p:grpSpPr>
          <a:xfrm>
            <a:off x="4995863" y="2849563"/>
            <a:ext cx="401637" cy="303213"/>
            <a:chOff x="4995863" y="2849563"/>
            <a:chExt cx="401637" cy="303213"/>
          </a:xfrm>
        </p:grpSpPr>
        <p:sp>
          <p:nvSpPr>
            <p:cNvPr id="551" name="Freeform 164"/>
            <p:cNvSpPr>
              <a:spLocks noEditPoints="1"/>
            </p:cNvSpPr>
            <p:nvPr/>
          </p:nvSpPr>
          <p:spPr bwMode="auto">
            <a:xfrm>
              <a:off x="4995863" y="2913063"/>
              <a:ext cx="354013" cy="239713"/>
            </a:xfrm>
            <a:custGeom>
              <a:avLst/>
              <a:gdLst>
                <a:gd name="T0" fmla="*/ 167 w 188"/>
                <a:gd name="T1" fmla="*/ 71 h 127"/>
                <a:gd name="T2" fmla="*/ 167 w 188"/>
                <a:gd name="T3" fmla="*/ 71 h 127"/>
                <a:gd name="T4" fmla="*/ 181 w 188"/>
                <a:gd name="T5" fmla="*/ 43 h 127"/>
                <a:gd name="T6" fmla="*/ 141 w 188"/>
                <a:gd name="T7" fmla="*/ 0 h 127"/>
                <a:gd name="T8" fmla="*/ 110 w 188"/>
                <a:gd name="T9" fmla="*/ 14 h 127"/>
                <a:gd name="T10" fmla="*/ 97 w 188"/>
                <a:gd name="T11" fmla="*/ 13 h 127"/>
                <a:gd name="T12" fmla="*/ 39 w 188"/>
                <a:gd name="T13" fmla="*/ 57 h 127"/>
                <a:gd name="T14" fmla="*/ 0 w 188"/>
                <a:gd name="T15" fmla="*/ 94 h 127"/>
                <a:gd name="T16" fmla="*/ 40 w 188"/>
                <a:gd name="T17" fmla="*/ 127 h 127"/>
                <a:gd name="T18" fmla="*/ 161 w 188"/>
                <a:gd name="T19" fmla="*/ 127 h 127"/>
                <a:gd name="T20" fmla="*/ 188 w 188"/>
                <a:gd name="T21" fmla="*/ 101 h 127"/>
                <a:gd name="T22" fmla="*/ 167 w 188"/>
                <a:gd name="T23" fmla="*/ 71 h 127"/>
                <a:gd name="T24" fmla="*/ 141 w 188"/>
                <a:gd name="T25" fmla="*/ 13 h 127"/>
                <a:gd name="T26" fmla="*/ 167 w 188"/>
                <a:gd name="T27" fmla="*/ 43 h 127"/>
                <a:gd name="T28" fmla="*/ 163 w 188"/>
                <a:gd name="T29" fmla="*/ 56 h 127"/>
                <a:gd name="T30" fmla="*/ 125 w 188"/>
                <a:gd name="T31" fmla="*/ 18 h 127"/>
                <a:gd name="T32" fmla="*/ 141 w 188"/>
                <a:gd name="T33" fmla="*/ 13 h 127"/>
                <a:gd name="T34" fmla="*/ 161 w 188"/>
                <a:gd name="T35" fmla="*/ 114 h 127"/>
                <a:gd name="T36" fmla="*/ 40 w 188"/>
                <a:gd name="T37" fmla="*/ 114 h 127"/>
                <a:gd name="T38" fmla="*/ 13 w 188"/>
                <a:gd name="T39" fmla="*/ 94 h 127"/>
                <a:gd name="T40" fmla="*/ 27 w 188"/>
                <a:gd name="T41" fmla="*/ 74 h 127"/>
                <a:gd name="T42" fmla="*/ 43 w 188"/>
                <a:gd name="T43" fmla="*/ 70 h 127"/>
                <a:gd name="T44" fmla="*/ 48 w 188"/>
                <a:gd name="T45" fmla="*/ 70 h 127"/>
                <a:gd name="T46" fmla="*/ 50 w 188"/>
                <a:gd name="T47" fmla="*/ 66 h 127"/>
                <a:gd name="T48" fmla="*/ 97 w 188"/>
                <a:gd name="T49" fmla="*/ 27 h 127"/>
                <a:gd name="T50" fmla="*/ 154 w 188"/>
                <a:gd name="T51" fmla="*/ 77 h 127"/>
                <a:gd name="T52" fmla="*/ 154 w 188"/>
                <a:gd name="T53" fmla="*/ 84 h 127"/>
                <a:gd name="T54" fmla="*/ 161 w 188"/>
                <a:gd name="T55" fmla="*/ 84 h 127"/>
                <a:gd name="T56" fmla="*/ 174 w 188"/>
                <a:gd name="T57" fmla="*/ 101 h 127"/>
                <a:gd name="T58" fmla="*/ 161 w 188"/>
                <a:gd name="T59" fmla="*/ 11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127">
                  <a:moveTo>
                    <a:pt x="167" y="71"/>
                  </a:moveTo>
                  <a:cubicBezTo>
                    <a:pt x="167" y="71"/>
                    <a:pt x="167" y="71"/>
                    <a:pt x="167" y="71"/>
                  </a:cubicBezTo>
                  <a:cubicBezTo>
                    <a:pt x="174" y="65"/>
                    <a:pt x="181" y="57"/>
                    <a:pt x="181" y="43"/>
                  </a:cubicBezTo>
                  <a:cubicBezTo>
                    <a:pt x="181" y="20"/>
                    <a:pt x="162" y="0"/>
                    <a:pt x="141" y="0"/>
                  </a:cubicBezTo>
                  <a:cubicBezTo>
                    <a:pt x="129" y="0"/>
                    <a:pt x="118" y="5"/>
                    <a:pt x="110" y="14"/>
                  </a:cubicBezTo>
                  <a:cubicBezTo>
                    <a:pt x="106" y="14"/>
                    <a:pt x="101" y="13"/>
                    <a:pt x="97" y="13"/>
                  </a:cubicBezTo>
                  <a:cubicBezTo>
                    <a:pt x="69" y="13"/>
                    <a:pt x="50" y="28"/>
                    <a:pt x="39" y="57"/>
                  </a:cubicBezTo>
                  <a:cubicBezTo>
                    <a:pt x="23" y="59"/>
                    <a:pt x="0" y="67"/>
                    <a:pt x="0" y="94"/>
                  </a:cubicBezTo>
                  <a:cubicBezTo>
                    <a:pt x="0" y="110"/>
                    <a:pt x="12" y="127"/>
                    <a:pt x="40" y="127"/>
                  </a:cubicBezTo>
                  <a:cubicBezTo>
                    <a:pt x="161" y="127"/>
                    <a:pt x="161" y="127"/>
                    <a:pt x="161" y="127"/>
                  </a:cubicBezTo>
                  <a:cubicBezTo>
                    <a:pt x="179" y="127"/>
                    <a:pt x="188" y="119"/>
                    <a:pt x="188" y="101"/>
                  </a:cubicBezTo>
                  <a:cubicBezTo>
                    <a:pt x="188" y="85"/>
                    <a:pt x="180" y="74"/>
                    <a:pt x="167" y="71"/>
                  </a:cubicBezTo>
                  <a:close/>
                  <a:moveTo>
                    <a:pt x="141" y="13"/>
                  </a:moveTo>
                  <a:cubicBezTo>
                    <a:pt x="156" y="13"/>
                    <a:pt x="167" y="29"/>
                    <a:pt x="167" y="43"/>
                  </a:cubicBezTo>
                  <a:cubicBezTo>
                    <a:pt x="167" y="48"/>
                    <a:pt x="166" y="52"/>
                    <a:pt x="163" y="56"/>
                  </a:cubicBezTo>
                  <a:cubicBezTo>
                    <a:pt x="157" y="38"/>
                    <a:pt x="143" y="25"/>
                    <a:pt x="125" y="18"/>
                  </a:cubicBezTo>
                  <a:cubicBezTo>
                    <a:pt x="130" y="15"/>
                    <a:pt x="135" y="13"/>
                    <a:pt x="141" y="13"/>
                  </a:cubicBezTo>
                  <a:close/>
                  <a:moveTo>
                    <a:pt x="161" y="114"/>
                  </a:moveTo>
                  <a:cubicBezTo>
                    <a:pt x="40" y="114"/>
                    <a:pt x="40" y="114"/>
                    <a:pt x="40" y="114"/>
                  </a:cubicBezTo>
                  <a:cubicBezTo>
                    <a:pt x="20" y="114"/>
                    <a:pt x="13" y="104"/>
                    <a:pt x="13" y="94"/>
                  </a:cubicBezTo>
                  <a:cubicBezTo>
                    <a:pt x="13" y="84"/>
                    <a:pt x="18" y="78"/>
                    <a:pt x="27" y="74"/>
                  </a:cubicBezTo>
                  <a:cubicBezTo>
                    <a:pt x="35" y="70"/>
                    <a:pt x="43" y="70"/>
                    <a:pt x="43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9" y="39"/>
                    <a:pt x="74" y="27"/>
                    <a:pt x="97" y="27"/>
                  </a:cubicBezTo>
                  <a:cubicBezTo>
                    <a:pt x="131" y="27"/>
                    <a:pt x="153" y="46"/>
                    <a:pt x="154" y="77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72" y="84"/>
                    <a:pt x="174" y="93"/>
                    <a:pt x="174" y="101"/>
                  </a:cubicBezTo>
                  <a:cubicBezTo>
                    <a:pt x="174" y="112"/>
                    <a:pt x="172" y="114"/>
                    <a:pt x="161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2" name="Freeform 165"/>
            <p:cNvSpPr>
              <a:spLocks/>
            </p:cNvSpPr>
            <p:nvPr/>
          </p:nvSpPr>
          <p:spPr bwMode="auto">
            <a:xfrm>
              <a:off x="5349875" y="2976563"/>
              <a:ext cx="47625" cy="25400"/>
            </a:xfrm>
            <a:custGeom>
              <a:avLst/>
              <a:gdLst>
                <a:gd name="T0" fmla="*/ 20 w 26"/>
                <a:gd name="T1" fmla="*/ 0 h 14"/>
                <a:gd name="T2" fmla="*/ 6 w 26"/>
                <a:gd name="T3" fmla="*/ 0 h 14"/>
                <a:gd name="T4" fmla="*/ 0 w 26"/>
                <a:gd name="T5" fmla="*/ 7 h 14"/>
                <a:gd name="T6" fmla="*/ 6 w 26"/>
                <a:gd name="T7" fmla="*/ 14 h 14"/>
                <a:gd name="T8" fmla="*/ 20 w 26"/>
                <a:gd name="T9" fmla="*/ 14 h 14"/>
                <a:gd name="T10" fmla="*/ 26 w 26"/>
                <a:gd name="T11" fmla="*/ 7 h 14"/>
                <a:gd name="T12" fmla="*/ 20 w 26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4">
                  <a:moveTo>
                    <a:pt x="2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3" y="14"/>
                    <a:pt x="26" y="11"/>
                    <a:pt x="26" y="7"/>
                  </a:cubicBezTo>
                  <a:cubicBezTo>
                    <a:pt x="26" y="3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3" name="Freeform 166"/>
            <p:cNvSpPr>
              <a:spLocks/>
            </p:cNvSpPr>
            <p:nvPr/>
          </p:nvSpPr>
          <p:spPr bwMode="auto">
            <a:xfrm>
              <a:off x="5248275" y="2849563"/>
              <a:ext cx="23813" cy="50800"/>
            </a:xfrm>
            <a:custGeom>
              <a:avLst/>
              <a:gdLst>
                <a:gd name="T0" fmla="*/ 13 w 13"/>
                <a:gd name="T1" fmla="*/ 20 h 27"/>
                <a:gd name="T2" fmla="*/ 13 w 13"/>
                <a:gd name="T3" fmla="*/ 7 h 27"/>
                <a:gd name="T4" fmla="*/ 7 w 13"/>
                <a:gd name="T5" fmla="*/ 0 h 27"/>
                <a:gd name="T6" fmla="*/ 0 w 13"/>
                <a:gd name="T7" fmla="*/ 7 h 27"/>
                <a:gd name="T8" fmla="*/ 0 w 13"/>
                <a:gd name="T9" fmla="*/ 20 h 27"/>
                <a:gd name="T10" fmla="*/ 7 w 13"/>
                <a:gd name="T11" fmla="*/ 27 h 27"/>
                <a:gd name="T12" fmla="*/ 13 w 13"/>
                <a:gd name="T13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7">
                  <a:moveTo>
                    <a:pt x="13" y="20"/>
                  </a:move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4"/>
                    <a:pt x="3" y="27"/>
                    <a:pt x="7" y="27"/>
                  </a:cubicBezTo>
                  <a:cubicBezTo>
                    <a:pt x="10" y="27"/>
                    <a:pt x="13" y="24"/>
                    <a:pt x="13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4" name="Freeform 167"/>
            <p:cNvSpPr>
              <a:spLocks/>
            </p:cNvSpPr>
            <p:nvPr/>
          </p:nvSpPr>
          <p:spPr bwMode="auto">
            <a:xfrm>
              <a:off x="5314950" y="2874963"/>
              <a:ext cx="47625" cy="44450"/>
            </a:xfrm>
            <a:custGeom>
              <a:avLst/>
              <a:gdLst>
                <a:gd name="T0" fmla="*/ 12 w 25"/>
                <a:gd name="T1" fmla="*/ 22 h 24"/>
                <a:gd name="T2" fmla="*/ 22 w 25"/>
                <a:gd name="T3" fmla="*/ 12 h 24"/>
                <a:gd name="T4" fmla="*/ 22 w 25"/>
                <a:gd name="T5" fmla="*/ 3 h 24"/>
                <a:gd name="T6" fmla="*/ 13 w 25"/>
                <a:gd name="T7" fmla="*/ 3 h 24"/>
                <a:gd name="T8" fmla="*/ 3 w 25"/>
                <a:gd name="T9" fmla="*/ 13 h 24"/>
                <a:gd name="T10" fmla="*/ 3 w 25"/>
                <a:gd name="T11" fmla="*/ 22 h 24"/>
                <a:gd name="T12" fmla="*/ 8 w 25"/>
                <a:gd name="T13" fmla="*/ 24 h 24"/>
                <a:gd name="T14" fmla="*/ 12 w 25"/>
                <a:gd name="T15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4">
                  <a:moveTo>
                    <a:pt x="12" y="22"/>
                  </a:moveTo>
                  <a:cubicBezTo>
                    <a:pt x="22" y="12"/>
                    <a:pt x="22" y="12"/>
                    <a:pt x="22" y="12"/>
                  </a:cubicBezTo>
                  <a:cubicBezTo>
                    <a:pt x="25" y="10"/>
                    <a:pt x="25" y="5"/>
                    <a:pt x="22" y="3"/>
                  </a:cubicBezTo>
                  <a:cubicBezTo>
                    <a:pt x="20" y="0"/>
                    <a:pt x="15" y="0"/>
                    <a:pt x="13" y="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15"/>
                    <a:pt x="0" y="20"/>
                    <a:pt x="3" y="22"/>
                  </a:cubicBezTo>
                  <a:cubicBezTo>
                    <a:pt x="4" y="24"/>
                    <a:pt x="6" y="24"/>
                    <a:pt x="8" y="24"/>
                  </a:cubicBezTo>
                  <a:cubicBezTo>
                    <a:pt x="9" y="24"/>
                    <a:pt x="11" y="24"/>
                    <a:pt x="12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5" name="Freeform 168"/>
            <p:cNvSpPr>
              <a:spLocks/>
            </p:cNvSpPr>
            <p:nvPr/>
          </p:nvSpPr>
          <p:spPr bwMode="auto">
            <a:xfrm>
              <a:off x="5157788" y="2874963"/>
              <a:ext cx="47625" cy="44450"/>
            </a:xfrm>
            <a:custGeom>
              <a:avLst/>
              <a:gdLst>
                <a:gd name="T0" fmla="*/ 18 w 25"/>
                <a:gd name="T1" fmla="*/ 24 h 24"/>
                <a:gd name="T2" fmla="*/ 22 w 25"/>
                <a:gd name="T3" fmla="*/ 22 h 24"/>
                <a:gd name="T4" fmla="*/ 22 w 25"/>
                <a:gd name="T5" fmla="*/ 13 h 24"/>
                <a:gd name="T6" fmla="*/ 12 w 25"/>
                <a:gd name="T7" fmla="*/ 3 h 24"/>
                <a:gd name="T8" fmla="*/ 3 w 25"/>
                <a:gd name="T9" fmla="*/ 3 h 24"/>
                <a:gd name="T10" fmla="*/ 3 w 25"/>
                <a:gd name="T11" fmla="*/ 12 h 24"/>
                <a:gd name="T12" fmla="*/ 13 w 25"/>
                <a:gd name="T13" fmla="*/ 22 h 24"/>
                <a:gd name="T14" fmla="*/ 18 w 25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4">
                  <a:moveTo>
                    <a:pt x="18" y="24"/>
                  </a:moveTo>
                  <a:cubicBezTo>
                    <a:pt x="19" y="24"/>
                    <a:pt x="21" y="24"/>
                    <a:pt x="22" y="22"/>
                  </a:cubicBezTo>
                  <a:cubicBezTo>
                    <a:pt x="25" y="20"/>
                    <a:pt x="25" y="15"/>
                    <a:pt x="22" y="1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6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4" y="24"/>
                    <a:pt x="16" y="24"/>
                    <a:pt x="18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56" name="Freeform 169"/>
          <p:cNvSpPr>
            <a:spLocks noEditPoints="1"/>
          </p:cNvSpPr>
          <p:nvPr/>
        </p:nvSpPr>
        <p:spPr bwMode="auto">
          <a:xfrm>
            <a:off x="6243638" y="2876550"/>
            <a:ext cx="403225" cy="250825"/>
          </a:xfrm>
          <a:custGeom>
            <a:avLst/>
            <a:gdLst>
              <a:gd name="T0" fmla="*/ 188 w 215"/>
              <a:gd name="T1" fmla="*/ 67 h 134"/>
              <a:gd name="T2" fmla="*/ 114 w 215"/>
              <a:gd name="T3" fmla="*/ 0 h 134"/>
              <a:gd name="T4" fmla="*/ 42 w 215"/>
              <a:gd name="T5" fmla="*/ 53 h 134"/>
              <a:gd name="T6" fmla="*/ 40 w 215"/>
              <a:gd name="T7" fmla="*/ 53 h 134"/>
              <a:gd name="T8" fmla="*/ 0 w 215"/>
              <a:gd name="T9" fmla="*/ 94 h 134"/>
              <a:gd name="T10" fmla="*/ 40 w 215"/>
              <a:gd name="T11" fmla="*/ 134 h 134"/>
              <a:gd name="T12" fmla="*/ 181 w 215"/>
              <a:gd name="T13" fmla="*/ 134 h 134"/>
              <a:gd name="T14" fmla="*/ 215 w 215"/>
              <a:gd name="T15" fmla="*/ 100 h 134"/>
              <a:gd name="T16" fmla="*/ 188 w 215"/>
              <a:gd name="T17" fmla="*/ 67 h 134"/>
              <a:gd name="T18" fmla="*/ 181 w 215"/>
              <a:gd name="T19" fmla="*/ 121 h 134"/>
              <a:gd name="T20" fmla="*/ 40 w 215"/>
              <a:gd name="T21" fmla="*/ 121 h 134"/>
              <a:gd name="T22" fmla="*/ 13 w 215"/>
              <a:gd name="T23" fmla="*/ 94 h 134"/>
              <a:gd name="T24" fmla="*/ 40 w 215"/>
              <a:gd name="T25" fmla="*/ 67 h 134"/>
              <a:gd name="T26" fmla="*/ 47 w 215"/>
              <a:gd name="T27" fmla="*/ 67 h 134"/>
              <a:gd name="T28" fmla="*/ 54 w 215"/>
              <a:gd name="T29" fmla="*/ 61 h 134"/>
              <a:gd name="T30" fmla="*/ 114 w 215"/>
              <a:gd name="T31" fmla="*/ 13 h 134"/>
              <a:gd name="T32" fmla="*/ 174 w 215"/>
              <a:gd name="T33" fmla="*/ 74 h 134"/>
              <a:gd name="T34" fmla="*/ 181 w 215"/>
              <a:gd name="T35" fmla="*/ 80 h 134"/>
              <a:gd name="T36" fmla="*/ 201 w 215"/>
              <a:gd name="T37" fmla="*/ 100 h 134"/>
              <a:gd name="T38" fmla="*/ 181 w 215"/>
              <a:gd name="T39" fmla="*/ 121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15" h="134">
                <a:moveTo>
                  <a:pt x="188" y="67"/>
                </a:moveTo>
                <a:cubicBezTo>
                  <a:pt x="184" y="30"/>
                  <a:pt x="153" y="0"/>
                  <a:pt x="114" y="0"/>
                </a:cubicBezTo>
                <a:cubicBezTo>
                  <a:pt x="80" y="0"/>
                  <a:pt x="50" y="22"/>
                  <a:pt x="42" y="53"/>
                </a:cubicBezTo>
                <a:cubicBezTo>
                  <a:pt x="40" y="53"/>
                  <a:pt x="40" y="53"/>
                  <a:pt x="40" y="53"/>
                </a:cubicBezTo>
                <a:cubicBezTo>
                  <a:pt x="18" y="53"/>
                  <a:pt x="0" y="71"/>
                  <a:pt x="0" y="94"/>
                </a:cubicBezTo>
                <a:cubicBezTo>
                  <a:pt x="0" y="116"/>
                  <a:pt x="18" y="134"/>
                  <a:pt x="40" y="134"/>
                </a:cubicBezTo>
                <a:cubicBezTo>
                  <a:pt x="181" y="134"/>
                  <a:pt x="181" y="134"/>
                  <a:pt x="181" y="134"/>
                </a:cubicBezTo>
                <a:cubicBezTo>
                  <a:pt x="200" y="134"/>
                  <a:pt x="215" y="119"/>
                  <a:pt x="215" y="100"/>
                </a:cubicBezTo>
                <a:cubicBezTo>
                  <a:pt x="215" y="84"/>
                  <a:pt x="203" y="70"/>
                  <a:pt x="188" y="67"/>
                </a:cubicBezTo>
                <a:close/>
                <a:moveTo>
                  <a:pt x="181" y="121"/>
                </a:moveTo>
                <a:cubicBezTo>
                  <a:pt x="40" y="121"/>
                  <a:pt x="40" y="121"/>
                  <a:pt x="40" y="121"/>
                </a:cubicBezTo>
                <a:cubicBezTo>
                  <a:pt x="25" y="121"/>
                  <a:pt x="13" y="108"/>
                  <a:pt x="13" y="94"/>
                </a:cubicBezTo>
                <a:cubicBezTo>
                  <a:pt x="13" y="79"/>
                  <a:pt x="25" y="67"/>
                  <a:pt x="40" y="67"/>
                </a:cubicBezTo>
                <a:cubicBezTo>
                  <a:pt x="47" y="67"/>
                  <a:pt x="47" y="67"/>
                  <a:pt x="47" y="67"/>
                </a:cubicBezTo>
                <a:cubicBezTo>
                  <a:pt x="50" y="67"/>
                  <a:pt x="53" y="65"/>
                  <a:pt x="54" y="61"/>
                </a:cubicBezTo>
                <a:cubicBezTo>
                  <a:pt x="59" y="33"/>
                  <a:pt x="84" y="13"/>
                  <a:pt x="114" y="13"/>
                </a:cubicBezTo>
                <a:cubicBezTo>
                  <a:pt x="147" y="13"/>
                  <a:pt x="174" y="40"/>
                  <a:pt x="174" y="74"/>
                </a:cubicBezTo>
                <a:cubicBezTo>
                  <a:pt x="174" y="77"/>
                  <a:pt x="177" y="80"/>
                  <a:pt x="181" y="80"/>
                </a:cubicBezTo>
                <a:cubicBezTo>
                  <a:pt x="192" y="80"/>
                  <a:pt x="201" y="89"/>
                  <a:pt x="201" y="100"/>
                </a:cubicBezTo>
                <a:cubicBezTo>
                  <a:pt x="201" y="111"/>
                  <a:pt x="192" y="121"/>
                  <a:pt x="181" y="12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95" name="Group 594"/>
          <p:cNvGrpSpPr/>
          <p:nvPr/>
        </p:nvGrpSpPr>
        <p:grpSpPr>
          <a:xfrm>
            <a:off x="6865938" y="2813050"/>
            <a:ext cx="404813" cy="376238"/>
            <a:chOff x="6865938" y="2813050"/>
            <a:chExt cx="404813" cy="376238"/>
          </a:xfrm>
        </p:grpSpPr>
        <p:sp>
          <p:nvSpPr>
            <p:cNvPr id="557" name="Freeform 170"/>
            <p:cNvSpPr>
              <a:spLocks/>
            </p:cNvSpPr>
            <p:nvPr/>
          </p:nvSpPr>
          <p:spPr bwMode="auto">
            <a:xfrm>
              <a:off x="6953250" y="3074988"/>
              <a:ext cx="65088" cy="66675"/>
            </a:xfrm>
            <a:custGeom>
              <a:avLst/>
              <a:gdLst>
                <a:gd name="T0" fmla="*/ 33 w 35"/>
                <a:gd name="T1" fmla="*/ 3 h 35"/>
                <a:gd name="T2" fmla="*/ 23 w 35"/>
                <a:gd name="T3" fmla="*/ 3 h 35"/>
                <a:gd name="T4" fmla="*/ 3 w 35"/>
                <a:gd name="T5" fmla="*/ 23 h 35"/>
                <a:gd name="T6" fmla="*/ 3 w 35"/>
                <a:gd name="T7" fmla="*/ 33 h 35"/>
                <a:gd name="T8" fmla="*/ 8 w 35"/>
                <a:gd name="T9" fmla="*/ 35 h 35"/>
                <a:gd name="T10" fmla="*/ 13 w 35"/>
                <a:gd name="T11" fmla="*/ 33 h 35"/>
                <a:gd name="T12" fmla="*/ 33 w 35"/>
                <a:gd name="T13" fmla="*/ 13 h 35"/>
                <a:gd name="T14" fmla="*/ 33 w 35"/>
                <a:gd name="T15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35">
                  <a:moveTo>
                    <a:pt x="33" y="3"/>
                  </a:moveTo>
                  <a:cubicBezTo>
                    <a:pt x="30" y="0"/>
                    <a:pt x="26" y="0"/>
                    <a:pt x="23" y="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6"/>
                    <a:pt x="0" y="30"/>
                    <a:pt x="3" y="33"/>
                  </a:cubicBezTo>
                  <a:cubicBezTo>
                    <a:pt x="4" y="34"/>
                    <a:pt x="6" y="35"/>
                    <a:pt x="8" y="35"/>
                  </a:cubicBezTo>
                  <a:cubicBezTo>
                    <a:pt x="9" y="35"/>
                    <a:pt x="11" y="34"/>
                    <a:pt x="13" y="3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5" y="10"/>
                    <a:pt x="35" y="6"/>
                    <a:pt x="3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8" name="Freeform 171"/>
            <p:cNvSpPr>
              <a:spLocks/>
            </p:cNvSpPr>
            <p:nvPr/>
          </p:nvSpPr>
          <p:spPr bwMode="auto">
            <a:xfrm>
              <a:off x="7105650" y="3074988"/>
              <a:ext cx="76200" cy="77788"/>
            </a:xfrm>
            <a:custGeom>
              <a:avLst/>
              <a:gdLst>
                <a:gd name="T0" fmla="*/ 29 w 41"/>
                <a:gd name="T1" fmla="*/ 3 h 41"/>
                <a:gd name="T2" fmla="*/ 3 w 41"/>
                <a:gd name="T3" fmla="*/ 30 h 41"/>
                <a:gd name="T4" fmla="*/ 3 w 41"/>
                <a:gd name="T5" fmla="*/ 39 h 41"/>
                <a:gd name="T6" fmla="*/ 7 w 41"/>
                <a:gd name="T7" fmla="*/ 41 h 41"/>
                <a:gd name="T8" fmla="*/ 12 w 41"/>
                <a:gd name="T9" fmla="*/ 39 h 41"/>
                <a:gd name="T10" fmla="*/ 39 w 41"/>
                <a:gd name="T11" fmla="*/ 13 h 41"/>
                <a:gd name="T12" fmla="*/ 39 w 41"/>
                <a:gd name="T13" fmla="*/ 3 h 41"/>
                <a:gd name="T14" fmla="*/ 29 w 41"/>
                <a:gd name="T15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1">
                  <a:moveTo>
                    <a:pt x="29" y="3"/>
                  </a:moveTo>
                  <a:cubicBezTo>
                    <a:pt x="3" y="30"/>
                    <a:pt x="3" y="30"/>
                    <a:pt x="3" y="30"/>
                  </a:cubicBezTo>
                  <a:cubicBezTo>
                    <a:pt x="0" y="33"/>
                    <a:pt x="0" y="37"/>
                    <a:pt x="3" y="39"/>
                  </a:cubicBezTo>
                  <a:cubicBezTo>
                    <a:pt x="4" y="41"/>
                    <a:pt x="6" y="41"/>
                    <a:pt x="7" y="41"/>
                  </a:cubicBezTo>
                  <a:cubicBezTo>
                    <a:pt x="9" y="41"/>
                    <a:pt x="11" y="41"/>
                    <a:pt x="12" y="3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1" y="10"/>
                    <a:pt x="41" y="6"/>
                    <a:pt x="39" y="3"/>
                  </a:cubicBezTo>
                  <a:cubicBezTo>
                    <a:pt x="36" y="0"/>
                    <a:pt x="32" y="0"/>
                    <a:pt x="2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9" name="Freeform 172"/>
            <p:cNvSpPr>
              <a:spLocks/>
            </p:cNvSpPr>
            <p:nvPr/>
          </p:nvSpPr>
          <p:spPr bwMode="auto">
            <a:xfrm>
              <a:off x="6985000" y="3074988"/>
              <a:ext cx="115888" cy="114300"/>
            </a:xfrm>
            <a:custGeom>
              <a:avLst/>
              <a:gdLst>
                <a:gd name="T0" fmla="*/ 50 w 62"/>
                <a:gd name="T1" fmla="*/ 3 h 61"/>
                <a:gd name="T2" fmla="*/ 3 w 62"/>
                <a:gd name="T3" fmla="*/ 50 h 61"/>
                <a:gd name="T4" fmla="*/ 3 w 62"/>
                <a:gd name="T5" fmla="*/ 59 h 61"/>
                <a:gd name="T6" fmla="*/ 8 w 62"/>
                <a:gd name="T7" fmla="*/ 61 h 61"/>
                <a:gd name="T8" fmla="*/ 12 w 62"/>
                <a:gd name="T9" fmla="*/ 59 h 61"/>
                <a:gd name="T10" fmla="*/ 59 w 62"/>
                <a:gd name="T11" fmla="*/ 13 h 61"/>
                <a:gd name="T12" fmla="*/ 59 w 62"/>
                <a:gd name="T13" fmla="*/ 3 h 61"/>
                <a:gd name="T14" fmla="*/ 50 w 62"/>
                <a:gd name="T15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61">
                  <a:moveTo>
                    <a:pt x="50" y="3"/>
                  </a:moveTo>
                  <a:cubicBezTo>
                    <a:pt x="3" y="50"/>
                    <a:pt x="3" y="50"/>
                    <a:pt x="3" y="50"/>
                  </a:cubicBezTo>
                  <a:cubicBezTo>
                    <a:pt x="0" y="53"/>
                    <a:pt x="0" y="57"/>
                    <a:pt x="3" y="59"/>
                  </a:cubicBezTo>
                  <a:cubicBezTo>
                    <a:pt x="4" y="61"/>
                    <a:pt x="6" y="61"/>
                    <a:pt x="8" y="61"/>
                  </a:cubicBezTo>
                  <a:cubicBezTo>
                    <a:pt x="9" y="61"/>
                    <a:pt x="11" y="61"/>
                    <a:pt x="12" y="59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62" y="10"/>
                    <a:pt x="62" y="6"/>
                    <a:pt x="59" y="3"/>
                  </a:cubicBezTo>
                  <a:cubicBezTo>
                    <a:pt x="57" y="0"/>
                    <a:pt x="52" y="0"/>
                    <a:pt x="5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0" name="Freeform 173"/>
            <p:cNvSpPr>
              <a:spLocks noEditPoints="1"/>
            </p:cNvSpPr>
            <p:nvPr/>
          </p:nvSpPr>
          <p:spPr bwMode="auto">
            <a:xfrm>
              <a:off x="6865938" y="2813050"/>
              <a:ext cx="404813" cy="250825"/>
            </a:xfrm>
            <a:custGeom>
              <a:avLst/>
              <a:gdLst>
                <a:gd name="T0" fmla="*/ 188 w 215"/>
                <a:gd name="T1" fmla="*/ 68 h 134"/>
                <a:gd name="T2" fmla="*/ 114 w 215"/>
                <a:gd name="T3" fmla="*/ 0 h 134"/>
                <a:gd name="T4" fmla="*/ 42 w 215"/>
                <a:gd name="T5" fmla="*/ 54 h 134"/>
                <a:gd name="T6" fmla="*/ 40 w 215"/>
                <a:gd name="T7" fmla="*/ 54 h 134"/>
                <a:gd name="T8" fmla="*/ 0 w 215"/>
                <a:gd name="T9" fmla="*/ 94 h 134"/>
                <a:gd name="T10" fmla="*/ 40 w 215"/>
                <a:gd name="T11" fmla="*/ 134 h 134"/>
                <a:gd name="T12" fmla="*/ 181 w 215"/>
                <a:gd name="T13" fmla="*/ 134 h 134"/>
                <a:gd name="T14" fmla="*/ 215 w 215"/>
                <a:gd name="T15" fmla="*/ 101 h 134"/>
                <a:gd name="T16" fmla="*/ 188 w 215"/>
                <a:gd name="T17" fmla="*/ 68 h 134"/>
                <a:gd name="T18" fmla="*/ 181 w 215"/>
                <a:gd name="T19" fmla="*/ 121 h 134"/>
                <a:gd name="T20" fmla="*/ 40 w 215"/>
                <a:gd name="T21" fmla="*/ 121 h 134"/>
                <a:gd name="T22" fmla="*/ 14 w 215"/>
                <a:gd name="T23" fmla="*/ 94 h 134"/>
                <a:gd name="T24" fmla="*/ 40 w 215"/>
                <a:gd name="T25" fmla="*/ 67 h 134"/>
                <a:gd name="T26" fmla="*/ 47 w 215"/>
                <a:gd name="T27" fmla="*/ 67 h 134"/>
                <a:gd name="T28" fmla="*/ 54 w 215"/>
                <a:gd name="T29" fmla="*/ 62 h 134"/>
                <a:gd name="T30" fmla="*/ 114 w 215"/>
                <a:gd name="T31" fmla="*/ 14 h 134"/>
                <a:gd name="T32" fmla="*/ 175 w 215"/>
                <a:gd name="T33" fmla="*/ 74 h 134"/>
                <a:gd name="T34" fmla="*/ 181 w 215"/>
                <a:gd name="T35" fmla="*/ 81 h 134"/>
                <a:gd name="T36" fmla="*/ 201 w 215"/>
                <a:gd name="T37" fmla="*/ 101 h 134"/>
                <a:gd name="T38" fmla="*/ 181 w 215"/>
                <a:gd name="T39" fmla="*/ 12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188" y="68"/>
                  </a:moveTo>
                  <a:cubicBezTo>
                    <a:pt x="185" y="30"/>
                    <a:pt x="153" y="0"/>
                    <a:pt x="114" y="0"/>
                  </a:cubicBezTo>
                  <a:cubicBezTo>
                    <a:pt x="80" y="0"/>
                    <a:pt x="50" y="22"/>
                    <a:pt x="42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200" y="134"/>
                    <a:pt x="215" y="119"/>
                    <a:pt x="215" y="101"/>
                  </a:cubicBezTo>
                  <a:cubicBezTo>
                    <a:pt x="215" y="85"/>
                    <a:pt x="203" y="71"/>
                    <a:pt x="188" y="68"/>
                  </a:cubicBezTo>
                  <a:close/>
                  <a:moveTo>
                    <a:pt x="181" y="121"/>
                  </a:moveTo>
                  <a:cubicBezTo>
                    <a:pt x="40" y="121"/>
                    <a:pt x="40" y="121"/>
                    <a:pt x="40" y="121"/>
                  </a:cubicBezTo>
                  <a:cubicBezTo>
                    <a:pt x="26" y="121"/>
                    <a:pt x="14" y="109"/>
                    <a:pt x="14" y="94"/>
                  </a:cubicBezTo>
                  <a:cubicBezTo>
                    <a:pt x="14" y="79"/>
                    <a:pt x="26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4" y="62"/>
                  </a:cubicBezTo>
                  <a:cubicBezTo>
                    <a:pt x="59" y="34"/>
                    <a:pt x="84" y="14"/>
                    <a:pt x="114" y="14"/>
                  </a:cubicBezTo>
                  <a:cubicBezTo>
                    <a:pt x="147" y="14"/>
                    <a:pt x="175" y="41"/>
                    <a:pt x="175" y="74"/>
                  </a:cubicBezTo>
                  <a:cubicBezTo>
                    <a:pt x="175" y="78"/>
                    <a:pt x="178" y="81"/>
                    <a:pt x="181" y="81"/>
                  </a:cubicBezTo>
                  <a:cubicBezTo>
                    <a:pt x="192" y="81"/>
                    <a:pt x="201" y="90"/>
                    <a:pt x="201" y="101"/>
                  </a:cubicBezTo>
                  <a:cubicBezTo>
                    <a:pt x="201" y="112"/>
                    <a:pt x="192" y="121"/>
                    <a:pt x="181" y="1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6" name="Group 595"/>
          <p:cNvGrpSpPr/>
          <p:nvPr/>
        </p:nvGrpSpPr>
        <p:grpSpPr>
          <a:xfrm>
            <a:off x="7489825" y="2813050"/>
            <a:ext cx="403225" cy="376238"/>
            <a:chOff x="7489825" y="2813050"/>
            <a:chExt cx="403225" cy="376238"/>
          </a:xfrm>
        </p:grpSpPr>
        <p:sp>
          <p:nvSpPr>
            <p:cNvPr id="561" name="Freeform 174"/>
            <p:cNvSpPr>
              <a:spLocks/>
            </p:cNvSpPr>
            <p:nvPr/>
          </p:nvSpPr>
          <p:spPr bwMode="auto">
            <a:xfrm>
              <a:off x="7604125" y="3076575"/>
              <a:ext cx="25400" cy="65088"/>
            </a:xfrm>
            <a:custGeom>
              <a:avLst/>
              <a:gdLst>
                <a:gd name="T0" fmla="*/ 6 w 13"/>
                <a:gd name="T1" fmla="*/ 0 h 34"/>
                <a:gd name="T2" fmla="*/ 0 w 13"/>
                <a:gd name="T3" fmla="*/ 7 h 34"/>
                <a:gd name="T4" fmla="*/ 0 w 13"/>
                <a:gd name="T5" fmla="*/ 27 h 34"/>
                <a:gd name="T6" fmla="*/ 6 w 13"/>
                <a:gd name="T7" fmla="*/ 34 h 34"/>
                <a:gd name="T8" fmla="*/ 13 w 13"/>
                <a:gd name="T9" fmla="*/ 27 h 34"/>
                <a:gd name="T10" fmla="*/ 13 w 13"/>
                <a:gd name="T11" fmla="*/ 7 h 34"/>
                <a:gd name="T12" fmla="*/ 6 w 13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1"/>
                    <a:pt x="3" y="34"/>
                    <a:pt x="6" y="34"/>
                  </a:cubicBezTo>
                  <a:cubicBezTo>
                    <a:pt x="10" y="34"/>
                    <a:pt x="13" y="31"/>
                    <a:pt x="13" y="2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2" name="Freeform 175"/>
            <p:cNvSpPr>
              <a:spLocks/>
            </p:cNvSpPr>
            <p:nvPr/>
          </p:nvSpPr>
          <p:spPr bwMode="auto">
            <a:xfrm>
              <a:off x="7704138" y="3076575"/>
              <a:ext cx="26988" cy="76200"/>
            </a:xfrm>
            <a:custGeom>
              <a:avLst/>
              <a:gdLst>
                <a:gd name="T0" fmla="*/ 7 w 14"/>
                <a:gd name="T1" fmla="*/ 0 h 40"/>
                <a:gd name="T2" fmla="*/ 0 w 14"/>
                <a:gd name="T3" fmla="*/ 7 h 40"/>
                <a:gd name="T4" fmla="*/ 0 w 14"/>
                <a:gd name="T5" fmla="*/ 34 h 40"/>
                <a:gd name="T6" fmla="*/ 7 w 14"/>
                <a:gd name="T7" fmla="*/ 40 h 40"/>
                <a:gd name="T8" fmla="*/ 14 w 14"/>
                <a:gd name="T9" fmla="*/ 34 h 40"/>
                <a:gd name="T10" fmla="*/ 14 w 14"/>
                <a:gd name="T11" fmla="*/ 7 h 40"/>
                <a:gd name="T12" fmla="*/ 7 w 1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0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11" y="40"/>
                    <a:pt x="14" y="37"/>
                    <a:pt x="14" y="3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3" name="Freeform 176"/>
            <p:cNvSpPr>
              <a:spLocks/>
            </p:cNvSpPr>
            <p:nvPr/>
          </p:nvSpPr>
          <p:spPr bwMode="auto">
            <a:xfrm>
              <a:off x="7653338" y="3076575"/>
              <a:ext cx="26988" cy="112713"/>
            </a:xfrm>
            <a:custGeom>
              <a:avLst/>
              <a:gdLst>
                <a:gd name="T0" fmla="*/ 7 w 14"/>
                <a:gd name="T1" fmla="*/ 0 h 60"/>
                <a:gd name="T2" fmla="*/ 0 w 14"/>
                <a:gd name="T3" fmla="*/ 7 h 60"/>
                <a:gd name="T4" fmla="*/ 0 w 14"/>
                <a:gd name="T5" fmla="*/ 54 h 60"/>
                <a:gd name="T6" fmla="*/ 7 w 14"/>
                <a:gd name="T7" fmla="*/ 60 h 60"/>
                <a:gd name="T8" fmla="*/ 14 w 14"/>
                <a:gd name="T9" fmla="*/ 54 h 60"/>
                <a:gd name="T10" fmla="*/ 14 w 14"/>
                <a:gd name="T11" fmla="*/ 7 h 60"/>
                <a:gd name="T12" fmla="*/ 7 w 14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60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7"/>
                    <a:pt x="3" y="60"/>
                    <a:pt x="7" y="60"/>
                  </a:cubicBezTo>
                  <a:cubicBezTo>
                    <a:pt x="11" y="60"/>
                    <a:pt x="14" y="57"/>
                    <a:pt x="14" y="5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4" name="Freeform 177"/>
            <p:cNvSpPr>
              <a:spLocks/>
            </p:cNvSpPr>
            <p:nvPr/>
          </p:nvSpPr>
          <p:spPr bwMode="auto">
            <a:xfrm>
              <a:off x="7754938" y="3076575"/>
              <a:ext cx="26988" cy="112713"/>
            </a:xfrm>
            <a:custGeom>
              <a:avLst/>
              <a:gdLst>
                <a:gd name="T0" fmla="*/ 7 w 14"/>
                <a:gd name="T1" fmla="*/ 0 h 60"/>
                <a:gd name="T2" fmla="*/ 0 w 14"/>
                <a:gd name="T3" fmla="*/ 7 h 60"/>
                <a:gd name="T4" fmla="*/ 0 w 14"/>
                <a:gd name="T5" fmla="*/ 54 h 60"/>
                <a:gd name="T6" fmla="*/ 7 w 14"/>
                <a:gd name="T7" fmla="*/ 60 h 60"/>
                <a:gd name="T8" fmla="*/ 14 w 14"/>
                <a:gd name="T9" fmla="*/ 54 h 60"/>
                <a:gd name="T10" fmla="*/ 14 w 14"/>
                <a:gd name="T11" fmla="*/ 7 h 60"/>
                <a:gd name="T12" fmla="*/ 7 w 14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60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7"/>
                    <a:pt x="3" y="60"/>
                    <a:pt x="7" y="60"/>
                  </a:cubicBezTo>
                  <a:cubicBezTo>
                    <a:pt x="11" y="60"/>
                    <a:pt x="14" y="57"/>
                    <a:pt x="14" y="5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5" name="Freeform 178"/>
            <p:cNvSpPr>
              <a:spLocks noEditPoints="1"/>
            </p:cNvSpPr>
            <p:nvPr/>
          </p:nvSpPr>
          <p:spPr bwMode="auto">
            <a:xfrm>
              <a:off x="7489825" y="2813050"/>
              <a:ext cx="403225" cy="250825"/>
            </a:xfrm>
            <a:custGeom>
              <a:avLst/>
              <a:gdLst>
                <a:gd name="T0" fmla="*/ 188 w 215"/>
                <a:gd name="T1" fmla="*/ 68 h 134"/>
                <a:gd name="T2" fmla="*/ 114 w 215"/>
                <a:gd name="T3" fmla="*/ 0 h 134"/>
                <a:gd name="T4" fmla="*/ 42 w 215"/>
                <a:gd name="T5" fmla="*/ 54 h 134"/>
                <a:gd name="T6" fmla="*/ 40 w 215"/>
                <a:gd name="T7" fmla="*/ 54 h 134"/>
                <a:gd name="T8" fmla="*/ 0 w 215"/>
                <a:gd name="T9" fmla="*/ 94 h 134"/>
                <a:gd name="T10" fmla="*/ 40 w 215"/>
                <a:gd name="T11" fmla="*/ 134 h 134"/>
                <a:gd name="T12" fmla="*/ 181 w 215"/>
                <a:gd name="T13" fmla="*/ 134 h 134"/>
                <a:gd name="T14" fmla="*/ 215 w 215"/>
                <a:gd name="T15" fmla="*/ 101 h 134"/>
                <a:gd name="T16" fmla="*/ 188 w 215"/>
                <a:gd name="T17" fmla="*/ 68 h 134"/>
                <a:gd name="T18" fmla="*/ 181 w 215"/>
                <a:gd name="T19" fmla="*/ 121 h 134"/>
                <a:gd name="T20" fmla="*/ 40 w 215"/>
                <a:gd name="T21" fmla="*/ 121 h 134"/>
                <a:gd name="T22" fmla="*/ 14 w 215"/>
                <a:gd name="T23" fmla="*/ 94 h 134"/>
                <a:gd name="T24" fmla="*/ 40 w 215"/>
                <a:gd name="T25" fmla="*/ 67 h 134"/>
                <a:gd name="T26" fmla="*/ 47 w 215"/>
                <a:gd name="T27" fmla="*/ 67 h 134"/>
                <a:gd name="T28" fmla="*/ 54 w 215"/>
                <a:gd name="T29" fmla="*/ 62 h 134"/>
                <a:gd name="T30" fmla="*/ 114 w 215"/>
                <a:gd name="T31" fmla="*/ 14 h 134"/>
                <a:gd name="T32" fmla="*/ 175 w 215"/>
                <a:gd name="T33" fmla="*/ 74 h 134"/>
                <a:gd name="T34" fmla="*/ 181 w 215"/>
                <a:gd name="T35" fmla="*/ 81 h 134"/>
                <a:gd name="T36" fmla="*/ 201 w 215"/>
                <a:gd name="T37" fmla="*/ 101 h 134"/>
                <a:gd name="T38" fmla="*/ 181 w 215"/>
                <a:gd name="T39" fmla="*/ 12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188" y="68"/>
                  </a:moveTo>
                  <a:cubicBezTo>
                    <a:pt x="185" y="30"/>
                    <a:pt x="153" y="0"/>
                    <a:pt x="114" y="0"/>
                  </a:cubicBezTo>
                  <a:cubicBezTo>
                    <a:pt x="80" y="0"/>
                    <a:pt x="50" y="22"/>
                    <a:pt x="42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200" y="134"/>
                    <a:pt x="215" y="119"/>
                    <a:pt x="215" y="101"/>
                  </a:cubicBezTo>
                  <a:cubicBezTo>
                    <a:pt x="215" y="85"/>
                    <a:pt x="203" y="71"/>
                    <a:pt x="188" y="68"/>
                  </a:cubicBezTo>
                  <a:close/>
                  <a:moveTo>
                    <a:pt x="181" y="121"/>
                  </a:moveTo>
                  <a:cubicBezTo>
                    <a:pt x="40" y="121"/>
                    <a:pt x="40" y="121"/>
                    <a:pt x="40" y="121"/>
                  </a:cubicBezTo>
                  <a:cubicBezTo>
                    <a:pt x="26" y="121"/>
                    <a:pt x="14" y="109"/>
                    <a:pt x="14" y="94"/>
                  </a:cubicBezTo>
                  <a:cubicBezTo>
                    <a:pt x="14" y="79"/>
                    <a:pt x="26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4" y="62"/>
                  </a:cubicBezTo>
                  <a:cubicBezTo>
                    <a:pt x="59" y="34"/>
                    <a:pt x="84" y="14"/>
                    <a:pt x="114" y="14"/>
                  </a:cubicBezTo>
                  <a:cubicBezTo>
                    <a:pt x="148" y="14"/>
                    <a:pt x="175" y="41"/>
                    <a:pt x="175" y="74"/>
                  </a:cubicBezTo>
                  <a:cubicBezTo>
                    <a:pt x="175" y="78"/>
                    <a:pt x="178" y="81"/>
                    <a:pt x="181" y="81"/>
                  </a:cubicBezTo>
                  <a:cubicBezTo>
                    <a:pt x="192" y="81"/>
                    <a:pt x="201" y="90"/>
                    <a:pt x="201" y="101"/>
                  </a:cubicBezTo>
                  <a:cubicBezTo>
                    <a:pt x="201" y="112"/>
                    <a:pt x="192" y="121"/>
                    <a:pt x="181" y="1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7" name="Group 596"/>
          <p:cNvGrpSpPr/>
          <p:nvPr/>
        </p:nvGrpSpPr>
        <p:grpSpPr>
          <a:xfrm>
            <a:off x="8113713" y="2819400"/>
            <a:ext cx="403225" cy="365125"/>
            <a:chOff x="8113713" y="2819400"/>
            <a:chExt cx="403225" cy="365125"/>
          </a:xfrm>
        </p:grpSpPr>
        <p:sp>
          <p:nvSpPr>
            <p:cNvPr id="566" name="Freeform 179"/>
            <p:cNvSpPr>
              <a:spLocks/>
            </p:cNvSpPr>
            <p:nvPr/>
          </p:nvSpPr>
          <p:spPr bwMode="auto">
            <a:xfrm>
              <a:off x="8321675" y="3082925"/>
              <a:ext cx="77788" cy="101600"/>
            </a:xfrm>
            <a:custGeom>
              <a:avLst/>
              <a:gdLst>
                <a:gd name="T0" fmla="*/ 28 w 41"/>
                <a:gd name="T1" fmla="*/ 12 h 54"/>
                <a:gd name="T2" fmla="*/ 28 w 41"/>
                <a:gd name="T3" fmla="*/ 2 h 54"/>
                <a:gd name="T4" fmla="*/ 19 w 41"/>
                <a:gd name="T5" fmla="*/ 2 h 54"/>
                <a:gd name="T6" fmla="*/ 0 w 41"/>
                <a:gd name="T7" fmla="*/ 22 h 54"/>
                <a:gd name="T8" fmla="*/ 20 w 41"/>
                <a:gd name="T9" fmla="*/ 35 h 54"/>
                <a:gd name="T10" fmla="*/ 12 w 41"/>
                <a:gd name="T11" fmla="*/ 43 h 54"/>
                <a:gd name="T12" fmla="*/ 12 w 41"/>
                <a:gd name="T13" fmla="*/ 52 h 54"/>
                <a:gd name="T14" fmla="*/ 17 w 41"/>
                <a:gd name="T15" fmla="*/ 54 h 54"/>
                <a:gd name="T16" fmla="*/ 22 w 41"/>
                <a:gd name="T17" fmla="*/ 52 h 54"/>
                <a:gd name="T18" fmla="*/ 41 w 41"/>
                <a:gd name="T19" fmla="*/ 33 h 54"/>
                <a:gd name="T20" fmla="*/ 21 w 41"/>
                <a:gd name="T21" fmla="*/ 20 h 54"/>
                <a:gd name="T22" fmla="*/ 28 w 41"/>
                <a:gd name="T23" fmla="*/ 1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54">
                  <a:moveTo>
                    <a:pt x="28" y="12"/>
                  </a:moveTo>
                  <a:cubicBezTo>
                    <a:pt x="31" y="9"/>
                    <a:pt x="31" y="5"/>
                    <a:pt x="28" y="2"/>
                  </a:cubicBezTo>
                  <a:cubicBezTo>
                    <a:pt x="26" y="0"/>
                    <a:pt x="21" y="0"/>
                    <a:pt x="19" y="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9" y="45"/>
                    <a:pt x="9" y="50"/>
                    <a:pt x="12" y="52"/>
                  </a:cubicBezTo>
                  <a:cubicBezTo>
                    <a:pt x="13" y="53"/>
                    <a:pt x="15" y="54"/>
                    <a:pt x="17" y="54"/>
                  </a:cubicBezTo>
                  <a:cubicBezTo>
                    <a:pt x="19" y="54"/>
                    <a:pt x="20" y="53"/>
                    <a:pt x="22" y="52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21" y="20"/>
                    <a:pt x="21" y="20"/>
                    <a:pt x="21" y="20"/>
                  </a:cubicBezTo>
                  <a:lnTo>
                    <a:pt x="28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7" name="Freeform 180"/>
            <p:cNvSpPr>
              <a:spLocks/>
            </p:cNvSpPr>
            <p:nvPr/>
          </p:nvSpPr>
          <p:spPr bwMode="auto">
            <a:xfrm>
              <a:off x="8220075" y="3082925"/>
              <a:ext cx="77788" cy="101600"/>
            </a:xfrm>
            <a:custGeom>
              <a:avLst/>
              <a:gdLst>
                <a:gd name="T0" fmla="*/ 29 w 41"/>
                <a:gd name="T1" fmla="*/ 12 h 54"/>
                <a:gd name="T2" fmla="*/ 29 w 41"/>
                <a:gd name="T3" fmla="*/ 2 h 54"/>
                <a:gd name="T4" fmla="*/ 19 w 41"/>
                <a:gd name="T5" fmla="*/ 2 h 54"/>
                <a:gd name="T6" fmla="*/ 0 w 41"/>
                <a:gd name="T7" fmla="*/ 22 h 54"/>
                <a:gd name="T8" fmla="*/ 20 w 41"/>
                <a:gd name="T9" fmla="*/ 35 h 54"/>
                <a:gd name="T10" fmla="*/ 12 w 41"/>
                <a:gd name="T11" fmla="*/ 43 h 54"/>
                <a:gd name="T12" fmla="*/ 12 w 41"/>
                <a:gd name="T13" fmla="*/ 52 h 54"/>
                <a:gd name="T14" fmla="*/ 17 w 41"/>
                <a:gd name="T15" fmla="*/ 54 h 54"/>
                <a:gd name="T16" fmla="*/ 22 w 41"/>
                <a:gd name="T17" fmla="*/ 52 h 54"/>
                <a:gd name="T18" fmla="*/ 41 w 41"/>
                <a:gd name="T19" fmla="*/ 33 h 54"/>
                <a:gd name="T20" fmla="*/ 21 w 41"/>
                <a:gd name="T21" fmla="*/ 20 h 54"/>
                <a:gd name="T22" fmla="*/ 29 w 41"/>
                <a:gd name="T23" fmla="*/ 1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54">
                  <a:moveTo>
                    <a:pt x="29" y="12"/>
                  </a:moveTo>
                  <a:cubicBezTo>
                    <a:pt x="31" y="9"/>
                    <a:pt x="31" y="5"/>
                    <a:pt x="29" y="2"/>
                  </a:cubicBezTo>
                  <a:cubicBezTo>
                    <a:pt x="26" y="0"/>
                    <a:pt x="22" y="0"/>
                    <a:pt x="19" y="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0" y="45"/>
                    <a:pt x="10" y="50"/>
                    <a:pt x="12" y="52"/>
                  </a:cubicBezTo>
                  <a:cubicBezTo>
                    <a:pt x="14" y="53"/>
                    <a:pt x="15" y="54"/>
                    <a:pt x="17" y="54"/>
                  </a:cubicBezTo>
                  <a:cubicBezTo>
                    <a:pt x="19" y="54"/>
                    <a:pt x="21" y="53"/>
                    <a:pt x="22" y="52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21" y="20"/>
                    <a:pt x="21" y="20"/>
                    <a:pt x="21" y="20"/>
                  </a:cubicBezTo>
                  <a:lnTo>
                    <a:pt x="2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8" name="Freeform 181"/>
            <p:cNvSpPr>
              <a:spLocks noEditPoints="1"/>
            </p:cNvSpPr>
            <p:nvPr/>
          </p:nvSpPr>
          <p:spPr bwMode="auto">
            <a:xfrm>
              <a:off x="8113713" y="2819400"/>
              <a:ext cx="403225" cy="252413"/>
            </a:xfrm>
            <a:custGeom>
              <a:avLst/>
              <a:gdLst>
                <a:gd name="T0" fmla="*/ 188 w 215"/>
                <a:gd name="T1" fmla="*/ 67 h 134"/>
                <a:gd name="T2" fmla="*/ 114 w 215"/>
                <a:gd name="T3" fmla="*/ 0 h 134"/>
                <a:gd name="T4" fmla="*/ 42 w 215"/>
                <a:gd name="T5" fmla="*/ 53 h 134"/>
                <a:gd name="T6" fmla="*/ 41 w 215"/>
                <a:gd name="T7" fmla="*/ 53 h 134"/>
                <a:gd name="T8" fmla="*/ 0 w 215"/>
                <a:gd name="T9" fmla="*/ 93 h 134"/>
                <a:gd name="T10" fmla="*/ 41 w 215"/>
                <a:gd name="T11" fmla="*/ 134 h 134"/>
                <a:gd name="T12" fmla="*/ 181 w 215"/>
                <a:gd name="T13" fmla="*/ 134 h 134"/>
                <a:gd name="T14" fmla="*/ 215 w 215"/>
                <a:gd name="T15" fmla="*/ 100 h 134"/>
                <a:gd name="T16" fmla="*/ 188 w 215"/>
                <a:gd name="T17" fmla="*/ 67 h 134"/>
                <a:gd name="T18" fmla="*/ 181 w 215"/>
                <a:gd name="T19" fmla="*/ 120 h 134"/>
                <a:gd name="T20" fmla="*/ 41 w 215"/>
                <a:gd name="T21" fmla="*/ 120 h 134"/>
                <a:gd name="T22" fmla="*/ 14 w 215"/>
                <a:gd name="T23" fmla="*/ 93 h 134"/>
                <a:gd name="T24" fmla="*/ 41 w 215"/>
                <a:gd name="T25" fmla="*/ 67 h 134"/>
                <a:gd name="T26" fmla="*/ 47 w 215"/>
                <a:gd name="T27" fmla="*/ 67 h 134"/>
                <a:gd name="T28" fmla="*/ 54 w 215"/>
                <a:gd name="T29" fmla="*/ 61 h 134"/>
                <a:gd name="T30" fmla="*/ 114 w 215"/>
                <a:gd name="T31" fmla="*/ 13 h 134"/>
                <a:gd name="T32" fmla="*/ 175 w 215"/>
                <a:gd name="T33" fmla="*/ 73 h 134"/>
                <a:gd name="T34" fmla="*/ 181 w 215"/>
                <a:gd name="T35" fmla="*/ 80 h 134"/>
                <a:gd name="T36" fmla="*/ 202 w 215"/>
                <a:gd name="T37" fmla="*/ 100 h 134"/>
                <a:gd name="T38" fmla="*/ 181 w 215"/>
                <a:gd name="T39" fmla="*/ 12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188" y="67"/>
                  </a:moveTo>
                  <a:cubicBezTo>
                    <a:pt x="185" y="29"/>
                    <a:pt x="153" y="0"/>
                    <a:pt x="114" y="0"/>
                  </a:cubicBezTo>
                  <a:cubicBezTo>
                    <a:pt x="80" y="0"/>
                    <a:pt x="51" y="22"/>
                    <a:pt x="42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18" y="53"/>
                    <a:pt x="0" y="71"/>
                    <a:pt x="0" y="93"/>
                  </a:cubicBezTo>
                  <a:cubicBezTo>
                    <a:pt x="0" y="116"/>
                    <a:pt x="18" y="134"/>
                    <a:pt x="41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200" y="134"/>
                    <a:pt x="215" y="119"/>
                    <a:pt x="215" y="100"/>
                  </a:cubicBezTo>
                  <a:cubicBezTo>
                    <a:pt x="215" y="84"/>
                    <a:pt x="203" y="70"/>
                    <a:pt x="188" y="67"/>
                  </a:cubicBezTo>
                  <a:close/>
                  <a:moveTo>
                    <a:pt x="181" y="120"/>
                  </a:moveTo>
                  <a:cubicBezTo>
                    <a:pt x="41" y="120"/>
                    <a:pt x="41" y="120"/>
                    <a:pt x="41" y="120"/>
                  </a:cubicBezTo>
                  <a:cubicBezTo>
                    <a:pt x="26" y="120"/>
                    <a:pt x="14" y="108"/>
                    <a:pt x="14" y="93"/>
                  </a:cubicBezTo>
                  <a:cubicBezTo>
                    <a:pt x="14" y="79"/>
                    <a:pt x="26" y="67"/>
                    <a:pt x="41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1" y="67"/>
                    <a:pt x="53" y="64"/>
                    <a:pt x="54" y="61"/>
                  </a:cubicBezTo>
                  <a:cubicBezTo>
                    <a:pt x="59" y="33"/>
                    <a:pt x="85" y="13"/>
                    <a:pt x="114" y="13"/>
                  </a:cubicBezTo>
                  <a:cubicBezTo>
                    <a:pt x="148" y="13"/>
                    <a:pt x="175" y="40"/>
                    <a:pt x="175" y="73"/>
                  </a:cubicBezTo>
                  <a:cubicBezTo>
                    <a:pt x="175" y="77"/>
                    <a:pt x="178" y="80"/>
                    <a:pt x="181" y="80"/>
                  </a:cubicBezTo>
                  <a:cubicBezTo>
                    <a:pt x="193" y="80"/>
                    <a:pt x="202" y="89"/>
                    <a:pt x="202" y="100"/>
                  </a:cubicBezTo>
                  <a:cubicBezTo>
                    <a:pt x="202" y="111"/>
                    <a:pt x="193" y="120"/>
                    <a:pt x="181" y="1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48365099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" name="Group 236"/>
          <p:cNvGrpSpPr/>
          <p:nvPr/>
        </p:nvGrpSpPr>
        <p:grpSpPr>
          <a:xfrm>
            <a:off x="2943226" y="972207"/>
            <a:ext cx="317500" cy="317500"/>
            <a:chOff x="2943226" y="1371600"/>
            <a:chExt cx="317500" cy="317500"/>
          </a:xfrm>
        </p:grpSpPr>
        <p:sp>
          <p:nvSpPr>
            <p:cNvPr id="34" name="Freeform 5"/>
            <p:cNvSpPr>
              <a:spLocks/>
            </p:cNvSpPr>
            <p:nvPr/>
          </p:nvSpPr>
          <p:spPr bwMode="auto">
            <a:xfrm>
              <a:off x="3065464" y="1435100"/>
              <a:ext cx="111125" cy="188912"/>
            </a:xfrm>
            <a:custGeom>
              <a:avLst/>
              <a:gdLst>
                <a:gd name="T0" fmla="*/ 12 w 75"/>
                <a:gd name="T1" fmla="*/ 3 h 128"/>
                <a:gd name="T2" fmla="*/ 3 w 75"/>
                <a:gd name="T3" fmla="*/ 3 h 128"/>
                <a:gd name="T4" fmla="*/ 3 w 75"/>
                <a:gd name="T5" fmla="*/ 12 h 128"/>
                <a:gd name="T6" fmla="*/ 58 w 75"/>
                <a:gd name="T7" fmla="*/ 65 h 128"/>
                <a:gd name="T8" fmla="*/ 3 w 75"/>
                <a:gd name="T9" fmla="*/ 117 h 128"/>
                <a:gd name="T10" fmla="*/ 3 w 75"/>
                <a:gd name="T11" fmla="*/ 126 h 128"/>
                <a:gd name="T12" fmla="*/ 8 w 75"/>
                <a:gd name="T13" fmla="*/ 128 h 128"/>
                <a:gd name="T14" fmla="*/ 12 w 75"/>
                <a:gd name="T15" fmla="*/ 126 h 128"/>
                <a:gd name="T16" fmla="*/ 73 w 75"/>
                <a:gd name="T17" fmla="*/ 69 h 128"/>
                <a:gd name="T18" fmla="*/ 75 w 75"/>
                <a:gd name="T19" fmla="*/ 65 h 128"/>
                <a:gd name="T20" fmla="*/ 73 w 75"/>
                <a:gd name="T21" fmla="*/ 60 h 128"/>
                <a:gd name="T22" fmla="*/ 12 w 75"/>
                <a:gd name="T23" fmla="*/ 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28">
                  <a:moveTo>
                    <a:pt x="12" y="3"/>
                  </a:moveTo>
                  <a:cubicBezTo>
                    <a:pt x="10" y="0"/>
                    <a:pt x="5" y="0"/>
                    <a:pt x="3" y="3"/>
                  </a:cubicBezTo>
                  <a:cubicBezTo>
                    <a:pt x="0" y="6"/>
                    <a:pt x="1" y="10"/>
                    <a:pt x="3" y="12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1" y="119"/>
                    <a:pt x="0" y="124"/>
                    <a:pt x="3" y="126"/>
                  </a:cubicBezTo>
                  <a:cubicBezTo>
                    <a:pt x="4" y="128"/>
                    <a:pt x="6" y="128"/>
                    <a:pt x="8" y="128"/>
                  </a:cubicBezTo>
                  <a:cubicBezTo>
                    <a:pt x="9" y="128"/>
                    <a:pt x="11" y="128"/>
                    <a:pt x="12" y="126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4" y="68"/>
                    <a:pt x="75" y="66"/>
                    <a:pt x="75" y="65"/>
                  </a:cubicBezTo>
                  <a:cubicBezTo>
                    <a:pt x="75" y="63"/>
                    <a:pt x="74" y="61"/>
                    <a:pt x="73" y="60"/>
                  </a:cubicBezTo>
                  <a:lnTo>
                    <a:pt x="1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" name="Freeform 6"/>
            <p:cNvSpPr>
              <a:spLocks noEditPoints="1"/>
            </p:cNvSpPr>
            <p:nvPr/>
          </p:nvSpPr>
          <p:spPr bwMode="auto">
            <a:xfrm>
              <a:off x="2943226" y="1371600"/>
              <a:ext cx="317500" cy="317500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3 h 215"/>
                <a:gd name="T8" fmla="*/ 108 w 215"/>
                <a:gd name="T9" fmla="*/ 215 h 215"/>
                <a:gd name="T10" fmla="*/ 183 w 215"/>
                <a:gd name="T11" fmla="*/ 183 h 215"/>
                <a:gd name="T12" fmla="*/ 215 w 215"/>
                <a:gd name="T13" fmla="*/ 108 h 215"/>
                <a:gd name="T14" fmla="*/ 183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1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2" y="183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1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3"/>
                    <a:pt x="82" y="14"/>
                    <a:pt x="108" y="14"/>
                  </a:cubicBezTo>
                  <a:cubicBezTo>
                    <a:pt x="133" y="14"/>
                    <a:pt x="156" y="23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5" name="Group 234"/>
          <p:cNvGrpSpPr/>
          <p:nvPr/>
        </p:nvGrpSpPr>
        <p:grpSpPr>
          <a:xfrm>
            <a:off x="1473201" y="972207"/>
            <a:ext cx="317500" cy="317500"/>
            <a:chOff x="1473201" y="1371600"/>
            <a:chExt cx="317500" cy="317500"/>
          </a:xfrm>
        </p:grpSpPr>
        <p:sp>
          <p:nvSpPr>
            <p:cNvPr id="36" name="Freeform 7"/>
            <p:cNvSpPr>
              <a:spLocks/>
            </p:cNvSpPr>
            <p:nvPr/>
          </p:nvSpPr>
          <p:spPr bwMode="auto">
            <a:xfrm>
              <a:off x="1536701" y="1455737"/>
              <a:ext cx="190500" cy="111125"/>
            </a:xfrm>
            <a:custGeom>
              <a:avLst/>
              <a:gdLst>
                <a:gd name="T0" fmla="*/ 69 w 129"/>
                <a:gd name="T1" fmla="*/ 2 h 75"/>
                <a:gd name="T2" fmla="*/ 59 w 129"/>
                <a:gd name="T3" fmla="*/ 2 h 75"/>
                <a:gd name="T4" fmla="*/ 2 w 129"/>
                <a:gd name="T5" fmla="*/ 63 h 75"/>
                <a:gd name="T6" fmla="*/ 3 w 129"/>
                <a:gd name="T7" fmla="*/ 72 h 75"/>
                <a:gd name="T8" fmla="*/ 12 w 129"/>
                <a:gd name="T9" fmla="*/ 72 h 75"/>
                <a:gd name="T10" fmla="*/ 64 w 129"/>
                <a:gd name="T11" fmla="*/ 17 h 75"/>
                <a:gd name="T12" fmla="*/ 116 w 129"/>
                <a:gd name="T13" fmla="*/ 72 h 75"/>
                <a:gd name="T14" fmla="*/ 121 w 129"/>
                <a:gd name="T15" fmla="*/ 74 h 75"/>
                <a:gd name="T16" fmla="*/ 126 w 129"/>
                <a:gd name="T17" fmla="*/ 72 h 75"/>
                <a:gd name="T18" fmla="*/ 126 w 129"/>
                <a:gd name="T19" fmla="*/ 63 h 75"/>
                <a:gd name="T20" fmla="*/ 69 w 129"/>
                <a:gd name="T21" fmla="*/ 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9" h="75">
                  <a:moveTo>
                    <a:pt x="69" y="2"/>
                  </a:moveTo>
                  <a:cubicBezTo>
                    <a:pt x="67" y="0"/>
                    <a:pt x="62" y="0"/>
                    <a:pt x="59" y="2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0" y="65"/>
                    <a:pt x="0" y="70"/>
                    <a:pt x="3" y="72"/>
                  </a:cubicBezTo>
                  <a:cubicBezTo>
                    <a:pt x="5" y="75"/>
                    <a:pt x="10" y="75"/>
                    <a:pt x="12" y="72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8" y="73"/>
                    <a:pt x="119" y="74"/>
                    <a:pt x="121" y="74"/>
                  </a:cubicBezTo>
                  <a:cubicBezTo>
                    <a:pt x="123" y="74"/>
                    <a:pt x="125" y="73"/>
                    <a:pt x="126" y="72"/>
                  </a:cubicBezTo>
                  <a:cubicBezTo>
                    <a:pt x="129" y="70"/>
                    <a:pt x="129" y="65"/>
                    <a:pt x="126" y="63"/>
                  </a:cubicBezTo>
                  <a:lnTo>
                    <a:pt x="69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8"/>
            <p:cNvSpPr>
              <a:spLocks noEditPoints="1"/>
            </p:cNvSpPr>
            <p:nvPr/>
          </p:nvSpPr>
          <p:spPr bwMode="auto">
            <a:xfrm>
              <a:off x="1473201" y="1371600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1 w 215"/>
                <a:gd name="T3" fmla="*/ 32 h 215"/>
                <a:gd name="T4" fmla="*/ 0 w 215"/>
                <a:gd name="T5" fmla="*/ 108 h 215"/>
                <a:gd name="T6" fmla="*/ 31 w 215"/>
                <a:gd name="T7" fmla="*/ 183 h 215"/>
                <a:gd name="T8" fmla="*/ 107 w 215"/>
                <a:gd name="T9" fmla="*/ 215 h 215"/>
                <a:gd name="T10" fmla="*/ 183 w 215"/>
                <a:gd name="T11" fmla="*/ 183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3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1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3" y="163"/>
                    <a:pt x="215" y="136"/>
                    <a:pt x="215" y="108"/>
                  </a:cubicBezTo>
                  <a:cubicBezTo>
                    <a:pt x="215" y="79"/>
                    <a:pt x="203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9" y="23"/>
                    <a:pt x="82" y="14"/>
                    <a:pt x="107" y="14"/>
                  </a:cubicBezTo>
                  <a:cubicBezTo>
                    <a:pt x="132" y="14"/>
                    <a:pt x="156" y="23"/>
                    <a:pt x="174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4" name="Group 233"/>
          <p:cNvGrpSpPr/>
          <p:nvPr/>
        </p:nvGrpSpPr>
        <p:grpSpPr>
          <a:xfrm>
            <a:off x="1963739" y="972207"/>
            <a:ext cx="317500" cy="317500"/>
            <a:chOff x="1963739" y="1371600"/>
            <a:chExt cx="317500" cy="317500"/>
          </a:xfrm>
        </p:grpSpPr>
        <p:sp>
          <p:nvSpPr>
            <p:cNvPr id="38" name="Freeform 9"/>
            <p:cNvSpPr>
              <a:spLocks/>
            </p:cNvSpPr>
            <p:nvPr/>
          </p:nvSpPr>
          <p:spPr bwMode="auto">
            <a:xfrm>
              <a:off x="2027239" y="1493837"/>
              <a:ext cx="190500" cy="111125"/>
            </a:xfrm>
            <a:custGeom>
              <a:avLst/>
              <a:gdLst>
                <a:gd name="T0" fmla="*/ 116 w 129"/>
                <a:gd name="T1" fmla="*/ 3 h 75"/>
                <a:gd name="T2" fmla="*/ 64 w 129"/>
                <a:gd name="T3" fmla="*/ 58 h 75"/>
                <a:gd name="T4" fmla="*/ 12 w 129"/>
                <a:gd name="T5" fmla="*/ 3 h 75"/>
                <a:gd name="T6" fmla="*/ 3 w 129"/>
                <a:gd name="T7" fmla="*/ 3 h 75"/>
                <a:gd name="T8" fmla="*/ 2 w 129"/>
                <a:gd name="T9" fmla="*/ 12 h 75"/>
                <a:gd name="T10" fmla="*/ 59 w 129"/>
                <a:gd name="T11" fmla="*/ 73 h 75"/>
                <a:gd name="T12" fmla="*/ 64 w 129"/>
                <a:gd name="T13" fmla="*/ 75 h 75"/>
                <a:gd name="T14" fmla="*/ 69 w 129"/>
                <a:gd name="T15" fmla="*/ 73 h 75"/>
                <a:gd name="T16" fmla="*/ 126 w 129"/>
                <a:gd name="T17" fmla="*/ 12 h 75"/>
                <a:gd name="T18" fmla="*/ 126 w 129"/>
                <a:gd name="T19" fmla="*/ 3 h 75"/>
                <a:gd name="T20" fmla="*/ 116 w 129"/>
                <a:gd name="T21" fmla="*/ 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9" h="75">
                  <a:moveTo>
                    <a:pt x="116" y="3"/>
                  </a:moveTo>
                  <a:cubicBezTo>
                    <a:pt x="64" y="58"/>
                    <a:pt x="64" y="58"/>
                    <a:pt x="64" y="58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1"/>
                    <a:pt x="5" y="0"/>
                    <a:pt x="3" y="3"/>
                  </a:cubicBezTo>
                  <a:cubicBezTo>
                    <a:pt x="0" y="5"/>
                    <a:pt x="0" y="10"/>
                    <a:pt x="2" y="12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1" y="74"/>
                    <a:pt x="62" y="75"/>
                    <a:pt x="64" y="75"/>
                  </a:cubicBezTo>
                  <a:cubicBezTo>
                    <a:pt x="66" y="75"/>
                    <a:pt x="68" y="74"/>
                    <a:pt x="69" y="73"/>
                  </a:cubicBezTo>
                  <a:cubicBezTo>
                    <a:pt x="126" y="12"/>
                    <a:pt x="126" y="12"/>
                    <a:pt x="126" y="12"/>
                  </a:cubicBezTo>
                  <a:cubicBezTo>
                    <a:pt x="129" y="10"/>
                    <a:pt x="129" y="5"/>
                    <a:pt x="126" y="3"/>
                  </a:cubicBezTo>
                  <a:cubicBezTo>
                    <a:pt x="123" y="0"/>
                    <a:pt x="119" y="1"/>
                    <a:pt x="11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Freeform 10"/>
            <p:cNvSpPr>
              <a:spLocks noEditPoints="1"/>
            </p:cNvSpPr>
            <p:nvPr/>
          </p:nvSpPr>
          <p:spPr bwMode="auto">
            <a:xfrm>
              <a:off x="1963739" y="1371600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1 w 215"/>
                <a:gd name="T3" fmla="*/ 32 h 215"/>
                <a:gd name="T4" fmla="*/ 0 w 215"/>
                <a:gd name="T5" fmla="*/ 108 h 215"/>
                <a:gd name="T6" fmla="*/ 31 w 215"/>
                <a:gd name="T7" fmla="*/ 183 h 215"/>
                <a:gd name="T8" fmla="*/ 107 w 215"/>
                <a:gd name="T9" fmla="*/ 215 h 215"/>
                <a:gd name="T10" fmla="*/ 183 w 215"/>
                <a:gd name="T11" fmla="*/ 183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3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1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9" y="23"/>
                    <a:pt x="82" y="14"/>
                    <a:pt x="107" y="14"/>
                  </a:cubicBezTo>
                  <a:cubicBezTo>
                    <a:pt x="132" y="14"/>
                    <a:pt x="156" y="23"/>
                    <a:pt x="174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6" name="Group 235"/>
          <p:cNvGrpSpPr/>
          <p:nvPr/>
        </p:nvGrpSpPr>
        <p:grpSpPr>
          <a:xfrm>
            <a:off x="2452689" y="972207"/>
            <a:ext cx="317500" cy="317500"/>
            <a:chOff x="2452689" y="1371600"/>
            <a:chExt cx="317500" cy="317500"/>
          </a:xfrm>
        </p:grpSpPr>
        <p:sp>
          <p:nvSpPr>
            <p:cNvPr id="40" name="Freeform 11"/>
            <p:cNvSpPr>
              <a:spLocks/>
            </p:cNvSpPr>
            <p:nvPr/>
          </p:nvSpPr>
          <p:spPr bwMode="auto">
            <a:xfrm>
              <a:off x="2536826" y="1435100"/>
              <a:ext cx="111125" cy="188912"/>
            </a:xfrm>
            <a:custGeom>
              <a:avLst/>
              <a:gdLst>
                <a:gd name="T0" fmla="*/ 72 w 75"/>
                <a:gd name="T1" fmla="*/ 3 h 128"/>
                <a:gd name="T2" fmla="*/ 63 w 75"/>
                <a:gd name="T3" fmla="*/ 3 h 128"/>
                <a:gd name="T4" fmla="*/ 2 w 75"/>
                <a:gd name="T5" fmla="*/ 60 h 128"/>
                <a:gd name="T6" fmla="*/ 0 w 75"/>
                <a:gd name="T7" fmla="*/ 65 h 128"/>
                <a:gd name="T8" fmla="*/ 2 w 75"/>
                <a:gd name="T9" fmla="*/ 69 h 128"/>
                <a:gd name="T10" fmla="*/ 63 w 75"/>
                <a:gd name="T11" fmla="*/ 126 h 128"/>
                <a:gd name="T12" fmla="*/ 67 w 75"/>
                <a:gd name="T13" fmla="*/ 128 h 128"/>
                <a:gd name="T14" fmla="*/ 72 w 75"/>
                <a:gd name="T15" fmla="*/ 126 h 128"/>
                <a:gd name="T16" fmla="*/ 72 w 75"/>
                <a:gd name="T17" fmla="*/ 117 h 128"/>
                <a:gd name="T18" fmla="*/ 17 w 75"/>
                <a:gd name="T19" fmla="*/ 65 h 128"/>
                <a:gd name="T20" fmla="*/ 72 w 75"/>
                <a:gd name="T21" fmla="*/ 12 h 128"/>
                <a:gd name="T22" fmla="*/ 72 w 75"/>
                <a:gd name="T23" fmla="*/ 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28">
                  <a:moveTo>
                    <a:pt x="72" y="3"/>
                  </a:moveTo>
                  <a:cubicBezTo>
                    <a:pt x="70" y="0"/>
                    <a:pt x="65" y="0"/>
                    <a:pt x="63" y="3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" y="61"/>
                    <a:pt x="0" y="63"/>
                    <a:pt x="0" y="65"/>
                  </a:cubicBezTo>
                  <a:cubicBezTo>
                    <a:pt x="0" y="66"/>
                    <a:pt x="1" y="68"/>
                    <a:pt x="2" y="69"/>
                  </a:cubicBezTo>
                  <a:cubicBezTo>
                    <a:pt x="63" y="126"/>
                    <a:pt x="63" y="126"/>
                    <a:pt x="63" y="126"/>
                  </a:cubicBezTo>
                  <a:cubicBezTo>
                    <a:pt x="64" y="128"/>
                    <a:pt x="66" y="128"/>
                    <a:pt x="67" y="128"/>
                  </a:cubicBezTo>
                  <a:cubicBezTo>
                    <a:pt x="69" y="128"/>
                    <a:pt x="71" y="128"/>
                    <a:pt x="72" y="126"/>
                  </a:cubicBezTo>
                  <a:cubicBezTo>
                    <a:pt x="75" y="124"/>
                    <a:pt x="75" y="119"/>
                    <a:pt x="72" y="117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5" y="10"/>
                    <a:pt x="75" y="6"/>
                    <a:pt x="72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Freeform 12"/>
            <p:cNvSpPr>
              <a:spLocks noEditPoints="1"/>
            </p:cNvSpPr>
            <p:nvPr/>
          </p:nvSpPr>
          <p:spPr bwMode="auto">
            <a:xfrm>
              <a:off x="2452689" y="1371600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3 h 215"/>
                <a:gd name="T8" fmla="*/ 107 w 215"/>
                <a:gd name="T9" fmla="*/ 215 h 215"/>
                <a:gd name="T10" fmla="*/ 183 w 215"/>
                <a:gd name="T11" fmla="*/ 183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1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2" y="183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3"/>
                    <a:pt x="82" y="14"/>
                    <a:pt x="107" y="14"/>
                  </a:cubicBezTo>
                  <a:cubicBezTo>
                    <a:pt x="133" y="14"/>
                    <a:pt x="156" y="23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3433764" y="972207"/>
            <a:ext cx="317500" cy="317500"/>
            <a:chOff x="3433764" y="1371600"/>
            <a:chExt cx="317500" cy="317500"/>
          </a:xfrm>
        </p:grpSpPr>
        <p:sp>
          <p:nvSpPr>
            <p:cNvPr id="42" name="Freeform 13"/>
            <p:cNvSpPr>
              <a:spLocks noEditPoints="1"/>
            </p:cNvSpPr>
            <p:nvPr/>
          </p:nvSpPr>
          <p:spPr bwMode="auto">
            <a:xfrm>
              <a:off x="3433764" y="1371600"/>
              <a:ext cx="317500" cy="317500"/>
            </a:xfrm>
            <a:custGeom>
              <a:avLst/>
              <a:gdLst>
                <a:gd name="T0" fmla="*/ 108 w 215"/>
                <a:gd name="T1" fmla="*/ 215 h 215"/>
                <a:gd name="T2" fmla="*/ 184 w 215"/>
                <a:gd name="T3" fmla="*/ 183 h 215"/>
                <a:gd name="T4" fmla="*/ 215 w 215"/>
                <a:gd name="T5" fmla="*/ 108 h 215"/>
                <a:gd name="T6" fmla="*/ 184 w 215"/>
                <a:gd name="T7" fmla="*/ 32 h 215"/>
                <a:gd name="T8" fmla="*/ 108 w 215"/>
                <a:gd name="T9" fmla="*/ 0 h 215"/>
                <a:gd name="T10" fmla="*/ 32 w 215"/>
                <a:gd name="T11" fmla="*/ 32 h 215"/>
                <a:gd name="T12" fmla="*/ 0 w 215"/>
                <a:gd name="T13" fmla="*/ 108 h 215"/>
                <a:gd name="T14" fmla="*/ 32 w 215"/>
                <a:gd name="T15" fmla="*/ 183 h 215"/>
                <a:gd name="T16" fmla="*/ 108 w 215"/>
                <a:gd name="T17" fmla="*/ 215 h 215"/>
                <a:gd name="T18" fmla="*/ 41 w 215"/>
                <a:gd name="T19" fmla="*/ 41 h 215"/>
                <a:gd name="T20" fmla="*/ 108 w 215"/>
                <a:gd name="T21" fmla="*/ 14 h 215"/>
                <a:gd name="T22" fmla="*/ 174 w 215"/>
                <a:gd name="T23" fmla="*/ 41 h 215"/>
                <a:gd name="T24" fmla="*/ 202 w 215"/>
                <a:gd name="T25" fmla="*/ 108 h 215"/>
                <a:gd name="T26" fmla="*/ 174 w 215"/>
                <a:gd name="T27" fmla="*/ 174 h 215"/>
                <a:gd name="T28" fmla="*/ 108 w 215"/>
                <a:gd name="T29" fmla="*/ 202 h 215"/>
                <a:gd name="T30" fmla="*/ 41 w 215"/>
                <a:gd name="T31" fmla="*/ 174 h 215"/>
                <a:gd name="T32" fmla="*/ 14 w 215"/>
                <a:gd name="T33" fmla="*/ 108 h 215"/>
                <a:gd name="T34" fmla="*/ 41 w 215"/>
                <a:gd name="T35" fmla="*/ 4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215"/>
                  </a:moveTo>
                  <a:cubicBezTo>
                    <a:pt x="136" y="215"/>
                    <a:pt x="163" y="204"/>
                    <a:pt x="184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1"/>
                    <a:pt x="136" y="0"/>
                    <a:pt x="108" y="0"/>
                  </a:cubicBezTo>
                  <a:cubicBezTo>
                    <a:pt x="79" y="0"/>
                    <a:pt x="52" y="11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6"/>
                    <a:pt x="12" y="163"/>
                    <a:pt x="32" y="183"/>
                  </a:cubicBezTo>
                  <a:cubicBezTo>
                    <a:pt x="52" y="204"/>
                    <a:pt x="79" y="215"/>
                    <a:pt x="108" y="215"/>
                  </a:cubicBezTo>
                  <a:close/>
                  <a:moveTo>
                    <a:pt x="41" y="41"/>
                  </a:moveTo>
                  <a:cubicBezTo>
                    <a:pt x="59" y="23"/>
                    <a:pt x="83" y="14"/>
                    <a:pt x="108" y="14"/>
                  </a:cubicBezTo>
                  <a:cubicBezTo>
                    <a:pt x="133" y="14"/>
                    <a:pt x="156" y="23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auto">
            <a:xfrm>
              <a:off x="3486151" y="1460500"/>
              <a:ext cx="201613" cy="149225"/>
            </a:xfrm>
            <a:custGeom>
              <a:avLst/>
              <a:gdLst>
                <a:gd name="T0" fmla="*/ 45 w 136"/>
                <a:gd name="T1" fmla="*/ 101 h 101"/>
                <a:gd name="T2" fmla="*/ 45 w 136"/>
                <a:gd name="T3" fmla="*/ 101 h 101"/>
                <a:gd name="T4" fmla="*/ 50 w 136"/>
                <a:gd name="T5" fmla="*/ 99 h 101"/>
                <a:gd name="T6" fmla="*/ 134 w 136"/>
                <a:gd name="T7" fmla="*/ 12 h 101"/>
                <a:gd name="T8" fmla="*/ 133 w 136"/>
                <a:gd name="T9" fmla="*/ 3 h 101"/>
                <a:gd name="T10" fmla="*/ 124 w 136"/>
                <a:gd name="T11" fmla="*/ 3 h 101"/>
                <a:gd name="T12" fmla="*/ 45 w 136"/>
                <a:gd name="T13" fmla="*/ 85 h 101"/>
                <a:gd name="T14" fmla="*/ 13 w 136"/>
                <a:gd name="T15" fmla="*/ 47 h 101"/>
                <a:gd name="T16" fmla="*/ 4 w 136"/>
                <a:gd name="T17" fmla="*/ 46 h 101"/>
                <a:gd name="T18" fmla="*/ 3 w 136"/>
                <a:gd name="T19" fmla="*/ 55 h 101"/>
                <a:gd name="T20" fmla="*/ 40 w 136"/>
                <a:gd name="T21" fmla="*/ 99 h 101"/>
                <a:gd name="T22" fmla="*/ 45 w 136"/>
                <a:gd name="T23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101">
                  <a:moveTo>
                    <a:pt x="45" y="101"/>
                  </a:moveTo>
                  <a:cubicBezTo>
                    <a:pt x="45" y="101"/>
                    <a:pt x="45" y="101"/>
                    <a:pt x="45" y="101"/>
                  </a:cubicBezTo>
                  <a:cubicBezTo>
                    <a:pt x="47" y="101"/>
                    <a:pt x="48" y="101"/>
                    <a:pt x="50" y="99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36" y="9"/>
                    <a:pt x="136" y="5"/>
                    <a:pt x="133" y="3"/>
                  </a:cubicBezTo>
                  <a:cubicBezTo>
                    <a:pt x="131" y="0"/>
                    <a:pt x="126" y="0"/>
                    <a:pt x="124" y="3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1" y="44"/>
                    <a:pt x="6" y="43"/>
                    <a:pt x="4" y="46"/>
                  </a:cubicBezTo>
                  <a:cubicBezTo>
                    <a:pt x="1" y="48"/>
                    <a:pt x="0" y="52"/>
                    <a:pt x="3" y="55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1" y="100"/>
                    <a:pt x="43" y="101"/>
                    <a:pt x="45" y="10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9" name="Group 238"/>
          <p:cNvGrpSpPr/>
          <p:nvPr/>
        </p:nvGrpSpPr>
        <p:grpSpPr>
          <a:xfrm>
            <a:off x="3924301" y="972207"/>
            <a:ext cx="317500" cy="317500"/>
            <a:chOff x="3924301" y="1371600"/>
            <a:chExt cx="317500" cy="317500"/>
          </a:xfrm>
        </p:grpSpPr>
        <p:sp>
          <p:nvSpPr>
            <p:cNvPr id="44" name="Freeform 15"/>
            <p:cNvSpPr>
              <a:spLocks noEditPoints="1"/>
            </p:cNvSpPr>
            <p:nvPr/>
          </p:nvSpPr>
          <p:spPr bwMode="auto">
            <a:xfrm>
              <a:off x="3924301" y="1371600"/>
              <a:ext cx="317500" cy="317500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3 h 215"/>
                <a:gd name="T8" fmla="*/ 108 w 215"/>
                <a:gd name="T9" fmla="*/ 215 h 215"/>
                <a:gd name="T10" fmla="*/ 184 w 215"/>
                <a:gd name="T11" fmla="*/ 183 h 215"/>
                <a:gd name="T12" fmla="*/ 215 w 215"/>
                <a:gd name="T13" fmla="*/ 108 h 215"/>
                <a:gd name="T14" fmla="*/ 184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2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1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6"/>
                    <a:pt x="12" y="163"/>
                    <a:pt x="32" y="183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4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1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ubicBezTo>
                    <a:pt x="59" y="23"/>
                    <a:pt x="83" y="14"/>
                    <a:pt x="108" y="14"/>
                  </a:cubicBezTo>
                  <a:cubicBezTo>
                    <a:pt x="133" y="14"/>
                    <a:pt x="156" y="23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auto">
            <a:xfrm>
              <a:off x="3984626" y="1520825"/>
              <a:ext cx="198438" cy="19050"/>
            </a:xfrm>
            <a:custGeom>
              <a:avLst/>
              <a:gdLst>
                <a:gd name="T0" fmla="*/ 127 w 134"/>
                <a:gd name="T1" fmla="*/ 0 h 13"/>
                <a:gd name="T2" fmla="*/ 6 w 134"/>
                <a:gd name="T3" fmla="*/ 0 h 13"/>
                <a:gd name="T4" fmla="*/ 0 w 134"/>
                <a:gd name="T5" fmla="*/ 7 h 13"/>
                <a:gd name="T6" fmla="*/ 6 w 134"/>
                <a:gd name="T7" fmla="*/ 13 h 13"/>
                <a:gd name="T8" fmla="*/ 127 w 134"/>
                <a:gd name="T9" fmla="*/ 13 h 13"/>
                <a:gd name="T10" fmla="*/ 134 w 134"/>
                <a:gd name="T11" fmla="*/ 7 h 13"/>
                <a:gd name="T12" fmla="*/ 127 w 13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" h="13">
                  <a:moveTo>
                    <a:pt x="12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31" y="13"/>
                    <a:pt x="134" y="10"/>
                    <a:pt x="134" y="7"/>
                  </a:cubicBezTo>
                  <a:cubicBezTo>
                    <a:pt x="134" y="3"/>
                    <a:pt x="131" y="0"/>
                    <a:pt x="1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0" name="Group 239"/>
          <p:cNvGrpSpPr/>
          <p:nvPr/>
        </p:nvGrpSpPr>
        <p:grpSpPr>
          <a:xfrm>
            <a:off x="4414839" y="972207"/>
            <a:ext cx="315913" cy="317500"/>
            <a:chOff x="4414839" y="1371600"/>
            <a:chExt cx="315913" cy="317500"/>
          </a:xfrm>
        </p:grpSpPr>
        <p:sp>
          <p:nvSpPr>
            <p:cNvPr id="46" name="Freeform 17"/>
            <p:cNvSpPr>
              <a:spLocks noEditPoints="1"/>
            </p:cNvSpPr>
            <p:nvPr/>
          </p:nvSpPr>
          <p:spPr bwMode="auto">
            <a:xfrm>
              <a:off x="4414839" y="1371600"/>
              <a:ext cx="315913" cy="317500"/>
            </a:xfrm>
            <a:custGeom>
              <a:avLst/>
              <a:gdLst>
                <a:gd name="T0" fmla="*/ 107 w 214"/>
                <a:gd name="T1" fmla="*/ 0 h 215"/>
                <a:gd name="T2" fmla="*/ 31 w 214"/>
                <a:gd name="T3" fmla="*/ 32 h 215"/>
                <a:gd name="T4" fmla="*/ 0 w 214"/>
                <a:gd name="T5" fmla="*/ 108 h 215"/>
                <a:gd name="T6" fmla="*/ 31 w 214"/>
                <a:gd name="T7" fmla="*/ 183 h 215"/>
                <a:gd name="T8" fmla="*/ 107 w 214"/>
                <a:gd name="T9" fmla="*/ 215 h 215"/>
                <a:gd name="T10" fmla="*/ 183 w 214"/>
                <a:gd name="T11" fmla="*/ 183 h 215"/>
                <a:gd name="T12" fmla="*/ 214 w 214"/>
                <a:gd name="T13" fmla="*/ 108 h 215"/>
                <a:gd name="T14" fmla="*/ 183 w 214"/>
                <a:gd name="T15" fmla="*/ 32 h 215"/>
                <a:gd name="T16" fmla="*/ 107 w 214"/>
                <a:gd name="T17" fmla="*/ 0 h 215"/>
                <a:gd name="T18" fmla="*/ 173 w 214"/>
                <a:gd name="T19" fmla="*/ 174 h 215"/>
                <a:gd name="T20" fmla="*/ 107 w 214"/>
                <a:gd name="T21" fmla="*/ 202 h 215"/>
                <a:gd name="T22" fmla="*/ 41 w 214"/>
                <a:gd name="T23" fmla="*/ 174 h 215"/>
                <a:gd name="T24" fmla="*/ 13 w 214"/>
                <a:gd name="T25" fmla="*/ 108 h 215"/>
                <a:gd name="T26" fmla="*/ 41 w 214"/>
                <a:gd name="T27" fmla="*/ 41 h 215"/>
                <a:gd name="T28" fmla="*/ 107 w 214"/>
                <a:gd name="T29" fmla="*/ 14 h 215"/>
                <a:gd name="T30" fmla="*/ 173 w 214"/>
                <a:gd name="T31" fmla="*/ 41 h 215"/>
                <a:gd name="T32" fmla="*/ 201 w 214"/>
                <a:gd name="T33" fmla="*/ 108 h 215"/>
                <a:gd name="T34" fmla="*/ 173 w 214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4" h="215">
                  <a:moveTo>
                    <a:pt x="107" y="0"/>
                  </a:moveTo>
                  <a:cubicBezTo>
                    <a:pt x="78" y="0"/>
                    <a:pt x="51" y="11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1" y="204"/>
                    <a:pt x="78" y="215"/>
                    <a:pt x="107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3" y="163"/>
                    <a:pt x="214" y="136"/>
                    <a:pt x="214" y="108"/>
                  </a:cubicBezTo>
                  <a:cubicBezTo>
                    <a:pt x="214" y="79"/>
                    <a:pt x="203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3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8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8" y="23"/>
                    <a:pt x="82" y="14"/>
                    <a:pt x="107" y="14"/>
                  </a:cubicBezTo>
                  <a:cubicBezTo>
                    <a:pt x="132" y="14"/>
                    <a:pt x="156" y="23"/>
                    <a:pt x="173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3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auto">
            <a:xfrm>
              <a:off x="4475164" y="1431925"/>
              <a:ext cx="196850" cy="198437"/>
            </a:xfrm>
            <a:custGeom>
              <a:avLst/>
              <a:gdLst>
                <a:gd name="T0" fmla="*/ 127 w 134"/>
                <a:gd name="T1" fmla="*/ 60 h 134"/>
                <a:gd name="T2" fmla="*/ 74 w 134"/>
                <a:gd name="T3" fmla="*/ 60 h 134"/>
                <a:gd name="T4" fmla="*/ 74 w 134"/>
                <a:gd name="T5" fmla="*/ 6 h 134"/>
                <a:gd name="T6" fmla="*/ 67 w 134"/>
                <a:gd name="T7" fmla="*/ 0 h 134"/>
                <a:gd name="T8" fmla="*/ 60 w 134"/>
                <a:gd name="T9" fmla="*/ 6 h 134"/>
                <a:gd name="T10" fmla="*/ 60 w 134"/>
                <a:gd name="T11" fmla="*/ 60 h 134"/>
                <a:gd name="T12" fmla="*/ 7 w 134"/>
                <a:gd name="T13" fmla="*/ 60 h 134"/>
                <a:gd name="T14" fmla="*/ 0 w 134"/>
                <a:gd name="T15" fmla="*/ 67 h 134"/>
                <a:gd name="T16" fmla="*/ 7 w 134"/>
                <a:gd name="T17" fmla="*/ 73 h 134"/>
                <a:gd name="T18" fmla="*/ 60 w 134"/>
                <a:gd name="T19" fmla="*/ 73 h 134"/>
                <a:gd name="T20" fmla="*/ 60 w 134"/>
                <a:gd name="T21" fmla="*/ 127 h 134"/>
                <a:gd name="T22" fmla="*/ 67 w 134"/>
                <a:gd name="T23" fmla="*/ 134 h 134"/>
                <a:gd name="T24" fmla="*/ 74 w 134"/>
                <a:gd name="T25" fmla="*/ 127 h 134"/>
                <a:gd name="T26" fmla="*/ 74 w 134"/>
                <a:gd name="T27" fmla="*/ 73 h 134"/>
                <a:gd name="T28" fmla="*/ 127 w 134"/>
                <a:gd name="T29" fmla="*/ 73 h 134"/>
                <a:gd name="T30" fmla="*/ 134 w 134"/>
                <a:gd name="T31" fmla="*/ 67 h 134"/>
                <a:gd name="T32" fmla="*/ 127 w 134"/>
                <a:gd name="T33" fmla="*/ 6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4" h="134">
                  <a:moveTo>
                    <a:pt x="127" y="60"/>
                  </a:moveTo>
                  <a:cubicBezTo>
                    <a:pt x="74" y="60"/>
                    <a:pt x="74" y="60"/>
                    <a:pt x="74" y="6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3"/>
                    <a:pt x="71" y="0"/>
                    <a:pt x="67" y="0"/>
                  </a:cubicBezTo>
                  <a:cubicBezTo>
                    <a:pt x="63" y="0"/>
                    <a:pt x="60" y="3"/>
                    <a:pt x="60" y="6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3" y="60"/>
                    <a:pt x="0" y="63"/>
                    <a:pt x="0" y="67"/>
                  </a:cubicBezTo>
                  <a:cubicBezTo>
                    <a:pt x="0" y="70"/>
                    <a:pt x="3" y="73"/>
                    <a:pt x="7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0" y="127"/>
                    <a:pt x="60" y="127"/>
                    <a:pt x="60" y="127"/>
                  </a:cubicBezTo>
                  <a:cubicBezTo>
                    <a:pt x="60" y="131"/>
                    <a:pt x="63" y="134"/>
                    <a:pt x="67" y="134"/>
                  </a:cubicBezTo>
                  <a:cubicBezTo>
                    <a:pt x="71" y="134"/>
                    <a:pt x="74" y="131"/>
                    <a:pt x="74" y="127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31" y="73"/>
                    <a:pt x="134" y="70"/>
                    <a:pt x="134" y="67"/>
                  </a:cubicBezTo>
                  <a:cubicBezTo>
                    <a:pt x="134" y="63"/>
                    <a:pt x="131" y="60"/>
                    <a:pt x="127" y="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1" name="Group 240"/>
          <p:cNvGrpSpPr/>
          <p:nvPr/>
        </p:nvGrpSpPr>
        <p:grpSpPr>
          <a:xfrm>
            <a:off x="4905376" y="972207"/>
            <a:ext cx="315913" cy="317500"/>
            <a:chOff x="4905376" y="1371600"/>
            <a:chExt cx="315913" cy="317500"/>
          </a:xfrm>
        </p:grpSpPr>
        <p:sp>
          <p:nvSpPr>
            <p:cNvPr id="48" name="Freeform 19"/>
            <p:cNvSpPr>
              <a:spLocks/>
            </p:cNvSpPr>
            <p:nvPr/>
          </p:nvSpPr>
          <p:spPr bwMode="auto">
            <a:xfrm>
              <a:off x="4987926" y="1455737"/>
              <a:ext cx="150813" cy="149225"/>
            </a:xfrm>
            <a:custGeom>
              <a:avLst/>
              <a:gdLst>
                <a:gd name="T0" fmla="*/ 3 w 102"/>
                <a:gd name="T1" fmla="*/ 99 h 101"/>
                <a:gd name="T2" fmla="*/ 7 w 102"/>
                <a:gd name="T3" fmla="*/ 101 h 101"/>
                <a:gd name="T4" fmla="*/ 12 w 102"/>
                <a:gd name="T5" fmla="*/ 99 h 101"/>
                <a:gd name="T6" fmla="*/ 51 w 102"/>
                <a:gd name="T7" fmla="*/ 60 h 101"/>
                <a:gd name="T8" fmla="*/ 90 w 102"/>
                <a:gd name="T9" fmla="*/ 99 h 101"/>
                <a:gd name="T10" fmla="*/ 95 w 102"/>
                <a:gd name="T11" fmla="*/ 101 h 101"/>
                <a:gd name="T12" fmla="*/ 99 w 102"/>
                <a:gd name="T13" fmla="*/ 99 h 101"/>
                <a:gd name="T14" fmla="*/ 99 w 102"/>
                <a:gd name="T15" fmla="*/ 89 h 101"/>
                <a:gd name="T16" fmla="*/ 61 w 102"/>
                <a:gd name="T17" fmla="*/ 51 h 101"/>
                <a:gd name="T18" fmla="*/ 99 w 102"/>
                <a:gd name="T19" fmla="*/ 12 h 101"/>
                <a:gd name="T20" fmla="*/ 99 w 102"/>
                <a:gd name="T21" fmla="*/ 2 h 101"/>
                <a:gd name="T22" fmla="*/ 90 w 102"/>
                <a:gd name="T23" fmla="*/ 2 h 101"/>
                <a:gd name="T24" fmla="*/ 51 w 102"/>
                <a:gd name="T25" fmla="*/ 41 h 101"/>
                <a:gd name="T26" fmla="*/ 12 w 102"/>
                <a:gd name="T27" fmla="*/ 2 h 101"/>
                <a:gd name="T28" fmla="*/ 3 w 102"/>
                <a:gd name="T29" fmla="*/ 2 h 101"/>
                <a:gd name="T30" fmla="*/ 3 w 102"/>
                <a:gd name="T31" fmla="*/ 12 h 101"/>
                <a:gd name="T32" fmla="*/ 42 w 102"/>
                <a:gd name="T33" fmla="*/ 51 h 101"/>
                <a:gd name="T34" fmla="*/ 3 w 102"/>
                <a:gd name="T35" fmla="*/ 89 h 101"/>
                <a:gd name="T36" fmla="*/ 3 w 102"/>
                <a:gd name="T37" fmla="*/ 9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2" h="101">
                  <a:moveTo>
                    <a:pt x="3" y="99"/>
                  </a:moveTo>
                  <a:cubicBezTo>
                    <a:pt x="4" y="100"/>
                    <a:pt x="6" y="101"/>
                    <a:pt x="7" y="101"/>
                  </a:cubicBezTo>
                  <a:cubicBezTo>
                    <a:pt x="9" y="101"/>
                    <a:pt x="11" y="100"/>
                    <a:pt x="12" y="99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90" y="99"/>
                    <a:pt x="90" y="99"/>
                    <a:pt x="90" y="99"/>
                  </a:cubicBezTo>
                  <a:cubicBezTo>
                    <a:pt x="91" y="100"/>
                    <a:pt x="93" y="101"/>
                    <a:pt x="95" y="101"/>
                  </a:cubicBezTo>
                  <a:cubicBezTo>
                    <a:pt x="96" y="101"/>
                    <a:pt x="98" y="100"/>
                    <a:pt x="99" y="99"/>
                  </a:cubicBezTo>
                  <a:cubicBezTo>
                    <a:pt x="102" y="96"/>
                    <a:pt x="102" y="92"/>
                    <a:pt x="99" y="89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102" y="9"/>
                    <a:pt x="102" y="5"/>
                    <a:pt x="99" y="2"/>
                  </a:cubicBezTo>
                  <a:cubicBezTo>
                    <a:pt x="97" y="0"/>
                    <a:pt x="93" y="0"/>
                    <a:pt x="90" y="2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0" y="0"/>
                    <a:pt x="5" y="0"/>
                    <a:pt x="3" y="2"/>
                  </a:cubicBezTo>
                  <a:cubicBezTo>
                    <a:pt x="0" y="5"/>
                    <a:pt x="0" y="9"/>
                    <a:pt x="3" y="12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0" y="92"/>
                    <a:pt x="0" y="96"/>
                    <a:pt x="3" y="9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Freeform 20"/>
            <p:cNvSpPr>
              <a:spLocks noEditPoints="1"/>
            </p:cNvSpPr>
            <p:nvPr/>
          </p:nvSpPr>
          <p:spPr bwMode="auto">
            <a:xfrm>
              <a:off x="4905376" y="1371600"/>
              <a:ext cx="315913" cy="317500"/>
            </a:xfrm>
            <a:custGeom>
              <a:avLst/>
              <a:gdLst>
                <a:gd name="T0" fmla="*/ 107 w 214"/>
                <a:gd name="T1" fmla="*/ 215 h 215"/>
                <a:gd name="T2" fmla="*/ 183 w 214"/>
                <a:gd name="T3" fmla="*/ 183 h 215"/>
                <a:gd name="T4" fmla="*/ 214 w 214"/>
                <a:gd name="T5" fmla="*/ 108 h 215"/>
                <a:gd name="T6" fmla="*/ 183 w 214"/>
                <a:gd name="T7" fmla="*/ 32 h 215"/>
                <a:gd name="T8" fmla="*/ 107 w 214"/>
                <a:gd name="T9" fmla="*/ 0 h 215"/>
                <a:gd name="T10" fmla="*/ 31 w 214"/>
                <a:gd name="T11" fmla="*/ 32 h 215"/>
                <a:gd name="T12" fmla="*/ 0 w 214"/>
                <a:gd name="T13" fmla="*/ 108 h 215"/>
                <a:gd name="T14" fmla="*/ 31 w 214"/>
                <a:gd name="T15" fmla="*/ 183 h 215"/>
                <a:gd name="T16" fmla="*/ 107 w 214"/>
                <a:gd name="T17" fmla="*/ 215 h 215"/>
                <a:gd name="T18" fmla="*/ 41 w 214"/>
                <a:gd name="T19" fmla="*/ 41 h 215"/>
                <a:gd name="T20" fmla="*/ 107 w 214"/>
                <a:gd name="T21" fmla="*/ 14 h 215"/>
                <a:gd name="T22" fmla="*/ 173 w 214"/>
                <a:gd name="T23" fmla="*/ 41 h 215"/>
                <a:gd name="T24" fmla="*/ 201 w 214"/>
                <a:gd name="T25" fmla="*/ 108 h 215"/>
                <a:gd name="T26" fmla="*/ 173 w 214"/>
                <a:gd name="T27" fmla="*/ 174 h 215"/>
                <a:gd name="T28" fmla="*/ 107 w 214"/>
                <a:gd name="T29" fmla="*/ 202 h 215"/>
                <a:gd name="T30" fmla="*/ 41 w 214"/>
                <a:gd name="T31" fmla="*/ 174 h 215"/>
                <a:gd name="T32" fmla="*/ 13 w 214"/>
                <a:gd name="T33" fmla="*/ 108 h 215"/>
                <a:gd name="T34" fmla="*/ 41 w 214"/>
                <a:gd name="T35" fmla="*/ 4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4" h="215">
                  <a:moveTo>
                    <a:pt x="107" y="215"/>
                  </a:moveTo>
                  <a:cubicBezTo>
                    <a:pt x="136" y="215"/>
                    <a:pt x="163" y="204"/>
                    <a:pt x="183" y="183"/>
                  </a:cubicBezTo>
                  <a:cubicBezTo>
                    <a:pt x="203" y="163"/>
                    <a:pt x="214" y="136"/>
                    <a:pt x="214" y="108"/>
                  </a:cubicBezTo>
                  <a:cubicBezTo>
                    <a:pt x="214" y="79"/>
                    <a:pt x="203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ubicBezTo>
                    <a:pt x="78" y="0"/>
                    <a:pt x="51" y="11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1" y="204"/>
                    <a:pt x="78" y="215"/>
                    <a:pt x="107" y="215"/>
                  </a:cubicBezTo>
                  <a:close/>
                  <a:moveTo>
                    <a:pt x="41" y="41"/>
                  </a:moveTo>
                  <a:cubicBezTo>
                    <a:pt x="58" y="23"/>
                    <a:pt x="82" y="14"/>
                    <a:pt x="107" y="14"/>
                  </a:cubicBezTo>
                  <a:cubicBezTo>
                    <a:pt x="132" y="14"/>
                    <a:pt x="156" y="23"/>
                    <a:pt x="173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3" y="174"/>
                  </a:cubicBez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8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" name="Freeform 21"/>
          <p:cNvSpPr>
            <a:spLocks noEditPoints="1"/>
          </p:cNvSpPr>
          <p:nvPr/>
        </p:nvSpPr>
        <p:spPr bwMode="auto">
          <a:xfrm>
            <a:off x="4905376" y="2935944"/>
            <a:ext cx="317500" cy="315912"/>
          </a:xfrm>
          <a:custGeom>
            <a:avLst/>
            <a:gdLst>
              <a:gd name="T0" fmla="*/ 152 w 215"/>
              <a:gd name="T1" fmla="*/ 122 h 214"/>
              <a:gd name="T2" fmla="*/ 143 w 215"/>
              <a:gd name="T3" fmla="*/ 122 h 214"/>
              <a:gd name="T4" fmla="*/ 137 w 215"/>
              <a:gd name="T5" fmla="*/ 128 h 214"/>
              <a:gd name="T6" fmla="*/ 124 w 215"/>
              <a:gd name="T7" fmla="*/ 115 h 214"/>
              <a:gd name="T8" fmla="*/ 141 w 215"/>
              <a:gd name="T9" fmla="*/ 70 h 214"/>
              <a:gd name="T10" fmla="*/ 70 w 215"/>
              <a:gd name="T11" fmla="*/ 0 h 214"/>
              <a:gd name="T12" fmla="*/ 0 w 215"/>
              <a:gd name="T13" fmla="*/ 70 h 214"/>
              <a:gd name="T14" fmla="*/ 70 w 215"/>
              <a:gd name="T15" fmla="*/ 141 h 214"/>
              <a:gd name="T16" fmla="*/ 115 w 215"/>
              <a:gd name="T17" fmla="*/ 124 h 214"/>
              <a:gd name="T18" fmla="*/ 128 w 215"/>
              <a:gd name="T19" fmla="*/ 137 h 214"/>
              <a:gd name="T20" fmla="*/ 122 w 215"/>
              <a:gd name="T21" fmla="*/ 143 h 214"/>
              <a:gd name="T22" fmla="*/ 122 w 215"/>
              <a:gd name="T23" fmla="*/ 152 h 214"/>
              <a:gd name="T24" fmla="*/ 183 w 215"/>
              <a:gd name="T25" fmla="*/ 212 h 214"/>
              <a:gd name="T26" fmla="*/ 188 w 215"/>
              <a:gd name="T27" fmla="*/ 214 h 214"/>
              <a:gd name="T28" fmla="*/ 192 w 215"/>
              <a:gd name="T29" fmla="*/ 212 h 214"/>
              <a:gd name="T30" fmla="*/ 212 w 215"/>
              <a:gd name="T31" fmla="*/ 192 h 214"/>
              <a:gd name="T32" fmla="*/ 212 w 215"/>
              <a:gd name="T33" fmla="*/ 183 h 214"/>
              <a:gd name="T34" fmla="*/ 152 w 215"/>
              <a:gd name="T35" fmla="*/ 122 h 214"/>
              <a:gd name="T36" fmla="*/ 13 w 215"/>
              <a:gd name="T37" fmla="*/ 70 h 214"/>
              <a:gd name="T38" fmla="*/ 70 w 215"/>
              <a:gd name="T39" fmla="*/ 13 h 214"/>
              <a:gd name="T40" fmla="*/ 127 w 215"/>
              <a:gd name="T41" fmla="*/ 70 h 214"/>
              <a:gd name="T42" fmla="*/ 70 w 215"/>
              <a:gd name="T43" fmla="*/ 127 h 214"/>
              <a:gd name="T44" fmla="*/ 13 w 215"/>
              <a:gd name="T45" fmla="*/ 70 h 214"/>
              <a:gd name="T46" fmla="*/ 188 w 215"/>
              <a:gd name="T47" fmla="*/ 198 h 214"/>
              <a:gd name="T48" fmla="*/ 137 w 215"/>
              <a:gd name="T49" fmla="*/ 147 h 214"/>
              <a:gd name="T50" fmla="*/ 147 w 215"/>
              <a:gd name="T51" fmla="*/ 137 h 214"/>
              <a:gd name="T52" fmla="*/ 198 w 215"/>
              <a:gd name="T53" fmla="*/ 188 h 214"/>
              <a:gd name="T54" fmla="*/ 188 w 215"/>
              <a:gd name="T55" fmla="*/ 198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15" h="214">
                <a:moveTo>
                  <a:pt x="152" y="122"/>
                </a:moveTo>
                <a:cubicBezTo>
                  <a:pt x="149" y="120"/>
                  <a:pt x="145" y="120"/>
                  <a:pt x="143" y="122"/>
                </a:cubicBezTo>
                <a:cubicBezTo>
                  <a:pt x="137" y="128"/>
                  <a:pt x="137" y="128"/>
                  <a:pt x="137" y="128"/>
                </a:cubicBezTo>
                <a:cubicBezTo>
                  <a:pt x="124" y="115"/>
                  <a:pt x="124" y="115"/>
                  <a:pt x="124" y="115"/>
                </a:cubicBezTo>
                <a:cubicBezTo>
                  <a:pt x="135" y="103"/>
                  <a:pt x="141" y="87"/>
                  <a:pt x="141" y="70"/>
                </a:cubicBezTo>
                <a:cubicBezTo>
                  <a:pt x="141" y="31"/>
                  <a:pt x="109" y="0"/>
                  <a:pt x="70" y="0"/>
                </a:cubicBezTo>
                <a:cubicBezTo>
                  <a:pt x="31" y="0"/>
                  <a:pt x="0" y="31"/>
                  <a:pt x="0" y="70"/>
                </a:cubicBezTo>
                <a:cubicBezTo>
                  <a:pt x="0" y="109"/>
                  <a:pt x="31" y="141"/>
                  <a:pt x="70" y="141"/>
                </a:cubicBezTo>
                <a:cubicBezTo>
                  <a:pt x="87" y="141"/>
                  <a:pt x="103" y="135"/>
                  <a:pt x="115" y="124"/>
                </a:cubicBezTo>
                <a:cubicBezTo>
                  <a:pt x="128" y="137"/>
                  <a:pt x="128" y="137"/>
                  <a:pt x="128" y="137"/>
                </a:cubicBezTo>
                <a:cubicBezTo>
                  <a:pt x="122" y="143"/>
                  <a:pt x="122" y="143"/>
                  <a:pt x="122" y="143"/>
                </a:cubicBezTo>
                <a:cubicBezTo>
                  <a:pt x="120" y="145"/>
                  <a:pt x="120" y="149"/>
                  <a:pt x="122" y="152"/>
                </a:cubicBezTo>
                <a:cubicBezTo>
                  <a:pt x="183" y="212"/>
                  <a:pt x="183" y="212"/>
                  <a:pt x="183" y="212"/>
                </a:cubicBezTo>
                <a:cubicBezTo>
                  <a:pt x="184" y="214"/>
                  <a:pt x="186" y="214"/>
                  <a:pt x="188" y="214"/>
                </a:cubicBezTo>
                <a:cubicBezTo>
                  <a:pt x="189" y="214"/>
                  <a:pt x="191" y="214"/>
                  <a:pt x="192" y="212"/>
                </a:cubicBezTo>
                <a:cubicBezTo>
                  <a:pt x="212" y="192"/>
                  <a:pt x="212" y="192"/>
                  <a:pt x="212" y="192"/>
                </a:cubicBezTo>
                <a:cubicBezTo>
                  <a:pt x="215" y="190"/>
                  <a:pt x="215" y="185"/>
                  <a:pt x="212" y="183"/>
                </a:cubicBezTo>
                <a:lnTo>
                  <a:pt x="152" y="122"/>
                </a:lnTo>
                <a:close/>
                <a:moveTo>
                  <a:pt x="13" y="70"/>
                </a:moveTo>
                <a:cubicBezTo>
                  <a:pt x="13" y="39"/>
                  <a:pt x="39" y="13"/>
                  <a:pt x="70" y="13"/>
                </a:cubicBezTo>
                <a:cubicBezTo>
                  <a:pt x="102" y="13"/>
                  <a:pt x="127" y="39"/>
                  <a:pt x="127" y="70"/>
                </a:cubicBezTo>
                <a:cubicBezTo>
                  <a:pt x="127" y="102"/>
                  <a:pt x="102" y="127"/>
                  <a:pt x="70" y="127"/>
                </a:cubicBezTo>
                <a:cubicBezTo>
                  <a:pt x="39" y="127"/>
                  <a:pt x="13" y="102"/>
                  <a:pt x="13" y="70"/>
                </a:cubicBezTo>
                <a:close/>
                <a:moveTo>
                  <a:pt x="188" y="198"/>
                </a:moveTo>
                <a:cubicBezTo>
                  <a:pt x="137" y="147"/>
                  <a:pt x="137" y="147"/>
                  <a:pt x="137" y="147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98" y="188"/>
                  <a:pt x="198" y="188"/>
                  <a:pt x="198" y="188"/>
                </a:cubicBezTo>
                <a:lnTo>
                  <a:pt x="188" y="19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76" name="Group 275"/>
          <p:cNvGrpSpPr/>
          <p:nvPr/>
        </p:nvGrpSpPr>
        <p:grpSpPr>
          <a:xfrm>
            <a:off x="5395914" y="2935944"/>
            <a:ext cx="317500" cy="315912"/>
            <a:chOff x="5395914" y="3335337"/>
            <a:chExt cx="317500" cy="315912"/>
          </a:xfrm>
        </p:grpSpPr>
        <p:sp>
          <p:nvSpPr>
            <p:cNvPr id="51" name="Freeform 22"/>
            <p:cNvSpPr>
              <a:spLocks noEditPoints="1"/>
            </p:cNvSpPr>
            <p:nvPr/>
          </p:nvSpPr>
          <p:spPr bwMode="auto">
            <a:xfrm>
              <a:off x="5395914" y="3335337"/>
              <a:ext cx="317500" cy="315912"/>
            </a:xfrm>
            <a:custGeom>
              <a:avLst/>
              <a:gdLst>
                <a:gd name="T0" fmla="*/ 152 w 215"/>
                <a:gd name="T1" fmla="*/ 122 h 214"/>
                <a:gd name="T2" fmla="*/ 143 w 215"/>
                <a:gd name="T3" fmla="*/ 122 h 214"/>
                <a:gd name="T4" fmla="*/ 137 w 215"/>
                <a:gd name="T5" fmla="*/ 128 h 214"/>
                <a:gd name="T6" fmla="*/ 125 w 215"/>
                <a:gd name="T7" fmla="*/ 115 h 214"/>
                <a:gd name="T8" fmla="*/ 141 w 215"/>
                <a:gd name="T9" fmla="*/ 70 h 214"/>
                <a:gd name="T10" fmla="*/ 70 w 215"/>
                <a:gd name="T11" fmla="*/ 0 h 214"/>
                <a:gd name="T12" fmla="*/ 0 w 215"/>
                <a:gd name="T13" fmla="*/ 70 h 214"/>
                <a:gd name="T14" fmla="*/ 70 w 215"/>
                <a:gd name="T15" fmla="*/ 141 h 214"/>
                <a:gd name="T16" fmla="*/ 115 w 215"/>
                <a:gd name="T17" fmla="*/ 124 h 214"/>
                <a:gd name="T18" fmla="*/ 128 w 215"/>
                <a:gd name="T19" fmla="*/ 137 h 214"/>
                <a:gd name="T20" fmla="*/ 123 w 215"/>
                <a:gd name="T21" fmla="*/ 143 h 214"/>
                <a:gd name="T22" fmla="*/ 123 w 215"/>
                <a:gd name="T23" fmla="*/ 152 h 214"/>
                <a:gd name="T24" fmla="*/ 183 w 215"/>
                <a:gd name="T25" fmla="*/ 212 h 214"/>
                <a:gd name="T26" fmla="*/ 188 w 215"/>
                <a:gd name="T27" fmla="*/ 214 h 214"/>
                <a:gd name="T28" fmla="*/ 192 w 215"/>
                <a:gd name="T29" fmla="*/ 212 h 214"/>
                <a:gd name="T30" fmla="*/ 213 w 215"/>
                <a:gd name="T31" fmla="*/ 192 h 214"/>
                <a:gd name="T32" fmla="*/ 213 w 215"/>
                <a:gd name="T33" fmla="*/ 183 h 214"/>
                <a:gd name="T34" fmla="*/ 152 w 215"/>
                <a:gd name="T35" fmla="*/ 122 h 214"/>
                <a:gd name="T36" fmla="*/ 13 w 215"/>
                <a:gd name="T37" fmla="*/ 70 h 214"/>
                <a:gd name="T38" fmla="*/ 70 w 215"/>
                <a:gd name="T39" fmla="*/ 13 h 214"/>
                <a:gd name="T40" fmla="*/ 127 w 215"/>
                <a:gd name="T41" fmla="*/ 70 h 214"/>
                <a:gd name="T42" fmla="*/ 70 w 215"/>
                <a:gd name="T43" fmla="*/ 127 h 214"/>
                <a:gd name="T44" fmla="*/ 13 w 215"/>
                <a:gd name="T45" fmla="*/ 70 h 214"/>
                <a:gd name="T46" fmla="*/ 188 w 215"/>
                <a:gd name="T47" fmla="*/ 198 h 214"/>
                <a:gd name="T48" fmla="*/ 137 w 215"/>
                <a:gd name="T49" fmla="*/ 147 h 214"/>
                <a:gd name="T50" fmla="*/ 147 w 215"/>
                <a:gd name="T51" fmla="*/ 137 h 214"/>
                <a:gd name="T52" fmla="*/ 198 w 215"/>
                <a:gd name="T53" fmla="*/ 188 h 214"/>
                <a:gd name="T54" fmla="*/ 188 w 215"/>
                <a:gd name="T55" fmla="*/ 198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5" h="214">
                  <a:moveTo>
                    <a:pt x="152" y="122"/>
                  </a:moveTo>
                  <a:cubicBezTo>
                    <a:pt x="150" y="120"/>
                    <a:pt x="145" y="120"/>
                    <a:pt x="143" y="122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35" y="103"/>
                    <a:pt x="141" y="87"/>
                    <a:pt x="141" y="70"/>
                  </a:cubicBezTo>
                  <a:cubicBezTo>
                    <a:pt x="141" y="31"/>
                    <a:pt x="109" y="0"/>
                    <a:pt x="70" y="0"/>
                  </a:cubicBezTo>
                  <a:cubicBezTo>
                    <a:pt x="31" y="0"/>
                    <a:pt x="0" y="31"/>
                    <a:pt x="0" y="70"/>
                  </a:cubicBezTo>
                  <a:cubicBezTo>
                    <a:pt x="0" y="109"/>
                    <a:pt x="31" y="141"/>
                    <a:pt x="70" y="141"/>
                  </a:cubicBezTo>
                  <a:cubicBezTo>
                    <a:pt x="87" y="141"/>
                    <a:pt x="103" y="135"/>
                    <a:pt x="115" y="124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0" y="145"/>
                    <a:pt x="120" y="149"/>
                    <a:pt x="123" y="15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4" y="214"/>
                    <a:pt x="186" y="214"/>
                    <a:pt x="188" y="214"/>
                  </a:cubicBezTo>
                  <a:cubicBezTo>
                    <a:pt x="189" y="214"/>
                    <a:pt x="191" y="214"/>
                    <a:pt x="192" y="212"/>
                  </a:cubicBezTo>
                  <a:cubicBezTo>
                    <a:pt x="213" y="192"/>
                    <a:pt x="213" y="192"/>
                    <a:pt x="213" y="192"/>
                  </a:cubicBezTo>
                  <a:cubicBezTo>
                    <a:pt x="215" y="190"/>
                    <a:pt x="215" y="185"/>
                    <a:pt x="213" y="183"/>
                  </a:cubicBezTo>
                  <a:lnTo>
                    <a:pt x="152" y="122"/>
                  </a:lnTo>
                  <a:close/>
                  <a:moveTo>
                    <a:pt x="13" y="70"/>
                  </a:moveTo>
                  <a:cubicBezTo>
                    <a:pt x="13" y="39"/>
                    <a:pt x="39" y="13"/>
                    <a:pt x="70" y="13"/>
                  </a:cubicBezTo>
                  <a:cubicBezTo>
                    <a:pt x="102" y="13"/>
                    <a:pt x="127" y="39"/>
                    <a:pt x="127" y="70"/>
                  </a:cubicBezTo>
                  <a:cubicBezTo>
                    <a:pt x="127" y="102"/>
                    <a:pt x="102" y="127"/>
                    <a:pt x="70" y="127"/>
                  </a:cubicBezTo>
                  <a:cubicBezTo>
                    <a:pt x="39" y="127"/>
                    <a:pt x="13" y="102"/>
                    <a:pt x="13" y="70"/>
                  </a:cubicBezTo>
                  <a:close/>
                  <a:moveTo>
                    <a:pt x="188" y="198"/>
                  </a:moveTo>
                  <a:cubicBezTo>
                    <a:pt x="137" y="147"/>
                    <a:pt x="137" y="147"/>
                    <a:pt x="137" y="147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98" y="188"/>
                    <a:pt x="198" y="188"/>
                    <a:pt x="198" y="188"/>
                  </a:cubicBezTo>
                  <a:lnTo>
                    <a:pt x="188" y="1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23"/>
            <p:cNvSpPr>
              <a:spLocks/>
            </p:cNvSpPr>
            <p:nvPr/>
          </p:nvSpPr>
          <p:spPr bwMode="auto">
            <a:xfrm>
              <a:off x="5445126" y="3429000"/>
              <a:ext cx="107950" cy="20637"/>
            </a:xfrm>
            <a:custGeom>
              <a:avLst/>
              <a:gdLst>
                <a:gd name="T0" fmla="*/ 67 w 74"/>
                <a:gd name="T1" fmla="*/ 0 h 14"/>
                <a:gd name="T2" fmla="*/ 7 w 74"/>
                <a:gd name="T3" fmla="*/ 0 h 14"/>
                <a:gd name="T4" fmla="*/ 0 w 74"/>
                <a:gd name="T5" fmla="*/ 7 h 14"/>
                <a:gd name="T6" fmla="*/ 7 w 74"/>
                <a:gd name="T7" fmla="*/ 14 h 14"/>
                <a:gd name="T8" fmla="*/ 67 w 74"/>
                <a:gd name="T9" fmla="*/ 14 h 14"/>
                <a:gd name="T10" fmla="*/ 74 w 74"/>
                <a:gd name="T11" fmla="*/ 7 h 14"/>
                <a:gd name="T12" fmla="*/ 67 w 7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14">
                  <a:moveTo>
                    <a:pt x="6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71" y="14"/>
                    <a:pt x="74" y="11"/>
                    <a:pt x="74" y="7"/>
                  </a:cubicBezTo>
                  <a:cubicBezTo>
                    <a:pt x="74" y="3"/>
                    <a:pt x="71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5" name="Group 274"/>
          <p:cNvGrpSpPr/>
          <p:nvPr/>
        </p:nvGrpSpPr>
        <p:grpSpPr>
          <a:xfrm>
            <a:off x="5886451" y="2935944"/>
            <a:ext cx="317500" cy="315912"/>
            <a:chOff x="5886451" y="3335337"/>
            <a:chExt cx="317500" cy="315912"/>
          </a:xfrm>
        </p:grpSpPr>
        <p:sp>
          <p:nvSpPr>
            <p:cNvPr id="53" name="Freeform 24"/>
            <p:cNvSpPr>
              <a:spLocks noEditPoints="1"/>
            </p:cNvSpPr>
            <p:nvPr/>
          </p:nvSpPr>
          <p:spPr bwMode="auto">
            <a:xfrm>
              <a:off x="5886451" y="3335337"/>
              <a:ext cx="317500" cy="315912"/>
            </a:xfrm>
            <a:custGeom>
              <a:avLst/>
              <a:gdLst>
                <a:gd name="T0" fmla="*/ 70 w 215"/>
                <a:gd name="T1" fmla="*/ 141 h 214"/>
                <a:gd name="T2" fmla="*/ 115 w 215"/>
                <a:gd name="T3" fmla="*/ 124 h 214"/>
                <a:gd name="T4" fmla="*/ 128 w 215"/>
                <a:gd name="T5" fmla="*/ 137 h 214"/>
                <a:gd name="T6" fmla="*/ 123 w 215"/>
                <a:gd name="T7" fmla="*/ 143 h 214"/>
                <a:gd name="T8" fmla="*/ 123 w 215"/>
                <a:gd name="T9" fmla="*/ 152 h 214"/>
                <a:gd name="T10" fmla="*/ 183 w 215"/>
                <a:gd name="T11" fmla="*/ 212 h 214"/>
                <a:gd name="T12" fmla="*/ 188 w 215"/>
                <a:gd name="T13" fmla="*/ 214 h 214"/>
                <a:gd name="T14" fmla="*/ 193 w 215"/>
                <a:gd name="T15" fmla="*/ 212 h 214"/>
                <a:gd name="T16" fmla="*/ 213 w 215"/>
                <a:gd name="T17" fmla="*/ 192 h 214"/>
                <a:gd name="T18" fmla="*/ 213 w 215"/>
                <a:gd name="T19" fmla="*/ 183 h 214"/>
                <a:gd name="T20" fmla="*/ 152 w 215"/>
                <a:gd name="T21" fmla="*/ 122 h 214"/>
                <a:gd name="T22" fmla="*/ 143 w 215"/>
                <a:gd name="T23" fmla="*/ 122 h 214"/>
                <a:gd name="T24" fmla="*/ 137 w 215"/>
                <a:gd name="T25" fmla="*/ 128 h 214"/>
                <a:gd name="T26" fmla="*/ 125 w 215"/>
                <a:gd name="T27" fmla="*/ 115 h 214"/>
                <a:gd name="T28" fmla="*/ 141 w 215"/>
                <a:gd name="T29" fmla="*/ 70 h 214"/>
                <a:gd name="T30" fmla="*/ 70 w 215"/>
                <a:gd name="T31" fmla="*/ 0 h 214"/>
                <a:gd name="T32" fmla="*/ 0 w 215"/>
                <a:gd name="T33" fmla="*/ 70 h 214"/>
                <a:gd name="T34" fmla="*/ 70 w 215"/>
                <a:gd name="T35" fmla="*/ 141 h 214"/>
                <a:gd name="T36" fmla="*/ 198 w 215"/>
                <a:gd name="T37" fmla="*/ 188 h 214"/>
                <a:gd name="T38" fmla="*/ 188 w 215"/>
                <a:gd name="T39" fmla="*/ 198 h 214"/>
                <a:gd name="T40" fmla="*/ 137 w 215"/>
                <a:gd name="T41" fmla="*/ 147 h 214"/>
                <a:gd name="T42" fmla="*/ 148 w 215"/>
                <a:gd name="T43" fmla="*/ 137 h 214"/>
                <a:gd name="T44" fmla="*/ 198 w 215"/>
                <a:gd name="T45" fmla="*/ 188 h 214"/>
                <a:gd name="T46" fmla="*/ 70 w 215"/>
                <a:gd name="T47" fmla="*/ 13 h 214"/>
                <a:gd name="T48" fmla="*/ 127 w 215"/>
                <a:gd name="T49" fmla="*/ 70 h 214"/>
                <a:gd name="T50" fmla="*/ 70 w 215"/>
                <a:gd name="T51" fmla="*/ 127 h 214"/>
                <a:gd name="T52" fmla="*/ 13 w 215"/>
                <a:gd name="T53" fmla="*/ 70 h 214"/>
                <a:gd name="T54" fmla="*/ 70 w 215"/>
                <a:gd name="T55" fmla="*/ 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5" h="214">
                  <a:moveTo>
                    <a:pt x="70" y="141"/>
                  </a:moveTo>
                  <a:cubicBezTo>
                    <a:pt x="87" y="141"/>
                    <a:pt x="103" y="135"/>
                    <a:pt x="115" y="124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0" y="145"/>
                    <a:pt x="120" y="149"/>
                    <a:pt x="123" y="15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4" y="214"/>
                    <a:pt x="186" y="214"/>
                    <a:pt x="188" y="214"/>
                  </a:cubicBezTo>
                  <a:cubicBezTo>
                    <a:pt x="190" y="214"/>
                    <a:pt x="191" y="214"/>
                    <a:pt x="193" y="212"/>
                  </a:cubicBezTo>
                  <a:cubicBezTo>
                    <a:pt x="213" y="192"/>
                    <a:pt x="213" y="192"/>
                    <a:pt x="213" y="192"/>
                  </a:cubicBezTo>
                  <a:cubicBezTo>
                    <a:pt x="215" y="190"/>
                    <a:pt x="215" y="185"/>
                    <a:pt x="213" y="183"/>
                  </a:cubicBezTo>
                  <a:cubicBezTo>
                    <a:pt x="152" y="122"/>
                    <a:pt x="152" y="122"/>
                    <a:pt x="152" y="122"/>
                  </a:cubicBezTo>
                  <a:cubicBezTo>
                    <a:pt x="150" y="120"/>
                    <a:pt x="145" y="120"/>
                    <a:pt x="143" y="122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35" y="103"/>
                    <a:pt x="141" y="87"/>
                    <a:pt x="141" y="70"/>
                  </a:cubicBezTo>
                  <a:cubicBezTo>
                    <a:pt x="141" y="31"/>
                    <a:pt x="109" y="0"/>
                    <a:pt x="70" y="0"/>
                  </a:cubicBezTo>
                  <a:cubicBezTo>
                    <a:pt x="32" y="0"/>
                    <a:pt x="0" y="31"/>
                    <a:pt x="0" y="70"/>
                  </a:cubicBezTo>
                  <a:cubicBezTo>
                    <a:pt x="0" y="109"/>
                    <a:pt x="32" y="141"/>
                    <a:pt x="70" y="141"/>
                  </a:cubicBezTo>
                  <a:close/>
                  <a:moveTo>
                    <a:pt x="198" y="188"/>
                  </a:moveTo>
                  <a:cubicBezTo>
                    <a:pt x="188" y="198"/>
                    <a:pt x="188" y="198"/>
                    <a:pt x="188" y="198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48" y="137"/>
                    <a:pt x="148" y="137"/>
                    <a:pt x="148" y="137"/>
                  </a:cubicBezTo>
                  <a:lnTo>
                    <a:pt x="198" y="188"/>
                  </a:lnTo>
                  <a:close/>
                  <a:moveTo>
                    <a:pt x="70" y="13"/>
                  </a:moveTo>
                  <a:cubicBezTo>
                    <a:pt x="102" y="13"/>
                    <a:pt x="127" y="39"/>
                    <a:pt x="127" y="70"/>
                  </a:cubicBezTo>
                  <a:cubicBezTo>
                    <a:pt x="127" y="102"/>
                    <a:pt x="102" y="127"/>
                    <a:pt x="70" y="127"/>
                  </a:cubicBezTo>
                  <a:cubicBezTo>
                    <a:pt x="39" y="127"/>
                    <a:pt x="13" y="102"/>
                    <a:pt x="13" y="70"/>
                  </a:cubicBezTo>
                  <a:cubicBezTo>
                    <a:pt x="13" y="39"/>
                    <a:pt x="39" y="13"/>
                    <a:pt x="7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25"/>
            <p:cNvSpPr>
              <a:spLocks/>
            </p:cNvSpPr>
            <p:nvPr/>
          </p:nvSpPr>
          <p:spPr bwMode="auto">
            <a:xfrm>
              <a:off x="5935664" y="3384550"/>
              <a:ext cx="107950" cy="107950"/>
            </a:xfrm>
            <a:custGeom>
              <a:avLst/>
              <a:gdLst>
                <a:gd name="T0" fmla="*/ 6 w 73"/>
                <a:gd name="T1" fmla="*/ 44 h 74"/>
                <a:gd name="T2" fmla="*/ 30 w 73"/>
                <a:gd name="T3" fmla="*/ 44 h 74"/>
                <a:gd name="T4" fmla="*/ 30 w 73"/>
                <a:gd name="T5" fmla="*/ 67 h 74"/>
                <a:gd name="T6" fmla="*/ 36 w 73"/>
                <a:gd name="T7" fmla="*/ 74 h 74"/>
                <a:gd name="T8" fmla="*/ 43 w 73"/>
                <a:gd name="T9" fmla="*/ 67 h 74"/>
                <a:gd name="T10" fmla="*/ 43 w 73"/>
                <a:gd name="T11" fmla="*/ 44 h 74"/>
                <a:gd name="T12" fmla="*/ 67 w 73"/>
                <a:gd name="T13" fmla="*/ 44 h 74"/>
                <a:gd name="T14" fmla="*/ 73 w 73"/>
                <a:gd name="T15" fmla="*/ 37 h 74"/>
                <a:gd name="T16" fmla="*/ 67 w 73"/>
                <a:gd name="T17" fmla="*/ 30 h 74"/>
                <a:gd name="T18" fmla="*/ 43 w 73"/>
                <a:gd name="T19" fmla="*/ 30 h 74"/>
                <a:gd name="T20" fmla="*/ 43 w 73"/>
                <a:gd name="T21" fmla="*/ 7 h 74"/>
                <a:gd name="T22" fmla="*/ 36 w 73"/>
                <a:gd name="T23" fmla="*/ 0 h 74"/>
                <a:gd name="T24" fmla="*/ 30 w 73"/>
                <a:gd name="T25" fmla="*/ 7 h 74"/>
                <a:gd name="T26" fmla="*/ 30 w 73"/>
                <a:gd name="T27" fmla="*/ 30 h 74"/>
                <a:gd name="T28" fmla="*/ 6 w 73"/>
                <a:gd name="T29" fmla="*/ 30 h 74"/>
                <a:gd name="T30" fmla="*/ 0 w 73"/>
                <a:gd name="T31" fmla="*/ 37 h 74"/>
                <a:gd name="T32" fmla="*/ 6 w 73"/>
                <a:gd name="T33" fmla="*/ 4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74">
                  <a:moveTo>
                    <a:pt x="6" y="44"/>
                  </a:moveTo>
                  <a:cubicBezTo>
                    <a:pt x="30" y="44"/>
                    <a:pt x="30" y="44"/>
                    <a:pt x="30" y="44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71"/>
                    <a:pt x="33" y="74"/>
                    <a:pt x="36" y="74"/>
                  </a:cubicBezTo>
                  <a:cubicBezTo>
                    <a:pt x="40" y="74"/>
                    <a:pt x="43" y="71"/>
                    <a:pt x="43" y="67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70" y="44"/>
                    <a:pt x="73" y="41"/>
                    <a:pt x="73" y="37"/>
                  </a:cubicBezTo>
                  <a:cubicBezTo>
                    <a:pt x="73" y="33"/>
                    <a:pt x="70" y="30"/>
                    <a:pt x="67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3"/>
                    <a:pt x="40" y="0"/>
                    <a:pt x="36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3" y="30"/>
                    <a:pt x="0" y="33"/>
                    <a:pt x="0" y="37"/>
                  </a:cubicBezTo>
                  <a:cubicBezTo>
                    <a:pt x="0" y="41"/>
                    <a:pt x="3" y="44"/>
                    <a:pt x="6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5" name="Freeform 26"/>
          <p:cNvSpPr>
            <a:spLocks noEditPoints="1"/>
          </p:cNvSpPr>
          <p:nvPr/>
        </p:nvSpPr>
        <p:spPr bwMode="auto">
          <a:xfrm>
            <a:off x="1536701" y="1462744"/>
            <a:ext cx="188913" cy="317500"/>
          </a:xfrm>
          <a:custGeom>
            <a:avLst/>
            <a:gdLst>
              <a:gd name="T0" fmla="*/ 121 w 128"/>
              <a:gd name="T1" fmla="*/ 215 h 215"/>
              <a:gd name="T2" fmla="*/ 128 w 128"/>
              <a:gd name="T3" fmla="*/ 208 h 215"/>
              <a:gd name="T4" fmla="*/ 128 w 128"/>
              <a:gd name="T5" fmla="*/ 64 h 215"/>
              <a:gd name="T6" fmla="*/ 126 w 128"/>
              <a:gd name="T7" fmla="*/ 59 h 215"/>
              <a:gd name="T8" fmla="*/ 69 w 128"/>
              <a:gd name="T9" fmla="*/ 2 h 215"/>
              <a:gd name="T10" fmla="*/ 59 w 128"/>
              <a:gd name="T11" fmla="*/ 2 h 215"/>
              <a:gd name="T12" fmla="*/ 2 w 128"/>
              <a:gd name="T13" fmla="*/ 59 h 215"/>
              <a:gd name="T14" fmla="*/ 0 w 128"/>
              <a:gd name="T15" fmla="*/ 64 h 215"/>
              <a:gd name="T16" fmla="*/ 0 w 128"/>
              <a:gd name="T17" fmla="*/ 208 h 215"/>
              <a:gd name="T18" fmla="*/ 7 w 128"/>
              <a:gd name="T19" fmla="*/ 215 h 215"/>
              <a:gd name="T20" fmla="*/ 121 w 128"/>
              <a:gd name="T21" fmla="*/ 215 h 215"/>
              <a:gd name="T22" fmla="*/ 14 w 128"/>
              <a:gd name="T23" fmla="*/ 67 h 215"/>
              <a:gd name="T24" fmla="*/ 64 w 128"/>
              <a:gd name="T25" fmla="*/ 17 h 215"/>
              <a:gd name="T26" fmla="*/ 115 w 128"/>
              <a:gd name="T27" fmla="*/ 67 h 215"/>
              <a:gd name="T28" fmla="*/ 115 w 128"/>
              <a:gd name="T29" fmla="*/ 202 h 215"/>
              <a:gd name="T30" fmla="*/ 14 w 128"/>
              <a:gd name="T31" fmla="*/ 202 h 215"/>
              <a:gd name="T32" fmla="*/ 14 w 128"/>
              <a:gd name="T33" fmla="*/ 67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8" h="215">
                <a:moveTo>
                  <a:pt x="121" y="215"/>
                </a:moveTo>
                <a:cubicBezTo>
                  <a:pt x="125" y="215"/>
                  <a:pt x="128" y="212"/>
                  <a:pt x="128" y="208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62"/>
                  <a:pt x="127" y="61"/>
                  <a:pt x="126" y="59"/>
                </a:cubicBezTo>
                <a:cubicBezTo>
                  <a:pt x="69" y="2"/>
                  <a:pt x="69" y="2"/>
                  <a:pt x="69" y="2"/>
                </a:cubicBezTo>
                <a:cubicBezTo>
                  <a:pt x="66" y="0"/>
                  <a:pt x="62" y="0"/>
                  <a:pt x="59" y="2"/>
                </a:cubicBezTo>
                <a:cubicBezTo>
                  <a:pt x="2" y="59"/>
                  <a:pt x="2" y="59"/>
                  <a:pt x="2" y="59"/>
                </a:cubicBezTo>
                <a:cubicBezTo>
                  <a:pt x="1" y="61"/>
                  <a:pt x="0" y="62"/>
                  <a:pt x="0" y="64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2"/>
                  <a:pt x="3" y="215"/>
                  <a:pt x="7" y="215"/>
                </a:cubicBezTo>
                <a:lnTo>
                  <a:pt x="121" y="215"/>
                </a:lnTo>
                <a:close/>
                <a:moveTo>
                  <a:pt x="14" y="67"/>
                </a:moveTo>
                <a:cubicBezTo>
                  <a:pt x="64" y="17"/>
                  <a:pt x="64" y="17"/>
                  <a:pt x="64" y="17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15" y="202"/>
                  <a:pt x="115" y="202"/>
                  <a:pt x="115" y="202"/>
                </a:cubicBezTo>
                <a:cubicBezTo>
                  <a:pt x="14" y="202"/>
                  <a:pt x="14" y="202"/>
                  <a:pt x="14" y="202"/>
                </a:cubicBezTo>
                <a:lnTo>
                  <a:pt x="14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27"/>
          <p:cNvSpPr>
            <a:spLocks noEditPoints="1"/>
          </p:cNvSpPr>
          <p:nvPr/>
        </p:nvSpPr>
        <p:spPr bwMode="auto">
          <a:xfrm>
            <a:off x="2028826" y="1462744"/>
            <a:ext cx="187325" cy="317500"/>
          </a:xfrm>
          <a:custGeom>
            <a:avLst/>
            <a:gdLst>
              <a:gd name="T0" fmla="*/ 63 w 127"/>
              <a:gd name="T1" fmla="*/ 215 h 215"/>
              <a:gd name="T2" fmla="*/ 68 w 127"/>
              <a:gd name="T3" fmla="*/ 213 h 215"/>
              <a:gd name="T4" fmla="*/ 125 w 127"/>
              <a:gd name="T5" fmla="*/ 156 h 215"/>
              <a:gd name="T6" fmla="*/ 127 w 127"/>
              <a:gd name="T7" fmla="*/ 151 h 215"/>
              <a:gd name="T8" fmla="*/ 127 w 127"/>
              <a:gd name="T9" fmla="*/ 7 h 215"/>
              <a:gd name="T10" fmla="*/ 120 w 127"/>
              <a:gd name="T11" fmla="*/ 0 h 215"/>
              <a:gd name="T12" fmla="*/ 6 w 127"/>
              <a:gd name="T13" fmla="*/ 0 h 215"/>
              <a:gd name="T14" fmla="*/ 0 w 127"/>
              <a:gd name="T15" fmla="*/ 7 h 215"/>
              <a:gd name="T16" fmla="*/ 0 w 127"/>
              <a:gd name="T17" fmla="*/ 151 h 215"/>
              <a:gd name="T18" fmla="*/ 2 w 127"/>
              <a:gd name="T19" fmla="*/ 156 h 215"/>
              <a:gd name="T20" fmla="*/ 59 w 127"/>
              <a:gd name="T21" fmla="*/ 213 h 215"/>
              <a:gd name="T22" fmla="*/ 63 w 127"/>
              <a:gd name="T23" fmla="*/ 215 h 215"/>
              <a:gd name="T24" fmla="*/ 13 w 127"/>
              <a:gd name="T25" fmla="*/ 14 h 215"/>
              <a:gd name="T26" fmla="*/ 114 w 127"/>
              <a:gd name="T27" fmla="*/ 14 h 215"/>
              <a:gd name="T28" fmla="*/ 114 w 127"/>
              <a:gd name="T29" fmla="*/ 149 h 215"/>
              <a:gd name="T30" fmla="*/ 63 w 127"/>
              <a:gd name="T31" fmla="*/ 199 h 215"/>
              <a:gd name="T32" fmla="*/ 13 w 127"/>
              <a:gd name="T33" fmla="*/ 149 h 215"/>
              <a:gd name="T34" fmla="*/ 13 w 127"/>
              <a:gd name="T35" fmla="*/ 1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27" h="215">
                <a:moveTo>
                  <a:pt x="63" y="215"/>
                </a:moveTo>
                <a:cubicBezTo>
                  <a:pt x="65" y="215"/>
                  <a:pt x="67" y="214"/>
                  <a:pt x="68" y="213"/>
                </a:cubicBezTo>
                <a:cubicBezTo>
                  <a:pt x="125" y="156"/>
                  <a:pt x="125" y="156"/>
                  <a:pt x="125" y="156"/>
                </a:cubicBezTo>
                <a:cubicBezTo>
                  <a:pt x="126" y="155"/>
                  <a:pt x="127" y="153"/>
                  <a:pt x="127" y="151"/>
                </a:cubicBezTo>
                <a:cubicBezTo>
                  <a:pt x="127" y="7"/>
                  <a:pt x="127" y="7"/>
                  <a:pt x="127" y="7"/>
                </a:cubicBezTo>
                <a:cubicBezTo>
                  <a:pt x="127" y="3"/>
                  <a:pt x="124" y="0"/>
                  <a:pt x="12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3"/>
                  <a:pt x="0" y="155"/>
                  <a:pt x="2" y="156"/>
                </a:cubicBezTo>
                <a:cubicBezTo>
                  <a:pt x="59" y="213"/>
                  <a:pt x="59" y="213"/>
                  <a:pt x="59" y="213"/>
                </a:cubicBezTo>
                <a:cubicBezTo>
                  <a:pt x="60" y="214"/>
                  <a:pt x="62" y="215"/>
                  <a:pt x="63" y="215"/>
                </a:cubicBezTo>
                <a:close/>
                <a:moveTo>
                  <a:pt x="13" y="14"/>
                </a:moveTo>
                <a:cubicBezTo>
                  <a:pt x="114" y="14"/>
                  <a:pt x="114" y="14"/>
                  <a:pt x="114" y="14"/>
                </a:cubicBezTo>
                <a:cubicBezTo>
                  <a:pt x="114" y="149"/>
                  <a:pt x="114" y="149"/>
                  <a:pt x="114" y="149"/>
                </a:cubicBezTo>
                <a:cubicBezTo>
                  <a:pt x="63" y="199"/>
                  <a:pt x="63" y="199"/>
                  <a:pt x="63" y="199"/>
                </a:cubicBezTo>
                <a:cubicBezTo>
                  <a:pt x="13" y="149"/>
                  <a:pt x="13" y="149"/>
                  <a:pt x="13" y="149"/>
                </a:cubicBezTo>
                <a:lnTo>
                  <a:pt x="13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28"/>
          <p:cNvSpPr>
            <a:spLocks noEditPoints="1"/>
          </p:cNvSpPr>
          <p:nvPr/>
        </p:nvSpPr>
        <p:spPr bwMode="auto">
          <a:xfrm>
            <a:off x="2452689" y="1527832"/>
            <a:ext cx="317500" cy="187325"/>
          </a:xfrm>
          <a:custGeom>
            <a:avLst/>
            <a:gdLst>
              <a:gd name="T0" fmla="*/ 60 w 216"/>
              <a:gd name="T1" fmla="*/ 125 h 127"/>
              <a:gd name="T2" fmla="*/ 65 w 216"/>
              <a:gd name="T3" fmla="*/ 127 h 127"/>
              <a:gd name="T4" fmla="*/ 209 w 216"/>
              <a:gd name="T5" fmla="*/ 127 h 127"/>
              <a:gd name="T6" fmla="*/ 216 w 216"/>
              <a:gd name="T7" fmla="*/ 121 h 127"/>
              <a:gd name="T8" fmla="*/ 216 w 216"/>
              <a:gd name="T9" fmla="*/ 7 h 127"/>
              <a:gd name="T10" fmla="*/ 209 w 216"/>
              <a:gd name="T11" fmla="*/ 0 h 127"/>
              <a:gd name="T12" fmla="*/ 65 w 216"/>
              <a:gd name="T13" fmla="*/ 0 h 127"/>
              <a:gd name="T14" fmla="*/ 60 w 216"/>
              <a:gd name="T15" fmla="*/ 2 h 127"/>
              <a:gd name="T16" fmla="*/ 3 w 216"/>
              <a:gd name="T17" fmla="*/ 59 h 127"/>
              <a:gd name="T18" fmla="*/ 3 w 216"/>
              <a:gd name="T19" fmla="*/ 68 h 127"/>
              <a:gd name="T20" fmla="*/ 60 w 216"/>
              <a:gd name="T21" fmla="*/ 125 h 127"/>
              <a:gd name="T22" fmla="*/ 68 w 216"/>
              <a:gd name="T23" fmla="*/ 13 h 127"/>
              <a:gd name="T24" fmla="*/ 202 w 216"/>
              <a:gd name="T25" fmla="*/ 13 h 127"/>
              <a:gd name="T26" fmla="*/ 202 w 216"/>
              <a:gd name="T27" fmla="*/ 114 h 127"/>
              <a:gd name="T28" fmla="*/ 68 w 216"/>
              <a:gd name="T29" fmla="*/ 114 h 127"/>
              <a:gd name="T30" fmla="*/ 17 w 216"/>
              <a:gd name="T31" fmla="*/ 64 h 127"/>
              <a:gd name="T32" fmla="*/ 68 w 216"/>
              <a:gd name="T33" fmla="*/ 1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16" h="127">
                <a:moveTo>
                  <a:pt x="60" y="125"/>
                </a:moveTo>
                <a:cubicBezTo>
                  <a:pt x="61" y="127"/>
                  <a:pt x="63" y="127"/>
                  <a:pt x="65" y="127"/>
                </a:cubicBezTo>
                <a:cubicBezTo>
                  <a:pt x="209" y="127"/>
                  <a:pt x="209" y="127"/>
                  <a:pt x="209" y="127"/>
                </a:cubicBezTo>
                <a:cubicBezTo>
                  <a:pt x="213" y="127"/>
                  <a:pt x="216" y="124"/>
                  <a:pt x="216" y="121"/>
                </a:cubicBezTo>
                <a:cubicBezTo>
                  <a:pt x="216" y="7"/>
                  <a:pt x="216" y="7"/>
                  <a:pt x="216" y="7"/>
                </a:cubicBezTo>
                <a:cubicBezTo>
                  <a:pt x="216" y="3"/>
                  <a:pt x="213" y="0"/>
                  <a:pt x="209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3" y="0"/>
                  <a:pt x="61" y="1"/>
                  <a:pt x="60" y="2"/>
                </a:cubicBezTo>
                <a:cubicBezTo>
                  <a:pt x="3" y="59"/>
                  <a:pt x="3" y="59"/>
                  <a:pt x="3" y="59"/>
                </a:cubicBezTo>
                <a:cubicBezTo>
                  <a:pt x="0" y="62"/>
                  <a:pt x="0" y="66"/>
                  <a:pt x="3" y="68"/>
                </a:cubicBezTo>
                <a:lnTo>
                  <a:pt x="60" y="125"/>
                </a:lnTo>
                <a:close/>
                <a:moveTo>
                  <a:pt x="68" y="13"/>
                </a:moveTo>
                <a:cubicBezTo>
                  <a:pt x="202" y="13"/>
                  <a:pt x="202" y="13"/>
                  <a:pt x="202" y="13"/>
                </a:cubicBezTo>
                <a:cubicBezTo>
                  <a:pt x="202" y="114"/>
                  <a:pt x="202" y="114"/>
                  <a:pt x="202" y="114"/>
                </a:cubicBezTo>
                <a:cubicBezTo>
                  <a:pt x="68" y="114"/>
                  <a:pt x="68" y="114"/>
                  <a:pt x="68" y="114"/>
                </a:cubicBezTo>
                <a:cubicBezTo>
                  <a:pt x="17" y="64"/>
                  <a:pt x="17" y="64"/>
                  <a:pt x="17" y="64"/>
                </a:cubicBezTo>
                <a:lnTo>
                  <a:pt x="68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29"/>
          <p:cNvSpPr>
            <a:spLocks noEditPoints="1"/>
          </p:cNvSpPr>
          <p:nvPr/>
        </p:nvSpPr>
        <p:spPr bwMode="auto">
          <a:xfrm>
            <a:off x="2943226" y="1527832"/>
            <a:ext cx="319088" cy="187325"/>
          </a:xfrm>
          <a:custGeom>
            <a:avLst/>
            <a:gdLst>
              <a:gd name="T0" fmla="*/ 7 w 216"/>
              <a:gd name="T1" fmla="*/ 127 h 127"/>
              <a:gd name="T2" fmla="*/ 151 w 216"/>
              <a:gd name="T3" fmla="*/ 127 h 127"/>
              <a:gd name="T4" fmla="*/ 156 w 216"/>
              <a:gd name="T5" fmla="*/ 125 h 127"/>
              <a:gd name="T6" fmla="*/ 213 w 216"/>
              <a:gd name="T7" fmla="*/ 68 h 127"/>
              <a:gd name="T8" fmla="*/ 213 w 216"/>
              <a:gd name="T9" fmla="*/ 59 h 127"/>
              <a:gd name="T10" fmla="*/ 156 w 216"/>
              <a:gd name="T11" fmla="*/ 2 h 127"/>
              <a:gd name="T12" fmla="*/ 151 w 216"/>
              <a:gd name="T13" fmla="*/ 0 h 127"/>
              <a:gd name="T14" fmla="*/ 7 w 216"/>
              <a:gd name="T15" fmla="*/ 0 h 127"/>
              <a:gd name="T16" fmla="*/ 0 w 216"/>
              <a:gd name="T17" fmla="*/ 7 h 127"/>
              <a:gd name="T18" fmla="*/ 0 w 216"/>
              <a:gd name="T19" fmla="*/ 121 h 127"/>
              <a:gd name="T20" fmla="*/ 7 w 216"/>
              <a:gd name="T21" fmla="*/ 127 h 127"/>
              <a:gd name="T22" fmla="*/ 14 w 216"/>
              <a:gd name="T23" fmla="*/ 13 h 127"/>
              <a:gd name="T24" fmla="*/ 148 w 216"/>
              <a:gd name="T25" fmla="*/ 13 h 127"/>
              <a:gd name="T26" fmla="*/ 199 w 216"/>
              <a:gd name="T27" fmla="*/ 64 h 127"/>
              <a:gd name="T28" fmla="*/ 148 w 216"/>
              <a:gd name="T29" fmla="*/ 114 h 127"/>
              <a:gd name="T30" fmla="*/ 14 w 216"/>
              <a:gd name="T31" fmla="*/ 114 h 127"/>
              <a:gd name="T32" fmla="*/ 14 w 216"/>
              <a:gd name="T33" fmla="*/ 1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16" h="127">
                <a:moveTo>
                  <a:pt x="7" y="127"/>
                </a:moveTo>
                <a:cubicBezTo>
                  <a:pt x="151" y="127"/>
                  <a:pt x="151" y="127"/>
                  <a:pt x="151" y="127"/>
                </a:cubicBezTo>
                <a:cubicBezTo>
                  <a:pt x="153" y="127"/>
                  <a:pt x="155" y="127"/>
                  <a:pt x="156" y="125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216" y="66"/>
                  <a:pt x="216" y="62"/>
                  <a:pt x="213" y="59"/>
                </a:cubicBezTo>
                <a:cubicBezTo>
                  <a:pt x="156" y="2"/>
                  <a:pt x="156" y="2"/>
                  <a:pt x="156" y="2"/>
                </a:cubicBezTo>
                <a:cubicBezTo>
                  <a:pt x="155" y="1"/>
                  <a:pt x="153" y="0"/>
                  <a:pt x="151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4"/>
                  <a:pt x="3" y="127"/>
                  <a:pt x="7" y="127"/>
                </a:cubicBezTo>
                <a:close/>
                <a:moveTo>
                  <a:pt x="14" y="13"/>
                </a:moveTo>
                <a:cubicBezTo>
                  <a:pt x="148" y="13"/>
                  <a:pt x="148" y="13"/>
                  <a:pt x="148" y="13"/>
                </a:cubicBezTo>
                <a:cubicBezTo>
                  <a:pt x="199" y="64"/>
                  <a:pt x="199" y="64"/>
                  <a:pt x="199" y="64"/>
                </a:cubicBezTo>
                <a:cubicBezTo>
                  <a:pt x="148" y="114"/>
                  <a:pt x="148" y="114"/>
                  <a:pt x="148" y="114"/>
                </a:cubicBezTo>
                <a:cubicBezTo>
                  <a:pt x="14" y="114"/>
                  <a:pt x="14" y="114"/>
                  <a:pt x="14" y="114"/>
                </a:cubicBezTo>
                <a:lnTo>
                  <a:pt x="14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30"/>
          <p:cNvSpPr>
            <a:spLocks noEditPoints="1"/>
          </p:cNvSpPr>
          <p:nvPr/>
        </p:nvSpPr>
        <p:spPr bwMode="auto">
          <a:xfrm>
            <a:off x="1473201" y="1992969"/>
            <a:ext cx="317500" cy="238125"/>
          </a:xfrm>
          <a:custGeom>
            <a:avLst/>
            <a:gdLst>
              <a:gd name="T0" fmla="*/ 0 w 215"/>
              <a:gd name="T1" fmla="*/ 7 h 161"/>
              <a:gd name="T2" fmla="*/ 0 w 215"/>
              <a:gd name="T3" fmla="*/ 155 h 161"/>
              <a:gd name="T4" fmla="*/ 7 w 215"/>
              <a:gd name="T5" fmla="*/ 161 h 161"/>
              <a:gd name="T6" fmla="*/ 208 w 215"/>
              <a:gd name="T7" fmla="*/ 161 h 161"/>
              <a:gd name="T8" fmla="*/ 215 w 215"/>
              <a:gd name="T9" fmla="*/ 155 h 161"/>
              <a:gd name="T10" fmla="*/ 215 w 215"/>
              <a:gd name="T11" fmla="*/ 34 h 161"/>
              <a:gd name="T12" fmla="*/ 208 w 215"/>
              <a:gd name="T13" fmla="*/ 27 h 161"/>
              <a:gd name="T14" fmla="*/ 103 w 215"/>
              <a:gd name="T15" fmla="*/ 27 h 161"/>
              <a:gd name="T16" fmla="*/ 78 w 215"/>
              <a:gd name="T17" fmla="*/ 2 h 161"/>
              <a:gd name="T18" fmla="*/ 74 w 215"/>
              <a:gd name="T19" fmla="*/ 0 h 161"/>
              <a:gd name="T20" fmla="*/ 7 w 215"/>
              <a:gd name="T21" fmla="*/ 0 h 161"/>
              <a:gd name="T22" fmla="*/ 0 w 215"/>
              <a:gd name="T23" fmla="*/ 7 h 161"/>
              <a:gd name="T24" fmla="*/ 13 w 215"/>
              <a:gd name="T25" fmla="*/ 14 h 161"/>
              <a:gd name="T26" fmla="*/ 71 w 215"/>
              <a:gd name="T27" fmla="*/ 14 h 161"/>
              <a:gd name="T28" fmla="*/ 96 w 215"/>
              <a:gd name="T29" fmla="*/ 39 h 161"/>
              <a:gd name="T30" fmla="*/ 101 w 215"/>
              <a:gd name="T31" fmla="*/ 41 h 161"/>
              <a:gd name="T32" fmla="*/ 201 w 215"/>
              <a:gd name="T33" fmla="*/ 41 h 161"/>
              <a:gd name="T34" fmla="*/ 201 w 215"/>
              <a:gd name="T35" fmla="*/ 148 h 161"/>
              <a:gd name="T36" fmla="*/ 13 w 215"/>
              <a:gd name="T37" fmla="*/ 148 h 161"/>
              <a:gd name="T38" fmla="*/ 13 w 215"/>
              <a:gd name="T39" fmla="*/ 1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15" h="161">
                <a:moveTo>
                  <a:pt x="0" y="7"/>
                </a:move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1"/>
                  <a:pt x="7" y="161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212" y="161"/>
                  <a:pt x="215" y="158"/>
                  <a:pt x="215" y="155"/>
                </a:cubicBezTo>
                <a:cubicBezTo>
                  <a:pt x="215" y="34"/>
                  <a:pt x="215" y="34"/>
                  <a:pt x="215" y="34"/>
                </a:cubicBezTo>
                <a:cubicBezTo>
                  <a:pt x="215" y="30"/>
                  <a:pt x="212" y="27"/>
                  <a:pt x="208" y="27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78" y="2"/>
                  <a:pt x="78" y="2"/>
                  <a:pt x="78" y="2"/>
                </a:cubicBezTo>
                <a:cubicBezTo>
                  <a:pt x="77" y="1"/>
                  <a:pt x="75" y="0"/>
                  <a:pt x="7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lose/>
                <a:moveTo>
                  <a:pt x="13" y="14"/>
                </a:moveTo>
                <a:cubicBezTo>
                  <a:pt x="71" y="14"/>
                  <a:pt x="71" y="14"/>
                  <a:pt x="71" y="14"/>
                </a:cubicBezTo>
                <a:cubicBezTo>
                  <a:pt x="96" y="39"/>
                  <a:pt x="96" y="39"/>
                  <a:pt x="96" y="39"/>
                </a:cubicBezTo>
                <a:cubicBezTo>
                  <a:pt x="97" y="40"/>
                  <a:pt x="99" y="41"/>
                  <a:pt x="101" y="41"/>
                </a:cubicBezTo>
                <a:cubicBezTo>
                  <a:pt x="201" y="41"/>
                  <a:pt x="201" y="41"/>
                  <a:pt x="201" y="41"/>
                </a:cubicBezTo>
                <a:cubicBezTo>
                  <a:pt x="201" y="148"/>
                  <a:pt x="201" y="148"/>
                  <a:pt x="201" y="148"/>
                </a:cubicBezTo>
                <a:cubicBezTo>
                  <a:pt x="13" y="148"/>
                  <a:pt x="13" y="148"/>
                  <a:pt x="13" y="148"/>
                </a:cubicBezTo>
                <a:lnTo>
                  <a:pt x="13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60" name="Group 259"/>
          <p:cNvGrpSpPr/>
          <p:nvPr/>
        </p:nvGrpSpPr>
        <p:grpSpPr>
          <a:xfrm>
            <a:off x="1963739" y="1992969"/>
            <a:ext cx="317500" cy="238125"/>
            <a:chOff x="1963739" y="2392362"/>
            <a:chExt cx="317500" cy="238125"/>
          </a:xfrm>
        </p:grpSpPr>
        <p:sp>
          <p:nvSpPr>
            <p:cNvPr id="60" name="Freeform 31"/>
            <p:cNvSpPr>
              <a:spLocks noEditPoints="1"/>
            </p:cNvSpPr>
            <p:nvPr/>
          </p:nvSpPr>
          <p:spPr bwMode="auto">
            <a:xfrm>
              <a:off x="1963739" y="2392362"/>
              <a:ext cx="317500" cy="238125"/>
            </a:xfrm>
            <a:custGeom>
              <a:avLst/>
              <a:gdLst>
                <a:gd name="T0" fmla="*/ 208 w 215"/>
                <a:gd name="T1" fmla="*/ 27 h 161"/>
                <a:gd name="T2" fmla="*/ 103 w 215"/>
                <a:gd name="T3" fmla="*/ 27 h 161"/>
                <a:gd name="T4" fmla="*/ 79 w 215"/>
                <a:gd name="T5" fmla="*/ 2 h 161"/>
                <a:gd name="T6" fmla="*/ 74 w 215"/>
                <a:gd name="T7" fmla="*/ 0 h 161"/>
                <a:gd name="T8" fmla="*/ 7 w 215"/>
                <a:gd name="T9" fmla="*/ 0 h 161"/>
                <a:gd name="T10" fmla="*/ 0 w 215"/>
                <a:gd name="T11" fmla="*/ 7 h 161"/>
                <a:gd name="T12" fmla="*/ 0 w 215"/>
                <a:gd name="T13" fmla="*/ 155 h 161"/>
                <a:gd name="T14" fmla="*/ 7 w 215"/>
                <a:gd name="T15" fmla="*/ 161 h 161"/>
                <a:gd name="T16" fmla="*/ 208 w 215"/>
                <a:gd name="T17" fmla="*/ 161 h 161"/>
                <a:gd name="T18" fmla="*/ 215 w 215"/>
                <a:gd name="T19" fmla="*/ 155 h 161"/>
                <a:gd name="T20" fmla="*/ 215 w 215"/>
                <a:gd name="T21" fmla="*/ 34 h 161"/>
                <a:gd name="T22" fmla="*/ 208 w 215"/>
                <a:gd name="T23" fmla="*/ 27 h 161"/>
                <a:gd name="T24" fmla="*/ 201 w 215"/>
                <a:gd name="T25" fmla="*/ 148 h 161"/>
                <a:gd name="T26" fmla="*/ 13 w 215"/>
                <a:gd name="T27" fmla="*/ 148 h 161"/>
                <a:gd name="T28" fmla="*/ 13 w 215"/>
                <a:gd name="T29" fmla="*/ 14 h 161"/>
                <a:gd name="T30" fmla="*/ 71 w 215"/>
                <a:gd name="T31" fmla="*/ 14 h 161"/>
                <a:gd name="T32" fmla="*/ 96 w 215"/>
                <a:gd name="T33" fmla="*/ 39 h 161"/>
                <a:gd name="T34" fmla="*/ 101 w 215"/>
                <a:gd name="T35" fmla="*/ 41 h 161"/>
                <a:gd name="T36" fmla="*/ 201 w 215"/>
                <a:gd name="T37" fmla="*/ 41 h 161"/>
                <a:gd name="T38" fmla="*/ 201 w 215"/>
                <a:gd name="T39" fmla="*/ 14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61">
                  <a:moveTo>
                    <a:pt x="208" y="27"/>
                  </a:moveTo>
                  <a:cubicBezTo>
                    <a:pt x="103" y="27"/>
                    <a:pt x="103" y="27"/>
                    <a:pt x="103" y="27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7" y="1"/>
                    <a:pt x="76" y="0"/>
                    <a:pt x="7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3" y="161"/>
                    <a:pt x="7" y="161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12" y="161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lose/>
                  <a:moveTo>
                    <a:pt x="201" y="148"/>
                  </a:moveTo>
                  <a:cubicBezTo>
                    <a:pt x="13" y="148"/>
                    <a:pt x="13" y="148"/>
                    <a:pt x="13" y="148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7" y="40"/>
                    <a:pt x="99" y="41"/>
                    <a:pt x="101" y="41"/>
                  </a:cubicBezTo>
                  <a:cubicBezTo>
                    <a:pt x="201" y="41"/>
                    <a:pt x="201" y="41"/>
                    <a:pt x="201" y="41"/>
                  </a:cubicBezTo>
                  <a:lnTo>
                    <a:pt x="201" y="1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32"/>
            <p:cNvSpPr>
              <a:spLocks/>
            </p:cNvSpPr>
            <p:nvPr/>
          </p:nvSpPr>
          <p:spPr bwMode="auto">
            <a:xfrm>
              <a:off x="2062164" y="2471737"/>
              <a:ext cx="119063" cy="120650"/>
            </a:xfrm>
            <a:custGeom>
              <a:avLst/>
              <a:gdLst>
                <a:gd name="T0" fmla="*/ 34 w 81"/>
                <a:gd name="T1" fmla="*/ 34 h 81"/>
                <a:gd name="T2" fmla="*/ 7 w 81"/>
                <a:gd name="T3" fmla="*/ 34 h 81"/>
                <a:gd name="T4" fmla="*/ 0 w 81"/>
                <a:gd name="T5" fmla="*/ 40 h 81"/>
                <a:gd name="T6" fmla="*/ 7 w 81"/>
                <a:gd name="T7" fmla="*/ 47 h 81"/>
                <a:gd name="T8" fmla="*/ 34 w 81"/>
                <a:gd name="T9" fmla="*/ 47 h 81"/>
                <a:gd name="T10" fmla="*/ 34 w 81"/>
                <a:gd name="T11" fmla="*/ 74 h 81"/>
                <a:gd name="T12" fmla="*/ 40 w 81"/>
                <a:gd name="T13" fmla="*/ 81 h 81"/>
                <a:gd name="T14" fmla="*/ 47 w 81"/>
                <a:gd name="T15" fmla="*/ 74 h 81"/>
                <a:gd name="T16" fmla="*/ 47 w 81"/>
                <a:gd name="T17" fmla="*/ 47 h 81"/>
                <a:gd name="T18" fmla="*/ 74 w 81"/>
                <a:gd name="T19" fmla="*/ 47 h 81"/>
                <a:gd name="T20" fmla="*/ 81 w 81"/>
                <a:gd name="T21" fmla="*/ 40 h 81"/>
                <a:gd name="T22" fmla="*/ 74 w 81"/>
                <a:gd name="T23" fmla="*/ 34 h 81"/>
                <a:gd name="T24" fmla="*/ 47 w 81"/>
                <a:gd name="T25" fmla="*/ 34 h 81"/>
                <a:gd name="T26" fmla="*/ 47 w 81"/>
                <a:gd name="T27" fmla="*/ 7 h 81"/>
                <a:gd name="T28" fmla="*/ 40 w 81"/>
                <a:gd name="T29" fmla="*/ 0 h 81"/>
                <a:gd name="T30" fmla="*/ 34 w 81"/>
                <a:gd name="T31" fmla="*/ 7 h 81"/>
                <a:gd name="T32" fmla="*/ 34 w 81"/>
                <a:gd name="T33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" h="81">
                  <a:moveTo>
                    <a:pt x="34" y="34"/>
                  </a:moveTo>
                  <a:cubicBezTo>
                    <a:pt x="7" y="34"/>
                    <a:pt x="7" y="34"/>
                    <a:pt x="7" y="34"/>
                  </a:cubicBezTo>
                  <a:cubicBezTo>
                    <a:pt x="3" y="34"/>
                    <a:pt x="0" y="37"/>
                    <a:pt x="0" y="40"/>
                  </a:cubicBezTo>
                  <a:cubicBezTo>
                    <a:pt x="0" y="44"/>
                    <a:pt x="3" y="47"/>
                    <a:pt x="7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7"/>
                    <a:pt x="37" y="81"/>
                    <a:pt x="40" y="81"/>
                  </a:cubicBezTo>
                  <a:cubicBezTo>
                    <a:pt x="44" y="81"/>
                    <a:pt x="47" y="77"/>
                    <a:pt x="47" y="74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8" y="47"/>
                    <a:pt x="81" y="44"/>
                    <a:pt x="81" y="40"/>
                  </a:cubicBezTo>
                  <a:cubicBezTo>
                    <a:pt x="81" y="37"/>
                    <a:pt x="78" y="34"/>
                    <a:pt x="74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3"/>
                    <a:pt x="44" y="0"/>
                    <a:pt x="40" y="0"/>
                  </a:cubicBezTo>
                  <a:cubicBezTo>
                    <a:pt x="37" y="0"/>
                    <a:pt x="34" y="3"/>
                    <a:pt x="34" y="7"/>
                  </a:cubicBezTo>
                  <a:lnTo>
                    <a:pt x="3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9" name="Group 258"/>
          <p:cNvGrpSpPr/>
          <p:nvPr/>
        </p:nvGrpSpPr>
        <p:grpSpPr>
          <a:xfrm>
            <a:off x="2452689" y="1992969"/>
            <a:ext cx="317500" cy="238125"/>
            <a:chOff x="2452689" y="2392362"/>
            <a:chExt cx="317500" cy="238125"/>
          </a:xfrm>
        </p:grpSpPr>
        <p:sp>
          <p:nvSpPr>
            <p:cNvPr id="62" name="Freeform 33"/>
            <p:cNvSpPr>
              <a:spLocks noEditPoints="1"/>
            </p:cNvSpPr>
            <p:nvPr/>
          </p:nvSpPr>
          <p:spPr bwMode="auto">
            <a:xfrm>
              <a:off x="2452689" y="2392362"/>
              <a:ext cx="317500" cy="238125"/>
            </a:xfrm>
            <a:custGeom>
              <a:avLst/>
              <a:gdLst>
                <a:gd name="T0" fmla="*/ 0 w 215"/>
                <a:gd name="T1" fmla="*/ 155 h 161"/>
                <a:gd name="T2" fmla="*/ 7 w 215"/>
                <a:gd name="T3" fmla="*/ 161 h 161"/>
                <a:gd name="T4" fmla="*/ 208 w 215"/>
                <a:gd name="T5" fmla="*/ 161 h 161"/>
                <a:gd name="T6" fmla="*/ 215 w 215"/>
                <a:gd name="T7" fmla="*/ 155 h 161"/>
                <a:gd name="T8" fmla="*/ 215 w 215"/>
                <a:gd name="T9" fmla="*/ 34 h 161"/>
                <a:gd name="T10" fmla="*/ 208 w 215"/>
                <a:gd name="T11" fmla="*/ 27 h 161"/>
                <a:gd name="T12" fmla="*/ 104 w 215"/>
                <a:gd name="T13" fmla="*/ 27 h 161"/>
                <a:gd name="T14" fmla="*/ 79 w 215"/>
                <a:gd name="T15" fmla="*/ 2 h 161"/>
                <a:gd name="T16" fmla="*/ 74 w 215"/>
                <a:gd name="T17" fmla="*/ 0 h 161"/>
                <a:gd name="T18" fmla="*/ 7 w 215"/>
                <a:gd name="T19" fmla="*/ 0 h 161"/>
                <a:gd name="T20" fmla="*/ 0 w 215"/>
                <a:gd name="T21" fmla="*/ 7 h 161"/>
                <a:gd name="T22" fmla="*/ 0 w 215"/>
                <a:gd name="T23" fmla="*/ 155 h 161"/>
                <a:gd name="T24" fmla="*/ 14 w 215"/>
                <a:gd name="T25" fmla="*/ 14 h 161"/>
                <a:gd name="T26" fmla="*/ 71 w 215"/>
                <a:gd name="T27" fmla="*/ 14 h 161"/>
                <a:gd name="T28" fmla="*/ 96 w 215"/>
                <a:gd name="T29" fmla="*/ 39 h 161"/>
                <a:gd name="T30" fmla="*/ 101 w 215"/>
                <a:gd name="T31" fmla="*/ 41 h 161"/>
                <a:gd name="T32" fmla="*/ 201 w 215"/>
                <a:gd name="T33" fmla="*/ 41 h 161"/>
                <a:gd name="T34" fmla="*/ 201 w 215"/>
                <a:gd name="T35" fmla="*/ 148 h 161"/>
                <a:gd name="T36" fmla="*/ 14 w 215"/>
                <a:gd name="T37" fmla="*/ 148 h 161"/>
                <a:gd name="T38" fmla="*/ 14 w 215"/>
                <a:gd name="T39" fmla="*/ 1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61">
                  <a:moveTo>
                    <a:pt x="0" y="155"/>
                  </a:moveTo>
                  <a:cubicBezTo>
                    <a:pt x="0" y="158"/>
                    <a:pt x="3" y="161"/>
                    <a:pt x="7" y="161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12" y="161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7" y="1"/>
                    <a:pt x="76" y="0"/>
                    <a:pt x="7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lnTo>
                    <a:pt x="0" y="155"/>
                  </a:lnTo>
                  <a:close/>
                  <a:moveTo>
                    <a:pt x="14" y="14"/>
                  </a:moveTo>
                  <a:cubicBezTo>
                    <a:pt x="71" y="14"/>
                    <a:pt x="71" y="14"/>
                    <a:pt x="71" y="14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7" y="40"/>
                    <a:pt x="99" y="41"/>
                    <a:pt x="101" y="41"/>
                  </a:cubicBezTo>
                  <a:cubicBezTo>
                    <a:pt x="201" y="41"/>
                    <a:pt x="201" y="41"/>
                    <a:pt x="201" y="41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14" y="148"/>
                    <a:pt x="14" y="148"/>
                    <a:pt x="14" y="148"/>
                  </a:cubicBezTo>
                  <a:lnTo>
                    <a:pt x="1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34"/>
            <p:cNvSpPr>
              <a:spLocks/>
            </p:cNvSpPr>
            <p:nvPr/>
          </p:nvSpPr>
          <p:spPr bwMode="auto">
            <a:xfrm>
              <a:off x="2560639" y="2481262"/>
              <a:ext cx="103188" cy="100012"/>
            </a:xfrm>
            <a:custGeom>
              <a:avLst/>
              <a:gdLst>
                <a:gd name="T0" fmla="*/ 66 w 69"/>
                <a:gd name="T1" fmla="*/ 3 h 68"/>
                <a:gd name="T2" fmla="*/ 57 w 69"/>
                <a:gd name="T3" fmla="*/ 3 h 68"/>
                <a:gd name="T4" fmla="*/ 34 w 69"/>
                <a:gd name="T5" fmla="*/ 25 h 68"/>
                <a:gd name="T6" fmla="*/ 12 w 69"/>
                <a:gd name="T7" fmla="*/ 3 h 68"/>
                <a:gd name="T8" fmla="*/ 3 w 69"/>
                <a:gd name="T9" fmla="*/ 3 h 68"/>
                <a:gd name="T10" fmla="*/ 3 w 69"/>
                <a:gd name="T11" fmla="*/ 12 h 68"/>
                <a:gd name="T12" fmla="*/ 25 w 69"/>
                <a:gd name="T13" fmla="*/ 34 h 68"/>
                <a:gd name="T14" fmla="*/ 3 w 69"/>
                <a:gd name="T15" fmla="*/ 56 h 68"/>
                <a:gd name="T16" fmla="*/ 3 w 69"/>
                <a:gd name="T17" fmla="*/ 66 h 68"/>
                <a:gd name="T18" fmla="*/ 8 w 69"/>
                <a:gd name="T19" fmla="*/ 68 h 68"/>
                <a:gd name="T20" fmla="*/ 12 w 69"/>
                <a:gd name="T21" fmla="*/ 66 h 68"/>
                <a:gd name="T22" fmla="*/ 34 w 69"/>
                <a:gd name="T23" fmla="*/ 44 h 68"/>
                <a:gd name="T24" fmla="*/ 57 w 69"/>
                <a:gd name="T25" fmla="*/ 66 h 68"/>
                <a:gd name="T26" fmla="*/ 61 w 69"/>
                <a:gd name="T27" fmla="*/ 68 h 68"/>
                <a:gd name="T28" fmla="*/ 66 w 69"/>
                <a:gd name="T29" fmla="*/ 66 h 68"/>
                <a:gd name="T30" fmla="*/ 66 w 69"/>
                <a:gd name="T31" fmla="*/ 56 h 68"/>
                <a:gd name="T32" fmla="*/ 44 w 69"/>
                <a:gd name="T33" fmla="*/ 34 h 68"/>
                <a:gd name="T34" fmla="*/ 66 w 69"/>
                <a:gd name="T35" fmla="*/ 12 h 68"/>
                <a:gd name="T36" fmla="*/ 66 w 69"/>
                <a:gd name="T37" fmla="*/ 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68">
                  <a:moveTo>
                    <a:pt x="66" y="3"/>
                  </a:moveTo>
                  <a:cubicBezTo>
                    <a:pt x="63" y="0"/>
                    <a:pt x="59" y="0"/>
                    <a:pt x="57" y="3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5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0" y="59"/>
                    <a:pt x="0" y="63"/>
                    <a:pt x="3" y="66"/>
                  </a:cubicBezTo>
                  <a:cubicBezTo>
                    <a:pt x="4" y="67"/>
                    <a:pt x="6" y="68"/>
                    <a:pt x="8" y="68"/>
                  </a:cubicBezTo>
                  <a:cubicBezTo>
                    <a:pt x="9" y="68"/>
                    <a:pt x="11" y="67"/>
                    <a:pt x="12" y="66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8" y="67"/>
                    <a:pt x="60" y="68"/>
                    <a:pt x="61" y="68"/>
                  </a:cubicBezTo>
                  <a:cubicBezTo>
                    <a:pt x="63" y="68"/>
                    <a:pt x="65" y="67"/>
                    <a:pt x="66" y="66"/>
                  </a:cubicBezTo>
                  <a:cubicBezTo>
                    <a:pt x="69" y="63"/>
                    <a:pt x="69" y="59"/>
                    <a:pt x="66" y="56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9" y="10"/>
                    <a:pt x="69" y="5"/>
                    <a:pt x="6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2943226" y="1953282"/>
            <a:ext cx="317500" cy="317499"/>
            <a:chOff x="2943226" y="2352675"/>
            <a:chExt cx="317500" cy="317499"/>
          </a:xfrm>
        </p:grpSpPr>
        <p:sp>
          <p:nvSpPr>
            <p:cNvPr id="64" name="Freeform 35"/>
            <p:cNvSpPr>
              <a:spLocks/>
            </p:cNvSpPr>
            <p:nvPr/>
          </p:nvSpPr>
          <p:spPr bwMode="auto">
            <a:xfrm>
              <a:off x="2943226" y="2352675"/>
              <a:ext cx="317500" cy="239712"/>
            </a:xfrm>
            <a:custGeom>
              <a:avLst/>
              <a:gdLst>
                <a:gd name="T0" fmla="*/ 0 w 215"/>
                <a:gd name="T1" fmla="*/ 155 h 162"/>
                <a:gd name="T2" fmla="*/ 7 w 215"/>
                <a:gd name="T3" fmla="*/ 162 h 162"/>
                <a:gd name="T4" fmla="*/ 81 w 215"/>
                <a:gd name="T5" fmla="*/ 162 h 162"/>
                <a:gd name="T6" fmla="*/ 87 w 215"/>
                <a:gd name="T7" fmla="*/ 155 h 162"/>
                <a:gd name="T8" fmla="*/ 81 w 215"/>
                <a:gd name="T9" fmla="*/ 148 h 162"/>
                <a:gd name="T10" fmla="*/ 14 w 215"/>
                <a:gd name="T11" fmla="*/ 148 h 162"/>
                <a:gd name="T12" fmla="*/ 14 w 215"/>
                <a:gd name="T13" fmla="*/ 14 h 162"/>
                <a:gd name="T14" fmla="*/ 71 w 215"/>
                <a:gd name="T15" fmla="*/ 14 h 162"/>
                <a:gd name="T16" fmla="*/ 96 w 215"/>
                <a:gd name="T17" fmla="*/ 39 h 162"/>
                <a:gd name="T18" fmla="*/ 101 w 215"/>
                <a:gd name="T19" fmla="*/ 41 h 162"/>
                <a:gd name="T20" fmla="*/ 201 w 215"/>
                <a:gd name="T21" fmla="*/ 41 h 162"/>
                <a:gd name="T22" fmla="*/ 201 w 215"/>
                <a:gd name="T23" fmla="*/ 148 h 162"/>
                <a:gd name="T24" fmla="*/ 134 w 215"/>
                <a:gd name="T25" fmla="*/ 148 h 162"/>
                <a:gd name="T26" fmla="*/ 128 w 215"/>
                <a:gd name="T27" fmla="*/ 155 h 162"/>
                <a:gd name="T28" fmla="*/ 134 w 215"/>
                <a:gd name="T29" fmla="*/ 162 h 162"/>
                <a:gd name="T30" fmla="*/ 208 w 215"/>
                <a:gd name="T31" fmla="*/ 162 h 162"/>
                <a:gd name="T32" fmla="*/ 215 w 215"/>
                <a:gd name="T33" fmla="*/ 155 h 162"/>
                <a:gd name="T34" fmla="*/ 215 w 215"/>
                <a:gd name="T35" fmla="*/ 34 h 162"/>
                <a:gd name="T36" fmla="*/ 208 w 215"/>
                <a:gd name="T37" fmla="*/ 27 h 162"/>
                <a:gd name="T38" fmla="*/ 104 w 215"/>
                <a:gd name="T39" fmla="*/ 27 h 162"/>
                <a:gd name="T40" fmla="*/ 79 w 215"/>
                <a:gd name="T41" fmla="*/ 2 h 162"/>
                <a:gd name="T42" fmla="*/ 74 w 215"/>
                <a:gd name="T43" fmla="*/ 0 h 162"/>
                <a:gd name="T44" fmla="*/ 7 w 215"/>
                <a:gd name="T45" fmla="*/ 0 h 162"/>
                <a:gd name="T46" fmla="*/ 0 w 215"/>
                <a:gd name="T47" fmla="*/ 7 h 162"/>
                <a:gd name="T48" fmla="*/ 0 w 215"/>
                <a:gd name="T49" fmla="*/ 155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62">
                  <a:moveTo>
                    <a:pt x="0" y="155"/>
                  </a:moveTo>
                  <a:cubicBezTo>
                    <a:pt x="0" y="158"/>
                    <a:pt x="3" y="162"/>
                    <a:pt x="7" y="162"/>
                  </a:cubicBezTo>
                  <a:cubicBezTo>
                    <a:pt x="81" y="162"/>
                    <a:pt x="81" y="162"/>
                    <a:pt x="81" y="162"/>
                  </a:cubicBezTo>
                  <a:cubicBezTo>
                    <a:pt x="84" y="162"/>
                    <a:pt x="87" y="158"/>
                    <a:pt x="87" y="155"/>
                  </a:cubicBezTo>
                  <a:cubicBezTo>
                    <a:pt x="87" y="151"/>
                    <a:pt x="84" y="148"/>
                    <a:pt x="81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7" y="40"/>
                    <a:pt x="99" y="41"/>
                    <a:pt x="101" y="41"/>
                  </a:cubicBezTo>
                  <a:cubicBezTo>
                    <a:pt x="201" y="41"/>
                    <a:pt x="201" y="41"/>
                    <a:pt x="201" y="41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134" y="148"/>
                    <a:pt x="134" y="148"/>
                    <a:pt x="134" y="148"/>
                  </a:cubicBezTo>
                  <a:cubicBezTo>
                    <a:pt x="131" y="148"/>
                    <a:pt x="128" y="151"/>
                    <a:pt x="128" y="155"/>
                  </a:cubicBezTo>
                  <a:cubicBezTo>
                    <a:pt x="128" y="158"/>
                    <a:pt x="131" y="162"/>
                    <a:pt x="134" y="162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12" y="162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8" y="1"/>
                    <a:pt x="76" y="0"/>
                    <a:pt x="7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lnTo>
                    <a:pt x="0" y="1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" name="Freeform 36"/>
            <p:cNvSpPr>
              <a:spLocks/>
            </p:cNvSpPr>
            <p:nvPr/>
          </p:nvSpPr>
          <p:spPr bwMode="auto">
            <a:xfrm>
              <a:off x="3051176" y="2490787"/>
              <a:ext cx="101600" cy="179387"/>
            </a:xfrm>
            <a:custGeom>
              <a:avLst/>
              <a:gdLst>
                <a:gd name="T0" fmla="*/ 35 w 69"/>
                <a:gd name="T1" fmla="*/ 0 h 121"/>
                <a:gd name="T2" fmla="*/ 28 w 69"/>
                <a:gd name="T3" fmla="*/ 7 h 121"/>
                <a:gd name="T4" fmla="*/ 28 w 69"/>
                <a:gd name="T5" fmla="*/ 98 h 121"/>
                <a:gd name="T6" fmla="*/ 12 w 69"/>
                <a:gd name="T7" fmla="*/ 83 h 121"/>
                <a:gd name="T8" fmla="*/ 3 w 69"/>
                <a:gd name="T9" fmla="*/ 83 h 121"/>
                <a:gd name="T10" fmla="*/ 3 w 69"/>
                <a:gd name="T11" fmla="*/ 92 h 121"/>
                <a:gd name="T12" fmla="*/ 30 w 69"/>
                <a:gd name="T13" fmla="*/ 119 h 121"/>
                <a:gd name="T14" fmla="*/ 35 w 69"/>
                <a:gd name="T15" fmla="*/ 121 h 121"/>
                <a:gd name="T16" fmla="*/ 39 w 69"/>
                <a:gd name="T17" fmla="*/ 119 h 121"/>
                <a:gd name="T18" fmla="*/ 66 w 69"/>
                <a:gd name="T19" fmla="*/ 92 h 121"/>
                <a:gd name="T20" fmla="*/ 66 w 69"/>
                <a:gd name="T21" fmla="*/ 83 h 121"/>
                <a:gd name="T22" fmla="*/ 57 w 69"/>
                <a:gd name="T23" fmla="*/ 83 h 121"/>
                <a:gd name="T24" fmla="*/ 41 w 69"/>
                <a:gd name="T25" fmla="*/ 98 h 121"/>
                <a:gd name="T26" fmla="*/ 41 w 69"/>
                <a:gd name="T27" fmla="*/ 7 h 121"/>
                <a:gd name="T28" fmla="*/ 35 w 69"/>
                <a:gd name="T2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9" h="121">
                  <a:moveTo>
                    <a:pt x="35" y="0"/>
                  </a:moveTo>
                  <a:cubicBezTo>
                    <a:pt x="31" y="0"/>
                    <a:pt x="28" y="3"/>
                    <a:pt x="28" y="7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0" y="80"/>
                    <a:pt x="6" y="80"/>
                    <a:pt x="3" y="83"/>
                  </a:cubicBezTo>
                  <a:cubicBezTo>
                    <a:pt x="0" y="86"/>
                    <a:pt x="0" y="90"/>
                    <a:pt x="3" y="92"/>
                  </a:cubicBezTo>
                  <a:cubicBezTo>
                    <a:pt x="30" y="119"/>
                    <a:pt x="30" y="119"/>
                    <a:pt x="30" y="119"/>
                  </a:cubicBezTo>
                  <a:cubicBezTo>
                    <a:pt x="31" y="121"/>
                    <a:pt x="33" y="121"/>
                    <a:pt x="35" y="121"/>
                  </a:cubicBezTo>
                  <a:cubicBezTo>
                    <a:pt x="36" y="121"/>
                    <a:pt x="38" y="121"/>
                    <a:pt x="39" y="119"/>
                  </a:cubicBezTo>
                  <a:cubicBezTo>
                    <a:pt x="66" y="92"/>
                    <a:pt x="66" y="92"/>
                    <a:pt x="66" y="92"/>
                  </a:cubicBezTo>
                  <a:cubicBezTo>
                    <a:pt x="69" y="90"/>
                    <a:pt x="69" y="86"/>
                    <a:pt x="66" y="83"/>
                  </a:cubicBezTo>
                  <a:cubicBezTo>
                    <a:pt x="64" y="80"/>
                    <a:pt x="59" y="80"/>
                    <a:pt x="57" y="83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3433764" y="1953282"/>
            <a:ext cx="317500" cy="317499"/>
            <a:chOff x="3433764" y="2352675"/>
            <a:chExt cx="317500" cy="317499"/>
          </a:xfrm>
        </p:grpSpPr>
        <p:sp>
          <p:nvSpPr>
            <p:cNvPr id="66" name="Freeform 37"/>
            <p:cNvSpPr>
              <a:spLocks/>
            </p:cNvSpPr>
            <p:nvPr/>
          </p:nvSpPr>
          <p:spPr bwMode="auto">
            <a:xfrm>
              <a:off x="3433764" y="2352675"/>
              <a:ext cx="317500" cy="239712"/>
            </a:xfrm>
            <a:custGeom>
              <a:avLst/>
              <a:gdLst>
                <a:gd name="T0" fmla="*/ 7 w 215"/>
                <a:gd name="T1" fmla="*/ 162 h 162"/>
                <a:gd name="T2" fmla="*/ 81 w 215"/>
                <a:gd name="T3" fmla="*/ 162 h 162"/>
                <a:gd name="T4" fmla="*/ 88 w 215"/>
                <a:gd name="T5" fmla="*/ 155 h 162"/>
                <a:gd name="T6" fmla="*/ 81 w 215"/>
                <a:gd name="T7" fmla="*/ 148 h 162"/>
                <a:gd name="T8" fmla="*/ 14 w 215"/>
                <a:gd name="T9" fmla="*/ 148 h 162"/>
                <a:gd name="T10" fmla="*/ 14 w 215"/>
                <a:gd name="T11" fmla="*/ 14 h 162"/>
                <a:gd name="T12" fmla="*/ 71 w 215"/>
                <a:gd name="T13" fmla="*/ 14 h 162"/>
                <a:gd name="T14" fmla="*/ 96 w 215"/>
                <a:gd name="T15" fmla="*/ 39 h 162"/>
                <a:gd name="T16" fmla="*/ 101 w 215"/>
                <a:gd name="T17" fmla="*/ 41 h 162"/>
                <a:gd name="T18" fmla="*/ 202 w 215"/>
                <a:gd name="T19" fmla="*/ 41 h 162"/>
                <a:gd name="T20" fmla="*/ 202 w 215"/>
                <a:gd name="T21" fmla="*/ 148 h 162"/>
                <a:gd name="T22" fmla="*/ 135 w 215"/>
                <a:gd name="T23" fmla="*/ 148 h 162"/>
                <a:gd name="T24" fmla="*/ 128 w 215"/>
                <a:gd name="T25" fmla="*/ 155 h 162"/>
                <a:gd name="T26" fmla="*/ 135 w 215"/>
                <a:gd name="T27" fmla="*/ 162 h 162"/>
                <a:gd name="T28" fmla="*/ 208 w 215"/>
                <a:gd name="T29" fmla="*/ 162 h 162"/>
                <a:gd name="T30" fmla="*/ 215 w 215"/>
                <a:gd name="T31" fmla="*/ 155 h 162"/>
                <a:gd name="T32" fmla="*/ 215 w 215"/>
                <a:gd name="T33" fmla="*/ 34 h 162"/>
                <a:gd name="T34" fmla="*/ 208 w 215"/>
                <a:gd name="T35" fmla="*/ 27 h 162"/>
                <a:gd name="T36" fmla="*/ 104 w 215"/>
                <a:gd name="T37" fmla="*/ 27 h 162"/>
                <a:gd name="T38" fmla="*/ 79 w 215"/>
                <a:gd name="T39" fmla="*/ 2 h 162"/>
                <a:gd name="T40" fmla="*/ 74 w 215"/>
                <a:gd name="T41" fmla="*/ 0 h 162"/>
                <a:gd name="T42" fmla="*/ 7 w 215"/>
                <a:gd name="T43" fmla="*/ 0 h 162"/>
                <a:gd name="T44" fmla="*/ 0 w 215"/>
                <a:gd name="T45" fmla="*/ 7 h 162"/>
                <a:gd name="T46" fmla="*/ 0 w 215"/>
                <a:gd name="T47" fmla="*/ 155 h 162"/>
                <a:gd name="T48" fmla="*/ 7 w 215"/>
                <a:gd name="T49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62">
                  <a:moveTo>
                    <a:pt x="7" y="162"/>
                  </a:moveTo>
                  <a:cubicBezTo>
                    <a:pt x="81" y="162"/>
                    <a:pt x="81" y="162"/>
                    <a:pt x="81" y="162"/>
                  </a:cubicBezTo>
                  <a:cubicBezTo>
                    <a:pt x="85" y="162"/>
                    <a:pt x="88" y="158"/>
                    <a:pt x="88" y="155"/>
                  </a:cubicBezTo>
                  <a:cubicBezTo>
                    <a:pt x="88" y="151"/>
                    <a:pt x="85" y="148"/>
                    <a:pt x="81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8" y="40"/>
                    <a:pt x="99" y="41"/>
                    <a:pt x="101" y="41"/>
                  </a:cubicBezTo>
                  <a:cubicBezTo>
                    <a:pt x="202" y="41"/>
                    <a:pt x="202" y="41"/>
                    <a:pt x="202" y="41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1" y="148"/>
                    <a:pt x="128" y="151"/>
                    <a:pt x="128" y="155"/>
                  </a:cubicBezTo>
                  <a:cubicBezTo>
                    <a:pt x="128" y="158"/>
                    <a:pt x="131" y="162"/>
                    <a:pt x="135" y="162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12" y="162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8" y="1"/>
                    <a:pt x="76" y="0"/>
                    <a:pt x="7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3" y="162"/>
                    <a:pt x="7" y="16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38"/>
            <p:cNvSpPr>
              <a:spLocks/>
            </p:cNvSpPr>
            <p:nvPr/>
          </p:nvSpPr>
          <p:spPr bwMode="auto">
            <a:xfrm>
              <a:off x="3543301" y="2490787"/>
              <a:ext cx="100013" cy="179387"/>
            </a:xfrm>
            <a:custGeom>
              <a:avLst/>
              <a:gdLst>
                <a:gd name="T0" fmla="*/ 34 w 68"/>
                <a:gd name="T1" fmla="*/ 121 h 121"/>
                <a:gd name="T2" fmla="*/ 40 w 68"/>
                <a:gd name="T3" fmla="*/ 114 h 121"/>
                <a:gd name="T4" fmla="*/ 40 w 68"/>
                <a:gd name="T5" fmla="*/ 23 h 121"/>
                <a:gd name="T6" fmla="*/ 56 w 68"/>
                <a:gd name="T7" fmla="*/ 39 h 121"/>
                <a:gd name="T8" fmla="*/ 61 w 68"/>
                <a:gd name="T9" fmla="*/ 41 h 121"/>
                <a:gd name="T10" fmla="*/ 65 w 68"/>
                <a:gd name="T11" fmla="*/ 39 h 121"/>
                <a:gd name="T12" fmla="*/ 65 w 68"/>
                <a:gd name="T13" fmla="*/ 29 h 121"/>
                <a:gd name="T14" fmla="*/ 38 w 68"/>
                <a:gd name="T15" fmla="*/ 2 h 121"/>
                <a:gd name="T16" fmla="*/ 29 w 68"/>
                <a:gd name="T17" fmla="*/ 2 h 121"/>
                <a:gd name="T18" fmla="*/ 2 w 68"/>
                <a:gd name="T19" fmla="*/ 29 h 121"/>
                <a:gd name="T20" fmla="*/ 2 w 68"/>
                <a:gd name="T21" fmla="*/ 39 h 121"/>
                <a:gd name="T22" fmla="*/ 12 w 68"/>
                <a:gd name="T23" fmla="*/ 39 h 121"/>
                <a:gd name="T24" fmla="*/ 27 w 68"/>
                <a:gd name="T25" fmla="*/ 23 h 121"/>
                <a:gd name="T26" fmla="*/ 27 w 68"/>
                <a:gd name="T27" fmla="*/ 114 h 121"/>
                <a:gd name="T28" fmla="*/ 34 w 68"/>
                <a:gd name="T29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1">
                  <a:moveTo>
                    <a:pt x="34" y="121"/>
                  </a:moveTo>
                  <a:cubicBezTo>
                    <a:pt x="37" y="121"/>
                    <a:pt x="40" y="118"/>
                    <a:pt x="40" y="114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7" y="40"/>
                    <a:pt x="59" y="41"/>
                    <a:pt x="61" y="41"/>
                  </a:cubicBezTo>
                  <a:cubicBezTo>
                    <a:pt x="62" y="41"/>
                    <a:pt x="64" y="40"/>
                    <a:pt x="65" y="39"/>
                  </a:cubicBezTo>
                  <a:cubicBezTo>
                    <a:pt x="68" y="36"/>
                    <a:pt x="68" y="32"/>
                    <a:pt x="65" y="29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6" y="0"/>
                    <a:pt x="32" y="0"/>
                    <a:pt x="29" y="2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0" y="32"/>
                    <a:pt x="0" y="36"/>
                    <a:pt x="2" y="39"/>
                  </a:cubicBezTo>
                  <a:cubicBezTo>
                    <a:pt x="5" y="41"/>
                    <a:pt x="9" y="41"/>
                    <a:pt x="12" y="39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8"/>
                    <a:pt x="30" y="121"/>
                    <a:pt x="34" y="1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5395914" y="1081744"/>
            <a:ext cx="317500" cy="98425"/>
            <a:chOff x="5395914" y="1481137"/>
            <a:chExt cx="317500" cy="98425"/>
          </a:xfrm>
        </p:grpSpPr>
        <p:sp>
          <p:nvSpPr>
            <p:cNvPr id="68" name="Freeform 39"/>
            <p:cNvSpPr>
              <a:spLocks/>
            </p:cNvSpPr>
            <p:nvPr/>
          </p:nvSpPr>
          <p:spPr bwMode="auto">
            <a:xfrm>
              <a:off x="5395914" y="1560512"/>
              <a:ext cx="317500" cy="19050"/>
            </a:xfrm>
            <a:custGeom>
              <a:avLst/>
              <a:gdLst>
                <a:gd name="T0" fmla="*/ 208 w 215"/>
                <a:gd name="T1" fmla="*/ 0 h 13"/>
                <a:gd name="T2" fmla="*/ 7 w 215"/>
                <a:gd name="T3" fmla="*/ 0 h 13"/>
                <a:gd name="T4" fmla="*/ 0 w 215"/>
                <a:gd name="T5" fmla="*/ 6 h 13"/>
                <a:gd name="T6" fmla="*/ 7 w 215"/>
                <a:gd name="T7" fmla="*/ 13 h 13"/>
                <a:gd name="T8" fmla="*/ 208 w 215"/>
                <a:gd name="T9" fmla="*/ 13 h 13"/>
                <a:gd name="T10" fmla="*/ 215 w 215"/>
                <a:gd name="T11" fmla="*/ 6 h 13"/>
                <a:gd name="T12" fmla="*/ 208 w 2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3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208" y="13"/>
                    <a:pt x="208" y="13"/>
                    <a:pt x="208" y="13"/>
                  </a:cubicBezTo>
                  <a:cubicBezTo>
                    <a:pt x="212" y="13"/>
                    <a:pt x="215" y="10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Freeform 40"/>
            <p:cNvSpPr>
              <a:spLocks/>
            </p:cNvSpPr>
            <p:nvPr/>
          </p:nvSpPr>
          <p:spPr bwMode="auto">
            <a:xfrm>
              <a:off x="5395914" y="1520825"/>
              <a:ext cx="317500" cy="19050"/>
            </a:xfrm>
            <a:custGeom>
              <a:avLst/>
              <a:gdLst>
                <a:gd name="T0" fmla="*/ 208 w 215"/>
                <a:gd name="T1" fmla="*/ 0 h 13"/>
                <a:gd name="T2" fmla="*/ 7 w 215"/>
                <a:gd name="T3" fmla="*/ 0 h 13"/>
                <a:gd name="T4" fmla="*/ 0 w 215"/>
                <a:gd name="T5" fmla="*/ 7 h 13"/>
                <a:gd name="T6" fmla="*/ 7 w 215"/>
                <a:gd name="T7" fmla="*/ 13 h 13"/>
                <a:gd name="T8" fmla="*/ 208 w 215"/>
                <a:gd name="T9" fmla="*/ 13 h 13"/>
                <a:gd name="T10" fmla="*/ 215 w 215"/>
                <a:gd name="T11" fmla="*/ 7 h 13"/>
                <a:gd name="T12" fmla="*/ 208 w 2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3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208" y="13"/>
                    <a:pt x="208" y="13"/>
                    <a:pt x="208" y="13"/>
                  </a:cubicBezTo>
                  <a:cubicBezTo>
                    <a:pt x="212" y="13"/>
                    <a:pt x="215" y="10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41"/>
            <p:cNvSpPr>
              <a:spLocks/>
            </p:cNvSpPr>
            <p:nvPr/>
          </p:nvSpPr>
          <p:spPr bwMode="auto">
            <a:xfrm>
              <a:off x="5395914" y="1481137"/>
              <a:ext cx="317500" cy="19050"/>
            </a:xfrm>
            <a:custGeom>
              <a:avLst/>
              <a:gdLst>
                <a:gd name="T0" fmla="*/ 208 w 215"/>
                <a:gd name="T1" fmla="*/ 0 h 13"/>
                <a:gd name="T2" fmla="*/ 7 w 215"/>
                <a:gd name="T3" fmla="*/ 0 h 13"/>
                <a:gd name="T4" fmla="*/ 0 w 215"/>
                <a:gd name="T5" fmla="*/ 7 h 13"/>
                <a:gd name="T6" fmla="*/ 7 w 215"/>
                <a:gd name="T7" fmla="*/ 13 h 13"/>
                <a:gd name="T8" fmla="*/ 208 w 215"/>
                <a:gd name="T9" fmla="*/ 13 h 13"/>
                <a:gd name="T10" fmla="*/ 215 w 215"/>
                <a:gd name="T11" fmla="*/ 7 h 13"/>
                <a:gd name="T12" fmla="*/ 208 w 2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3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208" y="13"/>
                    <a:pt x="208" y="13"/>
                    <a:pt x="208" y="13"/>
                  </a:cubicBezTo>
                  <a:cubicBezTo>
                    <a:pt x="212" y="13"/>
                    <a:pt x="215" y="10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3" name="Group 242"/>
          <p:cNvGrpSpPr/>
          <p:nvPr/>
        </p:nvGrpSpPr>
        <p:grpSpPr>
          <a:xfrm>
            <a:off x="5995989" y="972207"/>
            <a:ext cx="98425" cy="317500"/>
            <a:chOff x="5995989" y="1371600"/>
            <a:chExt cx="98425" cy="317500"/>
          </a:xfrm>
        </p:grpSpPr>
        <p:sp>
          <p:nvSpPr>
            <p:cNvPr id="71" name="Freeform 42"/>
            <p:cNvSpPr>
              <a:spLocks/>
            </p:cNvSpPr>
            <p:nvPr/>
          </p:nvSpPr>
          <p:spPr bwMode="auto">
            <a:xfrm>
              <a:off x="5995989" y="1371600"/>
              <a:ext cx="19050" cy="317500"/>
            </a:xfrm>
            <a:custGeom>
              <a:avLst/>
              <a:gdLst>
                <a:gd name="T0" fmla="*/ 6 w 13"/>
                <a:gd name="T1" fmla="*/ 215 h 215"/>
                <a:gd name="T2" fmla="*/ 13 w 13"/>
                <a:gd name="T3" fmla="*/ 208 h 215"/>
                <a:gd name="T4" fmla="*/ 13 w 13"/>
                <a:gd name="T5" fmla="*/ 7 h 215"/>
                <a:gd name="T6" fmla="*/ 6 w 13"/>
                <a:gd name="T7" fmla="*/ 0 h 215"/>
                <a:gd name="T8" fmla="*/ 0 w 13"/>
                <a:gd name="T9" fmla="*/ 7 h 215"/>
                <a:gd name="T10" fmla="*/ 0 w 13"/>
                <a:gd name="T11" fmla="*/ 208 h 215"/>
                <a:gd name="T12" fmla="*/ 6 w 13"/>
                <a:gd name="T1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5">
                  <a:moveTo>
                    <a:pt x="6" y="215"/>
                  </a:moveTo>
                  <a:cubicBezTo>
                    <a:pt x="10" y="215"/>
                    <a:pt x="13" y="212"/>
                    <a:pt x="13" y="20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Freeform 43"/>
            <p:cNvSpPr>
              <a:spLocks/>
            </p:cNvSpPr>
            <p:nvPr/>
          </p:nvSpPr>
          <p:spPr bwMode="auto">
            <a:xfrm>
              <a:off x="6035676" y="1371600"/>
              <a:ext cx="19050" cy="317500"/>
            </a:xfrm>
            <a:custGeom>
              <a:avLst/>
              <a:gdLst>
                <a:gd name="T0" fmla="*/ 6 w 13"/>
                <a:gd name="T1" fmla="*/ 215 h 215"/>
                <a:gd name="T2" fmla="*/ 13 w 13"/>
                <a:gd name="T3" fmla="*/ 208 h 215"/>
                <a:gd name="T4" fmla="*/ 13 w 13"/>
                <a:gd name="T5" fmla="*/ 7 h 215"/>
                <a:gd name="T6" fmla="*/ 6 w 13"/>
                <a:gd name="T7" fmla="*/ 0 h 215"/>
                <a:gd name="T8" fmla="*/ 0 w 13"/>
                <a:gd name="T9" fmla="*/ 7 h 215"/>
                <a:gd name="T10" fmla="*/ 0 w 13"/>
                <a:gd name="T11" fmla="*/ 208 h 215"/>
                <a:gd name="T12" fmla="*/ 6 w 13"/>
                <a:gd name="T1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5">
                  <a:moveTo>
                    <a:pt x="6" y="215"/>
                  </a:moveTo>
                  <a:cubicBezTo>
                    <a:pt x="10" y="215"/>
                    <a:pt x="13" y="212"/>
                    <a:pt x="13" y="20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6073776" y="1371600"/>
              <a:ext cx="20638" cy="317500"/>
            </a:xfrm>
            <a:custGeom>
              <a:avLst/>
              <a:gdLst>
                <a:gd name="T0" fmla="*/ 7 w 14"/>
                <a:gd name="T1" fmla="*/ 215 h 215"/>
                <a:gd name="T2" fmla="*/ 14 w 14"/>
                <a:gd name="T3" fmla="*/ 208 h 215"/>
                <a:gd name="T4" fmla="*/ 14 w 14"/>
                <a:gd name="T5" fmla="*/ 7 h 215"/>
                <a:gd name="T6" fmla="*/ 7 w 14"/>
                <a:gd name="T7" fmla="*/ 0 h 215"/>
                <a:gd name="T8" fmla="*/ 0 w 14"/>
                <a:gd name="T9" fmla="*/ 7 h 215"/>
                <a:gd name="T10" fmla="*/ 0 w 14"/>
                <a:gd name="T11" fmla="*/ 208 h 215"/>
                <a:gd name="T12" fmla="*/ 7 w 14"/>
                <a:gd name="T1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15">
                  <a:moveTo>
                    <a:pt x="7" y="215"/>
                  </a:moveTo>
                  <a:cubicBezTo>
                    <a:pt x="11" y="215"/>
                    <a:pt x="14" y="212"/>
                    <a:pt x="14" y="20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7" y="2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3954464" y="1953282"/>
            <a:ext cx="257175" cy="317500"/>
            <a:chOff x="3954464" y="2352675"/>
            <a:chExt cx="257175" cy="317500"/>
          </a:xfrm>
        </p:grpSpPr>
        <p:sp>
          <p:nvSpPr>
            <p:cNvPr id="74" name="Freeform 45"/>
            <p:cNvSpPr>
              <a:spLocks noEditPoints="1"/>
            </p:cNvSpPr>
            <p:nvPr/>
          </p:nvSpPr>
          <p:spPr bwMode="auto">
            <a:xfrm>
              <a:off x="3954464" y="2352675"/>
              <a:ext cx="257175" cy="317500"/>
            </a:xfrm>
            <a:custGeom>
              <a:avLst/>
              <a:gdLst>
                <a:gd name="T0" fmla="*/ 26 w 174"/>
                <a:gd name="T1" fmla="*/ 61 h 215"/>
                <a:gd name="T2" fmla="*/ 26 w 174"/>
                <a:gd name="T3" fmla="*/ 108 h 215"/>
                <a:gd name="T4" fmla="*/ 6 w 174"/>
                <a:gd name="T5" fmla="*/ 108 h 215"/>
                <a:gd name="T6" fmla="*/ 0 w 174"/>
                <a:gd name="T7" fmla="*/ 115 h 215"/>
                <a:gd name="T8" fmla="*/ 0 w 174"/>
                <a:gd name="T9" fmla="*/ 208 h 215"/>
                <a:gd name="T10" fmla="*/ 6 w 174"/>
                <a:gd name="T11" fmla="*/ 215 h 215"/>
                <a:gd name="T12" fmla="*/ 167 w 174"/>
                <a:gd name="T13" fmla="*/ 215 h 215"/>
                <a:gd name="T14" fmla="*/ 174 w 174"/>
                <a:gd name="T15" fmla="*/ 208 h 215"/>
                <a:gd name="T16" fmla="*/ 174 w 174"/>
                <a:gd name="T17" fmla="*/ 115 h 215"/>
                <a:gd name="T18" fmla="*/ 167 w 174"/>
                <a:gd name="T19" fmla="*/ 108 h 215"/>
                <a:gd name="T20" fmla="*/ 147 w 174"/>
                <a:gd name="T21" fmla="*/ 108 h 215"/>
                <a:gd name="T22" fmla="*/ 147 w 174"/>
                <a:gd name="T23" fmla="*/ 61 h 215"/>
                <a:gd name="T24" fmla="*/ 87 w 174"/>
                <a:gd name="T25" fmla="*/ 0 h 215"/>
                <a:gd name="T26" fmla="*/ 26 w 174"/>
                <a:gd name="T27" fmla="*/ 61 h 215"/>
                <a:gd name="T28" fmla="*/ 161 w 174"/>
                <a:gd name="T29" fmla="*/ 202 h 215"/>
                <a:gd name="T30" fmla="*/ 13 w 174"/>
                <a:gd name="T31" fmla="*/ 202 h 215"/>
                <a:gd name="T32" fmla="*/ 13 w 174"/>
                <a:gd name="T33" fmla="*/ 121 h 215"/>
                <a:gd name="T34" fmla="*/ 161 w 174"/>
                <a:gd name="T35" fmla="*/ 121 h 215"/>
                <a:gd name="T36" fmla="*/ 161 w 174"/>
                <a:gd name="T37" fmla="*/ 202 h 215"/>
                <a:gd name="T38" fmla="*/ 87 w 174"/>
                <a:gd name="T39" fmla="*/ 14 h 215"/>
                <a:gd name="T40" fmla="*/ 134 w 174"/>
                <a:gd name="T41" fmla="*/ 61 h 215"/>
                <a:gd name="T42" fmla="*/ 134 w 174"/>
                <a:gd name="T43" fmla="*/ 108 h 215"/>
                <a:gd name="T44" fmla="*/ 40 w 174"/>
                <a:gd name="T45" fmla="*/ 108 h 215"/>
                <a:gd name="T46" fmla="*/ 40 w 174"/>
                <a:gd name="T47" fmla="*/ 61 h 215"/>
                <a:gd name="T48" fmla="*/ 87 w 174"/>
                <a:gd name="T49" fmla="*/ 1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4" h="215">
                  <a:moveTo>
                    <a:pt x="26" y="61"/>
                  </a:moveTo>
                  <a:cubicBezTo>
                    <a:pt x="26" y="108"/>
                    <a:pt x="26" y="108"/>
                    <a:pt x="26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3" y="108"/>
                    <a:pt x="0" y="111"/>
                    <a:pt x="0" y="115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ubicBezTo>
                    <a:pt x="167" y="215"/>
                    <a:pt x="167" y="215"/>
                    <a:pt x="167" y="215"/>
                  </a:cubicBezTo>
                  <a:cubicBezTo>
                    <a:pt x="171" y="215"/>
                    <a:pt x="174" y="212"/>
                    <a:pt x="174" y="208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74" y="111"/>
                    <a:pt x="171" y="108"/>
                    <a:pt x="167" y="108"/>
                  </a:cubicBezTo>
                  <a:cubicBezTo>
                    <a:pt x="147" y="108"/>
                    <a:pt x="147" y="108"/>
                    <a:pt x="147" y="108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7" y="28"/>
                    <a:pt x="120" y="0"/>
                    <a:pt x="87" y="0"/>
                  </a:cubicBezTo>
                  <a:cubicBezTo>
                    <a:pt x="54" y="0"/>
                    <a:pt x="26" y="28"/>
                    <a:pt x="26" y="61"/>
                  </a:cubicBezTo>
                  <a:close/>
                  <a:moveTo>
                    <a:pt x="161" y="202"/>
                  </a:moveTo>
                  <a:cubicBezTo>
                    <a:pt x="13" y="202"/>
                    <a:pt x="13" y="202"/>
                    <a:pt x="13" y="202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61" y="121"/>
                    <a:pt x="161" y="121"/>
                    <a:pt x="161" y="121"/>
                  </a:cubicBezTo>
                  <a:lnTo>
                    <a:pt x="161" y="202"/>
                  </a:lnTo>
                  <a:close/>
                  <a:moveTo>
                    <a:pt x="87" y="14"/>
                  </a:moveTo>
                  <a:cubicBezTo>
                    <a:pt x="113" y="14"/>
                    <a:pt x="134" y="35"/>
                    <a:pt x="134" y="61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35"/>
                    <a:pt x="61" y="14"/>
                    <a:pt x="8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46"/>
            <p:cNvSpPr>
              <a:spLocks noEditPoints="1"/>
            </p:cNvSpPr>
            <p:nvPr/>
          </p:nvSpPr>
          <p:spPr bwMode="auto">
            <a:xfrm>
              <a:off x="4054476" y="2552700"/>
              <a:ext cx="58738" cy="77787"/>
            </a:xfrm>
            <a:custGeom>
              <a:avLst/>
              <a:gdLst>
                <a:gd name="T0" fmla="*/ 20 w 40"/>
                <a:gd name="T1" fmla="*/ 0 h 53"/>
                <a:gd name="T2" fmla="*/ 0 w 40"/>
                <a:gd name="T3" fmla="*/ 20 h 53"/>
                <a:gd name="T4" fmla="*/ 13 w 40"/>
                <a:gd name="T5" fmla="*/ 39 h 53"/>
                <a:gd name="T6" fmla="*/ 13 w 40"/>
                <a:gd name="T7" fmla="*/ 47 h 53"/>
                <a:gd name="T8" fmla="*/ 20 w 40"/>
                <a:gd name="T9" fmla="*/ 53 h 53"/>
                <a:gd name="T10" fmla="*/ 27 w 40"/>
                <a:gd name="T11" fmla="*/ 47 h 53"/>
                <a:gd name="T12" fmla="*/ 27 w 40"/>
                <a:gd name="T13" fmla="*/ 39 h 53"/>
                <a:gd name="T14" fmla="*/ 40 w 40"/>
                <a:gd name="T15" fmla="*/ 20 h 53"/>
                <a:gd name="T16" fmla="*/ 20 w 40"/>
                <a:gd name="T17" fmla="*/ 0 h 53"/>
                <a:gd name="T18" fmla="*/ 20 w 40"/>
                <a:gd name="T19" fmla="*/ 27 h 53"/>
                <a:gd name="T20" fmla="*/ 13 w 40"/>
                <a:gd name="T21" fmla="*/ 20 h 53"/>
                <a:gd name="T22" fmla="*/ 20 w 40"/>
                <a:gd name="T23" fmla="*/ 13 h 53"/>
                <a:gd name="T24" fmla="*/ 27 w 40"/>
                <a:gd name="T25" fmla="*/ 20 h 53"/>
                <a:gd name="T26" fmla="*/ 20 w 40"/>
                <a:gd name="T27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53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9"/>
                    <a:pt x="5" y="36"/>
                    <a:pt x="13" y="39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50"/>
                    <a:pt x="16" y="53"/>
                    <a:pt x="20" y="53"/>
                  </a:cubicBezTo>
                  <a:cubicBezTo>
                    <a:pt x="24" y="53"/>
                    <a:pt x="27" y="50"/>
                    <a:pt x="27" y="47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34" y="36"/>
                    <a:pt x="40" y="29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  <a:moveTo>
                    <a:pt x="20" y="27"/>
                  </a:moveTo>
                  <a:cubicBezTo>
                    <a:pt x="16" y="27"/>
                    <a:pt x="13" y="23"/>
                    <a:pt x="13" y="20"/>
                  </a:cubicBezTo>
                  <a:cubicBezTo>
                    <a:pt x="13" y="16"/>
                    <a:pt x="16" y="13"/>
                    <a:pt x="20" y="13"/>
                  </a:cubicBezTo>
                  <a:cubicBezTo>
                    <a:pt x="24" y="13"/>
                    <a:pt x="27" y="16"/>
                    <a:pt x="27" y="20"/>
                  </a:cubicBezTo>
                  <a:cubicBezTo>
                    <a:pt x="27" y="23"/>
                    <a:pt x="24" y="27"/>
                    <a:pt x="20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4445001" y="1953282"/>
            <a:ext cx="257175" cy="317500"/>
            <a:chOff x="4445001" y="2352675"/>
            <a:chExt cx="257175" cy="317500"/>
          </a:xfrm>
        </p:grpSpPr>
        <p:sp>
          <p:nvSpPr>
            <p:cNvPr id="76" name="Freeform 47"/>
            <p:cNvSpPr>
              <a:spLocks noEditPoints="1"/>
            </p:cNvSpPr>
            <p:nvPr/>
          </p:nvSpPr>
          <p:spPr bwMode="auto">
            <a:xfrm>
              <a:off x="4445001" y="2352675"/>
              <a:ext cx="257175" cy="317500"/>
            </a:xfrm>
            <a:custGeom>
              <a:avLst/>
              <a:gdLst>
                <a:gd name="T0" fmla="*/ 0 w 174"/>
                <a:gd name="T1" fmla="*/ 115 h 215"/>
                <a:gd name="T2" fmla="*/ 0 w 174"/>
                <a:gd name="T3" fmla="*/ 208 h 215"/>
                <a:gd name="T4" fmla="*/ 6 w 174"/>
                <a:gd name="T5" fmla="*/ 215 h 215"/>
                <a:gd name="T6" fmla="*/ 167 w 174"/>
                <a:gd name="T7" fmla="*/ 215 h 215"/>
                <a:gd name="T8" fmla="*/ 174 w 174"/>
                <a:gd name="T9" fmla="*/ 208 h 215"/>
                <a:gd name="T10" fmla="*/ 174 w 174"/>
                <a:gd name="T11" fmla="*/ 115 h 215"/>
                <a:gd name="T12" fmla="*/ 167 w 174"/>
                <a:gd name="T13" fmla="*/ 108 h 215"/>
                <a:gd name="T14" fmla="*/ 40 w 174"/>
                <a:gd name="T15" fmla="*/ 108 h 215"/>
                <a:gd name="T16" fmla="*/ 40 w 174"/>
                <a:gd name="T17" fmla="*/ 61 h 215"/>
                <a:gd name="T18" fmla="*/ 87 w 174"/>
                <a:gd name="T19" fmla="*/ 14 h 215"/>
                <a:gd name="T20" fmla="*/ 134 w 174"/>
                <a:gd name="T21" fmla="*/ 61 h 215"/>
                <a:gd name="T22" fmla="*/ 134 w 174"/>
                <a:gd name="T23" fmla="*/ 74 h 215"/>
                <a:gd name="T24" fmla="*/ 141 w 174"/>
                <a:gd name="T25" fmla="*/ 81 h 215"/>
                <a:gd name="T26" fmla="*/ 147 w 174"/>
                <a:gd name="T27" fmla="*/ 74 h 215"/>
                <a:gd name="T28" fmla="*/ 147 w 174"/>
                <a:gd name="T29" fmla="*/ 61 h 215"/>
                <a:gd name="T30" fmla="*/ 87 w 174"/>
                <a:gd name="T31" fmla="*/ 0 h 215"/>
                <a:gd name="T32" fmla="*/ 27 w 174"/>
                <a:gd name="T33" fmla="*/ 61 h 215"/>
                <a:gd name="T34" fmla="*/ 27 w 174"/>
                <a:gd name="T35" fmla="*/ 108 h 215"/>
                <a:gd name="T36" fmla="*/ 6 w 174"/>
                <a:gd name="T37" fmla="*/ 108 h 215"/>
                <a:gd name="T38" fmla="*/ 0 w 174"/>
                <a:gd name="T39" fmla="*/ 115 h 215"/>
                <a:gd name="T40" fmla="*/ 13 w 174"/>
                <a:gd name="T41" fmla="*/ 121 h 215"/>
                <a:gd name="T42" fmla="*/ 161 w 174"/>
                <a:gd name="T43" fmla="*/ 121 h 215"/>
                <a:gd name="T44" fmla="*/ 161 w 174"/>
                <a:gd name="T45" fmla="*/ 202 h 215"/>
                <a:gd name="T46" fmla="*/ 13 w 174"/>
                <a:gd name="T47" fmla="*/ 202 h 215"/>
                <a:gd name="T48" fmla="*/ 13 w 174"/>
                <a:gd name="T49" fmla="*/ 12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4" h="215">
                  <a:moveTo>
                    <a:pt x="0" y="115"/>
                  </a:move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ubicBezTo>
                    <a:pt x="167" y="215"/>
                    <a:pt x="167" y="215"/>
                    <a:pt x="167" y="215"/>
                  </a:cubicBezTo>
                  <a:cubicBezTo>
                    <a:pt x="171" y="215"/>
                    <a:pt x="174" y="212"/>
                    <a:pt x="174" y="208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74" y="111"/>
                    <a:pt x="171" y="108"/>
                    <a:pt x="167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35"/>
                    <a:pt x="61" y="14"/>
                    <a:pt x="87" y="14"/>
                  </a:cubicBezTo>
                  <a:cubicBezTo>
                    <a:pt x="113" y="14"/>
                    <a:pt x="134" y="35"/>
                    <a:pt x="134" y="61"/>
                  </a:cubicBezTo>
                  <a:cubicBezTo>
                    <a:pt x="134" y="74"/>
                    <a:pt x="134" y="74"/>
                    <a:pt x="134" y="74"/>
                  </a:cubicBezTo>
                  <a:cubicBezTo>
                    <a:pt x="134" y="78"/>
                    <a:pt x="137" y="81"/>
                    <a:pt x="141" y="81"/>
                  </a:cubicBezTo>
                  <a:cubicBezTo>
                    <a:pt x="144" y="81"/>
                    <a:pt x="147" y="78"/>
                    <a:pt x="147" y="74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7" y="28"/>
                    <a:pt x="120" y="0"/>
                    <a:pt x="87" y="0"/>
                  </a:cubicBezTo>
                  <a:cubicBezTo>
                    <a:pt x="54" y="0"/>
                    <a:pt x="27" y="28"/>
                    <a:pt x="27" y="61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3" y="108"/>
                    <a:pt x="0" y="111"/>
                    <a:pt x="0" y="115"/>
                  </a:cubicBezTo>
                  <a:close/>
                  <a:moveTo>
                    <a:pt x="13" y="121"/>
                  </a:moveTo>
                  <a:cubicBezTo>
                    <a:pt x="161" y="121"/>
                    <a:pt x="161" y="121"/>
                    <a:pt x="161" y="121"/>
                  </a:cubicBezTo>
                  <a:cubicBezTo>
                    <a:pt x="161" y="202"/>
                    <a:pt x="161" y="202"/>
                    <a:pt x="161" y="202"/>
                  </a:cubicBezTo>
                  <a:cubicBezTo>
                    <a:pt x="13" y="202"/>
                    <a:pt x="13" y="202"/>
                    <a:pt x="13" y="202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Freeform 48"/>
            <p:cNvSpPr>
              <a:spLocks noEditPoints="1"/>
            </p:cNvSpPr>
            <p:nvPr/>
          </p:nvSpPr>
          <p:spPr bwMode="auto">
            <a:xfrm>
              <a:off x="4543426" y="2552700"/>
              <a:ext cx="60325" cy="77787"/>
            </a:xfrm>
            <a:custGeom>
              <a:avLst/>
              <a:gdLst>
                <a:gd name="T0" fmla="*/ 20 w 40"/>
                <a:gd name="T1" fmla="*/ 0 h 53"/>
                <a:gd name="T2" fmla="*/ 0 w 40"/>
                <a:gd name="T3" fmla="*/ 20 h 53"/>
                <a:gd name="T4" fmla="*/ 13 w 40"/>
                <a:gd name="T5" fmla="*/ 39 h 53"/>
                <a:gd name="T6" fmla="*/ 13 w 40"/>
                <a:gd name="T7" fmla="*/ 47 h 53"/>
                <a:gd name="T8" fmla="*/ 20 w 40"/>
                <a:gd name="T9" fmla="*/ 53 h 53"/>
                <a:gd name="T10" fmla="*/ 27 w 40"/>
                <a:gd name="T11" fmla="*/ 47 h 53"/>
                <a:gd name="T12" fmla="*/ 27 w 40"/>
                <a:gd name="T13" fmla="*/ 39 h 53"/>
                <a:gd name="T14" fmla="*/ 40 w 40"/>
                <a:gd name="T15" fmla="*/ 20 h 53"/>
                <a:gd name="T16" fmla="*/ 20 w 40"/>
                <a:gd name="T17" fmla="*/ 0 h 53"/>
                <a:gd name="T18" fmla="*/ 20 w 40"/>
                <a:gd name="T19" fmla="*/ 27 h 53"/>
                <a:gd name="T20" fmla="*/ 13 w 40"/>
                <a:gd name="T21" fmla="*/ 20 h 53"/>
                <a:gd name="T22" fmla="*/ 20 w 40"/>
                <a:gd name="T23" fmla="*/ 13 h 53"/>
                <a:gd name="T24" fmla="*/ 27 w 40"/>
                <a:gd name="T25" fmla="*/ 20 h 53"/>
                <a:gd name="T26" fmla="*/ 20 w 40"/>
                <a:gd name="T27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53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9"/>
                    <a:pt x="5" y="36"/>
                    <a:pt x="13" y="39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50"/>
                    <a:pt x="16" y="53"/>
                    <a:pt x="20" y="53"/>
                  </a:cubicBezTo>
                  <a:cubicBezTo>
                    <a:pt x="24" y="53"/>
                    <a:pt x="27" y="50"/>
                    <a:pt x="27" y="47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34" y="36"/>
                    <a:pt x="40" y="29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  <a:moveTo>
                    <a:pt x="20" y="27"/>
                  </a:moveTo>
                  <a:cubicBezTo>
                    <a:pt x="16" y="27"/>
                    <a:pt x="13" y="23"/>
                    <a:pt x="13" y="20"/>
                  </a:cubicBezTo>
                  <a:cubicBezTo>
                    <a:pt x="13" y="16"/>
                    <a:pt x="16" y="13"/>
                    <a:pt x="20" y="13"/>
                  </a:cubicBezTo>
                  <a:cubicBezTo>
                    <a:pt x="24" y="13"/>
                    <a:pt x="27" y="16"/>
                    <a:pt x="27" y="20"/>
                  </a:cubicBezTo>
                  <a:cubicBezTo>
                    <a:pt x="27" y="23"/>
                    <a:pt x="24" y="27"/>
                    <a:pt x="20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78" name="Freeform 49"/>
          <p:cNvSpPr>
            <a:spLocks noEditPoints="1"/>
          </p:cNvSpPr>
          <p:nvPr/>
        </p:nvSpPr>
        <p:spPr bwMode="auto">
          <a:xfrm>
            <a:off x="4905376" y="2043769"/>
            <a:ext cx="315913" cy="138112"/>
          </a:xfrm>
          <a:custGeom>
            <a:avLst/>
            <a:gdLst>
              <a:gd name="T0" fmla="*/ 167 w 214"/>
              <a:gd name="T1" fmla="*/ 0 h 94"/>
              <a:gd name="T2" fmla="*/ 121 w 214"/>
              <a:gd name="T3" fmla="*/ 40 h 94"/>
              <a:gd name="T4" fmla="*/ 6 w 214"/>
              <a:gd name="T5" fmla="*/ 40 h 94"/>
              <a:gd name="T6" fmla="*/ 0 w 214"/>
              <a:gd name="T7" fmla="*/ 47 h 94"/>
              <a:gd name="T8" fmla="*/ 6 w 214"/>
              <a:gd name="T9" fmla="*/ 54 h 94"/>
              <a:gd name="T10" fmla="*/ 13 w 214"/>
              <a:gd name="T11" fmla="*/ 54 h 94"/>
              <a:gd name="T12" fmla="*/ 13 w 214"/>
              <a:gd name="T13" fmla="*/ 74 h 94"/>
              <a:gd name="T14" fmla="*/ 20 w 214"/>
              <a:gd name="T15" fmla="*/ 80 h 94"/>
              <a:gd name="T16" fmla="*/ 27 w 214"/>
              <a:gd name="T17" fmla="*/ 74 h 94"/>
              <a:gd name="T18" fmla="*/ 27 w 214"/>
              <a:gd name="T19" fmla="*/ 54 h 94"/>
              <a:gd name="T20" fmla="*/ 40 w 214"/>
              <a:gd name="T21" fmla="*/ 54 h 94"/>
              <a:gd name="T22" fmla="*/ 40 w 214"/>
              <a:gd name="T23" fmla="*/ 60 h 94"/>
              <a:gd name="T24" fmla="*/ 47 w 214"/>
              <a:gd name="T25" fmla="*/ 67 h 94"/>
              <a:gd name="T26" fmla="*/ 53 w 214"/>
              <a:gd name="T27" fmla="*/ 60 h 94"/>
              <a:gd name="T28" fmla="*/ 53 w 214"/>
              <a:gd name="T29" fmla="*/ 54 h 94"/>
              <a:gd name="T30" fmla="*/ 121 w 214"/>
              <a:gd name="T31" fmla="*/ 54 h 94"/>
              <a:gd name="T32" fmla="*/ 167 w 214"/>
              <a:gd name="T33" fmla="*/ 94 h 94"/>
              <a:gd name="T34" fmla="*/ 214 w 214"/>
              <a:gd name="T35" fmla="*/ 47 h 94"/>
              <a:gd name="T36" fmla="*/ 167 w 214"/>
              <a:gd name="T37" fmla="*/ 0 h 94"/>
              <a:gd name="T38" fmla="*/ 167 w 214"/>
              <a:gd name="T39" fmla="*/ 80 h 94"/>
              <a:gd name="T40" fmla="*/ 134 w 214"/>
              <a:gd name="T41" fmla="*/ 47 h 94"/>
              <a:gd name="T42" fmla="*/ 167 w 214"/>
              <a:gd name="T43" fmla="*/ 13 h 94"/>
              <a:gd name="T44" fmla="*/ 201 w 214"/>
              <a:gd name="T45" fmla="*/ 47 h 94"/>
              <a:gd name="T46" fmla="*/ 167 w 214"/>
              <a:gd name="T47" fmla="*/ 8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14" h="94">
                <a:moveTo>
                  <a:pt x="167" y="0"/>
                </a:moveTo>
                <a:cubicBezTo>
                  <a:pt x="144" y="0"/>
                  <a:pt x="124" y="17"/>
                  <a:pt x="121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3" y="40"/>
                  <a:pt x="0" y="43"/>
                  <a:pt x="0" y="47"/>
                </a:cubicBezTo>
                <a:cubicBezTo>
                  <a:pt x="0" y="51"/>
                  <a:pt x="3" y="54"/>
                  <a:pt x="6" y="54"/>
                </a:cubicBezTo>
                <a:cubicBezTo>
                  <a:pt x="13" y="54"/>
                  <a:pt x="13" y="54"/>
                  <a:pt x="13" y="54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77"/>
                  <a:pt x="16" y="80"/>
                  <a:pt x="20" y="80"/>
                </a:cubicBezTo>
                <a:cubicBezTo>
                  <a:pt x="24" y="80"/>
                  <a:pt x="27" y="77"/>
                  <a:pt x="27" y="74"/>
                </a:cubicBezTo>
                <a:cubicBezTo>
                  <a:pt x="27" y="54"/>
                  <a:pt x="27" y="54"/>
                  <a:pt x="27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64"/>
                  <a:pt x="43" y="67"/>
                  <a:pt x="47" y="67"/>
                </a:cubicBezTo>
                <a:cubicBezTo>
                  <a:pt x="50" y="67"/>
                  <a:pt x="53" y="64"/>
                  <a:pt x="53" y="60"/>
                </a:cubicBezTo>
                <a:cubicBezTo>
                  <a:pt x="53" y="54"/>
                  <a:pt x="53" y="54"/>
                  <a:pt x="53" y="54"/>
                </a:cubicBezTo>
                <a:cubicBezTo>
                  <a:pt x="121" y="54"/>
                  <a:pt x="121" y="54"/>
                  <a:pt x="121" y="54"/>
                </a:cubicBezTo>
                <a:cubicBezTo>
                  <a:pt x="124" y="76"/>
                  <a:pt x="144" y="94"/>
                  <a:pt x="167" y="94"/>
                </a:cubicBezTo>
                <a:cubicBezTo>
                  <a:pt x="193" y="94"/>
                  <a:pt x="214" y="73"/>
                  <a:pt x="214" y="47"/>
                </a:cubicBezTo>
                <a:cubicBezTo>
                  <a:pt x="214" y="21"/>
                  <a:pt x="193" y="0"/>
                  <a:pt x="167" y="0"/>
                </a:cubicBezTo>
                <a:close/>
                <a:moveTo>
                  <a:pt x="167" y="80"/>
                </a:moveTo>
                <a:cubicBezTo>
                  <a:pt x="149" y="80"/>
                  <a:pt x="134" y="65"/>
                  <a:pt x="134" y="47"/>
                </a:cubicBezTo>
                <a:cubicBezTo>
                  <a:pt x="134" y="28"/>
                  <a:pt x="149" y="13"/>
                  <a:pt x="167" y="13"/>
                </a:cubicBezTo>
                <a:cubicBezTo>
                  <a:pt x="186" y="13"/>
                  <a:pt x="201" y="28"/>
                  <a:pt x="201" y="47"/>
                </a:cubicBezTo>
                <a:cubicBezTo>
                  <a:pt x="201" y="65"/>
                  <a:pt x="186" y="80"/>
                  <a:pt x="167" y="8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61" name="Group 260"/>
          <p:cNvGrpSpPr/>
          <p:nvPr/>
        </p:nvGrpSpPr>
        <p:grpSpPr>
          <a:xfrm>
            <a:off x="1473201" y="2459694"/>
            <a:ext cx="317500" cy="287337"/>
            <a:chOff x="1473201" y="2859087"/>
            <a:chExt cx="317500" cy="287337"/>
          </a:xfrm>
        </p:grpSpPr>
        <p:sp>
          <p:nvSpPr>
            <p:cNvPr id="79" name="Freeform 50"/>
            <p:cNvSpPr>
              <a:spLocks/>
            </p:cNvSpPr>
            <p:nvPr/>
          </p:nvSpPr>
          <p:spPr bwMode="auto">
            <a:xfrm>
              <a:off x="1512889" y="2914650"/>
              <a:ext cx="238125" cy="19050"/>
            </a:xfrm>
            <a:custGeom>
              <a:avLst/>
              <a:gdLst>
                <a:gd name="T0" fmla="*/ 6 w 161"/>
                <a:gd name="T1" fmla="*/ 13 h 13"/>
                <a:gd name="T2" fmla="*/ 154 w 161"/>
                <a:gd name="T3" fmla="*/ 13 h 13"/>
                <a:gd name="T4" fmla="*/ 161 w 161"/>
                <a:gd name="T5" fmla="*/ 6 h 13"/>
                <a:gd name="T6" fmla="*/ 154 w 161"/>
                <a:gd name="T7" fmla="*/ 0 h 13"/>
                <a:gd name="T8" fmla="*/ 6 w 161"/>
                <a:gd name="T9" fmla="*/ 0 h 13"/>
                <a:gd name="T10" fmla="*/ 0 w 161"/>
                <a:gd name="T11" fmla="*/ 6 h 13"/>
                <a:gd name="T12" fmla="*/ 6 w 161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3">
                  <a:moveTo>
                    <a:pt x="6" y="13"/>
                  </a:moveTo>
                  <a:cubicBezTo>
                    <a:pt x="154" y="13"/>
                    <a:pt x="154" y="13"/>
                    <a:pt x="154" y="13"/>
                  </a:cubicBezTo>
                  <a:cubicBezTo>
                    <a:pt x="158" y="13"/>
                    <a:pt x="161" y="10"/>
                    <a:pt x="161" y="6"/>
                  </a:cubicBez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Freeform 51"/>
            <p:cNvSpPr>
              <a:spLocks/>
            </p:cNvSpPr>
            <p:nvPr/>
          </p:nvSpPr>
          <p:spPr bwMode="auto">
            <a:xfrm>
              <a:off x="1512889" y="2962275"/>
              <a:ext cx="238125" cy="20637"/>
            </a:xfrm>
            <a:custGeom>
              <a:avLst/>
              <a:gdLst>
                <a:gd name="T0" fmla="*/ 6 w 161"/>
                <a:gd name="T1" fmla="*/ 14 h 14"/>
                <a:gd name="T2" fmla="*/ 154 w 161"/>
                <a:gd name="T3" fmla="*/ 14 h 14"/>
                <a:gd name="T4" fmla="*/ 161 w 161"/>
                <a:gd name="T5" fmla="*/ 7 h 14"/>
                <a:gd name="T6" fmla="*/ 154 w 161"/>
                <a:gd name="T7" fmla="*/ 0 h 14"/>
                <a:gd name="T8" fmla="*/ 6 w 161"/>
                <a:gd name="T9" fmla="*/ 0 h 14"/>
                <a:gd name="T10" fmla="*/ 0 w 161"/>
                <a:gd name="T11" fmla="*/ 7 h 14"/>
                <a:gd name="T12" fmla="*/ 6 w 161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4">
                  <a:moveTo>
                    <a:pt x="6" y="14"/>
                  </a:moveTo>
                  <a:cubicBezTo>
                    <a:pt x="154" y="14"/>
                    <a:pt x="154" y="14"/>
                    <a:pt x="154" y="14"/>
                  </a:cubicBezTo>
                  <a:cubicBezTo>
                    <a:pt x="158" y="14"/>
                    <a:pt x="161" y="11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1" name="Freeform 52"/>
            <p:cNvSpPr>
              <a:spLocks/>
            </p:cNvSpPr>
            <p:nvPr/>
          </p:nvSpPr>
          <p:spPr bwMode="auto">
            <a:xfrm>
              <a:off x="1512889" y="3013075"/>
              <a:ext cx="238125" cy="19050"/>
            </a:xfrm>
            <a:custGeom>
              <a:avLst/>
              <a:gdLst>
                <a:gd name="T0" fmla="*/ 161 w 161"/>
                <a:gd name="T1" fmla="*/ 6 h 13"/>
                <a:gd name="T2" fmla="*/ 154 w 161"/>
                <a:gd name="T3" fmla="*/ 0 h 13"/>
                <a:gd name="T4" fmla="*/ 6 w 161"/>
                <a:gd name="T5" fmla="*/ 0 h 13"/>
                <a:gd name="T6" fmla="*/ 0 w 161"/>
                <a:gd name="T7" fmla="*/ 6 h 13"/>
                <a:gd name="T8" fmla="*/ 6 w 161"/>
                <a:gd name="T9" fmla="*/ 13 h 13"/>
                <a:gd name="T10" fmla="*/ 154 w 161"/>
                <a:gd name="T11" fmla="*/ 13 h 13"/>
                <a:gd name="T12" fmla="*/ 161 w 161"/>
                <a:gd name="T1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3">
                  <a:moveTo>
                    <a:pt x="161" y="6"/>
                  </a:move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158" y="13"/>
                    <a:pt x="161" y="10"/>
                    <a:pt x="161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Freeform 53"/>
            <p:cNvSpPr>
              <a:spLocks noEditPoints="1"/>
            </p:cNvSpPr>
            <p:nvPr/>
          </p:nvSpPr>
          <p:spPr bwMode="auto">
            <a:xfrm>
              <a:off x="1473201" y="2859087"/>
              <a:ext cx="317500" cy="287337"/>
            </a:xfrm>
            <a:custGeom>
              <a:avLst/>
              <a:gdLst>
                <a:gd name="T0" fmla="*/ 0 w 215"/>
                <a:gd name="T1" fmla="*/ 147 h 194"/>
                <a:gd name="T2" fmla="*/ 7 w 215"/>
                <a:gd name="T3" fmla="*/ 154 h 194"/>
                <a:gd name="T4" fmla="*/ 54 w 215"/>
                <a:gd name="T5" fmla="*/ 154 h 194"/>
                <a:gd name="T6" fmla="*/ 54 w 215"/>
                <a:gd name="T7" fmla="*/ 188 h 194"/>
                <a:gd name="T8" fmla="*/ 57 w 215"/>
                <a:gd name="T9" fmla="*/ 194 h 194"/>
                <a:gd name="T10" fmla="*/ 60 w 215"/>
                <a:gd name="T11" fmla="*/ 194 h 194"/>
                <a:gd name="T12" fmla="*/ 65 w 215"/>
                <a:gd name="T13" fmla="*/ 193 h 194"/>
                <a:gd name="T14" fmla="*/ 110 w 215"/>
                <a:gd name="T15" fmla="*/ 154 h 194"/>
                <a:gd name="T16" fmla="*/ 208 w 215"/>
                <a:gd name="T17" fmla="*/ 154 h 194"/>
                <a:gd name="T18" fmla="*/ 215 w 215"/>
                <a:gd name="T19" fmla="*/ 147 h 194"/>
                <a:gd name="T20" fmla="*/ 215 w 215"/>
                <a:gd name="T21" fmla="*/ 6 h 194"/>
                <a:gd name="T22" fmla="*/ 208 w 215"/>
                <a:gd name="T23" fmla="*/ 0 h 194"/>
                <a:gd name="T24" fmla="*/ 7 w 215"/>
                <a:gd name="T25" fmla="*/ 0 h 194"/>
                <a:gd name="T26" fmla="*/ 0 w 215"/>
                <a:gd name="T27" fmla="*/ 6 h 194"/>
                <a:gd name="T28" fmla="*/ 0 w 215"/>
                <a:gd name="T29" fmla="*/ 147 h 194"/>
                <a:gd name="T30" fmla="*/ 13 w 215"/>
                <a:gd name="T31" fmla="*/ 13 h 194"/>
                <a:gd name="T32" fmla="*/ 201 w 215"/>
                <a:gd name="T33" fmla="*/ 13 h 194"/>
                <a:gd name="T34" fmla="*/ 201 w 215"/>
                <a:gd name="T35" fmla="*/ 141 h 194"/>
                <a:gd name="T36" fmla="*/ 107 w 215"/>
                <a:gd name="T37" fmla="*/ 141 h 194"/>
                <a:gd name="T38" fmla="*/ 103 w 215"/>
                <a:gd name="T39" fmla="*/ 142 h 194"/>
                <a:gd name="T40" fmla="*/ 67 w 215"/>
                <a:gd name="T41" fmla="*/ 173 h 194"/>
                <a:gd name="T42" fmla="*/ 67 w 215"/>
                <a:gd name="T43" fmla="*/ 147 h 194"/>
                <a:gd name="T44" fmla="*/ 60 w 215"/>
                <a:gd name="T45" fmla="*/ 141 h 194"/>
                <a:gd name="T46" fmla="*/ 13 w 215"/>
                <a:gd name="T47" fmla="*/ 141 h 194"/>
                <a:gd name="T48" fmla="*/ 13 w 215"/>
                <a:gd name="T49" fmla="*/ 1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0" y="147"/>
                  </a:move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5" y="193"/>
                    <a:pt x="57" y="194"/>
                  </a:cubicBezTo>
                  <a:cubicBezTo>
                    <a:pt x="58" y="194"/>
                    <a:pt x="59" y="194"/>
                    <a:pt x="60" y="194"/>
                  </a:cubicBezTo>
                  <a:cubicBezTo>
                    <a:pt x="62" y="194"/>
                    <a:pt x="63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lnTo>
                    <a:pt x="0" y="147"/>
                  </a:lnTo>
                  <a:close/>
                  <a:moveTo>
                    <a:pt x="13" y="13"/>
                  </a:moveTo>
                  <a:cubicBezTo>
                    <a:pt x="201" y="13"/>
                    <a:pt x="201" y="13"/>
                    <a:pt x="201" y="13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107" y="141"/>
                    <a:pt x="107" y="141"/>
                    <a:pt x="107" y="141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0" y="141"/>
                  </a:cubicBezTo>
                  <a:cubicBezTo>
                    <a:pt x="13" y="141"/>
                    <a:pt x="13" y="141"/>
                    <a:pt x="13" y="141"/>
                  </a:cubicBez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2" name="Group 261"/>
          <p:cNvGrpSpPr/>
          <p:nvPr/>
        </p:nvGrpSpPr>
        <p:grpSpPr>
          <a:xfrm>
            <a:off x="1963739" y="2459694"/>
            <a:ext cx="317500" cy="287337"/>
            <a:chOff x="1963739" y="2859087"/>
            <a:chExt cx="317500" cy="287337"/>
          </a:xfrm>
        </p:grpSpPr>
        <p:sp>
          <p:nvSpPr>
            <p:cNvPr id="83" name="Freeform 54"/>
            <p:cNvSpPr>
              <a:spLocks noEditPoints="1"/>
            </p:cNvSpPr>
            <p:nvPr/>
          </p:nvSpPr>
          <p:spPr bwMode="auto">
            <a:xfrm>
              <a:off x="2092326" y="2943225"/>
              <a:ext cx="58738" cy="58737"/>
            </a:xfrm>
            <a:custGeom>
              <a:avLst/>
              <a:gdLst>
                <a:gd name="T0" fmla="*/ 20 w 40"/>
                <a:gd name="T1" fmla="*/ 40 h 40"/>
                <a:gd name="T2" fmla="*/ 40 w 40"/>
                <a:gd name="T3" fmla="*/ 20 h 40"/>
                <a:gd name="T4" fmla="*/ 20 w 40"/>
                <a:gd name="T5" fmla="*/ 0 h 40"/>
                <a:gd name="T6" fmla="*/ 0 w 40"/>
                <a:gd name="T7" fmla="*/ 20 h 40"/>
                <a:gd name="T8" fmla="*/ 20 w 40"/>
                <a:gd name="T9" fmla="*/ 40 h 40"/>
                <a:gd name="T10" fmla="*/ 20 w 40"/>
                <a:gd name="T11" fmla="*/ 13 h 40"/>
                <a:gd name="T12" fmla="*/ 27 w 40"/>
                <a:gd name="T13" fmla="*/ 20 h 40"/>
                <a:gd name="T14" fmla="*/ 20 w 40"/>
                <a:gd name="T15" fmla="*/ 27 h 40"/>
                <a:gd name="T16" fmla="*/ 14 w 40"/>
                <a:gd name="T17" fmla="*/ 20 h 40"/>
                <a:gd name="T18" fmla="*/ 20 w 40"/>
                <a:gd name="T19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lose/>
                  <a:moveTo>
                    <a:pt x="20" y="13"/>
                  </a:moveTo>
                  <a:cubicBezTo>
                    <a:pt x="24" y="13"/>
                    <a:pt x="27" y="16"/>
                    <a:pt x="27" y="20"/>
                  </a:cubicBezTo>
                  <a:cubicBezTo>
                    <a:pt x="27" y="24"/>
                    <a:pt x="24" y="27"/>
                    <a:pt x="20" y="27"/>
                  </a:cubicBezTo>
                  <a:cubicBezTo>
                    <a:pt x="17" y="27"/>
                    <a:pt x="14" y="24"/>
                    <a:pt x="14" y="20"/>
                  </a:cubicBezTo>
                  <a:cubicBezTo>
                    <a:pt x="14" y="16"/>
                    <a:pt x="17" y="13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55"/>
            <p:cNvSpPr>
              <a:spLocks noEditPoints="1"/>
            </p:cNvSpPr>
            <p:nvPr/>
          </p:nvSpPr>
          <p:spPr bwMode="auto">
            <a:xfrm>
              <a:off x="2012951" y="2943225"/>
              <a:ext cx="60325" cy="58737"/>
            </a:xfrm>
            <a:custGeom>
              <a:avLst/>
              <a:gdLst>
                <a:gd name="T0" fmla="*/ 20 w 40"/>
                <a:gd name="T1" fmla="*/ 40 h 40"/>
                <a:gd name="T2" fmla="*/ 40 w 40"/>
                <a:gd name="T3" fmla="*/ 20 h 40"/>
                <a:gd name="T4" fmla="*/ 20 w 40"/>
                <a:gd name="T5" fmla="*/ 0 h 40"/>
                <a:gd name="T6" fmla="*/ 0 w 40"/>
                <a:gd name="T7" fmla="*/ 20 h 40"/>
                <a:gd name="T8" fmla="*/ 20 w 40"/>
                <a:gd name="T9" fmla="*/ 40 h 40"/>
                <a:gd name="T10" fmla="*/ 20 w 40"/>
                <a:gd name="T11" fmla="*/ 13 h 40"/>
                <a:gd name="T12" fmla="*/ 26 w 40"/>
                <a:gd name="T13" fmla="*/ 20 h 40"/>
                <a:gd name="T14" fmla="*/ 20 w 40"/>
                <a:gd name="T15" fmla="*/ 27 h 40"/>
                <a:gd name="T16" fmla="*/ 13 w 40"/>
                <a:gd name="T17" fmla="*/ 20 h 40"/>
                <a:gd name="T18" fmla="*/ 20 w 40"/>
                <a:gd name="T19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lose/>
                  <a:moveTo>
                    <a:pt x="20" y="13"/>
                  </a:moveTo>
                  <a:cubicBezTo>
                    <a:pt x="23" y="13"/>
                    <a:pt x="26" y="16"/>
                    <a:pt x="26" y="20"/>
                  </a:cubicBezTo>
                  <a:cubicBezTo>
                    <a:pt x="26" y="24"/>
                    <a:pt x="23" y="27"/>
                    <a:pt x="20" y="27"/>
                  </a:cubicBezTo>
                  <a:cubicBezTo>
                    <a:pt x="16" y="27"/>
                    <a:pt x="13" y="24"/>
                    <a:pt x="13" y="20"/>
                  </a:cubicBezTo>
                  <a:cubicBezTo>
                    <a:pt x="13" y="16"/>
                    <a:pt x="16" y="13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Freeform 56"/>
            <p:cNvSpPr>
              <a:spLocks noEditPoints="1"/>
            </p:cNvSpPr>
            <p:nvPr/>
          </p:nvSpPr>
          <p:spPr bwMode="auto">
            <a:xfrm>
              <a:off x="2171701" y="2943225"/>
              <a:ext cx="58738" cy="58737"/>
            </a:xfrm>
            <a:custGeom>
              <a:avLst/>
              <a:gdLst>
                <a:gd name="T0" fmla="*/ 20 w 40"/>
                <a:gd name="T1" fmla="*/ 40 h 40"/>
                <a:gd name="T2" fmla="*/ 40 w 40"/>
                <a:gd name="T3" fmla="*/ 20 h 40"/>
                <a:gd name="T4" fmla="*/ 20 w 40"/>
                <a:gd name="T5" fmla="*/ 0 h 40"/>
                <a:gd name="T6" fmla="*/ 0 w 40"/>
                <a:gd name="T7" fmla="*/ 20 h 40"/>
                <a:gd name="T8" fmla="*/ 20 w 40"/>
                <a:gd name="T9" fmla="*/ 40 h 40"/>
                <a:gd name="T10" fmla="*/ 20 w 40"/>
                <a:gd name="T11" fmla="*/ 13 h 40"/>
                <a:gd name="T12" fmla="*/ 27 w 40"/>
                <a:gd name="T13" fmla="*/ 20 h 40"/>
                <a:gd name="T14" fmla="*/ 20 w 40"/>
                <a:gd name="T15" fmla="*/ 27 h 40"/>
                <a:gd name="T16" fmla="*/ 13 w 40"/>
                <a:gd name="T17" fmla="*/ 20 h 40"/>
                <a:gd name="T18" fmla="*/ 20 w 40"/>
                <a:gd name="T19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lose/>
                  <a:moveTo>
                    <a:pt x="20" y="13"/>
                  </a:moveTo>
                  <a:cubicBezTo>
                    <a:pt x="24" y="13"/>
                    <a:pt x="27" y="16"/>
                    <a:pt x="27" y="20"/>
                  </a:cubicBezTo>
                  <a:cubicBezTo>
                    <a:pt x="27" y="24"/>
                    <a:pt x="24" y="27"/>
                    <a:pt x="20" y="27"/>
                  </a:cubicBezTo>
                  <a:cubicBezTo>
                    <a:pt x="16" y="27"/>
                    <a:pt x="13" y="24"/>
                    <a:pt x="13" y="20"/>
                  </a:cubicBezTo>
                  <a:cubicBezTo>
                    <a:pt x="13" y="16"/>
                    <a:pt x="16" y="13"/>
                    <a:pt x="20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Freeform 57"/>
            <p:cNvSpPr>
              <a:spLocks noEditPoints="1"/>
            </p:cNvSpPr>
            <p:nvPr/>
          </p:nvSpPr>
          <p:spPr bwMode="auto">
            <a:xfrm>
              <a:off x="1963739" y="2859087"/>
              <a:ext cx="317500" cy="287337"/>
            </a:xfrm>
            <a:custGeom>
              <a:avLst/>
              <a:gdLst>
                <a:gd name="T0" fmla="*/ 208 w 215"/>
                <a:gd name="T1" fmla="*/ 0 h 194"/>
                <a:gd name="T2" fmla="*/ 7 w 215"/>
                <a:gd name="T3" fmla="*/ 0 h 194"/>
                <a:gd name="T4" fmla="*/ 0 w 215"/>
                <a:gd name="T5" fmla="*/ 6 h 194"/>
                <a:gd name="T6" fmla="*/ 0 w 215"/>
                <a:gd name="T7" fmla="*/ 147 h 194"/>
                <a:gd name="T8" fmla="*/ 7 w 215"/>
                <a:gd name="T9" fmla="*/ 154 h 194"/>
                <a:gd name="T10" fmla="*/ 54 w 215"/>
                <a:gd name="T11" fmla="*/ 154 h 194"/>
                <a:gd name="T12" fmla="*/ 54 w 215"/>
                <a:gd name="T13" fmla="*/ 188 h 194"/>
                <a:gd name="T14" fmla="*/ 58 w 215"/>
                <a:gd name="T15" fmla="*/ 194 h 194"/>
                <a:gd name="T16" fmla="*/ 60 w 215"/>
                <a:gd name="T17" fmla="*/ 194 h 194"/>
                <a:gd name="T18" fmla="*/ 65 w 215"/>
                <a:gd name="T19" fmla="*/ 193 h 194"/>
                <a:gd name="T20" fmla="*/ 110 w 215"/>
                <a:gd name="T21" fmla="*/ 154 h 194"/>
                <a:gd name="T22" fmla="*/ 208 w 215"/>
                <a:gd name="T23" fmla="*/ 154 h 194"/>
                <a:gd name="T24" fmla="*/ 215 w 215"/>
                <a:gd name="T25" fmla="*/ 147 h 194"/>
                <a:gd name="T26" fmla="*/ 215 w 215"/>
                <a:gd name="T27" fmla="*/ 6 h 194"/>
                <a:gd name="T28" fmla="*/ 208 w 215"/>
                <a:gd name="T29" fmla="*/ 0 h 194"/>
                <a:gd name="T30" fmla="*/ 201 w 215"/>
                <a:gd name="T31" fmla="*/ 141 h 194"/>
                <a:gd name="T32" fmla="*/ 107 w 215"/>
                <a:gd name="T33" fmla="*/ 141 h 194"/>
                <a:gd name="T34" fmla="*/ 103 w 215"/>
                <a:gd name="T35" fmla="*/ 142 h 194"/>
                <a:gd name="T36" fmla="*/ 67 w 215"/>
                <a:gd name="T37" fmla="*/ 173 h 194"/>
                <a:gd name="T38" fmla="*/ 67 w 215"/>
                <a:gd name="T39" fmla="*/ 147 h 194"/>
                <a:gd name="T40" fmla="*/ 60 w 215"/>
                <a:gd name="T41" fmla="*/ 141 h 194"/>
                <a:gd name="T42" fmla="*/ 13 w 215"/>
                <a:gd name="T43" fmla="*/ 141 h 194"/>
                <a:gd name="T44" fmla="*/ 13 w 215"/>
                <a:gd name="T45" fmla="*/ 13 h 194"/>
                <a:gd name="T46" fmla="*/ 201 w 215"/>
                <a:gd name="T47" fmla="*/ 13 h 194"/>
                <a:gd name="T48" fmla="*/ 201 w 215"/>
                <a:gd name="T49" fmla="*/ 14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5" y="193"/>
                    <a:pt x="58" y="194"/>
                  </a:cubicBezTo>
                  <a:cubicBezTo>
                    <a:pt x="58" y="194"/>
                    <a:pt x="59" y="194"/>
                    <a:pt x="60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lose/>
                  <a:moveTo>
                    <a:pt x="201" y="141"/>
                  </a:moveTo>
                  <a:cubicBezTo>
                    <a:pt x="107" y="141"/>
                    <a:pt x="107" y="141"/>
                    <a:pt x="107" y="141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0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201" y="13"/>
                    <a:pt x="201" y="13"/>
                    <a:pt x="201" y="13"/>
                  </a:cubicBezTo>
                  <a:lnTo>
                    <a:pt x="201" y="1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3" name="Group 262"/>
          <p:cNvGrpSpPr/>
          <p:nvPr/>
        </p:nvGrpSpPr>
        <p:grpSpPr>
          <a:xfrm>
            <a:off x="2452689" y="2459694"/>
            <a:ext cx="317500" cy="287337"/>
            <a:chOff x="2452689" y="2859087"/>
            <a:chExt cx="317500" cy="287337"/>
          </a:xfrm>
        </p:grpSpPr>
        <p:sp>
          <p:nvSpPr>
            <p:cNvPr id="87" name="Freeform 58"/>
            <p:cNvSpPr>
              <a:spLocks/>
            </p:cNvSpPr>
            <p:nvPr/>
          </p:nvSpPr>
          <p:spPr bwMode="auto">
            <a:xfrm>
              <a:off x="2573339" y="2982912"/>
              <a:ext cx="77788" cy="49212"/>
            </a:xfrm>
            <a:custGeom>
              <a:avLst/>
              <a:gdLst>
                <a:gd name="T0" fmla="*/ 26 w 53"/>
                <a:gd name="T1" fmla="*/ 33 h 33"/>
                <a:gd name="T2" fmla="*/ 53 w 53"/>
                <a:gd name="T3" fmla="*/ 6 h 33"/>
                <a:gd name="T4" fmla="*/ 47 w 53"/>
                <a:gd name="T5" fmla="*/ 0 h 33"/>
                <a:gd name="T6" fmla="*/ 40 w 53"/>
                <a:gd name="T7" fmla="*/ 6 h 33"/>
                <a:gd name="T8" fmla="*/ 26 w 53"/>
                <a:gd name="T9" fmla="*/ 20 h 33"/>
                <a:gd name="T10" fmla="*/ 13 w 53"/>
                <a:gd name="T11" fmla="*/ 6 h 33"/>
                <a:gd name="T12" fmla="*/ 6 w 53"/>
                <a:gd name="T13" fmla="*/ 0 h 33"/>
                <a:gd name="T14" fmla="*/ 0 w 53"/>
                <a:gd name="T15" fmla="*/ 6 h 33"/>
                <a:gd name="T16" fmla="*/ 26 w 53"/>
                <a:gd name="T1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33">
                  <a:moveTo>
                    <a:pt x="26" y="33"/>
                  </a:moveTo>
                  <a:cubicBezTo>
                    <a:pt x="40" y="33"/>
                    <a:pt x="53" y="20"/>
                    <a:pt x="53" y="6"/>
                  </a:cubicBezTo>
                  <a:cubicBezTo>
                    <a:pt x="53" y="3"/>
                    <a:pt x="50" y="0"/>
                    <a:pt x="47" y="0"/>
                  </a:cubicBezTo>
                  <a:cubicBezTo>
                    <a:pt x="43" y="0"/>
                    <a:pt x="40" y="3"/>
                    <a:pt x="40" y="6"/>
                  </a:cubicBezTo>
                  <a:cubicBezTo>
                    <a:pt x="40" y="13"/>
                    <a:pt x="33" y="20"/>
                    <a:pt x="26" y="20"/>
                  </a:cubicBezTo>
                  <a:cubicBezTo>
                    <a:pt x="20" y="20"/>
                    <a:pt x="13" y="13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0"/>
                    <a:pt x="13" y="33"/>
                    <a:pt x="26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8" name="Freeform 59"/>
            <p:cNvSpPr>
              <a:spLocks/>
            </p:cNvSpPr>
            <p:nvPr/>
          </p:nvSpPr>
          <p:spPr bwMode="auto">
            <a:xfrm>
              <a:off x="2552701" y="2932112"/>
              <a:ext cx="20638" cy="20637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8 h 14"/>
                <a:gd name="T6" fmla="*/ 12 w 14"/>
                <a:gd name="T7" fmla="*/ 3 h 14"/>
                <a:gd name="T8" fmla="*/ 2 w 14"/>
                <a:gd name="T9" fmla="*/ 3 h 14"/>
                <a:gd name="T10" fmla="*/ 0 w 14"/>
                <a:gd name="T11" fmla="*/ 8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0" y="14"/>
                    <a:pt x="12" y="12"/>
                  </a:cubicBezTo>
                  <a:cubicBezTo>
                    <a:pt x="13" y="11"/>
                    <a:pt x="14" y="9"/>
                    <a:pt x="14" y="8"/>
                  </a:cubicBezTo>
                  <a:cubicBezTo>
                    <a:pt x="14" y="6"/>
                    <a:pt x="13" y="4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4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60"/>
            <p:cNvSpPr>
              <a:spLocks/>
            </p:cNvSpPr>
            <p:nvPr/>
          </p:nvSpPr>
          <p:spPr bwMode="auto">
            <a:xfrm>
              <a:off x="2651126" y="2932112"/>
              <a:ext cx="20638" cy="20637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8 h 14"/>
                <a:gd name="T6" fmla="*/ 12 w 14"/>
                <a:gd name="T7" fmla="*/ 3 h 14"/>
                <a:gd name="T8" fmla="*/ 2 w 14"/>
                <a:gd name="T9" fmla="*/ 3 h 14"/>
                <a:gd name="T10" fmla="*/ 0 w 14"/>
                <a:gd name="T11" fmla="*/ 8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0" y="14"/>
                    <a:pt x="12" y="12"/>
                  </a:cubicBezTo>
                  <a:cubicBezTo>
                    <a:pt x="13" y="11"/>
                    <a:pt x="14" y="9"/>
                    <a:pt x="14" y="8"/>
                  </a:cubicBezTo>
                  <a:cubicBezTo>
                    <a:pt x="14" y="6"/>
                    <a:pt x="13" y="4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4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61"/>
            <p:cNvSpPr>
              <a:spLocks noEditPoints="1"/>
            </p:cNvSpPr>
            <p:nvPr/>
          </p:nvSpPr>
          <p:spPr bwMode="auto">
            <a:xfrm>
              <a:off x="2452689" y="2859087"/>
              <a:ext cx="317500" cy="287337"/>
            </a:xfrm>
            <a:custGeom>
              <a:avLst/>
              <a:gdLst>
                <a:gd name="T0" fmla="*/ 0 w 215"/>
                <a:gd name="T1" fmla="*/ 147 h 194"/>
                <a:gd name="T2" fmla="*/ 7 w 215"/>
                <a:gd name="T3" fmla="*/ 154 h 194"/>
                <a:gd name="T4" fmla="*/ 54 w 215"/>
                <a:gd name="T5" fmla="*/ 154 h 194"/>
                <a:gd name="T6" fmla="*/ 54 w 215"/>
                <a:gd name="T7" fmla="*/ 188 h 194"/>
                <a:gd name="T8" fmla="*/ 58 w 215"/>
                <a:gd name="T9" fmla="*/ 194 h 194"/>
                <a:gd name="T10" fmla="*/ 60 w 215"/>
                <a:gd name="T11" fmla="*/ 194 h 194"/>
                <a:gd name="T12" fmla="*/ 65 w 215"/>
                <a:gd name="T13" fmla="*/ 193 h 194"/>
                <a:gd name="T14" fmla="*/ 110 w 215"/>
                <a:gd name="T15" fmla="*/ 154 h 194"/>
                <a:gd name="T16" fmla="*/ 208 w 215"/>
                <a:gd name="T17" fmla="*/ 154 h 194"/>
                <a:gd name="T18" fmla="*/ 215 w 215"/>
                <a:gd name="T19" fmla="*/ 147 h 194"/>
                <a:gd name="T20" fmla="*/ 215 w 215"/>
                <a:gd name="T21" fmla="*/ 6 h 194"/>
                <a:gd name="T22" fmla="*/ 208 w 215"/>
                <a:gd name="T23" fmla="*/ 0 h 194"/>
                <a:gd name="T24" fmla="*/ 7 w 215"/>
                <a:gd name="T25" fmla="*/ 0 h 194"/>
                <a:gd name="T26" fmla="*/ 0 w 215"/>
                <a:gd name="T27" fmla="*/ 6 h 194"/>
                <a:gd name="T28" fmla="*/ 0 w 215"/>
                <a:gd name="T29" fmla="*/ 147 h 194"/>
                <a:gd name="T30" fmla="*/ 14 w 215"/>
                <a:gd name="T31" fmla="*/ 13 h 194"/>
                <a:gd name="T32" fmla="*/ 201 w 215"/>
                <a:gd name="T33" fmla="*/ 13 h 194"/>
                <a:gd name="T34" fmla="*/ 201 w 215"/>
                <a:gd name="T35" fmla="*/ 141 h 194"/>
                <a:gd name="T36" fmla="*/ 107 w 215"/>
                <a:gd name="T37" fmla="*/ 141 h 194"/>
                <a:gd name="T38" fmla="*/ 103 w 215"/>
                <a:gd name="T39" fmla="*/ 142 h 194"/>
                <a:gd name="T40" fmla="*/ 67 w 215"/>
                <a:gd name="T41" fmla="*/ 173 h 194"/>
                <a:gd name="T42" fmla="*/ 67 w 215"/>
                <a:gd name="T43" fmla="*/ 147 h 194"/>
                <a:gd name="T44" fmla="*/ 60 w 215"/>
                <a:gd name="T45" fmla="*/ 141 h 194"/>
                <a:gd name="T46" fmla="*/ 14 w 215"/>
                <a:gd name="T47" fmla="*/ 141 h 194"/>
                <a:gd name="T48" fmla="*/ 14 w 215"/>
                <a:gd name="T49" fmla="*/ 1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0" y="147"/>
                  </a:move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5" y="193"/>
                    <a:pt x="58" y="194"/>
                  </a:cubicBezTo>
                  <a:cubicBezTo>
                    <a:pt x="59" y="194"/>
                    <a:pt x="60" y="194"/>
                    <a:pt x="60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lnTo>
                    <a:pt x="0" y="147"/>
                  </a:lnTo>
                  <a:close/>
                  <a:moveTo>
                    <a:pt x="14" y="13"/>
                  </a:moveTo>
                  <a:cubicBezTo>
                    <a:pt x="201" y="13"/>
                    <a:pt x="201" y="13"/>
                    <a:pt x="201" y="13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107" y="141"/>
                    <a:pt x="107" y="141"/>
                    <a:pt x="107" y="141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0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4" name="Group 263"/>
          <p:cNvGrpSpPr/>
          <p:nvPr/>
        </p:nvGrpSpPr>
        <p:grpSpPr>
          <a:xfrm>
            <a:off x="2943226" y="2459694"/>
            <a:ext cx="317500" cy="287337"/>
            <a:chOff x="2943226" y="2859087"/>
            <a:chExt cx="317500" cy="287337"/>
          </a:xfrm>
        </p:grpSpPr>
        <p:sp>
          <p:nvSpPr>
            <p:cNvPr id="91" name="Freeform 62"/>
            <p:cNvSpPr>
              <a:spLocks/>
            </p:cNvSpPr>
            <p:nvPr/>
          </p:nvSpPr>
          <p:spPr bwMode="auto">
            <a:xfrm>
              <a:off x="3063876" y="2982912"/>
              <a:ext cx="77788" cy="49212"/>
            </a:xfrm>
            <a:custGeom>
              <a:avLst/>
              <a:gdLst>
                <a:gd name="T0" fmla="*/ 6 w 53"/>
                <a:gd name="T1" fmla="*/ 33 h 33"/>
                <a:gd name="T2" fmla="*/ 13 w 53"/>
                <a:gd name="T3" fmla="*/ 26 h 33"/>
                <a:gd name="T4" fmla="*/ 27 w 53"/>
                <a:gd name="T5" fmla="*/ 13 h 33"/>
                <a:gd name="T6" fmla="*/ 40 w 53"/>
                <a:gd name="T7" fmla="*/ 26 h 33"/>
                <a:gd name="T8" fmla="*/ 47 w 53"/>
                <a:gd name="T9" fmla="*/ 33 h 33"/>
                <a:gd name="T10" fmla="*/ 53 w 53"/>
                <a:gd name="T11" fmla="*/ 26 h 33"/>
                <a:gd name="T12" fmla="*/ 27 w 53"/>
                <a:gd name="T13" fmla="*/ 0 h 33"/>
                <a:gd name="T14" fmla="*/ 0 w 53"/>
                <a:gd name="T15" fmla="*/ 26 h 33"/>
                <a:gd name="T16" fmla="*/ 6 w 53"/>
                <a:gd name="T1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33">
                  <a:moveTo>
                    <a:pt x="6" y="33"/>
                  </a:moveTo>
                  <a:cubicBezTo>
                    <a:pt x="10" y="33"/>
                    <a:pt x="13" y="30"/>
                    <a:pt x="13" y="26"/>
                  </a:cubicBezTo>
                  <a:cubicBezTo>
                    <a:pt x="13" y="20"/>
                    <a:pt x="20" y="13"/>
                    <a:pt x="27" y="13"/>
                  </a:cubicBezTo>
                  <a:cubicBezTo>
                    <a:pt x="33" y="13"/>
                    <a:pt x="40" y="20"/>
                    <a:pt x="40" y="26"/>
                  </a:cubicBezTo>
                  <a:cubicBezTo>
                    <a:pt x="40" y="30"/>
                    <a:pt x="43" y="33"/>
                    <a:pt x="47" y="33"/>
                  </a:cubicBezTo>
                  <a:cubicBezTo>
                    <a:pt x="50" y="33"/>
                    <a:pt x="53" y="30"/>
                    <a:pt x="53" y="26"/>
                  </a:cubicBezTo>
                  <a:cubicBezTo>
                    <a:pt x="53" y="13"/>
                    <a:pt x="40" y="0"/>
                    <a:pt x="27" y="0"/>
                  </a:cubicBezTo>
                  <a:cubicBezTo>
                    <a:pt x="13" y="0"/>
                    <a:pt x="0" y="13"/>
                    <a:pt x="0" y="26"/>
                  </a:cubicBezTo>
                  <a:cubicBezTo>
                    <a:pt x="0" y="30"/>
                    <a:pt x="3" y="33"/>
                    <a:pt x="6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2" name="Freeform 63"/>
            <p:cNvSpPr>
              <a:spLocks/>
            </p:cNvSpPr>
            <p:nvPr/>
          </p:nvSpPr>
          <p:spPr bwMode="auto">
            <a:xfrm>
              <a:off x="3043239" y="2932112"/>
              <a:ext cx="20638" cy="20637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8 h 14"/>
                <a:gd name="T6" fmla="*/ 12 w 14"/>
                <a:gd name="T7" fmla="*/ 3 h 14"/>
                <a:gd name="T8" fmla="*/ 2 w 14"/>
                <a:gd name="T9" fmla="*/ 3 h 14"/>
                <a:gd name="T10" fmla="*/ 0 w 14"/>
                <a:gd name="T11" fmla="*/ 8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4"/>
                    <a:pt x="12" y="12"/>
                  </a:cubicBezTo>
                  <a:cubicBezTo>
                    <a:pt x="13" y="11"/>
                    <a:pt x="14" y="9"/>
                    <a:pt x="14" y="8"/>
                  </a:cubicBezTo>
                  <a:cubicBezTo>
                    <a:pt x="14" y="6"/>
                    <a:pt x="13" y="4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4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Freeform 64"/>
            <p:cNvSpPr>
              <a:spLocks/>
            </p:cNvSpPr>
            <p:nvPr/>
          </p:nvSpPr>
          <p:spPr bwMode="auto">
            <a:xfrm>
              <a:off x="3141664" y="2932112"/>
              <a:ext cx="20638" cy="20637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8 h 14"/>
                <a:gd name="T6" fmla="*/ 12 w 14"/>
                <a:gd name="T7" fmla="*/ 3 h 14"/>
                <a:gd name="T8" fmla="*/ 2 w 14"/>
                <a:gd name="T9" fmla="*/ 3 h 14"/>
                <a:gd name="T10" fmla="*/ 0 w 14"/>
                <a:gd name="T11" fmla="*/ 8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4"/>
                    <a:pt x="12" y="12"/>
                  </a:cubicBezTo>
                  <a:cubicBezTo>
                    <a:pt x="13" y="11"/>
                    <a:pt x="14" y="9"/>
                    <a:pt x="14" y="8"/>
                  </a:cubicBezTo>
                  <a:cubicBezTo>
                    <a:pt x="14" y="6"/>
                    <a:pt x="13" y="4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4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4" name="Freeform 65"/>
            <p:cNvSpPr>
              <a:spLocks noEditPoints="1"/>
            </p:cNvSpPr>
            <p:nvPr/>
          </p:nvSpPr>
          <p:spPr bwMode="auto">
            <a:xfrm>
              <a:off x="2943226" y="2859087"/>
              <a:ext cx="317500" cy="287337"/>
            </a:xfrm>
            <a:custGeom>
              <a:avLst/>
              <a:gdLst>
                <a:gd name="T0" fmla="*/ 0 w 215"/>
                <a:gd name="T1" fmla="*/ 147 h 194"/>
                <a:gd name="T2" fmla="*/ 7 w 215"/>
                <a:gd name="T3" fmla="*/ 154 h 194"/>
                <a:gd name="T4" fmla="*/ 54 w 215"/>
                <a:gd name="T5" fmla="*/ 154 h 194"/>
                <a:gd name="T6" fmla="*/ 54 w 215"/>
                <a:gd name="T7" fmla="*/ 188 h 194"/>
                <a:gd name="T8" fmla="*/ 58 w 215"/>
                <a:gd name="T9" fmla="*/ 194 h 194"/>
                <a:gd name="T10" fmla="*/ 61 w 215"/>
                <a:gd name="T11" fmla="*/ 194 h 194"/>
                <a:gd name="T12" fmla="*/ 65 w 215"/>
                <a:gd name="T13" fmla="*/ 193 h 194"/>
                <a:gd name="T14" fmla="*/ 110 w 215"/>
                <a:gd name="T15" fmla="*/ 154 h 194"/>
                <a:gd name="T16" fmla="*/ 208 w 215"/>
                <a:gd name="T17" fmla="*/ 154 h 194"/>
                <a:gd name="T18" fmla="*/ 215 w 215"/>
                <a:gd name="T19" fmla="*/ 147 h 194"/>
                <a:gd name="T20" fmla="*/ 215 w 215"/>
                <a:gd name="T21" fmla="*/ 6 h 194"/>
                <a:gd name="T22" fmla="*/ 208 w 215"/>
                <a:gd name="T23" fmla="*/ 0 h 194"/>
                <a:gd name="T24" fmla="*/ 7 w 215"/>
                <a:gd name="T25" fmla="*/ 0 h 194"/>
                <a:gd name="T26" fmla="*/ 0 w 215"/>
                <a:gd name="T27" fmla="*/ 6 h 194"/>
                <a:gd name="T28" fmla="*/ 0 w 215"/>
                <a:gd name="T29" fmla="*/ 147 h 194"/>
                <a:gd name="T30" fmla="*/ 14 w 215"/>
                <a:gd name="T31" fmla="*/ 13 h 194"/>
                <a:gd name="T32" fmla="*/ 201 w 215"/>
                <a:gd name="T33" fmla="*/ 13 h 194"/>
                <a:gd name="T34" fmla="*/ 201 w 215"/>
                <a:gd name="T35" fmla="*/ 141 h 194"/>
                <a:gd name="T36" fmla="*/ 108 w 215"/>
                <a:gd name="T37" fmla="*/ 141 h 194"/>
                <a:gd name="T38" fmla="*/ 103 w 215"/>
                <a:gd name="T39" fmla="*/ 142 h 194"/>
                <a:gd name="T40" fmla="*/ 67 w 215"/>
                <a:gd name="T41" fmla="*/ 173 h 194"/>
                <a:gd name="T42" fmla="*/ 67 w 215"/>
                <a:gd name="T43" fmla="*/ 147 h 194"/>
                <a:gd name="T44" fmla="*/ 61 w 215"/>
                <a:gd name="T45" fmla="*/ 141 h 194"/>
                <a:gd name="T46" fmla="*/ 14 w 215"/>
                <a:gd name="T47" fmla="*/ 141 h 194"/>
                <a:gd name="T48" fmla="*/ 14 w 215"/>
                <a:gd name="T49" fmla="*/ 1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0" y="147"/>
                  </a:move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5" y="193"/>
                    <a:pt x="58" y="194"/>
                  </a:cubicBezTo>
                  <a:cubicBezTo>
                    <a:pt x="59" y="194"/>
                    <a:pt x="60" y="194"/>
                    <a:pt x="61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lnTo>
                    <a:pt x="0" y="147"/>
                  </a:lnTo>
                  <a:close/>
                  <a:moveTo>
                    <a:pt x="14" y="13"/>
                  </a:moveTo>
                  <a:cubicBezTo>
                    <a:pt x="201" y="13"/>
                    <a:pt x="201" y="13"/>
                    <a:pt x="201" y="13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1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5" name="Group 264"/>
          <p:cNvGrpSpPr/>
          <p:nvPr/>
        </p:nvGrpSpPr>
        <p:grpSpPr>
          <a:xfrm>
            <a:off x="3433764" y="2459694"/>
            <a:ext cx="317500" cy="287337"/>
            <a:chOff x="3433764" y="2859087"/>
            <a:chExt cx="317500" cy="287337"/>
          </a:xfrm>
        </p:grpSpPr>
        <p:sp>
          <p:nvSpPr>
            <p:cNvPr id="95" name="Freeform 66"/>
            <p:cNvSpPr>
              <a:spLocks noEditPoints="1"/>
            </p:cNvSpPr>
            <p:nvPr/>
          </p:nvSpPr>
          <p:spPr bwMode="auto">
            <a:xfrm>
              <a:off x="3433764" y="2859087"/>
              <a:ext cx="317500" cy="287337"/>
            </a:xfrm>
            <a:custGeom>
              <a:avLst/>
              <a:gdLst>
                <a:gd name="T0" fmla="*/ 7 w 215"/>
                <a:gd name="T1" fmla="*/ 154 h 194"/>
                <a:gd name="T2" fmla="*/ 54 w 215"/>
                <a:gd name="T3" fmla="*/ 154 h 194"/>
                <a:gd name="T4" fmla="*/ 54 w 215"/>
                <a:gd name="T5" fmla="*/ 188 h 194"/>
                <a:gd name="T6" fmla="*/ 58 w 215"/>
                <a:gd name="T7" fmla="*/ 194 h 194"/>
                <a:gd name="T8" fmla="*/ 61 w 215"/>
                <a:gd name="T9" fmla="*/ 194 h 194"/>
                <a:gd name="T10" fmla="*/ 65 w 215"/>
                <a:gd name="T11" fmla="*/ 193 h 194"/>
                <a:gd name="T12" fmla="*/ 110 w 215"/>
                <a:gd name="T13" fmla="*/ 154 h 194"/>
                <a:gd name="T14" fmla="*/ 208 w 215"/>
                <a:gd name="T15" fmla="*/ 154 h 194"/>
                <a:gd name="T16" fmla="*/ 215 w 215"/>
                <a:gd name="T17" fmla="*/ 147 h 194"/>
                <a:gd name="T18" fmla="*/ 215 w 215"/>
                <a:gd name="T19" fmla="*/ 6 h 194"/>
                <a:gd name="T20" fmla="*/ 208 w 215"/>
                <a:gd name="T21" fmla="*/ 0 h 194"/>
                <a:gd name="T22" fmla="*/ 7 w 215"/>
                <a:gd name="T23" fmla="*/ 0 h 194"/>
                <a:gd name="T24" fmla="*/ 0 w 215"/>
                <a:gd name="T25" fmla="*/ 6 h 194"/>
                <a:gd name="T26" fmla="*/ 0 w 215"/>
                <a:gd name="T27" fmla="*/ 147 h 194"/>
                <a:gd name="T28" fmla="*/ 7 w 215"/>
                <a:gd name="T29" fmla="*/ 154 h 194"/>
                <a:gd name="T30" fmla="*/ 14 w 215"/>
                <a:gd name="T31" fmla="*/ 13 h 194"/>
                <a:gd name="T32" fmla="*/ 202 w 215"/>
                <a:gd name="T33" fmla="*/ 13 h 194"/>
                <a:gd name="T34" fmla="*/ 202 w 215"/>
                <a:gd name="T35" fmla="*/ 141 h 194"/>
                <a:gd name="T36" fmla="*/ 108 w 215"/>
                <a:gd name="T37" fmla="*/ 141 h 194"/>
                <a:gd name="T38" fmla="*/ 103 w 215"/>
                <a:gd name="T39" fmla="*/ 142 h 194"/>
                <a:gd name="T40" fmla="*/ 67 w 215"/>
                <a:gd name="T41" fmla="*/ 173 h 194"/>
                <a:gd name="T42" fmla="*/ 67 w 215"/>
                <a:gd name="T43" fmla="*/ 147 h 194"/>
                <a:gd name="T44" fmla="*/ 61 w 215"/>
                <a:gd name="T45" fmla="*/ 141 h 194"/>
                <a:gd name="T46" fmla="*/ 14 w 215"/>
                <a:gd name="T47" fmla="*/ 141 h 194"/>
                <a:gd name="T48" fmla="*/ 14 w 215"/>
                <a:gd name="T49" fmla="*/ 1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7" y="154"/>
                  </a:move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6" y="193"/>
                    <a:pt x="58" y="194"/>
                  </a:cubicBezTo>
                  <a:cubicBezTo>
                    <a:pt x="59" y="194"/>
                    <a:pt x="60" y="194"/>
                    <a:pt x="61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1"/>
                    <a:pt x="3" y="154"/>
                    <a:pt x="7" y="154"/>
                  </a:cubicBezTo>
                  <a:close/>
                  <a:moveTo>
                    <a:pt x="14" y="13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2" y="141"/>
                    <a:pt x="202" y="141"/>
                    <a:pt x="202" y="141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06" y="141"/>
                    <a:pt x="105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1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Freeform 67"/>
            <p:cNvSpPr>
              <a:spLocks/>
            </p:cNvSpPr>
            <p:nvPr/>
          </p:nvSpPr>
          <p:spPr bwMode="auto">
            <a:xfrm>
              <a:off x="3538539" y="2917825"/>
              <a:ext cx="109538" cy="109537"/>
            </a:xfrm>
            <a:custGeom>
              <a:avLst/>
              <a:gdLst>
                <a:gd name="T0" fmla="*/ 7 w 74"/>
                <a:gd name="T1" fmla="*/ 44 h 74"/>
                <a:gd name="T2" fmla="*/ 30 w 74"/>
                <a:gd name="T3" fmla="*/ 44 h 74"/>
                <a:gd name="T4" fmla="*/ 30 w 74"/>
                <a:gd name="T5" fmla="*/ 67 h 74"/>
                <a:gd name="T6" fmla="*/ 37 w 74"/>
                <a:gd name="T7" fmla="*/ 74 h 74"/>
                <a:gd name="T8" fmla="*/ 43 w 74"/>
                <a:gd name="T9" fmla="*/ 67 h 74"/>
                <a:gd name="T10" fmla="*/ 43 w 74"/>
                <a:gd name="T11" fmla="*/ 44 h 74"/>
                <a:gd name="T12" fmla="*/ 67 w 74"/>
                <a:gd name="T13" fmla="*/ 44 h 74"/>
                <a:gd name="T14" fmla="*/ 74 w 74"/>
                <a:gd name="T15" fmla="*/ 37 h 74"/>
                <a:gd name="T16" fmla="*/ 67 w 74"/>
                <a:gd name="T17" fmla="*/ 30 h 74"/>
                <a:gd name="T18" fmla="*/ 43 w 74"/>
                <a:gd name="T19" fmla="*/ 30 h 74"/>
                <a:gd name="T20" fmla="*/ 43 w 74"/>
                <a:gd name="T21" fmla="*/ 7 h 74"/>
                <a:gd name="T22" fmla="*/ 37 w 74"/>
                <a:gd name="T23" fmla="*/ 0 h 74"/>
                <a:gd name="T24" fmla="*/ 30 w 74"/>
                <a:gd name="T25" fmla="*/ 7 h 74"/>
                <a:gd name="T26" fmla="*/ 30 w 74"/>
                <a:gd name="T27" fmla="*/ 30 h 74"/>
                <a:gd name="T28" fmla="*/ 7 w 74"/>
                <a:gd name="T29" fmla="*/ 30 h 74"/>
                <a:gd name="T30" fmla="*/ 0 w 74"/>
                <a:gd name="T31" fmla="*/ 37 h 74"/>
                <a:gd name="T32" fmla="*/ 7 w 74"/>
                <a:gd name="T33" fmla="*/ 4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74">
                  <a:moveTo>
                    <a:pt x="7" y="44"/>
                  </a:moveTo>
                  <a:cubicBezTo>
                    <a:pt x="30" y="44"/>
                    <a:pt x="30" y="44"/>
                    <a:pt x="30" y="44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71"/>
                    <a:pt x="33" y="74"/>
                    <a:pt x="37" y="74"/>
                  </a:cubicBezTo>
                  <a:cubicBezTo>
                    <a:pt x="40" y="74"/>
                    <a:pt x="43" y="71"/>
                    <a:pt x="43" y="67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71" y="44"/>
                    <a:pt x="74" y="41"/>
                    <a:pt x="74" y="37"/>
                  </a:cubicBezTo>
                  <a:cubicBezTo>
                    <a:pt x="74" y="33"/>
                    <a:pt x="71" y="30"/>
                    <a:pt x="67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3"/>
                    <a:pt x="40" y="0"/>
                    <a:pt x="37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3" y="30"/>
                    <a:pt x="0" y="33"/>
                    <a:pt x="0" y="37"/>
                  </a:cubicBezTo>
                  <a:cubicBezTo>
                    <a:pt x="0" y="41"/>
                    <a:pt x="3" y="44"/>
                    <a:pt x="7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3924301" y="2459694"/>
            <a:ext cx="317500" cy="287337"/>
            <a:chOff x="3924301" y="2859087"/>
            <a:chExt cx="317500" cy="287337"/>
          </a:xfrm>
        </p:grpSpPr>
        <p:sp>
          <p:nvSpPr>
            <p:cNvPr id="97" name="Freeform 68"/>
            <p:cNvSpPr>
              <a:spLocks noEditPoints="1"/>
            </p:cNvSpPr>
            <p:nvPr/>
          </p:nvSpPr>
          <p:spPr bwMode="auto">
            <a:xfrm>
              <a:off x="3924301" y="2859087"/>
              <a:ext cx="317500" cy="287337"/>
            </a:xfrm>
            <a:custGeom>
              <a:avLst/>
              <a:gdLst>
                <a:gd name="T0" fmla="*/ 208 w 215"/>
                <a:gd name="T1" fmla="*/ 0 h 194"/>
                <a:gd name="T2" fmla="*/ 7 w 215"/>
                <a:gd name="T3" fmla="*/ 0 h 194"/>
                <a:gd name="T4" fmla="*/ 0 w 215"/>
                <a:gd name="T5" fmla="*/ 6 h 194"/>
                <a:gd name="T6" fmla="*/ 0 w 215"/>
                <a:gd name="T7" fmla="*/ 147 h 194"/>
                <a:gd name="T8" fmla="*/ 7 w 215"/>
                <a:gd name="T9" fmla="*/ 154 h 194"/>
                <a:gd name="T10" fmla="*/ 54 w 215"/>
                <a:gd name="T11" fmla="*/ 154 h 194"/>
                <a:gd name="T12" fmla="*/ 54 w 215"/>
                <a:gd name="T13" fmla="*/ 188 h 194"/>
                <a:gd name="T14" fmla="*/ 58 w 215"/>
                <a:gd name="T15" fmla="*/ 194 h 194"/>
                <a:gd name="T16" fmla="*/ 61 w 215"/>
                <a:gd name="T17" fmla="*/ 194 h 194"/>
                <a:gd name="T18" fmla="*/ 65 w 215"/>
                <a:gd name="T19" fmla="*/ 193 h 194"/>
                <a:gd name="T20" fmla="*/ 110 w 215"/>
                <a:gd name="T21" fmla="*/ 154 h 194"/>
                <a:gd name="T22" fmla="*/ 208 w 215"/>
                <a:gd name="T23" fmla="*/ 154 h 194"/>
                <a:gd name="T24" fmla="*/ 215 w 215"/>
                <a:gd name="T25" fmla="*/ 147 h 194"/>
                <a:gd name="T26" fmla="*/ 215 w 215"/>
                <a:gd name="T27" fmla="*/ 6 h 194"/>
                <a:gd name="T28" fmla="*/ 208 w 215"/>
                <a:gd name="T29" fmla="*/ 0 h 194"/>
                <a:gd name="T30" fmla="*/ 202 w 215"/>
                <a:gd name="T31" fmla="*/ 141 h 194"/>
                <a:gd name="T32" fmla="*/ 108 w 215"/>
                <a:gd name="T33" fmla="*/ 141 h 194"/>
                <a:gd name="T34" fmla="*/ 103 w 215"/>
                <a:gd name="T35" fmla="*/ 142 h 194"/>
                <a:gd name="T36" fmla="*/ 68 w 215"/>
                <a:gd name="T37" fmla="*/ 173 h 194"/>
                <a:gd name="T38" fmla="*/ 68 w 215"/>
                <a:gd name="T39" fmla="*/ 147 h 194"/>
                <a:gd name="T40" fmla="*/ 61 w 215"/>
                <a:gd name="T41" fmla="*/ 141 h 194"/>
                <a:gd name="T42" fmla="*/ 14 w 215"/>
                <a:gd name="T43" fmla="*/ 141 h 194"/>
                <a:gd name="T44" fmla="*/ 14 w 215"/>
                <a:gd name="T45" fmla="*/ 13 h 194"/>
                <a:gd name="T46" fmla="*/ 202 w 215"/>
                <a:gd name="T47" fmla="*/ 13 h 194"/>
                <a:gd name="T48" fmla="*/ 202 w 215"/>
                <a:gd name="T49" fmla="*/ 14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6" y="193"/>
                    <a:pt x="58" y="194"/>
                  </a:cubicBezTo>
                  <a:cubicBezTo>
                    <a:pt x="59" y="194"/>
                    <a:pt x="60" y="194"/>
                    <a:pt x="61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lose/>
                  <a:moveTo>
                    <a:pt x="202" y="141"/>
                  </a:moveTo>
                  <a:cubicBezTo>
                    <a:pt x="108" y="141"/>
                    <a:pt x="108" y="141"/>
                    <a:pt x="108" y="141"/>
                  </a:cubicBezTo>
                  <a:cubicBezTo>
                    <a:pt x="106" y="141"/>
                    <a:pt x="105" y="141"/>
                    <a:pt x="103" y="142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8" y="144"/>
                    <a:pt x="65" y="141"/>
                    <a:pt x="61" y="14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02" y="13"/>
                    <a:pt x="202" y="13"/>
                    <a:pt x="202" y="13"/>
                  </a:cubicBezTo>
                  <a:lnTo>
                    <a:pt x="202" y="1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8" name="Freeform 69"/>
            <p:cNvSpPr>
              <a:spLocks/>
            </p:cNvSpPr>
            <p:nvPr/>
          </p:nvSpPr>
          <p:spPr bwMode="auto">
            <a:xfrm>
              <a:off x="4037014" y="2927350"/>
              <a:ext cx="92075" cy="90487"/>
            </a:xfrm>
            <a:custGeom>
              <a:avLst/>
              <a:gdLst>
                <a:gd name="T0" fmla="*/ 3 w 62"/>
                <a:gd name="T1" fmla="*/ 59 h 61"/>
                <a:gd name="T2" fmla="*/ 7 w 62"/>
                <a:gd name="T3" fmla="*/ 61 h 61"/>
                <a:gd name="T4" fmla="*/ 12 w 62"/>
                <a:gd name="T5" fmla="*/ 59 h 61"/>
                <a:gd name="T6" fmla="*/ 31 w 62"/>
                <a:gd name="T7" fmla="*/ 40 h 61"/>
                <a:gd name="T8" fmla="*/ 50 w 62"/>
                <a:gd name="T9" fmla="*/ 59 h 61"/>
                <a:gd name="T10" fmla="*/ 54 w 62"/>
                <a:gd name="T11" fmla="*/ 61 h 61"/>
                <a:gd name="T12" fmla="*/ 59 w 62"/>
                <a:gd name="T13" fmla="*/ 59 h 61"/>
                <a:gd name="T14" fmla="*/ 59 w 62"/>
                <a:gd name="T15" fmla="*/ 50 h 61"/>
                <a:gd name="T16" fmla="*/ 40 w 62"/>
                <a:gd name="T17" fmla="*/ 31 h 61"/>
                <a:gd name="T18" fmla="*/ 59 w 62"/>
                <a:gd name="T19" fmla="*/ 12 h 61"/>
                <a:gd name="T20" fmla="*/ 59 w 62"/>
                <a:gd name="T21" fmla="*/ 3 h 61"/>
                <a:gd name="T22" fmla="*/ 50 w 62"/>
                <a:gd name="T23" fmla="*/ 3 h 61"/>
                <a:gd name="T24" fmla="*/ 31 w 62"/>
                <a:gd name="T25" fmla="*/ 21 h 61"/>
                <a:gd name="T26" fmla="*/ 12 w 62"/>
                <a:gd name="T27" fmla="*/ 3 h 61"/>
                <a:gd name="T28" fmla="*/ 3 w 62"/>
                <a:gd name="T29" fmla="*/ 3 h 61"/>
                <a:gd name="T30" fmla="*/ 3 w 62"/>
                <a:gd name="T31" fmla="*/ 12 h 61"/>
                <a:gd name="T32" fmla="*/ 21 w 62"/>
                <a:gd name="T33" fmla="*/ 31 h 61"/>
                <a:gd name="T34" fmla="*/ 3 w 62"/>
                <a:gd name="T35" fmla="*/ 50 h 61"/>
                <a:gd name="T36" fmla="*/ 3 w 62"/>
                <a:gd name="T37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61">
                  <a:moveTo>
                    <a:pt x="3" y="59"/>
                  </a:moveTo>
                  <a:cubicBezTo>
                    <a:pt x="4" y="60"/>
                    <a:pt x="6" y="61"/>
                    <a:pt x="7" y="61"/>
                  </a:cubicBezTo>
                  <a:cubicBezTo>
                    <a:pt x="9" y="61"/>
                    <a:pt x="11" y="60"/>
                    <a:pt x="12" y="59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51" y="60"/>
                    <a:pt x="53" y="61"/>
                    <a:pt x="54" y="61"/>
                  </a:cubicBezTo>
                  <a:cubicBezTo>
                    <a:pt x="56" y="61"/>
                    <a:pt x="58" y="60"/>
                    <a:pt x="59" y="59"/>
                  </a:cubicBezTo>
                  <a:cubicBezTo>
                    <a:pt x="62" y="56"/>
                    <a:pt x="62" y="52"/>
                    <a:pt x="59" y="50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2" y="9"/>
                    <a:pt x="62" y="5"/>
                    <a:pt x="59" y="3"/>
                  </a:cubicBezTo>
                  <a:cubicBezTo>
                    <a:pt x="56" y="0"/>
                    <a:pt x="52" y="0"/>
                    <a:pt x="50" y="3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0" y="5"/>
                    <a:pt x="0" y="9"/>
                    <a:pt x="3" y="12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2"/>
                    <a:pt x="0" y="56"/>
                    <a:pt x="3" y="5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7" name="Group 266"/>
          <p:cNvGrpSpPr/>
          <p:nvPr/>
        </p:nvGrpSpPr>
        <p:grpSpPr>
          <a:xfrm>
            <a:off x="4414839" y="2464457"/>
            <a:ext cx="315913" cy="277812"/>
            <a:chOff x="4414839" y="2863850"/>
            <a:chExt cx="315913" cy="277812"/>
          </a:xfrm>
        </p:grpSpPr>
        <p:sp>
          <p:nvSpPr>
            <p:cNvPr id="99" name="Freeform 70"/>
            <p:cNvSpPr>
              <a:spLocks/>
            </p:cNvSpPr>
            <p:nvPr/>
          </p:nvSpPr>
          <p:spPr bwMode="auto">
            <a:xfrm>
              <a:off x="4522789" y="2960687"/>
              <a:ext cx="101600" cy="180975"/>
            </a:xfrm>
            <a:custGeom>
              <a:avLst/>
              <a:gdLst>
                <a:gd name="T0" fmla="*/ 34 w 68"/>
                <a:gd name="T1" fmla="*/ 122 h 122"/>
                <a:gd name="T2" fmla="*/ 41 w 68"/>
                <a:gd name="T3" fmla="*/ 115 h 122"/>
                <a:gd name="T4" fmla="*/ 41 w 68"/>
                <a:gd name="T5" fmla="*/ 24 h 122"/>
                <a:gd name="T6" fmla="*/ 56 w 68"/>
                <a:gd name="T7" fmla="*/ 39 h 122"/>
                <a:gd name="T8" fmla="*/ 61 w 68"/>
                <a:gd name="T9" fmla="*/ 41 h 122"/>
                <a:gd name="T10" fmla="*/ 66 w 68"/>
                <a:gd name="T11" fmla="*/ 39 h 122"/>
                <a:gd name="T12" fmla="*/ 66 w 68"/>
                <a:gd name="T13" fmla="*/ 30 h 122"/>
                <a:gd name="T14" fmla="*/ 39 w 68"/>
                <a:gd name="T15" fmla="*/ 3 h 122"/>
                <a:gd name="T16" fmla="*/ 29 w 68"/>
                <a:gd name="T17" fmla="*/ 3 h 122"/>
                <a:gd name="T18" fmla="*/ 2 w 68"/>
                <a:gd name="T19" fmla="*/ 30 h 122"/>
                <a:gd name="T20" fmla="*/ 2 w 68"/>
                <a:gd name="T21" fmla="*/ 39 h 122"/>
                <a:gd name="T22" fmla="*/ 12 w 68"/>
                <a:gd name="T23" fmla="*/ 39 h 122"/>
                <a:gd name="T24" fmla="*/ 27 w 68"/>
                <a:gd name="T25" fmla="*/ 24 h 122"/>
                <a:gd name="T26" fmla="*/ 27 w 68"/>
                <a:gd name="T27" fmla="*/ 115 h 122"/>
                <a:gd name="T28" fmla="*/ 34 w 68"/>
                <a:gd name="T2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2">
                  <a:moveTo>
                    <a:pt x="34" y="122"/>
                  </a:moveTo>
                  <a:cubicBezTo>
                    <a:pt x="38" y="122"/>
                    <a:pt x="41" y="119"/>
                    <a:pt x="41" y="11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7" y="41"/>
                    <a:pt x="59" y="41"/>
                    <a:pt x="61" y="41"/>
                  </a:cubicBezTo>
                  <a:cubicBezTo>
                    <a:pt x="62" y="41"/>
                    <a:pt x="64" y="41"/>
                    <a:pt x="66" y="39"/>
                  </a:cubicBezTo>
                  <a:cubicBezTo>
                    <a:pt x="68" y="37"/>
                    <a:pt x="68" y="33"/>
                    <a:pt x="66" y="30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6" y="0"/>
                    <a:pt x="32" y="0"/>
                    <a:pt x="29" y="3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33"/>
                    <a:pt x="0" y="37"/>
                    <a:pt x="2" y="39"/>
                  </a:cubicBezTo>
                  <a:cubicBezTo>
                    <a:pt x="5" y="42"/>
                    <a:pt x="9" y="42"/>
                    <a:pt x="12" y="39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9"/>
                    <a:pt x="30" y="122"/>
                    <a:pt x="34" y="1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0" name="Freeform 71"/>
            <p:cNvSpPr>
              <a:spLocks/>
            </p:cNvSpPr>
            <p:nvPr/>
          </p:nvSpPr>
          <p:spPr bwMode="auto">
            <a:xfrm>
              <a:off x="4414839" y="2863850"/>
              <a:ext cx="315913" cy="198437"/>
            </a:xfrm>
            <a:custGeom>
              <a:avLst/>
              <a:gdLst>
                <a:gd name="T0" fmla="*/ 187 w 214"/>
                <a:gd name="T1" fmla="*/ 68 h 134"/>
                <a:gd name="T2" fmla="*/ 114 w 214"/>
                <a:gd name="T3" fmla="*/ 0 h 134"/>
                <a:gd name="T4" fmla="*/ 41 w 214"/>
                <a:gd name="T5" fmla="*/ 54 h 134"/>
                <a:gd name="T6" fmla="*/ 40 w 214"/>
                <a:gd name="T7" fmla="*/ 54 h 134"/>
                <a:gd name="T8" fmla="*/ 0 w 214"/>
                <a:gd name="T9" fmla="*/ 94 h 134"/>
                <a:gd name="T10" fmla="*/ 40 w 214"/>
                <a:gd name="T11" fmla="*/ 134 h 134"/>
                <a:gd name="T12" fmla="*/ 80 w 214"/>
                <a:gd name="T13" fmla="*/ 134 h 134"/>
                <a:gd name="T14" fmla="*/ 87 w 214"/>
                <a:gd name="T15" fmla="*/ 127 h 134"/>
                <a:gd name="T16" fmla="*/ 80 w 214"/>
                <a:gd name="T17" fmla="*/ 121 h 134"/>
                <a:gd name="T18" fmla="*/ 40 w 214"/>
                <a:gd name="T19" fmla="*/ 121 h 134"/>
                <a:gd name="T20" fmla="*/ 13 w 214"/>
                <a:gd name="T21" fmla="*/ 94 h 134"/>
                <a:gd name="T22" fmla="*/ 40 w 214"/>
                <a:gd name="T23" fmla="*/ 67 h 134"/>
                <a:gd name="T24" fmla="*/ 47 w 214"/>
                <a:gd name="T25" fmla="*/ 67 h 134"/>
                <a:gd name="T26" fmla="*/ 53 w 214"/>
                <a:gd name="T27" fmla="*/ 62 h 134"/>
                <a:gd name="T28" fmla="*/ 114 w 214"/>
                <a:gd name="T29" fmla="*/ 13 h 134"/>
                <a:gd name="T30" fmla="*/ 174 w 214"/>
                <a:gd name="T31" fmla="*/ 74 h 134"/>
                <a:gd name="T32" fmla="*/ 181 w 214"/>
                <a:gd name="T33" fmla="*/ 81 h 134"/>
                <a:gd name="T34" fmla="*/ 201 w 214"/>
                <a:gd name="T35" fmla="*/ 101 h 134"/>
                <a:gd name="T36" fmla="*/ 181 w 214"/>
                <a:gd name="T37" fmla="*/ 121 h 134"/>
                <a:gd name="T38" fmla="*/ 134 w 214"/>
                <a:gd name="T39" fmla="*/ 121 h 134"/>
                <a:gd name="T40" fmla="*/ 127 w 214"/>
                <a:gd name="T41" fmla="*/ 127 h 134"/>
                <a:gd name="T42" fmla="*/ 134 w 214"/>
                <a:gd name="T43" fmla="*/ 134 h 134"/>
                <a:gd name="T44" fmla="*/ 181 w 214"/>
                <a:gd name="T45" fmla="*/ 134 h 134"/>
                <a:gd name="T46" fmla="*/ 214 w 214"/>
                <a:gd name="T47" fmla="*/ 101 h 134"/>
                <a:gd name="T48" fmla="*/ 187 w 214"/>
                <a:gd name="T49" fmla="*/ 6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4" h="134">
                  <a:moveTo>
                    <a:pt x="187" y="68"/>
                  </a:moveTo>
                  <a:cubicBezTo>
                    <a:pt x="184" y="30"/>
                    <a:pt x="152" y="0"/>
                    <a:pt x="114" y="0"/>
                  </a:cubicBezTo>
                  <a:cubicBezTo>
                    <a:pt x="79" y="0"/>
                    <a:pt x="50" y="22"/>
                    <a:pt x="41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4" y="134"/>
                    <a:pt x="87" y="131"/>
                    <a:pt x="87" y="127"/>
                  </a:cubicBezTo>
                  <a:cubicBezTo>
                    <a:pt x="87" y="124"/>
                    <a:pt x="84" y="121"/>
                    <a:pt x="8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25" y="121"/>
                    <a:pt x="13" y="109"/>
                    <a:pt x="13" y="94"/>
                  </a:cubicBezTo>
                  <a:cubicBezTo>
                    <a:pt x="13" y="79"/>
                    <a:pt x="25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3" y="62"/>
                  </a:cubicBezTo>
                  <a:cubicBezTo>
                    <a:pt x="58" y="34"/>
                    <a:pt x="84" y="13"/>
                    <a:pt x="114" y="13"/>
                  </a:cubicBezTo>
                  <a:cubicBezTo>
                    <a:pt x="147" y="13"/>
                    <a:pt x="174" y="41"/>
                    <a:pt x="174" y="74"/>
                  </a:cubicBezTo>
                  <a:cubicBezTo>
                    <a:pt x="174" y="78"/>
                    <a:pt x="177" y="81"/>
                    <a:pt x="181" y="81"/>
                  </a:cubicBezTo>
                  <a:cubicBezTo>
                    <a:pt x="192" y="81"/>
                    <a:pt x="201" y="90"/>
                    <a:pt x="201" y="101"/>
                  </a:cubicBezTo>
                  <a:cubicBezTo>
                    <a:pt x="201" y="112"/>
                    <a:pt x="192" y="121"/>
                    <a:pt x="181" y="121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0" y="121"/>
                    <a:pt x="127" y="124"/>
                    <a:pt x="127" y="127"/>
                  </a:cubicBezTo>
                  <a:cubicBezTo>
                    <a:pt x="127" y="131"/>
                    <a:pt x="130" y="134"/>
                    <a:pt x="134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199" y="134"/>
                    <a:pt x="214" y="119"/>
                    <a:pt x="214" y="101"/>
                  </a:cubicBezTo>
                  <a:cubicBezTo>
                    <a:pt x="214" y="84"/>
                    <a:pt x="203" y="71"/>
                    <a:pt x="187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4905376" y="2464457"/>
            <a:ext cx="315913" cy="277812"/>
            <a:chOff x="4905376" y="2863850"/>
            <a:chExt cx="315913" cy="277812"/>
          </a:xfrm>
        </p:grpSpPr>
        <p:sp>
          <p:nvSpPr>
            <p:cNvPr id="101" name="Freeform 72"/>
            <p:cNvSpPr>
              <a:spLocks/>
            </p:cNvSpPr>
            <p:nvPr/>
          </p:nvSpPr>
          <p:spPr bwMode="auto">
            <a:xfrm>
              <a:off x="5013326" y="2962275"/>
              <a:ext cx="100013" cy="179387"/>
            </a:xfrm>
            <a:custGeom>
              <a:avLst/>
              <a:gdLst>
                <a:gd name="T0" fmla="*/ 34 w 68"/>
                <a:gd name="T1" fmla="*/ 0 h 121"/>
                <a:gd name="T2" fmla="*/ 27 w 68"/>
                <a:gd name="T3" fmla="*/ 7 h 121"/>
                <a:gd name="T4" fmla="*/ 27 w 68"/>
                <a:gd name="T5" fmla="*/ 98 h 121"/>
                <a:gd name="T6" fmla="*/ 12 w 68"/>
                <a:gd name="T7" fmla="*/ 83 h 121"/>
                <a:gd name="T8" fmla="*/ 2 w 68"/>
                <a:gd name="T9" fmla="*/ 83 h 121"/>
                <a:gd name="T10" fmla="*/ 2 w 68"/>
                <a:gd name="T11" fmla="*/ 92 h 121"/>
                <a:gd name="T12" fmla="*/ 29 w 68"/>
                <a:gd name="T13" fmla="*/ 119 h 121"/>
                <a:gd name="T14" fmla="*/ 34 w 68"/>
                <a:gd name="T15" fmla="*/ 121 h 121"/>
                <a:gd name="T16" fmla="*/ 39 w 68"/>
                <a:gd name="T17" fmla="*/ 119 h 121"/>
                <a:gd name="T18" fmla="*/ 66 w 68"/>
                <a:gd name="T19" fmla="*/ 92 h 121"/>
                <a:gd name="T20" fmla="*/ 66 w 68"/>
                <a:gd name="T21" fmla="*/ 83 h 121"/>
                <a:gd name="T22" fmla="*/ 56 w 68"/>
                <a:gd name="T23" fmla="*/ 83 h 121"/>
                <a:gd name="T24" fmla="*/ 41 w 68"/>
                <a:gd name="T25" fmla="*/ 98 h 121"/>
                <a:gd name="T26" fmla="*/ 41 w 68"/>
                <a:gd name="T27" fmla="*/ 7 h 121"/>
                <a:gd name="T28" fmla="*/ 34 w 68"/>
                <a:gd name="T2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1">
                  <a:moveTo>
                    <a:pt x="34" y="0"/>
                  </a:moveTo>
                  <a:cubicBezTo>
                    <a:pt x="30" y="0"/>
                    <a:pt x="27" y="3"/>
                    <a:pt x="27" y="7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9" y="80"/>
                    <a:pt x="5" y="80"/>
                    <a:pt x="2" y="83"/>
                  </a:cubicBezTo>
                  <a:cubicBezTo>
                    <a:pt x="0" y="85"/>
                    <a:pt x="0" y="89"/>
                    <a:pt x="2" y="92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31" y="120"/>
                    <a:pt x="32" y="121"/>
                    <a:pt x="34" y="121"/>
                  </a:cubicBezTo>
                  <a:cubicBezTo>
                    <a:pt x="36" y="121"/>
                    <a:pt x="37" y="120"/>
                    <a:pt x="39" y="119"/>
                  </a:cubicBezTo>
                  <a:cubicBezTo>
                    <a:pt x="66" y="92"/>
                    <a:pt x="66" y="92"/>
                    <a:pt x="66" y="92"/>
                  </a:cubicBezTo>
                  <a:cubicBezTo>
                    <a:pt x="68" y="89"/>
                    <a:pt x="68" y="85"/>
                    <a:pt x="66" y="83"/>
                  </a:cubicBezTo>
                  <a:cubicBezTo>
                    <a:pt x="63" y="80"/>
                    <a:pt x="59" y="80"/>
                    <a:pt x="56" y="83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2" name="Freeform 73"/>
            <p:cNvSpPr>
              <a:spLocks/>
            </p:cNvSpPr>
            <p:nvPr/>
          </p:nvSpPr>
          <p:spPr bwMode="auto">
            <a:xfrm>
              <a:off x="4905376" y="2863850"/>
              <a:ext cx="315913" cy="198437"/>
            </a:xfrm>
            <a:custGeom>
              <a:avLst/>
              <a:gdLst>
                <a:gd name="T0" fmla="*/ 187 w 214"/>
                <a:gd name="T1" fmla="*/ 68 h 134"/>
                <a:gd name="T2" fmla="*/ 114 w 214"/>
                <a:gd name="T3" fmla="*/ 0 h 134"/>
                <a:gd name="T4" fmla="*/ 41 w 214"/>
                <a:gd name="T5" fmla="*/ 54 h 134"/>
                <a:gd name="T6" fmla="*/ 40 w 214"/>
                <a:gd name="T7" fmla="*/ 54 h 134"/>
                <a:gd name="T8" fmla="*/ 0 w 214"/>
                <a:gd name="T9" fmla="*/ 94 h 134"/>
                <a:gd name="T10" fmla="*/ 40 w 214"/>
                <a:gd name="T11" fmla="*/ 134 h 134"/>
                <a:gd name="T12" fmla="*/ 80 w 214"/>
                <a:gd name="T13" fmla="*/ 134 h 134"/>
                <a:gd name="T14" fmla="*/ 87 w 214"/>
                <a:gd name="T15" fmla="*/ 127 h 134"/>
                <a:gd name="T16" fmla="*/ 80 w 214"/>
                <a:gd name="T17" fmla="*/ 121 h 134"/>
                <a:gd name="T18" fmla="*/ 40 w 214"/>
                <a:gd name="T19" fmla="*/ 121 h 134"/>
                <a:gd name="T20" fmla="*/ 13 w 214"/>
                <a:gd name="T21" fmla="*/ 94 h 134"/>
                <a:gd name="T22" fmla="*/ 40 w 214"/>
                <a:gd name="T23" fmla="*/ 67 h 134"/>
                <a:gd name="T24" fmla="*/ 47 w 214"/>
                <a:gd name="T25" fmla="*/ 67 h 134"/>
                <a:gd name="T26" fmla="*/ 53 w 214"/>
                <a:gd name="T27" fmla="*/ 62 h 134"/>
                <a:gd name="T28" fmla="*/ 114 w 214"/>
                <a:gd name="T29" fmla="*/ 13 h 134"/>
                <a:gd name="T30" fmla="*/ 174 w 214"/>
                <a:gd name="T31" fmla="*/ 74 h 134"/>
                <a:gd name="T32" fmla="*/ 181 w 214"/>
                <a:gd name="T33" fmla="*/ 81 h 134"/>
                <a:gd name="T34" fmla="*/ 201 w 214"/>
                <a:gd name="T35" fmla="*/ 101 h 134"/>
                <a:gd name="T36" fmla="*/ 181 w 214"/>
                <a:gd name="T37" fmla="*/ 121 h 134"/>
                <a:gd name="T38" fmla="*/ 134 w 214"/>
                <a:gd name="T39" fmla="*/ 121 h 134"/>
                <a:gd name="T40" fmla="*/ 127 w 214"/>
                <a:gd name="T41" fmla="*/ 127 h 134"/>
                <a:gd name="T42" fmla="*/ 134 w 214"/>
                <a:gd name="T43" fmla="*/ 134 h 134"/>
                <a:gd name="T44" fmla="*/ 181 w 214"/>
                <a:gd name="T45" fmla="*/ 134 h 134"/>
                <a:gd name="T46" fmla="*/ 214 w 214"/>
                <a:gd name="T47" fmla="*/ 101 h 134"/>
                <a:gd name="T48" fmla="*/ 187 w 214"/>
                <a:gd name="T49" fmla="*/ 6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4" h="134">
                  <a:moveTo>
                    <a:pt x="187" y="68"/>
                  </a:moveTo>
                  <a:cubicBezTo>
                    <a:pt x="184" y="30"/>
                    <a:pt x="152" y="0"/>
                    <a:pt x="114" y="0"/>
                  </a:cubicBezTo>
                  <a:cubicBezTo>
                    <a:pt x="79" y="0"/>
                    <a:pt x="50" y="22"/>
                    <a:pt x="41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4" y="134"/>
                    <a:pt x="87" y="131"/>
                    <a:pt x="87" y="127"/>
                  </a:cubicBezTo>
                  <a:cubicBezTo>
                    <a:pt x="87" y="124"/>
                    <a:pt x="84" y="121"/>
                    <a:pt x="8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25" y="121"/>
                    <a:pt x="13" y="109"/>
                    <a:pt x="13" y="94"/>
                  </a:cubicBezTo>
                  <a:cubicBezTo>
                    <a:pt x="13" y="79"/>
                    <a:pt x="25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3" y="62"/>
                  </a:cubicBezTo>
                  <a:cubicBezTo>
                    <a:pt x="59" y="34"/>
                    <a:pt x="84" y="13"/>
                    <a:pt x="114" y="13"/>
                  </a:cubicBezTo>
                  <a:cubicBezTo>
                    <a:pt x="147" y="13"/>
                    <a:pt x="174" y="41"/>
                    <a:pt x="174" y="74"/>
                  </a:cubicBezTo>
                  <a:cubicBezTo>
                    <a:pt x="174" y="78"/>
                    <a:pt x="177" y="81"/>
                    <a:pt x="181" y="81"/>
                  </a:cubicBezTo>
                  <a:cubicBezTo>
                    <a:pt x="192" y="81"/>
                    <a:pt x="201" y="90"/>
                    <a:pt x="201" y="101"/>
                  </a:cubicBezTo>
                  <a:cubicBezTo>
                    <a:pt x="201" y="112"/>
                    <a:pt x="192" y="121"/>
                    <a:pt x="181" y="121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0" y="121"/>
                    <a:pt x="127" y="124"/>
                    <a:pt x="127" y="127"/>
                  </a:cubicBezTo>
                  <a:cubicBezTo>
                    <a:pt x="127" y="131"/>
                    <a:pt x="130" y="134"/>
                    <a:pt x="134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199" y="134"/>
                    <a:pt x="214" y="119"/>
                    <a:pt x="214" y="101"/>
                  </a:cubicBezTo>
                  <a:cubicBezTo>
                    <a:pt x="214" y="84"/>
                    <a:pt x="203" y="71"/>
                    <a:pt x="187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5395914" y="2504144"/>
            <a:ext cx="317500" cy="198437"/>
            <a:chOff x="5395914" y="2903537"/>
            <a:chExt cx="317500" cy="198437"/>
          </a:xfrm>
        </p:grpSpPr>
        <p:sp>
          <p:nvSpPr>
            <p:cNvPr id="103" name="Freeform 74"/>
            <p:cNvSpPr>
              <a:spLocks noEditPoints="1"/>
            </p:cNvSpPr>
            <p:nvPr/>
          </p:nvSpPr>
          <p:spPr bwMode="auto">
            <a:xfrm>
              <a:off x="5395914" y="2903537"/>
              <a:ext cx="317500" cy="198437"/>
            </a:xfrm>
            <a:custGeom>
              <a:avLst/>
              <a:gdLst>
                <a:gd name="T0" fmla="*/ 187 w 215"/>
                <a:gd name="T1" fmla="*/ 68 h 134"/>
                <a:gd name="T2" fmla="*/ 114 w 215"/>
                <a:gd name="T3" fmla="*/ 0 h 134"/>
                <a:gd name="T4" fmla="*/ 41 w 215"/>
                <a:gd name="T5" fmla="*/ 54 h 134"/>
                <a:gd name="T6" fmla="*/ 40 w 215"/>
                <a:gd name="T7" fmla="*/ 54 h 134"/>
                <a:gd name="T8" fmla="*/ 0 w 215"/>
                <a:gd name="T9" fmla="*/ 94 h 134"/>
                <a:gd name="T10" fmla="*/ 40 w 215"/>
                <a:gd name="T11" fmla="*/ 134 h 134"/>
                <a:gd name="T12" fmla="*/ 181 w 215"/>
                <a:gd name="T13" fmla="*/ 134 h 134"/>
                <a:gd name="T14" fmla="*/ 215 w 215"/>
                <a:gd name="T15" fmla="*/ 100 h 134"/>
                <a:gd name="T16" fmla="*/ 187 w 215"/>
                <a:gd name="T17" fmla="*/ 68 h 134"/>
                <a:gd name="T18" fmla="*/ 181 w 215"/>
                <a:gd name="T19" fmla="*/ 121 h 134"/>
                <a:gd name="T20" fmla="*/ 40 w 215"/>
                <a:gd name="T21" fmla="*/ 121 h 134"/>
                <a:gd name="T22" fmla="*/ 13 w 215"/>
                <a:gd name="T23" fmla="*/ 94 h 134"/>
                <a:gd name="T24" fmla="*/ 40 w 215"/>
                <a:gd name="T25" fmla="*/ 67 h 134"/>
                <a:gd name="T26" fmla="*/ 47 w 215"/>
                <a:gd name="T27" fmla="*/ 67 h 134"/>
                <a:gd name="T28" fmla="*/ 53 w 215"/>
                <a:gd name="T29" fmla="*/ 61 h 134"/>
                <a:gd name="T30" fmla="*/ 114 w 215"/>
                <a:gd name="T31" fmla="*/ 13 h 134"/>
                <a:gd name="T32" fmla="*/ 174 w 215"/>
                <a:gd name="T33" fmla="*/ 74 h 134"/>
                <a:gd name="T34" fmla="*/ 181 w 215"/>
                <a:gd name="T35" fmla="*/ 80 h 134"/>
                <a:gd name="T36" fmla="*/ 201 w 215"/>
                <a:gd name="T37" fmla="*/ 100 h 134"/>
                <a:gd name="T38" fmla="*/ 181 w 215"/>
                <a:gd name="T39" fmla="*/ 12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187" y="68"/>
                  </a:moveTo>
                  <a:cubicBezTo>
                    <a:pt x="184" y="30"/>
                    <a:pt x="153" y="0"/>
                    <a:pt x="114" y="0"/>
                  </a:cubicBezTo>
                  <a:cubicBezTo>
                    <a:pt x="80" y="0"/>
                    <a:pt x="50" y="22"/>
                    <a:pt x="41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199" y="134"/>
                    <a:pt x="215" y="119"/>
                    <a:pt x="215" y="100"/>
                  </a:cubicBezTo>
                  <a:cubicBezTo>
                    <a:pt x="215" y="84"/>
                    <a:pt x="203" y="71"/>
                    <a:pt x="187" y="68"/>
                  </a:cubicBezTo>
                  <a:close/>
                  <a:moveTo>
                    <a:pt x="181" y="121"/>
                  </a:moveTo>
                  <a:cubicBezTo>
                    <a:pt x="40" y="121"/>
                    <a:pt x="40" y="121"/>
                    <a:pt x="40" y="121"/>
                  </a:cubicBezTo>
                  <a:cubicBezTo>
                    <a:pt x="25" y="121"/>
                    <a:pt x="13" y="109"/>
                    <a:pt x="13" y="94"/>
                  </a:cubicBezTo>
                  <a:cubicBezTo>
                    <a:pt x="13" y="79"/>
                    <a:pt x="25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3" y="61"/>
                  </a:cubicBezTo>
                  <a:cubicBezTo>
                    <a:pt x="59" y="34"/>
                    <a:pt x="84" y="13"/>
                    <a:pt x="114" y="13"/>
                  </a:cubicBezTo>
                  <a:cubicBezTo>
                    <a:pt x="147" y="13"/>
                    <a:pt x="174" y="40"/>
                    <a:pt x="174" y="74"/>
                  </a:cubicBezTo>
                  <a:cubicBezTo>
                    <a:pt x="174" y="77"/>
                    <a:pt x="177" y="80"/>
                    <a:pt x="181" y="80"/>
                  </a:cubicBezTo>
                  <a:cubicBezTo>
                    <a:pt x="192" y="80"/>
                    <a:pt x="201" y="89"/>
                    <a:pt x="201" y="100"/>
                  </a:cubicBezTo>
                  <a:cubicBezTo>
                    <a:pt x="201" y="112"/>
                    <a:pt x="192" y="121"/>
                    <a:pt x="181" y="1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4" name="Freeform 75"/>
            <p:cNvSpPr>
              <a:spLocks/>
            </p:cNvSpPr>
            <p:nvPr/>
          </p:nvSpPr>
          <p:spPr bwMode="auto">
            <a:xfrm>
              <a:off x="5522914" y="2981325"/>
              <a:ext cx="73025" cy="69850"/>
            </a:xfrm>
            <a:custGeom>
              <a:avLst/>
              <a:gdLst>
                <a:gd name="T0" fmla="*/ 46 w 49"/>
                <a:gd name="T1" fmla="*/ 3 h 47"/>
                <a:gd name="T2" fmla="*/ 37 w 49"/>
                <a:gd name="T3" fmla="*/ 3 h 47"/>
                <a:gd name="T4" fmla="*/ 25 w 49"/>
                <a:gd name="T5" fmla="*/ 15 h 47"/>
                <a:gd name="T6" fmla="*/ 13 w 49"/>
                <a:gd name="T7" fmla="*/ 3 h 47"/>
                <a:gd name="T8" fmla="*/ 3 w 49"/>
                <a:gd name="T9" fmla="*/ 3 h 47"/>
                <a:gd name="T10" fmla="*/ 3 w 49"/>
                <a:gd name="T11" fmla="*/ 12 h 47"/>
                <a:gd name="T12" fmla="*/ 15 w 49"/>
                <a:gd name="T13" fmla="*/ 24 h 47"/>
                <a:gd name="T14" fmla="*/ 3 w 49"/>
                <a:gd name="T15" fmla="*/ 36 h 47"/>
                <a:gd name="T16" fmla="*/ 3 w 49"/>
                <a:gd name="T17" fmla="*/ 46 h 47"/>
                <a:gd name="T18" fmla="*/ 8 w 49"/>
                <a:gd name="T19" fmla="*/ 47 h 47"/>
                <a:gd name="T20" fmla="*/ 13 w 49"/>
                <a:gd name="T21" fmla="*/ 46 h 47"/>
                <a:gd name="T22" fmla="*/ 25 w 49"/>
                <a:gd name="T23" fmla="*/ 34 h 47"/>
                <a:gd name="T24" fmla="*/ 37 w 49"/>
                <a:gd name="T25" fmla="*/ 46 h 47"/>
                <a:gd name="T26" fmla="*/ 41 w 49"/>
                <a:gd name="T27" fmla="*/ 47 h 47"/>
                <a:gd name="T28" fmla="*/ 46 w 49"/>
                <a:gd name="T29" fmla="*/ 46 h 47"/>
                <a:gd name="T30" fmla="*/ 46 w 49"/>
                <a:gd name="T31" fmla="*/ 36 h 47"/>
                <a:gd name="T32" fmla="*/ 34 w 49"/>
                <a:gd name="T33" fmla="*/ 24 h 47"/>
                <a:gd name="T34" fmla="*/ 46 w 49"/>
                <a:gd name="T35" fmla="*/ 12 h 47"/>
                <a:gd name="T36" fmla="*/ 46 w 49"/>
                <a:gd name="T37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" h="47">
                  <a:moveTo>
                    <a:pt x="46" y="3"/>
                  </a:moveTo>
                  <a:cubicBezTo>
                    <a:pt x="43" y="0"/>
                    <a:pt x="39" y="0"/>
                    <a:pt x="37" y="3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0" y="0"/>
                    <a:pt x="6" y="0"/>
                    <a:pt x="3" y="3"/>
                  </a:cubicBezTo>
                  <a:cubicBezTo>
                    <a:pt x="0" y="5"/>
                    <a:pt x="0" y="9"/>
                    <a:pt x="3" y="12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0" y="39"/>
                    <a:pt x="0" y="43"/>
                    <a:pt x="3" y="46"/>
                  </a:cubicBezTo>
                  <a:cubicBezTo>
                    <a:pt x="4" y="47"/>
                    <a:pt x="6" y="47"/>
                    <a:pt x="8" y="47"/>
                  </a:cubicBezTo>
                  <a:cubicBezTo>
                    <a:pt x="9" y="47"/>
                    <a:pt x="11" y="47"/>
                    <a:pt x="13" y="46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8" y="47"/>
                    <a:pt x="40" y="47"/>
                    <a:pt x="41" y="47"/>
                  </a:cubicBezTo>
                  <a:cubicBezTo>
                    <a:pt x="43" y="47"/>
                    <a:pt x="45" y="47"/>
                    <a:pt x="46" y="46"/>
                  </a:cubicBezTo>
                  <a:cubicBezTo>
                    <a:pt x="49" y="43"/>
                    <a:pt x="49" y="39"/>
                    <a:pt x="46" y="36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9"/>
                    <a:pt x="49" y="5"/>
                    <a:pt x="4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5886451" y="2504144"/>
            <a:ext cx="317500" cy="198437"/>
            <a:chOff x="5886451" y="2903537"/>
            <a:chExt cx="317500" cy="198437"/>
          </a:xfrm>
        </p:grpSpPr>
        <p:sp>
          <p:nvSpPr>
            <p:cNvPr id="105" name="Freeform 76"/>
            <p:cNvSpPr>
              <a:spLocks noEditPoints="1"/>
            </p:cNvSpPr>
            <p:nvPr/>
          </p:nvSpPr>
          <p:spPr bwMode="auto">
            <a:xfrm>
              <a:off x="5886451" y="2903537"/>
              <a:ext cx="317500" cy="198437"/>
            </a:xfrm>
            <a:custGeom>
              <a:avLst/>
              <a:gdLst>
                <a:gd name="T0" fmla="*/ 40 w 215"/>
                <a:gd name="T1" fmla="*/ 134 h 134"/>
                <a:gd name="T2" fmla="*/ 181 w 215"/>
                <a:gd name="T3" fmla="*/ 134 h 134"/>
                <a:gd name="T4" fmla="*/ 215 w 215"/>
                <a:gd name="T5" fmla="*/ 100 h 134"/>
                <a:gd name="T6" fmla="*/ 188 w 215"/>
                <a:gd name="T7" fmla="*/ 68 h 134"/>
                <a:gd name="T8" fmla="*/ 114 w 215"/>
                <a:gd name="T9" fmla="*/ 0 h 134"/>
                <a:gd name="T10" fmla="*/ 42 w 215"/>
                <a:gd name="T11" fmla="*/ 54 h 134"/>
                <a:gd name="T12" fmla="*/ 40 w 215"/>
                <a:gd name="T13" fmla="*/ 54 h 134"/>
                <a:gd name="T14" fmla="*/ 0 w 215"/>
                <a:gd name="T15" fmla="*/ 94 h 134"/>
                <a:gd name="T16" fmla="*/ 40 w 215"/>
                <a:gd name="T17" fmla="*/ 134 h 134"/>
                <a:gd name="T18" fmla="*/ 40 w 215"/>
                <a:gd name="T19" fmla="*/ 67 h 134"/>
                <a:gd name="T20" fmla="*/ 47 w 215"/>
                <a:gd name="T21" fmla="*/ 67 h 134"/>
                <a:gd name="T22" fmla="*/ 54 w 215"/>
                <a:gd name="T23" fmla="*/ 61 h 134"/>
                <a:gd name="T24" fmla="*/ 114 w 215"/>
                <a:gd name="T25" fmla="*/ 13 h 134"/>
                <a:gd name="T26" fmla="*/ 174 w 215"/>
                <a:gd name="T27" fmla="*/ 74 h 134"/>
                <a:gd name="T28" fmla="*/ 181 w 215"/>
                <a:gd name="T29" fmla="*/ 80 h 134"/>
                <a:gd name="T30" fmla="*/ 201 w 215"/>
                <a:gd name="T31" fmla="*/ 100 h 134"/>
                <a:gd name="T32" fmla="*/ 181 w 215"/>
                <a:gd name="T33" fmla="*/ 121 h 134"/>
                <a:gd name="T34" fmla="*/ 40 w 215"/>
                <a:gd name="T35" fmla="*/ 121 h 134"/>
                <a:gd name="T36" fmla="*/ 13 w 215"/>
                <a:gd name="T37" fmla="*/ 94 h 134"/>
                <a:gd name="T38" fmla="*/ 40 w 215"/>
                <a:gd name="T39" fmla="*/ 6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40" y="134"/>
                  </a:moveTo>
                  <a:cubicBezTo>
                    <a:pt x="181" y="134"/>
                    <a:pt x="181" y="134"/>
                    <a:pt x="181" y="134"/>
                  </a:cubicBezTo>
                  <a:cubicBezTo>
                    <a:pt x="200" y="134"/>
                    <a:pt x="215" y="119"/>
                    <a:pt x="215" y="100"/>
                  </a:cubicBezTo>
                  <a:cubicBezTo>
                    <a:pt x="215" y="84"/>
                    <a:pt x="203" y="71"/>
                    <a:pt x="188" y="68"/>
                  </a:cubicBezTo>
                  <a:cubicBezTo>
                    <a:pt x="184" y="30"/>
                    <a:pt x="153" y="0"/>
                    <a:pt x="114" y="0"/>
                  </a:cubicBezTo>
                  <a:cubicBezTo>
                    <a:pt x="80" y="0"/>
                    <a:pt x="50" y="22"/>
                    <a:pt x="42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  <a:moveTo>
                    <a:pt x="40" y="67"/>
                  </a:move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4" y="61"/>
                  </a:cubicBezTo>
                  <a:cubicBezTo>
                    <a:pt x="59" y="34"/>
                    <a:pt x="84" y="13"/>
                    <a:pt x="114" y="13"/>
                  </a:cubicBezTo>
                  <a:cubicBezTo>
                    <a:pt x="147" y="13"/>
                    <a:pt x="174" y="40"/>
                    <a:pt x="174" y="74"/>
                  </a:cubicBezTo>
                  <a:cubicBezTo>
                    <a:pt x="174" y="77"/>
                    <a:pt x="177" y="80"/>
                    <a:pt x="181" y="80"/>
                  </a:cubicBezTo>
                  <a:cubicBezTo>
                    <a:pt x="192" y="80"/>
                    <a:pt x="201" y="89"/>
                    <a:pt x="201" y="100"/>
                  </a:cubicBezTo>
                  <a:cubicBezTo>
                    <a:pt x="201" y="112"/>
                    <a:pt x="192" y="121"/>
                    <a:pt x="181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25" y="121"/>
                    <a:pt x="13" y="109"/>
                    <a:pt x="13" y="94"/>
                  </a:cubicBezTo>
                  <a:cubicBezTo>
                    <a:pt x="13" y="79"/>
                    <a:pt x="25" y="67"/>
                    <a:pt x="40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Freeform 77"/>
            <p:cNvSpPr>
              <a:spLocks/>
            </p:cNvSpPr>
            <p:nvPr/>
          </p:nvSpPr>
          <p:spPr bwMode="auto">
            <a:xfrm>
              <a:off x="5994401" y="2981325"/>
              <a:ext cx="101600" cy="69850"/>
            </a:xfrm>
            <a:custGeom>
              <a:avLst/>
              <a:gdLst>
                <a:gd name="T0" fmla="*/ 23 w 69"/>
                <a:gd name="T1" fmla="*/ 46 h 47"/>
                <a:gd name="T2" fmla="*/ 28 w 69"/>
                <a:gd name="T3" fmla="*/ 47 h 47"/>
                <a:gd name="T4" fmla="*/ 32 w 69"/>
                <a:gd name="T5" fmla="*/ 46 h 47"/>
                <a:gd name="T6" fmla="*/ 66 w 69"/>
                <a:gd name="T7" fmla="*/ 12 h 47"/>
                <a:gd name="T8" fmla="*/ 66 w 69"/>
                <a:gd name="T9" fmla="*/ 3 h 47"/>
                <a:gd name="T10" fmla="*/ 56 w 69"/>
                <a:gd name="T11" fmla="*/ 3 h 47"/>
                <a:gd name="T12" fmla="*/ 28 w 69"/>
                <a:gd name="T13" fmla="*/ 31 h 47"/>
                <a:gd name="T14" fmla="*/ 12 w 69"/>
                <a:gd name="T15" fmla="*/ 16 h 47"/>
                <a:gd name="T16" fmla="*/ 3 w 69"/>
                <a:gd name="T17" fmla="*/ 16 h 47"/>
                <a:gd name="T18" fmla="*/ 3 w 69"/>
                <a:gd name="T19" fmla="*/ 25 h 47"/>
                <a:gd name="T20" fmla="*/ 23 w 69"/>
                <a:gd name="T2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47">
                  <a:moveTo>
                    <a:pt x="23" y="46"/>
                  </a:moveTo>
                  <a:cubicBezTo>
                    <a:pt x="24" y="47"/>
                    <a:pt x="26" y="47"/>
                    <a:pt x="28" y="47"/>
                  </a:cubicBezTo>
                  <a:cubicBezTo>
                    <a:pt x="29" y="47"/>
                    <a:pt x="31" y="47"/>
                    <a:pt x="32" y="4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9" y="9"/>
                    <a:pt x="69" y="5"/>
                    <a:pt x="66" y="3"/>
                  </a:cubicBezTo>
                  <a:cubicBezTo>
                    <a:pt x="63" y="0"/>
                    <a:pt x="59" y="0"/>
                    <a:pt x="56" y="3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0" y="13"/>
                    <a:pt x="5" y="13"/>
                    <a:pt x="3" y="16"/>
                  </a:cubicBezTo>
                  <a:cubicBezTo>
                    <a:pt x="0" y="19"/>
                    <a:pt x="0" y="23"/>
                    <a:pt x="3" y="25"/>
                  </a:cubicBezTo>
                  <a:lnTo>
                    <a:pt x="23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3" name="Group 282"/>
          <p:cNvGrpSpPr/>
          <p:nvPr/>
        </p:nvGrpSpPr>
        <p:grpSpPr>
          <a:xfrm>
            <a:off x="1473201" y="3024844"/>
            <a:ext cx="317500" cy="138112"/>
            <a:chOff x="1473201" y="3424237"/>
            <a:chExt cx="317500" cy="138112"/>
          </a:xfrm>
        </p:grpSpPr>
        <p:sp>
          <p:nvSpPr>
            <p:cNvPr id="107" name="Freeform 78"/>
            <p:cNvSpPr>
              <a:spLocks noEditPoints="1"/>
            </p:cNvSpPr>
            <p:nvPr/>
          </p:nvSpPr>
          <p:spPr bwMode="auto">
            <a:xfrm>
              <a:off x="1473201" y="3424237"/>
              <a:ext cx="317500" cy="138112"/>
            </a:xfrm>
            <a:custGeom>
              <a:avLst/>
              <a:gdLst>
                <a:gd name="T0" fmla="*/ 0 w 215"/>
                <a:gd name="T1" fmla="*/ 87 h 94"/>
                <a:gd name="T2" fmla="*/ 7 w 215"/>
                <a:gd name="T3" fmla="*/ 94 h 94"/>
                <a:gd name="T4" fmla="*/ 201 w 215"/>
                <a:gd name="T5" fmla="*/ 94 h 94"/>
                <a:gd name="T6" fmla="*/ 208 w 215"/>
                <a:gd name="T7" fmla="*/ 87 h 94"/>
                <a:gd name="T8" fmla="*/ 208 w 215"/>
                <a:gd name="T9" fmla="*/ 74 h 94"/>
                <a:gd name="T10" fmla="*/ 215 w 215"/>
                <a:gd name="T11" fmla="*/ 74 h 94"/>
                <a:gd name="T12" fmla="*/ 215 w 215"/>
                <a:gd name="T13" fmla="*/ 20 h 94"/>
                <a:gd name="T14" fmla="*/ 208 w 215"/>
                <a:gd name="T15" fmla="*/ 20 h 94"/>
                <a:gd name="T16" fmla="*/ 208 w 215"/>
                <a:gd name="T17" fmla="*/ 7 h 94"/>
                <a:gd name="T18" fmla="*/ 201 w 215"/>
                <a:gd name="T19" fmla="*/ 0 h 94"/>
                <a:gd name="T20" fmla="*/ 7 w 215"/>
                <a:gd name="T21" fmla="*/ 0 h 94"/>
                <a:gd name="T22" fmla="*/ 0 w 215"/>
                <a:gd name="T23" fmla="*/ 7 h 94"/>
                <a:gd name="T24" fmla="*/ 0 w 215"/>
                <a:gd name="T25" fmla="*/ 87 h 94"/>
                <a:gd name="T26" fmla="*/ 13 w 215"/>
                <a:gd name="T27" fmla="*/ 14 h 94"/>
                <a:gd name="T28" fmla="*/ 194 w 215"/>
                <a:gd name="T29" fmla="*/ 14 h 94"/>
                <a:gd name="T30" fmla="*/ 194 w 215"/>
                <a:gd name="T31" fmla="*/ 81 h 94"/>
                <a:gd name="T32" fmla="*/ 13 w 215"/>
                <a:gd name="T33" fmla="*/ 81 h 94"/>
                <a:gd name="T34" fmla="*/ 13 w 215"/>
                <a:gd name="T35" fmla="*/ 1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94">
                  <a:moveTo>
                    <a:pt x="0" y="87"/>
                  </a:moveTo>
                  <a:cubicBezTo>
                    <a:pt x="0" y="91"/>
                    <a:pt x="3" y="94"/>
                    <a:pt x="7" y="94"/>
                  </a:cubicBezTo>
                  <a:cubicBezTo>
                    <a:pt x="201" y="94"/>
                    <a:pt x="201" y="94"/>
                    <a:pt x="201" y="94"/>
                  </a:cubicBezTo>
                  <a:cubicBezTo>
                    <a:pt x="205" y="94"/>
                    <a:pt x="208" y="91"/>
                    <a:pt x="208" y="87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15" y="74"/>
                    <a:pt x="215" y="74"/>
                    <a:pt x="215" y="74"/>
                  </a:cubicBezTo>
                  <a:cubicBezTo>
                    <a:pt x="215" y="20"/>
                    <a:pt x="215" y="20"/>
                    <a:pt x="215" y="20"/>
                  </a:cubicBezTo>
                  <a:cubicBezTo>
                    <a:pt x="208" y="20"/>
                    <a:pt x="208" y="20"/>
                    <a:pt x="208" y="20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208" y="3"/>
                    <a:pt x="205" y="0"/>
                    <a:pt x="20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lnTo>
                    <a:pt x="0" y="87"/>
                  </a:lnTo>
                  <a:close/>
                  <a:moveTo>
                    <a:pt x="13" y="14"/>
                  </a:moveTo>
                  <a:cubicBezTo>
                    <a:pt x="194" y="14"/>
                    <a:pt x="194" y="14"/>
                    <a:pt x="194" y="14"/>
                  </a:cubicBezTo>
                  <a:cubicBezTo>
                    <a:pt x="194" y="81"/>
                    <a:pt x="194" y="81"/>
                    <a:pt x="194" y="81"/>
                  </a:cubicBezTo>
                  <a:cubicBezTo>
                    <a:pt x="13" y="81"/>
                    <a:pt x="13" y="81"/>
                    <a:pt x="13" y="81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8" name="Freeform 79"/>
            <p:cNvSpPr>
              <a:spLocks/>
            </p:cNvSpPr>
            <p:nvPr/>
          </p:nvSpPr>
          <p:spPr bwMode="auto">
            <a:xfrm>
              <a:off x="1512889" y="3452812"/>
              <a:ext cx="19050" cy="80962"/>
            </a:xfrm>
            <a:custGeom>
              <a:avLst/>
              <a:gdLst>
                <a:gd name="T0" fmla="*/ 6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6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6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Freeform 80"/>
            <p:cNvSpPr>
              <a:spLocks/>
            </p:cNvSpPr>
            <p:nvPr/>
          </p:nvSpPr>
          <p:spPr bwMode="auto">
            <a:xfrm>
              <a:off x="1543051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2" name="Group 281"/>
          <p:cNvGrpSpPr/>
          <p:nvPr/>
        </p:nvGrpSpPr>
        <p:grpSpPr>
          <a:xfrm>
            <a:off x="1963739" y="3024844"/>
            <a:ext cx="317500" cy="138112"/>
            <a:chOff x="1963739" y="3424237"/>
            <a:chExt cx="317500" cy="138112"/>
          </a:xfrm>
        </p:grpSpPr>
        <p:sp>
          <p:nvSpPr>
            <p:cNvPr id="110" name="Freeform 81"/>
            <p:cNvSpPr>
              <a:spLocks noEditPoints="1"/>
            </p:cNvSpPr>
            <p:nvPr/>
          </p:nvSpPr>
          <p:spPr bwMode="auto">
            <a:xfrm>
              <a:off x="1963739" y="3424237"/>
              <a:ext cx="317500" cy="138112"/>
            </a:xfrm>
            <a:custGeom>
              <a:avLst/>
              <a:gdLst>
                <a:gd name="T0" fmla="*/ 208 w 215"/>
                <a:gd name="T1" fmla="*/ 7 h 94"/>
                <a:gd name="T2" fmla="*/ 201 w 215"/>
                <a:gd name="T3" fmla="*/ 0 h 94"/>
                <a:gd name="T4" fmla="*/ 7 w 215"/>
                <a:gd name="T5" fmla="*/ 0 h 94"/>
                <a:gd name="T6" fmla="*/ 0 w 215"/>
                <a:gd name="T7" fmla="*/ 7 h 94"/>
                <a:gd name="T8" fmla="*/ 0 w 215"/>
                <a:gd name="T9" fmla="*/ 87 h 94"/>
                <a:gd name="T10" fmla="*/ 7 w 215"/>
                <a:gd name="T11" fmla="*/ 94 h 94"/>
                <a:gd name="T12" fmla="*/ 201 w 215"/>
                <a:gd name="T13" fmla="*/ 94 h 94"/>
                <a:gd name="T14" fmla="*/ 208 w 215"/>
                <a:gd name="T15" fmla="*/ 87 h 94"/>
                <a:gd name="T16" fmla="*/ 208 w 215"/>
                <a:gd name="T17" fmla="*/ 74 h 94"/>
                <a:gd name="T18" fmla="*/ 215 w 215"/>
                <a:gd name="T19" fmla="*/ 74 h 94"/>
                <a:gd name="T20" fmla="*/ 215 w 215"/>
                <a:gd name="T21" fmla="*/ 20 h 94"/>
                <a:gd name="T22" fmla="*/ 208 w 215"/>
                <a:gd name="T23" fmla="*/ 20 h 94"/>
                <a:gd name="T24" fmla="*/ 208 w 215"/>
                <a:gd name="T25" fmla="*/ 7 h 94"/>
                <a:gd name="T26" fmla="*/ 195 w 215"/>
                <a:gd name="T27" fmla="*/ 81 h 94"/>
                <a:gd name="T28" fmla="*/ 13 w 215"/>
                <a:gd name="T29" fmla="*/ 81 h 94"/>
                <a:gd name="T30" fmla="*/ 13 w 215"/>
                <a:gd name="T31" fmla="*/ 14 h 94"/>
                <a:gd name="T32" fmla="*/ 195 w 215"/>
                <a:gd name="T33" fmla="*/ 14 h 94"/>
                <a:gd name="T34" fmla="*/ 195 w 215"/>
                <a:gd name="T35" fmla="*/ 8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94">
                  <a:moveTo>
                    <a:pt x="208" y="7"/>
                  </a:moveTo>
                  <a:cubicBezTo>
                    <a:pt x="208" y="3"/>
                    <a:pt x="205" y="0"/>
                    <a:pt x="20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201" y="94"/>
                    <a:pt x="201" y="94"/>
                    <a:pt x="201" y="94"/>
                  </a:cubicBezTo>
                  <a:cubicBezTo>
                    <a:pt x="205" y="94"/>
                    <a:pt x="208" y="91"/>
                    <a:pt x="208" y="87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15" y="74"/>
                    <a:pt x="215" y="74"/>
                    <a:pt x="215" y="74"/>
                  </a:cubicBezTo>
                  <a:cubicBezTo>
                    <a:pt x="215" y="20"/>
                    <a:pt x="215" y="20"/>
                    <a:pt x="215" y="20"/>
                  </a:cubicBezTo>
                  <a:cubicBezTo>
                    <a:pt x="208" y="20"/>
                    <a:pt x="208" y="20"/>
                    <a:pt x="208" y="20"/>
                  </a:cubicBezTo>
                  <a:lnTo>
                    <a:pt x="208" y="7"/>
                  </a:lnTo>
                  <a:close/>
                  <a:moveTo>
                    <a:pt x="195" y="81"/>
                  </a:moveTo>
                  <a:cubicBezTo>
                    <a:pt x="13" y="81"/>
                    <a:pt x="13" y="81"/>
                    <a:pt x="13" y="81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95" y="14"/>
                    <a:pt x="195" y="14"/>
                    <a:pt x="195" y="14"/>
                  </a:cubicBezTo>
                  <a:lnTo>
                    <a:pt x="195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1" name="Freeform 82"/>
            <p:cNvSpPr>
              <a:spLocks/>
            </p:cNvSpPr>
            <p:nvPr/>
          </p:nvSpPr>
          <p:spPr bwMode="auto">
            <a:xfrm>
              <a:off x="2003426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Freeform 83"/>
            <p:cNvSpPr>
              <a:spLocks/>
            </p:cNvSpPr>
            <p:nvPr/>
          </p:nvSpPr>
          <p:spPr bwMode="auto">
            <a:xfrm>
              <a:off x="2032001" y="3452812"/>
              <a:ext cx="20638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Freeform 84"/>
            <p:cNvSpPr>
              <a:spLocks/>
            </p:cNvSpPr>
            <p:nvPr/>
          </p:nvSpPr>
          <p:spPr bwMode="auto">
            <a:xfrm>
              <a:off x="2062164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4" name="Freeform 85"/>
            <p:cNvSpPr>
              <a:spLocks/>
            </p:cNvSpPr>
            <p:nvPr/>
          </p:nvSpPr>
          <p:spPr bwMode="auto">
            <a:xfrm>
              <a:off x="2092326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1" name="Group 280"/>
          <p:cNvGrpSpPr/>
          <p:nvPr/>
        </p:nvGrpSpPr>
        <p:grpSpPr>
          <a:xfrm>
            <a:off x="2452689" y="3024844"/>
            <a:ext cx="317500" cy="138112"/>
            <a:chOff x="2452689" y="3424237"/>
            <a:chExt cx="317500" cy="138112"/>
          </a:xfrm>
        </p:grpSpPr>
        <p:sp>
          <p:nvSpPr>
            <p:cNvPr id="115" name="Freeform 86"/>
            <p:cNvSpPr>
              <a:spLocks noEditPoints="1"/>
            </p:cNvSpPr>
            <p:nvPr/>
          </p:nvSpPr>
          <p:spPr bwMode="auto">
            <a:xfrm>
              <a:off x="2452689" y="3424237"/>
              <a:ext cx="317500" cy="138112"/>
            </a:xfrm>
            <a:custGeom>
              <a:avLst/>
              <a:gdLst>
                <a:gd name="T0" fmla="*/ 0 w 215"/>
                <a:gd name="T1" fmla="*/ 87 h 94"/>
                <a:gd name="T2" fmla="*/ 7 w 215"/>
                <a:gd name="T3" fmla="*/ 94 h 94"/>
                <a:gd name="T4" fmla="*/ 201 w 215"/>
                <a:gd name="T5" fmla="*/ 94 h 94"/>
                <a:gd name="T6" fmla="*/ 208 w 215"/>
                <a:gd name="T7" fmla="*/ 87 h 94"/>
                <a:gd name="T8" fmla="*/ 208 w 215"/>
                <a:gd name="T9" fmla="*/ 74 h 94"/>
                <a:gd name="T10" fmla="*/ 215 w 215"/>
                <a:gd name="T11" fmla="*/ 74 h 94"/>
                <a:gd name="T12" fmla="*/ 215 w 215"/>
                <a:gd name="T13" fmla="*/ 20 h 94"/>
                <a:gd name="T14" fmla="*/ 208 w 215"/>
                <a:gd name="T15" fmla="*/ 20 h 94"/>
                <a:gd name="T16" fmla="*/ 208 w 215"/>
                <a:gd name="T17" fmla="*/ 7 h 94"/>
                <a:gd name="T18" fmla="*/ 201 w 215"/>
                <a:gd name="T19" fmla="*/ 0 h 94"/>
                <a:gd name="T20" fmla="*/ 7 w 215"/>
                <a:gd name="T21" fmla="*/ 0 h 94"/>
                <a:gd name="T22" fmla="*/ 0 w 215"/>
                <a:gd name="T23" fmla="*/ 7 h 94"/>
                <a:gd name="T24" fmla="*/ 0 w 215"/>
                <a:gd name="T25" fmla="*/ 87 h 94"/>
                <a:gd name="T26" fmla="*/ 14 w 215"/>
                <a:gd name="T27" fmla="*/ 14 h 94"/>
                <a:gd name="T28" fmla="*/ 195 w 215"/>
                <a:gd name="T29" fmla="*/ 14 h 94"/>
                <a:gd name="T30" fmla="*/ 195 w 215"/>
                <a:gd name="T31" fmla="*/ 81 h 94"/>
                <a:gd name="T32" fmla="*/ 14 w 215"/>
                <a:gd name="T33" fmla="*/ 81 h 94"/>
                <a:gd name="T34" fmla="*/ 14 w 215"/>
                <a:gd name="T35" fmla="*/ 1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94">
                  <a:moveTo>
                    <a:pt x="0" y="87"/>
                  </a:moveTo>
                  <a:cubicBezTo>
                    <a:pt x="0" y="91"/>
                    <a:pt x="3" y="94"/>
                    <a:pt x="7" y="94"/>
                  </a:cubicBezTo>
                  <a:cubicBezTo>
                    <a:pt x="201" y="94"/>
                    <a:pt x="201" y="94"/>
                    <a:pt x="201" y="94"/>
                  </a:cubicBezTo>
                  <a:cubicBezTo>
                    <a:pt x="205" y="94"/>
                    <a:pt x="208" y="91"/>
                    <a:pt x="208" y="87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15" y="74"/>
                    <a:pt x="215" y="74"/>
                    <a:pt x="215" y="74"/>
                  </a:cubicBezTo>
                  <a:cubicBezTo>
                    <a:pt x="215" y="20"/>
                    <a:pt x="215" y="20"/>
                    <a:pt x="215" y="20"/>
                  </a:cubicBezTo>
                  <a:cubicBezTo>
                    <a:pt x="208" y="20"/>
                    <a:pt x="208" y="20"/>
                    <a:pt x="208" y="20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208" y="3"/>
                    <a:pt x="205" y="0"/>
                    <a:pt x="20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lnTo>
                    <a:pt x="0" y="87"/>
                  </a:lnTo>
                  <a:close/>
                  <a:moveTo>
                    <a:pt x="14" y="14"/>
                  </a:moveTo>
                  <a:cubicBezTo>
                    <a:pt x="195" y="14"/>
                    <a:pt x="195" y="14"/>
                    <a:pt x="195" y="14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4" y="81"/>
                    <a:pt x="14" y="81"/>
                    <a:pt x="14" y="81"/>
                  </a:cubicBezTo>
                  <a:lnTo>
                    <a:pt x="1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Freeform 87"/>
            <p:cNvSpPr>
              <a:spLocks/>
            </p:cNvSpPr>
            <p:nvPr/>
          </p:nvSpPr>
          <p:spPr bwMode="auto">
            <a:xfrm>
              <a:off x="2493964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7" name="Freeform 88"/>
            <p:cNvSpPr>
              <a:spLocks/>
            </p:cNvSpPr>
            <p:nvPr/>
          </p:nvSpPr>
          <p:spPr bwMode="auto">
            <a:xfrm>
              <a:off x="2522539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8" name="Freeform 89"/>
            <p:cNvSpPr>
              <a:spLocks/>
            </p:cNvSpPr>
            <p:nvPr/>
          </p:nvSpPr>
          <p:spPr bwMode="auto">
            <a:xfrm>
              <a:off x="2552701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9" name="Freeform 90"/>
            <p:cNvSpPr>
              <a:spLocks/>
            </p:cNvSpPr>
            <p:nvPr/>
          </p:nvSpPr>
          <p:spPr bwMode="auto">
            <a:xfrm>
              <a:off x="2581276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0" name="Freeform 91"/>
            <p:cNvSpPr>
              <a:spLocks/>
            </p:cNvSpPr>
            <p:nvPr/>
          </p:nvSpPr>
          <p:spPr bwMode="auto">
            <a:xfrm>
              <a:off x="2611439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1" name="Freeform 92"/>
            <p:cNvSpPr>
              <a:spLocks/>
            </p:cNvSpPr>
            <p:nvPr/>
          </p:nvSpPr>
          <p:spPr bwMode="auto">
            <a:xfrm>
              <a:off x="2643189" y="3452812"/>
              <a:ext cx="19050" cy="80962"/>
            </a:xfrm>
            <a:custGeom>
              <a:avLst/>
              <a:gdLst>
                <a:gd name="T0" fmla="*/ 6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6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6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0" name="Group 279"/>
          <p:cNvGrpSpPr/>
          <p:nvPr/>
        </p:nvGrpSpPr>
        <p:grpSpPr>
          <a:xfrm>
            <a:off x="2943226" y="3024844"/>
            <a:ext cx="317500" cy="138112"/>
            <a:chOff x="2943226" y="3424237"/>
            <a:chExt cx="317500" cy="138112"/>
          </a:xfrm>
        </p:grpSpPr>
        <p:sp>
          <p:nvSpPr>
            <p:cNvPr id="122" name="Freeform 93"/>
            <p:cNvSpPr>
              <a:spLocks noEditPoints="1"/>
            </p:cNvSpPr>
            <p:nvPr/>
          </p:nvSpPr>
          <p:spPr bwMode="auto">
            <a:xfrm>
              <a:off x="2943226" y="3424237"/>
              <a:ext cx="317500" cy="138112"/>
            </a:xfrm>
            <a:custGeom>
              <a:avLst/>
              <a:gdLst>
                <a:gd name="T0" fmla="*/ 0 w 215"/>
                <a:gd name="T1" fmla="*/ 87 h 94"/>
                <a:gd name="T2" fmla="*/ 7 w 215"/>
                <a:gd name="T3" fmla="*/ 94 h 94"/>
                <a:gd name="T4" fmla="*/ 201 w 215"/>
                <a:gd name="T5" fmla="*/ 94 h 94"/>
                <a:gd name="T6" fmla="*/ 208 w 215"/>
                <a:gd name="T7" fmla="*/ 87 h 94"/>
                <a:gd name="T8" fmla="*/ 208 w 215"/>
                <a:gd name="T9" fmla="*/ 74 h 94"/>
                <a:gd name="T10" fmla="*/ 215 w 215"/>
                <a:gd name="T11" fmla="*/ 74 h 94"/>
                <a:gd name="T12" fmla="*/ 215 w 215"/>
                <a:gd name="T13" fmla="*/ 20 h 94"/>
                <a:gd name="T14" fmla="*/ 208 w 215"/>
                <a:gd name="T15" fmla="*/ 20 h 94"/>
                <a:gd name="T16" fmla="*/ 208 w 215"/>
                <a:gd name="T17" fmla="*/ 7 h 94"/>
                <a:gd name="T18" fmla="*/ 201 w 215"/>
                <a:gd name="T19" fmla="*/ 0 h 94"/>
                <a:gd name="T20" fmla="*/ 7 w 215"/>
                <a:gd name="T21" fmla="*/ 0 h 94"/>
                <a:gd name="T22" fmla="*/ 0 w 215"/>
                <a:gd name="T23" fmla="*/ 7 h 94"/>
                <a:gd name="T24" fmla="*/ 0 w 215"/>
                <a:gd name="T25" fmla="*/ 87 h 94"/>
                <a:gd name="T26" fmla="*/ 14 w 215"/>
                <a:gd name="T27" fmla="*/ 14 h 94"/>
                <a:gd name="T28" fmla="*/ 195 w 215"/>
                <a:gd name="T29" fmla="*/ 14 h 94"/>
                <a:gd name="T30" fmla="*/ 195 w 215"/>
                <a:gd name="T31" fmla="*/ 81 h 94"/>
                <a:gd name="T32" fmla="*/ 14 w 215"/>
                <a:gd name="T33" fmla="*/ 81 h 94"/>
                <a:gd name="T34" fmla="*/ 14 w 215"/>
                <a:gd name="T35" fmla="*/ 1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94">
                  <a:moveTo>
                    <a:pt x="0" y="87"/>
                  </a:moveTo>
                  <a:cubicBezTo>
                    <a:pt x="0" y="91"/>
                    <a:pt x="3" y="94"/>
                    <a:pt x="7" y="94"/>
                  </a:cubicBezTo>
                  <a:cubicBezTo>
                    <a:pt x="201" y="94"/>
                    <a:pt x="201" y="94"/>
                    <a:pt x="201" y="94"/>
                  </a:cubicBezTo>
                  <a:cubicBezTo>
                    <a:pt x="205" y="94"/>
                    <a:pt x="208" y="91"/>
                    <a:pt x="208" y="87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15" y="74"/>
                    <a:pt x="215" y="74"/>
                    <a:pt x="215" y="74"/>
                  </a:cubicBezTo>
                  <a:cubicBezTo>
                    <a:pt x="215" y="20"/>
                    <a:pt x="215" y="20"/>
                    <a:pt x="215" y="20"/>
                  </a:cubicBezTo>
                  <a:cubicBezTo>
                    <a:pt x="208" y="20"/>
                    <a:pt x="208" y="20"/>
                    <a:pt x="208" y="20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208" y="3"/>
                    <a:pt x="205" y="0"/>
                    <a:pt x="20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lnTo>
                    <a:pt x="0" y="87"/>
                  </a:lnTo>
                  <a:close/>
                  <a:moveTo>
                    <a:pt x="14" y="14"/>
                  </a:moveTo>
                  <a:cubicBezTo>
                    <a:pt x="195" y="14"/>
                    <a:pt x="195" y="14"/>
                    <a:pt x="195" y="14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4" y="81"/>
                    <a:pt x="14" y="81"/>
                    <a:pt x="14" y="81"/>
                  </a:cubicBezTo>
                  <a:lnTo>
                    <a:pt x="1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3" name="Freeform 94"/>
            <p:cNvSpPr>
              <a:spLocks/>
            </p:cNvSpPr>
            <p:nvPr/>
          </p:nvSpPr>
          <p:spPr bwMode="auto">
            <a:xfrm>
              <a:off x="2982914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Freeform 95"/>
            <p:cNvSpPr>
              <a:spLocks/>
            </p:cNvSpPr>
            <p:nvPr/>
          </p:nvSpPr>
          <p:spPr bwMode="auto">
            <a:xfrm>
              <a:off x="3013076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5" name="Freeform 96"/>
            <p:cNvSpPr>
              <a:spLocks/>
            </p:cNvSpPr>
            <p:nvPr/>
          </p:nvSpPr>
          <p:spPr bwMode="auto">
            <a:xfrm>
              <a:off x="3043239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6" name="Freeform 97"/>
            <p:cNvSpPr>
              <a:spLocks/>
            </p:cNvSpPr>
            <p:nvPr/>
          </p:nvSpPr>
          <p:spPr bwMode="auto">
            <a:xfrm>
              <a:off x="3071814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7" name="Freeform 98"/>
            <p:cNvSpPr>
              <a:spLocks/>
            </p:cNvSpPr>
            <p:nvPr/>
          </p:nvSpPr>
          <p:spPr bwMode="auto">
            <a:xfrm>
              <a:off x="3103564" y="3452812"/>
              <a:ext cx="19050" cy="80962"/>
            </a:xfrm>
            <a:custGeom>
              <a:avLst/>
              <a:gdLst>
                <a:gd name="T0" fmla="*/ 6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6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6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8" name="Freeform 99"/>
            <p:cNvSpPr>
              <a:spLocks/>
            </p:cNvSpPr>
            <p:nvPr/>
          </p:nvSpPr>
          <p:spPr bwMode="auto">
            <a:xfrm>
              <a:off x="3132139" y="3452812"/>
              <a:ext cx="19050" cy="80962"/>
            </a:xfrm>
            <a:custGeom>
              <a:avLst/>
              <a:gdLst>
                <a:gd name="T0" fmla="*/ 6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6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6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9" name="Freeform 100"/>
            <p:cNvSpPr>
              <a:spLocks/>
            </p:cNvSpPr>
            <p:nvPr/>
          </p:nvSpPr>
          <p:spPr bwMode="auto">
            <a:xfrm>
              <a:off x="3162301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0" name="Freeform 101"/>
            <p:cNvSpPr>
              <a:spLocks/>
            </p:cNvSpPr>
            <p:nvPr/>
          </p:nvSpPr>
          <p:spPr bwMode="auto">
            <a:xfrm>
              <a:off x="3190876" y="3452812"/>
              <a:ext cx="20638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31" name="Freeform 102"/>
          <p:cNvSpPr>
            <a:spLocks noEditPoints="1"/>
          </p:cNvSpPr>
          <p:nvPr/>
        </p:nvSpPr>
        <p:spPr bwMode="auto">
          <a:xfrm>
            <a:off x="1552576" y="3426482"/>
            <a:ext cx="158750" cy="317500"/>
          </a:xfrm>
          <a:custGeom>
            <a:avLst/>
            <a:gdLst>
              <a:gd name="T0" fmla="*/ 6 w 107"/>
              <a:gd name="T1" fmla="*/ 0 h 215"/>
              <a:gd name="T2" fmla="*/ 0 w 107"/>
              <a:gd name="T3" fmla="*/ 7 h 215"/>
              <a:gd name="T4" fmla="*/ 0 w 107"/>
              <a:gd name="T5" fmla="*/ 208 h 215"/>
              <a:gd name="T6" fmla="*/ 4 w 107"/>
              <a:gd name="T7" fmla="*/ 214 h 215"/>
              <a:gd name="T8" fmla="*/ 11 w 107"/>
              <a:gd name="T9" fmla="*/ 213 h 215"/>
              <a:gd name="T10" fmla="*/ 53 w 107"/>
              <a:gd name="T11" fmla="*/ 170 h 215"/>
              <a:gd name="T12" fmla="*/ 95 w 107"/>
              <a:gd name="T13" fmla="*/ 213 h 215"/>
              <a:gd name="T14" fmla="*/ 100 w 107"/>
              <a:gd name="T15" fmla="*/ 215 h 215"/>
              <a:gd name="T16" fmla="*/ 103 w 107"/>
              <a:gd name="T17" fmla="*/ 214 h 215"/>
              <a:gd name="T18" fmla="*/ 107 w 107"/>
              <a:gd name="T19" fmla="*/ 208 h 215"/>
              <a:gd name="T20" fmla="*/ 107 w 107"/>
              <a:gd name="T21" fmla="*/ 7 h 215"/>
              <a:gd name="T22" fmla="*/ 100 w 107"/>
              <a:gd name="T23" fmla="*/ 0 h 215"/>
              <a:gd name="T24" fmla="*/ 6 w 107"/>
              <a:gd name="T25" fmla="*/ 0 h 215"/>
              <a:gd name="T26" fmla="*/ 93 w 107"/>
              <a:gd name="T27" fmla="*/ 192 h 215"/>
              <a:gd name="T28" fmla="*/ 58 w 107"/>
              <a:gd name="T29" fmla="*/ 156 h 215"/>
              <a:gd name="T30" fmla="*/ 53 w 107"/>
              <a:gd name="T31" fmla="*/ 154 h 215"/>
              <a:gd name="T32" fmla="*/ 48 w 107"/>
              <a:gd name="T33" fmla="*/ 156 h 215"/>
              <a:gd name="T34" fmla="*/ 13 w 107"/>
              <a:gd name="T35" fmla="*/ 192 h 215"/>
              <a:gd name="T36" fmla="*/ 13 w 107"/>
              <a:gd name="T37" fmla="*/ 13 h 215"/>
              <a:gd name="T38" fmla="*/ 93 w 107"/>
              <a:gd name="T39" fmla="*/ 13 h 215"/>
              <a:gd name="T40" fmla="*/ 93 w 107"/>
              <a:gd name="T41" fmla="*/ 192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7" h="215">
                <a:moveTo>
                  <a:pt x="6" y="0"/>
                </a:moveTo>
                <a:cubicBezTo>
                  <a:pt x="3" y="0"/>
                  <a:pt x="0" y="3"/>
                  <a:pt x="0" y="7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1"/>
                  <a:pt x="1" y="213"/>
                  <a:pt x="4" y="214"/>
                </a:cubicBezTo>
                <a:cubicBezTo>
                  <a:pt x="6" y="215"/>
                  <a:pt x="9" y="214"/>
                  <a:pt x="11" y="213"/>
                </a:cubicBezTo>
                <a:cubicBezTo>
                  <a:pt x="53" y="170"/>
                  <a:pt x="53" y="170"/>
                  <a:pt x="53" y="170"/>
                </a:cubicBezTo>
                <a:cubicBezTo>
                  <a:pt x="95" y="213"/>
                  <a:pt x="95" y="213"/>
                  <a:pt x="95" y="213"/>
                </a:cubicBezTo>
                <a:cubicBezTo>
                  <a:pt x="97" y="214"/>
                  <a:pt x="98" y="215"/>
                  <a:pt x="100" y="215"/>
                </a:cubicBezTo>
                <a:cubicBezTo>
                  <a:pt x="101" y="215"/>
                  <a:pt x="102" y="214"/>
                  <a:pt x="103" y="214"/>
                </a:cubicBezTo>
                <a:cubicBezTo>
                  <a:pt x="105" y="213"/>
                  <a:pt x="107" y="211"/>
                  <a:pt x="107" y="208"/>
                </a:cubicBezTo>
                <a:cubicBezTo>
                  <a:pt x="107" y="7"/>
                  <a:pt x="107" y="7"/>
                  <a:pt x="107" y="7"/>
                </a:cubicBezTo>
                <a:cubicBezTo>
                  <a:pt x="107" y="3"/>
                  <a:pt x="104" y="0"/>
                  <a:pt x="100" y="0"/>
                </a:cubicBezTo>
                <a:lnTo>
                  <a:pt x="6" y="0"/>
                </a:lnTo>
                <a:close/>
                <a:moveTo>
                  <a:pt x="93" y="192"/>
                </a:moveTo>
                <a:cubicBezTo>
                  <a:pt x="58" y="156"/>
                  <a:pt x="58" y="156"/>
                  <a:pt x="58" y="156"/>
                </a:cubicBezTo>
                <a:cubicBezTo>
                  <a:pt x="57" y="155"/>
                  <a:pt x="55" y="154"/>
                  <a:pt x="53" y="154"/>
                </a:cubicBezTo>
                <a:cubicBezTo>
                  <a:pt x="51" y="154"/>
                  <a:pt x="50" y="155"/>
                  <a:pt x="48" y="156"/>
                </a:cubicBezTo>
                <a:cubicBezTo>
                  <a:pt x="13" y="192"/>
                  <a:pt x="13" y="192"/>
                  <a:pt x="13" y="192"/>
                </a:cubicBezTo>
                <a:cubicBezTo>
                  <a:pt x="13" y="13"/>
                  <a:pt x="13" y="13"/>
                  <a:pt x="13" y="13"/>
                </a:cubicBezTo>
                <a:cubicBezTo>
                  <a:pt x="93" y="13"/>
                  <a:pt x="93" y="13"/>
                  <a:pt x="93" y="13"/>
                </a:cubicBezTo>
                <a:lnTo>
                  <a:pt x="93" y="1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84" name="Group 283"/>
          <p:cNvGrpSpPr/>
          <p:nvPr/>
        </p:nvGrpSpPr>
        <p:grpSpPr>
          <a:xfrm>
            <a:off x="2043114" y="3426482"/>
            <a:ext cx="157163" cy="317500"/>
            <a:chOff x="2043114" y="3825875"/>
            <a:chExt cx="157163" cy="317500"/>
          </a:xfrm>
        </p:grpSpPr>
        <p:sp>
          <p:nvSpPr>
            <p:cNvPr id="132" name="Freeform 103"/>
            <p:cNvSpPr>
              <a:spLocks noEditPoints="1"/>
            </p:cNvSpPr>
            <p:nvPr/>
          </p:nvSpPr>
          <p:spPr bwMode="auto">
            <a:xfrm>
              <a:off x="2043114" y="3825875"/>
              <a:ext cx="157163" cy="317500"/>
            </a:xfrm>
            <a:custGeom>
              <a:avLst/>
              <a:gdLst>
                <a:gd name="T0" fmla="*/ 11 w 107"/>
                <a:gd name="T1" fmla="*/ 213 h 215"/>
                <a:gd name="T2" fmla="*/ 53 w 107"/>
                <a:gd name="T3" fmla="*/ 170 h 215"/>
                <a:gd name="T4" fmla="*/ 96 w 107"/>
                <a:gd name="T5" fmla="*/ 213 h 215"/>
                <a:gd name="T6" fmla="*/ 100 w 107"/>
                <a:gd name="T7" fmla="*/ 215 h 215"/>
                <a:gd name="T8" fmla="*/ 103 w 107"/>
                <a:gd name="T9" fmla="*/ 214 h 215"/>
                <a:gd name="T10" fmla="*/ 107 w 107"/>
                <a:gd name="T11" fmla="*/ 208 h 215"/>
                <a:gd name="T12" fmla="*/ 107 w 107"/>
                <a:gd name="T13" fmla="*/ 7 h 215"/>
                <a:gd name="T14" fmla="*/ 100 w 107"/>
                <a:gd name="T15" fmla="*/ 0 h 215"/>
                <a:gd name="T16" fmla="*/ 6 w 107"/>
                <a:gd name="T17" fmla="*/ 0 h 215"/>
                <a:gd name="T18" fmla="*/ 0 w 107"/>
                <a:gd name="T19" fmla="*/ 7 h 215"/>
                <a:gd name="T20" fmla="*/ 0 w 107"/>
                <a:gd name="T21" fmla="*/ 208 h 215"/>
                <a:gd name="T22" fmla="*/ 4 w 107"/>
                <a:gd name="T23" fmla="*/ 214 h 215"/>
                <a:gd name="T24" fmla="*/ 11 w 107"/>
                <a:gd name="T25" fmla="*/ 213 h 215"/>
                <a:gd name="T26" fmla="*/ 13 w 107"/>
                <a:gd name="T27" fmla="*/ 13 h 215"/>
                <a:gd name="T28" fmla="*/ 94 w 107"/>
                <a:gd name="T29" fmla="*/ 13 h 215"/>
                <a:gd name="T30" fmla="*/ 94 w 107"/>
                <a:gd name="T31" fmla="*/ 192 h 215"/>
                <a:gd name="T32" fmla="*/ 58 w 107"/>
                <a:gd name="T33" fmla="*/ 156 h 215"/>
                <a:gd name="T34" fmla="*/ 53 w 107"/>
                <a:gd name="T35" fmla="*/ 154 h 215"/>
                <a:gd name="T36" fmla="*/ 49 w 107"/>
                <a:gd name="T37" fmla="*/ 156 h 215"/>
                <a:gd name="T38" fmla="*/ 13 w 107"/>
                <a:gd name="T39" fmla="*/ 192 h 215"/>
                <a:gd name="T40" fmla="*/ 13 w 107"/>
                <a:gd name="T41" fmla="*/ 1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7" h="215">
                  <a:moveTo>
                    <a:pt x="11" y="213"/>
                  </a:moveTo>
                  <a:cubicBezTo>
                    <a:pt x="53" y="170"/>
                    <a:pt x="53" y="170"/>
                    <a:pt x="53" y="170"/>
                  </a:cubicBezTo>
                  <a:cubicBezTo>
                    <a:pt x="96" y="213"/>
                    <a:pt x="96" y="213"/>
                    <a:pt x="96" y="213"/>
                  </a:cubicBezTo>
                  <a:cubicBezTo>
                    <a:pt x="97" y="214"/>
                    <a:pt x="99" y="215"/>
                    <a:pt x="100" y="215"/>
                  </a:cubicBezTo>
                  <a:cubicBezTo>
                    <a:pt x="101" y="215"/>
                    <a:pt x="102" y="214"/>
                    <a:pt x="103" y="214"/>
                  </a:cubicBezTo>
                  <a:cubicBezTo>
                    <a:pt x="105" y="213"/>
                    <a:pt x="107" y="211"/>
                    <a:pt x="107" y="208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3"/>
                    <a:pt x="104" y="0"/>
                    <a:pt x="10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1" y="213"/>
                    <a:pt x="4" y="214"/>
                  </a:cubicBezTo>
                  <a:cubicBezTo>
                    <a:pt x="6" y="215"/>
                    <a:pt x="9" y="214"/>
                    <a:pt x="11" y="213"/>
                  </a:cubicBezTo>
                  <a:close/>
                  <a:moveTo>
                    <a:pt x="13" y="13"/>
                  </a:moveTo>
                  <a:cubicBezTo>
                    <a:pt x="94" y="13"/>
                    <a:pt x="94" y="13"/>
                    <a:pt x="94" y="13"/>
                  </a:cubicBezTo>
                  <a:cubicBezTo>
                    <a:pt x="94" y="192"/>
                    <a:pt x="94" y="192"/>
                    <a:pt x="94" y="192"/>
                  </a:cubicBezTo>
                  <a:cubicBezTo>
                    <a:pt x="58" y="156"/>
                    <a:pt x="58" y="156"/>
                    <a:pt x="58" y="156"/>
                  </a:cubicBezTo>
                  <a:cubicBezTo>
                    <a:pt x="57" y="155"/>
                    <a:pt x="55" y="154"/>
                    <a:pt x="53" y="154"/>
                  </a:cubicBezTo>
                  <a:cubicBezTo>
                    <a:pt x="52" y="154"/>
                    <a:pt x="50" y="155"/>
                    <a:pt x="49" y="156"/>
                  </a:cubicBezTo>
                  <a:cubicBezTo>
                    <a:pt x="13" y="192"/>
                    <a:pt x="13" y="192"/>
                    <a:pt x="13" y="192"/>
                  </a:cubicBez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3" name="Freeform 104"/>
            <p:cNvSpPr>
              <a:spLocks/>
            </p:cNvSpPr>
            <p:nvPr/>
          </p:nvSpPr>
          <p:spPr bwMode="auto">
            <a:xfrm>
              <a:off x="2082801" y="3895725"/>
              <a:ext cx="77788" cy="77787"/>
            </a:xfrm>
            <a:custGeom>
              <a:avLst/>
              <a:gdLst>
                <a:gd name="T0" fmla="*/ 33 w 53"/>
                <a:gd name="T1" fmla="*/ 47 h 53"/>
                <a:gd name="T2" fmla="*/ 33 w 53"/>
                <a:gd name="T3" fmla="*/ 33 h 53"/>
                <a:gd name="T4" fmla="*/ 46 w 53"/>
                <a:gd name="T5" fmla="*/ 33 h 53"/>
                <a:gd name="T6" fmla="*/ 53 w 53"/>
                <a:gd name="T7" fmla="*/ 27 h 53"/>
                <a:gd name="T8" fmla="*/ 46 w 53"/>
                <a:gd name="T9" fmla="*/ 20 h 53"/>
                <a:gd name="T10" fmla="*/ 33 w 53"/>
                <a:gd name="T11" fmla="*/ 20 h 53"/>
                <a:gd name="T12" fmla="*/ 33 w 53"/>
                <a:gd name="T13" fmla="*/ 7 h 53"/>
                <a:gd name="T14" fmla="*/ 26 w 53"/>
                <a:gd name="T15" fmla="*/ 0 h 53"/>
                <a:gd name="T16" fmla="*/ 20 w 53"/>
                <a:gd name="T17" fmla="*/ 7 h 53"/>
                <a:gd name="T18" fmla="*/ 20 w 53"/>
                <a:gd name="T19" fmla="*/ 20 h 53"/>
                <a:gd name="T20" fmla="*/ 6 w 53"/>
                <a:gd name="T21" fmla="*/ 20 h 53"/>
                <a:gd name="T22" fmla="*/ 0 w 53"/>
                <a:gd name="T23" fmla="*/ 27 h 53"/>
                <a:gd name="T24" fmla="*/ 6 w 53"/>
                <a:gd name="T25" fmla="*/ 33 h 53"/>
                <a:gd name="T26" fmla="*/ 20 w 53"/>
                <a:gd name="T27" fmla="*/ 33 h 53"/>
                <a:gd name="T28" fmla="*/ 20 w 53"/>
                <a:gd name="T29" fmla="*/ 47 h 53"/>
                <a:gd name="T30" fmla="*/ 26 w 53"/>
                <a:gd name="T31" fmla="*/ 53 h 53"/>
                <a:gd name="T32" fmla="*/ 33 w 53"/>
                <a:gd name="T33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53">
                  <a:moveTo>
                    <a:pt x="33" y="47"/>
                  </a:moveTo>
                  <a:cubicBezTo>
                    <a:pt x="33" y="33"/>
                    <a:pt x="33" y="33"/>
                    <a:pt x="33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50" y="33"/>
                    <a:pt x="53" y="30"/>
                    <a:pt x="53" y="27"/>
                  </a:cubicBezTo>
                  <a:cubicBezTo>
                    <a:pt x="53" y="23"/>
                    <a:pt x="50" y="20"/>
                    <a:pt x="46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3"/>
                    <a:pt x="30" y="0"/>
                    <a:pt x="26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3" y="20"/>
                    <a:pt x="0" y="23"/>
                    <a:pt x="0" y="27"/>
                  </a:cubicBezTo>
                  <a:cubicBezTo>
                    <a:pt x="0" y="30"/>
                    <a:pt x="3" y="33"/>
                    <a:pt x="6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50"/>
                    <a:pt x="23" y="53"/>
                    <a:pt x="26" y="53"/>
                  </a:cubicBezTo>
                  <a:cubicBezTo>
                    <a:pt x="30" y="53"/>
                    <a:pt x="33" y="50"/>
                    <a:pt x="33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5" name="Group 284"/>
          <p:cNvGrpSpPr/>
          <p:nvPr/>
        </p:nvGrpSpPr>
        <p:grpSpPr>
          <a:xfrm>
            <a:off x="2533651" y="3426482"/>
            <a:ext cx="157163" cy="317500"/>
            <a:chOff x="2533651" y="3825875"/>
            <a:chExt cx="157163" cy="317500"/>
          </a:xfrm>
        </p:grpSpPr>
        <p:sp>
          <p:nvSpPr>
            <p:cNvPr id="134" name="Freeform 105"/>
            <p:cNvSpPr>
              <a:spLocks noEditPoints="1"/>
            </p:cNvSpPr>
            <p:nvPr/>
          </p:nvSpPr>
          <p:spPr bwMode="auto">
            <a:xfrm>
              <a:off x="2533651" y="3825875"/>
              <a:ext cx="157163" cy="317500"/>
            </a:xfrm>
            <a:custGeom>
              <a:avLst/>
              <a:gdLst>
                <a:gd name="T0" fmla="*/ 11 w 107"/>
                <a:gd name="T1" fmla="*/ 213 h 215"/>
                <a:gd name="T2" fmla="*/ 53 w 107"/>
                <a:gd name="T3" fmla="*/ 170 h 215"/>
                <a:gd name="T4" fmla="*/ 96 w 107"/>
                <a:gd name="T5" fmla="*/ 213 h 215"/>
                <a:gd name="T6" fmla="*/ 100 w 107"/>
                <a:gd name="T7" fmla="*/ 215 h 215"/>
                <a:gd name="T8" fmla="*/ 103 w 107"/>
                <a:gd name="T9" fmla="*/ 214 h 215"/>
                <a:gd name="T10" fmla="*/ 107 w 107"/>
                <a:gd name="T11" fmla="*/ 208 h 215"/>
                <a:gd name="T12" fmla="*/ 107 w 107"/>
                <a:gd name="T13" fmla="*/ 7 h 215"/>
                <a:gd name="T14" fmla="*/ 100 w 107"/>
                <a:gd name="T15" fmla="*/ 0 h 215"/>
                <a:gd name="T16" fmla="*/ 6 w 107"/>
                <a:gd name="T17" fmla="*/ 0 h 215"/>
                <a:gd name="T18" fmla="*/ 0 w 107"/>
                <a:gd name="T19" fmla="*/ 7 h 215"/>
                <a:gd name="T20" fmla="*/ 0 w 107"/>
                <a:gd name="T21" fmla="*/ 208 h 215"/>
                <a:gd name="T22" fmla="*/ 4 w 107"/>
                <a:gd name="T23" fmla="*/ 214 h 215"/>
                <a:gd name="T24" fmla="*/ 11 w 107"/>
                <a:gd name="T25" fmla="*/ 213 h 215"/>
                <a:gd name="T26" fmla="*/ 13 w 107"/>
                <a:gd name="T27" fmla="*/ 13 h 215"/>
                <a:gd name="T28" fmla="*/ 94 w 107"/>
                <a:gd name="T29" fmla="*/ 13 h 215"/>
                <a:gd name="T30" fmla="*/ 94 w 107"/>
                <a:gd name="T31" fmla="*/ 192 h 215"/>
                <a:gd name="T32" fmla="*/ 58 w 107"/>
                <a:gd name="T33" fmla="*/ 156 h 215"/>
                <a:gd name="T34" fmla="*/ 53 w 107"/>
                <a:gd name="T35" fmla="*/ 154 h 215"/>
                <a:gd name="T36" fmla="*/ 49 w 107"/>
                <a:gd name="T37" fmla="*/ 156 h 215"/>
                <a:gd name="T38" fmla="*/ 13 w 107"/>
                <a:gd name="T39" fmla="*/ 192 h 215"/>
                <a:gd name="T40" fmla="*/ 13 w 107"/>
                <a:gd name="T41" fmla="*/ 1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7" h="215">
                  <a:moveTo>
                    <a:pt x="11" y="213"/>
                  </a:moveTo>
                  <a:cubicBezTo>
                    <a:pt x="53" y="170"/>
                    <a:pt x="53" y="170"/>
                    <a:pt x="53" y="170"/>
                  </a:cubicBezTo>
                  <a:cubicBezTo>
                    <a:pt x="96" y="213"/>
                    <a:pt x="96" y="213"/>
                    <a:pt x="96" y="213"/>
                  </a:cubicBezTo>
                  <a:cubicBezTo>
                    <a:pt x="97" y="214"/>
                    <a:pt x="99" y="215"/>
                    <a:pt x="100" y="215"/>
                  </a:cubicBezTo>
                  <a:cubicBezTo>
                    <a:pt x="101" y="215"/>
                    <a:pt x="102" y="214"/>
                    <a:pt x="103" y="214"/>
                  </a:cubicBezTo>
                  <a:cubicBezTo>
                    <a:pt x="105" y="213"/>
                    <a:pt x="107" y="211"/>
                    <a:pt x="107" y="208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3"/>
                    <a:pt x="104" y="0"/>
                    <a:pt x="10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1" y="213"/>
                    <a:pt x="4" y="214"/>
                  </a:cubicBezTo>
                  <a:cubicBezTo>
                    <a:pt x="6" y="215"/>
                    <a:pt x="9" y="214"/>
                    <a:pt x="11" y="213"/>
                  </a:cubicBezTo>
                  <a:close/>
                  <a:moveTo>
                    <a:pt x="13" y="13"/>
                  </a:moveTo>
                  <a:cubicBezTo>
                    <a:pt x="94" y="13"/>
                    <a:pt x="94" y="13"/>
                    <a:pt x="94" y="13"/>
                  </a:cubicBezTo>
                  <a:cubicBezTo>
                    <a:pt x="94" y="192"/>
                    <a:pt x="94" y="192"/>
                    <a:pt x="94" y="192"/>
                  </a:cubicBezTo>
                  <a:cubicBezTo>
                    <a:pt x="58" y="156"/>
                    <a:pt x="58" y="156"/>
                    <a:pt x="58" y="156"/>
                  </a:cubicBezTo>
                  <a:cubicBezTo>
                    <a:pt x="57" y="155"/>
                    <a:pt x="55" y="154"/>
                    <a:pt x="53" y="154"/>
                  </a:cubicBezTo>
                  <a:cubicBezTo>
                    <a:pt x="52" y="154"/>
                    <a:pt x="50" y="155"/>
                    <a:pt x="49" y="156"/>
                  </a:cubicBezTo>
                  <a:cubicBezTo>
                    <a:pt x="13" y="192"/>
                    <a:pt x="13" y="192"/>
                    <a:pt x="13" y="192"/>
                  </a:cubicBez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5" name="Freeform 106"/>
            <p:cNvSpPr>
              <a:spLocks/>
            </p:cNvSpPr>
            <p:nvPr/>
          </p:nvSpPr>
          <p:spPr bwMode="auto">
            <a:xfrm>
              <a:off x="2571751" y="3894137"/>
              <a:ext cx="80963" cy="79375"/>
            </a:xfrm>
            <a:custGeom>
              <a:avLst/>
              <a:gdLst>
                <a:gd name="T0" fmla="*/ 43 w 55"/>
                <a:gd name="T1" fmla="*/ 53 h 54"/>
                <a:gd name="T2" fmla="*/ 48 w 55"/>
                <a:gd name="T3" fmla="*/ 54 h 54"/>
                <a:gd name="T4" fmla="*/ 52 w 55"/>
                <a:gd name="T5" fmla="*/ 53 h 54"/>
                <a:gd name="T6" fmla="*/ 52 w 55"/>
                <a:gd name="T7" fmla="*/ 43 h 54"/>
                <a:gd name="T8" fmla="*/ 37 w 55"/>
                <a:gd name="T9" fmla="*/ 28 h 54"/>
                <a:gd name="T10" fmla="*/ 52 w 55"/>
                <a:gd name="T11" fmla="*/ 12 h 54"/>
                <a:gd name="T12" fmla="*/ 52 w 55"/>
                <a:gd name="T13" fmla="*/ 3 h 54"/>
                <a:gd name="T14" fmla="*/ 43 w 55"/>
                <a:gd name="T15" fmla="*/ 3 h 54"/>
                <a:gd name="T16" fmla="*/ 27 w 55"/>
                <a:gd name="T17" fmla="*/ 18 h 54"/>
                <a:gd name="T18" fmla="*/ 12 w 55"/>
                <a:gd name="T19" fmla="*/ 3 h 54"/>
                <a:gd name="T20" fmla="*/ 3 w 55"/>
                <a:gd name="T21" fmla="*/ 3 h 54"/>
                <a:gd name="T22" fmla="*/ 3 w 55"/>
                <a:gd name="T23" fmla="*/ 12 h 54"/>
                <a:gd name="T24" fmla="*/ 18 w 55"/>
                <a:gd name="T25" fmla="*/ 28 h 54"/>
                <a:gd name="T26" fmla="*/ 3 w 55"/>
                <a:gd name="T27" fmla="*/ 43 h 54"/>
                <a:gd name="T28" fmla="*/ 3 w 55"/>
                <a:gd name="T29" fmla="*/ 53 h 54"/>
                <a:gd name="T30" fmla="*/ 7 w 55"/>
                <a:gd name="T31" fmla="*/ 54 h 54"/>
                <a:gd name="T32" fmla="*/ 12 w 55"/>
                <a:gd name="T33" fmla="*/ 53 h 54"/>
                <a:gd name="T34" fmla="*/ 27 w 55"/>
                <a:gd name="T35" fmla="*/ 37 h 54"/>
                <a:gd name="T36" fmla="*/ 43 w 55"/>
                <a:gd name="T37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54">
                  <a:moveTo>
                    <a:pt x="43" y="53"/>
                  </a:moveTo>
                  <a:cubicBezTo>
                    <a:pt x="44" y="54"/>
                    <a:pt x="46" y="54"/>
                    <a:pt x="48" y="54"/>
                  </a:cubicBezTo>
                  <a:cubicBezTo>
                    <a:pt x="49" y="54"/>
                    <a:pt x="51" y="54"/>
                    <a:pt x="52" y="53"/>
                  </a:cubicBezTo>
                  <a:cubicBezTo>
                    <a:pt x="55" y="50"/>
                    <a:pt x="55" y="46"/>
                    <a:pt x="52" y="43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5" y="10"/>
                    <a:pt x="55" y="5"/>
                    <a:pt x="52" y="3"/>
                  </a:cubicBezTo>
                  <a:cubicBezTo>
                    <a:pt x="50" y="0"/>
                    <a:pt x="45" y="0"/>
                    <a:pt x="43" y="3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6"/>
                    <a:pt x="0" y="50"/>
                    <a:pt x="3" y="53"/>
                  </a:cubicBezTo>
                  <a:cubicBezTo>
                    <a:pt x="4" y="54"/>
                    <a:pt x="6" y="54"/>
                    <a:pt x="7" y="54"/>
                  </a:cubicBezTo>
                  <a:cubicBezTo>
                    <a:pt x="9" y="54"/>
                    <a:pt x="11" y="54"/>
                    <a:pt x="12" y="53"/>
                  </a:cubicBezTo>
                  <a:cubicBezTo>
                    <a:pt x="27" y="37"/>
                    <a:pt x="27" y="37"/>
                    <a:pt x="27" y="37"/>
                  </a:cubicBezTo>
                  <a:lnTo>
                    <a:pt x="43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36" name="Freeform 107"/>
          <p:cNvSpPr>
            <a:spLocks noEditPoints="1"/>
          </p:cNvSpPr>
          <p:nvPr/>
        </p:nvSpPr>
        <p:spPr bwMode="auto">
          <a:xfrm>
            <a:off x="5445126" y="1953282"/>
            <a:ext cx="217488" cy="317500"/>
          </a:xfrm>
          <a:custGeom>
            <a:avLst/>
            <a:gdLst>
              <a:gd name="T0" fmla="*/ 7 w 148"/>
              <a:gd name="T1" fmla="*/ 0 h 215"/>
              <a:gd name="T2" fmla="*/ 0 w 148"/>
              <a:gd name="T3" fmla="*/ 7 h 215"/>
              <a:gd name="T4" fmla="*/ 0 w 148"/>
              <a:gd name="T5" fmla="*/ 208 h 215"/>
              <a:gd name="T6" fmla="*/ 7 w 148"/>
              <a:gd name="T7" fmla="*/ 215 h 215"/>
              <a:gd name="T8" fmla="*/ 14 w 148"/>
              <a:gd name="T9" fmla="*/ 208 h 215"/>
              <a:gd name="T10" fmla="*/ 14 w 148"/>
              <a:gd name="T11" fmla="*/ 108 h 215"/>
              <a:gd name="T12" fmla="*/ 141 w 148"/>
              <a:gd name="T13" fmla="*/ 108 h 215"/>
              <a:gd name="T14" fmla="*/ 147 w 148"/>
              <a:gd name="T15" fmla="*/ 105 h 215"/>
              <a:gd name="T16" fmla="*/ 147 w 148"/>
              <a:gd name="T17" fmla="*/ 98 h 215"/>
              <a:gd name="T18" fmla="*/ 129 w 148"/>
              <a:gd name="T19" fmla="*/ 61 h 215"/>
              <a:gd name="T20" fmla="*/ 147 w 148"/>
              <a:gd name="T21" fmla="*/ 24 h 215"/>
              <a:gd name="T22" fmla="*/ 147 w 148"/>
              <a:gd name="T23" fmla="*/ 17 h 215"/>
              <a:gd name="T24" fmla="*/ 141 w 148"/>
              <a:gd name="T25" fmla="*/ 14 h 215"/>
              <a:gd name="T26" fmla="*/ 14 w 148"/>
              <a:gd name="T27" fmla="*/ 14 h 215"/>
              <a:gd name="T28" fmla="*/ 14 w 148"/>
              <a:gd name="T29" fmla="*/ 7 h 215"/>
              <a:gd name="T30" fmla="*/ 7 w 148"/>
              <a:gd name="T31" fmla="*/ 0 h 215"/>
              <a:gd name="T32" fmla="*/ 130 w 148"/>
              <a:gd name="T33" fmla="*/ 27 h 215"/>
              <a:gd name="T34" fmla="*/ 115 w 148"/>
              <a:gd name="T35" fmla="*/ 58 h 215"/>
              <a:gd name="T36" fmla="*/ 115 w 148"/>
              <a:gd name="T37" fmla="*/ 64 h 215"/>
              <a:gd name="T38" fmla="*/ 130 w 148"/>
              <a:gd name="T39" fmla="*/ 94 h 215"/>
              <a:gd name="T40" fmla="*/ 14 w 148"/>
              <a:gd name="T41" fmla="*/ 94 h 215"/>
              <a:gd name="T42" fmla="*/ 14 w 148"/>
              <a:gd name="T43" fmla="*/ 27 h 215"/>
              <a:gd name="T44" fmla="*/ 130 w 148"/>
              <a:gd name="T45" fmla="*/ 27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8" h="215">
                <a:moveTo>
                  <a:pt x="7" y="0"/>
                </a:moveTo>
                <a:cubicBezTo>
                  <a:pt x="3" y="0"/>
                  <a:pt x="0" y="4"/>
                  <a:pt x="0" y="7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2"/>
                  <a:pt x="3" y="215"/>
                  <a:pt x="7" y="215"/>
                </a:cubicBezTo>
                <a:cubicBezTo>
                  <a:pt x="11" y="215"/>
                  <a:pt x="14" y="212"/>
                  <a:pt x="14" y="20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41" y="108"/>
                  <a:pt x="141" y="108"/>
                  <a:pt x="141" y="108"/>
                </a:cubicBezTo>
                <a:cubicBezTo>
                  <a:pt x="144" y="108"/>
                  <a:pt x="146" y="107"/>
                  <a:pt x="147" y="105"/>
                </a:cubicBezTo>
                <a:cubicBezTo>
                  <a:pt x="148" y="103"/>
                  <a:pt x="148" y="100"/>
                  <a:pt x="147" y="98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47" y="24"/>
                  <a:pt x="147" y="24"/>
                  <a:pt x="147" y="24"/>
                </a:cubicBezTo>
                <a:cubicBezTo>
                  <a:pt x="148" y="22"/>
                  <a:pt x="148" y="19"/>
                  <a:pt x="147" y="17"/>
                </a:cubicBezTo>
                <a:cubicBezTo>
                  <a:pt x="146" y="15"/>
                  <a:pt x="144" y="14"/>
                  <a:pt x="141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4"/>
                  <a:pt x="11" y="0"/>
                  <a:pt x="7" y="0"/>
                </a:cubicBezTo>
                <a:close/>
                <a:moveTo>
                  <a:pt x="130" y="27"/>
                </a:moveTo>
                <a:cubicBezTo>
                  <a:pt x="115" y="58"/>
                  <a:pt x="115" y="58"/>
                  <a:pt x="115" y="58"/>
                </a:cubicBezTo>
                <a:cubicBezTo>
                  <a:pt x="114" y="60"/>
                  <a:pt x="114" y="62"/>
                  <a:pt x="115" y="64"/>
                </a:cubicBezTo>
                <a:cubicBezTo>
                  <a:pt x="130" y="94"/>
                  <a:pt x="130" y="94"/>
                  <a:pt x="130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27"/>
                  <a:pt x="14" y="27"/>
                  <a:pt x="14" y="27"/>
                </a:cubicBezTo>
                <a:lnTo>
                  <a:pt x="130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79" name="Group 278"/>
          <p:cNvGrpSpPr/>
          <p:nvPr/>
        </p:nvGrpSpPr>
        <p:grpSpPr>
          <a:xfrm>
            <a:off x="3473451" y="2935944"/>
            <a:ext cx="238125" cy="315912"/>
            <a:chOff x="3473451" y="3335337"/>
            <a:chExt cx="238125" cy="315912"/>
          </a:xfrm>
        </p:grpSpPr>
        <p:sp>
          <p:nvSpPr>
            <p:cNvPr id="137" name="Freeform 108"/>
            <p:cNvSpPr>
              <a:spLocks noEditPoints="1"/>
            </p:cNvSpPr>
            <p:nvPr/>
          </p:nvSpPr>
          <p:spPr bwMode="auto">
            <a:xfrm>
              <a:off x="3473451" y="3335337"/>
              <a:ext cx="238125" cy="315912"/>
            </a:xfrm>
            <a:custGeom>
              <a:avLst/>
              <a:gdLst>
                <a:gd name="T0" fmla="*/ 122 w 161"/>
                <a:gd name="T1" fmla="*/ 20 h 214"/>
                <a:gd name="T2" fmla="*/ 114 w 161"/>
                <a:gd name="T3" fmla="*/ 3 h 214"/>
                <a:gd name="T4" fmla="*/ 108 w 161"/>
                <a:gd name="T5" fmla="*/ 0 h 214"/>
                <a:gd name="T6" fmla="*/ 54 w 161"/>
                <a:gd name="T7" fmla="*/ 0 h 214"/>
                <a:gd name="T8" fmla="*/ 48 w 161"/>
                <a:gd name="T9" fmla="*/ 3 h 214"/>
                <a:gd name="T10" fmla="*/ 40 w 161"/>
                <a:gd name="T11" fmla="*/ 20 h 214"/>
                <a:gd name="T12" fmla="*/ 7 w 161"/>
                <a:gd name="T13" fmla="*/ 20 h 214"/>
                <a:gd name="T14" fmla="*/ 0 w 161"/>
                <a:gd name="T15" fmla="*/ 27 h 214"/>
                <a:gd name="T16" fmla="*/ 0 w 161"/>
                <a:gd name="T17" fmla="*/ 208 h 214"/>
                <a:gd name="T18" fmla="*/ 7 w 161"/>
                <a:gd name="T19" fmla="*/ 214 h 214"/>
                <a:gd name="T20" fmla="*/ 154 w 161"/>
                <a:gd name="T21" fmla="*/ 214 h 214"/>
                <a:gd name="T22" fmla="*/ 161 w 161"/>
                <a:gd name="T23" fmla="*/ 208 h 214"/>
                <a:gd name="T24" fmla="*/ 161 w 161"/>
                <a:gd name="T25" fmla="*/ 27 h 214"/>
                <a:gd name="T26" fmla="*/ 154 w 161"/>
                <a:gd name="T27" fmla="*/ 20 h 214"/>
                <a:gd name="T28" fmla="*/ 122 w 161"/>
                <a:gd name="T29" fmla="*/ 20 h 214"/>
                <a:gd name="T30" fmla="*/ 58 w 161"/>
                <a:gd name="T31" fmla="*/ 13 h 214"/>
                <a:gd name="T32" fmla="*/ 103 w 161"/>
                <a:gd name="T33" fmla="*/ 13 h 214"/>
                <a:gd name="T34" fmla="*/ 117 w 161"/>
                <a:gd name="T35" fmla="*/ 40 h 214"/>
                <a:gd name="T36" fmla="*/ 45 w 161"/>
                <a:gd name="T37" fmla="*/ 40 h 214"/>
                <a:gd name="T38" fmla="*/ 58 w 161"/>
                <a:gd name="T39" fmla="*/ 13 h 214"/>
                <a:gd name="T40" fmla="*/ 148 w 161"/>
                <a:gd name="T41" fmla="*/ 201 h 214"/>
                <a:gd name="T42" fmla="*/ 14 w 161"/>
                <a:gd name="T43" fmla="*/ 201 h 214"/>
                <a:gd name="T44" fmla="*/ 14 w 161"/>
                <a:gd name="T45" fmla="*/ 33 h 214"/>
                <a:gd name="T46" fmla="*/ 33 w 161"/>
                <a:gd name="T47" fmla="*/ 33 h 214"/>
                <a:gd name="T48" fmla="*/ 28 w 161"/>
                <a:gd name="T49" fmla="*/ 44 h 214"/>
                <a:gd name="T50" fmla="*/ 28 w 161"/>
                <a:gd name="T51" fmla="*/ 50 h 214"/>
                <a:gd name="T52" fmla="*/ 34 w 161"/>
                <a:gd name="T53" fmla="*/ 53 h 214"/>
                <a:gd name="T54" fmla="*/ 128 w 161"/>
                <a:gd name="T55" fmla="*/ 53 h 214"/>
                <a:gd name="T56" fmla="*/ 128 w 161"/>
                <a:gd name="T57" fmla="*/ 53 h 214"/>
                <a:gd name="T58" fmla="*/ 134 w 161"/>
                <a:gd name="T59" fmla="*/ 47 h 214"/>
                <a:gd name="T60" fmla="*/ 133 w 161"/>
                <a:gd name="T61" fmla="*/ 43 h 214"/>
                <a:gd name="T62" fmla="*/ 128 w 161"/>
                <a:gd name="T63" fmla="*/ 33 h 214"/>
                <a:gd name="T64" fmla="*/ 148 w 161"/>
                <a:gd name="T65" fmla="*/ 33 h 214"/>
                <a:gd name="T66" fmla="*/ 148 w 161"/>
                <a:gd name="T67" fmla="*/ 2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1" h="214">
                  <a:moveTo>
                    <a:pt x="122" y="20"/>
                  </a:moveTo>
                  <a:cubicBezTo>
                    <a:pt x="114" y="3"/>
                    <a:pt x="114" y="3"/>
                    <a:pt x="114" y="3"/>
                  </a:cubicBezTo>
                  <a:cubicBezTo>
                    <a:pt x="112" y="1"/>
                    <a:pt x="110" y="0"/>
                    <a:pt x="10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9" y="1"/>
                    <a:pt x="48" y="3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3" y="20"/>
                    <a:pt x="0" y="23"/>
                    <a:pt x="0" y="2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cubicBezTo>
                    <a:pt x="154" y="214"/>
                    <a:pt x="154" y="214"/>
                    <a:pt x="154" y="214"/>
                  </a:cubicBezTo>
                  <a:cubicBezTo>
                    <a:pt x="158" y="214"/>
                    <a:pt x="161" y="211"/>
                    <a:pt x="161" y="208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3"/>
                    <a:pt x="158" y="20"/>
                    <a:pt x="154" y="20"/>
                  </a:cubicBezTo>
                  <a:lnTo>
                    <a:pt x="122" y="20"/>
                  </a:lnTo>
                  <a:close/>
                  <a:moveTo>
                    <a:pt x="58" y="13"/>
                  </a:moveTo>
                  <a:cubicBezTo>
                    <a:pt x="103" y="13"/>
                    <a:pt x="103" y="13"/>
                    <a:pt x="103" y="13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45" y="40"/>
                    <a:pt x="45" y="40"/>
                    <a:pt x="45" y="40"/>
                  </a:cubicBezTo>
                  <a:lnTo>
                    <a:pt x="58" y="13"/>
                  </a:lnTo>
                  <a:close/>
                  <a:moveTo>
                    <a:pt x="148" y="201"/>
                  </a:moveTo>
                  <a:cubicBezTo>
                    <a:pt x="14" y="201"/>
                    <a:pt x="14" y="201"/>
                    <a:pt x="14" y="201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7" y="46"/>
                    <a:pt x="27" y="48"/>
                    <a:pt x="28" y="50"/>
                  </a:cubicBezTo>
                  <a:cubicBezTo>
                    <a:pt x="29" y="52"/>
                    <a:pt x="31" y="53"/>
                    <a:pt x="34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31" y="53"/>
                    <a:pt x="134" y="50"/>
                    <a:pt x="134" y="47"/>
                  </a:cubicBezTo>
                  <a:cubicBezTo>
                    <a:pt x="134" y="45"/>
                    <a:pt x="134" y="44"/>
                    <a:pt x="133" y="43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48" y="33"/>
                    <a:pt x="148" y="33"/>
                    <a:pt x="148" y="33"/>
                  </a:cubicBezTo>
                  <a:lnTo>
                    <a:pt x="148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8" name="Freeform 109"/>
            <p:cNvSpPr>
              <a:spLocks/>
            </p:cNvSpPr>
            <p:nvPr/>
          </p:nvSpPr>
          <p:spPr bwMode="auto">
            <a:xfrm>
              <a:off x="3563939" y="3444875"/>
              <a:ext cx="107950" cy="19050"/>
            </a:xfrm>
            <a:custGeom>
              <a:avLst/>
              <a:gdLst>
                <a:gd name="T0" fmla="*/ 67 w 73"/>
                <a:gd name="T1" fmla="*/ 0 h 13"/>
                <a:gd name="T2" fmla="*/ 6 w 73"/>
                <a:gd name="T3" fmla="*/ 0 h 13"/>
                <a:gd name="T4" fmla="*/ 0 w 73"/>
                <a:gd name="T5" fmla="*/ 6 h 13"/>
                <a:gd name="T6" fmla="*/ 6 w 73"/>
                <a:gd name="T7" fmla="*/ 13 h 13"/>
                <a:gd name="T8" fmla="*/ 67 w 73"/>
                <a:gd name="T9" fmla="*/ 13 h 13"/>
                <a:gd name="T10" fmla="*/ 73 w 73"/>
                <a:gd name="T11" fmla="*/ 6 h 13"/>
                <a:gd name="T12" fmla="*/ 67 w 7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3">
                  <a:moveTo>
                    <a:pt x="6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70" y="13"/>
                    <a:pt x="73" y="10"/>
                    <a:pt x="73" y="6"/>
                  </a:cubicBezTo>
                  <a:cubicBezTo>
                    <a:pt x="73" y="3"/>
                    <a:pt x="70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9" name="Freeform 110"/>
            <p:cNvSpPr>
              <a:spLocks/>
            </p:cNvSpPr>
            <p:nvPr/>
          </p:nvSpPr>
          <p:spPr bwMode="auto">
            <a:xfrm>
              <a:off x="3563939" y="3492500"/>
              <a:ext cx="107950" cy="20637"/>
            </a:xfrm>
            <a:custGeom>
              <a:avLst/>
              <a:gdLst>
                <a:gd name="T0" fmla="*/ 67 w 73"/>
                <a:gd name="T1" fmla="*/ 0 h 13"/>
                <a:gd name="T2" fmla="*/ 6 w 73"/>
                <a:gd name="T3" fmla="*/ 0 h 13"/>
                <a:gd name="T4" fmla="*/ 0 w 73"/>
                <a:gd name="T5" fmla="*/ 7 h 13"/>
                <a:gd name="T6" fmla="*/ 6 w 73"/>
                <a:gd name="T7" fmla="*/ 13 h 13"/>
                <a:gd name="T8" fmla="*/ 67 w 73"/>
                <a:gd name="T9" fmla="*/ 13 h 13"/>
                <a:gd name="T10" fmla="*/ 73 w 73"/>
                <a:gd name="T11" fmla="*/ 7 h 13"/>
                <a:gd name="T12" fmla="*/ 67 w 7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3">
                  <a:moveTo>
                    <a:pt x="6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70" y="13"/>
                    <a:pt x="73" y="10"/>
                    <a:pt x="73" y="7"/>
                  </a:cubicBezTo>
                  <a:cubicBezTo>
                    <a:pt x="73" y="3"/>
                    <a:pt x="70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0" name="Freeform 111"/>
            <p:cNvSpPr>
              <a:spLocks/>
            </p:cNvSpPr>
            <p:nvPr/>
          </p:nvSpPr>
          <p:spPr bwMode="auto">
            <a:xfrm>
              <a:off x="3563939" y="3543300"/>
              <a:ext cx="107950" cy="19050"/>
            </a:xfrm>
            <a:custGeom>
              <a:avLst/>
              <a:gdLst>
                <a:gd name="T0" fmla="*/ 67 w 73"/>
                <a:gd name="T1" fmla="*/ 0 h 13"/>
                <a:gd name="T2" fmla="*/ 6 w 73"/>
                <a:gd name="T3" fmla="*/ 0 h 13"/>
                <a:gd name="T4" fmla="*/ 0 w 73"/>
                <a:gd name="T5" fmla="*/ 6 h 13"/>
                <a:gd name="T6" fmla="*/ 6 w 73"/>
                <a:gd name="T7" fmla="*/ 13 h 13"/>
                <a:gd name="T8" fmla="*/ 67 w 73"/>
                <a:gd name="T9" fmla="*/ 13 h 13"/>
                <a:gd name="T10" fmla="*/ 73 w 73"/>
                <a:gd name="T11" fmla="*/ 6 h 13"/>
                <a:gd name="T12" fmla="*/ 67 w 7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3">
                  <a:moveTo>
                    <a:pt x="6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70" y="13"/>
                    <a:pt x="73" y="10"/>
                    <a:pt x="73" y="6"/>
                  </a:cubicBezTo>
                  <a:cubicBezTo>
                    <a:pt x="73" y="3"/>
                    <a:pt x="70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1" name="Freeform 112"/>
            <p:cNvSpPr>
              <a:spLocks/>
            </p:cNvSpPr>
            <p:nvPr/>
          </p:nvSpPr>
          <p:spPr bwMode="auto">
            <a:xfrm>
              <a:off x="3563939" y="3592512"/>
              <a:ext cx="107950" cy="20637"/>
            </a:xfrm>
            <a:custGeom>
              <a:avLst/>
              <a:gdLst>
                <a:gd name="T0" fmla="*/ 67 w 73"/>
                <a:gd name="T1" fmla="*/ 0 h 14"/>
                <a:gd name="T2" fmla="*/ 6 w 73"/>
                <a:gd name="T3" fmla="*/ 0 h 14"/>
                <a:gd name="T4" fmla="*/ 0 w 73"/>
                <a:gd name="T5" fmla="*/ 7 h 14"/>
                <a:gd name="T6" fmla="*/ 6 w 73"/>
                <a:gd name="T7" fmla="*/ 14 h 14"/>
                <a:gd name="T8" fmla="*/ 67 w 73"/>
                <a:gd name="T9" fmla="*/ 14 h 14"/>
                <a:gd name="T10" fmla="*/ 73 w 73"/>
                <a:gd name="T11" fmla="*/ 7 h 14"/>
                <a:gd name="T12" fmla="*/ 67 w 73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4">
                  <a:moveTo>
                    <a:pt x="6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70" y="14"/>
                    <a:pt x="73" y="11"/>
                    <a:pt x="73" y="7"/>
                  </a:cubicBezTo>
                  <a:cubicBezTo>
                    <a:pt x="73" y="3"/>
                    <a:pt x="70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3513139" y="3444875"/>
              <a:ext cx="30163" cy="19050"/>
            </a:xfrm>
            <a:custGeom>
              <a:avLst/>
              <a:gdLst>
                <a:gd name="T0" fmla="*/ 13 w 20"/>
                <a:gd name="T1" fmla="*/ 0 h 13"/>
                <a:gd name="T2" fmla="*/ 7 w 20"/>
                <a:gd name="T3" fmla="*/ 0 h 13"/>
                <a:gd name="T4" fmla="*/ 0 w 20"/>
                <a:gd name="T5" fmla="*/ 6 h 13"/>
                <a:gd name="T6" fmla="*/ 7 w 20"/>
                <a:gd name="T7" fmla="*/ 13 h 13"/>
                <a:gd name="T8" fmla="*/ 13 w 20"/>
                <a:gd name="T9" fmla="*/ 13 h 13"/>
                <a:gd name="T10" fmla="*/ 20 w 20"/>
                <a:gd name="T11" fmla="*/ 6 h 13"/>
                <a:gd name="T12" fmla="*/ 13 w 2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6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3" name="Freeform 114"/>
            <p:cNvSpPr>
              <a:spLocks/>
            </p:cNvSpPr>
            <p:nvPr/>
          </p:nvSpPr>
          <p:spPr bwMode="auto">
            <a:xfrm>
              <a:off x="3513139" y="3492500"/>
              <a:ext cx="30163" cy="20637"/>
            </a:xfrm>
            <a:custGeom>
              <a:avLst/>
              <a:gdLst>
                <a:gd name="T0" fmla="*/ 13 w 20"/>
                <a:gd name="T1" fmla="*/ 0 h 13"/>
                <a:gd name="T2" fmla="*/ 7 w 20"/>
                <a:gd name="T3" fmla="*/ 0 h 13"/>
                <a:gd name="T4" fmla="*/ 0 w 20"/>
                <a:gd name="T5" fmla="*/ 7 h 13"/>
                <a:gd name="T6" fmla="*/ 7 w 20"/>
                <a:gd name="T7" fmla="*/ 13 h 13"/>
                <a:gd name="T8" fmla="*/ 13 w 20"/>
                <a:gd name="T9" fmla="*/ 13 h 13"/>
                <a:gd name="T10" fmla="*/ 20 w 20"/>
                <a:gd name="T11" fmla="*/ 7 h 13"/>
                <a:gd name="T12" fmla="*/ 13 w 2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7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4" name="Freeform 115"/>
            <p:cNvSpPr>
              <a:spLocks/>
            </p:cNvSpPr>
            <p:nvPr/>
          </p:nvSpPr>
          <p:spPr bwMode="auto">
            <a:xfrm>
              <a:off x="3513139" y="3543300"/>
              <a:ext cx="30163" cy="19050"/>
            </a:xfrm>
            <a:custGeom>
              <a:avLst/>
              <a:gdLst>
                <a:gd name="T0" fmla="*/ 13 w 20"/>
                <a:gd name="T1" fmla="*/ 0 h 13"/>
                <a:gd name="T2" fmla="*/ 7 w 20"/>
                <a:gd name="T3" fmla="*/ 0 h 13"/>
                <a:gd name="T4" fmla="*/ 0 w 20"/>
                <a:gd name="T5" fmla="*/ 6 h 13"/>
                <a:gd name="T6" fmla="*/ 7 w 20"/>
                <a:gd name="T7" fmla="*/ 13 h 13"/>
                <a:gd name="T8" fmla="*/ 13 w 20"/>
                <a:gd name="T9" fmla="*/ 13 h 13"/>
                <a:gd name="T10" fmla="*/ 20 w 20"/>
                <a:gd name="T11" fmla="*/ 6 h 13"/>
                <a:gd name="T12" fmla="*/ 13 w 2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6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5" name="Freeform 116"/>
            <p:cNvSpPr>
              <a:spLocks/>
            </p:cNvSpPr>
            <p:nvPr/>
          </p:nvSpPr>
          <p:spPr bwMode="auto">
            <a:xfrm>
              <a:off x="3513139" y="3592512"/>
              <a:ext cx="30163" cy="20637"/>
            </a:xfrm>
            <a:custGeom>
              <a:avLst/>
              <a:gdLst>
                <a:gd name="T0" fmla="*/ 13 w 20"/>
                <a:gd name="T1" fmla="*/ 0 h 14"/>
                <a:gd name="T2" fmla="*/ 7 w 20"/>
                <a:gd name="T3" fmla="*/ 0 h 14"/>
                <a:gd name="T4" fmla="*/ 0 w 20"/>
                <a:gd name="T5" fmla="*/ 7 h 14"/>
                <a:gd name="T6" fmla="*/ 7 w 20"/>
                <a:gd name="T7" fmla="*/ 14 h 14"/>
                <a:gd name="T8" fmla="*/ 13 w 20"/>
                <a:gd name="T9" fmla="*/ 14 h 14"/>
                <a:gd name="T10" fmla="*/ 20 w 20"/>
                <a:gd name="T11" fmla="*/ 7 h 14"/>
                <a:gd name="T12" fmla="*/ 13 w 2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7" y="14"/>
                    <a:pt x="20" y="11"/>
                    <a:pt x="20" y="7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3963989" y="2935944"/>
            <a:ext cx="238125" cy="315912"/>
            <a:chOff x="3963989" y="3335337"/>
            <a:chExt cx="238125" cy="315912"/>
          </a:xfrm>
        </p:grpSpPr>
        <p:sp>
          <p:nvSpPr>
            <p:cNvPr id="146" name="Freeform 117"/>
            <p:cNvSpPr>
              <a:spLocks noEditPoints="1"/>
            </p:cNvSpPr>
            <p:nvPr/>
          </p:nvSpPr>
          <p:spPr bwMode="auto">
            <a:xfrm>
              <a:off x="3963989" y="3335337"/>
              <a:ext cx="238125" cy="315912"/>
            </a:xfrm>
            <a:custGeom>
              <a:avLst/>
              <a:gdLst>
                <a:gd name="T0" fmla="*/ 155 w 161"/>
                <a:gd name="T1" fmla="*/ 214 h 214"/>
                <a:gd name="T2" fmla="*/ 161 w 161"/>
                <a:gd name="T3" fmla="*/ 208 h 214"/>
                <a:gd name="T4" fmla="*/ 161 w 161"/>
                <a:gd name="T5" fmla="*/ 27 h 214"/>
                <a:gd name="T6" fmla="*/ 155 w 161"/>
                <a:gd name="T7" fmla="*/ 20 h 214"/>
                <a:gd name="T8" fmla="*/ 122 w 161"/>
                <a:gd name="T9" fmla="*/ 20 h 214"/>
                <a:gd name="T10" fmla="*/ 114 w 161"/>
                <a:gd name="T11" fmla="*/ 3 h 214"/>
                <a:gd name="T12" fmla="*/ 108 w 161"/>
                <a:gd name="T13" fmla="*/ 0 h 214"/>
                <a:gd name="T14" fmla="*/ 54 w 161"/>
                <a:gd name="T15" fmla="*/ 0 h 214"/>
                <a:gd name="T16" fmla="*/ 48 w 161"/>
                <a:gd name="T17" fmla="*/ 3 h 214"/>
                <a:gd name="T18" fmla="*/ 40 w 161"/>
                <a:gd name="T19" fmla="*/ 20 h 214"/>
                <a:gd name="T20" fmla="*/ 7 w 161"/>
                <a:gd name="T21" fmla="*/ 20 h 214"/>
                <a:gd name="T22" fmla="*/ 0 w 161"/>
                <a:gd name="T23" fmla="*/ 27 h 214"/>
                <a:gd name="T24" fmla="*/ 0 w 161"/>
                <a:gd name="T25" fmla="*/ 208 h 214"/>
                <a:gd name="T26" fmla="*/ 7 w 161"/>
                <a:gd name="T27" fmla="*/ 214 h 214"/>
                <a:gd name="T28" fmla="*/ 155 w 161"/>
                <a:gd name="T29" fmla="*/ 214 h 214"/>
                <a:gd name="T30" fmla="*/ 58 w 161"/>
                <a:gd name="T31" fmla="*/ 13 h 214"/>
                <a:gd name="T32" fmla="*/ 104 w 161"/>
                <a:gd name="T33" fmla="*/ 13 h 214"/>
                <a:gd name="T34" fmla="*/ 117 w 161"/>
                <a:gd name="T35" fmla="*/ 40 h 214"/>
                <a:gd name="T36" fmla="*/ 45 w 161"/>
                <a:gd name="T37" fmla="*/ 40 h 214"/>
                <a:gd name="T38" fmla="*/ 58 w 161"/>
                <a:gd name="T39" fmla="*/ 13 h 214"/>
                <a:gd name="T40" fmla="*/ 14 w 161"/>
                <a:gd name="T41" fmla="*/ 33 h 214"/>
                <a:gd name="T42" fmla="*/ 33 w 161"/>
                <a:gd name="T43" fmla="*/ 33 h 214"/>
                <a:gd name="T44" fmla="*/ 28 w 161"/>
                <a:gd name="T45" fmla="*/ 44 h 214"/>
                <a:gd name="T46" fmla="*/ 28 w 161"/>
                <a:gd name="T47" fmla="*/ 50 h 214"/>
                <a:gd name="T48" fmla="*/ 34 w 161"/>
                <a:gd name="T49" fmla="*/ 53 h 214"/>
                <a:gd name="T50" fmla="*/ 128 w 161"/>
                <a:gd name="T51" fmla="*/ 53 h 214"/>
                <a:gd name="T52" fmla="*/ 128 w 161"/>
                <a:gd name="T53" fmla="*/ 53 h 214"/>
                <a:gd name="T54" fmla="*/ 135 w 161"/>
                <a:gd name="T55" fmla="*/ 47 h 214"/>
                <a:gd name="T56" fmla="*/ 133 w 161"/>
                <a:gd name="T57" fmla="*/ 43 h 214"/>
                <a:gd name="T58" fmla="*/ 129 w 161"/>
                <a:gd name="T59" fmla="*/ 33 h 214"/>
                <a:gd name="T60" fmla="*/ 148 w 161"/>
                <a:gd name="T61" fmla="*/ 33 h 214"/>
                <a:gd name="T62" fmla="*/ 148 w 161"/>
                <a:gd name="T63" fmla="*/ 201 h 214"/>
                <a:gd name="T64" fmla="*/ 14 w 161"/>
                <a:gd name="T65" fmla="*/ 201 h 214"/>
                <a:gd name="T66" fmla="*/ 14 w 161"/>
                <a:gd name="T67" fmla="*/ 3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1" h="214">
                  <a:moveTo>
                    <a:pt x="155" y="214"/>
                  </a:moveTo>
                  <a:cubicBezTo>
                    <a:pt x="158" y="214"/>
                    <a:pt x="161" y="211"/>
                    <a:pt x="161" y="208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3"/>
                    <a:pt x="158" y="20"/>
                    <a:pt x="155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3" y="1"/>
                    <a:pt x="110" y="0"/>
                    <a:pt x="10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9" y="1"/>
                    <a:pt x="48" y="3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3" y="20"/>
                    <a:pt x="0" y="23"/>
                    <a:pt x="0" y="2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lnTo>
                    <a:pt x="155" y="214"/>
                  </a:lnTo>
                  <a:close/>
                  <a:moveTo>
                    <a:pt x="58" y="13"/>
                  </a:moveTo>
                  <a:cubicBezTo>
                    <a:pt x="104" y="13"/>
                    <a:pt x="104" y="13"/>
                    <a:pt x="104" y="13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45" y="40"/>
                    <a:pt x="45" y="40"/>
                    <a:pt x="45" y="40"/>
                  </a:cubicBezTo>
                  <a:lnTo>
                    <a:pt x="58" y="13"/>
                  </a:lnTo>
                  <a:close/>
                  <a:moveTo>
                    <a:pt x="14" y="33"/>
                  </a:moveTo>
                  <a:cubicBezTo>
                    <a:pt x="33" y="33"/>
                    <a:pt x="33" y="33"/>
                    <a:pt x="33" y="3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7" y="46"/>
                    <a:pt x="27" y="48"/>
                    <a:pt x="28" y="50"/>
                  </a:cubicBezTo>
                  <a:cubicBezTo>
                    <a:pt x="29" y="52"/>
                    <a:pt x="32" y="53"/>
                    <a:pt x="34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32" y="53"/>
                    <a:pt x="135" y="50"/>
                    <a:pt x="135" y="47"/>
                  </a:cubicBezTo>
                  <a:cubicBezTo>
                    <a:pt x="135" y="45"/>
                    <a:pt x="134" y="44"/>
                    <a:pt x="133" y="43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48" y="201"/>
                    <a:pt x="148" y="201"/>
                    <a:pt x="148" y="201"/>
                  </a:cubicBezTo>
                  <a:cubicBezTo>
                    <a:pt x="14" y="201"/>
                    <a:pt x="14" y="201"/>
                    <a:pt x="14" y="201"/>
                  </a:cubicBezTo>
                  <a:lnTo>
                    <a:pt x="14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7" name="Freeform 118"/>
            <p:cNvSpPr>
              <a:spLocks/>
            </p:cNvSpPr>
            <p:nvPr/>
          </p:nvSpPr>
          <p:spPr bwMode="auto">
            <a:xfrm>
              <a:off x="4033839" y="3471862"/>
              <a:ext cx="100013" cy="71437"/>
            </a:xfrm>
            <a:custGeom>
              <a:avLst/>
              <a:gdLst>
                <a:gd name="T0" fmla="*/ 56 w 68"/>
                <a:gd name="T1" fmla="*/ 3 h 48"/>
                <a:gd name="T2" fmla="*/ 27 w 68"/>
                <a:gd name="T3" fmla="*/ 31 h 48"/>
                <a:gd name="T4" fmla="*/ 12 w 68"/>
                <a:gd name="T5" fmla="*/ 16 h 48"/>
                <a:gd name="T6" fmla="*/ 2 w 68"/>
                <a:gd name="T7" fmla="*/ 16 h 48"/>
                <a:gd name="T8" fmla="*/ 2 w 68"/>
                <a:gd name="T9" fmla="*/ 26 h 48"/>
                <a:gd name="T10" fmla="*/ 22 w 68"/>
                <a:gd name="T11" fmla="*/ 46 h 48"/>
                <a:gd name="T12" fmla="*/ 27 w 68"/>
                <a:gd name="T13" fmla="*/ 48 h 48"/>
                <a:gd name="T14" fmla="*/ 32 w 68"/>
                <a:gd name="T15" fmla="*/ 46 h 48"/>
                <a:gd name="T16" fmla="*/ 65 w 68"/>
                <a:gd name="T17" fmla="*/ 12 h 48"/>
                <a:gd name="T18" fmla="*/ 65 w 68"/>
                <a:gd name="T19" fmla="*/ 3 h 48"/>
                <a:gd name="T20" fmla="*/ 56 w 68"/>
                <a:gd name="T21" fmla="*/ 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48">
                  <a:moveTo>
                    <a:pt x="56" y="3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9" y="13"/>
                    <a:pt x="5" y="13"/>
                    <a:pt x="2" y="16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4" y="47"/>
                    <a:pt x="25" y="48"/>
                    <a:pt x="27" y="48"/>
                  </a:cubicBezTo>
                  <a:cubicBezTo>
                    <a:pt x="29" y="48"/>
                    <a:pt x="31" y="47"/>
                    <a:pt x="32" y="46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8" y="9"/>
                    <a:pt x="68" y="5"/>
                    <a:pt x="65" y="3"/>
                  </a:cubicBezTo>
                  <a:cubicBezTo>
                    <a:pt x="63" y="0"/>
                    <a:pt x="59" y="0"/>
                    <a:pt x="5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7" name="Group 276"/>
          <p:cNvGrpSpPr/>
          <p:nvPr/>
        </p:nvGrpSpPr>
        <p:grpSpPr>
          <a:xfrm>
            <a:off x="4454526" y="2935944"/>
            <a:ext cx="236538" cy="315912"/>
            <a:chOff x="4454526" y="3335337"/>
            <a:chExt cx="236538" cy="315912"/>
          </a:xfrm>
        </p:grpSpPr>
        <p:sp>
          <p:nvSpPr>
            <p:cNvPr id="148" name="Freeform 119"/>
            <p:cNvSpPr>
              <a:spLocks noEditPoints="1"/>
            </p:cNvSpPr>
            <p:nvPr/>
          </p:nvSpPr>
          <p:spPr bwMode="auto">
            <a:xfrm>
              <a:off x="4454526" y="3335337"/>
              <a:ext cx="236538" cy="315912"/>
            </a:xfrm>
            <a:custGeom>
              <a:avLst/>
              <a:gdLst>
                <a:gd name="T0" fmla="*/ 48 w 161"/>
                <a:gd name="T1" fmla="*/ 3 h 214"/>
                <a:gd name="T2" fmla="*/ 40 w 161"/>
                <a:gd name="T3" fmla="*/ 20 h 214"/>
                <a:gd name="T4" fmla="*/ 7 w 161"/>
                <a:gd name="T5" fmla="*/ 20 h 214"/>
                <a:gd name="T6" fmla="*/ 0 w 161"/>
                <a:gd name="T7" fmla="*/ 27 h 214"/>
                <a:gd name="T8" fmla="*/ 0 w 161"/>
                <a:gd name="T9" fmla="*/ 208 h 214"/>
                <a:gd name="T10" fmla="*/ 7 w 161"/>
                <a:gd name="T11" fmla="*/ 214 h 214"/>
                <a:gd name="T12" fmla="*/ 155 w 161"/>
                <a:gd name="T13" fmla="*/ 214 h 214"/>
                <a:gd name="T14" fmla="*/ 161 w 161"/>
                <a:gd name="T15" fmla="*/ 208 h 214"/>
                <a:gd name="T16" fmla="*/ 161 w 161"/>
                <a:gd name="T17" fmla="*/ 27 h 214"/>
                <a:gd name="T18" fmla="*/ 155 w 161"/>
                <a:gd name="T19" fmla="*/ 20 h 214"/>
                <a:gd name="T20" fmla="*/ 122 w 161"/>
                <a:gd name="T21" fmla="*/ 20 h 214"/>
                <a:gd name="T22" fmla="*/ 114 w 161"/>
                <a:gd name="T23" fmla="*/ 3 h 214"/>
                <a:gd name="T24" fmla="*/ 108 w 161"/>
                <a:gd name="T25" fmla="*/ 0 h 214"/>
                <a:gd name="T26" fmla="*/ 54 w 161"/>
                <a:gd name="T27" fmla="*/ 0 h 214"/>
                <a:gd name="T28" fmla="*/ 48 w 161"/>
                <a:gd name="T29" fmla="*/ 3 h 214"/>
                <a:gd name="T30" fmla="*/ 148 w 161"/>
                <a:gd name="T31" fmla="*/ 33 h 214"/>
                <a:gd name="T32" fmla="*/ 148 w 161"/>
                <a:gd name="T33" fmla="*/ 201 h 214"/>
                <a:gd name="T34" fmla="*/ 14 w 161"/>
                <a:gd name="T35" fmla="*/ 201 h 214"/>
                <a:gd name="T36" fmla="*/ 14 w 161"/>
                <a:gd name="T37" fmla="*/ 33 h 214"/>
                <a:gd name="T38" fmla="*/ 33 w 161"/>
                <a:gd name="T39" fmla="*/ 33 h 214"/>
                <a:gd name="T40" fmla="*/ 28 w 161"/>
                <a:gd name="T41" fmla="*/ 44 h 214"/>
                <a:gd name="T42" fmla="*/ 28 w 161"/>
                <a:gd name="T43" fmla="*/ 50 h 214"/>
                <a:gd name="T44" fmla="*/ 34 w 161"/>
                <a:gd name="T45" fmla="*/ 53 h 214"/>
                <a:gd name="T46" fmla="*/ 128 w 161"/>
                <a:gd name="T47" fmla="*/ 53 h 214"/>
                <a:gd name="T48" fmla="*/ 128 w 161"/>
                <a:gd name="T49" fmla="*/ 53 h 214"/>
                <a:gd name="T50" fmla="*/ 135 w 161"/>
                <a:gd name="T51" fmla="*/ 47 h 214"/>
                <a:gd name="T52" fmla="*/ 134 w 161"/>
                <a:gd name="T53" fmla="*/ 43 h 214"/>
                <a:gd name="T54" fmla="*/ 129 w 161"/>
                <a:gd name="T55" fmla="*/ 33 h 214"/>
                <a:gd name="T56" fmla="*/ 148 w 161"/>
                <a:gd name="T57" fmla="*/ 33 h 214"/>
                <a:gd name="T58" fmla="*/ 104 w 161"/>
                <a:gd name="T59" fmla="*/ 13 h 214"/>
                <a:gd name="T60" fmla="*/ 117 w 161"/>
                <a:gd name="T61" fmla="*/ 40 h 214"/>
                <a:gd name="T62" fmla="*/ 45 w 161"/>
                <a:gd name="T63" fmla="*/ 40 h 214"/>
                <a:gd name="T64" fmla="*/ 58 w 161"/>
                <a:gd name="T65" fmla="*/ 13 h 214"/>
                <a:gd name="T66" fmla="*/ 104 w 161"/>
                <a:gd name="T67" fmla="*/ 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1" h="214">
                  <a:moveTo>
                    <a:pt x="48" y="3"/>
                  </a:moveTo>
                  <a:cubicBezTo>
                    <a:pt x="40" y="20"/>
                    <a:pt x="40" y="20"/>
                    <a:pt x="4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3" y="20"/>
                    <a:pt x="0" y="23"/>
                    <a:pt x="0" y="2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cubicBezTo>
                    <a:pt x="155" y="214"/>
                    <a:pt x="155" y="214"/>
                    <a:pt x="155" y="214"/>
                  </a:cubicBezTo>
                  <a:cubicBezTo>
                    <a:pt x="158" y="214"/>
                    <a:pt x="161" y="211"/>
                    <a:pt x="161" y="208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3"/>
                    <a:pt x="158" y="20"/>
                    <a:pt x="155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3" y="1"/>
                    <a:pt x="110" y="0"/>
                    <a:pt x="10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49" y="1"/>
                    <a:pt x="48" y="3"/>
                  </a:cubicBezTo>
                  <a:close/>
                  <a:moveTo>
                    <a:pt x="148" y="33"/>
                  </a:moveTo>
                  <a:cubicBezTo>
                    <a:pt x="148" y="201"/>
                    <a:pt x="148" y="201"/>
                    <a:pt x="148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7" y="46"/>
                    <a:pt x="27" y="48"/>
                    <a:pt x="28" y="50"/>
                  </a:cubicBezTo>
                  <a:cubicBezTo>
                    <a:pt x="30" y="52"/>
                    <a:pt x="32" y="53"/>
                    <a:pt x="34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32" y="53"/>
                    <a:pt x="135" y="50"/>
                    <a:pt x="135" y="47"/>
                  </a:cubicBezTo>
                  <a:cubicBezTo>
                    <a:pt x="135" y="45"/>
                    <a:pt x="134" y="44"/>
                    <a:pt x="134" y="43"/>
                  </a:cubicBezTo>
                  <a:cubicBezTo>
                    <a:pt x="129" y="33"/>
                    <a:pt x="129" y="33"/>
                    <a:pt x="129" y="33"/>
                  </a:cubicBezTo>
                  <a:lnTo>
                    <a:pt x="148" y="33"/>
                  </a:lnTo>
                  <a:close/>
                  <a:moveTo>
                    <a:pt x="104" y="13"/>
                  </a:moveTo>
                  <a:cubicBezTo>
                    <a:pt x="117" y="40"/>
                    <a:pt x="117" y="40"/>
                    <a:pt x="117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58" y="13"/>
                    <a:pt x="58" y="13"/>
                    <a:pt x="58" y="13"/>
                  </a:cubicBezTo>
                  <a:lnTo>
                    <a:pt x="10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9" name="Freeform 120"/>
            <p:cNvSpPr>
              <a:spLocks/>
            </p:cNvSpPr>
            <p:nvPr/>
          </p:nvSpPr>
          <p:spPr bwMode="auto">
            <a:xfrm>
              <a:off x="4522789" y="3452812"/>
              <a:ext cx="100013" cy="100012"/>
            </a:xfrm>
            <a:custGeom>
              <a:avLst/>
              <a:gdLst>
                <a:gd name="T0" fmla="*/ 61 w 67"/>
                <a:gd name="T1" fmla="*/ 27 h 67"/>
                <a:gd name="T2" fmla="*/ 41 w 67"/>
                <a:gd name="T3" fmla="*/ 27 h 67"/>
                <a:gd name="T4" fmla="*/ 41 w 67"/>
                <a:gd name="T5" fmla="*/ 7 h 67"/>
                <a:gd name="T6" fmla="*/ 34 w 67"/>
                <a:gd name="T7" fmla="*/ 0 h 67"/>
                <a:gd name="T8" fmla="*/ 27 w 67"/>
                <a:gd name="T9" fmla="*/ 7 h 67"/>
                <a:gd name="T10" fmla="*/ 27 w 67"/>
                <a:gd name="T11" fmla="*/ 27 h 67"/>
                <a:gd name="T12" fmla="*/ 7 w 67"/>
                <a:gd name="T13" fmla="*/ 27 h 67"/>
                <a:gd name="T14" fmla="*/ 0 w 67"/>
                <a:gd name="T15" fmla="*/ 34 h 67"/>
                <a:gd name="T16" fmla="*/ 7 w 67"/>
                <a:gd name="T17" fmla="*/ 40 h 67"/>
                <a:gd name="T18" fmla="*/ 27 w 67"/>
                <a:gd name="T19" fmla="*/ 40 h 67"/>
                <a:gd name="T20" fmla="*/ 27 w 67"/>
                <a:gd name="T21" fmla="*/ 61 h 67"/>
                <a:gd name="T22" fmla="*/ 34 w 67"/>
                <a:gd name="T23" fmla="*/ 67 h 67"/>
                <a:gd name="T24" fmla="*/ 41 w 67"/>
                <a:gd name="T25" fmla="*/ 61 h 67"/>
                <a:gd name="T26" fmla="*/ 41 w 67"/>
                <a:gd name="T27" fmla="*/ 40 h 67"/>
                <a:gd name="T28" fmla="*/ 61 w 67"/>
                <a:gd name="T29" fmla="*/ 40 h 67"/>
                <a:gd name="T30" fmla="*/ 67 w 67"/>
                <a:gd name="T31" fmla="*/ 34 h 67"/>
                <a:gd name="T32" fmla="*/ 61 w 67"/>
                <a:gd name="T33" fmla="*/ 2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67">
                  <a:moveTo>
                    <a:pt x="61" y="27"/>
                  </a:moveTo>
                  <a:cubicBezTo>
                    <a:pt x="41" y="27"/>
                    <a:pt x="41" y="27"/>
                    <a:pt x="41" y="2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ubicBezTo>
                    <a:pt x="30" y="0"/>
                    <a:pt x="27" y="3"/>
                    <a:pt x="27" y="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4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4"/>
                    <a:pt x="30" y="67"/>
                    <a:pt x="34" y="67"/>
                  </a:cubicBezTo>
                  <a:cubicBezTo>
                    <a:pt x="38" y="67"/>
                    <a:pt x="41" y="64"/>
                    <a:pt x="41" y="61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4" y="40"/>
                    <a:pt x="67" y="37"/>
                    <a:pt x="67" y="34"/>
                  </a:cubicBezTo>
                  <a:cubicBezTo>
                    <a:pt x="67" y="30"/>
                    <a:pt x="64" y="27"/>
                    <a:pt x="61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7" name="Group 286"/>
          <p:cNvGrpSpPr/>
          <p:nvPr/>
        </p:nvGrpSpPr>
        <p:grpSpPr>
          <a:xfrm>
            <a:off x="3433764" y="3426482"/>
            <a:ext cx="317500" cy="317500"/>
            <a:chOff x="3433764" y="3825875"/>
            <a:chExt cx="317500" cy="317500"/>
          </a:xfrm>
        </p:grpSpPr>
        <p:sp>
          <p:nvSpPr>
            <p:cNvPr id="150" name="Freeform 121"/>
            <p:cNvSpPr>
              <a:spLocks noEditPoints="1"/>
            </p:cNvSpPr>
            <p:nvPr/>
          </p:nvSpPr>
          <p:spPr bwMode="auto">
            <a:xfrm>
              <a:off x="3433764" y="3825875"/>
              <a:ext cx="317500" cy="317500"/>
            </a:xfrm>
            <a:custGeom>
              <a:avLst/>
              <a:gdLst>
                <a:gd name="T0" fmla="*/ 83 w 215"/>
                <a:gd name="T1" fmla="*/ 213 h 215"/>
                <a:gd name="T2" fmla="*/ 88 w 215"/>
                <a:gd name="T3" fmla="*/ 215 h 215"/>
                <a:gd name="T4" fmla="*/ 92 w 215"/>
                <a:gd name="T5" fmla="*/ 213 h 215"/>
                <a:gd name="T6" fmla="*/ 213 w 215"/>
                <a:gd name="T7" fmla="*/ 92 h 215"/>
                <a:gd name="T8" fmla="*/ 215 w 215"/>
                <a:gd name="T9" fmla="*/ 87 h 215"/>
                <a:gd name="T10" fmla="*/ 215 w 215"/>
                <a:gd name="T11" fmla="*/ 7 h 215"/>
                <a:gd name="T12" fmla="*/ 208 w 215"/>
                <a:gd name="T13" fmla="*/ 0 h 215"/>
                <a:gd name="T14" fmla="*/ 128 w 215"/>
                <a:gd name="T15" fmla="*/ 0 h 215"/>
                <a:gd name="T16" fmla="*/ 123 w 215"/>
                <a:gd name="T17" fmla="*/ 2 h 215"/>
                <a:gd name="T18" fmla="*/ 2 w 215"/>
                <a:gd name="T19" fmla="*/ 123 h 215"/>
                <a:gd name="T20" fmla="*/ 2 w 215"/>
                <a:gd name="T21" fmla="*/ 132 h 215"/>
                <a:gd name="T22" fmla="*/ 83 w 215"/>
                <a:gd name="T23" fmla="*/ 213 h 215"/>
                <a:gd name="T24" fmla="*/ 131 w 215"/>
                <a:gd name="T25" fmla="*/ 13 h 215"/>
                <a:gd name="T26" fmla="*/ 202 w 215"/>
                <a:gd name="T27" fmla="*/ 13 h 215"/>
                <a:gd name="T28" fmla="*/ 202 w 215"/>
                <a:gd name="T29" fmla="*/ 84 h 215"/>
                <a:gd name="T30" fmla="*/ 88 w 215"/>
                <a:gd name="T31" fmla="*/ 198 h 215"/>
                <a:gd name="T32" fmla="*/ 17 w 215"/>
                <a:gd name="T33" fmla="*/ 127 h 215"/>
                <a:gd name="T34" fmla="*/ 131 w 215"/>
                <a:gd name="T35" fmla="*/ 1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83" y="213"/>
                  </a:moveTo>
                  <a:cubicBezTo>
                    <a:pt x="84" y="214"/>
                    <a:pt x="86" y="215"/>
                    <a:pt x="88" y="215"/>
                  </a:cubicBezTo>
                  <a:cubicBezTo>
                    <a:pt x="89" y="215"/>
                    <a:pt x="91" y="214"/>
                    <a:pt x="92" y="213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4" y="91"/>
                    <a:pt x="215" y="89"/>
                    <a:pt x="215" y="87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6" y="0"/>
                    <a:pt x="124" y="1"/>
                    <a:pt x="123" y="2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0" y="125"/>
                    <a:pt x="0" y="129"/>
                    <a:pt x="2" y="132"/>
                  </a:cubicBezTo>
                  <a:lnTo>
                    <a:pt x="83" y="213"/>
                  </a:lnTo>
                  <a:close/>
                  <a:moveTo>
                    <a:pt x="131" y="13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88" y="198"/>
                    <a:pt x="88" y="198"/>
                    <a:pt x="88" y="198"/>
                  </a:cubicBezTo>
                  <a:cubicBezTo>
                    <a:pt x="17" y="127"/>
                    <a:pt x="17" y="127"/>
                    <a:pt x="17" y="127"/>
                  </a:cubicBezTo>
                  <a:lnTo>
                    <a:pt x="13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1" name="Freeform 122"/>
            <p:cNvSpPr>
              <a:spLocks noEditPoints="1"/>
            </p:cNvSpPr>
            <p:nvPr/>
          </p:nvSpPr>
          <p:spPr bwMode="auto">
            <a:xfrm>
              <a:off x="3627439" y="3870325"/>
              <a:ext cx="79375" cy="79375"/>
            </a:xfrm>
            <a:custGeom>
              <a:avLst/>
              <a:gdLst>
                <a:gd name="T0" fmla="*/ 27 w 54"/>
                <a:gd name="T1" fmla="*/ 54 h 54"/>
                <a:gd name="T2" fmla="*/ 54 w 54"/>
                <a:gd name="T3" fmla="*/ 27 h 54"/>
                <a:gd name="T4" fmla="*/ 27 w 54"/>
                <a:gd name="T5" fmla="*/ 0 h 54"/>
                <a:gd name="T6" fmla="*/ 0 w 54"/>
                <a:gd name="T7" fmla="*/ 27 h 54"/>
                <a:gd name="T8" fmla="*/ 27 w 54"/>
                <a:gd name="T9" fmla="*/ 54 h 54"/>
                <a:gd name="T10" fmla="*/ 27 w 54"/>
                <a:gd name="T11" fmla="*/ 13 h 54"/>
                <a:gd name="T12" fmla="*/ 40 w 54"/>
                <a:gd name="T13" fmla="*/ 27 h 54"/>
                <a:gd name="T14" fmla="*/ 27 w 54"/>
                <a:gd name="T15" fmla="*/ 40 h 54"/>
                <a:gd name="T16" fmla="*/ 14 w 54"/>
                <a:gd name="T17" fmla="*/ 27 h 54"/>
                <a:gd name="T18" fmla="*/ 27 w 54"/>
                <a:gd name="T19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4">
                  <a:moveTo>
                    <a:pt x="27" y="54"/>
                  </a:move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  <a:moveTo>
                    <a:pt x="27" y="13"/>
                  </a:moveTo>
                  <a:cubicBezTo>
                    <a:pt x="34" y="13"/>
                    <a:pt x="40" y="19"/>
                    <a:pt x="40" y="27"/>
                  </a:cubicBezTo>
                  <a:cubicBezTo>
                    <a:pt x="40" y="34"/>
                    <a:pt x="34" y="40"/>
                    <a:pt x="27" y="40"/>
                  </a:cubicBezTo>
                  <a:cubicBezTo>
                    <a:pt x="20" y="40"/>
                    <a:pt x="14" y="34"/>
                    <a:pt x="14" y="27"/>
                  </a:cubicBezTo>
                  <a:cubicBezTo>
                    <a:pt x="14" y="19"/>
                    <a:pt x="20" y="13"/>
                    <a:pt x="2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6" name="Group 285"/>
          <p:cNvGrpSpPr/>
          <p:nvPr/>
        </p:nvGrpSpPr>
        <p:grpSpPr>
          <a:xfrm>
            <a:off x="2943226" y="3424894"/>
            <a:ext cx="317500" cy="319087"/>
            <a:chOff x="2943226" y="3824287"/>
            <a:chExt cx="317500" cy="319087"/>
          </a:xfrm>
        </p:grpSpPr>
        <p:sp>
          <p:nvSpPr>
            <p:cNvPr id="152" name="Freeform 123"/>
            <p:cNvSpPr>
              <a:spLocks noEditPoints="1"/>
            </p:cNvSpPr>
            <p:nvPr/>
          </p:nvSpPr>
          <p:spPr bwMode="auto">
            <a:xfrm>
              <a:off x="2943226" y="3824287"/>
              <a:ext cx="317500" cy="319087"/>
            </a:xfrm>
            <a:custGeom>
              <a:avLst/>
              <a:gdLst>
                <a:gd name="T0" fmla="*/ 2 w 215"/>
                <a:gd name="T1" fmla="*/ 140 h 216"/>
                <a:gd name="T2" fmla="*/ 20 w 215"/>
                <a:gd name="T3" fmla="*/ 158 h 216"/>
                <a:gd name="T4" fmla="*/ 30 w 215"/>
                <a:gd name="T5" fmla="*/ 158 h 216"/>
                <a:gd name="T6" fmla="*/ 44 w 215"/>
                <a:gd name="T7" fmla="*/ 152 h 216"/>
                <a:gd name="T8" fmla="*/ 64 w 215"/>
                <a:gd name="T9" fmla="*/ 172 h 216"/>
                <a:gd name="T10" fmla="*/ 58 w 215"/>
                <a:gd name="T11" fmla="*/ 186 h 216"/>
                <a:gd name="T12" fmla="*/ 56 w 215"/>
                <a:gd name="T13" fmla="*/ 191 h 216"/>
                <a:gd name="T14" fmla="*/ 58 w 215"/>
                <a:gd name="T15" fmla="*/ 196 h 216"/>
                <a:gd name="T16" fmla="*/ 76 w 215"/>
                <a:gd name="T17" fmla="*/ 214 h 216"/>
                <a:gd name="T18" fmla="*/ 81 w 215"/>
                <a:gd name="T19" fmla="*/ 216 h 216"/>
                <a:gd name="T20" fmla="*/ 85 w 215"/>
                <a:gd name="T21" fmla="*/ 214 h 216"/>
                <a:gd name="T22" fmla="*/ 213 w 215"/>
                <a:gd name="T23" fmla="*/ 86 h 216"/>
                <a:gd name="T24" fmla="*/ 215 w 215"/>
                <a:gd name="T25" fmla="*/ 81 h 216"/>
                <a:gd name="T26" fmla="*/ 213 w 215"/>
                <a:gd name="T27" fmla="*/ 77 h 216"/>
                <a:gd name="T28" fmla="*/ 195 w 215"/>
                <a:gd name="T29" fmla="*/ 59 h 216"/>
                <a:gd name="T30" fmla="*/ 186 w 215"/>
                <a:gd name="T31" fmla="*/ 59 h 216"/>
                <a:gd name="T32" fmla="*/ 171 w 215"/>
                <a:gd name="T33" fmla="*/ 65 h 216"/>
                <a:gd name="T34" fmla="*/ 151 w 215"/>
                <a:gd name="T35" fmla="*/ 44 h 216"/>
                <a:gd name="T36" fmla="*/ 157 w 215"/>
                <a:gd name="T37" fmla="*/ 30 h 216"/>
                <a:gd name="T38" fmla="*/ 159 w 215"/>
                <a:gd name="T39" fmla="*/ 25 h 216"/>
                <a:gd name="T40" fmla="*/ 157 w 215"/>
                <a:gd name="T41" fmla="*/ 21 h 216"/>
                <a:gd name="T42" fmla="*/ 139 w 215"/>
                <a:gd name="T43" fmla="*/ 3 h 216"/>
                <a:gd name="T44" fmla="*/ 130 w 215"/>
                <a:gd name="T45" fmla="*/ 3 h 216"/>
                <a:gd name="T46" fmla="*/ 2 w 215"/>
                <a:gd name="T47" fmla="*/ 130 h 216"/>
                <a:gd name="T48" fmla="*/ 0 w 215"/>
                <a:gd name="T49" fmla="*/ 135 h 216"/>
                <a:gd name="T50" fmla="*/ 2 w 215"/>
                <a:gd name="T51" fmla="*/ 140 h 216"/>
                <a:gd name="T52" fmla="*/ 87 w 215"/>
                <a:gd name="T53" fmla="*/ 64 h 216"/>
                <a:gd name="T54" fmla="*/ 93 w 215"/>
                <a:gd name="T55" fmla="*/ 69 h 216"/>
                <a:gd name="T56" fmla="*/ 98 w 215"/>
                <a:gd name="T57" fmla="*/ 71 h 216"/>
                <a:gd name="T58" fmla="*/ 102 w 215"/>
                <a:gd name="T59" fmla="*/ 69 h 216"/>
                <a:gd name="T60" fmla="*/ 102 w 215"/>
                <a:gd name="T61" fmla="*/ 60 h 216"/>
                <a:gd name="T62" fmla="*/ 97 w 215"/>
                <a:gd name="T63" fmla="*/ 55 h 216"/>
                <a:gd name="T64" fmla="*/ 134 w 215"/>
                <a:gd name="T65" fmla="*/ 17 h 216"/>
                <a:gd name="T66" fmla="*/ 143 w 215"/>
                <a:gd name="T67" fmla="*/ 26 h 216"/>
                <a:gd name="T68" fmla="*/ 138 w 215"/>
                <a:gd name="T69" fmla="*/ 44 h 216"/>
                <a:gd name="T70" fmla="*/ 171 w 215"/>
                <a:gd name="T71" fmla="*/ 78 h 216"/>
                <a:gd name="T72" fmla="*/ 190 w 215"/>
                <a:gd name="T73" fmla="*/ 72 h 216"/>
                <a:gd name="T74" fmla="*/ 199 w 215"/>
                <a:gd name="T75" fmla="*/ 81 h 216"/>
                <a:gd name="T76" fmla="*/ 161 w 215"/>
                <a:gd name="T77" fmla="*/ 119 h 216"/>
                <a:gd name="T78" fmla="*/ 156 w 215"/>
                <a:gd name="T79" fmla="*/ 114 h 216"/>
                <a:gd name="T80" fmla="*/ 146 w 215"/>
                <a:gd name="T81" fmla="*/ 114 h 216"/>
                <a:gd name="T82" fmla="*/ 146 w 215"/>
                <a:gd name="T83" fmla="*/ 123 h 216"/>
                <a:gd name="T84" fmla="*/ 152 w 215"/>
                <a:gd name="T85" fmla="*/ 128 h 216"/>
                <a:gd name="T86" fmla="*/ 81 w 215"/>
                <a:gd name="T87" fmla="*/ 199 h 216"/>
                <a:gd name="T88" fmla="*/ 72 w 215"/>
                <a:gd name="T89" fmla="*/ 190 h 216"/>
                <a:gd name="T90" fmla="*/ 77 w 215"/>
                <a:gd name="T91" fmla="*/ 172 h 216"/>
                <a:gd name="T92" fmla="*/ 44 w 215"/>
                <a:gd name="T93" fmla="*/ 138 h 216"/>
                <a:gd name="T94" fmla="*/ 25 w 215"/>
                <a:gd name="T95" fmla="*/ 144 h 216"/>
                <a:gd name="T96" fmla="*/ 16 w 215"/>
                <a:gd name="T97" fmla="*/ 135 h 216"/>
                <a:gd name="T98" fmla="*/ 87 w 215"/>
                <a:gd name="T99" fmla="*/ 6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5" h="216">
                  <a:moveTo>
                    <a:pt x="2" y="140"/>
                  </a:moveTo>
                  <a:cubicBezTo>
                    <a:pt x="20" y="158"/>
                    <a:pt x="20" y="158"/>
                    <a:pt x="20" y="158"/>
                  </a:cubicBezTo>
                  <a:cubicBezTo>
                    <a:pt x="23" y="160"/>
                    <a:pt x="27" y="160"/>
                    <a:pt x="30" y="158"/>
                  </a:cubicBezTo>
                  <a:cubicBezTo>
                    <a:pt x="33" y="154"/>
                    <a:pt x="38" y="152"/>
                    <a:pt x="44" y="152"/>
                  </a:cubicBezTo>
                  <a:cubicBezTo>
                    <a:pt x="55" y="152"/>
                    <a:pt x="64" y="161"/>
                    <a:pt x="64" y="172"/>
                  </a:cubicBezTo>
                  <a:cubicBezTo>
                    <a:pt x="64" y="177"/>
                    <a:pt x="62" y="182"/>
                    <a:pt x="58" y="186"/>
                  </a:cubicBezTo>
                  <a:cubicBezTo>
                    <a:pt x="57" y="187"/>
                    <a:pt x="56" y="189"/>
                    <a:pt x="56" y="191"/>
                  </a:cubicBezTo>
                  <a:cubicBezTo>
                    <a:pt x="56" y="193"/>
                    <a:pt x="57" y="194"/>
                    <a:pt x="58" y="196"/>
                  </a:cubicBezTo>
                  <a:cubicBezTo>
                    <a:pt x="76" y="214"/>
                    <a:pt x="76" y="214"/>
                    <a:pt x="76" y="214"/>
                  </a:cubicBezTo>
                  <a:cubicBezTo>
                    <a:pt x="77" y="215"/>
                    <a:pt x="79" y="216"/>
                    <a:pt x="81" y="216"/>
                  </a:cubicBezTo>
                  <a:cubicBezTo>
                    <a:pt x="82" y="216"/>
                    <a:pt x="84" y="215"/>
                    <a:pt x="85" y="214"/>
                  </a:cubicBezTo>
                  <a:cubicBezTo>
                    <a:pt x="213" y="86"/>
                    <a:pt x="213" y="86"/>
                    <a:pt x="213" y="86"/>
                  </a:cubicBezTo>
                  <a:cubicBezTo>
                    <a:pt x="214" y="85"/>
                    <a:pt x="215" y="83"/>
                    <a:pt x="215" y="81"/>
                  </a:cubicBezTo>
                  <a:cubicBezTo>
                    <a:pt x="215" y="80"/>
                    <a:pt x="214" y="78"/>
                    <a:pt x="213" y="77"/>
                  </a:cubicBezTo>
                  <a:cubicBezTo>
                    <a:pt x="195" y="59"/>
                    <a:pt x="195" y="59"/>
                    <a:pt x="195" y="59"/>
                  </a:cubicBezTo>
                  <a:cubicBezTo>
                    <a:pt x="192" y="56"/>
                    <a:pt x="188" y="56"/>
                    <a:pt x="186" y="59"/>
                  </a:cubicBezTo>
                  <a:cubicBezTo>
                    <a:pt x="182" y="62"/>
                    <a:pt x="177" y="65"/>
                    <a:pt x="171" y="65"/>
                  </a:cubicBezTo>
                  <a:cubicBezTo>
                    <a:pt x="160" y="65"/>
                    <a:pt x="151" y="56"/>
                    <a:pt x="151" y="44"/>
                  </a:cubicBezTo>
                  <a:cubicBezTo>
                    <a:pt x="151" y="39"/>
                    <a:pt x="153" y="34"/>
                    <a:pt x="157" y="30"/>
                  </a:cubicBezTo>
                  <a:cubicBezTo>
                    <a:pt x="158" y="29"/>
                    <a:pt x="159" y="27"/>
                    <a:pt x="159" y="25"/>
                  </a:cubicBezTo>
                  <a:cubicBezTo>
                    <a:pt x="159" y="24"/>
                    <a:pt x="158" y="22"/>
                    <a:pt x="157" y="21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7" y="0"/>
                    <a:pt x="132" y="0"/>
                    <a:pt x="130" y="3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1" y="132"/>
                    <a:pt x="0" y="133"/>
                    <a:pt x="0" y="135"/>
                  </a:cubicBezTo>
                  <a:cubicBezTo>
                    <a:pt x="0" y="137"/>
                    <a:pt x="1" y="139"/>
                    <a:pt x="2" y="140"/>
                  </a:cubicBezTo>
                  <a:close/>
                  <a:moveTo>
                    <a:pt x="87" y="64"/>
                  </a:moveTo>
                  <a:cubicBezTo>
                    <a:pt x="93" y="69"/>
                    <a:pt x="93" y="69"/>
                    <a:pt x="93" y="69"/>
                  </a:cubicBezTo>
                  <a:cubicBezTo>
                    <a:pt x="94" y="71"/>
                    <a:pt x="96" y="71"/>
                    <a:pt x="98" y="71"/>
                  </a:cubicBezTo>
                  <a:cubicBezTo>
                    <a:pt x="99" y="71"/>
                    <a:pt x="101" y="71"/>
                    <a:pt x="102" y="69"/>
                  </a:cubicBezTo>
                  <a:cubicBezTo>
                    <a:pt x="105" y="67"/>
                    <a:pt x="105" y="62"/>
                    <a:pt x="102" y="60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134" y="17"/>
                    <a:pt x="134" y="17"/>
                    <a:pt x="134" y="17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0" y="31"/>
                    <a:pt x="138" y="38"/>
                    <a:pt x="138" y="44"/>
                  </a:cubicBezTo>
                  <a:cubicBezTo>
                    <a:pt x="138" y="63"/>
                    <a:pt x="153" y="78"/>
                    <a:pt x="171" y="78"/>
                  </a:cubicBezTo>
                  <a:cubicBezTo>
                    <a:pt x="178" y="78"/>
                    <a:pt x="184" y="76"/>
                    <a:pt x="190" y="72"/>
                  </a:cubicBezTo>
                  <a:cubicBezTo>
                    <a:pt x="199" y="81"/>
                    <a:pt x="199" y="81"/>
                    <a:pt x="199" y="81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56" y="114"/>
                    <a:pt x="156" y="114"/>
                    <a:pt x="156" y="114"/>
                  </a:cubicBezTo>
                  <a:cubicBezTo>
                    <a:pt x="153" y="111"/>
                    <a:pt x="149" y="111"/>
                    <a:pt x="146" y="114"/>
                  </a:cubicBezTo>
                  <a:cubicBezTo>
                    <a:pt x="144" y="116"/>
                    <a:pt x="144" y="120"/>
                    <a:pt x="146" y="123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81" y="199"/>
                    <a:pt x="81" y="199"/>
                    <a:pt x="81" y="199"/>
                  </a:cubicBezTo>
                  <a:cubicBezTo>
                    <a:pt x="72" y="190"/>
                    <a:pt x="72" y="190"/>
                    <a:pt x="72" y="190"/>
                  </a:cubicBezTo>
                  <a:cubicBezTo>
                    <a:pt x="75" y="185"/>
                    <a:pt x="77" y="179"/>
                    <a:pt x="77" y="172"/>
                  </a:cubicBezTo>
                  <a:cubicBezTo>
                    <a:pt x="77" y="153"/>
                    <a:pt x="62" y="138"/>
                    <a:pt x="44" y="138"/>
                  </a:cubicBezTo>
                  <a:cubicBezTo>
                    <a:pt x="37" y="138"/>
                    <a:pt x="31" y="140"/>
                    <a:pt x="25" y="144"/>
                  </a:cubicBezTo>
                  <a:cubicBezTo>
                    <a:pt x="16" y="135"/>
                    <a:pt x="16" y="135"/>
                    <a:pt x="16" y="135"/>
                  </a:cubicBezTo>
                  <a:lnTo>
                    <a:pt x="87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3" name="Freeform 124"/>
            <p:cNvSpPr>
              <a:spLocks/>
            </p:cNvSpPr>
            <p:nvPr/>
          </p:nvSpPr>
          <p:spPr bwMode="auto">
            <a:xfrm>
              <a:off x="3097214" y="3929062"/>
              <a:ext cx="30163" cy="30162"/>
            </a:xfrm>
            <a:custGeom>
              <a:avLst/>
              <a:gdLst>
                <a:gd name="T0" fmla="*/ 9 w 21"/>
                <a:gd name="T1" fmla="*/ 18 h 20"/>
                <a:gd name="T2" fmla="*/ 14 w 21"/>
                <a:gd name="T3" fmla="*/ 20 h 20"/>
                <a:gd name="T4" fmla="*/ 18 w 21"/>
                <a:gd name="T5" fmla="*/ 18 h 20"/>
                <a:gd name="T6" fmla="*/ 18 w 21"/>
                <a:gd name="T7" fmla="*/ 9 h 20"/>
                <a:gd name="T8" fmla="*/ 12 w 21"/>
                <a:gd name="T9" fmla="*/ 2 h 20"/>
                <a:gd name="T10" fmla="*/ 2 w 21"/>
                <a:gd name="T11" fmla="*/ 2 h 20"/>
                <a:gd name="T12" fmla="*/ 2 w 21"/>
                <a:gd name="T13" fmla="*/ 12 h 20"/>
                <a:gd name="T14" fmla="*/ 9 w 21"/>
                <a:gd name="T15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0">
                  <a:moveTo>
                    <a:pt x="9" y="18"/>
                  </a:moveTo>
                  <a:cubicBezTo>
                    <a:pt x="10" y="20"/>
                    <a:pt x="12" y="20"/>
                    <a:pt x="14" y="20"/>
                  </a:cubicBezTo>
                  <a:cubicBezTo>
                    <a:pt x="15" y="20"/>
                    <a:pt x="17" y="20"/>
                    <a:pt x="18" y="18"/>
                  </a:cubicBezTo>
                  <a:cubicBezTo>
                    <a:pt x="21" y="16"/>
                    <a:pt x="21" y="12"/>
                    <a:pt x="18" y="9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0" y="5"/>
                    <a:pt x="0" y="9"/>
                    <a:pt x="2" y="12"/>
                  </a:cubicBezTo>
                  <a:lnTo>
                    <a:pt x="9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4" name="Freeform 125"/>
            <p:cNvSpPr>
              <a:spLocks/>
            </p:cNvSpPr>
            <p:nvPr/>
          </p:nvSpPr>
          <p:spPr bwMode="auto">
            <a:xfrm>
              <a:off x="3127376" y="3959225"/>
              <a:ext cx="30163" cy="30162"/>
            </a:xfrm>
            <a:custGeom>
              <a:avLst/>
              <a:gdLst>
                <a:gd name="T0" fmla="*/ 2 w 21"/>
                <a:gd name="T1" fmla="*/ 12 h 21"/>
                <a:gd name="T2" fmla="*/ 9 w 21"/>
                <a:gd name="T3" fmla="*/ 19 h 21"/>
                <a:gd name="T4" fmla="*/ 14 w 21"/>
                <a:gd name="T5" fmla="*/ 21 h 21"/>
                <a:gd name="T6" fmla="*/ 19 w 21"/>
                <a:gd name="T7" fmla="*/ 19 h 21"/>
                <a:gd name="T8" fmla="*/ 19 w 21"/>
                <a:gd name="T9" fmla="*/ 9 h 21"/>
                <a:gd name="T10" fmla="*/ 12 w 21"/>
                <a:gd name="T11" fmla="*/ 2 h 21"/>
                <a:gd name="T12" fmla="*/ 2 w 21"/>
                <a:gd name="T13" fmla="*/ 2 h 21"/>
                <a:gd name="T14" fmla="*/ 2 w 21"/>
                <a:gd name="T15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1">
                  <a:moveTo>
                    <a:pt x="2" y="12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10" y="20"/>
                    <a:pt x="12" y="21"/>
                    <a:pt x="14" y="21"/>
                  </a:cubicBezTo>
                  <a:cubicBezTo>
                    <a:pt x="15" y="21"/>
                    <a:pt x="17" y="20"/>
                    <a:pt x="19" y="19"/>
                  </a:cubicBezTo>
                  <a:cubicBezTo>
                    <a:pt x="21" y="16"/>
                    <a:pt x="21" y="12"/>
                    <a:pt x="19" y="9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0" y="5"/>
                    <a:pt x="0" y="9"/>
                    <a:pt x="2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55" name="Freeform 126"/>
          <p:cNvSpPr>
            <a:spLocks noEditPoints="1"/>
          </p:cNvSpPr>
          <p:nvPr/>
        </p:nvSpPr>
        <p:spPr bwMode="auto">
          <a:xfrm>
            <a:off x="3924301" y="3445532"/>
            <a:ext cx="317500" cy="277812"/>
          </a:xfrm>
          <a:custGeom>
            <a:avLst/>
            <a:gdLst>
              <a:gd name="T0" fmla="*/ 0 w 215"/>
              <a:gd name="T1" fmla="*/ 7 h 188"/>
              <a:gd name="T2" fmla="*/ 7 w 215"/>
              <a:gd name="T3" fmla="*/ 14 h 188"/>
              <a:gd name="T4" fmla="*/ 28 w 215"/>
              <a:gd name="T5" fmla="*/ 14 h 188"/>
              <a:gd name="T6" fmla="*/ 41 w 215"/>
              <a:gd name="T7" fmla="*/ 162 h 188"/>
              <a:gd name="T8" fmla="*/ 41 w 215"/>
              <a:gd name="T9" fmla="*/ 162 h 188"/>
              <a:gd name="T10" fmla="*/ 68 w 215"/>
              <a:gd name="T11" fmla="*/ 188 h 188"/>
              <a:gd name="T12" fmla="*/ 94 w 215"/>
              <a:gd name="T13" fmla="*/ 168 h 188"/>
              <a:gd name="T14" fmla="*/ 122 w 215"/>
              <a:gd name="T15" fmla="*/ 168 h 188"/>
              <a:gd name="T16" fmla="*/ 148 w 215"/>
              <a:gd name="T17" fmla="*/ 188 h 188"/>
              <a:gd name="T18" fmla="*/ 175 w 215"/>
              <a:gd name="T19" fmla="*/ 161 h 188"/>
              <a:gd name="T20" fmla="*/ 148 w 215"/>
              <a:gd name="T21" fmla="*/ 134 h 188"/>
              <a:gd name="T22" fmla="*/ 122 w 215"/>
              <a:gd name="T23" fmla="*/ 155 h 188"/>
              <a:gd name="T24" fmla="*/ 94 w 215"/>
              <a:gd name="T25" fmla="*/ 155 h 188"/>
              <a:gd name="T26" fmla="*/ 68 w 215"/>
              <a:gd name="T27" fmla="*/ 134 h 188"/>
              <a:gd name="T28" fmla="*/ 52 w 215"/>
              <a:gd name="T29" fmla="*/ 139 h 188"/>
              <a:gd name="T30" fmla="*/ 50 w 215"/>
              <a:gd name="T31" fmla="*/ 118 h 188"/>
              <a:gd name="T32" fmla="*/ 51 w 215"/>
              <a:gd name="T33" fmla="*/ 118 h 188"/>
              <a:gd name="T34" fmla="*/ 51 w 215"/>
              <a:gd name="T35" fmla="*/ 118 h 188"/>
              <a:gd name="T36" fmla="*/ 189 w 215"/>
              <a:gd name="T37" fmla="*/ 111 h 188"/>
              <a:gd name="T38" fmla="*/ 195 w 215"/>
              <a:gd name="T39" fmla="*/ 106 h 188"/>
              <a:gd name="T40" fmla="*/ 215 w 215"/>
              <a:gd name="T41" fmla="*/ 36 h 188"/>
              <a:gd name="T42" fmla="*/ 214 w 215"/>
              <a:gd name="T43" fmla="*/ 30 h 188"/>
              <a:gd name="T44" fmla="*/ 208 w 215"/>
              <a:gd name="T45" fmla="*/ 27 h 188"/>
              <a:gd name="T46" fmla="*/ 43 w 215"/>
              <a:gd name="T47" fmla="*/ 27 h 188"/>
              <a:gd name="T48" fmla="*/ 41 w 215"/>
              <a:gd name="T49" fmla="*/ 6 h 188"/>
              <a:gd name="T50" fmla="*/ 34 w 215"/>
              <a:gd name="T51" fmla="*/ 0 h 188"/>
              <a:gd name="T52" fmla="*/ 7 w 215"/>
              <a:gd name="T53" fmla="*/ 0 h 188"/>
              <a:gd name="T54" fmla="*/ 0 w 215"/>
              <a:gd name="T55" fmla="*/ 7 h 188"/>
              <a:gd name="T56" fmla="*/ 148 w 215"/>
              <a:gd name="T57" fmla="*/ 148 h 188"/>
              <a:gd name="T58" fmla="*/ 161 w 215"/>
              <a:gd name="T59" fmla="*/ 161 h 188"/>
              <a:gd name="T60" fmla="*/ 148 w 215"/>
              <a:gd name="T61" fmla="*/ 175 h 188"/>
              <a:gd name="T62" fmla="*/ 135 w 215"/>
              <a:gd name="T63" fmla="*/ 161 h 188"/>
              <a:gd name="T64" fmla="*/ 148 w 215"/>
              <a:gd name="T65" fmla="*/ 148 h 188"/>
              <a:gd name="T66" fmla="*/ 68 w 215"/>
              <a:gd name="T67" fmla="*/ 148 h 188"/>
              <a:gd name="T68" fmla="*/ 81 w 215"/>
              <a:gd name="T69" fmla="*/ 161 h 188"/>
              <a:gd name="T70" fmla="*/ 68 w 215"/>
              <a:gd name="T71" fmla="*/ 175 h 188"/>
              <a:gd name="T72" fmla="*/ 54 w 215"/>
              <a:gd name="T73" fmla="*/ 161 h 188"/>
              <a:gd name="T74" fmla="*/ 68 w 215"/>
              <a:gd name="T75" fmla="*/ 148 h 188"/>
              <a:gd name="T76" fmla="*/ 200 w 215"/>
              <a:gd name="T77" fmla="*/ 41 h 188"/>
              <a:gd name="T78" fmla="*/ 183 w 215"/>
              <a:gd name="T79" fmla="*/ 98 h 188"/>
              <a:gd name="T80" fmla="*/ 50 w 215"/>
              <a:gd name="T81" fmla="*/ 104 h 188"/>
              <a:gd name="T82" fmla="*/ 49 w 215"/>
              <a:gd name="T83" fmla="*/ 104 h 188"/>
              <a:gd name="T84" fmla="*/ 44 w 215"/>
              <a:gd name="T85" fmla="*/ 41 h 188"/>
              <a:gd name="T86" fmla="*/ 200 w 215"/>
              <a:gd name="T87" fmla="*/ 4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5" h="188">
                <a:moveTo>
                  <a:pt x="0" y="7"/>
                </a:moveTo>
                <a:cubicBezTo>
                  <a:pt x="0" y="11"/>
                  <a:pt x="3" y="14"/>
                  <a:pt x="7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41" y="162"/>
                  <a:pt x="41" y="162"/>
                  <a:pt x="41" y="162"/>
                </a:cubicBezTo>
                <a:cubicBezTo>
                  <a:pt x="41" y="162"/>
                  <a:pt x="41" y="162"/>
                  <a:pt x="41" y="162"/>
                </a:cubicBezTo>
                <a:cubicBezTo>
                  <a:pt x="41" y="176"/>
                  <a:pt x="53" y="188"/>
                  <a:pt x="68" y="188"/>
                </a:cubicBezTo>
                <a:cubicBezTo>
                  <a:pt x="80" y="188"/>
                  <a:pt x="91" y="180"/>
                  <a:pt x="94" y="168"/>
                </a:cubicBezTo>
                <a:cubicBezTo>
                  <a:pt x="122" y="168"/>
                  <a:pt x="122" y="168"/>
                  <a:pt x="122" y="168"/>
                </a:cubicBezTo>
                <a:cubicBezTo>
                  <a:pt x="125" y="180"/>
                  <a:pt x="136" y="188"/>
                  <a:pt x="148" y="188"/>
                </a:cubicBezTo>
                <a:cubicBezTo>
                  <a:pt x="163" y="188"/>
                  <a:pt x="175" y="176"/>
                  <a:pt x="175" y="161"/>
                </a:cubicBezTo>
                <a:cubicBezTo>
                  <a:pt x="175" y="146"/>
                  <a:pt x="163" y="134"/>
                  <a:pt x="148" y="134"/>
                </a:cubicBezTo>
                <a:cubicBezTo>
                  <a:pt x="136" y="134"/>
                  <a:pt x="125" y="143"/>
                  <a:pt x="122" y="155"/>
                </a:cubicBezTo>
                <a:cubicBezTo>
                  <a:pt x="94" y="155"/>
                  <a:pt x="94" y="155"/>
                  <a:pt x="94" y="155"/>
                </a:cubicBezTo>
                <a:cubicBezTo>
                  <a:pt x="91" y="143"/>
                  <a:pt x="80" y="134"/>
                  <a:pt x="68" y="134"/>
                </a:cubicBezTo>
                <a:cubicBezTo>
                  <a:pt x="62" y="134"/>
                  <a:pt x="57" y="136"/>
                  <a:pt x="52" y="139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51" y="118"/>
                  <a:pt x="51" y="118"/>
                  <a:pt x="51" y="118"/>
                </a:cubicBezTo>
                <a:cubicBezTo>
                  <a:pt x="51" y="118"/>
                  <a:pt x="51" y="118"/>
                  <a:pt x="51" y="118"/>
                </a:cubicBezTo>
                <a:cubicBezTo>
                  <a:pt x="189" y="111"/>
                  <a:pt x="189" y="111"/>
                  <a:pt x="189" y="111"/>
                </a:cubicBezTo>
                <a:cubicBezTo>
                  <a:pt x="192" y="111"/>
                  <a:pt x="194" y="109"/>
                  <a:pt x="195" y="106"/>
                </a:cubicBezTo>
                <a:cubicBezTo>
                  <a:pt x="215" y="36"/>
                  <a:pt x="215" y="36"/>
                  <a:pt x="215" y="36"/>
                </a:cubicBezTo>
                <a:cubicBezTo>
                  <a:pt x="215" y="34"/>
                  <a:pt x="215" y="31"/>
                  <a:pt x="214" y="30"/>
                </a:cubicBezTo>
                <a:cubicBezTo>
                  <a:pt x="213" y="28"/>
                  <a:pt x="211" y="27"/>
                  <a:pt x="208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1" y="6"/>
                  <a:pt x="41" y="6"/>
                  <a:pt x="41" y="6"/>
                </a:cubicBezTo>
                <a:cubicBezTo>
                  <a:pt x="40" y="3"/>
                  <a:pt x="38" y="0"/>
                  <a:pt x="3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lose/>
                <a:moveTo>
                  <a:pt x="148" y="148"/>
                </a:moveTo>
                <a:cubicBezTo>
                  <a:pt x="155" y="148"/>
                  <a:pt x="161" y="154"/>
                  <a:pt x="161" y="161"/>
                </a:cubicBezTo>
                <a:cubicBezTo>
                  <a:pt x="161" y="169"/>
                  <a:pt x="155" y="175"/>
                  <a:pt x="148" y="175"/>
                </a:cubicBezTo>
                <a:cubicBezTo>
                  <a:pt x="141" y="175"/>
                  <a:pt x="135" y="169"/>
                  <a:pt x="135" y="161"/>
                </a:cubicBezTo>
                <a:cubicBezTo>
                  <a:pt x="135" y="154"/>
                  <a:pt x="141" y="148"/>
                  <a:pt x="148" y="148"/>
                </a:cubicBezTo>
                <a:close/>
                <a:moveTo>
                  <a:pt x="68" y="148"/>
                </a:moveTo>
                <a:cubicBezTo>
                  <a:pt x="75" y="148"/>
                  <a:pt x="81" y="154"/>
                  <a:pt x="81" y="161"/>
                </a:cubicBezTo>
                <a:cubicBezTo>
                  <a:pt x="81" y="169"/>
                  <a:pt x="75" y="175"/>
                  <a:pt x="68" y="175"/>
                </a:cubicBezTo>
                <a:cubicBezTo>
                  <a:pt x="60" y="175"/>
                  <a:pt x="54" y="169"/>
                  <a:pt x="54" y="161"/>
                </a:cubicBezTo>
                <a:cubicBezTo>
                  <a:pt x="54" y="154"/>
                  <a:pt x="60" y="148"/>
                  <a:pt x="68" y="148"/>
                </a:cubicBezTo>
                <a:close/>
                <a:moveTo>
                  <a:pt x="200" y="41"/>
                </a:moveTo>
                <a:cubicBezTo>
                  <a:pt x="183" y="98"/>
                  <a:pt x="183" y="98"/>
                  <a:pt x="183" y="98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50" y="104"/>
                  <a:pt x="50" y="104"/>
                  <a:pt x="49" y="104"/>
                </a:cubicBezTo>
                <a:cubicBezTo>
                  <a:pt x="44" y="41"/>
                  <a:pt x="44" y="41"/>
                  <a:pt x="44" y="41"/>
                </a:cubicBezTo>
                <a:lnTo>
                  <a:pt x="200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6" name="Freeform 127"/>
          <p:cNvSpPr>
            <a:spLocks noEditPoints="1"/>
          </p:cNvSpPr>
          <p:nvPr/>
        </p:nvSpPr>
        <p:spPr bwMode="auto">
          <a:xfrm>
            <a:off x="4414839" y="3431244"/>
            <a:ext cx="317500" cy="306387"/>
          </a:xfrm>
          <a:custGeom>
            <a:avLst/>
            <a:gdLst>
              <a:gd name="T0" fmla="*/ 6 w 215"/>
              <a:gd name="T1" fmla="*/ 34 h 208"/>
              <a:gd name="T2" fmla="*/ 40 w 215"/>
              <a:gd name="T3" fmla="*/ 182 h 208"/>
              <a:gd name="T4" fmla="*/ 67 w 215"/>
              <a:gd name="T5" fmla="*/ 208 h 208"/>
              <a:gd name="T6" fmla="*/ 121 w 215"/>
              <a:gd name="T7" fmla="*/ 188 h 208"/>
              <a:gd name="T8" fmla="*/ 174 w 215"/>
              <a:gd name="T9" fmla="*/ 181 h 208"/>
              <a:gd name="T10" fmla="*/ 121 w 215"/>
              <a:gd name="T11" fmla="*/ 175 h 208"/>
              <a:gd name="T12" fmla="*/ 67 w 215"/>
              <a:gd name="T13" fmla="*/ 155 h 208"/>
              <a:gd name="T14" fmla="*/ 50 w 215"/>
              <a:gd name="T15" fmla="*/ 138 h 208"/>
              <a:gd name="T16" fmla="*/ 50 w 215"/>
              <a:gd name="T17" fmla="*/ 138 h 208"/>
              <a:gd name="T18" fmla="*/ 194 w 215"/>
              <a:gd name="T19" fmla="*/ 126 h 208"/>
              <a:gd name="T20" fmla="*/ 213 w 215"/>
              <a:gd name="T21" fmla="*/ 50 h 208"/>
              <a:gd name="T22" fmla="*/ 186 w 215"/>
              <a:gd name="T23" fmla="*/ 47 h 208"/>
              <a:gd name="T24" fmla="*/ 167 w 215"/>
              <a:gd name="T25" fmla="*/ 0 h 208"/>
              <a:gd name="T26" fmla="*/ 116 w 215"/>
              <a:gd name="T27" fmla="*/ 2 h 208"/>
              <a:gd name="T28" fmla="*/ 67 w 215"/>
              <a:gd name="T29" fmla="*/ 20 h 208"/>
              <a:gd name="T30" fmla="*/ 55 w 215"/>
              <a:gd name="T31" fmla="*/ 47 h 208"/>
              <a:gd name="T32" fmla="*/ 40 w 215"/>
              <a:gd name="T33" fmla="*/ 26 h 208"/>
              <a:gd name="T34" fmla="*/ 6 w 215"/>
              <a:gd name="T35" fmla="*/ 20 h 208"/>
              <a:gd name="T36" fmla="*/ 147 w 215"/>
              <a:gd name="T37" fmla="*/ 168 h 208"/>
              <a:gd name="T38" fmla="*/ 147 w 215"/>
              <a:gd name="T39" fmla="*/ 195 h 208"/>
              <a:gd name="T40" fmla="*/ 147 w 215"/>
              <a:gd name="T41" fmla="*/ 168 h 208"/>
              <a:gd name="T42" fmla="*/ 80 w 215"/>
              <a:gd name="T43" fmla="*/ 181 h 208"/>
              <a:gd name="T44" fmla="*/ 53 w 215"/>
              <a:gd name="T45" fmla="*/ 181 h 208"/>
              <a:gd name="T46" fmla="*/ 123 w 215"/>
              <a:gd name="T47" fmla="*/ 14 h 208"/>
              <a:gd name="T48" fmla="*/ 172 w 215"/>
              <a:gd name="T49" fmla="*/ 47 h 208"/>
              <a:gd name="T50" fmla="*/ 108 w 215"/>
              <a:gd name="T51" fmla="*/ 29 h 208"/>
              <a:gd name="T52" fmla="*/ 72 w 215"/>
              <a:gd name="T53" fmla="*/ 34 h 208"/>
              <a:gd name="T54" fmla="*/ 98 w 215"/>
              <a:gd name="T55" fmla="*/ 47 h 208"/>
              <a:gd name="T56" fmla="*/ 72 w 215"/>
              <a:gd name="T57" fmla="*/ 34 h 208"/>
              <a:gd name="T58" fmla="*/ 181 w 215"/>
              <a:gd name="T59" fmla="*/ 61 h 208"/>
              <a:gd name="T60" fmla="*/ 199 w 215"/>
              <a:gd name="T61" fmla="*/ 61 h 208"/>
              <a:gd name="T62" fmla="*/ 50 w 215"/>
              <a:gd name="T63" fmla="*/ 124 h 208"/>
              <a:gd name="T64" fmla="*/ 43 w 215"/>
              <a:gd name="T65" fmla="*/ 6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5" h="208">
                <a:moveTo>
                  <a:pt x="0" y="27"/>
                </a:moveTo>
                <a:cubicBezTo>
                  <a:pt x="0" y="31"/>
                  <a:pt x="3" y="34"/>
                  <a:pt x="6" y="34"/>
                </a:cubicBezTo>
                <a:cubicBezTo>
                  <a:pt x="27" y="34"/>
                  <a:pt x="27" y="34"/>
                  <a:pt x="27" y="34"/>
                </a:cubicBezTo>
                <a:cubicBezTo>
                  <a:pt x="40" y="182"/>
                  <a:pt x="40" y="182"/>
                  <a:pt x="40" y="182"/>
                </a:cubicBezTo>
                <a:cubicBezTo>
                  <a:pt x="40" y="182"/>
                  <a:pt x="40" y="182"/>
                  <a:pt x="40" y="182"/>
                </a:cubicBezTo>
                <a:cubicBezTo>
                  <a:pt x="40" y="196"/>
                  <a:pt x="52" y="208"/>
                  <a:pt x="67" y="208"/>
                </a:cubicBezTo>
                <a:cubicBezTo>
                  <a:pt x="79" y="208"/>
                  <a:pt x="90" y="200"/>
                  <a:pt x="93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4" y="200"/>
                  <a:pt x="135" y="208"/>
                  <a:pt x="147" y="208"/>
                </a:cubicBezTo>
                <a:cubicBezTo>
                  <a:pt x="162" y="208"/>
                  <a:pt x="174" y="196"/>
                  <a:pt x="174" y="181"/>
                </a:cubicBezTo>
                <a:cubicBezTo>
                  <a:pt x="174" y="167"/>
                  <a:pt x="162" y="155"/>
                  <a:pt x="147" y="155"/>
                </a:cubicBezTo>
                <a:cubicBezTo>
                  <a:pt x="135" y="155"/>
                  <a:pt x="124" y="163"/>
                  <a:pt x="121" y="175"/>
                </a:cubicBezTo>
                <a:cubicBezTo>
                  <a:pt x="93" y="175"/>
                  <a:pt x="93" y="175"/>
                  <a:pt x="93" y="175"/>
                </a:cubicBezTo>
                <a:cubicBezTo>
                  <a:pt x="90" y="163"/>
                  <a:pt x="79" y="155"/>
                  <a:pt x="67" y="155"/>
                </a:cubicBezTo>
                <a:cubicBezTo>
                  <a:pt x="61" y="155"/>
                  <a:pt x="56" y="156"/>
                  <a:pt x="51" y="159"/>
                </a:cubicBezTo>
                <a:cubicBezTo>
                  <a:pt x="50" y="138"/>
                  <a:pt x="50" y="138"/>
                  <a:pt x="50" y="138"/>
                </a:cubicBezTo>
                <a:cubicBezTo>
                  <a:pt x="50" y="138"/>
                  <a:pt x="50" y="138"/>
                  <a:pt x="50" y="138"/>
                </a:cubicBezTo>
                <a:cubicBezTo>
                  <a:pt x="50" y="138"/>
                  <a:pt x="50" y="138"/>
                  <a:pt x="50" y="138"/>
                </a:cubicBezTo>
                <a:cubicBezTo>
                  <a:pt x="188" y="131"/>
                  <a:pt x="188" y="131"/>
                  <a:pt x="188" y="131"/>
                </a:cubicBezTo>
                <a:cubicBezTo>
                  <a:pt x="191" y="131"/>
                  <a:pt x="193" y="129"/>
                  <a:pt x="194" y="126"/>
                </a:cubicBezTo>
                <a:cubicBezTo>
                  <a:pt x="214" y="56"/>
                  <a:pt x="214" y="56"/>
                  <a:pt x="214" y="56"/>
                </a:cubicBezTo>
                <a:cubicBezTo>
                  <a:pt x="215" y="54"/>
                  <a:pt x="214" y="52"/>
                  <a:pt x="213" y="50"/>
                </a:cubicBezTo>
                <a:cubicBezTo>
                  <a:pt x="212" y="48"/>
                  <a:pt x="210" y="47"/>
                  <a:pt x="208" y="47"/>
                </a:cubicBezTo>
                <a:cubicBezTo>
                  <a:pt x="186" y="47"/>
                  <a:pt x="186" y="47"/>
                  <a:pt x="186" y="47"/>
                </a:cubicBezTo>
                <a:cubicBezTo>
                  <a:pt x="174" y="5"/>
                  <a:pt x="174" y="5"/>
                  <a:pt x="174" y="5"/>
                </a:cubicBezTo>
                <a:cubicBezTo>
                  <a:pt x="173" y="2"/>
                  <a:pt x="170" y="0"/>
                  <a:pt x="167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19" y="0"/>
                  <a:pt x="117" y="1"/>
                  <a:pt x="116" y="2"/>
                </a:cubicBezTo>
                <a:cubicBezTo>
                  <a:pt x="97" y="20"/>
                  <a:pt x="97" y="20"/>
                  <a:pt x="97" y="20"/>
                </a:cubicBezTo>
                <a:cubicBezTo>
                  <a:pt x="67" y="20"/>
                  <a:pt x="67" y="20"/>
                  <a:pt x="67" y="20"/>
                </a:cubicBezTo>
                <a:cubicBezTo>
                  <a:pt x="64" y="20"/>
                  <a:pt x="61" y="22"/>
                  <a:pt x="60" y="25"/>
                </a:cubicBezTo>
                <a:cubicBezTo>
                  <a:pt x="55" y="47"/>
                  <a:pt x="55" y="47"/>
                  <a:pt x="55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3"/>
                  <a:pt x="37" y="20"/>
                  <a:pt x="33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3" y="20"/>
                  <a:pt x="0" y="23"/>
                  <a:pt x="0" y="27"/>
                </a:cubicBezTo>
                <a:close/>
                <a:moveTo>
                  <a:pt x="147" y="168"/>
                </a:moveTo>
                <a:cubicBezTo>
                  <a:pt x="155" y="168"/>
                  <a:pt x="161" y="174"/>
                  <a:pt x="161" y="181"/>
                </a:cubicBezTo>
                <a:cubicBezTo>
                  <a:pt x="161" y="189"/>
                  <a:pt x="155" y="195"/>
                  <a:pt x="147" y="195"/>
                </a:cubicBezTo>
                <a:cubicBezTo>
                  <a:pt x="140" y="195"/>
                  <a:pt x="134" y="189"/>
                  <a:pt x="134" y="181"/>
                </a:cubicBezTo>
                <a:cubicBezTo>
                  <a:pt x="134" y="174"/>
                  <a:pt x="140" y="168"/>
                  <a:pt x="147" y="168"/>
                </a:cubicBezTo>
                <a:close/>
                <a:moveTo>
                  <a:pt x="67" y="168"/>
                </a:moveTo>
                <a:cubicBezTo>
                  <a:pt x="74" y="168"/>
                  <a:pt x="80" y="174"/>
                  <a:pt x="80" y="181"/>
                </a:cubicBezTo>
                <a:cubicBezTo>
                  <a:pt x="80" y="189"/>
                  <a:pt x="74" y="195"/>
                  <a:pt x="67" y="195"/>
                </a:cubicBezTo>
                <a:cubicBezTo>
                  <a:pt x="59" y="195"/>
                  <a:pt x="53" y="189"/>
                  <a:pt x="53" y="181"/>
                </a:cubicBezTo>
                <a:cubicBezTo>
                  <a:pt x="53" y="174"/>
                  <a:pt x="59" y="168"/>
                  <a:pt x="67" y="168"/>
                </a:cubicBezTo>
                <a:close/>
                <a:moveTo>
                  <a:pt x="123" y="14"/>
                </a:moveTo>
                <a:cubicBezTo>
                  <a:pt x="162" y="14"/>
                  <a:pt x="162" y="14"/>
                  <a:pt x="162" y="14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108" y="29"/>
                  <a:pt x="108" y="29"/>
                  <a:pt x="108" y="29"/>
                </a:cubicBezTo>
                <a:lnTo>
                  <a:pt x="123" y="14"/>
                </a:lnTo>
                <a:close/>
                <a:moveTo>
                  <a:pt x="72" y="34"/>
                </a:moveTo>
                <a:cubicBezTo>
                  <a:pt x="95" y="34"/>
                  <a:pt x="95" y="34"/>
                  <a:pt x="95" y="34"/>
                </a:cubicBezTo>
                <a:cubicBezTo>
                  <a:pt x="98" y="47"/>
                  <a:pt x="98" y="47"/>
                  <a:pt x="98" y="47"/>
                </a:cubicBezTo>
                <a:cubicBezTo>
                  <a:pt x="69" y="47"/>
                  <a:pt x="69" y="47"/>
                  <a:pt x="69" y="47"/>
                </a:cubicBezTo>
                <a:lnTo>
                  <a:pt x="72" y="34"/>
                </a:lnTo>
                <a:close/>
                <a:moveTo>
                  <a:pt x="181" y="61"/>
                </a:moveTo>
                <a:cubicBezTo>
                  <a:pt x="181" y="61"/>
                  <a:pt x="181" y="61"/>
                  <a:pt x="181" y="61"/>
                </a:cubicBezTo>
                <a:cubicBezTo>
                  <a:pt x="181" y="61"/>
                  <a:pt x="181" y="61"/>
                  <a:pt x="181" y="61"/>
                </a:cubicBezTo>
                <a:cubicBezTo>
                  <a:pt x="199" y="61"/>
                  <a:pt x="199" y="61"/>
                  <a:pt x="199" y="6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50" y="124"/>
                  <a:pt x="50" y="124"/>
                  <a:pt x="50" y="124"/>
                </a:cubicBezTo>
                <a:cubicBezTo>
                  <a:pt x="49" y="124"/>
                  <a:pt x="49" y="124"/>
                  <a:pt x="48" y="125"/>
                </a:cubicBezTo>
                <a:cubicBezTo>
                  <a:pt x="43" y="61"/>
                  <a:pt x="43" y="61"/>
                  <a:pt x="43" y="61"/>
                </a:cubicBezTo>
                <a:lnTo>
                  <a:pt x="181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88" name="Group 287"/>
          <p:cNvGrpSpPr/>
          <p:nvPr/>
        </p:nvGrpSpPr>
        <p:grpSpPr>
          <a:xfrm>
            <a:off x="4903789" y="3445532"/>
            <a:ext cx="319088" cy="277812"/>
            <a:chOff x="4903789" y="3844925"/>
            <a:chExt cx="319088" cy="277812"/>
          </a:xfrm>
        </p:grpSpPr>
        <p:sp>
          <p:nvSpPr>
            <p:cNvPr id="157" name="Freeform 128"/>
            <p:cNvSpPr>
              <a:spLocks noEditPoints="1"/>
            </p:cNvSpPr>
            <p:nvPr/>
          </p:nvSpPr>
          <p:spPr bwMode="auto">
            <a:xfrm>
              <a:off x="4989514" y="3844925"/>
              <a:ext cx="147638" cy="188912"/>
            </a:xfrm>
            <a:custGeom>
              <a:avLst/>
              <a:gdLst>
                <a:gd name="T0" fmla="*/ 50 w 100"/>
                <a:gd name="T1" fmla="*/ 128 h 128"/>
                <a:gd name="T2" fmla="*/ 100 w 100"/>
                <a:gd name="T3" fmla="*/ 64 h 128"/>
                <a:gd name="T4" fmla="*/ 50 w 100"/>
                <a:gd name="T5" fmla="*/ 0 h 128"/>
                <a:gd name="T6" fmla="*/ 0 w 100"/>
                <a:gd name="T7" fmla="*/ 64 h 128"/>
                <a:gd name="T8" fmla="*/ 50 w 100"/>
                <a:gd name="T9" fmla="*/ 128 h 128"/>
                <a:gd name="T10" fmla="*/ 50 w 100"/>
                <a:gd name="T11" fmla="*/ 14 h 128"/>
                <a:gd name="T12" fmla="*/ 87 w 100"/>
                <a:gd name="T13" fmla="*/ 64 h 128"/>
                <a:gd name="T14" fmla="*/ 50 w 100"/>
                <a:gd name="T15" fmla="*/ 114 h 128"/>
                <a:gd name="T16" fmla="*/ 13 w 100"/>
                <a:gd name="T17" fmla="*/ 64 h 128"/>
                <a:gd name="T18" fmla="*/ 50 w 100"/>
                <a:gd name="T19" fmla="*/ 1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28">
                  <a:moveTo>
                    <a:pt x="50" y="128"/>
                  </a:moveTo>
                  <a:cubicBezTo>
                    <a:pt x="78" y="128"/>
                    <a:pt x="100" y="99"/>
                    <a:pt x="100" y="64"/>
                  </a:cubicBezTo>
                  <a:cubicBezTo>
                    <a:pt x="100" y="29"/>
                    <a:pt x="78" y="0"/>
                    <a:pt x="50" y="0"/>
                  </a:cubicBezTo>
                  <a:cubicBezTo>
                    <a:pt x="22" y="0"/>
                    <a:pt x="0" y="29"/>
                    <a:pt x="0" y="64"/>
                  </a:cubicBezTo>
                  <a:cubicBezTo>
                    <a:pt x="0" y="99"/>
                    <a:pt x="22" y="128"/>
                    <a:pt x="50" y="128"/>
                  </a:cubicBezTo>
                  <a:close/>
                  <a:moveTo>
                    <a:pt x="50" y="14"/>
                  </a:moveTo>
                  <a:cubicBezTo>
                    <a:pt x="70" y="14"/>
                    <a:pt x="87" y="37"/>
                    <a:pt x="87" y="64"/>
                  </a:cubicBezTo>
                  <a:cubicBezTo>
                    <a:pt x="87" y="91"/>
                    <a:pt x="70" y="114"/>
                    <a:pt x="50" y="114"/>
                  </a:cubicBezTo>
                  <a:cubicBezTo>
                    <a:pt x="30" y="114"/>
                    <a:pt x="13" y="91"/>
                    <a:pt x="13" y="64"/>
                  </a:cubicBezTo>
                  <a:cubicBezTo>
                    <a:pt x="13" y="37"/>
                    <a:pt x="30" y="14"/>
                    <a:pt x="50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Freeform 129"/>
            <p:cNvSpPr>
              <a:spLocks noEditPoints="1"/>
            </p:cNvSpPr>
            <p:nvPr/>
          </p:nvSpPr>
          <p:spPr bwMode="auto">
            <a:xfrm>
              <a:off x="4903789" y="4024312"/>
              <a:ext cx="319088" cy="98425"/>
            </a:xfrm>
            <a:custGeom>
              <a:avLst/>
              <a:gdLst>
                <a:gd name="T0" fmla="*/ 14 w 216"/>
                <a:gd name="T1" fmla="*/ 18 h 67"/>
                <a:gd name="T2" fmla="*/ 1 w 216"/>
                <a:gd name="T3" fmla="*/ 58 h 67"/>
                <a:gd name="T4" fmla="*/ 2 w 216"/>
                <a:gd name="T5" fmla="*/ 64 h 67"/>
                <a:gd name="T6" fmla="*/ 7 w 216"/>
                <a:gd name="T7" fmla="*/ 67 h 67"/>
                <a:gd name="T8" fmla="*/ 209 w 216"/>
                <a:gd name="T9" fmla="*/ 67 h 67"/>
                <a:gd name="T10" fmla="*/ 214 w 216"/>
                <a:gd name="T11" fmla="*/ 64 h 67"/>
                <a:gd name="T12" fmla="*/ 215 w 216"/>
                <a:gd name="T13" fmla="*/ 58 h 67"/>
                <a:gd name="T14" fmla="*/ 202 w 216"/>
                <a:gd name="T15" fmla="*/ 18 h 67"/>
                <a:gd name="T16" fmla="*/ 197 w 216"/>
                <a:gd name="T17" fmla="*/ 14 h 67"/>
                <a:gd name="T18" fmla="*/ 150 w 216"/>
                <a:gd name="T19" fmla="*/ 0 h 67"/>
                <a:gd name="T20" fmla="*/ 145 w 216"/>
                <a:gd name="T21" fmla="*/ 1 h 67"/>
                <a:gd name="T22" fmla="*/ 108 w 216"/>
                <a:gd name="T23" fmla="*/ 19 h 67"/>
                <a:gd name="T24" fmla="*/ 71 w 216"/>
                <a:gd name="T25" fmla="*/ 1 h 67"/>
                <a:gd name="T26" fmla="*/ 66 w 216"/>
                <a:gd name="T27" fmla="*/ 0 h 67"/>
                <a:gd name="T28" fmla="*/ 19 w 216"/>
                <a:gd name="T29" fmla="*/ 14 h 67"/>
                <a:gd name="T30" fmla="*/ 14 w 216"/>
                <a:gd name="T31" fmla="*/ 18 h 67"/>
                <a:gd name="T32" fmla="*/ 67 w 216"/>
                <a:gd name="T33" fmla="*/ 14 h 67"/>
                <a:gd name="T34" fmla="*/ 105 w 216"/>
                <a:gd name="T35" fmla="*/ 33 h 67"/>
                <a:gd name="T36" fmla="*/ 111 w 216"/>
                <a:gd name="T37" fmla="*/ 33 h 67"/>
                <a:gd name="T38" fmla="*/ 149 w 216"/>
                <a:gd name="T39" fmla="*/ 14 h 67"/>
                <a:gd name="T40" fmla="*/ 190 w 216"/>
                <a:gd name="T41" fmla="*/ 26 h 67"/>
                <a:gd name="T42" fmla="*/ 199 w 216"/>
                <a:gd name="T43" fmla="*/ 54 h 67"/>
                <a:gd name="T44" fmla="*/ 17 w 216"/>
                <a:gd name="T45" fmla="*/ 54 h 67"/>
                <a:gd name="T46" fmla="*/ 26 w 216"/>
                <a:gd name="T47" fmla="*/ 26 h 67"/>
                <a:gd name="T48" fmla="*/ 67 w 216"/>
                <a:gd name="T49" fmla="*/ 1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6" h="67">
                  <a:moveTo>
                    <a:pt x="14" y="18"/>
                  </a:moveTo>
                  <a:cubicBezTo>
                    <a:pt x="1" y="58"/>
                    <a:pt x="1" y="58"/>
                    <a:pt x="1" y="58"/>
                  </a:cubicBezTo>
                  <a:cubicBezTo>
                    <a:pt x="0" y="60"/>
                    <a:pt x="1" y="63"/>
                    <a:pt x="2" y="64"/>
                  </a:cubicBezTo>
                  <a:cubicBezTo>
                    <a:pt x="3" y="66"/>
                    <a:pt x="5" y="67"/>
                    <a:pt x="7" y="67"/>
                  </a:cubicBezTo>
                  <a:cubicBezTo>
                    <a:pt x="209" y="67"/>
                    <a:pt x="209" y="67"/>
                    <a:pt x="209" y="67"/>
                  </a:cubicBezTo>
                  <a:cubicBezTo>
                    <a:pt x="211" y="67"/>
                    <a:pt x="213" y="66"/>
                    <a:pt x="214" y="64"/>
                  </a:cubicBezTo>
                  <a:cubicBezTo>
                    <a:pt x="215" y="63"/>
                    <a:pt x="216" y="60"/>
                    <a:pt x="215" y="58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1" y="16"/>
                    <a:pt x="199" y="14"/>
                    <a:pt x="197" y="14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49" y="0"/>
                    <a:pt x="147" y="0"/>
                    <a:pt x="145" y="1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7" y="14"/>
                    <a:pt x="15" y="16"/>
                    <a:pt x="14" y="18"/>
                  </a:cubicBezTo>
                  <a:close/>
                  <a:moveTo>
                    <a:pt x="67" y="14"/>
                  </a:moveTo>
                  <a:cubicBezTo>
                    <a:pt x="105" y="33"/>
                    <a:pt x="105" y="33"/>
                    <a:pt x="105" y="33"/>
                  </a:cubicBezTo>
                  <a:cubicBezTo>
                    <a:pt x="107" y="34"/>
                    <a:pt x="109" y="34"/>
                    <a:pt x="111" y="33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26" y="26"/>
                    <a:pt x="26" y="26"/>
                    <a:pt x="26" y="26"/>
                  </a:cubicBezTo>
                  <a:lnTo>
                    <a:pt x="67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9" name="Group 288"/>
          <p:cNvGrpSpPr/>
          <p:nvPr/>
        </p:nvGrpSpPr>
        <p:grpSpPr>
          <a:xfrm>
            <a:off x="5395914" y="3436007"/>
            <a:ext cx="317500" cy="296862"/>
            <a:chOff x="5395914" y="3835400"/>
            <a:chExt cx="317500" cy="296862"/>
          </a:xfrm>
        </p:grpSpPr>
        <p:sp>
          <p:nvSpPr>
            <p:cNvPr id="159" name="Freeform 130"/>
            <p:cNvSpPr>
              <a:spLocks noEditPoints="1"/>
            </p:cNvSpPr>
            <p:nvPr/>
          </p:nvSpPr>
          <p:spPr bwMode="auto">
            <a:xfrm>
              <a:off x="5475289" y="3854450"/>
              <a:ext cx="158750" cy="188912"/>
            </a:xfrm>
            <a:custGeom>
              <a:avLst/>
              <a:gdLst>
                <a:gd name="T0" fmla="*/ 53 w 107"/>
                <a:gd name="T1" fmla="*/ 127 h 127"/>
                <a:gd name="T2" fmla="*/ 107 w 107"/>
                <a:gd name="T3" fmla="*/ 64 h 127"/>
                <a:gd name="T4" fmla="*/ 53 w 107"/>
                <a:gd name="T5" fmla="*/ 0 h 127"/>
                <a:gd name="T6" fmla="*/ 0 w 107"/>
                <a:gd name="T7" fmla="*/ 64 h 127"/>
                <a:gd name="T8" fmla="*/ 53 w 107"/>
                <a:gd name="T9" fmla="*/ 127 h 127"/>
                <a:gd name="T10" fmla="*/ 53 w 107"/>
                <a:gd name="T11" fmla="*/ 13 h 127"/>
                <a:gd name="T12" fmla="*/ 93 w 107"/>
                <a:gd name="T13" fmla="*/ 64 h 127"/>
                <a:gd name="T14" fmla="*/ 53 w 107"/>
                <a:gd name="T15" fmla="*/ 114 h 127"/>
                <a:gd name="T16" fmla="*/ 13 w 107"/>
                <a:gd name="T17" fmla="*/ 64 h 127"/>
                <a:gd name="T18" fmla="*/ 53 w 107"/>
                <a:gd name="T19" fmla="*/ 1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27">
                  <a:moveTo>
                    <a:pt x="53" y="127"/>
                  </a:moveTo>
                  <a:cubicBezTo>
                    <a:pt x="82" y="127"/>
                    <a:pt x="107" y="98"/>
                    <a:pt x="107" y="64"/>
                  </a:cubicBezTo>
                  <a:cubicBezTo>
                    <a:pt x="107" y="29"/>
                    <a:pt x="82" y="0"/>
                    <a:pt x="53" y="0"/>
                  </a:cubicBezTo>
                  <a:cubicBezTo>
                    <a:pt x="24" y="0"/>
                    <a:pt x="0" y="29"/>
                    <a:pt x="0" y="64"/>
                  </a:cubicBezTo>
                  <a:cubicBezTo>
                    <a:pt x="0" y="98"/>
                    <a:pt x="24" y="127"/>
                    <a:pt x="53" y="127"/>
                  </a:cubicBezTo>
                  <a:close/>
                  <a:moveTo>
                    <a:pt x="53" y="13"/>
                  </a:moveTo>
                  <a:cubicBezTo>
                    <a:pt x="75" y="13"/>
                    <a:pt x="93" y="36"/>
                    <a:pt x="93" y="64"/>
                  </a:cubicBezTo>
                  <a:cubicBezTo>
                    <a:pt x="93" y="91"/>
                    <a:pt x="75" y="114"/>
                    <a:pt x="53" y="114"/>
                  </a:cubicBezTo>
                  <a:cubicBezTo>
                    <a:pt x="31" y="114"/>
                    <a:pt x="13" y="91"/>
                    <a:pt x="13" y="64"/>
                  </a:cubicBezTo>
                  <a:cubicBezTo>
                    <a:pt x="13" y="36"/>
                    <a:pt x="31" y="13"/>
                    <a:pt x="5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0" name="Freeform 131"/>
            <p:cNvSpPr>
              <a:spLocks noEditPoints="1"/>
            </p:cNvSpPr>
            <p:nvPr/>
          </p:nvSpPr>
          <p:spPr bwMode="auto">
            <a:xfrm>
              <a:off x="5395914" y="4033837"/>
              <a:ext cx="317500" cy="98425"/>
            </a:xfrm>
            <a:custGeom>
              <a:avLst/>
              <a:gdLst>
                <a:gd name="T0" fmla="*/ 14 w 215"/>
                <a:gd name="T1" fmla="*/ 18 h 67"/>
                <a:gd name="T2" fmla="*/ 0 w 215"/>
                <a:gd name="T3" fmla="*/ 58 h 67"/>
                <a:gd name="T4" fmla="*/ 1 w 215"/>
                <a:gd name="T5" fmla="*/ 64 h 67"/>
                <a:gd name="T6" fmla="*/ 7 w 215"/>
                <a:gd name="T7" fmla="*/ 67 h 67"/>
                <a:gd name="T8" fmla="*/ 208 w 215"/>
                <a:gd name="T9" fmla="*/ 67 h 67"/>
                <a:gd name="T10" fmla="*/ 213 w 215"/>
                <a:gd name="T11" fmla="*/ 64 h 67"/>
                <a:gd name="T12" fmla="*/ 214 w 215"/>
                <a:gd name="T13" fmla="*/ 58 h 67"/>
                <a:gd name="T14" fmla="*/ 201 w 215"/>
                <a:gd name="T15" fmla="*/ 18 h 67"/>
                <a:gd name="T16" fmla="*/ 196 w 215"/>
                <a:gd name="T17" fmla="*/ 13 h 67"/>
                <a:gd name="T18" fmla="*/ 149 w 215"/>
                <a:gd name="T19" fmla="*/ 0 h 67"/>
                <a:gd name="T20" fmla="*/ 144 w 215"/>
                <a:gd name="T21" fmla="*/ 0 h 67"/>
                <a:gd name="T22" fmla="*/ 107 w 215"/>
                <a:gd name="T23" fmla="*/ 19 h 67"/>
                <a:gd name="T24" fmla="*/ 70 w 215"/>
                <a:gd name="T25" fmla="*/ 0 h 67"/>
                <a:gd name="T26" fmla="*/ 65 w 215"/>
                <a:gd name="T27" fmla="*/ 0 h 67"/>
                <a:gd name="T28" fmla="*/ 18 w 215"/>
                <a:gd name="T29" fmla="*/ 13 h 67"/>
                <a:gd name="T30" fmla="*/ 14 w 215"/>
                <a:gd name="T31" fmla="*/ 18 h 67"/>
                <a:gd name="T32" fmla="*/ 66 w 215"/>
                <a:gd name="T33" fmla="*/ 14 h 67"/>
                <a:gd name="T34" fmla="*/ 104 w 215"/>
                <a:gd name="T35" fmla="*/ 33 h 67"/>
                <a:gd name="T36" fmla="*/ 110 w 215"/>
                <a:gd name="T37" fmla="*/ 33 h 67"/>
                <a:gd name="T38" fmla="*/ 148 w 215"/>
                <a:gd name="T39" fmla="*/ 14 h 67"/>
                <a:gd name="T40" fmla="*/ 189 w 215"/>
                <a:gd name="T41" fmla="*/ 25 h 67"/>
                <a:gd name="T42" fmla="*/ 199 w 215"/>
                <a:gd name="T43" fmla="*/ 53 h 67"/>
                <a:gd name="T44" fmla="*/ 16 w 215"/>
                <a:gd name="T45" fmla="*/ 53 h 67"/>
                <a:gd name="T46" fmla="*/ 25 w 215"/>
                <a:gd name="T47" fmla="*/ 25 h 67"/>
                <a:gd name="T48" fmla="*/ 66 w 215"/>
                <a:gd name="T49" fmla="*/ 1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67">
                  <a:moveTo>
                    <a:pt x="14" y="18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60"/>
                    <a:pt x="0" y="62"/>
                    <a:pt x="1" y="64"/>
                  </a:cubicBezTo>
                  <a:cubicBezTo>
                    <a:pt x="2" y="66"/>
                    <a:pt x="4" y="67"/>
                    <a:pt x="7" y="67"/>
                  </a:cubicBezTo>
                  <a:cubicBezTo>
                    <a:pt x="208" y="67"/>
                    <a:pt x="208" y="67"/>
                    <a:pt x="208" y="67"/>
                  </a:cubicBezTo>
                  <a:cubicBezTo>
                    <a:pt x="210" y="67"/>
                    <a:pt x="212" y="66"/>
                    <a:pt x="213" y="64"/>
                  </a:cubicBezTo>
                  <a:cubicBezTo>
                    <a:pt x="215" y="62"/>
                    <a:pt x="215" y="60"/>
                    <a:pt x="214" y="58"/>
                  </a:cubicBezTo>
                  <a:cubicBezTo>
                    <a:pt x="201" y="18"/>
                    <a:pt x="201" y="18"/>
                    <a:pt x="201" y="18"/>
                  </a:cubicBezTo>
                  <a:cubicBezTo>
                    <a:pt x="200" y="16"/>
                    <a:pt x="198" y="14"/>
                    <a:pt x="196" y="13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8" y="0"/>
                    <a:pt x="146" y="0"/>
                    <a:pt x="144" y="0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8" y="0"/>
                    <a:pt x="67" y="0"/>
                    <a:pt x="65" y="0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6" y="14"/>
                    <a:pt x="14" y="16"/>
                    <a:pt x="14" y="18"/>
                  </a:cubicBezTo>
                  <a:close/>
                  <a:moveTo>
                    <a:pt x="66" y="14"/>
                  </a:moveTo>
                  <a:cubicBezTo>
                    <a:pt x="104" y="33"/>
                    <a:pt x="104" y="33"/>
                    <a:pt x="104" y="33"/>
                  </a:cubicBezTo>
                  <a:cubicBezTo>
                    <a:pt x="106" y="34"/>
                    <a:pt x="108" y="34"/>
                    <a:pt x="110" y="33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16" y="53"/>
                    <a:pt x="16" y="53"/>
                    <a:pt x="16" y="53"/>
                  </a:cubicBezTo>
                  <a:cubicBezTo>
                    <a:pt x="25" y="25"/>
                    <a:pt x="25" y="25"/>
                    <a:pt x="25" y="25"/>
                  </a:cubicBezTo>
                  <a:lnTo>
                    <a:pt x="6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1" name="Freeform 132"/>
            <p:cNvSpPr>
              <a:spLocks/>
            </p:cNvSpPr>
            <p:nvPr/>
          </p:nvSpPr>
          <p:spPr bwMode="auto">
            <a:xfrm>
              <a:off x="5634039" y="3835400"/>
              <a:ext cx="79375" cy="79375"/>
            </a:xfrm>
            <a:custGeom>
              <a:avLst/>
              <a:gdLst>
                <a:gd name="T0" fmla="*/ 47 w 54"/>
                <a:gd name="T1" fmla="*/ 20 h 53"/>
                <a:gd name="T2" fmla="*/ 33 w 54"/>
                <a:gd name="T3" fmla="*/ 20 h 53"/>
                <a:gd name="T4" fmla="*/ 33 w 54"/>
                <a:gd name="T5" fmla="*/ 6 h 53"/>
                <a:gd name="T6" fmla="*/ 27 w 54"/>
                <a:gd name="T7" fmla="*/ 0 h 53"/>
                <a:gd name="T8" fmla="*/ 20 w 54"/>
                <a:gd name="T9" fmla="*/ 6 h 53"/>
                <a:gd name="T10" fmla="*/ 20 w 54"/>
                <a:gd name="T11" fmla="*/ 20 h 53"/>
                <a:gd name="T12" fmla="*/ 7 w 54"/>
                <a:gd name="T13" fmla="*/ 20 h 53"/>
                <a:gd name="T14" fmla="*/ 0 w 54"/>
                <a:gd name="T15" fmla="*/ 26 h 53"/>
                <a:gd name="T16" fmla="*/ 7 w 54"/>
                <a:gd name="T17" fmla="*/ 33 h 53"/>
                <a:gd name="T18" fmla="*/ 20 w 54"/>
                <a:gd name="T19" fmla="*/ 33 h 53"/>
                <a:gd name="T20" fmla="*/ 20 w 54"/>
                <a:gd name="T21" fmla="*/ 47 h 53"/>
                <a:gd name="T22" fmla="*/ 27 w 54"/>
                <a:gd name="T23" fmla="*/ 53 h 53"/>
                <a:gd name="T24" fmla="*/ 33 w 54"/>
                <a:gd name="T25" fmla="*/ 47 h 53"/>
                <a:gd name="T26" fmla="*/ 33 w 54"/>
                <a:gd name="T27" fmla="*/ 33 h 53"/>
                <a:gd name="T28" fmla="*/ 47 w 54"/>
                <a:gd name="T29" fmla="*/ 33 h 53"/>
                <a:gd name="T30" fmla="*/ 54 w 54"/>
                <a:gd name="T31" fmla="*/ 26 h 53"/>
                <a:gd name="T32" fmla="*/ 47 w 54"/>
                <a:gd name="T33" fmla="*/ 2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53">
                  <a:moveTo>
                    <a:pt x="47" y="20"/>
                  </a:moveTo>
                  <a:cubicBezTo>
                    <a:pt x="33" y="20"/>
                    <a:pt x="33" y="20"/>
                    <a:pt x="33" y="20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3"/>
                    <a:pt x="30" y="0"/>
                    <a:pt x="27" y="0"/>
                  </a:cubicBezTo>
                  <a:cubicBezTo>
                    <a:pt x="23" y="0"/>
                    <a:pt x="20" y="3"/>
                    <a:pt x="20" y="6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3" y="20"/>
                    <a:pt x="0" y="23"/>
                    <a:pt x="0" y="26"/>
                  </a:cubicBezTo>
                  <a:cubicBezTo>
                    <a:pt x="0" y="30"/>
                    <a:pt x="3" y="33"/>
                    <a:pt x="7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50"/>
                    <a:pt x="23" y="53"/>
                    <a:pt x="27" y="53"/>
                  </a:cubicBezTo>
                  <a:cubicBezTo>
                    <a:pt x="30" y="53"/>
                    <a:pt x="33" y="50"/>
                    <a:pt x="33" y="47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51" y="33"/>
                    <a:pt x="54" y="30"/>
                    <a:pt x="54" y="26"/>
                  </a:cubicBezTo>
                  <a:cubicBezTo>
                    <a:pt x="54" y="23"/>
                    <a:pt x="51" y="20"/>
                    <a:pt x="47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0" name="Group 289"/>
          <p:cNvGrpSpPr/>
          <p:nvPr/>
        </p:nvGrpSpPr>
        <p:grpSpPr>
          <a:xfrm>
            <a:off x="5886451" y="3439182"/>
            <a:ext cx="317500" cy="288924"/>
            <a:chOff x="5886451" y="3838575"/>
            <a:chExt cx="317500" cy="288924"/>
          </a:xfrm>
        </p:grpSpPr>
        <p:sp>
          <p:nvSpPr>
            <p:cNvPr id="162" name="Freeform 133"/>
            <p:cNvSpPr>
              <a:spLocks noEditPoints="1"/>
            </p:cNvSpPr>
            <p:nvPr/>
          </p:nvSpPr>
          <p:spPr bwMode="auto">
            <a:xfrm>
              <a:off x="5965826" y="3851275"/>
              <a:ext cx="157163" cy="187325"/>
            </a:xfrm>
            <a:custGeom>
              <a:avLst/>
              <a:gdLst>
                <a:gd name="T0" fmla="*/ 53 w 107"/>
                <a:gd name="T1" fmla="*/ 127 h 127"/>
                <a:gd name="T2" fmla="*/ 107 w 107"/>
                <a:gd name="T3" fmla="*/ 63 h 127"/>
                <a:gd name="T4" fmla="*/ 53 w 107"/>
                <a:gd name="T5" fmla="*/ 0 h 127"/>
                <a:gd name="T6" fmla="*/ 0 w 107"/>
                <a:gd name="T7" fmla="*/ 63 h 127"/>
                <a:gd name="T8" fmla="*/ 53 w 107"/>
                <a:gd name="T9" fmla="*/ 127 h 127"/>
                <a:gd name="T10" fmla="*/ 53 w 107"/>
                <a:gd name="T11" fmla="*/ 13 h 127"/>
                <a:gd name="T12" fmla="*/ 94 w 107"/>
                <a:gd name="T13" fmla="*/ 63 h 127"/>
                <a:gd name="T14" fmla="*/ 53 w 107"/>
                <a:gd name="T15" fmla="*/ 114 h 127"/>
                <a:gd name="T16" fmla="*/ 13 w 107"/>
                <a:gd name="T17" fmla="*/ 63 h 127"/>
                <a:gd name="T18" fmla="*/ 53 w 107"/>
                <a:gd name="T19" fmla="*/ 1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27">
                  <a:moveTo>
                    <a:pt x="53" y="127"/>
                  </a:moveTo>
                  <a:cubicBezTo>
                    <a:pt x="82" y="127"/>
                    <a:pt x="107" y="98"/>
                    <a:pt x="107" y="63"/>
                  </a:cubicBezTo>
                  <a:cubicBezTo>
                    <a:pt x="107" y="29"/>
                    <a:pt x="82" y="0"/>
                    <a:pt x="53" y="0"/>
                  </a:cubicBezTo>
                  <a:cubicBezTo>
                    <a:pt x="24" y="0"/>
                    <a:pt x="0" y="29"/>
                    <a:pt x="0" y="63"/>
                  </a:cubicBezTo>
                  <a:cubicBezTo>
                    <a:pt x="0" y="98"/>
                    <a:pt x="24" y="127"/>
                    <a:pt x="53" y="127"/>
                  </a:cubicBezTo>
                  <a:close/>
                  <a:moveTo>
                    <a:pt x="53" y="13"/>
                  </a:moveTo>
                  <a:cubicBezTo>
                    <a:pt x="75" y="13"/>
                    <a:pt x="94" y="36"/>
                    <a:pt x="94" y="63"/>
                  </a:cubicBezTo>
                  <a:cubicBezTo>
                    <a:pt x="94" y="91"/>
                    <a:pt x="75" y="114"/>
                    <a:pt x="53" y="114"/>
                  </a:cubicBezTo>
                  <a:cubicBezTo>
                    <a:pt x="31" y="114"/>
                    <a:pt x="13" y="91"/>
                    <a:pt x="13" y="63"/>
                  </a:cubicBezTo>
                  <a:cubicBezTo>
                    <a:pt x="13" y="36"/>
                    <a:pt x="31" y="13"/>
                    <a:pt x="5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Freeform 134"/>
            <p:cNvSpPr>
              <a:spLocks noEditPoints="1"/>
            </p:cNvSpPr>
            <p:nvPr/>
          </p:nvSpPr>
          <p:spPr bwMode="auto">
            <a:xfrm>
              <a:off x="5886451" y="4027487"/>
              <a:ext cx="317500" cy="100012"/>
            </a:xfrm>
            <a:custGeom>
              <a:avLst/>
              <a:gdLst>
                <a:gd name="T0" fmla="*/ 14 w 215"/>
                <a:gd name="T1" fmla="*/ 18 h 67"/>
                <a:gd name="T2" fmla="*/ 0 w 215"/>
                <a:gd name="T3" fmla="*/ 59 h 67"/>
                <a:gd name="T4" fmla="*/ 1 w 215"/>
                <a:gd name="T5" fmla="*/ 65 h 67"/>
                <a:gd name="T6" fmla="*/ 7 w 215"/>
                <a:gd name="T7" fmla="*/ 67 h 67"/>
                <a:gd name="T8" fmla="*/ 208 w 215"/>
                <a:gd name="T9" fmla="*/ 67 h 67"/>
                <a:gd name="T10" fmla="*/ 213 w 215"/>
                <a:gd name="T11" fmla="*/ 65 h 67"/>
                <a:gd name="T12" fmla="*/ 214 w 215"/>
                <a:gd name="T13" fmla="*/ 59 h 67"/>
                <a:gd name="T14" fmla="*/ 201 w 215"/>
                <a:gd name="T15" fmla="*/ 18 h 67"/>
                <a:gd name="T16" fmla="*/ 196 w 215"/>
                <a:gd name="T17" fmla="*/ 14 h 67"/>
                <a:gd name="T18" fmla="*/ 149 w 215"/>
                <a:gd name="T19" fmla="*/ 1 h 67"/>
                <a:gd name="T20" fmla="*/ 145 w 215"/>
                <a:gd name="T21" fmla="*/ 1 h 67"/>
                <a:gd name="T22" fmla="*/ 107 w 215"/>
                <a:gd name="T23" fmla="*/ 20 h 67"/>
                <a:gd name="T24" fmla="*/ 70 w 215"/>
                <a:gd name="T25" fmla="*/ 1 h 67"/>
                <a:gd name="T26" fmla="*/ 65 w 215"/>
                <a:gd name="T27" fmla="*/ 1 h 67"/>
                <a:gd name="T28" fmla="*/ 18 w 215"/>
                <a:gd name="T29" fmla="*/ 14 h 67"/>
                <a:gd name="T30" fmla="*/ 14 w 215"/>
                <a:gd name="T31" fmla="*/ 18 h 67"/>
                <a:gd name="T32" fmla="*/ 66 w 215"/>
                <a:gd name="T33" fmla="*/ 14 h 67"/>
                <a:gd name="T34" fmla="*/ 104 w 215"/>
                <a:gd name="T35" fmla="*/ 33 h 67"/>
                <a:gd name="T36" fmla="*/ 110 w 215"/>
                <a:gd name="T37" fmla="*/ 33 h 67"/>
                <a:gd name="T38" fmla="*/ 148 w 215"/>
                <a:gd name="T39" fmla="*/ 14 h 67"/>
                <a:gd name="T40" fmla="*/ 189 w 215"/>
                <a:gd name="T41" fmla="*/ 26 h 67"/>
                <a:gd name="T42" fmla="*/ 199 w 215"/>
                <a:gd name="T43" fmla="*/ 54 h 67"/>
                <a:gd name="T44" fmla="*/ 16 w 215"/>
                <a:gd name="T45" fmla="*/ 54 h 67"/>
                <a:gd name="T46" fmla="*/ 25 w 215"/>
                <a:gd name="T47" fmla="*/ 26 h 67"/>
                <a:gd name="T48" fmla="*/ 66 w 215"/>
                <a:gd name="T49" fmla="*/ 1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67">
                  <a:moveTo>
                    <a:pt x="14" y="18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0" y="61"/>
                    <a:pt x="0" y="63"/>
                    <a:pt x="1" y="65"/>
                  </a:cubicBezTo>
                  <a:cubicBezTo>
                    <a:pt x="2" y="66"/>
                    <a:pt x="5" y="67"/>
                    <a:pt x="7" y="67"/>
                  </a:cubicBezTo>
                  <a:cubicBezTo>
                    <a:pt x="208" y="67"/>
                    <a:pt x="208" y="67"/>
                    <a:pt x="208" y="67"/>
                  </a:cubicBezTo>
                  <a:cubicBezTo>
                    <a:pt x="210" y="67"/>
                    <a:pt x="212" y="66"/>
                    <a:pt x="213" y="65"/>
                  </a:cubicBezTo>
                  <a:cubicBezTo>
                    <a:pt x="215" y="63"/>
                    <a:pt x="215" y="61"/>
                    <a:pt x="214" y="59"/>
                  </a:cubicBezTo>
                  <a:cubicBezTo>
                    <a:pt x="201" y="18"/>
                    <a:pt x="201" y="18"/>
                    <a:pt x="201" y="18"/>
                  </a:cubicBezTo>
                  <a:cubicBezTo>
                    <a:pt x="200" y="16"/>
                    <a:pt x="198" y="15"/>
                    <a:pt x="196" y="14"/>
                  </a:cubicBezTo>
                  <a:cubicBezTo>
                    <a:pt x="149" y="1"/>
                    <a:pt x="149" y="1"/>
                    <a:pt x="149" y="1"/>
                  </a:cubicBezTo>
                  <a:cubicBezTo>
                    <a:pt x="148" y="0"/>
                    <a:pt x="146" y="0"/>
                    <a:pt x="145" y="1"/>
                  </a:cubicBezTo>
                  <a:cubicBezTo>
                    <a:pt x="107" y="20"/>
                    <a:pt x="107" y="20"/>
                    <a:pt x="107" y="20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9" y="0"/>
                    <a:pt x="67" y="0"/>
                    <a:pt x="65" y="1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6" y="15"/>
                    <a:pt x="14" y="16"/>
                    <a:pt x="14" y="18"/>
                  </a:cubicBezTo>
                  <a:close/>
                  <a:moveTo>
                    <a:pt x="66" y="14"/>
                  </a:moveTo>
                  <a:cubicBezTo>
                    <a:pt x="104" y="33"/>
                    <a:pt x="104" y="33"/>
                    <a:pt x="104" y="33"/>
                  </a:cubicBezTo>
                  <a:cubicBezTo>
                    <a:pt x="106" y="34"/>
                    <a:pt x="108" y="34"/>
                    <a:pt x="110" y="33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189" y="26"/>
                    <a:pt x="189" y="26"/>
                    <a:pt x="189" y="26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25" y="26"/>
                    <a:pt x="25" y="26"/>
                    <a:pt x="25" y="26"/>
                  </a:cubicBezTo>
                  <a:lnTo>
                    <a:pt x="6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Freeform 135"/>
            <p:cNvSpPr>
              <a:spLocks/>
            </p:cNvSpPr>
            <p:nvPr/>
          </p:nvSpPr>
          <p:spPr bwMode="auto">
            <a:xfrm>
              <a:off x="6122989" y="3838575"/>
              <a:ext cx="71438" cy="71437"/>
            </a:xfrm>
            <a:custGeom>
              <a:avLst/>
              <a:gdLst>
                <a:gd name="T0" fmla="*/ 3 w 49"/>
                <a:gd name="T1" fmla="*/ 46 h 48"/>
                <a:gd name="T2" fmla="*/ 8 w 49"/>
                <a:gd name="T3" fmla="*/ 48 h 48"/>
                <a:gd name="T4" fmla="*/ 12 w 49"/>
                <a:gd name="T5" fmla="*/ 46 h 48"/>
                <a:gd name="T6" fmla="*/ 24 w 49"/>
                <a:gd name="T7" fmla="*/ 34 h 48"/>
                <a:gd name="T8" fmla="*/ 36 w 49"/>
                <a:gd name="T9" fmla="*/ 46 h 48"/>
                <a:gd name="T10" fmla="*/ 41 w 49"/>
                <a:gd name="T11" fmla="*/ 48 h 48"/>
                <a:gd name="T12" fmla="*/ 46 w 49"/>
                <a:gd name="T13" fmla="*/ 46 h 48"/>
                <a:gd name="T14" fmla="*/ 46 w 49"/>
                <a:gd name="T15" fmla="*/ 36 h 48"/>
                <a:gd name="T16" fmla="*/ 34 w 49"/>
                <a:gd name="T17" fmla="*/ 24 h 48"/>
                <a:gd name="T18" fmla="*/ 46 w 49"/>
                <a:gd name="T19" fmla="*/ 12 h 48"/>
                <a:gd name="T20" fmla="*/ 46 w 49"/>
                <a:gd name="T21" fmla="*/ 3 h 48"/>
                <a:gd name="T22" fmla="*/ 36 w 49"/>
                <a:gd name="T23" fmla="*/ 3 h 48"/>
                <a:gd name="T24" fmla="*/ 24 w 49"/>
                <a:gd name="T25" fmla="*/ 15 h 48"/>
                <a:gd name="T26" fmla="*/ 12 w 49"/>
                <a:gd name="T27" fmla="*/ 3 h 48"/>
                <a:gd name="T28" fmla="*/ 3 w 49"/>
                <a:gd name="T29" fmla="*/ 3 h 48"/>
                <a:gd name="T30" fmla="*/ 3 w 49"/>
                <a:gd name="T31" fmla="*/ 12 h 48"/>
                <a:gd name="T32" fmla="*/ 15 w 49"/>
                <a:gd name="T33" fmla="*/ 24 h 48"/>
                <a:gd name="T34" fmla="*/ 3 w 49"/>
                <a:gd name="T35" fmla="*/ 36 h 48"/>
                <a:gd name="T36" fmla="*/ 3 w 49"/>
                <a:gd name="T37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" h="48">
                  <a:moveTo>
                    <a:pt x="3" y="46"/>
                  </a:moveTo>
                  <a:cubicBezTo>
                    <a:pt x="4" y="47"/>
                    <a:pt x="6" y="48"/>
                    <a:pt x="8" y="48"/>
                  </a:cubicBezTo>
                  <a:cubicBezTo>
                    <a:pt x="9" y="48"/>
                    <a:pt x="11" y="47"/>
                    <a:pt x="12" y="4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8" y="47"/>
                    <a:pt x="40" y="48"/>
                    <a:pt x="41" y="48"/>
                  </a:cubicBezTo>
                  <a:cubicBezTo>
                    <a:pt x="43" y="48"/>
                    <a:pt x="45" y="47"/>
                    <a:pt x="46" y="46"/>
                  </a:cubicBezTo>
                  <a:cubicBezTo>
                    <a:pt x="49" y="43"/>
                    <a:pt x="49" y="39"/>
                    <a:pt x="46" y="36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49" y="6"/>
                    <a:pt x="46" y="3"/>
                  </a:cubicBezTo>
                  <a:cubicBezTo>
                    <a:pt x="43" y="0"/>
                    <a:pt x="39" y="0"/>
                    <a:pt x="36" y="3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6" y="0"/>
                    <a:pt x="3" y="3"/>
                  </a:cubicBezTo>
                  <a:cubicBezTo>
                    <a:pt x="0" y="6"/>
                    <a:pt x="0" y="10"/>
                    <a:pt x="3" y="12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0" y="39"/>
                    <a:pt x="0" y="43"/>
                    <a:pt x="3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2" name="Group 301"/>
          <p:cNvGrpSpPr/>
          <p:nvPr/>
        </p:nvGrpSpPr>
        <p:grpSpPr>
          <a:xfrm>
            <a:off x="1473201" y="3917019"/>
            <a:ext cx="317500" cy="317500"/>
            <a:chOff x="1473201" y="4316412"/>
            <a:chExt cx="317500" cy="317500"/>
          </a:xfrm>
        </p:grpSpPr>
        <p:sp>
          <p:nvSpPr>
            <p:cNvPr id="165" name="Freeform 136"/>
            <p:cNvSpPr>
              <a:spLocks noEditPoints="1"/>
            </p:cNvSpPr>
            <p:nvPr/>
          </p:nvSpPr>
          <p:spPr bwMode="auto">
            <a:xfrm>
              <a:off x="1473201" y="4316412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1 w 215"/>
                <a:gd name="T3" fmla="*/ 31 h 215"/>
                <a:gd name="T4" fmla="*/ 0 w 215"/>
                <a:gd name="T5" fmla="*/ 107 h 215"/>
                <a:gd name="T6" fmla="*/ 31 w 215"/>
                <a:gd name="T7" fmla="*/ 183 h 215"/>
                <a:gd name="T8" fmla="*/ 107 w 215"/>
                <a:gd name="T9" fmla="*/ 215 h 215"/>
                <a:gd name="T10" fmla="*/ 183 w 215"/>
                <a:gd name="T11" fmla="*/ 183 h 215"/>
                <a:gd name="T12" fmla="*/ 215 w 215"/>
                <a:gd name="T13" fmla="*/ 107 h 215"/>
                <a:gd name="T14" fmla="*/ 183 w 215"/>
                <a:gd name="T15" fmla="*/ 31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1 h 215"/>
                <a:gd name="T22" fmla="*/ 41 w 215"/>
                <a:gd name="T23" fmla="*/ 174 h 215"/>
                <a:gd name="T24" fmla="*/ 13 w 215"/>
                <a:gd name="T25" fmla="*/ 107 h 215"/>
                <a:gd name="T26" fmla="*/ 41 w 215"/>
                <a:gd name="T27" fmla="*/ 41 h 215"/>
                <a:gd name="T28" fmla="*/ 107 w 215"/>
                <a:gd name="T29" fmla="*/ 13 h 215"/>
                <a:gd name="T30" fmla="*/ 174 w 215"/>
                <a:gd name="T31" fmla="*/ 41 h 215"/>
                <a:gd name="T32" fmla="*/ 201 w 215"/>
                <a:gd name="T33" fmla="*/ 107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1"/>
                    <a:pt x="31" y="31"/>
                  </a:cubicBezTo>
                  <a:cubicBezTo>
                    <a:pt x="11" y="52"/>
                    <a:pt x="0" y="79"/>
                    <a:pt x="0" y="107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2" y="203"/>
                    <a:pt x="79" y="215"/>
                    <a:pt x="107" y="215"/>
                  </a:cubicBezTo>
                  <a:cubicBezTo>
                    <a:pt x="136" y="215"/>
                    <a:pt x="163" y="203"/>
                    <a:pt x="183" y="183"/>
                  </a:cubicBezTo>
                  <a:cubicBezTo>
                    <a:pt x="203" y="163"/>
                    <a:pt x="215" y="136"/>
                    <a:pt x="215" y="107"/>
                  </a:cubicBezTo>
                  <a:cubicBezTo>
                    <a:pt x="215" y="79"/>
                    <a:pt x="203" y="52"/>
                    <a:pt x="183" y="31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1"/>
                    <a:pt x="132" y="201"/>
                    <a:pt x="107" y="201"/>
                  </a:cubicBezTo>
                  <a:cubicBezTo>
                    <a:pt x="82" y="201"/>
                    <a:pt x="59" y="191"/>
                    <a:pt x="41" y="174"/>
                  </a:cubicBezTo>
                  <a:cubicBezTo>
                    <a:pt x="23" y="156"/>
                    <a:pt x="13" y="132"/>
                    <a:pt x="13" y="107"/>
                  </a:cubicBezTo>
                  <a:cubicBezTo>
                    <a:pt x="13" y="82"/>
                    <a:pt x="23" y="59"/>
                    <a:pt x="41" y="41"/>
                  </a:cubicBezTo>
                  <a:cubicBezTo>
                    <a:pt x="59" y="23"/>
                    <a:pt x="82" y="13"/>
                    <a:pt x="107" y="13"/>
                  </a:cubicBezTo>
                  <a:cubicBezTo>
                    <a:pt x="132" y="13"/>
                    <a:pt x="156" y="23"/>
                    <a:pt x="174" y="41"/>
                  </a:cubicBezTo>
                  <a:cubicBezTo>
                    <a:pt x="191" y="59"/>
                    <a:pt x="201" y="82"/>
                    <a:pt x="201" y="107"/>
                  </a:cubicBezTo>
                  <a:cubicBezTo>
                    <a:pt x="201" y="132"/>
                    <a:pt x="191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Freeform 137"/>
            <p:cNvSpPr>
              <a:spLocks/>
            </p:cNvSpPr>
            <p:nvPr/>
          </p:nvSpPr>
          <p:spPr bwMode="auto">
            <a:xfrm>
              <a:off x="1622426" y="4356100"/>
              <a:ext cx="90488" cy="158750"/>
            </a:xfrm>
            <a:custGeom>
              <a:avLst/>
              <a:gdLst>
                <a:gd name="T0" fmla="*/ 56 w 61"/>
                <a:gd name="T1" fmla="*/ 94 h 107"/>
                <a:gd name="T2" fmla="*/ 13 w 61"/>
                <a:gd name="T3" fmla="*/ 76 h 107"/>
                <a:gd name="T4" fmla="*/ 13 w 61"/>
                <a:gd name="T5" fmla="*/ 7 h 107"/>
                <a:gd name="T6" fmla="*/ 6 w 61"/>
                <a:gd name="T7" fmla="*/ 0 h 107"/>
                <a:gd name="T8" fmla="*/ 0 w 61"/>
                <a:gd name="T9" fmla="*/ 7 h 107"/>
                <a:gd name="T10" fmla="*/ 0 w 61"/>
                <a:gd name="T11" fmla="*/ 80 h 107"/>
                <a:gd name="T12" fmla="*/ 4 w 61"/>
                <a:gd name="T13" fmla="*/ 86 h 107"/>
                <a:gd name="T14" fmla="*/ 51 w 61"/>
                <a:gd name="T15" fmla="*/ 107 h 107"/>
                <a:gd name="T16" fmla="*/ 53 w 61"/>
                <a:gd name="T17" fmla="*/ 107 h 107"/>
                <a:gd name="T18" fmla="*/ 59 w 61"/>
                <a:gd name="T19" fmla="*/ 103 h 107"/>
                <a:gd name="T20" fmla="*/ 56 w 61"/>
                <a:gd name="T21" fmla="*/ 9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107">
                  <a:moveTo>
                    <a:pt x="56" y="94"/>
                  </a:moveTo>
                  <a:cubicBezTo>
                    <a:pt x="13" y="76"/>
                    <a:pt x="13" y="76"/>
                    <a:pt x="13" y="7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3"/>
                    <a:pt x="1" y="85"/>
                    <a:pt x="4" y="86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2" y="107"/>
                    <a:pt x="53" y="107"/>
                  </a:cubicBezTo>
                  <a:cubicBezTo>
                    <a:pt x="56" y="107"/>
                    <a:pt x="58" y="106"/>
                    <a:pt x="59" y="103"/>
                  </a:cubicBezTo>
                  <a:cubicBezTo>
                    <a:pt x="61" y="100"/>
                    <a:pt x="59" y="96"/>
                    <a:pt x="56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7" name="Freeform 138"/>
            <p:cNvSpPr>
              <a:spLocks/>
            </p:cNvSpPr>
            <p:nvPr/>
          </p:nvSpPr>
          <p:spPr bwMode="auto">
            <a:xfrm>
              <a:off x="1512889" y="4465637"/>
              <a:ext cx="30163" cy="19050"/>
            </a:xfrm>
            <a:custGeom>
              <a:avLst/>
              <a:gdLst>
                <a:gd name="T0" fmla="*/ 13 w 20"/>
                <a:gd name="T1" fmla="*/ 0 h 13"/>
                <a:gd name="T2" fmla="*/ 6 w 20"/>
                <a:gd name="T3" fmla="*/ 0 h 13"/>
                <a:gd name="T4" fmla="*/ 0 w 20"/>
                <a:gd name="T5" fmla="*/ 6 h 13"/>
                <a:gd name="T6" fmla="*/ 6 w 20"/>
                <a:gd name="T7" fmla="*/ 13 h 13"/>
                <a:gd name="T8" fmla="*/ 13 w 20"/>
                <a:gd name="T9" fmla="*/ 13 h 13"/>
                <a:gd name="T10" fmla="*/ 20 w 20"/>
                <a:gd name="T11" fmla="*/ 6 h 13"/>
                <a:gd name="T12" fmla="*/ 13 w 2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1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6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8" name="Freeform 139"/>
            <p:cNvSpPr>
              <a:spLocks/>
            </p:cNvSpPr>
            <p:nvPr/>
          </p:nvSpPr>
          <p:spPr bwMode="auto">
            <a:xfrm>
              <a:off x="1720851" y="4465637"/>
              <a:ext cx="30163" cy="19050"/>
            </a:xfrm>
            <a:custGeom>
              <a:avLst/>
              <a:gdLst>
                <a:gd name="T0" fmla="*/ 0 w 20"/>
                <a:gd name="T1" fmla="*/ 6 h 13"/>
                <a:gd name="T2" fmla="*/ 6 w 20"/>
                <a:gd name="T3" fmla="*/ 13 h 13"/>
                <a:gd name="T4" fmla="*/ 13 w 20"/>
                <a:gd name="T5" fmla="*/ 13 h 13"/>
                <a:gd name="T6" fmla="*/ 20 w 20"/>
                <a:gd name="T7" fmla="*/ 6 h 13"/>
                <a:gd name="T8" fmla="*/ 13 w 20"/>
                <a:gd name="T9" fmla="*/ 0 h 13"/>
                <a:gd name="T10" fmla="*/ 6 w 20"/>
                <a:gd name="T11" fmla="*/ 0 h 13"/>
                <a:gd name="T12" fmla="*/ 0 w 20"/>
                <a:gd name="T1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0" y="6"/>
                  </a:moveTo>
                  <a:cubicBezTo>
                    <a:pt x="0" y="10"/>
                    <a:pt x="3" y="13"/>
                    <a:pt x="6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6"/>
                  </a:cubicBezTo>
                  <a:cubicBezTo>
                    <a:pt x="20" y="3"/>
                    <a:pt x="17" y="0"/>
                    <a:pt x="1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9" name="Freeform 140"/>
            <p:cNvSpPr>
              <a:spLocks/>
            </p:cNvSpPr>
            <p:nvPr/>
          </p:nvSpPr>
          <p:spPr bwMode="auto">
            <a:xfrm>
              <a:off x="1622426" y="4564062"/>
              <a:ext cx="19050" cy="30162"/>
            </a:xfrm>
            <a:custGeom>
              <a:avLst/>
              <a:gdLst>
                <a:gd name="T0" fmla="*/ 6 w 13"/>
                <a:gd name="T1" fmla="*/ 0 h 20"/>
                <a:gd name="T2" fmla="*/ 0 w 13"/>
                <a:gd name="T3" fmla="*/ 6 h 20"/>
                <a:gd name="T4" fmla="*/ 0 w 13"/>
                <a:gd name="T5" fmla="*/ 13 h 20"/>
                <a:gd name="T6" fmla="*/ 6 w 13"/>
                <a:gd name="T7" fmla="*/ 20 h 20"/>
                <a:gd name="T8" fmla="*/ 13 w 13"/>
                <a:gd name="T9" fmla="*/ 13 h 20"/>
                <a:gd name="T10" fmla="*/ 13 w 13"/>
                <a:gd name="T11" fmla="*/ 6 h 20"/>
                <a:gd name="T12" fmla="*/ 6 w 13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0">
                  <a:moveTo>
                    <a:pt x="6" y="0"/>
                  </a:moveTo>
                  <a:cubicBezTo>
                    <a:pt x="3" y="0"/>
                    <a:pt x="0" y="3"/>
                    <a:pt x="0" y="6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3" y="20"/>
                    <a:pt x="6" y="20"/>
                  </a:cubicBezTo>
                  <a:cubicBezTo>
                    <a:pt x="10" y="20"/>
                    <a:pt x="13" y="17"/>
                    <a:pt x="13" y="1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1" name="Group 300"/>
          <p:cNvGrpSpPr/>
          <p:nvPr/>
        </p:nvGrpSpPr>
        <p:grpSpPr>
          <a:xfrm>
            <a:off x="1978026" y="3917019"/>
            <a:ext cx="287338" cy="317500"/>
            <a:chOff x="1978026" y="4316412"/>
            <a:chExt cx="287338" cy="317500"/>
          </a:xfrm>
        </p:grpSpPr>
        <p:sp>
          <p:nvSpPr>
            <p:cNvPr id="170" name="Freeform 141"/>
            <p:cNvSpPr>
              <a:spLocks noEditPoints="1"/>
            </p:cNvSpPr>
            <p:nvPr/>
          </p:nvSpPr>
          <p:spPr bwMode="auto">
            <a:xfrm>
              <a:off x="1978026" y="4316412"/>
              <a:ext cx="287338" cy="317500"/>
            </a:xfrm>
            <a:custGeom>
              <a:avLst/>
              <a:gdLst>
                <a:gd name="T0" fmla="*/ 29 w 195"/>
                <a:gd name="T1" fmla="*/ 186 h 215"/>
                <a:gd name="T2" fmla="*/ 166 w 195"/>
                <a:gd name="T3" fmla="*/ 186 h 215"/>
                <a:gd name="T4" fmla="*/ 166 w 195"/>
                <a:gd name="T5" fmla="*/ 49 h 215"/>
                <a:gd name="T6" fmla="*/ 104 w 195"/>
                <a:gd name="T7" fmla="*/ 13 h 215"/>
                <a:gd name="T8" fmla="*/ 124 w 195"/>
                <a:gd name="T9" fmla="*/ 7 h 215"/>
                <a:gd name="T10" fmla="*/ 97 w 195"/>
                <a:gd name="T11" fmla="*/ 0 h 215"/>
                <a:gd name="T12" fmla="*/ 77 w 195"/>
                <a:gd name="T13" fmla="*/ 0 h 215"/>
                <a:gd name="T14" fmla="*/ 77 w 195"/>
                <a:gd name="T15" fmla="*/ 13 h 215"/>
                <a:gd name="T16" fmla="*/ 91 w 195"/>
                <a:gd name="T17" fmla="*/ 20 h 215"/>
                <a:gd name="T18" fmla="*/ 0 w 195"/>
                <a:gd name="T19" fmla="*/ 117 h 215"/>
                <a:gd name="T20" fmla="*/ 174 w 195"/>
                <a:gd name="T21" fmla="*/ 111 h 215"/>
                <a:gd name="T22" fmla="*/ 174 w 195"/>
                <a:gd name="T23" fmla="*/ 124 h 215"/>
                <a:gd name="T24" fmla="*/ 161 w 195"/>
                <a:gd name="T25" fmla="*/ 172 h 215"/>
                <a:gd name="T26" fmla="*/ 151 w 195"/>
                <a:gd name="T27" fmla="*/ 162 h 215"/>
                <a:gd name="T28" fmla="*/ 142 w 195"/>
                <a:gd name="T29" fmla="*/ 171 h 215"/>
                <a:gd name="T30" fmla="*/ 152 w 195"/>
                <a:gd name="T31" fmla="*/ 181 h 215"/>
                <a:gd name="T32" fmla="*/ 104 w 195"/>
                <a:gd name="T33" fmla="*/ 191 h 215"/>
                <a:gd name="T34" fmla="*/ 91 w 195"/>
                <a:gd name="T35" fmla="*/ 191 h 215"/>
                <a:gd name="T36" fmla="*/ 43 w 195"/>
                <a:gd name="T37" fmla="*/ 181 h 215"/>
                <a:gd name="T38" fmla="*/ 53 w 195"/>
                <a:gd name="T39" fmla="*/ 171 h 215"/>
                <a:gd name="T40" fmla="*/ 44 w 195"/>
                <a:gd name="T41" fmla="*/ 162 h 215"/>
                <a:gd name="T42" fmla="*/ 34 w 195"/>
                <a:gd name="T43" fmla="*/ 172 h 215"/>
                <a:gd name="T44" fmla="*/ 20 w 195"/>
                <a:gd name="T45" fmla="*/ 124 h 215"/>
                <a:gd name="T46" fmla="*/ 20 w 195"/>
                <a:gd name="T47" fmla="*/ 111 h 215"/>
                <a:gd name="T48" fmla="*/ 34 w 195"/>
                <a:gd name="T49" fmla="*/ 63 h 215"/>
                <a:gd name="T50" fmla="*/ 44 w 195"/>
                <a:gd name="T51" fmla="*/ 73 h 215"/>
                <a:gd name="T52" fmla="*/ 53 w 195"/>
                <a:gd name="T53" fmla="*/ 73 h 215"/>
                <a:gd name="T54" fmla="*/ 44 w 195"/>
                <a:gd name="T55" fmla="*/ 54 h 215"/>
                <a:gd name="T56" fmla="*/ 91 w 195"/>
                <a:gd name="T57" fmla="*/ 34 h 215"/>
                <a:gd name="T58" fmla="*/ 97 w 195"/>
                <a:gd name="T59" fmla="*/ 47 h 215"/>
                <a:gd name="T60" fmla="*/ 104 w 195"/>
                <a:gd name="T61" fmla="*/ 34 h 215"/>
                <a:gd name="T62" fmla="*/ 151 w 195"/>
                <a:gd name="T63" fmla="*/ 54 h 215"/>
                <a:gd name="T64" fmla="*/ 142 w 195"/>
                <a:gd name="T65" fmla="*/ 73 h 215"/>
                <a:gd name="T66" fmla="*/ 151 w 195"/>
                <a:gd name="T67" fmla="*/ 73 h 215"/>
                <a:gd name="T68" fmla="*/ 161 w 195"/>
                <a:gd name="T69" fmla="*/ 6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5" h="215">
                  <a:moveTo>
                    <a:pt x="0" y="117"/>
                  </a:moveTo>
                  <a:cubicBezTo>
                    <a:pt x="0" y="143"/>
                    <a:pt x="10" y="168"/>
                    <a:pt x="29" y="186"/>
                  </a:cubicBezTo>
                  <a:cubicBezTo>
                    <a:pt x="47" y="205"/>
                    <a:pt x="71" y="215"/>
                    <a:pt x="97" y="215"/>
                  </a:cubicBezTo>
                  <a:cubicBezTo>
                    <a:pt x="123" y="215"/>
                    <a:pt x="148" y="205"/>
                    <a:pt x="166" y="186"/>
                  </a:cubicBezTo>
                  <a:cubicBezTo>
                    <a:pt x="184" y="168"/>
                    <a:pt x="195" y="143"/>
                    <a:pt x="195" y="117"/>
                  </a:cubicBezTo>
                  <a:cubicBezTo>
                    <a:pt x="195" y="91"/>
                    <a:pt x="184" y="67"/>
                    <a:pt x="166" y="49"/>
                  </a:cubicBezTo>
                  <a:cubicBezTo>
                    <a:pt x="149" y="32"/>
                    <a:pt x="127" y="22"/>
                    <a:pt x="104" y="20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17" y="13"/>
                    <a:pt x="117" y="13"/>
                    <a:pt x="117" y="13"/>
                  </a:cubicBezTo>
                  <a:cubicBezTo>
                    <a:pt x="121" y="13"/>
                    <a:pt x="124" y="10"/>
                    <a:pt x="124" y="7"/>
                  </a:cubicBezTo>
                  <a:cubicBezTo>
                    <a:pt x="124" y="3"/>
                    <a:pt x="121" y="0"/>
                    <a:pt x="11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4" y="0"/>
                    <a:pt x="71" y="3"/>
                    <a:pt x="71" y="7"/>
                  </a:cubicBezTo>
                  <a:cubicBezTo>
                    <a:pt x="71" y="10"/>
                    <a:pt x="74" y="13"/>
                    <a:pt x="77" y="13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67" y="22"/>
                    <a:pt x="45" y="32"/>
                    <a:pt x="29" y="49"/>
                  </a:cubicBezTo>
                  <a:cubicBezTo>
                    <a:pt x="10" y="67"/>
                    <a:pt x="0" y="91"/>
                    <a:pt x="0" y="117"/>
                  </a:cubicBezTo>
                  <a:close/>
                  <a:moveTo>
                    <a:pt x="181" y="111"/>
                  </a:moveTo>
                  <a:cubicBezTo>
                    <a:pt x="174" y="111"/>
                    <a:pt x="174" y="111"/>
                    <a:pt x="174" y="111"/>
                  </a:cubicBezTo>
                  <a:cubicBezTo>
                    <a:pt x="171" y="111"/>
                    <a:pt x="168" y="114"/>
                    <a:pt x="168" y="117"/>
                  </a:cubicBezTo>
                  <a:cubicBezTo>
                    <a:pt x="168" y="121"/>
                    <a:pt x="171" y="124"/>
                    <a:pt x="174" y="124"/>
                  </a:cubicBezTo>
                  <a:cubicBezTo>
                    <a:pt x="181" y="124"/>
                    <a:pt x="181" y="124"/>
                    <a:pt x="181" y="124"/>
                  </a:cubicBezTo>
                  <a:cubicBezTo>
                    <a:pt x="180" y="142"/>
                    <a:pt x="173" y="158"/>
                    <a:pt x="161" y="172"/>
                  </a:cubicBezTo>
                  <a:cubicBezTo>
                    <a:pt x="161" y="172"/>
                    <a:pt x="161" y="171"/>
                    <a:pt x="161" y="171"/>
                  </a:cubicBezTo>
                  <a:cubicBezTo>
                    <a:pt x="151" y="162"/>
                    <a:pt x="151" y="162"/>
                    <a:pt x="151" y="162"/>
                  </a:cubicBezTo>
                  <a:cubicBezTo>
                    <a:pt x="148" y="159"/>
                    <a:pt x="144" y="159"/>
                    <a:pt x="142" y="162"/>
                  </a:cubicBezTo>
                  <a:cubicBezTo>
                    <a:pt x="139" y="164"/>
                    <a:pt x="139" y="168"/>
                    <a:pt x="142" y="171"/>
                  </a:cubicBezTo>
                  <a:cubicBezTo>
                    <a:pt x="151" y="181"/>
                    <a:pt x="151" y="181"/>
                    <a:pt x="151" y="181"/>
                  </a:cubicBezTo>
                  <a:cubicBezTo>
                    <a:pt x="151" y="181"/>
                    <a:pt x="152" y="181"/>
                    <a:pt x="152" y="181"/>
                  </a:cubicBezTo>
                  <a:cubicBezTo>
                    <a:pt x="138" y="193"/>
                    <a:pt x="122" y="200"/>
                    <a:pt x="104" y="201"/>
                  </a:cubicBezTo>
                  <a:cubicBezTo>
                    <a:pt x="104" y="191"/>
                    <a:pt x="104" y="191"/>
                    <a:pt x="104" y="191"/>
                  </a:cubicBezTo>
                  <a:cubicBezTo>
                    <a:pt x="104" y="187"/>
                    <a:pt x="101" y="184"/>
                    <a:pt x="97" y="184"/>
                  </a:cubicBezTo>
                  <a:cubicBezTo>
                    <a:pt x="94" y="184"/>
                    <a:pt x="91" y="187"/>
                    <a:pt x="91" y="191"/>
                  </a:cubicBezTo>
                  <a:cubicBezTo>
                    <a:pt x="91" y="201"/>
                    <a:pt x="91" y="201"/>
                    <a:pt x="91" y="201"/>
                  </a:cubicBezTo>
                  <a:cubicBezTo>
                    <a:pt x="73" y="200"/>
                    <a:pt x="56" y="193"/>
                    <a:pt x="43" y="181"/>
                  </a:cubicBezTo>
                  <a:cubicBezTo>
                    <a:pt x="43" y="181"/>
                    <a:pt x="43" y="181"/>
                    <a:pt x="44" y="181"/>
                  </a:cubicBezTo>
                  <a:cubicBezTo>
                    <a:pt x="53" y="171"/>
                    <a:pt x="53" y="171"/>
                    <a:pt x="53" y="171"/>
                  </a:cubicBezTo>
                  <a:cubicBezTo>
                    <a:pt x="56" y="168"/>
                    <a:pt x="56" y="164"/>
                    <a:pt x="53" y="162"/>
                  </a:cubicBezTo>
                  <a:cubicBezTo>
                    <a:pt x="50" y="159"/>
                    <a:pt x="46" y="159"/>
                    <a:pt x="44" y="162"/>
                  </a:cubicBezTo>
                  <a:cubicBezTo>
                    <a:pt x="34" y="171"/>
                    <a:pt x="34" y="171"/>
                    <a:pt x="34" y="171"/>
                  </a:cubicBezTo>
                  <a:cubicBezTo>
                    <a:pt x="34" y="171"/>
                    <a:pt x="34" y="172"/>
                    <a:pt x="34" y="172"/>
                  </a:cubicBezTo>
                  <a:cubicBezTo>
                    <a:pt x="22" y="158"/>
                    <a:pt x="15" y="142"/>
                    <a:pt x="14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4" y="124"/>
                    <a:pt x="27" y="121"/>
                    <a:pt x="27" y="117"/>
                  </a:cubicBezTo>
                  <a:cubicBezTo>
                    <a:pt x="27" y="114"/>
                    <a:pt x="24" y="111"/>
                    <a:pt x="20" y="111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5" y="93"/>
                    <a:pt x="22" y="76"/>
                    <a:pt x="34" y="63"/>
                  </a:cubicBezTo>
                  <a:cubicBezTo>
                    <a:pt x="34" y="63"/>
                    <a:pt x="34" y="63"/>
                    <a:pt x="34" y="64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5" y="74"/>
                    <a:pt x="47" y="75"/>
                    <a:pt x="48" y="75"/>
                  </a:cubicBezTo>
                  <a:cubicBezTo>
                    <a:pt x="50" y="75"/>
                    <a:pt x="52" y="74"/>
                    <a:pt x="53" y="73"/>
                  </a:cubicBezTo>
                  <a:cubicBezTo>
                    <a:pt x="56" y="71"/>
                    <a:pt x="56" y="66"/>
                    <a:pt x="53" y="6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42"/>
                    <a:pt x="73" y="35"/>
                    <a:pt x="91" y="34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1" y="44"/>
                    <a:pt x="94" y="47"/>
                    <a:pt x="97" y="47"/>
                  </a:cubicBezTo>
                  <a:cubicBezTo>
                    <a:pt x="101" y="47"/>
                    <a:pt x="104" y="44"/>
                    <a:pt x="104" y="40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22" y="35"/>
                    <a:pt x="138" y="42"/>
                    <a:pt x="152" y="54"/>
                  </a:cubicBezTo>
                  <a:cubicBezTo>
                    <a:pt x="152" y="54"/>
                    <a:pt x="151" y="54"/>
                    <a:pt x="151" y="5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39" y="66"/>
                    <a:pt x="139" y="71"/>
                    <a:pt x="142" y="73"/>
                  </a:cubicBezTo>
                  <a:cubicBezTo>
                    <a:pt x="143" y="74"/>
                    <a:pt x="145" y="75"/>
                    <a:pt x="146" y="75"/>
                  </a:cubicBezTo>
                  <a:cubicBezTo>
                    <a:pt x="148" y="75"/>
                    <a:pt x="150" y="74"/>
                    <a:pt x="151" y="73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3"/>
                    <a:pt x="161" y="63"/>
                    <a:pt x="161" y="63"/>
                  </a:cubicBezTo>
                  <a:cubicBezTo>
                    <a:pt x="173" y="76"/>
                    <a:pt x="180" y="93"/>
                    <a:pt x="181" y="1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1" name="Freeform 142"/>
            <p:cNvSpPr>
              <a:spLocks/>
            </p:cNvSpPr>
            <p:nvPr/>
          </p:nvSpPr>
          <p:spPr bwMode="auto">
            <a:xfrm>
              <a:off x="2101851" y="4419600"/>
              <a:ext cx="39688" cy="90487"/>
            </a:xfrm>
            <a:custGeom>
              <a:avLst/>
              <a:gdLst>
                <a:gd name="T0" fmla="*/ 20 w 27"/>
                <a:gd name="T1" fmla="*/ 36 h 61"/>
                <a:gd name="T2" fmla="*/ 20 w 27"/>
                <a:gd name="T3" fmla="*/ 7 h 61"/>
                <a:gd name="T4" fmla="*/ 13 w 27"/>
                <a:gd name="T5" fmla="*/ 0 h 61"/>
                <a:gd name="T6" fmla="*/ 7 w 27"/>
                <a:gd name="T7" fmla="*/ 7 h 61"/>
                <a:gd name="T8" fmla="*/ 7 w 27"/>
                <a:gd name="T9" fmla="*/ 36 h 61"/>
                <a:gd name="T10" fmla="*/ 0 w 27"/>
                <a:gd name="T11" fmla="*/ 47 h 61"/>
                <a:gd name="T12" fmla="*/ 13 w 27"/>
                <a:gd name="T13" fmla="*/ 61 h 61"/>
                <a:gd name="T14" fmla="*/ 27 w 27"/>
                <a:gd name="T15" fmla="*/ 47 h 61"/>
                <a:gd name="T16" fmla="*/ 20 w 27"/>
                <a:gd name="T17" fmla="*/ 3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61">
                  <a:moveTo>
                    <a:pt x="20" y="36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20" y="3"/>
                    <a:pt x="17" y="0"/>
                    <a:pt x="13" y="0"/>
                  </a:cubicBezTo>
                  <a:cubicBezTo>
                    <a:pt x="10" y="0"/>
                    <a:pt x="7" y="3"/>
                    <a:pt x="7" y="7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3" y="38"/>
                    <a:pt x="0" y="42"/>
                    <a:pt x="0" y="47"/>
                  </a:cubicBezTo>
                  <a:cubicBezTo>
                    <a:pt x="0" y="55"/>
                    <a:pt x="6" y="61"/>
                    <a:pt x="13" y="61"/>
                  </a:cubicBezTo>
                  <a:cubicBezTo>
                    <a:pt x="21" y="61"/>
                    <a:pt x="27" y="55"/>
                    <a:pt x="27" y="47"/>
                  </a:cubicBezTo>
                  <a:cubicBezTo>
                    <a:pt x="27" y="42"/>
                    <a:pt x="24" y="38"/>
                    <a:pt x="20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72" name="Freeform 143"/>
          <p:cNvSpPr>
            <a:spLocks noEditPoints="1"/>
          </p:cNvSpPr>
          <p:nvPr/>
        </p:nvSpPr>
        <p:spPr bwMode="auto">
          <a:xfrm>
            <a:off x="2493964" y="3917019"/>
            <a:ext cx="236538" cy="317500"/>
          </a:xfrm>
          <a:custGeom>
            <a:avLst/>
            <a:gdLst>
              <a:gd name="T0" fmla="*/ 141 w 161"/>
              <a:gd name="T1" fmla="*/ 54 h 215"/>
              <a:gd name="T2" fmla="*/ 141 w 161"/>
              <a:gd name="T3" fmla="*/ 34 h 215"/>
              <a:gd name="T4" fmla="*/ 154 w 161"/>
              <a:gd name="T5" fmla="*/ 34 h 215"/>
              <a:gd name="T6" fmla="*/ 161 w 161"/>
              <a:gd name="T7" fmla="*/ 27 h 215"/>
              <a:gd name="T8" fmla="*/ 161 w 161"/>
              <a:gd name="T9" fmla="*/ 7 h 215"/>
              <a:gd name="T10" fmla="*/ 154 w 161"/>
              <a:gd name="T11" fmla="*/ 0 h 215"/>
              <a:gd name="T12" fmla="*/ 7 w 161"/>
              <a:gd name="T13" fmla="*/ 0 h 215"/>
              <a:gd name="T14" fmla="*/ 0 w 161"/>
              <a:gd name="T15" fmla="*/ 7 h 215"/>
              <a:gd name="T16" fmla="*/ 0 w 161"/>
              <a:gd name="T17" fmla="*/ 27 h 215"/>
              <a:gd name="T18" fmla="*/ 7 w 161"/>
              <a:gd name="T19" fmla="*/ 34 h 215"/>
              <a:gd name="T20" fmla="*/ 20 w 161"/>
              <a:gd name="T21" fmla="*/ 34 h 215"/>
              <a:gd name="T22" fmla="*/ 20 w 161"/>
              <a:gd name="T23" fmla="*/ 54 h 215"/>
              <a:gd name="T24" fmla="*/ 53 w 161"/>
              <a:gd name="T25" fmla="*/ 107 h 215"/>
              <a:gd name="T26" fmla="*/ 20 w 161"/>
              <a:gd name="T27" fmla="*/ 161 h 215"/>
              <a:gd name="T28" fmla="*/ 20 w 161"/>
              <a:gd name="T29" fmla="*/ 181 h 215"/>
              <a:gd name="T30" fmla="*/ 7 w 161"/>
              <a:gd name="T31" fmla="*/ 181 h 215"/>
              <a:gd name="T32" fmla="*/ 0 w 161"/>
              <a:gd name="T33" fmla="*/ 188 h 215"/>
              <a:gd name="T34" fmla="*/ 0 w 161"/>
              <a:gd name="T35" fmla="*/ 208 h 215"/>
              <a:gd name="T36" fmla="*/ 7 w 161"/>
              <a:gd name="T37" fmla="*/ 215 h 215"/>
              <a:gd name="T38" fmla="*/ 154 w 161"/>
              <a:gd name="T39" fmla="*/ 215 h 215"/>
              <a:gd name="T40" fmla="*/ 161 w 161"/>
              <a:gd name="T41" fmla="*/ 208 h 215"/>
              <a:gd name="T42" fmla="*/ 161 w 161"/>
              <a:gd name="T43" fmla="*/ 188 h 215"/>
              <a:gd name="T44" fmla="*/ 154 w 161"/>
              <a:gd name="T45" fmla="*/ 181 h 215"/>
              <a:gd name="T46" fmla="*/ 141 w 161"/>
              <a:gd name="T47" fmla="*/ 181 h 215"/>
              <a:gd name="T48" fmla="*/ 141 w 161"/>
              <a:gd name="T49" fmla="*/ 161 h 215"/>
              <a:gd name="T50" fmla="*/ 108 w 161"/>
              <a:gd name="T51" fmla="*/ 107 h 215"/>
              <a:gd name="T52" fmla="*/ 141 w 161"/>
              <a:gd name="T53" fmla="*/ 54 h 215"/>
              <a:gd name="T54" fmla="*/ 13 w 161"/>
              <a:gd name="T55" fmla="*/ 13 h 215"/>
              <a:gd name="T56" fmla="*/ 148 w 161"/>
              <a:gd name="T57" fmla="*/ 13 h 215"/>
              <a:gd name="T58" fmla="*/ 148 w 161"/>
              <a:gd name="T59" fmla="*/ 20 h 215"/>
              <a:gd name="T60" fmla="*/ 13 w 161"/>
              <a:gd name="T61" fmla="*/ 20 h 215"/>
              <a:gd name="T62" fmla="*/ 13 w 161"/>
              <a:gd name="T63" fmla="*/ 13 h 215"/>
              <a:gd name="T64" fmla="*/ 148 w 161"/>
              <a:gd name="T65" fmla="*/ 201 h 215"/>
              <a:gd name="T66" fmla="*/ 13 w 161"/>
              <a:gd name="T67" fmla="*/ 201 h 215"/>
              <a:gd name="T68" fmla="*/ 13 w 161"/>
              <a:gd name="T69" fmla="*/ 195 h 215"/>
              <a:gd name="T70" fmla="*/ 148 w 161"/>
              <a:gd name="T71" fmla="*/ 195 h 215"/>
              <a:gd name="T72" fmla="*/ 148 w 161"/>
              <a:gd name="T73" fmla="*/ 201 h 215"/>
              <a:gd name="T74" fmla="*/ 127 w 161"/>
              <a:gd name="T75" fmla="*/ 161 h 215"/>
              <a:gd name="T76" fmla="*/ 127 w 161"/>
              <a:gd name="T77" fmla="*/ 181 h 215"/>
              <a:gd name="T78" fmla="*/ 33 w 161"/>
              <a:gd name="T79" fmla="*/ 181 h 215"/>
              <a:gd name="T80" fmla="*/ 33 w 161"/>
              <a:gd name="T81" fmla="*/ 161 h 215"/>
              <a:gd name="T82" fmla="*/ 80 w 161"/>
              <a:gd name="T83" fmla="*/ 114 h 215"/>
              <a:gd name="T84" fmla="*/ 127 w 161"/>
              <a:gd name="T85" fmla="*/ 161 h 215"/>
              <a:gd name="T86" fmla="*/ 80 w 161"/>
              <a:gd name="T87" fmla="*/ 101 h 215"/>
              <a:gd name="T88" fmla="*/ 33 w 161"/>
              <a:gd name="T89" fmla="*/ 54 h 215"/>
              <a:gd name="T90" fmla="*/ 33 w 161"/>
              <a:gd name="T91" fmla="*/ 34 h 215"/>
              <a:gd name="T92" fmla="*/ 127 w 161"/>
              <a:gd name="T93" fmla="*/ 34 h 215"/>
              <a:gd name="T94" fmla="*/ 127 w 161"/>
              <a:gd name="T95" fmla="*/ 54 h 215"/>
              <a:gd name="T96" fmla="*/ 80 w 161"/>
              <a:gd name="T97" fmla="*/ 101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215">
                <a:moveTo>
                  <a:pt x="141" y="54"/>
                </a:moveTo>
                <a:cubicBezTo>
                  <a:pt x="141" y="34"/>
                  <a:pt x="141" y="34"/>
                  <a:pt x="141" y="34"/>
                </a:cubicBezTo>
                <a:cubicBezTo>
                  <a:pt x="154" y="34"/>
                  <a:pt x="154" y="34"/>
                  <a:pt x="154" y="34"/>
                </a:cubicBezTo>
                <a:cubicBezTo>
                  <a:pt x="158" y="34"/>
                  <a:pt x="161" y="31"/>
                  <a:pt x="161" y="27"/>
                </a:cubicBezTo>
                <a:cubicBezTo>
                  <a:pt x="161" y="7"/>
                  <a:pt x="161" y="7"/>
                  <a:pt x="161" y="7"/>
                </a:cubicBezTo>
                <a:cubicBezTo>
                  <a:pt x="161" y="3"/>
                  <a:pt x="158" y="0"/>
                  <a:pt x="15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31"/>
                  <a:pt x="3" y="34"/>
                  <a:pt x="7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54"/>
                  <a:pt x="20" y="54"/>
                  <a:pt x="20" y="54"/>
                </a:cubicBezTo>
                <a:cubicBezTo>
                  <a:pt x="20" y="77"/>
                  <a:pt x="33" y="97"/>
                  <a:pt x="53" y="107"/>
                </a:cubicBezTo>
                <a:cubicBezTo>
                  <a:pt x="33" y="117"/>
                  <a:pt x="20" y="138"/>
                  <a:pt x="20" y="161"/>
                </a:cubicBezTo>
                <a:cubicBezTo>
                  <a:pt x="20" y="181"/>
                  <a:pt x="20" y="181"/>
                  <a:pt x="20" y="181"/>
                </a:cubicBezTo>
                <a:cubicBezTo>
                  <a:pt x="7" y="181"/>
                  <a:pt x="7" y="181"/>
                  <a:pt x="7" y="181"/>
                </a:cubicBezTo>
                <a:cubicBezTo>
                  <a:pt x="3" y="181"/>
                  <a:pt x="0" y="184"/>
                  <a:pt x="0" y="188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2"/>
                  <a:pt x="3" y="215"/>
                  <a:pt x="7" y="215"/>
                </a:cubicBezTo>
                <a:cubicBezTo>
                  <a:pt x="154" y="215"/>
                  <a:pt x="154" y="215"/>
                  <a:pt x="154" y="215"/>
                </a:cubicBezTo>
                <a:cubicBezTo>
                  <a:pt x="158" y="215"/>
                  <a:pt x="161" y="212"/>
                  <a:pt x="161" y="208"/>
                </a:cubicBezTo>
                <a:cubicBezTo>
                  <a:pt x="161" y="188"/>
                  <a:pt x="161" y="188"/>
                  <a:pt x="161" y="188"/>
                </a:cubicBezTo>
                <a:cubicBezTo>
                  <a:pt x="161" y="184"/>
                  <a:pt x="158" y="181"/>
                  <a:pt x="154" y="181"/>
                </a:cubicBezTo>
                <a:cubicBezTo>
                  <a:pt x="141" y="181"/>
                  <a:pt x="141" y="181"/>
                  <a:pt x="141" y="181"/>
                </a:cubicBezTo>
                <a:cubicBezTo>
                  <a:pt x="141" y="161"/>
                  <a:pt x="141" y="161"/>
                  <a:pt x="141" y="161"/>
                </a:cubicBezTo>
                <a:cubicBezTo>
                  <a:pt x="141" y="138"/>
                  <a:pt x="127" y="117"/>
                  <a:pt x="108" y="107"/>
                </a:cubicBezTo>
                <a:cubicBezTo>
                  <a:pt x="127" y="97"/>
                  <a:pt x="141" y="77"/>
                  <a:pt x="141" y="54"/>
                </a:cubicBezTo>
                <a:close/>
                <a:moveTo>
                  <a:pt x="13" y="13"/>
                </a:moveTo>
                <a:cubicBezTo>
                  <a:pt x="148" y="13"/>
                  <a:pt x="148" y="13"/>
                  <a:pt x="148" y="13"/>
                </a:cubicBezTo>
                <a:cubicBezTo>
                  <a:pt x="148" y="20"/>
                  <a:pt x="148" y="20"/>
                  <a:pt x="148" y="20"/>
                </a:cubicBezTo>
                <a:cubicBezTo>
                  <a:pt x="13" y="20"/>
                  <a:pt x="13" y="20"/>
                  <a:pt x="13" y="20"/>
                </a:cubicBezTo>
                <a:lnTo>
                  <a:pt x="13" y="13"/>
                </a:lnTo>
                <a:close/>
                <a:moveTo>
                  <a:pt x="148" y="201"/>
                </a:moveTo>
                <a:cubicBezTo>
                  <a:pt x="13" y="201"/>
                  <a:pt x="13" y="201"/>
                  <a:pt x="13" y="201"/>
                </a:cubicBezTo>
                <a:cubicBezTo>
                  <a:pt x="13" y="195"/>
                  <a:pt x="13" y="195"/>
                  <a:pt x="13" y="195"/>
                </a:cubicBezTo>
                <a:cubicBezTo>
                  <a:pt x="148" y="195"/>
                  <a:pt x="148" y="195"/>
                  <a:pt x="148" y="195"/>
                </a:cubicBezTo>
                <a:lnTo>
                  <a:pt x="148" y="201"/>
                </a:lnTo>
                <a:close/>
                <a:moveTo>
                  <a:pt x="127" y="161"/>
                </a:moveTo>
                <a:cubicBezTo>
                  <a:pt x="127" y="181"/>
                  <a:pt x="127" y="181"/>
                  <a:pt x="127" y="181"/>
                </a:cubicBezTo>
                <a:cubicBezTo>
                  <a:pt x="33" y="181"/>
                  <a:pt x="33" y="181"/>
                  <a:pt x="33" y="181"/>
                </a:cubicBezTo>
                <a:cubicBezTo>
                  <a:pt x="33" y="161"/>
                  <a:pt x="33" y="161"/>
                  <a:pt x="33" y="161"/>
                </a:cubicBezTo>
                <a:cubicBezTo>
                  <a:pt x="33" y="135"/>
                  <a:pt x="55" y="114"/>
                  <a:pt x="80" y="114"/>
                </a:cubicBezTo>
                <a:cubicBezTo>
                  <a:pt x="106" y="114"/>
                  <a:pt x="127" y="135"/>
                  <a:pt x="127" y="161"/>
                </a:cubicBezTo>
                <a:close/>
                <a:moveTo>
                  <a:pt x="80" y="101"/>
                </a:moveTo>
                <a:cubicBezTo>
                  <a:pt x="55" y="101"/>
                  <a:pt x="33" y="80"/>
                  <a:pt x="33" y="54"/>
                </a:cubicBezTo>
                <a:cubicBezTo>
                  <a:pt x="33" y="34"/>
                  <a:pt x="33" y="34"/>
                  <a:pt x="33" y="34"/>
                </a:cubicBezTo>
                <a:cubicBezTo>
                  <a:pt x="127" y="34"/>
                  <a:pt x="127" y="34"/>
                  <a:pt x="127" y="34"/>
                </a:cubicBezTo>
                <a:cubicBezTo>
                  <a:pt x="127" y="54"/>
                  <a:pt x="127" y="54"/>
                  <a:pt x="127" y="54"/>
                </a:cubicBezTo>
                <a:cubicBezTo>
                  <a:pt x="127" y="80"/>
                  <a:pt x="106" y="101"/>
                  <a:pt x="80" y="10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00" name="Group 299"/>
          <p:cNvGrpSpPr/>
          <p:nvPr/>
        </p:nvGrpSpPr>
        <p:grpSpPr>
          <a:xfrm>
            <a:off x="2994026" y="3917019"/>
            <a:ext cx="217488" cy="317500"/>
            <a:chOff x="2994026" y="4316412"/>
            <a:chExt cx="217488" cy="317500"/>
          </a:xfrm>
        </p:grpSpPr>
        <p:sp>
          <p:nvSpPr>
            <p:cNvPr id="173" name="Freeform 144"/>
            <p:cNvSpPr>
              <a:spLocks noEditPoints="1"/>
            </p:cNvSpPr>
            <p:nvPr/>
          </p:nvSpPr>
          <p:spPr bwMode="auto">
            <a:xfrm>
              <a:off x="2994026" y="4316412"/>
              <a:ext cx="217488" cy="317500"/>
            </a:xfrm>
            <a:custGeom>
              <a:avLst/>
              <a:gdLst>
                <a:gd name="T0" fmla="*/ 33 w 147"/>
                <a:gd name="T1" fmla="*/ 215 h 215"/>
                <a:gd name="T2" fmla="*/ 114 w 147"/>
                <a:gd name="T3" fmla="*/ 215 h 215"/>
                <a:gd name="T4" fmla="*/ 121 w 147"/>
                <a:gd name="T5" fmla="*/ 208 h 215"/>
                <a:gd name="T6" fmla="*/ 121 w 147"/>
                <a:gd name="T7" fmla="*/ 164 h 215"/>
                <a:gd name="T8" fmla="*/ 147 w 147"/>
                <a:gd name="T9" fmla="*/ 107 h 215"/>
                <a:gd name="T10" fmla="*/ 121 w 147"/>
                <a:gd name="T11" fmla="*/ 50 h 215"/>
                <a:gd name="T12" fmla="*/ 121 w 147"/>
                <a:gd name="T13" fmla="*/ 7 h 215"/>
                <a:gd name="T14" fmla="*/ 114 w 147"/>
                <a:gd name="T15" fmla="*/ 0 h 215"/>
                <a:gd name="T16" fmla="*/ 33 w 147"/>
                <a:gd name="T17" fmla="*/ 0 h 215"/>
                <a:gd name="T18" fmla="*/ 27 w 147"/>
                <a:gd name="T19" fmla="*/ 7 h 215"/>
                <a:gd name="T20" fmla="*/ 27 w 147"/>
                <a:gd name="T21" fmla="*/ 50 h 215"/>
                <a:gd name="T22" fmla="*/ 0 w 147"/>
                <a:gd name="T23" fmla="*/ 107 h 215"/>
                <a:gd name="T24" fmla="*/ 27 w 147"/>
                <a:gd name="T25" fmla="*/ 164 h 215"/>
                <a:gd name="T26" fmla="*/ 27 w 147"/>
                <a:gd name="T27" fmla="*/ 208 h 215"/>
                <a:gd name="T28" fmla="*/ 33 w 147"/>
                <a:gd name="T29" fmla="*/ 215 h 215"/>
                <a:gd name="T30" fmla="*/ 107 w 147"/>
                <a:gd name="T31" fmla="*/ 201 h 215"/>
                <a:gd name="T32" fmla="*/ 40 w 147"/>
                <a:gd name="T33" fmla="*/ 201 h 215"/>
                <a:gd name="T34" fmla="*/ 40 w 147"/>
                <a:gd name="T35" fmla="*/ 173 h 215"/>
                <a:gd name="T36" fmla="*/ 74 w 147"/>
                <a:gd name="T37" fmla="*/ 181 h 215"/>
                <a:gd name="T38" fmla="*/ 107 w 147"/>
                <a:gd name="T39" fmla="*/ 173 h 215"/>
                <a:gd name="T40" fmla="*/ 107 w 147"/>
                <a:gd name="T41" fmla="*/ 201 h 215"/>
                <a:gd name="T42" fmla="*/ 40 w 147"/>
                <a:gd name="T43" fmla="*/ 13 h 215"/>
                <a:gd name="T44" fmla="*/ 107 w 147"/>
                <a:gd name="T45" fmla="*/ 13 h 215"/>
                <a:gd name="T46" fmla="*/ 107 w 147"/>
                <a:gd name="T47" fmla="*/ 42 h 215"/>
                <a:gd name="T48" fmla="*/ 74 w 147"/>
                <a:gd name="T49" fmla="*/ 34 h 215"/>
                <a:gd name="T50" fmla="*/ 40 w 147"/>
                <a:gd name="T51" fmla="*/ 42 h 215"/>
                <a:gd name="T52" fmla="*/ 40 w 147"/>
                <a:gd name="T53" fmla="*/ 13 h 215"/>
                <a:gd name="T54" fmla="*/ 13 w 147"/>
                <a:gd name="T55" fmla="*/ 107 h 215"/>
                <a:gd name="T56" fmla="*/ 74 w 147"/>
                <a:gd name="T57" fmla="*/ 47 h 215"/>
                <a:gd name="T58" fmla="*/ 134 w 147"/>
                <a:gd name="T59" fmla="*/ 107 h 215"/>
                <a:gd name="T60" fmla="*/ 74 w 147"/>
                <a:gd name="T61" fmla="*/ 168 h 215"/>
                <a:gd name="T62" fmla="*/ 13 w 147"/>
                <a:gd name="T63" fmla="*/ 10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7" h="215">
                  <a:moveTo>
                    <a:pt x="33" y="215"/>
                  </a:moveTo>
                  <a:cubicBezTo>
                    <a:pt x="114" y="215"/>
                    <a:pt x="114" y="215"/>
                    <a:pt x="114" y="215"/>
                  </a:cubicBezTo>
                  <a:cubicBezTo>
                    <a:pt x="118" y="215"/>
                    <a:pt x="121" y="212"/>
                    <a:pt x="121" y="208"/>
                  </a:cubicBezTo>
                  <a:cubicBezTo>
                    <a:pt x="121" y="164"/>
                    <a:pt x="121" y="164"/>
                    <a:pt x="121" y="164"/>
                  </a:cubicBezTo>
                  <a:cubicBezTo>
                    <a:pt x="137" y="151"/>
                    <a:pt x="147" y="130"/>
                    <a:pt x="147" y="107"/>
                  </a:cubicBezTo>
                  <a:cubicBezTo>
                    <a:pt x="147" y="84"/>
                    <a:pt x="137" y="64"/>
                    <a:pt x="121" y="50"/>
                  </a:cubicBezTo>
                  <a:cubicBezTo>
                    <a:pt x="121" y="7"/>
                    <a:pt x="121" y="7"/>
                    <a:pt x="121" y="7"/>
                  </a:cubicBezTo>
                  <a:cubicBezTo>
                    <a:pt x="121" y="3"/>
                    <a:pt x="118" y="0"/>
                    <a:pt x="11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3"/>
                    <a:pt x="27" y="7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0" y="64"/>
                    <a:pt x="0" y="84"/>
                    <a:pt x="0" y="107"/>
                  </a:cubicBezTo>
                  <a:cubicBezTo>
                    <a:pt x="0" y="130"/>
                    <a:pt x="10" y="151"/>
                    <a:pt x="27" y="164"/>
                  </a:cubicBezTo>
                  <a:cubicBezTo>
                    <a:pt x="27" y="208"/>
                    <a:pt x="27" y="208"/>
                    <a:pt x="27" y="208"/>
                  </a:cubicBezTo>
                  <a:cubicBezTo>
                    <a:pt x="27" y="212"/>
                    <a:pt x="30" y="215"/>
                    <a:pt x="33" y="215"/>
                  </a:cubicBezTo>
                  <a:close/>
                  <a:moveTo>
                    <a:pt x="107" y="201"/>
                  </a:moveTo>
                  <a:cubicBezTo>
                    <a:pt x="40" y="201"/>
                    <a:pt x="40" y="201"/>
                    <a:pt x="40" y="201"/>
                  </a:cubicBezTo>
                  <a:cubicBezTo>
                    <a:pt x="40" y="173"/>
                    <a:pt x="40" y="173"/>
                    <a:pt x="40" y="173"/>
                  </a:cubicBezTo>
                  <a:cubicBezTo>
                    <a:pt x="50" y="178"/>
                    <a:pt x="62" y="181"/>
                    <a:pt x="74" y="181"/>
                  </a:cubicBezTo>
                  <a:cubicBezTo>
                    <a:pt x="86" y="181"/>
                    <a:pt x="97" y="178"/>
                    <a:pt x="107" y="173"/>
                  </a:cubicBezTo>
                  <a:lnTo>
                    <a:pt x="107" y="201"/>
                  </a:lnTo>
                  <a:close/>
                  <a:moveTo>
                    <a:pt x="40" y="13"/>
                  </a:moveTo>
                  <a:cubicBezTo>
                    <a:pt x="107" y="13"/>
                    <a:pt x="107" y="13"/>
                    <a:pt x="107" y="13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97" y="36"/>
                    <a:pt x="86" y="34"/>
                    <a:pt x="74" y="34"/>
                  </a:cubicBezTo>
                  <a:cubicBezTo>
                    <a:pt x="62" y="34"/>
                    <a:pt x="50" y="36"/>
                    <a:pt x="40" y="42"/>
                  </a:cubicBezTo>
                  <a:lnTo>
                    <a:pt x="40" y="13"/>
                  </a:lnTo>
                  <a:close/>
                  <a:moveTo>
                    <a:pt x="13" y="107"/>
                  </a:moveTo>
                  <a:cubicBezTo>
                    <a:pt x="13" y="74"/>
                    <a:pt x="40" y="47"/>
                    <a:pt x="74" y="47"/>
                  </a:cubicBezTo>
                  <a:cubicBezTo>
                    <a:pt x="107" y="47"/>
                    <a:pt x="134" y="74"/>
                    <a:pt x="134" y="107"/>
                  </a:cubicBezTo>
                  <a:cubicBezTo>
                    <a:pt x="134" y="141"/>
                    <a:pt x="107" y="168"/>
                    <a:pt x="74" y="168"/>
                  </a:cubicBezTo>
                  <a:cubicBezTo>
                    <a:pt x="40" y="168"/>
                    <a:pt x="13" y="141"/>
                    <a:pt x="13" y="10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Freeform 145"/>
            <p:cNvSpPr>
              <a:spLocks/>
            </p:cNvSpPr>
            <p:nvPr/>
          </p:nvSpPr>
          <p:spPr bwMode="auto">
            <a:xfrm>
              <a:off x="3092451" y="4405312"/>
              <a:ext cx="60325" cy="98425"/>
            </a:xfrm>
            <a:custGeom>
              <a:avLst/>
              <a:gdLst>
                <a:gd name="T0" fmla="*/ 4 w 41"/>
                <a:gd name="T1" fmla="*/ 53 h 67"/>
                <a:gd name="T2" fmla="*/ 30 w 41"/>
                <a:gd name="T3" fmla="*/ 67 h 67"/>
                <a:gd name="T4" fmla="*/ 33 w 41"/>
                <a:gd name="T5" fmla="*/ 67 h 67"/>
                <a:gd name="T6" fmla="*/ 39 w 41"/>
                <a:gd name="T7" fmla="*/ 64 h 67"/>
                <a:gd name="T8" fmla="*/ 36 w 41"/>
                <a:gd name="T9" fmla="*/ 55 h 67"/>
                <a:gd name="T10" fmla="*/ 13 w 41"/>
                <a:gd name="T11" fmla="*/ 43 h 67"/>
                <a:gd name="T12" fmla="*/ 13 w 41"/>
                <a:gd name="T13" fmla="*/ 7 h 67"/>
                <a:gd name="T14" fmla="*/ 7 w 41"/>
                <a:gd name="T15" fmla="*/ 0 h 67"/>
                <a:gd name="T16" fmla="*/ 0 w 41"/>
                <a:gd name="T17" fmla="*/ 7 h 67"/>
                <a:gd name="T18" fmla="*/ 0 w 41"/>
                <a:gd name="T19" fmla="*/ 47 h 67"/>
                <a:gd name="T20" fmla="*/ 4 w 41"/>
                <a:gd name="T21" fmla="*/ 5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67">
                  <a:moveTo>
                    <a:pt x="4" y="53"/>
                  </a:moveTo>
                  <a:cubicBezTo>
                    <a:pt x="30" y="67"/>
                    <a:pt x="30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6" y="67"/>
                    <a:pt x="38" y="66"/>
                    <a:pt x="39" y="64"/>
                  </a:cubicBezTo>
                  <a:cubicBezTo>
                    <a:pt x="41" y="60"/>
                    <a:pt x="40" y="56"/>
                    <a:pt x="36" y="55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1" y="52"/>
                    <a:pt x="4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9" name="Group 298"/>
          <p:cNvGrpSpPr/>
          <p:nvPr/>
        </p:nvGrpSpPr>
        <p:grpSpPr>
          <a:xfrm>
            <a:off x="3433764" y="3917019"/>
            <a:ext cx="317500" cy="317500"/>
            <a:chOff x="3433764" y="4316412"/>
            <a:chExt cx="317500" cy="317500"/>
          </a:xfrm>
        </p:grpSpPr>
        <p:sp>
          <p:nvSpPr>
            <p:cNvPr id="175" name="Freeform 146"/>
            <p:cNvSpPr>
              <a:spLocks noEditPoints="1"/>
            </p:cNvSpPr>
            <p:nvPr/>
          </p:nvSpPr>
          <p:spPr bwMode="auto">
            <a:xfrm>
              <a:off x="3463926" y="4344987"/>
              <a:ext cx="257175" cy="288925"/>
            </a:xfrm>
            <a:custGeom>
              <a:avLst/>
              <a:gdLst>
                <a:gd name="T0" fmla="*/ 175 w 175"/>
                <a:gd name="T1" fmla="*/ 87 h 195"/>
                <a:gd name="T2" fmla="*/ 88 w 175"/>
                <a:gd name="T3" fmla="*/ 0 h 195"/>
                <a:gd name="T4" fmla="*/ 0 w 175"/>
                <a:gd name="T5" fmla="*/ 87 h 195"/>
                <a:gd name="T6" fmla="*/ 46 w 175"/>
                <a:gd name="T7" fmla="*/ 164 h 195"/>
                <a:gd name="T8" fmla="*/ 26 w 175"/>
                <a:gd name="T9" fmla="*/ 183 h 195"/>
                <a:gd name="T10" fmla="*/ 26 w 175"/>
                <a:gd name="T11" fmla="*/ 193 h 195"/>
                <a:gd name="T12" fmla="*/ 31 w 175"/>
                <a:gd name="T13" fmla="*/ 195 h 195"/>
                <a:gd name="T14" fmla="*/ 35 w 175"/>
                <a:gd name="T15" fmla="*/ 193 h 195"/>
                <a:gd name="T16" fmla="*/ 59 w 175"/>
                <a:gd name="T17" fmla="*/ 170 h 195"/>
                <a:gd name="T18" fmla="*/ 88 w 175"/>
                <a:gd name="T19" fmla="*/ 175 h 195"/>
                <a:gd name="T20" fmla="*/ 117 w 175"/>
                <a:gd name="T21" fmla="*/ 170 h 195"/>
                <a:gd name="T22" fmla="*/ 140 w 175"/>
                <a:gd name="T23" fmla="*/ 193 h 195"/>
                <a:gd name="T24" fmla="*/ 145 w 175"/>
                <a:gd name="T25" fmla="*/ 195 h 195"/>
                <a:gd name="T26" fmla="*/ 149 w 175"/>
                <a:gd name="T27" fmla="*/ 193 h 195"/>
                <a:gd name="T28" fmla="*/ 149 w 175"/>
                <a:gd name="T29" fmla="*/ 183 h 195"/>
                <a:gd name="T30" fmla="*/ 130 w 175"/>
                <a:gd name="T31" fmla="*/ 164 h 195"/>
                <a:gd name="T32" fmla="*/ 175 w 175"/>
                <a:gd name="T33" fmla="*/ 87 h 195"/>
                <a:gd name="T34" fmla="*/ 118 w 175"/>
                <a:gd name="T35" fmla="*/ 154 h 195"/>
                <a:gd name="T36" fmla="*/ 113 w 175"/>
                <a:gd name="T37" fmla="*/ 156 h 195"/>
                <a:gd name="T38" fmla="*/ 113 w 175"/>
                <a:gd name="T39" fmla="*/ 157 h 195"/>
                <a:gd name="T40" fmla="*/ 88 w 175"/>
                <a:gd name="T41" fmla="*/ 161 h 195"/>
                <a:gd name="T42" fmla="*/ 63 w 175"/>
                <a:gd name="T43" fmla="*/ 157 h 195"/>
                <a:gd name="T44" fmla="*/ 62 w 175"/>
                <a:gd name="T45" fmla="*/ 156 h 195"/>
                <a:gd name="T46" fmla="*/ 57 w 175"/>
                <a:gd name="T47" fmla="*/ 154 h 195"/>
                <a:gd name="T48" fmla="*/ 14 w 175"/>
                <a:gd name="T49" fmla="*/ 87 h 195"/>
                <a:gd name="T50" fmla="*/ 88 w 175"/>
                <a:gd name="T51" fmla="*/ 14 h 195"/>
                <a:gd name="T52" fmla="*/ 161 w 175"/>
                <a:gd name="T53" fmla="*/ 87 h 195"/>
                <a:gd name="T54" fmla="*/ 118 w 175"/>
                <a:gd name="T55" fmla="*/ 15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5" h="195">
                  <a:moveTo>
                    <a:pt x="175" y="87"/>
                  </a:moveTo>
                  <a:cubicBezTo>
                    <a:pt x="175" y="39"/>
                    <a:pt x="136" y="0"/>
                    <a:pt x="88" y="0"/>
                  </a:cubicBezTo>
                  <a:cubicBezTo>
                    <a:pt x="40" y="0"/>
                    <a:pt x="0" y="39"/>
                    <a:pt x="0" y="87"/>
                  </a:cubicBezTo>
                  <a:cubicBezTo>
                    <a:pt x="0" y="120"/>
                    <a:pt x="19" y="149"/>
                    <a:pt x="46" y="164"/>
                  </a:cubicBezTo>
                  <a:cubicBezTo>
                    <a:pt x="26" y="183"/>
                    <a:pt x="26" y="183"/>
                    <a:pt x="26" y="183"/>
                  </a:cubicBezTo>
                  <a:cubicBezTo>
                    <a:pt x="23" y="186"/>
                    <a:pt x="23" y="190"/>
                    <a:pt x="26" y="193"/>
                  </a:cubicBezTo>
                  <a:cubicBezTo>
                    <a:pt x="27" y="194"/>
                    <a:pt x="29" y="195"/>
                    <a:pt x="31" y="195"/>
                  </a:cubicBezTo>
                  <a:cubicBezTo>
                    <a:pt x="32" y="195"/>
                    <a:pt x="34" y="194"/>
                    <a:pt x="35" y="193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68" y="173"/>
                    <a:pt x="77" y="175"/>
                    <a:pt x="88" y="175"/>
                  </a:cubicBezTo>
                  <a:cubicBezTo>
                    <a:pt x="98" y="175"/>
                    <a:pt x="108" y="173"/>
                    <a:pt x="117" y="170"/>
                  </a:cubicBezTo>
                  <a:cubicBezTo>
                    <a:pt x="140" y="193"/>
                    <a:pt x="140" y="193"/>
                    <a:pt x="140" y="193"/>
                  </a:cubicBezTo>
                  <a:cubicBezTo>
                    <a:pt x="141" y="194"/>
                    <a:pt x="143" y="195"/>
                    <a:pt x="145" y="195"/>
                  </a:cubicBezTo>
                  <a:cubicBezTo>
                    <a:pt x="146" y="195"/>
                    <a:pt x="148" y="194"/>
                    <a:pt x="149" y="193"/>
                  </a:cubicBezTo>
                  <a:cubicBezTo>
                    <a:pt x="152" y="190"/>
                    <a:pt x="152" y="186"/>
                    <a:pt x="149" y="183"/>
                  </a:cubicBezTo>
                  <a:cubicBezTo>
                    <a:pt x="130" y="164"/>
                    <a:pt x="130" y="164"/>
                    <a:pt x="130" y="164"/>
                  </a:cubicBezTo>
                  <a:cubicBezTo>
                    <a:pt x="157" y="149"/>
                    <a:pt x="175" y="120"/>
                    <a:pt x="175" y="87"/>
                  </a:cubicBezTo>
                  <a:close/>
                  <a:moveTo>
                    <a:pt x="118" y="154"/>
                  </a:moveTo>
                  <a:cubicBezTo>
                    <a:pt x="116" y="154"/>
                    <a:pt x="115" y="155"/>
                    <a:pt x="113" y="156"/>
                  </a:cubicBezTo>
                  <a:cubicBezTo>
                    <a:pt x="113" y="156"/>
                    <a:pt x="113" y="157"/>
                    <a:pt x="113" y="157"/>
                  </a:cubicBezTo>
                  <a:cubicBezTo>
                    <a:pt x="105" y="160"/>
                    <a:pt x="97" y="161"/>
                    <a:pt x="88" y="161"/>
                  </a:cubicBezTo>
                  <a:cubicBezTo>
                    <a:pt x="79" y="161"/>
                    <a:pt x="70" y="160"/>
                    <a:pt x="63" y="157"/>
                  </a:cubicBezTo>
                  <a:cubicBezTo>
                    <a:pt x="62" y="157"/>
                    <a:pt x="62" y="156"/>
                    <a:pt x="62" y="156"/>
                  </a:cubicBezTo>
                  <a:cubicBezTo>
                    <a:pt x="61" y="155"/>
                    <a:pt x="59" y="154"/>
                    <a:pt x="57" y="154"/>
                  </a:cubicBezTo>
                  <a:cubicBezTo>
                    <a:pt x="32" y="143"/>
                    <a:pt x="14" y="117"/>
                    <a:pt x="14" y="87"/>
                  </a:cubicBezTo>
                  <a:cubicBezTo>
                    <a:pt x="14" y="47"/>
                    <a:pt x="47" y="14"/>
                    <a:pt x="88" y="14"/>
                  </a:cubicBezTo>
                  <a:cubicBezTo>
                    <a:pt x="128" y="14"/>
                    <a:pt x="161" y="47"/>
                    <a:pt x="161" y="87"/>
                  </a:cubicBezTo>
                  <a:cubicBezTo>
                    <a:pt x="161" y="117"/>
                    <a:pt x="144" y="143"/>
                    <a:pt x="118" y="15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Freeform 147"/>
            <p:cNvSpPr>
              <a:spLocks/>
            </p:cNvSpPr>
            <p:nvPr/>
          </p:nvSpPr>
          <p:spPr bwMode="auto">
            <a:xfrm>
              <a:off x="3582989" y="4405312"/>
              <a:ext cx="60325" cy="98425"/>
            </a:xfrm>
            <a:custGeom>
              <a:avLst/>
              <a:gdLst>
                <a:gd name="T0" fmla="*/ 37 w 41"/>
                <a:gd name="T1" fmla="*/ 55 h 67"/>
                <a:gd name="T2" fmla="*/ 13 w 41"/>
                <a:gd name="T3" fmla="*/ 43 h 67"/>
                <a:gd name="T4" fmla="*/ 13 w 41"/>
                <a:gd name="T5" fmla="*/ 7 h 67"/>
                <a:gd name="T6" fmla="*/ 7 w 41"/>
                <a:gd name="T7" fmla="*/ 0 h 67"/>
                <a:gd name="T8" fmla="*/ 0 w 41"/>
                <a:gd name="T9" fmla="*/ 7 h 67"/>
                <a:gd name="T10" fmla="*/ 0 w 41"/>
                <a:gd name="T11" fmla="*/ 47 h 67"/>
                <a:gd name="T12" fmla="*/ 4 w 41"/>
                <a:gd name="T13" fmla="*/ 53 h 67"/>
                <a:gd name="T14" fmla="*/ 31 w 41"/>
                <a:gd name="T15" fmla="*/ 67 h 67"/>
                <a:gd name="T16" fmla="*/ 34 w 41"/>
                <a:gd name="T17" fmla="*/ 67 h 67"/>
                <a:gd name="T18" fmla="*/ 40 w 41"/>
                <a:gd name="T19" fmla="*/ 64 h 67"/>
                <a:gd name="T20" fmla="*/ 37 w 41"/>
                <a:gd name="T21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67">
                  <a:moveTo>
                    <a:pt x="37" y="55"/>
                  </a:moveTo>
                  <a:cubicBezTo>
                    <a:pt x="13" y="43"/>
                    <a:pt x="13" y="43"/>
                    <a:pt x="13" y="43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1" y="52"/>
                    <a:pt x="4" y="53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7"/>
                    <a:pt x="33" y="67"/>
                    <a:pt x="34" y="67"/>
                  </a:cubicBezTo>
                  <a:cubicBezTo>
                    <a:pt x="36" y="67"/>
                    <a:pt x="38" y="66"/>
                    <a:pt x="40" y="64"/>
                  </a:cubicBezTo>
                  <a:cubicBezTo>
                    <a:pt x="41" y="60"/>
                    <a:pt x="40" y="56"/>
                    <a:pt x="37" y="5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Freeform 148"/>
            <p:cNvSpPr>
              <a:spLocks noEditPoints="1"/>
            </p:cNvSpPr>
            <p:nvPr/>
          </p:nvSpPr>
          <p:spPr bwMode="auto">
            <a:xfrm>
              <a:off x="3433764" y="4316412"/>
              <a:ext cx="90488" cy="88900"/>
            </a:xfrm>
            <a:custGeom>
              <a:avLst/>
              <a:gdLst>
                <a:gd name="T0" fmla="*/ 60 w 61"/>
                <a:gd name="T1" fmla="*/ 11 h 60"/>
                <a:gd name="T2" fmla="*/ 55 w 61"/>
                <a:gd name="T3" fmla="*/ 7 h 60"/>
                <a:gd name="T4" fmla="*/ 22 w 61"/>
                <a:gd name="T5" fmla="*/ 0 h 60"/>
                <a:gd name="T6" fmla="*/ 16 w 61"/>
                <a:gd name="T7" fmla="*/ 2 h 60"/>
                <a:gd name="T8" fmla="*/ 2 w 61"/>
                <a:gd name="T9" fmla="*/ 15 h 60"/>
                <a:gd name="T10" fmla="*/ 0 w 61"/>
                <a:gd name="T11" fmla="*/ 21 h 60"/>
                <a:gd name="T12" fmla="*/ 7 w 61"/>
                <a:gd name="T13" fmla="*/ 55 h 60"/>
                <a:gd name="T14" fmla="*/ 12 w 61"/>
                <a:gd name="T15" fmla="*/ 60 h 60"/>
                <a:gd name="T16" fmla="*/ 14 w 61"/>
                <a:gd name="T17" fmla="*/ 60 h 60"/>
                <a:gd name="T18" fmla="*/ 19 w 61"/>
                <a:gd name="T19" fmla="*/ 58 h 60"/>
                <a:gd name="T20" fmla="*/ 59 w 61"/>
                <a:gd name="T21" fmla="*/ 18 h 60"/>
                <a:gd name="T22" fmla="*/ 60 w 61"/>
                <a:gd name="T23" fmla="*/ 11 h 60"/>
                <a:gd name="T24" fmla="*/ 18 w 61"/>
                <a:gd name="T25" fmla="*/ 40 h 60"/>
                <a:gd name="T26" fmla="*/ 14 w 61"/>
                <a:gd name="T27" fmla="*/ 22 h 60"/>
                <a:gd name="T28" fmla="*/ 23 w 61"/>
                <a:gd name="T29" fmla="*/ 14 h 60"/>
                <a:gd name="T30" fmla="*/ 40 w 61"/>
                <a:gd name="T31" fmla="*/ 18 h 60"/>
                <a:gd name="T32" fmla="*/ 18 w 61"/>
                <a:gd name="T33" fmla="*/ 4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60">
                  <a:moveTo>
                    <a:pt x="60" y="11"/>
                  </a:moveTo>
                  <a:cubicBezTo>
                    <a:pt x="60" y="9"/>
                    <a:pt x="58" y="7"/>
                    <a:pt x="55" y="7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0" y="0"/>
                    <a:pt x="17" y="0"/>
                    <a:pt x="16" y="2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7"/>
                    <a:pt x="0" y="19"/>
                    <a:pt x="0" y="21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8" y="57"/>
                    <a:pt x="9" y="59"/>
                    <a:pt x="12" y="60"/>
                  </a:cubicBezTo>
                  <a:cubicBezTo>
                    <a:pt x="12" y="60"/>
                    <a:pt x="13" y="60"/>
                    <a:pt x="14" y="60"/>
                  </a:cubicBezTo>
                  <a:cubicBezTo>
                    <a:pt x="16" y="60"/>
                    <a:pt x="17" y="60"/>
                    <a:pt x="19" y="58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61" y="16"/>
                    <a:pt x="61" y="14"/>
                    <a:pt x="60" y="11"/>
                  </a:cubicBezTo>
                  <a:close/>
                  <a:moveTo>
                    <a:pt x="18" y="40"/>
                  </a:moveTo>
                  <a:cubicBezTo>
                    <a:pt x="14" y="22"/>
                    <a:pt x="14" y="22"/>
                    <a:pt x="14" y="22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40" y="18"/>
                    <a:pt x="40" y="18"/>
                    <a:pt x="40" y="18"/>
                  </a:cubicBezTo>
                  <a:lnTo>
                    <a:pt x="18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8" name="Freeform 149"/>
            <p:cNvSpPr>
              <a:spLocks noEditPoints="1"/>
            </p:cNvSpPr>
            <p:nvPr/>
          </p:nvSpPr>
          <p:spPr bwMode="auto">
            <a:xfrm>
              <a:off x="3660776" y="4316412"/>
              <a:ext cx="90488" cy="88900"/>
            </a:xfrm>
            <a:custGeom>
              <a:avLst/>
              <a:gdLst>
                <a:gd name="T0" fmla="*/ 48 w 61"/>
                <a:gd name="T1" fmla="*/ 60 h 60"/>
                <a:gd name="T2" fmla="*/ 50 w 61"/>
                <a:gd name="T3" fmla="*/ 60 h 60"/>
                <a:gd name="T4" fmla="*/ 54 w 61"/>
                <a:gd name="T5" fmla="*/ 55 h 60"/>
                <a:gd name="T6" fmla="*/ 61 w 61"/>
                <a:gd name="T7" fmla="*/ 21 h 60"/>
                <a:gd name="T8" fmla="*/ 59 w 61"/>
                <a:gd name="T9" fmla="*/ 15 h 60"/>
                <a:gd name="T10" fmla="*/ 46 w 61"/>
                <a:gd name="T11" fmla="*/ 2 h 60"/>
                <a:gd name="T12" fmla="*/ 40 w 61"/>
                <a:gd name="T13" fmla="*/ 0 h 60"/>
                <a:gd name="T14" fmla="*/ 6 w 61"/>
                <a:gd name="T15" fmla="*/ 7 h 60"/>
                <a:gd name="T16" fmla="*/ 1 w 61"/>
                <a:gd name="T17" fmla="*/ 11 h 60"/>
                <a:gd name="T18" fmla="*/ 3 w 61"/>
                <a:gd name="T19" fmla="*/ 18 h 60"/>
                <a:gd name="T20" fmla="*/ 43 w 61"/>
                <a:gd name="T21" fmla="*/ 58 h 60"/>
                <a:gd name="T22" fmla="*/ 48 w 61"/>
                <a:gd name="T23" fmla="*/ 60 h 60"/>
                <a:gd name="T24" fmla="*/ 39 w 61"/>
                <a:gd name="T25" fmla="*/ 14 h 60"/>
                <a:gd name="T26" fmla="*/ 47 w 61"/>
                <a:gd name="T27" fmla="*/ 22 h 60"/>
                <a:gd name="T28" fmla="*/ 43 w 61"/>
                <a:gd name="T29" fmla="*/ 40 h 60"/>
                <a:gd name="T30" fmla="*/ 21 w 61"/>
                <a:gd name="T31" fmla="*/ 18 h 60"/>
                <a:gd name="T32" fmla="*/ 39 w 61"/>
                <a:gd name="T33" fmla="*/ 1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60">
                  <a:moveTo>
                    <a:pt x="48" y="60"/>
                  </a:moveTo>
                  <a:cubicBezTo>
                    <a:pt x="48" y="60"/>
                    <a:pt x="49" y="60"/>
                    <a:pt x="50" y="60"/>
                  </a:cubicBezTo>
                  <a:cubicBezTo>
                    <a:pt x="52" y="59"/>
                    <a:pt x="54" y="57"/>
                    <a:pt x="54" y="55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19"/>
                    <a:pt x="61" y="17"/>
                    <a:pt x="59" y="15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4" y="0"/>
                    <a:pt x="42" y="0"/>
                    <a:pt x="4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2" y="9"/>
                    <a:pt x="1" y="11"/>
                  </a:cubicBezTo>
                  <a:cubicBezTo>
                    <a:pt x="0" y="14"/>
                    <a:pt x="1" y="16"/>
                    <a:pt x="3" y="1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4" y="60"/>
                    <a:pt x="46" y="60"/>
                    <a:pt x="48" y="60"/>
                  </a:cubicBezTo>
                  <a:close/>
                  <a:moveTo>
                    <a:pt x="39" y="14"/>
                  </a:moveTo>
                  <a:cubicBezTo>
                    <a:pt x="47" y="22"/>
                    <a:pt x="47" y="22"/>
                    <a:pt x="47" y="22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21" y="18"/>
                    <a:pt x="21" y="18"/>
                    <a:pt x="21" y="18"/>
                  </a:cubicBezTo>
                  <a:lnTo>
                    <a:pt x="39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8" name="Group 297"/>
          <p:cNvGrpSpPr/>
          <p:nvPr/>
        </p:nvGrpSpPr>
        <p:grpSpPr>
          <a:xfrm>
            <a:off x="3924301" y="3936069"/>
            <a:ext cx="317500" cy="277812"/>
            <a:chOff x="3924301" y="4335462"/>
            <a:chExt cx="317500" cy="277812"/>
          </a:xfrm>
        </p:grpSpPr>
        <p:sp>
          <p:nvSpPr>
            <p:cNvPr id="179" name="Freeform 150"/>
            <p:cNvSpPr>
              <a:spLocks noEditPoints="1"/>
            </p:cNvSpPr>
            <p:nvPr/>
          </p:nvSpPr>
          <p:spPr bwMode="auto">
            <a:xfrm>
              <a:off x="3924301" y="4335462"/>
              <a:ext cx="317500" cy="277812"/>
            </a:xfrm>
            <a:custGeom>
              <a:avLst/>
              <a:gdLst>
                <a:gd name="T0" fmla="*/ 208 w 215"/>
                <a:gd name="T1" fmla="*/ 14 h 188"/>
                <a:gd name="T2" fmla="*/ 182 w 215"/>
                <a:gd name="T3" fmla="*/ 14 h 188"/>
                <a:gd name="T4" fmla="*/ 182 w 215"/>
                <a:gd name="T5" fmla="*/ 7 h 188"/>
                <a:gd name="T6" fmla="*/ 175 w 215"/>
                <a:gd name="T7" fmla="*/ 0 h 188"/>
                <a:gd name="T8" fmla="*/ 155 w 215"/>
                <a:gd name="T9" fmla="*/ 0 h 188"/>
                <a:gd name="T10" fmla="*/ 148 w 215"/>
                <a:gd name="T11" fmla="*/ 7 h 188"/>
                <a:gd name="T12" fmla="*/ 148 w 215"/>
                <a:gd name="T13" fmla="*/ 14 h 188"/>
                <a:gd name="T14" fmla="*/ 68 w 215"/>
                <a:gd name="T15" fmla="*/ 14 h 188"/>
                <a:gd name="T16" fmla="*/ 68 w 215"/>
                <a:gd name="T17" fmla="*/ 7 h 188"/>
                <a:gd name="T18" fmla="*/ 61 w 215"/>
                <a:gd name="T19" fmla="*/ 0 h 188"/>
                <a:gd name="T20" fmla="*/ 41 w 215"/>
                <a:gd name="T21" fmla="*/ 0 h 188"/>
                <a:gd name="T22" fmla="*/ 34 w 215"/>
                <a:gd name="T23" fmla="*/ 7 h 188"/>
                <a:gd name="T24" fmla="*/ 34 w 215"/>
                <a:gd name="T25" fmla="*/ 14 h 188"/>
                <a:gd name="T26" fmla="*/ 7 w 215"/>
                <a:gd name="T27" fmla="*/ 14 h 188"/>
                <a:gd name="T28" fmla="*/ 0 w 215"/>
                <a:gd name="T29" fmla="*/ 21 h 188"/>
                <a:gd name="T30" fmla="*/ 0 w 215"/>
                <a:gd name="T31" fmla="*/ 182 h 188"/>
                <a:gd name="T32" fmla="*/ 7 w 215"/>
                <a:gd name="T33" fmla="*/ 188 h 188"/>
                <a:gd name="T34" fmla="*/ 208 w 215"/>
                <a:gd name="T35" fmla="*/ 188 h 188"/>
                <a:gd name="T36" fmla="*/ 215 w 215"/>
                <a:gd name="T37" fmla="*/ 182 h 188"/>
                <a:gd name="T38" fmla="*/ 215 w 215"/>
                <a:gd name="T39" fmla="*/ 21 h 188"/>
                <a:gd name="T40" fmla="*/ 208 w 215"/>
                <a:gd name="T41" fmla="*/ 14 h 188"/>
                <a:gd name="T42" fmla="*/ 161 w 215"/>
                <a:gd name="T43" fmla="*/ 14 h 188"/>
                <a:gd name="T44" fmla="*/ 168 w 215"/>
                <a:gd name="T45" fmla="*/ 14 h 188"/>
                <a:gd name="T46" fmla="*/ 168 w 215"/>
                <a:gd name="T47" fmla="*/ 27 h 188"/>
                <a:gd name="T48" fmla="*/ 161 w 215"/>
                <a:gd name="T49" fmla="*/ 27 h 188"/>
                <a:gd name="T50" fmla="*/ 161 w 215"/>
                <a:gd name="T51" fmla="*/ 14 h 188"/>
                <a:gd name="T52" fmla="*/ 47 w 215"/>
                <a:gd name="T53" fmla="*/ 14 h 188"/>
                <a:gd name="T54" fmla="*/ 54 w 215"/>
                <a:gd name="T55" fmla="*/ 14 h 188"/>
                <a:gd name="T56" fmla="*/ 54 w 215"/>
                <a:gd name="T57" fmla="*/ 27 h 188"/>
                <a:gd name="T58" fmla="*/ 47 w 215"/>
                <a:gd name="T59" fmla="*/ 27 h 188"/>
                <a:gd name="T60" fmla="*/ 47 w 215"/>
                <a:gd name="T61" fmla="*/ 14 h 188"/>
                <a:gd name="T62" fmla="*/ 202 w 215"/>
                <a:gd name="T63" fmla="*/ 175 h 188"/>
                <a:gd name="T64" fmla="*/ 14 w 215"/>
                <a:gd name="T65" fmla="*/ 175 h 188"/>
                <a:gd name="T66" fmla="*/ 14 w 215"/>
                <a:gd name="T67" fmla="*/ 27 h 188"/>
                <a:gd name="T68" fmla="*/ 34 w 215"/>
                <a:gd name="T69" fmla="*/ 27 h 188"/>
                <a:gd name="T70" fmla="*/ 34 w 215"/>
                <a:gd name="T71" fmla="*/ 34 h 188"/>
                <a:gd name="T72" fmla="*/ 41 w 215"/>
                <a:gd name="T73" fmla="*/ 41 h 188"/>
                <a:gd name="T74" fmla="*/ 61 w 215"/>
                <a:gd name="T75" fmla="*/ 41 h 188"/>
                <a:gd name="T76" fmla="*/ 68 w 215"/>
                <a:gd name="T77" fmla="*/ 34 h 188"/>
                <a:gd name="T78" fmla="*/ 68 w 215"/>
                <a:gd name="T79" fmla="*/ 27 h 188"/>
                <a:gd name="T80" fmla="*/ 148 w 215"/>
                <a:gd name="T81" fmla="*/ 27 h 188"/>
                <a:gd name="T82" fmla="*/ 148 w 215"/>
                <a:gd name="T83" fmla="*/ 34 h 188"/>
                <a:gd name="T84" fmla="*/ 155 w 215"/>
                <a:gd name="T85" fmla="*/ 41 h 188"/>
                <a:gd name="T86" fmla="*/ 175 w 215"/>
                <a:gd name="T87" fmla="*/ 41 h 188"/>
                <a:gd name="T88" fmla="*/ 182 w 215"/>
                <a:gd name="T89" fmla="*/ 34 h 188"/>
                <a:gd name="T90" fmla="*/ 182 w 215"/>
                <a:gd name="T91" fmla="*/ 27 h 188"/>
                <a:gd name="T92" fmla="*/ 202 w 215"/>
                <a:gd name="T93" fmla="*/ 27 h 188"/>
                <a:gd name="T94" fmla="*/ 202 w 215"/>
                <a:gd name="T95" fmla="*/ 175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5" h="188">
                  <a:moveTo>
                    <a:pt x="208" y="14"/>
                  </a:moveTo>
                  <a:cubicBezTo>
                    <a:pt x="182" y="14"/>
                    <a:pt x="182" y="14"/>
                    <a:pt x="182" y="14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2" y="3"/>
                    <a:pt x="179" y="0"/>
                    <a:pt x="17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1" y="0"/>
                    <a:pt x="148" y="3"/>
                    <a:pt x="148" y="7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3"/>
                    <a:pt x="65" y="0"/>
                    <a:pt x="6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4" y="3"/>
                    <a:pt x="34" y="7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7"/>
                    <a:pt x="0" y="2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5"/>
                    <a:pt x="3" y="188"/>
                    <a:pt x="7" y="188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2" y="188"/>
                    <a:pt x="215" y="185"/>
                    <a:pt x="215" y="182"/>
                  </a:cubicBezTo>
                  <a:cubicBezTo>
                    <a:pt x="215" y="21"/>
                    <a:pt x="215" y="21"/>
                    <a:pt x="215" y="21"/>
                  </a:cubicBezTo>
                  <a:cubicBezTo>
                    <a:pt x="215" y="17"/>
                    <a:pt x="212" y="14"/>
                    <a:pt x="208" y="14"/>
                  </a:cubicBezTo>
                  <a:close/>
                  <a:moveTo>
                    <a:pt x="161" y="14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8" y="27"/>
                    <a:pt x="168" y="27"/>
                    <a:pt x="168" y="27"/>
                  </a:cubicBezTo>
                  <a:cubicBezTo>
                    <a:pt x="161" y="27"/>
                    <a:pt x="161" y="27"/>
                    <a:pt x="161" y="27"/>
                  </a:cubicBezTo>
                  <a:lnTo>
                    <a:pt x="161" y="14"/>
                  </a:lnTo>
                  <a:close/>
                  <a:moveTo>
                    <a:pt x="47" y="14"/>
                  </a:moveTo>
                  <a:cubicBezTo>
                    <a:pt x="54" y="14"/>
                    <a:pt x="54" y="14"/>
                    <a:pt x="54" y="14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47" y="27"/>
                    <a:pt x="47" y="27"/>
                    <a:pt x="47" y="27"/>
                  </a:cubicBezTo>
                  <a:lnTo>
                    <a:pt x="47" y="14"/>
                  </a:lnTo>
                  <a:close/>
                  <a:moveTo>
                    <a:pt x="202" y="175"/>
                  </a:moveTo>
                  <a:cubicBezTo>
                    <a:pt x="14" y="175"/>
                    <a:pt x="14" y="175"/>
                    <a:pt x="14" y="175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8"/>
                    <a:pt x="37" y="41"/>
                    <a:pt x="41" y="4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5" y="41"/>
                    <a:pt x="68" y="38"/>
                    <a:pt x="68" y="34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8" y="38"/>
                    <a:pt x="151" y="41"/>
                    <a:pt x="155" y="41"/>
                  </a:cubicBezTo>
                  <a:cubicBezTo>
                    <a:pt x="175" y="41"/>
                    <a:pt x="175" y="41"/>
                    <a:pt x="175" y="41"/>
                  </a:cubicBezTo>
                  <a:cubicBezTo>
                    <a:pt x="179" y="41"/>
                    <a:pt x="182" y="38"/>
                    <a:pt x="182" y="34"/>
                  </a:cubicBezTo>
                  <a:cubicBezTo>
                    <a:pt x="182" y="27"/>
                    <a:pt x="182" y="27"/>
                    <a:pt x="182" y="27"/>
                  </a:cubicBezTo>
                  <a:cubicBezTo>
                    <a:pt x="202" y="27"/>
                    <a:pt x="202" y="27"/>
                    <a:pt x="202" y="27"/>
                  </a:cubicBezTo>
                  <a:lnTo>
                    <a:pt x="202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0" name="Freeform 151"/>
            <p:cNvSpPr>
              <a:spLocks noEditPoints="1"/>
            </p:cNvSpPr>
            <p:nvPr/>
          </p:nvSpPr>
          <p:spPr bwMode="auto">
            <a:xfrm>
              <a:off x="3973514" y="4433887"/>
              <a:ext cx="60325" cy="60325"/>
            </a:xfrm>
            <a:custGeom>
              <a:avLst/>
              <a:gdLst>
                <a:gd name="T0" fmla="*/ 34 w 40"/>
                <a:gd name="T1" fmla="*/ 0 h 41"/>
                <a:gd name="T2" fmla="*/ 7 w 40"/>
                <a:gd name="T3" fmla="*/ 0 h 41"/>
                <a:gd name="T4" fmla="*/ 0 w 40"/>
                <a:gd name="T5" fmla="*/ 7 h 41"/>
                <a:gd name="T6" fmla="*/ 0 w 40"/>
                <a:gd name="T7" fmla="*/ 34 h 41"/>
                <a:gd name="T8" fmla="*/ 7 w 40"/>
                <a:gd name="T9" fmla="*/ 41 h 41"/>
                <a:gd name="T10" fmla="*/ 34 w 40"/>
                <a:gd name="T11" fmla="*/ 41 h 41"/>
                <a:gd name="T12" fmla="*/ 40 w 40"/>
                <a:gd name="T13" fmla="*/ 34 h 41"/>
                <a:gd name="T14" fmla="*/ 40 w 40"/>
                <a:gd name="T15" fmla="*/ 7 h 41"/>
                <a:gd name="T16" fmla="*/ 34 w 40"/>
                <a:gd name="T17" fmla="*/ 0 h 41"/>
                <a:gd name="T18" fmla="*/ 27 w 40"/>
                <a:gd name="T19" fmla="*/ 27 h 41"/>
                <a:gd name="T20" fmla="*/ 13 w 40"/>
                <a:gd name="T21" fmla="*/ 27 h 41"/>
                <a:gd name="T22" fmla="*/ 13 w 40"/>
                <a:gd name="T23" fmla="*/ 14 h 41"/>
                <a:gd name="T24" fmla="*/ 27 w 40"/>
                <a:gd name="T25" fmla="*/ 14 h 41"/>
                <a:gd name="T26" fmla="*/ 27 w 40"/>
                <a:gd name="T27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41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7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7" y="41"/>
                    <a:pt x="40" y="38"/>
                    <a:pt x="40" y="3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3"/>
                    <a:pt x="37" y="0"/>
                    <a:pt x="34" y="0"/>
                  </a:cubicBezTo>
                  <a:close/>
                  <a:moveTo>
                    <a:pt x="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Freeform 152"/>
            <p:cNvSpPr>
              <a:spLocks noEditPoints="1"/>
            </p:cNvSpPr>
            <p:nvPr/>
          </p:nvSpPr>
          <p:spPr bwMode="auto">
            <a:xfrm>
              <a:off x="4054476" y="4433887"/>
              <a:ext cx="58738" cy="60325"/>
            </a:xfrm>
            <a:custGeom>
              <a:avLst/>
              <a:gdLst>
                <a:gd name="T0" fmla="*/ 33 w 40"/>
                <a:gd name="T1" fmla="*/ 0 h 41"/>
                <a:gd name="T2" fmla="*/ 6 w 40"/>
                <a:gd name="T3" fmla="*/ 0 h 41"/>
                <a:gd name="T4" fmla="*/ 0 w 40"/>
                <a:gd name="T5" fmla="*/ 7 h 41"/>
                <a:gd name="T6" fmla="*/ 0 w 40"/>
                <a:gd name="T7" fmla="*/ 34 h 41"/>
                <a:gd name="T8" fmla="*/ 6 w 40"/>
                <a:gd name="T9" fmla="*/ 41 h 41"/>
                <a:gd name="T10" fmla="*/ 33 w 40"/>
                <a:gd name="T11" fmla="*/ 41 h 41"/>
                <a:gd name="T12" fmla="*/ 40 w 40"/>
                <a:gd name="T13" fmla="*/ 34 h 41"/>
                <a:gd name="T14" fmla="*/ 40 w 40"/>
                <a:gd name="T15" fmla="*/ 7 h 41"/>
                <a:gd name="T16" fmla="*/ 33 w 40"/>
                <a:gd name="T17" fmla="*/ 0 h 41"/>
                <a:gd name="T18" fmla="*/ 27 w 40"/>
                <a:gd name="T19" fmla="*/ 27 h 41"/>
                <a:gd name="T20" fmla="*/ 13 w 40"/>
                <a:gd name="T21" fmla="*/ 27 h 41"/>
                <a:gd name="T22" fmla="*/ 13 w 40"/>
                <a:gd name="T23" fmla="*/ 14 h 41"/>
                <a:gd name="T24" fmla="*/ 27 w 40"/>
                <a:gd name="T25" fmla="*/ 14 h 41"/>
                <a:gd name="T26" fmla="*/ 27 w 40"/>
                <a:gd name="T27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41">
                  <a:moveTo>
                    <a:pt x="3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6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7" y="41"/>
                    <a:pt x="40" y="38"/>
                    <a:pt x="40" y="3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3"/>
                    <a:pt x="37" y="0"/>
                    <a:pt x="33" y="0"/>
                  </a:cubicBezTo>
                  <a:close/>
                  <a:moveTo>
                    <a:pt x="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2" name="Freeform 153"/>
            <p:cNvSpPr>
              <a:spLocks noEditPoints="1"/>
            </p:cNvSpPr>
            <p:nvPr/>
          </p:nvSpPr>
          <p:spPr bwMode="auto">
            <a:xfrm>
              <a:off x="4132264" y="4433887"/>
              <a:ext cx="60325" cy="60325"/>
            </a:xfrm>
            <a:custGeom>
              <a:avLst/>
              <a:gdLst>
                <a:gd name="T0" fmla="*/ 34 w 41"/>
                <a:gd name="T1" fmla="*/ 0 h 41"/>
                <a:gd name="T2" fmla="*/ 7 w 41"/>
                <a:gd name="T3" fmla="*/ 0 h 41"/>
                <a:gd name="T4" fmla="*/ 0 w 41"/>
                <a:gd name="T5" fmla="*/ 7 h 41"/>
                <a:gd name="T6" fmla="*/ 0 w 41"/>
                <a:gd name="T7" fmla="*/ 34 h 41"/>
                <a:gd name="T8" fmla="*/ 7 w 41"/>
                <a:gd name="T9" fmla="*/ 41 h 41"/>
                <a:gd name="T10" fmla="*/ 34 w 41"/>
                <a:gd name="T11" fmla="*/ 41 h 41"/>
                <a:gd name="T12" fmla="*/ 41 w 41"/>
                <a:gd name="T13" fmla="*/ 34 h 41"/>
                <a:gd name="T14" fmla="*/ 41 w 41"/>
                <a:gd name="T15" fmla="*/ 7 h 41"/>
                <a:gd name="T16" fmla="*/ 34 w 41"/>
                <a:gd name="T17" fmla="*/ 0 h 41"/>
                <a:gd name="T18" fmla="*/ 27 w 41"/>
                <a:gd name="T19" fmla="*/ 27 h 41"/>
                <a:gd name="T20" fmla="*/ 14 w 41"/>
                <a:gd name="T21" fmla="*/ 27 h 41"/>
                <a:gd name="T22" fmla="*/ 14 w 41"/>
                <a:gd name="T23" fmla="*/ 14 h 41"/>
                <a:gd name="T24" fmla="*/ 27 w 41"/>
                <a:gd name="T25" fmla="*/ 14 h 41"/>
                <a:gd name="T26" fmla="*/ 27 w 41"/>
                <a:gd name="T27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41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7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8" y="41"/>
                    <a:pt x="41" y="38"/>
                    <a:pt x="41" y="34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  <a:moveTo>
                    <a:pt x="27" y="27"/>
                  </a:moveTo>
                  <a:cubicBezTo>
                    <a:pt x="14" y="27"/>
                    <a:pt x="14" y="27"/>
                    <a:pt x="14" y="27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Freeform 154"/>
            <p:cNvSpPr>
              <a:spLocks noEditPoints="1"/>
            </p:cNvSpPr>
            <p:nvPr/>
          </p:nvSpPr>
          <p:spPr bwMode="auto">
            <a:xfrm>
              <a:off x="3973514" y="4514850"/>
              <a:ext cx="60325" cy="58737"/>
            </a:xfrm>
            <a:custGeom>
              <a:avLst/>
              <a:gdLst>
                <a:gd name="T0" fmla="*/ 34 w 40"/>
                <a:gd name="T1" fmla="*/ 0 h 40"/>
                <a:gd name="T2" fmla="*/ 7 w 40"/>
                <a:gd name="T3" fmla="*/ 0 h 40"/>
                <a:gd name="T4" fmla="*/ 0 w 40"/>
                <a:gd name="T5" fmla="*/ 7 h 40"/>
                <a:gd name="T6" fmla="*/ 0 w 40"/>
                <a:gd name="T7" fmla="*/ 34 h 40"/>
                <a:gd name="T8" fmla="*/ 7 w 40"/>
                <a:gd name="T9" fmla="*/ 40 h 40"/>
                <a:gd name="T10" fmla="*/ 34 w 40"/>
                <a:gd name="T11" fmla="*/ 40 h 40"/>
                <a:gd name="T12" fmla="*/ 40 w 40"/>
                <a:gd name="T13" fmla="*/ 34 h 40"/>
                <a:gd name="T14" fmla="*/ 40 w 40"/>
                <a:gd name="T15" fmla="*/ 7 h 40"/>
                <a:gd name="T16" fmla="*/ 34 w 40"/>
                <a:gd name="T17" fmla="*/ 0 h 40"/>
                <a:gd name="T18" fmla="*/ 27 w 40"/>
                <a:gd name="T19" fmla="*/ 27 h 40"/>
                <a:gd name="T20" fmla="*/ 13 w 40"/>
                <a:gd name="T21" fmla="*/ 27 h 40"/>
                <a:gd name="T22" fmla="*/ 13 w 40"/>
                <a:gd name="T23" fmla="*/ 14 h 40"/>
                <a:gd name="T24" fmla="*/ 27 w 40"/>
                <a:gd name="T25" fmla="*/ 14 h 40"/>
                <a:gd name="T26" fmla="*/ 27 w 40"/>
                <a:gd name="T27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40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7" y="40"/>
                    <a:pt x="40" y="37"/>
                    <a:pt x="40" y="3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3"/>
                    <a:pt x="37" y="0"/>
                    <a:pt x="34" y="0"/>
                  </a:cubicBezTo>
                  <a:close/>
                  <a:moveTo>
                    <a:pt x="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4" name="Freeform 155"/>
            <p:cNvSpPr>
              <a:spLocks noEditPoints="1"/>
            </p:cNvSpPr>
            <p:nvPr/>
          </p:nvSpPr>
          <p:spPr bwMode="auto">
            <a:xfrm>
              <a:off x="4054476" y="4514850"/>
              <a:ext cx="58738" cy="58737"/>
            </a:xfrm>
            <a:custGeom>
              <a:avLst/>
              <a:gdLst>
                <a:gd name="T0" fmla="*/ 33 w 40"/>
                <a:gd name="T1" fmla="*/ 0 h 40"/>
                <a:gd name="T2" fmla="*/ 6 w 40"/>
                <a:gd name="T3" fmla="*/ 0 h 40"/>
                <a:gd name="T4" fmla="*/ 0 w 40"/>
                <a:gd name="T5" fmla="*/ 7 h 40"/>
                <a:gd name="T6" fmla="*/ 0 w 40"/>
                <a:gd name="T7" fmla="*/ 34 h 40"/>
                <a:gd name="T8" fmla="*/ 6 w 40"/>
                <a:gd name="T9" fmla="*/ 40 h 40"/>
                <a:gd name="T10" fmla="*/ 33 w 40"/>
                <a:gd name="T11" fmla="*/ 40 h 40"/>
                <a:gd name="T12" fmla="*/ 40 w 40"/>
                <a:gd name="T13" fmla="*/ 34 h 40"/>
                <a:gd name="T14" fmla="*/ 40 w 40"/>
                <a:gd name="T15" fmla="*/ 7 h 40"/>
                <a:gd name="T16" fmla="*/ 33 w 40"/>
                <a:gd name="T17" fmla="*/ 0 h 40"/>
                <a:gd name="T18" fmla="*/ 27 w 40"/>
                <a:gd name="T19" fmla="*/ 27 h 40"/>
                <a:gd name="T20" fmla="*/ 13 w 40"/>
                <a:gd name="T21" fmla="*/ 27 h 40"/>
                <a:gd name="T22" fmla="*/ 13 w 40"/>
                <a:gd name="T23" fmla="*/ 14 h 40"/>
                <a:gd name="T24" fmla="*/ 27 w 40"/>
                <a:gd name="T25" fmla="*/ 14 h 40"/>
                <a:gd name="T26" fmla="*/ 27 w 40"/>
                <a:gd name="T27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40">
                  <a:moveTo>
                    <a:pt x="3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3" y="40"/>
                    <a:pt x="6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7" y="40"/>
                    <a:pt x="40" y="37"/>
                    <a:pt x="40" y="3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3"/>
                    <a:pt x="37" y="0"/>
                    <a:pt x="33" y="0"/>
                  </a:cubicBezTo>
                  <a:close/>
                  <a:moveTo>
                    <a:pt x="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5" name="Freeform 156"/>
            <p:cNvSpPr>
              <a:spLocks noEditPoints="1"/>
            </p:cNvSpPr>
            <p:nvPr/>
          </p:nvSpPr>
          <p:spPr bwMode="auto">
            <a:xfrm>
              <a:off x="4132264" y="4514850"/>
              <a:ext cx="60325" cy="58737"/>
            </a:xfrm>
            <a:custGeom>
              <a:avLst/>
              <a:gdLst>
                <a:gd name="T0" fmla="*/ 34 w 41"/>
                <a:gd name="T1" fmla="*/ 0 h 40"/>
                <a:gd name="T2" fmla="*/ 7 w 41"/>
                <a:gd name="T3" fmla="*/ 0 h 40"/>
                <a:gd name="T4" fmla="*/ 0 w 41"/>
                <a:gd name="T5" fmla="*/ 7 h 40"/>
                <a:gd name="T6" fmla="*/ 0 w 41"/>
                <a:gd name="T7" fmla="*/ 34 h 40"/>
                <a:gd name="T8" fmla="*/ 7 w 41"/>
                <a:gd name="T9" fmla="*/ 40 h 40"/>
                <a:gd name="T10" fmla="*/ 34 w 41"/>
                <a:gd name="T11" fmla="*/ 40 h 40"/>
                <a:gd name="T12" fmla="*/ 41 w 41"/>
                <a:gd name="T13" fmla="*/ 34 h 40"/>
                <a:gd name="T14" fmla="*/ 41 w 41"/>
                <a:gd name="T15" fmla="*/ 7 h 40"/>
                <a:gd name="T16" fmla="*/ 34 w 41"/>
                <a:gd name="T17" fmla="*/ 0 h 40"/>
                <a:gd name="T18" fmla="*/ 27 w 41"/>
                <a:gd name="T19" fmla="*/ 27 h 40"/>
                <a:gd name="T20" fmla="*/ 14 w 41"/>
                <a:gd name="T21" fmla="*/ 27 h 40"/>
                <a:gd name="T22" fmla="*/ 14 w 41"/>
                <a:gd name="T23" fmla="*/ 14 h 40"/>
                <a:gd name="T24" fmla="*/ 27 w 41"/>
                <a:gd name="T25" fmla="*/ 14 h 40"/>
                <a:gd name="T26" fmla="*/ 27 w 41"/>
                <a:gd name="T27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40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8" y="40"/>
                    <a:pt x="41" y="37"/>
                    <a:pt x="41" y="34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  <a:moveTo>
                    <a:pt x="27" y="27"/>
                  </a:moveTo>
                  <a:cubicBezTo>
                    <a:pt x="14" y="27"/>
                    <a:pt x="14" y="27"/>
                    <a:pt x="14" y="27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7" name="Group 296"/>
          <p:cNvGrpSpPr/>
          <p:nvPr/>
        </p:nvGrpSpPr>
        <p:grpSpPr>
          <a:xfrm>
            <a:off x="4484689" y="3917019"/>
            <a:ext cx="177800" cy="317500"/>
            <a:chOff x="4484689" y="4316412"/>
            <a:chExt cx="177800" cy="317500"/>
          </a:xfrm>
        </p:grpSpPr>
        <p:sp>
          <p:nvSpPr>
            <p:cNvPr id="186" name="Freeform 157"/>
            <p:cNvSpPr>
              <a:spLocks noEditPoints="1"/>
            </p:cNvSpPr>
            <p:nvPr/>
          </p:nvSpPr>
          <p:spPr bwMode="auto">
            <a:xfrm>
              <a:off x="4484689" y="4316412"/>
              <a:ext cx="177800" cy="317500"/>
            </a:xfrm>
            <a:custGeom>
              <a:avLst/>
              <a:gdLst>
                <a:gd name="T0" fmla="*/ 114 w 120"/>
                <a:gd name="T1" fmla="*/ 0 h 215"/>
                <a:gd name="T2" fmla="*/ 6 w 120"/>
                <a:gd name="T3" fmla="*/ 0 h 215"/>
                <a:gd name="T4" fmla="*/ 0 w 120"/>
                <a:gd name="T5" fmla="*/ 7 h 215"/>
                <a:gd name="T6" fmla="*/ 0 w 120"/>
                <a:gd name="T7" fmla="*/ 208 h 215"/>
                <a:gd name="T8" fmla="*/ 6 w 120"/>
                <a:gd name="T9" fmla="*/ 215 h 215"/>
                <a:gd name="T10" fmla="*/ 114 w 120"/>
                <a:gd name="T11" fmla="*/ 215 h 215"/>
                <a:gd name="T12" fmla="*/ 120 w 120"/>
                <a:gd name="T13" fmla="*/ 208 h 215"/>
                <a:gd name="T14" fmla="*/ 120 w 120"/>
                <a:gd name="T15" fmla="*/ 7 h 215"/>
                <a:gd name="T16" fmla="*/ 114 w 120"/>
                <a:gd name="T17" fmla="*/ 0 h 215"/>
                <a:gd name="T18" fmla="*/ 107 w 120"/>
                <a:gd name="T19" fmla="*/ 201 h 215"/>
                <a:gd name="T20" fmla="*/ 13 w 120"/>
                <a:gd name="T21" fmla="*/ 201 h 215"/>
                <a:gd name="T22" fmla="*/ 13 w 120"/>
                <a:gd name="T23" fmla="*/ 13 h 215"/>
                <a:gd name="T24" fmla="*/ 107 w 120"/>
                <a:gd name="T25" fmla="*/ 13 h 215"/>
                <a:gd name="T26" fmla="*/ 107 w 120"/>
                <a:gd name="T27" fmla="*/ 20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215">
                  <a:moveTo>
                    <a:pt x="11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ubicBezTo>
                    <a:pt x="114" y="215"/>
                    <a:pt x="114" y="215"/>
                    <a:pt x="114" y="215"/>
                  </a:cubicBezTo>
                  <a:cubicBezTo>
                    <a:pt x="117" y="215"/>
                    <a:pt x="120" y="212"/>
                    <a:pt x="120" y="208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3"/>
                    <a:pt x="117" y="0"/>
                    <a:pt x="114" y="0"/>
                  </a:cubicBezTo>
                  <a:close/>
                  <a:moveTo>
                    <a:pt x="107" y="201"/>
                  </a:moveTo>
                  <a:cubicBezTo>
                    <a:pt x="13" y="201"/>
                    <a:pt x="13" y="201"/>
                    <a:pt x="13" y="201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07" y="13"/>
                    <a:pt x="107" y="13"/>
                    <a:pt x="107" y="13"/>
                  </a:cubicBezTo>
                  <a:lnTo>
                    <a:pt x="107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7" name="Freeform 158"/>
            <p:cNvSpPr>
              <a:spLocks/>
            </p:cNvSpPr>
            <p:nvPr/>
          </p:nvSpPr>
          <p:spPr bwMode="auto">
            <a:xfrm>
              <a:off x="4559301" y="4573587"/>
              <a:ext cx="28575" cy="20637"/>
            </a:xfrm>
            <a:custGeom>
              <a:avLst/>
              <a:gdLst>
                <a:gd name="T0" fmla="*/ 13 w 20"/>
                <a:gd name="T1" fmla="*/ 0 h 14"/>
                <a:gd name="T2" fmla="*/ 7 w 20"/>
                <a:gd name="T3" fmla="*/ 0 h 14"/>
                <a:gd name="T4" fmla="*/ 0 w 20"/>
                <a:gd name="T5" fmla="*/ 7 h 14"/>
                <a:gd name="T6" fmla="*/ 7 w 20"/>
                <a:gd name="T7" fmla="*/ 14 h 14"/>
                <a:gd name="T8" fmla="*/ 13 w 20"/>
                <a:gd name="T9" fmla="*/ 14 h 14"/>
                <a:gd name="T10" fmla="*/ 20 w 20"/>
                <a:gd name="T11" fmla="*/ 7 h 14"/>
                <a:gd name="T12" fmla="*/ 13 w 2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7" y="14"/>
                    <a:pt x="20" y="11"/>
                    <a:pt x="20" y="7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8" name="Freeform 159"/>
            <p:cNvSpPr>
              <a:spLocks/>
            </p:cNvSpPr>
            <p:nvPr/>
          </p:nvSpPr>
          <p:spPr bwMode="auto">
            <a:xfrm>
              <a:off x="4529139" y="4356100"/>
              <a:ext cx="88900" cy="19050"/>
            </a:xfrm>
            <a:custGeom>
              <a:avLst/>
              <a:gdLst>
                <a:gd name="T0" fmla="*/ 6 w 60"/>
                <a:gd name="T1" fmla="*/ 13 h 13"/>
                <a:gd name="T2" fmla="*/ 53 w 60"/>
                <a:gd name="T3" fmla="*/ 13 h 13"/>
                <a:gd name="T4" fmla="*/ 60 w 60"/>
                <a:gd name="T5" fmla="*/ 7 h 13"/>
                <a:gd name="T6" fmla="*/ 53 w 60"/>
                <a:gd name="T7" fmla="*/ 0 h 13"/>
                <a:gd name="T8" fmla="*/ 6 w 60"/>
                <a:gd name="T9" fmla="*/ 0 h 13"/>
                <a:gd name="T10" fmla="*/ 0 w 60"/>
                <a:gd name="T11" fmla="*/ 7 h 13"/>
                <a:gd name="T12" fmla="*/ 6 w 60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3">
                  <a:moveTo>
                    <a:pt x="6" y="13"/>
                  </a:moveTo>
                  <a:cubicBezTo>
                    <a:pt x="53" y="13"/>
                    <a:pt x="53" y="13"/>
                    <a:pt x="53" y="13"/>
                  </a:cubicBezTo>
                  <a:cubicBezTo>
                    <a:pt x="57" y="13"/>
                    <a:pt x="60" y="10"/>
                    <a:pt x="60" y="7"/>
                  </a:cubicBezTo>
                  <a:cubicBezTo>
                    <a:pt x="60" y="3"/>
                    <a:pt x="57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6" name="Group 295"/>
          <p:cNvGrpSpPr/>
          <p:nvPr/>
        </p:nvGrpSpPr>
        <p:grpSpPr>
          <a:xfrm>
            <a:off x="4945064" y="3917019"/>
            <a:ext cx="238125" cy="317500"/>
            <a:chOff x="4945064" y="4316412"/>
            <a:chExt cx="238125" cy="317500"/>
          </a:xfrm>
        </p:grpSpPr>
        <p:sp>
          <p:nvSpPr>
            <p:cNvPr id="189" name="Freeform 160"/>
            <p:cNvSpPr>
              <a:spLocks noEditPoints="1"/>
            </p:cNvSpPr>
            <p:nvPr/>
          </p:nvSpPr>
          <p:spPr bwMode="auto">
            <a:xfrm>
              <a:off x="4945064" y="4316412"/>
              <a:ext cx="238125" cy="317500"/>
            </a:xfrm>
            <a:custGeom>
              <a:avLst/>
              <a:gdLst>
                <a:gd name="T0" fmla="*/ 161 w 161"/>
                <a:gd name="T1" fmla="*/ 208 h 215"/>
                <a:gd name="T2" fmla="*/ 161 w 161"/>
                <a:gd name="T3" fmla="*/ 7 h 215"/>
                <a:gd name="T4" fmla="*/ 154 w 161"/>
                <a:gd name="T5" fmla="*/ 0 h 215"/>
                <a:gd name="T6" fmla="*/ 6 w 161"/>
                <a:gd name="T7" fmla="*/ 0 h 215"/>
                <a:gd name="T8" fmla="*/ 0 w 161"/>
                <a:gd name="T9" fmla="*/ 7 h 215"/>
                <a:gd name="T10" fmla="*/ 0 w 161"/>
                <a:gd name="T11" fmla="*/ 208 h 215"/>
                <a:gd name="T12" fmla="*/ 6 w 161"/>
                <a:gd name="T13" fmla="*/ 215 h 215"/>
                <a:gd name="T14" fmla="*/ 154 w 161"/>
                <a:gd name="T15" fmla="*/ 215 h 215"/>
                <a:gd name="T16" fmla="*/ 161 w 161"/>
                <a:gd name="T17" fmla="*/ 208 h 215"/>
                <a:gd name="T18" fmla="*/ 147 w 161"/>
                <a:gd name="T19" fmla="*/ 201 h 215"/>
                <a:gd name="T20" fmla="*/ 13 w 161"/>
                <a:gd name="T21" fmla="*/ 201 h 215"/>
                <a:gd name="T22" fmla="*/ 13 w 161"/>
                <a:gd name="T23" fmla="*/ 13 h 215"/>
                <a:gd name="T24" fmla="*/ 147 w 161"/>
                <a:gd name="T25" fmla="*/ 13 h 215"/>
                <a:gd name="T26" fmla="*/ 147 w 161"/>
                <a:gd name="T27" fmla="*/ 20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1" h="215">
                  <a:moveTo>
                    <a:pt x="161" y="208"/>
                  </a:moveTo>
                  <a:cubicBezTo>
                    <a:pt x="161" y="7"/>
                    <a:pt x="161" y="7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ubicBezTo>
                    <a:pt x="154" y="215"/>
                    <a:pt x="154" y="215"/>
                    <a:pt x="154" y="215"/>
                  </a:cubicBezTo>
                  <a:cubicBezTo>
                    <a:pt x="158" y="215"/>
                    <a:pt x="161" y="212"/>
                    <a:pt x="161" y="208"/>
                  </a:cubicBezTo>
                  <a:close/>
                  <a:moveTo>
                    <a:pt x="147" y="201"/>
                  </a:moveTo>
                  <a:cubicBezTo>
                    <a:pt x="13" y="201"/>
                    <a:pt x="13" y="201"/>
                    <a:pt x="13" y="201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7" y="13"/>
                    <a:pt x="147" y="13"/>
                    <a:pt x="147" y="13"/>
                  </a:cubicBezTo>
                  <a:lnTo>
                    <a:pt x="147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0" name="Freeform 161"/>
            <p:cNvSpPr>
              <a:spLocks/>
            </p:cNvSpPr>
            <p:nvPr/>
          </p:nvSpPr>
          <p:spPr bwMode="auto">
            <a:xfrm>
              <a:off x="5053014" y="4573587"/>
              <a:ext cx="20638" cy="20637"/>
            </a:xfrm>
            <a:custGeom>
              <a:avLst/>
              <a:gdLst>
                <a:gd name="T0" fmla="*/ 2 w 14"/>
                <a:gd name="T1" fmla="*/ 2 h 14"/>
                <a:gd name="T2" fmla="*/ 0 w 14"/>
                <a:gd name="T3" fmla="*/ 7 h 14"/>
                <a:gd name="T4" fmla="*/ 2 w 14"/>
                <a:gd name="T5" fmla="*/ 12 h 14"/>
                <a:gd name="T6" fmla="*/ 7 w 14"/>
                <a:gd name="T7" fmla="*/ 14 h 14"/>
                <a:gd name="T8" fmla="*/ 12 w 14"/>
                <a:gd name="T9" fmla="*/ 12 h 14"/>
                <a:gd name="T10" fmla="*/ 14 w 14"/>
                <a:gd name="T11" fmla="*/ 7 h 14"/>
                <a:gd name="T12" fmla="*/ 12 w 14"/>
                <a:gd name="T13" fmla="*/ 2 h 14"/>
                <a:gd name="T14" fmla="*/ 2 w 14"/>
                <a:gd name="T1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2" y="2"/>
                  </a:move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1" name="Freeform 162"/>
            <p:cNvSpPr>
              <a:spLocks/>
            </p:cNvSpPr>
            <p:nvPr/>
          </p:nvSpPr>
          <p:spPr bwMode="auto">
            <a:xfrm>
              <a:off x="5029201" y="4356100"/>
              <a:ext cx="69850" cy="19050"/>
            </a:xfrm>
            <a:custGeom>
              <a:avLst/>
              <a:gdLst>
                <a:gd name="T0" fmla="*/ 6 w 47"/>
                <a:gd name="T1" fmla="*/ 13 h 13"/>
                <a:gd name="T2" fmla="*/ 40 w 47"/>
                <a:gd name="T3" fmla="*/ 13 h 13"/>
                <a:gd name="T4" fmla="*/ 47 w 47"/>
                <a:gd name="T5" fmla="*/ 7 h 13"/>
                <a:gd name="T6" fmla="*/ 40 w 47"/>
                <a:gd name="T7" fmla="*/ 0 h 13"/>
                <a:gd name="T8" fmla="*/ 6 w 47"/>
                <a:gd name="T9" fmla="*/ 0 h 13"/>
                <a:gd name="T10" fmla="*/ 0 w 47"/>
                <a:gd name="T11" fmla="*/ 7 h 13"/>
                <a:gd name="T12" fmla="*/ 6 w 4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13">
                  <a:moveTo>
                    <a:pt x="6" y="13"/>
                  </a:moveTo>
                  <a:cubicBezTo>
                    <a:pt x="40" y="13"/>
                    <a:pt x="40" y="13"/>
                    <a:pt x="40" y="13"/>
                  </a:cubicBezTo>
                  <a:cubicBezTo>
                    <a:pt x="44" y="13"/>
                    <a:pt x="47" y="10"/>
                    <a:pt x="47" y="7"/>
                  </a:cubicBezTo>
                  <a:cubicBezTo>
                    <a:pt x="47" y="3"/>
                    <a:pt x="44" y="0"/>
                    <a:pt x="4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92" name="Freeform 163"/>
          <p:cNvSpPr>
            <a:spLocks noEditPoints="1"/>
          </p:cNvSpPr>
          <p:nvPr/>
        </p:nvSpPr>
        <p:spPr bwMode="auto">
          <a:xfrm>
            <a:off x="5395914" y="3936069"/>
            <a:ext cx="317500" cy="277812"/>
          </a:xfrm>
          <a:custGeom>
            <a:avLst/>
            <a:gdLst>
              <a:gd name="T0" fmla="*/ 208 w 215"/>
              <a:gd name="T1" fmla="*/ 0 h 188"/>
              <a:gd name="T2" fmla="*/ 7 w 215"/>
              <a:gd name="T3" fmla="*/ 0 h 188"/>
              <a:gd name="T4" fmla="*/ 0 w 215"/>
              <a:gd name="T5" fmla="*/ 7 h 188"/>
              <a:gd name="T6" fmla="*/ 0 w 215"/>
              <a:gd name="T7" fmla="*/ 141 h 188"/>
              <a:gd name="T8" fmla="*/ 7 w 215"/>
              <a:gd name="T9" fmla="*/ 148 h 188"/>
              <a:gd name="T10" fmla="*/ 100 w 215"/>
              <a:gd name="T11" fmla="*/ 148 h 188"/>
              <a:gd name="T12" fmla="*/ 100 w 215"/>
              <a:gd name="T13" fmla="*/ 175 h 188"/>
              <a:gd name="T14" fmla="*/ 74 w 215"/>
              <a:gd name="T15" fmla="*/ 175 h 188"/>
              <a:gd name="T16" fmla="*/ 67 w 215"/>
              <a:gd name="T17" fmla="*/ 182 h 188"/>
              <a:gd name="T18" fmla="*/ 74 w 215"/>
              <a:gd name="T19" fmla="*/ 188 h 188"/>
              <a:gd name="T20" fmla="*/ 141 w 215"/>
              <a:gd name="T21" fmla="*/ 188 h 188"/>
              <a:gd name="T22" fmla="*/ 147 w 215"/>
              <a:gd name="T23" fmla="*/ 182 h 188"/>
              <a:gd name="T24" fmla="*/ 141 w 215"/>
              <a:gd name="T25" fmla="*/ 175 h 188"/>
              <a:gd name="T26" fmla="*/ 114 w 215"/>
              <a:gd name="T27" fmla="*/ 175 h 188"/>
              <a:gd name="T28" fmla="*/ 114 w 215"/>
              <a:gd name="T29" fmla="*/ 148 h 188"/>
              <a:gd name="T30" fmla="*/ 208 w 215"/>
              <a:gd name="T31" fmla="*/ 148 h 188"/>
              <a:gd name="T32" fmla="*/ 215 w 215"/>
              <a:gd name="T33" fmla="*/ 141 h 188"/>
              <a:gd name="T34" fmla="*/ 215 w 215"/>
              <a:gd name="T35" fmla="*/ 7 h 188"/>
              <a:gd name="T36" fmla="*/ 208 w 215"/>
              <a:gd name="T37" fmla="*/ 0 h 188"/>
              <a:gd name="T38" fmla="*/ 201 w 215"/>
              <a:gd name="T39" fmla="*/ 135 h 188"/>
              <a:gd name="T40" fmla="*/ 13 w 215"/>
              <a:gd name="T41" fmla="*/ 135 h 188"/>
              <a:gd name="T42" fmla="*/ 13 w 215"/>
              <a:gd name="T43" fmla="*/ 14 h 188"/>
              <a:gd name="T44" fmla="*/ 201 w 215"/>
              <a:gd name="T45" fmla="*/ 14 h 188"/>
              <a:gd name="T46" fmla="*/ 201 w 215"/>
              <a:gd name="T47" fmla="*/ 135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15" h="188">
                <a:moveTo>
                  <a:pt x="208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5"/>
                  <a:pt x="3" y="148"/>
                  <a:pt x="7" y="148"/>
                </a:cubicBezTo>
                <a:cubicBezTo>
                  <a:pt x="100" y="148"/>
                  <a:pt x="100" y="148"/>
                  <a:pt x="100" y="148"/>
                </a:cubicBezTo>
                <a:cubicBezTo>
                  <a:pt x="100" y="175"/>
                  <a:pt x="100" y="175"/>
                  <a:pt x="100" y="175"/>
                </a:cubicBezTo>
                <a:cubicBezTo>
                  <a:pt x="74" y="175"/>
                  <a:pt x="74" y="175"/>
                  <a:pt x="74" y="175"/>
                </a:cubicBezTo>
                <a:cubicBezTo>
                  <a:pt x="70" y="175"/>
                  <a:pt x="67" y="178"/>
                  <a:pt x="67" y="182"/>
                </a:cubicBezTo>
                <a:cubicBezTo>
                  <a:pt x="67" y="185"/>
                  <a:pt x="70" y="188"/>
                  <a:pt x="74" y="188"/>
                </a:cubicBezTo>
                <a:cubicBezTo>
                  <a:pt x="141" y="188"/>
                  <a:pt x="141" y="188"/>
                  <a:pt x="141" y="188"/>
                </a:cubicBezTo>
                <a:cubicBezTo>
                  <a:pt x="144" y="188"/>
                  <a:pt x="147" y="185"/>
                  <a:pt x="147" y="182"/>
                </a:cubicBezTo>
                <a:cubicBezTo>
                  <a:pt x="147" y="178"/>
                  <a:pt x="144" y="175"/>
                  <a:pt x="141" y="175"/>
                </a:cubicBezTo>
                <a:cubicBezTo>
                  <a:pt x="114" y="175"/>
                  <a:pt x="114" y="175"/>
                  <a:pt x="114" y="175"/>
                </a:cubicBezTo>
                <a:cubicBezTo>
                  <a:pt x="114" y="148"/>
                  <a:pt x="114" y="148"/>
                  <a:pt x="114" y="148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12" y="148"/>
                  <a:pt x="215" y="145"/>
                  <a:pt x="215" y="141"/>
                </a:cubicBezTo>
                <a:cubicBezTo>
                  <a:pt x="215" y="7"/>
                  <a:pt x="215" y="7"/>
                  <a:pt x="215" y="7"/>
                </a:cubicBezTo>
                <a:cubicBezTo>
                  <a:pt x="215" y="3"/>
                  <a:pt x="212" y="0"/>
                  <a:pt x="208" y="0"/>
                </a:cubicBezTo>
                <a:close/>
                <a:moveTo>
                  <a:pt x="201" y="135"/>
                </a:moveTo>
                <a:cubicBezTo>
                  <a:pt x="13" y="135"/>
                  <a:pt x="13" y="135"/>
                  <a:pt x="13" y="135"/>
                </a:cubicBezTo>
                <a:cubicBezTo>
                  <a:pt x="13" y="14"/>
                  <a:pt x="13" y="14"/>
                  <a:pt x="13" y="14"/>
                </a:cubicBezTo>
                <a:cubicBezTo>
                  <a:pt x="201" y="14"/>
                  <a:pt x="201" y="14"/>
                  <a:pt x="201" y="14"/>
                </a:cubicBezTo>
                <a:lnTo>
                  <a:pt x="201" y="1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95" name="Group 294"/>
          <p:cNvGrpSpPr/>
          <p:nvPr/>
        </p:nvGrpSpPr>
        <p:grpSpPr>
          <a:xfrm>
            <a:off x="5886451" y="3967819"/>
            <a:ext cx="317500" cy="215900"/>
            <a:chOff x="5886451" y="4367212"/>
            <a:chExt cx="317500" cy="215900"/>
          </a:xfrm>
        </p:grpSpPr>
        <p:sp>
          <p:nvSpPr>
            <p:cNvPr id="193" name="Freeform 164"/>
            <p:cNvSpPr>
              <a:spLocks noEditPoints="1"/>
            </p:cNvSpPr>
            <p:nvPr/>
          </p:nvSpPr>
          <p:spPr bwMode="auto">
            <a:xfrm>
              <a:off x="5886451" y="4367212"/>
              <a:ext cx="317500" cy="215900"/>
            </a:xfrm>
            <a:custGeom>
              <a:avLst/>
              <a:gdLst>
                <a:gd name="T0" fmla="*/ 7 w 215"/>
                <a:gd name="T1" fmla="*/ 147 h 147"/>
                <a:gd name="T2" fmla="*/ 208 w 215"/>
                <a:gd name="T3" fmla="*/ 147 h 147"/>
                <a:gd name="T4" fmla="*/ 215 w 215"/>
                <a:gd name="T5" fmla="*/ 140 h 147"/>
                <a:gd name="T6" fmla="*/ 215 w 215"/>
                <a:gd name="T7" fmla="*/ 120 h 147"/>
                <a:gd name="T8" fmla="*/ 208 w 215"/>
                <a:gd name="T9" fmla="*/ 114 h 147"/>
                <a:gd name="T10" fmla="*/ 195 w 215"/>
                <a:gd name="T11" fmla="*/ 114 h 147"/>
                <a:gd name="T12" fmla="*/ 195 w 215"/>
                <a:gd name="T13" fmla="*/ 6 h 147"/>
                <a:gd name="T14" fmla="*/ 188 w 215"/>
                <a:gd name="T15" fmla="*/ 0 h 147"/>
                <a:gd name="T16" fmla="*/ 27 w 215"/>
                <a:gd name="T17" fmla="*/ 0 h 147"/>
                <a:gd name="T18" fmla="*/ 20 w 215"/>
                <a:gd name="T19" fmla="*/ 6 h 147"/>
                <a:gd name="T20" fmla="*/ 20 w 215"/>
                <a:gd name="T21" fmla="*/ 114 h 147"/>
                <a:gd name="T22" fmla="*/ 7 w 215"/>
                <a:gd name="T23" fmla="*/ 114 h 147"/>
                <a:gd name="T24" fmla="*/ 0 w 215"/>
                <a:gd name="T25" fmla="*/ 120 h 147"/>
                <a:gd name="T26" fmla="*/ 0 w 215"/>
                <a:gd name="T27" fmla="*/ 140 h 147"/>
                <a:gd name="T28" fmla="*/ 7 w 215"/>
                <a:gd name="T29" fmla="*/ 147 h 147"/>
                <a:gd name="T30" fmla="*/ 34 w 215"/>
                <a:gd name="T31" fmla="*/ 13 h 147"/>
                <a:gd name="T32" fmla="*/ 181 w 215"/>
                <a:gd name="T33" fmla="*/ 13 h 147"/>
                <a:gd name="T34" fmla="*/ 181 w 215"/>
                <a:gd name="T35" fmla="*/ 114 h 147"/>
                <a:gd name="T36" fmla="*/ 34 w 215"/>
                <a:gd name="T37" fmla="*/ 114 h 147"/>
                <a:gd name="T38" fmla="*/ 34 w 215"/>
                <a:gd name="T39" fmla="*/ 13 h 147"/>
                <a:gd name="T40" fmla="*/ 13 w 215"/>
                <a:gd name="T41" fmla="*/ 127 h 147"/>
                <a:gd name="T42" fmla="*/ 27 w 215"/>
                <a:gd name="T43" fmla="*/ 127 h 147"/>
                <a:gd name="T44" fmla="*/ 188 w 215"/>
                <a:gd name="T45" fmla="*/ 127 h 147"/>
                <a:gd name="T46" fmla="*/ 201 w 215"/>
                <a:gd name="T47" fmla="*/ 127 h 147"/>
                <a:gd name="T48" fmla="*/ 201 w 215"/>
                <a:gd name="T49" fmla="*/ 134 h 147"/>
                <a:gd name="T50" fmla="*/ 13 w 215"/>
                <a:gd name="T51" fmla="*/ 134 h 147"/>
                <a:gd name="T52" fmla="*/ 13 w 215"/>
                <a:gd name="T53" fmla="*/ 12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5" h="147">
                  <a:moveTo>
                    <a:pt x="7" y="147"/>
                  </a:moveTo>
                  <a:cubicBezTo>
                    <a:pt x="208" y="147"/>
                    <a:pt x="208" y="147"/>
                    <a:pt x="208" y="147"/>
                  </a:cubicBezTo>
                  <a:cubicBezTo>
                    <a:pt x="212" y="147"/>
                    <a:pt x="215" y="144"/>
                    <a:pt x="215" y="140"/>
                  </a:cubicBezTo>
                  <a:cubicBezTo>
                    <a:pt x="215" y="120"/>
                    <a:pt x="215" y="120"/>
                    <a:pt x="215" y="120"/>
                  </a:cubicBezTo>
                  <a:cubicBezTo>
                    <a:pt x="215" y="117"/>
                    <a:pt x="212" y="114"/>
                    <a:pt x="208" y="114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3"/>
                    <a:pt x="192" y="0"/>
                    <a:pt x="18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3" y="0"/>
                    <a:pt x="20" y="3"/>
                    <a:pt x="20" y="6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3" y="114"/>
                    <a:pt x="0" y="117"/>
                    <a:pt x="0" y="12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4"/>
                    <a:pt x="3" y="147"/>
                    <a:pt x="7" y="147"/>
                  </a:cubicBezTo>
                  <a:close/>
                  <a:moveTo>
                    <a:pt x="34" y="13"/>
                  </a:moveTo>
                  <a:cubicBezTo>
                    <a:pt x="181" y="13"/>
                    <a:pt x="181" y="13"/>
                    <a:pt x="181" y="13"/>
                  </a:cubicBezTo>
                  <a:cubicBezTo>
                    <a:pt x="181" y="114"/>
                    <a:pt x="181" y="114"/>
                    <a:pt x="181" y="114"/>
                  </a:cubicBezTo>
                  <a:cubicBezTo>
                    <a:pt x="34" y="114"/>
                    <a:pt x="34" y="114"/>
                    <a:pt x="34" y="114"/>
                  </a:cubicBezTo>
                  <a:lnTo>
                    <a:pt x="34" y="13"/>
                  </a:lnTo>
                  <a:close/>
                  <a:moveTo>
                    <a:pt x="13" y="127"/>
                  </a:moveTo>
                  <a:cubicBezTo>
                    <a:pt x="27" y="127"/>
                    <a:pt x="27" y="127"/>
                    <a:pt x="27" y="127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201" y="127"/>
                    <a:pt x="201" y="127"/>
                    <a:pt x="201" y="127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13" y="134"/>
                    <a:pt x="13" y="134"/>
                    <a:pt x="13" y="134"/>
                  </a:cubicBezTo>
                  <a:lnTo>
                    <a:pt x="1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Freeform 165"/>
            <p:cNvSpPr>
              <a:spLocks/>
            </p:cNvSpPr>
            <p:nvPr/>
          </p:nvSpPr>
          <p:spPr bwMode="auto">
            <a:xfrm>
              <a:off x="6035676" y="4394200"/>
              <a:ext cx="19050" cy="20637"/>
            </a:xfrm>
            <a:custGeom>
              <a:avLst/>
              <a:gdLst>
                <a:gd name="T0" fmla="*/ 2 w 13"/>
                <a:gd name="T1" fmla="*/ 3 h 14"/>
                <a:gd name="T2" fmla="*/ 0 w 13"/>
                <a:gd name="T3" fmla="*/ 7 h 14"/>
                <a:gd name="T4" fmla="*/ 2 w 13"/>
                <a:gd name="T5" fmla="*/ 12 h 14"/>
                <a:gd name="T6" fmla="*/ 6 w 13"/>
                <a:gd name="T7" fmla="*/ 14 h 14"/>
                <a:gd name="T8" fmla="*/ 11 w 13"/>
                <a:gd name="T9" fmla="*/ 12 h 14"/>
                <a:gd name="T10" fmla="*/ 13 w 13"/>
                <a:gd name="T11" fmla="*/ 7 h 14"/>
                <a:gd name="T12" fmla="*/ 11 w 13"/>
                <a:gd name="T13" fmla="*/ 3 h 14"/>
                <a:gd name="T14" fmla="*/ 2 w 13"/>
                <a:gd name="T1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2" y="3"/>
                  </a:moveTo>
                  <a:cubicBezTo>
                    <a:pt x="0" y="4"/>
                    <a:pt x="0" y="6"/>
                    <a:pt x="0" y="7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3" y="13"/>
                    <a:pt x="5" y="14"/>
                    <a:pt x="6" y="14"/>
                  </a:cubicBezTo>
                  <a:cubicBezTo>
                    <a:pt x="8" y="14"/>
                    <a:pt x="10" y="13"/>
                    <a:pt x="11" y="12"/>
                  </a:cubicBezTo>
                  <a:cubicBezTo>
                    <a:pt x="12" y="11"/>
                    <a:pt x="13" y="9"/>
                    <a:pt x="13" y="7"/>
                  </a:cubicBezTo>
                  <a:cubicBezTo>
                    <a:pt x="13" y="6"/>
                    <a:pt x="12" y="4"/>
                    <a:pt x="11" y="3"/>
                  </a:cubicBezTo>
                  <a:cubicBezTo>
                    <a:pt x="9" y="0"/>
                    <a:pt x="4" y="0"/>
                    <a:pt x="2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5395914" y="1513544"/>
            <a:ext cx="317500" cy="217487"/>
            <a:chOff x="5395914" y="1912937"/>
            <a:chExt cx="317500" cy="217487"/>
          </a:xfrm>
        </p:grpSpPr>
        <p:sp>
          <p:nvSpPr>
            <p:cNvPr id="195" name="Freeform 166"/>
            <p:cNvSpPr>
              <a:spLocks noEditPoints="1"/>
            </p:cNvSpPr>
            <p:nvPr/>
          </p:nvSpPr>
          <p:spPr bwMode="auto">
            <a:xfrm>
              <a:off x="5395914" y="1912937"/>
              <a:ext cx="317500" cy="217487"/>
            </a:xfrm>
            <a:custGeom>
              <a:avLst/>
              <a:gdLst>
                <a:gd name="T0" fmla="*/ 211 w 215"/>
                <a:gd name="T1" fmla="*/ 28 h 148"/>
                <a:gd name="T2" fmla="*/ 204 w 215"/>
                <a:gd name="T3" fmla="*/ 28 h 148"/>
                <a:gd name="T4" fmla="*/ 161 w 215"/>
                <a:gd name="T5" fmla="*/ 55 h 148"/>
                <a:gd name="T6" fmla="*/ 161 w 215"/>
                <a:gd name="T7" fmla="*/ 33 h 148"/>
                <a:gd name="T8" fmla="*/ 154 w 215"/>
                <a:gd name="T9" fmla="*/ 27 h 148"/>
                <a:gd name="T10" fmla="*/ 137 w 215"/>
                <a:gd name="T11" fmla="*/ 27 h 148"/>
                <a:gd name="T12" fmla="*/ 110 w 215"/>
                <a:gd name="T13" fmla="*/ 0 h 148"/>
                <a:gd name="T14" fmla="*/ 20 w 215"/>
                <a:gd name="T15" fmla="*/ 0 h 148"/>
                <a:gd name="T16" fmla="*/ 13 w 215"/>
                <a:gd name="T17" fmla="*/ 7 h 148"/>
                <a:gd name="T18" fmla="*/ 20 w 215"/>
                <a:gd name="T19" fmla="*/ 13 h 148"/>
                <a:gd name="T20" fmla="*/ 104 w 215"/>
                <a:gd name="T21" fmla="*/ 13 h 148"/>
                <a:gd name="T22" fmla="*/ 118 w 215"/>
                <a:gd name="T23" fmla="*/ 27 h 148"/>
                <a:gd name="T24" fmla="*/ 7 w 215"/>
                <a:gd name="T25" fmla="*/ 27 h 148"/>
                <a:gd name="T26" fmla="*/ 0 w 215"/>
                <a:gd name="T27" fmla="*/ 33 h 148"/>
                <a:gd name="T28" fmla="*/ 0 w 215"/>
                <a:gd name="T29" fmla="*/ 141 h 148"/>
                <a:gd name="T30" fmla="*/ 7 w 215"/>
                <a:gd name="T31" fmla="*/ 148 h 148"/>
                <a:gd name="T32" fmla="*/ 154 w 215"/>
                <a:gd name="T33" fmla="*/ 148 h 148"/>
                <a:gd name="T34" fmla="*/ 161 w 215"/>
                <a:gd name="T35" fmla="*/ 141 h 148"/>
                <a:gd name="T36" fmla="*/ 161 w 215"/>
                <a:gd name="T37" fmla="*/ 119 h 148"/>
                <a:gd name="T38" fmla="*/ 204 w 215"/>
                <a:gd name="T39" fmla="*/ 146 h 148"/>
                <a:gd name="T40" fmla="*/ 208 w 215"/>
                <a:gd name="T41" fmla="*/ 148 h 148"/>
                <a:gd name="T42" fmla="*/ 211 w 215"/>
                <a:gd name="T43" fmla="*/ 147 h 148"/>
                <a:gd name="T44" fmla="*/ 215 w 215"/>
                <a:gd name="T45" fmla="*/ 141 h 148"/>
                <a:gd name="T46" fmla="*/ 215 w 215"/>
                <a:gd name="T47" fmla="*/ 33 h 148"/>
                <a:gd name="T48" fmla="*/ 211 w 215"/>
                <a:gd name="T49" fmla="*/ 28 h 148"/>
                <a:gd name="T50" fmla="*/ 201 w 215"/>
                <a:gd name="T51" fmla="*/ 129 h 148"/>
                <a:gd name="T52" fmla="*/ 158 w 215"/>
                <a:gd name="T53" fmla="*/ 102 h 148"/>
                <a:gd name="T54" fmla="*/ 151 w 215"/>
                <a:gd name="T55" fmla="*/ 101 h 148"/>
                <a:gd name="T56" fmla="*/ 147 w 215"/>
                <a:gd name="T57" fmla="*/ 107 h 148"/>
                <a:gd name="T58" fmla="*/ 147 w 215"/>
                <a:gd name="T59" fmla="*/ 134 h 148"/>
                <a:gd name="T60" fmla="*/ 13 w 215"/>
                <a:gd name="T61" fmla="*/ 134 h 148"/>
                <a:gd name="T62" fmla="*/ 13 w 215"/>
                <a:gd name="T63" fmla="*/ 40 h 148"/>
                <a:gd name="T64" fmla="*/ 147 w 215"/>
                <a:gd name="T65" fmla="*/ 40 h 148"/>
                <a:gd name="T66" fmla="*/ 147 w 215"/>
                <a:gd name="T67" fmla="*/ 67 h 148"/>
                <a:gd name="T68" fmla="*/ 151 w 215"/>
                <a:gd name="T69" fmla="*/ 73 h 148"/>
                <a:gd name="T70" fmla="*/ 158 w 215"/>
                <a:gd name="T71" fmla="*/ 73 h 148"/>
                <a:gd name="T72" fmla="*/ 201 w 215"/>
                <a:gd name="T73" fmla="*/ 46 h 148"/>
                <a:gd name="T74" fmla="*/ 201 w 215"/>
                <a:gd name="T75" fmla="*/ 12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5" h="148">
                  <a:moveTo>
                    <a:pt x="211" y="28"/>
                  </a:moveTo>
                  <a:cubicBezTo>
                    <a:pt x="209" y="26"/>
                    <a:pt x="206" y="26"/>
                    <a:pt x="204" y="28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1" y="33"/>
                    <a:pt x="161" y="33"/>
                    <a:pt x="161" y="33"/>
                  </a:cubicBezTo>
                  <a:cubicBezTo>
                    <a:pt x="161" y="30"/>
                    <a:pt x="158" y="27"/>
                    <a:pt x="154" y="27"/>
                  </a:cubicBezTo>
                  <a:cubicBezTo>
                    <a:pt x="137" y="27"/>
                    <a:pt x="137" y="27"/>
                    <a:pt x="137" y="27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3" y="3"/>
                    <a:pt x="13" y="7"/>
                  </a:cubicBezTo>
                  <a:cubicBezTo>
                    <a:pt x="13" y="10"/>
                    <a:pt x="16" y="13"/>
                    <a:pt x="20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4"/>
                    <a:pt x="3" y="148"/>
                    <a:pt x="7" y="148"/>
                  </a:cubicBezTo>
                  <a:cubicBezTo>
                    <a:pt x="154" y="148"/>
                    <a:pt x="154" y="148"/>
                    <a:pt x="154" y="148"/>
                  </a:cubicBezTo>
                  <a:cubicBezTo>
                    <a:pt x="158" y="148"/>
                    <a:pt x="161" y="144"/>
                    <a:pt x="161" y="141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204" y="146"/>
                    <a:pt x="204" y="146"/>
                    <a:pt x="204" y="146"/>
                  </a:cubicBezTo>
                  <a:cubicBezTo>
                    <a:pt x="205" y="147"/>
                    <a:pt x="207" y="148"/>
                    <a:pt x="208" y="148"/>
                  </a:cubicBezTo>
                  <a:cubicBezTo>
                    <a:pt x="209" y="148"/>
                    <a:pt x="210" y="147"/>
                    <a:pt x="211" y="147"/>
                  </a:cubicBezTo>
                  <a:cubicBezTo>
                    <a:pt x="213" y="145"/>
                    <a:pt x="215" y="143"/>
                    <a:pt x="215" y="141"/>
                  </a:cubicBezTo>
                  <a:cubicBezTo>
                    <a:pt x="215" y="33"/>
                    <a:pt x="215" y="33"/>
                    <a:pt x="215" y="33"/>
                  </a:cubicBezTo>
                  <a:cubicBezTo>
                    <a:pt x="215" y="31"/>
                    <a:pt x="213" y="29"/>
                    <a:pt x="211" y="28"/>
                  </a:cubicBezTo>
                  <a:close/>
                  <a:moveTo>
                    <a:pt x="201" y="129"/>
                  </a:moveTo>
                  <a:cubicBezTo>
                    <a:pt x="158" y="102"/>
                    <a:pt x="158" y="102"/>
                    <a:pt x="158" y="102"/>
                  </a:cubicBezTo>
                  <a:cubicBezTo>
                    <a:pt x="156" y="100"/>
                    <a:pt x="153" y="100"/>
                    <a:pt x="151" y="101"/>
                  </a:cubicBezTo>
                  <a:cubicBezTo>
                    <a:pt x="149" y="103"/>
                    <a:pt x="147" y="105"/>
                    <a:pt x="147" y="107"/>
                  </a:cubicBezTo>
                  <a:cubicBezTo>
                    <a:pt x="147" y="134"/>
                    <a:pt x="147" y="134"/>
                    <a:pt x="147" y="134"/>
                  </a:cubicBezTo>
                  <a:cubicBezTo>
                    <a:pt x="13" y="134"/>
                    <a:pt x="13" y="134"/>
                    <a:pt x="13" y="134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7" y="67"/>
                    <a:pt x="147" y="67"/>
                    <a:pt x="147" y="67"/>
                  </a:cubicBezTo>
                  <a:cubicBezTo>
                    <a:pt x="147" y="69"/>
                    <a:pt x="149" y="72"/>
                    <a:pt x="151" y="73"/>
                  </a:cubicBezTo>
                  <a:cubicBezTo>
                    <a:pt x="153" y="74"/>
                    <a:pt x="156" y="74"/>
                    <a:pt x="158" y="73"/>
                  </a:cubicBezTo>
                  <a:cubicBezTo>
                    <a:pt x="201" y="46"/>
                    <a:pt x="201" y="46"/>
                    <a:pt x="201" y="46"/>
                  </a:cubicBezTo>
                  <a:lnTo>
                    <a:pt x="201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Freeform 167"/>
            <p:cNvSpPr>
              <a:spLocks/>
            </p:cNvSpPr>
            <p:nvPr/>
          </p:nvSpPr>
          <p:spPr bwMode="auto">
            <a:xfrm>
              <a:off x="5426076" y="1992312"/>
              <a:ext cx="39688" cy="19050"/>
            </a:xfrm>
            <a:custGeom>
              <a:avLst/>
              <a:gdLst>
                <a:gd name="T0" fmla="*/ 7 w 27"/>
                <a:gd name="T1" fmla="*/ 13 h 13"/>
                <a:gd name="T2" fmla="*/ 20 w 27"/>
                <a:gd name="T3" fmla="*/ 13 h 13"/>
                <a:gd name="T4" fmla="*/ 27 w 27"/>
                <a:gd name="T5" fmla="*/ 6 h 13"/>
                <a:gd name="T6" fmla="*/ 20 w 27"/>
                <a:gd name="T7" fmla="*/ 0 h 13"/>
                <a:gd name="T8" fmla="*/ 7 w 27"/>
                <a:gd name="T9" fmla="*/ 0 h 13"/>
                <a:gd name="T10" fmla="*/ 0 w 27"/>
                <a:gd name="T11" fmla="*/ 6 h 13"/>
                <a:gd name="T12" fmla="*/ 7 w 2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3">
                  <a:moveTo>
                    <a:pt x="7" y="13"/>
                  </a:moveTo>
                  <a:cubicBezTo>
                    <a:pt x="20" y="13"/>
                    <a:pt x="20" y="13"/>
                    <a:pt x="20" y="13"/>
                  </a:cubicBezTo>
                  <a:cubicBezTo>
                    <a:pt x="24" y="13"/>
                    <a:pt x="27" y="10"/>
                    <a:pt x="27" y="6"/>
                  </a:cubicBezTo>
                  <a:cubicBezTo>
                    <a:pt x="27" y="3"/>
                    <a:pt x="24" y="0"/>
                    <a:pt x="2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Freeform 168"/>
            <p:cNvSpPr>
              <a:spLocks noEditPoints="1"/>
            </p:cNvSpPr>
            <p:nvPr/>
          </p:nvSpPr>
          <p:spPr bwMode="auto">
            <a:xfrm>
              <a:off x="5426076" y="2030412"/>
              <a:ext cx="98425" cy="60325"/>
            </a:xfrm>
            <a:custGeom>
              <a:avLst/>
              <a:gdLst>
                <a:gd name="T0" fmla="*/ 60 w 67"/>
                <a:gd name="T1" fmla="*/ 0 h 41"/>
                <a:gd name="T2" fmla="*/ 7 w 67"/>
                <a:gd name="T3" fmla="*/ 0 h 41"/>
                <a:gd name="T4" fmla="*/ 0 w 67"/>
                <a:gd name="T5" fmla="*/ 7 h 41"/>
                <a:gd name="T6" fmla="*/ 0 w 67"/>
                <a:gd name="T7" fmla="*/ 34 h 41"/>
                <a:gd name="T8" fmla="*/ 7 w 67"/>
                <a:gd name="T9" fmla="*/ 41 h 41"/>
                <a:gd name="T10" fmla="*/ 60 w 67"/>
                <a:gd name="T11" fmla="*/ 41 h 41"/>
                <a:gd name="T12" fmla="*/ 67 w 67"/>
                <a:gd name="T13" fmla="*/ 34 h 41"/>
                <a:gd name="T14" fmla="*/ 67 w 67"/>
                <a:gd name="T15" fmla="*/ 7 h 41"/>
                <a:gd name="T16" fmla="*/ 60 w 67"/>
                <a:gd name="T17" fmla="*/ 0 h 41"/>
                <a:gd name="T18" fmla="*/ 54 w 67"/>
                <a:gd name="T19" fmla="*/ 27 h 41"/>
                <a:gd name="T20" fmla="*/ 13 w 67"/>
                <a:gd name="T21" fmla="*/ 27 h 41"/>
                <a:gd name="T22" fmla="*/ 13 w 67"/>
                <a:gd name="T23" fmla="*/ 14 h 41"/>
                <a:gd name="T24" fmla="*/ 54 w 67"/>
                <a:gd name="T25" fmla="*/ 14 h 41"/>
                <a:gd name="T26" fmla="*/ 54 w 67"/>
                <a:gd name="T27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7" h="41">
                  <a:moveTo>
                    <a:pt x="6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7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4" y="41"/>
                    <a:pt x="67" y="38"/>
                    <a:pt x="67" y="34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3"/>
                    <a:pt x="64" y="0"/>
                    <a:pt x="60" y="0"/>
                  </a:cubicBezTo>
                  <a:close/>
                  <a:moveTo>
                    <a:pt x="54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54" y="14"/>
                    <a:pt x="54" y="14"/>
                    <a:pt x="54" y="14"/>
                  </a:cubicBezTo>
                  <a:lnTo>
                    <a:pt x="5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98" name="Freeform 169"/>
          <p:cNvSpPr>
            <a:spLocks noEditPoints="1"/>
          </p:cNvSpPr>
          <p:nvPr/>
        </p:nvSpPr>
        <p:spPr bwMode="auto">
          <a:xfrm>
            <a:off x="5886451" y="1477032"/>
            <a:ext cx="317500" cy="288925"/>
          </a:xfrm>
          <a:custGeom>
            <a:avLst/>
            <a:gdLst>
              <a:gd name="T0" fmla="*/ 211 w 215"/>
              <a:gd name="T1" fmla="*/ 68 h 195"/>
              <a:gd name="T2" fmla="*/ 205 w 215"/>
              <a:gd name="T3" fmla="*/ 68 h 195"/>
              <a:gd name="T4" fmla="*/ 158 w 215"/>
              <a:gd name="T5" fmla="*/ 96 h 195"/>
              <a:gd name="T6" fmla="*/ 158 w 215"/>
              <a:gd name="T7" fmla="*/ 74 h 195"/>
              <a:gd name="T8" fmla="*/ 151 w 215"/>
              <a:gd name="T9" fmla="*/ 68 h 195"/>
              <a:gd name="T10" fmla="*/ 134 w 215"/>
              <a:gd name="T11" fmla="*/ 68 h 195"/>
              <a:gd name="T12" fmla="*/ 144 w 215"/>
              <a:gd name="T13" fmla="*/ 41 h 195"/>
              <a:gd name="T14" fmla="*/ 104 w 215"/>
              <a:gd name="T15" fmla="*/ 0 h 195"/>
              <a:gd name="T16" fmla="*/ 65 w 215"/>
              <a:gd name="T17" fmla="*/ 32 h 195"/>
              <a:gd name="T18" fmla="*/ 50 w 215"/>
              <a:gd name="T19" fmla="*/ 27 h 195"/>
              <a:gd name="T20" fmla="*/ 23 w 215"/>
              <a:gd name="T21" fmla="*/ 54 h 195"/>
              <a:gd name="T22" fmla="*/ 27 w 215"/>
              <a:gd name="T23" fmla="*/ 68 h 195"/>
              <a:gd name="T24" fmla="*/ 7 w 215"/>
              <a:gd name="T25" fmla="*/ 68 h 195"/>
              <a:gd name="T26" fmla="*/ 0 w 215"/>
              <a:gd name="T27" fmla="*/ 74 h 195"/>
              <a:gd name="T28" fmla="*/ 0 w 215"/>
              <a:gd name="T29" fmla="*/ 155 h 195"/>
              <a:gd name="T30" fmla="*/ 5 w 215"/>
              <a:gd name="T31" fmla="*/ 161 h 195"/>
              <a:gd name="T32" fmla="*/ 149 w 215"/>
              <a:gd name="T33" fmla="*/ 195 h 195"/>
              <a:gd name="T34" fmla="*/ 151 w 215"/>
              <a:gd name="T35" fmla="*/ 195 h 195"/>
              <a:gd name="T36" fmla="*/ 155 w 215"/>
              <a:gd name="T37" fmla="*/ 194 h 195"/>
              <a:gd name="T38" fmla="*/ 158 w 215"/>
              <a:gd name="T39" fmla="*/ 188 h 195"/>
              <a:gd name="T40" fmla="*/ 158 w 215"/>
              <a:gd name="T41" fmla="*/ 166 h 195"/>
              <a:gd name="T42" fmla="*/ 205 w 215"/>
              <a:gd name="T43" fmla="*/ 194 h 195"/>
              <a:gd name="T44" fmla="*/ 211 w 215"/>
              <a:gd name="T45" fmla="*/ 194 h 195"/>
              <a:gd name="T46" fmla="*/ 215 w 215"/>
              <a:gd name="T47" fmla="*/ 188 h 195"/>
              <a:gd name="T48" fmla="*/ 215 w 215"/>
              <a:gd name="T49" fmla="*/ 74 h 195"/>
              <a:gd name="T50" fmla="*/ 211 w 215"/>
              <a:gd name="T51" fmla="*/ 68 h 195"/>
              <a:gd name="T52" fmla="*/ 104 w 215"/>
              <a:gd name="T53" fmla="*/ 14 h 195"/>
              <a:gd name="T54" fmla="*/ 131 w 215"/>
              <a:gd name="T55" fmla="*/ 41 h 195"/>
              <a:gd name="T56" fmla="*/ 104 w 215"/>
              <a:gd name="T57" fmla="*/ 68 h 195"/>
              <a:gd name="T58" fmla="*/ 77 w 215"/>
              <a:gd name="T59" fmla="*/ 41 h 195"/>
              <a:gd name="T60" fmla="*/ 104 w 215"/>
              <a:gd name="T61" fmla="*/ 14 h 195"/>
              <a:gd name="T62" fmla="*/ 74 w 215"/>
              <a:gd name="T63" fmla="*/ 68 h 195"/>
              <a:gd name="T64" fmla="*/ 73 w 215"/>
              <a:gd name="T65" fmla="*/ 68 h 195"/>
              <a:gd name="T66" fmla="*/ 74 w 215"/>
              <a:gd name="T67" fmla="*/ 67 h 195"/>
              <a:gd name="T68" fmla="*/ 74 w 215"/>
              <a:gd name="T69" fmla="*/ 68 h 195"/>
              <a:gd name="T70" fmla="*/ 37 w 215"/>
              <a:gd name="T71" fmla="*/ 54 h 195"/>
              <a:gd name="T72" fmla="*/ 50 w 215"/>
              <a:gd name="T73" fmla="*/ 41 h 195"/>
              <a:gd name="T74" fmla="*/ 64 w 215"/>
              <a:gd name="T75" fmla="*/ 54 h 195"/>
              <a:gd name="T76" fmla="*/ 50 w 215"/>
              <a:gd name="T77" fmla="*/ 68 h 195"/>
              <a:gd name="T78" fmla="*/ 37 w 215"/>
              <a:gd name="T79" fmla="*/ 54 h 195"/>
              <a:gd name="T80" fmla="*/ 201 w 215"/>
              <a:gd name="T81" fmla="*/ 177 h 195"/>
              <a:gd name="T82" fmla="*/ 154 w 215"/>
              <a:gd name="T83" fmla="*/ 149 h 195"/>
              <a:gd name="T84" fmla="*/ 148 w 215"/>
              <a:gd name="T85" fmla="*/ 149 h 195"/>
              <a:gd name="T86" fmla="*/ 144 w 215"/>
              <a:gd name="T87" fmla="*/ 155 h 195"/>
              <a:gd name="T88" fmla="*/ 144 w 215"/>
              <a:gd name="T89" fmla="*/ 180 h 195"/>
              <a:gd name="T90" fmla="*/ 13 w 215"/>
              <a:gd name="T91" fmla="*/ 149 h 195"/>
              <a:gd name="T92" fmla="*/ 13 w 215"/>
              <a:gd name="T93" fmla="*/ 81 h 195"/>
              <a:gd name="T94" fmla="*/ 144 w 215"/>
              <a:gd name="T95" fmla="*/ 81 h 195"/>
              <a:gd name="T96" fmla="*/ 144 w 215"/>
              <a:gd name="T97" fmla="*/ 108 h 195"/>
              <a:gd name="T98" fmla="*/ 148 w 215"/>
              <a:gd name="T99" fmla="*/ 114 h 195"/>
              <a:gd name="T100" fmla="*/ 154 w 215"/>
              <a:gd name="T101" fmla="*/ 114 h 195"/>
              <a:gd name="T102" fmla="*/ 201 w 215"/>
              <a:gd name="T103" fmla="*/ 86 h 195"/>
              <a:gd name="T104" fmla="*/ 201 w 215"/>
              <a:gd name="T105" fmla="*/ 17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5" h="195">
                <a:moveTo>
                  <a:pt x="211" y="68"/>
                </a:moveTo>
                <a:cubicBezTo>
                  <a:pt x="209" y="67"/>
                  <a:pt x="207" y="67"/>
                  <a:pt x="205" y="68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74"/>
                  <a:pt x="158" y="74"/>
                  <a:pt x="158" y="74"/>
                </a:cubicBezTo>
                <a:cubicBezTo>
                  <a:pt x="158" y="71"/>
                  <a:pt x="155" y="68"/>
                  <a:pt x="151" y="68"/>
                </a:cubicBezTo>
                <a:cubicBezTo>
                  <a:pt x="134" y="68"/>
                  <a:pt x="134" y="68"/>
                  <a:pt x="134" y="68"/>
                </a:cubicBezTo>
                <a:cubicBezTo>
                  <a:pt x="140" y="60"/>
                  <a:pt x="144" y="51"/>
                  <a:pt x="144" y="41"/>
                </a:cubicBezTo>
                <a:cubicBezTo>
                  <a:pt x="144" y="18"/>
                  <a:pt x="126" y="0"/>
                  <a:pt x="104" y="0"/>
                </a:cubicBezTo>
                <a:cubicBezTo>
                  <a:pt x="85" y="0"/>
                  <a:pt x="69" y="14"/>
                  <a:pt x="65" y="32"/>
                </a:cubicBezTo>
                <a:cubicBezTo>
                  <a:pt x="61" y="29"/>
                  <a:pt x="56" y="27"/>
                  <a:pt x="50" y="27"/>
                </a:cubicBezTo>
                <a:cubicBezTo>
                  <a:pt x="35" y="27"/>
                  <a:pt x="23" y="39"/>
                  <a:pt x="23" y="54"/>
                </a:cubicBezTo>
                <a:cubicBezTo>
                  <a:pt x="23" y="59"/>
                  <a:pt x="25" y="64"/>
                  <a:pt x="27" y="68"/>
                </a:cubicBezTo>
                <a:cubicBezTo>
                  <a:pt x="7" y="68"/>
                  <a:pt x="7" y="68"/>
                  <a:pt x="7" y="68"/>
                </a:cubicBezTo>
                <a:cubicBezTo>
                  <a:pt x="3" y="68"/>
                  <a:pt x="0" y="71"/>
                  <a:pt x="0" y="7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1"/>
                  <a:pt x="5" y="161"/>
                </a:cubicBezTo>
                <a:cubicBezTo>
                  <a:pt x="149" y="195"/>
                  <a:pt x="149" y="195"/>
                  <a:pt x="149" y="195"/>
                </a:cubicBezTo>
                <a:cubicBezTo>
                  <a:pt x="150" y="195"/>
                  <a:pt x="150" y="195"/>
                  <a:pt x="151" y="195"/>
                </a:cubicBezTo>
                <a:cubicBezTo>
                  <a:pt x="152" y="195"/>
                  <a:pt x="154" y="194"/>
                  <a:pt x="155" y="194"/>
                </a:cubicBezTo>
                <a:cubicBezTo>
                  <a:pt x="157" y="192"/>
                  <a:pt x="158" y="190"/>
                  <a:pt x="158" y="188"/>
                </a:cubicBezTo>
                <a:cubicBezTo>
                  <a:pt x="158" y="166"/>
                  <a:pt x="158" y="166"/>
                  <a:pt x="158" y="166"/>
                </a:cubicBezTo>
                <a:cubicBezTo>
                  <a:pt x="205" y="194"/>
                  <a:pt x="205" y="194"/>
                  <a:pt x="205" y="194"/>
                </a:cubicBezTo>
                <a:cubicBezTo>
                  <a:pt x="207" y="195"/>
                  <a:pt x="209" y="195"/>
                  <a:pt x="211" y="194"/>
                </a:cubicBezTo>
                <a:cubicBezTo>
                  <a:pt x="213" y="193"/>
                  <a:pt x="215" y="191"/>
                  <a:pt x="215" y="188"/>
                </a:cubicBezTo>
                <a:cubicBezTo>
                  <a:pt x="215" y="74"/>
                  <a:pt x="215" y="74"/>
                  <a:pt x="215" y="74"/>
                </a:cubicBezTo>
                <a:cubicBezTo>
                  <a:pt x="215" y="72"/>
                  <a:pt x="213" y="70"/>
                  <a:pt x="211" y="68"/>
                </a:cubicBezTo>
                <a:close/>
                <a:moveTo>
                  <a:pt x="104" y="14"/>
                </a:moveTo>
                <a:cubicBezTo>
                  <a:pt x="119" y="14"/>
                  <a:pt x="131" y="26"/>
                  <a:pt x="131" y="41"/>
                </a:cubicBezTo>
                <a:cubicBezTo>
                  <a:pt x="131" y="55"/>
                  <a:pt x="119" y="68"/>
                  <a:pt x="104" y="68"/>
                </a:cubicBezTo>
                <a:cubicBezTo>
                  <a:pt x="89" y="68"/>
                  <a:pt x="77" y="55"/>
                  <a:pt x="77" y="41"/>
                </a:cubicBezTo>
                <a:cubicBezTo>
                  <a:pt x="77" y="26"/>
                  <a:pt x="89" y="14"/>
                  <a:pt x="104" y="14"/>
                </a:cubicBezTo>
                <a:close/>
                <a:moveTo>
                  <a:pt x="74" y="68"/>
                </a:moveTo>
                <a:cubicBezTo>
                  <a:pt x="73" y="68"/>
                  <a:pt x="73" y="68"/>
                  <a:pt x="73" y="68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4" y="67"/>
                  <a:pt x="74" y="68"/>
                </a:cubicBezTo>
                <a:close/>
                <a:moveTo>
                  <a:pt x="37" y="54"/>
                </a:moveTo>
                <a:cubicBezTo>
                  <a:pt x="37" y="47"/>
                  <a:pt x="43" y="41"/>
                  <a:pt x="50" y="41"/>
                </a:cubicBezTo>
                <a:cubicBezTo>
                  <a:pt x="58" y="41"/>
                  <a:pt x="64" y="47"/>
                  <a:pt x="64" y="54"/>
                </a:cubicBezTo>
                <a:cubicBezTo>
                  <a:pt x="64" y="62"/>
                  <a:pt x="58" y="68"/>
                  <a:pt x="50" y="68"/>
                </a:cubicBezTo>
                <a:cubicBezTo>
                  <a:pt x="43" y="68"/>
                  <a:pt x="37" y="62"/>
                  <a:pt x="37" y="54"/>
                </a:cubicBezTo>
                <a:close/>
                <a:moveTo>
                  <a:pt x="201" y="177"/>
                </a:moveTo>
                <a:cubicBezTo>
                  <a:pt x="154" y="149"/>
                  <a:pt x="154" y="149"/>
                  <a:pt x="154" y="149"/>
                </a:cubicBezTo>
                <a:cubicBezTo>
                  <a:pt x="152" y="148"/>
                  <a:pt x="150" y="148"/>
                  <a:pt x="148" y="149"/>
                </a:cubicBezTo>
                <a:cubicBezTo>
                  <a:pt x="145" y="150"/>
                  <a:pt x="144" y="152"/>
                  <a:pt x="144" y="155"/>
                </a:cubicBezTo>
                <a:cubicBezTo>
                  <a:pt x="144" y="180"/>
                  <a:pt x="144" y="180"/>
                  <a:pt x="144" y="180"/>
                </a:cubicBezTo>
                <a:cubicBezTo>
                  <a:pt x="13" y="149"/>
                  <a:pt x="13" y="149"/>
                  <a:pt x="13" y="149"/>
                </a:cubicBezTo>
                <a:cubicBezTo>
                  <a:pt x="13" y="81"/>
                  <a:pt x="13" y="81"/>
                  <a:pt x="13" y="81"/>
                </a:cubicBezTo>
                <a:cubicBezTo>
                  <a:pt x="144" y="81"/>
                  <a:pt x="144" y="81"/>
                  <a:pt x="144" y="81"/>
                </a:cubicBezTo>
                <a:cubicBezTo>
                  <a:pt x="144" y="108"/>
                  <a:pt x="144" y="108"/>
                  <a:pt x="144" y="108"/>
                </a:cubicBezTo>
                <a:cubicBezTo>
                  <a:pt x="144" y="110"/>
                  <a:pt x="145" y="112"/>
                  <a:pt x="148" y="114"/>
                </a:cubicBezTo>
                <a:cubicBezTo>
                  <a:pt x="150" y="115"/>
                  <a:pt x="152" y="115"/>
                  <a:pt x="154" y="114"/>
                </a:cubicBezTo>
                <a:cubicBezTo>
                  <a:pt x="201" y="86"/>
                  <a:pt x="201" y="86"/>
                  <a:pt x="201" y="86"/>
                </a:cubicBezTo>
                <a:lnTo>
                  <a:pt x="201" y="17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54" name="Group 253"/>
          <p:cNvGrpSpPr/>
          <p:nvPr/>
        </p:nvGrpSpPr>
        <p:grpSpPr>
          <a:xfrm>
            <a:off x="5886451" y="1999319"/>
            <a:ext cx="317500" cy="227012"/>
            <a:chOff x="5886451" y="2398712"/>
            <a:chExt cx="317500" cy="227012"/>
          </a:xfrm>
        </p:grpSpPr>
        <p:sp>
          <p:nvSpPr>
            <p:cNvPr id="199" name="Freeform 170"/>
            <p:cNvSpPr>
              <a:spLocks noEditPoints="1"/>
            </p:cNvSpPr>
            <p:nvPr/>
          </p:nvSpPr>
          <p:spPr bwMode="auto">
            <a:xfrm>
              <a:off x="5886451" y="2398712"/>
              <a:ext cx="317500" cy="227012"/>
            </a:xfrm>
            <a:custGeom>
              <a:avLst/>
              <a:gdLst>
                <a:gd name="T0" fmla="*/ 0 w 215"/>
                <a:gd name="T1" fmla="*/ 147 h 154"/>
                <a:gd name="T2" fmla="*/ 7 w 215"/>
                <a:gd name="T3" fmla="*/ 154 h 154"/>
                <a:gd name="T4" fmla="*/ 208 w 215"/>
                <a:gd name="T5" fmla="*/ 154 h 154"/>
                <a:gd name="T6" fmla="*/ 215 w 215"/>
                <a:gd name="T7" fmla="*/ 147 h 154"/>
                <a:gd name="T8" fmla="*/ 215 w 215"/>
                <a:gd name="T9" fmla="*/ 40 h 154"/>
                <a:gd name="T10" fmla="*/ 208 w 215"/>
                <a:gd name="T11" fmla="*/ 33 h 154"/>
                <a:gd name="T12" fmla="*/ 157 w 215"/>
                <a:gd name="T13" fmla="*/ 33 h 154"/>
                <a:gd name="T14" fmla="*/ 133 w 215"/>
                <a:gd name="T15" fmla="*/ 2 h 154"/>
                <a:gd name="T16" fmla="*/ 127 w 215"/>
                <a:gd name="T17" fmla="*/ 0 h 154"/>
                <a:gd name="T18" fmla="*/ 87 w 215"/>
                <a:gd name="T19" fmla="*/ 0 h 154"/>
                <a:gd name="T20" fmla="*/ 82 w 215"/>
                <a:gd name="T21" fmla="*/ 2 h 154"/>
                <a:gd name="T22" fmla="*/ 57 w 215"/>
                <a:gd name="T23" fmla="*/ 33 h 154"/>
                <a:gd name="T24" fmla="*/ 7 w 215"/>
                <a:gd name="T25" fmla="*/ 33 h 154"/>
                <a:gd name="T26" fmla="*/ 0 w 215"/>
                <a:gd name="T27" fmla="*/ 40 h 154"/>
                <a:gd name="T28" fmla="*/ 0 w 215"/>
                <a:gd name="T29" fmla="*/ 147 h 154"/>
                <a:gd name="T30" fmla="*/ 60 w 215"/>
                <a:gd name="T31" fmla="*/ 47 h 154"/>
                <a:gd name="T32" fmla="*/ 66 w 215"/>
                <a:gd name="T33" fmla="*/ 44 h 154"/>
                <a:gd name="T34" fmla="*/ 90 w 215"/>
                <a:gd name="T35" fmla="*/ 13 h 154"/>
                <a:gd name="T36" fmla="*/ 124 w 215"/>
                <a:gd name="T37" fmla="*/ 13 h 154"/>
                <a:gd name="T38" fmla="*/ 149 w 215"/>
                <a:gd name="T39" fmla="*/ 44 h 154"/>
                <a:gd name="T40" fmla="*/ 154 w 215"/>
                <a:gd name="T41" fmla="*/ 47 h 154"/>
                <a:gd name="T42" fmla="*/ 201 w 215"/>
                <a:gd name="T43" fmla="*/ 47 h 154"/>
                <a:gd name="T44" fmla="*/ 201 w 215"/>
                <a:gd name="T45" fmla="*/ 141 h 154"/>
                <a:gd name="T46" fmla="*/ 40 w 215"/>
                <a:gd name="T47" fmla="*/ 141 h 154"/>
                <a:gd name="T48" fmla="*/ 40 w 215"/>
                <a:gd name="T49" fmla="*/ 47 h 154"/>
                <a:gd name="T50" fmla="*/ 60 w 215"/>
                <a:gd name="T51" fmla="*/ 47 h 154"/>
                <a:gd name="T52" fmla="*/ 13 w 215"/>
                <a:gd name="T53" fmla="*/ 47 h 154"/>
                <a:gd name="T54" fmla="*/ 27 w 215"/>
                <a:gd name="T55" fmla="*/ 47 h 154"/>
                <a:gd name="T56" fmla="*/ 27 w 215"/>
                <a:gd name="T57" fmla="*/ 141 h 154"/>
                <a:gd name="T58" fmla="*/ 13 w 215"/>
                <a:gd name="T59" fmla="*/ 141 h 154"/>
                <a:gd name="T60" fmla="*/ 13 w 215"/>
                <a:gd name="T61" fmla="*/ 4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5" h="154">
                  <a:moveTo>
                    <a:pt x="0" y="147"/>
                  </a:moveTo>
                  <a:cubicBezTo>
                    <a:pt x="0" y="151"/>
                    <a:pt x="3" y="154"/>
                    <a:pt x="7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6"/>
                    <a:pt x="212" y="33"/>
                    <a:pt x="208" y="33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1" y="1"/>
                    <a:pt x="129" y="0"/>
                    <a:pt x="127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5" y="0"/>
                    <a:pt x="83" y="1"/>
                    <a:pt x="82" y="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3" y="33"/>
                    <a:pt x="0" y="36"/>
                    <a:pt x="0" y="40"/>
                  </a:cubicBezTo>
                  <a:lnTo>
                    <a:pt x="0" y="147"/>
                  </a:lnTo>
                  <a:close/>
                  <a:moveTo>
                    <a:pt x="60" y="47"/>
                  </a:moveTo>
                  <a:cubicBezTo>
                    <a:pt x="62" y="47"/>
                    <a:pt x="64" y="46"/>
                    <a:pt x="66" y="44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50" y="46"/>
                    <a:pt x="152" y="47"/>
                    <a:pt x="154" y="47"/>
                  </a:cubicBezTo>
                  <a:cubicBezTo>
                    <a:pt x="201" y="47"/>
                    <a:pt x="201" y="47"/>
                    <a:pt x="201" y="47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47"/>
                    <a:pt x="40" y="47"/>
                    <a:pt x="40" y="47"/>
                  </a:cubicBezTo>
                  <a:lnTo>
                    <a:pt x="60" y="47"/>
                  </a:lnTo>
                  <a:close/>
                  <a:moveTo>
                    <a:pt x="13" y="47"/>
                  </a:moveTo>
                  <a:cubicBezTo>
                    <a:pt x="27" y="47"/>
                    <a:pt x="27" y="47"/>
                    <a:pt x="27" y="47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13" y="141"/>
                    <a:pt x="13" y="141"/>
                    <a:pt x="13" y="141"/>
                  </a:cubicBezTo>
                  <a:lnTo>
                    <a:pt x="13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0" name="Freeform 171"/>
            <p:cNvSpPr>
              <a:spLocks noEditPoints="1"/>
            </p:cNvSpPr>
            <p:nvPr/>
          </p:nvSpPr>
          <p:spPr bwMode="auto">
            <a:xfrm>
              <a:off x="5995989" y="2487612"/>
              <a:ext cx="98425" cy="98425"/>
            </a:xfrm>
            <a:custGeom>
              <a:avLst/>
              <a:gdLst>
                <a:gd name="T0" fmla="*/ 33 w 67"/>
                <a:gd name="T1" fmla="*/ 67 h 67"/>
                <a:gd name="T2" fmla="*/ 67 w 67"/>
                <a:gd name="T3" fmla="*/ 34 h 67"/>
                <a:gd name="T4" fmla="*/ 33 w 67"/>
                <a:gd name="T5" fmla="*/ 0 h 67"/>
                <a:gd name="T6" fmla="*/ 0 w 67"/>
                <a:gd name="T7" fmla="*/ 34 h 67"/>
                <a:gd name="T8" fmla="*/ 33 w 67"/>
                <a:gd name="T9" fmla="*/ 67 h 67"/>
                <a:gd name="T10" fmla="*/ 33 w 67"/>
                <a:gd name="T11" fmla="*/ 13 h 67"/>
                <a:gd name="T12" fmla="*/ 53 w 67"/>
                <a:gd name="T13" fmla="*/ 34 h 67"/>
                <a:gd name="T14" fmla="*/ 33 w 67"/>
                <a:gd name="T15" fmla="*/ 54 h 67"/>
                <a:gd name="T16" fmla="*/ 13 w 67"/>
                <a:gd name="T17" fmla="*/ 34 h 67"/>
                <a:gd name="T18" fmla="*/ 33 w 67"/>
                <a:gd name="T19" fmla="*/ 1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33" y="67"/>
                  </a:moveTo>
                  <a:cubicBezTo>
                    <a:pt x="52" y="67"/>
                    <a:pt x="67" y="52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lose/>
                  <a:moveTo>
                    <a:pt x="33" y="13"/>
                  </a:moveTo>
                  <a:cubicBezTo>
                    <a:pt x="44" y="13"/>
                    <a:pt x="53" y="23"/>
                    <a:pt x="53" y="34"/>
                  </a:cubicBezTo>
                  <a:cubicBezTo>
                    <a:pt x="53" y="45"/>
                    <a:pt x="44" y="54"/>
                    <a:pt x="33" y="54"/>
                  </a:cubicBezTo>
                  <a:cubicBezTo>
                    <a:pt x="22" y="54"/>
                    <a:pt x="13" y="45"/>
                    <a:pt x="13" y="34"/>
                  </a:cubicBezTo>
                  <a:cubicBezTo>
                    <a:pt x="13" y="23"/>
                    <a:pt x="22" y="13"/>
                    <a:pt x="3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1" name="Freeform 172"/>
            <p:cNvSpPr>
              <a:spLocks/>
            </p:cNvSpPr>
            <p:nvPr/>
          </p:nvSpPr>
          <p:spPr bwMode="auto">
            <a:xfrm>
              <a:off x="6143626" y="2487612"/>
              <a:ext cx="20638" cy="19050"/>
            </a:xfrm>
            <a:custGeom>
              <a:avLst/>
              <a:gdLst>
                <a:gd name="T0" fmla="*/ 7 w 14"/>
                <a:gd name="T1" fmla="*/ 13 h 13"/>
                <a:gd name="T2" fmla="*/ 12 w 14"/>
                <a:gd name="T3" fmla="*/ 12 h 13"/>
                <a:gd name="T4" fmla="*/ 14 w 14"/>
                <a:gd name="T5" fmla="*/ 7 h 13"/>
                <a:gd name="T6" fmla="*/ 12 w 14"/>
                <a:gd name="T7" fmla="*/ 2 h 13"/>
                <a:gd name="T8" fmla="*/ 2 w 14"/>
                <a:gd name="T9" fmla="*/ 2 h 13"/>
                <a:gd name="T10" fmla="*/ 0 w 14"/>
                <a:gd name="T11" fmla="*/ 7 h 13"/>
                <a:gd name="T12" fmla="*/ 2 w 14"/>
                <a:gd name="T13" fmla="*/ 12 h 13"/>
                <a:gd name="T14" fmla="*/ 7 w 14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7" y="13"/>
                  </a:moveTo>
                  <a:cubicBezTo>
                    <a:pt x="9" y="13"/>
                    <a:pt x="11" y="13"/>
                    <a:pt x="12" y="12"/>
                  </a:cubicBezTo>
                  <a:cubicBezTo>
                    <a:pt x="13" y="10"/>
                    <a:pt x="14" y="9"/>
                    <a:pt x="14" y="7"/>
                  </a:cubicBezTo>
                  <a:cubicBezTo>
                    <a:pt x="14" y="5"/>
                    <a:pt x="13" y="3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2" y="12"/>
                  </a:cubicBezTo>
                  <a:cubicBezTo>
                    <a:pt x="4" y="13"/>
                    <a:pt x="5" y="13"/>
                    <a:pt x="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02" name="Freeform 173"/>
          <p:cNvSpPr>
            <a:spLocks noEditPoints="1"/>
          </p:cNvSpPr>
          <p:nvPr/>
        </p:nvSpPr>
        <p:spPr bwMode="auto">
          <a:xfrm>
            <a:off x="6378576" y="1467507"/>
            <a:ext cx="311150" cy="309562"/>
          </a:xfrm>
          <a:custGeom>
            <a:avLst/>
            <a:gdLst>
              <a:gd name="T0" fmla="*/ 9 w 210"/>
              <a:gd name="T1" fmla="*/ 210 h 210"/>
              <a:gd name="T2" fmla="*/ 14 w 210"/>
              <a:gd name="T3" fmla="*/ 208 h 210"/>
              <a:gd name="T4" fmla="*/ 62 w 210"/>
              <a:gd name="T5" fmla="*/ 187 h 210"/>
              <a:gd name="T6" fmla="*/ 75 w 210"/>
              <a:gd name="T7" fmla="*/ 178 h 210"/>
              <a:gd name="T8" fmla="*/ 206 w 210"/>
              <a:gd name="T9" fmla="*/ 47 h 210"/>
              <a:gd name="T10" fmla="*/ 210 w 210"/>
              <a:gd name="T11" fmla="*/ 37 h 210"/>
              <a:gd name="T12" fmla="*/ 206 w 210"/>
              <a:gd name="T13" fmla="*/ 28 h 210"/>
              <a:gd name="T14" fmla="*/ 182 w 210"/>
              <a:gd name="T15" fmla="*/ 4 h 210"/>
              <a:gd name="T16" fmla="*/ 173 w 210"/>
              <a:gd name="T17" fmla="*/ 0 h 210"/>
              <a:gd name="T18" fmla="*/ 163 w 210"/>
              <a:gd name="T19" fmla="*/ 4 h 210"/>
              <a:gd name="T20" fmla="*/ 29 w 210"/>
              <a:gd name="T21" fmla="*/ 139 h 210"/>
              <a:gd name="T22" fmla="*/ 20 w 210"/>
              <a:gd name="T23" fmla="*/ 152 h 210"/>
              <a:gd name="T24" fmla="*/ 2 w 210"/>
              <a:gd name="T25" fmla="*/ 196 h 210"/>
              <a:gd name="T26" fmla="*/ 2 w 210"/>
              <a:gd name="T27" fmla="*/ 206 h 210"/>
              <a:gd name="T28" fmla="*/ 9 w 210"/>
              <a:gd name="T29" fmla="*/ 210 h 210"/>
              <a:gd name="T30" fmla="*/ 66 w 210"/>
              <a:gd name="T31" fmla="*/ 169 h 210"/>
              <a:gd name="T32" fmla="*/ 66 w 210"/>
              <a:gd name="T33" fmla="*/ 169 h 210"/>
              <a:gd name="T34" fmla="*/ 41 w 210"/>
              <a:gd name="T35" fmla="*/ 145 h 210"/>
              <a:gd name="T36" fmla="*/ 153 w 210"/>
              <a:gd name="T37" fmla="*/ 33 h 210"/>
              <a:gd name="T38" fmla="*/ 177 w 210"/>
              <a:gd name="T39" fmla="*/ 57 h 210"/>
              <a:gd name="T40" fmla="*/ 66 w 210"/>
              <a:gd name="T41" fmla="*/ 169 h 210"/>
              <a:gd name="T42" fmla="*/ 173 w 210"/>
              <a:gd name="T43" fmla="*/ 13 h 210"/>
              <a:gd name="T44" fmla="*/ 197 w 210"/>
              <a:gd name="T45" fmla="*/ 37 h 210"/>
              <a:gd name="T46" fmla="*/ 186 w 210"/>
              <a:gd name="T47" fmla="*/ 48 h 210"/>
              <a:gd name="T48" fmla="*/ 162 w 210"/>
              <a:gd name="T49" fmla="*/ 24 h 210"/>
              <a:gd name="T50" fmla="*/ 173 w 210"/>
              <a:gd name="T51" fmla="*/ 13 h 210"/>
              <a:gd name="T52" fmla="*/ 32 w 210"/>
              <a:gd name="T53" fmla="*/ 157 h 210"/>
              <a:gd name="T54" fmla="*/ 33 w 210"/>
              <a:gd name="T55" fmla="*/ 155 h 210"/>
              <a:gd name="T56" fmla="*/ 54 w 210"/>
              <a:gd name="T57" fmla="*/ 176 h 210"/>
              <a:gd name="T58" fmla="*/ 18 w 210"/>
              <a:gd name="T59" fmla="*/ 192 h 210"/>
              <a:gd name="T60" fmla="*/ 32 w 210"/>
              <a:gd name="T61" fmla="*/ 1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10" h="210">
                <a:moveTo>
                  <a:pt x="9" y="210"/>
                </a:moveTo>
                <a:cubicBezTo>
                  <a:pt x="11" y="210"/>
                  <a:pt x="12" y="209"/>
                  <a:pt x="14" y="208"/>
                </a:cubicBezTo>
                <a:cubicBezTo>
                  <a:pt x="62" y="187"/>
                  <a:pt x="62" y="187"/>
                  <a:pt x="62" y="187"/>
                </a:cubicBezTo>
                <a:cubicBezTo>
                  <a:pt x="66" y="185"/>
                  <a:pt x="72" y="181"/>
                  <a:pt x="75" y="178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9" y="44"/>
                  <a:pt x="210" y="41"/>
                  <a:pt x="210" y="37"/>
                </a:cubicBezTo>
                <a:cubicBezTo>
                  <a:pt x="210" y="34"/>
                  <a:pt x="209" y="30"/>
                  <a:pt x="206" y="28"/>
                </a:cubicBezTo>
                <a:cubicBezTo>
                  <a:pt x="182" y="4"/>
                  <a:pt x="182" y="4"/>
                  <a:pt x="182" y="4"/>
                </a:cubicBezTo>
                <a:cubicBezTo>
                  <a:pt x="180" y="1"/>
                  <a:pt x="176" y="0"/>
                  <a:pt x="173" y="0"/>
                </a:cubicBezTo>
                <a:cubicBezTo>
                  <a:pt x="169" y="0"/>
                  <a:pt x="166" y="1"/>
                  <a:pt x="163" y="4"/>
                </a:cubicBezTo>
                <a:cubicBezTo>
                  <a:pt x="29" y="139"/>
                  <a:pt x="29" y="139"/>
                  <a:pt x="29" y="139"/>
                </a:cubicBezTo>
                <a:cubicBezTo>
                  <a:pt x="25" y="142"/>
                  <a:pt x="22" y="147"/>
                  <a:pt x="20" y="152"/>
                </a:cubicBezTo>
                <a:cubicBezTo>
                  <a:pt x="2" y="196"/>
                  <a:pt x="2" y="196"/>
                  <a:pt x="2" y="196"/>
                </a:cubicBezTo>
                <a:cubicBezTo>
                  <a:pt x="0" y="201"/>
                  <a:pt x="1" y="204"/>
                  <a:pt x="2" y="206"/>
                </a:cubicBezTo>
                <a:cubicBezTo>
                  <a:pt x="4" y="208"/>
                  <a:pt x="6" y="210"/>
                  <a:pt x="9" y="210"/>
                </a:cubicBezTo>
                <a:close/>
                <a:moveTo>
                  <a:pt x="66" y="169"/>
                </a:moveTo>
                <a:cubicBezTo>
                  <a:pt x="66" y="169"/>
                  <a:pt x="66" y="169"/>
                  <a:pt x="66" y="169"/>
                </a:cubicBezTo>
                <a:cubicBezTo>
                  <a:pt x="41" y="145"/>
                  <a:pt x="41" y="145"/>
                  <a:pt x="41" y="145"/>
                </a:cubicBezTo>
                <a:cubicBezTo>
                  <a:pt x="153" y="33"/>
                  <a:pt x="153" y="33"/>
                  <a:pt x="153" y="33"/>
                </a:cubicBezTo>
                <a:cubicBezTo>
                  <a:pt x="177" y="57"/>
                  <a:pt x="177" y="57"/>
                  <a:pt x="177" y="57"/>
                </a:cubicBezTo>
                <a:lnTo>
                  <a:pt x="66" y="169"/>
                </a:lnTo>
                <a:close/>
                <a:moveTo>
                  <a:pt x="173" y="13"/>
                </a:moveTo>
                <a:cubicBezTo>
                  <a:pt x="197" y="37"/>
                  <a:pt x="197" y="37"/>
                  <a:pt x="197" y="37"/>
                </a:cubicBezTo>
                <a:cubicBezTo>
                  <a:pt x="186" y="48"/>
                  <a:pt x="186" y="48"/>
                  <a:pt x="186" y="48"/>
                </a:cubicBezTo>
                <a:cubicBezTo>
                  <a:pt x="162" y="24"/>
                  <a:pt x="162" y="24"/>
                  <a:pt x="162" y="24"/>
                </a:cubicBezTo>
                <a:lnTo>
                  <a:pt x="173" y="13"/>
                </a:lnTo>
                <a:close/>
                <a:moveTo>
                  <a:pt x="32" y="157"/>
                </a:moveTo>
                <a:cubicBezTo>
                  <a:pt x="32" y="156"/>
                  <a:pt x="33" y="156"/>
                  <a:pt x="33" y="155"/>
                </a:cubicBezTo>
                <a:cubicBezTo>
                  <a:pt x="54" y="176"/>
                  <a:pt x="54" y="176"/>
                  <a:pt x="54" y="176"/>
                </a:cubicBezTo>
                <a:cubicBezTo>
                  <a:pt x="18" y="192"/>
                  <a:pt x="18" y="192"/>
                  <a:pt x="18" y="192"/>
                </a:cubicBezTo>
                <a:lnTo>
                  <a:pt x="32" y="1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50" name="Group 249"/>
          <p:cNvGrpSpPr/>
          <p:nvPr/>
        </p:nvGrpSpPr>
        <p:grpSpPr>
          <a:xfrm>
            <a:off x="6905626" y="1462744"/>
            <a:ext cx="238125" cy="317500"/>
            <a:chOff x="6905626" y="1862137"/>
            <a:chExt cx="238125" cy="317500"/>
          </a:xfrm>
        </p:grpSpPr>
        <p:sp>
          <p:nvSpPr>
            <p:cNvPr id="203" name="Freeform 174"/>
            <p:cNvSpPr>
              <a:spLocks noEditPoints="1"/>
            </p:cNvSpPr>
            <p:nvPr/>
          </p:nvSpPr>
          <p:spPr bwMode="auto">
            <a:xfrm>
              <a:off x="6905626" y="1862137"/>
              <a:ext cx="238125" cy="317500"/>
            </a:xfrm>
            <a:custGeom>
              <a:avLst/>
              <a:gdLst>
                <a:gd name="T0" fmla="*/ 148 w 161"/>
                <a:gd name="T1" fmla="*/ 215 h 215"/>
                <a:gd name="T2" fmla="*/ 161 w 161"/>
                <a:gd name="T3" fmla="*/ 202 h 215"/>
                <a:gd name="T4" fmla="*/ 161 w 161"/>
                <a:gd name="T5" fmla="*/ 14 h 215"/>
                <a:gd name="T6" fmla="*/ 148 w 161"/>
                <a:gd name="T7" fmla="*/ 0 h 215"/>
                <a:gd name="T8" fmla="*/ 60 w 161"/>
                <a:gd name="T9" fmla="*/ 0 h 215"/>
                <a:gd name="T10" fmla="*/ 44 w 161"/>
                <a:gd name="T11" fmla="*/ 7 h 215"/>
                <a:gd name="T12" fmla="*/ 7 w 161"/>
                <a:gd name="T13" fmla="*/ 45 h 215"/>
                <a:gd name="T14" fmla="*/ 0 w 161"/>
                <a:gd name="T15" fmla="*/ 61 h 215"/>
                <a:gd name="T16" fmla="*/ 0 w 161"/>
                <a:gd name="T17" fmla="*/ 202 h 215"/>
                <a:gd name="T18" fmla="*/ 13 w 161"/>
                <a:gd name="T19" fmla="*/ 215 h 215"/>
                <a:gd name="T20" fmla="*/ 148 w 161"/>
                <a:gd name="T21" fmla="*/ 215 h 215"/>
                <a:gd name="T22" fmla="*/ 148 w 161"/>
                <a:gd name="T23" fmla="*/ 14 h 215"/>
                <a:gd name="T24" fmla="*/ 148 w 161"/>
                <a:gd name="T25" fmla="*/ 202 h 215"/>
                <a:gd name="T26" fmla="*/ 148 w 161"/>
                <a:gd name="T27" fmla="*/ 202 h 215"/>
                <a:gd name="T28" fmla="*/ 13 w 161"/>
                <a:gd name="T29" fmla="*/ 202 h 215"/>
                <a:gd name="T30" fmla="*/ 13 w 161"/>
                <a:gd name="T31" fmla="*/ 61 h 215"/>
                <a:gd name="T32" fmla="*/ 47 w 161"/>
                <a:gd name="T33" fmla="*/ 61 h 215"/>
                <a:gd name="T34" fmla="*/ 60 w 161"/>
                <a:gd name="T35" fmla="*/ 47 h 215"/>
                <a:gd name="T36" fmla="*/ 60 w 161"/>
                <a:gd name="T37" fmla="*/ 14 h 215"/>
                <a:gd name="T38" fmla="*/ 148 w 161"/>
                <a:gd name="T39" fmla="*/ 14 h 215"/>
                <a:gd name="T40" fmla="*/ 47 w 161"/>
                <a:gd name="T41" fmla="*/ 23 h 215"/>
                <a:gd name="T42" fmla="*/ 47 w 161"/>
                <a:gd name="T43" fmla="*/ 47 h 215"/>
                <a:gd name="T44" fmla="*/ 23 w 161"/>
                <a:gd name="T45" fmla="*/ 47 h 215"/>
                <a:gd name="T46" fmla="*/ 47 w 161"/>
                <a:gd name="T47" fmla="*/ 2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1" h="215">
                  <a:moveTo>
                    <a:pt x="148" y="215"/>
                  </a:moveTo>
                  <a:cubicBezTo>
                    <a:pt x="155" y="215"/>
                    <a:pt x="161" y="209"/>
                    <a:pt x="161" y="202"/>
                  </a:cubicBezTo>
                  <a:cubicBezTo>
                    <a:pt x="161" y="14"/>
                    <a:pt x="161" y="14"/>
                    <a:pt x="161" y="14"/>
                  </a:cubicBezTo>
                  <a:cubicBezTo>
                    <a:pt x="161" y="6"/>
                    <a:pt x="155" y="0"/>
                    <a:pt x="148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5" y="0"/>
                    <a:pt x="48" y="3"/>
                    <a:pt x="44" y="7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3" y="48"/>
                    <a:pt x="0" y="55"/>
                    <a:pt x="0" y="61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9"/>
                    <a:pt x="6" y="215"/>
                    <a:pt x="13" y="215"/>
                  </a:cubicBezTo>
                  <a:lnTo>
                    <a:pt x="148" y="215"/>
                  </a:lnTo>
                  <a:close/>
                  <a:moveTo>
                    <a:pt x="148" y="14"/>
                  </a:moveTo>
                  <a:cubicBezTo>
                    <a:pt x="148" y="202"/>
                    <a:pt x="148" y="202"/>
                    <a:pt x="148" y="202"/>
                  </a:cubicBezTo>
                  <a:cubicBezTo>
                    <a:pt x="148" y="202"/>
                    <a:pt x="148" y="202"/>
                    <a:pt x="148" y="202"/>
                  </a:cubicBezTo>
                  <a:cubicBezTo>
                    <a:pt x="13" y="202"/>
                    <a:pt x="13" y="202"/>
                    <a:pt x="13" y="202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54" y="61"/>
                    <a:pt x="60" y="55"/>
                    <a:pt x="60" y="47"/>
                  </a:cubicBezTo>
                  <a:cubicBezTo>
                    <a:pt x="60" y="14"/>
                    <a:pt x="60" y="14"/>
                    <a:pt x="60" y="14"/>
                  </a:cubicBezTo>
                  <a:lnTo>
                    <a:pt x="148" y="14"/>
                  </a:lnTo>
                  <a:close/>
                  <a:moveTo>
                    <a:pt x="47" y="23"/>
                  </a:moveTo>
                  <a:cubicBezTo>
                    <a:pt x="47" y="47"/>
                    <a:pt x="47" y="47"/>
                    <a:pt x="47" y="47"/>
                  </a:cubicBezTo>
                  <a:cubicBezTo>
                    <a:pt x="23" y="47"/>
                    <a:pt x="23" y="47"/>
                    <a:pt x="23" y="47"/>
                  </a:cubicBezTo>
                  <a:lnTo>
                    <a:pt x="4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175"/>
            <p:cNvSpPr>
              <a:spLocks/>
            </p:cNvSpPr>
            <p:nvPr/>
          </p:nvSpPr>
          <p:spPr bwMode="auto">
            <a:xfrm>
              <a:off x="7015164" y="1922462"/>
              <a:ext cx="79375" cy="19050"/>
            </a:xfrm>
            <a:custGeom>
              <a:avLst/>
              <a:gdLst>
                <a:gd name="T0" fmla="*/ 7 w 54"/>
                <a:gd name="T1" fmla="*/ 13 h 13"/>
                <a:gd name="T2" fmla="*/ 47 w 54"/>
                <a:gd name="T3" fmla="*/ 13 h 13"/>
                <a:gd name="T4" fmla="*/ 54 w 54"/>
                <a:gd name="T5" fmla="*/ 6 h 13"/>
                <a:gd name="T6" fmla="*/ 47 w 54"/>
                <a:gd name="T7" fmla="*/ 0 h 13"/>
                <a:gd name="T8" fmla="*/ 7 w 54"/>
                <a:gd name="T9" fmla="*/ 0 h 13"/>
                <a:gd name="T10" fmla="*/ 0 w 54"/>
                <a:gd name="T11" fmla="*/ 6 h 13"/>
                <a:gd name="T12" fmla="*/ 7 w 5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3">
                  <a:moveTo>
                    <a:pt x="7" y="13"/>
                  </a:moveTo>
                  <a:cubicBezTo>
                    <a:pt x="47" y="13"/>
                    <a:pt x="47" y="13"/>
                    <a:pt x="47" y="13"/>
                  </a:cubicBezTo>
                  <a:cubicBezTo>
                    <a:pt x="51" y="13"/>
                    <a:pt x="54" y="10"/>
                    <a:pt x="54" y="6"/>
                  </a:cubicBezTo>
                  <a:cubicBezTo>
                    <a:pt x="54" y="3"/>
                    <a:pt x="51" y="0"/>
                    <a:pt x="4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Freeform 176"/>
            <p:cNvSpPr>
              <a:spLocks/>
            </p:cNvSpPr>
            <p:nvPr/>
          </p:nvSpPr>
          <p:spPr bwMode="auto">
            <a:xfrm>
              <a:off x="6956426" y="1971675"/>
              <a:ext cx="138113" cy="20637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Freeform 177"/>
            <p:cNvSpPr>
              <a:spLocks/>
            </p:cNvSpPr>
            <p:nvPr/>
          </p:nvSpPr>
          <p:spPr bwMode="auto">
            <a:xfrm>
              <a:off x="6956426" y="2020887"/>
              <a:ext cx="138113" cy="20637"/>
            </a:xfrm>
            <a:custGeom>
              <a:avLst/>
              <a:gdLst>
                <a:gd name="T0" fmla="*/ 87 w 94"/>
                <a:gd name="T1" fmla="*/ 0 h 13"/>
                <a:gd name="T2" fmla="*/ 6 w 94"/>
                <a:gd name="T3" fmla="*/ 0 h 13"/>
                <a:gd name="T4" fmla="*/ 0 w 94"/>
                <a:gd name="T5" fmla="*/ 6 h 13"/>
                <a:gd name="T6" fmla="*/ 6 w 94"/>
                <a:gd name="T7" fmla="*/ 13 h 13"/>
                <a:gd name="T8" fmla="*/ 87 w 94"/>
                <a:gd name="T9" fmla="*/ 13 h 13"/>
                <a:gd name="T10" fmla="*/ 94 w 94"/>
                <a:gd name="T11" fmla="*/ 6 h 13"/>
                <a:gd name="T12" fmla="*/ 87 w 9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6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178"/>
            <p:cNvSpPr>
              <a:spLocks/>
            </p:cNvSpPr>
            <p:nvPr/>
          </p:nvSpPr>
          <p:spPr bwMode="auto">
            <a:xfrm>
              <a:off x="6956426" y="2070100"/>
              <a:ext cx="138113" cy="20637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Freeform 179"/>
            <p:cNvSpPr>
              <a:spLocks/>
            </p:cNvSpPr>
            <p:nvPr/>
          </p:nvSpPr>
          <p:spPr bwMode="auto">
            <a:xfrm>
              <a:off x="6956426" y="2120900"/>
              <a:ext cx="138113" cy="19050"/>
            </a:xfrm>
            <a:custGeom>
              <a:avLst/>
              <a:gdLst>
                <a:gd name="T0" fmla="*/ 87 w 94"/>
                <a:gd name="T1" fmla="*/ 0 h 13"/>
                <a:gd name="T2" fmla="*/ 6 w 94"/>
                <a:gd name="T3" fmla="*/ 0 h 13"/>
                <a:gd name="T4" fmla="*/ 0 w 94"/>
                <a:gd name="T5" fmla="*/ 7 h 13"/>
                <a:gd name="T6" fmla="*/ 6 w 94"/>
                <a:gd name="T7" fmla="*/ 13 h 13"/>
                <a:gd name="T8" fmla="*/ 87 w 94"/>
                <a:gd name="T9" fmla="*/ 13 h 13"/>
                <a:gd name="T10" fmla="*/ 94 w 94"/>
                <a:gd name="T11" fmla="*/ 7 h 13"/>
                <a:gd name="T12" fmla="*/ 87 w 9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09" name="Freeform 180"/>
          <p:cNvSpPr>
            <a:spLocks noEditPoints="1"/>
          </p:cNvSpPr>
          <p:nvPr/>
        </p:nvSpPr>
        <p:spPr bwMode="auto">
          <a:xfrm>
            <a:off x="7391401" y="1462744"/>
            <a:ext cx="249238" cy="317500"/>
          </a:xfrm>
          <a:custGeom>
            <a:avLst/>
            <a:gdLst>
              <a:gd name="T0" fmla="*/ 154 w 168"/>
              <a:gd name="T1" fmla="*/ 215 h 215"/>
              <a:gd name="T2" fmla="*/ 168 w 168"/>
              <a:gd name="T3" fmla="*/ 14 h 215"/>
              <a:gd name="T4" fmla="*/ 27 w 168"/>
              <a:gd name="T5" fmla="*/ 0 h 215"/>
              <a:gd name="T6" fmla="*/ 13 w 168"/>
              <a:gd name="T7" fmla="*/ 34 h 215"/>
              <a:gd name="T8" fmla="*/ 0 w 168"/>
              <a:gd name="T9" fmla="*/ 41 h 215"/>
              <a:gd name="T10" fmla="*/ 13 w 168"/>
              <a:gd name="T11" fmla="*/ 47 h 215"/>
              <a:gd name="T12" fmla="*/ 7 w 168"/>
              <a:gd name="T13" fmla="*/ 61 h 215"/>
              <a:gd name="T14" fmla="*/ 7 w 168"/>
              <a:gd name="T15" fmla="*/ 74 h 215"/>
              <a:gd name="T16" fmla="*/ 13 w 168"/>
              <a:gd name="T17" fmla="*/ 88 h 215"/>
              <a:gd name="T18" fmla="*/ 0 w 168"/>
              <a:gd name="T19" fmla="*/ 94 h 215"/>
              <a:gd name="T20" fmla="*/ 13 w 168"/>
              <a:gd name="T21" fmla="*/ 101 h 215"/>
              <a:gd name="T22" fmla="*/ 7 w 168"/>
              <a:gd name="T23" fmla="*/ 114 h 215"/>
              <a:gd name="T24" fmla="*/ 7 w 168"/>
              <a:gd name="T25" fmla="*/ 128 h 215"/>
              <a:gd name="T26" fmla="*/ 13 w 168"/>
              <a:gd name="T27" fmla="*/ 141 h 215"/>
              <a:gd name="T28" fmla="*/ 0 w 168"/>
              <a:gd name="T29" fmla="*/ 148 h 215"/>
              <a:gd name="T30" fmla="*/ 13 w 168"/>
              <a:gd name="T31" fmla="*/ 155 h 215"/>
              <a:gd name="T32" fmla="*/ 7 w 168"/>
              <a:gd name="T33" fmla="*/ 168 h 215"/>
              <a:gd name="T34" fmla="*/ 7 w 168"/>
              <a:gd name="T35" fmla="*/ 182 h 215"/>
              <a:gd name="T36" fmla="*/ 13 w 168"/>
              <a:gd name="T37" fmla="*/ 202 h 215"/>
              <a:gd name="T38" fmla="*/ 154 w 168"/>
              <a:gd name="T39" fmla="*/ 202 h 215"/>
              <a:gd name="T40" fmla="*/ 127 w 168"/>
              <a:gd name="T41" fmla="*/ 14 h 215"/>
              <a:gd name="T42" fmla="*/ 154 w 168"/>
              <a:gd name="T43" fmla="*/ 202 h 215"/>
              <a:gd name="T44" fmla="*/ 33 w 168"/>
              <a:gd name="T45" fmla="*/ 155 h 215"/>
              <a:gd name="T46" fmla="*/ 33 w 168"/>
              <a:gd name="T47" fmla="*/ 141 h 215"/>
              <a:gd name="T48" fmla="*/ 27 w 168"/>
              <a:gd name="T49" fmla="*/ 128 h 215"/>
              <a:gd name="T50" fmla="*/ 40 w 168"/>
              <a:gd name="T51" fmla="*/ 121 h 215"/>
              <a:gd name="T52" fmla="*/ 27 w 168"/>
              <a:gd name="T53" fmla="*/ 114 h 215"/>
              <a:gd name="T54" fmla="*/ 33 w 168"/>
              <a:gd name="T55" fmla="*/ 101 h 215"/>
              <a:gd name="T56" fmla="*/ 33 w 168"/>
              <a:gd name="T57" fmla="*/ 88 h 215"/>
              <a:gd name="T58" fmla="*/ 27 w 168"/>
              <a:gd name="T59" fmla="*/ 74 h 215"/>
              <a:gd name="T60" fmla="*/ 40 w 168"/>
              <a:gd name="T61" fmla="*/ 67 h 215"/>
              <a:gd name="T62" fmla="*/ 27 w 168"/>
              <a:gd name="T63" fmla="*/ 61 h 215"/>
              <a:gd name="T64" fmla="*/ 33 w 168"/>
              <a:gd name="T65" fmla="*/ 47 h 215"/>
              <a:gd name="T66" fmla="*/ 33 w 168"/>
              <a:gd name="T67" fmla="*/ 34 h 215"/>
              <a:gd name="T68" fmla="*/ 27 w 168"/>
              <a:gd name="T69" fmla="*/ 14 h 215"/>
              <a:gd name="T70" fmla="*/ 114 w 168"/>
              <a:gd name="T71" fmla="*/ 202 h 215"/>
              <a:gd name="T72" fmla="*/ 27 w 168"/>
              <a:gd name="T73" fmla="*/ 182 h 215"/>
              <a:gd name="T74" fmla="*/ 40 w 168"/>
              <a:gd name="T75" fmla="*/ 175 h 215"/>
              <a:gd name="T76" fmla="*/ 27 w 168"/>
              <a:gd name="T77" fmla="*/ 168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8" h="215">
                <a:moveTo>
                  <a:pt x="27" y="215"/>
                </a:moveTo>
                <a:cubicBezTo>
                  <a:pt x="154" y="215"/>
                  <a:pt x="154" y="215"/>
                  <a:pt x="154" y="215"/>
                </a:cubicBezTo>
                <a:cubicBezTo>
                  <a:pt x="162" y="215"/>
                  <a:pt x="168" y="209"/>
                  <a:pt x="168" y="202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8" y="6"/>
                  <a:pt x="162" y="0"/>
                  <a:pt x="15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19" y="0"/>
                  <a:pt x="13" y="6"/>
                  <a:pt x="13" y="14"/>
                </a:cubicBezTo>
                <a:cubicBezTo>
                  <a:pt x="13" y="34"/>
                  <a:pt x="13" y="34"/>
                  <a:pt x="13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3" y="34"/>
                  <a:pt x="0" y="37"/>
                  <a:pt x="0" y="41"/>
                </a:cubicBezTo>
                <a:cubicBezTo>
                  <a:pt x="0" y="44"/>
                  <a:pt x="3" y="47"/>
                  <a:pt x="7" y="47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61"/>
                  <a:pt x="13" y="61"/>
                  <a:pt x="13" y="61"/>
                </a:cubicBezTo>
                <a:cubicBezTo>
                  <a:pt x="7" y="61"/>
                  <a:pt x="7" y="61"/>
                  <a:pt x="7" y="61"/>
                </a:cubicBezTo>
                <a:cubicBezTo>
                  <a:pt x="3" y="61"/>
                  <a:pt x="0" y="64"/>
                  <a:pt x="0" y="67"/>
                </a:cubicBezTo>
                <a:cubicBezTo>
                  <a:pt x="0" y="71"/>
                  <a:pt x="3" y="74"/>
                  <a:pt x="7" y="74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88"/>
                  <a:pt x="13" y="88"/>
                  <a:pt x="13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3" y="88"/>
                  <a:pt x="0" y="91"/>
                  <a:pt x="0" y="94"/>
                </a:cubicBezTo>
                <a:cubicBezTo>
                  <a:pt x="0" y="98"/>
                  <a:pt x="3" y="101"/>
                  <a:pt x="7" y="101"/>
                </a:cubicBezTo>
                <a:cubicBezTo>
                  <a:pt x="13" y="101"/>
                  <a:pt x="13" y="101"/>
                  <a:pt x="13" y="101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7" y="114"/>
                  <a:pt x="7" y="114"/>
                  <a:pt x="7" y="114"/>
                </a:cubicBezTo>
                <a:cubicBezTo>
                  <a:pt x="3" y="114"/>
                  <a:pt x="0" y="117"/>
                  <a:pt x="0" y="121"/>
                </a:cubicBezTo>
                <a:cubicBezTo>
                  <a:pt x="0" y="125"/>
                  <a:pt x="3" y="128"/>
                  <a:pt x="7" y="128"/>
                </a:cubicBezTo>
                <a:cubicBezTo>
                  <a:pt x="13" y="128"/>
                  <a:pt x="13" y="128"/>
                  <a:pt x="13" y="128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7" y="141"/>
                  <a:pt x="7" y="141"/>
                  <a:pt x="7" y="141"/>
                </a:cubicBezTo>
                <a:cubicBezTo>
                  <a:pt x="3" y="141"/>
                  <a:pt x="0" y="144"/>
                  <a:pt x="0" y="148"/>
                </a:cubicBezTo>
                <a:cubicBezTo>
                  <a:pt x="0" y="152"/>
                  <a:pt x="3" y="155"/>
                  <a:pt x="7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13" y="168"/>
                  <a:pt x="13" y="168"/>
                  <a:pt x="13" y="168"/>
                </a:cubicBezTo>
                <a:cubicBezTo>
                  <a:pt x="7" y="168"/>
                  <a:pt x="7" y="168"/>
                  <a:pt x="7" y="168"/>
                </a:cubicBezTo>
                <a:cubicBezTo>
                  <a:pt x="3" y="168"/>
                  <a:pt x="0" y="171"/>
                  <a:pt x="0" y="175"/>
                </a:cubicBezTo>
                <a:cubicBezTo>
                  <a:pt x="0" y="178"/>
                  <a:pt x="3" y="182"/>
                  <a:pt x="7" y="182"/>
                </a:cubicBezTo>
                <a:cubicBezTo>
                  <a:pt x="13" y="182"/>
                  <a:pt x="13" y="182"/>
                  <a:pt x="13" y="182"/>
                </a:cubicBezTo>
                <a:cubicBezTo>
                  <a:pt x="13" y="202"/>
                  <a:pt x="13" y="202"/>
                  <a:pt x="13" y="202"/>
                </a:cubicBezTo>
                <a:cubicBezTo>
                  <a:pt x="13" y="209"/>
                  <a:pt x="19" y="215"/>
                  <a:pt x="27" y="215"/>
                </a:cubicBezTo>
                <a:close/>
                <a:moveTo>
                  <a:pt x="154" y="202"/>
                </a:moveTo>
                <a:cubicBezTo>
                  <a:pt x="127" y="202"/>
                  <a:pt x="127" y="202"/>
                  <a:pt x="127" y="202"/>
                </a:cubicBezTo>
                <a:cubicBezTo>
                  <a:pt x="127" y="14"/>
                  <a:pt x="127" y="14"/>
                  <a:pt x="127" y="14"/>
                </a:cubicBezTo>
                <a:cubicBezTo>
                  <a:pt x="154" y="14"/>
                  <a:pt x="154" y="14"/>
                  <a:pt x="154" y="14"/>
                </a:cubicBezTo>
                <a:lnTo>
                  <a:pt x="154" y="202"/>
                </a:lnTo>
                <a:close/>
                <a:moveTo>
                  <a:pt x="27" y="155"/>
                </a:moveTo>
                <a:cubicBezTo>
                  <a:pt x="33" y="155"/>
                  <a:pt x="33" y="155"/>
                  <a:pt x="33" y="155"/>
                </a:cubicBezTo>
                <a:cubicBezTo>
                  <a:pt x="37" y="155"/>
                  <a:pt x="40" y="152"/>
                  <a:pt x="40" y="148"/>
                </a:cubicBezTo>
                <a:cubicBezTo>
                  <a:pt x="40" y="144"/>
                  <a:pt x="37" y="141"/>
                  <a:pt x="33" y="141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33" y="128"/>
                  <a:pt x="33" y="128"/>
                  <a:pt x="33" y="128"/>
                </a:cubicBezTo>
                <a:cubicBezTo>
                  <a:pt x="37" y="128"/>
                  <a:pt x="40" y="125"/>
                  <a:pt x="40" y="121"/>
                </a:cubicBezTo>
                <a:cubicBezTo>
                  <a:pt x="40" y="117"/>
                  <a:pt x="37" y="114"/>
                  <a:pt x="33" y="11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7" y="101"/>
                  <a:pt x="27" y="101"/>
                  <a:pt x="27" y="101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37" y="101"/>
                  <a:pt x="40" y="98"/>
                  <a:pt x="40" y="94"/>
                </a:cubicBezTo>
                <a:cubicBezTo>
                  <a:pt x="40" y="91"/>
                  <a:pt x="37" y="88"/>
                  <a:pt x="33" y="88"/>
                </a:cubicBezTo>
                <a:cubicBezTo>
                  <a:pt x="27" y="88"/>
                  <a:pt x="27" y="88"/>
                  <a:pt x="27" y="88"/>
                </a:cubicBezTo>
                <a:cubicBezTo>
                  <a:pt x="27" y="74"/>
                  <a:pt x="27" y="74"/>
                  <a:pt x="27" y="74"/>
                </a:cubicBezTo>
                <a:cubicBezTo>
                  <a:pt x="33" y="74"/>
                  <a:pt x="33" y="74"/>
                  <a:pt x="33" y="74"/>
                </a:cubicBezTo>
                <a:cubicBezTo>
                  <a:pt x="37" y="74"/>
                  <a:pt x="40" y="71"/>
                  <a:pt x="40" y="67"/>
                </a:cubicBezTo>
                <a:cubicBezTo>
                  <a:pt x="40" y="64"/>
                  <a:pt x="37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7" y="47"/>
                  <a:pt x="27" y="47"/>
                  <a:pt x="27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7" y="47"/>
                  <a:pt x="40" y="44"/>
                  <a:pt x="40" y="41"/>
                </a:cubicBezTo>
                <a:cubicBezTo>
                  <a:pt x="40" y="37"/>
                  <a:pt x="37" y="34"/>
                  <a:pt x="33" y="34"/>
                </a:cubicBezTo>
                <a:cubicBezTo>
                  <a:pt x="27" y="34"/>
                  <a:pt x="27" y="34"/>
                  <a:pt x="27" y="34"/>
                </a:cubicBezTo>
                <a:cubicBezTo>
                  <a:pt x="27" y="14"/>
                  <a:pt x="27" y="14"/>
                  <a:pt x="27" y="14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14" y="202"/>
                  <a:pt x="114" y="202"/>
                  <a:pt x="114" y="202"/>
                </a:cubicBezTo>
                <a:cubicBezTo>
                  <a:pt x="27" y="202"/>
                  <a:pt x="27" y="202"/>
                  <a:pt x="27" y="202"/>
                </a:cubicBezTo>
                <a:cubicBezTo>
                  <a:pt x="27" y="182"/>
                  <a:pt x="27" y="182"/>
                  <a:pt x="27" y="182"/>
                </a:cubicBezTo>
                <a:cubicBezTo>
                  <a:pt x="33" y="182"/>
                  <a:pt x="33" y="182"/>
                  <a:pt x="33" y="182"/>
                </a:cubicBezTo>
                <a:cubicBezTo>
                  <a:pt x="37" y="182"/>
                  <a:pt x="40" y="178"/>
                  <a:pt x="40" y="175"/>
                </a:cubicBezTo>
                <a:cubicBezTo>
                  <a:pt x="40" y="171"/>
                  <a:pt x="37" y="168"/>
                  <a:pt x="33" y="168"/>
                </a:cubicBezTo>
                <a:cubicBezTo>
                  <a:pt x="27" y="168"/>
                  <a:pt x="27" y="168"/>
                  <a:pt x="27" y="168"/>
                </a:cubicBezTo>
                <a:lnTo>
                  <a:pt x="27" y="1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53" name="Group 252"/>
          <p:cNvGrpSpPr/>
          <p:nvPr/>
        </p:nvGrpSpPr>
        <p:grpSpPr>
          <a:xfrm>
            <a:off x="6375401" y="1953282"/>
            <a:ext cx="317500" cy="317500"/>
            <a:chOff x="6375401" y="2352675"/>
            <a:chExt cx="317500" cy="317500"/>
          </a:xfrm>
        </p:grpSpPr>
        <p:sp>
          <p:nvSpPr>
            <p:cNvPr id="210" name="Freeform 181"/>
            <p:cNvSpPr>
              <a:spLocks noEditPoints="1"/>
            </p:cNvSpPr>
            <p:nvPr/>
          </p:nvSpPr>
          <p:spPr bwMode="auto">
            <a:xfrm>
              <a:off x="6375401" y="2352675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7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7"/>
                    <a:pt x="11" y="163"/>
                    <a:pt x="32" y="184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7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4"/>
                    <a:pt x="82" y="14"/>
                    <a:pt x="107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Freeform 182"/>
            <p:cNvSpPr>
              <a:spLocks noEditPoints="1"/>
            </p:cNvSpPr>
            <p:nvPr/>
          </p:nvSpPr>
          <p:spPr bwMode="auto">
            <a:xfrm>
              <a:off x="6456364" y="2447925"/>
              <a:ext cx="88900" cy="128587"/>
            </a:xfrm>
            <a:custGeom>
              <a:avLst/>
              <a:gdLst>
                <a:gd name="T0" fmla="*/ 56 w 60"/>
                <a:gd name="T1" fmla="*/ 1 h 87"/>
                <a:gd name="T2" fmla="*/ 49 w 60"/>
                <a:gd name="T3" fmla="*/ 2 h 87"/>
                <a:gd name="T4" fmla="*/ 2 w 60"/>
                <a:gd name="T5" fmla="*/ 39 h 87"/>
                <a:gd name="T6" fmla="*/ 0 w 60"/>
                <a:gd name="T7" fmla="*/ 44 h 87"/>
                <a:gd name="T8" fmla="*/ 2 w 60"/>
                <a:gd name="T9" fmla="*/ 49 h 87"/>
                <a:gd name="T10" fmla="*/ 49 w 60"/>
                <a:gd name="T11" fmla="*/ 86 h 87"/>
                <a:gd name="T12" fmla="*/ 53 w 60"/>
                <a:gd name="T13" fmla="*/ 87 h 87"/>
                <a:gd name="T14" fmla="*/ 56 w 60"/>
                <a:gd name="T15" fmla="*/ 87 h 87"/>
                <a:gd name="T16" fmla="*/ 60 w 60"/>
                <a:gd name="T17" fmla="*/ 81 h 87"/>
                <a:gd name="T18" fmla="*/ 60 w 60"/>
                <a:gd name="T19" fmla="*/ 7 h 87"/>
                <a:gd name="T20" fmla="*/ 56 w 60"/>
                <a:gd name="T21" fmla="*/ 1 h 87"/>
                <a:gd name="T22" fmla="*/ 47 w 60"/>
                <a:gd name="T23" fmla="*/ 67 h 87"/>
                <a:gd name="T24" fmla="*/ 17 w 60"/>
                <a:gd name="T25" fmla="*/ 44 h 87"/>
                <a:gd name="T26" fmla="*/ 47 w 60"/>
                <a:gd name="T27" fmla="*/ 21 h 87"/>
                <a:gd name="T28" fmla="*/ 47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56" y="1"/>
                  </a:moveTo>
                  <a:cubicBezTo>
                    <a:pt x="54" y="0"/>
                    <a:pt x="51" y="0"/>
                    <a:pt x="49" y="2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40"/>
                    <a:pt x="0" y="42"/>
                    <a:pt x="0" y="44"/>
                  </a:cubicBezTo>
                  <a:cubicBezTo>
                    <a:pt x="0" y="46"/>
                    <a:pt x="1" y="48"/>
                    <a:pt x="2" y="49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50" y="87"/>
                    <a:pt x="52" y="87"/>
                    <a:pt x="53" y="87"/>
                  </a:cubicBezTo>
                  <a:cubicBezTo>
                    <a:pt x="54" y="87"/>
                    <a:pt x="55" y="87"/>
                    <a:pt x="56" y="87"/>
                  </a:cubicBezTo>
                  <a:cubicBezTo>
                    <a:pt x="59" y="86"/>
                    <a:pt x="60" y="83"/>
                    <a:pt x="60" y="81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4"/>
                    <a:pt x="59" y="2"/>
                    <a:pt x="56" y="1"/>
                  </a:cubicBezTo>
                  <a:close/>
                  <a:moveTo>
                    <a:pt x="47" y="67"/>
                  </a:moveTo>
                  <a:cubicBezTo>
                    <a:pt x="17" y="44"/>
                    <a:pt x="17" y="44"/>
                    <a:pt x="17" y="44"/>
                  </a:cubicBezTo>
                  <a:cubicBezTo>
                    <a:pt x="47" y="21"/>
                    <a:pt x="47" y="21"/>
                    <a:pt x="47" y="21"/>
                  </a:cubicBezTo>
                  <a:lnTo>
                    <a:pt x="47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Freeform 183"/>
            <p:cNvSpPr>
              <a:spLocks noEditPoints="1"/>
            </p:cNvSpPr>
            <p:nvPr/>
          </p:nvSpPr>
          <p:spPr bwMode="auto">
            <a:xfrm>
              <a:off x="6554789" y="2447925"/>
              <a:ext cx="88900" cy="128587"/>
            </a:xfrm>
            <a:custGeom>
              <a:avLst/>
              <a:gdLst>
                <a:gd name="T0" fmla="*/ 49 w 60"/>
                <a:gd name="T1" fmla="*/ 2 h 87"/>
                <a:gd name="T2" fmla="*/ 2 w 60"/>
                <a:gd name="T3" fmla="*/ 39 h 87"/>
                <a:gd name="T4" fmla="*/ 0 w 60"/>
                <a:gd name="T5" fmla="*/ 44 h 87"/>
                <a:gd name="T6" fmla="*/ 2 w 60"/>
                <a:gd name="T7" fmla="*/ 49 h 87"/>
                <a:gd name="T8" fmla="*/ 49 w 60"/>
                <a:gd name="T9" fmla="*/ 86 h 87"/>
                <a:gd name="T10" fmla="*/ 54 w 60"/>
                <a:gd name="T11" fmla="*/ 87 h 87"/>
                <a:gd name="T12" fmla="*/ 56 w 60"/>
                <a:gd name="T13" fmla="*/ 87 h 87"/>
                <a:gd name="T14" fmla="*/ 60 w 60"/>
                <a:gd name="T15" fmla="*/ 81 h 87"/>
                <a:gd name="T16" fmla="*/ 60 w 60"/>
                <a:gd name="T17" fmla="*/ 7 h 87"/>
                <a:gd name="T18" fmla="*/ 56 w 60"/>
                <a:gd name="T19" fmla="*/ 1 h 87"/>
                <a:gd name="T20" fmla="*/ 49 w 60"/>
                <a:gd name="T21" fmla="*/ 2 h 87"/>
                <a:gd name="T22" fmla="*/ 47 w 60"/>
                <a:gd name="T23" fmla="*/ 67 h 87"/>
                <a:gd name="T24" fmla="*/ 17 w 60"/>
                <a:gd name="T25" fmla="*/ 44 h 87"/>
                <a:gd name="T26" fmla="*/ 47 w 60"/>
                <a:gd name="T27" fmla="*/ 21 h 87"/>
                <a:gd name="T28" fmla="*/ 47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49" y="2"/>
                  </a:moveTo>
                  <a:cubicBezTo>
                    <a:pt x="2" y="39"/>
                    <a:pt x="2" y="39"/>
                    <a:pt x="2" y="39"/>
                  </a:cubicBezTo>
                  <a:cubicBezTo>
                    <a:pt x="1" y="40"/>
                    <a:pt x="0" y="42"/>
                    <a:pt x="0" y="44"/>
                  </a:cubicBezTo>
                  <a:cubicBezTo>
                    <a:pt x="0" y="46"/>
                    <a:pt x="1" y="48"/>
                    <a:pt x="2" y="49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51" y="87"/>
                    <a:pt x="52" y="87"/>
                    <a:pt x="54" y="87"/>
                  </a:cubicBezTo>
                  <a:cubicBezTo>
                    <a:pt x="55" y="87"/>
                    <a:pt x="56" y="87"/>
                    <a:pt x="56" y="87"/>
                  </a:cubicBezTo>
                  <a:cubicBezTo>
                    <a:pt x="59" y="86"/>
                    <a:pt x="60" y="83"/>
                    <a:pt x="60" y="81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4"/>
                    <a:pt x="59" y="2"/>
                    <a:pt x="56" y="1"/>
                  </a:cubicBezTo>
                  <a:cubicBezTo>
                    <a:pt x="54" y="0"/>
                    <a:pt x="51" y="0"/>
                    <a:pt x="49" y="2"/>
                  </a:cubicBezTo>
                  <a:close/>
                  <a:moveTo>
                    <a:pt x="47" y="67"/>
                  </a:moveTo>
                  <a:cubicBezTo>
                    <a:pt x="17" y="44"/>
                    <a:pt x="17" y="44"/>
                    <a:pt x="17" y="44"/>
                  </a:cubicBezTo>
                  <a:cubicBezTo>
                    <a:pt x="47" y="21"/>
                    <a:pt x="47" y="21"/>
                    <a:pt x="47" y="21"/>
                  </a:cubicBezTo>
                  <a:lnTo>
                    <a:pt x="47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Freeform 184"/>
            <p:cNvSpPr>
              <a:spLocks/>
            </p:cNvSpPr>
            <p:nvPr/>
          </p:nvSpPr>
          <p:spPr bwMode="auto">
            <a:xfrm>
              <a:off x="6426201" y="2457450"/>
              <a:ext cx="19050" cy="109537"/>
            </a:xfrm>
            <a:custGeom>
              <a:avLst/>
              <a:gdLst>
                <a:gd name="T0" fmla="*/ 6 w 13"/>
                <a:gd name="T1" fmla="*/ 0 h 74"/>
                <a:gd name="T2" fmla="*/ 0 w 13"/>
                <a:gd name="T3" fmla="*/ 7 h 74"/>
                <a:gd name="T4" fmla="*/ 0 w 13"/>
                <a:gd name="T5" fmla="*/ 67 h 74"/>
                <a:gd name="T6" fmla="*/ 6 w 13"/>
                <a:gd name="T7" fmla="*/ 74 h 74"/>
                <a:gd name="T8" fmla="*/ 13 w 13"/>
                <a:gd name="T9" fmla="*/ 67 h 74"/>
                <a:gd name="T10" fmla="*/ 13 w 13"/>
                <a:gd name="T11" fmla="*/ 7 h 74"/>
                <a:gd name="T12" fmla="*/ 6 w 13"/>
                <a:gd name="T1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6" y="74"/>
                  </a:cubicBezTo>
                  <a:cubicBezTo>
                    <a:pt x="10" y="74"/>
                    <a:pt x="13" y="71"/>
                    <a:pt x="13" y="6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6865939" y="1953282"/>
            <a:ext cx="317500" cy="317500"/>
            <a:chOff x="6865939" y="2352675"/>
            <a:chExt cx="317500" cy="317500"/>
          </a:xfrm>
        </p:grpSpPr>
        <p:sp>
          <p:nvSpPr>
            <p:cNvPr id="214" name="Freeform 185"/>
            <p:cNvSpPr>
              <a:spLocks noEditPoints="1"/>
            </p:cNvSpPr>
            <p:nvPr/>
          </p:nvSpPr>
          <p:spPr bwMode="auto">
            <a:xfrm>
              <a:off x="6865939" y="2352675"/>
              <a:ext cx="317500" cy="317500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7"/>
                    <a:pt x="11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7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4"/>
                    <a:pt x="82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186"/>
            <p:cNvSpPr>
              <a:spLocks noEditPoints="1"/>
            </p:cNvSpPr>
            <p:nvPr/>
          </p:nvSpPr>
          <p:spPr bwMode="auto">
            <a:xfrm>
              <a:off x="6924676" y="2447925"/>
              <a:ext cx="90488" cy="128587"/>
            </a:xfrm>
            <a:custGeom>
              <a:avLst/>
              <a:gdLst>
                <a:gd name="T0" fmla="*/ 57 w 61"/>
                <a:gd name="T1" fmla="*/ 1 h 87"/>
                <a:gd name="T2" fmla="*/ 50 w 61"/>
                <a:gd name="T3" fmla="*/ 2 h 87"/>
                <a:gd name="T4" fmla="*/ 3 w 61"/>
                <a:gd name="T5" fmla="*/ 39 h 87"/>
                <a:gd name="T6" fmla="*/ 0 w 61"/>
                <a:gd name="T7" fmla="*/ 44 h 87"/>
                <a:gd name="T8" fmla="*/ 3 w 61"/>
                <a:gd name="T9" fmla="*/ 49 h 87"/>
                <a:gd name="T10" fmla="*/ 50 w 61"/>
                <a:gd name="T11" fmla="*/ 86 h 87"/>
                <a:gd name="T12" fmla="*/ 54 w 61"/>
                <a:gd name="T13" fmla="*/ 87 h 87"/>
                <a:gd name="T14" fmla="*/ 57 w 61"/>
                <a:gd name="T15" fmla="*/ 87 h 87"/>
                <a:gd name="T16" fmla="*/ 61 w 61"/>
                <a:gd name="T17" fmla="*/ 81 h 87"/>
                <a:gd name="T18" fmla="*/ 61 w 61"/>
                <a:gd name="T19" fmla="*/ 7 h 87"/>
                <a:gd name="T20" fmla="*/ 57 w 61"/>
                <a:gd name="T21" fmla="*/ 1 h 87"/>
                <a:gd name="T22" fmla="*/ 47 w 61"/>
                <a:gd name="T23" fmla="*/ 67 h 87"/>
                <a:gd name="T24" fmla="*/ 18 w 61"/>
                <a:gd name="T25" fmla="*/ 44 h 87"/>
                <a:gd name="T26" fmla="*/ 47 w 61"/>
                <a:gd name="T27" fmla="*/ 21 h 87"/>
                <a:gd name="T28" fmla="*/ 47 w 61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87">
                  <a:moveTo>
                    <a:pt x="57" y="1"/>
                  </a:moveTo>
                  <a:cubicBezTo>
                    <a:pt x="55" y="0"/>
                    <a:pt x="52" y="0"/>
                    <a:pt x="50" y="2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1" y="40"/>
                    <a:pt x="0" y="42"/>
                    <a:pt x="0" y="44"/>
                  </a:cubicBezTo>
                  <a:cubicBezTo>
                    <a:pt x="0" y="46"/>
                    <a:pt x="1" y="48"/>
                    <a:pt x="3" y="49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7"/>
                    <a:pt x="53" y="87"/>
                    <a:pt x="54" y="87"/>
                  </a:cubicBezTo>
                  <a:cubicBezTo>
                    <a:pt x="55" y="87"/>
                    <a:pt x="56" y="87"/>
                    <a:pt x="57" y="87"/>
                  </a:cubicBezTo>
                  <a:cubicBezTo>
                    <a:pt x="59" y="86"/>
                    <a:pt x="61" y="83"/>
                    <a:pt x="61" y="81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4"/>
                    <a:pt x="59" y="2"/>
                    <a:pt x="57" y="1"/>
                  </a:cubicBezTo>
                  <a:close/>
                  <a:moveTo>
                    <a:pt x="47" y="67"/>
                  </a:moveTo>
                  <a:cubicBezTo>
                    <a:pt x="18" y="44"/>
                    <a:pt x="18" y="44"/>
                    <a:pt x="18" y="44"/>
                  </a:cubicBezTo>
                  <a:cubicBezTo>
                    <a:pt x="47" y="21"/>
                    <a:pt x="47" y="21"/>
                    <a:pt x="47" y="21"/>
                  </a:cubicBezTo>
                  <a:lnTo>
                    <a:pt x="47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Freeform 187"/>
            <p:cNvSpPr>
              <a:spLocks noEditPoints="1"/>
            </p:cNvSpPr>
            <p:nvPr/>
          </p:nvSpPr>
          <p:spPr bwMode="auto">
            <a:xfrm>
              <a:off x="7026276" y="2447925"/>
              <a:ext cx="87313" cy="128587"/>
            </a:xfrm>
            <a:custGeom>
              <a:avLst/>
              <a:gdLst>
                <a:gd name="T0" fmla="*/ 56 w 60"/>
                <a:gd name="T1" fmla="*/ 1 h 87"/>
                <a:gd name="T2" fmla="*/ 49 w 60"/>
                <a:gd name="T3" fmla="*/ 2 h 87"/>
                <a:gd name="T4" fmla="*/ 2 w 60"/>
                <a:gd name="T5" fmla="*/ 39 h 87"/>
                <a:gd name="T6" fmla="*/ 0 w 60"/>
                <a:gd name="T7" fmla="*/ 44 h 87"/>
                <a:gd name="T8" fmla="*/ 2 w 60"/>
                <a:gd name="T9" fmla="*/ 49 h 87"/>
                <a:gd name="T10" fmla="*/ 49 w 60"/>
                <a:gd name="T11" fmla="*/ 86 h 87"/>
                <a:gd name="T12" fmla="*/ 53 w 60"/>
                <a:gd name="T13" fmla="*/ 87 h 87"/>
                <a:gd name="T14" fmla="*/ 56 w 60"/>
                <a:gd name="T15" fmla="*/ 87 h 87"/>
                <a:gd name="T16" fmla="*/ 60 w 60"/>
                <a:gd name="T17" fmla="*/ 81 h 87"/>
                <a:gd name="T18" fmla="*/ 60 w 60"/>
                <a:gd name="T19" fmla="*/ 7 h 87"/>
                <a:gd name="T20" fmla="*/ 56 w 60"/>
                <a:gd name="T21" fmla="*/ 1 h 87"/>
                <a:gd name="T22" fmla="*/ 47 w 60"/>
                <a:gd name="T23" fmla="*/ 67 h 87"/>
                <a:gd name="T24" fmla="*/ 17 w 60"/>
                <a:gd name="T25" fmla="*/ 44 h 87"/>
                <a:gd name="T26" fmla="*/ 47 w 60"/>
                <a:gd name="T27" fmla="*/ 21 h 87"/>
                <a:gd name="T28" fmla="*/ 47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56" y="1"/>
                  </a:moveTo>
                  <a:cubicBezTo>
                    <a:pt x="54" y="0"/>
                    <a:pt x="51" y="0"/>
                    <a:pt x="49" y="2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0" y="40"/>
                    <a:pt x="0" y="42"/>
                    <a:pt x="0" y="44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50" y="87"/>
                    <a:pt x="52" y="87"/>
                    <a:pt x="53" y="87"/>
                  </a:cubicBezTo>
                  <a:cubicBezTo>
                    <a:pt x="54" y="87"/>
                    <a:pt x="55" y="87"/>
                    <a:pt x="56" y="87"/>
                  </a:cubicBezTo>
                  <a:cubicBezTo>
                    <a:pt x="58" y="86"/>
                    <a:pt x="60" y="83"/>
                    <a:pt x="60" y="81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4"/>
                    <a:pt x="58" y="2"/>
                    <a:pt x="56" y="1"/>
                  </a:cubicBezTo>
                  <a:close/>
                  <a:moveTo>
                    <a:pt x="47" y="67"/>
                  </a:moveTo>
                  <a:cubicBezTo>
                    <a:pt x="17" y="44"/>
                    <a:pt x="17" y="44"/>
                    <a:pt x="17" y="44"/>
                  </a:cubicBezTo>
                  <a:cubicBezTo>
                    <a:pt x="47" y="21"/>
                    <a:pt x="47" y="21"/>
                    <a:pt x="47" y="21"/>
                  </a:cubicBezTo>
                  <a:lnTo>
                    <a:pt x="47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7356476" y="1953282"/>
            <a:ext cx="317500" cy="317500"/>
            <a:chOff x="7356476" y="2352675"/>
            <a:chExt cx="317500" cy="317500"/>
          </a:xfrm>
        </p:grpSpPr>
        <p:sp>
          <p:nvSpPr>
            <p:cNvPr id="217" name="Freeform 188"/>
            <p:cNvSpPr>
              <a:spLocks noEditPoints="1"/>
            </p:cNvSpPr>
            <p:nvPr/>
          </p:nvSpPr>
          <p:spPr bwMode="auto">
            <a:xfrm>
              <a:off x="7356476" y="2352675"/>
              <a:ext cx="317500" cy="317500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4 w 215"/>
                <a:gd name="T11" fmla="*/ 184 h 215"/>
                <a:gd name="T12" fmla="*/ 215 w 215"/>
                <a:gd name="T13" fmla="*/ 108 h 215"/>
                <a:gd name="T14" fmla="*/ 184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2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7"/>
                    <a:pt x="12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4" y="184"/>
                  </a:cubicBezTo>
                  <a:cubicBezTo>
                    <a:pt x="204" y="163"/>
                    <a:pt x="215" y="137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ubicBezTo>
                    <a:pt x="59" y="24"/>
                    <a:pt x="83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8" name="Freeform 189"/>
            <p:cNvSpPr>
              <a:spLocks noEditPoints="1"/>
            </p:cNvSpPr>
            <p:nvPr/>
          </p:nvSpPr>
          <p:spPr bwMode="auto">
            <a:xfrm>
              <a:off x="7480301" y="2447925"/>
              <a:ext cx="90488" cy="128587"/>
            </a:xfrm>
            <a:custGeom>
              <a:avLst/>
              <a:gdLst>
                <a:gd name="T0" fmla="*/ 58 w 61"/>
                <a:gd name="T1" fmla="*/ 39 h 87"/>
                <a:gd name="T2" fmla="*/ 11 w 61"/>
                <a:gd name="T3" fmla="*/ 2 h 87"/>
                <a:gd name="T4" fmla="*/ 4 w 61"/>
                <a:gd name="T5" fmla="*/ 1 h 87"/>
                <a:gd name="T6" fmla="*/ 0 w 61"/>
                <a:gd name="T7" fmla="*/ 7 h 87"/>
                <a:gd name="T8" fmla="*/ 0 w 61"/>
                <a:gd name="T9" fmla="*/ 81 h 87"/>
                <a:gd name="T10" fmla="*/ 4 w 61"/>
                <a:gd name="T11" fmla="*/ 87 h 87"/>
                <a:gd name="T12" fmla="*/ 7 w 61"/>
                <a:gd name="T13" fmla="*/ 87 h 87"/>
                <a:gd name="T14" fmla="*/ 11 w 61"/>
                <a:gd name="T15" fmla="*/ 86 h 87"/>
                <a:gd name="T16" fmla="*/ 58 w 61"/>
                <a:gd name="T17" fmla="*/ 49 h 87"/>
                <a:gd name="T18" fmla="*/ 61 w 61"/>
                <a:gd name="T19" fmla="*/ 44 h 87"/>
                <a:gd name="T20" fmla="*/ 58 w 61"/>
                <a:gd name="T21" fmla="*/ 39 h 87"/>
                <a:gd name="T22" fmla="*/ 14 w 61"/>
                <a:gd name="T23" fmla="*/ 67 h 87"/>
                <a:gd name="T24" fmla="*/ 14 w 61"/>
                <a:gd name="T25" fmla="*/ 21 h 87"/>
                <a:gd name="T26" fmla="*/ 43 w 61"/>
                <a:gd name="T27" fmla="*/ 44 h 87"/>
                <a:gd name="T28" fmla="*/ 14 w 61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87">
                  <a:moveTo>
                    <a:pt x="58" y="39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60" y="48"/>
                    <a:pt x="61" y="46"/>
                    <a:pt x="61" y="44"/>
                  </a:cubicBezTo>
                  <a:cubicBezTo>
                    <a:pt x="61" y="42"/>
                    <a:pt x="60" y="40"/>
                    <a:pt x="58" y="39"/>
                  </a:cubicBezTo>
                  <a:close/>
                  <a:moveTo>
                    <a:pt x="14" y="67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4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19" name="Freeform 190"/>
          <p:cNvSpPr>
            <a:spLocks noEditPoints="1"/>
          </p:cNvSpPr>
          <p:nvPr/>
        </p:nvSpPr>
        <p:spPr bwMode="auto">
          <a:xfrm>
            <a:off x="7356476" y="972207"/>
            <a:ext cx="317500" cy="317500"/>
          </a:xfrm>
          <a:custGeom>
            <a:avLst/>
            <a:gdLst>
              <a:gd name="T0" fmla="*/ 41 w 215"/>
              <a:gd name="T1" fmla="*/ 181 h 215"/>
              <a:gd name="T2" fmla="*/ 72 w 215"/>
              <a:gd name="T3" fmla="*/ 166 h 215"/>
              <a:gd name="T4" fmla="*/ 128 w 215"/>
              <a:gd name="T5" fmla="*/ 186 h 215"/>
              <a:gd name="T6" fmla="*/ 161 w 215"/>
              <a:gd name="T7" fmla="*/ 215 h 215"/>
              <a:gd name="T8" fmla="*/ 195 w 215"/>
              <a:gd name="T9" fmla="*/ 181 h 215"/>
              <a:gd name="T10" fmla="*/ 161 w 215"/>
              <a:gd name="T11" fmla="*/ 148 h 215"/>
              <a:gd name="T12" fmla="*/ 129 w 215"/>
              <a:gd name="T13" fmla="*/ 172 h 215"/>
              <a:gd name="T14" fmla="*/ 79 w 215"/>
              <a:gd name="T15" fmla="*/ 154 h 215"/>
              <a:gd name="T16" fmla="*/ 81 w 215"/>
              <a:gd name="T17" fmla="*/ 141 h 215"/>
              <a:gd name="T18" fmla="*/ 74 w 215"/>
              <a:gd name="T19" fmla="*/ 118 h 215"/>
              <a:gd name="T20" fmla="*/ 136 w 215"/>
              <a:gd name="T21" fmla="*/ 81 h 215"/>
              <a:gd name="T22" fmla="*/ 168 w 215"/>
              <a:gd name="T23" fmla="*/ 94 h 215"/>
              <a:gd name="T24" fmla="*/ 215 w 215"/>
              <a:gd name="T25" fmla="*/ 47 h 215"/>
              <a:gd name="T26" fmla="*/ 168 w 215"/>
              <a:gd name="T27" fmla="*/ 0 h 215"/>
              <a:gd name="T28" fmla="*/ 121 w 215"/>
              <a:gd name="T29" fmla="*/ 47 h 215"/>
              <a:gd name="T30" fmla="*/ 127 w 215"/>
              <a:gd name="T31" fmla="*/ 71 h 215"/>
              <a:gd name="T32" fmla="*/ 64 w 215"/>
              <a:gd name="T33" fmla="*/ 108 h 215"/>
              <a:gd name="T34" fmla="*/ 41 w 215"/>
              <a:gd name="T35" fmla="*/ 101 h 215"/>
              <a:gd name="T36" fmla="*/ 0 w 215"/>
              <a:gd name="T37" fmla="*/ 141 h 215"/>
              <a:gd name="T38" fmla="*/ 41 w 215"/>
              <a:gd name="T39" fmla="*/ 181 h 215"/>
              <a:gd name="T40" fmla="*/ 161 w 215"/>
              <a:gd name="T41" fmla="*/ 161 h 215"/>
              <a:gd name="T42" fmla="*/ 181 w 215"/>
              <a:gd name="T43" fmla="*/ 181 h 215"/>
              <a:gd name="T44" fmla="*/ 161 w 215"/>
              <a:gd name="T45" fmla="*/ 202 h 215"/>
              <a:gd name="T46" fmla="*/ 141 w 215"/>
              <a:gd name="T47" fmla="*/ 181 h 215"/>
              <a:gd name="T48" fmla="*/ 161 w 215"/>
              <a:gd name="T49" fmla="*/ 161 h 215"/>
              <a:gd name="T50" fmla="*/ 168 w 215"/>
              <a:gd name="T51" fmla="*/ 14 h 215"/>
              <a:gd name="T52" fmla="*/ 202 w 215"/>
              <a:gd name="T53" fmla="*/ 47 h 215"/>
              <a:gd name="T54" fmla="*/ 168 w 215"/>
              <a:gd name="T55" fmla="*/ 81 h 215"/>
              <a:gd name="T56" fmla="*/ 135 w 215"/>
              <a:gd name="T57" fmla="*/ 47 h 215"/>
              <a:gd name="T58" fmla="*/ 168 w 215"/>
              <a:gd name="T59" fmla="*/ 14 h 215"/>
              <a:gd name="T60" fmla="*/ 41 w 215"/>
              <a:gd name="T61" fmla="*/ 114 h 215"/>
              <a:gd name="T62" fmla="*/ 67 w 215"/>
              <a:gd name="T63" fmla="*/ 141 h 215"/>
              <a:gd name="T64" fmla="*/ 41 w 215"/>
              <a:gd name="T65" fmla="*/ 168 h 215"/>
              <a:gd name="T66" fmla="*/ 14 w 215"/>
              <a:gd name="T67" fmla="*/ 141 h 215"/>
              <a:gd name="T68" fmla="*/ 41 w 215"/>
              <a:gd name="T69" fmla="*/ 11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15" h="215">
                <a:moveTo>
                  <a:pt x="41" y="181"/>
                </a:moveTo>
                <a:cubicBezTo>
                  <a:pt x="54" y="181"/>
                  <a:pt x="65" y="175"/>
                  <a:pt x="72" y="166"/>
                </a:cubicBezTo>
                <a:cubicBezTo>
                  <a:pt x="128" y="186"/>
                  <a:pt x="128" y="186"/>
                  <a:pt x="128" y="186"/>
                </a:cubicBezTo>
                <a:cubicBezTo>
                  <a:pt x="131" y="202"/>
                  <a:pt x="144" y="215"/>
                  <a:pt x="161" y="215"/>
                </a:cubicBezTo>
                <a:cubicBezTo>
                  <a:pt x="180" y="215"/>
                  <a:pt x="195" y="200"/>
                  <a:pt x="195" y="181"/>
                </a:cubicBezTo>
                <a:cubicBezTo>
                  <a:pt x="195" y="163"/>
                  <a:pt x="180" y="148"/>
                  <a:pt x="161" y="148"/>
                </a:cubicBezTo>
                <a:cubicBezTo>
                  <a:pt x="146" y="148"/>
                  <a:pt x="133" y="158"/>
                  <a:pt x="129" y="172"/>
                </a:cubicBezTo>
                <a:cubicBezTo>
                  <a:pt x="79" y="154"/>
                  <a:pt x="79" y="154"/>
                  <a:pt x="79" y="154"/>
                </a:cubicBezTo>
                <a:cubicBezTo>
                  <a:pt x="80" y="150"/>
                  <a:pt x="81" y="146"/>
                  <a:pt x="81" y="141"/>
                </a:cubicBezTo>
                <a:cubicBezTo>
                  <a:pt x="81" y="133"/>
                  <a:pt x="78" y="125"/>
                  <a:pt x="74" y="118"/>
                </a:cubicBezTo>
                <a:cubicBezTo>
                  <a:pt x="136" y="81"/>
                  <a:pt x="136" y="81"/>
                  <a:pt x="136" y="81"/>
                </a:cubicBezTo>
                <a:cubicBezTo>
                  <a:pt x="144" y="89"/>
                  <a:pt x="156" y="94"/>
                  <a:pt x="168" y="94"/>
                </a:cubicBezTo>
                <a:cubicBezTo>
                  <a:pt x="194" y="94"/>
                  <a:pt x="215" y="73"/>
                  <a:pt x="215" y="47"/>
                </a:cubicBezTo>
                <a:cubicBezTo>
                  <a:pt x="215" y="21"/>
                  <a:pt x="194" y="0"/>
                  <a:pt x="168" y="0"/>
                </a:cubicBezTo>
                <a:cubicBezTo>
                  <a:pt x="142" y="0"/>
                  <a:pt x="121" y="21"/>
                  <a:pt x="121" y="47"/>
                </a:cubicBezTo>
                <a:cubicBezTo>
                  <a:pt x="121" y="56"/>
                  <a:pt x="123" y="64"/>
                  <a:pt x="127" y="71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57" y="104"/>
                  <a:pt x="49" y="101"/>
                  <a:pt x="41" y="101"/>
                </a:cubicBezTo>
                <a:cubicBezTo>
                  <a:pt x="18" y="101"/>
                  <a:pt x="0" y="119"/>
                  <a:pt x="0" y="141"/>
                </a:cubicBezTo>
                <a:cubicBezTo>
                  <a:pt x="0" y="163"/>
                  <a:pt x="18" y="181"/>
                  <a:pt x="41" y="181"/>
                </a:cubicBezTo>
                <a:close/>
                <a:moveTo>
                  <a:pt x="161" y="161"/>
                </a:moveTo>
                <a:cubicBezTo>
                  <a:pt x="172" y="161"/>
                  <a:pt x="181" y="170"/>
                  <a:pt x="181" y="181"/>
                </a:cubicBezTo>
                <a:cubicBezTo>
                  <a:pt x="181" y="192"/>
                  <a:pt x="172" y="202"/>
                  <a:pt x="161" y="202"/>
                </a:cubicBezTo>
                <a:cubicBezTo>
                  <a:pt x="150" y="202"/>
                  <a:pt x="141" y="192"/>
                  <a:pt x="141" y="181"/>
                </a:cubicBezTo>
                <a:cubicBezTo>
                  <a:pt x="141" y="170"/>
                  <a:pt x="150" y="161"/>
                  <a:pt x="161" y="161"/>
                </a:cubicBezTo>
                <a:close/>
                <a:moveTo>
                  <a:pt x="168" y="14"/>
                </a:moveTo>
                <a:cubicBezTo>
                  <a:pt x="187" y="14"/>
                  <a:pt x="202" y="29"/>
                  <a:pt x="202" y="47"/>
                </a:cubicBezTo>
                <a:cubicBezTo>
                  <a:pt x="202" y="66"/>
                  <a:pt x="187" y="81"/>
                  <a:pt x="168" y="81"/>
                </a:cubicBezTo>
                <a:cubicBezTo>
                  <a:pt x="150" y="81"/>
                  <a:pt x="135" y="66"/>
                  <a:pt x="135" y="47"/>
                </a:cubicBezTo>
                <a:cubicBezTo>
                  <a:pt x="135" y="29"/>
                  <a:pt x="150" y="14"/>
                  <a:pt x="168" y="14"/>
                </a:cubicBezTo>
                <a:close/>
                <a:moveTo>
                  <a:pt x="41" y="114"/>
                </a:moveTo>
                <a:cubicBezTo>
                  <a:pt x="55" y="114"/>
                  <a:pt x="67" y="126"/>
                  <a:pt x="67" y="141"/>
                </a:cubicBezTo>
                <a:cubicBezTo>
                  <a:pt x="67" y="156"/>
                  <a:pt x="55" y="168"/>
                  <a:pt x="41" y="168"/>
                </a:cubicBezTo>
                <a:cubicBezTo>
                  <a:pt x="26" y="168"/>
                  <a:pt x="14" y="156"/>
                  <a:pt x="14" y="141"/>
                </a:cubicBezTo>
                <a:cubicBezTo>
                  <a:pt x="14" y="126"/>
                  <a:pt x="26" y="114"/>
                  <a:pt x="41" y="11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45" name="Group 244"/>
          <p:cNvGrpSpPr/>
          <p:nvPr/>
        </p:nvGrpSpPr>
        <p:grpSpPr>
          <a:xfrm>
            <a:off x="3433764" y="1483382"/>
            <a:ext cx="317500" cy="277812"/>
            <a:chOff x="3433764" y="1882775"/>
            <a:chExt cx="317500" cy="277812"/>
          </a:xfrm>
        </p:grpSpPr>
        <p:sp>
          <p:nvSpPr>
            <p:cNvPr id="220" name="Freeform 191"/>
            <p:cNvSpPr>
              <a:spLocks/>
            </p:cNvSpPr>
            <p:nvPr/>
          </p:nvSpPr>
          <p:spPr bwMode="auto">
            <a:xfrm>
              <a:off x="3543301" y="1979612"/>
              <a:ext cx="100013" cy="180975"/>
            </a:xfrm>
            <a:custGeom>
              <a:avLst/>
              <a:gdLst>
                <a:gd name="T0" fmla="*/ 34 w 68"/>
                <a:gd name="T1" fmla="*/ 122 h 122"/>
                <a:gd name="T2" fmla="*/ 40 w 68"/>
                <a:gd name="T3" fmla="*/ 115 h 122"/>
                <a:gd name="T4" fmla="*/ 40 w 68"/>
                <a:gd name="T5" fmla="*/ 24 h 122"/>
                <a:gd name="T6" fmla="*/ 56 w 68"/>
                <a:gd name="T7" fmla="*/ 39 h 122"/>
                <a:gd name="T8" fmla="*/ 61 w 68"/>
                <a:gd name="T9" fmla="*/ 41 h 122"/>
                <a:gd name="T10" fmla="*/ 65 w 68"/>
                <a:gd name="T11" fmla="*/ 39 h 122"/>
                <a:gd name="T12" fmla="*/ 65 w 68"/>
                <a:gd name="T13" fmla="*/ 30 h 122"/>
                <a:gd name="T14" fmla="*/ 38 w 68"/>
                <a:gd name="T15" fmla="*/ 3 h 122"/>
                <a:gd name="T16" fmla="*/ 29 w 68"/>
                <a:gd name="T17" fmla="*/ 3 h 122"/>
                <a:gd name="T18" fmla="*/ 2 w 68"/>
                <a:gd name="T19" fmla="*/ 30 h 122"/>
                <a:gd name="T20" fmla="*/ 2 w 68"/>
                <a:gd name="T21" fmla="*/ 39 h 122"/>
                <a:gd name="T22" fmla="*/ 12 w 68"/>
                <a:gd name="T23" fmla="*/ 39 h 122"/>
                <a:gd name="T24" fmla="*/ 27 w 68"/>
                <a:gd name="T25" fmla="*/ 24 h 122"/>
                <a:gd name="T26" fmla="*/ 27 w 68"/>
                <a:gd name="T27" fmla="*/ 115 h 122"/>
                <a:gd name="T28" fmla="*/ 34 w 68"/>
                <a:gd name="T2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2">
                  <a:moveTo>
                    <a:pt x="34" y="122"/>
                  </a:moveTo>
                  <a:cubicBezTo>
                    <a:pt x="37" y="122"/>
                    <a:pt x="40" y="119"/>
                    <a:pt x="40" y="115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7" y="40"/>
                    <a:pt x="59" y="41"/>
                    <a:pt x="61" y="41"/>
                  </a:cubicBezTo>
                  <a:cubicBezTo>
                    <a:pt x="62" y="41"/>
                    <a:pt x="64" y="40"/>
                    <a:pt x="65" y="39"/>
                  </a:cubicBezTo>
                  <a:cubicBezTo>
                    <a:pt x="68" y="37"/>
                    <a:pt x="68" y="32"/>
                    <a:pt x="65" y="3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6" y="0"/>
                    <a:pt x="32" y="0"/>
                    <a:pt x="29" y="3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32"/>
                    <a:pt x="0" y="37"/>
                    <a:pt x="2" y="39"/>
                  </a:cubicBezTo>
                  <a:cubicBezTo>
                    <a:pt x="5" y="42"/>
                    <a:pt x="9" y="42"/>
                    <a:pt x="12" y="39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9"/>
                    <a:pt x="30" y="122"/>
                    <a:pt x="34" y="1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Freeform 192"/>
            <p:cNvSpPr>
              <a:spLocks/>
            </p:cNvSpPr>
            <p:nvPr/>
          </p:nvSpPr>
          <p:spPr bwMode="auto">
            <a:xfrm>
              <a:off x="3433764" y="1882775"/>
              <a:ext cx="317500" cy="198437"/>
            </a:xfrm>
            <a:custGeom>
              <a:avLst/>
              <a:gdLst>
                <a:gd name="T0" fmla="*/ 7 w 215"/>
                <a:gd name="T1" fmla="*/ 134 h 134"/>
                <a:gd name="T2" fmla="*/ 81 w 215"/>
                <a:gd name="T3" fmla="*/ 134 h 134"/>
                <a:gd name="T4" fmla="*/ 88 w 215"/>
                <a:gd name="T5" fmla="*/ 127 h 134"/>
                <a:gd name="T6" fmla="*/ 81 w 215"/>
                <a:gd name="T7" fmla="*/ 121 h 134"/>
                <a:gd name="T8" fmla="*/ 14 w 215"/>
                <a:gd name="T9" fmla="*/ 121 h 134"/>
                <a:gd name="T10" fmla="*/ 14 w 215"/>
                <a:gd name="T11" fmla="*/ 13 h 134"/>
                <a:gd name="T12" fmla="*/ 202 w 215"/>
                <a:gd name="T13" fmla="*/ 13 h 134"/>
                <a:gd name="T14" fmla="*/ 202 w 215"/>
                <a:gd name="T15" fmla="*/ 121 h 134"/>
                <a:gd name="T16" fmla="*/ 135 w 215"/>
                <a:gd name="T17" fmla="*/ 121 h 134"/>
                <a:gd name="T18" fmla="*/ 128 w 215"/>
                <a:gd name="T19" fmla="*/ 127 h 134"/>
                <a:gd name="T20" fmla="*/ 135 w 215"/>
                <a:gd name="T21" fmla="*/ 134 h 134"/>
                <a:gd name="T22" fmla="*/ 208 w 215"/>
                <a:gd name="T23" fmla="*/ 134 h 134"/>
                <a:gd name="T24" fmla="*/ 215 w 215"/>
                <a:gd name="T25" fmla="*/ 127 h 134"/>
                <a:gd name="T26" fmla="*/ 215 w 215"/>
                <a:gd name="T27" fmla="*/ 7 h 134"/>
                <a:gd name="T28" fmla="*/ 208 w 215"/>
                <a:gd name="T29" fmla="*/ 0 h 134"/>
                <a:gd name="T30" fmla="*/ 7 w 215"/>
                <a:gd name="T31" fmla="*/ 0 h 134"/>
                <a:gd name="T32" fmla="*/ 0 w 215"/>
                <a:gd name="T33" fmla="*/ 7 h 134"/>
                <a:gd name="T34" fmla="*/ 0 w 215"/>
                <a:gd name="T35" fmla="*/ 127 h 134"/>
                <a:gd name="T36" fmla="*/ 7 w 215"/>
                <a:gd name="T3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34">
                  <a:moveTo>
                    <a:pt x="7" y="134"/>
                  </a:moveTo>
                  <a:cubicBezTo>
                    <a:pt x="81" y="134"/>
                    <a:pt x="81" y="134"/>
                    <a:pt x="81" y="134"/>
                  </a:cubicBezTo>
                  <a:cubicBezTo>
                    <a:pt x="85" y="134"/>
                    <a:pt x="88" y="131"/>
                    <a:pt x="88" y="127"/>
                  </a:cubicBezTo>
                  <a:cubicBezTo>
                    <a:pt x="88" y="124"/>
                    <a:pt x="85" y="121"/>
                    <a:pt x="81" y="121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02" y="13"/>
                    <a:pt x="202" y="13"/>
                    <a:pt x="202" y="13"/>
                  </a:cubicBezTo>
                  <a:cubicBezTo>
                    <a:pt x="202" y="121"/>
                    <a:pt x="202" y="121"/>
                    <a:pt x="202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1" y="121"/>
                    <a:pt x="128" y="124"/>
                    <a:pt x="128" y="127"/>
                  </a:cubicBezTo>
                  <a:cubicBezTo>
                    <a:pt x="128" y="131"/>
                    <a:pt x="131" y="134"/>
                    <a:pt x="135" y="134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12" y="134"/>
                    <a:pt x="215" y="131"/>
                    <a:pt x="215" y="127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1"/>
                    <a:pt x="3" y="134"/>
                    <a:pt x="7" y="1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3924301" y="1483382"/>
            <a:ext cx="317500" cy="277812"/>
            <a:chOff x="3924301" y="1882775"/>
            <a:chExt cx="317500" cy="277812"/>
          </a:xfrm>
        </p:grpSpPr>
        <p:sp>
          <p:nvSpPr>
            <p:cNvPr id="222" name="Freeform 193"/>
            <p:cNvSpPr>
              <a:spLocks/>
            </p:cNvSpPr>
            <p:nvPr/>
          </p:nvSpPr>
          <p:spPr bwMode="auto">
            <a:xfrm>
              <a:off x="4033839" y="1981200"/>
              <a:ext cx="100013" cy="179387"/>
            </a:xfrm>
            <a:custGeom>
              <a:avLst/>
              <a:gdLst>
                <a:gd name="T0" fmla="*/ 34 w 68"/>
                <a:gd name="T1" fmla="*/ 0 h 121"/>
                <a:gd name="T2" fmla="*/ 27 w 68"/>
                <a:gd name="T3" fmla="*/ 7 h 121"/>
                <a:gd name="T4" fmla="*/ 27 w 68"/>
                <a:gd name="T5" fmla="*/ 98 h 121"/>
                <a:gd name="T6" fmla="*/ 12 w 68"/>
                <a:gd name="T7" fmla="*/ 82 h 121"/>
                <a:gd name="T8" fmla="*/ 2 w 68"/>
                <a:gd name="T9" fmla="*/ 82 h 121"/>
                <a:gd name="T10" fmla="*/ 2 w 68"/>
                <a:gd name="T11" fmla="*/ 92 h 121"/>
                <a:gd name="T12" fmla="*/ 29 w 68"/>
                <a:gd name="T13" fmla="*/ 119 h 121"/>
                <a:gd name="T14" fmla="*/ 34 w 68"/>
                <a:gd name="T15" fmla="*/ 121 h 121"/>
                <a:gd name="T16" fmla="*/ 39 w 68"/>
                <a:gd name="T17" fmla="*/ 119 h 121"/>
                <a:gd name="T18" fmla="*/ 65 w 68"/>
                <a:gd name="T19" fmla="*/ 92 h 121"/>
                <a:gd name="T20" fmla="*/ 65 w 68"/>
                <a:gd name="T21" fmla="*/ 82 h 121"/>
                <a:gd name="T22" fmla="*/ 56 w 68"/>
                <a:gd name="T23" fmla="*/ 82 h 121"/>
                <a:gd name="T24" fmla="*/ 41 w 68"/>
                <a:gd name="T25" fmla="*/ 98 h 121"/>
                <a:gd name="T26" fmla="*/ 41 w 68"/>
                <a:gd name="T27" fmla="*/ 7 h 121"/>
                <a:gd name="T28" fmla="*/ 34 w 68"/>
                <a:gd name="T2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1">
                  <a:moveTo>
                    <a:pt x="34" y="0"/>
                  </a:moveTo>
                  <a:cubicBezTo>
                    <a:pt x="30" y="0"/>
                    <a:pt x="27" y="3"/>
                    <a:pt x="27" y="7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9" y="80"/>
                    <a:pt x="5" y="80"/>
                    <a:pt x="2" y="82"/>
                  </a:cubicBezTo>
                  <a:cubicBezTo>
                    <a:pt x="0" y="85"/>
                    <a:pt x="0" y="89"/>
                    <a:pt x="2" y="92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30" y="120"/>
                    <a:pt x="32" y="121"/>
                    <a:pt x="34" y="121"/>
                  </a:cubicBezTo>
                  <a:cubicBezTo>
                    <a:pt x="36" y="121"/>
                    <a:pt x="37" y="120"/>
                    <a:pt x="39" y="119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68" y="89"/>
                    <a:pt x="68" y="85"/>
                    <a:pt x="65" y="82"/>
                  </a:cubicBezTo>
                  <a:cubicBezTo>
                    <a:pt x="63" y="80"/>
                    <a:pt x="59" y="80"/>
                    <a:pt x="56" y="82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Freeform 194"/>
            <p:cNvSpPr>
              <a:spLocks/>
            </p:cNvSpPr>
            <p:nvPr/>
          </p:nvSpPr>
          <p:spPr bwMode="auto">
            <a:xfrm>
              <a:off x="3924301" y="1882775"/>
              <a:ext cx="317500" cy="198437"/>
            </a:xfrm>
            <a:custGeom>
              <a:avLst/>
              <a:gdLst>
                <a:gd name="T0" fmla="*/ 208 w 215"/>
                <a:gd name="T1" fmla="*/ 0 h 134"/>
                <a:gd name="T2" fmla="*/ 7 w 215"/>
                <a:gd name="T3" fmla="*/ 0 h 134"/>
                <a:gd name="T4" fmla="*/ 0 w 215"/>
                <a:gd name="T5" fmla="*/ 7 h 134"/>
                <a:gd name="T6" fmla="*/ 0 w 215"/>
                <a:gd name="T7" fmla="*/ 127 h 134"/>
                <a:gd name="T8" fmla="*/ 7 w 215"/>
                <a:gd name="T9" fmla="*/ 134 h 134"/>
                <a:gd name="T10" fmla="*/ 81 w 215"/>
                <a:gd name="T11" fmla="*/ 134 h 134"/>
                <a:gd name="T12" fmla="*/ 88 w 215"/>
                <a:gd name="T13" fmla="*/ 127 h 134"/>
                <a:gd name="T14" fmla="*/ 81 w 215"/>
                <a:gd name="T15" fmla="*/ 121 h 134"/>
                <a:gd name="T16" fmla="*/ 14 w 215"/>
                <a:gd name="T17" fmla="*/ 121 h 134"/>
                <a:gd name="T18" fmla="*/ 14 w 215"/>
                <a:gd name="T19" fmla="*/ 13 h 134"/>
                <a:gd name="T20" fmla="*/ 202 w 215"/>
                <a:gd name="T21" fmla="*/ 13 h 134"/>
                <a:gd name="T22" fmla="*/ 202 w 215"/>
                <a:gd name="T23" fmla="*/ 121 h 134"/>
                <a:gd name="T24" fmla="*/ 135 w 215"/>
                <a:gd name="T25" fmla="*/ 121 h 134"/>
                <a:gd name="T26" fmla="*/ 128 w 215"/>
                <a:gd name="T27" fmla="*/ 127 h 134"/>
                <a:gd name="T28" fmla="*/ 135 w 215"/>
                <a:gd name="T29" fmla="*/ 134 h 134"/>
                <a:gd name="T30" fmla="*/ 208 w 215"/>
                <a:gd name="T31" fmla="*/ 134 h 134"/>
                <a:gd name="T32" fmla="*/ 215 w 215"/>
                <a:gd name="T33" fmla="*/ 127 h 134"/>
                <a:gd name="T34" fmla="*/ 215 w 215"/>
                <a:gd name="T35" fmla="*/ 7 h 134"/>
                <a:gd name="T36" fmla="*/ 208 w 215"/>
                <a:gd name="T3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34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1"/>
                    <a:pt x="3" y="134"/>
                    <a:pt x="7" y="134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85" y="134"/>
                    <a:pt x="88" y="131"/>
                    <a:pt x="88" y="127"/>
                  </a:cubicBezTo>
                  <a:cubicBezTo>
                    <a:pt x="88" y="124"/>
                    <a:pt x="85" y="121"/>
                    <a:pt x="81" y="121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02" y="13"/>
                    <a:pt x="202" y="13"/>
                    <a:pt x="202" y="13"/>
                  </a:cubicBezTo>
                  <a:cubicBezTo>
                    <a:pt x="202" y="121"/>
                    <a:pt x="202" y="121"/>
                    <a:pt x="202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1" y="121"/>
                    <a:pt x="128" y="124"/>
                    <a:pt x="128" y="127"/>
                  </a:cubicBezTo>
                  <a:cubicBezTo>
                    <a:pt x="128" y="131"/>
                    <a:pt x="131" y="134"/>
                    <a:pt x="135" y="134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12" y="134"/>
                    <a:pt x="215" y="131"/>
                    <a:pt x="215" y="127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4459289" y="1462744"/>
            <a:ext cx="228600" cy="317500"/>
            <a:chOff x="4459289" y="1862137"/>
            <a:chExt cx="228600" cy="317500"/>
          </a:xfrm>
        </p:grpSpPr>
        <p:sp>
          <p:nvSpPr>
            <p:cNvPr id="224" name="Freeform 195"/>
            <p:cNvSpPr>
              <a:spLocks noEditPoints="1"/>
            </p:cNvSpPr>
            <p:nvPr/>
          </p:nvSpPr>
          <p:spPr bwMode="auto">
            <a:xfrm>
              <a:off x="4533901" y="1936750"/>
              <a:ext cx="79375" cy="79375"/>
            </a:xfrm>
            <a:custGeom>
              <a:avLst/>
              <a:gdLst>
                <a:gd name="T0" fmla="*/ 54 w 54"/>
                <a:gd name="T1" fmla="*/ 27 h 53"/>
                <a:gd name="T2" fmla="*/ 27 w 54"/>
                <a:gd name="T3" fmla="*/ 0 h 53"/>
                <a:gd name="T4" fmla="*/ 0 w 54"/>
                <a:gd name="T5" fmla="*/ 27 h 53"/>
                <a:gd name="T6" fmla="*/ 27 w 54"/>
                <a:gd name="T7" fmla="*/ 53 h 53"/>
                <a:gd name="T8" fmla="*/ 54 w 54"/>
                <a:gd name="T9" fmla="*/ 27 h 53"/>
                <a:gd name="T10" fmla="*/ 14 w 54"/>
                <a:gd name="T11" fmla="*/ 27 h 53"/>
                <a:gd name="T12" fmla="*/ 27 w 54"/>
                <a:gd name="T13" fmla="*/ 13 h 53"/>
                <a:gd name="T14" fmla="*/ 40 w 54"/>
                <a:gd name="T15" fmla="*/ 27 h 53"/>
                <a:gd name="T16" fmla="*/ 27 w 54"/>
                <a:gd name="T17" fmla="*/ 40 h 53"/>
                <a:gd name="T18" fmla="*/ 14 w 54"/>
                <a:gd name="T19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3">
                  <a:moveTo>
                    <a:pt x="54" y="27"/>
                  </a:moveTo>
                  <a:cubicBezTo>
                    <a:pt x="54" y="12"/>
                    <a:pt x="42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1"/>
                    <a:pt x="12" y="53"/>
                    <a:pt x="27" y="53"/>
                  </a:cubicBezTo>
                  <a:cubicBezTo>
                    <a:pt x="42" y="53"/>
                    <a:pt x="54" y="41"/>
                    <a:pt x="54" y="27"/>
                  </a:cubicBezTo>
                  <a:close/>
                  <a:moveTo>
                    <a:pt x="14" y="27"/>
                  </a:moveTo>
                  <a:cubicBezTo>
                    <a:pt x="14" y="19"/>
                    <a:pt x="20" y="13"/>
                    <a:pt x="27" y="13"/>
                  </a:cubicBezTo>
                  <a:cubicBezTo>
                    <a:pt x="34" y="13"/>
                    <a:pt x="40" y="19"/>
                    <a:pt x="40" y="27"/>
                  </a:cubicBezTo>
                  <a:cubicBezTo>
                    <a:pt x="40" y="34"/>
                    <a:pt x="34" y="40"/>
                    <a:pt x="27" y="40"/>
                  </a:cubicBezTo>
                  <a:cubicBezTo>
                    <a:pt x="20" y="40"/>
                    <a:pt x="14" y="34"/>
                    <a:pt x="14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Freeform 196"/>
            <p:cNvSpPr>
              <a:spLocks noEditPoints="1"/>
            </p:cNvSpPr>
            <p:nvPr/>
          </p:nvSpPr>
          <p:spPr bwMode="auto">
            <a:xfrm>
              <a:off x="4459289" y="1862137"/>
              <a:ext cx="228600" cy="317500"/>
            </a:xfrm>
            <a:custGeom>
              <a:avLst/>
              <a:gdLst>
                <a:gd name="T0" fmla="*/ 77 w 154"/>
                <a:gd name="T1" fmla="*/ 215 h 215"/>
                <a:gd name="T2" fmla="*/ 82 w 154"/>
                <a:gd name="T3" fmla="*/ 213 h 215"/>
                <a:gd name="T4" fmla="*/ 154 w 154"/>
                <a:gd name="T5" fmla="*/ 78 h 215"/>
                <a:gd name="T6" fmla="*/ 77 w 154"/>
                <a:gd name="T7" fmla="*/ 0 h 215"/>
                <a:gd name="T8" fmla="*/ 0 w 154"/>
                <a:gd name="T9" fmla="*/ 78 h 215"/>
                <a:gd name="T10" fmla="*/ 72 w 154"/>
                <a:gd name="T11" fmla="*/ 213 h 215"/>
                <a:gd name="T12" fmla="*/ 77 w 154"/>
                <a:gd name="T13" fmla="*/ 215 h 215"/>
                <a:gd name="T14" fmla="*/ 77 w 154"/>
                <a:gd name="T15" fmla="*/ 14 h 215"/>
                <a:gd name="T16" fmla="*/ 141 w 154"/>
                <a:gd name="T17" fmla="*/ 78 h 215"/>
                <a:gd name="T18" fmla="*/ 77 w 154"/>
                <a:gd name="T19" fmla="*/ 198 h 215"/>
                <a:gd name="T20" fmla="*/ 13 w 154"/>
                <a:gd name="T21" fmla="*/ 78 h 215"/>
                <a:gd name="T22" fmla="*/ 77 w 154"/>
                <a:gd name="T23" fmla="*/ 1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4" h="215">
                  <a:moveTo>
                    <a:pt x="77" y="215"/>
                  </a:moveTo>
                  <a:cubicBezTo>
                    <a:pt x="79" y="215"/>
                    <a:pt x="81" y="214"/>
                    <a:pt x="82" y="213"/>
                  </a:cubicBezTo>
                  <a:cubicBezTo>
                    <a:pt x="85" y="209"/>
                    <a:pt x="154" y="130"/>
                    <a:pt x="154" y="78"/>
                  </a:cubicBezTo>
                  <a:cubicBezTo>
                    <a:pt x="154" y="35"/>
                    <a:pt x="119" y="0"/>
                    <a:pt x="77" y="0"/>
                  </a:cubicBezTo>
                  <a:cubicBezTo>
                    <a:pt x="34" y="0"/>
                    <a:pt x="0" y="35"/>
                    <a:pt x="0" y="78"/>
                  </a:cubicBezTo>
                  <a:cubicBezTo>
                    <a:pt x="0" y="130"/>
                    <a:pt x="69" y="209"/>
                    <a:pt x="72" y="213"/>
                  </a:cubicBezTo>
                  <a:cubicBezTo>
                    <a:pt x="73" y="214"/>
                    <a:pt x="75" y="215"/>
                    <a:pt x="77" y="215"/>
                  </a:cubicBezTo>
                  <a:close/>
                  <a:moveTo>
                    <a:pt x="77" y="14"/>
                  </a:moveTo>
                  <a:cubicBezTo>
                    <a:pt x="112" y="14"/>
                    <a:pt x="141" y="42"/>
                    <a:pt x="141" y="78"/>
                  </a:cubicBezTo>
                  <a:cubicBezTo>
                    <a:pt x="141" y="117"/>
                    <a:pt x="93" y="179"/>
                    <a:pt x="77" y="198"/>
                  </a:cubicBezTo>
                  <a:cubicBezTo>
                    <a:pt x="61" y="179"/>
                    <a:pt x="13" y="117"/>
                    <a:pt x="13" y="78"/>
                  </a:cubicBezTo>
                  <a:cubicBezTo>
                    <a:pt x="13" y="42"/>
                    <a:pt x="42" y="14"/>
                    <a:pt x="7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4905376" y="1462744"/>
            <a:ext cx="315913" cy="317500"/>
            <a:chOff x="4905376" y="1862137"/>
            <a:chExt cx="315913" cy="317500"/>
          </a:xfrm>
        </p:grpSpPr>
        <p:sp>
          <p:nvSpPr>
            <p:cNvPr id="226" name="Freeform 197"/>
            <p:cNvSpPr>
              <a:spLocks noEditPoints="1"/>
            </p:cNvSpPr>
            <p:nvPr/>
          </p:nvSpPr>
          <p:spPr bwMode="auto">
            <a:xfrm>
              <a:off x="4905376" y="1862137"/>
              <a:ext cx="315913" cy="317500"/>
            </a:xfrm>
            <a:custGeom>
              <a:avLst/>
              <a:gdLst>
                <a:gd name="T0" fmla="*/ 107 w 214"/>
                <a:gd name="T1" fmla="*/ 0 h 215"/>
                <a:gd name="T2" fmla="*/ 31 w 214"/>
                <a:gd name="T3" fmla="*/ 32 h 215"/>
                <a:gd name="T4" fmla="*/ 0 w 214"/>
                <a:gd name="T5" fmla="*/ 108 h 215"/>
                <a:gd name="T6" fmla="*/ 31 w 214"/>
                <a:gd name="T7" fmla="*/ 184 h 215"/>
                <a:gd name="T8" fmla="*/ 107 w 214"/>
                <a:gd name="T9" fmla="*/ 215 h 215"/>
                <a:gd name="T10" fmla="*/ 183 w 214"/>
                <a:gd name="T11" fmla="*/ 184 h 215"/>
                <a:gd name="T12" fmla="*/ 214 w 214"/>
                <a:gd name="T13" fmla="*/ 108 h 215"/>
                <a:gd name="T14" fmla="*/ 183 w 214"/>
                <a:gd name="T15" fmla="*/ 32 h 215"/>
                <a:gd name="T16" fmla="*/ 107 w 214"/>
                <a:gd name="T17" fmla="*/ 0 h 215"/>
                <a:gd name="T18" fmla="*/ 173 w 214"/>
                <a:gd name="T19" fmla="*/ 174 h 215"/>
                <a:gd name="T20" fmla="*/ 107 w 214"/>
                <a:gd name="T21" fmla="*/ 202 h 215"/>
                <a:gd name="T22" fmla="*/ 41 w 214"/>
                <a:gd name="T23" fmla="*/ 174 h 215"/>
                <a:gd name="T24" fmla="*/ 13 w 214"/>
                <a:gd name="T25" fmla="*/ 108 h 215"/>
                <a:gd name="T26" fmla="*/ 41 w 214"/>
                <a:gd name="T27" fmla="*/ 41 h 215"/>
                <a:gd name="T28" fmla="*/ 107 w 214"/>
                <a:gd name="T29" fmla="*/ 14 h 215"/>
                <a:gd name="T30" fmla="*/ 173 w 214"/>
                <a:gd name="T31" fmla="*/ 41 h 215"/>
                <a:gd name="T32" fmla="*/ 201 w 214"/>
                <a:gd name="T33" fmla="*/ 108 h 215"/>
                <a:gd name="T34" fmla="*/ 173 w 214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4" h="215">
                  <a:moveTo>
                    <a:pt x="107" y="0"/>
                  </a:moveTo>
                  <a:cubicBezTo>
                    <a:pt x="78" y="0"/>
                    <a:pt x="51" y="12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4"/>
                  </a:cubicBezTo>
                  <a:cubicBezTo>
                    <a:pt x="51" y="204"/>
                    <a:pt x="78" y="215"/>
                    <a:pt x="107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3" y="163"/>
                    <a:pt x="214" y="136"/>
                    <a:pt x="214" y="108"/>
                  </a:cubicBezTo>
                  <a:cubicBezTo>
                    <a:pt x="214" y="79"/>
                    <a:pt x="203" y="52"/>
                    <a:pt x="183" y="32"/>
                  </a:cubicBezTo>
                  <a:cubicBezTo>
                    <a:pt x="163" y="12"/>
                    <a:pt x="136" y="0"/>
                    <a:pt x="107" y="0"/>
                  </a:cubicBezTo>
                  <a:close/>
                  <a:moveTo>
                    <a:pt x="173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8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8" y="24"/>
                    <a:pt x="82" y="14"/>
                    <a:pt x="107" y="14"/>
                  </a:cubicBezTo>
                  <a:cubicBezTo>
                    <a:pt x="132" y="14"/>
                    <a:pt x="156" y="24"/>
                    <a:pt x="173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3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Freeform 198"/>
            <p:cNvSpPr>
              <a:spLocks noEditPoints="1"/>
            </p:cNvSpPr>
            <p:nvPr/>
          </p:nvSpPr>
          <p:spPr bwMode="auto">
            <a:xfrm>
              <a:off x="5013326" y="1912937"/>
              <a:ext cx="100013" cy="217487"/>
            </a:xfrm>
            <a:custGeom>
              <a:avLst/>
              <a:gdLst>
                <a:gd name="T0" fmla="*/ 67 w 68"/>
                <a:gd name="T1" fmla="*/ 71 h 148"/>
                <a:gd name="T2" fmla="*/ 40 w 68"/>
                <a:gd name="T3" fmla="*/ 4 h 148"/>
                <a:gd name="T4" fmla="*/ 34 w 68"/>
                <a:gd name="T5" fmla="*/ 0 h 148"/>
                <a:gd name="T6" fmla="*/ 28 w 68"/>
                <a:gd name="T7" fmla="*/ 4 h 148"/>
                <a:gd name="T8" fmla="*/ 1 w 68"/>
                <a:gd name="T9" fmla="*/ 71 h 148"/>
                <a:gd name="T10" fmla="*/ 1 w 68"/>
                <a:gd name="T11" fmla="*/ 76 h 148"/>
                <a:gd name="T12" fmla="*/ 1 w 68"/>
                <a:gd name="T13" fmla="*/ 76 h 148"/>
                <a:gd name="T14" fmla="*/ 28 w 68"/>
                <a:gd name="T15" fmla="*/ 143 h 148"/>
                <a:gd name="T16" fmla="*/ 34 w 68"/>
                <a:gd name="T17" fmla="*/ 148 h 148"/>
                <a:gd name="T18" fmla="*/ 40 w 68"/>
                <a:gd name="T19" fmla="*/ 143 h 148"/>
                <a:gd name="T20" fmla="*/ 67 w 68"/>
                <a:gd name="T21" fmla="*/ 76 h 148"/>
                <a:gd name="T22" fmla="*/ 67 w 68"/>
                <a:gd name="T23" fmla="*/ 76 h 148"/>
                <a:gd name="T24" fmla="*/ 67 w 68"/>
                <a:gd name="T25" fmla="*/ 71 h 148"/>
                <a:gd name="T26" fmla="*/ 34 w 68"/>
                <a:gd name="T27" fmla="*/ 25 h 148"/>
                <a:gd name="T28" fmla="*/ 51 w 68"/>
                <a:gd name="T29" fmla="*/ 67 h 148"/>
                <a:gd name="T30" fmla="*/ 17 w 68"/>
                <a:gd name="T31" fmla="*/ 67 h 148"/>
                <a:gd name="T32" fmla="*/ 34 w 68"/>
                <a:gd name="T33" fmla="*/ 25 h 148"/>
                <a:gd name="T34" fmla="*/ 34 w 68"/>
                <a:gd name="T35" fmla="*/ 123 h 148"/>
                <a:gd name="T36" fmla="*/ 17 w 68"/>
                <a:gd name="T37" fmla="*/ 80 h 148"/>
                <a:gd name="T38" fmla="*/ 51 w 68"/>
                <a:gd name="T39" fmla="*/ 80 h 148"/>
                <a:gd name="T40" fmla="*/ 34 w 68"/>
                <a:gd name="T41" fmla="*/ 12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148">
                  <a:moveTo>
                    <a:pt x="67" y="71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39" y="2"/>
                    <a:pt x="37" y="0"/>
                    <a:pt x="34" y="0"/>
                  </a:cubicBezTo>
                  <a:cubicBezTo>
                    <a:pt x="31" y="0"/>
                    <a:pt x="29" y="2"/>
                    <a:pt x="28" y="4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3"/>
                    <a:pt x="0" y="75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29" y="146"/>
                    <a:pt x="31" y="148"/>
                    <a:pt x="34" y="148"/>
                  </a:cubicBezTo>
                  <a:cubicBezTo>
                    <a:pt x="37" y="148"/>
                    <a:pt x="39" y="146"/>
                    <a:pt x="40" y="143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8" y="75"/>
                    <a:pt x="68" y="73"/>
                    <a:pt x="67" y="71"/>
                  </a:cubicBezTo>
                  <a:close/>
                  <a:moveTo>
                    <a:pt x="34" y="25"/>
                  </a:moveTo>
                  <a:cubicBezTo>
                    <a:pt x="51" y="67"/>
                    <a:pt x="51" y="67"/>
                    <a:pt x="51" y="67"/>
                  </a:cubicBezTo>
                  <a:cubicBezTo>
                    <a:pt x="17" y="67"/>
                    <a:pt x="17" y="67"/>
                    <a:pt x="17" y="67"/>
                  </a:cubicBezTo>
                  <a:lnTo>
                    <a:pt x="34" y="25"/>
                  </a:lnTo>
                  <a:close/>
                  <a:moveTo>
                    <a:pt x="34" y="123"/>
                  </a:moveTo>
                  <a:cubicBezTo>
                    <a:pt x="17" y="80"/>
                    <a:pt x="17" y="80"/>
                    <a:pt x="17" y="80"/>
                  </a:cubicBezTo>
                  <a:cubicBezTo>
                    <a:pt x="51" y="80"/>
                    <a:pt x="51" y="80"/>
                    <a:pt x="51" y="80"/>
                  </a:cubicBezTo>
                  <a:lnTo>
                    <a:pt x="34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8" name="Freeform 199"/>
          <p:cNvSpPr>
            <a:spLocks noEditPoints="1"/>
          </p:cNvSpPr>
          <p:nvPr/>
        </p:nvSpPr>
        <p:spPr bwMode="auto">
          <a:xfrm>
            <a:off x="6865939" y="986494"/>
            <a:ext cx="317500" cy="288925"/>
          </a:xfrm>
          <a:custGeom>
            <a:avLst/>
            <a:gdLst>
              <a:gd name="T0" fmla="*/ 212 w 215"/>
              <a:gd name="T1" fmla="*/ 1 h 195"/>
              <a:gd name="T2" fmla="*/ 206 w 215"/>
              <a:gd name="T3" fmla="*/ 1 h 195"/>
              <a:gd name="T4" fmla="*/ 141 w 215"/>
              <a:gd name="T5" fmla="*/ 27 h 195"/>
              <a:gd name="T6" fmla="*/ 77 w 215"/>
              <a:gd name="T7" fmla="*/ 1 h 195"/>
              <a:gd name="T8" fmla="*/ 72 w 215"/>
              <a:gd name="T9" fmla="*/ 1 h 195"/>
              <a:gd name="T10" fmla="*/ 4 w 215"/>
              <a:gd name="T11" fmla="*/ 28 h 195"/>
              <a:gd name="T12" fmla="*/ 0 w 215"/>
              <a:gd name="T13" fmla="*/ 34 h 195"/>
              <a:gd name="T14" fmla="*/ 0 w 215"/>
              <a:gd name="T15" fmla="*/ 188 h 195"/>
              <a:gd name="T16" fmla="*/ 3 w 215"/>
              <a:gd name="T17" fmla="*/ 194 h 195"/>
              <a:gd name="T18" fmla="*/ 7 w 215"/>
              <a:gd name="T19" fmla="*/ 195 h 195"/>
              <a:gd name="T20" fmla="*/ 9 w 215"/>
              <a:gd name="T21" fmla="*/ 194 h 195"/>
              <a:gd name="T22" fmla="*/ 74 w 215"/>
              <a:gd name="T23" fmla="*/ 169 h 195"/>
              <a:gd name="T24" fmla="*/ 139 w 215"/>
              <a:gd name="T25" fmla="*/ 194 h 195"/>
              <a:gd name="T26" fmla="*/ 144 w 215"/>
              <a:gd name="T27" fmla="*/ 194 h 195"/>
              <a:gd name="T28" fmla="*/ 211 w 215"/>
              <a:gd name="T29" fmla="*/ 168 h 195"/>
              <a:gd name="T30" fmla="*/ 215 w 215"/>
              <a:gd name="T31" fmla="*/ 161 h 195"/>
              <a:gd name="T32" fmla="*/ 215 w 215"/>
              <a:gd name="T33" fmla="*/ 7 h 195"/>
              <a:gd name="T34" fmla="*/ 212 w 215"/>
              <a:gd name="T35" fmla="*/ 1 h 195"/>
              <a:gd name="T36" fmla="*/ 81 w 215"/>
              <a:gd name="T37" fmla="*/ 17 h 195"/>
              <a:gd name="T38" fmla="*/ 134 w 215"/>
              <a:gd name="T39" fmla="*/ 38 h 195"/>
              <a:gd name="T40" fmla="*/ 134 w 215"/>
              <a:gd name="T41" fmla="*/ 178 h 195"/>
              <a:gd name="T42" fmla="*/ 81 w 215"/>
              <a:gd name="T43" fmla="*/ 157 h 195"/>
              <a:gd name="T44" fmla="*/ 81 w 215"/>
              <a:gd name="T45" fmla="*/ 17 h 195"/>
              <a:gd name="T46" fmla="*/ 14 w 215"/>
              <a:gd name="T47" fmla="*/ 38 h 195"/>
              <a:gd name="T48" fmla="*/ 67 w 215"/>
              <a:gd name="T49" fmla="*/ 17 h 195"/>
              <a:gd name="T50" fmla="*/ 67 w 215"/>
              <a:gd name="T51" fmla="*/ 157 h 195"/>
              <a:gd name="T52" fmla="*/ 14 w 215"/>
              <a:gd name="T53" fmla="*/ 178 h 195"/>
              <a:gd name="T54" fmla="*/ 14 w 215"/>
              <a:gd name="T55" fmla="*/ 38 h 195"/>
              <a:gd name="T56" fmla="*/ 201 w 215"/>
              <a:gd name="T57" fmla="*/ 157 h 195"/>
              <a:gd name="T58" fmla="*/ 148 w 215"/>
              <a:gd name="T59" fmla="*/ 178 h 195"/>
              <a:gd name="T60" fmla="*/ 148 w 215"/>
              <a:gd name="T61" fmla="*/ 38 h 195"/>
              <a:gd name="T62" fmla="*/ 201 w 215"/>
              <a:gd name="T63" fmla="*/ 17 h 195"/>
              <a:gd name="T64" fmla="*/ 201 w 215"/>
              <a:gd name="T65" fmla="*/ 15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5" h="195">
                <a:moveTo>
                  <a:pt x="212" y="1"/>
                </a:moveTo>
                <a:cubicBezTo>
                  <a:pt x="210" y="0"/>
                  <a:pt x="208" y="0"/>
                  <a:pt x="206" y="1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77" y="1"/>
                  <a:pt x="77" y="1"/>
                  <a:pt x="77" y="1"/>
                </a:cubicBezTo>
                <a:cubicBezTo>
                  <a:pt x="75" y="0"/>
                  <a:pt x="73" y="0"/>
                  <a:pt x="72" y="1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9"/>
                  <a:pt x="0" y="31"/>
                  <a:pt x="0" y="34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90"/>
                  <a:pt x="1" y="192"/>
                  <a:pt x="3" y="194"/>
                </a:cubicBezTo>
                <a:cubicBezTo>
                  <a:pt x="4" y="194"/>
                  <a:pt x="6" y="195"/>
                  <a:pt x="7" y="195"/>
                </a:cubicBezTo>
                <a:cubicBezTo>
                  <a:pt x="8" y="195"/>
                  <a:pt x="9" y="195"/>
                  <a:pt x="9" y="194"/>
                </a:cubicBezTo>
                <a:cubicBezTo>
                  <a:pt x="74" y="169"/>
                  <a:pt x="74" y="169"/>
                  <a:pt x="74" y="169"/>
                </a:cubicBezTo>
                <a:cubicBezTo>
                  <a:pt x="139" y="194"/>
                  <a:pt x="139" y="194"/>
                  <a:pt x="139" y="194"/>
                </a:cubicBezTo>
                <a:cubicBezTo>
                  <a:pt x="140" y="195"/>
                  <a:pt x="142" y="195"/>
                  <a:pt x="144" y="194"/>
                </a:cubicBezTo>
                <a:cubicBezTo>
                  <a:pt x="211" y="168"/>
                  <a:pt x="211" y="168"/>
                  <a:pt x="211" y="168"/>
                </a:cubicBezTo>
                <a:cubicBezTo>
                  <a:pt x="213" y="167"/>
                  <a:pt x="215" y="164"/>
                  <a:pt x="215" y="161"/>
                </a:cubicBezTo>
                <a:cubicBezTo>
                  <a:pt x="215" y="7"/>
                  <a:pt x="215" y="7"/>
                  <a:pt x="215" y="7"/>
                </a:cubicBezTo>
                <a:cubicBezTo>
                  <a:pt x="215" y="5"/>
                  <a:pt x="214" y="3"/>
                  <a:pt x="212" y="1"/>
                </a:cubicBezTo>
                <a:close/>
                <a:moveTo>
                  <a:pt x="81" y="17"/>
                </a:moveTo>
                <a:cubicBezTo>
                  <a:pt x="134" y="38"/>
                  <a:pt x="134" y="38"/>
                  <a:pt x="134" y="38"/>
                </a:cubicBezTo>
                <a:cubicBezTo>
                  <a:pt x="134" y="178"/>
                  <a:pt x="134" y="178"/>
                  <a:pt x="134" y="178"/>
                </a:cubicBezTo>
                <a:cubicBezTo>
                  <a:pt x="81" y="157"/>
                  <a:pt x="81" y="157"/>
                  <a:pt x="81" y="157"/>
                </a:cubicBezTo>
                <a:lnTo>
                  <a:pt x="81" y="17"/>
                </a:lnTo>
                <a:close/>
                <a:moveTo>
                  <a:pt x="14" y="38"/>
                </a:moveTo>
                <a:cubicBezTo>
                  <a:pt x="67" y="17"/>
                  <a:pt x="67" y="17"/>
                  <a:pt x="67" y="17"/>
                </a:cubicBezTo>
                <a:cubicBezTo>
                  <a:pt x="67" y="157"/>
                  <a:pt x="67" y="157"/>
                  <a:pt x="67" y="157"/>
                </a:cubicBezTo>
                <a:cubicBezTo>
                  <a:pt x="14" y="178"/>
                  <a:pt x="14" y="178"/>
                  <a:pt x="14" y="178"/>
                </a:cubicBezTo>
                <a:lnTo>
                  <a:pt x="14" y="38"/>
                </a:lnTo>
                <a:close/>
                <a:moveTo>
                  <a:pt x="201" y="157"/>
                </a:moveTo>
                <a:cubicBezTo>
                  <a:pt x="148" y="178"/>
                  <a:pt x="148" y="178"/>
                  <a:pt x="148" y="178"/>
                </a:cubicBezTo>
                <a:cubicBezTo>
                  <a:pt x="148" y="38"/>
                  <a:pt x="148" y="38"/>
                  <a:pt x="148" y="38"/>
                </a:cubicBezTo>
                <a:cubicBezTo>
                  <a:pt x="201" y="17"/>
                  <a:pt x="201" y="17"/>
                  <a:pt x="201" y="17"/>
                </a:cubicBezTo>
                <a:lnTo>
                  <a:pt x="201" y="1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44" name="Group 243"/>
          <p:cNvGrpSpPr/>
          <p:nvPr/>
        </p:nvGrpSpPr>
        <p:grpSpPr>
          <a:xfrm>
            <a:off x="6413501" y="972207"/>
            <a:ext cx="242888" cy="317500"/>
            <a:chOff x="6413501" y="1371600"/>
            <a:chExt cx="242888" cy="317500"/>
          </a:xfrm>
        </p:grpSpPr>
        <p:sp>
          <p:nvSpPr>
            <p:cNvPr id="229" name="Freeform 200"/>
            <p:cNvSpPr>
              <a:spLocks/>
            </p:cNvSpPr>
            <p:nvPr/>
          </p:nvSpPr>
          <p:spPr bwMode="auto">
            <a:xfrm>
              <a:off x="6446839" y="1371600"/>
              <a:ext cx="209550" cy="317500"/>
            </a:xfrm>
            <a:custGeom>
              <a:avLst/>
              <a:gdLst>
                <a:gd name="T0" fmla="*/ 48 w 142"/>
                <a:gd name="T1" fmla="*/ 14 h 215"/>
                <a:gd name="T2" fmla="*/ 128 w 142"/>
                <a:gd name="T3" fmla="*/ 94 h 215"/>
                <a:gd name="T4" fmla="*/ 48 w 142"/>
                <a:gd name="T5" fmla="*/ 175 h 215"/>
                <a:gd name="T6" fmla="*/ 11 w 142"/>
                <a:gd name="T7" fmla="*/ 169 h 215"/>
                <a:gd name="T8" fmla="*/ 1 w 142"/>
                <a:gd name="T9" fmla="*/ 172 h 215"/>
                <a:gd name="T10" fmla="*/ 4 w 142"/>
                <a:gd name="T11" fmla="*/ 181 h 215"/>
                <a:gd name="T12" fmla="*/ 34 w 142"/>
                <a:gd name="T13" fmla="*/ 188 h 215"/>
                <a:gd name="T14" fmla="*/ 34 w 142"/>
                <a:gd name="T15" fmla="*/ 202 h 215"/>
                <a:gd name="T16" fmla="*/ 14 w 142"/>
                <a:gd name="T17" fmla="*/ 202 h 215"/>
                <a:gd name="T18" fmla="*/ 7 w 142"/>
                <a:gd name="T19" fmla="*/ 208 h 215"/>
                <a:gd name="T20" fmla="*/ 14 w 142"/>
                <a:gd name="T21" fmla="*/ 215 h 215"/>
                <a:gd name="T22" fmla="*/ 68 w 142"/>
                <a:gd name="T23" fmla="*/ 215 h 215"/>
                <a:gd name="T24" fmla="*/ 75 w 142"/>
                <a:gd name="T25" fmla="*/ 208 h 215"/>
                <a:gd name="T26" fmla="*/ 68 w 142"/>
                <a:gd name="T27" fmla="*/ 202 h 215"/>
                <a:gd name="T28" fmla="*/ 48 w 142"/>
                <a:gd name="T29" fmla="*/ 202 h 215"/>
                <a:gd name="T30" fmla="*/ 48 w 142"/>
                <a:gd name="T31" fmla="*/ 188 h 215"/>
                <a:gd name="T32" fmla="*/ 142 w 142"/>
                <a:gd name="T33" fmla="*/ 94 h 215"/>
                <a:gd name="T34" fmla="*/ 48 w 142"/>
                <a:gd name="T35" fmla="*/ 0 h 215"/>
                <a:gd name="T36" fmla="*/ 41 w 142"/>
                <a:gd name="T37" fmla="*/ 7 h 215"/>
                <a:gd name="T38" fmla="*/ 48 w 142"/>
                <a:gd name="T39" fmla="*/ 1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5">
                  <a:moveTo>
                    <a:pt x="48" y="14"/>
                  </a:moveTo>
                  <a:cubicBezTo>
                    <a:pt x="92" y="14"/>
                    <a:pt x="128" y="50"/>
                    <a:pt x="128" y="94"/>
                  </a:cubicBezTo>
                  <a:cubicBezTo>
                    <a:pt x="128" y="139"/>
                    <a:pt x="92" y="175"/>
                    <a:pt x="48" y="175"/>
                  </a:cubicBezTo>
                  <a:cubicBezTo>
                    <a:pt x="34" y="175"/>
                    <a:pt x="21" y="174"/>
                    <a:pt x="11" y="169"/>
                  </a:cubicBezTo>
                  <a:cubicBezTo>
                    <a:pt x="7" y="167"/>
                    <a:pt x="3" y="168"/>
                    <a:pt x="1" y="172"/>
                  </a:cubicBezTo>
                  <a:cubicBezTo>
                    <a:pt x="0" y="175"/>
                    <a:pt x="1" y="179"/>
                    <a:pt x="4" y="181"/>
                  </a:cubicBezTo>
                  <a:cubicBezTo>
                    <a:pt x="14" y="186"/>
                    <a:pt x="24" y="187"/>
                    <a:pt x="34" y="188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14" y="202"/>
                    <a:pt x="14" y="202"/>
                    <a:pt x="14" y="202"/>
                  </a:cubicBezTo>
                  <a:cubicBezTo>
                    <a:pt x="10" y="202"/>
                    <a:pt x="7" y="205"/>
                    <a:pt x="7" y="208"/>
                  </a:cubicBezTo>
                  <a:cubicBezTo>
                    <a:pt x="7" y="212"/>
                    <a:pt x="10" y="215"/>
                    <a:pt x="14" y="215"/>
                  </a:cubicBezTo>
                  <a:cubicBezTo>
                    <a:pt x="68" y="215"/>
                    <a:pt x="68" y="215"/>
                    <a:pt x="68" y="215"/>
                  </a:cubicBezTo>
                  <a:cubicBezTo>
                    <a:pt x="72" y="215"/>
                    <a:pt x="75" y="212"/>
                    <a:pt x="75" y="208"/>
                  </a:cubicBezTo>
                  <a:cubicBezTo>
                    <a:pt x="75" y="205"/>
                    <a:pt x="72" y="202"/>
                    <a:pt x="68" y="202"/>
                  </a:cubicBezTo>
                  <a:cubicBezTo>
                    <a:pt x="48" y="202"/>
                    <a:pt x="48" y="202"/>
                    <a:pt x="48" y="202"/>
                  </a:cubicBezTo>
                  <a:cubicBezTo>
                    <a:pt x="48" y="188"/>
                    <a:pt x="48" y="188"/>
                    <a:pt x="48" y="188"/>
                  </a:cubicBezTo>
                  <a:cubicBezTo>
                    <a:pt x="99" y="188"/>
                    <a:pt x="142" y="146"/>
                    <a:pt x="142" y="94"/>
                  </a:cubicBezTo>
                  <a:cubicBezTo>
                    <a:pt x="142" y="42"/>
                    <a:pt x="99" y="0"/>
                    <a:pt x="48" y="0"/>
                  </a:cubicBezTo>
                  <a:cubicBezTo>
                    <a:pt x="44" y="0"/>
                    <a:pt x="41" y="3"/>
                    <a:pt x="41" y="7"/>
                  </a:cubicBezTo>
                  <a:cubicBezTo>
                    <a:pt x="41" y="11"/>
                    <a:pt x="44" y="14"/>
                    <a:pt x="48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201"/>
            <p:cNvSpPr>
              <a:spLocks noEditPoints="1"/>
            </p:cNvSpPr>
            <p:nvPr/>
          </p:nvSpPr>
          <p:spPr bwMode="auto">
            <a:xfrm>
              <a:off x="6413501" y="1406525"/>
              <a:ext cx="207963" cy="209550"/>
            </a:xfrm>
            <a:custGeom>
              <a:avLst/>
              <a:gdLst>
                <a:gd name="T0" fmla="*/ 71 w 141"/>
                <a:gd name="T1" fmla="*/ 141 h 141"/>
                <a:gd name="T2" fmla="*/ 141 w 141"/>
                <a:gd name="T3" fmla="*/ 70 h 141"/>
                <a:gd name="T4" fmla="*/ 71 w 141"/>
                <a:gd name="T5" fmla="*/ 0 h 141"/>
                <a:gd name="T6" fmla="*/ 0 w 141"/>
                <a:gd name="T7" fmla="*/ 70 h 141"/>
                <a:gd name="T8" fmla="*/ 71 w 141"/>
                <a:gd name="T9" fmla="*/ 141 h 141"/>
                <a:gd name="T10" fmla="*/ 71 w 141"/>
                <a:gd name="T11" fmla="*/ 13 h 141"/>
                <a:gd name="T12" fmla="*/ 128 w 141"/>
                <a:gd name="T13" fmla="*/ 70 h 141"/>
                <a:gd name="T14" fmla="*/ 71 w 141"/>
                <a:gd name="T15" fmla="*/ 127 h 141"/>
                <a:gd name="T16" fmla="*/ 14 w 141"/>
                <a:gd name="T17" fmla="*/ 70 h 141"/>
                <a:gd name="T18" fmla="*/ 71 w 141"/>
                <a:gd name="T19" fmla="*/ 13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1" h="141">
                  <a:moveTo>
                    <a:pt x="71" y="141"/>
                  </a:moveTo>
                  <a:cubicBezTo>
                    <a:pt x="110" y="141"/>
                    <a:pt x="141" y="109"/>
                    <a:pt x="141" y="70"/>
                  </a:cubicBezTo>
                  <a:cubicBezTo>
                    <a:pt x="141" y="31"/>
                    <a:pt x="110" y="0"/>
                    <a:pt x="71" y="0"/>
                  </a:cubicBezTo>
                  <a:cubicBezTo>
                    <a:pt x="32" y="0"/>
                    <a:pt x="0" y="31"/>
                    <a:pt x="0" y="70"/>
                  </a:cubicBezTo>
                  <a:cubicBezTo>
                    <a:pt x="0" y="109"/>
                    <a:pt x="32" y="141"/>
                    <a:pt x="71" y="141"/>
                  </a:cubicBezTo>
                  <a:close/>
                  <a:moveTo>
                    <a:pt x="71" y="13"/>
                  </a:moveTo>
                  <a:cubicBezTo>
                    <a:pt x="102" y="13"/>
                    <a:pt x="128" y="39"/>
                    <a:pt x="128" y="70"/>
                  </a:cubicBezTo>
                  <a:cubicBezTo>
                    <a:pt x="128" y="102"/>
                    <a:pt x="102" y="127"/>
                    <a:pt x="71" y="127"/>
                  </a:cubicBezTo>
                  <a:cubicBezTo>
                    <a:pt x="39" y="127"/>
                    <a:pt x="14" y="102"/>
                    <a:pt x="14" y="70"/>
                  </a:cubicBezTo>
                  <a:cubicBezTo>
                    <a:pt x="14" y="39"/>
                    <a:pt x="39" y="13"/>
                    <a:pt x="7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31" name="Freeform 202"/>
          <p:cNvSpPr>
            <a:spLocks noEditPoints="1"/>
          </p:cNvSpPr>
          <p:nvPr/>
        </p:nvSpPr>
        <p:spPr bwMode="auto">
          <a:xfrm>
            <a:off x="6416676" y="2443819"/>
            <a:ext cx="236538" cy="317500"/>
          </a:xfrm>
          <a:custGeom>
            <a:avLst/>
            <a:gdLst>
              <a:gd name="T0" fmla="*/ 33 w 161"/>
              <a:gd name="T1" fmla="*/ 215 h 215"/>
              <a:gd name="T2" fmla="*/ 67 w 161"/>
              <a:gd name="T3" fmla="*/ 182 h 215"/>
              <a:gd name="T4" fmla="*/ 67 w 161"/>
              <a:gd name="T5" fmla="*/ 87 h 215"/>
              <a:gd name="T6" fmla="*/ 148 w 161"/>
              <a:gd name="T7" fmla="*/ 69 h 215"/>
              <a:gd name="T8" fmla="*/ 148 w 161"/>
              <a:gd name="T9" fmla="*/ 135 h 215"/>
              <a:gd name="T10" fmla="*/ 127 w 161"/>
              <a:gd name="T11" fmla="*/ 128 h 215"/>
              <a:gd name="T12" fmla="*/ 94 w 161"/>
              <a:gd name="T13" fmla="*/ 162 h 215"/>
              <a:gd name="T14" fmla="*/ 127 w 161"/>
              <a:gd name="T15" fmla="*/ 195 h 215"/>
              <a:gd name="T16" fmla="*/ 161 w 161"/>
              <a:gd name="T17" fmla="*/ 162 h 215"/>
              <a:gd name="T18" fmla="*/ 161 w 161"/>
              <a:gd name="T19" fmla="*/ 61 h 215"/>
              <a:gd name="T20" fmla="*/ 161 w 161"/>
              <a:gd name="T21" fmla="*/ 61 h 215"/>
              <a:gd name="T22" fmla="*/ 161 w 161"/>
              <a:gd name="T23" fmla="*/ 7 h 215"/>
              <a:gd name="T24" fmla="*/ 158 w 161"/>
              <a:gd name="T25" fmla="*/ 2 h 215"/>
              <a:gd name="T26" fmla="*/ 153 w 161"/>
              <a:gd name="T27" fmla="*/ 1 h 215"/>
              <a:gd name="T28" fmla="*/ 59 w 161"/>
              <a:gd name="T29" fmla="*/ 21 h 215"/>
              <a:gd name="T30" fmla="*/ 54 w 161"/>
              <a:gd name="T31" fmla="*/ 27 h 215"/>
              <a:gd name="T32" fmla="*/ 54 w 161"/>
              <a:gd name="T33" fmla="*/ 81 h 215"/>
              <a:gd name="T34" fmla="*/ 54 w 161"/>
              <a:gd name="T35" fmla="*/ 81 h 215"/>
              <a:gd name="T36" fmla="*/ 54 w 161"/>
              <a:gd name="T37" fmla="*/ 155 h 215"/>
              <a:gd name="T38" fmla="*/ 33 w 161"/>
              <a:gd name="T39" fmla="*/ 148 h 215"/>
              <a:gd name="T40" fmla="*/ 0 w 161"/>
              <a:gd name="T41" fmla="*/ 182 h 215"/>
              <a:gd name="T42" fmla="*/ 33 w 161"/>
              <a:gd name="T43" fmla="*/ 215 h 215"/>
              <a:gd name="T44" fmla="*/ 127 w 161"/>
              <a:gd name="T45" fmla="*/ 182 h 215"/>
              <a:gd name="T46" fmla="*/ 107 w 161"/>
              <a:gd name="T47" fmla="*/ 162 h 215"/>
              <a:gd name="T48" fmla="*/ 127 w 161"/>
              <a:gd name="T49" fmla="*/ 141 h 215"/>
              <a:gd name="T50" fmla="*/ 148 w 161"/>
              <a:gd name="T51" fmla="*/ 162 h 215"/>
              <a:gd name="T52" fmla="*/ 127 w 161"/>
              <a:gd name="T53" fmla="*/ 182 h 215"/>
              <a:gd name="T54" fmla="*/ 148 w 161"/>
              <a:gd name="T55" fmla="*/ 16 h 215"/>
              <a:gd name="T56" fmla="*/ 148 w 161"/>
              <a:gd name="T57" fmla="*/ 56 h 215"/>
              <a:gd name="T58" fmla="*/ 67 w 161"/>
              <a:gd name="T59" fmla="*/ 73 h 215"/>
              <a:gd name="T60" fmla="*/ 67 w 161"/>
              <a:gd name="T61" fmla="*/ 33 h 215"/>
              <a:gd name="T62" fmla="*/ 148 w 161"/>
              <a:gd name="T63" fmla="*/ 16 h 215"/>
              <a:gd name="T64" fmla="*/ 33 w 161"/>
              <a:gd name="T65" fmla="*/ 162 h 215"/>
              <a:gd name="T66" fmla="*/ 54 w 161"/>
              <a:gd name="T67" fmla="*/ 182 h 215"/>
              <a:gd name="T68" fmla="*/ 33 w 161"/>
              <a:gd name="T69" fmla="*/ 202 h 215"/>
              <a:gd name="T70" fmla="*/ 13 w 161"/>
              <a:gd name="T71" fmla="*/ 182 h 215"/>
              <a:gd name="T72" fmla="*/ 33 w 161"/>
              <a:gd name="T73" fmla="*/ 162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215">
                <a:moveTo>
                  <a:pt x="33" y="215"/>
                </a:moveTo>
                <a:cubicBezTo>
                  <a:pt x="52" y="215"/>
                  <a:pt x="67" y="200"/>
                  <a:pt x="67" y="182"/>
                </a:cubicBezTo>
                <a:cubicBezTo>
                  <a:pt x="67" y="87"/>
                  <a:pt x="67" y="87"/>
                  <a:pt x="67" y="87"/>
                </a:cubicBezTo>
                <a:cubicBezTo>
                  <a:pt x="148" y="69"/>
                  <a:pt x="148" y="69"/>
                  <a:pt x="148" y="69"/>
                </a:cubicBezTo>
                <a:cubicBezTo>
                  <a:pt x="148" y="135"/>
                  <a:pt x="148" y="135"/>
                  <a:pt x="148" y="135"/>
                </a:cubicBezTo>
                <a:cubicBezTo>
                  <a:pt x="141" y="131"/>
                  <a:pt x="135" y="128"/>
                  <a:pt x="127" y="128"/>
                </a:cubicBezTo>
                <a:cubicBezTo>
                  <a:pt x="109" y="128"/>
                  <a:pt x="94" y="143"/>
                  <a:pt x="94" y="162"/>
                </a:cubicBezTo>
                <a:cubicBezTo>
                  <a:pt x="94" y="180"/>
                  <a:pt x="109" y="195"/>
                  <a:pt x="127" y="195"/>
                </a:cubicBezTo>
                <a:cubicBezTo>
                  <a:pt x="146" y="195"/>
                  <a:pt x="161" y="180"/>
                  <a:pt x="161" y="162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7"/>
                  <a:pt x="161" y="7"/>
                  <a:pt x="161" y="7"/>
                </a:cubicBezTo>
                <a:cubicBezTo>
                  <a:pt x="161" y="5"/>
                  <a:pt x="160" y="3"/>
                  <a:pt x="158" y="2"/>
                </a:cubicBezTo>
                <a:cubicBezTo>
                  <a:pt x="157" y="1"/>
                  <a:pt x="155" y="0"/>
                  <a:pt x="153" y="1"/>
                </a:cubicBezTo>
                <a:cubicBezTo>
                  <a:pt x="59" y="21"/>
                  <a:pt x="59" y="21"/>
                  <a:pt x="59" y="21"/>
                </a:cubicBezTo>
                <a:cubicBezTo>
                  <a:pt x="56" y="22"/>
                  <a:pt x="54" y="24"/>
                  <a:pt x="54" y="27"/>
                </a:cubicBezTo>
                <a:cubicBezTo>
                  <a:pt x="54" y="81"/>
                  <a:pt x="54" y="81"/>
                  <a:pt x="54" y="81"/>
                </a:cubicBezTo>
                <a:cubicBezTo>
                  <a:pt x="54" y="81"/>
                  <a:pt x="54" y="81"/>
                  <a:pt x="54" y="81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47" y="151"/>
                  <a:pt x="41" y="148"/>
                  <a:pt x="33" y="148"/>
                </a:cubicBezTo>
                <a:cubicBezTo>
                  <a:pt x="15" y="148"/>
                  <a:pt x="0" y="163"/>
                  <a:pt x="0" y="182"/>
                </a:cubicBezTo>
                <a:cubicBezTo>
                  <a:pt x="0" y="200"/>
                  <a:pt x="15" y="215"/>
                  <a:pt x="33" y="215"/>
                </a:cubicBezTo>
                <a:close/>
                <a:moveTo>
                  <a:pt x="127" y="182"/>
                </a:moveTo>
                <a:cubicBezTo>
                  <a:pt x="116" y="182"/>
                  <a:pt x="107" y="173"/>
                  <a:pt x="107" y="162"/>
                </a:cubicBezTo>
                <a:cubicBezTo>
                  <a:pt x="107" y="151"/>
                  <a:pt x="116" y="141"/>
                  <a:pt x="127" y="141"/>
                </a:cubicBezTo>
                <a:cubicBezTo>
                  <a:pt x="138" y="141"/>
                  <a:pt x="148" y="151"/>
                  <a:pt x="148" y="162"/>
                </a:cubicBezTo>
                <a:cubicBezTo>
                  <a:pt x="148" y="173"/>
                  <a:pt x="138" y="182"/>
                  <a:pt x="127" y="182"/>
                </a:cubicBezTo>
                <a:close/>
                <a:moveTo>
                  <a:pt x="148" y="16"/>
                </a:moveTo>
                <a:cubicBezTo>
                  <a:pt x="148" y="56"/>
                  <a:pt x="148" y="56"/>
                  <a:pt x="148" y="56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33"/>
                  <a:pt x="67" y="33"/>
                  <a:pt x="67" y="33"/>
                </a:cubicBezTo>
                <a:lnTo>
                  <a:pt x="148" y="16"/>
                </a:lnTo>
                <a:close/>
                <a:moveTo>
                  <a:pt x="33" y="162"/>
                </a:moveTo>
                <a:cubicBezTo>
                  <a:pt x="45" y="162"/>
                  <a:pt x="54" y="171"/>
                  <a:pt x="54" y="182"/>
                </a:cubicBezTo>
                <a:cubicBezTo>
                  <a:pt x="54" y="193"/>
                  <a:pt x="45" y="202"/>
                  <a:pt x="33" y="202"/>
                </a:cubicBezTo>
                <a:cubicBezTo>
                  <a:pt x="22" y="202"/>
                  <a:pt x="13" y="193"/>
                  <a:pt x="13" y="182"/>
                </a:cubicBezTo>
                <a:cubicBezTo>
                  <a:pt x="13" y="171"/>
                  <a:pt x="22" y="162"/>
                  <a:pt x="33" y="16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71" name="Group 270"/>
          <p:cNvGrpSpPr/>
          <p:nvPr/>
        </p:nvGrpSpPr>
        <p:grpSpPr>
          <a:xfrm>
            <a:off x="7407276" y="2445407"/>
            <a:ext cx="215900" cy="315912"/>
            <a:chOff x="7407276" y="2844800"/>
            <a:chExt cx="215900" cy="315912"/>
          </a:xfrm>
        </p:grpSpPr>
        <p:sp>
          <p:nvSpPr>
            <p:cNvPr id="232" name="Freeform 203"/>
            <p:cNvSpPr>
              <a:spLocks noEditPoints="1"/>
            </p:cNvSpPr>
            <p:nvPr/>
          </p:nvSpPr>
          <p:spPr bwMode="auto">
            <a:xfrm>
              <a:off x="7407276" y="2844800"/>
              <a:ext cx="215900" cy="315912"/>
            </a:xfrm>
            <a:custGeom>
              <a:avLst/>
              <a:gdLst>
                <a:gd name="T0" fmla="*/ 7 w 147"/>
                <a:gd name="T1" fmla="*/ 214 h 214"/>
                <a:gd name="T2" fmla="*/ 141 w 147"/>
                <a:gd name="T3" fmla="*/ 214 h 214"/>
                <a:gd name="T4" fmla="*/ 147 w 147"/>
                <a:gd name="T5" fmla="*/ 208 h 214"/>
                <a:gd name="T6" fmla="*/ 147 w 147"/>
                <a:gd name="T7" fmla="*/ 6 h 214"/>
                <a:gd name="T8" fmla="*/ 141 w 147"/>
                <a:gd name="T9" fmla="*/ 0 h 214"/>
                <a:gd name="T10" fmla="*/ 7 w 147"/>
                <a:gd name="T11" fmla="*/ 0 h 214"/>
                <a:gd name="T12" fmla="*/ 0 w 147"/>
                <a:gd name="T13" fmla="*/ 6 h 214"/>
                <a:gd name="T14" fmla="*/ 0 w 147"/>
                <a:gd name="T15" fmla="*/ 208 h 214"/>
                <a:gd name="T16" fmla="*/ 7 w 147"/>
                <a:gd name="T17" fmla="*/ 214 h 214"/>
                <a:gd name="T18" fmla="*/ 13 w 147"/>
                <a:gd name="T19" fmla="*/ 13 h 214"/>
                <a:gd name="T20" fmla="*/ 134 w 147"/>
                <a:gd name="T21" fmla="*/ 13 h 214"/>
                <a:gd name="T22" fmla="*/ 134 w 147"/>
                <a:gd name="T23" fmla="*/ 201 h 214"/>
                <a:gd name="T24" fmla="*/ 13 w 147"/>
                <a:gd name="T25" fmla="*/ 201 h 214"/>
                <a:gd name="T26" fmla="*/ 13 w 147"/>
                <a:gd name="T27" fmla="*/ 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7" h="214">
                  <a:moveTo>
                    <a:pt x="7" y="214"/>
                  </a:moveTo>
                  <a:cubicBezTo>
                    <a:pt x="141" y="214"/>
                    <a:pt x="141" y="214"/>
                    <a:pt x="141" y="214"/>
                  </a:cubicBezTo>
                  <a:cubicBezTo>
                    <a:pt x="144" y="214"/>
                    <a:pt x="147" y="211"/>
                    <a:pt x="147" y="208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47" y="3"/>
                    <a:pt x="144" y="0"/>
                    <a:pt x="14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close/>
                  <a:moveTo>
                    <a:pt x="13" y="13"/>
                  </a:moveTo>
                  <a:cubicBezTo>
                    <a:pt x="134" y="13"/>
                    <a:pt x="134" y="13"/>
                    <a:pt x="134" y="13"/>
                  </a:cubicBezTo>
                  <a:cubicBezTo>
                    <a:pt x="134" y="201"/>
                    <a:pt x="134" y="201"/>
                    <a:pt x="134" y="201"/>
                  </a:cubicBezTo>
                  <a:cubicBezTo>
                    <a:pt x="13" y="201"/>
                    <a:pt x="13" y="201"/>
                    <a:pt x="13" y="201"/>
                  </a:cubicBez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Freeform 204"/>
            <p:cNvSpPr>
              <a:spLocks noEditPoints="1"/>
            </p:cNvSpPr>
            <p:nvPr/>
          </p:nvSpPr>
          <p:spPr bwMode="auto">
            <a:xfrm>
              <a:off x="7446964" y="2982912"/>
              <a:ext cx="138113" cy="138112"/>
            </a:xfrm>
            <a:custGeom>
              <a:avLst/>
              <a:gdLst>
                <a:gd name="T0" fmla="*/ 47 w 94"/>
                <a:gd name="T1" fmla="*/ 0 h 93"/>
                <a:gd name="T2" fmla="*/ 0 w 94"/>
                <a:gd name="T3" fmla="*/ 46 h 93"/>
                <a:gd name="T4" fmla="*/ 47 w 94"/>
                <a:gd name="T5" fmla="*/ 93 h 93"/>
                <a:gd name="T6" fmla="*/ 94 w 94"/>
                <a:gd name="T7" fmla="*/ 46 h 93"/>
                <a:gd name="T8" fmla="*/ 47 w 94"/>
                <a:gd name="T9" fmla="*/ 0 h 93"/>
                <a:gd name="T10" fmla="*/ 47 w 94"/>
                <a:gd name="T11" fmla="*/ 80 h 93"/>
                <a:gd name="T12" fmla="*/ 13 w 94"/>
                <a:gd name="T13" fmla="*/ 46 h 93"/>
                <a:gd name="T14" fmla="*/ 47 w 94"/>
                <a:gd name="T15" fmla="*/ 13 h 93"/>
                <a:gd name="T16" fmla="*/ 80 w 94"/>
                <a:gd name="T17" fmla="*/ 46 h 93"/>
                <a:gd name="T18" fmla="*/ 47 w 94"/>
                <a:gd name="T19" fmla="*/ 8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" h="93">
                  <a:moveTo>
                    <a:pt x="47" y="0"/>
                  </a:moveTo>
                  <a:cubicBezTo>
                    <a:pt x="21" y="0"/>
                    <a:pt x="0" y="21"/>
                    <a:pt x="0" y="46"/>
                  </a:cubicBezTo>
                  <a:cubicBezTo>
                    <a:pt x="0" y="72"/>
                    <a:pt x="21" y="93"/>
                    <a:pt x="47" y="93"/>
                  </a:cubicBezTo>
                  <a:cubicBezTo>
                    <a:pt x="73" y="93"/>
                    <a:pt x="94" y="72"/>
                    <a:pt x="94" y="46"/>
                  </a:cubicBezTo>
                  <a:cubicBezTo>
                    <a:pt x="94" y="21"/>
                    <a:pt x="73" y="0"/>
                    <a:pt x="47" y="0"/>
                  </a:cubicBezTo>
                  <a:close/>
                  <a:moveTo>
                    <a:pt x="47" y="80"/>
                  </a:moveTo>
                  <a:cubicBezTo>
                    <a:pt x="28" y="80"/>
                    <a:pt x="13" y="65"/>
                    <a:pt x="13" y="46"/>
                  </a:cubicBezTo>
                  <a:cubicBezTo>
                    <a:pt x="13" y="28"/>
                    <a:pt x="28" y="13"/>
                    <a:pt x="47" y="13"/>
                  </a:cubicBezTo>
                  <a:cubicBezTo>
                    <a:pt x="65" y="13"/>
                    <a:pt x="80" y="28"/>
                    <a:pt x="80" y="46"/>
                  </a:cubicBezTo>
                  <a:cubicBezTo>
                    <a:pt x="80" y="65"/>
                    <a:pt x="65" y="80"/>
                    <a:pt x="47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206"/>
            <p:cNvSpPr>
              <a:spLocks noEditPoints="1"/>
            </p:cNvSpPr>
            <p:nvPr/>
          </p:nvSpPr>
          <p:spPr bwMode="auto">
            <a:xfrm>
              <a:off x="7475538" y="2882900"/>
              <a:ext cx="80963" cy="79375"/>
            </a:xfrm>
            <a:custGeom>
              <a:avLst/>
              <a:gdLst>
                <a:gd name="T0" fmla="*/ 27 w 54"/>
                <a:gd name="T1" fmla="*/ 54 h 54"/>
                <a:gd name="T2" fmla="*/ 54 w 54"/>
                <a:gd name="T3" fmla="*/ 27 h 54"/>
                <a:gd name="T4" fmla="*/ 27 w 54"/>
                <a:gd name="T5" fmla="*/ 0 h 54"/>
                <a:gd name="T6" fmla="*/ 0 w 54"/>
                <a:gd name="T7" fmla="*/ 27 h 54"/>
                <a:gd name="T8" fmla="*/ 27 w 54"/>
                <a:gd name="T9" fmla="*/ 54 h 54"/>
                <a:gd name="T10" fmla="*/ 27 w 54"/>
                <a:gd name="T11" fmla="*/ 14 h 54"/>
                <a:gd name="T12" fmla="*/ 40 w 54"/>
                <a:gd name="T13" fmla="*/ 27 h 54"/>
                <a:gd name="T14" fmla="*/ 27 w 54"/>
                <a:gd name="T15" fmla="*/ 41 h 54"/>
                <a:gd name="T16" fmla="*/ 13 w 54"/>
                <a:gd name="T17" fmla="*/ 27 h 54"/>
                <a:gd name="T18" fmla="*/ 27 w 54"/>
                <a:gd name="T19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4">
                  <a:moveTo>
                    <a:pt x="27" y="54"/>
                  </a:moveTo>
                  <a:cubicBezTo>
                    <a:pt x="41" y="54"/>
                    <a:pt x="54" y="42"/>
                    <a:pt x="54" y="27"/>
                  </a:cubicBezTo>
                  <a:cubicBezTo>
                    <a:pt x="54" y="12"/>
                    <a:pt x="41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  <a:moveTo>
                    <a:pt x="27" y="14"/>
                  </a:moveTo>
                  <a:cubicBezTo>
                    <a:pt x="34" y="14"/>
                    <a:pt x="40" y="20"/>
                    <a:pt x="40" y="27"/>
                  </a:cubicBezTo>
                  <a:cubicBezTo>
                    <a:pt x="40" y="35"/>
                    <a:pt x="34" y="41"/>
                    <a:pt x="27" y="41"/>
                  </a:cubicBezTo>
                  <a:cubicBezTo>
                    <a:pt x="19" y="41"/>
                    <a:pt x="13" y="35"/>
                    <a:pt x="13" y="27"/>
                  </a:cubicBezTo>
                  <a:cubicBezTo>
                    <a:pt x="13" y="20"/>
                    <a:pt x="19" y="14"/>
                    <a:pt x="2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Freeform 207"/>
            <p:cNvSpPr>
              <a:spLocks noEditPoints="1"/>
            </p:cNvSpPr>
            <p:nvPr/>
          </p:nvSpPr>
          <p:spPr bwMode="auto">
            <a:xfrm>
              <a:off x="7500938" y="3036888"/>
              <a:ext cx="30163" cy="30162"/>
            </a:xfrm>
            <a:custGeom>
              <a:avLst/>
              <a:gdLst>
                <a:gd name="T0" fmla="*/ 10 w 20"/>
                <a:gd name="T1" fmla="*/ 0 h 21"/>
                <a:gd name="T2" fmla="*/ 0 w 20"/>
                <a:gd name="T3" fmla="*/ 10 h 21"/>
                <a:gd name="T4" fmla="*/ 10 w 20"/>
                <a:gd name="T5" fmla="*/ 21 h 21"/>
                <a:gd name="T6" fmla="*/ 20 w 20"/>
                <a:gd name="T7" fmla="*/ 10 h 21"/>
                <a:gd name="T8" fmla="*/ 10 w 20"/>
                <a:gd name="T9" fmla="*/ 0 h 21"/>
                <a:gd name="T10" fmla="*/ 10 w 20"/>
                <a:gd name="T11" fmla="*/ 14 h 21"/>
                <a:gd name="T12" fmla="*/ 6 w 20"/>
                <a:gd name="T13" fmla="*/ 10 h 21"/>
                <a:gd name="T14" fmla="*/ 10 w 20"/>
                <a:gd name="T15" fmla="*/ 7 h 21"/>
                <a:gd name="T16" fmla="*/ 13 w 20"/>
                <a:gd name="T17" fmla="*/ 10 h 21"/>
                <a:gd name="T18" fmla="*/ 10 w 20"/>
                <a:gd name="T19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1">
                  <a:moveTo>
                    <a:pt x="10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5" y="21"/>
                    <a:pt x="20" y="16"/>
                    <a:pt x="20" y="10"/>
                  </a:cubicBezTo>
                  <a:cubicBezTo>
                    <a:pt x="20" y="5"/>
                    <a:pt x="15" y="0"/>
                    <a:pt x="10" y="0"/>
                  </a:cubicBezTo>
                  <a:close/>
                  <a:moveTo>
                    <a:pt x="10" y="14"/>
                  </a:moveTo>
                  <a:cubicBezTo>
                    <a:pt x="8" y="14"/>
                    <a:pt x="6" y="12"/>
                    <a:pt x="6" y="10"/>
                  </a:cubicBezTo>
                  <a:cubicBezTo>
                    <a:pt x="6" y="9"/>
                    <a:pt x="8" y="7"/>
                    <a:pt x="10" y="7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3" y="12"/>
                    <a:pt x="12" y="14"/>
                    <a:pt x="10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0" name="Freeform 208"/>
          <p:cNvSpPr>
            <a:spLocks noEditPoints="1"/>
          </p:cNvSpPr>
          <p:nvPr/>
        </p:nvSpPr>
        <p:spPr bwMode="auto">
          <a:xfrm>
            <a:off x="6924676" y="2443820"/>
            <a:ext cx="200025" cy="317500"/>
          </a:xfrm>
          <a:custGeom>
            <a:avLst/>
            <a:gdLst>
              <a:gd name="T0" fmla="*/ 34 w 135"/>
              <a:gd name="T1" fmla="*/ 215 h 215"/>
              <a:gd name="T2" fmla="*/ 68 w 135"/>
              <a:gd name="T3" fmla="*/ 182 h 215"/>
              <a:gd name="T4" fmla="*/ 68 w 135"/>
              <a:gd name="T5" fmla="*/ 86 h 215"/>
              <a:gd name="T6" fmla="*/ 130 w 135"/>
              <a:gd name="T7" fmla="*/ 67 h 215"/>
              <a:gd name="T8" fmla="*/ 135 w 135"/>
              <a:gd name="T9" fmla="*/ 61 h 215"/>
              <a:gd name="T10" fmla="*/ 135 w 135"/>
              <a:gd name="T11" fmla="*/ 7 h 215"/>
              <a:gd name="T12" fmla="*/ 132 w 135"/>
              <a:gd name="T13" fmla="*/ 2 h 215"/>
              <a:gd name="T14" fmla="*/ 126 w 135"/>
              <a:gd name="T15" fmla="*/ 1 h 215"/>
              <a:gd name="T16" fmla="*/ 59 w 135"/>
              <a:gd name="T17" fmla="*/ 21 h 215"/>
              <a:gd name="T18" fmla="*/ 54 w 135"/>
              <a:gd name="T19" fmla="*/ 27 h 215"/>
              <a:gd name="T20" fmla="*/ 54 w 135"/>
              <a:gd name="T21" fmla="*/ 81 h 215"/>
              <a:gd name="T22" fmla="*/ 54 w 135"/>
              <a:gd name="T23" fmla="*/ 81 h 215"/>
              <a:gd name="T24" fmla="*/ 54 w 135"/>
              <a:gd name="T25" fmla="*/ 155 h 215"/>
              <a:gd name="T26" fmla="*/ 34 w 135"/>
              <a:gd name="T27" fmla="*/ 148 h 215"/>
              <a:gd name="T28" fmla="*/ 0 w 135"/>
              <a:gd name="T29" fmla="*/ 182 h 215"/>
              <a:gd name="T30" fmla="*/ 34 w 135"/>
              <a:gd name="T31" fmla="*/ 215 h 215"/>
              <a:gd name="T32" fmla="*/ 68 w 135"/>
              <a:gd name="T33" fmla="*/ 32 h 215"/>
              <a:gd name="T34" fmla="*/ 121 w 135"/>
              <a:gd name="T35" fmla="*/ 16 h 215"/>
              <a:gd name="T36" fmla="*/ 121 w 135"/>
              <a:gd name="T37" fmla="*/ 56 h 215"/>
              <a:gd name="T38" fmla="*/ 68 w 135"/>
              <a:gd name="T39" fmla="*/ 72 h 215"/>
              <a:gd name="T40" fmla="*/ 68 w 135"/>
              <a:gd name="T41" fmla="*/ 32 h 215"/>
              <a:gd name="T42" fmla="*/ 34 w 135"/>
              <a:gd name="T43" fmla="*/ 162 h 215"/>
              <a:gd name="T44" fmla="*/ 54 w 135"/>
              <a:gd name="T45" fmla="*/ 182 h 215"/>
              <a:gd name="T46" fmla="*/ 34 w 135"/>
              <a:gd name="T47" fmla="*/ 202 h 215"/>
              <a:gd name="T48" fmla="*/ 14 w 135"/>
              <a:gd name="T49" fmla="*/ 182 h 215"/>
              <a:gd name="T50" fmla="*/ 34 w 135"/>
              <a:gd name="T51" fmla="*/ 162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5" h="215">
                <a:moveTo>
                  <a:pt x="34" y="215"/>
                </a:moveTo>
                <a:cubicBezTo>
                  <a:pt x="53" y="215"/>
                  <a:pt x="68" y="200"/>
                  <a:pt x="68" y="182"/>
                </a:cubicBezTo>
                <a:cubicBezTo>
                  <a:pt x="68" y="86"/>
                  <a:pt x="68" y="86"/>
                  <a:pt x="68" y="86"/>
                </a:cubicBezTo>
                <a:cubicBezTo>
                  <a:pt x="130" y="67"/>
                  <a:pt x="130" y="67"/>
                  <a:pt x="130" y="67"/>
                </a:cubicBezTo>
                <a:cubicBezTo>
                  <a:pt x="133" y="67"/>
                  <a:pt x="135" y="64"/>
                  <a:pt x="135" y="61"/>
                </a:cubicBezTo>
                <a:cubicBezTo>
                  <a:pt x="135" y="7"/>
                  <a:pt x="135" y="7"/>
                  <a:pt x="135" y="7"/>
                </a:cubicBezTo>
                <a:cubicBezTo>
                  <a:pt x="135" y="5"/>
                  <a:pt x="134" y="3"/>
                  <a:pt x="132" y="2"/>
                </a:cubicBezTo>
                <a:cubicBezTo>
                  <a:pt x="130" y="1"/>
                  <a:pt x="128" y="0"/>
                  <a:pt x="126" y="1"/>
                </a:cubicBezTo>
                <a:cubicBezTo>
                  <a:pt x="59" y="21"/>
                  <a:pt x="59" y="21"/>
                  <a:pt x="59" y="21"/>
                </a:cubicBezTo>
                <a:cubicBezTo>
                  <a:pt x="56" y="22"/>
                  <a:pt x="54" y="24"/>
                  <a:pt x="54" y="27"/>
                </a:cubicBezTo>
                <a:cubicBezTo>
                  <a:pt x="54" y="81"/>
                  <a:pt x="54" y="81"/>
                  <a:pt x="54" y="81"/>
                </a:cubicBezTo>
                <a:cubicBezTo>
                  <a:pt x="54" y="81"/>
                  <a:pt x="54" y="81"/>
                  <a:pt x="54" y="81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47" y="151"/>
                  <a:pt x="42" y="148"/>
                  <a:pt x="34" y="148"/>
                </a:cubicBezTo>
                <a:cubicBezTo>
                  <a:pt x="16" y="148"/>
                  <a:pt x="0" y="163"/>
                  <a:pt x="0" y="182"/>
                </a:cubicBezTo>
                <a:cubicBezTo>
                  <a:pt x="0" y="200"/>
                  <a:pt x="16" y="215"/>
                  <a:pt x="34" y="215"/>
                </a:cubicBezTo>
                <a:close/>
                <a:moveTo>
                  <a:pt x="68" y="32"/>
                </a:moveTo>
                <a:cubicBezTo>
                  <a:pt x="121" y="16"/>
                  <a:pt x="121" y="16"/>
                  <a:pt x="121" y="16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68" y="72"/>
                  <a:pt x="68" y="72"/>
                  <a:pt x="68" y="72"/>
                </a:cubicBezTo>
                <a:lnTo>
                  <a:pt x="68" y="32"/>
                </a:lnTo>
                <a:close/>
                <a:moveTo>
                  <a:pt x="34" y="162"/>
                </a:moveTo>
                <a:cubicBezTo>
                  <a:pt x="45" y="162"/>
                  <a:pt x="54" y="171"/>
                  <a:pt x="54" y="182"/>
                </a:cubicBezTo>
                <a:cubicBezTo>
                  <a:pt x="54" y="193"/>
                  <a:pt x="45" y="202"/>
                  <a:pt x="34" y="202"/>
                </a:cubicBezTo>
                <a:cubicBezTo>
                  <a:pt x="23" y="202"/>
                  <a:pt x="14" y="193"/>
                  <a:pt x="14" y="182"/>
                </a:cubicBezTo>
                <a:cubicBezTo>
                  <a:pt x="14" y="171"/>
                  <a:pt x="23" y="162"/>
                  <a:pt x="34" y="16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74" name="Group 273"/>
          <p:cNvGrpSpPr/>
          <p:nvPr/>
        </p:nvGrpSpPr>
        <p:grpSpPr>
          <a:xfrm>
            <a:off x="6375401" y="2954995"/>
            <a:ext cx="317500" cy="277812"/>
            <a:chOff x="6375401" y="3354388"/>
            <a:chExt cx="317500" cy="277812"/>
          </a:xfrm>
        </p:grpSpPr>
        <p:sp>
          <p:nvSpPr>
            <p:cNvPr id="11" name="Freeform 209"/>
            <p:cNvSpPr>
              <a:spLocks/>
            </p:cNvSpPr>
            <p:nvPr/>
          </p:nvSpPr>
          <p:spPr bwMode="auto">
            <a:xfrm>
              <a:off x="6375401" y="3354388"/>
              <a:ext cx="127000" cy="123825"/>
            </a:xfrm>
            <a:custGeom>
              <a:avLst/>
              <a:gdLst>
                <a:gd name="T0" fmla="*/ 7 w 85"/>
                <a:gd name="T1" fmla="*/ 67 h 84"/>
                <a:gd name="T2" fmla="*/ 14 w 85"/>
                <a:gd name="T3" fmla="*/ 61 h 84"/>
                <a:gd name="T4" fmla="*/ 14 w 85"/>
                <a:gd name="T5" fmla="*/ 23 h 84"/>
                <a:gd name="T6" fmla="*/ 72 w 85"/>
                <a:gd name="T7" fmla="*/ 82 h 84"/>
                <a:gd name="T8" fmla="*/ 77 w 85"/>
                <a:gd name="T9" fmla="*/ 84 h 84"/>
                <a:gd name="T10" fmla="*/ 82 w 85"/>
                <a:gd name="T11" fmla="*/ 82 h 84"/>
                <a:gd name="T12" fmla="*/ 82 w 85"/>
                <a:gd name="T13" fmla="*/ 73 h 84"/>
                <a:gd name="T14" fmla="*/ 23 w 85"/>
                <a:gd name="T15" fmla="*/ 14 h 84"/>
                <a:gd name="T16" fmla="*/ 60 w 85"/>
                <a:gd name="T17" fmla="*/ 14 h 84"/>
                <a:gd name="T18" fmla="*/ 67 w 85"/>
                <a:gd name="T19" fmla="*/ 7 h 84"/>
                <a:gd name="T20" fmla="*/ 60 w 85"/>
                <a:gd name="T21" fmla="*/ 0 h 84"/>
                <a:gd name="T22" fmla="*/ 7 w 85"/>
                <a:gd name="T23" fmla="*/ 0 h 84"/>
                <a:gd name="T24" fmla="*/ 0 w 85"/>
                <a:gd name="T25" fmla="*/ 7 h 84"/>
                <a:gd name="T26" fmla="*/ 0 w 85"/>
                <a:gd name="T27" fmla="*/ 61 h 84"/>
                <a:gd name="T28" fmla="*/ 7 w 85"/>
                <a:gd name="T29" fmla="*/ 6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84">
                  <a:moveTo>
                    <a:pt x="7" y="67"/>
                  </a:moveTo>
                  <a:cubicBezTo>
                    <a:pt x="11" y="67"/>
                    <a:pt x="14" y="64"/>
                    <a:pt x="14" y="6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4" y="83"/>
                    <a:pt x="76" y="84"/>
                    <a:pt x="77" y="84"/>
                  </a:cubicBezTo>
                  <a:cubicBezTo>
                    <a:pt x="79" y="84"/>
                    <a:pt x="81" y="83"/>
                    <a:pt x="82" y="82"/>
                  </a:cubicBezTo>
                  <a:cubicBezTo>
                    <a:pt x="85" y="79"/>
                    <a:pt x="85" y="75"/>
                    <a:pt x="82" y="7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4" y="14"/>
                    <a:pt x="67" y="11"/>
                    <a:pt x="67" y="7"/>
                  </a:cubicBezTo>
                  <a:cubicBezTo>
                    <a:pt x="67" y="3"/>
                    <a:pt x="64" y="0"/>
                    <a:pt x="6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4"/>
                    <a:pt x="3" y="67"/>
                    <a:pt x="7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Freeform 210"/>
            <p:cNvSpPr>
              <a:spLocks/>
            </p:cNvSpPr>
            <p:nvPr/>
          </p:nvSpPr>
          <p:spPr bwMode="auto">
            <a:xfrm>
              <a:off x="6375401" y="3506788"/>
              <a:ext cx="127000" cy="125412"/>
            </a:xfrm>
            <a:custGeom>
              <a:avLst/>
              <a:gdLst>
                <a:gd name="T0" fmla="*/ 7 w 85"/>
                <a:gd name="T1" fmla="*/ 85 h 85"/>
                <a:gd name="T2" fmla="*/ 60 w 85"/>
                <a:gd name="T3" fmla="*/ 85 h 85"/>
                <a:gd name="T4" fmla="*/ 67 w 85"/>
                <a:gd name="T5" fmla="*/ 78 h 85"/>
                <a:gd name="T6" fmla="*/ 60 w 85"/>
                <a:gd name="T7" fmla="*/ 72 h 85"/>
                <a:gd name="T8" fmla="*/ 23 w 85"/>
                <a:gd name="T9" fmla="*/ 72 h 85"/>
                <a:gd name="T10" fmla="*/ 82 w 85"/>
                <a:gd name="T11" fmla="*/ 13 h 85"/>
                <a:gd name="T12" fmla="*/ 82 w 85"/>
                <a:gd name="T13" fmla="*/ 3 h 85"/>
                <a:gd name="T14" fmla="*/ 72 w 85"/>
                <a:gd name="T15" fmla="*/ 3 h 85"/>
                <a:gd name="T16" fmla="*/ 14 w 85"/>
                <a:gd name="T17" fmla="*/ 62 h 85"/>
                <a:gd name="T18" fmla="*/ 14 w 85"/>
                <a:gd name="T19" fmla="*/ 25 h 85"/>
                <a:gd name="T20" fmla="*/ 7 w 85"/>
                <a:gd name="T21" fmla="*/ 18 h 85"/>
                <a:gd name="T22" fmla="*/ 0 w 85"/>
                <a:gd name="T23" fmla="*/ 25 h 85"/>
                <a:gd name="T24" fmla="*/ 0 w 85"/>
                <a:gd name="T25" fmla="*/ 78 h 85"/>
                <a:gd name="T26" fmla="*/ 7 w 85"/>
                <a:gd name="T2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85">
                  <a:moveTo>
                    <a:pt x="7" y="85"/>
                  </a:moveTo>
                  <a:cubicBezTo>
                    <a:pt x="60" y="85"/>
                    <a:pt x="60" y="85"/>
                    <a:pt x="60" y="85"/>
                  </a:cubicBezTo>
                  <a:cubicBezTo>
                    <a:pt x="64" y="85"/>
                    <a:pt x="67" y="82"/>
                    <a:pt x="67" y="78"/>
                  </a:cubicBezTo>
                  <a:cubicBezTo>
                    <a:pt x="67" y="75"/>
                    <a:pt x="64" y="72"/>
                    <a:pt x="60" y="72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5" y="10"/>
                    <a:pt x="85" y="6"/>
                    <a:pt x="82" y="3"/>
                  </a:cubicBezTo>
                  <a:cubicBezTo>
                    <a:pt x="79" y="0"/>
                    <a:pt x="75" y="0"/>
                    <a:pt x="72" y="3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1"/>
                    <a:pt x="11" y="18"/>
                    <a:pt x="7" y="18"/>
                  </a:cubicBezTo>
                  <a:cubicBezTo>
                    <a:pt x="3" y="18"/>
                    <a:pt x="0" y="21"/>
                    <a:pt x="0" y="25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2"/>
                    <a:pt x="3" y="85"/>
                    <a:pt x="7" y="8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211"/>
            <p:cNvSpPr>
              <a:spLocks/>
            </p:cNvSpPr>
            <p:nvPr/>
          </p:nvSpPr>
          <p:spPr bwMode="auto">
            <a:xfrm>
              <a:off x="6567488" y="3506788"/>
              <a:ext cx="125413" cy="125412"/>
            </a:xfrm>
            <a:custGeom>
              <a:avLst/>
              <a:gdLst>
                <a:gd name="T0" fmla="*/ 78 w 85"/>
                <a:gd name="T1" fmla="*/ 18 h 85"/>
                <a:gd name="T2" fmla="*/ 71 w 85"/>
                <a:gd name="T3" fmla="*/ 25 h 85"/>
                <a:gd name="T4" fmla="*/ 71 w 85"/>
                <a:gd name="T5" fmla="*/ 62 h 85"/>
                <a:gd name="T6" fmla="*/ 12 w 85"/>
                <a:gd name="T7" fmla="*/ 3 h 85"/>
                <a:gd name="T8" fmla="*/ 3 w 85"/>
                <a:gd name="T9" fmla="*/ 3 h 85"/>
                <a:gd name="T10" fmla="*/ 3 w 85"/>
                <a:gd name="T11" fmla="*/ 13 h 85"/>
                <a:gd name="T12" fmla="*/ 62 w 85"/>
                <a:gd name="T13" fmla="*/ 72 h 85"/>
                <a:gd name="T14" fmla="*/ 24 w 85"/>
                <a:gd name="T15" fmla="*/ 72 h 85"/>
                <a:gd name="T16" fmla="*/ 18 w 85"/>
                <a:gd name="T17" fmla="*/ 78 h 85"/>
                <a:gd name="T18" fmla="*/ 24 w 85"/>
                <a:gd name="T19" fmla="*/ 85 h 85"/>
                <a:gd name="T20" fmla="*/ 78 w 85"/>
                <a:gd name="T21" fmla="*/ 85 h 85"/>
                <a:gd name="T22" fmla="*/ 85 w 85"/>
                <a:gd name="T23" fmla="*/ 78 h 85"/>
                <a:gd name="T24" fmla="*/ 85 w 85"/>
                <a:gd name="T25" fmla="*/ 25 h 85"/>
                <a:gd name="T26" fmla="*/ 78 w 85"/>
                <a:gd name="T27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85">
                  <a:moveTo>
                    <a:pt x="78" y="18"/>
                  </a:moveTo>
                  <a:cubicBezTo>
                    <a:pt x="74" y="18"/>
                    <a:pt x="71" y="21"/>
                    <a:pt x="71" y="25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5" y="0"/>
                    <a:pt x="3" y="3"/>
                  </a:cubicBezTo>
                  <a:cubicBezTo>
                    <a:pt x="0" y="6"/>
                    <a:pt x="0" y="10"/>
                    <a:pt x="3" y="13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1" y="72"/>
                    <a:pt x="18" y="75"/>
                    <a:pt x="18" y="78"/>
                  </a:cubicBezTo>
                  <a:cubicBezTo>
                    <a:pt x="18" y="82"/>
                    <a:pt x="21" y="85"/>
                    <a:pt x="24" y="85"/>
                  </a:cubicBezTo>
                  <a:cubicBezTo>
                    <a:pt x="78" y="85"/>
                    <a:pt x="78" y="85"/>
                    <a:pt x="78" y="85"/>
                  </a:cubicBezTo>
                  <a:cubicBezTo>
                    <a:pt x="82" y="85"/>
                    <a:pt x="85" y="82"/>
                    <a:pt x="85" y="78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1"/>
                    <a:pt x="82" y="18"/>
                    <a:pt x="78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Freeform 212"/>
            <p:cNvSpPr>
              <a:spLocks/>
            </p:cNvSpPr>
            <p:nvPr/>
          </p:nvSpPr>
          <p:spPr bwMode="auto">
            <a:xfrm>
              <a:off x="6567488" y="3354388"/>
              <a:ext cx="125413" cy="123825"/>
            </a:xfrm>
            <a:custGeom>
              <a:avLst/>
              <a:gdLst>
                <a:gd name="T0" fmla="*/ 78 w 85"/>
                <a:gd name="T1" fmla="*/ 0 h 84"/>
                <a:gd name="T2" fmla="*/ 24 w 85"/>
                <a:gd name="T3" fmla="*/ 0 h 84"/>
                <a:gd name="T4" fmla="*/ 18 w 85"/>
                <a:gd name="T5" fmla="*/ 7 h 84"/>
                <a:gd name="T6" fmla="*/ 24 w 85"/>
                <a:gd name="T7" fmla="*/ 14 h 84"/>
                <a:gd name="T8" fmla="*/ 62 w 85"/>
                <a:gd name="T9" fmla="*/ 14 h 84"/>
                <a:gd name="T10" fmla="*/ 3 w 85"/>
                <a:gd name="T11" fmla="*/ 73 h 84"/>
                <a:gd name="T12" fmla="*/ 3 w 85"/>
                <a:gd name="T13" fmla="*/ 82 h 84"/>
                <a:gd name="T14" fmla="*/ 8 w 85"/>
                <a:gd name="T15" fmla="*/ 84 h 84"/>
                <a:gd name="T16" fmla="*/ 12 w 85"/>
                <a:gd name="T17" fmla="*/ 82 h 84"/>
                <a:gd name="T18" fmla="*/ 71 w 85"/>
                <a:gd name="T19" fmla="*/ 23 h 84"/>
                <a:gd name="T20" fmla="*/ 71 w 85"/>
                <a:gd name="T21" fmla="*/ 61 h 84"/>
                <a:gd name="T22" fmla="*/ 78 w 85"/>
                <a:gd name="T23" fmla="*/ 67 h 84"/>
                <a:gd name="T24" fmla="*/ 85 w 85"/>
                <a:gd name="T25" fmla="*/ 61 h 84"/>
                <a:gd name="T26" fmla="*/ 85 w 85"/>
                <a:gd name="T27" fmla="*/ 7 h 84"/>
                <a:gd name="T28" fmla="*/ 78 w 85"/>
                <a:gd name="T2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84">
                  <a:moveTo>
                    <a:pt x="7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1" y="0"/>
                    <a:pt x="18" y="3"/>
                    <a:pt x="18" y="7"/>
                  </a:cubicBezTo>
                  <a:cubicBezTo>
                    <a:pt x="18" y="11"/>
                    <a:pt x="21" y="14"/>
                    <a:pt x="24" y="1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0" y="75"/>
                    <a:pt x="0" y="79"/>
                    <a:pt x="3" y="82"/>
                  </a:cubicBezTo>
                  <a:cubicBezTo>
                    <a:pt x="4" y="83"/>
                    <a:pt x="6" y="84"/>
                    <a:pt x="8" y="84"/>
                  </a:cubicBezTo>
                  <a:cubicBezTo>
                    <a:pt x="9" y="84"/>
                    <a:pt x="11" y="83"/>
                    <a:pt x="12" y="82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4"/>
                    <a:pt x="74" y="67"/>
                    <a:pt x="78" y="67"/>
                  </a:cubicBezTo>
                  <a:cubicBezTo>
                    <a:pt x="82" y="67"/>
                    <a:pt x="85" y="64"/>
                    <a:pt x="85" y="61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5" y="3"/>
                    <a:pt x="82" y="0"/>
                    <a:pt x="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6865938" y="2954995"/>
            <a:ext cx="319088" cy="277812"/>
            <a:chOff x="6865938" y="3354388"/>
            <a:chExt cx="319088" cy="277812"/>
          </a:xfrm>
        </p:grpSpPr>
        <p:sp>
          <p:nvSpPr>
            <p:cNvPr id="15" name="Freeform 213"/>
            <p:cNvSpPr>
              <a:spLocks/>
            </p:cNvSpPr>
            <p:nvPr/>
          </p:nvSpPr>
          <p:spPr bwMode="auto">
            <a:xfrm>
              <a:off x="6865938" y="3354388"/>
              <a:ext cx="120650" cy="119062"/>
            </a:xfrm>
            <a:custGeom>
              <a:avLst/>
              <a:gdLst>
                <a:gd name="T0" fmla="*/ 58 w 81"/>
                <a:gd name="T1" fmla="*/ 67 h 81"/>
                <a:gd name="T2" fmla="*/ 40 w 81"/>
                <a:gd name="T3" fmla="*/ 67 h 81"/>
                <a:gd name="T4" fmla="*/ 34 w 81"/>
                <a:gd name="T5" fmla="*/ 74 h 81"/>
                <a:gd name="T6" fmla="*/ 40 w 81"/>
                <a:gd name="T7" fmla="*/ 81 h 81"/>
                <a:gd name="T8" fmla="*/ 81 w 81"/>
                <a:gd name="T9" fmla="*/ 81 h 81"/>
                <a:gd name="T10" fmla="*/ 81 w 81"/>
                <a:gd name="T11" fmla="*/ 40 h 81"/>
                <a:gd name="T12" fmla="*/ 74 w 81"/>
                <a:gd name="T13" fmla="*/ 34 h 81"/>
                <a:gd name="T14" fmla="*/ 67 w 81"/>
                <a:gd name="T15" fmla="*/ 40 h 81"/>
                <a:gd name="T16" fmla="*/ 67 w 81"/>
                <a:gd name="T17" fmla="*/ 58 h 81"/>
                <a:gd name="T18" fmla="*/ 12 w 81"/>
                <a:gd name="T19" fmla="*/ 2 h 81"/>
                <a:gd name="T20" fmla="*/ 2 w 81"/>
                <a:gd name="T21" fmla="*/ 2 h 81"/>
                <a:gd name="T22" fmla="*/ 2 w 81"/>
                <a:gd name="T23" fmla="*/ 12 h 81"/>
                <a:gd name="T24" fmla="*/ 58 w 81"/>
                <a:gd name="T25" fmla="*/ 6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81">
                  <a:moveTo>
                    <a:pt x="58" y="67"/>
                  </a:moveTo>
                  <a:cubicBezTo>
                    <a:pt x="40" y="67"/>
                    <a:pt x="40" y="67"/>
                    <a:pt x="40" y="67"/>
                  </a:cubicBezTo>
                  <a:cubicBezTo>
                    <a:pt x="37" y="67"/>
                    <a:pt x="34" y="70"/>
                    <a:pt x="34" y="74"/>
                  </a:cubicBezTo>
                  <a:cubicBezTo>
                    <a:pt x="34" y="78"/>
                    <a:pt x="37" y="81"/>
                    <a:pt x="40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37"/>
                    <a:pt x="78" y="34"/>
                    <a:pt x="74" y="34"/>
                  </a:cubicBezTo>
                  <a:cubicBezTo>
                    <a:pt x="70" y="34"/>
                    <a:pt x="67" y="37"/>
                    <a:pt x="67" y="40"/>
                  </a:cubicBezTo>
                  <a:cubicBezTo>
                    <a:pt x="67" y="58"/>
                    <a:pt x="67" y="58"/>
                    <a:pt x="67" y="58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0" y="5"/>
                    <a:pt x="0" y="9"/>
                    <a:pt x="2" y="12"/>
                  </a:cubicBezTo>
                  <a:lnTo>
                    <a:pt x="58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214"/>
            <p:cNvSpPr>
              <a:spLocks/>
            </p:cNvSpPr>
            <p:nvPr/>
          </p:nvSpPr>
          <p:spPr bwMode="auto">
            <a:xfrm>
              <a:off x="7064376" y="3513138"/>
              <a:ext cx="120650" cy="119062"/>
            </a:xfrm>
            <a:custGeom>
              <a:avLst/>
              <a:gdLst>
                <a:gd name="T0" fmla="*/ 23 w 82"/>
                <a:gd name="T1" fmla="*/ 14 h 81"/>
                <a:gd name="T2" fmla="*/ 41 w 82"/>
                <a:gd name="T3" fmla="*/ 14 h 81"/>
                <a:gd name="T4" fmla="*/ 47 w 82"/>
                <a:gd name="T5" fmla="*/ 7 h 81"/>
                <a:gd name="T6" fmla="*/ 41 w 82"/>
                <a:gd name="T7" fmla="*/ 0 h 81"/>
                <a:gd name="T8" fmla="*/ 0 w 82"/>
                <a:gd name="T9" fmla="*/ 0 h 81"/>
                <a:gd name="T10" fmla="*/ 0 w 82"/>
                <a:gd name="T11" fmla="*/ 41 h 81"/>
                <a:gd name="T12" fmla="*/ 7 w 82"/>
                <a:gd name="T13" fmla="*/ 47 h 81"/>
                <a:gd name="T14" fmla="*/ 14 w 82"/>
                <a:gd name="T15" fmla="*/ 41 h 81"/>
                <a:gd name="T16" fmla="*/ 14 w 82"/>
                <a:gd name="T17" fmla="*/ 23 h 81"/>
                <a:gd name="T18" fmla="*/ 69 w 82"/>
                <a:gd name="T19" fmla="*/ 79 h 81"/>
                <a:gd name="T20" fmla="*/ 74 w 82"/>
                <a:gd name="T21" fmla="*/ 81 h 81"/>
                <a:gd name="T22" fmla="*/ 79 w 82"/>
                <a:gd name="T23" fmla="*/ 79 h 81"/>
                <a:gd name="T24" fmla="*/ 79 w 82"/>
                <a:gd name="T25" fmla="*/ 70 h 81"/>
                <a:gd name="T26" fmla="*/ 23 w 82"/>
                <a:gd name="T27" fmla="*/ 1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2" h="81">
                  <a:moveTo>
                    <a:pt x="23" y="14"/>
                  </a:moveTo>
                  <a:cubicBezTo>
                    <a:pt x="41" y="14"/>
                    <a:pt x="41" y="14"/>
                    <a:pt x="41" y="14"/>
                  </a:cubicBezTo>
                  <a:cubicBezTo>
                    <a:pt x="44" y="14"/>
                    <a:pt x="47" y="11"/>
                    <a:pt x="47" y="7"/>
                  </a:cubicBezTo>
                  <a:cubicBezTo>
                    <a:pt x="47" y="3"/>
                    <a:pt x="44" y="0"/>
                    <a:pt x="4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4"/>
                    <a:pt x="3" y="47"/>
                    <a:pt x="7" y="47"/>
                  </a:cubicBezTo>
                  <a:cubicBezTo>
                    <a:pt x="11" y="47"/>
                    <a:pt x="14" y="44"/>
                    <a:pt x="14" y="4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1" y="80"/>
                    <a:pt x="72" y="81"/>
                    <a:pt x="74" y="81"/>
                  </a:cubicBezTo>
                  <a:cubicBezTo>
                    <a:pt x="76" y="81"/>
                    <a:pt x="78" y="80"/>
                    <a:pt x="79" y="79"/>
                  </a:cubicBezTo>
                  <a:cubicBezTo>
                    <a:pt x="82" y="76"/>
                    <a:pt x="82" y="72"/>
                    <a:pt x="79" y="70"/>
                  </a:cubicBezTo>
                  <a:lnTo>
                    <a:pt x="2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Freeform 215"/>
            <p:cNvSpPr>
              <a:spLocks/>
            </p:cNvSpPr>
            <p:nvPr/>
          </p:nvSpPr>
          <p:spPr bwMode="auto">
            <a:xfrm>
              <a:off x="6865938" y="3513138"/>
              <a:ext cx="120650" cy="119062"/>
            </a:xfrm>
            <a:custGeom>
              <a:avLst/>
              <a:gdLst>
                <a:gd name="T0" fmla="*/ 7 w 81"/>
                <a:gd name="T1" fmla="*/ 81 h 81"/>
                <a:gd name="T2" fmla="*/ 12 w 81"/>
                <a:gd name="T3" fmla="*/ 79 h 81"/>
                <a:gd name="T4" fmla="*/ 67 w 81"/>
                <a:gd name="T5" fmla="*/ 23 h 81"/>
                <a:gd name="T6" fmla="*/ 67 w 81"/>
                <a:gd name="T7" fmla="*/ 41 h 81"/>
                <a:gd name="T8" fmla="*/ 74 w 81"/>
                <a:gd name="T9" fmla="*/ 47 h 81"/>
                <a:gd name="T10" fmla="*/ 81 w 81"/>
                <a:gd name="T11" fmla="*/ 41 h 81"/>
                <a:gd name="T12" fmla="*/ 81 w 81"/>
                <a:gd name="T13" fmla="*/ 0 h 81"/>
                <a:gd name="T14" fmla="*/ 40 w 81"/>
                <a:gd name="T15" fmla="*/ 0 h 81"/>
                <a:gd name="T16" fmla="*/ 34 w 81"/>
                <a:gd name="T17" fmla="*/ 7 h 81"/>
                <a:gd name="T18" fmla="*/ 40 w 81"/>
                <a:gd name="T19" fmla="*/ 14 h 81"/>
                <a:gd name="T20" fmla="*/ 58 w 81"/>
                <a:gd name="T21" fmla="*/ 14 h 81"/>
                <a:gd name="T22" fmla="*/ 2 w 81"/>
                <a:gd name="T23" fmla="*/ 70 h 81"/>
                <a:gd name="T24" fmla="*/ 2 w 81"/>
                <a:gd name="T25" fmla="*/ 79 h 81"/>
                <a:gd name="T26" fmla="*/ 7 w 81"/>
                <a:gd name="T27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81">
                  <a:moveTo>
                    <a:pt x="7" y="81"/>
                  </a:moveTo>
                  <a:cubicBezTo>
                    <a:pt x="9" y="81"/>
                    <a:pt x="10" y="80"/>
                    <a:pt x="12" y="79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4"/>
                    <a:pt x="70" y="47"/>
                    <a:pt x="74" y="47"/>
                  </a:cubicBezTo>
                  <a:cubicBezTo>
                    <a:pt x="78" y="47"/>
                    <a:pt x="81" y="44"/>
                    <a:pt x="81" y="4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4" y="3"/>
                    <a:pt x="34" y="7"/>
                  </a:cubicBezTo>
                  <a:cubicBezTo>
                    <a:pt x="34" y="11"/>
                    <a:pt x="37" y="14"/>
                    <a:pt x="40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0" y="72"/>
                    <a:pt x="0" y="76"/>
                    <a:pt x="2" y="79"/>
                  </a:cubicBezTo>
                  <a:cubicBezTo>
                    <a:pt x="3" y="80"/>
                    <a:pt x="5" y="81"/>
                    <a:pt x="7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216"/>
            <p:cNvSpPr>
              <a:spLocks/>
            </p:cNvSpPr>
            <p:nvPr/>
          </p:nvSpPr>
          <p:spPr bwMode="auto">
            <a:xfrm>
              <a:off x="7064376" y="3354388"/>
              <a:ext cx="120650" cy="119062"/>
            </a:xfrm>
            <a:custGeom>
              <a:avLst/>
              <a:gdLst>
                <a:gd name="T0" fmla="*/ 69 w 82"/>
                <a:gd name="T1" fmla="*/ 2 h 81"/>
                <a:gd name="T2" fmla="*/ 14 w 82"/>
                <a:gd name="T3" fmla="*/ 58 h 81"/>
                <a:gd name="T4" fmla="*/ 14 w 82"/>
                <a:gd name="T5" fmla="*/ 40 h 81"/>
                <a:gd name="T6" fmla="*/ 7 w 82"/>
                <a:gd name="T7" fmla="*/ 34 h 81"/>
                <a:gd name="T8" fmla="*/ 0 w 82"/>
                <a:gd name="T9" fmla="*/ 40 h 81"/>
                <a:gd name="T10" fmla="*/ 0 w 82"/>
                <a:gd name="T11" fmla="*/ 81 h 81"/>
                <a:gd name="T12" fmla="*/ 41 w 82"/>
                <a:gd name="T13" fmla="*/ 81 h 81"/>
                <a:gd name="T14" fmla="*/ 47 w 82"/>
                <a:gd name="T15" fmla="*/ 74 h 81"/>
                <a:gd name="T16" fmla="*/ 41 w 82"/>
                <a:gd name="T17" fmla="*/ 67 h 81"/>
                <a:gd name="T18" fmla="*/ 23 w 82"/>
                <a:gd name="T19" fmla="*/ 67 h 81"/>
                <a:gd name="T20" fmla="*/ 79 w 82"/>
                <a:gd name="T21" fmla="*/ 12 h 81"/>
                <a:gd name="T22" fmla="*/ 79 w 82"/>
                <a:gd name="T23" fmla="*/ 2 h 81"/>
                <a:gd name="T24" fmla="*/ 69 w 82"/>
                <a:gd name="T25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81">
                  <a:moveTo>
                    <a:pt x="69" y="2"/>
                  </a:moveTo>
                  <a:cubicBezTo>
                    <a:pt x="14" y="58"/>
                    <a:pt x="14" y="58"/>
                    <a:pt x="14" y="58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37"/>
                    <a:pt x="11" y="34"/>
                    <a:pt x="7" y="34"/>
                  </a:cubicBezTo>
                  <a:cubicBezTo>
                    <a:pt x="3" y="34"/>
                    <a:pt x="0" y="37"/>
                    <a:pt x="0" y="4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44" y="81"/>
                    <a:pt x="47" y="78"/>
                    <a:pt x="47" y="74"/>
                  </a:cubicBezTo>
                  <a:cubicBezTo>
                    <a:pt x="47" y="70"/>
                    <a:pt x="44" y="67"/>
                    <a:pt x="41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2" y="9"/>
                    <a:pt x="82" y="5"/>
                    <a:pt x="79" y="2"/>
                  </a:cubicBezTo>
                  <a:cubicBezTo>
                    <a:pt x="76" y="0"/>
                    <a:pt x="72" y="0"/>
                    <a:pt x="69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7356476" y="2935945"/>
            <a:ext cx="317500" cy="315912"/>
            <a:chOff x="7356476" y="3335338"/>
            <a:chExt cx="317500" cy="315912"/>
          </a:xfrm>
        </p:grpSpPr>
        <p:sp>
          <p:nvSpPr>
            <p:cNvPr id="19" name="Freeform 217"/>
            <p:cNvSpPr>
              <a:spLocks/>
            </p:cNvSpPr>
            <p:nvPr/>
          </p:nvSpPr>
          <p:spPr bwMode="auto">
            <a:xfrm>
              <a:off x="7505701" y="3335338"/>
              <a:ext cx="168275" cy="285750"/>
            </a:xfrm>
            <a:custGeom>
              <a:avLst/>
              <a:gdLst>
                <a:gd name="T0" fmla="*/ 0 w 114"/>
                <a:gd name="T1" fmla="*/ 6 h 194"/>
                <a:gd name="T2" fmla="*/ 7 w 114"/>
                <a:gd name="T3" fmla="*/ 13 h 194"/>
                <a:gd name="T4" fmla="*/ 73 w 114"/>
                <a:gd name="T5" fmla="*/ 41 h 194"/>
                <a:gd name="T6" fmla="*/ 101 w 114"/>
                <a:gd name="T7" fmla="*/ 107 h 194"/>
                <a:gd name="T8" fmla="*/ 74 w 114"/>
                <a:gd name="T9" fmla="*/ 173 h 194"/>
                <a:gd name="T10" fmla="*/ 74 w 114"/>
                <a:gd name="T11" fmla="*/ 154 h 194"/>
                <a:gd name="T12" fmla="*/ 67 w 114"/>
                <a:gd name="T13" fmla="*/ 147 h 194"/>
                <a:gd name="T14" fmla="*/ 60 w 114"/>
                <a:gd name="T15" fmla="*/ 154 h 194"/>
                <a:gd name="T16" fmla="*/ 60 w 114"/>
                <a:gd name="T17" fmla="*/ 194 h 194"/>
                <a:gd name="T18" fmla="*/ 101 w 114"/>
                <a:gd name="T19" fmla="*/ 194 h 194"/>
                <a:gd name="T20" fmla="*/ 107 w 114"/>
                <a:gd name="T21" fmla="*/ 188 h 194"/>
                <a:gd name="T22" fmla="*/ 101 w 114"/>
                <a:gd name="T23" fmla="*/ 181 h 194"/>
                <a:gd name="T24" fmla="*/ 85 w 114"/>
                <a:gd name="T25" fmla="*/ 181 h 194"/>
                <a:gd name="T26" fmla="*/ 114 w 114"/>
                <a:gd name="T27" fmla="*/ 107 h 194"/>
                <a:gd name="T28" fmla="*/ 83 w 114"/>
                <a:gd name="T29" fmla="*/ 31 h 194"/>
                <a:gd name="T30" fmla="*/ 7 w 114"/>
                <a:gd name="T31" fmla="*/ 0 h 194"/>
                <a:gd name="T32" fmla="*/ 0 w 114"/>
                <a:gd name="T33" fmla="*/ 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4" h="194">
                  <a:moveTo>
                    <a:pt x="0" y="6"/>
                  </a:moveTo>
                  <a:cubicBezTo>
                    <a:pt x="0" y="10"/>
                    <a:pt x="3" y="13"/>
                    <a:pt x="7" y="13"/>
                  </a:cubicBezTo>
                  <a:cubicBezTo>
                    <a:pt x="32" y="13"/>
                    <a:pt x="55" y="23"/>
                    <a:pt x="73" y="41"/>
                  </a:cubicBezTo>
                  <a:cubicBezTo>
                    <a:pt x="91" y="58"/>
                    <a:pt x="101" y="82"/>
                    <a:pt x="101" y="107"/>
                  </a:cubicBezTo>
                  <a:cubicBezTo>
                    <a:pt x="101" y="132"/>
                    <a:pt x="91" y="155"/>
                    <a:pt x="74" y="173"/>
                  </a:cubicBezTo>
                  <a:cubicBezTo>
                    <a:pt x="74" y="154"/>
                    <a:pt x="74" y="154"/>
                    <a:pt x="74" y="154"/>
                  </a:cubicBezTo>
                  <a:cubicBezTo>
                    <a:pt x="74" y="150"/>
                    <a:pt x="71" y="147"/>
                    <a:pt x="67" y="147"/>
                  </a:cubicBezTo>
                  <a:cubicBezTo>
                    <a:pt x="63" y="147"/>
                    <a:pt x="60" y="150"/>
                    <a:pt x="60" y="154"/>
                  </a:cubicBezTo>
                  <a:cubicBezTo>
                    <a:pt x="60" y="194"/>
                    <a:pt x="60" y="194"/>
                    <a:pt x="60" y="194"/>
                  </a:cubicBezTo>
                  <a:cubicBezTo>
                    <a:pt x="101" y="194"/>
                    <a:pt x="101" y="194"/>
                    <a:pt x="101" y="194"/>
                  </a:cubicBezTo>
                  <a:cubicBezTo>
                    <a:pt x="104" y="194"/>
                    <a:pt x="107" y="191"/>
                    <a:pt x="107" y="188"/>
                  </a:cubicBezTo>
                  <a:cubicBezTo>
                    <a:pt x="107" y="184"/>
                    <a:pt x="104" y="181"/>
                    <a:pt x="101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104" y="161"/>
                    <a:pt x="114" y="135"/>
                    <a:pt x="114" y="107"/>
                  </a:cubicBezTo>
                  <a:cubicBezTo>
                    <a:pt x="114" y="78"/>
                    <a:pt x="103" y="51"/>
                    <a:pt x="83" y="31"/>
                  </a:cubicBezTo>
                  <a:cubicBezTo>
                    <a:pt x="62" y="11"/>
                    <a:pt x="35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Freeform 218"/>
            <p:cNvSpPr>
              <a:spLocks/>
            </p:cNvSpPr>
            <p:nvPr/>
          </p:nvSpPr>
          <p:spPr bwMode="auto">
            <a:xfrm>
              <a:off x="7356476" y="3365500"/>
              <a:ext cx="168275" cy="285750"/>
            </a:xfrm>
            <a:custGeom>
              <a:avLst/>
              <a:gdLst>
                <a:gd name="T0" fmla="*/ 32 w 114"/>
                <a:gd name="T1" fmla="*/ 163 h 194"/>
                <a:gd name="T2" fmla="*/ 108 w 114"/>
                <a:gd name="T3" fmla="*/ 194 h 194"/>
                <a:gd name="T4" fmla="*/ 114 w 114"/>
                <a:gd name="T5" fmla="*/ 188 h 194"/>
                <a:gd name="T6" fmla="*/ 108 w 114"/>
                <a:gd name="T7" fmla="*/ 181 h 194"/>
                <a:gd name="T8" fmla="*/ 41 w 114"/>
                <a:gd name="T9" fmla="*/ 153 h 194"/>
                <a:gd name="T10" fmla="*/ 14 w 114"/>
                <a:gd name="T11" fmla="*/ 87 h 194"/>
                <a:gd name="T12" fmla="*/ 41 w 114"/>
                <a:gd name="T13" fmla="*/ 21 h 194"/>
                <a:gd name="T14" fmla="*/ 41 w 114"/>
                <a:gd name="T15" fmla="*/ 40 h 194"/>
                <a:gd name="T16" fmla="*/ 47 w 114"/>
                <a:gd name="T17" fmla="*/ 47 h 194"/>
                <a:gd name="T18" fmla="*/ 54 w 114"/>
                <a:gd name="T19" fmla="*/ 40 h 194"/>
                <a:gd name="T20" fmla="*/ 54 w 114"/>
                <a:gd name="T21" fmla="*/ 0 h 194"/>
                <a:gd name="T22" fmla="*/ 14 w 114"/>
                <a:gd name="T23" fmla="*/ 0 h 194"/>
                <a:gd name="T24" fmla="*/ 7 w 114"/>
                <a:gd name="T25" fmla="*/ 7 h 194"/>
                <a:gd name="T26" fmla="*/ 14 w 114"/>
                <a:gd name="T27" fmla="*/ 13 h 194"/>
                <a:gd name="T28" fmla="*/ 30 w 114"/>
                <a:gd name="T29" fmla="*/ 13 h 194"/>
                <a:gd name="T30" fmla="*/ 0 w 114"/>
                <a:gd name="T31" fmla="*/ 87 h 194"/>
                <a:gd name="T32" fmla="*/ 32 w 114"/>
                <a:gd name="T33" fmla="*/ 16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4" h="194">
                  <a:moveTo>
                    <a:pt x="32" y="163"/>
                  </a:moveTo>
                  <a:cubicBezTo>
                    <a:pt x="52" y="183"/>
                    <a:pt x="79" y="194"/>
                    <a:pt x="108" y="194"/>
                  </a:cubicBezTo>
                  <a:cubicBezTo>
                    <a:pt x="111" y="194"/>
                    <a:pt x="114" y="191"/>
                    <a:pt x="114" y="188"/>
                  </a:cubicBezTo>
                  <a:cubicBezTo>
                    <a:pt x="114" y="184"/>
                    <a:pt x="111" y="181"/>
                    <a:pt x="108" y="181"/>
                  </a:cubicBezTo>
                  <a:cubicBezTo>
                    <a:pt x="83" y="181"/>
                    <a:pt x="59" y="171"/>
                    <a:pt x="41" y="153"/>
                  </a:cubicBezTo>
                  <a:cubicBezTo>
                    <a:pt x="24" y="136"/>
                    <a:pt x="14" y="112"/>
                    <a:pt x="14" y="87"/>
                  </a:cubicBezTo>
                  <a:cubicBezTo>
                    <a:pt x="14" y="62"/>
                    <a:pt x="23" y="39"/>
                    <a:pt x="41" y="21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4"/>
                    <a:pt x="44" y="47"/>
                    <a:pt x="47" y="47"/>
                  </a:cubicBezTo>
                  <a:cubicBezTo>
                    <a:pt x="51" y="47"/>
                    <a:pt x="54" y="44"/>
                    <a:pt x="54" y="4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3"/>
                    <a:pt x="7" y="7"/>
                  </a:cubicBezTo>
                  <a:cubicBezTo>
                    <a:pt x="7" y="10"/>
                    <a:pt x="10" y="13"/>
                    <a:pt x="14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11" y="33"/>
                    <a:pt x="0" y="59"/>
                    <a:pt x="0" y="87"/>
                  </a:cubicBezTo>
                  <a:cubicBezTo>
                    <a:pt x="0" y="116"/>
                    <a:pt x="12" y="143"/>
                    <a:pt x="32" y="16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1" name="Group 290"/>
          <p:cNvGrpSpPr/>
          <p:nvPr/>
        </p:nvGrpSpPr>
        <p:grpSpPr>
          <a:xfrm>
            <a:off x="7356476" y="3426482"/>
            <a:ext cx="317500" cy="317500"/>
            <a:chOff x="7356476" y="3825875"/>
            <a:chExt cx="317500" cy="317500"/>
          </a:xfrm>
        </p:grpSpPr>
        <p:sp>
          <p:nvSpPr>
            <p:cNvPr id="21" name="Freeform 219"/>
            <p:cNvSpPr>
              <a:spLocks noEditPoints="1"/>
            </p:cNvSpPr>
            <p:nvPr/>
          </p:nvSpPr>
          <p:spPr bwMode="auto">
            <a:xfrm>
              <a:off x="7356476" y="3825875"/>
              <a:ext cx="317500" cy="317500"/>
            </a:xfrm>
            <a:custGeom>
              <a:avLst/>
              <a:gdLst>
                <a:gd name="T0" fmla="*/ 29 w 215"/>
                <a:gd name="T1" fmla="*/ 134 h 215"/>
                <a:gd name="T2" fmla="*/ 16 w 215"/>
                <a:gd name="T3" fmla="*/ 163 h 215"/>
                <a:gd name="T4" fmla="*/ 43 w 215"/>
                <a:gd name="T5" fmla="*/ 199 h 215"/>
                <a:gd name="T6" fmla="*/ 69 w 215"/>
                <a:gd name="T7" fmla="*/ 182 h 215"/>
                <a:gd name="T8" fmla="*/ 81 w 215"/>
                <a:gd name="T9" fmla="*/ 208 h 215"/>
                <a:gd name="T10" fmla="*/ 128 w 215"/>
                <a:gd name="T11" fmla="*/ 215 h 215"/>
                <a:gd name="T12" fmla="*/ 135 w 215"/>
                <a:gd name="T13" fmla="*/ 186 h 215"/>
                <a:gd name="T14" fmla="*/ 163 w 215"/>
                <a:gd name="T15" fmla="*/ 199 h 215"/>
                <a:gd name="T16" fmla="*/ 200 w 215"/>
                <a:gd name="T17" fmla="*/ 172 h 215"/>
                <a:gd name="T18" fmla="*/ 182 w 215"/>
                <a:gd name="T19" fmla="*/ 146 h 215"/>
                <a:gd name="T20" fmla="*/ 208 w 215"/>
                <a:gd name="T21" fmla="*/ 134 h 215"/>
                <a:gd name="T22" fmla="*/ 215 w 215"/>
                <a:gd name="T23" fmla="*/ 87 h 215"/>
                <a:gd name="T24" fmla="*/ 186 w 215"/>
                <a:gd name="T25" fmla="*/ 80 h 215"/>
                <a:gd name="T26" fmla="*/ 200 w 215"/>
                <a:gd name="T27" fmla="*/ 52 h 215"/>
                <a:gd name="T28" fmla="*/ 173 w 215"/>
                <a:gd name="T29" fmla="*/ 15 h 215"/>
                <a:gd name="T30" fmla="*/ 146 w 215"/>
                <a:gd name="T31" fmla="*/ 32 h 215"/>
                <a:gd name="T32" fmla="*/ 135 w 215"/>
                <a:gd name="T33" fmla="*/ 7 h 215"/>
                <a:gd name="T34" fmla="*/ 88 w 215"/>
                <a:gd name="T35" fmla="*/ 0 h 215"/>
                <a:gd name="T36" fmla="*/ 81 w 215"/>
                <a:gd name="T37" fmla="*/ 29 h 215"/>
                <a:gd name="T38" fmla="*/ 52 w 215"/>
                <a:gd name="T39" fmla="*/ 15 h 215"/>
                <a:gd name="T40" fmla="*/ 16 w 215"/>
                <a:gd name="T41" fmla="*/ 42 h 215"/>
                <a:gd name="T42" fmla="*/ 33 w 215"/>
                <a:gd name="T43" fmla="*/ 69 h 215"/>
                <a:gd name="T44" fmla="*/ 7 w 215"/>
                <a:gd name="T45" fmla="*/ 80 h 215"/>
                <a:gd name="T46" fmla="*/ 0 w 215"/>
                <a:gd name="T47" fmla="*/ 127 h 215"/>
                <a:gd name="T48" fmla="*/ 14 w 215"/>
                <a:gd name="T49" fmla="*/ 94 h 215"/>
                <a:gd name="T50" fmla="*/ 40 w 215"/>
                <a:gd name="T51" fmla="*/ 89 h 215"/>
                <a:gd name="T52" fmla="*/ 45 w 215"/>
                <a:gd name="T53" fmla="*/ 62 h 215"/>
                <a:gd name="T54" fmla="*/ 47 w 215"/>
                <a:gd name="T55" fmla="*/ 29 h 215"/>
                <a:gd name="T56" fmla="*/ 70 w 215"/>
                <a:gd name="T57" fmla="*/ 46 h 215"/>
                <a:gd name="T58" fmla="*/ 94 w 215"/>
                <a:gd name="T59" fmla="*/ 33 h 215"/>
                <a:gd name="T60" fmla="*/ 121 w 215"/>
                <a:gd name="T61" fmla="*/ 13 h 215"/>
                <a:gd name="T62" fmla="*/ 126 w 215"/>
                <a:gd name="T63" fmla="*/ 40 h 215"/>
                <a:gd name="T64" fmla="*/ 153 w 215"/>
                <a:gd name="T65" fmla="*/ 45 h 215"/>
                <a:gd name="T66" fmla="*/ 185 w 215"/>
                <a:gd name="T67" fmla="*/ 47 h 215"/>
                <a:gd name="T68" fmla="*/ 168 w 215"/>
                <a:gd name="T69" fmla="*/ 69 h 215"/>
                <a:gd name="T70" fmla="*/ 181 w 215"/>
                <a:gd name="T71" fmla="*/ 94 h 215"/>
                <a:gd name="T72" fmla="*/ 202 w 215"/>
                <a:gd name="T73" fmla="*/ 121 h 215"/>
                <a:gd name="T74" fmla="*/ 175 w 215"/>
                <a:gd name="T75" fmla="*/ 125 h 215"/>
                <a:gd name="T76" fmla="*/ 170 w 215"/>
                <a:gd name="T77" fmla="*/ 152 h 215"/>
                <a:gd name="T78" fmla="*/ 168 w 215"/>
                <a:gd name="T79" fmla="*/ 185 h 215"/>
                <a:gd name="T80" fmla="*/ 146 w 215"/>
                <a:gd name="T81" fmla="*/ 168 h 215"/>
                <a:gd name="T82" fmla="*/ 121 w 215"/>
                <a:gd name="T83" fmla="*/ 181 h 215"/>
                <a:gd name="T84" fmla="*/ 94 w 215"/>
                <a:gd name="T85" fmla="*/ 201 h 215"/>
                <a:gd name="T86" fmla="*/ 90 w 215"/>
                <a:gd name="T87" fmla="*/ 175 h 215"/>
                <a:gd name="T88" fmla="*/ 63 w 215"/>
                <a:gd name="T89" fmla="*/ 170 h 215"/>
                <a:gd name="T90" fmla="*/ 30 w 215"/>
                <a:gd name="T91" fmla="*/ 168 h 215"/>
                <a:gd name="T92" fmla="*/ 47 w 215"/>
                <a:gd name="T93" fmla="*/ 145 h 215"/>
                <a:gd name="T94" fmla="*/ 34 w 215"/>
                <a:gd name="T95" fmla="*/ 121 h 215"/>
                <a:gd name="T96" fmla="*/ 14 w 215"/>
                <a:gd name="T97" fmla="*/ 9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5" h="215">
                  <a:moveTo>
                    <a:pt x="7" y="134"/>
                  </a:moveTo>
                  <a:cubicBezTo>
                    <a:pt x="29" y="134"/>
                    <a:pt x="29" y="134"/>
                    <a:pt x="29" y="134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16" y="163"/>
                    <a:pt x="16" y="163"/>
                    <a:pt x="16" y="163"/>
                  </a:cubicBezTo>
                  <a:cubicBezTo>
                    <a:pt x="13" y="165"/>
                    <a:pt x="13" y="170"/>
                    <a:pt x="16" y="172"/>
                  </a:cubicBezTo>
                  <a:cubicBezTo>
                    <a:pt x="43" y="199"/>
                    <a:pt x="43" y="199"/>
                    <a:pt x="43" y="199"/>
                  </a:cubicBezTo>
                  <a:cubicBezTo>
                    <a:pt x="45" y="202"/>
                    <a:pt x="49" y="202"/>
                    <a:pt x="52" y="199"/>
                  </a:cubicBezTo>
                  <a:cubicBezTo>
                    <a:pt x="69" y="182"/>
                    <a:pt x="69" y="182"/>
                    <a:pt x="69" y="182"/>
                  </a:cubicBezTo>
                  <a:cubicBezTo>
                    <a:pt x="81" y="186"/>
                    <a:pt x="81" y="186"/>
                    <a:pt x="81" y="186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12"/>
                    <a:pt x="84" y="215"/>
                    <a:pt x="88" y="215"/>
                  </a:cubicBezTo>
                  <a:cubicBezTo>
                    <a:pt x="128" y="215"/>
                    <a:pt x="128" y="215"/>
                    <a:pt x="128" y="215"/>
                  </a:cubicBezTo>
                  <a:cubicBezTo>
                    <a:pt x="132" y="215"/>
                    <a:pt x="135" y="212"/>
                    <a:pt x="135" y="208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46" y="182"/>
                    <a:pt x="146" y="182"/>
                    <a:pt x="146" y="182"/>
                  </a:cubicBezTo>
                  <a:cubicBezTo>
                    <a:pt x="163" y="199"/>
                    <a:pt x="163" y="199"/>
                    <a:pt x="163" y="199"/>
                  </a:cubicBezTo>
                  <a:cubicBezTo>
                    <a:pt x="166" y="202"/>
                    <a:pt x="170" y="202"/>
                    <a:pt x="173" y="199"/>
                  </a:cubicBezTo>
                  <a:cubicBezTo>
                    <a:pt x="200" y="172"/>
                    <a:pt x="200" y="172"/>
                    <a:pt x="200" y="172"/>
                  </a:cubicBezTo>
                  <a:cubicBezTo>
                    <a:pt x="202" y="170"/>
                    <a:pt x="202" y="165"/>
                    <a:pt x="200" y="163"/>
                  </a:cubicBezTo>
                  <a:cubicBezTo>
                    <a:pt x="182" y="146"/>
                    <a:pt x="182" y="146"/>
                    <a:pt x="182" y="146"/>
                  </a:cubicBezTo>
                  <a:cubicBezTo>
                    <a:pt x="186" y="134"/>
                    <a:pt x="186" y="134"/>
                    <a:pt x="186" y="134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12" y="134"/>
                    <a:pt x="215" y="131"/>
                    <a:pt x="215" y="127"/>
                  </a:cubicBezTo>
                  <a:cubicBezTo>
                    <a:pt x="215" y="87"/>
                    <a:pt x="215" y="87"/>
                    <a:pt x="215" y="87"/>
                  </a:cubicBezTo>
                  <a:cubicBezTo>
                    <a:pt x="215" y="83"/>
                    <a:pt x="212" y="80"/>
                    <a:pt x="208" y="80"/>
                  </a:cubicBezTo>
                  <a:cubicBezTo>
                    <a:pt x="186" y="80"/>
                    <a:pt x="186" y="80"/>
                    <a:pt x="186" y="80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2" y="49"/>
                    <a:pt x="202" y="45"/>
                    <a:pt x="200" y="42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70" y="13"/>
                    <a:pt x="166" y="13"/>
                    <a:pt x="163" y="15"/>
                  </a:cubicBezTo>
                  <a:cubicBezTo>
                    <a:pt x="146" y="32"/>
                    <a:pt x="146" y="32"/>
                    <a:pt x="146" y="32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5" y="3"/>
                    <a:pt x="132" y="0"/>
                    <a:pt x="12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4" y="0"/>
                    <a:pt x="81" y="3"/>
                    <a:pt x="81" y="7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49" y="13"/>
                    <a:pt x="45" y="13"/>
                    <a:pt x="43" y="15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3" y="45"/>
                    <a:pt x="13" y="49"/>
                    <a:pt x="16" y="52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3" y="80"/>
                    <a:pt x="0" y="83"/>
                    <a:pt x="0" y="8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1"/>
                    <a:pt x="3" y="134"/>
                    <a:pt x="7" y="134"/>
                  </a:cubicBezTo>
                  <a:close/>
                  <a:moveTo>
                    <a:pt x="14" y="94"/>
                  </a:moveTo>
                  <a:cubicBezTo>
                    <a:pt x="34" y="94"/>
                    <a:pt x="34" y="94"/>
                    <a:pt x="34" y="94"/>
                  </a:cubicBezTo>
                  <a:cubicBezTo>
                    <a:pt x="37" y="94"/>
                    <a:pt x="39" y="92"/>
                    <a:pt x="40" y="89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8" y="67"/>
                    <a:pt x="47" y="64"/>
                    <a:pt x="45" y="62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4" y="47"/>
                    <a:pt x="67" y="47"/>
                    <a:pt x="70" y="46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2" y="39"/>
                    <a:pt x="94" y="36"/>
                    <a:pt x="94" y="3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1" y="36"/>
                    <a:pt x="123" y="39"/>
                    <a:pt x="126" y="40"/>
                  </a:cubicBezTo>
                  <a:cubicBezTo>
                    <a:pt x="146" y="46"/>
                    <a:pt x="146" y="46"/>
                    <a:pt x="146" y="46"/>
                  </a:cubicBezTo>
                  <a:cubicBezTo>
                    <a:pt x="148" y="47"/>
                    <a:pt x="151" y="47"/>
                    <a:pt x="153" y="45"/>
                  </a:cubicBezTo>
                  <a:cubicBezTo>
                    <a:pt x="168" y="29"/>
                    <a:pt x="168" y="29"/>
                    <a:pt x="168" y="29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68" y="64"/>
                    <a:pt x="168" y="67"/>
                    <a:pt x="168" y="69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92"/>
                    <a:pt x="179" y="94"/>
                    <a:pt x="181" y="94"/>
                  </a:cubicBezTo>
                  <a:cubicBezTo>
                    <a:pt x="202" y="94"/>
                    <a:pt x="202" y="94"/>
                    <a:pt x="202" y="94"/>
                  </a:cubicBezTo>
                  <a:cubicBezTo>
                    <a:pt x="202" y="121"/>
                    <a:pt x="202" y="121"/>
                    <a:pt x="202" y="121"/>
                  </a:cubicBezTo>
                  <a:cubicBezTo>
                    <a:pt x="181" y="121"/>
                    <a:pt x="181" y="121"/>
                    <a:pt x="181" y="121"/>
                  </a:cubicBezTo>
                  <a:cubicBezTo>
                    <a:pt x="179" y="121"/>
                    <a:pt x="176" y="122"/>
                    <a:pt x="175" y="125"/>
                  </a:cubicBezTo>
                  <a:cubicBezTo>
                    <a:pt x="168" y="145"/>
                    <a:pt x="168" y="145"/>
                    <a:pt x="168" y="145"/>
                  </a:cubicBezTo>
                  <a:cubicBezTo>
                    <a:pt x="168" y="148"/>
                    <a:pt x="168" y="150"/>
                    <a:pt x="170" y="15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68" y="185"/>
                    <a:pt x="168" y="185"/>
                    <a:pt x="168" y="185"/>
                  </a:cubicBezTo>
                  <a:cubicBezTo>
                    <a:pt x="153" y="170"/>
                    <a:pt x="153" y="170"/>
                    <a:pt x="153" y="170"/>
                  </a:cubicBezTo>
                  <a:cubicBezTo>
                    <a:pt x="151" y="168"/>
                    <a:pt x="148" y="167"/>
                    <a:pt x="146" y="168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3" y="176"/>
                    <a:pt x="121" y="178"/>
                    <a:pt x="121" y="181"/>
                  </a:cubicBezTo>
                  <a:cubicBezTo>
                    <a:pt x="121" y="201"/>
                    <a:pt x="121" y="201"/>
                    <a:pt x="121" y="201"/>
                  </a:cubicBezTo>
                  <a:cubicBezTo>
                    <a:pt x="94" y="201"/>
                    <a:pt x="94" y="201"/>
                    <a:pt x="94" y="201"/>
                  </a:cubicBezTo>
                  <a:cubicBezTo>
                    <a:pt x="94" y="181"/>
                    <a:pt x="94" y="181"/>
                    <a:pt x="94" y="181"/>
                  </a:cubicBezTo>
                  <a:cubicBezTo>
                    <a:pt x="94" y="178"/>
                    <a:pt x="92" y="176"/>
                    <a:pt x="90" y="175"/>
                  </a:cubicBezTo>
                  <a:cubicBezTo>
                    <a:pt x="70" y="168"/>
                    <a:pt x="70" y="168"/>
                    <a:pt x="70" y="168"/>
                  </a:cubicBezTo>
                  <a:cubicBezTo>
                    <a:pt x="67" y="167"/>
                    <a:pt x="64" y="168"/>
                    <a:pt x="63" y="170"/>
                  </a:cubicBezTo>
                  <a:cubicBezTo>
                    <a:pt x="47" y="185"/>
                    <a:pt x="47" y="185"/>
                    <a:pt x="47" y="185"/>
                  </a:cubicBezTo>
                  <a:cubicBezTo>
                    <a:pt x="30" y="168"/>
                    <a:pt x="30" y="168"/>
                    <a:pt x="30" y="168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7" y="150"/>
                    <a:pt x="48" y="148"/>
                    <a:pt x="47" y="145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39" y="122"/>
                    <a:pt x="37" y="121"/>
                    <a:pt x="34" y="121"/>
                  </a:cubicBezTo>
                  <a:cubicBezTo>
                    <a:pt x="14" y="121"/>
                    <a:pt x="14" y="121"/>
                    <a:pt x="14" y="121"/>
                  </a:cubicBezTo>
                  <a:lnTo>
                    <a:pt x="14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20"/>
            <p:cNvSpPr>
              <a:spLocks noEditPoints="1"/>
            </p:cNvSpPr>
            <p:nvPr/>
          </p:nvSpPr>
          <p:spPr bwMode="auto">
            <a:xfrm>
              <a:off x="7475538" y="3943350"/>
              <a:ext cx="80963" cy="80962"/>
            </a:xfrm>
            <a:custGeom>
              <a:avLst/>
              <a:gdLst>
                <a:gd name="T0" fmla="*/ 27 w 54"/>
                <a:gd name="T1" fmla="*/ 54 h 54"/>
                <a:gd name="T2" fmla="*/ 54 w 54"/>
                <a:gd name="T3" fmla="*/ 27 h 54"/>
                <a:gd name="T4" fmla="*/ 27 w 54"/>
                <a:gd name="T5" fmla="*/ 0 h 54"/>
                <a:gd name="T6" fmla="*/ 0 w 54"/>
                <a:gd name="T7" fmla="*/ 27 h 54"/>
                <a:gd name="T8" fmla="*/ 27 w 54"/>
                <a:gd name="T9" fmla="*/ 54 h 54"/>
                <a:gd name="T10" fmla="*/ 27 w 54"/>
                <a:gd name="T11" fmla="*/ 14 h 54"/>
                <a:gd name="T12" fmla="*/ 40 w 54"/>
                <a:gd name="T13" fmla="*/ 27 h 54"/>
                <a:gd name="T14" fmla="*/ 27 w 54"/>
                <a:gd name="T15" fmla="*/ 41 h 54"/>
                <a:gd name="T16" fmla="*/ 13 w 54"/>
                <a:gd name="T17" fmla="*/ 27 h 54"/>
                <a:gd name="T18" fmla="*/ 27 w 54"/>
                <a:gd name="T19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4">
                  <a:moveTo>
                    <a:pt x="27" y="54"/>
                  </a:moveTo>
                  <a:cubicBezTo>
                    <a:pt x="41" y="54"/>
                    <a:pt x="54" y="42"/>
                    <a:pt x="54" y="27"/>
                  </a:cubicBezTo>
                  <a:cubicBezTo>
                    <a:pt x="54" y="12"/>
                    <a:pt x="41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  <a:moveTo>
                    <a:pt x="27" y="14"/>
                  </a:moveTo>
                  <a:cubicBezTo>
                    <a:pt x="34" y="14"/>
                    <a:pt x="40" y="20"/>
                    <a:pt x="40" y="27"/>
                  </a:cubicBezTo>
                  <a:cubicBezTo>
                    <a:pt x="40" y="35"/>
                    <a:pt x="34" y="41"/>
                    <a:pt x="27" y="41"/>
                  </a:cubicBezTo>
                  <a:cubicBezTo>
                    <a:pt x="19" y="41"/>
                    <a:pt x="13" y="35"/>
                    <a:pt x="13" y="27"/>
                  </a:cubicBezTo>
                  <a:cubicBezTo>
                    <a:pt x="13" y="20"/>
                    <a:pt x="19" y="14"/>
                    <a:pt x="2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3" name="Freeform 221"/>
          <p:cNvSpPr>
            <a:spLocks noEditPoints="1"/>
          </p:cNvSpPr>
          <p:nvPr/>
        </p:nvSpPr>
        <p:spPr bwMode="auto">
          <a:xfrm>
            <a:off x="6865938" y="3434420"/>
            <a:ext cx="319088" cy="298450"/>
          </a:xfrm>
          <a:custGeom>
            <a:avLst/>
            <a:gdLst>
              <a:gd name="T0" fmla="*/ 153 w 216"/>
              <a:gd name="T1" fmla="*/ 110 h 202"/>
              <a:gd name="T2" fmla="*/ 143 w 216"/>
              <a:gd name="T3" fmla="*/ 110 h 202"/>
              <a:gd name="T4" fmla="*/ 138 w 216"/>
              <a:gd name="T5" fmla="*/ 115 h 202"/>
              <a:gd name="T6" fmla="*/ 83 w 216"/>
              <a:gd name="T7" fmla="*/ 61 h 202"/>
              <a:gd name="T8" fmla="*/ 119 w 216"/>
              <a:gd name="T9" fmla="*/ 25 h 202"/>
              <a:gd name="T10" fmla="*/ 119 w 216"/>
              <a:gd name="T11" fmla="*/ 16 h 202"/>
              <a:gd name="T12" fmla="*/ 106 w 216"/>
              <a:gd name="T13" fmla="*/ 3 h 202"/>
              <a:gd name="T14" fmla="*/ 96 w 216"/>
              <a:gd name="T15" fmla="*/ 3 h 202"/>
              <a:gd name="T16" fmla="*/ 80 w 216"/>
              <a:gd name="T17" fmla="*/ 10 h 202"/>
              <a:gd name="T18" fmla="*/ 65 w 216"/>
              <a:gd name="T19" fmla="*/ 3 h 202"/>
              <a:gd name="T20" fmla="*/ 56 w 216"/>
              <a:gd name="T21" fmla="*/ 3 h 202"/>
              <a:gd name="T22" fmla="*/ 2 w 216"/>
              <a:gd name="T23" fmla="*/ 56 h 202"/>
              <a:gd name="T24" fmla="*/ 2 w 216"/>
              <a:gd name="T25" fmla="*/ 66 h 202"/>
              <a:gd name="T26" fmla="*/ 36 w 216"/>
              <a:gd name="T27" fmla="*/ 99 h 202"/>
              <a:gd name="T28" fmla="*/ 40 w 216"/>
              <a:gd name="T29" fmla="*/ 101 h 202"/>
              <a:gd name="T30" fmla="*/ 45 w 216"/>
              <a:gd name="T31" fmla="*/ 99 h 202"/>
              <a:gd name="T32" fmla="*/ 74 w 216"/>
              <a:gd name="T33" fmla="*/ 70 h 202"/>
              <a:gd name="T34" fmla="*/ 128 w 216"/>
              <a:gd name="T35" fmla="*/ 125 h 202"/>
              <a:gd name="T36" fmla="*/ 123 w 216"/>
              <a:gd name="T37" fmla="*/ 130 h 202"/>
              <a:gd name="T38" fmla="*/ 123 w 216"/>
              <a:gd name="T39" fmla="*/ 139 h 202"/>
              <a:gd name="T40" fmla="*/ 183 w 216"/>
              <a:gd name="T41" fmla="*/ 200 h 202"/>
              <a:gd name="T42" fmla="*/ 188 w 216"/>
              <a:gd name="T43" fmla="*/ 202 h 202"/>
              <a:gd name="T44" fmla="*/ 193 w 216"/>
              <a:gd name="T45" fmla="*/ 200 h 202"/>
              <a:gd name="T46" fmla="*/ 213 w 216"/>
              <a:gd name="T47" fmla="*/ 180 h 202"/>
              <a:gd name="T48" fmla="*/ 213 w 216"/>
              <a:gd name="T49" fmla="*/ 170 h 202"/>
              <a:gd name="T50" fmla="*/ 153 w 216"/>
              <a:gd name="T51" fmla="*/ 110 h 202"/>
              <a:gd name="T52" fmla="*/ 40 w 216"/>
              <a:gd name="T53" fmla="*/ 85 h 202"/>
              <a:gd name="T54" fmla="*/ 16 w 216"/>
              <a:gd name="T55" fmla="*/ 61 h 202"/>
              <a:gd name="T56" fmla="*/ 61 w 216"/>
              <a:gd name="T57" fmla="*/ 16 h 202"/>
              <a:gd name="T58" fmla="*/ 80 w 216"/>
              <a:gd name="T59" fmla="*/ 23 h 202"/>
              <a:gd name="T60" fmla="*/ 100 w 216"/>
              <a:gd name="T61" fmla="*/ 16 h 202"/>
              <a:gd name="T62" fmla="*/ 105 w 216"/>
              <a:gd name="T63" fmla="*/ 21 h 202"/>
              <a:gd name="T64" fmla="*/ 40 w 216"/>
              <a:gd name="T65" fmla="*/ 85 h 202"/>
              <a:gd name="T66" fmla="*/ 188 w 216"/>
              <a:gd name="T67" fmla="*/ 186 h 202"/>
              <a:gd name="T68" fmla="*/ 137 w 216"/>
              <a:gd name="T69" fmla="*/ 135 h 202"/>
              <a:gd name="T70" fmla="*/ 148 w 216"/>
              <a:gd name="T71" fmla="*/ 124 h 202"/>
              <a:gd name="T72" fmla="*/ 199 w 216"/>
              <a:gd name="T73" fmla="*/ 175 h 202"/>
              <a:gd name="T74" fmla="*/ 188 w 216"/>
              <a:gd name="T75" fmla="*/ 186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6" h="202">
                <a:moveTo>
                  <a:pt x="153" y="110"/>
                </a:moveTo>
                <a:cubicBezTo>
                  <a:pt x="150" y="107"/>
                  <a:pt x="146" y="107"/>
                  <a:pt x="143" y="110"/>
                </a:cubicBezTo>
                <a:cubicBezTo>
                  <a:pt x="138" y="115"/>
                  <a:pt x="138" y="115"/>
                  <a:pt x="138" y="115"/>
                </a:cubicBezTo>
                <a:cubicBezTo>
                  <a:pt x="83" y="61"/>
                  <a:pt x="83" y="61"/>
                  <a:pt x="83" y="61"/>
                </a:cubicBezTo>
                <a:cubicBezTo>
                  <a:pt x="119" y="25"/>
                  <a:pt x="119" y="25"/>
                  <a:pt x="119" y="25"/>
                </a:cubicBezTo>
                <a:cubicBezTo>
                  <a:pt x="122" y="23"/>
                  <a:pt x="122" y="19"/>
                  <a:pt x="119" y="16"/>
                </a:cubicBezTo>
                <a:cubicBezTo>
                  <a:pt x="106" y="3"/>
                  <a:pt x="106" y="3"/>
                  <a:pt x="106" y="3"/>
                </a:cubicBezTo>
                <a:cubicBezTo>
                  <a:pt x="103" y="0"/>
                  <a:pt x="99" y="0"/>
                  <a:pt x="96" y="3"/>
                </a:cubicBezTo>
                <a:cubicBezTo>
                  <a:pt x="96" y="3"/>
                  <a:pt x="89" y="10"/>
                  <a:pt x="80" y="10"/>
                </a:cubicBezTo>
                <a:cubicBezTo>
                  <a:pt x="75" y="10"/>
                  <a:pt x="70" y="7"/>
                  <a:pt x="65" y="3"/>
                </a:cubicBezTo>
                <a:cubicBezTo>
                  <a:pt x="63" y="0"/>
                  <a:pt x="58" y="0"/>
                  <a:pt x="56" y="3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9"/>
                  <a:pt x="0" y="63"/>
                  <a:pt x="2" y="66"/>
                </a:cubicBezTo>
                <a:cubicBezTo>
                  <a:pt x="36" y="99"/>
                  <a:pt x="36" y="99"/>
                  <a:pt x="36" y="99"/>
                </a:cubicBezTo>
                <a:cubicBezTo>
                  <a:pt x="37" y="101"/>
                  <a:pt x="39" y="101"/>
                  <a:pt x="40" y="101"/>
                </a:cubicBezTo>
                <a:cubicBezTo>
                  <a:pt x="42" y="101"/>
                  <a:pt x="44" y="101"/>
                  <a:pt x="45" y="99"/>
                </a:cubicBezTo>
                <a:cubicBezTo>
                  <a:pt x="74" y="70"/>
                  <a:pt x="74" y="70"/>
                  <a:pt x="74" y="70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3" y="130"/>
                  <a:pt x="123" y="130"/>
                  <a:pt x="123" y="130"/>
                </a:cubicBezTo>
                <a:cubicBezTo>
                  <a:pt x="120" y="133"/>
                  <a:pt x="120" y="137"/>
                  <a:pt x="123" y="139"/>
                </a:cubicBezTo>
                <a:cubicBezTo>
                  <a:pt x="183" y="200"/>
                  <a:pt x="183" y="200"/>
                  <a:pt x="183" y="200"/>
                </a:cubicBezTo>
                <a:cubicBezTo>
                  <a:pt x="185" y="201"/>
                  <a:pt x="186" y="202"/>
                  <a:pt x="188" y="202"/>
                </a:cubicBezTo>
                <a:cubicBezTo>
                  <a:pt x="190" y="202"/>
                  <a:pt x="191" y="201"/>
                  <a:pt x="193" y="200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16" y="177"/>
                  <a:pt x="216" y="173"/>
                  <a:pt x="213" y="170"/>
                </a:cubicBezTo>
                <a:lnTo>
                  <a:pt x="153" y="110"/>
                </a:lnTo>
                <a:close/>
                <a:moveTo>
                  <a:pt x="40" y="85"/>
                </a:moveTo>
                <a:cubicBezTo>
                  <a:pt x="16" y="61"/>
                  <a:pt x="16" y="61"/>
                  <a:pt x="16" y="61"/>
                </a:cubicBezTo>
                <a:cubicBezTo>
                  <a:pt x="61" y="16"/>
                  <a:pt x="61" y="16"/>
                  <a:pt x="61" y="16"/>
                </a:cubicBezTo>
                <a:cubicBezTo>
                  <a:pt x="67" y="21"/>
                  <a:pt x="73" y="23"/>
                  <a:pt x="80" y="23"/>
                </a:cubicBezTo>
                <a:cubicBezTo>
                  <a:pt x="89" y="23"/>
                  <a:pt x="96" y="19"/>
                  <a:pt x="100" y="16"/>
                </a:cubicBezTo>
                <a:cubicBezTo>
                  <a:pt x="105" y="21"/>
                  <a:pt x="105" y="21"/>
                  <a:pt x="105" y="21"/>
                </a:cubicBezTo>
                <a:lnTo>
                  <a:pt x="40" y="85"/>
                </a:lnTo>
                <a:close/>
                <a:moveTo>
                  <a:pt x="188" y="186"/>
                </a:moveTo>
                <a:cubicBezTo>
                  <a:pt x="137" y="135"/>
                  <a:pt x="137" y="135"/>
                  <a:pt x="137" y="135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99" y="175"/>
                  <a:pt x="199" y="175"/>
                  <a:pt x="199" y="175"/>
                </a:cubicBezTo>
                <a:lnTo>
                  <a:pt x="188" y="1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22"/>
          <p:cNvSpPr>
            <a:spLocks noEditPoints="1"/>
          </p:cNvSpPr>
          <p:nvPr/>
        </p:nvSpPr>
        <p:spPr bwMode="auto">
          <a:xfrm>
            <a:off x="6375401" y="3434420"/>
            <a:ext cx="317500" cy="298450"/>
          </a:xfrm>
          <a:custGeom>
            <a:avLst/>
            <a:gdLst>
              <a:gd name="T0" fmla="*/ 143 w 215"/>
              <a:gd name="T1" fmla="*/ 110 h 202"/>
              <a:gd name="T2" fmla="*/ 127 w 215"/>
              <a:gd name="T3" fmla="*/ 105 h 202"/>
              <a:gd name="T4" fmla="*/ 161 w 215"/>
              <a:gd name="T5" fmla="*/ 81 h 202"/>
              <a:gd name="T6" fmla="*/ 198 w 215"/>
              <a:gd name="T7" fmla="*/ 28 h 202"/>
              <a:gd name="T8" fmla="*/ 169 w 215"/>
              <a:gd name="T9" fmla="*/ 39 h 202"/>
              <a:gd name="T10" fmla="*/ 174 w 215"/>
              <a:gd name="T11" fmla="*/ 10 h 202"/>
              <a:gd name="T12" fmla="*/ 168 w 215"/>
              <a:gd name="T13" fmla="*/ 1 h 202"/>
              <a:gd name="T14" fmla="*/ 121 w 215"/>
              <a:gd name="T15" fmla="*/ 51 h 202"/>
              <a:gd name="T16" fmla="*/ 60 w 215"/>
              <a:gd name="T17" fmla="*/ 37 h 202"/>
              <a:gd name="T18" fmla="*/ 67 w 215"/>
              <a:gd name="T19" fmla="*/ 27 h 202"/>
              <a:gd name="T20" fmla="*/ 30 w 215"/>
              <a:gd name="T21" fmla="*/ 2 h 202"/>
              <a:gd name="T22" fmla="*/ 15 w 215"/>
              <a:gd name="T23" fmla="*/ 9 h 202"/>
              <a:gd name="T24" fmla="*/ 35 w 215"/>
              <a:gd name="T25" fmla="*/ 51 h 202"/>
              <a:gd name="T26" fmla="*/ 40 w 215"/>
              <a:gd name="T27" fmla="*/ 54 h 202"/>
              <a:gd name="T28" fmla="*/ 50 w 215"/>
              <a:gd name="T29" fmla="*/ 47 h 202"/>
              <a:gd name="T30" fmla="*/ 9 w 215"/>
              <a:gd name="T31" fmla="*/ 164 h 202"/>
              <a:gd name="T32" fmla="*/ 0 w 215"/>
              <a:gd name="T33" fmla="*/ 186 h 202"/>
              <a:gd name="T34" fmla="*/ 9 w 215"/>
              <a:gd name="T35" fmla="*/ 200 h 202"/>
              <a:gd name="T36" fmla="*/ 16 w 215"/>
              <a:gd name="T37" fmla="*/ 201 h 202"/>
              <a:gd name="T38" fmla="*/ 38 w 215"/>
              <a:gd name="T39" fmla="*/ 193 h 202"/>
              <a:gd name="T40" fmla="*/ 128 w 215"/>
              <a:gd name="T41" fmla="*/ 125 h 202"/>
              <a:gd name="T42" fmla="*/ 123 w 215"/>
              <a:gd name="T43" fmla="*/ 139 h 202"/>
              <a:gd name="T44" fmla="*/ 188 w 215"/>
              <a:gd name="T45" fmla="*/ 202 h 202"/>
              <a:gd name="T46" fmla="*/ 213 w 215"/>
              <a:gd name="T47" fmla="*/ 180 h 202"/>
              <a:gd name="T48" fmla="*/ 152 w 215"/>
              <a:gd name="T49" fmla="*/ 110 h 202"/>
              <a:gd name="T50" fmla="*/ 30 w 215"/>
              <a:gd name="T51" fmla="*/ 17 h 202"/>
              <a:gd name="T52" fmla="*/ 42 w 215"/>
              <a:gd name="T53" fmla="*/ 37 h 202"/>
              <a:gd name="T54" fmla="*/ 15 w 215"/>
              <a:gd name="T55" fmla="*/ 187 h 202"/>
              <a:gd name="T56" fmla="*/ 19 w 215"/>
              <a:gd name="T57" fmla="*/ 172 h 202"/>
              <a:gd name="T58" fmla="*/ 134 w 215"/>
              <a:gd name="T59" fmla="*/ 54 h 202"/>
              <a:gd name="T60" fmla="*/ 157 w 215"/>
              <a:gd name="T61" fmla="*/ 15 h 202"/>
              <a:gd name="T62" fmla="*/ 150 w 215"/>
              <a:gd name="T63" fmla="*/ 39 h 202"/>
              <a:gd name="T64" fmla="*/ 171 w 215"/>
              <a:gd name="T65" fmla="*/ 54 h 202"/>
              <a:gd name="T66" fmla="*/ 161 w 215"/>
              <a:gd name="T67" fmla="*/ 68 h 202"/>
              <a:gd name="T68" fmla="*/ 143 w 215"/>
              <a:gd name="T69" fmla="*/ 70 h 202"/>
              <a:gd name="T70" fmla="*/ 188 w 215"/>
              <a:gd name="T71" fmla="*/ 186 h 202"/>
              <a:gd name="T72" fmla="*/ 148 w 215"/>
              <a:gd name="T73" fmla="*/ 124 h 202"/>
              <a:gd name="T74" fmla="*/ 188 w 215"/>
              <a:gd name="T75" fmla="*/ 186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5" h="202">
                <a:moveTo>
                  <a:pt x="152" y="110"/>
                </a:moveTo>
                <a:cubicBezTo>
                  <a:pt x="150" y="107"/>
                  <a:pt x="146" y="107"/>
                  <a:pt x="143" y="110"/>
                </a:cubicBezTo>
                <a:cubicBezTo>
                  <a:pt x="138" y="115"/>
                  <a:pt x="138" y="115"/>
                  <a:pt x="138" y="115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50" y="81"/>
                  <a:pt x="150" y="81"/>
                  <a:pt x="150" y="81"/>
                </a:cubicBezTo>
                <a:cubicBezTo>
                  <a:pt x="161" y="81"/>
                  <a:pt x="161" y="81"/>
                  <a:pt x="161" y="81"/>
                </a:cubicBezTo>
                <a:cubicBezTo>
                  <a:pt x="187" y="81"/>
                  <a:pt x="201" y="65"/>
                  <a:pt x="201" y="34"/>
                </a:cubicBezTo>
                <a:cubicBezTo>
                  <a:pt x="201" y="32"/>
                  <a:pt x="200" y="30"/>
                  <a:pt x="198" y="28"/>
                </a:cubicBezTo>
                <a:cubicBezTo>
                  <a:pt x="196" y="27"/>
                  <a:pt x="194" y="27"/>
                  <a:pt x="192" y="28"/>
                </a:cubicBezTo>
                <a:cubicBezTo>
                  <a:pt x="169" y="39"/>
                  <a:pt x="169" y="39"/>
                  <a:pt x="169" y="39"/>
                </a:cubicBezTo>
                <a:cubicBezTo>
                  <a:pt x="163" y="33"/>
                  <a:pt x="163" y="33"/>
                  <a:pt x="163" y="33"/>
                </a:cubicBezTo>
                <a:cubicBezTo>
                  <a:pt x="174" y="10"/>
                  <a:pt x="174" y="10"/>
                  <a:pt x="174" y="10"/>
                </a:cubicBezTo>
                <a:cubicBezTo>
                  <a:pt x="175" y="8"/>
                  <a:pt x="175" y="6"/>
                  <a:pt x="174" y="4"/>
                </a:cubicBezTo>
                <a:cubicBezTo>
                  <a:pt x="172" y="2"/>
                  <a:pt x="170" y="1"/>
                  <a:pt x="168" y="1"/>
                </a:cubicBezTo>
                <a:cubicBezTo>
                  <a:pt x="137" y="1"/>
                  <a:pt x="121" y="14"/>
                  <a:pt x="121" y="41"/>
                </a:cubicBezTo>
                <a:cubicBezTo>
                  <a:pt x="121" y="51"/>
                  <a:pt x="121" y="51"/>
                  <a:pt x="121" y="51"/>
                </a:cubicBezTo>
                <a:cubicBezTo>
                  <a:pt x="97" y="75"/>
                  <a:pt x="97" y="75"/>
                  <a:pt x="97" y="75"/>
                </a:cubicBezTo>
                <a:cubicBezTo>
                  <a:pt x="60" y="37"/>
                  <a:pt x="60" y="37"/>
                  <a:pt x="60" y="37"/>
                </a:cubicBezTo>
                <a:cubicBezTo>
                  <a:pt x="65" y="32"/>
                  <a:pt x="65" y="32"/>
                  <a:pt x="65" y="32"/>
                </a:cubicBezTo>
                <a:cubicBezTo>
                  <a:pt x="67" y="31"/>
                  <a:pt x="67" y="29"/>
                  <a:pt x="67" y="27"/>
                </a:cubicBezTo>
                <a:cubicBezTo>
                  <a:pt x="67" y="25"/>
                  <a:pt x="66" y="23"/>
                  <a:pt x="64" y="22"/>
                </a:cubicBezTo>
                <a:cubicBezTo>
                  <a:pt x="30" y="2"/>
                  <a:pt x="30" y="2"/>
                  <a:pt x="30" y="2"/>
                </a:cubicBezTo>
                <a:cubicBezTo>
                  <a:pt x="28" y="0"/>
                  <a:pt x="24" y="0"/>
                  <a:pt x="22" y="3"/>
                </a:cubicBezTo>
                <a:cubicBezTo>
                  <a:pt x="15" y="9"/>
                  <a:pt x="15" y="9"/>
                  <a:pt x="15" y="9"/>
                </a:cubicBezTo>
                <a:cubicBezTo>
                  <a:pt x="13" y="11"/>
                  <a:pt x="13" y="15"/>
                  <a:pt x="14" y="17"/>
                </a:cubicBezTo>
                <a:cubicBezTo>
                  <a:pt x="35" y="51"/>
                  <a:pt x="35" y="51"/>
                  <a:pt x="35" y="51"/>
                </a:cubicBezTo>
                <a:cubicBezTo>
                  <a:pt x="36" y="53"/>
                  <a:pt x="37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2" y="54"/>
                  <a:pt x="44" y="54"/>
                  <a:pt x="45" y="52"/>
                </a:cubicBezTo>
                <a:cubicBezTo>
                  <a:pt x="50" y="47"/>
                  <a:pt x="50" y="47"/>
                  <a:pt x="50" y="47"/>
                </a:cubicBezTo>
                <a:cubicBezTo>
                  <a:pt x="88" y="84"/>
                  <a:pt x="88" y="84"/>
                  <a:pt x="88" y="84"/>
                </a:cubicBezTo>
                <a:cubicBezTo>
                  <a:pt x="9" y="164"/>
                  <a:pt x="9" y="164"/>
                  <a:pt x="9" y="164"/>
                </a:cubicBezTo>
                <a:cubicBezTo>
                  <a:pt x="8" y="164"/>
                  <a:pt x="7" y="165"/>
                  <a:pt x="7" y="166"/>
                </a:cubicBezTo>
                <a:cubicBezTo>
                  <a:pt x="0" y="186"/>
                  <a:pt x="0" y="186"/>
                  <a:pt x="0" y="186"/>
                </a:cubicBezTo>
                <a:cubicBezTo>
                  <a:pt x="0" y="189"/>
                  <a:pt x="0" y="191"/>
                  <a:pt x="2" y="193"/>
                </a:cubicBezTo>
                <a:cubicBezTo>
                  <a:pt x="9" y="200"/>
                  <a:pt x="9" y="200"/>
                  <a:pt x="9" y="200"/>
                </a:cubicBezTo>
                <a:cubicBezTo>
                  <a:pt x="10" y="201"/>
                  <a:pt x="12" y="202"/>
                  <a:pt x="14" y="202"/>
                </a:cubicBezTo>
                <a:cubicBezTo>
                  <a:pt x="14" y="202"/>
                  <a:pt x="15" y="202"/>
                  <a:pt x="16" y="201"/>
                </a:cubicBezTo>
                <a:cubicBezTo>
                  <a:pt x="36" y="195"/>
                  <a:pt x="36" y="195"/>
                  <a:pt x="36" y="195"/>
                </a:cubicBezTo>
                <a:cubicBezTo>
                  <a:pt x="37" y="194"/>
                  <a:pt x="38" y="194"/>
                  <a:pt x="38" y="193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3" y="130"/>
                  <a:pt x="123" y="130"/>
                  <a:pt x="123" y="130"/>
                </a:cubicBezTo>
                <a:cubicBezTo>
                  <a:pt x="120" y="133"/>
                  <a:pt x="120" y="137"/>
                  <a:pt x="123" y="139"/>
                </a:cubicBezTo>
                <a:cubicBezTo>
                  <a:pt x="183" y="200"/>
                  <a:pt x="183" y="200"/>
                  <a:pt x="183" y="200"/>
                </a:cubicBezTo>
                <a:cubicBezTo>
                  <a:pt x="184" y="201"/>
                  <a:pt x="186" y="202"/>
                  <a:pt x="188" y="202"/>
                </a:cubicBezTo>
                <a:cubicBezTo>
                  <a:pt x="190" y="202"/>
                  <a:pt x="191" y="201"/>
                  <a:pt x="193" y="200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15" y="177"/>
                  <a:pt x="215" y="173"/>
                  <a:pt x="213" y="170"/>
                </a:cubicBezTo>
                <a:lnTo>
                  <a:pt x="152" y="110"/>
                </a:lnTo>
                <a:close/>
                <a:moveTo>
                  <a:pt x="42" y="37"/>
                </a:moveTo>
                <a:cubicBezTo>
                  <a:pt x="30" y="17"/>
                  <a:pt x="30" y="17"/>
                  <a:pt x="30" y="17"/>
                </a:cubicBezTo>
                <a:cubicBezTo>
                  <a:pt x="50" y="29"/>
                  <a:pt x="50" y="29"/>
                  <a:pt x="50" y="29"/>
                </a:cubicBezTo>
                <a:lnTo>
                  <a:pt x="42" y="37"/>
                </a:lnTo>
                <a:close/>
                <a:moveTo>
                  <a:pt x="30" y="183"/>
                </a:moveTo>
                <a:cubicBezTo>
                  <a:pt x="15" y="187"/>
                  <a:pt x="15" y="187"/>
                  <a:pt x="15" y="187"/>
                </a:cubicBezTo>
                <a:cubicBezTo>
                  <a:pt x="14" y="187"/>
                  <a:pt x="14" y="187"/>
                  <a:pt x="14" y="187"/>
                </a:cubicBezTo>
                <a:cubicBezTo>
                  <a:pt x="19" y="172"/>
                  <a:pt x="19" y="172"/>
                  <a:pt x="19" y="172"/>
                </a:cubicBezTo>
                <a:cubicBezTo>
                  <a:pt x="132" y="59"/>
                  <a:pt x="132" y="59"/>
                  <a:pt x="132" y="59"/>
                </a:cubicBezTo>
                <a:cubicBezTo>
                  <a:pt x="134" y="58"/>
                  <a:pt x="134" y="56"/>
                  <a:pt x="134" y="54"/>
                </a:cubicBezTo>
                <a:cubicBezTo>
                  <a:pt x="134" y="41"/>
                  <a:pt x="134" y="41"/>
                  <a:pt x="134" y="41"/>
                </a:cubicBezTo>
                <a:cubicBezTo>
                  <a:pt x="134" y="29"/>
                  <a:pt x="137" y="18"/>
                  <a:pt x="157" y="15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47" y="34"/>
                  <a:pt x="148" y="37"/>
                  <a:pt x="150" y="39"/>
                </a:cubicBezTo>
                <a:cubicBezTo>
                  <a:pt x="163" y="52"/>
                  <a:pt x="163" y="52"/>
                  <a:pt x="163" y="52"/>
                </a:cubicBezTo>
                <a:cubicBezTo>
                  <a:pt x="165" y="54"/>
                  <a:pt x="168" y="55"/>
                  <a:pt x="171" y="54"/>
                </a:cubicBezTo>
                <a:cubicBezTo>
                  <a:pt x="187" y="45"/>
                  <a:pt x="187" y="45"/>
                  <a:pt x="187" y="45"/>
                </a:cubicBezTo>
                <a:cubicBezTo>
                  <a:pt x="184" y="65"/>
                  <a:pt x="172" y="68"/>
                  <a:pt x="161" y="68"/>
                </a:cubicBezTo>
                <a:cubicBezTo>
                  <a:pt x="148" y="68"/>
                  <a:pt x="148" y="68"/>
                  <a:pt x="148" y="68"/>
                </a:cubicBezTo>
                <a:cubicBezTo>
                  <a:pt x="146" y="68"/>
                  <a:pt x="144" y="68"/>
                  <a:pt x="143" y="70"/>
                </a:cubicBezTo>
                <a:lnTo>
                  <a:pt x="30" y="183"/>
                </a:lnTo>
                <a:close/>
                <a:moveTo>
                  <a:pt x="188" y="186"/>
                </a:moveTo>
                <a:cubicBezTo>
                  <a:pt x="137" y="135"/>
                  <a:pt x="137" y="135"/>
                  <a:pt x="137" y="135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99" y="175"/>
                  <a:pt x="199" y="175"/>
                  <a:pt x="199" y="175"/>
                </a:cubicBezTo>
                <a:lnTo>
                  <a:pt x="188" y="1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94" name="Group 293"/>
          <p:cNvGrpSpPr/>
          <p:nvPr/>
        </p:nvGrpSpPr>
        <p:grpSpPr>
          <a:xfrm>
            <a:off x="6405563" y="3917020"/>
            <a:ext cx="258763" cy="317500"/>
            <a:chOff x="6405563" y="4316413"/>
            <a:chExt cx="258763" cy="317500"/>
          </a:xfrm>
        </p:grpSpPr>
        <p:sp>
          <p:nvSpPr>
            <p:cNvPr id="25" name="Freeform 223"/>
            <p:cNvSpPr>
              <a:spLocks/>
            </p:cNvSpPr>
            <p:nvPr/>
          </p:nvSpPr>
          <p:spPr bwMode="auto">
            <a:xfrm>
              <a:off x="6405563" y="4316413"/>
              <a:ext cx="79375" cy="317500"/>
            </a:xfrm>
            <a:custGeom>
              <a:avLst/>
              <a:gdLst>
                <a:gd name="T0" fmla="*/ 7 w 54"/>
                <a:gd name="T1" fmla="*/ 0 h 215"/>
                <a:gd name="T2" fmla="*/ 0 w 54"/>
                <a:gd name="T3" fmla="*/ 7 h 215"/>
                <a:gd name="T4" fmla="*/ 0 w 54"/>
                <a:gd name="T5" fmla="*/ 60 h 215"/>
                <a:gd name="T6" fmla="*/ 5 w 54"/>
                <a:gd name="T7" fmla="*/ 67 h 215"/>
                <a:gd name="T8" fmla="*/ 20 w 54"/>
                <a:gd name="T9" fmla="*/ 72 h 215"/>
                <a:gd name="T10" fmla="*/ 20 w 54"/>
                <a:gd name="T11" fmla="*/ 208 h 215"/>
                <a:gd name="T12" fmla="*/ 27 w 54"/>
                <a:gd name="T13" fmla="*/ 215 h 215"/>
                <a:gd name="T14" fmla="*/ 34 w 54"/>
                <a:gd name="T15" fmla="*/ 208 h 215"/>
                <a:gd name="T16" fmla="*/ 34 w 54"/>
                <a:gd name="T17" fmla="*/ 72 h 215"/>
                <a:gd name="T18" fmla="*/ 49 w 54"/>
                <a:gd name="T19" fmla="*/ 67 h 215"/>
                <a:gd name="T20" fmla="*/ 54 w 54"/>
                <a:gd name="T21" fmla="*/ 60 h 215"/>
                <a:gd name="T22" fmla="*/ 54 w 54"/>
                <a:gd name="T23" fmla="*/ 7 h 215"/>
                <a:gd name="T24" fmla="*/ 47 w 54"/>
                <a:gd name="T25" fmla="*/ 0 h 215"/>
                <a:gd name="T26" fmla="*/ 40 w 54"/>
                <a:gd name="T27" fmla="*/ 7 h 215"/>
                <a:gd name="T28" fmla="*/ 40 w 54"/>
                <a:gd name="T29" fmla="*/ 56 h 215"/>
                <a:gd name="T30" fmla="*/ 34 w 54"/>
                <a:gd name="T31" fmla="*/ 58 h 215"/>
                <a:gd name="T32" fmla="*/ 34 w 54"/>
                <a:gd name="T33" fmla="*/ 7 h 215"/>
                <a:gd name="T34" fmla="*/ 27 w 54"/>
                <a:gd name="T35" fmla="*/ 0 h 215"/>
                <a:gd name="T36" fmla="*/ 20 w 54"/>
                <a:gd name="T37" fmla="*/ 7 h 215"/>
                <a:gd name="T38" fmla="*/ 20 w 54"/>
                <a:gd name="T39" fmla="*/ 58 h 215"/>
                <a:gd name="T40" fmla="*/ 14 w 54"/>
                <a:gd name="T41" fmla="*/ 56 h 215"/>
                <a:gd name="T42" fmla="*/ 14 w 54"/>
                <a:gd name="T43" fmla="*/ 7 h 215"/>
                <a:gd name="T44" fmla="*/ 7 w 54"/>
                <a:gd name="T4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215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2" y="66"/>
                    <a:pt x="5" y="67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208"/>
                    <a:pt x="20" y="208"/>
                    <a:pt x="20" y="208"/>
                  </a:cubicBezTo>
                  <a:cubicBezTo>
                    <a:pt x="20" y="212"/>
                    <a:pt x="23" y="215"/>
                    <a:pt x="27" y="215"/>
                  </a:cubicBezTo>
                  <a:cubicBezTo>
                    <a:pt x="31" y="215"/>
                    <a:pt x="34" y="212"/>
                    <a:pt x="34" y="208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52" y="66"/>
                    <a:pt x="54" y="63"/>
                    <a:pt x="54" y="60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3"/>
                    <a:pt x="51" y="0"/>
                    <a:pt x="47" y="0"/>
                  </a:cubicBezTo>
                  <a:cubicBezTo>
                    <a:pt x="43" y="0"/>
                    <a:pt x="40" y="3"/>
                    <a:pt x="40" y="7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" name="Freeform 224"/>
            <p:cNvSpPr>
              <a:spLocks noEditPoints="1"/>
            </p:cNvSpPr>
            <p:nvPr/>
          </p:nvSpPr>
          <p:spPr bwMode="auto">
            <a:xfrm>
              <a:off x="6494463" y="4316413"/>
              <a:ext cx="60325" cy="317500"/>
            </a:xfrm>
            <a:custGeom>
              <a:avLst/>
              <a:gdLst>
                <a:gd name="T0" fmla="*/ 34 w 41"/>
                <a:gd name="T1" fmla="*/ 215 h 215"/>
                <a:gd name="T2" fmla="*/ 41 w 41"/>
                <a:gd name="T3" fmla="*/ 208 h 215"/>
                <a:gd name="T4" fmla="*/ 41 w 41"/>
                <a:gd name="T5" fmla="*/ 124 h 215"/>
                <a:gd name="T6" fmla="*/ 41 w 41"/>
                <a:gd name="T7" fmla="*/ 124 h 215"/>
                <a:gd name="T8" fmla="*/ 41 w 41"/>
                <a:gd name="T9" fmla="*/ 7 h 215"/>
                <a:gd name="T10" fmla="*/ 34 w 41"/>
                <a:gd name="T11" fmla="*/ 0 h 215"/>
                <a:gd name="T12" fmla="*/ 21 w 41"/>
                <a:gd name="T13" fmla="*/ 0 h 215"/>
                <a:gd name="T14" fmla="*/ 14 w 41"/>
                <a:gd name="T15" fmla="*/ 6 h 215"/>
                <a:gd name="T16" fmla="*/ 1 w 41"/>
                <a:gd name="T17" fmla="*/ 117 h 215"/>
                <a:gd name="T18" fmla="*/ 6 w 41"/>
                <a:gd name="T19" fmla="*/ 124 h 215"/>
                <a:gd name="T20" fmla="*/ 27 w 41"/>
                <a:gd name="T21" fmla="*/ 129 h 215"/>
                <a:gd name="T22" fmla="*/ 27 w 41"/>
                <a:gd name="T23" fmla="*/ 208 h 215"/>
                <a:gd name="T24" fmla="*/ 34 w 41"/>
                <a:gd name="T25" fmla="*/ 215 h 215"/>
                <a:gd name="T26" fmla="*/ 15 w 41"/>
                <a:gd name="T27" fmla="*/ 112 h 215"/>
                <a:gd name="T28" fmla="*/ 27 w 41"/>
                <a:gd name="T29" fmla="*/ 13 h 215"/>
                <a:gd name="T30" fmla="*/ 27 w 41"/>
                <a:gd name="T31" fmla="*/ 13 h 215"/>
                <a:gd name="T32" fmla="*/ 27 w 41"/>
                <a:gd name="T33" fmla="*/ 115 h 215"/>
                <a:gd name="T34" fmla="*/ 15 w 41"/>
                <a:gd name="T35" fmla="*/ 11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" h="215">
                  <a:moveTo>
                    <a:pt x="34" y="215"/>
                  </a:moveTo>
                  <a:cubicBezTo>
                    <a:pt x="38" y="215"/>
                    <a:pt x="41" y="212"/>
                    <a:pt x="41" y="208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6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0"/>
                    <a:pt x="2" y="123"/>
                    <a:pt x="6" y="124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208"/>
                    <a:pt x="27" y="208"/>
                    <a:pt x="27" y="208"/>
                  </a:cubicBezTo>
                  <a:cubicBezTo>
                    <a:pt x="27" y="212"/>
                    <a:pt x="30" y="215"/>
                    <a:pt x="34" y="215"/>
                  </a:cubicBezTo>
                  <a:close/>
                  <a:moveTo>
                    <a:pt x="15" y="112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15"/>
                    <a:pt x="27" y="115"/>
                    <a:pt x="27" y="115"/>
                  </a:cubicBezTo>
                  <a:lnTo>
                    <a:pt x="15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225"/>
            <p:cNvSpPr>
              <a:spLocks noEditPoints="1"/>
            </p:cNvSpPr>
            <p:nvPr/>
          </p:nvSpPr>
          <p:spPr bwMode="auto">
            <a:xfrm>
              <a:off x="6573838" y="4316413"/>
              <a:ext cx="90488" cy="317500"/>
            </a:xfrm>
            <a:custGeom>
              <a:avLst/>
              <a:gdLst>
                <a:gd name="T0" fmla="*/ 30 w 61"/>
                <a:gd name="T1" fmla="*/ 215 h 215"/>
                <a:gd name="T2" fmla="*/ 37 w 61"/>
                <a:gd name="T3" fmla="*/ 208 h 215"/>
                <a:gd name="T4" fmla="*/ 37 w 61"/>
                <a:gd name="T5" fmla="*/ 80 h 215"/>
                <a:gd name="T6" fmla="*/ 61 w 61"/>
                <a:gd name="T7" fmla="*/ 47 h 215"/>
                <a:gd name="T8" fmla="*/ 30 w 61"/>
                <a:gd name="T9" fmla="*/ 0 h 215"/>
                <a:gd name="T10" fmla="*/ 0 w 61"/>
                <a:gd name="T11" fmla="*/ 47 h 215"/>
                <a:gd name="T12" fmla="*/ 24 w 61"/>
                <a:gd name="T13" fmla="*/ 80 h 215"/>
                <a:gd name="T14" fmla="*/ 24 w 61"/>
                <a:gd name="T15" fmla="*/ 208 h 215"/>
                <a:gd name="T16" fmla="*/ 30 w 61"/>
                <a:gd name="T17" fmla="*/ 215 h 215"/>
                <a:gd name="T18" fmla="*/ 14 w 61"/>
                <a:gd name="T19" fmla="*/ 47 h 215"/>
                <a:gd name="T20" fmla="*/ 30 w 61"/>
                <a:gd name="T21" fmla="*/ 13 h 215"/>
                <a:gd name="T22" fmla="*/ 47 w 61"/>
                <a:gd name="T23" fmla="*/ 47 h 215"/>
                <a:gd name="T24" fmla="*/ 30 w 61"/>
                <a:gd name="T25" fmla="*/ 67 h 215"/>
                <a:gd name="T26" fmla="*/ 14 w 61"/>
                <a:gd name="T27" fmla="*/ 4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215">
                  <a:moveTo>
                    <a:pt x="30" y="215"/>
                  </a:moveTo>
                  <a:cubicBezTo>
                    <a:pt x="34" y="215"/>
                    <a:pt x="37" y="212"/>
                    <a:pt x="37" y="208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51" y="76"/>
                    <a:pt x="61" y="61"/>
                    <a:pt x="61" y="47"/>
                  </a:cubicBezTo>
                  <a:cubicBezTo>
                    <a:pt x="61" y="33"/>
                    <a:pt x="49" y="0"/>
                    <a:pt x="30" y="0"/>
                  </a:cubicBezTo>
                  <a:cubicBezTo>
                    <a:pt x="12" y="0"/>
                    <a:pt x="0" y="33"/>
                    <a:pt x="0" y="47"/>
                  </a:cubicBezTo>
                  <a:cubicBezTo>
                    <a:pt x="0" y="61"/>
                    <a:pt x="10" y="76"/>
                    <a:pt x="24" y="80"/>
                  </a:cubicBezTo>
                  <a:cubicBezTo>
                    <a:pt x="24" y="208"/>
                    <a:pt x="24" y="208"/>
                    <a:pt x="24" y="208"/>
                  </a:cubicBezTo>
                  <a:cubicBezTo>
                    <a:pt x="24" y="212"/>
                    <a:pt x="27" y="215"/>
                    <a:pt x="30" y="215"/>
                  </a:cubicBezTo>
                  <a:close/>
                  <a:moveTo>
                    <a:pt x="14" y="47"/>
                  </a:moveTo>
                  <a:cubicBezTo>
                    <a:pt x="14" y="33"/>
                    <a:pt x="25" y="13"/>
                    <a:pt x="30" y="13"/>
                  </a:cubicBezTo>
                  <a:cubicBezTo>
                    <a:pt x="36" y="13"/>
                    <a:pt x="47" y="33"/>
                    <a:pt x="47" y="47"/>
                  </a:cubicBezTo>
                  <a:cubicBezTo>
                    <a:pt x="47" y="56"/>
                    <a:pt x="40" y="67"/>
                    <a:pt x="30" y="67"/>
                  </a:cubicBezTo>
                  <a:cubicBezTo>
                    <a:pt x="21" y="67"/>
                    <a:pt x="14" y="56"/>
                    <a:pt x="14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3" name="Group 292"/>
          <p:cNvGrpSpPr/>
          <p:nvPr/>
        </p:nvGrpSpPr>
        <p:grpSpPr>
          <a:xfrm>
            <a:off x="6865938" y="3917020"/>
            <a:ext cx="317500" cy="317500"/>
            <a:chOff x="6865938" y="4316413"/>
            <a:chExt cx="317500" cy="317500"/>
          </a:xfrm>
        </p:grpSpPr>
        <p:sp>
          <p:nvSpPr>
            <p:cNvPr id="28" name="Freeform 226"/>
            <p:cNvSpPr>
              <a:spLocks/>
            </p:cNvSpPr>
            <p:nvPr/>
          </p:nvSpPr>
          <p:spPr bwMode="auto">
            <a:xfrm>
              <a:off x="7104063" y="4316413"/>
              <a:ext cx="79375" cy="317500"/>
            </a:xfrm>
            <a:custGeom>
              <a:avLst/>
              <a:gdLst>
                <a:gd name="T0" fmla="*/ 47 w 54"/>
                <a:gd name="T1" fmla="*/ 0 h 215"/>
                <a:gd name="T2" fmla="*/ 40 w 54"/>
                <a:gd name="T3" fmla="*/ 7 h 215"/>
                <a:gd name="T4" fmla="*/ 40 w 54"/>
                <a:gd name="T5" fmla="*/ 56 h 215"/>
                <a:gd name="T6" fmla="*/ 34 w 54"/>
                <a:gd name="T7" fmla="*/ 58 h 215"/>
                <a:gd name="T8" fmla="*/ 34 w 54"/>
                <a:gd name="T9" fmla="*/ 7 h 215"/>
                <a:gd name="T10" fmla="*/ 27 w 54"/>
                <a:gd name="T11" fmla="*/ 0 h 215"/>
                <a:gd name="T12" fmla="*/ 20 w 54"/>
                <a:gd name="T13" fmla="*/ 7 h 215"/>
                <a:gd name="T14" fmla="*/ 20 w 54"/>
                <a:gd name="T15" fmla="*/ 58 h 215"/>
                <a:gd name="T16" fmla="*/ 14 w 54"/>
                <a:gd name="T17" fmla="*/ 56 h 215"/>
                <a:gd name="T18" fmla="*/ 14 w 54"/>
                <a:gd name="T19" fmla="*/ 7 h 215"/>
                <a:gd name="T20" fmla="*/ 7 w 54"/>
                <a:gd name="T21" fmla="*/ 0 h 215"/>
                <a:gd name="T22" fmla="*/ 0 w 54"/>
                <a:gd name="T23" fmla="*/ 7 h 215"/>
                <a:gd name="T24" fmla="*/ 0 w 54"/>
                <a:gd name="T25" fmla="*/ 60 h 215"/>
                <a:gd name="T26" fmla="*/ 5 w 54"/>
                <a:gd name="T27" fmla="*/ 67 h 215"/>
                <a:gd name="T28" fmla="*/ 20 w 54"/>
                <a:gd name="T29" fmla="*/ 72 h 215"/>
                <a:gd name="T30" fmla="*/ 20 w 54"/>
                <a:gd name="T31" fmla="*/ 208 h 215"/>
                <a:gd name="T32" fmla="*/ 27 w 54"/>
                <a:gd name="T33" fmla="*/ 215 h 215"/>
                <a:gd name="T34" fmla="*/ 34 w 54"/>
                <a:gd name="T35" fmla="*/ 208 h 215"/>
                <a:gd name="T36" fmla="*/ 34 w 54"/>
                <a:gd name="T37" fmla="*/ 72 h 215"/>
                <a:gd name="T38" fmla="*/ 49 w 54"/>
                <a:gd name="T39" fmla="*/ 67 h 215"/>
                <a:gd name="T40" fmla="*/ 54 w 54"/>
                <a:gd name="T41" fmla="*/ 60 h 215"/>
                <a:gd name="T42" fmla="*/ 54 w 54"/>
                <a:gd name="T43" fmla="*/ 7 h 215"/>
                <a:gd name="T44" fmla="*/ 47 w 54"/>
                <a:gd name="T4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215">
                  <a:moveTo>
                    <a:pt x="47" y="0"/>
                  </a:moveTo>
                  <a:cubicBezTo>
                    <a:pt x="43" y="0"/>
                    <a:pt x="40" y="3"/>
                    <a:pt x="40" y="7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2" y="66"/>
                    <a:pt x="5" y="67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208"/>
                    <a:pt x="20" y="208"/>
                    <a:pt x="20" y="208"/>
                  </a:cubicBezTo>
                  <a:cubicBezTo>
                    <a:pt x="20" y="212"/>
                    <a:pt x="23" y="215"/>
                    <a:pt x="27" y="215"/>
                  </a:cubicBezTo>
                  <a:cubicBezTo>
                    <a:pt x="31" y="215"/>
                    <a:pt x="34" y="212"/>
                    <a:pt x="34" y="208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52" y="66"/>
                    <a:pt x="54" y="63"/>
                    <a:pt x="54" y="60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3"/>
                    <a:pt x="51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" name="Freeform 227"/>
            <p:cNvSpPr>
              <a:spLocks noEditPoints="1"/>
            </p:cNvSpPr>
            <p:nvPr/>
          </p:nvSpPr>
          <p:spPr bwMode="auto">
            <a:xfrm>
              <a:off x="6865938" y="4367213"/>
              <a:ext cx="247650" cy="246062"/>
            </a:xfrm>
            <a:custGeom>
              <a:avLst/>
              <a:gdLst>
                <a:gd name="T0" fmla="*/ 168 w 168"/>
                <a:gd name="T1" fmla="*/ 83 h 167"/>
                <a:gd name="T2" fmla="*/ 84 w 168"/>
                <a:gd name="T3" fmla="*/ 0 h 167"/>
                <a:gd name="T4" fmla="*/ 0 w 168"/>
                <a:gd name="T5" fmla="*/ 83 h 167"/>
                <a:gd name="T6" fmla="*/ 84 w 168"/>
                <a:gd name="T7" fmla="*/ 167 h 167"/>
                <a:gd name="T8" fmla="*/ 168 w 168"/>
                <a:gd name="T9" fmla="*/ 83 h 167"/>
                <a:gd name="T10" fmla="*/ 14 w 168"/>
                <a:gd name="T11" fmla="*/ 83 h 167"/>
                <a:gd name="T12" fmla="*/ 84 w 168"/>
                <a:gd name="T13" fmla="*/ 13 h 167"/>
                <a:gd name="T14" fmla="*/ 155 w 168"/>
                <a:gd name="T15" fmla="*/ 83 h 167"/>
                <a:gd name="T16" fmla="*/ 84 w 168"/>
                <a:gd name="T17" fmla="*/ 154 h 167"/>
                <a:gd name="T18" fmla="*/ 14 w 168"/>
                <a:gd name="T19" fmla="*/ 8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7">
                  <a:moveTo>
                    <a:pt x="168" y="83"/>
                  </a:moveTo>
                  <a:cubicBezTo>
                    <a:pt x="168" y="37"/>
                    <a:pt x="130" y="0"/>
                    <a:pt x="84" y="0"/>
                  </a:cubicBezTo>
                  <a:cubicBezTo>
                    <a:pt x="38" y="0"/>
                    <a:pt x="0" y="37"/>
                    <a:pt x="0" y="83"/>
                  </a:cubicBezTo>
                  <a:cubicBezTo>
                    <a:pt x="0" y="130"/>
                    <a:pt x="38" y="167"/>
                    <a:pt x="84" y="167"/>
                  </a:cubicBezTo>
                  <a:cubicBezTo>
                    <a:pt x="130" y="167"/>
                    <a:pt x="168" y="130"/>
                    <a:pt x="168" y="83"/>
                  </a:cubicBezTo>
                  <a:close/>
                  <a:moveTo>
                    <a:pt x="14" y="83"/>
                  </a:moveTo>
                  <a:cubicBezTo>
                    <a:pt x="14" y="45"/>
                    <a:pt x="45" y="13"/>
                    <a:pt x="84" y="13"/>
                  </a:cubicBezTo>
                  <a:cubicBezTo>
                    <a:pt x="123" y="13"/>
                    <a:pt x="155" y="45"/>
                    <a:pt x="155" y="83"/>
                  </a:cubicBezTo>
                  <a:cubicBezTo>
                    <a:pt x="155" y="122"/>
                    <a:pt x="123" y="154"/>
                    <a:pt x="84" y="154"/>
                  </a:cubicBezTo>
                  <a:cubicBezTo>
                    <a:pt x="45" y="154"/>
                    <a:pt x="14" y="122"/>
                    <a:pt x="14" y="8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" name="Freeform 228"/>
            <p:cNvSpPr>
              <a:spLocks noEditPoints="1"/>
            </p:cNvSpPr>
            <p:nvPr/>
          </p:nvSpPr>
          <p:spPr bwMode="auto">
            <a:xfrm>
              <a:off x="6905626" y="4405313"/>
              <a:ext cx="168275" cy="168275"/>
            </a:xfrm>
            <a:custGeom>
              <a:avLst/>
              <a:gdLst>
                <a:gd name="T0" fmla="*/ 114 w 114"/>
                <a:gd name="T1" fmla="*/ 57 h 114"/>
                <a:gd name="T2" fmla="*/ 57 w 114"/>
                <a:gd name="T3" fmla="*/ 0 h 114"/>
                <a:gd name="T4" fmla="*/ 0 w 114"/>
                <a:gd name="T5" fmla="*/ 57 h 114"/>
                <a:gd name="T6" fmla="*/ 57 w 114"/>
                <a:gd name="T7" fmla="*/ 114 h 114"/>
                <a:gd name="T8" fmla="*/ 114 w 114"/>
                <a:gd name="T9" fmla="*/ 57 h 114"/>
                <a:gd name="T10" fmla="*/ 13 w 114"/>
                <a:gd name="T11" fmla="*/ 57 h 114"/>
                <a:gd name="T12" fmla="*/ 57 w 114"/>
                <a:gd name="T13" fmla="*/ 14 h 114"/>
                <a:gd name="T14" fmla="*/ 101 w 114"/>
                <a:gd name="T15" fmla="*/ 57 h 114"/>
                <a:gd name="T16" fmla="*/ 57 w 114"/>
                <a:gd name="T17" fmla="*/ 101 h 114"/>
                <a:gd name="T18" fmla="*/ 13 w 114"/>
                <a:gd name="T19" fmla="*/ 5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114">
                  <a:moveTo>
                    <a:pt x="114" y="57"/>
                  </a:moveTo>
                  <a:cubicBezTo>
                    <a:pt x="114" y="26"/>
                    <a:pt x="89" y="0"/>
                    <a:pt x="57" y="0"/>
                  </a:cubicBezTo>
                  <a:cubicBezTo>
                    <a:pt x="26" y="0"/>
                    <a:pt x="0" y="26"/>
                    <a:pt x="0" y="57"/>
                  </a:cubicBezTo>
                  <a:cubicBezTo>
                    <a:pt x="0" y="89"/>
                    <a:pt x="26" y="114"/>
                    <a:pt x="57" y="114"/>
                  </a:cubicBezTo>
                  <a:cubicBezTo>
                    <a:pt x="89" y="114"/>
                    <a:pt x="114" y="89"/>
                    <a:pt x="114" y="57"/>
                  </a:cubicBezTo>
                  <a:close/>
                  <a:moveTo>
                    <a:pt x="13" y="57"/>
                  </a:moveTo>
                  <a:cubicBezTo>
                    <a:pt x="13" y="33"/>
                    <a:pt x="33" y="14"/>
                    <a:pt x="57" y="14"/>
                  </a:cubicBezTo>
                  <a:cubicBezTo>
                    <a:pt x="81" y="14"/>
                    <a:pt x="101" y="33"/>
                    <a:pt x="101" y="57"/>
                  </a:cubicBezTo>
                  <a:cubicBezTo>
                    <a:pt x="101" y="81"/>
                    <a:pt x="81" y="101"/>
                    <a:pt x="57" y="101"/>
                  </a:cubicBezTo>
                  <a:cubicBezTo>
                    <a:pt x="33" y="101"/>
                    <a:pt x="13" y="81"/>
                    <a:pt x="13" y="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7356476" y="3917020"/>
            <a:ext cx="317500" cy="317500"/>
            <a:chOff x="7356476" y="4316413"/>
            <a:chExt cx="317500" cy="317500"/>
          </a:xfrm>
        </p:grpSpPr>
        <p:sp>
          <p:nvSpPr>
            <p:cNvPr id="31" name="Freeform 229"/>
            <p:cNvSpPr>
              <a:spLocks noEditPoints="1"/>
            </p:cNvSpPr>
            <p:nvPr/>
          </p:nvSpPr>
          <p:spPr bwMode="auto">
            <a:xfrm>
              <a:off x="7356476" y="4367213"/>
              <a:ext cx="247650" cy="246062"/>
            </a:xfrm>
            <a:custGeom>
              <a:avLst/>
              <a:gdLst>
                <a:gd name="T0" fmla="*/ 84 w 168"/>
                <a:gd name="T1" fmla="*/ 167 h 167"/>
                <a:gd name="T2" fmla="*/ 168 w 168"/>
                <a:gd name="T3" fmla="*/ 83 h 167"/>
                <a:gd name="T4" fmla="*/ 84 w 168"/>
                <a:gd name="T5" fmla="*/ 0 h 167"/>
                <a:gd name="T6" fmla="*/ 0 w 168"/>
                <a:gd name="T7" fmla="*/ 83 h 167"/>
                <a:gd name="T8" fmla="*/ 84 w 168"/>
                <a:gd name="T9" fmla="*/ 167 h 167"/>
                <a:gd name="T10" fmla="*/ 84 w 168"/>
                <a:gd name="T11" fmla="*/ 13 h 167"/>
                <a:gd name="T12" fmla="*/ 155 w 168"/>
                <a:gd name="T13" fmla="*/ 83 h 167"/>
                <a:gd name="T14" fmla="*/ 84 w 168"/>
                <a:gd name="T15" fmla="*/ 154 h 167"/>
                <a:gd name="T16" fmla="*/ 14 w 168"/>
                <a:gd name="T17" fmla="*/ 83 h 167"/>
                <a:gd name="T18" fmla="*/ 84 w 168"/>
                <a:gd name="T19" fmla="*/ 1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7">
                  <a:moveTo>
                    <a:pt x="84" y="167"/>
                  </a:moveTo>
                  <a:cubicBezTo>
                    <a:pt x="130" y="167"/>
                    <a:pt x="168" y="130"/>
                    <a:pt x="168" y="83"/>
                  </a:cubicBezTo>
                  <a:cubicBezTo>
                    <a:pt x="168" y="37"/>
                    <a:pt x="130" y="0"/>
                    <a:pt x="84" y="0"/>
                  </a:cubicBezTo>
                  <a:cubicBezTo>
                    <a:pt x="38" y="0"/>
                    <a:pt x="0" y="37"/>
                    <a:pt x="0" y="83"/>
                  </a:cubicBezTo>
                  <a:cubicBezTo>
                    <a:pt x="0" y="130"/>
                    <a:pt x="38" y="167"/>
                    <a:pt x="84" y="167"/>
                  </a:cubicBezTo>
                  <a:close/>
                  <a:moveTo>
                    <a:pt x="84" y="13"/>
                  </a:moveTo>
                  <a:cubicBezTo>
                    <a:pt x="123" y="13"/>
                    <a:pt x="155" y="45"/>
                    <a:pt x="155" y="83"/>
                  </a:cubicBezTo>
                  <a:cubicBezTo>
                    <a:pt x="155" y="122"/>
                    <a:pt x="123" y="154"/>
                    <a:pt x="84" y="154"/>
                  </a:cubicBezTo>
                  <a:cubicBezTo>
                    <a:pt x="45" y="154"/>
                    <a:pt x="14" y="122"/>
                    <a:pt x="14" y="83"/>
                  </a:cubicBezTo>
                  <a:cubicBezTo>
                    <a:pt x="14" y="45"/>
                    <a:pt x="45" y="13"/>
                    <a:pt x="84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230"/>
            <p:cNvSpPr>
              <a:spLocks noEditPoints="1"/>
            </p:cNvSpPr>
            <p:nvPr/>
          </p:nvSpPr>
          <p:spPr bwMode="auto">
            <a:xfrm>
              <a:off x="7396163" y="4405313"/>
              <a:ext cx="168275" cy="168275"/>
            </a:xfrm>
            <a:custGeom>
              <a:avLst/>
              <a:gdLst>
                <a:gd name="T0" fmla="*/ 57 w 114"/>
                <a:gd name="T1" fmla="*/ 114 h 114"/>
                <a:gd name="T2" fmla="*/ 114 w 114"/>
                <a:gd name="T3" fmla="*/ 57 h 114"/>
                <a:gd name="T4" fmla="*/ 57 w 114"/>
                <a:gd name="T5" fmla="*/ 0 h 114"/>
                <a:gd name="T6" fmla="*/ 0 w 114"/>
                <a:gd name="T7" fmla="*/ 57 h 114"/>
                <a:gd name="T8" fmla="*/ 57 w 114"/>
                <a:gd name="T9" fmla="*/ 114 h 114"/>
                <a:gd name="T10" fmla="*/ 57 w 114"/>
                <a:gd name="T11" fmla="*/ 14 h 114"/>
                <a:gd name="T12" fmla="*/ 101 w 114"/>
                <a:gd name="T13" fmla="*/ 57 h 114"/>
                <a:gd name="T14" fmla="*/ 57 w 114"/>
                <a:gd name="T15" fmla="*/ 101 h 114"/>
                <a:gd name="T16" fmla="*/ 14 w 114"/>
                <a:gd name="T17" fmla="*/ 57 h 114"/>
                <a:gd name="T18" fmla="*/ 57 w 114"/>
                <a:gd name="T19" fmla="*/ 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114">
                  <a:moveTo>
                    <a:pt x="57" y="114"/>
                  </a:moveTo>
                  <a:cubicBezTo>
                    <a:pt x="89" y="114"/>
                    <a:pt x="114" y="89"/>
                    <a:pt x="114" y="57"/>
                  </a:cubicBezTo>
                  <a:cubicBezTo>
                    <a:pt x="114" y="26"/>
                    <a:pt x="89" y="0"/>
                    <a:pt x="57" y="0"/>
                  </a:cubicBezTo>
                  <a:cubicBezTo>
                    <a:pt x="26" y="0"/>
                    <a:pt x="0" y="26"/>
                    <a:pt x="0" y="57"/>
                  </a:cubicBezTo>
                  <a:cubicBezTo>
                    <a:pt x="0" y="89"/>
                    <a:pt x="26" y="114"/>
                    <a:pt x="57" y="114"/>
                  </a:cubicBezTo>
                  <a:close/>
                  <a:moveTo>
                    <a:pt x="57" y="14"/>
                  </a:moveTo>
                  <a:cubicBezTo>
                    <a:pt x="81" y="14"/>
                    <a:pt x="101" y="33"/>
                    <a:pt x="101" y="57"/>
                  </a:cubicBezTo>
                  <a:cubicBezTo>
                    <a:pt x="101" y="81"/>
                    <a:pt x="81" y="101"/>
                    <a:pt x="57" y="101"/>
                  </a:cubicBezTo>
                  <a:cubicBezTo>
                    <a:pt x="33" y="101"/>
                    <a:pt x="14" y="81"/>
                    <a:pt x="14" y="57"/>
                  </a:cubicBezTo>
                  <a:cubicBezTo>
                    <a:pt x="14" y="33"/>
                    <a:pt x="33" y="14"/>
                    <a:pt x="5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231"/>
            <p:cNvSpPr>
              <a:spLocks noEditPoints="1"/>
            </p:cNvSpPr>
            <p:nvPr/>
          </p:nvSpPr>
          <p:spPr bwMode="auto">
            <a:xfrm>
              <a:off x="7585076" y="4316413"/>
              <a:ext cx="88900" cy="317500"/>
            </a:xfrm>
            <a:custGeom>
              <a:avLst/>
              <a:gdLst>
                <a:gd name="T0" fmla="*/ 30 w 60"/>
                <a:gd name="T1" fmla="*/ 215 h 215"/>
                <a:gd name="T2" fmla="*/ 37 w 60"/>
                <a:gd name="T3" fmla="*/ 208 h 215"/>
                <a:gd name="T4" fmla="*/ 37 w 60"/>
                <a:gd name="T5" fmla="*/ 80 h 215"/>
                <a:gd name="T6" fmla="*/ 60 w 60"/>
                <a:gd name="T7" fmla="*/ 47 h 215"/>
                <a:gd name="T8" fmla="*/ 30 w 60"/>
                <a:gd name="T9" fmla="*/ 0 h 215"/>
                <a:gd name="T10" fmla="*/ 0 w 60"/>
                <a:gd name="T11" fmla="*/ 47 h 215"/>
                <a:gd name="T12" fmla="*/ 23 w 60"/>
                <a:gd name="T13" fmla="*/ 80 h 215"/>
                <a:gd name="T14" fmla="*/ 23 w 60"/>
                <a:gd name="T15" fmla="*/ 208 h 215"/>
                <a:gd name="T16" fmla="*/ 30 w 60"/>
                <a:gd name="T17" fmla="*/ 215 h 215"/>
                <a:gd name="T18" fmla="*/ 13 w 60"/>
                <a:gd name="T19" fmla="*/ 47 h 215"/>
                <a:gd name="T20" fmla="*/ 30 w 60"/>
                <a:gd name="T21" fmla="*/ 13 h 215"/>
                <a:gd name="T22" fmla="*/ 47 w 60"/>
                <a:gd name="T23" fmla="*/ 47 h 215"/>
                <a:gd name="T24" fmla="*/ 30 w 60"/>
                <a:gd name="T25" fmla="*/ 67 h 215"/>
                <a:gd name="T26" fmla="*/ 13 w 60"/>
                <a:gd name="T27" fmla="*/ 4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" h="215">
                  <a:moveTo>
                    <a:pt x="30" y="215"/>
                  </a:moveTo>
                  <a:cubicBezTo>
                    <a:pt x="34" y="215"/>
                    <a:pt x="37" y="212"/>
                    <a:pt x="37" y="208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50" y="76"/>
                    <a:pt x="60" y="61"/>
                    <a:pt x="60" y="47"/>
                  </a:cubicBezTo>
                  <a:cubicBezTo>
                    <a:pt x="60" y="33"/>
                    <a:pt x="49" y="0"/>
                    <a:pt x="30" y="0"/>
                  </a:cubicBezTo>
                  <a:cubicBezTo>
                    <a:pt x="11" y="0"/>
                    <a:pt x="0" y="33"/>
                    <a:pt x="0" y="47"/>
                  </a:cubicBezTo>
                  <a:cubicBezTo>
                    <a:pt x="0" y="61"/>
                    <a:pt x="9" y="76"/>
                    <a:pt x="23" y="80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3" y="212"/>
                    <a:pt x="26" y="215"/>
                    <a:pt x="30" y="215"/>
                  </a:cubicBezTo>
                  <a:close/>
                  <a:moveTo>
                    <a:pt x="13" y="47"/>
                  </a:moveTo>
                  <a:cubicBezTo>
                    <a:pt x="13" y="33"/>
                    <a:pt x="24" y="13"/>
                    <a:pt x="30" y="13"/>
                  </a:cubicBezTo>
                  <a:cubicBezTo>
                    <a:pt x="36" y="13"/>
                    <a:pt x="47" y="33"/>
                    <a:pt x="47" y="47"/>
                  </a:cubicBezTo>
                  <a:cubicBezTo>
                    <a:pt x="47" y="56"/>
                    <a:pt x="39" y="67"/>
                    <a:pt x="30" y="67"/>
                  </a:cubicBezTo>
                  <a:cubicBezTo>
                    <a:pt x="21" y="67"/>
                    <a:pt x="13" y="56"/>
                    <a:pt x="13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133691765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5"/>
          <p:cNvSpPr>
            <a:spLocks noEditPoints="1"/>
          </p:cNvSpPr>
          <p:nvPr/>
        </p:nvSpPr>
        <p:spPr bwMode="auto">
          <a:xfrm>
            <a:off x="5102226" y="1147625"/>
            <a:ext cx="315913" cy="290513"/>
          </a:xfrm>
          <a:custGeom>
            <a:avLst/>
            <a:gdLst>
              <a:gd name="T0" fmla="*/ 134 w 293"/>
              <a:gd name="T1" fmla="*/ 80 h 269"/>
              <a:gd name="T2" fmla="*/ 105 w 293"/>
              <a:gd name="T3" fmla="*/ 103 h 269"/>
              <a:gd name="T4" fmla="*/ 64 w 293"/>
              <a:gd name="T5" fmla="*/ 69 h 269"/>
              <a:gd name="T6" fmla="*/ 62 w 293"/>
              <a:gd name="T7" fmla="*/ 23 h 269"/>
              <a:gd name="T8" fmla="*/ 92 w 293"/>
              <a:gd name="T9" fmla="*/ 0 h 269"/>
              <a:gd name="T10" fmla="*/ 132 w 293"/>
              <a:gd name="T11" fmla="*/ 34 h 269"/>
              <a:gd name="T12" fmla="*/ 77 w 293"/>
              <a:gd name="T13" fmla="*/ 145 h 269"/>
              <a:gd name="T14" fmla="*/ 49 w 293"/>
              <a:gd name="T15" fmla="*/ 180 h 269"/>
              <a:gd name="T16" fmla="*/ 7 w 293"/>
              <a:gd name="T17" fmla="*/ 147 h 269"/>
              <a:gd name="T18" fmla="*/ 8 w 293"/>
              <a:gd name="T19" fmla="*/ 95 h 269"/>
              <a:gd name="T20" fmla="*/ 54 w 293"/>
              <a:gd name="T21" fmla="*/ 95 h 269"/>
              <a:gd name="T22" fmla="*/ 77 w 293"/>
              <a:gd name="T23" fmla="*/ 145 h 269"/>
              <a:gd name="T24" fmla="*/ 191 w 293"/>
              <a:gd name="T25" fmla="*/ 157 h 269"/>
              <a:gd name="T26" fmla="*/ 248 w 293"/>
              <a:gd name="T27" fmla="*/ 244 h 269"/>
              <a:gd name="T28" fmla="*/ 236 w 293"/>
              <a:gd name="T29" fmla="*/ 265 h 269"/>
              <a:gd name="T30" fmla="*/ 211 w 293"/>
              <a:gd name="T31" fmla="*/ 269 h 269"/>
              <a:gd name="T32" fmla="*/ 146 w 293"/>
              <a:gd name="T33" fmla="*/ 254 h 269"/>
              <a:gd name="T34" fmla="*/ 77 w 293"/>
              <a:gd name="T35" fmla="*/ 269 h 269"/>
              <a:gd name="T36" fmla="*/ 55 w 293"/>
              <a:gd name="T37" fmla="*/ 210 h 269"/>
              <a:gd name="T38" fmla="*/ 113 w 293"/>
              <a:gd name="T39" fmla="*/ 151 h 269"/>
              <a:gd name="T40" fmla="*/ 188 w 293"/>
              <a:gd name="T41" fmla="*/ 103 h 269"/>
              <a:gd name="T42" fmla="*/ 159 w 293"/>
              <a:gd name="T43" fmla="*/ 80 h 269"/>
              <a:gd name="T44" fmla="*/ 161 w 293"/>
              <a:gd name="T45" fmla="*/ 34 h 269"/>
              <a:gd name="T46" fmla="*/ 201 w 293"/>
              <a:gd name="T47" fmla="*/ 0 h 269"/>
              <a:gd name="T48" fmla="*/ 231 w 293"/>
              <a:gd name="T49" fmla="*/ 23 h 269"/>
              <a:gd name="T50" fmla="*/ 229 w 293"/>
              <a:gd name="T51" fmla="*/ 69 h 269"/>
              <a:gd name="T52" fmla="*/ 188 w 293"/>
              <a:gd name="T53" fmla="*/ 103 h 269"/>
              <a:gd name="T54" fmla="*/ 285 w 293"/>
              <a:gd name="T55" fmla="*/ 95 h 269"/>
              <a:gd name="T56" fmla="*/ 286 w 293"/>
              <a:gd name="T57" fmla="*/ 147 h 269"/>
              <a:gd name="T58" fmla="*/ 244 w 293"/>
              <a:gd name="T59" fmla="*/ 180 h 269"/>
              <a:gd name="T60" fmla="*/ 216 w 293"/>
              <a:gd name="T61" fmla="*/ 145 h 269"/>
              <a:gd name="T62" fmla="*/ 239 w 293"/>
              <a:gd name="T63" fmla="*/ 95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3" h="269">
                <a:moveTo>
                  <a:pt x="137" y="60"/>
                </a:moveTo>
                <a:cubicBezTo>
                  <a:pt x="137" y="67"/>
                  <a:pt x="136" y="74"/>
                  <a:pt x="134" y="80"/>
                </a:cubicBezTo>
                <a:cubicBezTo>
                  <a:pt x="132" y="86"/>
                  <a:pt x="128" y="92"/>
                  <a:pt x="123" y="96"/>
                </a:cubicBezTo>
                <a:cubicBezTo>
                  <a:pt x="118" y="101"/>
                  <a:pt x="112" y="103"/>
                  <a:pt x="105" y="103"/>
                </a:cubicBezTo>
                <a:cubicBezTo>
                  <a:pt x="96" y="103"/>
                  <a:pt x="88" y="100"/>
                  <a:pt x="80" y="93"/>
                </a:cubicBezTo>
                <a:cubicBezTo>
                  <a:pt x="73" y="86"/>
                  <a:pt x="68" y="78"/>
                  <a:pt x="64" y="69"/>
                </a:cubicBezTo>
                <a:cubicBezTo>
                  <a:pt x="61" y="60"/>
                  <a:pt x="59" y="51"/>
                  <a:pt x="59" y="43"/>
                </a:cubicBezTo>
                <a:cubicBezTo>
                  <a:pt x="59" y="36"/>
                  <a:pt x="60" y="29"/>
                  <a:pt x="62" y="23"/>
                </a:cubicBezTo>
                <a:cubicBezTo>
                  <a:pt x="64" y="17"/>
                  <a:pt x="68" y="11"/>
                  <a:pt x="73" y="7"/>
                </a:cubicBezTo>
                <a:cubicBezTo>
                  <a:pt x="78" y="2"/>
                  <a:pt x="85" y="0"/>
                  <a:pt x="92" y="0"/>
                </a:cubicBezTo>
                <a:cubicBezTo>
                  <a:pt x="101" y="0"/>
                  <a:pt x="109" y="3"/>
                  <a:pt x="116" y="10"/>
                </a:cubicBezTo>
                <a:cubicBezTo>
                  <a:pt x="123" y="17"/>
                  <a:pt x="129" y="25"/>
                  <a:pt x="132" y="34"/>
                </a:cubicBezTo>
                <a:cubicBezTo>
                  <a:pt x="136" y="43"/>
                  <a:pt x="137" y="52"/>
                  <a:pt x="137" y="60"/>
                </a:cubicBezTo>
                <a:close/>
                <a:moveTo>
                  <a:pt x="77" y="145"/>
                </a:moveTo>
                <a:cubicBezTo>
                  <a:pt x="77" y="154"/>
                  <a:pt x="75" y="162"/>
                  <a:pt x="70" y="169"/>
                </a:cubicBezTo>
                <a:cubicBezTo>
                  <a:pt x="65" y="176"/>
                  <a:pt x="58" y="180"/>
                  <a:pt x="49" y="180"/>
                </a:cubicBezTo>
                <a:cubicBezTo>
                  <a:pt x="40" y="180"/>
                  <a:pt x="32" y="177"/>
                  <a:pt x="24" y="170"/>
                </a:cubicBezTo>
                <a:cubicBezTo>
                  <a:pt x="17" y="164"/>
                  <a:pt x="11" y="156"/>
                  <a:pt x="7" y="147"/>
                </a:cubicBezTo>
                <a:cubicBezTo>
                  <a:pt x="2" y="137"/>
                  <a:pt x="0" y="129"/>
                  <a:pt x="0" y="120"/>
                </a:cubicBezTo>
                <a:cubicBezTo>
                  <a:pt x="0" y="111"/>
                  <a:pt x="3" y="102"/>
                  <a:pt x="8" y="95"/>
                </a:cubicBezTo>
                <a:cubicBezTo>
                  <a:pt x="13" y="88"/>
                  <a:pt x="20" y="85"/>
                  <a:pt x="29" y="85"/>
                </a:cubicBezTo>
                <a:cubicBezTo>
                  <a:pt x="38" y="85"/>
                  <a:pt x="46" y="88"/>
                  <a:pt x="54" y="95"/>
                </a:cubicBezTo>
                <a:cubicBezTo>
                  <a:pt x="61" y="101"/>
                  <a:pt x="67" y="109"/>
                  <a:pt x="71" y="118"/>
                </a:cubicBezTo>
                <a:cubicBezTo>
                  <a:pt x="75" y="127"/>
                  <a:pt x="77" y="136"/>
                  <a:pt x="77" y="145"/>
                </a:cubicBezTo>
                <a:close/>
                <a:moveTo>
                  <a:pt x="146" y="140"/>
                </a:moveTo>
                <a:cubicBezTo>
                  <a:pt x="160" y="140"/>
                  <a:pt x="175" y="146"/>
                  <a:pt x="191" y="157"/>
                </a:cubicBezTo>
                <a:cubicBezTo>
                  <a:pt x="207" y="169"/>
                  <a:pt x="221" y="183"/>
                  <a:pt x="231" y="199"/>
                </a:cubicBezTo>
                <a:cubicBezTo>
                  <a:pt x="242" y="215"/>
                  <a:pt x="248" y="230"/>
                  <a:pt x="248" y="244"/>
                </a:cubicBezTo>
                <a:cubicBezTo>
                  <a:pt x="248" y="249"/>
                  <a:pt x="247" y="254"/>
                  <a:pt x="245" y="257"/>
                </a:cubicBezTo>
                <a:cubicBezTo>
                  <a:pt x="243" y="261"/>
                  <a:pt x="240" y="263"/>
                  <a:pt x="236" y="265"/>
                </a:cubicBezTo>
                <a:cubicBezTo>
                  <a:pt x="232" y="267"/>
                  <a:pt x="229" y="268"/>
                  <a:pt x="225" y="269"/>
                </a:cubicBezTo>
                <a:cubicBezTo>
                  <a:pt x="221" y="269"/>
                  <a:pt x="216" y="269"/>
                  <a:pt x="211" y="269"/>
                </a:cubicBezTo>
                <a:cubicBezTo>
                  <a:pt x="203" y="269"/>
                  <a:pt x="193" y="267"/>
                  <a:pt x="179" y="262"/>
                </a:cubicBezTo>
                <a:cubicBezTo>
                  <a:pt x="165" y="256"/>
                  <a:pt x="154" y="254"/>
                  <a:pt x="146" y="254"/>
                </a:cubicBezTo>
                <a:cubicBezTo>
                  <a:pt x="139" y="254"/>
                  <a:pt x="127" y="256"/>
                  <a:pt x="113" y="261"/>
                </a:cubicBezTo>
                <a:cubicBezTo>
                  <a:pt x="98" y="267"/>
                  <a:pt x="86" y="269"/>
                  <a:pt x="77" y="269"/>
                </a:cubicBezTo>
                <a:cubicBezTo>
                  <a:pt x="56" y="269"/>
                  <a:pt x="45" y="261"/>
                  <a:pt x="45" y="244"/>
                </a:cubicBezTo>
                <a:cubicBezTo>
                  <a:pt x="45" y="234"/>
                  <a:pt x="49" y="222"/>
                  <a:pt x="55" y="210"/>
                </a:cubicBezTo>
                <a:cubicBezTo>
                  <a:pt x="62" y="198"/>
                  <a:pt x="70" y="186"/>
                  <a:pt x="80" y="176"/>
                </a:cubicBezTo>
                <a:cubicBezTo>
                  <a:pt x="89" y="166"/>
                  <a:pt x="100" y="158"/>
                  <a:pt x="113" y="151"/>
                </a:cubicBezTo>
                <a:cubicBezTo>
                  <a:pt x="125" y="144"/>
                  <a:pt x="136" y="140"/>
                  <a:pt x="146" y="140"/>
                </a:cubicBezTo>
                <a:close/>
                <a:moveTo>
                  <a:pt x="188" y="103"/>
                </a:moveTo>
                <a:cubicBezTo>
                  <a:pt x="181" y="103"/>
                  <a:pt x="175" y="101"/>
                  <a:pt x="170" y="96"/>
                </a:cubicBezTo>
                <a:cubicBezTo>
                  <a:pt x="165" y="92"/>
                  <a:pt x="161" y="86"/>
                  <a:pt x="159" y="80"/>
                </a:cubicBezTo>
                <a:cubicBezTo>
                  <a:pt x="157" y="74"/>
                  <a:pt x="156" y="67"/>
                  <a:pt x="156" y="60"/>
                </a:cubicBezTo>
                <a:cubicBezTo>
                  <a:pt x="156" y="52"/>
                  <a:pt x="157" y="43"/>
                  <a:pt x="161" y="34"/>
                </a:cubicBezTo>
                <a:cubicBezTo>
                  <a:pt x="164" y="25"/>
                  <a:pt x="170" y="17"/>
                  <a:pt x="177" y="10"/>
                </a:cubicBezTo>
                <a:cubicBezTo>
                  <a:pt x="184" y="3"/>
                  <a:pt x="192" y="0"/>
                  <a:pt x="201" y="0"/>
                </a:cubicBezTo>
                <a:cubicBezTo>
                  <a:pt x="208" y="0"/>
                  <a:pt x="215" y="2"/>
                  <a:pt x="220" y="7"/>
                </a:cubicBezTo>
                <a:cubicBezTo>
                  <a:pt x="225" y="11"/>
                  <a:pt x="229" y="17"/>
                  <a:pt x="231" y="23"/>
                </a:cubicBezTo>
                <a:cubicBezTo>
                  <a:pt x="233" y="29"/>
                  <a:pt x="234" y="36"/>
                  <a:pt x="234" y="43"/>
                </a:cubicBezTo>
                <a:cubicBezTo>
                  <a:pt x="234" y="51"/>
                  <a:pt x="232" y="60"/>
                  <a:pt x="229" y="69"/>
                </a:cubicBezTo>
                <a:cubicBezTo>
                  <a:pt x="225" y="78"/>
                  <a:pt x="220" y="86"/>
                  <a:pt x="213" y="93"/>
                </a:cubicBezTo>
                <a:cubicBezTo>
                  <a:pt x="205" y="100"/>
                  <a:pt x="197" y="103"/>
                  <a:pt x="188" y="103"/>
                </a:cubicBezTo>
                <a:close/>
                <a:moveTo>
                  <a:pt x="264" y="85"/>
                </a:moveTo>
                <a:cubicBezTo>
                  <a:pt x="273" y="85"/>
                  <a:pt x="280" y="88"/>
                  <a:pt x="285" y="95"/>
                </a:cubicBezTo>
                <a:cubicBezTo>
                  <a:pt x="290" y="102"/>
                  <a:pt x="293" y="111"/>
                  <a:pt x="293" y="120"/>
                </a:cubicBezTo>
                <a:cubicBezTo>
                  <a:pt x="293" y="129"/>
                  <a:pt x="291" y="137"/>
                  <a:pt x="286" y="147"/>
                </a:cubicBezTo>
                <a:cubicBezTo>
                  <a:pt x="282" y="156"/>
                  <a:pt x="276" y="164"/>
                  <a:pt x="269" y="170"/>
                </a:cubicBezTo>
                <a:cubicBezTo>
                  <a:pt x="261" y="177"/>
                  <a:pt x="253" y="180"/>
                  <a:pt x="244" y="180"/>
                </a:cubicBezTo>
                <a:cubicBezTo>
                  <a:pt x="235" y="180"/>
                  <a:pt x="228" y="176"/>
                  <a:pt x="223" y="169"/>
                </a:cubicBezTo>
                <a:cubicBezTo>
                  <a:pt x="218" y="162"/>
                  <a:pt x="216" y="154"/>
                  <a:pt x="216" y="145"/>
                </a:cubicBezTo>
                <a:cubicBezTo>
                  <a:pt x="216" y="136"/>
                  <a:pt x="218" y="127"/>
                  <a:pt x="222" y="118"/>
                </a:cubicBezTo>
                <a:cubicBezTo>
                  <a:pt x="226" y="109"/>
                  <a:pt x="232" y="101"/>
                  <a:pt x="239" y="95"/>
                </a:cubicBezTo>
                <a:cubicBezTo>
                  <a:pt x="247" y="88"/>
                  <a:pt x="255" y="85"/>
                  <a:pt x="264" y="8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6"/>
          <p:cNvSpPr>
            <a:spLocks noEditPoints="1"/>
          </p:cNvSpPr>
          <p:nvPr/>
        </p:nvSpPr>
        <p:spPr bwMode="auto">
          <a:xfrm>
            <a:off x="5535613" y="1136513"/>
            <a:ext cx="311150" cy="315913"/>
          </a:xfrm>
          <a:custGeom>
            <a:avLst/>
            <a:gdLst>
              <a:gd name="T0" fmla="*/ 182 w 288"/>
              <a:gd name="T1" fmla="*/ 78 h 292"/>
              <a:gd name="T2" fmla="*/ 140 w 288"/>
              <a:gd name="T3" fmla="*/ 50 h 292"/>
              <a:gd name="T4" fmla="*/ 128 w 288"/>
              <a:gd name="T5" fmla="*/ 50 h 292"/>
              <a:gd name="T6" fmla="*/ 117 w 288"/>
              <a:gd name="T7" fmla="*/ 54 h 292"/>
              <a:gd name="T8" fmla="*/ 111 w 288"/>
              <a:gd name="T9" fmla="*/ 63 h 292"/>
              <a:gd name="T10" fmla="*/ 100 w 288"/>
              <a:gd name="T11" fmla="*/ 111 h 292"/>
              <a:gd name="T12" fmla="*/ 100 w 288"/>
              <a:gd name="T13" fmla="*/ 114 h 292"/>
              <a:gd name="T14" fmla="*/ 103 w 288"/>
              <a:gd name="T15" fmla="*/ 121 h 292"/>
              <a:gd name="T16" fmla="*/ 110 w 288"/>
              <a:gd name="T17" fmla="*/ 124 h 292"/>
              <a:gd name="T18" fmla="*/ 119 w 288"/>
              <a:gd name="T19" fmla="*/ 124 h 292"/>
              <a:gd name="T20" fmla="*/ 142 w 288"/>
              <a:gd name="T21" fmla="*/ 122 h 292"/>
              <a:gd name="T22" fmla="*/ 162 w 288"/>
              <a:gd name="T23" fmla="*/ 114 h 292"/>
              <a:gd name="T24" fmla="*/ 176 w 288"/>
              <a:gd name="T25" fmla="*/ 100 h 292"/>
              <a:gd name="T26" fmla="*/ 182 w 288"/>
              <a:gd name="T27" fmla="*/ 78 h 292"/>
              <a:gd name="T28" fmla="*/ 288 w 288"/>
              <a:gd name="T29" fmla="*/ 105 h 292"/>
              <a:gd name="T30" fmla="*/ 249 w 288"/>
              <a:gd name="T31" fmla="*/ 180 h 292"/>
              <a:gd name="T32" fmla="*/ 142 w 288"/>
              <a:gd name="T33" fmla="*/ 208 h 292"/>
              <a:gd name="T34" fmla="*/ 131 w 288"/>
              <a:gd name="T35" fmla="*/ 208 h 292"/>
              <a:gd name="T36" fmla="*/ 120 w 288"/>
              <a:gd name="T37" fmla="*/ 212 h 292"/>
              <a:gd name="T38" fmla="*/ 114 w 288"/>
              <a:gd name="T39" fmla="*/ 221 h 292"/>
              <a:gd name="T40" fmla="*/ 102 w 288"/>
              <a:gd name="T41" fmla="*/ 276 h 292"/>
              <a:gd name="T42" fmla="*/ 95 w 288"/>
              <a:gd name="T43" fmla="*/ 287 h 292"/>
              <a:gd name="T44" fmla="*/ 82 w 288"/>
              <a:gd name="T45" fmla="*/ 292 h 292"/>
              <a:gd name="T46" fmla="*/ 45 w 288"/>
              <a:gd name="T47" fmla="*/ 292 h 292"/>
              <a:gd name="T48" fmla="*/ 36 w 288"/>
              <a:gd name="T49" fmla="*/ 288 h 292"/>
              <a:gd name="T50" fmla="*/ 32 w 288"/>
              <a:gd name="T51" fmla="*/ 279 h 292"/>
              <a:gd name="T52" fmla="*/ 34 w 288"/>
              <a:gd name="T53" fmla="*/ 268 h 292"/>
              <a:gd name="T54" fmla="*/ 61 w 288"/>
              <a:gd name="T55" fmla="*/ 268 h 292"/>
              <a:gd name="T56" fmla="*/ 72 w 288"/>
              <a:gd name="T57" fmla="*/ 264 h 292"/>
              <a:gd name="T58" fmla="*/ 78 w 288"/>
              <a:gd name="T59" fmla="*/ 254 h 292"/>
              <a:gd name="T60" fmla="*/ 91 w 288"/>
              <a:gd name="T61" fmla="*/ 198 h 292"/>
              <a:gd name="T62" fmla="*/ 98 w 288"/>
              <a:gd name="T63" fmla="*/ 188 h 292"/>
              <a:gd name="T64" fmla="*/ 109 w 288"/>
              <a:gd name="T65" fmla="*/ 184 h 292"/>
              <a:gd name="T66" fmla="*/ 120 w 288"/>
              <a:gd name="T67" fmla="*/ 184 h 292"/>
              <a:gd name="T68" fmla="*/ 226 w 288"/>
              <a:gd name="T69" fmla="*/ 156 h 292"/>
              <a:gd name="T70" fmla="*/ 264 w 288"/>
              <a:gd name="T71" fmla="*/ 82 h 292"/>
              <a:gd name="T72" fmla="*/ 255 w 288"/>
              <a:gd name="T73" fmla="*/ 46 h 292"/>
              <a:gd name="T74" fmla="*/ 288 w 288"/>
              <a:gd name="T75" fmla="*/ 105 h 292"/>
              <a:gd name="T76" fmla="*/ 255 w 288"/>
              <a:gd name="T77" fmla="*/ 72 h 292"/>
              <a:gd name="T78" fmla="*/ 217 w 288"/>
              <a:gd name="T79" fmla="*/ 147 h 292"/>
              <a:gd name="T80" fmla="*/ 109 w 288"/>
              <a:gd name="T81" fmla="*/ 175 h 292"/>
              <a:gd name="T82" fmla="*/ 99 w 288"/>
              <a:gd name="T83" fmla="*/ 175 h 292"/>
              <a:gd name="T84" fmla="*/ 88 w 288"/>
              <a:gd name="T85" fmla="*/ 179 h 292"/>
              <a:gd name="T86" fmla="*/ 82 w 288"/>
              <a:gd name="T87" fmla="*/ 189 h 292"/>
              <a:gd name="T88" fmla="*/ 69 w 288"/>
              <a:gd name="T89" fmla="*/ 244 h 292"/>
              <a:gd name="T90" fmla="*/ 62 w 288"/>
              <a:gd name="T91" fmla="*/ 255 h 292"/>
              <a:gd name="T92" fmla="*/ 50 w 288"/>
              <a:gd name="T93" fmla="*/ 259 h 292"/>
              <a:gd name="T94" fmla="*/ 13 w 288"/>
              <a:gd name="T95" fmla="*/ 259 h 292"/>
              <a:gd name="T96" fmla="*/ 3 w 288"/>
              <a:gd name="T97" fmla="*/ 256 h 292"/>
              <a:gd name="T98" fmla="*/ 0 w 288"/>
              <a:gd name="T99" fmla="*/ 247 h 292"/>
              <a:gd name="T100" fmla="*/ 0 w 288"/>
              <a:gd name="T101" fmla="*/ 243 h 292"/>
              <a:gd name="T102" fmla="*/ 53 w 288"/>
              <a:gd name="T103" fmla="*/ 15 h 292"/>
              <a:gd name="T104" fmla="*/ 60 w 288"/>
              <a:gd name="T105" fmla="*/ 4 h 292"/>
              <a:gd name="T106" fmla="*/ 72 w 288"/>
              <a:gd name="T107" fmla="*/ 0 h 292"/>
              <a:gd name="T108" fmla="*/ 150 w 288"/>
              <a:gd name="T109" fmla="*/ 0 h 292"/>
              <a:gd name="T110" fmla="*/ 172 w 288"/>
              <a:gd name="T111" fmla="*/ 0 h 292"/>
              <a:gd name="T112" fmla="*/ 193 w 288"/>
              <a:gd name="T113" fmla="*/ 3 h 292"/>
              <a:gd name="T114" fmla="*/ 213 w 288"/>
              <a:gd name="T115" fmla="*/ 8 h 292"/>
              <a:gd name="T116" fmla="*/ 230 w 288"/>
              <a:gd name="T117" fmla="*/ 17 h 292"/>
              <a:gd name="T118" fmla="*/ 244 w 288"/>
              <a:gd name="T119" fmla="*/ 30 h 292"/>
              <a:gd name="T120" fmla="*/ 252 w 288"/>
              <a:gd name="T121" fmla="*/ 48 h 292"/>
              <a:gd name="T122" fmla="*/ 255 w 288"/>
              <a:gd name="T123" fmla="*/ 7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8" h="292">
                <a:moveTo>
                  <a:pt x="182" y="78"/>
                </a:moveTo>
                <a:cubicBezTo>
                  <a:pt x="182" y="59"/>
                  <a:pt x="168" y="50"/>
                  <a:pt x="140" y="50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4" y="50"/>
                  <a:pt x="120" y="51"/>
                  <a:pt x="117" y="54"/>
                </a:cubicBezTo>
                <a:cubicBezTo>
                  <a:pt x="114" y="56"/>
                  <a:pt x="112" y="59"/>
                  <a:pt x="111" y="63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100" y="112"/>
                  <a:pt x="100" y="113"/>
                  <a:pt x="100" y="114"/>
                </a:cubicBezTo>
                <a:cubicBezTo>
                  <a:pt x="100" y="117"/>
                  <a:pt x="101" y="119"/>
                  <a:pt x="103" y="121"/>
                </a:cubicBezTo>
                <a:cubicBezTo>
                  <a:pt x="105" y="123"/>
                  <a:pt x="107" y="124"/>
                  <a:pt x="110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27" y="124"/>
                  <a:pt x="135" y="123"/>
                  <a:pt x="142" y="122"/>
                </a:cubicBezTo>
                <a:cubicBezTo>
                  <a:pt x="149" y="120"/>
                  <a:pt x="155" y="118"/>
                  <a:pt x="162" y="114"/>
                </a:cubicBezTo>
                <a:cubicBezTo>
                  <a:pt x="168" y="111"/>
                  <a:pt x="173" y="106"/>
                  <a:pt x="176" y="100"/>
                </a:cubicBezTo>
                <a:cubicBezTo>
                  <a:pt x="180" y="94"/>
                  <a:pt x="182" y="86"/>
                  <a:pt x="182" y="78"/>
                </a:cubicBezTo>
                <a:close/>
                <a:moveTo>
                  <a:pt x="288" y="105"/>
                </a:moveTo>
                <a:cubicBezTo>
                  <a:pt x="288" y="136"/>
                  <a:pt x="275" y="161"/>
                  <a:pt x="249" y="180"/>
                </a:cubicBezTo>
                <a:cubicBezTo>
                  <a:pt x="223" y="199"/>
                  <a:pt x="188" y="208"/>
                  <a:pt x="142" y="208"/>
                </a:cubicBezTo>
                <a:cubicBezTo>
                  <a:pt x="131" y="208"/>
                  <a:pt x="131" y="208"/>
                  <a:pt x="131" y="208"/>
                </a:cubicBezTo>
                <a:cubicBezTo>
                  <a:pt x="127" y="208"/>
                  <a:pt x="124" y="209"/>
                  <a:pt x="120" y="212"/>
                </a:cubicBezTo>
                <a:cubicBezTo>
                  <a:pt x="117" y="214"/>
                  <a:pt x="115" y="217"/>
                  <a:pt x="114" y="221"/>
                </a:cubicBezTo>
                <a:cubicBezTo>
                  <a:pt x="102" y="276"/>
                  <a:pt x="102" y="276"/>
                  <a:pt x="102" y="276"/>
                </a:cubicBezTo>
                <a:cubicBezTo>
                  <a:pt x="101" y="281"/>
                  <a:pt x="98" y="284"/>
                  <a:pt x="95" y="287"/>
                </a:cubicBezTo>
                <a:cubicBezTo>
                  <a:pt x="91" y="290"/>
                  <a:pt x="87" y="292"/>
                  <a:pt x="82" y="292"/>
                </a:cubicBezTo>
                <a:cubicBezTo>
                  <a:pt x="45" y="292"/>
                  <a:pt x="45" y="292"/>
                  <a:pt x="45" y="292"/>
                </a:cubicBezTo>
                <a:cubicBezTo>
                  <a:pt x="41" y="292"/>
                  <a:pt x="38" y="291"/>
                  <a:pt x="36" y="288"/>
                </a:cubicBezTo>
                <a:cubicBezTo>
                  <a:pt x="33" y="286"/>
                  <a:pt x="32" y="283"/>
                  <a:pt x="32" y="279"/>
                </a:cubicBezTo>
                <a:cubicBezTo>
                  <a:pt x="32" y="278"/>
                  <a:pt x="33" y="274"/>
                  <a:pt x="34" y="268"/>
                </a:cubicBezTo>
                <a:cubicBezTo>
                  <a:pt x="61" y="268"/>
                  <a:pt x="61" y="268"/>
                  <a:pt x="61" y="268"/>
                </a:cubicBezTo>
                <a:cubicBezTo>
                  <a:pt x="65" y="268"/>
                  <a:pt x="68" y="266"/>
                  <a:pt x="72" y="264"/>
                </a:cubicBezTo>
                <a:cubicBezTo>
                  <a:pt x="75" y="261"/>
                  <a:pt x="78" y="258"/>
                  <a:pt x="78" y="254"/>
                </a:cubicBezTo>
                <a:cubicBezTo>
                  <a:pt x="91" y="198"/>
                  <a:pt x="91" y="198"/>
                  <a:pt x="91" y="198"/>
                </a:cubicBezTo>
                <a:cubicBezTo>
                  <a:pt x="92" y="194"/>
                  <a:pt x="94" y="191"/>
                  <a:pt x="98" y="188"/>
                </a:cubicBezTo>
                <a:cubicBezTo>
                  <a:pt x="101" y="185"/>
                  <a:pt x="105" y="184"/>
                  <a:pt x="109" y="184"/>
                </a:cubicBezTo>
                <a:cubicBezTo>
                  <a:pt x="120" y="184"/>
                  <a:pt x="120" y="184"/>
                  <a:pt x="120" y="184"/>
                </a:cubicBezTo>
                <a:cubicBezTo>
                  <a:pt x="165" y="184"/>
                  <a:pt x="201" y="175"/>
                  <a:pt x="226" y="156"/>
                </a:cubicBezTo>
                <a:cubicBezTo>
                  <a:pt x="252" y="137"/>
                  <a:pt x="264" y="113"/>
                  <a:pt x="264" y="82"/>
                </a:cubicBezTo>
                <a:cubicBezTo>
                  <a:pt x="264" y="67"/>
                  <a:pt x="261" y="55"/>
                  <a:pt x="255" y="46"/>
                </a:cubicBezTo>
                <a:cubicBezTo>
                  <a:pt x="277" y="56"/>
                  <a:pt x="288" y="76"/>
                  <a:pt x="288" y="105"/>
                </a:cubicBezTo>
                <a:close/>
                <a:moveTo>
                  <a:pt x="255" y="72"/>
                </a:moveTo>
                <a:cubicBezTo>
                  <a:pt x="255" y="103"/>
                  <a:pt x="243" y="128"/>
                  <a:pt x="217" y="147"/>
                </a:cubicBezTo>
                <a:cubicBezTo>
                  <a:pt x="191" y="166"/>
                  <a:pt x="155" y="175"/>
                  <a:pt x="109" y="175"/>
                </a:cubicBezTo>
                <a:cubicBezTo>
                  <a:pt x="99" y="175"/>
                  <a:pt x="99" y="175"/>
                  <a:pt x="99" y="175"/>
                </a:cubicBezTo>
                <a:cubicBezTo>
                  <a:pt x="95" y="175"/>
                  <a:pt x="91" y="177"/>
                  <a:pt x="88" y="179"/>
                </a:cubicBezTo>
                <a:cubicBezTo>
                  <a:pt x="85" y="182"/>
                  <a:pt x="83" y="185"/>
                  <a:pt x="82" y="189"/>
                </a:cubicBezTo>
                <a:cubicBezTo>
                  <a:pt x="69" y="244"/>
                  <a:pt x="69" y="244"/>
                  <a:pt x="69" y="244"/>
                </a:cubicBezTo>
                <a:cubicBezTo>
                  <a:pt x="68" y="248"/>
                  <a:pt x="66" y="252"/>
                  <a:pt x="62" y="255"/>
                </a:cubicBezTo>
                <a:cubicBezTo>
                  <a:pt x="59" y="258"/>
                  <a:pt x="55" y="259"/>
                  <a:pt x="50" y="259"/>
                </a:cubicBezTo>
                <a:cubicBezTo>
                  <a:pt x="13" y="259"/>
                  <a:pt x="13" y="259"/>
                  <a:pt x="13" y="259"/>
                </a:cubicBezTo>
                <a:cubicBezTo>
                  <a:pt x="9" y="259"/>
                  <a:pt x="6" y="258"/>
                  <a:pt x="3" y="256"/>
                </a:cubicBezTo>
                <a:cubicBezTo>
                  <a:pt x="1" y="254"/>
                  <a:pt x="0" y="251"/>
                  <a:pt x="0" y="247"/>
                </a:cubicBezTo>
                <a:cubicBezTo>
                  <a:pt x="0" y="246"/>
                  <a:pt x="0" y="245"/>
                  <a:pt x="0" y="243"/>
                </a:cubicBezTo>
                <a:cubicBezTo>
                  <a:pt x="53" y="15"/>
                  <a:pt x="53" y="15"/>
                  <a:pt x="53" y="15"/>
                </a:cubicBezTo>
                <a:cubicBezTo>
                  <a:pt x="54" y="11"/>
                  <a:pt x="56" y="7"/>
                  <a:pt x="60" y="4"/>
                </a:cubicBezTo>
                <a:cubicBezTo>
                  <a:pt x="64" y="1"/>
                  <a:pt x="68" y="0"/>
                  <a:pt x="72" y="0"/>
                </a:cubicBezTo>
                <a:cubicBezTo>
                  <a:pt x="150" y="0"/>
                  <a:pt x="150" y="0"/>
                  <a:pt x="150" y="0"/>
                </a:cubicBezTo>
                <a:cubicBezTo>
                  <a:pt x="158" y="0"/>
                  <a:pt x="165" y="0"/>
                  <a:pt x="172" y="0"/>
                </a:cubicBezTo>
                <a:cubicBezTo>
                  <a:pt x="179" y="1"/>
                  <a:pt x="186" y="2"/>
                  <a:pt x="193" y="3"/>
                </a:cubicBezTo>
                <a:cubicBezTo>
                  <a:pt x="200" y="4"/>
                  <a:pt x="207" y="6"/>
                  <a:pt x="213" y="8"/>
                </a:cubicBezTo>
                <a:cubicBezTo>
                  <a:pt x="219" y="10"/>
                  <a:pt x="224" y="13"/>
                  <a:pt x="230" y="17"/>
                </a:cubicBezTo>
                <a:cubicBezTo>
                  <a:pt x="235" y="21"/>
                  <a:pt x="240" y="25"/>
                  <a:pt x="244" y="30"/>
                </a:cubicBezTo>
                <a:cubicBezTo>
                  <a:pt x="247" y="35"/>
                  <a:pt x="250" y="41"/>
                  <a:pt x="252" y="48"/>
                </a:cubicBezTo>
                <a:cubicBezTo>
                  <a:pt x="254" y="55"/>
                  <a:pt x="255" y="63"/>
                  <a:pt x="255" y="7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7"/>
          <p:cNvSpPr>
            <a:spLocks noEditPoints="1"/>
          </p:cNvSpPr>
          <p:nvPr/>
        </p:nvSpPr>
        <p:spPr bwMode="auto">
          <a:xfrm>
            <a:off x="5978526" y="1150800"/>
            <a:ext cx="287338" cy="287338"/>
          </a:xfrm>
          <a:custGeom>
            <a:avLst/>
            <a:gdLst>
              <a:gd name="T0" fmla="*/ 64 w 266"/>
              <a:gd name="T1" fmla="*/ 243 h 266"/>
              <a:gd name="T2" fmla="*/ 79 w 266"/>
              <a:gd name="T3" fmla="*/ 227 h 266"/>
              <a:gd name="T4" fmla="*/ 38 w 266"/>
              <a:gd name="T5" fmla="*/ 186 h 266"/>
              <a:gd name="T6" fmla="*/ 22 w 266"/>
              <a:gd name="T7" fmla="*/ 202 h 266"/>
              <a:gd name="T8" fmla="*/ 22 w 266"/>
              <a:gd name="T9" fmla="*/ 221 h 266"/>
              <a:gd name="T10" fmla="*/ 45 w 266"/>
              <a:gd name="T11" fmla="*/ 221 h 266"/>
              <a:gd name="T12" fmla="*/ 45 w 266"/>
              <a:gd name="T13" fmla="*/ 243 h 266"/>
              <a:gd name="T14" fmla="*/ 64 w 266"/>
              <a:gd name="T15" fmla="*/ 243 h 266"/>
              <a:gd name="T16" fmla="*/ 155 w 266"/>
              <a:gd name="T17" fmla="*/ 80 h 266"/>
              <a:gd name="T18" fmla="*/ 151 w 266"/>
              <a:gd name="T19" fmla="*/ 76 h 266"/>
              <a:gd name="T20" fmla="*/ 149 w 266"/>
              <a:gd name="T21" fmla="*/ 78 h 266"/>
              <a:gd name="T22" fmla="*/ 53 w 266"/>
              <a:gd name="T23" fmla="*/ 173 h 266"/>
              <a:gd name="T24" fmla="*/ 52 w 266"/>
              <a:gd name="T25" fmla="*/ 176 h 266"/>
              <a:gd name="T26" fmla="*/ 56 w 266"/>
              <a:gd name="T27" fmla="*/ 180 h 266"/>
              <a:gd name="T28" fmla="*/ 59 w 266"/>
              <a:gd name="T29" fmla="*/ 178 h 266"/>
              <a:gd name="T30" fmla="*/ 154 w 266"/>
              <a:gd name="T31" fmla="*/ 83 h 266"/>
              <a:gd name="T32" fmla="*/ 155 w 266"/>
              <a:gd name="T33" fmla="*/ 80 h 266"/>
              <a:gd name="T34" fmla="*/ 146 w 266"/>
              <a:gd name="T35" fmla="*/ 47 h 266"/>
              <a:gd name="T36" fmla="*/ 219 w 266"/>
              <a:gd name="T37" fmla="*/ 120 h 266"/>
              <a:gd name="T38" fmla="*/ 73 w 266"/>
              <a:gd name="T39" fmla="*/ 266 h 266"/>
              <a:gd name="T40" fmla="*/ 0 w 266"/>
              <a:gd name="T41" fmla="*/ 266 h 266"/>
              <a:gd name="T42" fmla="*/ 0 w 266"/>
              <a:gd name="T43" fmla="*/ 193 h 266"/>
              <a:gd name="T44" fmla="*/ 146 w 266"/>
              <a:gd name="T45" fmla="*/ 47 h 266"/>
              <a:gd name="T46" fmla="*/ 266 w 266"/>
              <a:gd name="T47" fmla="*/ 63 h 266"/>
              <a:gd name="T48" fmla="*/ 259 w 266"/>
              <a:gd name="T49" fmla="*/ 79 h 266"/>
              <a:gd name="T50" fmla="*/ 230 w 266"/>
              <a:gd name="T51" fmla="*/ 108 h 266"/>
              <a:gd name="T52" fmla="*/ 157 w 266"/>
              <a:gd name="T53" fmla="*/ 35 h 266"/>
              <a:gd name="T54" fmla="*/ 186 w 266"/>
              <a:gd name="T55" fmla="*/ 6 h 266"/>
              <a:gd name="T56" fmla="*/ 202 w 266"/>
              <a:gd name="T57" fmla="*/ 0 h 266"/>
              <a:gd name="T58" fmla="*/ 218 w 266"/>
              <a:gd name="T59" fmla="*/ 6 h 266"/>
              <a:gd name="T60" fmla="*/ 259 w 266"/>
              <a:gd name="T61" fmla="*/ 47 h 266"/>
              <a:gd name="T62" fmla="*/ 266 w 266"/>
              <a:gd name="T63" fmla="*/ 6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6" h="266">
                <a:moveTo>
                  <a:pt x="64" y="243"/>
                </a:moveTo>
                <a:cubicBezTo>
                  <a:pt x="79" y="227"/>
                  <a:pt x="79" y="227"/>
                  <a:pt x="79" y="227"/>
                </a:cubicBezTo>
                <a:cubicBezTo>
                  <a:pt x="38" y="186"/>
                  <a:pt x="38" y="186"/>
                  <a:pt x="38" y="186"/>
                </a:cubicBezTo>
                <a:cubicBezTo>
                  <a:pt x="22" y="202"/>
                  <a:pt x="22" y="202"/>
                  <a:pt x="22" y="202"/>
                </a:cubicBezTo>
                <a:cubicBezTo>
                  <a:pt x="22" y="221"/>
                  <a:pt x="22" y="221"/>
                  <a:pt x="22" y="221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45" y="243"/>
                  <a:pt x="45" y="243"/>
                  <a:pt x="45" y="243"/>
                </a:cubicBezTo>
                <a:lnTo>
                  <a:pt x="64" y="243"/>
                </a:lnTo>
                <a:close/>
                <a:moveTo>
                  <a:pt x="155" y="80"/>
                </a:moveTo>
                <a:cubicBezTo>
                  <a:pt x="155" y="78"/>
                  <a:pt x="154" y="76"/>
                  <a:pt x="151" y="76"/>
                </a:cubicBezTo>
                <a:cubicBezTo>
                  <a:pt x="150" y="76"/>
                  <a:pt x="149" y="77"/>
                  <a:pt x="149" y="78"/>
                </a:cubicBezTo>
                <a:cubicBezTo>
                  <a:pt x="53" y="173"/>
                  <a:pt x="53" y="173"/>
                  <a:pt x="53" y="173"/>
                </a:cubicBezTo>
                <a:cubicBezTo>
                  <a:pt x="53" y="174"/>
                  <a:pt x="52" y="175"/>
                  <a:pt x="52" y="176"/>
                </a:cubicBezTo>
                <a:cubicBezTo>
                  <a:pt x="52" y="178"/>
                  <a:pt x="53" y="180"/>
                  <a:pt x="56" y="180"/>
                </a:cubicBezTo>
                <a:cubicBezTo>
                  <a:pt x="57" y="180"/>
                  <a:pt x="58" y="179"/>
                  <a:pt x="59" y="178"/>
                </a:cubicBezTo>
                <a:cubicBezTo>
                  <a:pt x="154" y="83"/>
                  <a:pt x="154" y="83"/>
                  <a:pt x="154" y="83"/>
                </a:cubicBezTo>
                <a:cubicBezTo>
                  <a:pt x="155" y="82"/>
                  <a:pt x="155" y="81"/>
                  <a:pt x="155" y="80"/>
                </a:cubicBezTo>
                <a:close/>
                <a:moveTo>
                  <a:pt x="146" y="47"/>
                </a:moveTo>
                <a:cubicBezTo>
                  <a:pt x="219" y="120"/>
                  <a:pt x="219" y="120"/>
                  <a:pt x="219" y="120"/>
                </a:cubicBezTo>
                <a:cubicBezTo>
                  <a:pt x="73" y="266"/>
                  <a:pt x="73" y="266"/>
                  <a:pt x="73" y="26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193"/>
                  <a:pt x="0" y="193"/>
                  <a:pt x="0" y="193"/>
                </a:cubicBezTo>
                <a:lnTo>
                  <a:pt x="146" y="47"/>
                </a:lnTo>
                <a:close/>
                <a:moveTo>
                  <a:pt x="266" y="63"/>
                </a:moveTo>
                <a:cubicBezTo>
                  <a:pt x="266" y="70"/>
                  <a:pt x="264" y="75"/>
                  <a:pt x="259" y="79"/>
                </a:cubicBezTo>
                <a:cubicBezTo>
                  <a:pt x="230" y="108"/>
                  <a:pt x="230" y="108"/>
                  <a:pt x="230" y="108"/>
                </a:cubicBezTo>
                <a:cubicBezTo>
                  <a:pt x="157" y="35"/>
                  <a:pt x="157" y="35"/>
                  <a:pt x="157" y="35"/>
                </a:cubicBezTo>
                <a:cubicBezTo>
                  <a:pt x="186" y="6"/>
                  <a:pt x="186" y="6"/>
                  <a:pt x="186" y="6"/>
                </a:cubicBezTo>
                <a:cubicBezTo>
                  <a:pt x="190" y="2"/>
                  <a:pt x="196" y="0"/>
                  <a:pt x="202" y="0"/>
                </a:cubicBezTo>
                <a:cubicBezTo>
                  <a:pt x="208" y="0"/>
                  <a:pt x="214" y="2"/>
                  <a:pt x="218" y="6"/>
                </a:cubicBezTo>
                <a:cubicBezTo>
                  <a:pt x="259" y="47"/>
                  <a:pt x="259" y="47"/>
                  <a:pt x="259" y="47"/>
                </a:cubicBezTo>
                <a:cubicBezTo>
                  <a:pt x="264" y="52"/>
                  <a:pt x="266" y="57"/>
                  <a:pt x="266" y="6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8"/>
          <p:cNvSpPr>
            <a:spLocks noEditPoints="1"/>
          </p:cNvSpPr>
          <p:nvPr/>
        </p:nvSpPr>
        <p:spPr bwMode="auto">
          <a:xfrm>
            <a:off x="6407151" y="1147625"/>
            <a:ext cx="292100" cy="290513"/>
          </a:xfrm>
          <a:custGeom>
            <a:avLst/>
            <a:gdLst>
              <a:gd name="T0" fmla="*/ 71 w 270"/>
              <a:gd name="T1" fmla="*/ 172 h 269"/>
              <a:gd name="T2" fmla="*/ 98 w 270"/>
              <a:gd name="T3" fmla="*/ 199 h 269"/>
              <a:gd name="T4" fmla="*/ 89 w 270"/>
              <a:gd name="T5" fmla="*/ 208 h 269"/>
              <a:gd name="T6" fmla="*/ 79 w 270"/>
              <a:gd name="T7" fmla="*/ 208 h 269"/>
              <a:gd name="T8" fmla="*/ 79 w 270"/>
              <a:gd name="T9" fmla="*/ 191 h 269"/>
              <a:gd name="T10" fmla="*/ 62 w 270"/>
              <a:gd name="T11" fmla="*/ 191 h 269"/>
              <a:gd name="T12" fmla="*/ 62 w 270"/>
              <a:gd name="T13" fmla="*/ 181 h 269"/>
              <a:gd name="T14" fmla="*/ 71 w 270"/>
              <a:gd name="T15" fmla="*/ 172 h 269"/>
              <a:gd name="T16" fmla="*/ 144 w 270"/>
              <a:gd name="T17" fmla="*/ 103 h 269"/>
              <a:gd name="T18" fmla="*/ 143 w 270"/>
              <a:gd name="T19" fmla="*/ 109 h 269"/>
              <a:gd name="T20" fmla="*/ 92 w 270"/>
              <a:gd name="T21" fmla="*/ 160 h 269"/>
              <a:gd name="T22" fmla="*/ 87 w 270"/>
              <a:gd name="T23" fmla="*/ 160 h 269"/>
              <a:gd name="T24" fmla="*/ 87 w 270"/>
              <a:gd name="T25" fmla="*/ 155 h 269"/>
              <a:gd name="T26" fmla="*/ 138 w 270"/>
              <a:gd name="T27" fmla="*/ 104 h 269"/>
              <a:gd name="T28" fmla="*/ 144 w 270"/>
              <a:gd name="T29" fmla="*/ 103 h 269"/>
              <a:gd name="T30" fmla="*/ 96 w 270"/>
              <a:gd name="T31" fmla="*/ 225 h 269"/>
              <a:gd name="T32" fmla="*/ 191 w 270"/>
              <a:gd name="T33" fmla="*/ 129 h 269"/>
              <a:gd name="T34" fmla="*/ 141 w 270"/>
              <a:gd name="T35" fmla="*/ 78 h 269"/>
              <a:gd name="T36" fmla="*/ 45 w 270"/>
              <a:gd name="T37" fmla="*/ 174 h 269"/>
              <a:gd name="T38" fmla="*/ 45 w 270"/>
              <a:gd name="T39" fmla="*/ 225 h 269"/>
              <a:gd name="T40" fmla="*/ 96 w 270"/>
              <a:gd name="T41" fmla="*/ 225 h 269"/>
              <a:gd name="T42" fmla="*/ 202 w 270"/>
              <a:gd name="T43" fmla="*/ 118 h 269"/>
              <a:gd name="T44" fmla="*/ 219 w 270"/>
              <a:gd name="T45" fmla="*/ 102 h 269"/>
              <a:gd name="T46" fmla="*/ 223 w 270"/>
              <a:gd name="T47" fmla="*/ 90 h 269"/>
              <a:gd name="T48" fmla="*/ 219 w 270"/>
              <a:gd name="T49" fmla="*/ 78 h 269"/>
              <a:gd name="T50" fmla="*/ 192 w 270"/>
              <a:gd name="T51" fmla="*/ 51 h 269"/>
              <a:gd name="T52" fmla="*/ 180 w 270"/>
              <a:gd name="T53" fmla="*/ 46 h 269"/>
              <a:gd name="T54" fmla="*/ 168 w 270"/>
              <a:gd name="T55" fmla="*/ 51 h 269"/>
              <a:gd name="T56" fmla="*/ 152 w 270"/>
              <a:gd name="T57" fmla="*/ 67 h 269"/>
              <a:gd name="T58" fmla="*/ 202 w 270"/>
              <a:gd name="T59" fmla="*/ 118 h 269"/>
              <a:gd name="T60" fmla="*/ 270 w 270"/>
              <a:gd name="T61" fmla="*/ 50 h 269"/>
              <a:gd name="T62" fmla="*/ 270 w 270"/>
              <a:gd name="T63" fmla="*/ 219 h 269"/>
              <a:gd name="T64" fmla="*/ 255 w 270"/>
              <a:gd name="T65" fmla="*/ 255 h 269"/>
              <a:gd name="T66" fmla="*/ 219 w 270"/>
              <a:gd name="T67" fmla="*/ 269 h 269"/>
              <a:gd name="T68" fmla="*/ 51 w 270"/>
              <a:gd name="T69" fmla="*/ 269 h 269"/>
              <a:gd name="T70" fmla="*/ 15 w 270"/>
              <a:gd name="T71" fmla="*/ 255 h 269"/>
              <a:gd name="T72" fmla="*/ 0 w 270"/>
              <a:gd name="T73" fmla="*/ 219 h 269"/>
              <a:gd name="T74" fmla="*/ 0 w 270"/>
              <a:gd name="T75" fmla="*/ 50 h 269"/>
              <a:gd name="T76" fmla="*/ 15 w 270"/>
              <a:gd name="T77" fmla="*/ 15 h 269"/>
              <a:gd name="T78" fmla="*/ 51 w 270"/>
              <a:gd name="T79" fmla="*/ 0 h 269"/>
              <a:gd name="T80" fmla="*/ 219 w 270"/>
              <a:gd name="T81" fmla="*/ 0 h 269"/>
              <a:gd name="T82" fmla="*/ 255 w 270"/>
              <a:gd name="T83" fmla="*/ 15 h 269"/>
              <a:gd name="T84" fmla="*/ 270 w 270"/>
              <a:gd name="T85" fmla="*/ 50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0" h="269">
                <a:moveTo>
                  <a:pt x="71" y="172"/>
                </a:moveTo>
                <a:cubicBezTo>
                  <a:pt x="98" y="199"/>
                  <a:pt x="98" y="199"/>
                  <a:pt x="98" y="199"/>
                </a:cubicBezTo>
                <a:cubicBezTo>
                  <a:pt x="89" y="208"/>
                  <a:pt x="89" y="208"/>
                  <a:pt x="89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79" y="191"/>
                  <a:pt x="79" y="191"/>
                  <a:pt x="79" y="191"/>
                </a:cubicBezTo>
                <a:cubicBezTo>
                  <a:pt x="62" y="191"/>
                  <a:pt x="62" y="191"/>
                  <a:pt x="62" y="191"/>
                </a:cubicBezTo>
                <a:cubicBezTo>
                  <a:pt x="62" y="181"/>
                  <a:pt x="62" y="181"/>
                  <a:pt x="62" y="181"/>
                </a:cubicBezTo>
                <a:lnTo>
                  <a:pt x="71" y="172"/>
                </a:lnTo>
                <a:close/>
                <a:moveTo>
                  <a:pt x="144" y="103"/>
                </a:moveTo>
                <a:cubicBezTo>
                  <a:pt x="145" y="105"/>
                  <a:pt x="145" y="107"/>
                  <a:pt x="143" y="109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0" y="162"/>
                  <a:pt x="88" y="162"/>
                  <a:pt x="87" y="160"/>
                </a:cubicBezTo>
                <a:cubicBezTo>
                  <a:pt x="85" y="159"/>
                  <a:pt x="85" y="157"/>
                  <a:pt x="87" y="155"/>
                </a:cubicBezTo>
                <a:cubicBezTo>
                  <a:pt x="138" y="104"/>
                  <a:pt x="138" y="104"/>
                  <a:pt x="138" y="104"/>
                </a:cubicBezTo>
                <a:cubicBezTo>
                  <a:pt x="140" y="102"/>
                  <a:pt x="142" y="102"/>
                  <a:pt x="144" y="103"/>
                </a:cubicBezTo>
                <a:close/>
                <a:moveTo>
                  <a:pt x="96" y="225"/>
                </a:moveTo>
                <a:cubicBezTo>
                  <a:pt x="191" y="129"/>
                  <a:pt x="191" y="129"/>
                  <a:pt x="191" y="129"/>
                </a:cubicBezTo>
                <a:cubicBezTo>
                  <a:pt x="141" y="78"/>
                  <a:pt x="141" y="78"/>
                  <a:pt x="141" y="78"/>
                </a:cubicBezTo>
                <a:cubicBezTo>
                  <a:pt x="45" y="174"/>
                  <a:pt x="45" y="174"/>
                  <a:pt x="45" y="174"/>
                </a:cubicBezTo>
                <a:cubicBezTo>
                  <a:pt x="45" y="225"/>
                  <a:pt x="45" y="225"/>
                  <a:pt x="45" y="225"/>
                </a:cubicBezTo>
                <a:lnTo>
                  <a:pt x="96" y="225"/>
                </a:lnTo>
                <a:close/>
                <a:moveTo>
                  <a:pt x="202" y="118"/>
                </a:moveTo>
                <a:cubicBezTo>
                  <a:pt x="219" y="102"/>
                  <a:pt x="219" y="102"/>
                  <a:pt x="219" y="102"/>
                </a:cubicBezTo>
                <a:cubicBezTo>
                  <a:pt x="222" y="98"/>
                  <a:pt x="223" y="94"/>
                  <a:pt x="223" y="90"/>
                </a:cubicBezTo>
                <a:cubicBezTo>
                  <a:pt x="223" y="85"/>
                  <a:pt x="222" y="81"/>
                  <a:pt x="219" y="78"/>
                </a:cubicBezTo>
                <a:cubicBezTo>
                  <a:pt x="192" y="51"/>
                  <a:pt x="192" y="51"/>
                  <a:pt x="192" y="51"/>
                </a:cubicBezTo>
                <a:cubicBezTo>
                  <a:pt x="189" y="48"/>
                  <a:pt x="185" y="46"/>
                  <a:pt x="180" y="46"/>
                </a:cubicBezTo>
                <a:cubicBezTo>
                  <a:pt x="175" y="46"/>
                  <a:pt x="171" y="48"/>
                  <a:pt x="168" y="51"/>
                </a:cubicBezTo>
                <a:cubicBezTo>
                  <a:pt x="152" y="67"/>
                  <a:pt x="152" y="67"/>
                  <a:pt x="152" y="67"/>
                </a:cubicBezTo>
                <a:lnTo>
                  <a:pt x="202" y="118"/>
                </a:lnTo>
                <a:close/>
                <a:moveTo>
                  <a:pt x="270" y="50"/>
                </a:moveTo>
                <a:cubicBezTo>
                  <a:pt x="270" y="219"/>
                  <a:pt x="270" y="219"/>
                  <a:pt x="270" y="219"/>
                </a:cubicBezTo>
                <a:cubicBezTo>
                  <a:pt x="270" y="233"/>
                  <a:pt x="265" y="245"/>
                  <a:pt x="255" y="255"/>
                </a:cubicBezTo>
                <a:cubicBezTo>
                  <a:pt x="245" y="265"/>
                  <a:pt x="233" y="269"/>
                  <a:pt x="219" y="269"/>
                </a:cubicBezTo>
                <a:cubicBezTo>
                  <a:pt x="51" y="269"/>
                  <a:pt x="51" y="269"/>
                  <a:pt x="51" y="269"/>
                </a:cubicBezTo>
                <a:cubicBezTo>
                  <a:pt x="37" y="269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6"/>
                  <a:pt x="270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9"/>
          <p:cNvSpPr>
            <a:spLocks noEditPoints="1"/>
          </p:cNvSpPr>
          <p:nvPr/>
        </p:nvSpPr>
        <p:spPr bwMode="auto">
          <a:xfrm>
            <a:off x="6815138" y="1160325"/>
            <a:ext cx="339725" cy="266700"/>
          </a:xfrm>
          <a:custGeom>
            <a:avLst/>
            <a:gdLst>
              <a:gd name="T0" fmla="*/ 156 w 314"/>
              <a:gd name="T1" fmla="*/ 185 h 247"/>
              <a:gd name="T2" fmla="*/ 177 w 314"/>
              <a:gd name="T3" fmla="*/ 165 h 247"/>
              <a:gd name="T4" fmla="*/ 150 w 314"/>
              <a:gd name="T5" fmla="*/ 138 h 247"/>
              <a:gd name="T6" fmla="*/ 130 w 314"/>
              <a:gd name="T7" fmla="*/ 159 h 247"/>
              <a:gd name="T8" fmla="*/ 130 w 314"/>
              <a:gd name="T9" fmla="*/ 169 h 247"/>
              <a:gd name="T10" fmla="*/ 147 w 314"/>
              <a:gd name="T11" fmla="*/ 169 h 247"/>
              <a:gd name="T12" fmla="*/ 147 w 314"/>
              <a:gd name="T13" fmla="*/ 185 h 247"/>
              <a:gd name="T14" fmla="*/ 156 w 314"/>
              <a:gd name="T15" fmla="*/ 185 h 247"/>
              <a:gd name="T16" fmla="*/ 234 w 314"/>
              <a:gd name="T17" fmla="*/ 59 h 247"/>
              <a:gd name="T18" fmla="*/ 228 w 314"/>
              <a:gd name="T19" fmla="*/ 59 h 247"/>
              <a:gd name="T20" fmla="*/ 166 w 314"/>
              <a:gd name="T21" fmla="*/ 121 h 247"/>
              <a:gd name="T22" fmla="*/ 166 w 314"/>
              <a:gd name="T23" fmla="*/ 126 h 247"/>
              <a:gd name="T24" fmla="*/ 172 w 314"/>
              <a:gd name="T25" fmla="*/ 126 h 247"/>
              <a:gd name="T26" fmla="*/ 233 w 314"/>
              <a:gd name="T27" fmla="*/ 65 h 247"/>
              <a:gd name="T28" fmla="*/ 234 w 314"/>
              <a:gd name="T29" fmla="*/ 59 h 247"/>
              <a:gd name="T30" fmla="*/ 248 w 314"/>
              <a:gd name="T31" fmla="*/ 163 h 247"/>
              <a:gd name="T32" fmla="*/ 248 w 314"/>
              <a:gd name="T33" fmla="*/ 197 h 247"/>
              <a:gd name="T34" fmla="*/ 233 w 314"/>
              <a:gd name="T35" fmla="*/ 232 h 247"/>
              <a:gd name="T36" fmla="*/ 197 w 314"/>
              <a:gd name="T37" fmla="*/ 247 h 247"/>
              <a:gd name="T38" fmla="*/ 51 w 314"/>
              <a:gd name="T39" fmla="*/ 247 h 247"/>
              <a:gd name="T40" fmla="*/ 15 w 314"/>
              <a:gd name="T41" fmla="*/ 232 h 247"/>
              <a:gd name="T42" fmla="*/ 0 w 314"/>
              <a:gd name="T43" fmla="*/ 197 h 247"/>
              <a:gd name="T44" fmla="*/ 0 w 314"/>
              <a:gd name="T45" fmla="*/ 51 h 247"/>
              <a:gd name="T46" fmla="*/ 15 w 314"/>
              <a:gd name="T47" fmla="*/ 15 h 247"/>
              <a:gd name="T48" fmla="*/ 51 w 314"/>
              <a:gd name="T49" fmla="*/ 0 h 247"/>
              <a:gd name="T50" fmla="*/ 197 w 314"/>
              <a:gd name="T51" fmla="*/ 0 h 247"/>
              <a:gd name="T52" fmla="*/ 218 w 314"/>
              <a:gd name="T53" fmla="*/ 4 h 247"/>
              <a:gd name="T54" fmla="*/ 221 w 314"/>
              <a:gd name="T55" fmla="*/ 8 h 247"/>
              <a:gd name="T56" fmla="*/ 219 w 314"/>
              <a:gd name="T57" fmla="*/ 14 h 247"/>
              <a:gd name="T58" fmla="*/ 211 w 314"/>
              <a:gd name="T59" fmla="*/ 22 h 247"/>
              <a:gd name="T60" fmla="*/ 205 w 314"/>
              <a:gd name="T61" fmla="*/ 24 h 247"/>
              <a:gd name="T62" fmla="*/ 197 w 314"/>
              <a:gd name="T63" fmla="*/ 22 h 247"/>
              <a:gd name="T64" fmla="*/ 51 w 314"/>
              <a:gd name="T65" fmla="*/ 22 h 247"/>
              <a:gd name="T66" fmla="*/ 31 w 314"/>
              <a:gd name="T67" fmla="*/ 31 h 247"/>
              <a:gd name="T68" fmla="*/ 23 w 314"/>
              <a:gd name="T69" fmla="*/ 51 h 247"/>
              <a:gd name="T70" fmla="*/ 23 w 314"/>
              <a:gd name="T71" fmla="*/ 197 h 247"/>
              <a:gd name="T72" fmla="*/ 31 w 314"/>
              <a:gd name="T73" fmla="*/ 217 h 247"/>
              <a:gd name="T74" fmla="*/ 51 w 314"/>
              <a:gd name="T75" fmla="*/ 225 h 247"/>
              <a:gd name="T76" fmla="*/ 197 w 314"/>
              <a:gd name="T77" fmla="*/ 225 h 247"/>
              <a:gd name="T78" fmla="*/ 217 w 314"/>
              <a:gd name="T79" fmla="*/ 217 h 247"/>
              <a:gd name="T80" fmla="*/ 225 w 314"/>
              <a:gd name="T81" fmla="*/ 197 h 247"/>
              <a:gd name="T82" fmla="*/ 225 w 314"/>
              <a:gd name="T83" fmla="*/ 175 h 247"/>
              <a:gd name="T84" fmla="*/ 227 w 314"/>
              <a:gd name="T85" fmla="*/ 171 h 247"/>
              <a:gd name="T86" fmla="*/ 238 w 314"/>
              <a:gd name="T87" fmla="*/ 159 h 247"/>
              <a:gd name="T88" fmla="*/ 244 w 314"/>
              <a:gd name="T89" fmla="*/ 158 h 247"/>
              <a:gd name="T90" fmla="*/ 248 w 314"/>
              <a:gd name="T91" fmla="*/ 163 h 247"/>
              <a:gd name="T92" fmla="*/ 231 w 314"/>
              <a:gd name="T93" fmla="*/ 34 h 247"/>
              <a:gd name="T94" fmla="*/ 281 w 314"/>
              <a:gd name="T95" fmla="*/ 84 h 247"/>
              <a:gd name="T96" fmla="*/ 163 w 314"/>
              <a:gd name="T97" fmla="*/ 202 h 247"/>
              <a:gd name="T98" fmla="*/ 113 w 314"/>
              <a:gd name="T99" fmla="*/ 202 h 247"/>
              <a:gd name="T100" fmla="*/ 113 w 314"/>
              <a:gd name="T101" fmla="*/ 152 h 247"/>
              <a:gd name="T102" fmla="*/ 231 w 314"/>
              <a:gd name="T103" fmla="*/ 34 h 247"/>
              <a:gd name="T104" fmla="*/ 309 w 314"/>
              <a:gd name="T105" fmla="*/ 57 h 247"/>
              <a:gd name="T106" fmla="*/ 293 w 314"/>
              <a:gd name="T107" fmla="*/ 73 h 247"/>
              <a:gd name="T108" fmla="*/ 242 w 314"/>
              <a:gd name="T109" fmla="*/ 22 h 247"/>
              <a:gd name="T110" fmla="*/ 258 w 314"/>
              <a:gd name="T111" fmla="*/ 6 h 247"/>
              <a:gd name="T112" fmla="*/ 270 w 314"/>
              <a:gd name="T113" fmla="*/ 1 h 247"/>
              <a:gd name="T114" fmla="*/ 282 w 314"/>
              <a:gd name="T115" fmla="*/ 6 h 247"/>
              <a:gd name="T116" fmla="*/ 309 w 314"/>
              <a:gd name="T117" fmla="*/ 33 h 247"/>
              <a:gd name="T118" fmla="*/ 314 w 314"/>
              <a:gd name="T119" fmla="*/ 45 h 247"/>
              <a:gd name="T120" fmla="*/ 309 w 314"/>
              <a:gd name="T121" fmla="*/ 57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4" h="247">
                <a:moveTo>
                  <a:pt x="156" y="185"/>
                </a:moveTo>
                <a:cubicBezTo>
                  <a:pt x="177" y="165"/>
                  <a:pt x="177" y="165"/>
                  <a:pt x="177" y="165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30" y="159"/>
                  <a:pt x="130" y="159"/>
                  <a:pt x="130" y="159"/>
                </a:cubicBezTo>
                <a:cubicBezTo>
                  <a:pt x="130" y="169"/>
                  <a:pt x="130" y="169"/>
                  <a:pt x="130" y="169"/>
                </a:cubicBezTo>
                <a:cubicBezTo>
                  <a:pt x="147" y="169"/>
                  <a:pt x="147" y="169"/>
                  <a:pt x="147" y="169"/>
                </a:cubicBezTo>
                <a:cubicBezTo>
                  <a:pt x="147" y="185"/>
                  <a:pt x="147" y="185"/>
                  <a:pt x="147" y="185"/>
                </a:cubicBezTo>
                <a:lnTo>
                  <a:pt x="156" y="185"/>
                </a:lnTo>
                <a:close/>
                <a:moveTo>
                  <a:pt x="234" y="59"/>
                </a:moveTo>
                <a:cubicBezTo>
                  <a:pt x="232" y="57"/>
                  <a:pt x="230" y="57"/>
                  <a:pt x="228" y="59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4" y="123"/>
                  <a:pt x="164" y="125"/>
                  <a:pt x="166" y="126"/>
                </a:cubicBezTo>
                <a:cubicBezTo>
                  <a:pt x="168" y="128"/>
                  <a:pt x="170" y="128"/>
                  <a:pt x="172" y="126"/>
                </a:cubicBezTo>
                <a:cubicBezTo>
                  <a:pt x="233" y="65"/>
                  <a:pt x="233" y="65"/>
                  <a:pt x="233" y="65"/>
                </a:cubicBezTo>
                <a:cubicBezTo>
                  <a:pt x="235" y="63"/>
                  <a:pt x="236" y="61"/>
                  <a:pt x="234" y="59"/>
                </a:cubicBezTo>
                <a:close/>
                <a:moveTo>
                  <a:pt x="248" y="163"/>
                </a:moveTo>
                <a:cubicBezTo>
                  <a:pt x="248" y="197"/>
                  <a:pt x="248" y="197"/>
                  <a:pt x="248" y="197"/>
                </a:cubicBezTo>
                <a:cubicBezTo>
                  <a:pt x="248" y="211"/>
                  <a:pt x="243" y="223"/>
                  <a:pt x="233" y="232"/>
                </a:cubicBezTo>
                <a:cubicBezTo>
                  <a:pt x="223" y="242"/>
                  <a:pt x="211" y="247"/>
                  <a:pt x="197" y="247"/>
                </a:cubicBezTo>
                <a:cubicBezTo>
                  <a:pt x="51" y="247"/>
                  <a:pt x="51" y="247"/>
                  <a:pt x="51" y="247"/>
                </a:cubicBezTo>
                <a:cubicBezTo>
                  <a:pt x="37" y="247"/>
                  <a:pt x="25" y="242"/>
                  <a:pt x="15" y="232"/>
                </a:cubicBezTo>
                <a:cubicBezTo>
                  <a:pt x="5" y="223"/>
                  <a:pt x="0" y="211"/>
                  <a:pt x="0" y="197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4" y="0"/>
                  <a:pt x="211" y="1"/>
                  <a:pt x="218" y="4"/>
                </a:cubicBezTo>
                <a:cubicBezTo>
                  <a:pt x="219" y="5"/>
                  <a:pt x="220" y="7"/>
                  <a:pt x="221" y="8"/>
                </a:cubicBezTo>
                <a:cubicBezTo>
                  <a:pt x="221" y="10"/>
                  <a:pt x="221" y="12"/>
                  <a:pt x="219" y="14"/>
                </a:cubicBezTo>
                <a:cubicBezTo>
                  <a:pt x="211" y="22"/>
                  <a:pt x="211" y="22"/>
                  <a:pt x="211" y="22"/>
                </a:cubicBezTo>
                <a:cubicBezTo>
                  <a:pt x="209" y="24"/>
                  <a:pt x="207" y="24"/>
                  <a:pt x="205" y="24"/>
                </a:cubicBezTo>
                <a:cubicBezTo>
                  <a:pt x="202" y="23"/>
                  <a:pt x="200" y="22"/>
                  <a:pt x="197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43" y="22"/>
                  <a:pt x="37" y="25"/>
                  <a:pt x="31" y="31"/>
                </a:cubicBezTo>
                <a:cubicBezTo>
                  <a:pt x="26" y="36"/>
                  <a:pt x="23" y="43"/>
                  <a:pt x="23" y="51"/>
                </a:cubicBezTo>
                <a:cubicBezTo>
                  <a:pt x="23" y="197"/>
                  <a:pt x="23" y="197"/>
                  <a:pt x="23" y="197"/>
                </a:cubicBezTo>
                <a:cubicBezTo>
                  <a:pt x="23" y="204"/>
                  <a:pt x="26" y="211"/>
                  <a:pt x="31" y="217"/>
                </a:cubicBezTo>
                <a:cubicBezTo>
                  <a:pt x="37" y="222"/>
                  <a:pt x="43" y="225"/>
                  <a:pt x="51" y="225"/>
                </a:cubicBezTo>
                <a:cubicBezTo>
                  <a:pt x="197" y="225"/>
                  <a:pt x="197" y="225"/>
                  <a:pt x="197" y="225"/>
                </a:cubicBezTo>
                <a:cubicBezTo>
                  <a:pt x="205" y="225"/>
                  <a:pt x="211" y="222"/>
                  <a:pt x="217" y="217"/>
                </a:cubicBezTo>
                <a:cubicBezTo>
                  <a:pt x="222" y="211"/>
                  <a:pt x="225" y="204"/>
                  <a:pt x="225" y="197"/>
                </a:cubicBezTo>
                <a:cubicBezTo>
                  <a:pt x="225" y="175"/>
                  <a:pt x="225" y="175"/>
                  <a:pt x="225" y="175"/>
                </a:cubicBezTo>
                <a:cubicBezTo>
                  <a:pt x="225" y="173"/>
                  <a:pt x="226" y="172"/>
                  <a:pt x="227" y="171"/>
                </a:cubicBezTo>
                <a:cubicBezTo>
                  <a:pt x="238" y="159"/>
                  <a:pt x="238" y="159"/>
                  <a:pt x="238" y="159"/>
                </a:cubicBezTo>
                <a:cubicBezTo>
                  <a:pt x="240" y="158"/>
                  <a:pt x="242" y="157"/>
                  <a:pt x="244" y="158"/>
                </a:cubicBezTo>
                <a:cubicBezTo>
                  <a:pt x="247" y="159"/>
                  <a:pt x="248" y="161"/>
                  <a:pt x="248" y="163"/>
                </a:cubicBezTo>
                <a:close/>
                <a:moveTo>
                  <a:pt x="231" y="34"/>
                </a:moveTo>
                <a:cubicBezTo>
                  <a:pt x="281" y="84"/>
                  <a:pt x="281" y="84"/>
                  <a:pt x="281" y="84"/>
                </a:cubicBezTo>
                <a:cubicBezTo>
                  <a:pt x="163" y="202"/>
                  <a:pt x="163" y="202"/>
                  <a:pt x="163" y="202"/>
                </a:cubicBezTo>
                <a:cubicBezTo>
                  <a:pt x="113" y="202"/>
                  <a:pt x="113" y="202"/>
                  <a:pt x="113" y="202"/>
                </a:cubicBezTo>
                <a:cubicBezTo>
                  <a:pt x="113" y="152"/>
                  <a:pt x="113" y="152"/>
                  <a:pt x="113" y="152"/>
                </a:cubicBezTo>
                <a:lnTo>
                  <a:pt x="231" y="34"/>
                </a:lnTo>
                <a:close/>
                <a:moveTo>
                  <a:pt x="309" y="57"/>
                </a:moveTo>
                <a:cubicBezTo>
                  <a:pt x="293" y="73"/>
                  <a:pt x="293" y="73"/>
                  <a:pt x="293" y="73"/>
                </a:cubicBezTo>
                <a:cubicBezTo>
                  <a:pt x="242" y="22"/>
                  <a:pt x="242" y="22"/>
                  <a:pt x="242" y="22"/>
                </a:cubicBezTo>
                <a:cubicBezTo>
                  <a:pt x="258" y="6"/>
                  <a:pt x="258" y="6"/>
                  <a:pt x="258" y="6"/>
                </a:cubicBezTo>
                <a:cubicBezTo>
                  <a:pt x="262" y="3"/>
                  <a:pt x="265" y="1"/>
                  <a:pt x="270" y="1"/>
                </a:cubicBezTo>
                <a:cubicBezTo>
                  <a:pt x="275" y="1"/>
                  <a:pt x="279" y="3"/>
                  <a:pt x="282" y="6"/>
                </a:cubicBezTo>
                <a:cubicBezTo>
                  <a:pt x="309" y="33"/>
                  <a:pt x="309" y="33"/>
                  <a:pt x="309" y="33"/>
                </a:cubicBezTo>
                <a:cubicBezTo>
                  <a:pt x="312" y="36"/>
                  <a:pt x="314" y="40"/>
                  <a:pt x="314" y="45"/>
                </a:cubicBezTo>
                <a:cubicBezTo>
                  <a:pt x="314" y="50"/>
                  <a:pt x="312" y="54"/>
                  <a:pt x="309" y="5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0"/>
          <p:cNvSpPr>
            <a:spLocks/>
          </p:cNvSpPr>
          <p:nvPr/>
        </p:nvSpPr>
        <p:spPr bwMode="auto">
          <a:xfrm>
            <a:off x="7283451" y="1160325"/>
            <a:ext cx="266700" cy="266700"/>
          </a:xfrm>
          <a:custGeom>
            <a:avLst/>
            <a:gdLst>
              <a:gd name="T0" fmla="*/ 247 w 247"/>
              <a:gd name="T1" fmla="*/ 195 h 247"/>
              <a:gd name="T2" fmla="*/ 245 w 247"/>
              <a:gd name="T3" fmla="*/ 208 h 247"/>
              <a:gd name="T4" fmla="*/ 241 w 247"/>
              <a:gd name="T5" fmla="*/ 220 h 247"/>
              <a:gd name="T6" fmla="*/ 220 w 247"/>
              <a:gd name="T7" fmla="*/ 238 h 247"/>
              <a:gd name="T8" fmla="*/ 187 w 247"/>
              <a:gd name="T9" fmla="*/ 247 h 247"/>
              <a:gd name="T10" fmla="*/ 178 w 247"/>
              <a:gd name="T11" fmla="*/ 247 h 247"/>
              <a:gd name="T12" fmla="*/ 168 w 247"/>
              <a:gd name="T13" fmla="*/ 244 h 247"/>
              <a:gd name="T14" fmla="*/ 160 w 247"/>
              <a:gd name="T15" fmla="*/ 242 h 247"/>
              <a:gd name="T16" fmla="*/ 150 w 247"/>
              <a:gd name="T17" fmla="*/ 238 h 247"/>
              <a:gd name="T18" fmla="*/ 141 w 247"/>
              <a:gd name="T19" fmla="*/ 235 h 247"/>
              <a:gd name="T20" fmla="*/ 111 w 247"/>
              <a:gd name="T21" fmla="*/ 221 h 247"/>
              <a:gd name="T22" fmla="*/ 64 w 247"/>
              <a:gd name="T23" fmla="*/ 183 h 247"/>
              <a:gd name="T24" fmla="*/ 26 w 247"/>
              <a:gd name="T25" fmla="*/ 136 h 247"/>
              <a:gd name="T26" fmla="*/ 12 w 247"/>
              <a:gd name="T27" fmla="*/ 106 h 247"/>
              <a:gd name="T28" fmla="*/ 9 w 247"/>
              <a:gd name="T29" fmla="*/ 97 h 247"/>
              <a:gd name="T30" fmla="*/ 5 w 247"/>
              <a:gd name="T31" fmla="*/ 87 h 247"/>
              <a:gd name="T32" fmla="*/ 2 w 247"/>
              <a:gd name="T33" fmla="*/ 79 h 247"/>
              <a:gd name="T34" fmla="*/ 0 w 247"/>
              <a:gd name="T35" fmla="*/ 69 h 247"/>
              <a:gd name="T36" fmla="*/ 0 w 247"/>
              <a:gd name="T37" fmla="*/ 60 h 247"/>
              <a:gd name="T38" fmla="*/ 9 w 247"/>
              <a:gd name="T39" fmla="*/ 27 h 247"/>
              <a:gd name="T40" fmla="*/ 27 w 247"/>
              <a:gd name="T41" fmla="*/ 5 h 247"/>
              <a:gd name="T42" fmla="*/ 39 w 247"/>
              <a:gd name="T43" fmla="*/ 2 h 247"/>
              <a:gd name="T44" fmla="*/ 52 w 247"/>
              <a:gd name="T45" fmla="*/ 0 h 247"/>
              <a:gd name="T46" fmla="*/ 55 w 247"/>
              <a:gd name="T47" fmla="*/ 1 h 247"/>
              <a:gd name="T48" fmla="*/ 65 w 247"/>
              <a:gd name="T49" fmla="*/ 14 h 247"/>
              <a:gd name="T50" fmla="*/ 70 w 247"/>
              <a:gd name="T51" fmla="*/ 23 h 247"/>
              <a:gd name="T52" fmla="*/ 76 w 247"/>
              <a:gd name="T53" fmla="*/ 35 h 247"/>
              <a:gd name="T54" fmla="*/ 81 w 247"/>
              <a:gd name="T55" fmla="*/ 44 h 247"/>
              <a:gd name="T56" fmla="*/ 85 w 247"/>
              <a:gd name="T57" fmla="*/ 48 h 247"/>
              <a:gd name="T58" fmla="*/ 88 w 247"/>
              <a:gd name="T59" fmla="*/ 55 h 247"/>
              <a:gd name="T60" fmla="*/ 90 w 247"/>
              <a:gd name="T61" fmla="*/ 60 h 247"/>
              <a:gd name="T62" fmla="*/ 85 w 247"/>
              <a:gd name="T63" fmla="*/ 68 h 247"/>
              <a:gd name="T64" fmla="*/ 74 w 247"/>
              <a:gd name="T65" fmla="*/ 78 h 247"/>
              <a:gd name="T66" fmla="*/ 63 w 247"/>
              <a:gd name="T67" fmla="*/ 87 h 247"/>
              <a:gd name="T68" fmla="*/ 58 w 247"/>
              <a:gd name="T69" fmla="*/ 95 h 247"/>
              <a:gd name="T70" fmla="*/ 59 w 247"/>
              <a:gd name="T71" fmla="*/ 99 h 247"/>
              <a:gd name="T72" fmla="*/ 60 w 247"/>
              <a:gd name="T73" fmla="*/ 103 h 247"/>
              <a:gd name="T74" fmla="*/ 63 w 247"/>
              <a:gd name="T75" fmla="*/ 107 h 247"/>
              <a:gd name="T76" fmla="*/ 65 w 247"/>
              <a:gd name="T77" fmla="*/ 110 h 247"/>
              <a:gd name="T78" fmla="*/ 95 w 247"/>
              <a:gd name="T79" fmla="*/ 152 h 247"/>
              <a:gd name="T80" fmla="*/ 136 w 247"/>
              <a:gd name="T81" fmla="*/ 182 h 247"/>
              <a:gd name="T82" fmla="*/ 140 w 247"/>
              <a:gd name="T83" fmla="*/ 184 h 247"/>
              <a:gd name="T84" fmla="*/ 144 w 247"/>
              <a:gd name="T85" fmla="*/ 187 h 247"/>
              <a:gd name="T86" fmla="*/ 148 w 247"/>
              <a:gd name="T87" fmla="*/ 188 h 247"/>
              <a:gd name="T88" fmla="*/ 152 w 247"/>
              <a:gd name="T89" fmla="*/ 189 h 247"/>
              <a:gd name="T90" fmla="*/ 160 w 247"/>
              <a:gd name="T91" fmla="*/ 184 h 247"/>
              <a:gd name="T92" fmla="*/ 169 w 247"/>
              <a:gd name="T93" fmla="*/ 173 h 247"/>
              <a:gd name="T94" fmla="*/ 179 w 247"/>
              <a:gd name="T95" fmla="*/ 162 h 247"/>
              <a:gd name="T96" fmla="*/ 187 w 247"/>
              <a:gd name="T97" fmla="*/ 157 h 247"/>
              <a:gd name="T98" fmla="*/ 192 w 247"/>
              <a:gd name="T99" fmla="*/ 159 h 247"/>
              <a:gd name="T100" fmla="*/ 199 w 247"/>
              <a:gd name="T101" fmla="*/ 162 h 247"/>
              <a:gd name="T102" fmla="*/ 203 w 247"/>
              <a:gd name="T103" fmla="*/ 165 h 247"/>
              <a:gd name="T104" fmla="*/ 212 w 247"/>
              <a:gd name="T105" fmla="*/ 171 h 247"/>
              <a:gd name="T106" fmla="*/ 224 w 247"/>
              <a:gd name="T107" fmla="*/ 177 h 247"/>
              <a:gd name="T108" fmla="*/ 233 w 247"/>
              <a:gd name="T109" fmla="*/ 182 h 247"/>
              <a:gd name="T110" fmla="*/ 246 w 247"/>
              <a:gd name="T111" fmla="*/ 192 h 247"/>
              <a:gd name="T112" fmla="*/ 247 w 247"/>
              <a:gd name="T113" fmla="*/ 195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47" h="247">
                <a:moveTo>
                  <a:pt x="247" y="195"/>
                </a:moveTo>
                <a:cubicBezTo>
                  <a:pt x="247" y="198"/>
                  <a:pt x="246" y="203"/>
                  <a:pt x="245" y="208"/>
                </a:cubicBezTo>
                <a:cubicBezTo>
                  <a:pt x="244" y="213"/>
                  <a:pt x="243" y="217"/>
                  <a:pt x="241" y="220"/>
                </a:cubicBezTo>
                <a:cubicBezTo>
                  <a:pt x="239" y="226"/>
                  <a:pt x="232" y="232"/>
                  <a:pt x="220" y="238"/>
                </a:cubicBezTo>
                <a:cubicBezTo>
                  <a:pt x="209" y="244"/>
                  <a:pt x="198" y="247"/>
                  <a:pt x="187" y="247"/>
                </a:cubicBezTo>
                <a:cubicBezTo>
                  <a:pt x="184" y="247"/>
                  <a:pt x="181" y="247"/>
                  <a:pt x="178" y="247"/>
                </a:cubicBezTo>
                <a:cubicBezTo>
                  <a:pt x="175" y="246"/>
                  <a:pt x="172" y="245"/>
                  <a:pt x="168" y="244"/>
                </a:cubicBezTo>
                <a:cubicBezTo>
                  <a:pt x="164" y="243"/>
                  <a:pt x="161" y="243"/>
                  <a:pt x="160" y="242"/>
                </a:cubicBezTo>
                <a:cubicBezTo>
                  <a:pt x="158" y="241"/>
                  <a:pt x="155" y="240"/>
                  <a:pt x="150" y="238"/>
                </a:cubicBezTo>
                <a:cubicBezTo>
                  <a:pt x="145" y="237"/>
                  <a:pt x="142" y="235"/>
                  <a:pt x="141" y="235"/>
                </a:cubicBezTo>
                <a:cubicBezTo>
                  <a:pt x="130" y="231"/>
                  <a:pt x="120" y="226"/>
                  <a:pt x="111" y="221"/>
                </a:cubicBezTo>
                <a:cubicBezTo>
                  <a:pt x="96" y="211"/>
                  <a:pt x="80" y="199"/>
                  <a:pt x="64" y="183"/>
                </a:cubicBezTo>
                <a:cubicBezTo>
                  <a:pt x="48" y="167"/>
                  <a:pt x="36" y="151"/>
                  <a:pt x="26" y="136"/>
                </a:cubicBezTo>
                <a:cubicBezTo>
                  <a:pt x="21" y="127"/>
                  <a:pt x="16" y="117"/>
                  <a:pt x="12" y="106"/>
                </a:cubicBezTo>
                <a:cubicBezTo>
                  <a:pt x="11" y="104"/>
                  <a:pt x="10" y="102"/>
                  <a:pt x="9" y="97"/>
                </a:cubicBezTo>
                <a:cubicBezTo>
                  <a:pt x="7" y="92"/>
                  <a:pt x="6" y="89"/>
                  <a:pt x="5" y="87"/>
                </a:cubicBezTo>
                <a:cubicBezTo>
                  <a:pt x="4" y="85"/>
                  <a:pt x="3" y="83"/>
                  <a:pt x="2" y="79"/>
                </a:cubicBezTo>
                <a:cubicBezTo>
                  <a:pt x="1" y="75"/>
                  <a:pt x="1" y="72"/>
                  <a:pt x="0" y="69"/>
                </a:cubicBezTo>
                <a:cubicBezTo>
                  <a:pt x="0" y="66"/>
                  <a:pt x="0" y="63"/>
                  <a:pt x="0" y="60"/>
                </a:cubicBezTo>
                <a:cubicBezTo>
                  <a:pt x="0" y="49"/>
                  <a:pt x="3" y="38"/>
                  <a:pt x="9" y="27"/>
                </a:cubicBezTo>
                <a:cubicBezTo>
                  <a:pt x="15" y="15"/>
                  <a:pt x="21" y="8"/>
                  <a:pt x="27" y="5"/>
                </a:cubicBezTo>
                <a:cubicBezTo>
                  <a:pt x="30" y="4"/>
                  <a:pt x="34" y="3"/>
                  <a:pt x="39" y="2"/>
                </a:cubicBezTo>
                <a:cubicBezTo>
                  <a:pt x="44" y="1"/>
                  <a:pt x="48" y="0"/>
                  <a:pt x="52" y="0"/>
                </a:cubicBezTo>
                <a:cubicBezTo>
                  <a:pt x="53" y="0"/>
                  <a:pt x="54" y="0"/>
                  <a:pt x="55" y="1"/>
                </a:cubicBezTo>
                <a:cubicBezTo>
                  <a:pt x="57" y="1"/>
                  <a:pt x="60" y="6"/>
                  <a:pt x="65" y="14"/>
                </a:cubicBezTo>
                <a:cubicBezTo>
                  <a:pt x="66" y="16"/>
                  <a:pt x="68" y="19"/>
                  <a:pt x="70" y="23"/>
                </a:cubicBezTo>
                <a:cubicBezTo>
                  <a:pt x="72" y="27"/>
                  <a:pt x="74" y="31"/>
                  <a:pt x="76" y="35"/>
                </a:cubicBezTo>
                <a:cubicBezTo>
                  <a:pt x="78" y="38"/>
                  <a:pt x="80" y="41"/>
                  <a:pt x="81" y="44"/>
                </a:cubicBezTo>
                <a:cubicBezTo>
                  <a:pt x="82" y="44"/>
                  <a:pt x="83" y="46"/>
                  <a:pt x="85" y="48"/>
                </a:cubicBezTo>
                <a:cubicBezTo>
                  <a:pt x="86" y="51"/>
                  <a:pt x="87" y="53"/>
                  <a:pt x="88" y="55"/>
                </a:cubicBezTo>
                <a:cubicBezTo>
                  <a:pt x="89" y="56"/>
                  <a:pt x="90" y="58"/>
                  <a:pt x="90" y="60"/>
                </a:cubicBezTo>
                <a:cubicBezTo>
                  <a:pt x="90" y="62"/>
                  <a:pt x="88" y="65"/>
                  <a:pt x="85" y="68"/>
                </a:cubicBezTo>
                <a:cubicBezTo>
                  <a:pt x="81" y="72"/>
                  <a:pt x="78" y="75"/>
                  <a:pt x="74" y="78"/>
                </a:cubicBezTo>
                <a:cubicBezTo>
                  <a:pt x="70" y="81"/>
                  <a:pt x="66" y="84"/>
                  <a:pt x="63" y="87"/>
                </a:cubicBezTo>
                <a:cubicBezTo>
                  <a:pt x="59" y="91"/>
                  <a:pt x="58" y="93"/>
                  <a:pt x="58" y="95"/>
                </a:cubicBezTo>
                <a:cubicBezTo>
                  <a:pt x="58" y="96"/>
                  <a:pt x="58" y="98"/>
                  <a:pt x="59" y="99"/>
                </a:cubicBezTo>
                <a:cubicBezTo>
                  <a:pt x="59" y="101"/>
                  <a:pt x="60" y="102"/>
                  <a:pt x="60" y="103"/>
                </a:cubicBezTo>
                <a:cubicBezTo>
                  <a:pt x="61" y="104"/>
                  <a:pt x="61" y="105"/>
                  <a:pt x="63" y="107"/>
                </a:cubicBezTo>
                <a:cubicBezTo>
                  <a:pt x="64" y="109"/>
                  <a:pt x="64" y="110"/>
                  <a:pt x="65" y="110"/>
                </a:cubicBezTo>
                <a:cubicBezTo>
                  <a:pt x="73" y="126"/>
                  <a:pt x="84" y="140"/>
                  <a:pt x="95" y="152"/>
                </a:cubicBezTo>
                <a:cubicBezTo>
                  <a:pt x="107" y="163"/>
                  <a:pt x="120" y="173"/>
                  <a:pt x="136" y="182"/>
                </a:cubicBezTo>
                <a:cubicBezTo>
                  <a:pt x="137" y="182"/>
                  <a:pt x="138" y="183"/>
                  <a:pt x="140" y="184"/>
                </a:cubicBezTo>
                <a:cubicBezTo>
                  <a:pt x="142" y="186"/>
                  <a:pt x="143" y="186"/>
                  <a:pt x="144" y="187"/>
                </a:cubicBezTo>
                <a:cubicBezTo>
                  <a:pt x="145" y="187"/>
                  <a:pt x="146" y="188"/>
                  <a:pt x="148" y="188"/>
                </a:cubicBezTo>
                <a:cubicBezTo>
                  <a:pt x="149" y="189"/>
                  <a:pt x="150" y="189"/>
                  <a:pt x="152" y="189"/>
                </a:cubicBezTo>
                <a:cubicBezTo>
                  <a:pt x="154" y="189"/>
                  <a:pt x="156" y="187"/>
                  <a:pt x="160" y="184"/>
                </a:cubicBezTo>
                <a:cubicBezTo>
                  <a:pt x="163" y="181"/>
                  <a:pt x="166" y="177"/>
                  <a:pt x="169" y="173"/>
                </a:cubicBezTo>
                <a:cubicBezTo>
                  <a:pt x="172" y="169"/>
                  <a:pt x="175" y="166"/>
                  <a:pt x="179" y="162"/>
                </a:cubicBezTo>
                <a:cubicBezTo>
                  <a:pt x="182" y="159"/>
                  <a:pt x="185" y="157"/>
                  <a:pt x="187" y="157"/>
                </a:cubicBezTo>
                <a:cubicBezTo>
                  <a:pt x="189" y="157"/>
                  <a:pt x="191" y="158"/>
                  <a:pt x="192" y="159"/>
                </a:cubicBezTo>
                <a:cubicBezTo>
                  <a:pt x="194" y="159"/>
                  <a:pt x="196" y="161"/>
                  <a:pt x="199" y="162"/>
                </a:cubicBezTo>
                <a:cubicBezTo>
                  <a:pt x="201" y="164"/>
                  <a:pt x="202" y="165"/>
                  <a:pt x="203" y="165"/>
                </a:cubicBezTo>
                <a:cubicBezTo>
                  <a:pt x="206" y="167"/>
                  <a:pt x="209" y="169"/>
                  <a:pt x="212" y="171"/>
                </a:cubicBezTo>
                <a:cubicBezTo>
                  <a:pt x="216" y="173"/>
                  <a:pt x="219" y="175"/>
                  <a:pt x="224" y="177"/>
                </a:cubicBezTo>
                <a:cubicBezTo>
                  <a:pt x="228" y="179"/>
                  <a:pt x="231" y="181"/>
                  <a:pt x="233" y="182"/>
                </a:cubicBezTo>
                <a:cubicBezTo>
                  <a:pt x="241" y="186"/>
                  <a:pt x="246" y="189"/>
                  <a:pt x="246" y="192"/>
                </a:cubicBezTo>
                <a:cubicBezTo>
                  <a:pt x="247" y="192"/>
                  <a:pt x="247" y="194"/>
                  <a:pt x="247" y="19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1"/>
          <p:cNvSpPr>
            <a:spLocks noEditPoints="1"/>
          </p:cNvSpPr>
          <p:nvPr/>
        </p:nvSpPr>
        <p:spPr bwMode="auto">
          <a:xfrm>
            <a:off x="7700963" y="1147625"/>
            <a:ext cx="290513" cy="290513"/>
          </a:xfrm>
          <a:custGeom>
            <a:avLst/>
            <a:gdLst>
              <a:gd name="T0" fmla="*/ 224 w 269"/>
              <a:gd name="T1" fmla="*/ 184 h 269"/>
              <a:gd name="T2" fmla="*/ 202 w 269"/>
              <a:gd name="T3" fmla="*/ 170 h 269"/>
              <a:gd name="T4" fmla="*/ 189 w 269"/>
              <a:gd name="T5" fmla="*/ 163 h 269"/>
              <a:gd name="T6" fmla="*/ 181 w 269"/>
              <a:gd name="T7" fmla="*/ 159 h 269"/>
              <a:gd name="T8" fmla="*/ 163 w 269"/>
              <a:gd name="T9" fmla="*/ 176 h 269"/>
              <a:gd name="T10" fmla="*/ 152 w 269"/>
              <a:gd name="T11" fmla="*/ 182 h 269"/>
              <a:gd name="T12" fmla="*/ 146 w 269"/>
              <a:gd name="T13" fmla="*/ 179 h 269"/>
              <a:gd name="T14" fmla="*/ 114 w 269"/>
              <a:gd name="T15" fmla="*/ 155 h 269"/>
              <a:gd name="T16" fmla="*/ 90 w 269"/>
              <a:gd name="T17" fmla="*/ 123 h 269"/>
              <a:gd name="T18" fmla="*/ 87 w 269"/>
              <a:gd name="T19" fmla="*/ 117 h 269"/>
              <a:gd name="T20" fmla="*/ 90 w 269"/>
              <a:gd name="T21" fmla="*/ 108 h 269"/>
              <a:gd name="T22" fmla="*/ 106 w 269"/>
              <a:gd name="T23" fmla="*/ 95 h 269"/>
              <a:gd name="T24" fmla="*/ 109 w 269"/>
              <a:gd name="T25" fmla="*/ 84 h 269"/>
              <a:gd name="T26" fmla="*/ 104 w 269"/>
              <a:gd name="T27" fmla="*/ 77 h 269"/>
              <a:gd name="T28" fmla="*/ 97 w 269"/>
              <a:gd name="T29" fmla="*/ 64 h 269"/>
              <a:gd name="T30" fmla="*/ 88 w 269"/>
              <a:gd name="T31" fmla="*/ 48 h 269"/>
              <a:gd name="T32" fmla="*/ 82 w 269"/>
              <a:gd name="T33" fmla="*/ 45 h 269"/>
              <a:gd name="T34" fmla="*/ 50 w 269"/>
              <a:gd name="T35" fmla="*/ 65 h 269"/>
              <a:gd name="T36" fmla="*/ 45 w 269"/>
              <a:gd name="T37" fmla="*/ 94 h 269"/>
              <a:gd name="T38" fmla="*/ 47 w 269"/>
              <a:gd name="T39" fmla="*/ 105 h 269"/>
              <a:gd name="T40" fmla="*/ 51 w 269"/>
              <a:gd name="T41" fmla="*/ 116 h 269"/>
              <a:gd name="T42" fmla="*/ 91 w 269"/>
              <a:gd name="T43" fmla="*/ 178 h 269"/>
              <a:gd name="T44" fmla="*/ 153 w 269"/>
              <a:gd name="T45" fmla="*/ 218 h 269"/>
              <a:gd name="T46" fmla="*/ 164 w 269"/>
              <a:gd name="T47" fmla="*/ 222 h 269"/>
              <a:gd name="T48" fmla="*/ 175 w 269"/>
              <a:gd name="T49" fmla="*/ 224 h 269"/>
              <a:gd name="T50" fmla="*/ 204 w 269"/>
              <a:gd name="T51" fmla="*/ 219 h 269"/>
              <a:gd name="T52" fmla="*/ 224 w 269"/>
              <a:gd name="T53" fmla="*/ 187 h 269"/>
              <a:gd name="T54" fmla="*/ 269 w 269"/>
              <a:gd name="T55" fmla="*/ 219 h 269"/>
              <a:gd name="T56" fmla="*/ 219 w 269"/>
              <a:gd name="T57" fmla="*/ 269 h 269"/>
              <a:gd name="T58" fmla="*/ 14 w 269"/>
              <a:gd name="T59" fmla="*/ 255 h 269"/>
              <a:gd name="T60" fmla="*/ 0 w 269"/>
              <a:gd name="T61" fmla="*/ 50 h 269"/>
              <a:gd name="T62" fmla="*/ 50 w 269"/>
              <a:gd name="T63" fmla="*/ 0 h 269"/>
              <a:gd name="T64" fmla="*/ 254 w 269"/>
              <a:gd name="T65" fmla="*/ 15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9" h="269">
                <a:moveTo>
                  <a:pt x="224" y="187"/>
                </a:moveTo>
                <a:cubicBezTo>
                  <a:pt x="224" y="185"/>
                  <a:pt x="224" y="185"/>
                  <a:pt x="224" y="184"/>
                </a:cubicBezTo>
                <a:cubicBezTo>
                  <a:pt x="224" y="183"/>
                  <a:pt x="221" y="181"/>
                  <a:pt x="217" y="179"/>
                </a:cubicBezTo>
                <a:cubicBezTo>
                  <a:pt x="213" y="176"/>
                  <a:pt x="208" y="173"/>
                  <a:pt x="202" y="170"/>
                </a:cubicBezTo>
                <a:cubicBezTo>
                  <a:pt x="192" y="165"/>
                  <a:pt x="192" y="165"/>
                  <a:pt x="192" y="165"/>
                </a:cubicBezTo>
                <a:cubicBezTo>
                  <a:pt x="192" y="165"/>
                  <a:pt x="191" y="164"/>
                  <a:pt x="189" y="163"/>
                </a:cubicBezTo>
                <a:cubicBezTo>
                  <a:pt x="187" y="162"/>
                  <a:pt x="186" y="161"/>
                  <a:pt x="185" y="160"/>
                </a:cubicBezTo>
                <a:cubicBezTo>
                  <a:pt x="183" y="160"/>
                  <a:pt x="182" y="159"/>
                  <a:pt x="181" y="159"/>
                </a:cubicBezTo>
                <a:cubicBezTo>
                  <a:pt x="179" y="159"/>
                  <a:pt x="176" y="161"/>
                  <a:pt x="173" y="165"/>
                </a:cubicBezTo>
                <a:cubicBezTo>
                  <a:pt x="169" y="169"/>
                  <a:pt x="166" y="173"/>
                  <a:pt x="163" y="176"/>
                </a:cubicBezTo>
                <a:cubicBezTo>
                  <a:pt x="159" y="180"/>
                  <a:pt x="157" y="182"/>
                  <a:pt x="155" y="182"/>
                </a:cubicBezTo>
                <a:cubicBezTo>
                  <a:pt x="154" y="182"/>
                  <a:pt x="153" y="182"/>
                  <a:pt x="152" y="182"/>
                </a:cubicBezTo>
                <a:cubicBezTo>
                  <a:pt x="151" y="181"/>
                  <a:pt x="150" y="181"/>
                  <a:pt x="149" y="180"/>
                </a:cubicBezTo>
                <a:cubicBezTo>
                  <a:pt x="149" y="180"/>
                  <a:pt x="148" y="180"/>
                  <a:pt x="146" y="179"/>
                </a:cubicBezTo>
                <a:cubicBezTo>
                  <a:pt x="145" y="178"/>
                  <a:pt x="144" y="178"/>
                  <a:pt x="144" y="177"/>
                </a:cubicBezTo>
                <a:cubicBezTo>
                  <a:pt x="132" y="171"/>
                  <a:pt x="122" y="163"/>
                  <a:pt x="114" y="155"/>
                </a:cubicBezTo>
                <a:cubicBezTo>
                  <a:pt x="106" y="147"/>
                  <a:pt x="98" y="137"/>
                  <a:pt x="92" y="125"/>
                </a:cubicBezTo>
                <a:cubicBezTo>
                  <a:pt x="91" y="125"/>
                  <a:pt x="91" y="124"/>
                  <a:pt x="90" y="123"/>
                </a:cubicBezTo>
                <a:cubicBezTo>
                  <a:pt x="89" y="121"/>
                  <a:pt x="89" y="120"/>
                  <a:pt x="89" y="120"/>
                </a:cubicBezTo>
                <a:cubicBezTo>
                  <a:pt x="88" y="119"/>
                  <a:pt x="88" y="118"/>
                  <a:pt x="87" y="117"/>
                </a:cubicBezTo>
                <a:cubicBezTo>
                  <a:pt x="87" y="116"/>
                  <a:pt x="87" y="115"/>
                  <a:pt x="87" y="114"/>
                </a:cubicBezTo>
                <a:cubicBezTo>
                  <a:pt x="87" y="113"/>
                  <a:pt x="88" y="111"/>
                  <a:pt x="90" y="108"/>
                </a:cubicBezTo>
                <a:cubicBezTo>
                  <a:pt x="93" y="106"/>
                  <a:pt x="95" y="104"/>
                  <a:pt x="98" y="101"/>
                </a:cubicBezTo>
                <a:cubicBezTo>
                  <a:pt x="101" y="99"/>
                  <a:pt x="104" y="97"/>
                  <a:pt x="106" y="95"/>
                </a:cubicBezTo>
                <a:cubicBezTo>
                  <a:pt x="109" y="92"/>
                  <a:pt x="110" y="90"/>
                  <a:pt x="110" y="88"/>
                </a:cubicBezTo>
                <a:cubicBezTo>
                  <a:pt x="110" y="87"/>
                  <a:pt x="110" y="86"/>
                  <a:pt x="109" y="84"/>
                </a:cubicBezTo>
                <a:cubicBezTo>
                  <a:pt x="108" y="83"/>
                  <a:pt x="107" y="82"/>
                  <a:pt x="106" y="80"/>
                </a:cubicBezTo>
                <a:cubicBezTo>
                  <a:pt x="105" y="78"/>
                  <a:pt x="104" y="77"/>
                  <a:pt x="104" y="77"/>
                </a:cubicBezTo>
                <a:cubicBezTo>
                  <a:pt x="104" y="76"/>
                  <a:pt x="103" y="74"/>
                  <a:pt x="101" y="72"/>
                </a:cubicBezTo>
                <a:cubicBezTo>
                  <a:pt x="100" y="69"/>
                  <a:pt x="99" y="66"/>
                  <a:pt x="97" y="64"/>
                </a:cubicBezTo>
                <a:cubicBezTo>
                  <a:pt x="95" y="61"/>
                  <a:pt x="94" y="58"/>
                  <a:pt x="92" y="55"/>
                </a:cubicBezTo>
                <a:cubicBezTo>
                  <a:pt x="91" y="52"/>
                  <a:pt x="89" y="50"/>
                  <a:pt x="88" y="48"/>
                </a:cubicBezTo>
                <a:cubicBezTo>
                  <a:pt x="87" y="46"/>
                  <a:pt x="86" y="45"/>
                  <a:pt x="85" y="45"/>
                </a:cubicBezTo>
                <a:cubicBezTo>
                  <a:pt x="84" y="45"/>
                  <a:pt x="84" y="45"/>
                  <a:pt x="82" y="45"/>
                </a:cubicBezTo>
                <a:cubicBezTo>
                  <a:pt x="77" y="45"/>
                  <a:pt x="71" y="46"/>
                  <a:pt x="65" y="49"/>
                </a:cubicBezTo>
                <a:cubicBezTo>
                  <a:pt x="59" y="51"/>
                  <a:pt x="54" y="57"/>
                  <a:pt x="50" y="65"/>
                </a:cubicBezTo>
                <a:cubicBezTo>
                  <a:pt x="46" y="74"/>
                  <a:pt x="44" y="81"/>
                  <a:pt x="44" y="88"/>
                </a:cubicBezTo>
                <a:cubicBezTo>
                  <a:pt x="44" y="90"/>
                  <a:pt x="45" y="92"/>
                  <a:pt x="45" y="94"/>
                </a:cubicBezTo>
                <a:cubicBezTo>
                  <a:pt x="45" y="96"/>
                  <a:pt x="46" y="98"/>
                  <a:pt x="46" y="99"/>
                </a:cubicBezTo>
                <a:cubicBezTo>
                  <a:pt x="46" y="101"/>
                  <a:pt x="47" y="103"/>
                  <a:pt x="47" y="105"/>
                </a:cubicBezTo>
                <a:cubicBezTo>
                  <a:pt x="48" y="108"/>
                  <a:pt x="49" y="109"/>
                  <a:pt x="49" y="110"/>
                </a:cubicBezTo>
                <a:cubicBezTo>
                  <a:pt x="50" y="111"/>
                  <a:pt x="50" y="113"/>
                  <a:pt x="51" y="116"/>
                </a:cubicBezTo>
                <a:cubicBezTo>
                  <a:pt x="52" y="119"/>
                  <a:pt x="53" y="121"/>
                  <a:pt x="53" y="121"/>
                </a:cubicBezTo>
                <a:cubicBezTo>
                  <a:pt x="60" y="141"/>
                  <a:pt x="73" y="159"/>
                  <a:pt x="91" y="178"/>
                </a:cubicBezTo>
                <a:cubicBezTo>
                  <a:pt x="110" y="196"/>
                  <a:pt x="128" y="209"/>
                  <a:pt x="148" y="216"/>
                </a:cubicBezTo>
                <a:cubicBezTo>
                  <a:pt x="148" y="216"/>
                  <a:pt x="150" y="217"/>
                  <a:pt x="153" y="218"/>
                </a:cubicBezTo>
                <a:cubicBezTo>
                  <a:pt x="156" y="219"/>
                  <a:pt x="158" y="219"/>
                  <a:pt x="159" y="220"/>
                </a:cubicBezTo>
                <a:cubicBezTo>
                  <a:pt x="160" y="220"/>
                  <a:pt x="161" y="221"/>
                  <a:pt x="164" y="222"/>
                </a:cubicBezTo>
                <a:cubicBezTo>
                  <a:pt x="166" y="222"/>
                  <a:pt x="168" y="223"/>
                  <a:pt x="170" y="223"/>
                </a:cubicBezTo>
                <a:cubicBezTo>
                  <a:pt x="171" y="224"/>
                  <a:pt x="173" y="224"/>
                  <a:pt x="175" y="224"/>
                </a:cubicBezTo>
                <a:cubicBezTo>
                  <a:pt x="177" y="224"/>
                  <a:pt x="179" y="225"/>
                  <a:pt x="181" y="225"/>
                </a:cubicBezTo>
                <a:cubicBezTo>
                  <a:pt x="188" y="225"/>
                  <a:pt x="195" y="223"/>
                  <a:pt x="204" y="219"/>
                </a:cubicBezTo>
                <a:cubicBezTo>
                  <a:pt x="212" y="215"/>
                  <a:pt x="218" y="210"/>
                  <a:pt x="220" y="205"/>
                </a:cubicBezTo>
                <a:cubicBezTo>
                  <a:pt x="223" y="198"/>
                  <a:pt x="224" y="192"/>
                  <a:pt x="224" y="187"/>
                </a:cubicBezTo>
                <a:close/>
                <a:moveTo>
                  <a:pt x="269" y="50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4" y="245"/>
                  <a:pt x="254" y="255"/>
                </a:cubicBezTo>
                <a:cubicBezTo>
                  <a:pt x="245" y="265"/>
                  <a:pt x="233" y="269"/>
                  <a:pt x="219" y="269"/>
                </a:cubicBezTo>
                <a:cubicBezTo>
                  <a:pt x="50" y="269"/>
                  <a:pt x="50" y="269"/>
                  <a:pt x="50" y="269"/>
                </a:cubicBezTo>
                <a:cubicBezTo>
                  <a:pt x="36" y="269"/>
                  <a:pt x="24" y="265"/>
                  <a:pt x="14" y="255"/>
                </a:cubicBezTo>
                <a:cubicBezTo>
                  <a:pt x="4" y="245"/>
                  <a:pt x="0" y="233"/>
                  <a:pt x="0" y="219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4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4" y="15"/>
                </a:cubicBezTo>
                <a:cubicBezTo>
                  <a:pt x="264" y="25"/>
                  <a:pt x="269" y="36"/>
                  <a:pt x="269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12"/>
          <p:cNvSpPr>
            <a:spLocks noEditPoints="1"/>
          </p:cNvSpPr>
          <p:nvPr/>
        </p:nvSpPr>
        <p:spPr bwMode="auto">
          <a:xfrm>
            <a:off x="8093076" y="1147625"/>
            <a:ext cx="365125" cy="290513"/>
          </a:xfrm>
          <a:custGeom>
            <a:avLst/>
            <a:gdLst>
              <a:gd name="T0" fmla="*/ 113 w 338"/>
              <a:gd name="T1" fmla="*/ 78 h 269"/>
              <a:gd name="T2" fmla="*/ 103 w 338"/>
              <a:gd name="T3" fmla="*/ 102 h 269"/>
              <a:gd name="T4" fmla="*/ 79 w 338"/>
              <a:gd name="T5" fmla="*/ 112 h 269"/>
              <a:gd name="T6" fmla="*/ 55 w 338"/>
              <a:gd name="T7" fmla="*/ 102 h 269"/>
              <a:gd name="T8" fmla="*/ 45 w 338"/>
              <a:gd name="T9" fmla="*/ 78 h 269"/>
              <a:gd name="T10" fmla="*/ 55 w 338"/>
              <a:gd name="T11" fmla="*/ 55 h 269"/>
              <a:gd name="T12" fmla="*/ 79 w 338"/>
              <a:gd name="T13" fmla="*/ 45 h 269"/>
              <a:gd name="T14" fmla="*/ 103 w 338"/>
              <a:gd name="T15" fmla="*/ 55 h 269"/>
              <a:gd name="T16" fmla="*/ 113 w 338"/>
              <a:gd name="T17" fmla="*/ 78 h 269"/>
              <a:gd name="T18" fmla="*/ 293 w 338"/>
              <a:gd name="T19" fmla="*/ 146 h 269"/>
              <a:gd name="T20" fmla="*/ 293 w 338"/>
              <a:gd name="T21" fmla="*/ 225 h 269"/>
              <a:gd name="T22" fmla="*/ 45 w 338"/>
              <a:gd name="T23" fmla="*/ 225 h 269"/>
              <a:gd name="T24" fmla="*/ 45 w 338"/>
              <a:gd name="T25" fmla="*/ 191 h 269"/>
              <a:gd name="T26" fmla="*/ 102 w 338"/>
              <a:gd name="T27" fmla="*/ 135 h 269"/>
              <a:gd name="T28" fmla="*/ 130 w 338"/>
              <a:gd name="T29" fmla="*/ 163 h 269"/>
              <a:gd name="T30" fmla="*/ 220 w 338"/>
              <a:gd name="T31" fmla="*/ 73 h 269"/>
              <a:gd name="T32" fmla="*/ 293 w 338"/>
              <a:gd name="T33" fmla="*/ 146 h 269"/>
              <a:gd name="T34" fmla="*/ 309 w 338"/>
              <a:gd name="T35" fmla="*/ 22 h 269"/>
              <a:gd name="T36" fmla="*/ 28 w 338"/>
              <a:gd name="T37" fmla="*/ 22 h 269"/>
              <a:gd name="T38" fmla="*/ 25 w 338"/>
              <a:gd name="T39" fmla="*/ 24 h 269"/>
              <a:gd name="T40" fmla="*/ 23 w 338"/>
              <a:gd name="T41" fmla="*/ 28 h 269"/>
              <a:gd name="T42" fmla="*/ 23 w 338"/>
              <a:gd name="T43" fmla="*/ 241 h 269"/>
              <a:gd name="T44" fmla="*/ 25 w 338"/>
              <a:gd name="T45" fmla="*/ 245 h 269"/>
              <a:gd name="T46" fmla="*/ 28 w 338"/>
              <a:gd name="T47" fmla="*/ 247 h 269"/>
              <a:gd name="T48" fmla="*/ 309 w 338"/>
              <a:gd name="T49" fmla="*/ 247 h 269"/>
              <a:gd name="T50" fmla="*/ 313 w 338"/>
              <a:gd name="T51" fmla="*/ 245 h 269"/>
              <a:gd name="T52" fmla="*/ 315 w 338"/>
              <a:gd name="T53" fmla="*/ 241 h 269"/>
              <a:gd name="T54" fmla="*/ 315 w 338"/>
              <a:gd name="T55" fmla="*/ 28 h 269"/>
              <a:gd name="T56" fmla="*/ 313 w 338"/>
              <a:gd name="T57" fmla="*/ 24 h 269"/>
              <a:gd name="T58" fmla="*/ 309 w 338"/>
              <a:gd name="T59" fmla="*/ 22 h 269"/>
              <a:gd name="T60" fmla="*/ 338 w 338"/>
              <a:gd name="T61" fmla="*/ 28 h 269"/>
              <a:gd name="T62" fmla="*/ 338 w 338"/>
              <a:gd name="T63" fmla="*/ 241 h 269"/>
              <a:gd name="T64" fmla="*/ 329 w 338"/>
              <a:gd name="T65" fmla="*/ 261 h 269"/>
              <a:gd name="T66" fmla="*/ 309 w 338"/>
              <a:gd name="T67" fmla="*/ 269 h 269"/>
              <a:gd name="T68" fmla="*/ 28 w 338"/>
              <a:gd name="T69" fmla="*/ 269 h 269"/>
              <a:gd name="T70" fmla="*/ 9 w 338"/>
              <a:gd name="T71" fmla="*/ 261 h 269"/>
              <a:gd name="T72" fmla="*/ 0 w 338"/>
              <a:gd name="T73" fmla="*/ 241 h 269"/>
              <a:gd name="T74" fmla="*/ 0 w 338"/>
              <a:gd name="T75" fmla="*/ 28 h 269"/>
              <a:gd name="T76" fmla="*/ 9 w 338"/>
              <a:gd name="T77" fmla="*/ 8 h 269"/>
              <a:gd name="T78" fmla="*/ 28 w 338"/>
              <a:gd name="T79" fmla="*/ 0 h 269"/>
              <a:gd name="T80" fmla="*/ 309 w 338"/>
              <a:gd name="T81" fmla="*/ 0 h 269"/>
              <a:gd name="T82" fmla="*/ 329 w 338"/>
              <a:gd name="T83" fmla="*/ 8 h 269"/>
              <a:gd name="T84" fmla="*/ 338 w 338"/>
              <a:gd name="T85" fmla="*/ 28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38" h="269">
                <a:moveTo>
                  <a:pt x="113" y="78"/>
                </a:moveTo>
                <a:cubicBezTo>
                  <a:pt x="113" y="88"/>
                  <a:pt x="109" y="96"/>
                  <a:pt x="103" y="102"/>
                </a:cubicBezTo>
                <a:cubicBezTo>
                  <a:pt x="96" y="109"/>
                  <a:pt x="88" y="112"/>
                  <a:pt x="79" y="112"/>
                </a:cubicBezTo>
                <a:cubicBezTo>
                  <a:pt x="70" y="112"/>
                  <a:pt x="62" y="109"/>
                  <a:pt x="55" y="102"/>
                </a:cubicBezTo>
                <a:cubicBezTo>
                  <a:pt x="49" y="96"/>
                  <a:pt x="45" y="88"/>
                  <a:pt x="45" y="78"/>
                </a:cubicBezTo>
                <a:cubicBezTo>
                  <a:pt x="45" y="69"/>
                  <a:pt x="49" y="61"/>
                  <a:pt x="55" y="55"/>
                </a:cubicBezTo>
                <a:cubicBezTo>
                  <a:pt x="62" y="48"/>
                  <a:pt x="70" y="45"/>
                  <a:pt x="79" y="45"/>
                </a:cubicBezTo>
                <a:cubicBezTo>
                  <a:pt x="88" y="45"/>
                  <a:pt x="96" y="48"/>
                  <a:pt x="103" y="55"/>
                </a:cubicBezTo>
                <a:cubicBezTo>
                  <a:pt x="109" y="61"/>
                  <a:pt x="113" y="69"/>
                  <a:pt x="113" y="78"/>
                </a:cubicBezTo>
                <a:close/>
                <a:moveTo>
                  <a:pt x="293" y="146"/>
                </a:moveTo>
                <a:cubicBezTo>
                  <a:pt x="293" y="225"/>
                  <a:pt x="293" y="225"/>
                  <a:pt x="293" y="225"/>
                </a:cubicBezTo>
                <a:cubicBezTo>
                  <a:pt x="45" y="225"/>
                  <a:pt x="45" y="225"/>
                  <a:pt x="45" y="225"/>
                </a:cubicBezTo>
                <a:cubicBezTo>
                  <a:pt x="45" y="191"/>
                  <a:pt x="45" y="191"/>
                  <a:pt x="45" y="191"/>
                </a:cubicBezTo>
                <a:cubicBezTo>
                  <a:pt x="102" y="135"/>
                  <a:pt x="102" y="135"/>
                  <a:pt x="102" y="135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220" y="73"/>
                  <a:pt x="220" y="73"/>
                  <a:pt x="220" y="73"/>
                </a:cubicBezTo>
                <a:lnTo>
                  <a:pt x="293" y="146"/>
                </a:lnTo>
                <a:close/>
                <a:moveTo>
                  <a:pt x="309" y="22"/>
                </a:moveTo>
                <a:cubicBezTo>
                  <a:pt x="28" y="22"/>
                  <a:pt x="28" y="22"/>
                  <a:pt x="28" y="22"/>
                </a:cubicBezTo>
                <a:cubicBezTo>
                  <a:pt x="27" y="22"/>
                  <a:pt x="26" y="23"/>
                  <a:pt x="25" y="24"/>
                </a:cubicBezTo>
                <a:cubicBezTo>
                  <a:pt x="23" y="25"/>
                  <a:pt x="23" y="26"/>
                  <a:pt x="23" y="28"/>
                </a:cubicBezTo>
                <a:cubicBezTo>
                  <a:pt x="23" y="241"/>
                  <a:pt x="23" y="241"/>
                  <a:pt x="23" y="241"/>
                </a:cubicBezTo>
                <a:cubicBezTo>
                  <a:pt x="23" y="243"/>
                  <a:pt x="23" y="244"/>
                  <a:pt x="25" y="245"/>
                </a:cubicBezTo>
                <a:cubicBezTo>
                  <a:pt x="26" y="246"/>
                  <a:pt x="27" y="247"/>
                  <a:pt x="28" y="247"/>
                </a:cubicBezTo>
                <a:cubicBezTo>
                  <a:pt x="309" y="247"/>
                  <a:pt x="309" y="247"/>
                  <a:pt x="309" y="247"/>
                </a:cubicBezTo>
                <a:cubicBezTo>
                  <a:pt x="311" y="247"/>
                  <a:pt x="312" y="246"/>
                  <a:pt x="313" y="245"/>
                </a:cubicBezTo>
                <a:cubicBezTo>
                  <a:pt x="314" y="244"/>
                  <a:pt x="315" y="243"/>
                  <a:pt x="315" y="241"/>
                </a:cubicBezTo>
                <a:cubicBezTo>
                  <a:pt x="315" y="28"/>
                  <a:pt x="315" y="28"/>
                  <a:pt x="315" y="28"/>
                </a:cubicBezTo>
                <a:cubicBezTo>
                  <a:pt x="315" y="26"/>
                  <a:pt x="314" y="25"/>
                  <a:pt x="313" y="24"/>
                </a:cubicBezTo>
                <a:cubicBezTo>
                  <a:pt x="312" y="23"/>
                  <a:pt x="311" y="22"/>
                  <a:pt x="309" y="22"/>
                </a:cubicBezTo>
                <a:close/>
                <a:moveTo>
                  <a:pt x="338" y="28"/>
                </a:moveTo>
                <a:cubicBezTo>
                  <a:pt x="338" y="241"/>
                  <a:pt x="338" y="241"/>
                  <a:pt x="338" y="241"/>
                </a:cubicBezTo>
                <a:cubicBezTo>
                  <a:pt x="338" y="249"/>
                  <a:pt x="335" y="256"/>
                  <a:pt x="329" y="261"/>
                </a:cubicBezTo>
                <a:cubicBezTo>
                  <a:pt x="324" y="267"/>
                  <a:pt x="317" y="269"/>
                  <a:pt x="309" y="269"/>
                </a:cubicBezTo>
                <a:cubicBezTo>
                  <a:pt x="28" y="269"/>
                  <a:pt x="28" y="269"/>
                  <a:pt x="28" y="269"/>
                </a:cubicBezTo>
                <a:cubicBezTo>
                  <a:pt x="21" y="269"/>
                  <a:pt x="14" y="267"/>
                  <a:pt x="9" y="261"/>
                </a:cubicBezTo>
                <a:cubicBezTo>
                  <a:pt x="3" y="256"/>
                  <a:pt x="0" y="249"/>
                  <a:pt x="0" y="2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9" y="8"/>
                </a:cubicBezTo>
                <a:cubicBezTo>
                  <a:pt x="14" y="3"/>
                  <a:pt x="21" y="0"/>
                  <a:pt x="28" y="0"/>
                </a:cubicBezTo>
                <a:cubicBezTo>
                  <a:pt x="309" y="0"/>
                  <a:pt x="309" y="0"/>
                  <a:pt x="309" y="0"/>
                </a:cubicBezTo>
                <a:cubicBezTo>
                  <a:pt x="317" y="0"/>
                  <a:pt x="324" y="3"/>
                  <a:pt x="329" y="8"/>
                </a:cubicBezTo>
                <a:cubicBezTo>
                  <a:pt x="335" y="14"/>
                  <a:pt x="338" y="20"/>
                  <a:pt x="338" y="2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13"/>
          <p:cNvSpPr>
            <a:spLocks noEditPoints="1"/>
          </p:cNvSpPr>
          <p:nvPr/>
        </p:nvSpPr>
        <p:spPr bwMode="auto">
          <a:xfrm>
            <a:off x="5097463" y="1565138"/>
            <a:ext cx="327025" cy="315913"/>
          </a:xfrm>
          <a:custGeom>
            <a:avLst/>
            <a:gdLst>
              <a:gd name="T0" fmla="*/ 135 w 303"/>
              <a:gd name="T1" fmla="*/ 156 h 292"/>
              <a:gd name="T2" fmla="*/ 230 w 303"/>
              <a:gd name="T3" fmla="*/ 252 h 292"/>
              <a:gd name="T4" fmla="*/ 187 w 303"/>
              <a:gd name="T5" fmla="*/ 282 h 292"/>
              <a:gd name="T6" fmla="*/ 135 w 303"/>
              <a:gd name="T7" fmla="*/ 292 h 292"/>
              <a:gd name="T8" fmla="*/ 67 w 303"/>
              <a:gd name="T9" fmla="*/ 274 h 292"/>
              <a:gd name="T10" fmla="*/ 18 w 303"/>
              <a:gd name="T11" fmla="*/ 225 h 292"/>
              <a:gd name="T12" fmla="*/ 0 w 303"/>
              <a:gd name="T13" fmla="*/ 157 h 292"/>
              <a:gd name="T14" fmla="*/ 18 w 303"/>
              <a:gd name="T15" fmla="*/ 90 h 292"/>
              <a:gd name="T16" fmla="*/ 67 w 303"/>
              <a:gd name="T17" fmla="*/ 41 h 292"/>
              <a:gd name="T18" fmla="*/ 135 w 303"/>
              <a:gd name="T19" fmla="*/ 23 h 292"/>
              <a:gd name="T20" fmla="*/ 135 w 303"/>
              <a:gd name="T21" fmla="*/ 156 h 292"/>
              <a:gd name="T22" fmla="*/ 167 w 303"/>
              <a:gd name="T23" fmla="*/ 157 h 292"/>
              <a:gd name="T24" fmla="*/ 303 w 303"/>
              <a:gd name="T25" fmla="*/ 157 h 292"/>
              <a:gd name="T26" fmla="*/ 293 w 303"/>
              <a:gd name="T27" fmla="*/ 210 h 292"/>
              <a:gd name="T28" fmla="*/ 263 w 303"/>
              <a:gd name="T29" fmla="*/ 253 h 292"/>
              <a:gd name="T30" fmla="*/ 167 w 303"/>
              <a:gd name="T31" fmla="*/ 157 h 292"/>
              <a:gd name="T32" fmla="*/ 292 w 303"/>
              <a:gd name="T33" fmla="*/ 135 h 292"/>
              <a:gd name="T34" fmla="*/ 157 w 303"/>
              <a:gd name="T35" fmla="*/ 135 h 292"/>
              <a:gd name="T36" fmla="*/ 157 w 303"/>
              <a:gd name="T37" fmla="*/ 0 h 292"/>
              <a:gd name="T38" fmla="*/ 225 w 303"/>
              <a:gd name="T39" fmla="*/ 18 h 292"/>
              <a:gd name="T40" fmla="*/ 274 w 303"/>
              <a:gd name="T41" fmla="*/ 67 h 292"/>
              <a:gd name="T42" fmla="*/ 292 w 303"/>
              <a:gd name="T43" fmla="*/ 135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3" h="292">
                <a:moveTo>
                  <a:pt x="135" y="156"/>
                </a:moveTo>
                <a:cubicBezTo>
                  <a:pt x="230" y="252"/>
                  <a:pt x="230" y="252"/>
                  <a:pt x="230" y="252"/>
                </a:cubicBezTo>
                <a:cubicBezTo>
                  <a:pt x="218" y="265"/>
                  <a:pt x="204" y="275"/>
                  <a:pt x="187" y="282"/>
                </a:cubicBezTo>
                <a:cubicBezTo>
                  <a:pt x="170" y="289"/>
                  <a:pt x="153" y="292"/>
                  <a:pt x="135" y="292"/>
                </a:cubicBezTo>
                <a:cubicBezTo>
                  <a:pt x="110" y="292"/>
                  <a:pt x="88" y="286"/>
                  <a:pt x="67" y="274"/>
                </a:cubicBezTo>
                <a:cubicBezTo>
                  <a:pt x="46" y="262"/>
                  <a:pt x="30" y="246"/>
                  <a:pt x="18" y="225"/>
                </a:cubicBezTo>
                <a:cubicBezTo>
                  <a:pt x="6" y="204"/>
                  <a:pt x="0" y="182"/>
                  <a:pt x="0" y="157"/>
                </a:cubicBezTo>
                <a:cubicBezTo>
                  <a:pt x="0" y="133"/>
                  <a:pt x="6" y="110"/>
                  <a:pt x="18" y="90"/>
                </a:cubicBezTo>
                <a:cubicBezTo>
                  <a:pt x="30" y="69"/>
                  <a:pt x="46" y="53"/>
                  <a:pt x="67" y="41"/>
                </a:cubicBezTo>
                <a:cubicBezTo>
                  <a:pt x="88" y="29"/>
                  <a:pt x="110" y="23"/>
                  <a:pt x="135" y="23"/>
                </a:cubicBezTo>
                <a:lnTo>
                  <a:pt x="135" y="156"/>
                </a:lnTo>
                <a:close/>
                <a:moveTo>
                  <a:pt x="167" y="157"/>
                </a:moveTo>
                <a:cubicBezTo>
                  <a:pt x="303" y="157"/>
                  <a:pt x="303" y="157"/>
                  <a:pt x="303" y="157"/>
                </a:cubicBezTo>
                <a:cubicBezTo>
                  <a:pt x="303" y="176"/>
                  <a:pt x="300" y="193"/>
                  <a:pt x="293" y="210"/>
                </a:cubicBezTo>
                <a:cubicBezTo>
                  <a:pt x="286" y="226"/>
                  <a:pt x="276" y="241"/>
                  <a:pt x="263" y="253"/>
                </a:cubicBezTo>
                <a:lnTo>
                  <a:pt x="167" y="157"/>
                </a:lnTo>
                <a:close/>
                <a:moveTo>
                  <a:pt x="292" y="135"/>
                </a:moveTo>
                <a:cubicBezTo>
                  <a:pt x="157" y="135"/>
                  <a:pt x="157" y="135"/>
                  <a:pt x="157" y="135"/>
                </a:cubicBezTo>
                <a:cubicBezTo>
                  <a:pt x="157" y="0"/>
                  <a:pt x="157" y="0"/>
                  <a:pt x="157" y="0"/>
                </a:cubicBezTo>
                <a:cubicBezTo>
                  <a:pt x="182" y="0"/>
                  <a:pt x="204" y="6"/>
                  <a:pt x="225" y="18"/>
                </a:cubicBezTo>
                <a:cubicBezTo>
                  <a:pt x="245" y="30"/>
                  <a:pt x="262" y="47"/>
                  <a:pt x="274" y="67"/>
                </a:cubicBezTo>
                <a:cubicBezTo>
                  <a:pt x="286" y="88"/>
                  <a:pt x="292" y="110"/>
                  <a:pt x="292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14"/>
          <p:cNvSpPr>
            <a:spLocks noEditPoints="1"/>
          </p:cNvSpPr>
          <p:nvPr/>
        </p:nvSpPr>
        <p:spPr bwMode="auto">
          <a:xfrm>
            <a:off x="5546726" y="1577838"/>
            <a:ext cx="290513" cy="290513"/>
          </a:xfrm>
          <a:custGeom>
            <a:avLst/>
            <a:gdLst>
              <a:gd name="T0" fmla="*/ 183 w 269"/>
              <a:gd name="T1" fmla="*/ 157 h 270"/>
              <a:gd name="T2" fmla="*/ 177 w 269"/>
              <a:gd name="T3" fmla="*/ 176 h 270"/>
              <a:gd name="T4" fmla="*/ 161 w 269"/>
              <a:gd name="T5" fmla="*/ 184 h 270"/>
              <a:gd name="T6" fmla="*/ 149 w 269"/>
              <a:gd name="T7" fmla="*/ 181 h 270"/>
              <a:gd name="T8" fmla="*/ 149 w 269"/>
              <a:gd name="T9" fmla="*/ 133 h 270"/>
              <a:gd name="T10" fmla="*/ 161 w 269"/>
              <a:gd name="T11" fmla="*/ 130 h 270"/>
              <a:gd name="T12" fmla="*/ 177 w 269"/>
              <a:gd name="T13" fmla="*/ 138 h 270"/>
              <a:gd name="T14" fmla="*/ 183 w 269"/>
              <a:gd name="T15" fmla="*/ 157 h 270"/>
              <a:gd name="T16" fmla="*/ 123 w 269"/>
              <a:gd name="T17" fmla="*/ 82 h 270"/>
              <a:gd name="T18" fmla="*/ 117 w 269"/>
              <a:gd name="T19" fmla="*/ 101 h 270"/>
              <a:gd name="T20" fmla="*/ 101 w 269"/>
              <a:gd name="T21" fmla="*/ 109 h 270"/>
              <a:gd name="T22" fmla="*/ 88 w 269"/>
              <a:gd name="T23" fmla="*/ 106 h 270"/>
              <a:gd name="T24" fmla="*/ 88 w 269"/>
              <a:gd name="T25" fmla="*/ 58 h 270"/>
              <a:gd name="T26" fmla="*/ 101 w 269"/>
              <a:gd name="T27" fmla="*/ 55 h 270"/>
              <a:gd name="T28" fmla="*/ 117 w 269"/>
              <a:gd name="T29" fmla="*/ 63 h 270"/>
              <a:gd name="T30" fmla="*/ 123 w 269"/>
              <a:gd name="T31" fmla="*/ 82 h 270"/>
              <a:gd name="T32" fmla="*/ 222 w 269"/>
              <a:gd name="T33" fmla="*/ 157 h 270"/>
              <a:gd name="T34" fmla="*/ 206 w 269"/>
              <a:gd name="T35" fmla="*/ 117 h 270"/>
              <a:gd name="T36" fmla="*/ 169 w 269"/>
              <a:gd name="T37" fmla="*/ 101 h 270"/>
              <a:gd name="T38" fmla="*/ 162 w 269"/>
              <a:gd name="T39" fmla="*/ 101 h 270"/>
              <a:gd name="T40" fmla="*/ 149 w 269"/>
              <a:gd name="T41" fmla="*/ 125 h 270"/>
              <a:gd name="T42" fmla="*/ 111 w 269"/>
              <a:gd name="T43" fmla="*/ 143 h 270"/>
              <a:gd name="T44" fmla="*/ 111 w 269"/>
              <a:gd name="T45" fmla="*/ 254 h 270"/>
              <a:gd name="T46" fmla="*/ 149 w 269"/>
              <a:gd name="T47" fmla="*/ 247 h 270"/>
              <a:gd name="T48" fmla="*/ 149 w 269"/>
              <a:gd name="T49" fmla="*/ 211 h 270"/>
              <a:gd name="T50" fmla="*/ 169 w 269"/>
              <a:gd name="T51" fmla="*/ 214 h 270"/>
              <a:gd name="T52" fmla="*/ 206 w 269"/>
              <a:gd name="T53" fmla="*/ 198 h 270"/>
              <a:gd name="T54" fmla="*/ 222 w 269"/>
              <a:gd name="T55" fmla="*/ 157 h 270"/>
              <a:gd name="T56" fmla="*/ 162 w 269"/>
              <a:gd name="T57" fmla="*/ 83 h 270"/>
              <a:gd name="T58" fmla="*/ 146 w 269"/>
              <a:gd name="T59" fmla="*/ 42 h 270"/>
              <a:gd name="T60" fmla="*/ 109 w 269"/>
              <a:gd name="T61" fmla="*/ 26 h 270"/>
              <a:gd name="T62" fmla="*/ 84 w 269"/>
              <a:gd name="T63" fmla="*/ 32 h 270"/>
              <a:gd name="T64" fmla="*/ 51 w 269"/>
              <a:gd name="T65" fmla="*/ 32 h 270"/>
              <a:gd name="T66" fmla="*/ 51 w 269"/>
              <a:gd name="T67" fmla="*/ 179 h 270"/>
              <a:gd name="T68" fmla="*/ 88 w 269"/>
              <a:gd name="T69" fmla="*/ 172 h 270"/>
              <a:gd name="T70" fmla="*/ 88 w 269"/>
              <a:gd name="T71" fmla="*/ 136 h 270"/>
              <a:gd name="T72" fmla="*/ 109 w 269"/>
              <a:gd name="T73" fmla="*/ 139 h 270"/>
              <a:gd name="T74" fmla="*/ 146 w 269"/>
              <a:gd name="T75" fmla="*/ 123 h 270"/>
              <a:gd name="T76" fmla="*/ 162 w 269"/>
              <a:gd name="T77" fmla="*/ 83 h 270"/>
              <a:gd name="T78" fmla="*/ 269 w 269"/>
              <a:gd name="T79" fmla="*/ 51 h 270"/>
              <a:gd name="T80" fmla="*/ 269 w 269"/>
              <a:gd name="T81" fmla="*/ 219 h 270"/>
              <a:gd name="T82" fmla="*/ 255 w 269"/>
              <a:gd name="T83" fmla="*/ 255 h 270"/>
              <a:gd name="T84" fmla="*/ 219 w 269"/>
              <a:gd name="T85" fmla="*/ 270 h 270"/>
              <a:gd name="T86" fmla="*/ 50 w 269"/>
              <a:gd name="T87" fmla="*/ 270 h 270"/>
              <a:gd name="T88" fmla="*/ 15 w 269"/>
              <a:gd name="T89" fmla="*/ 255 h 270"/>
              <a:gd name="T90" fmla="*/ 0 w 269"/>
              <a:gd name="T91" fmla="*/ 219 h 270"/>
              <a:gd name="T92" fmla="*/ 0 w 269"/>
              <a:gd name="T93" fmla="*/ 51 h 270"/>
              <a:gd name="T94" fmla="*/ 15 w 269"/>
              <a:gd name="T95" fmla="*/ 15 h 270"/>
              <a:gd name="T96" fmla="*/ 50 w 269"/>
              <a:gd name="T97" fmla="*/ 0 h 270"/>
              <a:gd name="T98" fmla="*/ 219 w 269"/>
              <a:gd name="T99" fmla="*/ 0 h 270"/>
              <a:gd name="T100" fmla="*/ 255 w 269"/>
              <a:gd name="T101" fmla="*/ 15 h 270"/>
              <a:gd name="T102" fmla="*/ 269 w 269"/>
              <a:gd name="T103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9" h="270">
                <a:moveTo>
                  <a:pt x="183" y="157"/>
                </a:moveTo>
                <a:cubicBezTo>
                  <a:pt x="183" y="164"/>
                  <a:pt x="181" y="171"/>
                  <a:pt x="177" y="176"/>
                </a:cubicBezTo>
                <a:cubicBezTo>
                  <a:pt x="172" y="181"/>
                  <a:pt x="167" y="184"/>
                  <a:pt x="161" y="184"/>
                </a:cubicBezTo>
                <a:cubicBezTo>
                  <a:pt x="156" y="184"/>
                  <a:pt x="152" y="183"/>
                  <a:pt x="149" y="181"/>
                </a:cubicBezTo>
                <a:cubicBezTo>
                  <a:pt x="149" y="133"/>
                  <a:pt x="149" y="133"/>
                  <a:pt x="149" y="133"/>
                </a:cubicBezTo>
                <a:cubicBezTo>
                  <a:pt x="152" y="131"/>
                  <a:pt x="156" y="130"/>
                  <a:pt x="161" y="130"/>
                </a:cubicBezTo>
                <a:cubicBezTo>
                  <a:pt x="167" y="130"/>
                  <a:pt x="172" y="132"/>
                  <a:pt x="177" y="138"/>
                </a:cubicBezTo>
                <a:cubicBezTo>
                  <a:pt x="181" y="143"/>
                  <a:pt x="183" y="149"/>
                  <a:pt x="183" y="157"/>
                </a:cubicBezTo>
                <a:close/>
                <a:moveTo>
                  <a:pt x="123" y="82"/>
                </a:moveTo>
                <a:cubicBezTo>
                  <a:pt x="123" y="89"/>
                  <a:pt x="121" y="96"/>
                  <a:pt x="117" y="101"/>
                </a:cubicBezTo>
                <a:cubicBezTo>
                  <a:pt x="112" y="106"/>
                  <a:pt x="107" y="109"/>
                  <a:pt x="101" y="109"/>
                </a:cubicBezTo>
                <a:cubicBezTo>
                  <a:pt x="96" y="109"/>
                  <a:pt x="91" y="108"/>
                  <a:pt x="88" y="106"/>
                </a:cubicBezTo>
                <a:cubicBezTo>
                  <a:pt x="88" y="58"/>
                  <a:pt x="88" y="58"/>
                  <a:pt x="88" y="58"/>
                </a:cubicBezTo>
                <a:cubicBezTo>
                  <a:pt x="92" y="56"/>
                  <a:pt x="96" y="55"/>
                  <a:pt x="101" y="55"/>
                </a:cubicBezTo>
                <a:cubicBezTo>
                  <a:pt x="107" y="55"/>
                  <a:pt x="112" y="57"/>
                  <a:pt x="117" y="63"/>
                </a:cubicBezTo>
                <a:cubicBezTo>
                  <a:pt x="121" y="68"/>
                  <a:pt x="123" y="74"/>
                  <a:pt x="123" y="82"/>
                </a:cubicBezTo>
                <a:close/>
                <a:moveTo>
                  <a:pt x="222" y="157"/>
                </a:moveTo>
                <a:cubicBezTo>
                  <a:pt x="222" y="142"/>
                  <a:pt x="217" y="128"/>
                  <a:pt x="206" y="117"/>
                </a:cubicBezTo>
                <a:cubicBezTo>
                  <a:pt x="196" y="106"/>
                  <a:pt x="184" y="101"/>
                  <a:pt x="169" y="101"/>
                </a:cubicBezTo>
                <a:cubicBezTo>
                  <a:pt x="167" y="101"/>
                  <a:pt x="164" y="101"/>
                  <a:pt x="162" y="101"/>
                </a:cubicBezTo>
                <a:cubicBezTo>
                  <a:pt x="160" y="110"/>
                  <a:pt x="155" y="118"/>
                  <a:pt x="149" y="125"/>
                </a:cubicBezTo>
                <a:cubicBezTo>
                  <a:pt x="138" y="136"/>
                  <a:pt x="126" y="142"/>
                  <a:pt x="111" y="143"/>
                </a:cubicBezTo>
                <a:cubicBezTo>
                  <a:pt x="111" y="254"/>
                  <a:pt x="111" y="254"/>
                  <a:pt x="111" y="254"/>
                </a:cubicBezTo>
                <a:cubicBezTo>
                  <a:pt x="149" y="247"/>
                  <a:pt x="149" y="247"/>
                  <a:pt x="149" y="247"/>
                </a:cubicBezTo>
                <a:cubicBezTo>
                  <a:pt x="149" y="211"/>
                  <a:pt x="149" y="211"/>
                  <a:pt x="149" y="211"/>
                </a:cubicBezTo>
                <a:cubicBezTo>
                  <a:pt x="154" y="213"/>
                  <a:pt x="161" y="214"/>
                  <a:pt x="169" y="214"/>
                </a:cubicBezTo>
                <a:cubicBezTo>
                  <a:pt x="184" y="214"/>
                  <a:pt x="196" y="209"/>
                  <a:pt x="206" y="198"/>
                </a:cubicBezTo>
                <a:cubicBezTo>
                  <a:pt x="217" y="187"/>
                  <a:pt x="222" y="173"/>
                  <a:pt x="222" y="157"/>
                </a:cubicBezTo>
                <a:close/>
                <a:moveTo>
                  <a:pt x="162" y="83"/>
                </a:moveTo>
                <a:cubicBezTo>
                  <a:pt x="162" y="67"/>
                  <a:pt x="156" y="53"/>
                  <a:pt x="146" y="42"/>
                </a:cubicBezTo>
                <a:cubicBezTo>
                  <a:pt x="136" y="31"/>
                  <a:pt x="123" y="26"/>
                  <a:pt x="109" y="26"/>
                </a:cubicBezTo>
                <a:cubicBezTo>
                  <a:pt x="100" y="26"/>
                  <a:pt x="92" y="28"/>
                  <a:pt x="84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1" y="179"/>
                  <a:pt x="51" y="179"/>
                  <a:pt x="51" y="179"/>
                </a:cubicBezTo>
                <a:cubicBezTo>
                  <a:pt x="88" y="172"/>
                  <a:pt x="88" y="172"/>
                  <a:pt x="88" y="172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95" y="138"/>
                  <a:pt x="102" y="139"/>
                  <a:pt x="109" y="139"/>
                </a:cubicBezTo>
                <a:cubicBezTo>
                  <a:pt x="123" y="139"/>
                  <a:pt x="136" y="134"/>
                  <a:pt x="146" y="123"/>
                </a:cubicBezTo>
                <a:cubicBezTo>
                  <a:pt x="156" y="112"/>
                  <a:pt x="162" y="98"/>
                  <a:pt x="162" y="83"/>
                </a:cubicBezTo>
                <a:close/>
                <a:moveTo>
                  <a:pt x="269" y="51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69" y="37"/>
                  <a:pt x="269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15"/>
          <p:cNvSpPr>
            <a:spLocks noEditPoints="1"/>
          </p:cNvSpPr>
          <p:nvPr/>
        </p:nvSpPr>
        <p:spPr bwMode="auto">
          <a:xfrm>
            <a:off x="5937251" y="1554025"/>
            <a:ext cx="371475" cy="338138"/>
          </a:xfrm>
          <a:custGeom>
            <a:avLst/>
            <a:gdLst>
              <a:gd name="T0" fmla="*/ 271 w 344"/>
              <a:gd name="T1" fmla="*/ 193 h 313"/>
              <a:gd name="T2" fmla="*/ 326 w 344"/>
              <a:gd name="T3" fmla="*/ 267 h 313"/>
              <a:gd name="T4" fmla="*/ 280 w 344"/>
              <a:gd name="T5" fmla="*/ 311 h 313"/>
              <a:gd name="T6" fmla="*/ 246 w 344"/>
              <a:gd name="T7" fmla="*/ 201 h 313"/>
              <a:gd name="T8" fmla="*/ 209 w 344"/>
              <a:gd name="T9" fmla="*/ 172 h 313"/>
              <a:gd name="T10" fmla="*/ 224 w 344"/>
              <a:gd name="T11" fmla="*/ 185 h 313"/>
              <a:gd name="T12" fmla="*/ 232 w 344"/>
              <a:gd name="T13" fmla="*/ 203 h 313"/>
              <a:gd name="T14" fmla="*/ 231 w 344"/>
              <a:gd name="T15" fmla="*/ 235 h 313"/>
              <a:gd name="T16" fmla="*/ 192 w 344"/>
              <a:gd name="T17" fmla="*/ 258 h 313"/>
              <a:gd name="T18" fmla="*/ 185 w 344"/>
              <a:gd name="T19" fmla="*/ 224 h 313"/>
              <a:gd name="T20" fmla="*/ 173 w 344"/>
              <a:gd name="T21" fmla="*/ 226 h 313"/>
              <a:gd name="T22" fmla="*/ 102 w 344"/>
              <a:gd name="T23" fmla="*/ 182 h 313"/>
              <a:gd name="T24" fmla="*/ 0 w 344"/>
              <a:gd name="T25" fmla="*/ 189 h 313"/>
              <a:gd name="T26" fmla="*/ 89 w 344"/>
              <a:gd name="T27" fmla="*/ 159 h 313"/>
              <a:gd name="T28" fmla="*/ 101 w 344"/>
              <a:gd name="T29" fmla="*/ 152 h 313"/>
              <a:gd name="T30" fmla="*/ 115 w 344"/>
              <a:gd name="T31" fmla="*/ 152 h 313"/>
              <a:gd name="T32" fmla="*/ 156 w 344"/>
              <a:gd name="T33" fmla="*/ 158 h 313"/>
              <a:gd name="T34" fmla="*/ 118 w 344"/>
              <a:gd name="T35" fmla="*/ 175 h 313"/>
              <a:gd name="T36" fmla="*/ 184 w 344"/>
              <a:gd name="T37" fmla="*/ 175 h 313"/>
              <a:gd name="T38" fmla="*/ 158 w 344"/>
              <a:gd name="T39" fmla="*/ 154 h 313"/>
              <a:gd name="T40" fmla="*/ 155 w 344"/>
              <a:gd name="T41" fmla="*/ 114 h 313"/>
              <a:gd name="T42" fmla="*/ 206 w 344"/>
              <a:gd name="T43" fmla="*/ 115 h 313"/>
              <a:gd name="T44" fmla="*/ 220 w 344"/>
              <a:gd name="T45" fmla="*/ 145 h 313"/>
              <a:gd name="T46" fmla="*/ 210 w 344"/>
              <a:gd name="T47" fmla="*/ 155 h 313"/>
              <a:gd name="T48" fmla="*/ 216 w 344"/>
              <a:gd name="T49" fmla="*/ 119 h 313"/>
              <a:gd name="T50" fmla="*/ 208 w 344"/>
              <a:gd name="T51" fmla="*/ 111 h 313"/>
              <a:gd name="T52" fmla="*/ 202 w 344"/>
              <a:gd name="T53" fmla="*/ 107 h 313"/>
              <a:gd name="T54" fmla="*/ 144 w 344"/>
              <a:gd name="T55" fmla="*/ 114 h 313"/>
              <a:gd name="T56" fmla="*/ 179 w 344"/>
              <a:gd name="T57" fmla="*/ 88 h 313"/>
              <a:gd name="T58" fmla="*/ 206 w 344"/>
              <a:gd name="T59" fmla="*/ 81 h 313"/>
              <a:gd name="T60" fmla="*/ 219 w 344"/>
              <a:gd name="T61" fmla="*/ 97 h 313"/>
              <a:gd name="T62" fmla="*/ 306 w 344"/>
              <a:gd name="T63" fmla="*/ 45 h 313"/>
              <a:gd name="T64" fmla="*/ 324 w 344"/>
              <a:gd name="T65" fmla="*/ 20 h 313"/>
              <a:gd name="T66" fmla="*/ 327 w 344"/>
              <a:gd name="T67" fmla="*/ 25 h 313"/>
              <a:gd name="T68" fmla="*/ 221 w 344"/>
              <a:gd name="T69" fmla="*/ 100 h 313"/>
              <a:gd name="T70" fmla="*/ 218 w 344"/>
              <a:gd name="T71" fmla="*/ 122 h 313"/>
              <a:gd name="T72" fmla="*/ 232 w 344"/>
              <a:gd name="T73" fmla="*/ 274 h 313"/>
              <a:gd name="T74" fmla="*/ 248 w 344"/>
              <a:gd name="T75" fmla="*/ 305 h 313"/>
              <a:gd name="T76" fmla="*/ 137 w 344"/>
              <a:gd name="T77" fmla="*/ 170 h 313"/>
              <a:gd name="T78" fmla="*/ 137 w 344"/>
              <a:gd name="T79" fmla="*/ 170 h 313"/>
              <a:gd name="T80" fmla="*/ 215 w 344"/>
              <a:gd name="T81" fmla="*/ 268 h 313"/>
              <a:gd name="T82" fmla="*/ 189 w 344"/>
              <a:gd name="T83" fmla="*/ 264 h 313"/>
              <a:gd name="T84" fmla="*/ 225 w 344"/>
              <a:gd name="T85" fmla="*/ 260 h 313"/>
              <a:gd name="T86" fmla="*/ 133 w 344"/>
              <a:gd name="T87" fmla="*/ 149 h 313"/>
              <a:gd name="T88" fmla="*/ 185 w 344"/>
              <a:gd name="T89" fmla="*/ 261 h 313"/>
              <a:gd name="T90" fmla="*/ 335 w 344"/>
              <a:gd name="T91" fmla="*/ 0 h 313"/>
              <a:gd name="T92" fmla="*/ 335 w 344"/>
              <a:gd name="T93" fmla="*/ 1 h 313"/>
              <a:gd name="T94" fmla="*/ 335 w 344"/>
              <a:gd name="T95" fmla="*/ 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4" h="313">
                <a:moveTo>
                  <a:pt x="207" y="163"/>
                </a:moveTo>
                <a:cubicBezTo>
                  <a:pt x="216" y="162"/>
                  <a:pt x="225" y="164"/>
                  <a:pt x="233" y="166"/>
                </a:cubicBezTo>
                <a:cubicBezTo>
                  <a:pt x="241" y="169"/>
                  <a:pt x="248" y="173"/>
                  <a:pt x="253" y="177"/>
                </a:cubicBezTo>
                <a:cubicBezTo>
                  <a:pt x="259" y="181"/>
                  <a:pt x="265" y="186"/>
                  <a:pt x="271" y="193"/>
                </a:cubicBezTo>
                <a:cubicBezTo>
                  <a:pt x="277" y="200"/>
                  <a:pt x="282" y="207"/>
                  <a:pt x="286" y="212"/>
                </a:cubicBezTo>
                <a:cubicBezTo>
                  <a:pt x="290" y="218"/>
                  <a:pt x="294" y="225"/>
                  <a:pt x="299" y="233"/>
                </a:cubicBezTo>
                <a:cubicBezTo>
                  <a:pt x="303" y="240"/>
                  <a:pt x="308" y="246"/>
                  <a:pt x="313" y="253"/>
                </a:cubicBezTo>
                <a:cubicBezTo>
                  <a:pt x="318" y="259"/>
                  <a:pt x="323" y="263"/>
                  <a:pt x="326" y="267"/>
                </a:cubicBezTo>
                <a:cubicBezTo>
                  <a:pt x="330" y="270"/>
                  <a:pt x="335" y="275"/>
                  <a:pt x="344" y="282"/>
                </a:cubicBezTo>
                <a:cubicBezTo>
                  <a:pt x="338" y="286"/>
                  <a:pt x="332" y="289"/>
                  <a:pt x="324" y="292"/>
                </a:cubicBezTo>
                <a:cubicBezTo>
                  <a:pt x="317" y="295"/>
                  <a:pt x="309" y="299"/>
                  <a:pt x="300" y="303"/>
                </a:cubicBezTo>
                <a:cubicBezTo>
                  <a:pt x="291" y="306"/>
                  <a:pt x="284" y="309"/>
                  <a:pt x="280" y="311"/>
                </a:cubicBezTo>
                <a:cubicBezTo>
                  <a:pt x="275" y="307"/>
                  <a:pt x="271" y="300"/>
                  <a:pt x="267" y="291"/>
                </a:cubicBezTo>
                <a:cubicBezTo>
                  <a:pt x="264" y="282"/>
                  <a:pt x="261" y="272"/>
                  <a:pt x="259" y="262"/>
                </a:cubicBezTo>
                <a:cubicBezTo>
                  <a:pt x="258" y="252"/>
                  <a:pt x="256" y="241"/>
                  <a:pt x="254" y="230"/>
                </a:cubicBezTo>
                <a:cubicBezTo>
                  <a:pt x="251" y="219"/>
                  <a:pt x="249" y="209"/>
                  <a:pt x="246" y="201"/>
                </a:cubicBezTo>
                <a:cubicBezTo>
                  <a:pt x="244" y="192"/>
                  <a:pt x="239" y="185"/>
                  <a:pt x="234" y="179"/>
                </a:cubicBezTo>
                <a:cubicBezTo>
                  <a:pt x="228" y="173"/>
                  <a:pt x="221" y="171"/>
                  <a:pt x="212" y="171"/>
                </a:cubicBezTo>
                <a:cubicBezTo>
                  <a:pt x="210" y="171"/>
                  <a:pt x="210" y="171"/>
                  <a:pt x="210" y="171"/>
                </a:cubicBezTo>
                <a:cubicBezTo>
                  <a:pt x="209" y="172"/>
                  <a:pt x="209" y="172"/>
                  <a:pt x="209" y="172"/>
                </a:cubicBezTo>
                <a:cubicBezTo>
                  <a:pt x="210" y="172"/>
                  <a:pt x="210" y="173"/>
                  <a:pt x="211" y="174"/>
                </a:cubicBezTo>
                <a:cubicBezTo>
                  <a:pt x="212" y="175"/>
                  <a:pt x="214" y="176"/>
                  <a:pt x="216" y="178"/>
                </a:cubicBezTo>
                <a:cubicBezTo>
                  <a:pt x="219" y="180"/>
                  <a:pt x="220" y="182"/>
                  <a:pt x="221" y="182"/>
                </a:cubicBezTo>
                <a:cubicBezTo>
                  <a:pt x="221" y="182"/>
                  <a:pt x="222" y="183"/>
                  <a:pt x="224" y="185"/>
                </a:cubicBezTo>
                <a:cubicBezTo>
                  <a:pt x="226" y="187"/>
                  <a:pt x="227" y="188"/>
                  <a:pt x="227" y="189"/>
                </a:cubicBezTo>
                <a:cubicBezTo>
                  <a:pt x="228" y="189"/>
                  <a:pt x="228" y="191"/>
                  <a:pt x="229" y="192"/>
                </a:cubicBezTo>
                <a:cubicBezTo>
                  <a:pt x="230" y="194"/>
                  <a:pt x="231" y="196"/>
                  <a:pt x="231" y="197"/>
                </a:cubicBezTo>
                <a:cubicBezTo>
                  <a:pt x="231" y="199"/>
                  <a:pt x="232" y="201"/>
                  <a:pt x="232" y="203"/>
                </a:cubicBezTo>
                <a:cubicBezTo>
                  <a:pt x="232" y="205"/>
                  <a:pt x="233" y="207"/>
                  <a:pt x="233" y="210"/>
                </a:cubicBezTo>
                <a:cubicBezTo>
                  <a:pt x="233" y="216"/>
                  <a:pt x="233" y="216"/>
                  <a:pt x="233" y="216"/>
                </a:cubicBezTo>
                <a:cubicBezTo>
                  <a:pt x="233" y="219"/>
                  <a:pt x="233" y="222"/>
                  <a:pt x="232" y="226"/>
                </a:cubicBezTo>
                <a:cubicBezTo>
                  <a:pt x="232" y="229"/>
                  <a:pt x="232" y="232"/>
                  <a:pt x="231" y="235"/>
                </a:cubicBezTo>
                <a:cubicBezTo>
                  <a:pt x="231" y="237"/>
                  <a:pt x="230" y="241"/>
                  <a:pt x="229" y="245"/>
                </a:cubicBezTo>
                <a:cubicBezTo>
                  <a:pt x="228" y="250"/>
                  <a:pt x="227" y="253"/>
                  <a:pt x="227" y="254"/>
                </a:cubicBezTo>
                <a:cubicBezTo>
                  <a:pt x="223" y="254"/>
                  <a:pt x="217" y="255"/>
                  <a:pt x="209" y="256"/>
                </a:cubicBezTo>
                <a:cubicBezTo>
                  <a:pt x="201" y="257"/>
                  <a:pt x="196" y="258"/>
                  <a:pt x="192" y="258"/>
                </a:cubicBezTo>
                <a:cubicBezTo>
                  <a:pt x="187" y="258"/>
                  <a:pt x="183" y="257"/>
                  <a:pt x="179" y="256"/>
                </a:cubicBezTo>
                <a:cubicBezTo>
                  <a:pt x="179" y="254"/>
                  <a:pt x="179" y="252"/>
                  <a:pt x="179" y="248"/>
                </a:cubicBezTo>
                <a:cubicBezTo>
                  <a:pt x="179" y="239"/>
                  <a:pt x="179" y="234"/>
                  <a:pt x="180" y="231"/>
                </a:cubicBezTo>
                <a:cubicBezTo>
                  <a:pt x="180" y="230"/>
                  <a:pt x="182" y="227"/>
                  <a:pt x="185" y="224"/>
                </a:cubicBezTo>
                <a:cubicBezTo>
                  <a:pt x="188" y="220"/>
                  <a:pt x="192" y="217"/>
                  <a:pt x="195" y="213"/>
                </a:cubicBezTo>
                <a:cubicBezTo>
                  <a:pt x="198" y="210"/>
                  <a:pt x="200" y="207"/>
                  <a:pt x="200" y="204"/>
                </a:cubicBezTo>
                <a:cubicBezTo>
                  <a:pt x="197" y="204"/>
                  <a:pt x="194" y="206"/>
                  <a:pt x="192" y="209"/>
                </a:cubicBezTo>
                <a:cubicBezTo>
                  <a:pt x="188" y="215"/>
                  <a:pt x="181" y="221"/>
                  <a:pt x="173" y="226"/>
                </a:cubicBezTo>
                <a:cubicBezTo>
                  <a:pt x="164" y="232"/>
                  <a:pt x="156" y="234"/>
                  <a:pt x="149" y="234"/>
                </a:cubicBezTo>
                <a:cubicBezTo>
                  <a:pt x="146" y="234"/>
                  <a:pt x="141" y="231"/>
                  <a:pt x="135" y="223"/>
                </a:cubicBezTo>
                <a:cubicBezTo>
                  <a:pt x="129" y="216"/>
                  <a:pt x="123" y="208"/>
                  <a:pt x="117" y="199"/>
                </a:cubicBezTo>
                <a:cubicBezTo>
                  <a:pt x="110" y="190"/>
                  <a:pt x="105" y="184"/>
                  <a:pt x="102" y="182"/>
                </a:cubicBezTo>
                <a:cubicBezTo>
                  <a:pt x="101" y="181"/>
                  <a:pt x="100" y="180"/>
                  <a:pt x="97" y="176"/>
                </a:cubicBezTo>
                <a:cubicBezTo>
                  <a:pt x="41" y="190"/>
                  <a:pt x="11" y="196"/>
                  <a:pt x="7" y="196"/>
                </a:cubicBezTo>
                <a:cubicBezTo>
                  <a:pt x="5" y="196"/>
                  <a:pt x="4" y="195"/>
                  <a:pt x="2" y="194"/>
                </a:cubicBezTo>
                <a:cubicBezTo>
                  <a:pt x="1" y="193"/>
                  <a:pt x="0" y="191"/>
                  <a:pt x="0" y="189"/>
                </a:cubicBezTo>
                <a:cubicBezTo>
                  <a:pt x="0" y="188"/>
                  <a:pt x="1" y="186"/>
                  <a:pt x="2" y="185"/>
                </a:cubicBezTo>
                <a:cubicBezTo>
                  <a:pt x="3" y="183"/>
                  <a:pt x="4" y="183"/>
                  <a:pt x="6" y="182"/>
                </a:cubicBezTo>
                <a:cubicBezTo>
                  <a:pt x="91" y="164"/>
                  <a:pt x="91" y="164"/>
                  <a:pt x="91" y="164"/>
                </a:cubicBezTo>
                <a:cubicBezTo>
                  <a:pt x="90" y="162"/>
                  <a:pt x="89" y="161"/>
                  <a:pt x="89" y="159"/>
                </a:cubicBezTo>
                <a:cubicBezTo>
                  <a:pt x="89" y="158"/>
                  <a:pt x="90" y="157"/>
                  <a:pt x="90" y="156"/>
                </a:cubicBezTo>
                <a:cubicBezTo>
                  <a:pt x="91" y="155"/>
                  <a:pt x="92" y="155"/>
                  <a:pt x="93" y="154"/>
                </a:cubicBezTo>
                <a:cubicBezTo>
                  <a:pt x="94" y="154"/>
                  <a:pt x="96" y="153"/>
                  <a:pt x="97" y="153"/>
                </a:cubicBezTo>
                <a:cubicBezTo>
                  <a:pt x="98" y="153"/>
                  <a:pt x="99" y="152"/>
                  <a:pt x="101" y="152"/>
                </a:cubicBezTo>
                <a:cubicBezTo>
                  <a:pt x="102" y="152"/>
                  <a:pt x="103" y="152"/>
                  <a:pt x="104" y="151"/>
                </a:cubicBezTo>
                <a:cubicBezTo>
                  <a:pt x="104" y="151"/>
                  <a:pt x="105" y="151"/>
                  <a:pt x="107" y="150"/>
                </a:cubicBezTo>
                <a:cubicBezTo>
                  <a:pt x="108" y="149"/>
                  <a:pt x="109" y="149"/>
                  <a:pt x="110" y="149"/>
                </a:cubicBezTo>
                <a:cubicBezTo>
                  <a:pt x="112" y="149"/>
                  <a:pt x="113" y="150"/>
                  <a:pt x="115" y="152"/>
                </a:cubicBezTo>
                <a:cubicBezTo>
                  <a:pt x="116" y="154"/>
                  <a:pt x="117" y="156"/>
                  <a:pt x="118" y="158"/>
                </a:cubicBezTo>
                <a:cubicBezTo>
                  <a:pt x="137" y="153"/>
                  <a:pt x="147" y="151"/>
                  <a:pt x="148" y="151"/>
                </a:cubicBezTo>
                <a:cubicBezTo>
                  <a:pt x="150" y="151"/>
                  <a:pt x="152" y="152"/>
                  <a:pt x="154" y="153"/>
                </a:cubicBezTo>
                <a:cubicBezTo>
                  <a:pt x="155" y="154"/>
                  <a:pt x="156" y="156"/>
                  <a:pt x="156" y="158"/>
                </a:cubicBezTo>
                <a:cubicBezTo>
                  <a:pt x="156" y="160"/>
                  <a:pt x="155" y="161"/>
                  <a:pt x="154" y="162"/>
                </a:cubicBezTo>
                <a:cubicBezTo>
                  <a:pt x="153" y="164"/>
                  <a:pt x="152" y="165"/>
                  <a:pt x="150" y="165"/>
                </a:cubicBezTo>
                <a:cubicBezTo>
                  <a:pt x="118" y="172"/>
                  <a:pt x="118" y="172"/>
                  <a:pt x="118" y="172"/>
                </a:cubicBezTo>
                <a:cubicBezTo>
                  <a:pt x="118" y="175"/>
                  <a:pt x="118" y="175"/>
                  <a:pt x="118" y="175"/>
                </a:cubicBezTo>
                <a:cubicBezTo>
                  <a:pt x="118" y="178"/>
                  <a:pt x="123" y="185"/>
                  <a:pt x="132" y="195"/>
                </a:cubicBezTo>
                <a:cubicBezTo>
                  <a:pt x="142" y="206"/>
                  <a:pt x="148" y="211"/>
                  <a:pt x="151" y="211"/>
                </a:cubicBezTo>
                <a:cubicBezTo>
                  <a:pt x="156" y="211"/>
                  <a:pt x="163" y="207"/>
                  <a:pt x="172" y="197"/>
                </a:cubicBezTo>
                <a:cubicBezTo>
                  <a:pt x="180" y="188"/>
                  <a:pt x="184" y="180"/>
                  <a:pt x="184" y="175"/>
                </a:cubicBezTo>
                <a:cubicBezTo>
                  <a:pt x="184" y="171"/>
                  <a:pt x="183" y="167"/>
                  <a:pt x="180" y="165"/>
                </a:cubicBezTo>
                <a:cubicBezTo>
                  <a:pt x="177" y="163"/>
                  <a:pt x="174" y="162"/>
                  <a:pt x="171" y="162"/>
                </a:cubicBezTo>
                <a:cubicBezTo>
                  <a:pt x="168" y="162"/>
                  <a:pt x="165" y="161"/>
                  <a:pt x="162" y="160"/>
                </a:cubicBezTo>
                <a:cubicBezTo>
                  <a:pt x="159" y="159"/>
                  <a:pt x="158" y="157"/>
                  <a:pt x="158" y="154"/>
                </a:cubicBezTo>
                <a:cubicBezTo>
                  <a:pt x="158" y="152"/>
                  <a:pt x="159" y="150"/>
                  <a:pt x="160" y="148"/>
                </a:cubicBezTo>
                <a:cubicBezTo>
                  <a:pt x="148" y="145"/>
                  <a:pt x="148" y="145"/>
                  <a:pt x="148" y="145"/>
                </a:cubicBezTo>
                <a:cubicBezTo>
                  <a:pt x="153" y="140"/>
                  <a:pt x="155" y="133"/>
                  <a:pt x="155" y="124"/>
                </a:cubicBezTo>
                <a:cubicBezTo>
                  <a:pt x="155" y="121"/>
                  <a:pt x="155" y="118"/>
                  <a:pt x="155" y="114"/>
                </a:cubicBezTo>
                <a:cubicBezTo>
                  <a:pt x="164" y="112"/>
                  <a:pt x="173" y="111"/>
                  <a:pt x="180" y="111"/>
                </a:cubicBezTo>
                <a:cubicBezTo>
                  <a:pt x="185" y="111"/>
                  <a:pt x="189" y="111"/>
                  <a:pt x="192" y="112"/>
                </a:cubicBezTo>
                <a:cubicBezTo>
                  <a:pt x="196" y="112"/>
                  <a:pt x="198" y="112"/>
                  <a:pt x="201" y="113"/>
                </a:cubicBezTo>
                <a:cubicBezTo>
                  <a:pt x="203" y="114"/>
                  <a:pt x="205" y="115"/>
                  <a:pt x="206" y="115"/>
                </a:cubicBezTo>
                <a:cubicBezTo>
                  <a:pt x="208" y="116"/>
                  <a:pt x="209" y="118"/>
                  <a:pt x="210" y="120"/>
                </a:cubicBezTo>
                <a:cubicBezTo>
                  <a:pt x="211" y="122"/>
                  <a:pt x="212" y="124"/>
                  <a:pt x="213" y="126"/>
                </a:cubicBezTo>
                <a:cubicBezTo>
                  <a:pt x="213" y="127"/>
                  <a:pt x="214" y="130"/>
                  <a:pt x="216" y="134"/>
                </a:cubicBezTo>
                <a:cubicBezTo>
                  <a:pt x="217" y="138"/>
                  <a:pt x="218" y="141"/>
                  <a:pt x="220" y="145"/>
                </a:cubicBezTo>
                <a:cubicBezTo>
                  <a:pt x="229" y="140"/>
                  <a:pt x="229" y="140"/>
                  <a:pt x="229" y="140"/>
                </a:cubicBezTo>
                <a:cubicBezTo>
                  <a:pt x="228" y="145"/>
                  <a:pt x="227" y="148"/>
                  <a:pt x="225" y="151"/>
                </a:cubicBezTo>
                <a:cubicBezTo>
                  <a:pt x="222" y="153"/>
                  <a:pt x="220" y="154"/>
                  <a:pt x="217" y="154"/>
                </a:cubicBezTo>
                <a:cubicBezTo>
                  <a:pt x="215" y="154"/>
                  <a:pt x="212" y="155"/>
                  <a:pt x="210" y="155"/>
                </a:cubicBezTo>
                <a:cubicBezTo>
                  <a:pt x="208" y="156"/>
                  <a:pt x="207" y="157"/>
                  <a:pt x="207" y="159"/>
                </a:cubicBezTo>
                <a:lnTo>
                  <a:pt x="207" y="163"/>
                </a:lnTo>
                <a:close/>
                <a:moveTo>
                  <a:pt x="218" y="122"/>
                </a:moveTo>
                <a:cubicBezTo>
                  <a:pt x="217" y="121"/>
                  <a:pt x="217" y="120"/>
                  <a:pt x="216" y="119"/>
                </a:cubicBezTo>
                <a:cubicBezTo>
                  <a:pt x="215" y="118"/>
                  <a:pt x="214" y="117"/>
                  <a:pt x="213" y="116"/>
                </a:cubicBezTo>
                <a:cubicBezTo>
                  <a:pt x="213" y="116"/>
                  <a:pt x="212" y="115"/>
                  <a:pt x="212" y="114"/>
                </a:cubicBezTo>
                <a:cubicBezTo>
                  <a:pt x="211" y="113"/>
                  <a:pt x="210" y="113"/>
                  <a:pt x="210" y="112"/>
                </a:cubicBezTo>
                <a:cubicBezTo>
                  <a:pt x="208" y="111"/>
                  <a:pt x="208" y="111"/>
                  <a:pt x="208" y="111"/>
                </a:cubicBezTo>
                <a:cubicBezTo>
                  <a:pt x="207" y="110"/>
                  <a:pt x="207" y="110"/>
                  <a:pt x="207" y="110"/>
                </a:cubicBezTo>
                <a:cubicBezTo>
                  <a:pt x="206" y="109"/>
                  <a:pt x="206" y="109"/>
                  <a:pt x="206" y="109"/>
                </a:cubicBezTo>
                <a:cubicBezTo>
                  <a:pt x="204" y="108"/>
                  <a:pt x="204" y="108"/>
                  <a:pt x="204" y="108"/>
                </a:cubicBezTo>
                <a:cubicBezTo>
                  <a:pt x="203" y="108"/>
                  <a:pt x="202" y="107"/>
                  <a:pt x="202" y="107"/>
                </a:cubicBezTo>
                <a:cubicBezTo>
                  <a:pt x="201" y="107"/>
                  <a:pt x="199" y="107"/>
                  <a:pt x="198" y="107"/>
                </a:cubicBezTo>
                <a:cubicBezTo>
                  <a:pt x="196" y="107"/>
                  <a:pt x="195" y="107"/>
                  <a:pt x="194" y="107"/>
                </a:cubicBezTo>
                <a:cubicBezTo>
                  <a:pt x="182" y="107"/>
                  <a:pt x="182" y="107"/>
                  <a:pt x="182" y="107"/>
                </a:cubicBezTo>
                <a:cubicBezTo>
                  <a:pt x="167" y="107"/>
                  <a:pt x="154" y="109"/>
                  <a:pt x="144" y="114"/>
                </a:cubicBezTo>
                <a:cubicBezTo>
                  <a:pt x="146" y="111"/>
                  <a:pt x="148" y="108"/>
                  <a:pt x="150" y="106"/>
                </a:cubicBezTo>
                <a:cubicBezTo>
                  <a:pt x="152" y="104"/>
                  <a:pt x="156" y="102"/>
                  <a:pt x="159" y="101"/>
                </a:cubicBezTo>
                <a:cubicBezTo>
                  <a:pt x="163" y="99"/>
                  <a:pt x="167" y="97"/>
                  <a:pt x="171" y="94"/>
                </a:cubicBezTo>
                <a:cubicBezTo>
                  <a:pt x="175" y="92"/>
                  <a:pt x="177" y="90"/>
                  <a:pt x="179" y="88"/>
                </a:cubicBezTo>
                <a:cubicBezTo>
                  <a:pt x="181" y="86"/>
                  <a:pt x="184" y="83"/>
                  <a:pt x="188" y="78"/>
                </a:cubicBezTo>
                <a:cubicBezTo>
                  <a:pt x="192" y="74"/>
                  <a:pt x="195" y="71"/>
                  <a:pt x="195" y="70"/>
                </a:cubicBezTo>
                <a:cubicBezTo>
                  <a:pt x="197" y="71"/>
                  <a:pt x="199" y="72"/>
                  <a:pt x="200" y="75"/>
                </a:cubicBezTo>
                <a:cubicBezTo>
                  <a:pt x="202" y="78"/>
                  <a:pt x="204" y="80"/>
                  <a:pt x="206" y="81"/>
                </a:cubicBezTo>
                <a:cubicBezTo>
                  <a:pt x="208" y="83"/>
                  <a:pt x="210" y="84"/>
                  <a:pt x="213" y="84"/>
                </a:cubicBezTo>
                <a:cubicBezTo>
                  <a:pt x="215" y="84"/>
                  <a:pt x="215" y="84"/>
                  <a:pt x="215" y="84"/>
                </a:cubicBezTo>
                <a:cubicBezTo>
                  <a:pt x="215" y="97"/>
                  <a:pt x="215" y="97"/>
                  <a:pt x="215" y="97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48" y="86"/>
                  <a:pt x="269" y="75"/>
                  <a:pt x="284" y="64"/>
                </a:cubicBezTo>
                <a:cubicBezTo>
                  <a:pt x="287" y="61"/>
                  <a:pt x="290" y="59"/>
                  <a:pt x="293" y="57"/>
                </a:cubicBezTo>
                <a:cubicBezTo>
                  <a:pt x="295" y="55"/>
                  <a:pt x="298" y="53"/>
                  <a:pt x="300" y="50"/>
                </a:cubicBezTo>
                <a:cubicBezTo>
                  <a:pt x="302" y="48"/>
                  <a:pt x="304" y="46"/>
                  <a:pt x="306" y="45"/>
                </a:cubicBezTo>
                <a:cubicBezTo>
                  <a:pt x="307" y="44"/>
                  <a:pt x="309" y="42"/>
                  <a:pt x="311" y="39"/>
                </a:cubicBezTo>
                <a:cubicBezTo>
                  <a:pt x="313" y="36"/>
                  <a:pt x="314" y="34"/>
                  <a:pt x="315" y="33"/>
                </a:cubicBezTo>
                <a:cubicBezTo>
                  <a:pt x="316" y="32"/>
                  <a:pt x="317" y="30"/>
                  <a:pt x="320" y="27"/>
                </a:cubicBezTo>
                <a:cubicBezTo>
                  <a:pt x="322" y="24"/>
                  <a:pt x="323" y="21"/>
                  <a:pt x="324" y="20"/>
                </a:cubicBezTo>
                <a:cubicBezTo>
                  <a:pt x="324" y="19"/>
                  <a:pt x="326" y="16"/>
                  <a:pt x="328" y="12"/>
                </a:cubicBezTo>
                <a:cubicBezTo>
                  <a:pt x="331" y="8"/>
                  <a:pt x="333" y="4"/>
                  <a:pt x="334" y="3"/>
                </a:cubicBezTo>
                <a:cubicBezTo>
                  <a:pt x="335" y="1"/>
                  <a:pt x="335" y="1"/>
                  <a:pt x="335" y="1"/>
                </a:cubicBezTo>
                <a:cubicBezTo>
                  <a:pt x="334" y="7"/>
                  <a:pt x="332" y="15"/>
                  <a:pt x="327" y="25"/>
                </a:cubicBezTo>
                <a:cubicBezTo>
                  <a:pt x="318" y="45"/>
                  <a:pt x="306" y="60"/>
                  <a:pt x="291" y="72"/>
                </a:cubicBezTo>
                <a:cubicBezTo>
                  <a:pt x="276" y="83"/>
                  <a:pt x="259" y="92"/>
                  <a:pt x="237" y="97"/>
                </a:cubicBezTo>
                <a:cubicBezTo>
                  <a:pt x="236" y="97"/>
                  <a:pt x="233" y="98"/>
                  <a:pt x="230" y="98"/>
                </a:cubicBezTo>
                <a:cubicBezTo>
                  <a:pt x="227" y="99"/>
                  <a:pt x="224" y="99"/>
                  <a:pt x="221" y="100"/>
                </a:cubicBezTo>
                <a:cubicBezTo>
                  <a:pt x="219" y="100"/>
                  <a:pt x="216" y="101"/>
                  <a:pt x="214" y="102"/>
                </a:cubicBezTo>
                <a:cubicBezTo>
                  <a:pt x="215" y="104"/>
                  <a:pt x="216" y="107"/>
                  <a:pt x="219" y="110"/>
                </a:cubicBezTo>
                <a:cubicBezTo>
                  <a:pt x="221" y="113"/>
                  <a:pt x="223" y="115"/>
                  <a:pt x="223" y="116"/>
                </a:cubicBezTo>
                <a:cubicBezTo>
                  <a:pt x="223" y="118"/>
                  <a:pt x="221" y="119"/>
                  <a:pt x="218" y="122"/>
                </a:cubicBezTo>
                <a:close/>
                <a:moveTo>
                  <a:pt x="179" y="283"/>
                </a:moveTo>
                <a:cubicBezTo>
                  <a:pt x="184" y="280"/>
                  <a:pt x="191" y="277"/>
                  <a:pt x="202" y="275"/>
                </a:cubicBezTo>
                <a:cubicBezTo>
                  <a:pt x="213" y="272"/>
                  <a:pt x="222" y="271"/>
                  <a:pt x="228" y="271"/>
                </a:cubicBezTo>
                <a:cubicBezTo>
                  <a:pt x="229" y="271"/>
                  <a:pt x="230" y="272"/>
                  <a:pt x="232" y="274"/>
                </a:cubicBezTo>
                <a:cubicBezTo>
                  <a:pt x="234" y="276"/>
                  <a:pt x="235" y="278"/>
                  <a:pt x="237" y="281"/>
                </a:cubicBezTo>
                <a:cubicBezTo>
                  <a:pt x="239" y="284"/>
                  <a:pt x="240" y="287"/>
                  <a:pt x="241" y="290"/>
                </a:cubicBezTo>
                <a:cubicBezTo>
                  <a:pt x="243" y="293"/>
                  <a:pt x="244" y="296"/>
                  <a:pt x="246" y="299"/>
                </a:cubicBezTo>
                <a:cubicBezTo>
                  <a:pt x="247" y="302"/>
                  <a:pt x="248" y="304"/>
                  <a:pt x="248" y="305"/>
                </a:cubicBezTo>
                <a:cubicBezTo>
                  <a:pt x="234" y="310"/>
                  <a:pt x="220" y="313"/>
                  <a:pt x="205" y="313"/>
                </a:cubicBezTo>
                <a:cubicBezTo>
                  <a:pt x="198" y="313"/>
                  <a:pt x="191" y="312"/>
                  <a:pt x="183" y="311"/>
                </a:cubicBezTo>
                <a:lnTo>
                  <a:pt x="179" y="283"/>
                </a:lnTo>
                <a:close/>
                <a:moveTo>
                  <a:pt x="137" y="170"/>
                </a:moveTo>
                <a:cubicBezTo>
                  <a:pt x="146" y="168"/>
                  <a:pt x="146" y="168"/>
                  <a:pt x="146" y="168"/>
                </a:cubicBezTo>
                <a:cubicBezTo>
                  <a:pt x="165" y="199"/>
                  <a:pt x="165" y="199"/>
                  <a:pt x="165" y="199"/>
                </a:cubicBezTo>
                <a:cubicBezTo>
                  <a:pt x="152" y="207"/>
                  <a:pt x="152" y="207"/>
                  <a:pt x="152" y="207"/>
                </a:cubicBezTo>
                <a:lnTo>
                  <a:pt x="137" y="170"/>
                </a:lnTo>
                <a:close/>
                <a:moveTo>
                  <a:pt x="225" y="260"/>
                </a:moveTo>
                <a:cubicBezTo>
                  <a:pt x="226" y="262"/>
                  <a:pt x="226" y="263"/>
                  <a:pt x="226" y="263"/>
                </a:cubicBezTo>
                <a:cubicBezTo>
                  <a:pt x="226" y="264"/>
                  <a:pt x="225" y="265"/>
                  <a:pt x="223" y="266"/>
                </a:cubicBezTo>
                <a:cubicBezTo>
                  <a:pt x="221" y="267"/>
                  <a:pt x="218" y="267"/>
                  <a:pt x="215" y="268"/>
                </a:cubicBezTo>
                <a:cubicBezTo>
                  <a:pt x="211" y="269"/>
                  <a:pt x="208" y="269"/>
                  <a:pt x="205" y="270"/>
                </a:cubicBezTo>
                <a:cubicBezTo>
                  <a:pt x="202" y="270"/>
                  <a:pt x="199" y="271"/>
                  <a:pt x="196" y="271"/>
                </a:cubicBezTo>
                <a:cubicBezTo>
                  <a:pt x="192" y="271"/>
                  <a:pt x="191" y="272"/>
                  <a:pt x="190" y="272"/>
                </a:cubicBezTo>
                <a:cubicBezTo>
                  <a:pt x="189" y="264"/>
                  <a:pt x="189" y="264"/>
                  <a:pt x="189" y="264"/>
                </a:cubicBezTo>
                <a:cubicBezTo>
                  <a:pt x="191" y="264"/>
                  <a:pt x="195" y="264"/>
                  <a:pt x="199" y="263"/>
                </a:cubicBezTo>
                <a:cubicBezTo>
                  <a:pt x="204" y="262"/>
                  <a:pt x="208" y="261"/>
                  <a:pt x="212" y="261"/>
                </a:cubicBezTo>
                <a:cubicBezTo>
                  <a:pt x="216" y="261"/>
                  <a:pt x="219" y="260"/>
                  <a:pt x="223" y="260"/>
                </a:cubicBezTo>
                <a:lnTo>
                  <a:pt x="225" y="260"/>
                </a:lnTo>
                <a:close/>
                <a:moveTo>
                  <a:pt x="145" y="150"/>
                </a:moveTo>
                <a:cubicBezTo>
                  <a:pt x="128" y="154"/>
                  <a:pt x="128" y="154"/>
                  <a:pt x="128" y="154"/>
                </a:cubicBezTo>
                <a:cubicBezTo>
                  <a:pt x="127" y="151"/>
                  <a:pt x="127" y="151"/>
                  <a:pt x="127" y="151"/>
                </a:cubicBezTo>
                <a:cubicBezTo>
                  <a:pt x="128" y="151"/>
                  <a:pt x="130" y="150"/>
                  <a:pt x="133" y="149"/>
                </a:cubicBezTo>
                <a:cubicBezTo>
                  <a:pt x="135" y="149"/>
                  <a:pt x="137" y="148"/>
                  <a:pt x="139" y="148"/>
                </a:cubicBezTo>
                <a:cubicBezTo>
                  <a:pt x="141" y="148"/>
                  <a:pt x="143" y="149"/>
                  <a:pt x="145" y="150"/>
                </a:cubicBezTo>
                <a:close/>
                <a:moveTo>
                  <a:pt x="179" y="261"/>
                </a:moveTo>
                <a:cubicBezTo>
                  <a:pt x="185" y="261"/>
                  <a:pt x="185" y="261"/>
                  <a:pt x="185" y="261"/>
                </a:cubicBezTo>
                <a:cubicBezTo>
                  <a:pt x="186" y="276"/>
                  <a:pt x="186" y="276"/>
                  <a:pt x="186" y="276"/>
                </a:cubicBezTo>
                <a:cubicBezTo>
                  <a:pt x="179" y="278"/>
                  <a:pt x="179" y="278"/>
                  <a:pt x="179" y="278"/>
                </a:cubicBezTo>
                <a:lnTo>
                  <a:pt x="179" y="261"/>
                </a:lnTo>
                <a:close/>
                <a:moveTo>
                  <a:pt x="335" y="0"/>
                </a:moveTo>
                <a:cubicBezTo>
                  <a:pt x="335" y="0"/>
                  <a:pt x="335" y="0"/>
                  <a:pt x="335" y="0"/>
                </a:cubicBezTo>
                <a:close/>
                <a:moveTo>
                  <a:pt x="335" y="0"/>
                </a:moveTo>
                <a:cubicBezTo>
                  <a:pt x="335" y="1"/>
                  <a:pt x="335" y="1"/>
                  <a:pt x="335" y="1"/>
                </a:cubicBezTo>
                <a:cubicBezTo>
                  <a:pt x="335" y="1"/>
                  <a:pt x="335" y="1"/>
                  <a:pt x="335" y="1"/>
                </a:cubicBezTo>
                <a:cubicBezTo>
                  <a:pt x="335" y="1"/>
                  <a:pt x="335" y="1"/>
                  <a:pt x="335" y="1"/>
                </a:cubicBezTo>
                <a:lnTo>
                  <a:pt x="335" y="0"/>
                </a:lnTo>
                <a:close/>
                <a:moveTo>
                  <a:pt x="335" y="0"/>
                </a:moveTo>
                <a:cubicBezTo>
                  <a:pt x="335" y="0"/>
                  <a:pt x="335" y="0"/>
                  <a:pt x="335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16"/>
          <p:cNvSpPr>
            <a:spLocks/>
          </p:cNvSpPr>
          <p:nvPr/>
        </p:nvSpPr>
        <p:spPr bwMode="auto">
          <a:xfrm>
            <a:off x="6407151" y="1577838"/>
            <a:ext cx="292100" cy="290513"/>
          </a:xfrm>
          <a:custGeom>
            <a:avLst/>
            <a:gdLst>
              <a:gd name="T0" fmla="*/ 270 w 270"/>
              <a:gd name="T1" fmla="*/ 135 h 270"/>
              <a:gd name="T2" fmla="*/ 252 w 270"/>
              <a:gd name="T3" fmla="*/ 203 h 270"/>
              <a:gd name="T4" fmla="*/ 203 w 270"/>
              <a:gd name="T5" fmla="*/ 252 h 270"/>
              <a:gd name="T6" fmla="*/ 135 w 270"/>
              <a:gd name="T7" fmla="*/ 270 h 270"/>
              <a:gd name="T8" fmla="*/ 97 w 270"/>
              <a:gd name="T9" fmla="*/ 264 h 270"/>
              <a:gd name="T10" fmla="*/ 110 w 270"/>
              <a:gd name="T11" fmla="*/ 236 h 270"/>
              <a:gd name="T12" fmla="*/ 120 w 270"/>
              <a:gd name="T13" fmla="*/ 199 h 270"/>
              <a:gd name="T14" fmla="*/ 133 w 270"/>
              <a:gd name="T15" fmla="*/ 210 h 270"/>
              <a:gd name="T16" fmla="*/ 153 w 270"/>
              <a:gd name="T17" fmla="*/ 215 h 270"/>
              <a:gd name="T18" fmla="*/ 191 w 270"/>
              <a:gd name="T19" fmla="*/ 203 h 270"/>
              <a:gd name="T20" fmla="*/ 216 w 270"/>
              <a:gd name="T21" fmla="*/ 170 h 270"/>
              <a:gd name="T22" fmla="*/ 226 w 270"/>
              <a:gd name="T23" fmla="*/ 123 h 270"/>
              <a:gd name="T24" fmla="*/ 215 w 270"/>
              <a:gd name="T25" fmla="*/ 85 h 270"/>
              <a:gd name="T26" fmla="*/ 185 w 270"/>
              <a:gd name="T27" fmla="*/ 57 h 270"/>
              <a:gd name="T28" fmla="*/ 140 w 270"/>
              <a:gd name="T29" fmla="*/ 46 h 270"/>
              <a:gd name="T30" fmla="*/ 106 w 270"/>
              <a:gd name="T31" fmla="*/ 51 h 270"/>
              <a:gd name="T32" fmla="*/ 78 w 270"/>
              <a:gd name="T33" fmla="*/ 64 h 270"/>
              <a:gd name="T34" fmla="*/ 59 w 270"/>
              <a:gd name="T35" fmla="*/ 84 h 270"/>
              <a:gd name="T36" fmla="*/ 48 w 270"/>
              <a:gd name="T37" fmla="*/ 106 h 270"/>
              <a:gd name="T38" fmla="*/ 44 w 270"/>
              <a:gd name="T39" fmla="*/ 130 h 270"/>
              <a:gd name="T40" fmla="*/ 51 w 270"/>
              <a:gd name="T41" fmla="*/ 162 h 270"/>
              <a:gd name="T42" fmla="*/ 71 w 270"/>
              <a:gd name="T43" fmla="*/ 182 h 270"/>
              <a:gd name="T44" fmla="*/ 78 w 270"/>
              <a:gd name="T45" fmla="*/ 178 h 270"/>
              <a:gd name="T46" fmla="*/ 79 w 270"/>
              <a:gd name="T47" fmla="*/ 173 h 270"/>
              <a:gd name="T48" fmla="*/ 81 w 270"/>
              <a:gd name="T49" fmla="*/ 167 h 270"/>
              <a:gd name="T50" fmla="*/ 79 w 270"/>
              <a:gd name="T51" fmla="*/ 160 h 270"/>
              <a:gd name="T52" fmla="*/ 70 w 270"/>
              <a:gd name="T53" fmla="*/ 133 h 270"/>
              <a:gd name="T54" fmla="*/ 88 w 270"/>
              <a:gd name="T55" fmla="*/ 88 h 270"/>
              <a:gd name="T56" fmla="*/ 136 w 270"/>
              <a:gd name="T57" fmla="*/ 69 h 270"/>
              <a:gd name="T58" fmla="*/ 178 w 270"/>
              <a:gd name="T59" fmla="*/ 83 h 270"/>
              <a:gd name="T60" fmla="*/ 193 w 270"/>
              <a:gd name="T61" fmla="*/ 120 h 270"/>
              <a:gd name="T62" fmla="*/ 181 w 270"/>
              <a:gd name="T63" fmla="*/ 171 h 270"/>
              <a:gd name="T64" fmla="*/ 150 w 270"/>
              <a:gd name="T65" fmla="*/ 192 h 270"/>
              <a:gd name="T66" fmla="*/ 132 w 270"/>
              <a:gd name="T67" fmla="*/ 184 h 270"/>
              <a:gd name="T68" fmla="*/ 128 w 270"/>
              <a:gd name="T69" fmla="*/ 166 h 270"/>
              <a:gd name="T70" fmla="*/ 133 w 270"/>
              <a:gd name="T71" fmla="*/ 150 h 270"/>
              <a:gd name="T72" fmla="*/ 138 w 270"/>
              <a:gd name="T73" fmla="*/ 132 h 270"/>
              <a:gd name="T74" fmla="*/ 140 w 270"/>
              <a:gd name="T75" fmla="*/ 118 h 270"/>
              <a:gd name="T76" fmla="*/ 136 w 270"/>
              <a:gd name="T77" fmla="*/ 104 h 270"/>
              <a:gd name="T78" fmla="*/ 122 w 270"/>
              <a:gd name="T79" fmla="*/ 98 h 270"/>
              <a:gd name="T80" fmla="*/ 104 w 270"/>
              <a:gd name="T81" fmla="*/ 108 h 270"/>
              <a:gd name="T82" fmla="*/ 96 w 270"/>
              <a:gd name="T83" fmla="*/ 133 h 270"/>
              <a:gd name="T84" fmla="*/ 101 w 270"/>
              <a:gd name="T85" fmla="*/ 154 h 270"/>
              <a:gd name="T86" fmla="*/ 83 w 270"/>
              <a:gd name="T87" fmla="*/ 228 h 270"/>
              <a:gd name="T88" fmla="*/ 81 w 270"/>
              <a:gd name="T89" fmla="*/ 259 h 270"/>
              <a:gd name="T90" fmla="*/ 22 w 270"/>
              <a:gd name="T91" fmla="*/ 209 h 270"/>
              <a:gd name="T92" fmla="*/ 0 w 270"/>
              <a:gd name="T93" fmla="*/ 135 h 270"/>
              <a:gd name="T94" fmla="*/ 18 w 270"/>
              <a:gd name="T95" fmla="*/ 68 h 270"/>
              <a:gd name="T96" fmla="*/ 67 w 270"/>
              <a:gd name="T97" fmla="*/ 18 h 270"/>
              <a:gd name="T98" fmla="*/ 135 w 270"/>
              <a:gd name="T99" fmla="*/ 0 h 270"/>
              <a:gd name="T100" fmla="*/ 203 w 270"/>
              <a:gd name="T101" fmla="*/ 18 h 270"/>
              <a:gd name="T102" fmla="*/ 252 w 270"/>
              <a:gd name="T103" fmla="*/ 68 h 270"/>
              <a:gd name="T104" fmla="*/ 270 w 270"/>
              <a:gd name="T105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0" h="270"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22" y="270"/>
                  <a:pt x="109" y="268"/>
                  <a:pt x="97" y="264"/>
                </a:cubicBezTo>
                <a:cubicBezTo>
                  <a:pt x="104" y="254"/>
                  <a:pt x="108" y="244"/>
                  <a:pt x="110" y="236"/>
                </a:cubicBezTo>
                <a:cubicBezTo>
                  <a:pt x="111" y="232"/>
                  <a:pt x="115" y="219"/>
                  <a:pt x="120" y="199"/>
                </a:cubicBezTo>
                <a:cubicBezTo>
                  <a:pt x="122" y="203"/>
                  <a:pt x="126" y="207"/>
                  <a:pt x="133" y="210"/>
                </a:cubicBezTo>
                <a:cubicBezTo>
                  <a:pt x="139" y="214"/>
                  <a:pt x="146" y="215"/>
                  <a:pt x="153" y="215"/>
                </a:cubicBezTo>
                <a:cubicBezTo>
                  <a:pt x="167" y="215"/>
                  <a:pt x="179" y="211"/>
                  <a:pt x="191" y="203"/>
                </a:cubicBezTo>
                <a:cubicBezTo>
                  <a:pt x="202" y="195"/>
                  <a:pt x="210" y="184"/>
                  <a:pt x="216" y="170"/>
                </a:cubicBezTo>
                <a:cubicBezTo>
                  <a:pt x="222" y="156"/>
                  <a:pt x="226" y="140"/>
                  <a:pt x="226" y="123"/>
                </a:cubicBezTo>
                <a:cubicBezTo>
                  <a:pt x="226" y="110"/>
                  <a:pt x="222" y="97"/>
                  <a:pt x="215" y="85"/>
                </a:cubicBezTo>
                <a:cubicBezTo>
                  <a:pt x="208" y="74"/>
                  <a:pt x="198" y="64"/>
                  <a:pt x="185" y="57"/>
                </a:cubicBezTo>
                <a:cubicBezTo>
                  <a:pt x="172" y="49"/>
                  <a:pt x="157" y="46"/>
                  <a:pt x="140" y="46"/>
                </a:cubicBezTo>
                <a:cubicBezTo>
                  <a:pt x="128" y="46"/>
                  <a:pt x="116" y="47"/>
                  <a:pt x="106" y="51"/>
                </a:cubicBezTo>
                <a:cubicBezTo>
                  <a:pt x="95" y="54"/>
                  <a:pt x="86" y="59"/>
                  <a:pt x="78" y="64"/>
                </a:cubicBezTo>
                <a:cubicBezTo>
                  <a:pt x="71" y="70"/>
                  <a:pt x="65" y="76"/>
                  <a:pt x="59" y="84"/>
                </a:cubicBezTo>
                <a:cubicBezTo>
                  <a:pt x="54" y="91"/>
                  <a:pt x="50" y="99"/>
                  <a:pt x="48" y="106"/>
                </a:cubicBezTo>
                <a:cubicBezTo>
                  <a:pt x="45" y="114"/>
                  <a:pt x="44" y="122"/>
                  <a:pt x="44" y="130"/>
                </a:cubicBezTo>
                <a:cubicBezTo>
                  <a:pt x="44" y="142"/>
                  <a:pt x="46" y="153"/>
                  <a:pt x="51" y="162"/>
                </a:cubicBezTo>
                <a:cubicBezTo>
                  <a:pt x="56" y="171"/>
                  <a:pt x="62" y="178"/>
                  <a:pt x="71" y="182"/>
                </a:cubicBezTo>
                <a:cubicBezTo>
                  <a:pt x="75" y="183"/>
                  <a:pt x="77" y="182"/>
                  <a:pt x="78" y="178"/>
                </a:cubicBezTo>
                <a:cubicBezTo>
                  <a:pt x="78" y="177"/>
                  <a:pt x="79" y="175"/>
                  <a:pt x="79" y="173"/>
                </a:cubicBezTo>
                <a:cubicBezTo>
                  <a:pt x="80" y="170"/>
                  <a:pt x="81" y="168"/>
                  <a:pt x="81" y="167"/>
                </a:cubicBezTo>
                <a:cubicBezTo>
                  <a:pt x="82" y="165"/>
                  <a:pt x="81" y="162"/>
                  <a:pt x="79" y="160"/>
                </a:cubicBezTo>
                <a:cubicBezTo>
                  <a:pt x="73" y="153"/>
                  <a:pt x="70" y="144"/>
                  <a:pt x="70" y="133"/>
                </a:cubicBezTo>
                <a:cubicBezTo>
                  <a:pt x="70" y="116"/>
                  <a:pt x="76" y="100"/>
                  <a:pt x="88" y="88"/>
                </a:cubicBezTo>
                <a:cubicBezTo>
                  <a:pt x="101" y="75"/>
                  <a:pt x="117" y="69"/>
                  <a:pt x="136" y="69"/>
                </a:cubicBezTo>
                <a:cubicBezTo>
                  <a:pt x="154" y="69"/>
                  <a:pt x="168" y="73"/>
                  <a:pt x="178" y="83"/>
                </a:cubicBezTo>
                <a:cubicBezTo>
                  <a:pt x="188" y="93"/>
                  <a:pt x="193" y="105"/>
                  <a:pt x="193" y="120"/>
                </a:cubicBezTo>
                <a:cubicBezTo>
                  <a:pt x="193" y="140"/>
                  <a:pt x="189" y="157"/>
                  <a:pt x="181" y="171"/>
                </a:cubicBezTo>
                <a:cubicBezTo>
                  <a:pt x="172" y="185"/>
                  <a:pt x="162" y="192"/>
                  <a:pt x="150" y="192"/>
                </a:cubicBezTo>
                <a:cubicBezTo>
                  <a:pt x="143" y="192"/>
                  <a:pt x="137" y="190"/>
                  <a:pt x="132" y="184"/>
                </a:cubicBezTo>
                <a:cubicBezTo>
                  <a:pt x="128" y="179"/>
                  <a:pt x="127" y="173"/>
                  <a:pt x="128" y="166"/>
                </a:cubicBezTo>
                <a:cubicBezTo>
                  <a:pt x="129" y="162"/>
                  <a:pt x="131" y="157"/>
                  <a:pt x="133" y="150"/>
                </a:cubicBezTo>
                <a:cubicBezTo>
                  <a:pt x="135" y="143"/>
                  <a:pt x="137" y="137"/>
                  <a:pt x="138" y="132"/>
                </a:cubicBezTo>
                <a:cubicBezTo>
                  <a:pt x="140" y="126"/>
                  <a:pt x="140" y="122"/>
                  <a:pt x="140" y="118"/>
                </a:cubicBezTo>
                <a:cubicBezTo>
                  <a:pt x="140" y="112"/>
                  <a:pt x="139" y="108"/>
                  <a:pt x="136" y="104"/>
                </a:cubicBezTo>
                <a:cubicBezTo>
                  <a:pt x="132" y="100"/>
                  <a:pt x="128" y="98"/>
                  <a:pt x="122" y="98"/>
                </a:cubicBezTo>
                <a:cubicBezTo>
                  <a:pt x="115" y="98"/>
                  <a:pt x="109" y="101"/>
                  <a:pt x="104" y="108"/>
                </a:cubicBezTo>
                <a:cubicBezTo>
                  <a:pt x="99" y="115"/>
                  <a:pt x="96" y="123"/>
                  <a:pt x="96" y="133"/>
                </a:cubicBezTo>
                <a:cubicBezTo>
                  <a:pt x="96" y="141"/>
                  <a:pt x="98" y="149"/>
                  <a:pt x="101" y="154"/>
                </a:cubicBezTo>
                <a:cubicBezTo>
                  <a:pt x="83" y="228"/>
                  <a:pt x="83" y="228"/>
                  <a:pt x="83" y="228"/>
                </a:cubicBezTo>
                <a:cubicBezTo>
                  <a:pt x="81" y="236"/>
                  <a:pt x="80" y="246"/>
                  <a:pt x="81" y="259"/>
                </a:cubicBezTo>
                <a:cubicBezTo>
                  <a:pt x="57" y="248"/>
                  <a:pt x="37" y="232"/>
                  <a:pt x="22" y="209"/>
                </a:cubicBezTo>
                <a:cubicBezTo>
                  <a:pt x="8" y="187"/>
                  <a:pt x="0" y="162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7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7"/>
                  <a:pt x="252" y="68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17"/>
          <p:cNvSpPr>
            <a:spLocks/>
          </p:cNvSpPr>
          <p:nvPr/>
        </p:nvSpPr>
        <p:spPr bwMode="auto">
          <a:xfrm>
            <a:off x="6864351" y="1565138"/>
            <a:ext cx="241300" cy="315913"/>
          </a:xfrm>
          <a:custGeom>
            <a:avLst/>
            <a:gdLst>
              <a:gd name="T0" fmla="*/ 0 w 224"/>
              <a:gd name="T1" fmla="*/ 105 h 292"/>
              <a:gd name="T2" fmla="*/ 6 w 224"/>
              <a:gd name="T3" fmla="*/ 69 h 292"/>
              <a:gd name="T4" fmla="*/ 24 w 224"/>
              <a:gd name="T5" fmla="*/ 40 h 292"/>
              <a:gd name="T6" fmla="*/ 51 w 224"/>
              <a:gd name="T7" fmla="*/ 18 h 292"/>
              <a:gd name="T8" fmla="*/ 84 w 224"/>
              <a:gd name="T9" fmla="*/ 5 h 292"/>
              <a:gd name="T10" fmla="*/ 119 w 224"/>
              <a:gd name="T11" fmla="*/ 0 h 292"/>
              <a:gd name="T12" fmla="*/ 171 w 224"/>
              <a:gd name="T13" fmla="*/ 12 h 292"/>
              <a:gd name="T14" fmla="*/ 210 w 224"/>
              <a:gd name="T15" fmla="*/ 46 h 292"/>
              <a:gd name="T16" fmla="*/ 224 w 224"/>
              <a:gd name="T17" fmla="*/ 96 h 292"/>
              <a:gd name="T18" fmla="*/ 221 w 224"/>
              <a:gd name="T19" fmla="*/ 129 h 292"/>
              <a:gd name="T20" fmla="*/ 211 w 224"/>
              <a:gd name="T21" fmla="*/ 160 h 292"/>
              <a:gd name="T22" fmla="*/ 193 w 224"/>
              <a:gd name="T23" fmla="*/ 186 h 292"/>
              <a:gd name="T24" fmla="*/ 168 w 224"/>
              <a:gd name="T25" fmla="*/ 205 h 292"/>
              <a:gd name="T26" fmla="*/ 134 w 224"/>
              <a:gd name="T27" fmla="*/ 211 h 292"/>
              <a:gd name="T28" fmla="*/ 111 w 224"/>
              <a:gd name="T29" fmla="*/ 206 h 292"/>
              <a:gd name="T30" fmla="*/ 94 w 224"/>
              <a:gd name="T31" fmla="*/ 190 h 292"/>
              <a:gd name="T32" fmla="*/ 89 w 224"/>
              <a:gd name="T33" fmla="*/ 210 h 292"/>
              <a:gd name="T34" fmla="*/ 85 w 224"/>
              <a:gd name="T35" fmla="*/ 227 h 292"/>
              <a:gd name="T36" fmla="*/ 81 w 224"/>
              <a:gd name="T37" fmla="*/ 239 h 292"/>
              <a:gd name="T38" fmla="*/ 77 w 224"/>
              <a:gd name="T39" fmla="*/ 252 h 292"/>
              <a:gd name="T40" fmla="*/ 71 w 224"/>
              <a:gd name="T41" fmla="*/ 263 h 292"/>
              <a:gd name="T42" fmla="*/ 63 w 224"/>
              <a:gd name="T43" fmla="*/ 276 h 292"/>
              <a:gd name="T44" fmla="*/ 52 w 224"/>
              <a:gd name="T45" fmla="*/ 291 h 292"/>
              <a:gd name="T46" fmla="*/ 50 w 224"/>
              <a:gd name="T47" fmla="*/ 292 h 292"/>
              <a:gd name="T48" fmla="*/ 48 w 224"/>
              <a:gd name="T49" fmla="*/ 291 h 292"/>
              <a:gd name="T50" fmla="*/ 45 w 224"/>
              <a:gd name="T51" fmla="*/ 258 h 292"/>
              <a:gd name="T52" fmla="*/ 49 w 224"/>
              <a:gd name="T53" fmla="*/ 221 h 292"/>
              <a:gd name="T54" fmla="*/ 61 w 224"/>
              <a:gd name="T55" fmla="*/ 171 h 292"/>
              <a:gd name="T56" fmla="*/ 70 w 224"/>
              <a:gd name="T57" fmla="*/ 135 h 292"/>
              <a:gd name="T58" fmla="*/ 64 w 224"/>
              <a:gd name="T59" fmla="*/ 105 h 292"/>
              <a:gd name="T60" fmla="*/ 73 w 224"/>
              <a:gd name="T61" fmla="*/ 78 h 292"/>
              <a:gd name="T62" fmla="*/ 97 w 224"/>
              <a:gd name="T63" fmla="*/ 65 h 292"/>
              <a:gd name="T64" fmla="*/ 113 w 224"/>
              <a:gd name="T65" fmla="*/ 72 h 292"/>
              <a:gd name="T66" fmla="*/ 119 w 224"/>
              <a:gd name="T67" fmla="*/ 90 h 292"/>
              <a:gd name="T68" fmla="*/ 112 w 224"/>
              <a:gd name="T69" fmla="*/ 124 h 292"/>
              <a:gd name="T70" fmla="*/ 104 w 224"/>
              <a:gd name="T71" fmla="*/ 157 h 292"/>
              <a:gd name="T72" fmla="*/ 112 w 224"/>
              <a:gd name="T73" fmla="*/ 175 h 292"/>
              <a:gd name="T74" fmla="*/ 131 w 224"/>
              <a:gd name="T75" fmla="*/ 182 h 292"/>
              <a:gd name="T76" fmla="*/ 149 w 224"/>
              <a:gd name="T77" fmla="*/ 178 h 292"/>
              <a:gd name="T78" fmla="*/ 163 w 224"/>
              <a:gd name="T79" fmla="*/ 166 h 292"/>
              <a:gd name="T80" fmla="*/ 172 w 224"/>
              <a:gd name="T81" fmla="*/ 149 h 292"/>
              <a:gd name="T82" fmla="*/ 179 w 224"/>
              <a:gd name="T83" fmla="*/ 130 h 292"/>
              <a:gd name="T84" fmla="*/ 183 w 224"/>
              <a:gd name="T85" fmla="*/ 110 h 292"/>
              <a:gd name="T86" fmla="*/ 184 w 224"/>
              <a:gd name="T87" fmla="*/ 93 h 292"/>
              <a:gd name="T88" fmla="*/ 165 w 224"/>
              <a:gd name="T89" fmla="*/ 46 h 292"/>
              <a:gd name="T90" fmla="*/ 114 w 224"/>
              <a:gd name="T91" fmla="*/ 29 h 292"/>
              <a:gd name="T92" fmla="*/ 56 w 224"/>
              <a:gd name="T93" fmla="*/ 51 h 292"/>
              <a:gd name="T94" fmla="*/ 32 w 224"/>
              <a:gd name="T95" fmla="*/ 109 h 292"/>
              <a:gd name="T96" fmla="*/ 34 w 224"/>
              <a:gd name="T97" fmla="*/ 124 h 292"/>
              <a:gd name="T98" fmla="*/ 39 w 224"/>
              <a:gd name="T99" fmla="*/ 135 h 292"/>
              <a:gd name="T100" fmla="*/ 44 w 224"/>
              <a:gd name="T101" fmla="*/ 143 h 292"/>
              <a:gd name="T102" fmla="*/ 46 w 224"/>
              <a:gd name="T103" fmla="*/ 149 h 292"/>
              <a:gd name="T104" fmla="*/ 43 w 224"/>
              <a:gd name="T105" fmla="*/ 162 h 292"/>
              <a:gd name="T106" fmla="*/ 37 w 224"/>
              <a:gd name="T107" fmla="*/ 170 h 292"/>
              <a:gd name="T108" fmla="*/ 34 w 224"/>
              <a:gd name="T109" fmla="*/ 169 h 292"/>
              <a:gd name="T110" fmla="*/ 18 w 224"/>
              <a:gd name="T111" fmla="*/ 159 h 292"/>
              <a:gd name="T112" fmla="*/ 7 w 224"/>
              <a:gd name="T113" fmla="*/ 143 h 292"/>
              <a:gd name="T114" fmla="*/ 2 w 224"/>
              <a:gd name="T115" fmla="*/ 124 h 292"/>
              <a:gd name="T116" fmla="*/ 0 w 224"/>
              <a:gd name="T117" fmla="*/ 105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4" h="292">
                <a:moveTo>
                  <a:pt x="0" y="105"/>
                </a:moveTo>
                <a:cubicBezTo>
                  <a:pt x="0" y="92"/>
                  <a:pt x="2" y="80"/>
                  <a:pt x="6" y="69"/>
                </a:cubicBezTo>
                <a:cubicBezTo>
                  <a:pt x="11" y="58"/>
                  <a:pt x="17" y="48"/>
                  <a:pt x="24" y="40"/>
                </a:cubicBezTo>
                <a:cubicBezTo>
                  <a:pt x="32" y="32"/>
                  <a:pt x="41" y="24"/>
                  <a:pt x="51" y="18"/>
                </a:cubicBezTo>
                <a:cubicBezTo>
                  <a:pt x="61" y="12"/>
                  <a:pt x="72" y="8"/>
                  <a:pt x="84" y="5"/>
                </a:cubicBezTo>
                <a:cubicBezTo>
                  <a:pt x="95" y="2"/>
                  <a:pt x="107" y="0"/>
                  <a:pt x="119" y="0"/>
                </a:cubicBezTo>
                <a:cubicBezTo>
                  <a:pt x="138" y="0"/>
                  <a:pt x="155" y="4"/>
                  <a:pt x="171" y="12"/>
                </a:cubicBezTo>
                <a:cubicBezTo>
                  <a:pt x="187" y="20"/>
                  <a:pt x="200" y="31"/>
                  <a:pt x="210" y="46"/>
                </a:cubicBezTo>
                <a:cubicBezTo>
                  <a:pt x="219" y="61"/>
                  <a:pt x="224" y="77"/>
                  <a:pt x="224" y="96"/>
                </a:cubicBezTo>
                <a:cubicBezTo>
                  <a:pt x="224" y="107"/>
                  <a:pt x="223" y="118"/>
                  <a:pt x="221" y="129"/>
                </a:cubicBezTo>
                <a:cubicBezTo>
                  <a:pt x="219" y="140"/>
                  <a:pt x="215" y="150"/>
                  <a:pt x="211" y="160"/>
                </a:cubicBezTo>
                <a:cubicBezTo>
                  <a:pt x="206" y="170"/>
                  <a:pt x="200" y="179"/>
                  <a:pt x="193" y="186"/>
                </a:cubicBezTo>
                <a:cubicBezTo>
                  <a:pt x="186" y="194"/>
                  <a:pt x="178" y="200"/>
                  <a:pt x="168" y="205"/>
                </a:cubicBezTo>
                <a:cubicBezTo>
                  <a:pt x="158" y="209"/>
                  <a:pt x="146" y="211"/>
                  <a:pt x="134" y="211"/>
                </a:cubicBezTo>
                <a:cubicBezTo>
                  <a:pt x="126" y="211"/>
                  <a:pt x="119" y="209"/>
                  <a:pt x="111" y="206"/>
                </a:cubicBezTo>
                <a:cubicBezTo>
                  <a:pt x="103" y="202"/>
                  <a:pt x="97" y="197"/>
                  <a:pt x="94" y="190"/>
                </a:cubicBezTo>
                <a:cubicBezTo>
                  <a:pt x="93" y="195"/>
                  <a:pt x="91" y="201"/>
                  <a:pt x="89" y="210"/>
                </a:cubicBezTo>
                <a:cubicBezTo>
                  <a:pt x="87" y="219"/>
                  <a:pt x="85" y="224"/>
                  <a:pt x="85" y="227"/>
                </a:cubicBezTo>
                <a:cubicBezTo>
                  <a:pt x="84" y="229"/>
                  <a:pt x="83" y="233"/>
                  <a:pt x="81" y="239"/>
                </a:cubicBezTo>
                <a:cubicBezTo>
                  <a:pt x="79" y="245"/>
                  <a:pt x="78" y="249"/>
                  <a:pt x="77" y="252"/>
                </a:cubicBezTo>
                <a:cubicBezTo>
                  <a:pt x="75" y="254"/>
                  <a:pt x="73" y="258"/>
                  <a:pt x="71" y="263"/>
                </a:cubicBezTo>
                <a:cubicBezTo>
                  <a:pt x="69" y="267"/>
                  <a:pt x="66" y="272"/>
                  <a:pt x="63" y="276"/>
                </a:cubicBezTo>
                <a:cubicBezTo>
                  <a:pt x="60" y="280"/>
                  <a:pt x="56" y="286"/>
                  <a:pt x="52" y="291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48" y="291"/>
                  <a:pt x="48" y="291"/>
                  <a:pt x="48" y="291"/>
                </a:cubicBezTo>
                <a:cubicBezTo>
                  <a:pt x="46" y="272"/>
                  <a:pt x="45" y="261"/>
                  <a:pt x="45" y="258"/>
                </a:cubicBezTo>
                <a:cubicBezTo>
                  <a:pt x="45" y="247"/>
                  <a:pt x="47" y="235"/>
                  <a:pt x="49" y="221"/>
                </a:cubicBezTo>
                <a:cubicBezTo>
                  <a:pt x="52" y="208"/>
                  <a:pt x="56" y="191"/>
                  <a:pt x="61" y="171"/>
                </a:cubicBezTo>
                <a:cubicBezTo>
                  <a:pt x="66" y="151"/>
                  <a:pt x="69" y="139"/>
                  <a:pt x="70" y="135"/>
                </a:cubicBezTo>
                <a:cubicBezTo>
                  <a:pt x="66" y="128"/>
                  <a:pt x="64" y="118"/>
                  <a:pt x="64" y="105"/>
                </a:cubicBezTo>
                <a:cubicBezTo>
                  <a:pt x="64" y="96"/>
                  <a:pt x="67" y="87"/>
                  <a:pt x="73" y="78"/>
                </a:cubicBezTo>
                <a:cubicBezTo>
                  <a:pt x="80" y="70"/>
                  <a:pt x="87" y="65"/>
                  <a:pt x="97" y="65"/>
                </a:cubicBezTo>
                <a:cubicBezTo>
                  <a:pt x="104" y="65"/>
                  <a:pt x="109" y="68"/>
                  <a:pt x="113" y="72"/>
                </a:cubicBezTo>
                <a:cubicBezTo>
                  <a:pt x="117" y="77"/>
                  <a:pt x="119" y="83"/>
                  <a:pt x="119" y="90"/>
                </a:cubicBezTo>
                <a:cubicBezTo>
                  <a:pt x="119" y="98"/>
                  <a:pt x="117" y="109"/>
                  <a:pt x="112" y="124"/>
                </a:cubicBezTo>
                <a:cubicBezTo>
                  <a:pt x="106" y="139"/>
                  <a:pt x="104" y="149"/>
                  <a:pt x="104" y="157"/>
                </a:cubicBezTo>
                <a:cubicBezTo>
                  <a:pt x="104" y="164"/>
                  <a:pt x="106" y="170"/>
                  <a:pt x="112" y="175"/>
                </a:cubicBezTo>
                <a:cubicBezTo>
                  <a:pt x="117" y="180"/>
                  <a:pt x="123" y="182"/>
                  <a:pt x="131" y="182"/>
                </a:cubicBezTo>
                <a:cubicBezTo>
                  <a:pt x="137" y="182"/>
                  <a:pt x="143" y="181"/>
                  <a:pt x="149" y="178"/>
                </a:cubicBezTo>
                <a:cubicBezTo>
                  <a:pt x="154" y="175"/>
                  <a:pt x="159" y="171"/>
                  <a:pt x="163" y="166"/>
                </a:cubicBezTo>
                <a:cubicBezTo>
                  <a:pt x="166" y="161"/>
                  <a:pt x="170" y="155"/>
                  <a:pt x="172" y="149"/>
                </a:cubicBezTo>
                <a:cubicBezTo>
                  <a:pt x="175" y="143"/>
                  <a:pt x="177" y="137"/>
                  <a:pt x="179" y="130"/>
                </a:cubicBezTo>
                <a:cubicBezTo>
                  <a:pt x="181" y="123"/>
                  <a:pt x="182" y="117"/>
                  <a:pt x="183" y="110"/>
                </a:cubicBezTo>
                <a:cubicBezTo>
                  <a:pt x="183" y="104"/>
                  <a:pt x="184" y="98"/>
                  <a:pt x="184" y="93"/>
                </a:cubicBezTo>
                <a:cubicBezTo>
                  <a:pt x="184" y="73"/>
                  <a:pt x="177" y="57"/>
                  <a:pt x="165" y="46"/>
                </a:cubicBezTo>
                <a:cubicBezTo>
                  <a:pt x="152" y="34"/>
                  <a:pt x="135" y="29"/>
                  <a:pt x="114" y="29"/>
                </a:cubicBezTo>
                <a:cubicBezTo>
                  <a:pt x="91" y="29"/>
                  <a:pt x="71" y="36"/>
                  <a:pt x="56" y="51"/>
                </a:cubicBezTo>
                <a:cubicBezTo>
                  <a:pt x="40" y="67"/>
                  <a:pt x="32" y="86"/>
                  <a:pt x="32" y="109"/>
                </a:cubicBezTo>
                <a:cubicBezTo>
                  <a:pt x="32" y="114"/>
                  <a:pt x="33" y="119"/>
                  <a:pt x="34" y="124"/>
                </a:cubicBezTo>
                <a:cubicBezTo>
                  <a:pt x="36" y="129"/>
                  <a:pt x="37" y="133"/>
                  <a:pt x="39" y="135"/>
                </a:cubicBezTo>
                <a:cubicBezTo>
                  <a:pt x="41" y="138"/>
                  <a:pt x="42" y="141"/>
                  <a:pt x="44" y="143"/>
                </a:cubicBezTo>
                <a:cubicBezTo>
                  <a:pt x="45" y="146"/>
                  <a:pt x="46" y="148"/>
                  <a:pt x="46" y="149"/>
                </a:cubicBezTo>
                <a:cubicBezTo>
                  <a:pt x="46" y="152"/>
                  <a:pt x="45" y="156"/>
                  <a:pt x="43" y="162"/>
                </a:cubicBezTo>
                <a:cubicBezTo>
                  <a:pt x="42" y="167"/>
                  <a:pt x="40" y="170"/>
                  <a:pt x="37" y="170"/>
                </a:cubicBezTo>
                <a:cubicBezTo>
                  <a:pt x="37" y="170"/>
                  <a:pt x="36" y="169"/>
                  <a:pt x="34" y="169"/>
                </a:cubicBezTo>
                <a:cubicBezTo>
                  <a:pt x="28" y="167"/>
                  <a:pt x="23" y="164"/>
                  <a:pt x="18" y="159"/>
                </a:cubicBezTo>
                <a:cubicBezTo>
                  <a:pt x="13" y="154"/>
                  <a:pt x="10" y="149"/>
                  <a:pt x="7" y="143"/>
                </a:cubicBezTo>
                <a:cubicBezTo>
                  <a:pt x="5" y="136"/>
                  <a:pt x="3" y="130"/>
                  <a:pt x="2" y="124"/>
                </a:cubicBezTo>
                <a:cubicBezTo>
                  <a:pt x="0" y="117"/>
                  <a:pt x="0" y="111"/>
                  <a:pt x="0" y="10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18"/>
          <p:cNvSpPr>
            <a:spLocks/>
          </p:cNvSpPr>
          <p:nvPr/>
        </p:nvSpPr>
        <p:spPr bwMode="auto">
          <a:xfrm>
            <a:off x="7269163" y="1577838"/>
            <a:ext cx="292100" cy="290513"/>
          </a:xfrm>
          <a:custGeom>
            <a:avLst/>
            <a:gdLst>
              <a:gd name="T0" fmla="*/ 220 w 270"/>
              <a:gd name="T1" fmla="*/ 0 h 270"/>
              <a:gd name="T2" fmla="*/ 255 w 270"/>
              <a:gd name="T3" fmla="*/ 15 h 270"/>
              <a:gd name="T4" fmla="*/ 270 w 270"/>
              <a:gd name="T5" fmla="*/ 51 h 270"/>
              <a:gd name="T6" fmla="*/ 270 w 270"/>
              <a:gd name="T7" fmla="*/ 219 h 270"/>
              <a:gd name="T8" fmla="*/ 255 w 270"/>
              <a:gd name="T9" fmla="*/ 255 h 270"/>
              <a:gd name="T10" fmla="*/ 220 w 270"/>
              <a:gd name="T11" fmla="*/ 270 h 270"/>
              <a:gd name="T12" fmla="*/ 92 w 270"/>
              <a:gd name="T13" fmla="*/ 270 h 270"/>
              <a:gd name="T14" fmla="*/ 111 w 270"/>
              <a:gd name="T15" fmla="*/ 233 h 270"/>
              <a:gd name="T16" fmla="*/ 120 w 270"/>
              <a:gd name="T17" fmla="*/ 196 h 270"/>
              <a:gd name="T18" fmla="*/ 133 w 270"/>
              <a:gd name="T19" fmla="*/ 208 h 270"/>
              <a:gd name="T20" fmla="*/ 153 w 270"/>
              <a:gd name="T21" fmla="*/ 213 h 270"/>
              <a:gd name="T22" fmla="*/ 205 w 270"/>
              <a:gd name="T23" fmla="*/ 187 h 270"/>
              <a:gd name="T24" fmla="*/ 225 w 270"/>
              <a:gd name="T25" fmla="*/ 122 h 270"/>
              <a:gd name="T26" fmla="*/ 219 w 270"/>
              <a:gd name="T27" fmla="*/ 93 h 270"/>
              <a:gd name="T28" fmla="*/ 202 w 270"/>
              <a:gd name="T29" fmla="*/ 69 h 270"/>
              <a:gd name="T30" fmla="*/ 175 w 270"/>
              <a:gd name="T31" fmla="*/ 52 h 270"/>
              <a:gd name="T32" fmla="*/ 141 w 270"/>
              <a:gd name="T33" fmla="*/ 45 h 270"/>
              <a:gd name="T34" fmla="*/ 107 w 270"/>
              <a:gd name="T35" fmla="*/ 50 h 270"/>
              <a:gd name="T36" fmla="*/ 80 w 270"/>
              <a:gd name="T37" fmla="*/ 64 h 270"/>
              <a:gd name="T38" fmla="*/ 61 w 270"/>
              <a:gd name="T39" fmla="*/ 83 h 270"/>
              <a:gd name="T40" fmla="*/ 49 w 270"/>
              <a:gd name="T41" fmla="*/ 105 h 270"/>
              <a:gd name="T42" fmla="*/ 45 w 270"/>
              <a:gd name="T43" fmla="*/ 129 h 270"/>
              <a:gd name="T44" fmla="*/ 52 w 270"/>
              <a:gd name="T45" fmla="*/ 160 h 270"/>
              <a:gd name="T46" fmla="*/ 73 w 270"/>
              <a:gd name="T47" fmla="*/ 180 h 270"/>
              <a:gd name="T48" fmla="*/ 77 w 270"/>
              <a:gd name="T49" fmla="*/ 180 h 270"/>
              <a:gd name="T50" fmla="*/ 79 w 270"/>
              <a:gd name="T51" fmla="*/ 176 h 270"/>
              <a:gd name="T52" fmla="*/ 82 w 270"/>
              <a:gd name="T53" fmla="*/ 166 h 270"/>
              <a:gd name="T54" fmla="*/ 80 w 270"/>
              <a:gd name="T55" fmla="*/ 158 h 270"/>
              <a:gd name="T56" fmla="*/ 71 w 270"/>
              <a:gd name="T57" fmla="*/ 132 h 270"/>
              <a:gd name="T58" fmla="*/ 90 w 270"/>
              <a:gd name="T59" fmla="*/ 87 h 270"/>
              <a:gd name="T60" fmla="*/ 137 w 270"/>
              <a:gd name="T61" fmla="*/ 68 h 270"/>
              <a:gd name="T62" fmla="*/ 178 w 270"/>
              <a:gd name="T63" fmla="*/ 82 h 270"/>
              <a:gd name="T64" fmla="*/ 192 w 270"/>
              <a:gd name="T65" fmla="*/ 119 h 270"/>
              <a:gd name="T66" fmla="*/ 181 w 270"/>
              <a:gd name="T67" fmla="*/ 169 h 270"/>
              <a:gd name="T68" fmla="*/ 150 w 270"/>
              <a:gd name="T69" fmla="*/ 190 h 270"/>
              <a:gd name="T70" fmla="*/ 133 w 270"/>
              <a:gd name="T71" fmla="*/ 183 h 270"/>
              <a:gd name="T72" fmla="*/ 129 w 270"/>
              <a:gd name="T73" fmla="*/ 164 h 270"/>
              <a:gd name="T74" fmla="*/ 134 w 270"/>
              <a:gd name="T75" fmla="*/ 148 h 270"/>
              <a:gd name="T76" fmla="*/ 139 w 270"/>
              <a:gd name="T77" fmla="*/ 130 h 270"/>
              <a:gd name="T78" fmla="*/ 141 w 270"/>
              <a:gd name="T79" fmla="*/ 117 h 270"/>
              <a:gd name="T80" fmla="*/ 136 w 270"/>
              <a:gd name="T81" fmla="*/ 103 h 270"/>
              <a:gd name="T82" fmla="*/ 123 w 270"/>
              <a:gd name="T83" fmla="*/ 97 h 270"/>
              <a:gd name="T84" fmla="*/ 105 w 270"/>
              <a:gd name="T85" fmla="*/ 107 h 270"/>
              <a:gd name="T86" fmla="*/ 97 w 270"/>
              <a:gd name="T87" fmla="*/ 132 h 270"/>
              <a:gd name="T88" fmla="*/ 102 w 270"/>
              <a:gd name="T89" fmla="*/ 153 h 270"/>
              <a:gd name="T90" fmla="*/ 84 w 270"/>
              <a:gd name="T91" fmla="*/ 225 h 270"/>
              <a:gd name="T92" fmla="*/ 83 w 270"/>
              <a:gd name="T93" fmla="*/ 270 h 270"/>
              <a:gd name="T94" fmla="*/ 51 w 270"/>
              <a:gd name="T95" fmla="*/ 270 h 270"/>
              <a:gd name="T96" fmla="*/ 15 w 270"/>
              <a:gd name="T97" fmla="*/ 255 h 270"/>
              <a:gd name="T98" fmla="*/ 0 w 270"/>
              <a:gd name="T99" fmla="*/ 219 h 270"/>
              <a:gd name="T100" fmla="*/ 0 w 270"/>
              <a:gd name="T101" fmla="*/ 51 h 270"/>
              <a:gd name="T102" fmla="*/ 15 w 270"/>
              <a:gd name="T103" fmla="*/ 15 h 270"/>
              <a:gd name="T104" fmla="*/ 51 w 270"/>
              <a:gd name="T105" fmla="*/ 0 h 270"/>
              <a:gd name="T106" fmla="*/ 220 w 270"/>
              <a:gd name="T107" fmla="*/ 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0" h="270">
                <a:moveTo>
                  <a:pt x="220" y="0"/>
                </a:move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ubicBezTo>
                  <a:pt x="270" y="219"/>
                  <a:pt x="270" y="219"/>
                  <a:pt x="270" y="219"/>
                </a:cubicBezTo>
                <a:cubicBezTo>
                  <a:pt x="270" y="233"/>
                  <a:pt x="265" y="245"/>
                  <a:pt x="255" y="255"/>
                </a:cubicBezTo>
                <a:cubicBezTo>
                  <a:pt x="245" y="265"/>
                  <a:pt x="233" y="270"/>
                  <a:pt x="220" y="270"/>
                </a:cubicBezTo>
                <a:cubicBezTo>
                  <a:pt x="92" y="270"/>
                  <a:pt x="92" y="270"/>
                  <a:pt x="92" y="270"/>
                </a:cubicBezTo>
                <a:cubicBezTo>
                  <a:pt x="102" y="256"/>
                  <a:pt x="108" y="243"/>
                  <a:pt x="111" y="233"/>
                </a:cubicBezTo>
                <a:cubicBezTo>
                  <a:pt x="112" y="229"/>
                  <a:pt x="115" y="217"/>
                  <a:pt x="120" y="196"/>
                </a:cubicBezTo>
                <a:cubicBezTo>
                  <a:pt x="123" y="201"/>
                  <a:pt x="127" y="205"/>
                  <a:pt x="133" y="208"/>
                </a:cubicBezTo>
                <a:cubicBezTo>
                  <a:pt x="140" y="212"/>
                  <a:pt x="146" y="213"/>
                  <a:pt x="153" y="213"/>
                </a:cubicBezTo>
                <a:cubicBezTo>
                  <a:pt x="174" y="213"/>
                  <a:pt x="192" y="205"/>
                  <a:pt x="205" y="187"/>
                </a:cubicBezTo>
                <a:cubicBezTo>
                  <a:pt x="218" y="170"/>
                  <a:pt x="225" y="148"/>
                  <a:pt x="225" y="122"/>
                </a:cubicBezTo>
                <a:cubicBezTo>
                  <a:pt x="225" y="112"/>
                  <a:pt x="223" y="102"/>
                  <a:pt x="219" y="93"/>
                </a:cubicBezTo>
                <a:cubicBezTo>
                  <a:pt x="215" y="84"/>
                  <a:pt x="209" y="76"/>
                  <a:pt x="202" y="69"/>
                </a:cubicBezTo>
                <a:cubicBezTo>
                  <a:pt x="195" y="62"/>
                  <a:pt x="186" y="56"/>
                  <a:pt x="175" y="52"/>
                </a:cubicBezTo>
                <a:cubicBezTo>
                  <a:pt x="165" y="47"/>
                  <a:pt x="153" y="45"/>
                  <a:pt x="141" y="45"/>
                </a:cubicBezTo>
                <a:cubicBezTo>
                  <a:pt x="129" y="45"/>
                  <a:pt x="117" y="47"/>
                  <a:pt x="107" y="50"/>
                </a:cubicBezTo>
                <a:cubicBezTo>
                  <a:pt x="96" y="54"/>
                  <a:pt x="87" y="58"/>
                  <a:pt x="80" y="64"/>
                </a:cubicBezTo>
                <a:cubicBezTo>
                  <a:pt x="72" y="69"/>
                  <a:pt x="66" y="76"/>
                  <a:pt x="61" y="83"/>
                </a:cubicBezTo>
                <a:cubicBezTo>
                  <a:pt x="56" y="90"/>
                  <a:pt x="52" y="98"/>
                  <a:pt x="49" y="105"/>
                </a:cubicBezTo>
                <a:cubicBezTo>
                  <a:pt x="47" y="113"/>
                  <a:pt x="45" y="121"/>
                  <a:pt x="45" y="129"/>
                </a:cubicBezTo>
                <a:cubicBezTo>
                  <a:pt x="45" y="141"/>
                  <a:pt x="48" y="151"/>
                  <a:pt x="52" y="160"/>
                </a:cubicBezTo>
                <a:cubicBezTo>
                  <a:pt x="57" y="169"/>
                  <a:pt x="64" y="176"/>
                  <a:pt x="73" y="180"/>
                </a:cubicBezTo>
                <a:cubicBezTo>
                  <a:pt x="74" y="180"/>
                  <a:pt x="76" y="180"/>
                  <a:pt x="77" y="180"/>
                </a:cubicBezTo>
                <a:cubicBezTo>
                  <a:pt x="78" y="179"/>
                  <a:pt x="79" y="178"/>
                  <a:pt x="79" y="176"/>
                </a:cubicBezTo>
                <a:cubicBezTo>
                  <a:pt x="81" y="171"/>
                  <a:pt x="81" y="168"/>
                  <a:pt x="82" y="166"/>
                </a:cubicBezTo>
                <a:cubicBezTo>
                  <a:pt x="83" y="163"/>
                  <a:pt x="82" y="160"/>
                  <a:pt x="80" y="158"/>
                </a:cubicBezTo>
                <a:cubicBezTo>
                  <a:pt x="74" y="151"/>
                  <a:pt x="71" y="142"/>
                  <a:pt x="71" y="132"/>
                </a:cubicBezTo>
                <a:cubicBezTo>
                  <a:pt x="71" y="114"/>
                  <a:pt x="77" y="99"/>
                  <a:pt x="90" y="87"/>
                </a:cubicBezTo>
                <a:cubicBezTo>
                  <a:pt x="102" y="74"/>
                  <a:pt x="117" y="68"/>
                  <a:pt x="137" y="68"/>
                </a:cubicBezTo>
                <a:cubicBezTo>
                  <a:pt x="154" y="68"/>
                  <a:pt x="168" y="73"/>
                  <a:pt x="178" y="82"/>
                </a:cubicBezTo>
                <a:cubicBezTo>
                  <a:pt x="188" y="92"/>
                  <a:pt x="192" y="104"/>
                  <a:pt x="192" y="119"/>
                </a:cubicBezTo>
                <a:cubicBezTo>
                  <a:pt x="192" y="139"/>
                  <a:pt x="189" y="156"/>
                  <a:pt x="181" y="169"/>
                </a:cubicBezTo>
                <a:cubicBezTo>
                  <a:pt x="173" y="183"/>
                  <a:pt x="163" y="190"/>
                  <a:pt x="150" y="190"/>
                </a:cubicBezTo>
                <a:cubicBezTo>
                  <a:pt x="143" y="190"/>
                  <a:pt x="137" y="188"/>
                  <a:pt x="133" y="183"/>
                </a:cubicBezTo>
                <a:cubicBezTo>
                  <a:pt x="129" y="177"/>
                  <a:pt x="127" y="171"/>
                  <a:pt x="129" y="164"/>
                </a:cubicBezTo>
                <a:cubicBezTo>
                  <a:pt x="130" y="160"/>
                  <a:pt x="132" y="155"/>
                  <a:pt x="134" y="148"/>
                </a:cubicBezTo>
                <a:cubicBezTo>
                  <a:pt x="136" y="141"/>
                  <a:pt x="138" y="135"/>
                  <a:pt x="139" y="130"/>
                </a:cubicBezTo>
                <a:cubicBezTo>
                  <a:pt x="140" y="125"/>
                  <a:pt x="141" y="121"/>
                  <a:pt x="141" y="117"/>
                </a:cubicBezTo>
                <a:cubicBezTo>
                  <a:pt x="141" y="111"/>
                  <a:pt x="139" y="107"/>
                  <a:pt x="136" y="103"/>
                </a:cubicBezTo>
                <a:cubicBezTo>
                  <a:pt x="133" y="99"/>
                  <a:pt x="129" y="97"/>
                  <a:pt x="123" y="97"/>
                </a:cubicBezTo>
                <a:cubicBezTo>
                  <a:pt x="116" y="97"/>
                  <a:pt x="110" y="100"/>
                  <a:pt x="105" y="107"/>
                </a:cubicBezTo>
                <a:cubicBezTo>
                  <a:pt x="100" y="114"/>
                  <a:pt x="97" y="122"/>
                  <a:pt x="97" y="132"/>
                </a:cubicBezTo>
                <a:cubicBezTo>
                  <a:pt x="97" y="140"/>
                  <a:pt x="99" y="147"/>
                  <a:pt x="102" y="153"/>
                </a:cubicBezTo>
                <a:cubicBezTo>
                  <a:pt x="84" y="225"/>
                  <a:pt x="84" y="225"/>
                  <a:pt x="84" y="225"/>
                </a:cubicBezTo>
                <a:cubicBezTo>
                  <a:pt x="82" y="237"/>
                  <a:pt x="81" y="252"/>
                  <a:pt x="83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lnTo>
                  <a:pt x="22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19"/>
          <p:cNvSpPr>
            <a:spLocks/>
          </p:cNvSpPr>
          <p:nvPr/>
        </p:nvSpPr>
        <p:spPr bwMode="auto">
          <a:xfrm>
            <a:off x="7713663" y="1588950"/>
            <a:ext cx="268288" cy="266700"/>
          </a:xfrm>
          <a:custGeom>
            <a:avLst/>
            <a:gdLst>
              <a:gd name="T0" fmla="*/ 242 w 248"/>
              <a:gd name="T1" fmla="*/ 6 h 247"/>
              <a:gd name="T2" fmla="*/ 244 w 248"/>
              <a:gd name="T3" fmla="*/ 32 h 247"/>
              <a:gd name="T4" fmla="*/ 225 w 248"/>
              <a:gd name="T5" fmla="*/ 62 h 247"/>
              <a:gd name="T6" fmla="*/ 197 w 248"/>
              <a:gd name="T7" fmla="*/ 90 h 247"/>
              <a:gd name="T8" fmla="*/ 225 w 248"/>
              <a:gd name="T9" fmla="*/ 212 h 247"/>
              <a:gd name="T10" fmla="*/ 223 w 248"/>
              <a:gd name="T11" fmla="*/ 218 h 247"/>
              <a:gd name="T12" fmla="*/ 200 w 248"/>
              <a:gd name="T13" fmla="*/ 235 h 247"/>
              <a:gd name="T14" fmla="*/ 197 w 248"/>
              <a:gd name="T15" fmla="*/ 236 h 247"/>
              <a:gd name="T16" fmla="*/ 196 w 248"/>
              <a:gd name="T17" fmla="*/ 236 h 247"/>
              <a:gd name="T18" fmla="*/ 192 w 248"/>
              <a:gd name="T19" fmla="*/ 233 h 247"/>
              <a:gd name="T20" fmla="*/ 143 w 248"/>
              <a:gd name="T21" fmla="*/ 144 h 247"/>
              <a:gd name="T22" fmla="*/ 98 w 248"/>
              <a:gd name="T23" fmla="*/ 189 h 247"/>
              <a:gd name="T24" fmla="*/ 107 w 248"/>
              <a:gd name="T25" fmla="*/ 223 h 247"/>
              <a:gd name="T26" fmla="*/ 106 w 248"/>
              <a:gd name="T27" fmla="*/ 229 h 247"/>
              <a:gd name="T28" fmla="*/ 89 w 248"/>
              <a:gd name="T29" fmla="*/ 246 h 247"/>
              <a:gd name="T30" fmla="*/ 85 w 248"/>
              <a:gd name="T31" fmla="*/ 247 h 247"/>
              <a:gd name="T32" fmla="*/ 84 w 248"/>
              <a:gd name="T33" fmla="*/ 247 h 247"/>
              <a:gd name="T34" fmla="*/ 80 w 248"/>
              <a:gd name="T35" fmla="*/ 245 h 247"/>
              <a:gd name="T36" fmla="*/ 47 w 248"/>
              <a:gd name="T37" fmla="*/ 201 h 247"/>
              <a:gd name="T38" fmla="*/ 3 w 248"/>
              <a:gd name="T39" fmla="*/ 168 h 247"/>
              <a:gd name="T40" fmla="*/ 0 w 248"/>
              <a:gd name="T41" fmla="*/ 163 h 247"/>
              <a:gd name="T42" fmla="*/ 2 w 248"/>
              <a:gd name="T43" fmla="*/ 159 h 247"/>
              <a:gd name="T44" fmla="*/ 19 w 248"/>
              <a:gd name="T45" fmla="*/ 142 h 247"/>
              <a:gd name="T46" fmla="*/ 23 w 248"/>
              <a:gd name="T47" fmla="*/ 140 h 247"/>
              <a:gd name="T48" fmla="*/ 24 w 248"/>
              <a:gd name="T49" fmla="*/ 141 h 247"/>
              <a:gd name="T50" fmla="*/ 58 w 248"/>
              <a:gd name="T51" fmla="*/ 150 h 247"/>
              <a:gd name="T52" fmla="*/ 104 w 248"/>
              <a:gd name="T53" fmla="*/ 104 h 247"/>
              <a:gd name="T54" fmla="*/ 15 w 248"/>
              <a:gd name="T55" fmla="*/ 55 h 247"/>
              <a:gd name="T56" fmla="*/ 12 w 248"/>
              <a:gd name="T57" fmla="*/ 51 h 247"/>
              <a:gd name="T58" fmla="*/ 13 w 248"/>
              <a:gd name="T59" fmla="*/ 47 h 247"/>
              <a:gd name="T60" fmla="*/ 36 w 248"/>
              <a:gd name="T61" fmla="*/ 24 h 247"/>
              <a:gd name="T62" fmla="*/ 41 w 248"/>
              <a:gd name="T63" fmla="*/ 23 h 247"/>
              <a:gd name="T64" fmla="*/ 158 w 248"/>
              <a:gd name="T65" fmla="*/ 51 h 247"/>
              <a:gd name="T66" fmla="*/ 186 w 248"/>
              <a:gd name="T67" fmla="*/ 22 h 247"/>
              <a:gd name="T68" fmla="*/ 216 w 248"/>
              <a:gd name="T69" fmla="*/ 4 h 247"/>
              <a:gd name="T70" fmla="*/ 242 w 248"/>
              <a:gd name="T71" fmla="*/ 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48" h="247">
                <a:moveTo>
                  <a:pt x="242" y="6"/>
                </a:moveTo>
                <a:cubicBezTo>
                  <a:pt x="247" y="12"/>
                  <a:pt x="248" y="20"/>
                  <a:pt x="244" y="32"/>
                </a:cubicBezTo>
                <a:cubicBezTo>
                  <a:pt x="240" y="43"/>
                  <a:pt x="234" y="53"/>
                  <a:pt x="225" y="62"/>
                </a:cubicBezTo>
                <a:cubicBezTo>
                  <a:pt x="197" y="90"/>
                  <a:pt x="197" y="90"/>
                  <a:pt x="197" y="90"/>
                </a:cubicBezTo>
                <a:cubicBezTo>
                  <a:pt x="225" y="212"/>
                  <a:pt x="225" y="212"/>
                  <a:pt x="225" y="212"/>
                </a:cubicBezTo>
                <a:cubicBezTo>
                  <a:pt x="226" y="215"/>
                  <a:pt x="225" y="216"/>
                  <a:pt x="223" y="218"/>
                </a:cubicBezTo>
                <a:cubicBezTo>
                  <a:pt x="200" y="235"/>
                  <a:pt x="200" y="235"/>
                  <a:pt x="200" y="235"/>
                </a:cubicBezTo>
                <a:cubicBezTo>
                  <a:pt x="200" y="236"/>
                  <a:pt x="198" y="236"/>
                  <a:pt x="197" y="236"/>
                </a:cubicBezTo>
                <a:cubicBezTo>
                  <a:pt x="197" y="236"/>
                  <a:pt x="196" y="236"/>
                  <a:pt x="196" y="236"/>
                </a:cubicBezTo>
                <a:cubicBezTo>
                  <a:pt x="194" y="235"/>
                  <a:pt x="193" y="235"/>
                  <a:pt x="192" y="233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98" y="189"/>
                  <a:pt x="98" y="189"/>
                  <a:pt x="98" y="189"/>
                </a:cubicBezTo>
                <a:cubicBezTo>
                  <a:pt x="107" y="223"/>
                  <a:pt x="107" y="223"/>
                  <a:pt x="107" y="223"/>
                </a:cubicBezTo>
                <a:cubicBezTo>
                  <a:pt x="108" y="225"/>
                  <a:pt x="107" y="227"/>
                  <a:pt x="106" y="229"/>
                </a:cubicBezTo>
                <a:cubicBezTo>
                  <a:pt x="89" y="246"/>
                  <a:pt x="89" y="246"/>
                  <a:pt x="89" y="246"/>
                </a:cubicBezTo>
                <a:cubicBezTo>
                  <a:pt x="88" y="247"/>
                  <a:pt x="86" y="247"/>
                  <a:pt x="85" y="247"/>
                </a:cubicBezTo>
                <a:cubicBezTo>
                  <a:pt x="84" y="247"/>
                  <a:pt x="84" y="247"/>
                  <a:pt x="84" y="247"/>
                </a:cubicBezTo>
                <a:cubicBezTo>
                  <a:pt x="83" y="247"/>
                  <a:pt x="81" y="246"/>
                  <a:pt x="80" y="245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3" y="168"/>
                  <a:pt x="3" y="168"/>
                  <a:pt x="3" y="168"/>
                </a:cubicBezTo>
                <a:cubicBezTo>
                  <a:pt x="1" y="167"/>
                  <a:pt x="1" y="165"/>
                  <a:pt x="0" y="163"/>
                </a:cubicBezTo>
                <a:cubicBezTo>
                  <a:pt x="0" y="162"/>
                  <a:pt x="1" y="160"/>
                  <a:pt x="2" y="159"/>
                </a:cubicBezTo>
                <a:cubicBezTo>
                  <a:pt x="19" y="142"/>
                  <a:pt x="19" y="142"/>
                  <a:pt x="19" y="142"/>
                </a:cubicBezTo>
                <a:cubicBezTo>
                  <a:pt x="20" y="141"/>
                  <a:pt x="21" y="140"/>
                  <a:pt x="23" y="140"/>
                </a:cubicBezTo>
                <a:cubicBezTo>
                  <a:pt x="24" y="140"/>
                  <a:pt x="24" y="141"/>
                  <a:pt x="24" y="141"/>
                </a:cubicBezTo>
                <a:cubicBezTo>
                  <a:pt x="58" y="150"/>
                  <a:pt x="58" y="150"/>
                  <a:pt x="58" y="150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5" y="55"/>
                  <a:pt x="15" y="55"/>
                  <a:pt x="15" y="55"/>
                </a:cubicBezTo>
                <a:cubicBezTo>
                  <a:pt x="13" y="55"/>
                  <a:pt x="12" y="53"/>
                  <a:pt x="12" y="51"/>
                </a:cubicBezTo>
                <a:cubicBezTo>
                  <a:pt x="11" y="49"/>
                  <a:pt x="12" y="48"/>
                  <a:pt x="13" y="47"/>
                </a:cubicBezTo>
                <a:cubicBezTo>
                  <a:pt x="36" y="24"/>
                  <a:pt x="36" y="24"/>
                  <a:pt x="36" y="24"/>
                </a:cubicBezTo>
                <a:cubicBezTo>
                  <a:pt x="37" y="23"/>
                  <a:pt x="39" y="22"/>
                  <a:pt x="41" y="23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86" y="22"/>
                  <a:pt x="186" y="22"/>
                  <a:pt x="186" y="22"/>
                </a:cubicBezTo>
                <a:cubicBezTo>
                  <a:pt x="195" y="14"/>
                  <a:pt x="205" y="7"/>
                  <a:pt x="216" y="4"/>
                </a:cubicBezTo>
                <a:cubicBezTo>
                  <a:pt x="227" y="0"/>
                  <a:pt x="236" y="0"/>
                  <a:pt x="242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0"/>
          <p:cNvSpPr>
            <a:spLocks/>
          </p:cNvSpPr>
          <p:nvPr/>
        </p:nvSpPr>
        <p:spPr bwMode="auto">
          <a:xfrm>
            <a:off x="5127626" y="2006463"/>
            <a:ext cx="266700" cy="295275"/>
          </a:xfrm>
          <a:custGeom>
            <a:avLst/>
            <a:gdLst>
              <a:gd name="T0" fmla="*/ 243 w 247"/>
              <a:gd name="T1" fmla="*/ 142 h 273"/>
              <a:gd name="T2" fmla="*/ 10 w 247"/>
              <a:gd name="T3" fmla="*/ 271 h 273"/>
              <a:gd name="T4" fmla="*/ 3 w 247"/>
              <a:gd name="T5" fmla="*/ 272 h 273"/>
              <a:gd name="T6" fmla="*/ 0 w 247"/>
              <a:gd name="T7" fmla="*/ 266 h 273"/>
              <a:gd name="T8" fmla="*/ 0 w 247"/>
              <a:gd name="T9" fmla="*/ 7 h 273"/>
              <a:gd name="T10" fmla="*/ 3 w 247"/>
              <a:gd name="T11" fmla="*/ 1 h 273"/>
              <a:gd name="T12" fmla="*/ 10 w 247"/>
              <a:gd name="T13" fmla="*/ 1 h 273"/>
              <a:gd name="T14" fmla="*/ 243 w 247"/>
              <a:gd name="T15" fmla="*/ 131 h 273"/>
              <a:gd name="T16" fmla="*/ 247 w 247"/>
              <a:gd name="T17" fmla="*/ 136 h 273"/>
              <a:gd name="T18" fmla="*/ 243 w 247"/>
              <a:gd name="T19" fmla="*/ 142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7" h="273">
                <a:moveTo>
                  <a:pt x="243" y="142"/>
                </a:moveTo>
                <a:cubicBezTo>
                  <a:pt x="10" y="271"/>
                  <a:pt x="10" y="271"/>
                  <a:pt x="10" y="271"/>
                </a:cubicBezTo>
                <a:cubicBezTo>
                  <a:pt x="7" y="273"/>
                  <a:pt x="5" y="273"/>
                  <a:pt x="3" y="272"/>
                </a:cubicBezTo>
                <a:cubicBezTo>
                  <a:pt x="1" y="271"/>
                  <a:pt x="0" y="269"/>
                  <a:pt x="0" y="266"/>
                </a:cubicBezTo>
                <a:cubicBezTo>
                  <a:pt x="0" y="7"/>
                  <a:pt x="0" y="7"/>
                  <a:pt x="0" y="7"/>
                </a:cubicBezTo>
                <a:cubicBezTo>
                  <a:pt x="0" y="4"/>
                  <a:pt x="1" y="2"/>
                  <a:pt x="3" y="1"/>
                </a:cubicBezTo>
                <a:cubicBezTo>
                  <a:pt x="5" y="0"/>
                  <a:pt x="7" y="0"/>
                  <a:pt x="10" y="1"/>
                </a:cubicBezTo>
                <a:cubicBezTo>
                  <a:pt x="243" y="131"/>
                  <a:pt x="243" y="131"/>
                  <a:pt x="243" y="131"/>
                </a:cubicBezTo>
                <a:cubicBezTo>
                  <a:pt x="246" y="132"/>
                  <a:pt x="247" y="134"/>
                  <a:pt x="247" y="136"/>
                </a:cubicBezTo>
                <a:cubicBezTo>
                  <a:pt x="247" y="138"/>
                  <a:pt x="246" y="140"/>
                  <a:pt x="243" y="14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1"/>
          <p:cNvSpPr>
            <a:spLocks noEditPoints="1"/>
          </p:cNvSpPr>
          <p:nvPr/>
        </p:nvSpPr>
        <p:spPr bwMode="auto">
          <a:xfrm>
            <a:off x="5546726" y="2008050"/>
            <a:ext cx="290513" cy="292100"/>
          </a:xfrm>
          <a:custGeom>
            <a:avLst/>
            <a:gdLst>
              <a:gd name="T0" fmla="*/ 135 w 269"/>
              <a:gd name="T1" fmla="*/ 0 h 270"/>
              <a:gd name="T2" fmla="*/ 202 w 269"/>
              <a:gd name="T3" fmla="*/ 19 h 270"/>
              <a:gd name="T4" fmla="*/ 251 w 269"/>
              <a:gd name="T5" fmla="*/ 68 h 270"/>
              <a:gd name="T6" fmla="*/ 269 w 269"/>
              <a:gd name="T7" fmla="*/ 135 h 270"/>
              <a:gd name="T8" fmla="*/ 251 w 269"/>
              <a:gd name="T9" fmla="*/ 203 h 270"/>
              <a:gd name="T10" fmla="*/ 202 w 269"/>
              <a:gd name="T11" fmla="*/ 252 h 270"/>
              <a:gd name="T12" fmla="*/ 135 w 269"/>
              <a:gd name="T13" fmla="*/ 270 h 270"/>
              <a:gd name="T14" fmla="*/ 67 w 269"/>
              <a:gd name="T15" fmla="*/ 252 h 270"/>
              <a:gd name="T16" fmla="*/ 18 w 269"/>
              <a:gd name="T17" fmla="*/ 203 h 270"/>
              <a:gd name="T18" fmla="*/ 0 w 269"/>
              <a:gd name="T19" fmla="*/ 135 h 270"/>
              <a:gd name="T20" fmla="*/ 18 w 269"/>
              <a:gd name="T21" fmla="*/ 68 h 270"/>
              <a:gd name="T22" fmla="*/ 67 w 269"/>
              <a:gd name="T23" fmla="*/ 19 h 270"/>
              <a:gd name="T24" fmla="*/ 135 w 269"/>
              <a:gd name="T25" fmla="*/ 0 h 270"/>
              <a:gd name="T26" fmla="*/ 202 w 269"/>
              <a:gd name="T27" fmla="*/ 145 h 270"/>
              <a:gd name="T28" fmla="*/ 208 w 269"/>
              <a:gd name="T29" fmla="*/ 135 h 270"/>
              <a:gd name="T30" fmla="*/ 202 w 269"/>
              <a:gd name="T31" fmla="*/ 126 h 270"/>
              <a:gd name="T32" fmla="*/ 107 w 269"/>
              <a:gd name="T33" fmla="*/ 70 h 270"/>
              <a:gd name="T34" fmla="*/ 95 w 269"/>
              <a:gd name="T35" fmla="*/ 69 h 270"/>
              <a:gd name="T36" fmla="*/ 90 w 269"/>
              <a:gd name="T37" fmla="*/ 79 h 270"/>
              <a:gd name="T38" fmla="*/ 90 w 269"/>
              <a:gd name="T39" fmla="*/ 192 h 270"/>
              <a:gd name="T40" fmla="*/ 95 w 269"/>
              <a:gd name="T41" fmla="*/ 201 h 270"/>
              <a:gd name="T42" fmla="*/ 101 w 269"/>
              <a:gd name="T43" fmla="*/ 203 h 270"/>
              <a:gd name="T44" fmla="*/ 107 w 269"/>
              <a:gd name="T45" fmla="*/ 201 h 270"/>
              <a:gd name="T46" fmla="*/ 202 w 269"/>
              <a:gd name="T47" fmla="*/ 14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69" h="270">
                <a:moveTo>
                  <a:pt x="135" y="0"/>
                </a:moveTo>
                <a:cubicBezTo>
                  <a:pt x="159" y="0"/>
                  <a:pt x="182" y="7"/>
                  <a:pt x="202" y="19"/>
                </a:cubicBezTo>
                <a:cubicBezTo>
                  <a:pt x="223" y="31"/>
                  <a:pt x="239" y="47"/>
                  <a:pt x="251" y="68"/>
                </a:cubicBezTo>
                <a:cubicBezTo>
                  <a:pt x="263" y="88"/>
                  <a:pt x="269" y="111"/>
                  <a:pt x="269" y="135"/>
                </a:cubicBezTo>
                <a:cubicBezTo>
                  <a:pt x="269" y="160"/>
                  <a:pt x="263" y="182"/>
                  <a:pt x="251" y="203"/>
                </a:cubicBezTo>
                <a:cubicBezTo>
                  <a:pt x="239" y="224"/>
                  <a:pt x="223" y="240"/>
                  <a:pt x="202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lose/>
                <a:moveTo>
                  <a:pt x="202" y="145"/>
                </a:moveTo>
                <a:cubicBezTo>
                  <a:pt x="206" y="143"/>
                  <a:pt x="208" y="140"/>
                  <a:pt x="208" y="135"/>
                </a:cubicBezTo>
                <a:cubicBezTo>
                  <a:pt x="208" y="131"/>
                  <a:pt x="206" y="128"/>
                  <a:pt x="202" y="126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03" y="67"/>
                  <a:pt x="99" y="67"/>
                  <a:pt x="95" y="69"/>
                </a:cubicBezTo>
                <a:cubicBezTo>
                  <a:pt x="92" y="72"/>
                  <a:pt x="90" y="75"/>
                  <a:pt x="90" y="79"/>
                </a:cubicBezTo>
                <a:cubicBezTo>
                  <a:pt x="90" y="192"/>
                  <a:pt x="90" y="192"/>
                  <a:pt x="90" y="192"/>
                </a:cubicBezTo>
                <a:cubicBezTo>
                  <a:pt x="90" y="196"/>
                  <a:pt x="92" y="199"/>
                  <a:pt x="95" y="201"/>
                </a:cubicBezTo>
                <a:cubicBezTo>
                  <a:pt x="97" y="202"/>
                  <a:pt x="99" y="203"/>
                  <a:pt x="101" y="203"/>
                </a:cubicBezTo>
                <a:cubicBezTo>
                  <a:pt x="103" y="203"/>
                  <a:pt x="105" y="202"/>
                  <a:pt x="107" y="201"/>
                </a:cubicBezTo>
                <a:lnTo>
                  <a:pt x="202" y="14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22"/>
          <p:cNvSpPr>
            <a:spLocks noEditPoints="1"/>
          </p:cNvSpPr>
          <p:nvPr/>
        </p:nvSpPr>
        <p:spPr bwMode="auto">
          <a:xfrm>
            <a:off x="5976938" y="2008050"/>
            <a:ext cx="292100" cy="292100"/>
          </a:xfrm>
          <a:custGeom>
            <a:avLst/>
            <a:gdLst>
              <a:gd name="T0" fmla="*/ 208 w 270"/>
              <a:gd name="T1" fmla="*/ 135 h 270"/>
              <a:gd name="T2" fmla="*/ 202 w 270"/>
              <a:gd name="T3" fmla="*/ 145 h 270"/>
              <a:gd name="T4" fmla="*/ 107 w 270"/>
              <a:gd name="T5" fmla="*/ 201 h 270"/>
              <a:gd name="T6" fmla="*/ 101 w 270"/>
              <a:gd name="T7" fmla="*/ 203 h 270"/>
              <a:gd name="T8" fmla="*/ 95 w 270"/>
              <a:gd name="T9" fmla="*/ 201 h 270"/>
              <a:gd name="T10" fmla="*/ 90 w 270"/>
              <a:gd name="T11" fmla="*/ 192 h 270"/>
              <a:gd name="T12" fmla="*/ 90 w 270"/>
              <a:gd name="T13" fmla="*/ 79 h 270"/>
              <a:gd name="T14" fmla="*/ 95 w 270"/>
              <a:gd name="T15" fmla="*/ 69 h 270"/>
              <a:gd name="T16" fmla="*/ 107 w 270"/>
              <a:gd name="T17" fmla="*/ 70 h 270"/>
              <a:gd name="T18" fmla="*/ 202 w 270"/>
              <a:gd name="T19" fmla="*/ 126 h 270"/>
              <a:gd name="T20" fmla="*/ 208 w 270"/>
              <a:gd name="T21" fmla="*/ 135 h 270"/>
              <a:gd name="T22" fmla="*/ 230 w 270"/>
              <a:gd name="T23" fmla="*/ 135 h 270"/>
              <a:gd name="T24" fmla="*/ 217 w 270"/>
              <a:gd name="T25" fmla="*/ 87 h 270"/>
              <a:gd name="T26" fmla="*/ 183 w 270"/>
              <a:gd name="T27" fmla="*/ 53 h 270"/>
              <a:gd name="T28" fmla="*/ 135 w 270"/>
              <a:gd name="T29" fmla="*/ 40 h 270"/>
              <a:gd name="T30" fmla="*/ 87 w 270"/>
              <a:gd name="T31" fmla="*/ 53 h 270"/>
              <a:gd name="T32" fmla="*/ 52 w 270"/>
              <a:gd name="T33" fmla="*/ 87 h 270"/>
              <a:gd name="T34" fmla="*/ 39 w 270"/>
              <a:gd name="T35" fmla="*/ 135 h 270"/>
              <a:gd name="T36" fmla="*/ 52 w 270"/>
              <a:gd name="T37" fmla="*/ 183 h 270"/>
              <a:gd name="T38" fmla="*/ 87 w 270"/>
              <a:gd name="T39" fmla="*/ 218 h 270"/>
              <a:gd name="T40" fmla="*/ 135 w 270"/>
              <a:gd name="T41" fmla="*/ 231 h 270"/>
              <a:gd name="T42" fmla="*/ 183 w 270"/>
              <a:gd name="T43" fmla="*/ 218 h 270"/>
              <a:gd name="T44" fmla="*/ 217 w 270"/>
              <a:gd name="T45" fmla="*/ 183 h 270"/>
              <a:gd name="T46" fmla="*/ 230 w 270"/>
              <a:gd name="T47" fmla="*/ 135 h 270"/>
              <a:gd name="T48" fmla="*/ 270 w 270"/>
              <a:gd name="T49" fmla="*/ 135 h 270"/>
              <a:gd name="T50" fmla="*/ 252 w 270"/>
              <a:gd name="T51" fmla="*/ 203 h 270"/>
              <a:gd name="T52" fmla="*/ 202 w 270"/>
              <a:gd name="T53" fmla="*/ 252 h 270"/>
              <a:gd name="T54" fmla="*/ 135 w 270"/>
              <a:gd name="T55" fmla="*/ 270 h 270"/>
              <a:gd name="T56" fmla="*/ 67 w 270"/>
              <a:gd name="T57" fmla="*/ 252 h 270"/>
              <a:gd name="T58" fmla="*/ 18 w 270"/>
              <a:gd name="T59" fmla="*/ 203 h 270"/>
              <a:gd name="T60" fmla="*/ 0 w 270"/>
              <a:gd name="T61" fmla="*/ 135 h 270"/>
              <a:gd name="T62" fmla="*/ 18 w 270"/>
              <a:gd name="T63" fmla="*/ 68 h 270"/>
              <a:gd name="T64" fmla="*/ 67 w 270"/>
              <a:gd name="T65" fmla="*/ 19 h 270"/>
              <a:gd name="T66" fmla="*/ 135 w 270"/>
              <a:gd name="T67" fmla="*/ 0 h 270"/>
              <a:gd name="T68" fmla="*/ 202 w 270"/>
              <a:gd name="T69" fmla="*/ 19 h 270"/>
              <a:gd name="T70" fmla="*/ 252 w 270"/>
              <a:gd name="T71" fmla="*/ 68 h 270"/>
              <a:gd name="T72" fmla="*/ 270 w 270"/>
              <a:gd name="T73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0" h="270">
                <a:moveTo>
                  <a:pt x="208" y="135"/>
                </a:moveTo>
                <a:cubicBezTo>
                  <a:pt x="208" y="140"/>
                  <a:pt x="206" y="143"/>
                  <a:pt x="202" y="145"/>
                </a:cubicBezTo>
                <a:cubicBezTo>
                  <a:pt x="107" y="201"/>
                  <a:pt x="107" y="201"/>
                  <a:pt x="107" y="201"/>
                </a:cubicBezTo>
                <a:cubicBezTo>
                  <a:pt x="105" y="202"/>
                  <a:pt x="103" y="203"/>
                  <a:pt x="101" y="203"/>
                </a:cubicBezTo>
                <a:cubicBezTo>
                  <a:pt x="99" y="203"/>
                  <a:pt x="97" y="202"/>
                  <a:pt x="95" y="201"/>
                </a:cubicBezTo>
                <a:cubicBezTo>
                  <a:pt x="92" y="199"/>
                  <a:pt x="90" y="196"/>
                  <a:pt x="90" y="192"/>
                </a:cubicBezTo>
                <a:cubicBezTo>
                  <a:pt x="90" y="79"/>
                  <a:pt x="90" y="79"/>
                  <a:pt x="90" y="79"/>
                </a:cubicBezTo>
                <a:cubicBezTo>
                  <a:pt x="90" y="75"/>
                  <a:pt x="92" y="72"/>
                  <a:pt x="95" y="69"/>
                </a:cubicBezTo>
                <a:cubicBezTo>
                  <a:pt x="99" y="67"/>
                  <a:pt x="103" y="67"/>
                  <a:pt x="107" y="70"/>
                </a:cubicBezTo>
                <a:cubicBezTo>
                  <a:pt x="202" y="126"/>
                  <a:pt x="202" y="126"/>
                  <a:pt x="202" y="126"/>
                </a:cubicBezTo>
                <a:cubicBezTo>
                  <a:pt x="206" y="128"/>
                  <a:pt x="208" y="131"/>
                  <a:pt x="208" y="135"/>
                </a:cubicBezTo>
                <a:close/>
                <a:moveTo>
                  <a:pt x="230" y="135"/>
                </a:moveTo>
                <a:cubicBezTo>
                  <a:pt x="230" y="118"/>
                  <a:pt x="226" y="102"/>
                  <a:pt x="217" y="87"/>
                </a:cubicBezTo>
                <a:cubicBezTo>
                  <a:pt x="209" y="73"/>
                  <a:pt x="197" y="61"/>
                  <a:pt x="183" y="53"/>
                </a:cubicBezTo>
                <a:cubicBezTo>
                  <a:pt x="168" y="44"/>
                  <a:pt x="152" y="40"/>
                  <a:pt x="135" y="40"/>
                </a:cubicBezTo>
                <a:cubicBezTo>
                  <a:pt x="117" y="40"/>
                  <a:pt x="101" y="44"/>
                  <a:pt x="87" y="53"/>
                </a:cubicBezTo>
                <a:cubicBezTo>
                  <a:pt x="72" y="61"/>
                  <a:pt x="61" y="73"/>
                  <a:pt x="52" y="87"/>
                </a:cubicBezTo>
                <a:cubicBezTo>
                  <a:pt x="44" y="102"/>
                  <a:pt x="39" y="118"/>
                  <a:pt x="39" y="135"/>
                </a:cubicBezTo>
                <a:cubicBezTo>
                  <a:pt x="39" y="153"/>
                  <a:pt x="44" y="169"/>
                  <a:pt x="52" y="183"/>
                </a:cubicBezTo>
                <a:cubicBezTo>
                  <a:pt x="61" y="198"/>
                  <a:pt x="72" y="210"/>
                  <a:pt x="87" y="218"/>
                </a:cubicBezTo>
                <a:cubicBezTo>
                  <a:pt x="101" y="227"/>
                  <a:pt x="117" y="231"/>
                  <a:pt x="135" y="231"/>
                </a:cubicBezTo>
                <a:cubicBezTo>
                  <a:pt x="152" y="231"/>
                  <a:pt x="168" y="227"/>
                  <a:pt x="183" y="218"/>
                </a:cubicBezTo>
                <a:cubicBezTo>
                  <a:pt x="197" y="210"/>
                  <a:pt x="209" y="198"/>
                  <a:pt x="217" y="183"/>
                </a:cubicBezTo>
                <a:cubicBezTo>
                  <a:pt x="226" y="169"/>
                  <a:pt x="230" y="153"/>
                  <a:pt x="230" y="135"/>
                </a:cubicBezTo>
                <a:close/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39" y="224"/>
                  <a:pt x="223" y="240"/>
                  <a:pt x="202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2" y="19"/>
                </a:cubicBezTo>
                <a:cubicBezTo>
                  <a:pt x="223" y="31"/>
                  <a:pt x="239" y="47"/>
                  <a:pt x="252" y="68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23"/>
          <p:cNvSpPr>
            <a:spLocks/>
          </p:cNvSpPr>
          <p:nvPr/>
        </p:nvSpPr>
        <p:spPr bwMode="auto">
          <a:xfrm>
            <a:off x="8107363" y="1554025"/>
            <a:ext cx="338138" cy="339725"/>
          </a:xfrm>
          <a:custGeom>
            <a:avLst/>
            <a:gdLst>
              <a:gd name="T0" fmla="*/ 308 w 314"/>
              <a:gd name="T1" fmla="*/ 79 h 315"/>
              <a:gd name="T2" fmla="*/ 314 w 314"/>
              <a:gd name="T3" fmla="*/ 95 h 315"/>
              <a:gd name="T4" fmla="*/ 308 w 314"/>
              <a:gd name="T5" fmla="*/ 111 h 315"/>
              <a:gd name="T6" fmla="*/ 237 w 314"/>
              <a:gd name="T7" fmla="*/ 181 h 315"/>
              <a:gd name="T8" fmla="*/ 264 w 314"/>
              <a:gd name="T9" fmla="*/ 208 h 315"/>
              <a:gd name="T10" fmla="*/ 236 w 314"/>
              <a:gd name="T11" fmla="*/ 236 h 315"/>
              <a:gd name="T12" fmla="*/ 167 w 314"/>
              <a:gd name="T13" fmla="*/ 269 h 315"/>
              <a:gd name="T14" fmla="*/ 95 w 314"/>
              <a:gd name="T15" fmla="*/ 251 h 315"/>
              <a:gd name="T16" fmla="*/ 31 w 314"/>
              <a:gd name="T17" fmla="*/ 315 h 315"/>
              <a:gd name="T18" fmla="*/ 0 w 314"/>
              <a:gd name="T19" fmla="*/ 315 h 315"/>
              <a:gd name="T20" fmla="*/ 0 w 314"/>
              <a:gd name="T21" fmla="*/ 283 h 315"/>
              <a:gd name="T22" fmla="*/ 63 w 314"/>
              <a:gd name="T23" fmla="*/ 219 h 315"/>
              <a:gd name="T24" fmla="*/ 46 w 314"/>
              <a:gd name="T25" fmla="*/ 147 h 315"/>
              <a:gd name="T26" fmla="*/ 78 w 314"/>
              <a:gd name="T27" fmla="*/ 79 h 315"/>
              <a:gd name="T28" fmla="*/ 106 w 314"/>
              <a:gd name="T29" fmla="*/ 50 h 315"/>
              <a:gd name="T30" fmla="*/ 133 w 314"/>
              <a:gd name="T31" fmla="*/ 77 h 315"/>
              <a:gd name="T32" fmla="*/ 203 w 314"/>
              <a:gd name="T33" fmla="*/ 6 h 315"/>
              <a:gd name="T34" fmla="*/ 219 w 314"/>
              <a:gd name="T35" fmla="*/ 0 h 315"/>
              <a:gd name="T36" fmla="*/ 235 w 314"/>
              <a:gd name="T37" fmla="*/ 6 h 315"/>
              <a:gd name="T38" fmla="*/ 241 w 314"/>
              <a:gd name="T39" fmla="*/ 22 h 315"/>
              <a:gd name="T40" fmla="*/ 235 w 314"/>
              <a:gd name="T41" fmla="*/ 38 h 315"/>
              <a:gd name="T42" fmla="*/ 165 w 314"/>
              <a:gd name="T43" fmla="*/ 109 h 315"/>
              <a:gd name="T44" fmla="*/ 206 w 314"/>
              <a:gd name="T45" fmla="*/ 150 h 315"/>
              <a:gd name="T46" fmla="*/ 276 w 314"/>
              <a:gd name="T47" fmla="*/ 79 h 315"/>
              <a:gd name="T48" fmla="*/ 292 w 314"/>
              <a:gd name="T49" fmla="*/ 73 h 315"/>
              <a:gd name="T50" fmla="*/ 308 w 314"/>
              <a:gd name="T51" fmla="*/ 79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14" h="315">
                <a:moveTo>
                  <a:pt x="308" y="79"/>
                </a:moveTo>
                <a:cubicBezTo>
                  <a:pt x="312" y="84"/>
                  <a:pt x="314" y="89"/>
                  <a:pt x="314" y="95"/>
                </a:cubicBezTo>
                <a:cubicBezTo>
                  <a:pt x="314" y="101"/>
                  <a:pt x="312" y="107"/>
                  <a:pt x="308" y="111"/>
                </a:cubicBezTo>
                <a:cubicBezTo>
                  <a:pt x="237" y="181"/>
                  <a:pt x="237" y="181"/>
                  <a:pt x="237" y="181"/>
                </a:cubicBezTo>
                <a:cubicBezTo>
                  <a:pt x="264" y="208"/>
                  <a:pt x="264" y="208"/>
                  <a:pt x="264" y="208"/>
                </a:cubicBezTo>
                <a:cubicBezTo>
                  <a:pt x="236" y="236"/>
                  <a:pt x="236" y="236"/>
                  <a:pt x="236" y="236"/>
                </a:cubicBezTo>
                <a:cubicBezTo>
                  <a:pt x="217" y="255"/>
                  <a:pt x="194" y="266"/>
                  <a:pt x="167" y="269"/>
                </a:cubicBezTo>
                <a:cubicBezTo>
                  <a:pt x="141" y="271"/>
                  <a:pt x="117" y="265"/>
                  <a:pt x="95" y="251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283"/>
                  <a:pt x="0" y="283"/>
                  <a:pt x="0" y="283"/>
                </a:cubicBezTo>
                <a:cubicBezTo>
                  <a:pt x="63" y="219"/>
                  <a:pt x="63" y="219"/>
                  <a:pt x="63" y="219"/>
                </a:cubicBezTo>
                <a:cubicBezTo>
                  <a:pt x="49" y="198"/>
                  <a:pt x="43" y="173"/>
                  <a:pt x="46" y="147"/>
                </a:cubicBezTo>
                <a:cubicBezTo>
                  <a:pt x="48" y="120"/>
                  <a:pt x="59" y="98"/>
                  <a:pt x="78" y="79"/>
                </a:cubicBezTo>
                <a:cubicBezTo>
                  <a:pt x="106" y="50"/>
                  <a:pt x="106" y="50"/>
                  <a:pt x="106" y="50"/>
                </a:cubicBezTo>
                <a:cubicBezTo>
                  <a:pt x="133" y="77"/>
                  <a:pt x="133" y="77"/>
                  <a:pt x="133" y="77"/>
                </a:cubicBezTo>
                <a:cubicBezTo>
                  <a:pt x="203" y="6"/>
                  <a:pt x="203" y="6"/>
                  <a:pt x="203" y="6"/>
                </a:cubicBezTo>
                <a:cubicBezTo>
                  <a:pt x="207" y="2"/>
                  <a:pt x="213" y="0"/>
                  <a:pt x="219" y="0"/>
                </a:cubicBezTo>
                <a:cubicBezTo>
                  <a:pt x="225" y="0"/>
                  <a:pt x="230" y="2"/>
                  <a:pt x="235" y="6"/>
                </a:cubicBezTo>
                <a:cubicBezTo>
                  <a:pt x="239" y="11"/>
                  <a:pt x="241" y="16"/>
                  <a:pt x="241" y="22"/>
                </a:cubicBezTo>
                <a:cubicBezTo>
                  <a:pt x="241" y="29"/>
                  <a:pt x="239" y="34"/>
                  <a:pt x="235" y="38"/>
                </a:cubicBezTo>
                <a:cubicBezTo>
                  <a:pt x="165" y="109"/>
                  <a:pt x="165" y="109"/>
                  <a:pt x="165" y="109"/>
                </a:cubicBezTo>
                <a:cubicBezTo>
                  <a:pt x="206" y="150"/>
                  <a:pt x="206" y="150"/>
                  <a:pt x="206" y="150"/>
                </a:cubicBezTo>
                <a:cubicBezTo>
                  <a:pt x="276" y="79"/>
                  <a:pt x="276" y="79"/>
                  <a:pt x="276" y="79"/>
                </a:cubicBezTo>
                <a:cubicBezTo>
                  <a:pt x="280" y="75"/>
                  <a:pt x="286" y="73"/>
                  <a:pt x="292" y="73"/>
                </a:cubicBezTo>
                <a:cubicBezTo>
                  <a:pt x="298" y="73"/>
                  <a:pt x="303" y="75"/>
                  <a:pt x="308" y="7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24"/>
          <p:cNvSpPr>
            <a:spLocks/>
          </p:cNvSpPr>
          <p:nvPr/>
        </p:nvSpPr>
        <p:spPr bwMode="auto">
          <a:xfrm>
            <a:off x="6419851" y="2020750"/>
            <a:ext cx="268288" cy="266700"/>
          </a:xfrm>
          <a:custGeom>
            <a:avLst/>
            <a:gdLst>
              <a:gd name="T0" fmla="*/ 248 w 248"/>
              <a:gd name="T1" fmla="*/ 106 h 247"/>
              <a:gd name="T2" fmla="*/ 248 w 248"/>
              <a:gd name="T3" fmla="*/ 140 h 247"/>
              <a:gd name="T4" fmla="*/ 243 w 248"/>
              <a:gd name="T5" fmla="*/ 152 h 247"/>
              <a:gd name="T6" fmla="*/ 231 w 248"/>
              <a:gd name="T7" fmla="*/ 157 h 247"/>
              <a:gd name="T8" fmla="*/ 158 w 248"/>
              <a:gd name="T9" fmla="*/ 157 h 247"/>
              <a:gd name="T10" fmla="*/ 158 w 248"/>
              <a:gd name="T11" fmla="*/ 230 h 247"/>
              <a:gd name="T12" fmla="*/ 153 w 248"/>
              <a:gd name="T13" fmla="*/ 242 h 247"/>
              <a:gd name="T14" fmla="*/ 141 w 248"/>
              <a:gd name="T15" fmla="*/ 247 h 247"/>
              <a:gd name="T16" fmla="*/ 107 w 248"/>
              <a:gd name="T17" fmla="*/ 247 h 247"/>
              <a:gd name="T18" fmla="*/ 95 w 248"/>
              <a:gd name="T19" fmla="*/ 242 h 247"/>
              <a:gd name="T20" fmla="*/ 90 w 248"/>
              <a:gd name="T21" fmla="*/ 230 h 247"/>
              <a:gd name="T22" fmla="*/ 90 w 248"/>
              <a:gd name="T23" fmla="*/ 157 h 247"/>
              <a:gd name="T24" fmla="*/ 17 w 248"/>
              <a:gd name="T25" fmla="*/ 157 h 247"/>
              <a:gd name="T26" fmla="*/ 5 w 248"/>
              <a:gd name="T27" fmla="*/ 152 h 247"/>
              <a:gd name="T28" fmla="*/ 0 w 248"/>
              <a:gd name="T29" fmla="*/ 140 h 247"/>
              <a:gd name="T30" fmla="*/ 0 w 248"/>
              <a:gd name="T31" fmla="*/ 106 h 247"/>
              <a:gd name="T32" fmla="*/ 5 w 248"/>
              <a:gd name="T33" fmla="*/ 95 h 247"/>
              <a:gd name="T34" fmla="*/ 17 w 248"/>
              <a:gd name="T35" fmla="*/ 90 h 247"/>
              <a:gd name="T36" fmla="*/ 90 w 248"/>
              <a:gd name="T37" fmla="*/ 90 h 247"/>
              <a:gd name="T38" fmla="*/ 90 w 248"/>
              <a:gd name="T39" fmla="*/ 17 h 247"/>
              <a:gd name="T40" fmla="*/ 95 w 248"/>
              <a:gd name="T41" fmla="*/ 5 h 247"/>
              <a:gd name="T42" fmla="*/ 107 w 248"/>
              <a:gd name="T43" fmla="*/ 0 h 247"/>
              <a:gd name="T44" fmla="*/ 141 w 248"/>
              <a:gd name="T45" fmla="*/ 0 h 247"/>
              <a:gd name="T46" fmla="*/ 153 w 248"/>
              <a:gd name="T47" fmla="*/ 5 h 247"/>
              <a:gd name="T48" fmla="*/ 158 w 248"/>
              <a:gd name="T49" fmla="*/ 17 h 247"/>
              <a:gd name="T50" fmla="*/ 158 w 248"/>
              <a:gd name="T51" fmla="*/ 90 h 247"/>
              <a:gd name="T52" fmla="*/ 231 w 248"/>
              <a:gd name="T53" fmla="*/ 90 h 247"/>
              <a:gd name="T54" fmla="*/ 243 w 248"/>
              <a:gd name="T55" fmla="*/ 95 h 247"/>
              <a:gd name="T56" fmla="*/ 248 w 248"/>
              <a:gd name="T57" fmla="*/ 10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48" h="247">
                <a:moveTo>
                  <a:pt x="248" y="106"/>
                </a:moveTo>
                <a:cubicBezTo>
                  <a:pt x="248" y="140"/>
                  <a:pt x="248" y="140"/>
                  <a:pt x="248" y="140"/>
                </a:cubicBezTo>
                <a:cubicBezTo>
                  <a:pt x="248" y="145"/>
                  <a:pt x="246" y="149"/>
                  <a:pt x="243" y="152"/>
                </a:cubicBezTo>
                <a:cubicBezTo>
                  <a:pt x="239" y="155"/>
                  <a:pt x="235" y="157"/>
                  <a:pt x="231" y="157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158" y="230"/>
                  <a:pt x="158" y="230"/>
                  <a:pt x="158" y="230"/>
                </a:cubicBezTo>
                <a:cubicBezTo>
                  <a:pt x="158" y="235"/>
                  <a:pt x="156" y="239"/>
                  <a:pt x="153" y="242"/>
                </a:cubicBezTo>
                <a:cubicBezTo>
                  <a:pt x="149" y="245"/>
                  <a:pt x="145" y="247"/>
                  <a:pt x="141" y="247"/>
                </a:cubicBezTo>
                <a:cubicBezTo>
                  <a:pt x="107" y="247"/>
                  <a:pt x="107" y="247"/>
                  <a:pt x="107" y="247"/>
                </a:cubicBezTo>
                <a:cubicBezTo>
                  <a:pt x="102" y="247"/>
                  <a:pt x="98" y="245"/>
                  <a:pt x="95" y="242"/>
                </a:cubicBezTo>
                <a:cubicBezTo>
                  <a:pt x="92" y="239"/>
                  <a:pt x="90" y="235"/>
                  <a:pt x="90" y="230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17" y="157"/>
                  <a:pt x="17" y="157"/>
                  <a:pt x="17" y="157"/>
                </a:cubicBezTo>
                <a:cubicBezTo>
                  <a:pt x="12" y="157"/>
                  <a:pt x="9" y="155"/>
                  <a:pt x="5" y="152"/>
                </a:cubicBezTo>
                <a:cubicBezTo>
                  <a:pt x="2" y="149"/>
                  <a:pt x="0" y="145"/>
                  <a:pt x="0" y="14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2"/>
                  <a:pt x="2" y="98"/>
                  <a:pt x="5" y="95"/>
                </a:cubicBezTo>
                <a:cubicBezTo>
                  <a:pt x="9" y="91"/>
                  <a:pt x="12" y="90"/>
                  <a:pt x="17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7"/>
                  <a:pt x="90" y="17"/>
                  <a:pt x="90" y="17"/>
                </a:cubicBezTo>
                <a:cubicBezTo>
                  <a:pt x="90" y="12"/>
                  <a:pt x="92" y="8"/>
                  <a:pt x="95" y="5"/>
                </a:cubicBezTo>
                <a:cubicBezTo>
                  <a:pt x="98" y="1"/>
                  <a:pt x="102" y="0"/>
                  <a:pt x="107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5" y="0"/>
                  <a:pt x="149" y="1"/>
                  <a:pt x="153" y="5"/>
                </a:cubicBezTo>
                <a:cubicBezTo>
                  <a:pt x="156" y="8"/>
                  <a:pt x="158" y="12"/>
                  <a:pt x="158" y="17"/>
                </a:cubicBezTo>
                <a:cubicBezTo>
                  <a:pt x="158" y="90"/>
                  <a:pt x="158" y="90"/>
                  <a:pt x="158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5" y="90"/>
                  <a:pt x="239" y="91"/>
                  <a:pt x="243" y="95"/>
                </a:cubicBezTo>
                <a:cubicBezTo>
                  <a:pt x="246" y="98"/>
                  <a:pt x="248" y="102"/>
                  <a:pt x="248" y="10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25"/>
          <p:cNvSpPr>
            <a:spLocks noEditPoints="1"/>
          </p:cNvSpPr>
          <p:nvPr/>
        </p:nvSpPr>
        <p:spPr bwMode="auto">
          <a:xfrm>
            <a:off x="6838951" y="2008050"/>
            <a:ext cx="292100" cy="292100"/>
          </a:xfrm>
          <a:custGeom>
            <a:avLst/>
            <a:gdLst>
              <a:gd name="T0" fmla="*/ 214 w 270"/>
              <a:gd name="T1" fmla="*/ 147 h 270"/>
              <a:gd name="T2" fmla="*/ 214 w 270"/>
              <a:gd name="T3" fmla="*/ 124 h 270"/>
              <a:gd name="T4" fmla="*/ 210 w 270"/>
              <a:gd name="T5" fmla="*/ 116 h 270"/>
              <a:gd name="T6" fmla="*/ 203 w 270"/>
              <a:gd name="T7" fmla="*/ 113 h 270"/>
              <a:gd name="T8" fmla="*/ 158 w 270"/>
              <a:gd name="T9" fmla="*/ 113 h 270"/>
              <a:gd name="T10" fmla="*/ 158 w 270"/>
              <a:gd name="T11" fmla="*/ 68 h 270"/>
              <a:gd name="T12" fmla="*/ 154 w 270"/>
              <a:gd name="T13" fmla="*/ 60 h 270"/>
              <a:gd name="T14" fmla="*/ 146 w 270"/>
              <a:gd name="T15" fmla="*/ 57 h 270"/>
              <a:gd name="T16" fmla="*/ 124 w 270"/>
              <a:gd name="T17" fmla="*/ 57 h 270"/>
              <a:gd name="T18" fmla="*/ 116 w 270"/>
              <a:gd name="T19" fmla="*/ 60 h 270"/>
              <a:gd name="T20" fmla="*/ 113 w 270"/>
              <a:gd name="T21" fmla="*/ 68 h 270"/>
              <a:gd name="T22" fmla="*/ 113 w 270"/>
              <a:gd name="T23" fmla="*/ 113 h 270"/>
              <a:gd name="T24" fmla="*/ 68 w 270"/>
              <a:gd name="T25" fmla="*/ 113 h 270"/>
              <a:gd name="T26" fmla="*/ 60 w 270"/>
              <a:gd name="T27" fmla="*/ 116 h 270"/>
              <a:gd name="T28" fmla="*/ 56 w 270"/>
              <a:gd name="T29" fmla="*/ 124 h 270"/>
              <a:gd name="T30" fmla="*/ 56 w 270"/>
              <a:gd name="T31" fmla="*/ 147 h 270"/>
              <a:gd name="T32" fmla="*/ 60 w 270"/>
              <a:gd name="T33" fmla="*/ 154 h 270"/>
              <a:gd name="T34" fmla="*/ 68 w 270"/>
              <a:gd name="T35" fmla="*/ 158 h 270"/>
              <a:gd name="T36" fmla="*/ 113 w 270"/>
              <a:gd name="T37" fmla="*/ 158 h 270"/>
              <a:gd name="T38" fmla="*/ 113 w 270"/>
              <a:gd name="T39" fmla="*/ 203 h 270"/>
              <a:gd name="T40" fmla="*/ 116 w 270"/>
              <a:gd name="T41" fmla="*/ 211 h 270"/>
              <a:gd name="T42" fmla="*/ 124 w 270"/>
              <a:gd name="T43" fmla="*/ 214 h 270"/>
              <a:gd name="T44" fmla="*/ 146 w 270"/>
              <a:gd name="T45" fmla="*/ 214 h 270"/>
              <a:gd name="T46" fmla="*/ 154 w 270"/>
              <a:gd name="T47" fmla="*/ 211 h 270"/>
              <a:gd name="T48" fmla="*/ 158 w 270"/>
              <a:gd name="T49" fmla="*/ 203 h 270"/>
              <a:gd name="T50" fmla="*/ 158 w 270"/>
              <a:gd name="T51" fmla="*/ 158 h 270"/>
              <a:gd name="T52" fmla="*/ 203 w 270"/>
              <a:gd name="T53" fmla="*/ 158 h 270"/>
              <a:gd name="T54" fmla="*/ 210 w 270"/>
              <a:gd name="T55" fmla="*/ 154 h 270"/>
              <a:gd name="T56" fmla="*/ 214 w 270"/>
              <a:gd name="T57" fmla="*/ 147 h 270"/>
              <a:gd name="T58" fmla="*/ 270 w 270"/>
              <a:gd name="T59" fmla="*/ 135 h 270"/>
              <a:gd name="T60" fmla="*/ 252 w 270"/>
              <a:gd name="T61" fmla="*/ 203 h 270"/>
              <a:gd name="T62" fmla="*/ 203 w 270"/>
              <a:gd name="T63" fmla="*/ 252 h 270"/>
              <a:gd name="T64" fmla="*/ 135 w 270"/>
              <a:gd name="T65" fmla="*/ 270 h 270"/>
              <a:gd name="T66" fmla="*/ 67 w 270"/>
              <a:gd name="T67" fmla="*/ 252 h 270"/>
              <a:gd name="T68" fmla="*/ 18 w 270"/>
              <a:gd name="T69" fmla="*/ 203 h 270"/>
              <a:gd name="T70" fmla="*/ 0 w 270"/>
              <a:gd name="T71" fmla="*/ 135 h 270"/>
              <a:gd name="T72" fmla="*/ 18 w 270"/>
              <a:gd name="T73" fmla="*/ 68 h 270"/>
              <a:gd name="T74" fmla="*/ 67 w 270"/>
              <a:gd name="T75" fmla="*/ 19 h 270"/>
              <a:gd name="T76" fmla="*/ 135 w 270"/>
              <a:gd name="T77" fmla="*/ 0 h 270"/>
              <a:gd name="T78" fmla="*/ 203 w 270"/>
              <a:gd name="T79" fmla="*/ 19 h 270"/>
              <a:gd name="T80" fmla="*/ 252 w 270"/>
              <a:gd name="T81" fmla="*/ 68 h 270"/>
              <a:gd name="T82" fmla="*/ 270 w 270"/>
              <a:gd name="T83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0" h="270">
                <a:moveTo>
                  <a:pt x="214" y="147"/>
                </a:moveTo>
                <a:cubicBezTo>
                  <a:pt x="214" y="124"/>
                  <a:pt x="214" y="124"/>
                  <a:pt x="214" y="124"/>
                </a:cubicBezTo>
                <a:cubicBezTo>
                  <a:pt x="214" y="121"/>
                  <a:pt x="213" y="118"/>
                  <a:pt x="210" y="116"/>
                </a:cubicBezTo>
                <a:cubicBezTo>
                  <a:pt x="208" y="114"/>
                  <a:pt x="206" y="113"/>
                  <a:pt x="203" y="113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58" y="68"/>
                  <a:pt x="158" y="68"/>
                  <a:pt x="158" y="68"/>
                </a:cubicBezTo>
                <a:cubicBezTo>
                  <a:pt x="158" y="65"/>
                  <a:pt x="156" y="62"/>
                  <a:pt x="154" y="60"/>
                </a:cubicBezTo>
                <a:cubicBezTo>
                  <a:pt x="152" y="58"/>
                  <a:pt x="149" y="57"/>
                  <a:pt x="146" y="57"/>
                </a:cubicBezTo>
                <a:cubicBezTo>
                  <a:pt x="124" y="57"/>
                  <a:pt x="124" y="57"/>
                  <a:pt x="124" y="57"/>
                </a:cubicBezTo>
                <a:cubicBezTo>
                  <a:pt x="121" y="57"/>
                  <a:pt x="118" y="58"/>
                  <a:pt x="116" y="60"/>
                </a:cubicBezTo>
                <a:cubicBezTo>
                  <a:pt x="114" y="62"/>
                  <a:pt x="113" y="65"/>
                  <a:pt x="113" y="68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68" y="113"/>
                  <a:pt x="68" y="113"/>
                  <a:pt x="68" y="113"/>
                </a:cubicBezTo>
                <a:cubicBezTo>
                  <a:pt x="65" y="113"/>
                  <a:pt x="62" y="114"/>
                  <a:pt x="60" y="116"/>
                </a:cubicBezTo>
                <a:cubicBezTo>
                  <a:pt x="58" y="118"/>
                  <a:pt x="56" y="121"/>
                  <a:pt x="56" y="124"/>
                </a:cubicBezTo>
                <a:cubicBezTo>
                  <a:pt x="56" y="147"/>
                  <a:pt x="56" y="147"/>
                  <a:pt x="56" y="147"/>
                </a:cubicBezTo>
                <a:cubicBezTo>
                  <a:pt x="56" y="150"/>
                  <a:pt x="58" y="152"/>
                  <a:pt x="60" y="154"/>
                </a:cubicBezTo>
                <a:cubicBezTo>
                  <a:pt x="62" y="157"/>
                  <a:pt x="65" y="158"/>
                  <a:pt x="68" y="158"/>
                </a:cubicBezTo>
                <a:cubicBezTo>
                  <a:pt x="113" y="158"/>
                  <a:pt x="113" y="158"/>
                  <a:pt x="113" y="158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6"/>
                  <a:pt x="114" y="208"/>
                  <a:pt x="116" y="211"/>
                </a:cubicBezTo>
                <a:cubicBezTo>
                  <a:pt x="118" y="213"/>
                  <a:pt x="121" y="214"/>
                  <a:pt x="124" y="214"/>
                </a:cubicBezTo>
                <a:cubicBezTo>
                  <a:pt x="146" y="214"/>
                  <a:pt x="146" y="214"/>
                  <a:pt x="146" y="214"/>
                </a:cubicBezTo>
                <a:cubicBezTo>
                  <a:pt x="149" y="214"/>
                  <a:pt x="152" y="213"/>
                  <a:pt x="154" y="211"/>
                </a:cubicBezTo>
                <a:cubicBezTo>
                  <a:pt x="156" y="208"/>
                  <a:pt x="158" y="206"/>
                  <a:pt x="158" y="203"/>
                </a:cubicBezTo>
                <a:cubicBezTo>
                  <a:pt x="158" y="158"/>
                  <a:pt x="158" y="158"/>
                  <a:pt x="158" y="158"/>
                </a:cubicBezTo>
                <a:cubicBezTo>
                  <a:pt x="203" y="158"/>
                  <a:pt x="203" y="158"/>
                  <a:pt x="203" y="158"/>
                </a:cubicBezTo>
                <a:cubicBezTo>
                  <a:pt x="206" y="158"/>
                  <a:pt x="208" y="157"/>
                  <a:pt x="210" y="154"/>
                </a:cubicBezTo>
                <a:cubicBezTo>
                  <a:pt x="213" y="152"/>
                  <a:pt x="214" y="150"/>
                  <a:pt x="214" y="147"/>
                </a:cubicBezTo>
                <a:close/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60" y="270"/>
                  <a:pt x="135" y="270"/>
                </a:cubicBezTo>
                <a:cubicBezTo>
                  <a:pt x="111" y="270"/>
                  <a:pt x="88" y="264"/>
                  <a:pt x="67" y="252"/>
                </a:cubicBezTo>
                <a:cubicBezTo>
                  <a:pt x="47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7"/>
                  <a:pt x="111" y="0"/>
                  <a:pt x="135" y="0"/>
                </a:cubicBezTo>
                <a:cubicBezTo>
                  <a:pt x="160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26"/>
          <p:cNvSpPr>
            <a:spLocks noEditPoints="1"/>
          </p:cNvSpPr>
          <p:nvPr/>
        </p:nvSpPr>
        <p:spPr bwMode="auto">
          <a:xfrm>
            <a:off x="7269163" y="2008050"/>
            <a:ext cx="292100" cy="292100"/>
          </a:xfrm>
          <a:custGeom>
            <a:avLst/>
            <a:gdLst>
              <a:gd name="T0" fmla="*/ 225 w 270"/>
              <a:gd name="T1" fmla="*/ 147 h 270"/>
              <a:gd name="T2" fmla="*/ 225 w 270"/>
              <a:gd name="T3" fmla="*/ 124 h 270"/>
              <a:gd name="T4" fmla="*/ 222 w 270"/>
              <a:gd name="T5" fmla="*/ 116 h 270"/>
              <a:gd name="T6" fmla="*/ 214 w 270"/>
              <a:gd name="T7" fmla="*/ 113 h 270"/>
              <a:gd name="T8" fmla="*/ 158 w 270"/>
              <a:gd name="T9" fmla="*/ 113 h 270"/>
              <a:gd name="T10" fmla="*/ 158 w 270"/>
              <a:gd name="T11" fmla="*/ 57 h 270"/>
              <a:gd name="T12" fmla="*/ 154 w 270"/>
              <a:gd name="T13" fmla="*/ 49 h 270"/>
              <a:gd name="T14" fmla="*/ 146 w 270"/>
              <a:gd name="T15" fmla="*/ 45 h 270"/>
              <a:gd name="T16" fmla="*/ 124 w 270"/>
              <a:gd name="T17" fmla="*/ 45 h 270"/>
              <a:gd name="T18" fmla="*/ 116 w 270"/>
              <a:gd name="T19" fmla="*/ 49 h 270"/>
              <a:gd name="T20" fmla="*/ 113 w 270"/>
              <a:gd name="T21" fmla="*/ 57 h 270"/>
              <a:gd name="T22" fmla="*/ 113 w 270"/>
              <a:gd name="T23" fmla="*/ 113 h 270"/>
              <a:gd name="T24" fmla="*/ 57 w 270"/>
              <a:gd name="T25" fmla="*/ 113 h 270"/>
              <a:gd name="T26" fmla="*/ 49 w 270"/>
              <a:gd name="T27" fmla="*/ 116 h 270"/>
              <a:gd name="T28" fmla="*/ 45 w 270"/>
              <a:gd name="T29" fmla="*/ 124 h 270"/>
              <a:gd name="T30" fmla="*/ 45 w 270"/>
              <a:gd name="T31" fmla="*/ 147 h 270"/>
              <a:gd name="T32" fmla="*/ 49 w 270"/>
              <a:gd name="T33" fmla="*/ 154 h 270"/>
              <a:gd name="T34" fmla="*/ 57 w 270"/>
              <a:gd name="T35" fmla="*/ 158 h 270"/>
              <a:gd name="T36" fmla="*/ 113 w 270"/>
              <a:gd name="T37" fmla="*/ 158 h 270"/>
              <a:gd name="T38" fmla="*/ 113 w 270"/>
              <a:gd name="T39" fmla="*/ 214 h 270"/>
              <a:gd name="T40" fmla="*/ 116 w 270"/>
              <a:gd name="T41" fmla="*/ 222 h 270"/>
              <a:gd name="T42" fmla="*/ 124 w 270"/>
              <a:gd name="T43" fmla="*/ 225 h 270"/>
              <a:gd name="T44" fmla="*/ 146 w 270"/>
              <a:gd name="T45" fmla="*/ 225 h 270"/>
              <a:gd name="T46" fmla="*/ 154 w 270"/>
              <a:gd name="T47" fmla="*/ 222 h 270"/>
              <a:gd name="T48" fmla="*/ 158 w 270"/>
              <a:gd name="T49" fmla="*/ 214 h 270"/>
              <a:gd name="T50" fmla="*/ 158 w 270"/>
              <a:gd name="T51" fmla="*/ 158 h 270"/>
              <a:gd name="T52" fmla="*/ 214 w 270"/>
              <a:gd name="T53" fmla="*/ 158 h 270"/>
              <a:gd name="T54" fmla="*/ 222 w 270"/>
              <a:gd name="T55" fmla="*/ 154 h 270"/>
              <a:gd name="T56" fmla="*/ 225 w 270"/>
              <a:gd name="T57" fmla="*/ 147 h 270"/>
              <a:gd name="T58" fmla="*/ 270 w 270"/>
              <a:gd name="T59" fmla="*/ 51 h 270"/>
              <a:gd name="T60" fmla="*/ 270 w 270"/>
              <a:gd name="T61" fmla="*/ 220 h 270"/>
              <a:gd name="T62" fmla="*/ 255 w 270"/>
              <a:gd name="T63" fmla="*/ 255 h 270"/>
              <a:gd name="T64" fmla="*/ 220 w 270"/>
              <a:gd name="T65" fmla="*/ 270 h 270"/>
              <a:gd name="T66" fmla="*/ 51 w 270"/>
              <a:gd name="T67" fmla="*/ 270 h 270"/>
              <a:gd name="T68" fmla="*/ 15 w 270"/>
              <a:gd name="T69" fmla="*/ 255 h 270"/>
              <a:gd name="T70" fmla="*/ 0 w 270"/>
              <a:gd name="T71" fmla="*/ 220 h 270"/>
              <a:gd name="T72" fmla="*/ 0 w 270"/>
              <a:gd name="T73" fmla="*/ 51 h 270"/>
              <a:gd name="T74" fmla="*/ 15 w 270"/>
              <a:gd name="T75" fmla="*/ 15 h 270"/>
              <a:gd name="T76" fmla="*/ 51 w 270"/>
              <a:gd name="T77" fmla="*/ 0 h 270"/>
              <a:gd name="T78" fmla="*/ 220 w 270"/>
              <a:gd name="T79" fmla="*/ 0 h 270"/>
              <a:gd name="T80" fmla="*/ 255 w 270"/>
              <a:gd name="T81" fmla="*/ 15 h 270"/>
              <a:gd name="T82" fmla="*/ 270 w 270"/>
              <a:gd name="T83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0" h="270">
                <a:moveTo>
                  <a:pt x="225" y="147"/>
                </a:moveTo>
                <a:cubicBezTo>
                  <a:pt x="225" y="124"/>
                  <a:pt x="225" y="124"/>
                  <a:pt x="225" y="124"/>
                </a:cubicBezTo>
                <a:cubicBezTo>
                  <a:pt x="225" y="121"/>
                  <a:pt x="224" y="118"/>
                  <a:pt x="222" y="116"/>
                </a:cubicBezTo>
                <a:cubicBezTo>
                  <a:pt x="220" y="114"/>
                  <a:pt x="217" y="113"/>
                  <a:pt x="214" y="113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58" y="57"/>
                  <a:pt x="158" y="57"/>
                  <a:pt x="158" y="57"/>
                </a:cubicBezTo>
                <a:cubicBezTo>
                  <a:pt x="158" y="54"/>
                  <a:pt x="157" y="51"/>
                  <a:pt x="154" y="49"/>
                </a:cubicBezTo>
                <a:cubicBezTo>
                  <a:pt x="152" y="47"/>
                  <a:pt x="150" y="45"/>
                  <a:pt x="146" y="45"/>
                </a:cubicBezTo>
                <a:cubicBezTo>
                  <a:pt x="124" y="45"/>
                  <a:pt x="124" y="45"/>
                  <a:pt x="124" y="45"/>
                </a:cubicBezTo>
                <a:cubicBezTo>
                  <a:pt x="121" y="45"/>
                  <a:pt x="118" y="47"/>
                  <a:pt x="116" y="49"/>
                </a:cubicBezTo>
                <a:cubicBezTo>
                  <a:pt x="114" y="51"/>
                  <a:pt x="113" y="54"/>
                  <a:pt x="113" y="57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54" y="113"/>
                  <a:pt x="51" y="114"/>
                  <a:pt x="49" y="116"/>
                </a:cubicBezTo>
                <a:cubicBezTo>
                  <a:pt x="46" y="118"/>
                  <a:pt x="45" y="121"/>
                  <a:pt x="45" y="124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50"/>
                  <a:pt x="46" y="152"/>
                  <a:pt x="49" y="154"/>
                </a:cubicBezTo>
                <a:cubicBezTo>
                  <a:pt x="51" y="157"/>
                  <a:pt x="54" y="158"/>
                  <a:pt x="57" y="158"/>
                </a:cubicBezTo>
                <a:cubicBezTo>
                  <a:pt x="113" y="158"/>
                  <a:pt x="113" y="158"/>
                  <a:pt x="113" y="158"/>
                </a:cubicBezTo>
                <a:cubicBezTo>
                  <a:pt x="113" y="214"/>
                  <a:pt x="113" y="214"/>
                  <a:pt x="113" y="214"/>
                </a:cubicBezTo>
                <a:cubicBezTo>
                  <a:pt x="113" y="217"/>
                  <a:pt x="114" y="220"/>
                  <a:pt x="116" y="222"/>
                </a:cubicBezTo>
                <a:cubicBezTo>
                  <a:pt x="118" y="224"/>
                  <a:pt x="121" y="225"/>
                  <a:pt x="124" y="225"/>
                </a:cubicBezTo>
                <a:cubicBezTo>
                  <a:pt x="146" y="225"/>
                  <a:pt x="146" y="225"/>
                  <a:pt x="146" y="225"/>
                </a:cubicBezTo>
                <a:cubicBezTo>
                  <a:pt x="150" y="225"/>
                  <a:pt x="152" y="224"/>
                  <a:pt x="154" y="222"/>
                </a:cubicBezTo>
                <a:cubicBezTo>
                  <a:pt x="157" y="220"/>
                  <a:pt x="158" y="217"/>
                  <a:pt x="158" y="214"/>
                </a:cubicBezTo>
                <a:cubicBezTo>
                  <a:pt x="158" y="158"/>
                  <a:pt x="158" y="158"/>
                  <a:pt x="158" y="158"/>
                </a:cubicBezTo>
                <a:cubicBezTo>
                  <a:pt x="214" y="158"/>
                  <a:pt x="214" y="158"/>
                  <a:pt x="214" y="158"/>
                </a:cubicBezTo>
                <a:cubicBezTo>
                  <a:pt x="217" y="158"/>
                  <a:pt x="220" y="157"/>
                  <a:pt x="222" y="154"/>
                </a:cubicBezTo>
                <a:cubicBezTo>
                  <a:pt x="224" y="152"/>
                  <a:pt x="225" y="150"/>
                  <a:pt x="225" y="147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5"/>
                  <a:pt x="255" y="255"/>
                </a:cubicBezTo>
                <a:cubicBezTo>
                  <a:pt x="245" y="265"/>
                  <a:pt x="233" y="270"/>
                  <a:pt x="220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27"/>
          <p:cNvSpPr>
            <a:spLocks noEditPoints="1"/>
          </p:cNvSpPr>
          <p:nvPr/>
        </p:nvSpPr>
        <p:spPr bwMode="auto">
          <a:xfrm>
            <a:off x="7713663" y="2020750"/>
            <a:ext cx="266700" cy="266700"/>
          </a:xfrm>
          <a:custGeom>
            <a:avLst/>
            <a:gdLst>
              <a:gd name="T0" fmla="*/ 202 w 247"/>
              <a:gd name="T1" fmla="*/ 118 h 247"/>
              <a:gd name="T2" fmla="*/ 202 w 247"/>
              <a:gd name="T3" fmla="*/ 129 h 247"/>
              <a:gd name="T4" fmla="*/ 200 w 247"/>
              <a:gd name="T5" fmla="*/ 133 h 247"/>
              <a:gd name="T6" fmla="*/ 196 w 247"/>
              <a:gd name="T7" fmla="*/ 135 h 247"/>
              <a:gd name="T8" fmla="*/ 135 w 247"/>
              <a:gd name="T9" fmla="*/ 135 h 247"/>
              <a:gd name="T10" fmla="*/ 135 w 247"/>
              <a:gd name="T11" fmla="*/ 196 h 247"/>
              <a:gd name="T12" fmla="*/ 133 w 247"/>
              <a:gd name="T13" fmla="*/ 200 h 247"/>
              <a:gd name="T14" fmla="*/ 129 w 247"/>
              <a:gd name="T15" fmla="*/ 202 h 247"/>
              <a:gd name="T16" fmla="*/ 118 w 247"/>
              <a:gd name="T17" fmla="*/ 202 h 247"/>
              <a:gd name="T18" fmla="*/ 114 w 247"/>
              <a:gd name="T19" fmla="*/ 200 h 247"/>
              <a:gd name="T20" fmla="*/ 112 w 247"/>
              <a:gd name="T21" fmla="*/ 196 h 247"/>
              <a:gd name="T22" fmla="*/ 112 w 247"/>
              <a:gd name="T23" fmla="*/ 135 h 247"/>
              <a:gd name="T24" fmla="*/ 50 w 247"/>
              <a:gd name="T25" fmla="*/ 135 h 247"/>
              <a:gd name="T26" fmla="*/ 46 w 247"/>
              <a:gd name="T27" fmla="*/ 133 h 247"/>
              <a:gd name="T28" fmla="*/ 45 w 247"/>
              <a:gd name="T29" fmla="*/ 129 h 247"/>
              <a:gd name="T30" fmla="*/ 45 w 247"/>
              <a:gd name="T31" fmla="*/ 118 h 247"/>
              <a:gd name="T32" fmla="*/ 46 w 247"/>
              <a:gd name="T33" fmla="*/ 114 h 247"/>
              <a:gd name="T34" fmla="*/ 50 w 247"/>
              <a:gd name="T35" fmla="*/ 112 h 247"/>
              <a:gd name="T36" fmla="*/ 112 w 247"/>
              <a:gd name="T37" fmla="*/ 112 h 247"/>
              <a:gd name="T38" fmla="*/ 112 w 247"/>
              <a:gd name="T39" fmla="*/ 50 h 247"/>
              <a:gd name="T40" fmla="*/ 114 w 247"/>
              <a:gd name="T41" fmla="*/ 46 h 247"/>
              <a:gd name="T42" fmla="*/ 118 w 247"/>
              <a:gd name="T43" fmla="*/ 45 h 247"/>
              <a:gd name="T44" fmla="*/ 129 w 247"/>
              <a:gd name="T45" fmla="*/ 45 h 247"/>
              <a:gd name="T46" fmla="*/ 133 w 247"/>
              <a:gd name="T47" fmla="*/ 46 h 247"/>
              <a:gd name="T48" fmla="*/ 135 w 247"/>
              <a:gd name="T49" fmla="*/ 50 h 247"/>
              <a:gd name="T50" fmla="*/ 135 w 247"/>
              <a:gd name="T51" fmla="*/ 112 h 247"/>
              <a:gd name="T52" fmla="*/ 196 w 247"/>
              <a:gd name="T53" fmla="*/ 112 h 247"/>
              <a:gd name="T54" fmla="*/ 200 w 247"/>
              <a:gd name="T55" fmla="*/ 114 h 247"/>
              <a:gd name="T56" fmla="*/ 202 w 247"/>
              <a:gd name="T57" fmla="*/ 118 h 247"/>
              <a:gd name="T58" fmla="*/ 225 w 247"/>
              <a:gd name="T59" fmla="*/ 196 h 247"/>
              <a:gd name="T60" fmla="*/ 225 w 247"/>
              <a:gd name="T61" fmla="*/ 50 h 247"/>
              <a:gd name="T62" fmla="*/ 216 w 247"/>
              <a:gd name="T63" fmla="*/ 30 h 247"/>
              <a:gd name="T64" fmla="*/ 196 w 247"/>
              <a:gd name="T65" fmla="*/ 22 h 247"/>
              <a:gd name="T66" fmla="*/ 50 w 247"/>
              <a:gd name="T67" fmla="*/ 22 h 247"/>
              <a:gd name="T68" fmla="*/ 31 w 247"/>
              <a:gd name="T69" fmla="*/ 30 h 247"/>
              <a:gd name="T70" fmla="*/ 22 w 247"/>
              <a:gd name="T71" fmla="*/ 50 h 247"/>
              <a:gd name="T72" fmla="*/ 22 w 247"/>
              <a:gd name="T73" fmla="*/ 196 h 247"/>
              <a:gd name="T74" fmla="*/ 31 w 247"/>
              <a:gd name="T75" fmla="*/ 216 h 247"/>
              <a:gd name="T76" fmla="*/ 50 w 247"/>
              <a:gd name="T77" fmla="*/ 224 h 247"/>
              <a:gd name="T78" fmla="*/ 196 w 247"/>
              <a:gd name="T79" fmla="*/ 224 h 247"/>
              <a:gd name="T80" fmla="*/ 216 w 247"/>
              <a:gd name="T81" fmla="*/ 216 h 247"/>
              <a:gd name="T82" fmla="*/ 225 w 247"/>
              <a:gd name="T83" fmla="*/ 196 h 247"/>
              <a:gd name="T84" fmla="*/ 247 w 247"/>
              <a:gd name="T85" fmla="*/ 50 h 247"/>
              <a:gd name="T86" fmla="*/ 247 w 247"/>
              <a:gd name="T87" fmla="*/ 196 h 247"/>
              <a:gd name="T88" fmla="*/ 232 w 247"/>
              <a:gd name="T89" fmla="*/ 232 h 247"/>
              <a:gd name="T90" fmla="*/ 196 w 247"/>
              <a:gd name="T91" fmla="*/ 247 h 247"/>
              <a:gd name="T92" fmla="*/ 50 w 247"/>
              <a:gd name="T93" fmla="*/ 247 h 247"/>
              <a:gd name="T94" fmla="*/ 15 w 247"/>
              <a:gd name="T95" fmla="*/ 232 h 247"/>
              <a:gd name="T96" fmla="*/ 0 w 247"/>
              <a:gd name="T97" fmla="*/ 196 h 247"/>
              <a:gd name="T98" fmla="*/ 0 w 247"/>
              <a:gd name="T99" fmla="*/ 50 h 247"/>
              <a:gd name="T100" fmla="*/ 15 w 247"/>
              <a:gd name="T101" fmla="*/ 15 h 247"/>
              <a:gd name="T102" fmla="*/ 50 w 247"/>
              <a:gd name="T103" fmla="*/ 0 h 247"/>
              <a:gd name="T104" fmla="*/ 196 w 247"/>
              <a:gd name="T105" fmla="*/ 0 h 247"/>
              <a:gd name="T106" fmla="*/ 232 w 247"/>
              <a:gd name="T107" fmla="*/ 15 h 247"/>
              <a:gd name="T108" fmla="*/ 247 w 247"/>
              <a:gd name="T109" fmla="*/ 5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47" h="247">
                <a:moveTo>
                  <a:pt x="202" y="118"/>
                </a:moveTo>
                <a:cubicBezTo>
                  <a:pt x="202" y="129"/>
                  <a:pt x="202" y="129"/>
                  <a:pt x="202" y="129"/>
                </a:cubicBezTo>
                <a:cubicBezTo>
                  <a:pt x="202" y="131"/>
                  <a:pt x="202" y="132"/>
                  <a:pt x="200" y="133"/>
                </a:cubicBezTo>
                <a:cubicBezTo>
                  <a:pt x="199" y="134"/>
                  <a:pt x="198" y="135"/>
                  <a:pt x="196" y="135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35" y="196"/>
                  <a:pt x="135" y="196"/>
                  <a:pt x="135" y="196"/>
                </a:cubicBezTo>
                <a:cubicBezTo>
                  <a:pt x="135" y="198"/>
                  <a:pt x="134" y="199"/>
                  <a:pt x="133" y="200"/>
                </a:cubicBezTo>
                <a:cubicBezTo>
                  <a:pt x="132" y="201"/>
                  <a:pt x="131" y="202"/>
                  <a:pt x="129" y="202"/>
                </a:cubicBezTo>
                <a:cubicBezTo>
                  <a:pt x="118" y="202"/>
                  <a:pt x="118" y="202"/>
                  <a:pt x="118" y="202"/>
                </a:cubicBezTo>
                <a:cubicBezTo>
                  <a:pt x="116" y="202"/>
                  <a:pt x="115" y="201"/>
                  <a:pt x="114" y="200"/>
                </a:cubicBezTo>
                <a:cubicBezTo>
                  <a:pt x="113" y="199"/>
                  <a:pt x="112" y="198"/>
                  <a:pt x="112" y="196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50" y="135"/>
                  <a:pt x="50" y="135"/>
                  <a:pt x="50" y="135"/>
                </a:cubicBezTo>
                <a:cubicBezTo>
                  <a:pt x="49" y="135"/>
                  <a:pt x="47" y="134"/>
                  <a:pt x="46" y="133"/>
                </a:cubicBezTo>
                <a:cubicBezTo>
                  <a:pt x="45" y="132"/>
                  <a:pt x="45" y="131"/>
                  <a:pt x="45" y="129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6"/>
                  <a:pt x="45" y="115"/>
                  <a:pt x="46" y="114"/>
                </a:cubicBezTo>
                <a:cubicBezTo>
                  <a:pt x="47" y="113"/>
                  <a:pt x="49" y="112"/>
                  <a:pt x="50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112" y="49"/>
                  <a:pt x="113" y="47"/>
                  <a:pt x="114" y="46"/>
                </a:cubicBezTo>
                <a:cubicBezTo>
                  <a:pt x="115" y="45"/>
                  <a:pt x="116" y="45"/>
                  <a:pt x="118" y="45"/>
                </a:cubicBezTo>
                <a:cubicBezTo>
                  <a:pt x="129" y="45"/>
                  <a:pt x="129" y="45"/>
                  <a:pt x="129" y="45"/>
                </a:cubicBezTo>
                <a:cubicBezTo>
                  <a:pt x="131" y="45"/>
                  <a:pt x="132" y="45"/>
                  <a:pt x="133" y="46"/>
                </a:cubicBezTo>
                <a:cubicBezTo>
                  <a:pt x="134" y="47"/>
                  <a:pt x="135" y="49"/>
                  <a:pt x="135" y="50"/>
                </a:cubicBezTo>
                <a:cubicBezTo>
                  <a:pt x="135" y="112"/>
                  <a:pt x="135" y="112"/>
                  <a:pt x="135" y="112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98" y="112"/>
                  <a:pt x="199" y="113"/>
                  <a:pt x="200" y="114"/>
                </a:cubicBezTo>
                <a:cubicBezTo>
                  <a:pt x="202" y="115"/>
                  <a:pt x="202" y="116"/>
                  <a:pt x="202" y="118"/>
                </a:cubicBezTo>
                <a:close/>
                <a:moveTo>
                  <a:pt x="225" y="196"/>
                </a:moveTo>
                <a:cubicBezTo>
                  <a:pt x="225" y="50"/>
                  <a:pt x="225" y="50"/>
                  <a:pt x="225" y="50"/>
                </a:cubicBezTo>
                <a:cubicBezTo>
                  <a:pt x="225" y="43"/>
                  <a:pt x="222" y="36"/>
                  <a:pt x="216" y="30"/>
                </a:cubicBezTo>
                <a:cubicBezTo>
                  <a:pt x="211" y="25"/>
                  <a:pt x="204" y="22"/>
                  <a:pt x="196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43" y="22"/>
                  <a:pt x="36" y="25"/>
                  <a:pt x="31" y="30"/>
                </a:cubicBezTo>
                <a:cubicBezTo>
                  <a:pt x="25" y="36"/>
                  <a:pt x="22" y="43"/>
                  <a:pt x="22" y="50"/>
                </a:cubicBezTo>
                <a:cubicBezTo>
                  <a:pt x="22" y="196"/>
                  <a:pt x="22" y="196"/>
                  <a:pt x="22" y="196"/>
                </a:cubicBezTo>
                <a:cubicBezTo>
                  <a:pt x="22" y="204"/>
                  <a:pt x="25" y="211"/>
                  <a:pt x="31" y="216"/>
                </a:cubicBezTo>
                <a:cubicBezTo>
                  <a:pt x="36" y="222"/>
                  <a:pt x="43" y="224"/>
                  <a:pt x="50" y="224"/>
                </a:cubicBezTo>
                <a:cubicBezTo>
                  <a:pt x="196" y="224"/>
                  <a:pt x="196" y="224"/>
                  <a:pt x="196" y="224"/>
                </a:cubicBezTo>
                <a:cubicBezTo>
                  <a:pt x="204" y="224"/>
                  <a:pt x="211" y="222"/>
                  <a:pt x="216" y="216"/>
                </a:cubicBezTo>
                <a:cubicBezTo>
                  <a:pt x="222" y="211"/>
                  <a:pt x="225" y="204"/>
                  <a:pt x="225" y="196"/>
                </a:cubicBezTo>
                <a:close/>
                <a:moveTo>
                  <a:pt x="247" y="50"/>
                </a:moveTo>
                <a:cubicBezTo>
                  <a:pt x="247" y="196"/>
                  <a:pt x="247" y="196"/>
                  <a:pt x="247" y="196"/>
                </a:cubicBezTo>
                <a:cubicBezTo>
                  <a:pt x="247" y="210"/>
                  <a:pt x="242" y="222"/>
                  <a:pt x="232" y="232"/>
                </a:cubicBezTo>
                <a:cubicBezTo>
                  <a:pt x="222" y="242"/>
                  <a:pt x="210" y="247"/>
                  <a:pt x="196" y="247"/>
                </a:cubicBezTo>
                <a:cubicBezTo>
                  <a:pt x="50" y="247"/>
                  <a:pt x="50" y="247"/>
                  <a:pt x="50" y="247"/>
                </a:cubicBezTo>
                <a:cubicBezTo>
                  <a:pt x="36" y="247"/>
                  <a:pt x="25" y="242"/>
                  <a:pt x="15" y="232"/>
                </a:cubicBezTo>
                <a:cubicBezTo>
                  <a:pt x="5" y="222"/>
                  <a:pt x="0" y="210"/>
                  <a:pt x="0" y="196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4"/>
                  <a:pt x="15" y="15"/>
                </a:cubicBezTo>
                <a:cubicBezTo>
                  <a:pt x="25" y="5"/>
                  <a:pt x="36" y="0"/>
                  <a:pt x="50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10" y="0"/>
                  <a:pt x="222" y="5"/>
                  <a:pt x="232" y="15"/>
                </a:cubicBezTo>
                <a:cubicBezTo>
                  <a:pt x="242" y="24"/>
                  <a:pt x="247" y="36"/>
                  <a:pt x="247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28"/>
          <p:cNvSpPr>
            <a:spLocks noEditPoints="1"/>
          </p:cNvSpPr>
          <p:nvPr/>
        </p:nvSpPr>
        <p:spPr bwMode="auto">
          <a:xfrm>
            <a:off x="8131176" y="1996938"/>
            <a:ext cx="290513" cy="314325"/>
          </a:xfrm>
          <a:custGeom>
            <a:avLst/>
            <a:gdLst>
              <a:gd name="T0" fmla="*/ 270 w 270"/>
              <a:gd name="T1" fmla="*/ 158 h 292"/>
              <a:gd name="T2" fmla="*/ 259 w 270"/>
              <a:gd name="T3" fmla="*/ 210 h 292"/>
              <a:gd name="T4" fmla="*/ 230 w 270"/>
              <a:gd name="T5" fmla="*/ 253 h 292"/>
              <a:gd name="T6" fmla="*/ 187 w 270"/>
              <a:gd name="T7" fmla="*/ 282 h 292"/>
              <a:gd name="T8" fmla="*/ 135 w 270"/>
              <a:gd name="T9" fmla="*/ 292 h 292"/>
              <a:gd name="T10" fmla="*/ 83 w 270"/>
              <a:gd name="T11" fmla="*/ 282 h 292"/>
              <a:gd name="T12" fmla="*/ 40 w 270"/>
              <a:gd name="T13" fmla="*/ 253 h 292"/>
              <a:gd name="T14" fmla="*/ 11 w 270"/>
              <a:gd name="T15" fmla="*/ 210 h 292"/>
              <a:gd name="T16" fmla="*/ 0 w 270"/>
              <a:gd name="T17" fmla="*/ 158 h 292"/>
              <a:gd name="T18" fmla="*/ 14 w 270"/>
              <a:gd name="T19" fmla="*/ 97 h 292"/>
              <a:gd name="T20" fmla="*/ 54 w 270"/>
              <a:gd name="T21" fmla="*/ 50 h 292"/>
              <a:gd name="T22" fmla="*/ 71 w 270"/>
              <a:gd name="T23" fmla="*/ 46 h 292"/>
              <a:gd name="T24" fmla="*/ 85 w 270"/>
              <a:gd name="T25" fmla="*/ 54 h 292"/>
              <a:gd name="T26" fmla="*/ 90 w 270"/>
              <a:gd name="T27" fmla="*/ 71 h 292"/>
              <a:gd name="T28" fmla="*/ 81 w 270"/>
              <a:gd name="T29" fmla="*/ 86 h 292"/>
              <a:gd name="T30" fmla="*/ 54 w 270"/>
              <a:gd name="T31" fmla="*/ 118 h 292"/>
              <a:gd name="T32" fmla="*/ 45 w 270"/>
              <a:gd name="T33" fmla="*/ 158 h 292"/>
              <a:gd name="T34" fmla="*/ 52 w 270"/>
              <a:gd name="T35" fmla="*/ 192 h 292"/>
              <a:gd name="T36" fmla="*/ 71 w 270"/>
              <a:gd name="T37" fmla="*/ 221 h 292"/>
              <a:gd name="T38" fmla="*/ 100 w 270"/>
              <a:gd name="T39" fmla="*/ 240 h 292"/>
              <a:gd name="T40" fmla="*/ 135 w 270"/>
              <a:gd name="T41" fmla="*/ 247 h 292"/>
              <a:gd name="T42" fmla="*/ 170 w 270"/>
              <a:gd name="T43" fmla="*/ 240 h 292"/>
              <a:gd name="T44" fmla="*/ 199 w 270"/>
              <a:gd name="T45" fmla="*/ 221 h 292"/>
              <a:gd name="T46" fmla="*/ 218 w 270"/>
              <a:gd name="T47" fmla="*/ 192 h 292"/>
              <a:gd name="T48" fmla="*/ 225 w 270"/>
              <a:gd name="T49" fmla="*/ 158 h 292"/>
              <a:gd name="T50" fmla="*/ 215 w 270"/>
              <a:gd name="T51" fmla="*/ 118 h 292"/>
              <a:gd name="T52" fmla="*/ 189 w 270"/>
              <a:gd name="T53" fmla="*/ 86 h 292"/>
              <a:gd name="T54" fmla="*/ 180 w 270"/>
              <a:gd name="T55" fmla="*/ 71 h 292"/>
              <a:gd name="T56" fmla="*/ 184 w 270"/>
              <a:gd name="T57" fmla="*/ 54 h 292"/>
              <a:gd name="T58" fmla="*/ 199 w 270"/>
              <a:gd name="T59" fmla="*/ 46 h 292"/>
              <a:gd name="T60" fmla="*/ 216 w 270"/>
              <a:gd name="T61" fmla="*/ 50 h 292"/>
              <a:gd name="T62" fmla="*/ 256 w 270"/>
              <a:gd name="T63" fmla="*/ 97 h 292"/>
              <a:gd name="T64" fmla="*/ 270 w 270"/>
              <a:gd name="T65" fmla="*/ 158 h 292"/>
              <a:gd name="T66" fmla="*/ 157 w 270"/>
              <a:gd name="T67" fmla="*/ 23 h 292"/>
              <a:gd name="T68" fmla="*/ 157 w 270"/>
              <a:gd name="T69" fmla="*/ 135 h 292"/>
              <a:gd name="T70" fmla="*/ 151 w 270"/>
              <a:gd name="T71" fmla="*/ 151 h 292"/>
              <a:gd name="T72" fmla="*/ 135 w 270"/>
              <a:gd name="T73" fmla="*/ 158 h 292"/>
              <a:gd name="T74" fmla="*/ 119 w 270"/>
              <a:gd name="T75" fmla="*/ 151 h 292"/>
              <a:gd name="T76" fmla="*/ 112 w 270"/>
              <a:gd name="T77" fmla="*/ 135 h 292"/>
              <a:gd name="T78" fmla="*/ 112 w 270"/>
              <a:gd name="T79" fmla="*/ 23 h 292"/>
              <a:gd name="T80" fmla="*/ 119 w 270"/>
              <a:gd name="T81" fmla="*/ 7 h 292"/>
              <a:gd name="T82" fmla="*/ 135 w 270"/>
              <a:gd name="T83" fmla="*/ 0 h 292"/>
              <a:gd name="T84" fmla="*/ 151 w 270"/>
              <a:gd name="T85" fmla="*/ 7 h 292"/>
              <a:gd name="T86" fmla="*/ 157 w 270"/>
              <a:gd name="T87" fmla="*/ 23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70" h="292">
                <a:moveTo>
                  <a:pt x="270" y="158"/>
                </a:moveTo>
                <a:cubicBezTo>
                  <a:pt x="270" y="176"/>
                  <a:pt x="266" y="193"/>
                  <a:pt x="259" y="210"/>
                </a:cubicBezTo>
                <a:cubicBezTo>
                  <a:pt x="252" y="227"/>
                  <a:pt x="242" y="241"/>
                  <a:pt x="230" y="253"/>
                </a:cubicBezTo>
                <a:cubicBezTo>
                  <a:pt x="218" y="265"/>
                  <a:pt x="204" y="275"/>
                  <a:pt x="187" y="282"/>
                </a:cubicBezTo>
                <a:cubicBezTo>
                  <a:pt x="171" y="289"/>
                  <a:pt x="153" y="292"/>
                  <a:pt x="135" y="292"/>
                </a:cubicBezTo>
                <a:cubicBezTo>
                  <a:pt x="117" y="292"/>
                  <a:pt x="99" y="289"/>
                  <a:pt x="83" y="282"/>
                </a:cubicBezTo>
                <a:cubicBezTo>
                  <a:pt x="66" y="275"/>
                  <a:pt x="52" y="265"/>
                  <a:pt x="40" y="253"/>
                </a:cubicBezTo>
                <a:cubicBezTo>
                  <a:pt x="28" y="241"/>
                  <a:pt x="18" y="227"/>
                  <a:pt x="11" y="210"/>
                </a:cubicBezTo>
                <a:cubicBezTo>
                  <a:pt x="4" y="193"/>
                  <a:pt x="0" y="176"/>
                  <a:pt x="0" y="158"/>
                </a:cubicBezTo>
                <a:cubicBezTo>
                  <a:pt x="0" y="136"/>
                  <a:pt x="5" y="116"/>
                  <a:pt x="14" y="97"/>
                </a:cubicBezTo>
                <a:cubicBezTo>
                  <a:pt x="24" y="79"/>
                  <a:pt x="37" y="63"/>
                  <a:pt x="54" y="50"/>
                </a:cubicBezTo>
                <a:cubicBezTo>
                  <a:pt x="59" y="46"/>
                  <a:pt x="65" y="45"/>
                  <a:pt x="71" y="46"/>
                </a:cubicBezTo>
                <a:cubicBezTo>
                  <a:pt x="77" y="46"/>
                  <a:pt x="82" y="49"/>
                  <a:pt x="85" y="54"/>
                </a:cubicBezTo>
                <a:cubicBezTo>
                  <a:pt x="89" y="59"/>
                  <a:pt x="91" y="65"/>
                  <a:pt x="90" y="71"/>
                </a:cubicBezTo>
                <a:cubicBezTo>
                  <a:pt x="89" y="77"/>
                  <a:pt x="86" y="82"/>
                  <a:pt x="81" y="86"/>
                </a:cubicBezTo>
                <a:cubicBezTo>
                  <a:pt x="70" y="94"/>
                  <a:pt x="61" y="105"/>
                  <a:pt x="54" y="118"/>
                </a:cubicBezTo>
                <a:cubicBezTo>
                  <a:pt x="48" y="130"/>
                  <a:pt x="45" y="143"/>
                  <a:pt x="45" y="158"/>
                </a:cubicBezTo>
                <a:cubicBezTo>
                  <a:pt x="45" y="170"/>
                  <a:pt x="47" y="181"/>
                  <a:pt x="52" y="192"/>
                </a:cubicBezTo>
                <a:cubicBezTo>
                  <a:pt x="57" y="203"/>
                  <a:pt x="63" y="213"/>
                  <a:pt x="71" y="221"/>
                </a:cubicBezTo>
                <a:cubicBezTo>
                  <a:pt x="79" y="229"/>
                  <a:pt x="89" y="236"/>
                  <a:pt x="100" y="240"/>
                </a:cubicBezTo>
                <a:cubicBezTo>
                  <a:pt x="111" y="245"/>
                  <a:pt x="123" y="247"/>
                  <a:pt x="135" y="247"/>
                </a:cubicBezTo>
                <a:cubicBezTo>
                  <a:pt x="147" y="247"/>
                  <a:pt x="159" y="245"/>
                  <a:pt x="170" y="240"/>
                </a:cubicBezTo>
                <a:cubicBezTo>
                  <a:pt x="181" y="236"/>
                  <a:pt x="190" y="229"/>
                  <a:pt x="199" y="221"/>
                </a:cubicBezTo>
                <a:cubicBezTo>
                  <a:pt x="207" y="213"/>
                  <a:pt x="213" y="203"/>
                  <a:pt x="218" y="192"/>
                </a:cubicBezTo>
                <a:cubicBezTo>
                  <a:pt x="222" y="181"/>
                  <a:pt x="225" y="170"/>
                  <a:pt x="225" y="158"/>
                </a:cubicBezTo>
                <a:cubicBezTo>
                  <a:pt x="225" y="143"/>
                  <a:pt x="222" y="130"/>
                  <a:pt x="215" y="118"/>
                </a:cubicBezTo>
                <a:cubicBezTo>
                  <a:pt x="209" y="105"/>
                  <a:pt x="200" y="94"/>
                  <a:pt x="189" y="86"/>
                </a:cubicBezTo>
                <a:cubicBezTo>
                  <a:pt x="184" y="82"/>
                  <a:pt x="181" y="77"/>
                  <a:pt x="180" y="71"/>
                </a:cubicBezTo>
                <a:cubicBezTo>
                  <a:pt x="179" y="65"/>
                  <a:pt x="181" y="59"/>
                  <a:pt x="184" y="54"/>
                </a:cubicBezTo>
                <a:cubicBezTo>
                  <a:pt x="188" y="49"/>
                  <a:pt x="193" y="46"/>
                  <a:pt x="199" y="46"/>
                </a:cubicBezTo>
                <a:cubicBezTo>
                  <a:pt x="205" y="45"/>
                  <a:pt x="211" y="46"/>
                  <a:pt x="216" y="50"/>
                </a:cubicBezTo>
                <a:cubicBezTo>
                  <a:pt x="233" y="63"/>
                  <a:pt x="246" y="79"/>
                  <a:pt x="256" y="97"/>
                </a:cubicBezTo>
                <a:cubicBezTo>
                  <a:pt x="265" y="116"/>
                  <a:pt x="270" y="136"/>
                  <a:pt x="270" y="158"/>
                </a:cubicBezTo>
                <a:close/>
                <a:moveTo>
                  <a:pt x="157" y="23"/>
                </a:moveTo>
                <a:cubicBezTo>
                  <a:pt x="157" y="135"/>
                  <a:pt x="157" y="135"/>
                  <a:pt x="157" y="135"/>
                </a:cubicBezTo>
                <a:cubicBezTo>
                  <a:pt x="157" y="141"/>
                  <a:pt x="155" y="146"/>
                  <a:pt x="151" y="151"/>
                </a:cubicBezTo>
                <a:cubicBezTo>
                  <a:pt x="146" y="155"/>
                  <a:pt x="141" y="158"/>
                  <a:pt x="135" y="158"/>
                </a:cubicBezTo>
                <a:cubicBezTo>
                  <a:pt x="129" y="158"/>
                  <a:pt x="124" y="155"/>
                  <a:pt x="119" y="151"/>
                </a:cubicBezTo>
                <a:cubicBezTo>
                  <a:pt x="115" y="146"/>
                  <a:pt x="112" y="141"/>
                  <a:pt x="112" y="135"/>
                </a:cubicBezTo>
                <a:cubicBezTo>
                  <a:pt x="112" y="23"/>
                  <a:pt x="112" y="23"/>
                  <a:pt x="112" y="23"/>
                </a:cubicBezTo>
                <a:cubicBezTo>
                  <a:pt x="112" y="17"/>
                  <a:pt x="115" y="11"/>
                  <a:pt x="119" y="7"/>
                </a:cubicBezTo>
                <a:cubicBezTo>
                  <a:pt x="124" y="2"/>
                  <a:pt x="129" y="0"/>
                  <a:pt x="135" y="0"/>
                </a:cubicBezTo>
                <a:cubicBezTo>
                  <a:pt x="141" y="0"/>
                  <a:pt x="146" y="2"/>
                  <a:pt x="151" y="7"/>
                </a:cubicBezTo>
                <a:cubicBezTo>
                  <a:pt x="155" y="11"/>
                  <a:pt x="157" y="17"/>
                  <a:pt x="157" y="2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29"/>
          <p:cNvSpPr>
            <a:spLocks noEditPoints="1"/>
          </p:cNvSpPr>
          <p:nvPr/>
        </p:nvSpPr>
        <p:spPr bwMode="auto">
          <a:xfrm>
            <a:off x="5102226" y="2439850"/>
            <a:ext cx="315913" cy="292100"/>
          </a:xfrm>
          <a:custGeom>
            <a:avLst/>
            <a:gdLst>
              <a:gd name="T0" fmla="*/ 68 w 293"/>
              <a:gd name="T1" fmla="*/ 247 h 269"/>
              <a:gd name="T2" fmla="*/ 225 w 293"/>
              <a:gd name="T3" fmla="*/ 247 h 269"/>
              <a:gd name="T4" fmla="*/ 225 w 293"/>
              <a:gd name="T5" fmla="*/ 202 h 269"/>
              <a:gd name="T6" fmla="*/ 68 w 293"/>
              <a:gd name="T7" fmla="*/ 202 h 269"/>
              <a:gd name="T8" fmla="*/ 68 w 293"/>
              <a:gd name="T9" fmla="*/ 247 h 269"/>
              <a:gd name="T10" fmla="*/ 68 w 293"/>
              <a:gd name="T11" fmla="*/ 134 h 269"/>
              <a:gd name="T12" fmla="*/ 225 w 293"/>
              <a:gd name="T13" fmla="*/ 134 h 269"/>
              <a:gd name="T14" fmla="*/ 225 w 293"/>
              <a:gd name="T15" fmla="*/ 67 h 269"/>
              <a:gd name="T16" fmla="*/ 197 w 293"/>
              <a:gd name="T17" fmla="*/ 67 h 269"/>
              <a:gd name="T18" fmla="*/ 185 w 293"/>
              <a:gd name="T19" fmla="*/ 62 h 269"/>
              <a:gd name="T20" fmla="*/ 180 w 293"/>
              <a:gd name="T21" fmla="*/ 50 h 269"/>
              <a:gd name="T22" fmla="*/ 180 w 293"/>
              <a:gd name="T23" fmla="*/ 22 h 269"/>
              <a:gd name="T24" fmla="*/ 68 w 293"/>
              <a:gd name="T25" fmla="*/ 22 h 269"/>
              <a:gd name="T26" fmla="*/ 68 w 293"/>
              <a:gd name="T27" fmla="*/ 134 h 269"/>
              <a:gd name="T28" fmla="*/ 270 w 293"/>
              <a:gd name="T29" fmla="*/ 146 h 269"/>
              <a:gd name="T30" fmla="*/ 267 w 293"/>
              <a:gd name="T31" fmla="*/ 138 h 269"/>
              <a:gd name="T32" fmla="*/ 259 w 293"/>
              <a:gd name="T33" fmla="*/ 134 h 269"/>
              <a:gd name="T34" fmla="*/ 251 w 293"/>
              <a:gd name="T35" fmla="*/ 138 h 269"/>
              <a:gd name="T36" fmla="*/ 248 w 293"/>
              <a:gd name="T37" fmla="*/ 146 h 269"/>
              <a:gd name="T38" fmla="*/ 251 w 293"/>
              <a:gd name="T39" fmla="*/ 154 h 269"/>
              <a:gd name="T40" fmla="*/ 259 w 293"/>
              <a:gd name="T41" fmla="*/ 157 h 269"/>
              <a:gd name="T42" fmla="*/ 267 w 293"/>
              <a:gd name="T43" fmla="*/ 154 h 269"/>
              <a:gd name="T44" fmla="*/ 270 w 293"/>
              <a:gd name="T45" fmla="*/ 146 h 269"/>
              <a:gd name="T46" fmla="*/ 293 w 293"/>
              <a:gd name="T47" fmla="*/ 146 h 269"/>
              <a:gd name="T48" fmla="*/ 293 w 293"/>
              <a:gd name="T49" fmla="*/ 219 h 269"/>
              <a:gd name="T50" fmla="*/ 291 w 293"/>
              <a:gd name="T51" fmla="*/ 223 h 269"/>
              <a:gd name="T52" fmla="*/ 287 w 293"/>
              <a:gd name="T53" fmla="*/ 224 h 269"/>
              <a:gd name="T54" fmla="*/ 248 w 293"/>
              <a:gd name="T55" fmla="*/ 224 h 269"/>
              <a:gd name="T56" fmla="*/ 248 w 293"/>
              <a:gd name="T57" fmla="*/ 252 h 269"/>
              <a:gd name="T58" fmla="*/ 243 w 293"/>
              <a:gd name="T59" fmla="*/ 264 h 269"/>
              <a:gd name="T60" fmla="*/ 231 w 293"/>
              <a:gd name="T61" fmla="*/ 269 h 269"/>
              <a:gd name="T62" fmla="*/ 62 w 293"/>
              <a:gd name="T63" fmla="*/ 269 h 269"/>
              <a:gd name="T64" fmla="*/ 50 w 293"/>
              <a:gd name="T65" fmla="*/ 264 h 269"/>
              <a:gd name="T66" fmla="*/ 45 w 293"/>
              <a:gd name="T67" fmla="*/ 252 h 269"/>
              <a:gd name="T68" fmla="*/ 45 w 293"/>
              <a:gd name="T69" fmla="*/ 224 h 269"/>
              <a:gd name="T70" fmla="*/ 6 w 293"/>
              <a:gd name="T71" fmla="*/ 224 h 269"/>
              <a:gd name="T72" fmla="*/ 2 w 293"/>
              <a:gd name="T73" fmla="*/ 223 h 269"/>
              <a:gd name="T74" fmla="*/ 0 w 293"/>
              <a:gd name="T75" fmla="*/ 219 h 269"/>
              <a:gd name="T76" fmla="*/ 0 w 293"/>
              <a:gd name="T77" fmla="*/ 146 h 269"/>
              <a:gd name="T78" fmla="*/ 10 w 293"/>
              <a:gd name="T79" fmla="*/ 122 h 269"/>
              <a:gd name="T80" fmla="*/ 34 w 293"/>
              <a:gd name="T81" fmla="*/ 112 h 269"/>
              <a:gd name="T82" fmla="*/ 45 w 293"/>
              <a:gd name="T83" fmla="*/ 112 h 269"/>
              <a:gd name="T84" fmla="*/ 45 w 293"/>
              <a:gd name="T85" fmla="*/ 17 h 269"/>
              <a:gd name="T86" fmla="*/ 50 w 293"/>
              <a:gd name="T87" fmla="*/ 5 h 269"/>
              <a:gd name="T88" fmla="*/ 62 w 293"/>
              <a:gd name="T89" fmla="*/ 0 h 269"/>
              <a:gd name="T90" fmla="*/ 180 w 293"/>
              <a:gd name="T91" fmla="*/ 0 h 269"/>
              <a:gd name="T92" fmla="*/ 196 w 293"/>
              <a:gd name="T93" fmla="*/ 3 h 269"/>
              <a:gd name="T94" fmla="*/ 209 w 293"/>
              <a:gd name="T95" fmla="*/ 12 h 269"/>
              <a:gd name="T96" fmla="*/ 236 w 293"/>
              <a:gd name="T97" fmla="*/ 38 h 269"/>
              <a:gd name="T98" fmla="*/ 244 w 293"/>
              <a:gd name="T99" fmla="*/ 52 h 269"/>
              <a:gd name="T100" fmla="*/ 248 w 293"/>
              <a:gd name="T101" fmla="*/ 67 h 269"/>
              <a:gd name="T102" fmla="*/ 248 w 293"/>
              <a:gd name="T103" fmla="*/ 112 h 269"/>
              <a:gd name="T104" fmla="*/ 259 w 293"/>
              <a:gd name="T105" fmla="*/ 112 h 269"/>
              <a:gd name="T106" fmla="*/ 283 w 293"/>
              <a:gd name="T107" fmla="*/ 122 h 269"/>
              <a:gd name="T108" fmla="*/ 293 w 293"/>
              <a:gd name="T109" fmla="*/ 146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93" h="269">
                <a:moveTo>
                  <a:pt x="68" y="247"/>
                </a:moveTo>
                <a:cubicBezTo>
                  <a:pt x="225" y="247"/>
                  <a:pt x="225" y="247"/>
                  <a:pt x="225" y="247"/>
                </a:cubicBezTo>
                <a:cubicBezTo>
                  <a:pt x="225" y="202"/>
                  <a:pt x="225" y="202"/>
                  <a:pt x="225" y="202"/>
                </a:cubicBezTo>
                <a:cubicBezTo>
                  <a:pt x="68" y="202"/>
                  <a:pt x="68" y="202"/>
                  <a:pt x="68" y="202"/>
                </a:cubicBezTo>
                <a:lnTo>
                  <a:pt x="68" y="247"/>
                </a:lnTo>
                <a:close/>
                <a:moveTo>
                  <a:pt x="68" y="134"/>
                </a:moveTo>
                <a:cubicBezTo>
                  <a:pt x="225" y="134"/>
                  <a:pt x="225" y="134"/>
                  <a:pt x="225" y="134"/>
                </a:cubicBezTo>
                <a:cubicBezTo>
                  <a:pt x="225" y="67"/>
                  <a:pt x="225" y="67"/>
                  <a:pt x="225" y="67"/>
                </a:cubicBezTo>
                <a:cubicBezTo>
                  <a:pt x="197" y="67"/>
                  <a:pt x="197" y="67"/>
                  <a:pt x="197" y="67"/>
                </a:cubicBezTo>
                <a:cubicBezTo>
                  <a:pt x="192" y="67"/>
                  <a:pt x="188" y="65"/>
                  <a:pt x="185" y="62"/>
                </a:cubicBezTo>
                <a:cubicBezTo>
                  <a:pt x="182" y="59"/>
                  <a:pt x="180" y="55"/>
                  <a:pt x="180" y="50"/>
                </a:cubicBezTo>
                <a:cubicBezTo>
                  <a:pt x="180" y="22"/>
                  <a:pt x="180" y="22"/>
                  <a:pt x="180" y="22"/>
                </a:cubicBezTo>
                <a:cubicBezTo>
                  <a:pt x="68" y="22"/>
                  <a:pt x="68" y="22"/>
                  <a:pt x="68" y="22"/>
                </a:cubicBezTo>
                <a:lnTo>
                  <a:pt x="68" y="134"/>
                </a:lnTo>
                <a:close/>
                <a:moveTo>
                  <a:pt x="270" y="146"/>
                </a:moveTo>
                <a:cubicBezTo>
                  <a:pt x="270" y="143"/>
                  <a:pt x="269" y="140"/>
                  <a:pt x="267" y="138"/>
                </a:cubicBezTo>
                <a:cubicBezTo>
                  <a:pt x="265" y="136"/>
                  <a:pt x="262" y="134"/>
                  <a:pt x="259" y="134"/>
                </a:cubicBezTo>
                <a:cubicBezTo>
                  <a:pt x="256" y="134"/>
                  <a:pt x="253" y="136"/>
                  <a:pt x="251" y="138"/>
                </a:cubicBezTo>
                <a:cubicBezTo>
                  <a:pt x="249" y="140"/>
                  <a:pt x="248" y="143"/>
                  <a:pt x="248" y="146"/>
                </a:cubicBezTo>
                <a:cubicBezTo>
                  <a:pt x="248" y="149"/>
                  <a:pt x="249" y="151"/>
                  <a:pt x="251" y="154"/>
                </a:cubicBezTo>
                <a:cubicBezTo>
                  <a:pt x="253" y="156"/>
                  <a:pt x="256" y="157"/>
                  <a:pt x="259" y="157"/>
                </a:cubicBezTo>
                <a:cubicBezTo>
                  <a:pt x="262" y="157"/>
                  <a:pt x="265" y="156"/>
                  <a:pt x="267" y="154"/>
                </a:cubicBezTo>
                <a:cubicBezTo>
                  <a:pt x="269" y="151"/>
                  <a:pt x="270" y="149"/>
                  <a:pt x="270" y="146"/>
                </a:cubicBezTo>
                <a:close/>
                <a:moveTo>
                  <a:pt x="293" y="146"/>
                </a:moveTo>
                <a:cubicBezTo>
                  <a:pt x="293" y="219"/>
                  <a:pt x="293" y="219"/>
                  <a:pt x="293" y="219"/>
                </a:cubicBezTo>
                <a:cubicBezTo>
                  <a:pt x="293" y="220"/>
                  <a:pt x="292" y="222"/>
                  <a:pt x="291" y="223"/>
                </a:cubicBezTo>
                <a:cubicBezTo>
                  <a:pt x="290" y="224"/>
                  <a:pt x="288" y="224"/>
                  <a:pt x="287" y="224"/>
                </a:cubicBezTo>
                <a:cubicBezTo>
                  <a:pt x="248" y="224"/>
                  <a:pt x="248" y="224"/>
                  <a:pt x="248" y="224"/>
                </a:cubicBezTo>
                <a:cubicBezTo>
                  <a:pt x="248" y="252"/>
                  <a:pt x="248" y="252"/>
                  <a:pt x="248" y="252"/>
                </a:cubicBezTo>
                <a:cubicBezTo>
                  <a:pt x="248" y="257"/>
                  <a:pt x="246" y="261"/>
                  <a:pt x="243" y="264"/>
                </a:cubicBezTo>
                <a:cubicBezTo>
                  <a:pt x="239" y="268"/>
                  <a:pt x="235" y="269"/>
                  <a:pt x="231" y="269"/>
                </a:cubicBezTo>
                <a:cubicBezTo>
                  <a:pt x="62" y="269"/>
                  <a:pt x="62" y="269"/>
                  <a:pt x="62" y="269"/>
                </a:cubicBezTo>
                <a:cubicBezTo>
                  <a:pt x="58" y="269"/>
                  <a:pt x="54" y="268"/>
                  <a:pt x="50" y="264"/>
                </a:cubicBezTo>
                <a:cubicBezTo>
                  <a:pt x="47" y="261"/>
                  <a:pt x="45" y="257"/>
                  <a:pt x="45" y="252"/>
                </a:cubicBezTo>
                <a:cubicBezTo>
                  <a:pt x="45" y="224"/>
                  <a:pt x="45" y="224"/>
                  <a:pt x="45" y="224"/>
                </a:cubicBezTo>
                <a:cubicBezTo>
                  <a:pt x="6" y="224"/>
                  <a:pt x="6" y="224"/>
                  <a:pt x="6" y="224"/>
                </a:cubicBezTo>
                <a:cubicBezTo>
                  <a:pt x="4" y="224"/>
                  <a:pt x="3" y="224"/>
                  <a:pt x="2" y="223"/>
                </a:cubicBezTo>
                <a:cubicBezTo>
                  <a:pt x="1" y="222"/>
                  <a:pt x="0" y="220"/>
                  <a:pt x="0" y="219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36"/>
                  <a:pt x="4" y="129"/>
                  <a:pt x="10" y="122"/>
                </a:cubicBezTo>
                <a:cubicBezTo>
                  <a:pt x="17" y="115"/>
                  <a:pt x="25" y="112"/>
                  <a:pt x="34" y="11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5" y="17"/>
                  <a:pt x="45" y="17"/>
                  <a:pt x="45" y="17"/>
                </a:cubicBezTo>
                <a:cubicBezTo>
                  <a:pt x="45" y="12"/>
                  <a:pt x="47" y="8"/>
                  <a:pt x="50" y="5"/>
                </a:cubicBezTo>
                <a:cubicBezTo>
                  <a:pt x="54" y="1"/>
                  <a:pt x="58" y="0"/>
                  <a:pt x="62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5" y="0"/>
                  <a:pt x="190" y="1"/>
                  <a:pt x="196" y="3"/>
                </a:cubicBezTo>
                <a:cubicBezTo>
                  <a:pt x="201" y="6"/>
                  <a:pt x="206" y="8"/>
                  <a:pt x="209" y="12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9" y="42"/>
                  <a:pt x="242" y="46"/>
                  <a:pt x="244" y="52"/>
                </a:cubicBezTo>
                <a:cubicBezTo>
                  <a:pt x="246" y="57"/>
                  <a:pt x="248" y="62"/>
                  <a:pt x="248" y="67"/>
                </a:cubicBezTo>
                <a:cubicBezTo>
                  <a:pt x="248" y="112"/>
                  <a:pt x="248" y="112"/>
                  <a:pt x="248" y="112"/>
                </a:cubicBezTo>
                <a:cubicBezTo>
                  <a:pt x="259" y="112"/>
                  <a:pt x="259" y="112"/>
                  <a:pt x="259" y="112"/>
                </a:cubicBezTo>
                <a:cubicBezTo>
                  <a:pt x="268" y="112"/>
                  <a:pt x="276" y="115"/>
                  <a:pt x="283" y="122"/>
                </a:cubicBezTo>
                <a:cubicBezTo>
                  <a:pt x="289" y="129"/>
                  <a:pt x="293" y="136"/>
                  <a:pt x="293" y="14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0"/>
          <p:cNvSpPr>
            <a:spLocks noEditPoints="1"/>
          </p:cNvSpPr>
          <p:nvPr/>
        </p:nvSpPr>
        <p:spPr bwMode="auto">
          <a:xfrm>
            <a:off x="5570538" y="2452550"/>
            <a:ext cx="242888" cy="266700"/>
          </a:xfrm>
          <a:custGeom>
            <a:avLst/>
            <a:gdLst>
              <a:gd name="T0" fmla="*/ 183 w 225"/>
              <a:gd name="T1" fmla="*/ 77 h 247"/>
              <a:gd name="T2" fmla="*/ 172 w 225"/>
              <a:gd name="T3" fmla="*/ 48 h 247"/>
              <a:gd name="T4" fmla="*/ 142 w 225"/>
              <a:gd name="T5" fmla="*/ 37 h 247"/>
              <a:gd name="T6" fmla="*/ 86 w 225"/>
              <a:gd name="T7" fmla="*/ 37 h 247"/>
              <a:gd name="T8" fmla="*/ 86 w 225"/>
              <a:gd name="T9" fmla="*/ 116 h 247"/>
              <a:gd name="T10" fmla="*/ 142 w 225"/>
              <a:gd name="T11" fmla="*/ 116 h 247"/>
              <a:gd name="T12" fmla="*/ 172 w 225"/>
              <a:gd name="T13" fmla="*/ 105 h 247"/>
              <a:gd name="T14" fmla="*/ 183 w 225"/>
              <a:gd name="T15" fmla="*/ 77 h 247"/>
              <a:gd name="T16" fmla="*/ 225 w 225"/>
              <a:gd name="T17" fmla="*/ 77 h 247"/>
              <a:gd name="T18" fmla="*/ 203 w 225"/>
              <a:gd name="T19" fmla="*/ 132 h 247"/>
              <a:gd name="T20" fmla="*/ 145 w 225"/>
              <a:gd name="T21" fmla="*/ 153 h 247"/>
              <a:gd name="T22" fmla="*/ 86 w 225"/>
              <a:gd name="T23" fmla="*/ 153 h 247"/>
              <a:gd name="T24" fmla="*/ 86 w 225"/>
              <a:gd name="T25" fmla="*/ 174 h 247"/>
              <a:gd name="T26" fmla="*/ 174 w 225"/>
              <a:gd name="T27" fmla="*/ 174 h 247"/>
              <a:gd name="T28" fmla="*/ 178 w 225"/>
              <a:gd name="T29" fmla="*/ 176 h 247"/>
              <a:gd name="T30" fmla="*/ 180 w 225"/>
              <a:gd name="T31" fmla="*/ 180 h 247"/>
              <a:gd name="T32" fmla="*/ 180 w 225"/>
              <a:gd name="T33" fmla="*/ 202 h 247"/>
              <a:gd name="T34" fmla="*/ 178 w 225"/>
              <a:gd name="T35" fmla="*/ 206 h 247"/>
              <a:gd name="T36" fmla="*/ 174 w 225"/>
              <a:gd name="T37" fmla="*/ 208 h 247"/>
              <a:gd name="T38" fmla="*/ 86 w 225"/>
              <a:gd name="T39" fmla="*/ 208 h 247"/>
              <a:gd name="T40" fmla="*/ 86 w 225"/>
              <a:gd name="T41" fmla="*/ 241 h 247"/>
              <a:gd name="T42" fmla="*/ 84 w 225"/>
              <a:gd name="T43" fmla="*/ 246 h 247"/>
              <a:gd name="T44" fmla="*/ 80 w 225"/>
              <a:gd name="T45" fmla="*/ 247 h 247"/>
              <a:gd name="T46" fmla="*/ 51 w 225"/>
              <a:gd name="T47" fmla="*/ 247 h 247"/>
              <a:gd name="T48" fmla="*/ 47 w 225"/>
              <a:gd name="T49" fmla="*/ 246 h 247"/>
              <a:gd name="T50" fmla="*/ 45 w 225"/>
              <a:gd name="T51" fmla="*/ 241 h 247"/>
              <a:gd name="T52" fmla="*/ 45 w 225"/>
              <a:gd name="T53" fmla="*/ 208 h 247"/>
              <a:gd name="T54" fmla="*/ 6 w 225"/>
              <a:gd name="T55" fmla="*/ 208 h 247"/>
              <a:gd name="T56" fmla="*/ 2 w 225"/>
              <a:gd name="T57" fmla="*/ 206 h 247"/>
              <a:gd name="T58" fmla="*/ 0 w 225"/>
              <a:gd name="T59" fmla="*/ 202 h 247"/>
              <a:gd name="T60" fmla="*/ 0 w 225"/>
              <a:gd name="T61" fmla="*/ 180 h 247"/>
              <a:gd name="T62" fmla="*/ 2 w 225"/>
              <a:gd name="T63" fmla="*/ 176 h 247"/>
              <a:gd name="T64" fmla="*/ 6 w 225"/>
              <a:gd name="T65" fmla="*/ 174 h 247"/>
              <a:gd name="T66" fmla="*/ 45 w 225"/>
              <a:gd name="T67" fmla="*/ 174 h 247"/>
              <a:gd name="T68" fmla="*/ 45 w 225"/>
              <a:gd name="T69" fmla="*/ 153 h 247"/>
              <a:gd name="T70" fmla="*/ 6 w 225"/>
              <a:gd name="T71" fmla="*/ 153 h 247"/>
              <a:gd name="T72" fmla="*/ 2 w 225"/>
              <a:gd name="T73" fmla="*/ 152 h 247"/>
              <a:gd name="T74" fmla="*/ 0 w 225"/>
              <a:gd name="T75" fmla="*/ 148 h 247"/>
              <a:gd name="T76" fmla="*/ 0 w 225"/>
              <a:gd name="T77" fmla="*/ 122 h 247"/>
              <a:gd name="T78" fmla="*/ 2 w 225"/>
              <a:gd name="T79" fmla="*/ 118 h 247"/>
              <a:gd name="T80" fmla="*/ 6 w 225"/>
              <a:gd name="T81" fmla="*/ 116 h 247"/>
              <a:gd name="T82" fmla="*/ 45 w 225"/>
              <a:gd name="T83" fmla="*/ 116 h 247"/>
              <a:gd name="T84" fmla="*/ 45 w 225"/>
              <a:gd name="T85" fmla="*/ 6 h 247"/>
              <a:gd name="T86" fmla="*/ 47 w 225"/>
              <a:gd name="T87" fmla="*/ 1 h 247"/>
              <a:gd name="T88" fmla="*/ 51 w 225"/>
              <a:gd name="T89" fmla="*/ 0 h 247"/>
              <a:gd name="T90" fmla="*/ 145 w 225"/>
              <a:gd name="T91" fmla="*/ 0 h 247"/>
              <a:gd name="T92" fmla="*/ 203 w 225"/>
              <a:gd name="T93" fmla="*/ 21 h 247"/>
              <a:gd name="T94" fmla="*/ 225 w 225"/>
              <a:gd name="T95" fmla="*/ 77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25" h="247">
                <a:moveTo>
                  <a:pt x="183" y="77"/>
                </a:moveTo>
                <a:cubicBezTo>
                  <a:pt x="183" y="65"/>
                  <a:pt x="180" y="55"/>
                  <a:pt x="172" y="48"/>
                </a:cubicBezTo>
                <a:cubicBezTo>
                  <a:pt x="164" y="41"/>
                  <a:pt x="154" y="37"/>
                  <a:pt x="142" y="37"/>
                </a:cubicBezTo>
                <a:cubicBezTo>
                  <a:pt x="86" y="37"/>
                  <a:pt x="86" y="37"/>
                  <a:pt x="86" y="37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142" y="116"/>
                  <a:pt x="142" y="116"/>
                  <a:pt x="142" y="116"/>
                </a:cubicBezTo>
                <a:cubicBezTo>
                  <a:pt x="154" y="116"/>
                  <a:pt x="164" y="112"/>
                  <a:pt x="172" y="105"/>
                </a:cubicBezTo>
                <a:cubicBezTo>
                  <a:pt x="180" y="98"/>
                  <a:pt x="183" y="88"/>
                  <a:pt x="183" y="77"/>
                </a:cubicBezTo>
                <a:close/>
                <a:moveTo>
                  <a:pt x="225" y="77"/>
                </a:moveTo>
                <a:cubicBezTo>
                  <a:pt x="225" y="99"/>
                  <a:pt x="218" y="118"/>
                  <a:pt x="203" y="132"/>
                </a:cubicBezTo>
                <a:cubicBezTo>
                  <a:pt x="188" y="146"/>
                  <a:pt x="169" y="153"/>
                  <a:pt x="145" y="153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86" y="174"/>
                  <a:pt x="86" y="174"/>
                  <a:pt x="86" y="174"/>
                </a:cubicBezTo>
                <a:cubicBezTo>
                  <a:pt x="174" y="174"/>
                  <a:pt x="174" y="174"/>
                  <a:pt x="174" y="174"/>
                </a:cubicBezTo>
                <a:cubicBezTo>
                  <a:pt x="176" y="174"/>
                  <a:pt x="177" y="175"/>
                  <a:pt x="178" y="176"/>
                </a:cubicBezTo>
                <a:cubicBezTo>
                  <a:pt x="180" y="177"/>
                  <a:pt x="180" y="178"/>
                  <a:pt x="180" y="180"/>
                </a:cubicBezTo>
                <a:cubicBezTo>
                  <a:pt x="180" y="202"/>
                  <a:pt x="180" y="202"/>
                  <a:pt x="180" y="202"/>
                </a:cubicBezTo>
                <a:cubicBezTo>
                  <a:pt x="180" y="204"/>
                  <a:pt x="180" y="205"/>
                  <a:pt x="178" y="206"/>
                </a:cubicBezTo>
                <a:cubicBezTo>
                  <a:pt x="177" y="207"/>
                  <a:pt x="176" y="208"/>
                  <a:pt x="174" y="208"/>
                </a:cubicBezTo>
                <a:cubicBezTo>
                  <a:pt x="86" y="208"/>
                  <a:pt x="86" y="208"/>
                  <a:pt x="86" y="208"/>
                </a:cubicBezTo>
                <a:cubicBezTo>
                  <a:pt x="86" y="241"/>
                  <a:pt x="86" y="241"/>
                  <a:pt x="86" y="241"/>
                </a:cubicBezTo>
                <a:cubicBezTo>
                  <a:pt x="86" y="243"/>
                  <a:pt x="85" y="244"/>
                  <a:pt x="84" y="246"/>
                </a:cubicBezTo>
                <a:cubicBezTo>
                  <a:pt x="83" y="247"/>
                  <a:pt x="82" y="247"/>
                  <a:pt x="80" y="247"/>
                </a:cubicBezTo>
                <a:cubicBezTo>
                  <a:pt x="51" y="247"/>
                  <a:pt x="51" y="247"/>
                  <a:pt x="51" y="247"/>
                </a:cubicBezTo>
                <a:cubicBezTo>
                  <a:pt x="49" y="247"/>
                  <a:pt x="48" y="247"/>
                  <a:pt x="47" y="246"/>
                </a:cubicBezTo>
                <a:cubicBezTo>
                  <a:pt x="46" y="244"/>
                  <a:pt x="45" y="243"/>
                  <a:pt x="45" y="241"/>
                </a:cubicBezTo>
                <a:cubicBezTo>
                  <a:pt x="45" y="208"/>
                  <a:pt x="45" y="208"/>
                  <a:pt x="45" y="208"/>
                </a:cubicBezTo>
                <a:cubicBezTo>
                  <a:pt x="6" y="208"/>
                  <a:pt x="6" y="208"/>
                  <a:pt x="6" y="208"/>
                </a:cubicBezTo>
                <a:cubicBezTo>
                  <a:pt x="4" y="208"/>
                  <a:pt x="3" y="207"/>
                  <a:pt x="2" y="206"/>
                </a:cubicBezTo>
                <a:cubicBezTo>
                  <a:pt x="1" y="205"/>
                  <a:pt x="0" y="204"/>
                  <a:pt x="0" y="202"/>
                </a:cubicBezTo>
                <a:cubicBezTo>
                  <a:pt x="0" y="180"/>
                  <a:pt x="0" y="180"/>
                  <a:pt x="0" y="180"/>
                </a:cubicBezTo>
                <a:cubicBezTo>
                  <a:pt x="0" y="178"/>
                  <a:pt x="1" y="177"/>
                  <a:pt x="2" y="176"/>
                </a:cubicBezTo>
                <a:cubicBezTo>
                  <a:pt x="3" y="175"/>
                  <a:pt x="4" y="174"/>
                  <a:pt x="6" y="174"/>
                </a:cubicBezTo>
                <a:cubicBezTo>
                  <a:pt x="45" y="174"/>
                  <a:pt x="45" y="174"/>
                  <a:pt x="45" y="174"/>
                </a:cubicBezTo>
                <a:cubicBezTo>
                  <a:pt x="45" y="153"/>
                  <a:pt x="45" y="153"/>
                  <a:pt x="45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4" y="153"/>
                  <a:pt x="3" y="153"/>
                  <a:pt x="2" y="152"/>
                </a:cubicBezTo>
                <a:cubicBezTo>
                  <a:pt x="1" y="151"/>
                  <a:pt x="0" y="149"/>
                  <a:pt x="0" y="148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0"/>
                  <a:pt x="1" y="119"/>
                  <a:pt x="2" y="118"/>
                </a:cubicBezTo>
                <a:cubicBezTo>
                  <a:pt x="3" y="117"/>
                  <a:pt x="4" y="116"/>
                  <a:pt x="6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6" y="3"/>
                  <a:pt x="47" y="1"/>
                </a:cubicBezTo>
                <a:cubicBezTo>
                  <a:pt x="48" y="0"/>
                  <a:pt x="49" y="0"/>
                  <a:pt x="5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69" y="0"/>
                  <a:pt x="188" y="7"/>
                  <a:pt x="203" y="21"/>
                </a:cubicBezTo>
                <a:cubicBezTo>
                  <a:pt x="218" y="36"/>
                  <a:pt x="225" y="54"/>
                  <a:pt x="225" y="7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1"/>
          <p:cNvSpPr>
            <a:spLocks/>
          </p:cNvSpPr>
          <p:nvPr/>
        </p:nvSpPr>
        <p:spPr bwMode="auto">
          <a:xfrm>
            <a:off x="5956301" y="2416038"/>
            <a:ext cx="333375" cy="339725"/>
          </a:xfrm>
          <a:custGeom>
            <a:avLst/>
            <a:gdLst>
              <a:gd name="T0" fmla="*/ 42 w 308"/>
              <a:gd name="T1" fmla="*/ 133 h 315"/>
              <a:gd name="T2" fmla="*/ 49 w 308"/>
              <a:gd name="T3" fmla="*/ 116 h 315"/>
              <a:gd name="T4" fmla="*/ 54 w 308"/>
              <a:gd name="T5" fmla="*/ 99 h 315"/>
              <a:gd name="T6" fmla="*/ 108 w 308"/>
              <a:gd name="T7" fmla="*/ 12 h 315"/>
              <a:gd name="T8" fmla="*/ 212 w 308"/>
              <a:gd name="T9" fmla="*/ 10 h 315"/>
              <a:gd name="T10" fmla="*/ 240 w 308"/>
              <a:gd name="T11" fmla="*/ 28 h 315"/>
              <a:gd name="T12" fmla="*/ 257 w 308"/>
              <a:gd name="T13" fmla="*/ 53 h 315"/>
              <a:gd name="T14" fmla="*/ 267 w 308"/>
              <a:gd name="T15" fmla="*/ 84 h 315"/>
              <a:gd name="T16" fmla="*/ 271 w 308"/>
              <a:gd name="T17" fmla="*/ 102 h 315"/>
              <a:gd name="T18" fmla="*/ 280 w 308"/>
              <a:gd name="T19" fmla="*/ 135 h 315"/>
              <a:gd name="T20" fmla="*/ 278 w 308"/>
              <a:gd name="T21" fmla="*/ 142 h 315"/>
              <a:gd name="T22" fmla="*/ 279 w 308"/>
              <a:gd name="T23" fmla="*/ 144 h 315"/>
              <a:gd name="T24" fmla="*/ 308 w 308"/>
              <a:gd name="T25" fmla="*/ 218 h 315"/>
              <a:gd name="T26" fmla="*/ 295 w 308"/>
              <a:gd name="T27" fmla="*/ 246 h 315"/>
              <a:gd name="T28" fmla="*/ 288 w 308"/>
              <a:gd name="T29" fmla="*/ 241 h 315"/>
              <a:gd name="T30" fmla="*/ 282 w 308"/>
              <a:gd name="T31" fmla="*/ 232 h 315"/>
              <a:gd name="T32" fmla="*/ 278 w 308"/>
              <a:gd name="T33" fmla="*/ 224 h 315"/>
              <a:gd name="T34" fmla="*/ 277 w 308"/>
              <a:gd name="T35" fmla="*/ 225 h 315"/>
              <a:gd name="T36" fmla="*/ 264 w 308"/>
              <a:gd name="T37" fmla="*/ 271 h 315"/>
              <a:gd name="T38" fmla="*/ 282 w 308"/>
              <a:gd name="T39" fmla="*/ 290 h 315"/>
              <a:gd name="T40" fmla="*/ 281 w 308"/>
              <a:gd name="T41" fmla="*/ 296 h 315"/>
              <a:gd name="T42" fmla="*/ 208 w 308"/>
              <a:gd name="T43" fmla="*/ 311 h 315"/>
              <a:gd name="T44" fmla="*/ 173 w 308"/>
              <a:gd name="T45" fmla="*/ 302 h 315"/>
              <a:gd name="T46" fmla="*/ 160 w 308"/>
              <a:gd name="T47" fmla="*/ 300 h 315"/>
              <a:gd name="T48" fmla="*/ 131 w 308"/>
              <a:gd name="T49" fmla="*/ 311 h 315"/>
              <a:gd name="T50" fmla="*/ 89 w 308"/>
              <a:gd name="T51" fmla="*/ 315 h 315"/>
              <a:gd name="T52" fmla="*/ 55 w 308"/>
              <a:gd name="T53" fmla="*/ 309 h 315"/>
              <a:gd name="T54" fmla="*/ 36 w 308"/>
              <a:gd name="T55" fmla="*/ 291 h 315"/>
              <a:gd name="T56" fmla="*/ 45 w 308"/>
              <a:gd name="T57" fmla="*/ 272 h 315"/>
              <a:gd name="T58" fmla="*/ 61 w 308"/>
              <a:gd name="T59" fmla="*/ 268 h 315"/>
              <a:gd name="T60" fmla="*/ 64 w 308"/>
              <a:gd name="T61" fmla="*/ 267 h 315"/>
              <a:gd name="T62" fmla="*/ 45 w 308"/>
              <a:gd name="T63" fmla="*/ 248 h 315"/>
              <a:gd name="T64" fmla="*/ 31 w 308"/>
              <a:gd name="T65" fmla="*/ 220 h 315"/>
              <a:gd name="T66" fmla="*/ 19 w 308"/>
              <a:gd name="T67" fmla="*/ 236 h 315"/>
              <a:gd name="T68" fmla="*/ 6 w 308"/>
              <a:gd name="T69" fmla="*/ 243 h 315"/>
              <a:gd name="T70" fmla="*/ 4 w 308"/>
              <a:gd name="T71" fmla="*/ 241 h 315"/>
              <a:gd name="T72" fmla="*/ 44 w 308"/>
              <a:gd name="T73" fmla="*/ 14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8" h="315">
                <a:moveTo>
                  <a:pt x="44" y="142"/>
                </a:moveTo>
                <a:cubicBezTo>
                  <a:pt x="43" y="139"/>
                  <a:pt x="42" y="136"/>
                  <a:pt x="42" y="133"/>
                </a:cubicBezTo>
                <a:cubicBezTo>
                  <a:pt x="42" y="130"/>
                  <a:pt x="43" y="127"/>
                  <a:pt x="44" y="124"/>
                </a:cubicBezTo>
                <a:cubicBezTo>
                  <a:pt x="46" y="121"/>
                  <a:pt x="47" y="118"/>
                  <a:pt x="49" y="116"/>
                </a:cubicBezTo>
                <a:cubicBezTo>
                  <a:pt x="48" y="113"/>
                  <a:pt x="49" y="110"/>
                  <a:pt x="50" y="107"/>
                </a:cubicBezTo>
                <a:cubicBezTo>
                  <a:pt x="51" y="103"/>
                  <a:pt x="52" y="101"/>
                  <a:pt x="54" y="99"/>
                </a:cubicBezTo>
                <a:cubicBezTo>
                  <a:pt x="54" y="83"/>
                  <a:pt x="59" y="66"/>
                  <a:pt x="70" y="49"/>
                </a:cubicBezTo>
                <a:cubicBezTo>
                  <a:pt x="81" y="31"/>
                  <a:pt x="94" y="19"/>
                  <a:pt x="108" y="12"/>
                </a:cubicBezTo>
                <a:cubicBezTo>
                  <a:pt x="125" y="4"/>
                  <a:pt x="144" y="0"/>
                  <a:pt x="165" y="0"/>
                </a:cubicBezTo>
                <a:cubicBezTo>
                  <a:pt x="181" y="0"/>
                  <a:pt x="196" y="3"/>
                  <a:pt x="212" y="10"/>
                </a:cubicBezTo>
                <a:cubicBezTo>
                  <a:pt x="218" y="12"/>
                  <a:pt x="223" y="15"/>
                  <a:pt x="228" y="18"/>
                </a:cubicBezTo>
                <a:cubicBezTo>
                  <a:pt x="233" y="21"/>
                  <a:pt x="237" y="25"/>
                  <a:pt x="240" y="28"/>
                </a:cubicBezTo>
                <a:cubicBezTo>
                  <a:pt x="244" y="31"/>
                  <a:pt x="247" y="35"/>
                  <a:pt x="250" y="40"/>
                </a:cubicBezTo>
                <a:cubicBezTo>
                  <a:pt x="253" y="45"/>
                  <a:pt x="255" y="49"/>
                  <a:pt x="257" y="53"/>
                </a:cubicBezTo>
                <a:cubicBezTo>
                  <a:pt x="259" y="57"/>
                  <a:pt x="261" y="62"/>
                  <a:pt x="263" y="68"/>
                </a:cubicBezTo>
                <a:cubicBezTo>
                  <a:pt x="265" y="74"/>
                  <a:pt x="266" y="79"/>
                  <a:pt x="267" y="84"/>
                </a:cubicBezTo>
                <a:cubicBezTo>
                  <a:pt x="269" y="88"/>
                  <a:pt x="270" y="94"/>
                  <a:pt x="271" y="101"/>
                </a:cubicBezTo>
                <a:cubicBezTo>
                  <a:pt x="271" y="102"/>
                  <a:pt x="271" y="102"/>
                  <a:pt x="271" y="102"/>
                </a:cubicBezTo>
                <a:cubicBezTo>
                  <a:pt x="278" y="111"/>
                  <a:pt x="281" y="120"/>
                  <a:pt x="281" y="128"/>
                </a:cubicBezTo>
                <a:cubicBezTo>
                  <a:pt x="281" y="130"/>
                  <a:pt x="281" y="132"/>
                  <a:pt x="280" y="135"/>
                </a:cubicBezTo>
                <a:cubicBezTo>
                  <a:pt x="278" y="138"/>
                  <a:pt x="278" y="140"/>
                  <a:pt x="278" y="142"/>
                </a:cubicBezTo>
                <a:cubicBezTo>
                  <a:pt x="278" y="142"/>
                  <a:pt x="278" y="142"/>
                  <a:pt x="278" y="142"/>
                </a:cubicBezTo>
                <a:cubicBezTo>
                  <a:pt x="278" y="143"/>
                  <a:pt x="279" y="143"/>
                  <a:pt x="279" y="143"/>
                </a:cubicBezTo>
                <a:cubicBezTo>
                  <a:pt x="279" y="143"/>
                  <a:pt x="279" y="144"/>
                  <a:pt x="279" y="144"/>
                </a:cubicBezTo>
                <a:cubicBezTo>
                  <a:pt x="288" y="157"/>
                  <a:pt x="295" y="170"/>
                  <a:pt x="300" y="181"/>
                </a:cubicBezTo>
                <a:cubicBezTo>
                  <a:pt x="305" y="193"/>
                  <a:pt x="308" y="205"/>
                  <a:pt x="308" y="218"/>
                </a:cubicBezTo>
                <a:cubicBezTo>
                  <a:pt x="308" y="223"/>
                  <a:pt x="307" y="229"/>
                  <a:pt x="305" y="236"/>
                </a:cubicBezTo>
                <a:cubicBezTo>
                  <a:pt x="302" y="242"/>
                  <a:pt x="299" y="246"/>
                  <a:pt x="295" y="246"/>
                </a:cubicBezTo>
                <a:cubicBezTo>
                  <a:pt x="294" y="246"/>
                  <a:pt x="293" y="245"/>
                  <a:pt x="291" y="244"/>
                </a:cubicBezTo>
                <a:cubicBezTo>
                  <a:pt x="290" y="243"/>
                  <a:pt x="289" y="242"/>
                  <a:pt x="288" y="241"/>
                </a:cubicBezTo>
                <a:cubicBezTo>
                  <a:pt x="287" y="240"/>
                  <a:pt x="286" y="239"/>
                  <a:pt x="285" y="237"/>
                </a:cubicBezTo>
                <a:cubicBezTo>
                  <a:pt x="283" y="235"/>
                  <a:pt x="283" y="233"/>
                  <a:pt x="282" y="232"/>
                </a:cubicBezTo>
                <a:cubicBezTo>
                  <a:pt x="281" y="231"/>
                  <a:pt x="280" y="229"/>
                  <a:pt x="280" y="227"/>
                </a:cubicBezTo>
                <a:cubicBezTo>
                  <a:pt x="279" y="226"/>
                  <a:pt x="278" y="225"/>
                  <a:pt x="278" y="224"/>
                </a:cubicBezTo>
                <a:cubicBezTo>
                  <a:pt x="278" y="224"/>
                  <a:pt x="278" y="224"/>
                  <a:pt x="277" y="224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270" y="243"/>
                  <a:pt x="262" y="256"/>
                  <a:pt x="253" y="264"/>
                </a:cubicBezTo>
                <a:cubicBezTo>
                  <a:pt x="256" y="266"/>
                  <a:pt x="259" y="269"/>
                  <a:pt x="264" y="271"/>
                </a:cubicBezTo>
                <a:cubicBezTo>
                  <a:pt x="269" y="273"/>
                  <a:pt x="273" y="275"/>
                  <a:pt x="276" y="278"/>
                </a:cubicBezTo>
                <a:cubicBezTo>
                  <a:pt x="279" y="281"/>
                  <a:pt x="282" y="285"/>
                  <a:pt x="282" y="290"/>
                </a:cubicBezTo>
                <a:cubicBezTo>
                  <a:pt x="282" y="290"/>
                  <a:pt x="282" y="291"/>
                  <a:pt x="282" y="292"/>
                </a:cubicBezTo>
                <a:cubicBezTo>
                  <a:pt x="282" y="294"/>
                  <a:pt x="281" y="295"/>
                  <a:pt x="281" y="296"/>
                </a:cubicBezTo>
                <a:cubicBezTo>
                  <a:pt x="273" y="307"/>
                  <a:pt x="255" y="313"/>
                  <a:pt x="228" y="313"/>
                </a:cubicBezTo>
                <a:cubicBezTo>
                  <a:pt x="221" y="313"/>
                  <a:pt x="215" y="312"/>
                  <a:pt x="208" y="311"/>
                </a:cubicBezTo>
                <a:cubicBezTo>
                  <a:pt x="201" y="310"/>
                  <a:pt x="196" y="309"/>
                  <a:pt x="191" y="307"/>
                </a:cubicBezTo>
                <a:cubicBezTo>
                  <a:pt x="186" y="306"/>
                  <a:pt x="180" y="304"/>
                  <a:pt x="173" y="302"/>
                </a:cubicBezTo>
                <a:cubicBezTo>
                  <a:pt x="171" y="302"/>
                  <a:pt x="169" y="301"/>
                  <a:pt x="169" y="301"/>
                </a:cubicBezTo>
                <a:cubicBezTo>
                  <a:pt x="167" y="300"/>
                  <a:pt x="164" y="300"/>
                  <a:pt x="160" y="300"/>
                </a:cubicBezTo>
                <a:cubicBezTo>
                  <a:pt x="157" y="300"/>
                  <a:pt x="154" y="300"/>
                  <a:pt x="153" y="300"/>
                </a:cubicBezTo>
                <a:cubicBezTo>
                  <a:pt x="149" y="305"/>
                  <a:pt x="141" y="309"/>
                  <a:pt x="131" y="311"/>
                </a:cubicBezTo>
                <a:cubicBezTo>
                  <a:pt x="121" y="314"/>
                  <a:pt x="111" y="315"/>
                  <a:pt x="101" y="315"/>
                </a:cubicBezTo>
                <a:cubicBezTo>
                  <a:pt x="97" y="315"/>
                  <a:pt x="93" y="315"/>
                  <a:pt x="89" y="315"/>
                </a:cubicBezTo>
                <a:cubicBezTo>
                  <a:pt x="85" y="314"/>
                  <a:pt x="80" y="314"/>
                  <a:pt x="73" y="313"/>
                </a:cubicBezTo>
                <a:cubicBezTo>
                  <a:pt x="66" y="312"/>
                  <a:pt x="60" y="311"/>
                  <a:pt x="55" y="309"/>
                </a:cubicBezTo>
                <a:cubicBezTo>
                  <a:pt x="50" y="308"/>
                  <a:pt x="46" y="306"/>
                  <a:pt x="42" y="302"/>
                </a:cubicBezTo>
                <a:cubicBezTo>
                  <a:pt x="38" y="299"/>
                  <a:pt x="36" y="295"/>
                  <a:pt x="36" y="291"/>
                </a:cubicBezTo>
                <a:cubicBezTo>
                  <a:pt x="36" y="286"/>
                  <a:pt x="37" y="283"/>
                  <a:pt x="38" y="281"/>
                </a:cubicBezTo>
                <a:cubicBezTo>
                  <a:pt x="39" y="278"/>
                  <a:pt x="42" y="276"/>
                  <a:pt x="45" y="272"/>
                </a:cubicBezTo>
                <a:cubicBezTo>
                  <a:pt x="47" y="272"/>
                  <a:pt x="49" y="271"/>
                  <a:pt x="53" y="270"/>
                </a:cubicBezTo>
                <a:cubicBezTo>
                  <a:pt x="56" y="269"/>
                  <a:pt x="59" y="268"/>
                  <a:pt x="61" y="268"/>
                </a:cubicBezTo>
                <a:cubicBezTo>
                  <a:pt x="62" y="268"/>
                  <a:pt x="63" y="268"/>
                  <a:pt x="64" y="267"/>
                </a:cubicBezTo>
                <a:cubicBezTo>
                  <a:pt x="64" y="267"/>
                  <a:pt x="64" y="267"/>
                  <a:pt x="64" y="267"/>
                </a:cubicBezTo>
                <a:cubicBezTo>
                  <a:pt x="64" y="266"/>
                  <a:pt x="64" y="266"/>
                  <a:pt x="64" y="266"/>
                </a:cubicBezTo>
                <a:cubicBezTo>
                  <a:pt x="58" y="265"/>
                  <a:pt x="52" y="259"/>
                  <a:pt x="45" y="248"/>
                </a:cubicBezTo>
                <a:cubicBezTo>
                  <a:pt x="38" y="237"/>
                  <a:pt x="33" y="227"/>
                  <a:pt x="32" y="220"/>
                </a:cubicBezTo>
                <a:cubicBezTo>
                  <a:pt x="31" y="220"/>
                  <a:pt x="31" y="220"/>
                  <a:pt x="31" y="220"/>
                </a:cubicBezTo>
                <a:cubicBezTo>
                  <a:pt x="31" y="220"/>
                  <a:pt x="30" y="221"/>
                  <a:pt x="29" y="223"/>
                </a:cubicBezTo>
                <a:cubicBezTo>
                  <a:pt x="27" y="228"/>
                  <a:pt x="24" y="232"/>
                  <a:pt x="19" y="236"/>
                </a:cubicBezTo>
                <a:cubicBezTo>
                  <a:pt x="15" y="240"/>
                  <a:pt x="11" y="242"/>
                  <a:pt x="6" y="243"/>
                </a:cubicBezTo>
                <a:cubicBezTo>
                  <a:pt x="6" y="243"/>
                  <a:pt x="6" y="243"/>
                  <a:pt x="6" y="243"/>
                </a:cubicBezTo>
                <a:cubicBezTo>
                  <a:pt x="5" y="243"/>
                  <a:pt x="5" y="243"/>
                  <a:pt x="5" y="242"/>
                </a:cubicBezTo>
                <a:cubicBezTo>
                  <a:pt x="4" y="242"/>
                  <a:pt x="4" y="241"/>
                  <a:pt x="4" y="241"/>
                </a:cubicBezTo>
                <a:cubicBezTo>
                  <a:pt x="1" y="235"/>
                  <a:pt x="0" y="229"/>
                  <a:pt x="0" y="224"/>
                </a:cubicBezTo>
                <a:cubicBezTo>
                  <a:pt x="0" y="191"/>
                  <a:pt x="14" y="164"/>
                  <a:pt x="44" y="14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32"/>
          <p:cNvSpPr>
            <a:spLocks noEditPoints="1"/>
          </p:cNvSpPr>
          <p:nvPr/>
        </p:nvSpPr>
        <p:spPr bwMode="auto">
          <a:xfrm>
            <a:off x="6419851" y="2452550"/>
            <a:ext cx="268288" cy="266700"/>
          </a:xfrm>
          <a:custGeom>
            <a:avLst/>
            <a:gdLst>
              <a:gd name="T0" fmla="*/ 46 w 169"/>
              <a:gd name="T1" fmla="*/ 137 h 168"/>
              <a:gd name="T2" fmla="*/ 31 w 169"/>
              <a:gd name="T3" fmla="*/ 122 h 168"/>
              <a:gd name="T4" fmla="*/ 46 w 169"/>
              <a:gd name="T5" fmla="*/ 31 h 168"/>
              <a:gd name="T6" fmla="*/ 31 w 169"/>
              <a:gd name="T7" fmla="*/ 46 h 168"/>
              <a:gd name="T8" fmla="*/ 46 w 169"/>
              <a:gd name="T9" fmla="*/ 31 h 168"/>
              <a:gd name="T10" fmla="*/ 138 w 169"/>
              <a:gd name="T11" fmla="*/ 46 h 168"/>
              <a:gd name="T12" fmla="*/ 122 w 169"/>
              <a:gd name="T13" fmla="*/ 31 h 168"/>
              <a:gd name="T14" fmla="*/ 16 w 169"/>
              <a:gd name="T15" fmla="*/ 152 h 168"/>
              <a:gd name="T16" fmla="*/ 61 w 169"/>
              <a:gd name="T17" fmla="*/ 107 h 168"/>
              <a:gd name="T18" fmla="*/ 16 w 169"/>
              <a:gd name="T19" fmla="*/ 152 h 168"/>
              <a:gd name="T20" fmla="*/ 61 w 169"/>
              <a:gd name="T21" fmla="*/ 61 h 168"/>
              <a:gd name="T22" fmla="*/ 16 w 169"/>
              <a:gd name="T23" fmla="*/ 15 h 168"/>
              <a:gd name="T24" fmla="*/ 107 w 169"/>
              <a:gd name="T25" fmla="*/ 61 h 168"/>
              <a:gd name="T26" fmla="*/ 153 w 169"/>
              <a:gd name="T27" fmla="*/ 15 h 168"/>
              <a:gd name="T28" fmla="*/ 107 w 169"/>
              <a:gd name="T29" fmla="*/ 61 h 168"/>
              <a:gd name="T30" fmla="*/ 77 w 169"/>
              <a:gd name="T31" fmla="*/ 168 h 168"/>
              <a:gd name="T32" fmla="*/ 0 w 169"/>
              <a:gd name="T33" fmla="*/ 92 h 168"/>
              <a:gd name="T34" fmla="*/ 138 w 169"/>
              <a:gd name="T35" fmla="*/ 153 h 168"/>
              <a:gd name="T36" fmla="*/ 122 w 169"/>
              <a:gd name="T37" fmla="*/ 168 h 168"/>
              <a:gd name="T38" fmla="*/ 138 w 169"/>
              <a:gd name="T39" fmla="*/ 153 h 168"/>
              <a:gd name="T40" fmla="*/ 169 w 169"/>
              <a:gd name="T41" fmla="*/ 168 h 168"/>
              <a:gd name="T42" fmla="*/ 153 w 169"/>
              <a:gd name="T43" fmla="*/ 153 h 168"/>
              <a:gd name="T44" fmla="*/ 169 w 169"/>
              <a:gd name="T45" fmla="*/ 92 h 168"/>
              <a:gd name="T46" fmla="*/ 122 w 169"/>
              <a:gd name="T47" fmla="*/ 137 h 168"/>
              <a:gd name="T48" fmla="*/ 107 w 169"/>
              <a:gd name="T49" fmla="*/ 122 h 168"/>
              <a:gd name="T50" fmla="*/ 92 w 169"/>
              <a:gd name="T51" fmla="*/ 168 h 168"/>
              <a:gd name="T52" fmla="*/ 138 w 169"/>
              <a:gd name="T53" fmla="*/ 92 h 168"/>
              <a:gd name="T54" fmla="*/ 153 w 169"/>
              <a:gd name="T55" fmla="*/ 107 h 168"/>
              <a:gd name="T56" fmla="*/ 169 w 169"/>
              <a:gd name="T57" fmla="*/ 92 h 168"/>
              <a:gd name="T58" fmla="*/ 77 w 169"/>
              <a:gd name="T59" fmla="*/ 76 h 168"/>
              <a:gd name="T60" fmla="*/ 0 w 169"/>
              <a:gd name="T61" fmla="*/ 0 h 168"/>
              <a:gd name="T62" fmla="*/ 169 w 169"/>
              <a:gd name="T63" fmla="*/ 0 h 168"/>
              <a:gd name="T64" fmla="*/ 92 w 169"/>
              <a:gd name="T65" fmla="*/ 76 h 168"/>
              <a:gd name="T66" fmla="*/ 169 w 169"/>
              <a:gd name="T67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68">
                <a:moveTo>
                  <a:pt x="46" y="122"/>
                </a:moveTo>
                <a:lnTo>
                  <a:pt x="46" y="137"/>
                </a:lnTo>
                <a:lnTo>
                  <a:pt x="31" y="137"/>
                </a:lnTo>
                <a:lnTo>
                  <a:pt x="31" y="122"/>
                </a:lnTo>
                <a:lnTo>
                  <a:pt x="46" y="122"/>
                </a:lnTo>
                <a:close/>
                <a:moveTo>
                  <a:pt x="46" y="31"/>
                </a:moveTo>
                <a:lnTo>
                  <a:pt x="46" y="46"/>
                </a:lnTo>
                <a:lnTo>
                  <a:pt x="31" y="46"/>
                </a:lnTo>
                <a:lnTo>
                  <a:pt x="31" y="31"/>
                </a:lnTo>
                <a:lnTo>
                  <a:pt x="46" y="31"/>
                </a:lnTo>
                <a:close/>
                <a:moveTo>
                  <a:pt x="138" y="31"/>
                </a:moveTo>
                <a:lnTo>
                  <a:pt x="138" y="46"/>
                </a:lnTo>
                <a:lnTo>
                  <a:pt x="122" y="46"/>
                </a:lnTo>
                <a:lnTo>
                  <a:pt x="122" y="31"/>
                </a:lnTo>
                <a:lnTo>
                  <a:pt x="138" y="31"/>
                </a:lnTo>
                <a:close/>
                <a:moveTo>
                  <a:pt x="16" y="152"/>
                </a:moveTo>
                <a:lnTo>
                  <a:pt x="61" y="152"/>
                </a:lnTo>
                <a:lnTo>
                  <a:pt x="61" y="107"/>
                </a:lnTo>
                <a:lnTo>
                  <a:pt x="16" y="107"/>
                </a:lnTo>
                <a:lnTo>
                  <a:pt x="16" y="152"/>
                </a:lnTo>
                <a:close/>
                <a:moveTo>
                  <a:pt x="16" y="61"/>
                </a:moveTo>
                <a:lnTo>
                  <a:pt x="61" y="61"/>
                </a:lnTo>
                <a:lnTo>
                  <a:pt x="61" y="15"/>
                </a:lnTo>
                <a:lnTo>
                  <a:pt x="16" y="15"/>
                </a:lnTo>
                <a:lnTo>
                  <a:pt x="16" y="61"/>
                </a:lnTo>
                <a:close/>
                <a:moveTo>
                  <a:pt x="107" y="61"/>
                </a:moveTo>
                <a:lnTo>
                  <a:pt x="153" y="61"/>
                </a:lnTo>
                <a:lnTo>
                  <a:pt x="153" y="15"/>
                </a:lnTo>
                <a:lnTo>
                  <a:pt x="107" y="15"/>
                </a:lnTo>
                <a:lnTo>
                  <a:pt x="107" y="61"/>
                </a:lnTo>
                <a:close/>
                <a:moveTo>
                  <a:pt x="77" y="92"/>
                </a:moveTo>
                <a:lnTo>
                  <a:pt x="77" y="168"/>
                </a:lnTo>
                <a:lnTo>
                  <a:pt x="0" y="168"/>
                </a:lnTo>
                <a:lnTo>
                  <a:pt x="0" y="92"/>
                </a:lnTo>
                <a:lnTo>
                  <a:pt x="77" y="92"/>
                </a:lnTo>
                <a:close/>
                <a:moveTo>
                  <a:pt x="138" y="153"/>
                </a:moveTo>
                <a:lnTo>
                  <a:pt x="138" y="168"/>
                </a:lnTo>
                <a:lnTo>
                  <a:pt x="122" y="168"/>
                </a:lnTo>
                <a:lnTo>
                  <a:pt x="122" y="153"/>
                </a:lnTo>
                <a:lnTo>
                  <a:pt x="138" y="153"/>
                </a:lnTo>
                <a:close/>
                <a:moveTo>
                  <a:pt x="169" y="153"/>
                </a:moveTo>
                <a:lnTo>
                  <a:pt x="169" y="168"/>
                </a:lnTo>
                <a:lnTo>
                  <a:pt x="153" y="168"/>
                </a:lnTo>
                <a:lnTo>
                  <a:pt x="153" y="153"/>
                </a:lnTo>
                <a:lnTo>
                  <a:pt x="169" y="153"/>
                </a:lnTo>
                <a:close/>
                <a:moveTo>
                  <a:pt x="169" y="92"/>
                </a:moveTo>
                <a:lnTo>
                  <a:pt x="169" y="137"/>
                </a:lnTo>
                <a:lnTo>
                  <a:pt x="122" y="137"/>
                </a:lnTo>
                <a:lnTo>
                  <a:pt x="122" y="122"/>
                </a:lnTo>
                <a:lnTo>
                  <a:pt x="107" y="122"/>
                </a:lnTo>
                <a:lnTo>
                  <a:pt x="107" y="168"/>
                </a:lnTo>
                <a:lnTo>
                  <a:pt x="92" y="168"/>
                </a:lnTo>
                <a:lnTo>
                  <a:pt x="92" y="92"/>
                </a:lnTo>
                <a:lnTo>
                  <a:pt x="138" y="92"/>
                </a:lnTo>
                <a:lnTo>
                  <a:pt x="138" y="107"/>
                </a:lnTo>
                <a:lnTo>
                  <a:pt x="153" y="107"/>
                </a:lnTo>
                <a:lnTo>
                  <a:pt x="153" y="92"/>
                </a:lnTo>
                <a:lnTo>
                  <a:pt x="169" y="92"/>
                </a:lnTo>
                <a:close/>
                <a:moveTo>
                  <a:pt x="77" y="0"/>
                </a:moveTo>
                <a:lnTo>
                  <a:pt x="77" y="76"/>
                </a:lnTo>
                <a:lnTo>
                  <a:pt x="0" y="76"/>
                </a:lnTo>
                <a:lnTo>
                  <a:pt x="0" y="0"/>
                </a:lnTo>
                <a:lnTo>
                  <a:pt x="77" y="0"/>
                </a:lnTo>
                <a:close/>
                <a:moveTo>
                  <a:pt x="169" y="0"/>
                </a:moveTo>
                <a:lnTo>
                  <a:pt x="169" y="76"/>
                </a:lnTo>
                <a:lnTo>
                  <a:pt x="92" y="76"/>
                </a:lnTo>
                <a:lnTo>
                  <a:pt x="92" y="0"/>
                </a:lnTo>
                <a:lnTo>
                  <a:pt x="169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33"/>
          <p:cNvSpPr>
            <a:spLocks noEditPoints="1"/>
          </p:cNvSpPr>
          <p:nvPr/>
        </p:nvSpPr>
        <p:spPr bwMode="auto">
          <a:xfrm>
            <a:off x="6897688" y="2463663"/>
            <a:ext cx="174625" cy="244475"/>
          </a:xfrm>
          <a:custGeom>
            <a:avLst/>
            <a:gdLst>
              <a:gd name="T0" fmla="*/ 107 w 162"/>
              <a:gd name="T1" fmla="*/ 176 h 225"/>
              <a:gd name="T2" fmla="*/ 107 w 162"/>
              <a:gd name="T3" fmla="*/ 218 h 225"/>
              <a:gd name="T4" fmla="*/ 105 w 162"/>
              <a:gd name="T5" fmla="*/ 223 h 225"/>
              <a:gd name="T6" fmla="*/ 100 w 162"/>
              <a:gd name="T7" fmla="*/ 225 h 225"/>
              <a:gd name="T8" fmla="*/ 58 w 162"/>
              <a:gd name="T9" fmla="*/ 225 h 225"/>
              <a:gd name="T10" fmla="*/ 53 w 162"/>
              <a:gd name="T11" fmla="*/ 223 h 225"/>
              <a:gd name="T12" fmla="*/ 51 w 162"/>
              <a:gd name="T13" fmla="*/ 218 h 225"/>
              <a:gd name="T14" fmla="*/ 51 w 162"/>
              <a:gd name="T15" fmla="*/ 176 h 225"/>
              <a:gd name="T16" fmla="*/ 53 w 162"/>
              <a:gd name="T17" fmla="*/ 171 h 225"/>
              <a:gd name="T18" fmla="*/ 58 w 162"/>
              <a:gd name="T19" fmla="*/ 169 h 225"/>
              <a:gd name="T20" fmla="*/ 100 w 162"/>
              <a:gd name="T21" fmla="*/ 169 h 225"/>
              <a:gd name="T22" fmla="*/ 105 w 162"/>
              <a:gd name="T23" fmla="*/ 171 h 225"/>
              <a:gd name="T24" fmla="*/ 107 w 162"/>
              <a:gd name="T25" fmla="*/ 176 h 225"/>
              <a:gd name="T26" fmla="*/ 162 w 162"/>
              <a:gd name="T27" fmla="*/ 70 h 225"/>
              <a:gd name="T28" fmla="*/ 159 w 162"/>
              <a:gd name="T29" fmla="*/ 88 h 225"/>
              <a:gd name="T30" fmla="*/ 153 w 162"/>
              <a:gd name="T31" fmla="*/ 102 h 225"/>
              <a:gd name="T32" fmla="*/ 144 w 162"/>
              <a:gd name="T33" fmla="*/ 112 h 225"/>
              <a:gd name="T34" fmla="*/ 134 w 162"/>
              <a:gd name="T35" fmla="*/ 120 h 225"/>
              <a:gd name="T36" fmla="*/ 123 w 162"/>
              <a:gd name="T37" fmla="*/ 126 h 225"/>
              <a:gd name="T38" fmla="*/ 111 w 162"/>
              <a:gd name="T39" fmla="*/ 137 h 225"/>
              <a:gd name="T40" fmla="*/ 106 w 162"/>
              <a:gd name="T41" fmla="*/ 149 h 225"/>
              <a:gd name="T42" fmla="*/ 104 w 162"/>
              <a:gd name="T43" fmla="*/ 155 h 225"/>
              <a:gd name="T44" fmla="*/ 99 w 162"/>
              <a:gd name="T45" fmla="*/ 157 h 225"/>
              <a:gd name="T46" fmla="*/ 57 w 162"/>
              <a:gd name="T47" fmla="*/ 157 h 225"/>
              <a:gd name="T48" fmla="*/ 52 w 162"/>
              <a:gd name="T49" fmla="*/ 154 h 225"/>
              <a:gd name="T50" fmla="*/ 51 w 162"/>
              <a:gd name="T51" fmla="*/ 148 h 225"/>
              <a:gd name="T52" fmla="*/ 51 w 162"/>
              <a:gd name="T53" fmla="*/ 140 h 225"/>
              <a:gd name="T54" fmla="*/ 62 w 162"/>
              <a:gd name="T55" fmla="*/ 112 h 225"/>
              <a:gd name="T56" fmla="*/ 87 w 162"/>
              <a:gd name="T57" fmla="*/ 93 h 225"/>
              <a:gd name="T58" fmla="*/ 102 w 162"/>
              <a:gd name="T59" fmla="*/ 83 h 225"/>
              <a:gd name="T60" fmla="*/ 106 w 162"/>
              <a:gd name="T61" fmla="*/ 70 h 225"/>
              <a:gd name="T62" fmla="*/ 98 w 162"/>
              <a:gd name="T63" fmla="*/ 57 h 225"/>
              <a:gd name="T64" fmla="*/ 79 w 162"/>
              <a:gd name="T65" fmla="*/ 51 h 225"/>
              <a:gd name="T66" fmla="*/ 60 w 162"/>
              <a:gd name="T67" fmla="*/ 56 h 225"/>
              <a:gd name="T68" fmla="*/ 41 w 162"/>
              <a:gd name="T69" fmla="*/ 77 h 225"/>
              <a:gd name="T70" fmla="*/ 36 w 162"/>
              <a:gd name="T71" fmla="*/ 79 h 225"/>
              <a:gd name="T72" fmla="*/ 32 w 162"/>
              <a:gd name="T73" fmla="*/ 78 h 225"/>
              <a:gd name="T74" fmla="*/ 3 w 162"/>
              <a:gd name="T75" fmla="*/ 56 h 225"/>
              <a:gd name="T76" fmla="*/ 0 w 162"/>
              <a:gd name="T77" fmla="*/ 52 h 225"/>
              <a:gd name="T78" fmla="*/ 1 w 162"/>
              <a:gd name="T79" fmla="*/ 47 h 225"/>
              <a:gd name="T80" fmla="*/ 83 w 162"/>
              <a:gd name="T81" fmla="*/ 0 h 225"/>
              <a:gd name="T82" fmla="*/ 111 w 162"/>
              <a:gd name="T83" fmla="*/ 6 h 225"/>
              <a:gd name="T84" fmla="*/ 136 w 162"/>
              <a:gd name="T85" fmla="*/ 20 h 225"/>
              <a:gd name="T86" fmla="*/ 155 w 162"/>
              <a:gd name="T87" fmla="*/ 43 h 225"/>
              <a:gd name="T88" fmla="*/ 162 w 162"/>
              <a:gd name="T89" fmla="*/ 7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2" h="225">
                <a:moveTo>
                  <a:pt x="107" y="176"/>
                </a:moveTo>
                <a:cubicBezTo>
                  <a:pt x="107" y="218"/>
                  <a:pt x="107" y="218"/>
                  <a:pt x="107" y="218"/>
                </a:cubicBezTo>
                <a:cubicBezTo>
                  <a:pt x="107" y="220"/>
                  <a:pt x="106" y="221"/>
                  <a:pt x="105" y="223"/>
                </a:cubicBezTo>
                <a:cubicBezTo>
                  <a:pt x="103" y="224"/>
                  <a:pt x="102" y="225"/>
                  <a:pt x="100" y="225"/>
                </a:cubicBezTo>
                <a:cubicBezTo>
                  <a:pt x="58" y="225"/>
                  <a:pt x="58" y="225"/>
                  <a:pt x="58" y="225"/>
                </a:cubicBezTo>
                <a:cubicBezTo>
                  <a:pt x="56" y="225"/>
                  <a:pt x="54" y="224"/>
                  <a:pt x="53" y="223"/>
                </a:cubicBezTo>
                <a:cubicBezTo>
                  <a:pt x="51" y="221"/>
                  <a:pt x="51" y="220"/>
                  <a:pt x="51" y="218"/>
                </a:cubicBezTo>
                <a:cubicBezTo>
                  <a:pt x="51" y="176"/>
                  <a:pt x="51" y="176"/>
                  <a:pt x="51" y="176"/>
                </a:cubicBezTo>
                <a:cubicBezTo>
                  <a:pt x="51" y="174"/>
                  <a:pt x="51" y="172"/>
                  <a:pt x="53" y="171"/>
                </a:cubicBezTo>
                <a:cubicBezTo>
                  <a:pt x="54" y="169"/>
                  <a:pt x="56" y="169"/>
                  <a:pt x="58" y="169"/>
                </a:cubicBezTo>
                <a:cubicBezTo>
                  <a:pt x="100" y="169"/>
                  <a:pt x="100" y="169"/>
                  <a:pt x="100" y="169"/>
                </a:cubicBezTo>
                <a:cubicBezTo>
                  <a:pt x="102" y="169"/>
                  <a:pt x="103" y="169"/>
                  <a:pt x="105" y="171"/>
                </a:cubicBezTo>
                <a:cubicBezTo>
                  <a:pt x="106" y="172"/>
                  <a:pt x="107" y="174"/>
                  <a:pt x="107" y="176"/>
                </a:cubicBezTo>
                <a:close/>
                <a:moveTo>
                  <a:pt x="162" y="70"/>
                </a:moveTo>
                <a:cubicBezTo>
                  <a:pt x="162" y="77"/>
                  <a:pt x="161" y="83"/>
                  <a:pt x="159" y="88"/>
                </a:cubicBezTo>
                <a:cubicBezTo>
                  <a:pt x="158" y="94"/>
                  <a:pt x="156" y="98"/>
                  <a:pt x="153" y="102"/>
                </a:cubicBezTo>
                <a:cubicBezTo>
                  <a:pt x="151" y="105"/>
                  <a:pt x="148" y="108"/>
                  <a:pt x="144" y="112"/>
                </a:cubicBezTo>
                <a:cubicBezTo>
                  <a:pt x="140" y="115"/>
                  <a:pt x="136" y="118"/>
                  <a:pt x="134" y="120"/>
                </a:cubicBezTo>
                <a:cubicBezTo>
                  <a:pt x="131" y="121"/>
                  <a:pt x="127" y="123"/>
                  <a:pt x="123" y="126"/>
                </a:cubicBezTo>
                <a:cubicBezTo>
                  <a:pt x="118" y="129"/>
                  <a:pt x="114" y="132"/>
                  <a:pt x="111" y="137"/>
                </a:cubicBezTo>
                <a:cubicBezTo>
                  <a:pt x="108" y="142"/>
                  <a:pt x="106" y="146"/>
                  <a:pt x="106" y="149"/>
                </a:cubicBezTo>
                <a:cubicBezTo>
                  <a:pt x="106" y="151"/>
                  <a:pt x="105" y="153"/>
                  <a:pt x="104" y="155"/>
                </a:cubicBezTo>
                <a:cubicBezTo>
                  <a:pt x="103" y="157"/>
                  <a:pt x="101" y="157"/>
                  <a:pt x="99" y="157"/>
                </a:cubicBezTo>
                <a:cubicBezTo>
                  <a:pt x="57" y="157"/>
                  <a:pt x="57" y="157"/>
                  <a:pt x="57" y="157"/>
                </a:cubicBezTo>
                <a:cubicBezTo>
                  <a:pt x="55" y="157"/>
                  <a:pt x="54" y="156"/>
                  <a:pt x="52" y="154"/>
                </a:cubicBezTo>
                <a:cubicBezTo>
                  <a:pt x="51" y="152"/>
                  <a:pt x="51" y="150"/>
                  <a:pt x="51" y="148"/>
                </a:cubicBezTo>
                <a:cubicBezTo>
                  <a:pt x="51" y="140"/>
                  <a:pt x="51" y="140"/>
                  <a:pt x="51" y="140"/>
                </a:cubicBezTo>
                <a:cubicBezTo>
                  <a:pt x="51" y="130"/>
                  <a:pt x="54" y="121"/>
                  <a:pt x="62" y="112"/>
                </a:cubicBezTo>
                <a:cubicBezTo>
                  <a:pt x="70" y="104"/>
                  <a:pt x="78" y="97"/>
                  <a:pt x="87" y="93"/>
                </a:cubicBezTo>
                <a:cubicBezTo>
                  <a:pt x="94" y="90"/>
                  <a:pt x="99" y="87"/>
                  <a:pt x="102" y="83"/>
                </a:cubicBezTo>
                <a:cubicBezTo>
                  <a:pt x="105" y="80"/>
                  <a:pt x="106" y="76"/>
                  <a:pt x="106" y="70"/>
                </a:cubicBezTo>
                <a:cubicBezTo>
                  <a:pt x="106" y="65"/>
                  <a:pt x="103" y="61"/>
                  <a:pt x="98" y="57"/>
                </a:cubicBezTo>
                <a:cubicBezTo>
                  <a:pt x="93" y="53"/>
                  <a:pt x="86" y="51"/>
                  <a:pt x="79" y="51"/>
                </a:cubicBezTo>
                <a:cubicBezTo>
                  <a:pt x="72" y="51"/>
                  <a:pt x="65" y="53"/>
                  <a:pt x="60" y="56"/>
                </a:cubicBezTo>
                <a:cubicBezTo>
                  <a:pt x="56" y="59"/>
                  <a:pt x="50" y="66"/>
                  <a:pt x="41" y="77"/>
                </a:cubicBezTo>
                <a:cubicBezTo>
                  <a:pt x="40" y="79"/>
                  <a:pt x="38" y="79"/>
                  <a:pt x="36" y="79"/>
                </a:cubicBezTo>
                <a:cubicBezTo>
                  <a:pt x="35" y="79"/>
                  <a:pt x="33" y="79"/>
                  <a:pt x="32" y="78"/>
                </a:cubicBezTo>
                <a:cubicBezTo>
                  <a:pt x="3" y="56"/>
                  <a:pt x="3" y="56"/>
                  <a:pt x="3" y="56"/>
                </a:cubicBezTo>
                <a:cubicBezTo>
                  <a:pt x="1" y="55"/>
                  <a:pt x="0" y="54"/>
                  <a:pt x="0" y="52"/>
                </a:cubicBezTo>
                <a:cubicBezTo>
                  <a:pt x="0" y="50"/>
                  <a:pt x="0" y="48"/>
                  <a:pt x="1" y="47"/>
                </a:cubicBezTo>
                <a:cubicBezTo>
                  <a:pt x="20" y="16"/>
                  <a:pt x="47" y="0"/>
                  <a:pt x="83" y="0"/>
                </a:cubicBezTo>
                <a:cubicBezTo>
                  <a:pt x="92" y="0"/>
                  <a:pt x="101" y="2"/>
                  <a:pt x="111" y="6"/>
                </a:cubicBezTo>
                <a:cubicBezTo>
                  <a:pt x="120" y="9"/>
                  <a:pt x="129" y="14"/>
                  <a:pt x="136" y="20"/>
                </a:cubicBezTo>
                <a:cubicBezTo>
                  <a:pt x="144" y="26"/>
                  <a:pt x="150" y="34"/>
                  <a:pt x="155" y="43"/>
                </a:cubicBezTo>
                <a:cubicBezTo>
                  <a:pt x="160" y="51"/>
                  <a:pt x="162" y="61"/>
                  <a:pt x="162" y="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34"/>
          <p:cNvSpPr>
            <a:spLocks noEditPoints="1"/>
          </p:cNvSpPr>
          <p:nvPr/>
        </p:nvSpPr>
        <p:spPr bwMode="auto">
          <a:xfrm>
            <a:off x="7269163" y="2439850"/>
            <a:ext cx="292100" cy="292100"/>
          </a:xfrm>
          <a:custGeom>
            <a:avLst/>
            <a:gdLst>
              <a:gd name="T0" fmla="*/ 158 w 270"/>
              <a:gd name="T1" fmla="*/ 219 h 269"/>
              <a:gd name="T2" fmla="*/ 158 w 270"/>
              <a:gd name="T3" fmla="*/ 185 h 269"/>
              <a:gd name="T4" fmla="*/ 156 w 270"/>
              <a:gd name="T5" fmla="*/ 181 h 269"/>
              <a:gd name="T6" fmla="*/ 152 w 270"/>
              <a:gd name="T7" fmla="*/ 179 h 269"/>
              <a:gd name="T8" fmla="*/ 118 w 270"/>
              <a:gd name="T9" fmla="*/ 179 h 269"/>
              <a:gd name="T10" fmla="*/ 114 w 270"/>
              <a:gd name="T11" fmla="*/ 181 h 269"/>
              <a:gd name="T12" fmla="*/ 113 w 270"/>
              <a:gd name="T13" fmla="*/ 185 h 269"/>
              <a:gd name="T14" fmla="*/ 113 w 270"/>
              <a:gd name="T15" fmla="*/ 219 h 269"/>
              <a:gd name="T16" fmla="*/ 114 w 270"/>
              <a:gd name="T17" fmla="*/ 223 h 269"/>
              <a:gd name="T18" fmla="*/ 118 w 270"/>
              <a:gd name="T19" fmla="*/ 224 h 269"/>
              <a:gd name="T20" fmla="*/ 152 w 270"/>
              <a:gd name="T21" fmla="*/ 224 h 269"/>
              <a:gd name="T22" fmla="*/ 156 w 270"/>
              <a:gd name="T23" fmla="*/ 223 h 269"/>
              <a:gd name="T24" fmla="*/ 158 w 270"/>
              <a:gd name="T25" fmla="*/ 219 h 269"/>
              <a:gd name="T26" fmla="*/ 203 w 270"/>
              <a:gd name="T27" fmla="*/ 101 h 269"/>
              <a:gd name="T28" fmla="*/ 193 w 270"/>
              <a:gd name="T29" fmla="*/ 72 h 269"/>
              <a:gd name="T30" fmla="*/ 169 w 270"/>
              <a:gd name="T31" fmla="*/ 52 h 269"/>
              <a:gd name="T32" fmla="*/ 139 w 270"/>
              <a:gd name="T33" fmla="*/ 45 h 269"/>
              <a:gd name="T34" fmla="*/ 74 w 270"/>
              <a:gd name="T35" fmla="*/ 82 h 269"/>
              <a:gd name="T36" fmla="*/ 75 w 270"/>
              <a:gd name="T37" fmla="*/ 89 h 269"/>
              <a:gd name="T38" fmla="*/ 98 w 270"/>
              <a:gd name="T39" fmla="*/ 107 h 269"/>
              <a:gd name="T40" fmla="*/ 102 w 270"/>
              <a:gd name="T41" fmla="*/ 108 h 269"/>
              <a:gd name="T42" fmla="*/ 106 w 270"/>
              <a:gd name="T43" fmla="*/ 106 h 269"/>
              <a:gd name="T44" fmla="*/ 121 w 270"/>
              <a:gd name="T45" fmla="*/ 90 h 269"/>
              <a:gd name="T46" fmla="*/ 136 w 270"/>
              <a:gd name="T47" fmla="*/ 86 h 269"/>
              <a:gd name="T48" fmla="*/ 151 w 270"/>
              <a:gd name="T49" fmla="*/ 90 h 269"/>
              <a:gd name="T50" fmla="*/ 158 w 270"/>
              <a:gd name="T51" fmla="*/ 100 h 269"/>
              <a:gd name="T52" fmla="*/ 154 w 270"/>
              <a:gd name="T53" fmla="*/ 111 h 269"/>
              <a:gd name="T54" fmla="*/ 142 w 270"/>
              <a:gd name="T55" fmla="*/ 119 h 269"/>
              <a:gd name="T56" fmla="*/ 122 w 270"/>
              <a:gd name="T57" fmla="*/ 134 h 269"/>
              <a:gd name="T58" fmla="*/ 113 w 270"/>
              <a:gd name="T59" fmla="*/ 156 h 269"/>
              <a:gd name="T60" fmla="*/ 113 w 270"/>
              <a:gd name="T61" fmla="*/ 163 h 269"/>
              <a:gd name="T62" fmla="*/ 114 w 270"/>
              <a:gd name="T63" fmla="*/ 167 h 269"/>
              <a:gd name="T64" fmla="*/ 118 w 270"/>
              <a:gd name="T65" fmla="*/ 168 h 269"/>
              <a:gd name="T66" fmla="*/ 152 w 270"/>
              <a:gd name="T67" fmla="*/ 168 h 269"/>
              <a:gd name="T68" fmla="*/ 156 w 270"/>
              <a:gd name="T69" fmla="*/ 167 h 269"/>
              <a:gd name="T70" fmla="*/ 158 w 270"/>
              <a:gd name="T71" fmla="*/ 163 h 269"/>
              <a:gd name="T72" fmla="*/ 161 w 270"/>
              <a:gd name="T73" fmla="*/ 154 h 269"/>
              <a:gd name="T74" fmla="*/ 171 w 270"/>
              <a:gd name="T75" fmla="*/ 145 h 269"/>
              <a:gd name="T76" fmla="*/ 180 w 270"/>
              <a:gd name="T77" fmla="*/ 140 h 269"/>
              <a:gd name="T78" fmla="*/ 188 w 270"/>
              <a:gd name="T79" fmla="*/ 134 h 269"/>
              <a:gd name="T80" fmla="*/ 196 w 270"/>
              <a:gd name="T81" fmla="*/ 126 h 269"/>
              <a:gd name="T82" fmla="*/ 200 w 270"/>
              <a:gd name="T83" fmla="*/ 115 h 269"/>
              <a:gd name="T84" fmla="*/ 203 w 270"/>
              <a:gd name="T85" fmla="*/ 101 h 269"/>
              <a:gd name="T86" fmla="*/ 270 w 270"/>
              <a:gd name="T87" fmla="*/ 134 h 269"/>
              <a:gd name="T88" fmla="*/ 252 w 270"/>
              <a:gd name="T89" fmla="*/ 202 h 269"/>
              <a:gd name="T90" fmla="*/ 203 w 270"/>
              <a:gd name="T91" fmla="*/ 251 h 269"/>
              <a:gd name="T92" fmla="*/ 135 w 270"/>
              <a:gd name="T93" fmla="*/ 269 h 269"/>
              <a:gd name="T94" fmla="*/ 68 w 270"/>
              <a:gd name="T95" fmla="*/ 251 h 269"/>
              <a:gd name="T96" fmla="*/ 18 w 270"/>
              <a:gd name="T97" fmla="*/ 202 h 269"/>
              <a:gd name="T98" fmla="*/ 0 w 270"/>
              <a:gd name="T99" fmla="*/ 134 h 269"/>
              <a:gd name="T100" fmla="*/ 18 w 270"/>
              <a:gd name="T101" fmla="*/ 67 h 269"/>
              <a:gd name="T102" fmla="*/ 68 w 270"/>
              <a:gd name="T103" fmla="*/ 18 h 269"/>
              <a:gd name="T104" fmla="*/ 135 w 270"/>
              <a:gd name="T105" fmla="*/ 0 h 269"/>
              <a:gd name="T106" fmla="*/ 203 w 270"/>
              <a:gd name="T107" fmla="*/ 18 h 269"/>
              <a:gd name="T108" fmla="*/ 252 w 270"/>
              <a:gd name="T109" fmla="*/ 67 h 269"/>
              <a:gd name="T110" fmla="*/ 270 w 270"/>
              <a:gd name="T111" fmla="*/ 134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70" h="269">
                <a:moveTo>
                  <a:pt x="158" y="219"/>
                </a:moveTo>
                <a:cubicBezTo>
                  <a:pt x="158" y="185"/>
                  <a:pt x="158" y="185"/>
                  <a:pt x="158" y="185"/>
                </a:cubicBezTo>
                <a:cubicBezTo>
                  <a:pt x="158" y="183"/>
                  <a:pt x="157" y="182"/>
                  <a:pt x="156" y="181"/>
                </a:cubicBezTo>
                <a:cubicBezTo>
                  <a:pt x="155" y="180"/>
                  <a:pt x="154" y="179"/>
                  <a:pt x="152" y="179"/>
                </a:cubicBezTo>
                <a:cubicBezTo>
                  <a:pt x="118" y="179"/>
                  <a:pt x="118" y="179"/>
                  <a:pt x="118" y="179"/>
                </a:cubicBezTo>
                <a:cubicBezTo>
                  <a:pt x="117" y="179"/>
                  <a:pt x="115" y="180"/>
                  <a:pt x="114" y="181"/>
                </a:cubicBezTo>
                <a:cubicBezTo>
                  <a:pt x="113" y="182"/>
                  <a:pt x="113" y="183"/>
                  <a:pt x="113" y="185"/>
                </a:cubicBezTo>
                <a:cubicBezTo>
                  <a:pt x="113" y="219"/>
                  <a:pt x="113" y="219"/>
                  <a:pt x="113" y="219"/>
                </a:cubicBezTo>
                <a:cubicBezTo>
                  <a:pt x="113" y="220"/>
                  <a:pt x="113" y="222"/>
                  <a:pt x="114" y="223"/>
                </a:cubicBezTo>
                <a:cubicBezTo>
                  <a:pt x="115" y="224"/>
                  <a:pt x="117" y="224"/>
                  <a:pt x="118" y="224"/>
                </a:cubicBezTo>
                <a:cubicBezTo>
                  <a:pt x="152" y="224"/>
                  <a:pt x="152" y="224"/>
                  <a:pt x="152" y="224"/>
                </a:cubicBezTo>
                <a:cubicBezTo>
                  <a:pt x="154" y="224"/>
                  <a:pt x="155" y="224"/>
                  <a:pt x="156" y="223"/>
                </a:cubicBezTo>
                <a:cubicBezTo>
                  <a:pt x="157" y="222"/>
                  <a:pt x="158" y="220"/>
                  <a:pt x="158" y="219"/>
                </a:cubicBezTo>
                <a:close/>
                <a:moveTo>
                  <a:pt x="203" y="101"/>
                </a:moveTo>
                <a:cubicBezTo>
                  <a:pt x="203" y="90"/>
                  <a:pt x="199" y="81"/>
                  <a:pt x="193" y="72"/>
                </a:cubicBezTo>
                <a:cubicBezTo>
                  <a:pt x="186" y="63"/>
                  <a:pt x="178" y="57"/>
                  <a:pt x="169" y="52"/>
                </a:cubicBezTo>
                <a:cubicBezTo>
                  <a:pt x="159" y="47"/>
                  <a:pt x="149" y="45"/>
                  <a:pt x="139" y="45"/>
                </a:cubicBezTo>
                <a:cubicBezTo>
                  <a:pt x="110" y="45"/>
                  <a:pt x="89" y="57"/>
                  <a:pt x="74" y="82"/>
                </a:cubicBezTo>
                <a:cubicBezTo>
                  <a:pt x="72" y="85"/>
                  <a:pt x="72" y="87"/>
                  <a:pt x="75" y="89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99" y="108"/>
                  <a:pt x="100" y="108"/>
                  <a:pt x="102" y="108"/>
                </a:cubicBezTo>
                <a:cubicBezTo>
                  <a:pt x="103" y="108"/>
                  <a:pt x="105" y="107"/>
                  <a:pt x="106" y="106"/>
                </a:cubicBezTo>
                <a:cubicBezTo>
                  <a:pt x="112" y="98"/>
                  <a:pt x="117" y="93"/>
                  <a:pt x="121" y="90"/>
                </a:cubicBezTo>
                <a:cubicBezTo>
                  <a:pt x="125" y="87"/>
                  <a:pt x="130" y="86"/>
                  <a:pt x="136" y="86"/>
                </a:cubicBezTo>
                <a:cubicBezTo>
                  <a:pt x="142" y="86"/>
                  <a:pt x="147" y="87"/>
                  <a:pt x="151" y="90"/>
                </a:cubicBezTo>
                <a:cubicBezTo>
                  <a:pt x="156" y="93"/>
                  <a:pt x="158" y="97"/>
                  <a:pt x="158" y="100"/>
                </a:cubicBezTo>
                <a:cubicBezTo>
                  <a:pt x="158" y="105"/>
                  <a:pt x="157" y="108"/>
                  <a:pt x="154" y="111"/>
                </a:cubicBezTo>
                <a:cubicBezTo>
                  <a:pt x="152" y="114"/>
                  <a:pt x="148" y="116"/>
                  <a:pt x="142" y="119"/>
                </a:cubicBezTo>
                <a:cubicBezTo>
                  <a:pt x="135" y="122"/>
                  <a:pt x="128" y="127"/>
                  <a:pt x="122" y="134"/>
                </a:cubicBezTo>
                <a:cubicBezTo>
                  <a:pt x="116" y="141"/>
                  <a:pt x="113" y="148"/>
                  <a:pt x="113" y="156"/>
                </a:cubicBezTo>
                <a:cubicBezTo>
                  <a:pt x="113" y="163"/>
                  <a:pt x="113" y="163"/>
                  <a:pt x="113" y="163"/>
                </a:cubicBezTo>
                <a:cubicBezTo>
                  <a:pt x="113" y="164"/>
                  <a:pt x="113" y="166"/>
                  <a:pt x="114" y="167"/>
                </a:cubicBezTo>
                <a:cubicBezTo>
                  <a:pt x="115" y="168"/>
                  <a:pt x="117" y="168"/>
                  <a:pt x="118" y="1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4" y="168"/>
                  <a:pt x="155" y="168"/>
                  <a:pt x="156" y="167"/>
                </a:cubicBezTo>
                <a:cubicBezTo>
                  <a:pt x="157" y="166"/>
                  <a:pt x="158" y="164"/>
                  <a:pt x="158" y="163"/>
                </a:cubicBezTo>
                <a:cubicBezTo>
                  <a:pt x="158" y="160"/>
                  <a:pt x="159" y="157"/>
                  <a:pt x="161" y="154"/>
                </a:cubicBezTo>
                <a:cubicBezTo>
                  <a:pt x="164" y="150"/>
                  <a:pt x="167" y="147"/>
                  <a:pt x="171" y="145"/>
                </a:cubicBezTo>
                <a:cubicBezTo>
                  <a:pt x="175" y="143"/>
                  <a:pt x="178" y="141"/>
                  <a:pt x="180" y="140"/>
                </a:cubicBezTo>
                <a:cubicBezTo>
                  <a:pt x="182" y="139"/>
                  <a:pt x="184" y="137"/>
                  <a:pt x="188" y="134"/>
                </a:cubicBezTo>
                <a:cubicBezTo>
                  <a:pt x="191" y="131"/>
                  <a:pt x="194" y="128"/>
                  <a:pt x="196" y="126"/>
                </a:cubicBezTo>
                <a:cubicBezTo>
                  <a:pt x="197" y="123"/>
                  <a:pt x="199" y="119"/>
                  <a:pt x="200" y="115"/>
                </a:cubicBezTo>
                <a:cubicBezTo>
                  <a:pt x="202" y="111"/>
                  <a:pt x="203" y="106"/>
                  <a:pt x="203" y="101"/>
                </a:cubicBezTo>
                <a:close/>
                <a:moveTo>
                  <a:pt x="270" y="134"/>
                </a:moveTo>
                <a:cubicBezTo>
                  <a:pt x="270" y="159"/>
                  <a:pt x="264" y="182"/>
                  <a:pt x="252" y="202"/>
                </a:cubicBezTo>
                <a:cubicBezTo>
                  <a:pt x="240" y="223"/>
                  <a:pt x="224" y="239"/>
                  <a:pt x="203" y="251"/>
                </a:cubicBezTo>
                <a:cubicBezTo>
                  <a:pt x="182" y="263"/>
                  <a:pt x="160" y="269"/>
                  <a:pt x="135" y="269"/>
                </a:cubicBezTo>
                <a:cubicBezTo>
                  <a:pt x="111" y="269"/>
                  <a:pt x="88" y="263"/>
                  <a:pt x="68" y="251"/>
                </a:cubicBezTo>
                <a:cubicBezTo>
                  <a:pt x="47" y="239"/>
                  <a:pt x="31" y="223"/>
                  <a:pt x="18" y="202"/>
                </a:cubicBezTo>
                <a:cubicBezTo>
                  <a:pt x="6" y="182"/>
                  <a:pt x="0" y="159"/>
                  <a:pt x="0" y="134"/>
                </a:cubicBezTo>
                <a:cubicBezTo>
                  <a:pt x="0" y="110"/>
                  <a:pt x="6" y="87"/>
                  <a:pt x="18" y="67"/>
                </a:cubicBezTo>
                <a:cubicBezTo>
                  <a:pt x="31" y="46"/>
                  <a:pt x="47" y="30"/>
                  <a:pt x="68" y="18"/>
                </a:cubicBezTo>
                <a:cubicBezTo>
                  <a:pt x="88" y="6"/>
                  <a:pt x="111" y="0"/>
                  <a:pt x="135" y="0"/>
                </a:cubicBezTo>
                <a:cubicBezTo>
                  <a:pt x="160" y="0"/>
                  <a:pt x="182" y="6"/>
                  <a:pt x="203" y="18"/>
                </a:cubicBezTo>
                <a:cubicBezTo>
                  <a:pt x="224" y="30"/>
                  <a:pt x="240" y="46"/>
                  <a:pt x="252" y="67"/>
                </a:cubicBezTo>
                <a:cubicBezTo>
                  <a:pt x="264" y="87"/>
                  <a:pt x="270" y="110"/>
                  <a:pt x="270" y="13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35"/>
          <p:cNvSpPr>
            <a:spLocks noEditPoints="1"/>
          </p:cNvSpPr>
          <p:nvPr/>
        </p:nvSpPr>
        <p:spPr bwMode="auto">
          <a:xfrm>
            <a:off x="7688263" y="2452550"/>
            <a:ext cx="315913" cy="266700"/>
          </a:xfrm>
          <a:custGeom>
            <a:avLst/>
            <a:gdLst>
              <a:gd name="T0" fmla="*/ 135 w 292"/>
              <a:gd name="T1" fmla="*/ 146 h 247"/>
              <a:gd name="T2" fmla="*/ 135 w 292"/>
              <a:gd name="T3" fmla="*/ 213 h 247"/>
              <a:gd name="T4" fmla="*/ 125 w 292"/>
              <a:gd name="T5" fmla="*/ 237 h 247"/>
              <a:gd name="T6" fmla="*/ 101 w 292"/>
              <a:gd name="T7" fmla="*/ 247 h 247"/>
              <a:gd name="T8" fmla="*/ 34 w 292"/>
              <a:gd name="T9" fmla="*/ 247 h 247"/>
              <a:gd name="T10" fmla="*/ 10 w 292"/>
              <a:gd name="T11" fmla="*/ 237 h 247"/>
              <a:gd name="T12" fmla="*/ 0 w 292"/>
              <a:gd name="T13" fmla="*/ 213 h 247"/>
              <a:gd name="T14" fmla="*/ 0 w 292"/>
              <a:gd name="T15" fmla="*/ 90 h 247"/>
              <a:gd name="T16" fmla="*/ 7 w 292"/>
              <a:gd name="T17" fmla="*/ 55 h 247"/>
              <a:gd name="T18" fmla="*/ 27 w 292"/>
              <a:gd name="T19" fmla="*/ 26 h 247"/>
              <a:gd name="T20" fmla="*/ 55 w 292"/>
              <a:gd name="T21" fmla="*/ 7 h 247"/>
              <a:gd name="T22" fmla="*/ 90 w 292"/>
              <a:gd name="T23" fmla="*/ 0 h 247"/>
              <a:gd name="T24" fmla="*/ 101 w 292"/>
              <a:gd name="T25" fmla="*/ 0 h 247"/>
              <a:gd name="T26" fmla="*/ 109 w 292"/>
              <a:gd name="T27" fmla="*/ 3 h 247"/>
              <a:gd name="T28" fmla="*/ 113 w 292"/>
              <a:gd name="T29" fmla="*/ 11 h 247"/>
              <a:gd name="T30" fmla="*/ 113 w 292"/>
              <a:gd name="T31" fmla="*/ 34 h 247"/>
              <a:gd name="T32" fmla="*/ 109 w 292"/>
              <a:gd name="T33" fmla="*/ 41 h 247"/>
              <a:gd name="T34" fmla="*/ 101 w 292"/>
              <a:gd name="T35" fmla="*/ 45 h 247"/>
              <a:gd name="T36" fmla="*/ 90 w 292"/>
              <a:gd name="T37" fmla="*/ 45 h 247"/>
              <a:gd name="T38" fmla="*/ 58 w 292"/>
              <a:gd name="T39" fmla="*/ 58 h 247"/>
              <a:gd name="T40" fmla="*/ 45 w 292"/>
              <a:gd name="T41" fmla="*/ 90 h 247"/>
              <a:gd name="T42" fmla="*/ 45 w 292"/>
              <a:gd name="T43" fmla="*/ 95 h 247"/>
              <a:gd name="T44" fmla="*/ 50 w 292"/>
              <a:gd name="T45" fmla="*/ 107 h 247"/>
              <a:gd name="T46" fmla="*/ 62 w 292"/>
              <a:gd name="T47" fmla="*/ 112 h 247"/>
              <a:gd name="T48" fmla="*/ 101 w 292"/>
              <a:gd name="T49" fmla="*/ 112 h 247"/>
              <a:gd name="T50" fmla="*/ 125 w 292"/>
              <a:gd name="T51" fmla="*/ 122 h 247"/>
              <a:gd name="T52" fmla="*/ 135 w 292"/>
              <a:gd name="T53" fmla="*/ 146 h 247"/>
              <a:gd name="T54" fmla="*/ 292 w 292"/>
              <a:gd name="T55" fmla="*/ 146 h 247"/>
              <a:gd name="T56" fmla="*/ 292 w 292"/>
              <a:gd name="T57" fmla="*/ 213 h 247"/>
              <a:gd name="T58" fmla="*/ 283 w 292"/>
              <a:gd name="T59" fmla="*/ 237 h 247"/>
              <a:gd name="T60" fmla="*/ 259 w 292"/>
              <a:gd name="T61" fmla="*/ 247 h 247"/>
              <a:gd name="T62" fmla="*/ 191 w 292"/>
              <a:gd name="T63" fmla="*/ 247 h 247"/>
              <a:gd name="T64" fmla="*/ 167 w 292"/>
              <a:gd name="T65" fmla="*/ 237 h 247"/>
              <a:gd name="T66" fmla="*/ 158 w 292"/>
              <a:gd name="T67" fmla="*/ 213 h 247"/>
              <a:gd name="T68" fmla="*/ 158 w 292"/>
              <a:gd name="T69" fmla="*/ 90 h 247"/>
              <a:gd name="T70" fmla="*/ 165 w 292"/>
              <a:gd name="T71" fmla="*/ 55 h 247"/>
              <a:gd name="T72" fmla="*/ 184 w 292"/>
              <a:gd name="T73" fmla="*/ 26 h 247"/>
              <a:gd name="T74" fmla="*/ 213 w 292"/>
              <a:gd name="T75" fmla="*/ 7 h 247"/>
              <a:gd name="T76" fmla="*/ 248 w 292"/>
              <a:gd name="T77" fmla="*/ 0 h 247"/>
              <a:gd name="T78" fmla="*/ 259 w 292"/>
              <a:gd name="T79" fmla="*/ 0 h 247"/>
              <a:gd name="T80" fmla="*/ 267 w 292"/>
              <a:gd name="T81" fmla="*/ 3 h 247"/>
              <a:gd name="T82" fmla="*/ 270 w 292"/>
              <a:gd name="T83" fmla="*/ 11 h 247"/>
              <a:gd name="T84" fmla="*/ 270 w 292"/>
              <a:gd name="T85" fmla="*/ 34 h 247"/>
              <a:gd name="T86" fmla="*/ 267 w 292"/>
              <a:gd name="T87" fmla="*/ 41 h 247"/>
              <a:gd name="T88" fmla="*/ 259 w 292"/>
              <a:gd name="T89" fmla="*/ 45 h 247"/>
              <a:gd name="T90" fmla="*/ 248 w 292"/>
              <a:gd name="T91" fmla="*/ 45 h 247"/>
              <a:gd name="T92" fmla="*/ 216 w 292"/>
              <a:gd name="T93" fmla="*/ 58 h 247"/>
              <a:gd name="T94" fmla="*/ 203 w 292"/>
              <a:gd name="T95" fmla="*/ 90 h 247"/>
              <a:gd name="T96" fmla="*/ 203 w 292"/>
              <a:gd name="T97" fmla="*/ 95 h 247"/>
              <a:gd name="T98" fmla="*/ 207 w 292"/>
              <a:gd name="T99" fmla="*/ 107 h 247"/>
              <a:gd name="T100" fmla="*/ 219 w 292"/>
              <a:gd name="T101" fmla="*/ 112 h 247"/>
              <a:gd name="T102" fmla="*/ 259 w 292"/>
              <a:gd name="T103" fmla="*/ 112 h 247"/>
              <a:gd name="T104" fmla="*/ 283 w 292"/>
              <a:gd name="T105" fmla="*/ 122 h 247"/>
              <a:gd name="T106" fmla="*/ 292 w 292"/>
              <a:gd name="T107" fmla="*/ 14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2" h="247">
                <a:moveTo>
                  <a:pt x="135" y="146"/>
                </a:moveTo>
                <a:cubicBezTo>
                  <a:pt x="135" y="213"/>
                  <a:pt x="135" y="213"/>
                  <a:pt x="135" y="213"/>
                </a:cubicBezTo>
                <a:cubicBezTo>
                  <a:pt x="135" y="223"/>
                  <a:pt x="132" y="231"/>
                  <a:pt x="125" y="237"/>
                </a:cubicBezTo>
                <a:cubicBezTo>
                  <a:pt x="119" y="244"/>
                  <a:pt x="111" y="247"/>
                  <a:pt x="101" y="247"/>
                </a:cubicBezTo>
                <a:cubicBezTo>
                  <a:pt x="34" y="247"/>
                  <a:pt x="34" y="247"/>
                  <a:pt x="34" y="247"/>
                </a:cubicBezTo>
                <a:cubicBezTo>
                  <a:pt x="25" y="247"/>
                  <a:pt x="17" y="244"/>
                  <a:pt x="10" y="237"/>
                </a:cubicBezTo>
                <a:cubicBezTo>
                  <a:pt x="4" y="231"/>
                  <a:pt x="0" y="223"/>
                  <a:pt x="0" y="213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78"/>
                  <a:pt x="3" y="66"/>
                  <a:pt x="7" y="55"/>
                </a:cubicBezTo>
                <a:cubicBezTo>
                  <a:pt x="12" y="44"/>
                  <a:pt x="19" y="34"/>
                  <a:pt x="27" y="26"/>
                </a:cubicBezTo>
                <a:cubicBezTo>
                  <a:pt x="35" y="18"/>
                  <a:pt x="44" y="12"/>
                  <a:pt x="55" y="7"/>
                </a:cubicBezTo>
                <a:cubicBezTo>
                  <a:pt x="66" y="2"/>
                  <a:pt x="78" y="0"/>
                  <a:pt x="90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04" y="0"/>
                  <a:pt x="107" y="1"/>
                  <a:pt x="109" y="3"/>
                </a:cubicBezTo>
                <a:cubicBezTo>
                  <a:pt x="112" y="5"/>
                  <a:pt x="113" y="8"/>
                  <a:pt x="113" y="11"/>
                </a:cubicBezTo>
                <a:cubicBezTo>
                  <a:pt x="113" y="34"/>
                  <a:pt x="113" y="34"/>
                  <a:pt x="113" y="34"/>
                </a:cubicBezTo>
                <a:cubicBezTo>
                  <a:pt x="113" y="37"/>
                  <a:pt x="112" y="39"/>
                  <a:pt x="109" y="41"/>
                </a:cubicBezTo>
                <a:cubicBezTo>
                  <a:pt x="107" y="44"/>
                  <a:pt x="104" y="45"/>
                  <a:pt x="101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78" y="45"/>
                  <a:pt x="67" y="49"/>
                  <a:pt x="58" y="58"/>
                </a:cubicBezTo>
                <a:cubicBezTo>
                  <a:pt x="50" y="67"/>
                  <a:pt x="45" y="77"/>
                  <a:pt x="45" y="90"/>
                </a:cubicBezTo>
                <a:cubicBezTo>
                  <a:pt x="45" y="95"/>
                  <a:pt x="45" y="95"/>
                  <a:pt x="45" y="95"/>
                </a:cubicBezTo>
                <a:cubicBezTo>
                  <a:pt x="45" y="100"/>
                  <a:pt x="47" y="104"/>
                  <a:pt x="50" y="107"/>
                </a:cubicBezTo>
                <a:cubicBezTo>
                  <a:pt x="53" y="111"/>
                  <a:pt x="57" y="112"/>
                  <a:pt x="62" y="112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11" y="112"/>
                  <a:pt x="119" y="116"/>
                  <a:pt x="125" y="122"/>
                </a:cubicBezTo>
                <a:cubicBezTo>
                  <a:pt x="132" y="129"/>
                  <a:pt x="135" y="137"/>
                  <a:pt x="135" y="146"/>
                </a:cubicBezTo>
                <a:close/>
                <a:moveTo>
                  <a:pt x="292" y="146"/>
                </a:moveTo>
                <a:cubicBezTo>
                  <a:pt x="292" y="213"/>
                  <a:pt x="292" y="213"/>
                  <a:pt x="292" y="213"/>
                </a:cubicBezTo>
                <a:cubicBezTo>
                  <a:pt x="292" y="223"/>
                  <a:pt x="289" y="231"/>
                  <a:pt x="283" y="237"/>
                </a:cubicBezTo>
                <a:cubicBezTo>
                  <a:pt x="276" y="244"/>
                  <a:pt x="268" y="247"/>
                  <a:pt x="259" y="247"/>
                </a:cubicBezTo>
                <a:cubicBezTo>
                  <a:pt x="191" y="247"/>
                  <a:pt x="191" y="247"/>
                  <a:pt x="191" y="247"/>
                </a:cubicBezTo>
                <a:cubicBezTo>
                  <a:pt x="182" y="247"/>
                  <a:pt x="174" y="244"/>
                  <a:pt x="167" y="237"/>
                </a:cubicBezTo>
                <a:cubicBezTo>
                  <a:pt x="161" y="231"/>
                  <a:pt x="158" y="223"/>
                  <a:pt x="158" y="213"/>
                </a:cubicBezTo>
                <a:cubicBezTo>
                  <a:pt x="158" y="90"/>
                  <a:pt x="158" y="90"/>
                  <a:pt x="158" y="90"/>
                </a:cubicBezTo>
                <a:cubicBezTo>
                  <a:pt x="158" y="78"/>
                  <a:pt x="160" y="66"/>
                  <a:pt x="165" y="55"/>
                </a:cubicBezTo>
                <a:cubicBezTo>
                  <a:pt x="169" y="44"/>
                  <a:pt x="176" y="34"/>
                  <a:pt x="184" y="26"/>
                </a:cubicBezTo>
                <a:cubicBezTo>
                  <a:pt x="192" y="18"/>
                  <a:pt x="202" y="12"/>
                  <a:pt x="213" y="7"/>
                </a:cubicBezTo>
                <a:cubicBezTo>
                  <a:pt x="224" y="2"/>
                  <a:pt x="235" y="0"/>
                  <a:pt x="248" y="0"/>
                </a:cubicBezTo>
                <a:cubicBezTo>
                  <a:pt x="259" y="0"/>
                  <a:pt x="259" y="0"/>
                  <a:pt x="259" y="0"/>
                </a:cubicBezTo>
                <a:cubicBezTo>
                  <a:pt x="262" y="0"/>
                  <a:pt x="264" y="1"/>
                  <a:pt x="267" y="3"/>
                </a:cubicBezTo>
                <a:cubicBezTo>
                  <a:pt x="269" y="5"/>
                  <a:pt x="270" y="8"/>
                  <a:pt x="270" y="11"/>
                </a:cubicBezTo>
                <a:cubicBezTo>
                  <a:pt x="270" y="34"/>
                  <a:pt x="270" y="34"/>
                  <a:pt x="270" y="34"/>
                </a:cubicBezTo>
                <a:cubicBezTo>
                  <a:pt x="270" y="37"/>
                  <a:pt x="269" y="39"/>
                  <a:pt x="267" y="41"/>
                </a:cubicBezTo>
                <a:cubicBezTo>
                  <a:pt x="264" y="44"/>
                  <a:pt x="262" y="45"/>
                  <a:pt x="259" y="45"/>
                </a:cubicBezTo>
                <a:cubicBezTo>
                  <a:pt x="248" y="45"/>
                  <a:pt x="248" y="45"/>
                  <a:pt x="248" y="45"/>
                </a:cubicBezTo>
                <a:cubicBezTo>
                  <a:pt x="235" y="45"/>
                  <a:pt x="225" y="49"/>
                  <a:pt x="216" y="58"/>
                </a:cubicBezTo>
                <a:cubicBezTo>
                  <a:pt x="207" y="67"/>
                  <a:pt x="203" y="77"/>
                  <a:pt x="203" y="90"/>
                </a:cubicBezTo>
                <a:cubicBezTo>
                  <a:pt x="203" y="95"/>
                  <a:pt x="203" y="95"/>
                  <a:pt x="203" y="95"/>
                </a:cubicBezTo>
                <a:cubicBezTo>
                  <a:pt x="203" y="100"/>
                  <a:pt x="204" y="104"/>
                  <a:pt x="207" y="107"/>
                </a:cubicBezTo>
                <a:cubicBezTo>
                  <a:pt x="211" y="111"/>
                  <a:pt x="215" y="112"/>
                  <a:pt x="219" y="112"/>
                </a:cubicBezTo>
                <a:cubicBezTo>
                  <a:pt x="259" y="112"/>
                  <a:pt x="259" y="112"/>
                  <a:pt x="259" y="112"/>
                </a:cubicBezTo>
                <a:cubicBezTo>
                  <a:pt x="268" y="112"/>
                  <a:pt x="276" y="116"/>
                  <a:pt x="283" y="122"/>
                </a:cubicBezTo>
                <a:cubicBezTo>
                  <a:pt x="289" y="129"/>
                  <a:pt x="292" y="137"/>
                  <a:pt x="292" y="14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36"/>
          <p:cNvSpPr>
            <a:spLocks noEditPoints="1"/>
          </p:cNvSpPr>
          <p:nvPr/>
        </p:nvSpPr>
        <p:spPr bwMode="auto">
          <a:xfrm>
            <a:off x="8118476" y="2452550"/>
            <a:ext cx="315913" cy="266700"/>
          </a:xfrm>
          <a:custGeom>
            <a:avLst/>
            <a:gdLst>
              <a:gd name="T0" fmla="*/ 135 w 292"/>
              <a:gd name="T1" fmla="*/ 34 h 247"/>
              <a:gd name="T2" fmla="*/ 135 w 292"/>
              <a:gd name="T3" fmla="*/ 157 h 247"/>
              <a:gd name="T4" fmla="*/ 128 w 292"/>
              <a:gd name="T5" fmla="*/ 192 h 247"/>
              <a:gd name="T6" fmla="*/ 108 w 292"/>
              <a:gd name="T7" fmla="*/ 221 h 247"/>
              <a:gd name="T8" fmla="*/ 80 w 292"/>
              <a:gd name="T9" fmla="*/ 240 h 247"/>
              <a:gd name="T10" fmla="*/ 45 w 292"/>
              <a:gd name="T11" fmla="*/ 247 h 247"/>
              <a:gd name="T12" fmla="*/ 34 w 292"/>
              <a:gd name="T13" fmla="*/ 247 h 247"/>
              <a:gd name="T14" fmla="*/ 26 w 292"/>
              <a:gd name="T15" fmla="*/ 244 h 247"/>
              <a:gd name="T16" fmla="*/ 22 w 292"/>
              <a:gd name="T17" fmla="*/ 236 h 247"/>
              <a:gd name="T18" fmla="*/ 22 w 292"/>
              <a:gd name="T19" fmla="*/ 213 h 247"/>
              <a:gd name="T20" fmla="*/ 26 w 292"/>
              <a:gd name="T21" fmla="*/ 205 h 247"/>
              <a:gd name="T22" fmla="*/ 34 w 292"/>
              <a:gd name="T23" fmla="*/ 202 h 247"/>
              <a:gd name="T24" fmla="*/ 45 w 292"/>
              <a:gd name="T25" fmla="*/ 202 h 247"/>
              <a:gd name="T26" fmla="*/ 77 w 292"/>
              <a:gd name="T27" fmla="*/ 189 h 247"/>
              <a:gd name="T28" fmla="*/ 90 w 292"/>
              <a:gd name="T29" fmla="*/ 157 h 247"/>
              <a:gd name="T30" fmla="*/ 90 w 292"/>
              <a:gd name="T31" fmla="*/ 152 h 247"/>
              <a:gd name="T32" fmla="*/ 85 w 292"/>
              <a:gd name="T33" fmla="*/ 140 h 247"/>
              <a:gd name="T34" fmla="*/ 73 w 292"/>
              <a:gd name="T35" fmla="*/ 135 h 247"/>
              <a:gd name="T36" fmla="*/ 34 w 292"/>
              <a:gd name="T37" fmla="*/ 135 h 247"/>
              <a:gd name="T38" fmla="*/ 10 w 292"/>
              <a:gd name="T39" fmla="*/ 125 h 247"/>
              <a:gd name="T40" fmla="*/ 0 w 292"/>
              <a:gd name="T41" fmla="*/ 101 h 247"/>
              <a:gd name="T42" fmla="*/ 0 w 292"/>
              <a:gd name="T43" fmla="*/ 34 h 247"/>
              <a:gd name="T44" fmla="*/ 10 w 292"/>
              <a:gd name="T45" fmla="*/ 10 h 247"/>
              <a:gd name="T46" fmla="*/ 34 w 292"/>
              <a:gd name="T47" fmla="*/ 0 h 247"/>
              <a:gd name="T48" fmla="*/ 101 w 292"/>
              <a:gd name="T49" fmla="*/ 0 h 247"/>
              <a:gd name="T50" fmla="*/ 125 w 292"/>
              <a:gd name="T51" fmla="*/ 10 h 247"/>
              <a:gd name="T52" fmla="*/ 135 w 292"/>
              <a:gd name="T53" fmla="*/ 34 h 247"/>
              <a:gd name="T54" fmla="*/ 292 w 292"/>
              <a:gd name="T55" fmla="*/ 34 h 247"/>
              <a:gd name="T56" fmla="*/ 292 w 292"/>
              <a:gd name="T57" fmla="*/ 157 h 247"/>
              <a:gd name="T58" fmla="*/ 285 w 292"/>
              <a:gd name="T59" fmla="*/ 192 h 247"/>
              <a:gd name="T60" fmla="*/ 266 w 292"/>
              <a:gd name="T61" fmla="*/ 221 h 247"/>
              <a:gd name="T62" fmla="*/ 237 w 292"/>
              <a:gd name="T63" fmla="*/ 240 h 247"/>
              <a:gd name="T64" fmla="*/ 202 w 292"/>
              <a:gd name="T65" fmla="*/ 247 h 247"/>
              <a:gd name="T66" fmla="*/ 191 w 292"/>
              <a:gd name="T67" fmla="*/ 247 h 247"/>
              <a:gd name="T68" fmla="*/ 183 w 292"/>
              <a:gd name="T69" fmla="*/ 244 h 247"/>
              <a:gd name="T70" fmla="*/ 180 w 292"/>
              <a:gd name="T71" fmla="*/ 236 h 247"/>
              <a:gd name="T72" fmla="*/ 180 w 292"/>
              <a:gd name="T73" fmla="*/ 213 h 247"/>
              <a:gd name="T74" fmla="*/ 183 w 292"/>
              <a:gd name="T75" fmla="*/ 205 h 247"/>
              <a:gd name="T76" fmla="*/ 191 w 292"/>
              <a:gd name="T77" fmla="*/ 202 h 247"/>
              <a:gd name="T78" fmla="*/ 202 w 292"/>
              <a:gd name="T79" fmla="*/ 202 h 247"/>
              <a:gd name="T80" fmla="*/ 234 w 292"/>
              <a:gd name="T81" fmla="*/ 189 h 247"/>
              <a:gd name="T82" fmla="*/ 247 w 292"/>
              <a:gd name="T83" fmla="*/ 157 h 247"/>
              <a:gd name="T84" fmla="*/ 247 w 292"/>
              <a:gd name="T85" fmla="*/ 152 h 247"/>
              <a:gd name="T86" fmla="*/ 242 w 292"/>
              <a:gd name="T87" fmla="*/ 140 h 247"/>
              <a:gd name="T88" fmla="*/ 230 w 292"/>
              <a:gd name="T89" fmla="*/ 135 h 247"/>
              <a:gd name="T90" fmla="*/ 191 w 292"/>
              <a:gd name="T91" fmla="*/ 135 h 247"/>
              <a:gd name="T92" fmla="*/ 167 w 292"/>
              <a:gd name="T93" fmla="*/ 125 h 247"/>
              <a:gd name="T94" fmla="*/ 157 w 292"/>
              <a:gd name="T95" fmla="*/ 101 h 247"/>
              <a:gd name="T96" fmla="*/ 157 w 292"/>
              <a:gd name="T97" fmla="*/ 34 h 247"/>
              <a:gd name="T98" fmla="*/ 167 w 292"/>
              <a:gd name="T99" fmla="*/ 10 h 247"/>
              <a:gd name="T100" fmla="*/ 191 w 292"/>
              <a:gd name="T101" fmla="*/ 0 h 247"/>
              <a:gd name="T102" fmla="*/ 258 w 292"/>
              <a:gd name="T103" fmla="*/ 0 h 247"/>
              <a:gd name="T104" fmla="*/ 282 w 292"/>
              <a:gd name="T105" fmla="*/ 10 h 247"/>
              <a:gd name="T106" fmla="*/ 292 w 292"/>
              <a:gd name="T107" fmla="*/ 34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2" h="247">
                <a:moveTo>
                  <a:pt x="135" y="34"/>
                </a:moveTo>
                <a:cubicBezTo>
                  <a:pt x="135" y="157"/>
                  <a:pt x="135" y="157"/>
                  <a:pt x="135" y="157"/>
                </a:cubicBezTo>
                <a:cubicBezTo>
                  <a:pt x="135" y="169"/>
                  <a:pt x="132" y="181"/>
                  <a:pt x="128" y="192"/>
                </a:cubicBezTo>
                <a:cubicBezTo>
                  <a:pt x="123" y="203"/>
                  <a:pt x="116" y="213"/>
                  <a:pt x="108" y="221"/>
                </a:cubicBezTo>
                <a:cubicBezTo>
                  <a:pt x="100" y="229"/>
                  <a:pt x="91" y="235"/>
                  <a:pt x="80" y="240"/>
                </a:cubicBezTo>
                <a:cubicBezTo>
                  <a:pt x="69" y="245"/>
                  <a:pt x="57" y="247"/>
                  <a:pt x="45" y="247"/>
                </a:cubicBezTo>
                <a:cubicBezTo>
                  <a:pt x="34" y="247"/>
                  <a:pt x="34" y="247"/>
                  <a:pt x="34" y="247"/>
                </a:cubicBezTo>
                <a:cubicBezTo>
                  <a:pt x="31" y="247"/>
                  <a:pt x="28" y="246"/>
                  <a:pt x="26" y="244"/>
                </a:cubicBezTo>
                <a:cubicBezTo>
                  <a:pt x="23" y="242"/>
                  <a:pt x="22" y="239"/>
                  <a:pt x="22" y="236"/>
                </a:cubicBezTo>
                <a:cubicBezTo>
                  <a:pt x="22" y="213"/>
                  <a:pt x="22" y="213"/>
                  <a:pt x="22" y="213"/>
                </a:cubicBezTo>
                <a:cubicBezTo>
                  <a:pt x="22" y="210"/>
                  <a:pt x="23" y="208"/>
                  <a:pt x="26" y="205"/>
                </a:cubicBezTo>
                <a:cubicBezTo>
                  <a:pt x="28" y="203"/>
                  <a:pt x="31" y="202"/>
                  <a:pt x="34" y="202"/>
                </a:cubicBezTo>
                <a:cubicBezTo>
                  <a:pt x="45" y="202"/>
                  <a:pt x="45" y="202"/>
                  <a:pt x="45" y="202"/>
                </a:cubicBezTo>
                <a:cubicBezTo>
                  <a:pt x="57" y="202"/>
                  <a:pt x="68" y="198"/>
                  <a:pt x="77" y="189"/>
                </a:cubicBezTo>
                <a:cubicBezTo>
                  <a:pt x="85" y="180"/>
                  <a:pt x="90" y="170"/>
                  <a:pt x="90" y="157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90" y="147"/>
                  <a:pt x="88" y="143"/>
                  <a:pt x="85" y="140"/>
                </a:cubicBezTo>
                <a:cubicBezTo>
                  <a:pt x="82" y="136"/>
                  <a:pt x="78" y="135"/>
                  <a:pt x="73" y="135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24" y="135"/>
                  <a:pt x="16" y="131"/>
                  <a:pt x="10" y="125"/>
                </a:cubicBezTo>
                <a:cubicBezTo>
                  <a:pt x="3" y="118"/>
                  <a:pt x="0" y="110"/>
                  <a:pt x="0" y="101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4"/>
                  <a:pt x="3" y="16"/>
                  <a:pt x="10" y="10"/>
                </a:cubicBezTo>
                <a:cubicBezTo>
                  <a:pt x="16" y="3"/>
                  <a:pt x="24" y="0"/>
                  <a:pt x="34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10" y="0"/>
                  <a:pt x="118" y="3"/>
                  <a:pt x="125" y="10"/>
                </a:cubicBezTo>
                <a:cubicBezTo>
                  <a:pt x="131" y="16"/>
                  <a:pt x="135" y="24"/>
                  <a:pt x="135" y="34"/>
                </a:cubicBezTo>
                <a:close/>
                <a:moveTo>
                  <a:pt x="292" y="34"/>
                </a:moveTo>
                <a:cubicBezTo>
                  <a:pt x="292" y="157"/>
                  <a:pt x="292" y="157"/>
                  <a:pt x="292" y="157"/>
                </a:cubicBezTo>
                <a:cubicBezTo>
                  <a:pt x="292" y="169"/>
                  <a:pt x="290" y="181"/>
                  <a:pt x="285" y="192"/>
                </a:cubicBezTo>
                <a:cubicBezTo>
                  <a:pt x="280" y="203"/>
                  <a:pt x="274" y="213"/>
                  <a:pt x="266" y="221"/>
                </a:cubicBezTo>
                <a:cubicBezTo>
                  <a:pt x="258" y="229"/>
                  <a:pt x="248" y="235"/>
                  <a:pt x="237" y="240"/>
                </a:cubicBezTo>
                <a:cubicBezTo>
                  <a:pt x="226" y="245"/>
                  <a:pt x="214" y="247"/>
                  <a:pt x="202" y="247"/>
                </a:cubicBezTo>
                <a:cubicBezTo>
                  <a:pt x="191" y="247"/>
                  <a:pt x="191" y="247"/>
                  <a:pt x="191" y="247"/>
                </a:cubicBezTo>
                <a:cubicBezTo>
                  <a:pt x="188" y="247"/>
                  <a:pt x="185" y="246"/>
                  <a:pt x="183" y="244"/>
                </a:cubicBezTo>
                <a:cubicBezTo>
                  <a:pt x="181" y="242"/>
                  <a:pt x="180" y="239"/>
                  <a:pt x="180" y="236"/>
                </a:cubicBezTo>
                <a:cubicBezTo>
                  <a:pt x="180" y="213"/>
                  <a:pt x="180" y="213"/>
                  <a:pt x="180" y="213"/>
                </a:cubicBezTo>
                <a:cubicBezTo>
                  <a:pt x="180" y="210"/>
                  <a:pt x="181" y="208"/>
                  <a:pt x="183" y="205"/>
                </a:cubicBezTo>
                <a:cubicBezTo>
                  <a:pt x="185" y="203"/>
                  <a:pt x="188" y="202"/>
                  <a:pt x="191" y="202"/>
                </a:cubicBezTo>
                <a:cubicBezTo>
                  <a:pt x="202" y="202"/>
                  <a:pt x="202" y="202"/>
                  <a:pt x="202" y="202"/>
                </a:cubicBezTo>
                <a:cubicBezTo>
                  <a:pt x="215" y="202"/>
                  <a:pt x="225" y="198"/>
                  <a:pt x="234" y="189"/>
                </a:cubicBezTo>
                <a:cubicBezTo>
                  <a:pt x="243" y="180"/>
                  <a:pt x="247" y="170"/>
                  <a:pt x="247" y="157"/>
                </a:cubicBezTo>
                <a:cubicBezTo>
                  <a:pt x="247" y="152"/>
                  <a:pt x="247" y="152"/>
                  <a:pt x="247" y="152"/>
                </a:cubicBezTo>
                <a:cubicBezTo>
                  <a:pt x="247" y="147"/>
                  <a:pt x="245" y="143"/>
                  <a:pt x="242" y="140"/>
                </a:cubicBezTo>
                <a:cubicBezTo>
                  <a:pt x="239" y="136"/>
                  <a:pt x="235" y="135"/>
                  <a:pt x="230" y="135"/>
                </a:cubicBezTo>
                <a:cubicBezTo>
                  <a:pt x="191" y="135"/>
                  <a:pt x="191" y="135"/>
                  <a:pt x="191" y="135"/>
                </a:cubicBezTo>
                <a:cubicBezTo>
                  <a:pt x="182" y="135"/>
                  <a:pt x="174" y="131"/>
                  <a:pt x="167" y="125"/>
                </a:cubicBezTo>
                <a:cubicBezTo>
                  <a:pt x="160" y="118"/>
                  <a:pt x="157" y="110"/>
                  <a:pt x="157" y="101"/>
                </a:cubicBezTo>
                <a:cubicBezTo>
                  <a:pt x="157" y="34"/>
                  <a:pt x="157" y="34"/>
                  <a:pt x="157" y="34"/>
                </a:cubicBezTo>
                <a:cubicBezTo>
                  <a:pt x="157" y="24"/>
                  <a:pt x="160" y="16"/>
                  <a:pt x="167" y="10"/>
                </a:cubicBezTo>
                <a:cubicBezTo>
                  <a:pt x="174" y="3"/>
                  <a:pt x="182" y="0"/>
                  <a:pt x="191" y="0"/>
                </a:cubicBezTo>
                <a:cubicBezTo>
                  <a:pt x="258" y="0"/>
                  <a:pt x="258" y="0"/>
                  <a:pt x="258" y="0"/>
                </a:cubicBezTo>
                <a:cubicBezTo>
                  <a:pt x="268" y="0"/>
                  <a:pt x="276" y="3"/>
                  <a:pt x="282" y="10"/>
                </a:cubicBezTo>
                <a:cubicBezTo>
                  <a:pt x="289" y="16"/>
                  <a:pt x="292" y="24"/>
                  <a:pt x="292" y="3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37"/>
          <p:cNvSpPr>
            <a:spLocks noEditPoints="1"/>
          </p:cNvSpPr>
          <p:nvPr/>
        </p:nvSpPr>
        <p:spPr bwMode="auto">
          <a:xfrm>
            <a:off x="5091113" y="2865300"/>
            <a:ext cx="339725" cy="303213"/>
          </a:xfrm>
          <a:custGeom>
            <a:avLst/>
            <a:gdLst>
              <a:gd name="T0" fmla="*/ 93 w 315"/>
              <a:gd name="T1" fmla="*/ 127 h 281"/>
              <a:gd name="T2" fmla="*/ 79 w 315"/>
              <a:gd name="T3" fmla="*/ 103 h 281"/>
              <a:gd name="T4" fmla="*/ 59 w 315"/>
              <a:gd name="T5" fmla="*/ 87 h 281"/>
              <a:gd name="T6" fmla="*/ 6 w 315"/>
              <a:gd name="T7" fmla="*/ 84 h 281"/>
              <a:gd name="T8" fmla="*/ 0 w 315"/>
              <a:gd name="T9" fmla="*/ 79 h 281"/>
              <a:gd name="T10" fmla="*/ 2 w 315"/>
              <a:gd name="T11" fmla="*/ 41 h 281"/>
              <a:gd name="T12" fmla="*/ 45 w 315"/>
              <a:gd name="T13" fmla="*/ 40 h 281"/>
              <a:gd name="T14" fmla="*/ 315 w 315"/>
              <a:gd name="T15" fmla="*/ 219 h 281"/>
              <a:gd name="T16" fmla="*/ 257 w 315"/>
              <a:gd name="T17" fmla="*/ 280 h 281"/>
              <a:gd name="T18" fmla="*/ 249 w 315"/>
              <a:gd name="T19" fmla="*/ 279 h 281"/>
              <a:gd name="T20" fmla="*/ 247 w 315"/>
              <a:gd name="T21" fmla="*/ 242 h 281"/>
              <a:gd name="T22" fmla="*/ 218 w 315"/>
              <a:gd name="T23" fmla="*/ 242 h 281"/>
              <a:gd name="T24" fmla="*/ 193 w 315"/>
              <a:gd name="T25" fmla="*/ 241 h 281"/>
              <a:gd name="T26" fmla="*/ 171 w 315"/>
              <a:gd name="T27" fmla="*/ 236 h 281"/>
              <a:gd name="T28" fmla="*/ 150 w 315"/>
              <a:gd name="T29" fmla="*/ 224 h 281"/>
              <a:gd name="T30" fmla="*/ 131 w 315"/>
              <a:gd name="T31" fmla="*/ 202 h 281"/>
              <a:gd name="T32" fmla="*/ 161 w 315"/>
              <a:gd name="T33" fmla="*/ 167 h 281"/>
              <a:gd name="T34" fmla="*/ 177 w 315"/>
              <a:gd name="T35" fmla="*/ 188 h 281"/>
              <a:gd name="T36" fmla="*/ 202 w 315"/>
              <a:gd name="T37" fmla="*/ 197 h 281"/>
              <a:gd name="T38" fmla="*/ 247 w 315"/>
              <a:gd name="T39" fmla="*/ 163 h 281"/>
              <a:gd name="T40" fmla="*/ 253 w 315"/>
              <a:gd name="T41" fmla="*/ 158 h 281"/>
              <a:gd name="T42" fmla="*/ 313 w 315"/>
              <a:gd name="T43" fmla="*/ 215 h 281"/>
              <a:gd name="T44" fmla="*/ 315 w 315"/>
              <a:gd name="T45" fmla="*/ 62 h 281"/>
              <a:gd name="T46" fmla="*/ 257 w 315"/>
              <a:gd name="T47" fmla="*/ 122 h 281"/>
              <a:gd name="T48" fmla="*/ 249 w 315"/>
              <a:gd name="T49" fmla="*/ 122 h 281"/>
              <a:gd name="T50" fmla="*/ 247 w 315"/>
              <a:gd name="T51" fmla="*/ 84 h 281"/>
              <a:gd name="T52" fmla="*/ 187 w 315"/>
              <a:gd name="T53" fmla="*/ 87 h 281"/>
              <a:gd name="T54" fmla="*/ 166 w 315"/>
              <a:gd name="T55" fmla="*/ 106 h 281"/>
              <a:gd name="T56" fmla="*/ 144 w 315"/>
              <a:gd name="T57" fmla="*/ 149 h 281"/>
              <a:gd name="T58" fmla="*/ 126 w 315"/>
              <a:gd name="T59" fmla="*/ 187 h 281"/>
              <a:gd name="T60" fmla="*/ 102 w 315"/>
              <a:gd name="T61" fmla="*/ 219 h 281"/>
              <a:gd name="T62" fmla="*/ 68 w 315"/>
              <a:gd name="T63" fmla="*/ 239 h 281"/>
              <a:gd name="T64" fmla="*/ 6 w 315"/>
              <a:gd name="T65" fmla="*/ 242 h 281"/>
              <a:gd name="T66" fmla="*/ 0 w 315"/>
              <a:gd name="T67" fmla="*/ 236 h 281"/>
              <a:gd name="T68" fmla="*/ 2 w 315"/>
              <a:gd name="T69" fmla="*/ 198 h 281"/>
              <a:gd name="T70" fmla="*/ 45 w 315"/>
              <a:gd name="T71" fmla="*/ 197 h 281"/>
              <a:gd name="T72" fmla="*/ 72 w 315"/>
              <a:gd name="T73" fmla="*/ 186 h 281"/>
              <a:gd name="T74" fmla="*/ 89 w 315"/>
              <a:gd name="T75" fmla="*/ 162 h 281"/>
              <a:gd name="T76" fmla="*/ 112 w 315"/>
              <a:gd name="T77" fmla="*/ 112 h 281"/>
              <a:gd name="T78" fmla="*/ 132 w 315"/>
              <a:gd name="T79" fmla="*/ 76 h 281"/>
              <a:gd name="T80" fmla="*/ 161 w 315"/>
              <a:gd name="T81" fmla="*/ 50 h 281"/>
              <a:gd name="T82" fmla="*/ 202 w 315"/>
              <a:gd name="T83" fmla="*/ 40 h 281"/>
              <a:gd name="T84" fmla="*/ 247 w 315"/>
              <a:gd name="T85" fmla="*/ 6 h 281"/>
              <a:gd name="T86" fmla="*/ 253 w 315"/>
              <a:gd name="T87" fmla="*/ 0 h 281"/>
              <a:gd name="T88" fmla="*/ 313 w 315"/>
              <a:gd name="T89" fmla="*/ 5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15" h="281">
                <a:moveTo>
                  <a:pt x="117" y="79"/>
                </a:moveTo>
                <a:cubicBezTo>
                  <a:pt x="110" y="90"/>
                  <a:pt x="102" y="106"/>
                  <a:pt x="93" y="127"/>
                </a:cubicBezTo>
                <a:cubicBezTo>
                  <a:pt x="90" y="122"/>
                  <a:pt x="88" y="117"/>
                  <a:pt x="87" y="114"/>
                </a:cubicBezTo>
                <a:cubicBezTo>
                  <a:pt x="85" y="111"/>
                  <a:pt x="82" y="107"/>
                  <a:pt x="79" y="103"/>
                </a:cubicBezTo>
                <a:cubicBezTo>
                  <a:pt x="76" y="99"/>
                  <a:pt x="73" y="96"/>
                  <a:pt x="70" y="93"/>
                </a:cubicBezTo>
                <a:cubicBezTo>
                  <a:pt x="67" y="91"/>
                  <a:pt x="64" y="89"/>
                  <a:pt x="59" y="87"/>
                </a:cubicBezTo>
                <a:cubicBezTo>
                  <a:pt x="55" y="85"/>
                  <a:pt x="50" y="84"/>
                  <a:pt x="45" y="84"/>
                </a:cubicBezTo>
                <a:cubicBezTo>
                  <a:pt x="6" y="84"/>
                  <a:pt x="6" y="84"/>
                  <a:pt x="6" y="84"/>
                </a:cubicBezTo>
                <a:cubicBezTo>
                  <a:pt x="4" y="84"/>
                  <a:pt x="3" y="84"/>
                  <a:pt x="2" y="83"/>
                </a:cubicBezTo>
                <a:cubicBezTo>
                  <a:pt x="1" y="82"/>
                  <a:pt x="0" y="80"/>
                  <a:pt x="0" y="79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3"/>
                  <a:pt x="1" y="42"/>
                  <a:pt x="2" y="41"/>
                </a:cubicBezTo>
                <a:cubicBezTo>
                  <a:pt x="3" y="40"/>
                  <a:pt x="4" y="40"/>
                  <a:pt x="6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74" y="40"/>
                  <a:pt x="98" y="53"/>
                  <a:pt x="117" y="79"/>
                </a:cubicBezTo>
                <a:close/>
                <a:moveTo>
                  <a:pt x="315" y="219"/>
                </a:moveTo>
                <a:cubicBezTo>
                  <a:pt x="315" y="221"/>
                  <a:pt x="314" y="222"/>
                  <a:pt x="313" y="223"/>
                </a:cubicBezTo>
                <a:cubicBezTo>
                  <a:pt x="257" y="280"/>
                  <a:pt x="257" y="280"/>
                  <a:pt x="257" y="280"/>
                </a:cubicBezTo>
                <a:cubicBezTo>
                  <a:pt x="256" y="281"/>
                  <a:pt x="255" y="281"/>
                  <a:pt x="253" y="281"/>
                </a:cubicBezTo>
                <a:cubicBezTo>
                  <a:pt x="251" y="281"/>
                  <a:pt x="250" y="281"/>
                  <a:pt x="249" y="279"/>
                </a:cubicBezTo>
                <a:cubicBezTo>
                  <a:pt x="248" y="278"/>
                  <a:pt x="247" y="277"/>
                  <a:pt x="247" y="276"/>
                </a:cubicBezTo>
                <a:cubicBezTo>
                  <a:pt x="247" y="242"/>
                  <a:pt x="247" y="242"/>
                  <a:pt x="247" y="242"/>
                </a:cubicBezTo>
                <a:cubicBezTo>
                  <a:pt x="244" y="242"/>
                  <a:pt x="239" y="242"/>
                  <a:pt x="232" y="242"/>
                </a:cubicBezTo>
                <a:cubicBezTo>
                  <a:pt x="226" y="242"/>
                  <a:pt x="222" y="242"/>
                  <a:pt x="218" y="242"/>
                </a:cubicBezTo>
                <a:cubicBezTo>
                  <a:pt x="215" y="242"/>
                  <a:pt x="211" y="242"/>
                  <a:pt x="205" y="242"/>
                </a:cubicBezTo>
                <a:cubicBezTo>
                  <a:pt x="200" y="242"/>
                  <a:pt x="196" y="241"/>
                  <a:pt x="193" y="241"/>
                </a:cubicBezTo>
                <a:cubicBezTo>
                  <a:pt x="190" y="241"/>
                  <a:pt x="186" y="240"/>
                  <a:pt x="182" y="239"/>
                </a:cubicBezTo>
                <a:cubicBezTo>
                  <a:pt x="177" y="238"/>
                  <a:pt x="174" y="237"/>
                  <a:pt x="171" y="236"/>
                </a:cubicBezTo>
                <a:cubicBezTo>
                  <a:pt x="168" y="235"/>
                  <a:pt x="164" y="233"/>
                  <a:pt x="160" y="231"/>
                </a:cubicBezTo>
                <a:cubicBezTo>
                  <a:pt x="157" y="229"/>
                  <a:pt x="153" y="227"/>
                  <a:pt x="150" y="224"/>
                </a:cubicBezTo>
                <a:cubicBezTo>
                  <a:pt x="147" y="221"/>
                  <a:pt x="144" y="218"/>
                  <a:pt x="140" y="214"/>
                </a:cubicBezTo>
                <a:cubicBezTo>
                  <a:pt x="137" y="211"/>
                  <a:pt x="134" y="207"/>
                  <a:pt x="131" y="202"/>
                </a:cubicBezTo>
                <a:cubicBezTo>
                  <a:pt x="138" y="191"/>
                  <a:pt x="145" y="175"/>
                  <a:pt x="154" y="154"/>
                </a:cubicBezTo>
                <a:cubicBezTo>
                  <a:pt x="157" y="160"/>
                  <a:pt x="159" y="164"/>
                  <a:pt x="161" y="167"/>
                </a:cubicBezTo>
                <a:cubicBezTo>
                  <a:pt x="163" y="170"/>
                  <a:pt x="165" y="174"/>
                  <a:pt x="168" y="178"/>
                </a:cubicBezTo>
                <a:cubicBezTo>
                  <a:pt x="171" y="182"/>
                  <a:pt x="174" y="186"/>
                  <a:pt x="177" y="188"/>
                </a:cubicBezTo>
                <a:cubicBezTo>
                  <a:pt x="180" y="191"/>
                  <a:pt x="184" y="193"/>
                  <a:pt x="188" y="194"/>
                </a:cubicBezTo>
                <a:cubicBezTo>
                  <a:pt x="193" y="196"/>
                  <a:pt x="197" y="197"/>
                  <a:pt x="202" y="197"/>
                </a:cubicBezTo>
                <a:cubicBezTo>
                  <a:pt x="247" y="197"/>
                  <a:pt x="247" y="197"/>
                  <a:pt x="247" y="197"/>
                </a:cubicBezTo>
                <a:cubicBezTo>
                  <a:pt x="247" y="163"/>
                  <a:pt x="247" y="163"/>
                  <a:pt x="247" y="163"/>
                </a:cubicBezTo>
                <a:cubicBezTo>
                  <a:pt x="247" y="161"/>
                  <a:pt x="248" y="160"/>
                  <a:pt x="249" y="159"/>
                </a:cubicBezTo>
                <a:cubicBezTo>
                  <a:pt x="250" y="158"/>
                  <a:pt x="251" y="158"/>
                  <a:pt x="253" y="158"/>
                </a:cubicBezTo>
                <a:cubicBezTo>
                  <a:pt x="254" y="158"/>
                  <a:pt x="256" y="158"/>
                  <a:pt x="257" y="159"/>
                </a:cubicBezTo>
                <a:cubicBezTo>
                  <a:pt x="313" y="215"/>
                  <a:pt x="313" y="215"/>
                  <a:pt x="313" y="215"/>
                </a:cubicBezTo>
                <a:cubicBezTo>
                  <a:pt x="314" y="216"/>
                  <a:pt x="315" y="218"/>
                  <a:pt x="315" y="219"/>
                </a:cubicBezTo>
                <a:close/>
                <a:moveTo>
                  <a:pt x="315" y="62"/>
                </a:moveTo>
                <a:cubicBezTo>
                  <a:pt x="315" y="64"/>
                  <a:pt x="314" y="65"/>
                  <a:pt x="313" y="66"/>
                </a:cubicBezTo>
                <a:cubicBezTo>
                  <a:pt x="257" y="122"/>
                  <a:pt x="257" y="122"/>
                  <a:pt x="257" y="122"/>
                </a:cubicBezTo>
                <a:cubicBezTo>
                  <a:pt x="256" y="123"/>
                  <a:pt x="255" y="124"/>
                  <a:pt x="253" y="124"/>
                </a:cubicBezTo>
                <a:cubicBezTo>
                  <a:pt x="251" y="124"/>
                  <a:pt x="250" y="123"/>
                  <a:pt x="249" y="122"/>
                </a:cubicBezTo>
                <a:cubicBezTo>
                  <a:pt x="248" y="121"/>
                  <a:pt x="247" y="120"/>
                  <a:pt x="247" y="118"/>
                </a:cubicBezTo>
                <a:cubicBezTo>
                  <a:pt x="247" y="84"/>
                  <a:pt x="247" y="84"/>
                  <a:pt x="247" y="84"/>
                </a:cubicBezTo>
                <a:cubicBezTo>
                  <a:pt x="202" y="84"/>
                  <a:pt x="202" y="84"/>
                  <a:pt x="202" y="84"/>
                </a:cubicBezTo>
                <a:cubicBezTo>
                  <a:pt x="197" y="84"/>
                  <a:pt x="192" y="85"/>
                  <a:pt x="187" y="87"/>
                </a:cubicBezTo>
                <a:cubicBezTo>
                  <a:pt x="183" y="89"/>
                  <a:pt x="179" y="91"/>
                  <a:pt x="175" y="95"/>
                </a:cubicBezTo>
                <a:cubicBezTo>
                  <a:pt x="172" y="99"/>
                  <a:pt x="169" y="102"/>
                  <a:pt x="166" y="106"/>
                </a:cubicBezTo>
                <a:cubicBezTo>
                  <a:pt x="164" y="109"/>
                  <a:pt x="161" y="114"/>
                  <a:pt x="158" y="119"/>
                </a:cubicBezTo>
                <a:cubicBezTo>
                  <a:pt x="154" y="127"/>
                  <a:pt x="150" y="137"/>
                  <a:pt x="144" y="149"/>
                </a:cubicBezTo>
                <a:cubicBezTo>
                  <a:pt x="141" y="157"/>
                  <a:pt x="138" y="164"/>
                  <a:pt x="136" y="169"/>
                </a:cubicBezTo>
                <a:cubicBezTo>
                  <a:pt x="133" y="174"/>
                  <a:pt x="130" y="180"/>
                  <a:pt x="126" y="187"/>
                </a:cubicBezTo>
                <a:cubicBezTo>
                  <a:pt x="122" y="194"/>
                  <a:pt x="119" y="200"/>
                  <a:pt x="115" y="205"/>
                </a:cubicBezTo>
                <a:cubicBezTo>
                  <a:pt x="112" y="210"/>
                  <a:pt x="107" y="214"/>
                  <a:pt x="102" y="219"/>
                </a:cubicBezTo>
                <a:cubicBezTo>
                  <a:pt x="97" y="225"/>
                  <a:pt x="92" y="229"/>
                  <a:pt x="86" y="232"/>
                </a:cubicBezTo>
                <a:cubicBezTo>
                  <a:pt x="81" y="235"/>
                  <a:pt x="75" y="237"/>
                  <a:pt x="68" y="239"/>
                </a:cubicBezTo>
                <a:cubicBezTo>
                  <a:pt x="61" y="241"/>
                  <a:pt x="53" y="242"/>
                  <a:pt x="45" y="242"/>
                </a:cubicBezTo>
                <a:cubicBezTo>
                  <a:pt x="6" y="242"/>
                  <a:pt x="6" y="242"/>
                  <a:pt x="6" y="242"/>
                </a:cubicBezTo>
                <a:cubicBezTo>
                  <a:pt x="4" y="242"/>
                  <a:pt x="3" y="241"/>
                  <a:pt x="2" y="240"/>
                </a:cubicBezTo>
                <a:cubicBezTo>
                  <a:pt x="1" y="239"/>
                  <a:pt x="0" y="238"/>
                  <a:pt x="0" y="23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201"/>
                  <a:pt x="1" y="199"/>
                  <a:pt x="2" y="198"/>
                </a:cubicBezTo>
                <a:cubicBezTo>
                  <a:pt x="3" y="197"/>
                  <a:pt x="4" y="197"/>
                  <a:pt x="6" y="197"/>
                </a:cubicBezTo>
                <a:cubicBezTo>
                  <a:pt x="45" y="197"/>
                  <a:pt x="45" y="197"/>
                  <a:pt x="45" y="197"/>
                </a:cubicBezTo>
                <a:cubicBezTo>
                  <a:pt x="51" y="197"/>
                  <a:pt x="56" y="196"/>
                  <a:pt x="60" y="194"/>
                </a:cubicBezTo>
                <a:cubicBezTo>
                  <a:pt x="65" y="192"/>
                  <a:pt x="69" y="190"/>
                  <a:pt x="72" y="186"/>
                </a:cubicBezTo>
                <a:cubicBezTo>
                  <a:pt x="76" y="183"/>
                  <a:pt x="79" y="179"/>
                  <a:pt x="81" y="176"/>
                </a:cubicBezTo>
                <a:cubicBezTo>
                  <a:pt x="84" y="172"/>
                  <a:pt x="87" y="167"/>
                  <a:pt x="89" y="162"/>
                </a:cubicBezTo>
                <a:cubicBezTo>
                  <a:pt x="93" y="155"/>
                  <a:pt x="98" y="145"/>
                  <a:pt x="103" y="132"/>
                </a:cubicBezTo>
                <a:cubicBezTo>
                  <a:pt x="106" y="124"/>
                  <a:pt x="109" y="118"/>
                  <a:pt x="112" y="112"/>
                </a:cubicBezTo>
                <a:cubicBezTo>
                  <a:pt x="114" y="107"/>
                  <a:pt x="117" y="101"/>
                  <a:pt x="121" y="94"/>
                </a:cubicBezTo>
                <a:cubicBezTo>
                  <a:pt x="125" y="87"/>
                  <a:pt x="129" y="81"/>
                  <a:pt x="132" y="76"/>
                </a:cubicBezTo>
                <a:cubicBezTo>
                  <a:pt x="136" y="72"/>
                  <a:pt x="140" y="67"/>
                  <a:pt x="145" y="62"/>
                </a:cubicBezTo>
                <a:cubicBezTo>
                  <a:pt x="151" y="57"/>
                  <a:pt x="156" y="53"/>
                  <a:pt x="161" y="50"/>
                </a:cubicBezTo>
                <a:cubicBezTo>
                  <a:pt x="167" y="47"/>
                  <a:pt x="173" y="44"/>
                  <a:pt x="180" y="42"/>
                </a:cubicBezTo>
                <a:cubicBezTo>
                  <a:pt x="187" y="40"/>
                  <a:pt x="194" y="40"/>
                  <a:pt x="202" y="40"/>
                </a:cubicBezTo>
                <a:cubicBezTo>
                  <a:pt x="247" y="40"/>
                  <a:pt x="247" y="40"/>
                  <a:pt x="247" y="40"/>
                </a:cubicBezTo>
                <a:cubicBezTo>
                  <a:pt x="247" y="6"/>
                  <a:pt x="247" y="6"/>
                  <a:pt x="247" y="6"/>
                </a:cubicBezTo>
                <a:cubicBezTo>
                  <a:pt x="247" y="4"/>
                  <a:pt x="248" y="3"/>
                  <a:pt x="249" y="2"/>
                </a:cubicBezTo>
                <a:cubicBezTo>
                  <a:pt x="250" y="1"/>
                  <a:pt x="251" y="0"/>
                  <a:pt x="253" y="0"/>
                </a:cubicBezTo>
                <a:cubicBezTo>
                  <a:pt x="254" y="0"/>
                  <a:pt x="256" y="1"/>
                  <a:pt x="257" y="2"/>
                </a:cubicBezTo>
                <a:cubicBezTo>
                  <a:pt x="313" y="58"/>
                  <a:pt x="313" y="58"/>
                  <a:pt x="313" y="58"/>
                </a:cubicBezTo>
                <a:cubicBezTo>
                  <a:pt x="314" y="59"/>
                  <a:pt x="315" y="60"/>
                  <a:pt x="315" y="6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38"/>
          <p:cNvSpPr>
            <a:spLocks/>
          </p:cNvSpPr>
          <p:nvPr/>
        </p:nvSpPr>
        <p:spPr bwMode="auto">
          <a:xfrm>
            <a:off x="5524501" y="2846250"/>
            <a:ext cx="333375" cy="341313"/>
          </a:xfrm>
          <a:custGeom>
            <a:avLst/>
            <a:gdLst>
              <a:gd name="T0" fmla="*/ 21 w 309"/>
              <a:gd name="T1" fmla="*/ 83 h 315"/>
              <a:gd name="T2" fmla="*/ 75 w 309"/>
              <a:gd name="T3" fmla="*/ 27 h 315"/>
              <a:gd name="T4" fmla="*/ 70 w 309"/>
              <a:gd name="T5" fmla="*/ 33 h 315"/>
              <a:gd name="T6" fmla="*/ 51 w 309"/>
              <a:gd name="T7" fmla="*/ 66 h 315"/>
              <a:gd name="T8" fmla="*/ 40 w 309"/>
              <a:gd name="T9" fmla="*/ 116 h 315"/>
              <a:gd name="T10" fmla="*/ 66 w 309"/>
              <a:gd name="T11" fmla="*/ 171 h 315"/>
              <a:gd name="T12" fmla="*/ 100 w 309"/>
              <a:gd name="T13" fmla="*/ 185 h 315"/>
              <a:gd name="T14" fmla="*/ 121 w 309"/>
              <a:gd name="T15" fmla="*/ 175 h 315"/>
              <a:gd name="T16" fmla="*/ 133 w 309"/>
              <a:gd name="T17" fmla="*/ 152 h 315"/>
              <a:gd name="T18" fmla="*/ 130 w 309"/>
              <a:gd name="T19" fmla="*/ 112 h 315"/>
              <a:gd name="T20" fmla="*/ 123 w 309"/>
              <a:gd name="T21" fmla="*/ 93 h 315"/>
              <a:gd name="T22" fmla="*/ 110 w 309"/>
              <a:gd name="T23" fmla="*/ 77 h 315"/>
              <a:gd name="T24" fmla="*/ 96 w 309"/>
              <a:gd name="T25" fmla="*/ 68 h 315"/>
              <a:gd name="T26" fmla="*/ 112 w 309"/>
              <a:gd name="T27" fmla="*/ 47 h 315"/>
              <a:gd name="T28" fmla="*/ 136 w 309"/>
              <a:gd name="T29" fmla="*/ 67 h 315"/>
              <a:gd name="T30" fmla="*/ 136 w 309"/>
              <a:gd name="T31" fmla="*/ 53 h 315"/>
              <a:gd name="T32" fmla="*/ 126 w 309"/>
              <a:gd name="T33" fmla="*/ 32 h 315"/>
              <a:gd name="T34" fmla="*/ 182 w 309"/>
              <a:gd name="T35" fmla="*/ 32 h 315"/>
              <a:gd name="T36" fmla="*/ 169 w 309"/>
              <a:gd name="T37" fmla="*/ 66 h 315"/>
              <a:gd name="T38" fmla="*/ 179 w 309"/>
              <a:gd name="T39" fmla="*/ 59 h 315"/>
              <a:gd name="T40" fmla="*/ 196 w 309"/>
              <a:gd name="T41" fmla="*/ 47 h 315"/>
              <a:gd name="T42" fmla="*/ 199 w 309"/>
              <a:gd name="T43" fmla="*/ 76 h 315"/>
              <a:gd name="T44" fmla="*/ 185 w 309"/>
              <a:gd name="T45" fmla="*/ 92 h 315"/>
              <a:gd name="T46" fmla="*/ 175 w 309"/>
              <a:gd name="T47" fmla="*/ 146 h 315"/>
              <a:gd name="T48" fmla="*/ 199 w 309"/>
              <a:gd name="T49" fmla="*/ 184 h 315"/>
              <a:gd name="T50" fmla="*/ 227 w 309"/>
              <a:gd name="T51" fmla="*/ 180 h 315"/>
              <a:gd name="T52" fmla="*/ 241 w 309"/>
              <a:gd name="T53" fmla="*/ 171 h 315"/>
              <a:gd name="T54" fmla="*/ 267 w 309"/>
              <a:gd name="T55" fmla="*/ 130 h 315"/>
              <a:gd name="T56" fmla="*/ 265 w 309"/>
              <a:gd name="T57" fmla="*/ 88 h 315"/>
              <a:gd name="T58" fmla="*/ 251 w 309"/>
              <a:gd name="T59" fmla="*/ 53 h 315"/>
              <a:gd name="T60" fmla="*/ 237 w 309"/>
              <a:gd name="T61" fmla="*/ 32 h 315"/>
              <a:gd name="T62" fmla="*/ 233 w 309"/>
              <a:gd name="T63" fmla="*/ 26 h 315"/>
              <a:gd name="T64" fmla="*/ 246 w 309"/>
              <a:gd name="T65" fmla="*/ 35 h 315"/>
              <a:gd name="T66" fmla="*/ 268 w 309"/>
              <a:gd name="T67" fmla="*/ 54 h 315"/>
              <a:gd name="T68" fmla="*/ 288 w 309"/>
              <a:gd name="T69" fmla="*/ 79 h 315"/>
              <a:gd name="T70" fmla="*/ 303 w 309"/>
              <a:gd name="T71" fmla="*/ 112 h 315"/>
              <a:gd name="T72" fmla="*/ 309 w 309"/>
              <a:gd name="T73" fmla="*/ 157 h 315"/>
              <a:gd name="T74" fmla="*/ 235 w 309"/>
              <a:gd name="T75" fmla="*/ 295 h 315"/>
              <a:gd name="T76" fmla="*/ 93 w 309"/>
              <a:gd name="T77" fmla="*/ 302 h 315"/>
              <a:gd name="T78" fmla="*/ 11 w 309"/>
              <a:gd name="T79" fmla="*/ 216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9" h="315">
                <a:moveTo>
                  <a:pt x="1" y="154"/>
                </a:moveTo>
                <a:cubicBezTo>
                  <a:pt x="2" y="128"/>
                  <a:pt x="8" y="105"/>
                  <a:pt x="21" y="83"/>
                </a:cubicBezTo>
                <a:cubicBezTo>
                  <a:pt x="34" y="60"/>
                  <a:pt x="51" y="42"/>
                  <a:pt x="75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4" y="28"/>
                  <a:pt x="73" y="30"/>
                  <a:pt x="70" y="33"/>
                </a:cubicBezTo>
                <a:cubicBezTo>
                  <a:pt x="68" y="36"/>
                  <a:pt x="65" y="41"/>
                  <a:pt x="61" y="47"/>
                </a:cubicBezTo>
                <a:cubicBezTo>
                  <a:pt x="57" y="52"/>
                  <a:pt x="54" y="59"/>
                  <a:pt x="51" y="66"/>
                </a:cubicBezTo>
                <a:cubicBezTo>
                  <a:pt x="47" y="73"/>
                  <a:pt x="45" y="81"/>
                  <a:pt x="43" y="90"/>
                </a:cubicBezTo>
                <a:cubicBezTo>
                  <a:pt x="41" y="99"/>
                  <a:pt x="40" y="107"/>
                  <a:pt x="40" y="116"/>
                </a:cubicBezTo>
                <a:cubicBezTo>
                  <a:pt x="41" y="125"/>
                  <a:pt x="43" y="134"/>
                  <a:pt x="47" y="144"/>
                </a:cubicBezTo>
                <a:cubicBezTo>
                  <a:pt x="51" y="153"/>
                  <a:pt x="58" y="163"/>
                  <a:pt x="66" y="171"/>
                </a:cubicBezTo>
                <a:cubicBezTo>
                  <a:pt x="72" y="177"/>
                  <a:pt x="78" y="181"/>
                  <a:pt x="84" y="183"/>
                </a:cubicBezTo>
                <a:cubicBezTo>
                  <a:pt x="90" y="185"/>
                  <a:pt x="96" y="186"/>
                  <a:pt x="100" y="185"/>
                </a:cubicBezTo>
                <a:cubicBezTo>
                  <a:pt x="105" y="184"/>
                  <a:pt x="109" y="183"/>
                  <a:pt x="112" y="181"/>
                </a:cubicBezTo>
                <a:cubicBezTo>
                  <a:pt x="116" y="179"/>
                  <a:pt x="119" y="177"/>
                  <a:pt x="121" y="175"/>
                </a:cubicBezTo>
                <a:cubicBezTo>
                  <a:pt x="123" y="172"/>
                  <a:pt x="123" y="172"/>
                  <a:pt x="123" y="172"/>
                </a:cubicBezTo>
                <a:cubicBezTo>
                  <a:pt x="128" y="166"/>
                  <a:pt x="131" y="160"/>
                  <a:pt x="133" y="152"/>
                </a:cubicBezTo>
                <a:cubicBezTo>
                  <a:pt x="134" y="144"/>
                  <a:pt x="135" y="137"/>
                  <a:pt x="134" y="130"/>
                </a:cubicBezTo>
                <a:cubicBezTo>
                  <a:pt x="133" y="124"/>
                  <a:pt x="132" y="118"/>
                  <a:pt x="130" y="112"/>
                </a:cubicBezTo>
                <a:cubicBezTo>
                  <a:pt x="129" y="106"/>
                  <a:pt x="127" y="101"/>
                  <a:pt x="125" y="98"/>
                </a:cubicBezTo>
                <a:cubicBezTo>
                  <a:pt x="123" y="93"/>
                  <a:pt x="123" y="93"/>
                  <a:pt x="123" y="93"/>
                </a:cubicBezTo>
                <a:cubicBezTo>
                  <a:pt x="122" y="90"/>
                  <a:pt x="120" y="87"/>
                  <a:pt x="118" y="84"/>
                </a:cubicBezTo>
                <a:cubicBezTo>
                  <a:pt x="115" y="81"/>
                  <a:pt x="113" y="79"/>
                  <a:pt x="110" y="77"/>
                </a:cubicBezTo>
                <a:cubicBezTo>
                  <a:pt x="107" y="75"/>
                  <a:pt x="105" y="73"/>
                  <a:pt x="102" y="71"/>
                </a:cubicBezTo>
                <a:cubicBezTo>
                  <a:pt x="100" y="70"/>
                  <a:pt x="98" y="69"/>
                  <a:pt x="96" y="68"/>
                </a:cubicBezTo>
                <a:cubicBezTo>
                  <a:pt x="94" y="67"/>
                  <a:pt x="94" y="67"/>
                  <a:pt x="94" y="67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117" y="49"/>
                  <a:pt x="121" y="52"/>
                  <a:pt x="126" y="56"/>
                </a:cubicBezTo>
                <a:cubicBezTo>
                  <a:pt x="131" y="60"/>
                  <a:pt x="134" y="64"/>
                  <a:pt x="136" y="67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66"/>
                  <a:pt x="139" y="60"/>
                  <a:pt x="136" y="53"/>
                </a:cubicBezTo>
                <a:cubicBezTo>
                  <a:pt x="134" y="47"/>
                  <a:pt x="132" y="42"/>
                  <a:pt x="129" y="38"/>
                </a:cubicBezTo>
                <a:cubicBezTo>
                  <a:pt x="126" y="32"/>
                  <a:pt x="126" y="32"/>
                  <a:pt x="126" y="32"/>
                </a:cubicBezTo>
                <a:cubicBezTo>
                  <a:pt x="154" y="0"/>
                  <a:pt x="154" y="0"/>
                  <a:pt x="154" y="0"/>
                </a:cubicBezTo>
                <a:cubicBezTo>
                  <a:pt x="182" y="32"/>
                  <a:pt x="182" y="32"/>
                  <a:pt x="182" y="32"/>
                </a:cubicBezTo>
                <a:cubicBezTo>
                  <a:pt x="178" y="37"/>
                  <a:pt x="175" y="43"/>
                  <a:pt x="173" y="50"/>
                </a:cubicBezTo>
                <a:cubicBezTo>
                  <a:pt x="171" y="57"/>
                  <a:pt x="169" y="62"/>
                  <a:pt x="169" y="66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1" y="67"/>
                  <a:pt x="174" y="63"/>
                  <a:pt x="179" y="59"/>
                </a:cubicBezTo>
                <a:cubicBezTo>
                  <a:pt x="184" y="55"/>
                  <a:pt x="188" y="52"/>
                  <a:pt x="191" y="50"/>
                </a:cubicBezTo>
                <a:cubicBezTo>
                  <a:pt x="196" y="47"/>
                  <a:pt x="196" y="47"/>
                  <a:pt x="196" y="47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9" y="69"/>
                  <a:pt x="204" y="72"/>
                  <a:pt x="199" y="76"/>
                </a:cubicBezTo>
                <a:cubicBezTo>
                  <a:pt x="194" y="80"/>
                  <a:pt x="191" y="84"/>
                  <a:pt x="188" y="87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2" y="99"/>
                  <a:pt x="179" y="107"/>
                  <a:pt x="177" y="116"/>
                </a:cubicBezTo>
                <a:cubicBezTo>
                  <a:pt x="175" y="125"/>
                  <a:pt x="174" y="135"/>
                  <a:pt x="175" y="146"/>
                </a:cubicBezTo>
                <a:cubicBezTo>
                  <a:pt x="177" y="156"/>
                  <a:pt x="180" y="166"/>
                  <a:pt x="185" y="173"/>
                </a:cubicBezTo>
                <a:cubicBezTo>
                  <a:pt x="189" y="178"/>
                  <a:pt x="194" y="182"/>
                  <a:pt x="199" y="184"/>
                </a:cubicBezTo>
                <a:cubicBezTo>
                  <a:pt x="204" y="186"/>
                  <a:pt x="209" y="186"/>
                  <a:pt x="214" y="185"/>
                </a:cubicBezTo>
                <a:cubicBezTo>
                  <a:pt x="219" y="184"/>
                  <a:pt x="223" y="182"/>
                  <a:pt x="227" y="180"/>
                </a:cubicBezTo>
                <a:cubicBezTo>
                  <a:pt x="232" y="178"/>
                  <a:pt x="235" y="176"/>
                  <a:pt x="237" y="174"/>
                </a:cubicBezTo>
                <a:cubicBezTo>
                  <a:pt x="241" y="171"/>
                  <a:pt x="241" y="171"/>
                  <a:pt x="241" y="171"/>
                </a:cubicBezTo>
                <a:cubicBezTo>
                  <a:pt x="248" y="165"/>
                  <a:pt x="254" y="158"/>
                  <a:pt x="258" y="151"/>
                </a:cubicBezTo>
                <a:cubicBezTo>
                  <a:pt x="262" y="144"/>
                  <a:pt x="265" y="137"/>
                  <a:pt x="267" y="130"/>
                </a:cubicBezTo>
                <a:cubicBezTo>
                  <a:pt x="268" y="123"/>
                  <a:pt x="269" y="116"/>
                  <a:pt x="268" y="108"/>
                </a:cubicBezTo>
                <a:cubicBezTo>
                  <a:pt x="268" y="101"/>
                  <a:pt x="267" y="94"/>
                  <a:pt x="265" y="88"/>
                </a:cubicBezTo>
                <a:cubicBezTo>
                  <a:pt x="263" y="81"/>
                  <a:pt x="261" y="75"/>
                  <a:pt x="259" y="69"/>
                </a:cubicBezTo>
                <a:cubicBezTo>
                  <a:pt x="256" y="63"/>
                  <a:pt x="254" y="57"/>
                  <a:pt x="251" y="53"/>
                </a:cubicBezTo>
                <a:cubicBezTo>
                  <a:pt x="248" y="48"/>
                  <a:pt x="245" y="43"/>
                  <a:pt x="243" y="40"/>
                </a:cubicBezTo>
                <a:cubicBezTo>
                  <a:pt x="240" y="36"/>
                  <a:pt x="238" y="34"/>
                  <a:pt x="237" y="32"/>
                </a:cubicBezTo>
                <a:cubicBezTo>
                  <a:pt x="234" y="29"/>
                  <a:pt x="234" y="29"/>
                  <a:pt x="234" y="29"/>
                </a:cubicBezTo>
                <a:cubicBezTo>
                  <a:pt x="233" y="27"/>
                  <a:pt x="232" y="26"/>
                  <a:pt x="233" y="26"/>
                </a:cubicBezTo>
                <a:cubicBezTo>
                  <a:pt x="235" y="27"/>
                  <a:pt x="235" y="27"/>
                  <a:pt x="235" y="27"/>
                </a:cubicBezTo>
                <a:cubicBezTo>
                  <a:pt x="240" y="30"/>
                  <a:pt x="243" y="33"/>
                  <a:pt x="246" y="35"/>
                </a:cubicBezTo>
                <a:cubicBezTo>
                  <a:pt x="249" y="37"/>
                  <a:pt x="252" y="40"/>
                  <a:pt x="257" y="44"/>
                </a:cubicBezTo>
                <a:cubicBezTo>
                  <a:pt x="261" y="48"/>
                  <a:pt x="265" y="51"/>
                  <a:pt x="268" y="54"/>
                </a:cubicBezTo>
                <a:cubicBezTo>
                  <a:pt x="271" y="57"/>
                  <a:pt x="274" y="61"/>
                  <a:pt x="278" y="65"/>
                </a:cubicBezTo>
                <a:cubicBezTo>
                  <a:pt x="282" y="70"/>
                  <a:pt x="286" y="74"/>
                  <a:pt x="288" y="79"/>
                </a:cubicBezTo>
                <a:cubicBezTo>
                  <a:pt x="291" y="83"/>
                  <a:pt x="293" y="88"/>
                  <a:pt x="296" y="94"/>
                </a:cubicBezTo>
                <a:cubicBezTo>
                  <a:pt x="299" y="100"/>
                  <a:pt x="301" y="106"/>
                  <a:pt x="303" y="112"/>
                </a:cubicBezTo>
                <a:cubicBezTo>
                  <a:pt x="304" y="118"/>
                  <a:pt x="306" y="125"/>
                  <a:pt x="307" y="133"/>
                </a:cubicBezTo>
                <a:cubicBezTo>
                  <a:pt x="308" y="141"/>
                  <a:pt x="309" y="148"/>
                  <a:pt x="309" y="157"/>
                </a:cubicBezTo>
                <a:cubicBezTo>
                  <a:pt x="309" y="187"/>
                  <a:pt x="303" y="214"/>
                  <a:pt x="290" y="238"/>
                </a:cubicBezTo>
                <a:cubicBezTo>
                  <a:pt x="277" y="263"/>
                  <a:pt x="259" y="281"/>
                  <a:pt x="235" y="295"/>
                </a:cubicBezTo>
                <a:cubicBezTo>
                  <a:pt x="211" y="308"/>
                  <a:pt x="185" y="315"/>
                  <a:pt x="155" y="315"/>
                </a:cubicBezTo>
                <a:cubicBezTo>
                  <a:pt x="133" y="315"/>
                  <a:pt x="113" y="311"/>
                  <a:pt x="93" y="302"/>
                </a:cubicBezTo>
                <a:cubicBezTo>
                  <a:pt x="74" y="293"/>
                  <a:pt x="57" y="282"/>
                  <a:pt x="44" y="267"/>
                </a:cubicBezTo>
                <a:cubicBezTo>
                  <a:pt x="30" y="253"/>
                  <a:pt x="19" y="236"/>
                  <a:pt x="11" y="216"/>
                </a:cubicBezTo>
                <a:cubicBezTo>
                  <a:pt x="3" y="196"/>
                  <a:pt x="0" y="175"/>
                  <a:pt x="1" y="15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39"/>
          <p:cNvSpPr>
            <a:spLocks noEditPoints="1"/>
          </p:cNvSpPr>
          <p:nvPr/>
        </p:nvSpPr>
        <p:spPr bwMode="auto">
          <a:xfrm>
            <a:off x="5954713" y="2855775"/>
            <a:ext cx="334963" cy="322263"/>
          </a:xfrm>
          <a:custGeom>
            <a:avLst/>
            <a:gdLst>
              <a:gd name="T0" fmla="*/ 142 w 310"/>
              <a:gd name="T1" fmla="*/ 270 h 299"/>
              <a:gd name="T2" fmla="*/ 68 w 310"/>
              <a:gd name="T3" fmla="*/ 269 h 299"/>
              <a:gd name="T4" fmla="*/ 48 w 310"/>
              <a:gd name="T5" fmla="*/ 251 h 299"/>
              <a:gd name="T6" fmla="*/ 46 w 310"/>
              <a:gd name="T7" fmla="*/ 230 h 299"/>
              <a:gd name="T8" fmla="*/ 52 w 310"/>
              <a:gd name="T9" fmla="*/ 210 h 299"/>
              <a:gd name="T10" fmla="*/ 144 w 310"/>
              <a:gd name="T11" fmla="*/ 205 h 299"/>
              <a:gd name="T12" fmla="*/ 108 w 310"/>
              <a:gd name="T13" fmla="*/ 169 h 299"/>
              <a:gd name="T14" fmla="*/ 63 w 310"/>
              <a:gd name="T15" fmla="*/ 178 h 299"/>
              <a:gd name="T16" fmla="*/ 43 w 310"/>
              <a:gd name="T17" fmla="*/ 217 h 299"/>
              <a:gd name="T18" fmla="*/ 39 w 310"/>
              <a:gd name="T19" fmla="*/ 231 h 299"/>
              <a:gd name="T20" fmla="*/ 2 w 310"/>
              <a:gd name="T21" fmla="*/ 159 h 299"/>
              <a:gd name="T22" fmla="*/ 5 w 310"/>
              <a:gd name="T23" fmla="*/ 147 h 299"/>
              <a:gd name="T24" fmla="*/ 0 w 310"/>
              <a:gd name="T25" fmla="*/ 99 h 299"/>
              <a:gd name="T26" fmla="*/ 292 w 310"/>
              <a:gd name="T27" fmla="*/ 193 h 299"/>
              <a:gd name="T28" fmla="*/ 253 w 310"/>
              <a:gd name="T29" fmla="*/ 264 h 299"/>
              <a:gd name="T30" fmla="*/ 242 w 310"/>
              <a:gd name="T31" fmla="*/ 269 h 299"/>
              <a:gd name="T32" fmla="*/ 205 w 310"/>
              <a:gd name="T33" fmla="*/ 299 h 299"/>
              <a:gd name="T34" fmla="*/ 202 w 310"/>
              <a:gd name="T35" fmla="*/ 171 h 299"/>
              <a:gd name="T36" fmla="*/ 253 w 310"/>
              <a:gd name="T37" fmla="*/ 203 h 299"/>
              <a:gd name="T38" fmla="*/ 292 w 310"/>
              <a:gd name="T39" fmla="*/ 193 h 299"/>
              <a:gd name="T40" fmla="*/ 108 w 310"/>
              <a:gd name="T41" fmla="*/ 107 h 299"/>
              <a:gd name="T42" fmla="*/ 49 w 310"/>
              <a:gd name="T43" fmla="*/ 72 h 299"/>
              <a:gd name="T44" fmla="*/ 99 w 310"/>
              <a:gd name="T45" fmla="*/ 2 h 299"/>
              <a:gd name="T46" fmla="*/ 122 w 310"/>
              <a:gd name="T47" fmla="*/ 2 h 299"/>
              <a:gd name="T48" fmla="*/ 136 w 310"/>
              <a:gd name="T49" fmla="*/ 12 h 299"/>
              <a:gd name="T50" fmla="*/ 149 w 310"/>
              <a:gd name="T51" fmla="*/ 25 h 299"/>
              <a:gd name="T52" fmla="*/ 270 w 310"/>
              <a:gd name="T53" fmla="*/ 85 h 299"/>
              <a:gd name="T54" fmla="*/ 309 w 310"/>
              <a:gd name="T55" fmla="*/ 162 h 299"/>
              <a:gd name="T56" fmla="*/ 298 w 310"/>
              <a:gd name="T57" fmla="*/ 181 h 299"/>
              <a:gd name="T58" fmla="*/ 283 w 310"/>
              <a:gd name="T59" fmla="*/ 190 h 299"/>
              <a:gd name="T60" fmla="*/ 266 w 310"/>
              <a:gd name="T61" fmla="*/ 195 h 299"/>
              <a:gd name="T62" fmla="*/ 211 w 310"/>
              <a:gd name="T63" fmla="*/ 121 h 299"/>
              <a:gd name="T64" fmla="*/ 270 w 310"/>
              <a:gd name="T65" fmla="*/ 85 h 299"/>
              <a:gd name="T66" fmla="*/ 269 w 310"/>
              <a:gd name="T67" fmla="*/ 30 h 299"/>
              <a:gd name="T68" fmla="*/ 157 w 310"/>
              <a:gd name="T69" fmla="*/ 92 h 299"/>
              <a:gd name="T70" fmla="*/ 171 w 310"/>
              <a:gd name="T71" fmla="*/ 48 h 299"/>
              <a:gd name="T72" fmla="*/ 146 w 310"/>
              <a:gd name="T73" fmla="*/ 12 h 299"/>
              <a:gd name="T74" fmla="*/ 135 w 310"/>
              <a:gd name="T75" fmla="*/ 2 h 299"/>
              <a:gd name="T76" fmla="*/ 216 w 310"/>
              <a:gd name="T77" fmla="*/ 4 h 299"/>
              <a:gd name="T78" fmla="*/ 225 w 310"/>
              <a:gd name="T79" fmla="*/ 12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0" h="299">
                <a:moveTo>
                  <a:pt x="144" y="205"/>
                </a:moveTo>
                <a:cubicBezTo>
                  <a:pt x="142" y="270"/>
                  <a:pt x="142" y="270"/>
                  <a:pt x="142" y="270"/>
                </a:cubicBezTo>
                <a:cubicBezTo>
                  <a:pt x="141" y="274"/>
                  <a:pt x="141" y="274"/>
                  <a:pt x="141" y="274"/>
                </a:cubicBezTo>
                <a:cubicBezTo>
                  <a:pt x="68" y="269"/>
                  <a:pt x="68" y="269"/>
                  <a:pt x="68" y="269"/>
                </a:cubicBezTo>
                <a:cubicBezTo>
                  <a:pt x="63" y="268"/>
                  <a:pt x="59" y="266"/>
                  <a:pt x="56" y="263"/>
                </a:cubicBezTo>
                <a:cubicBezTo>
                  <a:pt x="52" y="260"/>
                  <a:pt x="49" y="256"/>
                  <a:pt x="48" y="251"/>
                </a:cubicBezTo>
                <a:cubicBezTo>
                  <a:pt x="46" y="248"/>
                  <a:pt x="45" y="245"/>
                  <a:pt x="45" y="242"/>
                </a:cubicBezTo>
                <a:cubicBezTo>
                  <a:pt x="45" y="239"/>
                  <a:pt x="45" y="235"/>
                  <a:pt x="46" y="230"/>
                </a:cubicBezTo>
                <a:cubicBezTo>
                  <a:pt x="47" y="226"/>
                  <a:pt x="47" y="223"/>
                  <a:pt x="48" y="221"/>
                </a:cubicBezTo>
                <a:cubicBezTo>
                  <a:pt x="48" y="219"/>
                  <a:pt x="50" y="215"/>
                  <a:pt x="52" y="210"/>
                </a:cubicBezTo>
                <a:cubicBezTo>
                  <a:pt x="54" y="204"/>
                  <a:pt x="55" y="201"/>
                  <a:pt x="55" y="200"/>
                </a:cubicBezTo>
                <a:cubicBezTo>
                  <a:pt x="64" y="202"/>
                  <a:pt x="94" y="203"/>
                  <a:pt x="144" y="205"/>
                </a:cubicBezTo>
                <a:close/>
                <a:moveTo>
                  <a:pt x="76" y="102"/>
                </a:moveTo>
                <a:cubicBezTo>
                  <a:pt x="108" y="169"/>
                  <a:pt x="108" y="169"/>
                  <a:pt x="108" y="169"/>
                </a:cubicBezTo>
                <a:cubicBezTo>
                  <a:pt x="82" y="153"/>
                  <a:pt x="82" y="153"/>
                  <a:pt x="82" y="153"/>
                </a:cubicBezTo>
                <a:cubicBezTo>
                  <a:pt x="75" y="161"/>
                  <a:pt x="68" y="170"/>
                  <a:pt x="63" y="178"/>
                </a:cubicBezTo>
                <a:cubicBezTo>
                  <a:pt x="57" y="186"/>
                  <a:pt x="53" y="194"/>
                  <a:pt x="50" y="200"/>
                </a:cubicBezTo>
                <a:cubicBezTo>
                  <a:pt x="47" y="206"/>
                  <a:pt x="45" y="212"/>
                  <a:pt x="43" y="217"/>
                </a:cubicBezTo>
                <a:cubicBezTo>
                  <a:pt x="41" y="221"/>
                  <a:pt x="40" y="225"/>
                  <a:pt x="40" y="228"/>
                </a:cubicBezTo>
                <a:cubicBezTo>
                  <a:pt x="39" y="231"/>
                  <a:pt x="39" y="231"/>
                  <a:pt x="39" y="231"/>
                </a:cubicBezTo>
                <a:cubicBezTo>
                  <a:pt x="6" y="169"/>
                  <a:pt x="6" y="169"/>
                  <a:pt x="6" y="169"/>
                </a:cubicBezTo>
                <a:cubicBezTo>
                  <a:pt x="4" y="166"/>
                  <a:pt x="3" y="162"/>
                  <a:pt x="2" y="159"/>
                </a:cubicBezTo>
                <a:cubicBezTo>
                  <a:pt x="2" y="155"/>
                  <a:pt x="3" y="153"/>
                  <a:pt x="3" y="151"/>
                </a:cubicBezTo>
                <a:cubicBezTo>
                  <a:pt x="5" y="147"/>
                  <a:pt x="5" y="147"/>
                  <a:pt x="5" y="147"/>
                </a:cubicBezTo>
                <a:cubicBezTo>
                  <a:pt x="9" y="140"/>
                  <a:pt x="16" y="129"/>
                  <a:pt x="25" y="114"/>
                </a:cubicBezTo>
                <a:cubicBezTo>
                  <a:pt x="0" y="99"/>
                  <a:pt x="0" y="99"/>
                  <a:pt x="0" y="99"/>
                </a:cubicBezTo>
                <a:lnTo>
                  <a:pt x="76" y="102"/>
                </a:lnTo>
                <a:close/>
                <a:moveTo>
                  <a:pt x="292" y="193"/>
                </a:moveTo>
                <a:cubicBezTo>
                  <a:pt x="259" y="256"/>
                  <a:pt x="259" y="256"/>
                  <a:pt x="259" y="256"/>
                </a:cubicBezTo>
                <a:cubicBezTo>
                  <a:pt x="258" y="259"/>
                  <a:pt x="256" y="262"/>
                  <a:pt x="253" y="264"/>
                </a:cubicBezTo>
                <a:cubicBezTo>
                  <a:pt x="250" y="266"/>
                  <a:pt x="248" y="267"/>
                  <a:pt x="245" y="268"/>
                </a:cubicBezTo>
                <a:cubicBezTo>
                  <a:pt x="242" y="269"/>
                  <a:pt x="242" y="269"/>
                  <a:pt x="242" y="269"/>
                </a:cubicBezTo>
                <a:cubicBezTo>
                  <a:pt x="234" y="269"/>
                  <a:pt x="221" y="270"/>
                  <a:pt x="204" y="271"/>
                </a:cubicBezTo>
                <a:cubicBezTo>
                  <a:pt x="205" y="299"/>
                  <a:pt x="205" y="299"/>
                  <a:pt x="205" y="299"/>
                </a:cubicBezTo>
                <a:cubicBezTo>
                  <a:pt x="165" y="235"/>
                  <a:pt x="165" y="235"/>
                  <a:pt x="165" y="235"/>
                </a:cubicBezTo>
                <a:cubicBezTo>
                  <a:pt x="202" y="171"/>
                  <a:pt x="202" y="171"/>
                  <a:pt x="202" y="171"/>
                </a:cubicBezTo>
                <a:cubicBezTo>
                  <a:pt x="203" y="202"/>
                  <a:pt x="203" y="202"/>
                  <a:pt x="203" y="202"/>
                </a:cubicBezTo>
                <a:cubicBezTo>
                  <a:pt x="223" y="204"/>
                  <a:pt x="240" y="204"/>
                  <a:pt x="253" y="203"/>
                </a:cubicBezTo>
                <a:cubicBezTo>
                  <a:pt x="266" y="201"/>
                  <a:pt x="276" y="199"/>
                  <a:pt x="283" y="197"/>
                </a:cubicBezTo>
                <a:lnTo>
                  <a:pt x="292" y="193"/>
                </a:lnTo>
                <a:close/>
                <a:moveTo>
                  <a:pt x="155" y="31"/>
                </a:moveTo>
                <a:cubicBezTo>
                  <a:pt x="149" y="38"/>
                  <a:pt x="134" y="64"/>
                  <a:pt x="108" y="107"/>
                </a:cubicBezTo>
                <a:cubicBezTo>
                  <a:pt x="52" y="74"/>
                  <a:pt x="52" y="74"/>
                  <a:pt x="52" y="74"/>
                </a:cubicBezTo>
                <a:cubicBezTo>
                  <a:pt x="49" y="72"/>
                  <a:pt x="49" y="72"/>
                  <a:pt x="49" y="72"/>
                </a:cubicBezTo>
                <a:cubicBezTo>
                  <a:pt x="89" y="10"/>
                  <a:pt x="89" y="10"/>
                  <a:pt x="89" y="10"/>
                </a:cubicBezTo>
                <a:cubicBezTo>
                  <a:pt x="91" y="6"/>
                  <a:pt x="94" y="3"/>
                  <a:pt x="99" y="2"/>
                </a:cubicBezTo>
                <a:cubicBezTo>
                  <a:pt x="104" y="0"/>
                  <a:pt x="109" y="0"/>
                  <a:pt x="113" y="0"/>
                </a:cubicBezTo>
                <a:cubicBezTo>
                  <a:pt x="116" y="0"/>
                  <a:pt x="119" y="1"/>
                  <a:pt x="122" y="2"/>
                </a:cubicBezTo>
                <a:cubicBezTo>
                  <a:pt x="125" y="3"/>
                  <a:pt x="127" y="5"/>
                  <a:pt x="129" y="6"/>
                </a:cubicBezTo>
                <a:cubicBezTo>
                  <a:pt x="131" y="7"/>
                  <a:pt x="134" y="9"/>
                  <a:pt x="136" y="12"/>
                </a:cubicBezTo>
                <a:cubicBezTo>
                  <a:pt x="139" y="14"/>
                  <a:pt x="141" y="16"/>
                  <a:pt x="143" y="18"/>
                </a:cubicBezTo>
                <a:cubicBezTo>
                  <a:pt x="144" y="19"/>
                  <a:pt x="146" y="21"/>
                  <a:pt x="149" y="25"/>
                </a:cubicBezTo>
                <a:cubicBezTo>
                  <a:pt x="152" y="28"/>
                  <a:pt x="154" y="30"/>
                  <a:pt x="155" y="31"/>
                </a:cubicBezTo>
                <a:close/>
                <a:moveTo>
                  <a:pt x="270" y="85"/>
                </a:moveTo>
                <a:cubicBezTo>
                  <a:pt x="307" y="148"/>
                  <a:pt x="307" y="148"/>
                  <a:pt x="307" y="148"/>
                </a:cubicBezTo>
                <a:cubicBezTo>
                  <a:pt x="309" y="153"/>
                  <a:pt x="310" y="157"/>
                  <a:pt x="309" y="162"/>
                </a:cubicBezTo>
                <a:cubicBezTo>
                  <a:pt x="308" y="166"/>
                  <a:pt x="307" y="171"/>
                  <a:pt x="304" y="175"/>
                </a:cubicBezTo>
                <a:cubicBezTo>
                  <a:pt x="303" y="177"/>
                  <a:pt x="301" y="179"/>
                  <a:pt x="298" y="181"/>
                </a:cubicBezTo>
                <a:cubicBezTo>
                  <a:pt x="296" y="183"/>
                  <a:pt x="294" y="185"/>
                  <a:pt x="292" y="186"/>
                </a:cubicBezTo>
                <a:cubicBezTo>
                  <a:pt x="290" y="187"/>
                  <a:pt x="287" y="189"/>
                  <a:pt x="283" y="190"/>
                </a:cubicBezTo>
                <a:cubicBezTo>
                  <a:pt x="280" y="191"/>
                  <a:pt x="277" y="192"/>
                  <a:pt x="275" y="193"/>
                </a:cubicBezTo>
                <a:cubicBezTo>
                  <a:pt x="273" y="193"/>
                  <a:pt x="270" y="194"/>
                  <a:pt x="266" y="195"/>
                </a:cubicBezTo>
                <a:cubicBezTo>
                  <a:pt x="262" y="196"/>
                  <a:pt x="259" y="197"/>
                  <a:pt x="258" y="197"/>
                </a:cubicBezTo>
                <a:cubicBezTo>
                  <a:pt x="254" y="189"/>
                  <a:pt x="238" y="163"/>
                  <a:pt x="211" y="121"/>
                </a:cubicBezTo>
                <a:cubicBezTo>
                  <a:pt x="266" y="87"/>
                  <a:pt x="266" y="87"/>
                  <a:pt x="266" y="87"/>
                </a:cubicBezTo>
                <a:lnTo>
                  <a:pt x="270" y="85"/>
                </a:lnTo>
                <a:close/>
                <a:moveTo>
                  <a:pt x="245" y="45"/>
                </a:moveTo>
                <a:cubicBezTo>
                  <a:pt x="269" y="30"/>
                  <a:pt x="269" y="30"/>
                  <a:pt x="269" y="30"/>
                </a:cubicBezTo>
                <a:cubicBezTo>
                  <a:pt x="231" y="96"/>
                  <a:pt x="231" y="96"/>
                  <a:pt x="231" y="96"/>
                </a:cubicBezTo>
                <a:cubicBezTo>
                  <a:pt x="157" y="92"/>
                  <a:pt x="157" y="92"/>
                  <a:pt x="157" y="92"/>
                </a:cubicBezTo>
                <a:cubicBezTo>
                  <a:pt x="184" y="77"/>
                  <a:pt x="184" y="77"/>
                  <a:pt x="184" y="77"/>
                </a:cubicBezTo>
                <a:cubicBezTo>
                  <a:pt x="180" y="67"/>
                  <a:pt x="175" y="57"/>
                  <a:pt x="171" y="48"/>
                </a:cubicBezTo>
                <a:cubicBezTo>
                  <a:pt x="166" y="39"/>
                  <a:pt x="161" y="32"/>
                  <a:pt x="157" y="26"/>
                </a:cubicBezTo>
                <a:cubicBezTo>
                  <a:pt x="153" y="21"/>
                  <a:pt x="150" y="16"/>
                  <a:pt x="146" y="12"/>
                </a:cubicBezTo>
                <a:cubicBezTo>
                  <a:pt x="143" y="8"/>
                  <a:pt x="140" y="6"/>
                  <a:pt x="138" y="4"/>
                </a:cubicBezTo>
                <a:cubicBezTo>
                  <a:pt x="135" y="2"/>
                  <a:pt x="135" y="2"/>
                  <a:pt x="135" y="2"/>
                </a:cubicBezTo>
                <a:cubicBezTo>
                  <a:pt x="206" y="2"/>
                  <a:pt x="206" y="2"/>
                  <a:pt x="206" y="2"/>
                </a:cubicBezTo>
                <a:cubicBezTo>
                  <a:pt x="210" y="2"/>
                  <a:pt x="213" y="2"/>
                  <a:pt x="216" y="4"/>
                </a:cubicBezTo>
                <a:cubicBezTo>
                  <a:pt x="219" y="6"/>
                  <a:pt x="222" y="7"/>
                  <a:pt x="223" y="9"/>
                </a:cubicBezTo>
                <a:cubicBezTo>
                  <a:pt x="225" y="12"/>
                  <a:pt x="225" y="12"/>
                  <a:pt x="225" y="12"/>
                </a:cubicBezTo>
                <a:cubicBezTo>
                  <a:pt x="229" y="19"/>
                  <a:pt x="236" y="30"/>
                  <a:pt x="245" y="4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0"/>
          <p:cNvSpPr>
            <a:spLocks noEditPoints="1"/>
          </p:cNvSpPr>
          <p:nvPr/>
        </p:nvSpPr>
        <p:spPr bwMode="auto">
          <a:xfrm>
            <a:off x="6350001" y="2846250"/>
            <a:ext cx="406400" cy="341313"/>
          </a:xfrm>
          <a:custGeom>
            <a:avLst/>
            <a:gdLst>
              <a:gd name="T0" fmla="*/ 249 w 375"/>
              <a:gd name="T1" fmla="*/ 256 h 315"/>
              <a:gd name="T2" fmla="*/ 188 w 375"/>
              <a:gd name="T3" fmla="*/ 275 h 315"/>
              <a:gd name="T4" fmla="*/ 125 w 375"/>
              <a:gd name="T5" fmla="*/ 251 h 315"/>
              <a:gd name="T6" fmla="*/ 132 w 375"/>
              <a:gd name="T7" fmla="*/ 244 h 315"/>
              <a:gd name="T8" fmla="*/ 160 w 375"/>
              <a:gd name="T9" fmla="*/ 258 h 315"/>
              <a:gd name="T10" fmla="*/ 216 w 375"/>
              <a:gd name="T11" fmla="*/ 258 h 315"/>
              <a:gd name="T12" fmla="*/ 243 w 375"/>
              <a:gd name="T13" fmla="*/ 244 h 315"/>
              <a:gd name="T14" fmla="*/ 251 w 375"/>
              <a:gd name="T15" fmla="*/ 251 h 315"/>
              <a:gd name="T16" fmla="*/ 150 w 375"/>
              <a:gd name="T17" fmla="*/ 201 h 315"/>
              <a:gd name="T18" fmla="*/ 113 w 375"/>
              <a:gd name="T19" fmla="*/ 201 h 315"/>
              <a:gd name="T20" fmla="*/ 113 w 375"/>
              <a:gd name="T21" fmla="*/ 164 h 315"/>
              <a:gd name="T22" fmla="*/ 150 w 375"/>
              <a:gd name="T23" fmla="*/ 164 h 315"/>
              <a:gd name="T24" fmla="*/ 270 w 375"/>
              <a:gd name="T25" fmla="*/ 183 h 315"/>
              <a:gd name="T26" fmla="*/ 245 w 375"/>
              <a:gd name="T27" fmla="*/ 208 h 315"/>
              <a:gd name="T28" fmla="*/ 218 w 375"/>
              <a:gd name="T29" fmla="*/ 183 h 315"/>
              <a:gd name="T30" fmla="*/ 245 w 375"/>
              <a:gd name="T31" fmla="*/ 156 h 315"/>
              <a:gd name="T32" fmla="*/ 270 w 375"/>
              <a:gd name="T33" fmla="*/ 183 h 315"/>
              <a:gd name="T34" fmla="*/ 43 w 375"/>
              <a:gd name="T35" fmla="*/ 126 h 315"/>
              <a:gd name="T36" fmla="*/ 15 w 375"/>
              <a:gd name="T37" fmla="*/ 154 h 315"/>
              <a:gd name="T38" fmla="*/ 59 w 375"/>
              <a:gd name="T39" fmla="*/ 131 h 315"/>
              <a:gd name="T40" fmla="*/ 297 w 375"/>
              <a:gd name="T41" fmla="*/ 135 h 315"/>
              <a:gd name="T42" fmla="*/ 187 w 375"/>
              <a:gd name="T43" fmla="*/ 106 h 315"/>
              <a:gd name="T44" fmla="*/ 78 w 375"/>
              <a:gd name="T45" fmla="*/ 135 h 315"/>
              <a:gd name="T46" fmla="*/ 78 w 375"/>
              <a:gd name="T47" fmla="*/ 271 h 315"/>
              <a:gd name="T48" fmla="*/ 187 w 375"/>
              <a:gd name="T49" fmla="*/ 300 h 315"/>
              <a:gd name="T50" fmla="*/ 297 w 375"/>
              <a:gd name="T51" fmla="*/ 271 h 315"/>
              <a:gd name="T52" fmla="*/ 361 w 375"/>
              <a:gd name="T53" fmla="*/ 154 h 315"/>
              <a:gd name="T54" fmla="*/ 333 w 375"/>
              <a:gd name="T55" fmla="*/ 126 h 315"/>
              <a:gd name="T56" fmla="*/ 350 w 375"/>
              <a:gd name="T57" fmla="*/ 176 h 315"/>
              <a:gd name="T58" fmla="*/ 336 w 375"/>
              <a:gd name="T59" fmla="*/ 36 h 315"/>
              <a:gd name="T60" fmla="*/ 315 w 375"/>
              <a:gd name="T61" fmla="*/ 15 h 315"/>
              <a:gd name="T62" fmla="*/ 294 w 375"/>
              <a:gd name="T63" fmla="*/ 36 h 315"/>
              <a:gd name="T64" fmla="*/ 315 w 375"/>
              <a:gd name="T65" fmla="*/ 56 h 315"/>
              <a:gd name="T66" fmla="*/ 336 w 375"/>
              <a:gd name="T67" fmla="*/ 36 h 315"/>
              <a:gd name="T68" fmla="*/ 370 w 375"/>
              <a:gd name="T69" fmla="*/ 176 h 315"/>
              <a:gd name="T70" fmla="*/ 355 w 375"/>
              <a:gd name="T71" fmla="*/ 203 h 315"/>
              <a:gd name="T72" fmla="*/ 305 w 375"/>
              <a:gd name="T73" fmla="*/ 283 h 315"/>
              <a:gd name="T74" fmla="*/ 187 w 375"/>
              <a:gd name="T75" fmla="*/ 315 h 315"/>
              <a:gd name="T76" fmla="*/ 70 w 375"/>
              <a:gd name="T77" fmla="*/ 283 h 315"/>
              <a:gd name="T78" fmla="*/ 19 w 375"/>
              <a:gd name="T79" fmla="*/ 203 h 315"/>
              <a:gd name="T80" fmla="*/ 6 w 375"/>
              <a:gd name="T81" fmla="*/ 175 h 315"/>
              <a:gd name="T82" fmla="*/ 13 w 375"/>
              <a:gd name="T83" fmla="*/ 124 h 315"/>
              <a:gd name="T84" fmla="*/ 71 w 375"/>
              <a:gd name="T85" fmla="*/ 122 h 315"/>
              <a:gd name="T86" fmla="*/ 208 w 375"/>
              <a:gd name="T87" fmla="*/ 11 h 315"/>
              <a:gd name="T88" fmla="*/ 283 w 375"/>
              <a:gd name="T89" fmla="*/ 22 h 315"/>
              <a:gd name="T90" fmla="*/ 315 w 375"/>
              <a:gd name="T91" fmla="*/ 0 h 315"/>
              <a:gd name="T92" fmla="*/ 350 w 375"/>
              <a:gd name="T93" fmla="*/ 36 h 315"/>
              <a:gd name="T94" fmla="*/ 315 w 375"/>
              <a:gd name="T95" fmla="*/ 71 h 315"/>
              <a:gd name="T96" fmla="*/ 280 w 375"/>
              <a:gd name="T97" fmla="*/ 36 h 315"/>
              <a:gd name="T98" fmla="*/ 198 w 375"/>
              <a:gd name="T99" fmla="*/ 91 h 315"/>
              <a:gd name="T100" fmla="*/ 333 w 375"/>
              <a:gd name="T101" fmla="*/ 111 h 315"/>
              <a:gd name="T102" fmla="*/ 375 w 375"/>
              <a:gd name="T103" fmla="*/ 154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75" h="315">
                <a:moveTo>
                  <a:pt x="251" y="251"/>
                </a:moveTo>
                <a:cubicBezTo>
                  <a:pt x="251" y="253"/>
                  <a:pt x="250" y="255"/>
                  <a:pt x="249" y="256"/>
                </a:cubicBezTo>
                <a:cubicBezTo>
                  <a:pt x="242" y="263"/>
                  <a:pt x="234" y="268"/>
                  <a:pt x="223" y="271"/>
                </a:cubicBezTo>
                <a:cubicBezTo>
                  <a:pt x="211" y="274"/>
                  <a:pt x="200" y="275"/>
                  <a:pt x="188" y="275"/>
                </a:cubicBezTo>
                <a:cubicBezTo>
                  <a:pt x="159" y="275"/>
                  <a:pt x="138" y="269"/>
                  <a:pt x="127" y="256"/>
                </a:cubicBezTo>
                <a:cubicBezTo>
                  <a:pt x="126" y="255"/>
                  <a:pt x="125" y="253"/>
                  <a:pt x="125" y="251"/>
                </a:cubicBezTo>
                <a:cubicBezTo>
                  <a:pt x="125" y="249"/>
                  <a:pt x="126" y="248"/>
                  <a:pt x="127" y="246"/>
                </a:cubicBezTo>
                <a:cubicBezTo>
                  <a:pt x="129" y="245"/>
                  <a:pt x="130" y="244"/>
                  <a:pt x="132" y="244"/>
                </a:cubicBezTo>
                <a:cubicBezTo>
                  <a:pt x="134" y="244"/>
                  <a:pt x="136" y="245"/>
                  <a:pt x="138" y="246"/>
                </a:cubicBezTo>
                <a:cubicBezTo>
                  <a:pt x="145" y="252"/>
                  <a:pt x="152" y="256"/>
                  <a:pt x="160" y="258"/>
                </a:cubicBezTo>
                <a:cubicBezTo>
                  <a:pt x="168" y="260"/>
                  <a:pt x="177" y="261"/>
                  <a:pt x="188" y="261"/>
                </a:cubicBezTo>
                <a:cubicBezTo>
                  <a:pt x="199" y="261"/>
                  <a:pt x="208" y="260"/>
                  <a:pt x="216" y="258"/>
                </a:cubicBezTo>
                <a:cubicBezTo>
                  <a:pt x="224" y="256"/>
                  <a:pt x="231" y="252"/>
                  <a:pt x="238" y="246"/>
                </a:cubicBezTo>
                <a:cubicBezTo>
                  <a:pt x="240" y="245"/>
                  <a:pt x="242" y="244"/>
                  <a:pt x="243" y="244"/>
                </a:cubicBezTo>
                <a:cubicBezTo>
                  <a:pt x="245" y="244"/>
                  <a:pt x="247" y="245"/>
                  <a:pt x="249" y="246"/>
                </a:cubicBezTo>
                <a:cubicBezTo>
                  <a:pt x="250" y="248"/>
                  <a:pt x="251" y="249"/>
                  <a:pt x="251" y="251"/>
                </a:cubicBezTo>
                <a:close/>
                <a:moveTo>
                  <a:pt x="157" y="183"/>
                </a:moveTo>
                <a:cubicBezTo>
                  <a:pt x="157" y="190"/>
                  <a:pt x="155" y="196"/>
                  <a:pt x="150" y="201"/>
                </a:cubicBezTo>
                <a:cubicBezTo>
                  <a:pt x="145" y="206"/>
                  <a:pt x="139" y="208"/>
                  <a:pt x="132" y="208"/>
                </a:cubicBezTo>
                <a:cubicBezTo>
                  <a:pt x="125" y="208"/>
                  <a:pt x="118" y="206"/>
                  <a:pt x="113" y="201"/>
                </a:cubicBezTo>
                <a:cubicBezTo>
                  <a:pt x="108" y="196"/>
                  <a:pt x="105" y="190"/>
                  <a:pt x="105" y="183"/>
                </a:cubicBezTo>
                <a:cubicBezTo>
                  <a:pt x="105" y="175"/>
                  <a:pt x="108" y="169"/>
                  <a:pt x="113" y="164"/>
                </a:cubicBezTo>
                <a:cubicBezTo>
                  <a:pt x="118" y="159"/>
                  <a:pt x="124" y="156"/>
                  <a:pt x="132" y="156"/>
                </a:cubicBezTo>
                <a:cubicBezTo>
                  <a:pt x="139" y="156"/>
                  <a:pt x="145" y="159"/>
                  <a:pt x="150" y="164"/>
                </a:cubicBezTo>
                <a:cubicBezTo>
                  <a:pt x="155" y="169"/>
                  <a:pt x="157" y="175"/>
                  <a:pt x="157" y="183"/>
                </a:cubicBezTo>
                <a:close/>
                <a:moveTo>
                  <a:pt x="270" y="183"/>
                </a:moveTo>
                <a:cubicBezTo>
                  <a:pt x="270" y="190"/>
                  <a:pt x="268" y="196"/>
                  <a:pt x="263" y="201"/>
                </a:cubicBezTo>
                <a:cubicBezTo>
                  <a:pt x="258" y="206"/>
                  <a:pt x="252" y="208"/>
                  <a:pt x="245" y="208"/>
                </a:cubicBezTo>
                <a:cubicBezTo>
                  <a:pt x="238" y="208"/>
                  <a:pt x="232" y="206"/>
                  <a:pt x="226" y="201"/>
                </a:cubicBezTo>
                <a:cubicBezTo>
                  <a:pt x="221" y="196"/>
                  <a:pt x="218" y="190"/>
                  <a:pt x="218" y="183"/>
                </a:cubicBezTo>
                <a:cubicBezTo>
                  <a:pt x="218" y="175"/>
                  <a:pt x="221" y="169"/>
                  <a:pt x="226" y="164"/>
                </a:cubicBezTo>
                <a:cubicBezTo>
                  <a:pt x="231" y="159"/>
                  <a:pt x="238" y="156"/>
                  <a:pt x="245" y="156"/>
                </a:cubicBezTo>
                <a:cubicBezTo>
                  <a:pt x="252" y="156"/>
                  <a:pt x="258" y="159"/>
                  <a:pt x="263" y="164"/>
                </a:cubicBezTo>
                <a:cubicBezTo>
                  <a:pt x="268" y="169"/>
                  <a:pt x="270" y="175"/>
                  <a:pt x="270" y="183"/>
                </a:cubicBezTo>
                <a:close/>
                <a:moveTo>
                  <a:pt x="59" y="131"/>
                </a:moveTo>
                <a:cubicBezTo>
                  <a:pt x="54" y="128"/>
                  <a:pt x="49" y="126"/>
                  <a:pt x="43" y="126"/>
                </a:cubicBezTo>
                <a:cubicBezTo>
                  <a:pt x="35" y="126"/>
                  <a:pt x="29" y="129"/>
                  <a:pt x="23" y="134"/>
                </a:cubicBezTo>
                <a:cubicBezTo>
                  <a:pt x="18" y="140"/>
                  <a:pt x="15" y="146"/>
                  <a:pt x="15" y="154"/>
                </a:cubicBezTo>
                <a:cubicBezTo>
                  <a:pt x="15" y="163"/>
                  <a:pt x="18" y="170"/>
                  <a:pt x="24" y="175"/>
                </a:cubicBezTo>
                <a:cubicBezTo>
                  <a:pt x="31" y="159"/>
                  <a:pt x="42" y="144"/>
                  <a:pt x="59" y="131"/>
                </a:cubicBezTo>
                <a:close/>
                <a:moveTo>
                  <a:pt x="340" y="203"/>
                </a:moveTo>
                <a:cubicBezTo>
                  <a:pt x="340" y="177"/>
                  <a:pt x="326" y="154"/>
                  <a:pt x="297" y="135"/>
                </a:cubicBezTo>
                <a:cubicBezTo>
                  <a:pt x="282" y="125"/>
                  <a:pt x="265" y="118"/>
                  <a:pt x="245" y="113"/>
                </a:cubicBezTo>
                <a:cubicBezTo>
                  <a:pt x="226" y="108"/>
                  <a:pt x="207" y="106"/>
                  <a:pt x="187" y="106"/>
                </a:cubicBezTo>
                <a:cubicBezTo>
                  <a:pt x="168" y="106"/>
                  <a:pt x="148" y="108"/>
                  <a:pt x="129" y="113"/>
                </a:cubicBezTo>
                <a:cubicBezTo>
                  <a:pt x="110" y="118"/>
                  <a:pt x="93" y="125"/>
                  <a:pt x="78" y="135"/>
                </a:cubicBezTo>
                <a:cubicBezTo>
                  <a:pt x="49" y="154"/>
                  <a:pt x="34" y="177"/>
                  <a:pt x="34" y="203"/>
                </a:cubicBezTo>
                <a:cubicBezTo>
                  <a:pt x="34" y="229"/>
                  <a:pt x="49" y="252"/>
                  <a:pt x="78" y="271"/>
                </a:cubicBezTo>
                <a:cubicBezTo>
                  <a:pt x="93" y="281"/>
                  <a:pt x="110" y="288"/>
                  <a:pt x="129" y="293"/>
                </a:cubicBezTo>
                <a:cubicBezTo>
                  <a:pt x="148" y="298"/>
                  <a:pt x="168" y="300"/>
                  <a:pt x="187" y="300"/>
                </a:cubicBezTo>
                <a:cubicBezTo>
                  <a:pt x="207" y="300"/>
                  <a:pt x="226" y="298"/>
                  <a:pt x="245" y="293"/>
                </a:cubicBezTo>
                <a:cubicBezTo>
                  <a:pt x="265" y="288"/>
                  <a:pt x="282" y="281"/>
                  <a:pt x="297" y="271"/>
                </a:cubicBezTo>
                <a:cubicBezTo>
                  <a:pt x="326" y="252"/>
                  <a:pt x="340" y="229"/>
                  <a:pt x="340" y="203"/>
                </a:cubicBezTo>
                <a:close/>
                <a:moveTo>
                  <a:pt x="361" y="154"/>
                </a:moveTo>
                <a:cubicBezTo>
                  <a:pt x="361" y="146"/>
                  <a:pt x="358" y="140"/>
                  <a:pt x="353" y="134"/>
                </a:cubicBezTo>
                <a:cubicBezTo>
                  <a:pt x="347" y="129"/>
                  <a:pt x="341" y="126"/>
                  <a:pt x="333" y="126"/>
                </a:cubicBezTo>
                <a:cubicBezTo>
                  <a:pt x="327" y="126"/>
                  <a:pt x="321" y="128"/>
                  <a:pt x="316" y="131"/>
                </a:cubicBezTo>
                <a:cubicBezTo>
                  <a:pt x="333" y="145"/>
                  <a:pt x="344" y="160"/>
                  <a:pt x="350" y="176"/>
                </a:cubicBezTo>
                <a:cubicBezTo>
                  <a:pt x="357" y="171"/>
                  <a:pt x="361" y="163"/>
                  <a:pt x="361" y="154"/>
                </a:cubicBezTo>
                <a:close/>
                <a:moveTo>
                  <a:pt x="336" y="36"/>
                </a:moveTo>
                <a:cubicBezTo>
                  <a:pt x="336" y="30"/>
                  <a:pt x="334" y="25"/>
                  <a:pt x="330" y="21"/>
                </a:cubicBezTo>
                <a:cubicBezTo>
                  <a:pt x="326" y="17"/>
                  <a:pt x="321" y="15"/>
                  <a:pt x="315" y="15"/>
                </a:cubicBezTo>
                <a:cubicBezTo>
                  <a:pt x="309" y="15"/>
                  <a:pt x="304" y="17"/>
                  <a:pt x="300" y="21"/>
                </a:cubicBezTo>
                <a:cubicBezTo>
                  <a:pt x="296" y="25"/>
                  <a:pt x="294" y="30"/>
                  <a:pt x="294" y="36"/>
                </a:cubicBezTo>
                <a:cubicBezTo>
                  <a:pt x="294" y="41"/>
                  <a:pt x="296" y="46"/>
                  <a:pt x="300" y="50"/>
                </a:cubicBezTo>
                <a:cubicBezTo>
                  <a:pt x="304" y="54"/>
                  <a:pt x="309" y="56"/>
                  <a:pt x="315" y="56"/>
                </a:cubicBezTo>
                <a:cubicBezTo>
                  <a:pt x="321" y="56"/>
                  <a:pt x="326" y="54"/>
                  <a:pt x="330" y="50"/>
                </a:cubicBezTo>
                <a:cubicBezTo>
                  <a:pt x="334" y="46"/>
                  <a:pt x="336" y="41"/>
                  <a:pt x="336" y="36"/>
                </a:cubicBezTo>
                <a:close/>
                <a:moveTo>
                  <a:pt x="375" y="154"/>
                </a:moveTo>
                <a:cubicBezTo>
                  <a:pt x="375" y="162"/>
                  <a:pt x="374" y="169"/>
                  <a:pt x="370" y="176"/>
                </a:cubicBezTo>
                <a:cubicBezTo>
                  <a:pt x="366" y="182"/>
                  <a:pt x="361" y="188"/>
                  <a:pt x="354" y="191"/>
                </a:cubicBezTo>
                <a:cubicBezTo>
                  <a:pt x="355" y="195"/>
                  <a:pt x="355" y="199"/>
                  <a:pt x="355" y="203"/>
                </a:cubicBezTo>
                <a:cubicBezTo>
                  <a:pt x="355" y="219"/>
                  <a:pt x="350" y="234"/>
                  <a:pt x="341" y="248"/>
                </a:cubicBezTo>
                <a:cubicBezTo>
                  <a:pt x="332" y="261"/>
                  <a:pt x="320" y="273"/>
                  <a:pt x="305" y="283"/>
                </a:cubicBezTo>
                <a:cubicBezTo>
                  <a:pt x="288" y="294"/>
                  <a:pt x="270" y="302"/>
                  <a:pt x="249" y="307"/>
                </a:cubicBezTo>
                <a:cubicBezTo>
                  <a:pt x="229" y="312"/>
                  <a:pt x="208" y="315"/>
                  <a:pt x="187" y="315"/>
                </a:cubicBezTo>
                <a:cubicBezTo>
                  <a:pt x="166" y="315"/>
                  <a:pt x="145" y="312"/>
                  <a:pt x="125" y="307"/>
                </a:cubicBezTo>
                <a:cubicBezTo>
                  <a:pt x="105" y="302"/>
                  <a:pt x="86" y="294"/>
                  <a:pt x="70" y="283"/>
                </a:cubicBezTo>
                <a:cubicBezTo>
                  <a:pt x="55" y="273"/>
                  <a:pt x="42" y="261"/>
                  <a:pt x="33" y="248"/>
                </a:cubicBezTo>
                <a:cubicBezTo>
                  <a:pt x="24" y="234"/>
                  <a:pt x="19" y="219"/>
                  <a:pt x="19" y="203"/>
                </a:cubicBezTo>
                <a:cubicBezTo>
                  <a:pt x="19" y="199"/>
                  <a:pt x="20" y="195"/>
                  <a:pt x="20" y="190"/>
                </a:cubicBezTo>
                <a:cubicBezTo>
                  <a:pt x="14" y="187"/>
                  <a:pt x="9" y="181"/>
                  <a:pt x="6" y="175"/>
                </a:cubicBezTo>
                <a:cubicBezTo>
                  <a:pt x="2" y="168"/>
                  <a:pt x="0" y="162"/>
                  <a:pt x="0" y="154"/>
                </a:cubicBezTo>
                <a:cubicBezTo>
                  <a:pt x="0" y="142"/>
                  <a:pt x="5" y="132"/>
                  <a:pt x="13" y="124"/>
                </a:cubicBezTo>
                <a:cubicBezTo>
                  <a:pt x="21" y="116"/>
                  <a:pt x="31" y="111"/>
                  <a:pt x="43" y="111"/>
                </a:cubicBezTo>
                <a:cubicBezTo>
                  <a:pt x="54" y="111"/>
                  <a:pt x="63" y="115"/>
                  <a:pt x="71" y="122"/>
                </a:cubicBezTo>
                <a:cubicBezTo>
                  <a:pt x="102" y="102"/>
                  <a:pt x="139" y="92"/>
                  <a:pt x="183" y="91"/>
                </a:cubicBezTo>
                <a:cubicBezTo>
                  <a:pt x="208" y="11"/>
                  <a:pt x="208" y="11"/>
                  <a:pt x="208" y="11"/>
                </a:cubicBezTo>
                <a:cubicBezTo>
                  <a:pt x="209" y="7"/>
                  <a:pt x="212" y="6"/>
                  <a:pt x="215" y="6"/>
                </a:cubicBezTo>
                <a:cubicBezTo>
                  <a:pt x="218" y="6"/>
                  <a:pt x="241" y="11"/>
                  <a:pt x="283" y="22"/>
                </a:cubicBezTo>
                <a:cubicBezTo>
                  <a:pt x="286" y="15"/>
                  <a:pt x="290" y="10"/>
                  <a:pt x="296" y="6"/>
                </a:cubicBezTo>
                <a:cubicBezTo>
                  <a:pt x="302" y="2"/>
                  <a:pt x="308" y="0"/>
                  <a:pt x="315" y="0"/>
                </a:cubicBezTo>
                <a:cubicBezTo>
                  <a:pt x="325" y="0"/>
                  <a:pt x="333" y="4"/>
                  <a:pt x="340" y="11"/>
                </a:cubicBezTo>
                <a:cubicBezTo>
                  <a:pt x="347" y="18"/>
                  <a:pt x="350" y="26"/>
                  <a:pt x="350" y="36"/>
                </a:cubicBezTo>
                <a:cubicBezTo>
                  <a:pt x="350" y="45"/>
                  <a:pt x="347" y="54"/>
                  <a:pt x="340" y="60"/>
                </a:cubicBezTo>
                <a:cubicBezTo>
                  <a:pt x="333" y="67"/>
                  <a:pt x="325" y="71"/>
                  <a:pt x="315" y="71"/>
                </a:cubicBezTo>
                <a:cubicBezTo>
                  <a:pt x="305" y="71"/>
                  <a:pt x="297" y="67"/>
                  <a:pt x="290" y="60"/>
                </a:cubicBezTo>
                <a:cubicBezTo>
                  <a:pt x="283" y="54"/>
                  <a:pt x="280" y="45"/>
                  <a:pt x="280" y="36"/>
                </a:cubicBezTo>
                <a:cubicBezTo>
                  <a:pt x="220" y="22"/>
                  <a:pt x="220" y="22"/>
                  <a:pt x="220" y="22"/>
                </a:cubicBezTo>
                <a:cubicBezTo>
                  <a:pt x="198" y="91"/>
                  <a:pt x="198" y="91"/>
                  <a:pt x="198" y="91"/>
                </a:cubicBezTo>
                <a:cubicBezTo>
                  <a:pt x="239" y="93"/>
                  <a:pt x="274" y="103"/>
                  <a:pt x="304" y="123"/>
                </a:cubicBezTo>
                <a:cubicBezTo>
                  <a:pt x="312" y="115"/>
                  <a:pt x="322" y="111"/>
                  <a:pt x="333" y="111"/>
                </a:cubicBezTo>
                <a:cubicBezTo>
                  <a:pt x="345" y="111"/>
                  <a:pt x="355" y="116"/>
                  <a:pt x="363" y="124"/>
                </a:cubicBezTo>
                <a:cubicBezTo>
                  <a:pt x="371" y="132"/>
                  <a:pt x="375" y="142"/>
                  <a:pt x="375" y="15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1"/>
          <p:cNvSpPr>
            <a:spLocks noEditPoints="1"/>
          </p:cNvSpPr>
          <p:nvPr/>
        </p:nvSpPr>
        <p:spPr bwMode="auto">
          <a:xfrm>
            <a:off x="6838951" y="2871650"/>
            <a:ext cx="292100" cy="292100"/>
          </a:xfrm>
          <a:custGeom>
            <a:avLst/>
            <a:gdLst>
              <a:gd name="T0" fmla="*/ 170 w 270"/>
              <a:gd name="T1" fmla="*/ 177 h 270"/>
              <a:gd name="T2" fmla="*/ 174 w 270"/>
              <a:gd name="T3" fmla="*/ 181 h 270"/>
              <a:gd name="T4" fmla="*/ 137 w 270"/>
              <a:gd name="T5" fmla="*/ 196 h 270"/>
              <a:gd name="T6" fmla="*/ 100 w 270"/>
              <a:gd name="T7" fmla="*/ 184 h 270"/>
              <a:gd name="T8" fmla="*/ 100 w 270"/>
              <a:gd name="T9" fmla="*/ 178 h 270"/>
              <a:gd name="T10" fmla="*/ 106 w 270"/>
              <a:gd name="T11" fmla="*/ 178 h 270"/>
              <a:gd name="T12" fmla="*/ 137 w 270"/>
              <a:gd name="T13" fmla="*/ 187 h 270"/>
              <a:gd name="T14" fmla="*/ 118 w 270"/>
              <a:gd name="T15" fmla="*/ 139 h 270"/>
              <a:gd name="T16" fmla="*/ 102 w 270"/>
              <a:gd name="T17" fmla="*/ 155 h 270"/>
              <a:gd name="T18" fmla="*/ 87 w 270"/>
              <a:gd name="T19" fmla="*/ 139 h 270"/>
              <a:gd name="T20" fmla="*/ 102 w 270"/>
              <a:gd name="T21" fmla="*/ 124 h 270"/>
              <a:gd name="T22" fmla="*/ 118 w 270"/>
              <a:gd name="T23" fmla="*/ 139 h 270"/>
              <a:gd name="T24" fmla="*/ 205 w 270"/>
              <a:gd name="T25" fmla="*/ 59 h 270"/>
              <a:gd name="T26" fmla="*/ 205 w 270"/>
              <a:gd name="T27" fmla="*/ 41 h 270"/>
              <a:gd name="T28" fmla="*/ 222 w 270"/>
              <a:gd name="T29" fmla="*/ 41 h 270"/>
              <a:gd name="T30" fmla="*/ 222 w 270"/>
              <a:gd name="T31" fmla="*/ 59 h 270"/>
              <a:gd name="T32" fmla="*/ 214 w 270"/>
              <a:gd name="T33" fmla="*/ 0 h 270"/>
              <a:gd name="T34" fmla="*/ 270 w 270"/>
              <a:gd name="T35" fmla="*/ 56 h 270"/>
              <a:gd name="T36" fmla="*/ 253 w 270"/>
              <a:gd name="T37" fmla="*/ 253 h 270"/>
              <a:gd name="T38" fmla="*/ 56 w 270"/>
              <a:gd name="T39" fmla="*/ 270 h 270"/>
              <a:gd name="T40" fmla="*/ 0 w 270"/>
              <a:gd name="T41" fmla="*/ 213 h 270"/>
              <a:gd name="T42" fmla="*/ 17 w 270"/>
              <a:gd name="T43" fmla="*/ 16 h 270"/>
              <a:gd name="T44" fmla="*/ 214 w 270"/>
              <a:gd name="T45" fmla="*/ 0 h 270"/>
              <a:gd name="T46" fmla="*/ 242 w 270"/>
              <a:gd name="T47" fmla="*/ 134 h 270"/>
              <a:gd name="T48" fmla="*/ 240 w 270"/>
              <a:gd name="T49" fmla="*/ 107 h 270"/>
              <a:gd name="T50" fmla="*/ 207 w 270"/>
              <a:gd name="T51" fmla="*/ 109 h 270"/>
              <a:gd name="T52" fmla="*/ 156 w 270"/>
              <a:gd name="T53" fmla="*/ 42 h 270"/>
              <a:gd name="T54" fmla="*/ 199 w 270"/>
              <a:gd name="T55" fmla="*/ 65 h 270"/>
              <a:gd name="T56" fmla="*/ 228 w 270"/>
              <a:gd name="T57" fmla="*/ 65 h 270"/>
              <a:gd name="T58" fmla="*/ 228 w 270"/>
              <a:gd name="T59" fmla="*/ 35 h 270"/>
              <a:gd name="T60" fmla="*/ 202 w 270"/>
              <a:gd name="T61" fmla="*/ 33 h 270"/>
              <a:gd name="T62" fmla="*/ 154 w 270"/>
              <a:gd name="T63" fmla="*/ 32 h 270"/>
              <a:gd name="T64" fmla="*/ 149 w 270"/>
              <a:gd name="T65" fmla="*/ 35 h 270"/>
              <a:gd name="T66" fmla="*/ 65 w 270"/>
              <a:gd name="T67" fmla="*/ 108 h 270"/>
              <a:gd name="T68" fmla="*/ 34 w 270"/>
              <a:gd name="T69" fmla="*/ 107 h 270"/>
              <a:gd name="T70" fmla="*/ 31 w 270"/>
              <a:gd name="T71" fmla="*/ 134 h 270"/>
              <a:gd name="T72" fmla="*/ 39 w 270"/>
              <a:gd name="T73" fmla="*/ 152 h 270"/>
              <a:gd name="T74" fmla="*/ 87 w 270"/>
              <a:gd name="T75" fmla="*/ 207 h 270"/>
              <a:gd name="T76" fmla="*/ 185 w 270"/>
              <a:gd name="T77" fmla="*/ 207 h 270"/>
              <a:gd name="T78" fmla="*/ 233 w 270"/>
              <a:gd name="T79" fmla="*/ 152 h 270"/>
              <a:gd name="T80" fmla="*/ 171 w 270"/>
              <a:gd name="T81" fmla="*/ 124 h 270"/>
              <a:gd name="T82" fmla="*/ 186 w 270"/>
              <a:gd name="T83" fmla="*/ 139 h 270"/>
              <a:gd name="T84" fmla="*/ 171 w 270"/>
              <a:gd name="T85" fmla="*/ 155 h 270"/>
              <a:gd name="T86" fmla="*/ 155 w 270"/>
              <a:gd name="T87" fmla="*/ 139 h 270"/>
              <a:gd name="T88" fmla="*/ 171 w 270"/>
              <a:gd name="T89" fmla="*/ 124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0" h="270">
                <a:moveTo>
                  <a:pt x="167" y="178"/>
                </a:moveTo>
                <a:cubicBezTo>
                  <a:pt x="168" y="177"/>
                  <a:pt x="169" y="177"/>
                  <a:pt x="170" y="177"/>
                </a:cubicBezTo>
                <a:cubicBezTo>
                  <a:pt x="171" y="177"/>
                  <a:pt x="172" y="177"/>
                  <a:pt x="173" y="178"/>
                </a:cubicBezTo>
                <a:cubicBezTo>
                  <a:pt x="174" y="179"/>
                  <a:pt x="174" y="180"/>
                  <a:pt x="174" y="181"/>
                </a:cubicBezTo>
                <a:cubicBezTo>
                  <a:pt x="174" y="182"/>
                  <a:pt x="174" y="184"/>
                  <a:pt x="173" y="184"/>
                </a:cubicBezTo>
                <a:cubicBezTo>
                  <a:pt x="166" y="192"/>
                  <a:pt x="153" y="196"/>
                  <a:pt x="137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0" y="196"/>
                  <a:pt x="107" y="192"/>
                  <a:pt x="100" y="184"/>
                </a:cubicBezTo>
                <a:cubicBezTo>
                  <a:pt x="99" y="184"/>
                  <a:pt x="99" y="182"/>
                  <a:pt x="99" y="181"/>
                </a:cubicBezTo>
                <a:cubicBezTo>
                  <a:pt x="99" y="180"/>
                  <a:pt x="99" y="179"/>
                  <a:pt x="100" y="178"/>
                </a:cubicBezTo>
                <a:cubicBezTo>
                  <a:pt x="101" y="177"/>
                  <a:pt x="102" y="177"/>
                  <a:pt x="103" y="177"/>
                </a:cubicBezTo>
                <a:cubicBezTo>
                  <a:pt x="104" y="177"/>
                  <a:pt x="105" y="177"/>
                  <a:pt x="106" y="178"/>
                </a:cubicBezTo>
                <a:cubicBezTo>
                  <a:pt x="112" y="184"/>
                  <a:pt x="122" y="187"/>
                  <a:pt x="136" y="187"/>
                </a:cubicBezTo>
                <a:cubicBezTo>
                  <a:pt x="137" y="187"/>
                  <a:pt x="137" y="187"/>
                  <a:pt x="137" y="187"/>
                </a:cubicBezTo>
                <a:cubicBezTo>
                  <a:pt x="151" y="187"/>
                  <a:pt x="161" y="184"/>
                  <a:pt x="167" y="178"/>
                </a:cubicBezTo>
                <a:close/>
                <a:moveTo>
                  <a:pt x="118" y="139"/>
                </a:moveTo>
                <a:cubicBezTo>
                  <a:pt x="118" y="144"/>
                  <a:pt x="117" y="147"/>
                  <a:pt x="113" y="151"/>
                </a:cubicBezTo>
                <a:cubicBezTo>
                  <a:pt x="110" y="154"/>
                  <a:pt x="107" y="155"/>
                  <a:pt x="102" y="155"/>
                </a:cubicBezTo>
                <a:cubicBezTo>
                  <a:pt x="98" y="155"/>
                  <a:pt x="94" y="154"/>
                  <a:pt x="91" y="151"/>
                </a:cubicBezTo>
                <a:cubicBezTo>
                  <a:pt x="88" y="147"/>
                  <a:pt x="87" y="144"/>
                  <a:pt x="87" y="139"/>
                </a:cubicBezTo>
                <a:cubicBezTo>
                  <a:pt x="87" y="135"/>
                  <a:pt x="88" y="131"/>
                  <a:pt x="91" y="128"/>
                </a:cubicBezTo>
                <a:cubicBezTo>
                  <a:pt x="94" y="125"/>
                  <a:pt x="98" y="124"/>
                  <a:pt x="102" y="124"/>
                </a:cubicBezTo>
                <a:cubicBezTo>
                  <a:pt x="107" y="124"/>
                  <a:pt x="110" y="125"/>
                  <a:pt x="113" y="128"/>
                </a:cubicBezTo>
                <a:cubicBezTo>
                  <a:pt x="117" y="131"/>
                  <a:pt x="118" y="135"/>
                  <a:pt x="118" y="139"/>
                </a:cubicBezTo>
                <a:close/>
                <a:moveTo>
                  <a:pt x="213" y="63"/>
                </a:moveTo>
                <a:cubicBezTo>
                  <a:pt x="210" y="63"/>
                  <a:pt x="207" y="62"/>
                  <a:pt x="205" y="59"/>
                </a:cubicBezTo>
                <a:cubicBezTo>
                  <a:pt x="202" y="57"/>
                  <a:pt x="201" y="54"/>
                  <a:pt x="201" y="50"/>
                </a:cubicBezTo>
                <a:cubicBezTo>
                  <a:pt x="201" y="47"/>
                  <a:pt x="202" y="44"/>
                  <a:pt x="205" y="41"/>
                </a:cubicBezTo>
                <a:cubicBezTo>
                  <a:pt x="207" y="39"/>
                  <a:pt x="210" y="38"/>
                  <a:pt x="213" y="38"/>
                </a:cubicBezTo>
                <a:cubicBezTo>
                  <a:pt x="217" y="38"/>
                  <a:pt x="220" y="39"/>
                  <a:pt x="222" y="41"/>
                </a:cubicBezTo>
                <a:cubicBezTo>
                  <a:pt x="225" y="44"/>
                  <a:pt x="226" y="47"/>
                  <a:pt x="226" y="50"/>
                </a:cubicBezTo>
                <a:cubicBezTo>
                  <a:pt x="226" y="54"/>
                  <a:pt x="225" y="57"/>
                  <a:pt x="222" y="59"/>
                </a:cubicBezTo>
                <a:cubicBezTo>
                  <a:pt x="220" y="62"/>
                  <a:pt x="217" y="63"/>
                  <a:pt x="213" y="63"/>
                </a:cubicBezTo>
                <a:close/>
                <a:moveTo>
                  <a:pt x="214" y="0"/>
                </a:moveTo>
                <a:cubicBezTo>
                  <a:pt x="229" y="0"/>
                  <a:pt x="242" y="5"/>
                  <a:pt x="253" y="16"/>
                </a:cubicBezTo>
                <a:cubicBezTo>
                  <a:pt x="264" y="27"/>
                  <a:pt x="270" y="41"/>
                  <a:pt x="270" y="56"/>
                </a:cubicBezTo>
                <a:cubicBezTo>
                  <a:pt x="270" y="213"/>
                  <a:pt x="270" y="213"/>
                  <a:pt x="270" y="213"/>
                </a:cubicBezTo>
                <a:cubicBezTo>
                  <a:pt x="270" y="229"/>
                  <a:pt x="264" y="242"/>
                  <a:pt x="253" y="253"/>
                </a:cubicBezTo>
                <a:cubicBezTo>
                  <a:pt x="242" y="264"/>
                  <a:pt x="229" y="270"/>
                  <a:pt x="214" y="270"/>
                </a:cubicBezTo>
                <a:cubicBezTo>
                  <a:pt x="56" y="270"/>
                  <a:pt x="56" y="270"/>
                  <a:pt x="56" y="270"/>
                </a:cubicBezTo>
                <a:cubicBezTo>
                  <a:pt x="41" y="270"/>
                  <a:pt x="28" y="264"/>
                  <a:pt x="17" y="253"/>
                </a:cubicBezTo>
                <a:cubicBezTo>
                  <a:pt x="6" y="242"/>
                  <a:pt x="0" y="229"/>
                  <a:pt x="0" y="213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41"/>
                  <a:pt x="6" y="27"/>
                  <a:pt x="17" y="16"/>
                </a:cubicBezTo>
                <a:cubicBezTo>
                  <a:pt x="28" y="5"/>
                  <a:pt x="41" y="0"/>
                  <a:pt x="56" y="0"/>
                </a:cubicBezTo>
                <a:lnTo>
                  <a:pt x="214" y="0"/>
                </a:lnTo>
                <a:close/>
                <a:moveTo>
                  <a:pt x="232" y="142"/>
                </a:moveTo>
                <a:cubicBezTo>
                  <a:pt x="236" y="141"/>
                  <a:pt x="240" y="138"/>
                  <a:pt x="242" y="134"/>
                </a:cubicBezTo>
                <a:cubicBezTo>
                  <a:pt x="245" y="131"/>
                  <a:pt x="246" y="127"/>
                  <a:pt x="246" y="122"/>
                </a:cubicBezTo>
                <a:cubicBezTo>
                  <a:pt x="246" y="116"/>
                  <a:pt x="244" y="111"/>
                  <a:pt x="240" y="107"/>
                </a:cubicBezTo>
                <a:cubicBezTo>
                  <a:pt x="236" y="102"/>
                  <a:pt x="230" y="100"/>
                  <a:pt x="224" y="100"/>
                </a:cubicBezTo>
                <a:cubicBezTo>
                  <a:pt x="217" y="100"/>
                  <a:pt x="212" y="103"/>
                  <a:pt x="207" y="109"/>
                </a:cubicBezTo>
                <a:cubicBezTo>
                  <a:pt x="190" y="96"/>
                  <a:pt x="168" y="89"/>
                  <a:pt x="141" y="88"/>
                </a:cubicBezTo>
                <a:cubicBezTo>
                  <a:pt x="156" y="42"/>
                  <a:pt x="156" y="42"/>
                  <a:pt x="156" y="42"/>
                </a:cubicBezTo>
                <a:cubicBezTo>
                  <a:pt x="192" y="51"/>
                  <a:pt x="192" y="51"/>
                  <a:pt x="192" y="51"/>
                </a:cubicBezTo>
                <a:cubicBezTo>
                  <a:pt x="192" y="56"/>
                  <a:pt x="194" y="61"/>
                  <a:pt x="199" y="65"/>
                </a:cubicBezTo>
                <a:cubicBezTo>
                  <a:pt x="203" y="70"/>
                  <a:pt x="208" y="72"/>
                  <a:pt x="213" y="72"/>
                </a:cubicBezTo>
                <a:cubicBezTo>
                  <a:pt x="219" y="72"/>
                  <a:pt x="224" y="70"/>
                  <a:pt x="228" y="65"/>
                </a:cubicBezTo>
                <a:cubicBezTo>
                  <a:pt x="233" y="61"/>
                  <a:pt x="235" y="56"/>
                  <a:pt x="235" y="50"/>
                </a:cubicBezTo>
                <a:cubicBezTo>
                  <a:pt x="235" y="45"/>
                  <a:pt x="233" y="39"/>
                  <a:pt x="228" y="35"/>
                </a:cubicBezTo>
                <a:cubicBezTo>
                  <a:pt x="224" y="31"/>
                  <a:pt x="219" y="29"/>
                  <a:pt x="213" y="29"/>
                </a:cubicBezTo>
                <a:cubicBezTo>
                  <a:pt x="209" y="29"/>
                  <a:pt x="205" y="30"/>
                  <a:pt x="202" y="33"/>
                </a:cubicBezTo>
                <a:cubicBezTo>
                  <a:pt x="198" y="35"/>
                  <a:pt x="196" y="38"/>
                  <a:pt x="194" y="42"/>
                </a:cubicBezTo>
                <a:cubicBezTo>
                  <a:pt x="154" y="32"/>
                  <a:pt x="154" y="32"/>
                  <a:pt x="154" y="32"/>
                </a:cubicBezTo>
                <a:cubicBezTo>
                  <a:pt x="153" y="32"/>
                  <a:pt x="152" y="32"/>
                  <a:pt x="151" y="33"/>
                </a:cubicBezTo>
                <a:cubicBezTo>
                  <a:pt x="150" y="33"/>
                  <a:pt x="149" y="34"/>
                  <a:pt x="149" y="35"/>
                </a:cubicBezTo>
                <a:cubicBezTo>
                  <a:pt x="132" y="88"/>
                  <a:pt x="132" y="88"/>
                  <a:pt x="132" y="88"/>
                </a:cubicBezTo>
                <a:cubicBezTo>
                  <a:pt x="106" y="89"/>
                  <a:pt x="84" y="96"/>
                  <a:pt x="65" y="108"/>
                </a:cubicBezTo>
                <a:cubicBezTo>
                  <a:pt x="61" y="103"/>
                  <a:pt x="56" y="101"/>
                  <a:pt x="49" y="101"/>
                </a:cubicBezTo>
                <a:cubicBezTo>
                  <a:pt x="43" y="101"/>
                  <a:pt x="38" y="103"/>
                  <a:pt x="34" y="107"/>
                </a:cubicBezTo>
                <a:cubicBezTo>
                  <a:pt x="30" y="111"/>
                  <a:pt x="27" y="117"/>
                  <a:pt x="27" y="123"/>
                </a:cubicBezTo>
                <a:cubicBezTo>
                  <a:pt x="27" y="127"/>
                  <a:pt x="29" y="131"/>
                  <a:pt x="31" y="134"/>
                </a:cubicBezTo>
                <a:cubicBezTo>
                  <a:pt x="33" y="138"/>
                  <a:pt x="36" y="141"/>
                  <a:pt x="40" y="142"/>
                </a:cubicBezTo>
                <a:cubicBezTo>
                  <a:pt x="39" y="145"/>
                  <a:pt x="39" y="148"/>
                  <a:pt x="39" y="152"/>
                </a:cubicBezTo>
                <a:cubicBezTo>
                  <a:pt x="39" y="163"/>
                  <a:pt x="43" y="174"/>
                  <a:pt x="52" y="184"/>
                </a:cubicBezTo>
                <a:cubicBezTo>
                  <a:pt x="61" y="194"/>
                  <a:pt x="72" y="201"/>
                  <a:pt x="87" y="207"/>
                </a:cubicBezTo>
                <a:cubicBezTo>
                  <a:pt x="102" y="213"/>
                  <a:pt x="118" y="215"/>
                  <a:pt x="136" y="215"/>
                </a:cubicBezTo>
                <a:cubicBezTo>
                  <a:pt x="154" y="215"/>
                  <a:pt x="170" y="213"/>
                  <a:pt x="185" y="207"/>
                </a:cubicBezTo>
                <a:cubicBezTo>
                  <a:pt x="200" y="201"/>
                  <a:pt x="212" y="194"/>
                  <a:pt x="220" y="184"/>
                </a:cubicBezTo>
                <a:cubicBezTo>
                  <a:pt x="229" y="174"/>
                  <a:pt x="233" y="163"/>
                  <a:pt x="233" y="152"/>
                </a:cubicBezTo>
                <a:cubicBezTo>
                  <a:pt x="233" y="149"/>
                  <a:pt x="233" y="146"/>
                  <a:pt x="232" y="142"/>
                </a:cubicBezTo>
                <a:close/>
                <a:moveTo>
                  <a:pt x="171" y="124"/>
                </a:moveTo>
                <a:cubicBezTo>
                  <a:pt x="175" y="124"/>
                  <a:pt x="179" y="125"/>
                  <a:pt x="182" y="128"/>
                </a:cubicBezTo>
                <a:cubicBezTo>
                  <a:pt x="185" y="131"/>
                  <a:pt x="186" y="135"/>
                  <a:pt x="186" y="139"/>
                </a:cubicBezTo>
                <a:cubicBezTo>
                  <a:pt x="186" y="144"/>
                  <a:pt x="185" y="147"/>
                  <a:pt x="182" y="151"/>
                </a:cubicBezTo>
                <a:cubicBezTo>
                  <a:pt x="179" y="154"/>
                  <a:pt x="175" y="155"/>
                  <a:pt x="171" y="155"/>
                </a:cubicBezTo>
                <a:cubicBezTo>
                  <a:pt x="166" y="155"/>
                  <a:pt x="163" y="154"/>
                  <a:pt x="160" y="151"/>
                </a:cubicBezTo>
                <a:cubicBezTo>
                  <a:pt x="157" y="147"/>
                  <a:pt x="155" y="144"/>
                  <a:pt x="155" y="139"/>
                </a:cubicBezTo>
                <a:cubicBezTo>
                  <a:pt x="155" y="135"/>
                  <a:pt x="157" y="131"/>
                  <a:pt x="160" y="128"/>
                </a:cubicBezTo>
                <a:cubicBezTo>
                  <a:pt x="163" y="125"/>
                  <a:pt x="166" y="124"/>
                  <a:pt x="171" y="12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42"/>
          <p:cNvSpPr>
            <a:spLocks noEditPoints="1"/>
          </p:cNvSpPr>
          <p:nvPr/>
        </p:nvSpPr>
        <p:spPr bwMode="auto">
          <a:xfrm>
            <a:off x="7269163" y="2871650"/>
            <a:ext cx="292100" cy="292100"/>
          </a:xfrm>
          <a:custGeom>
            <a:avLst/>
            <a:gdLst>
              <a:gd name="T0" fmla="*/ 266 w 270"/>
              <a:gd name="T1" fmla="*/ 163 h 270"/>
              <a:gd name="T2" fmla="*/ 266 w 270"/>
              <a:gd name="T3" fmla="*/ 164 h 270"/>
              <a:gd name="T4" fmla="*/ 218 w 270"/>
              <a:gd name="T5" fmla="*/ 240 h 270"/>
              <a:gd name="T6" fmla="*/ 135 w 270"/>
              <a:gd name="T7" fmla="*/ 270 h 270"/>
              <a:gd name="T8" fmla="*/ 85 w 270"/>
              <a:gd name="T9" fmla="*/ 260 h 270"/>
              <a:gd name="T10" fmla="*/ 42 w 270"/>
              <a:gd name="T11" fmla="*/ 232 h 270"/>
              <a:gd name="T12" fmla="*/ 20 w 270"/>
              <a:gd name="T13" fmla="*/ 255 h 270"/>
              <a:gd name="T14" fmla="*/ 12 w 270"/>
              <a:gd name="T15" fmla="*/ 258 h 270"/>
              <a:gd name="T16" fmla="*/ 4 w 270"/>
              <a:gd name="T17" fmla="*/ 255 h 270"/>
              <a:gd name="T18" fmla="*/ 0 w 270"/>
              <a:gd name="T19" fmla="*/ 247 h 270"/>
              <a:gd name="T20" fmla="*/ 0 w 270"/>
              <a:gd name="T21" fmla="*/ 168 h 270"/>
              <a:gd name="T22" fmla="*/ 4 w 270"/>
              <a:gd name="T23" fmla="*/ 160 h 270"/>
              <a:gd name="T24" fmla="*/ 12 w 270"/>
              <a:gd name="T25" fmla="*/ 157 h 270"/>
              <a:gd name="T26" fmla="*/ 90 w 270"/>
              <a:gd name="T27" fmla="*/ 157 h 270"/>
              <a:gd name="T28" fmla="*/ 98 w 270"/>
              <a:gd name="T29" fmla="*/ 160 h 270"/>
              <a:gd name="T30" fmla="*/ 102 w 270"/>
              <a:gd name="T31" fmla="*/ 168 h 270"/>
              <a:gd name="T32" fmla="*/ 98 w 270"/>
              <a:gd name="T33" fmla="*/ 176 h 270"/>
              <a:gd name="T34" fmla="*/ 74 w 270"/>
              <a:gd name="T35" fmla="*/ 200 h 270"/>
              <a:gd name="T36" fmla="*/ 102 w 270"/>
              <a:gd name="T37" fmla="*/ 218 h 270"/>
              <a:gd name="T38" fmla="*/ 135 w 270"/>
              <a:gd name="T39" fmla="*/ 225 h 270"/>
              <a:gd name="T40" fmla="*/ 179 w 270"/>
              <a:gd name="T41" fmla="*/ 213 h 270"/>
              <a:gd name="T42" fmla="*/ 212 w 270"/>
              <a:gd name="T43" fmla="*/ 182 h 270"/>
              <a:gd name="T44" fmla="*/ 221 w 270"/>
              <a:gd name="T45" fmla="*/ 161 h 270"/>
              <a:gd name="T46" fmla="*/ 226 w 270"/>
              <a:gd name="T47" fmla="*/ 157 h 270"/>
              <a:gd name="T48" fmla="*/ 260 w 270"/>
              <a:gd name="T49" fmla="*/ 157 h 270"/>
              <a:gd name="T50" fmla="*/ 264 w 270"/>
              <a:gd name="T51" fmla="*/ 159 h 270"/>
              <a:gd name="T52" fmla="*/ 266 w 270"/>
              <a:gd name="T53" fmla="*/ 163 h 270"/>
              <a:gd name="T54" fmla="*/ 270 w 270"/>
              <a:gd name="T55" fmla="*/ 22 h 270"/>
              <a:gd name="T56" fmla="*/ 270 w 270"/>
              <a:gd name="T57" fmla="*/ 101 h 270"/>
              <a:gd name="T58" fmla="*/ 267 w 270"/>
              <a:gd name="T59" fmla="*/ 109 h 270"/>
              <a:gd name="T60" fmla="*/ 259 w 270"/>
              <a:gd name="T61" fmla="*/ 112 h 270"/>
              <a:gd name="T62" fmla="*/ 180 w 270"/>
              <a:gd name="T63" fmla="*/ 112 h 270"/>
              <a:gd name="T64" fmla="*/ 172 w 270"/>
              <a:gd name="T65" fmla="*/ 109 h 270"/>
              <a:gd name="T66" fmla="*/ 169 w 270"/>
              <a:gd name="T67" fmla="*/ 101 h 270"/>
              <a:gd name="T68" fmla="*/ 172 w 270"/>
              <a:gd name="T69" fmla="*/ 93 h 270"/>
              <a:gd name="T70" fmla="*/ 197 w 270"/>
              <a:gd name="T71" fmla="*/ 69 h 270"/>
              <a:gd name="T72" fmla="*/ 135 w 270"/>
              <a:gd name="T73" fmla="*/ 45 h 270"/>
              <a:gd name="T74" fmla="*/ 91 w 270"/>
              <a:gd name="T75" fmla="*/ 56 h 270"/>
              <a:gd name="T76" fmla="*/ 59 w 270"/>
              <a:gd name="T77" fmla="*/ 88 h 270"/>
              <a:gd name="T78" fmla="*/ 49 w 270"/>
              <a:gd name="T79" fmla="*/ 108 h 270"/>
              <a:gd name="T80" fmla="*/ 44 w 270"/>
              <a:gd name="T81" fmla="*/ 112 h 270"/>
              <a:gd name="T82" fmla="*/ 9 w 270"/>
              <a:gd name="T83" fmla="*/ 112 h 270"/>
              <a:gd name="T84" fmla="*/ 5 w 270"/>
              <a:gd name="T85" fmla="*/ 111 h 270"/>
              <a:gd name="T86" fmla="*/ 4 w 270"/>
              <a:gd name="T87" fmla="*/ 107 h 270"/>
              <a:gd name="T88" fmla="*/ 4 w 270"/>
              <a:gd name="T89" fmla="*/ 105 h 270"/>
              <a:gd name="T90" fmla="*/ 51 w 270"/>
              <a:gd name="T91" fmla="*/ 29 h 270"/>
              <a:gd name="T92" fmla="*/ 135 w 270"/>
              <a:gd name="T93" fmla="*/ 0 h 270"/>
              <a:gd name="T94" fmla="*/ 185 w 270"/>
              <a:gd name="T95" fmla="*/ 10 h 270"/>
              <a:gd name="T96" fmla="*/ 228 w 270"/>
              <a:gd name="T97" fmla="*/ 37 h 270"/>
              <a:gd name="T98" fmla="*/ 251 w 270"/>
              <a:gd name="T99" fmla="*/ 14 h 270"/>
              <a:gd name="T100" fmla="*/ 259 w 270"/>
              <a:gd name="T101" fmla="*/ 11 h 270"/>
              <a:gd name="T102" fmla="*/ 267 w 270"/>
              <a:gd name="T103" fmla="*/ 14 h 270"/>
              <a:gd name="T104" fmla="*/ 270 w 270"/>
              <a:gd name="T105" fmla="*/ 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0" h="270">
                <a:moveTo>
                  <a:pt x="266" y="163"/>
                </a:moveTo>
                <a:cubicBezTo>
                  <a:pt x="266" y="163"/>
                  <a:pt x="266" y="164"/>
                  <a:pt x="266" y="164"/>
                </a:cubicBezTo>
                <a:cubicBezTo>
                  <a:pt x="258" y="195"/>
                  <a:pt x="242" y="221"/>
                  <a:pt x="218" y="240"/>
                </a:cubicBezTo>
                <a:cubicBezTo>
                  <a:pt x="195" y="260"/>
                  <a:pt x="167" y="270"/>
                  <a:pt x="135" y="270"/>
                </a:cubicBezTo>
                <a:cubicBezTo>
                  <a:pt x="117" y="270"/>
                  <a:pt x="101" y="266"/>
                  <a:pt x="85" y="260"/>
                </a:cubicBezTo>
                <a:cubicBezTo>
                  <a:pt x="69" y="253"/>
                  <a:pt x="55" y="244"/>
                  <a:pt x="42" y="232"/>
                </a:cubicBezTo>
                <a:cubicBezTo>
                  <a:pt x="20" y="255"/>
                  <a:pt x="20" y="255"/>
                  <a:pt x="20" y="255"/>
                </a:cubicBezTo>
                <a:cubicBezTo>
                  <a:pt x="17" y="257"/>
                  <a:pt x="15" y="258"/>
                  <a:pt x="12" y="258"/>
                </a:cubicBezTo>
                <a:cubicBezTo>
                  <a:pt x="9" y="258"/>
                  <a:pt x="6" y="257"/>
                  <a:pt x="4" y="255"/>
                </a:cubicBezTo>
                <a:cubicBezTo>
                  <a:pt x="2" y="253"/>
                  <a:pt x="0" y="250"/>
                  <a:pt x="0" y="247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65"/>
                  <a:pt x="2" y="163"/>
                  <a:pt x="4" y="160"/>
                </a:cubicBezTo>
                <a:cubicBezTo>
                  <a:pt x="6" y="158"/>
                  <a:pt x="9" y="157"/>
                  <a:pt x="12" y="157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93" y="157"/>
                  <a:pt x="96" y="158"/>
                  <a:pt x="98" y="160"/>
                </a:cubicBezTo>
                <a:cubicBezTo>
                  <a:pt x="100" y="163"/>
                  <a:pt x="102" y="165"/>
                  <a:pt x="102" y="168"/>
                </a:cubicBezTo>
                <a:cubicBezTo>
                  <a:pt x="102" y="171"/>
                  <a:pt x="100" y="174"/>
                  <a:pt x="98" y="176"/>
                </a:cubicBezTo>
                <a:cubicBezTo>
                  <a:pt x="74" y="200"/>
                  <a:pt x="74" y="200"/>
                  <a:pt x="74" y="200"/>
                </a:cubicBezTo>
                <a:cubicBezTo>
                  <a:pt x="82" y="208"/>
                  <a:pt x="92" y="214"/>
                  <a:pt x="102" y="218"/>
                </a:cubicBezTo>
                <a:cubicBezTo>
                  <a:pt x="113" y="222"/>
                  <a:pt x="124" y="225"/>
                  <a:pt x="135" y="225"/>
                </a:cubicBezTo>
                <a:cubicBezTo>
                  <a:pt x="151" y="225"/>
                  <a:pt x="166" y="221"/>
                  <a:pt x="179" y="213"/>
                </a:cubicBezTo>
                <a:cubicBezTo>
                  <a:pt x="193" y="206"/>
                  <a:pt x="204" y="195"/>
                  <a:pt x="212" y="182"/>
                </a:cubicBezTo>
                <a:cubicBezTo>
                  <a:pt x="213" y="180"/>
                  <a:pt x="216" y="173"/>
                  <a:pt x="221" y="161"/>
                </a:cubicBezTo>
                <a:cubicBezTo>
                  <a:pt x="222" y="158"/>
                  <a:pt x="224" y="157"/>
                  <a:pt x="226" y="157"/>
                </a:cubicBezTo>
                <a:cubicBezTo>
                  <a:pt x="260" y="157"/>
                  <a:pt x="260" y="157"/>
                  <a:pt x="260" y="157"/>
                </a:cubicBezTo>
                <a:cubicBezTo>
                  <a:pt x="262" y="157"/>
                  <a:pt x="263" y="158"/>
                  <a:pt x="264" y="159"/>
                </a:cubicBezTo>
                <a:cubicBezTo>
                  <a:pt x="265" y="160"/>
                  <a:pt x="266" y="161"/>
                  <a:pt x="266" y="163"/>
                </a:cubicBezTo>
                <a:close/>
                <a:moveTo>
                  <a:pt x="270" y="22"/>
                </a:moveTo>
                <a:cubicBezTo>
                  <a:pt x="270" y="101"/>
                  <a:pt x="270" y="101"/>
                  <a:pt x="270" y="101"/>
                </a:cubicBezTo>
                <a:cubicBezTo>
                  <a:pt x="270" y="104"/>
                  <a:pt x="269" y="107"/>
                  <a:pt x="267" y="109"/>
                </a:cubicBezTo>
                <a:cubicBezTo>
                  <a:pt x="265" y="111"/>
                  <a:pt x="262" y="112"/>
                  <a:pt x="259" y="112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77" y="112"/>
                  <a:pt x="175" y="111"/>
                  <a:pt x="172" y="109"/>
                </a:cubicBezTo>
                <a:cubicBezTo>
                  <a:pt x="170" y="107"/>
                  <a:pt x="169" y="104"/>
                  <a:pt x="169" y="101"/>
                </a:cubicBezTo>
                <a:cubicBezTo>
                  <a:pt x="169" y="98"/>
                  <a:pt x="170" y="95"/>
                  <a:pt x="172" y="93"/>
                </a:cubicBezTo>
                <a:cubicBezTo>
                  <a:pt x="197" y="69"/>
                  <a:pt x="197" y="69"/>
                  <a:pt x="197" y="69"/>
                </a:cubicBezTo>
                <a:cubicBezTo>
                  <a:pt x="179" y="53"/>
                  <a:pt x="159" y="45"/>
                  <a:pt x="135" y="45"/>
                </a:cubicBezTo>
                <a:cubicBezTo>
                  <a:pt x="120" y="45"/>
                  <a:pt x="105" y="49"/>
                  <a:pt x="91" y="56"/>
                </a:cubicBezTo>
                <a:cubicBezTo>
                  <a:pt x="78" y="64"/>
                  <a:pt x="67" y="74"/>
                  <a:pt x="59" y="88"/>
                </a:cubicBezTo>
                <a:cubicBezTo>
                  <a:pt x="57" y="90"/>
                  <a:pt x="54" y="96"/>
                  <a:pt x="49" y="108"/>
                </a:cubicBezTo>
                <a:cubicBezTo>
                  <a:pt x="48" y="111"/>
                  <a:pt x="47" y="112"/>
                  <a:pt x="44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8" y="112"/>
                  <a:pt x="6" y="112"/>
                  <a:pt x="5" y="111"/>
                </a:cubicBezTo>
                <a:cubicBezTo>
                  <a:pt x="4" y="109"/>
                  <a:pt x="4" y="108"/>
                  <a:pt x="4" y="107"/>
                </a:cubicBezTo>
                <a:cubicBezTo>
                  <a:pt x="4" y="105"/>
                  <a:pt x="4" y="105"/>
                  <a:pt x="4" y="105"/>
                </a:cubicBezTo>
                <a:cubicBezTo>
                  <a:pt x="11" y="74"/>
                  <a:pt x="27" y="49"/>
                  <a:pt x="51" y="29"/>
                </a:cubicBezTo>
                <a:cubicBezTo>
                  <a:pt x="75" y="10"/>
                  <a:pt x="103" y="0"/>
                  <a:pt x="135" y="0"/>
                </a:cubicBezTo>
                <a:cubicBezTo>
                  <a:pt x="152" y="0"/>
                  <a:pt x="169" y="3"/>
                  <a:pt x="185" y="10"/>
                </a:cubicBezTo>
                <a:cubicBezTo>
                  <a:pt x="201" y="16"/>
                  <a:pt x="216" y="25"/>
                  <a:pt x="228" y="37"/>
                </a:cubicBezTo>
                <a:cubicBezTo>
                  <a:pt x="251" y="14"/>
                  <a:pt x="251" y="14"/>
                  <a:pt x="251" y="14"/>
                </a:cubicBezTo>
                <a:cubicBezTo>
                  <a:pt x="253" y="12"/>
                  <a:pt x="256" y="11"/>
                  <a:pt x="259" y="11"/>
                </a:cubicBezTo>
                <a:cubicBezTo>
                  <a:pt x="262" y="11"/>
                  <a:pt x="265" y="12"/>
                  <a:pt x="267" y="14"/>
                </a:cubicBezTo>
                <a:cubicBezTo>
                  <a:pt x="269" y="17"/>
                  <a:pt x="270" y="19"/>
                  <a:pt x="270" y="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43"/>
          <p:cNvSpPr>
            <a:spLocks noEditPoints="1"/>
          </p:cNvSpPr>
          <p:nvPr/>
        </p:nvSpPr>
        <p:spPr bwMode="auto">
          <a:xfrm>
            <a:off x="7700963" y="2873238"/>
            <a:ext cx="290513" cy="287338"/>
          </a:xfrm>
          <a:custGeom>
            <a:avLst/>
            <a:gdLst>
              <a:gd name="T0" fmla="*/ 198 w 269"/>
              <a:gd name="T1" fmla="*/ 251 h 267"/>
              <a:gd name="T2" fmla="*/ 134 w 269"/>
              <a:gd name="T3" fmla="*/ 267 h 267"/>
              <a:gd name="T4" fmla="*/ 69 w 269"/>
              <a:gd name="T5" fmla="*/ 251 h 267"/>
              <a:gd name="T6" fmla="*/ 111 w 269"/>
              <a:gd name="T7" fmla="*/ 214 h 267"/>
              <a:gd name="T8" fmla="*/ 134 w 269"/>
              <a:gd name="T9" fmla="*/ 167 h 267"/>
              <a:gd name="T10" fmla="*/ 157 w 269"/>
              <a:gd name="T11" fmla="*/ 214 h 267"/>
              <a:gd name="T12" fmla="*/ 198 w 269"/>
              <a:gd name="T13" fmla="*/ 251 h 267"/>
              <a:gd name="T14" fmla="*/ 112 w 269"/>
              <a:gd name="T15" fmla="*/ 0 h 267"/>
              <a:gd name="T16" fmla="*/ 112 w 269"/>
              <a:gd name="T17" fmla="*/ 85 h 267"/>
              <a:gd name="T18" fmla="*/ 89 w 269"/>
              <a:gd name="T19" fmla="*/ 166 h 267"/>
              <a:gd name="T20" fmla="*/ 31 w 269"/>
              <a:gd name="T21" fmla="*/ 220 h 267"/>
              <a:gd name="T22" fmla="*/ 0 w 269"/>
              <a:gd name="T23" fmla="*/ 133 h 267"/>
              <a:gd name="T24" fmla="*/ 14 w 269"/>
              <a:gd name="T25" fmla="*/ 71 h 267"/>
              <a:gd name="T26" fmla="*/ 55 w 269"/>
              <a:gd name="T27" fmla="*/ 24 h 267"/>
              <a:gd name="T28" fmla="*/ 112 w 269"/>
              <a:gd name="T29" fmla="*/ 0 h 267"/>
              <a:gd name="T30" fmla="*/ 269 w 269"/>
              <a:gd name="T31" fmla="*/ 133 h 267"/>
              <a:gd name="T32" fmla="*/ 237 w 269"/>
              <a:gd name="T33" fmla="*/ 220 h 267"/>
              <a:gd name="T34" fmla="*/ 179 w 269"/>
              <a:gd name="T35" fmla="*/ 166 h 267"/>
              <a:gd name="T36" fmla="*/ 157 w 269"/>
              <a:gd name="T37" fmla="*/ 85 h 267"/>
              <a:gd name="T38" fmla="*/ 157 w 269"/>
              <a:gd name="T39" fmla="*/ 0 h 267"/>
              <a:gd name="T40" fmla="*/ 214 w 269"/>
              <a:gd name="T41" fmla="*/ 24 h 267"/>
              <a:gd name="T42" fmla="*/ 255 w 269"/>
              <a:gd name="T43" fmla="*/ 71 h 267"/>
              <a:gd name="T44" fmla="*/ 269 w 269"/>
              <a:gd name="T45" fmla="*/ 133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69" h="267">
                <a:moveTo>
                  <a:pt x="198" y="251"/>
                </a:moveTo>
                <a:cubicBezTo>
                  <a:pt x="178" y="262"/>
                  <a:pt x="157" y="267"/>
                  <a:pt x="134" y="267"/>
                </a:cubicBezTo>
                <a:cubicBezTo>
                  <a:pt x="111" y="267"/>
                  <a:pt x="89" y="262"/>
                  <a:pt x="69" y="251"/>
                </a:cubicBezTo>
                <a:cubicBezTo>
                  <a:pt x="86" y="241"/>
                  <a:pt x="99" y="228"/>
                  <a:pt x="111" y="214"/>
                </a:cubicBezTo>
                <a:cubicBezTo>
                  <a:pt x="122" y="199"/>
                  <a:pt x="130" y="184"/>
                  <a:pt x="134" y="167"/>
                </a:cubicBezTo>
                <a:cubicBezTo>
                  <a:pt x="138" y="184"/>
                  <a:pt x="146" y="199"/>
                  <a:pt x="157" y="214"/>
                </a:cubicBezTo>
                <a:cubicBezTo>
                  <a:pt x="169" y="228"/>
                  <a:pt x="182" y="241"/>
                  <a:pt x="198" y="251"/>
                </a:cubicBezTo>
                <a:close/>
                <a:moveTo>
                  <a:pt x="112" y="0"/>
                </a:moveTo>
                <a:cubicBezTo>
                  <a:pt x="112" y="85"/>
                  <a:pt x="112" y="85"/>
                  <a:pt x="112" y="85"/>
                </a:cubicBezTo>
                <a:cubicBezTo>
                  <a:pt x="112" y="115"/>
                  <a:pt x="104" y="142"/>
                  <a:pt x="89" y="166"/>
                </a:cubicBezTo>
                <a:cubicBezTo>
                  <a:pt x="75" y="190"/>
                  <a:pt x="55" y="208"/>
                  <a:pt x="31" y="220"/>
                </a:cubicBezTo>
                <a:cubicBezTo>
                  <a:pt x="10" y="195"/>
                  <a:pt x="0" y="166"/>
                  <a:pt x="0" y="133"/>
                </a:cubicBezTo>
                <a:cubicBezTo>
                  <a:pt x="0" y="111"/>
                  <a:pt x="4" y="90"/>
                  <a:pt x="14" y="71"/>
                </a:cubicBezTo>
                <a:cubicBezTo>
                  <a:pt x="24" y="52"/>
                  <a:pt x="37" y="37"/>
                  <a:pt x="55" y="24"/>
                </a:cubicBezTo>
                <a:cubicBezTo>
                  <a:pt x="72" y="12"/>
                  <a:pt x="91" y="4"/>
                  <a:pt x="112" y="0"/>
                </a:cubicBezTo>
                <a:close/>
                <a:moveTo>
                  <a:pt x="269" y="133"/>
                </a:moveTo>
                <a:cubicBezTo>
                  <a:pt x="269" y="166"/>
                  <a:pt x="259" y="195"/>
                  <a:pt x="237" y="220"/>
                </a:cubicBezTo>
                <a:cubicBezTo>
                  <a:pt x="214" y="208"/>
                  <a:pt x="194" y="190"/>
                  <a:pt x="179" y="166"/>
                </a:cubicBezTo>
                <a:cubicBezTo>
                  <a:pt x="165" y="142"/>
                  <a:pt x="157" y="115"/>
                  <a:pt x="157" y="85"/>
                </a:cubicBezTo>
                <a:cubicBezTo>
                  <a:pt x="157" y="0"/>
                  <a:pt x="157" y="0"/>
                  <a:pt x="157" y="0"/>
                </a:cubicBezTo>
                <a:cubicBezTo>
                  <a:pt x="178" y="4"/>
                  <a:pt x="197" y="12"/>
                  <a:pt x="214" y="24"/>
                </a:cubicBezTo>
                <a:cubicBezTo>
                  <a:pt x="231" y="37"/>
                  <a:pt x="245" y="52"/>
                  <a:pt x="255" y="71"/>
                </a:cubicBezTo>
                <a:cubicBezTo>
                  <a:pt x="264" y="90"/>
                  <a:pt x="269" y="111"/>
                  <a:pt x="269" y="1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44"/>
          <p:cNvSpPr>
            <a:spLocks/>
          </p:cNvSpPr>
          <p:nvPr/>
        </p:nvSpPr>
        <p:spPr bwMode="auto">
          <a:xfrm>
            <a:off x="5114926" y="3303450"/>
            <a:ext cx="290513" cy="290513"/>
          </a:xfrm>
          <a:custGeom>
            <a:avLst/>
            <a:gdLst>
              <a:gd name="T0" fmla="*/ 269 w 269"/>
              <a:gd name="T1" fmla="*/ 22 h 270"/>
              <a:gd name="T2" fmla="*/ 269 w 269"/>
              <a:gd name="T3" fmla="*/ 101 h 270"/>
              <a:gd name="T4" fmla="*/ 266 w 269"/>
              <a:gd name="T5" fmla="*/ 109 h 270"/>
              <a:gd name="T6" fmla="*/ 258 w 269"/>
              <a:gd name="T7" fmla="*/ 112 h 270"/>
              <a:gd name="T8" fmla="*/ 179 w 269"/>
              <a:gd name="T9" fmla="*/ 112 h 270"/>
              <a:gd name="T10" fmla="*/ 169 w 269"/>
              <a:gd name="T11" fmla="*/ 105 h 270"/>
              <a:gd name="T12" fmla="*/ 172 w 269"/>
              <a:gd name="T13" fmla="*/ 93 h 270"/>
              <a:gd name="T14" fmla="*/ 196 w 269"/>
              <a:gd name="T15" fmla="*/ 69 h 270"/>
              <a:gd name="T16" fmla="*/ 134 w 269"/>
              <a:gd name="T17" fmla="*/ 45 h 270"/>
              <a:gd name="T18" fmla="*/ 100 w 269"/>
              <a:gd name="T19" fmla="*/ 52 h 270"/>
              <a:gd name="T20" fmla="*/ 71 w 269"/>
              <a:gd name="T21" fmla="*/ 71 h 270"/>
              <a:gd name="T22" fmla="*/ 52 w 269"/>
              <a:gd name="T23" fmla="*/ 100 h 270"/>
              <a:gd name="T24" fmla="*/ 45 w 269"/>
              <a:gd name="T25" fmla="*/ 135 h 270"/>
              <a:gd name="T26" fmla="*/ 52 w 269"/>
              <a:gd name="T27" fmla="*/ 170 h 270"/>
              <a:gd name="T28" fmla="*/ 71 w 269"/>
              <a:gd name="T29" fmla="*/ 198 h 270"/>
              <a:gd name="T30" fmla="*/ 100 w 269"/>
              <a:gd name="T31" fmla="*/ 218 h 270"/>
              <a:gd name="T32" fmla="*/ 134 w 269"/>
              <a:gd name="T33" fmla="*/ 225 h 270"/>
              <a:gd name="T34" fmla="*/ 174 w 269"/>
              <a:gd name="T35" fmla="*/ 216 h 270"/>
              <a:gd name="T36" fmla="*/ 205 w 269"/>
              <a:gd name="T37" fmla="*/ 190 h 270"/>
              <a:gd name="T38" fmla="*/ 209 w 269"/>
              <a:gd name="T39" fmla="*/ 188 h 270"/>
              <a:gd name="T40" fmla="*/ 214 w 269"/>
              <a:gd name="T41" fmla="*/ 189 h 270"/>
              <a:gd name="T42" fmla="*/ 238 w 269"/>
              <a:gd name="T43" fmla="*/ 213 h 270"/>
              <a:gd name="T44" fmla="*/ 240 w 269"/>
              <a:gd name="T45" fmla="*/ 217 h 270"/>
              <a:gd name="T46" fmla="*/ 238 w 269"/>
              <a:gd name="T47" fmla="*/ 221 h 270"/>
              <a:gd name="T48" fmla="*/ 192 w 269"/>
              <a:gd name="T49" fmla="*/ 257 h 270"/>
              <a:gd name="T50" fmla="*/ 134 w 269"/>
              <a:gd name="T51" fmla="*/ 270 h 270"/>
              <a:gd name="T52" fmla="*/ 82 w 269"/>
              <a:gd name="T53" fmla="*/ 259 h 270"/>
              <a:gd name="T54" fmla="*/ 39 w 269"/>
              <a:gd name="T55" fmla="*/ 230 h 270"/>
              <a:gd name="T56" fmla="*/ 10 w 269"/>
              <a:gd name="T57" fmla="*/ 187 h 270"/>
              <a:gd name="T58" fmla="*/ 0 w 269"/>
              <a:gd name="T59" fmla="*/ 135 h 270"/>
              <a:gd name="T60" fmla="*/ 10 w 269"/>
              <a:gd name="T61" fmla="*/ 82 h 270"/>
              <a:gd name="T62" fmla="*/ 39 w 269"/>
              <a:gd name="T63" fmla="*/ 39 h 270"/>
              <a:gd name="T64" fmla="*/ 82 w 269"/>
              <a:gd name="T65" fmla="*/ 11 h 270"/>
              <a:gd name="T66" fmla="*/ 134 w 269"/>
              <a:gd name="T67" fmla="*/ 0 h 270"/>
              <a:gd name="T68" fmla="*/ 184 w 269"/>
              <a:gd name="T69" fmla="*/ 10 h 270"/>
              <a:gd name="T70" fmla="*/ 227 w 269"/>
              <a:gd name="T71" fmla="*/ 37 h 270"/>
              <a:gd name="T72" fmla="*/ 250 w 269"/>
              <a:gd name="T73" fmla="*/ 15 h 270"/>
              <a:gd name="T74" fmla="*/ 262 w 269"/>
              <a:gd name="T75" fmla="*/ 12 h 270"/>
              <a:gd name="T76" fmla="*/ 269 w 269"/>
              <a:gd name="T77" fmla="*/ 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9" h="270">
                <a:moveTo>
                  <a:pt x="269" y="22"/>
                </a:moveTo>
                <a:cubicBezTo>
                  <a:pt x="269" y="101"/>
                  <a:pt x="269" y="101"/>
                  <a:pt x="269" y="101"/>
                </a:cubicBezTo>
                <a:cubicBezTo>
                  <a:pt x="269" y="104"/>
                  <a:pt x="268" y="107"/>
                  <a:pt x="266" y="109"/>
                </a:cubicBezTo>
                <a:cubicBezTo>
                  <a:pt x="264" y="111"/>
                  <a:pt x="261" y="112"/>
                  <a:pt x="258" y="112"/>
                </a:cubicBezTo>
                <a:cubicBezTo>
                  <a:pt x="179" y="112"/>
                  <a:pt x="179" y="112"/>
                  <a:pt x="179" y="112"/>
                </a:cubicBezTo>
                <a:cubicBezTo>
                  <a:pt x="175" y="112"/>
                  <a:pt x="171" y="110"/>
                  <a:pt x="169" y="105"/>
                </a:cubicBezTo>
                <a:cubicBezTo>
                  <a:pt x="167" y="101"/>
                  <a:pt x="168" y="97"/>
                  <a:pt x="172" y="93"/>
                </a:cubicBezTo>
                <a:cubicBezTo>
                  <a:pt x="196" y="69"/>
                  <a:pt x="196" y="69"/>
                  <a:pt x="196" y="69"/>
                </a:cubicBezTo>
                <a:cubicBezTo>
                  <a:pt x="178" y="53"/>
                  <a:pt x="158" y="45"/>
                  <a:pt x="134" y="45"/>
                </a:cubicBezTo>
                <a:cubicBezTo>
                  <a:pt x="122" y="45"/>
                  <a:pt x="111" y="47"/>
                  <a:pt x="100" y="52"/>
                </a:cubicBezTo>
                <a:cubicBezTo>
                  <a:pt x="89" y="57"/>
                  <a:pt x="79" y="63"/>
                  <a:pt x="71" y="71"/>
                </a:cubicBezTo>
                <a:cubicBezTo>
                  <a:pt x="63" y="79"/>
                  <a:pt x="56" y="89"/>
                  <a:pt x="52" y="100"/>
                </a:cubicBezTo>
                <a:cubicBezTo>
                  <a:pt x="47" y="111"/>
                  <a:pt x="45" y="123"/>
                  <a:pt x="45" y="135"/>
                </a:cubicBezTo>
                <a:cubicBezTo>
                  <a:pt x="45" y="147"/>
                  <a:pt x="47" y="159"/>
                  <a:pt x="52" y="170"/>
                </a:cubicBezTo>
                <a:cubicBezTo>
                  <a:pt x="56" y="181"/>
                  <a:pt x="63" y="190"/>
                  <a:pt x="71" y="198"/>
                </a:cubicBezTo>
                <a:cubicBezTo>
                  <a:pt x="79" y="206"/>
                  <a:pt x="89" y="213"/>
                  <a:pt x="100" y="218"/>
                </a:cubicBezTo>
                <a:cubicBezTo>
                  <a:pt x="111" y="222"/>
                  <a:pt x="122" y="225"/>
                  <a:pt x="134" y="225"/>
                </a:cubicBezTo>
                <a:cubicBezTo>
                  <a:pt x="148" y="225"/>
                  <a:pt x="162" y="222"/>
                  <a:pt x="174" y="216"/>
                </a:cubicBezTo>
                <a:cubicBezTo>
                  <a:pt x="186" y="209"/>
                  <a:pt x="197" y="201"/>
                  <a:pt x="205" y="190"/>
                </a:cubicBezTo>
                <a:cubicBezTo>
                  <a:pt x="206" y="189"/>
                  <a:pt x="208" y="188"/>
                  <a:pt x="209" y="188"/>
                </a:cubicBezTo>
                <a:cubicBezTo>
                  <a:pt x="211" y="188"/>
                  <a:pt x="213" y="188"/>
                  <a:pt x="214" y="189"/>
                </a:cubicBezTo>
                <a:cubicBezTo>
                  <a:pt x="238" y="213"/>
                  <a:pt x="238" y="213"/>
                  <a:pt x="238" y="213"/>
                </a:cubicBezTo>
                <a:cubicBezTo>
                  <a:pt x="239" y="214"/>
                  <a:pt x="240" y="216"/>
                  <a:pt x="240" y="217"/>
                </a:cubicBezTo>
                <a:cubicBezTo>
                  <a:pt x="240" y="219"/>
                  <a:pt x="239" y="220"/>
                  <a:pt x="238" y="221"/>
                </a:cubicBezTo>
                <a:cubicBezTo>
                  <a:pt x="225" y="236"/>
                  <a:pt x="210" y="248"/>
                  <a:pt x="192" y="257"/>
                </a:cubicBezTo>
                <a:cubicBezTo>
                  <a:pt x="174" y="265"/>
                  <a:pt x="155" y="270"/>
                  <a:pt x="134" y="270"/>
                </a:cubicBezTo>
                <a:cubicBezTo>
                  <a:pt x="116" y="270"/>
                  <a:pt x="99" y="266"/>
                  <a:pt x="82" y="259"/>
                </a:cubicBezTo>
                <a:cubicBezTo>
                  <a:pt x="66" y="252"/>
                  <a:pt x="51" y="242"/>
                  <a:pt x="39" y="230"/>
                </a:cubicBezTo>
                <a:cubicBezTo>
                  <a:pt x="27" y="218"/>
                  <a:pt x="17" y="204"/>
                  <a:pt x="10" y="187"/>
                </a:cubicBezTo>
                <a:cubicBezTo>
                  <a:pt x="3" y="171"/>
                  <a:pt x="0" y="153"/>
                  <a:pt x="0" y="135"/>
                </a:cubicBezTo>
                <a:cubicBezTo>
                  <a:pt x="0" y="117"/>
                  <a:pt x="3" y="99"/>
                  <a:pt x="10" y="82"/>
                </a:cubicBezTo>
                <a:cubicBezTo>
                  <a:pt x="17" y="66"/>
                  <a:pt x="27" y="52"/>
                  <a:pt x="39" y="39"/>
                </a:cubicBezTo>
                <a:cubicBezTo>
                  <a:pt x="51" y="27"/>
                  <a:pt x="66" y="18"/>
                  <a:pt x="82" y="11"/>
                </a:cubicBezTo>
                <a:cubicBezTo>
                  <a:pt x="99" y="4"/>
                  <a:pt x="116" y="0"/>
                  <a:pt x="134" y="0"/>
                </a:cubicBezTo>
                <a:cubicBezTo>
                  <a:pt x="152" y="0"/>
                  <a:pt x="168" y="3"/>
                  <a:pt x="184" y="10"/>
                </a:cubicBezTo>
                <a:cubicBezTo>
                  <a:pt x="201" y="16"/>
                  <a:pt x="215" y="25"/>
                  <a:pt x="227" y="37"/>
                </a:cubicBezTo>
                <a:cubicBezTo>
                  <a:pt x="250" y="15"/>
                  <a:pt x="250" y="15"/>
                  <a:pt x="250" y="15"/>
                </a:cubicBezTo>
                <a:cubicBezTo>
                  <a:pt x="254" y="11"/>
                  <a:pt x="258" y="10"/>
                  <a:pt x="262" y="12"/>
                </a:cubicBezTo>
                <a:cubicBezTo>
                  <a:pt x="267" y="14"/>
                  <a:pt x="269" y="18"/>
                  <a:pt x="269" y="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45"/>
          <p:cNvSpPr>
            <a:spLocks/>
          </p:cNvSpPr>
          <p:nvPr/>
        </p:nvSpPr>
        <p:spPr bwMode="auto">
          <a:xfrm>
            <a:off x="5521326" y="3297100"/>
            <a:ext cx="339725" cy="303213"/>
          </a:xfrm>
          <a:custGeom>
            <a:avLst/>
            <a:gdLst>
              <a:gd name="T0" fmla="*/ 315 w 315"/>
              <a:gd name="T1" fmla="*/ 186 h 281"/>
              <a:gd name="T2" fmla="*/ 293 w 315"/>
              <a:gd name="T3" fmla="*/ 265 h 281"/>
              <a:gd name="T4" fmla="*/ 291 w 315"/>
              <a:gd name="T5" fmla="*/ 269 h 281"/>
              <a:gd name="T6" fmla="*/ 288 w 315"/>
              <a:gd name="T7" fmla="*/ 274 h 281"/>
              <a:gd name="T8" fmla="*/ 286 w 315"/>
              <a:gd name="T9" fmla="*/ 278 h 281"/>
              <a:gd name="T10" fmla="*/ 281 w 315"/>
              <a:gd name="T11" fmla="*/ 281 h 281"/>
              <a:gd name="T12" fmla="*/ 277 w 315"/>
              <a:gd name="T13" fmla="*/ 280 h 281"/>
              <a:gd name="T14" fmla="*/ 276 w 315"/>
              <a:gd name="T15" fmla="*/ 275 h 281"/>
              <a:gd name="T16" fmla="*/ 276 w 315"/>
              <a:gd name="T17" fmla="*/ 270 h 281"/>
              <a:gd name="T18" fmla="*/ 277 w 315"/>
              <a:gd name="T19" fmla="*/ 266 h 281"/>
              <a:gd name="T20" fmla="*/ 277 w 315"/>
              <a:gd name="T21" fmla="*/ 245 h 281"/>
              <a:gd name="T22" fmla="*/ 274 w 315"/>
              <a:gd name="T23" fmla="*/ 213 h 281"/>
              <a:gd name="T24" fmla="*/ 266 w 315"/>
              <a:gd name="T25" fmla="*/ 189 h 281"/>
              <a:gd name="T26" fmla="*/ 252 w 315"/>
              <a:gd name="T27" fmla="*/ 171 h 281"/>
              <a:gd name="T28" fmla="*/ 233 w 315"/>
              <a:gd name="T29" fmla="*/ 159 h 281"/>
              <a:gd name="T30" fmla="*/ 210 w 315"/>
              <a:gd name="T31" fmla="*/ 151 h 281"/>
              <a:gd name="T32" fmla="*/ 183 w 315"/>
              <a:gd name="T33" fmla="*/ 147 h 281"/>
              <a:gd name="T34" fmla="*/ 152 w 315"/>
              <a:gd name="T35" fmla="*/ 146 h 281"/>
              <a:gd name="T36" fmla="*/ 113 w 315"/>
              <a:gd name="T37" fmla="*/ 146 h 281"/>
              <a:gd name="T38" fmla="*/ 113 w 315"/>
              <a:gd name="T39" fmla="*/ 191 h 281"/>
              <a:gd name="T40" fmla="*/ 109 w 315"/>
              <a:gd name="T41" fmla="*/ 199 h 281"/>
              <a:gd name="T42" fmla="*/ 101 w 315"/>
              <a:gd name="T43" fmla="*/ 203 h 281"/>
              <a:gd name="T44" fmla="*/ 94 w 315"/>
              <a:gd name="T45" fmla="*/ 199 h 281"/>
              <a:gd name="T46" fmla="*/ 4 w 315"/>
              <a:gd name="T47" fmla="*/ 109 h 281"/>
              <a:gd name="T48" fmla="*/ 0 w 315"/>
              <a:gd name="T49" fmla="*/ 101 h 281"/>
              <a:gd name="T50" fmla="*/ 4 w 315"/>
              <a:gd name="T51" fmla="*/ 94 h 281"/>
              <a:gd name="T52" fmla="*/ 94 w 315"/>
              <a:gd name="T53" fmla="*/ 4 h 281"/>
              <a:gd name="T54" fmla="*/ 101 w 315"/>
              <a:gd name="T55" fmla="*/ 0 h 281"/>
              <a:gd name="T56" fmla="*/ 109 w 315"/>
              <a:gd name="T57" fmla="*/ 4 h 281"/>
              <a:gd name="T58" fmla="*/ 113 w 315"/>
              <a:gd name="T59" fmla="*/ 12 h 281"/>
              <a:gd name="T60" fmla="*/ 113 w 315"/>
              <a:gd name="T61" fmla="*/ 57 h 281"/>
              <a:gd name="T62" fmla="*/ 152 w 315"/>
              <a:gd name="T63" fmla="*/ 57 h 281"/>
              <a:gd name="T64" fmla="*/ 306 w 315"/>
              <a:gd name="T65" fmla="*/ 127 h 281"/>
              <a:gd name="T66" fmla="*/ 315 w 315"/>
              <a:gd name="T67" fmla="*/ 186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15" h="281">
                <a:moveTo>
                  <a:pt x="315" y="186"/>
                </a:moveTo>
                <a:cubicBezTo>
                  <a:pt x="315" y="205"/>
                  <a:pt x="308" y="232"/>
                  <a:pt x="293" y="265"/>
                </a:cubicBezTo>
                <a:cubicBezTo>
                  <a:pt x="292" y="266"/>
                  <a:pt x="292" y="267"/>
                  <a:pt x="291" y="269"/>
                </a:cubicBezTo>
                <a:cubicBezTo>
                  <a:pt x="290" y="271"/>
                  <a:pt x="289" y="273"/>
                  <a:pt x="288" y="274"/>
                </a:cubicBezTo>
                <a:cubicBezTo>
                  <a:pt x="288" y="276"/>
                  <a:pt x="287" y="277"/>
                  <a:pt x="286" y="278"/>
                </a:cubicBezTo>
                <a:cubicBezTo>
                  <a:pt x="285" y="280"/>
                  <a:pt x="283" y="281"/>
                  <a:pt x="281" y="281"/>
                </a:cubicBezTo>
                <a:cubicBezTo>
                  <a:pt x="279" y="281"/>
                  <a:pt x="278" y="281"/>
                  <a:pt x="277" y="280"/>
                </a:cubicBezTo>
                <a:cubicBezTo>
                  <a:pt x="276" y="278"/>
                  <a:pt x="276" y="277"/>
                  <a:pt x="276" y="275"/>
                </a:cubicBezTo>
                <a:cubicBezTo>
                  <a:pt x="276" y="274"/>
                  <a:pt x="276" y="273"/>
                  <a:pt x="276" y="270"/>
                </a:cubicBezTo>
                <a:cubicBezTo>
                  <a:pt x="276" y="268"/>
                  <a:pt x="277" y="267"/>
                  <a:pt x="277" y="266"/>
                </a:cubicBezTo>
                <a:cubicBezTo>
                  <a:pt x="277" y="258"/>
                  <a:pt x="277" y="251"/>
                  <a:pt x="277" y="245"/>
                </a:cubicBezTo>
                <a:cubicBezTo>
                  <a:pt x="277" y="233"/>
                  <a:pt x="276" y="222"/>
                  <a:pt x="274" y="213"/>
                </a:cubicBezTo>
                <a:cubicBezTo>
                  <a:pt x="272" y="204"/>
                  <a:pt x="269" y="196"/>
                  <a:pt x="266" y="189"/>
                </a:cubicBezTo>
                <a:cubicBezTo>
                  <a:pt x="262" y="182"/>
                  <a:pt x="257" y="176"/>
                  <a:pt x="252" y="171"/>
                </a:cubicBezTo>
                <a:cubicBezTo>
                  <a:pt x="246" y="166"/>
                  <a:pt x="240" y="162"/>
                  <a:pt x="233" y="159"/>
                </a:cubicBezTo>
                <a:cubicBezTo>
                  <a:pt x="227" y="156"/>
                  <a:pt x="219" y="153"/>
                  <a:pt x="210" y="151"/>
                </a:cubicBezTo>
                <a:cubicBezTo>
                  <a:pt x="201" y="149"/>
                  <a:pt x="192" y="148"/>
                  <a:pt x="183" y="147"/>
                </a:cubicBezTo>
                <a:cubicBezTo>
                  <a:pt x="174" y="147"/>
                  <a:pt x="163" y="146"/>
                  <a:pt x="152" y="146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91"/>
                  <a:pt x="113" y="191"/>
                  <a:pt x="113" y="191"/>
                </a:cubicBezTo>
                <a:cubicBezTo>
                  <a:pt x="113" y="194"/>
                  <a:pt x="112" y="197"/>
                  <a:pt x="109" y="199"/>
                </a:cubicBezTo>
                <a:cubicBezTo>
                  <a:pt x="107" y="201"/>
                  <a:pt x="104" y="203"/>
                  <a:pt x="101" y="203"/>
                </a:cubicBezTo>
                <a:cubicBezTo>
                  <a:pt x="98" y="203"/>
                  <a:pt x="96" y="201"/>
                  <a:pt x="94" y="199"/>
                </a:cubicBezTo>
                <a:cubicBezTo>
                  <a:pt x="4" y="109"/>
                  <a:pt x="4" y="109"/>
                  <a:pt x="4" y="109"/>
                </a:cubicBezTo>
                <a:cubicBezTo>
                  <a:pt x="1" y="107"/>
                  <a:pt x="0" y="105"/>
                  <a:pt x="0" y="101"/>
                </a:cubicBezTo>
                <a:cubicBezTo>
                  <a:pt x="0" y="98"/>
                  <a:pt x="1" y="96"/>
                  <a:pt x="4" y="94"/>
                </a:cubicBezTo>
                <a:cubicBezTo>
                  <a:pt x="94" y="4"/>
                  <a:pt x="94" y="4"/>
                  <a:pt x="94" y="4"/>
                </a:cubicBezTo>
                <a:cubicBezTo>
                  <a:pt x="96" y="1"/>
                  <a:pt x="98" y="0"/>
                  <a:pt x="101" y="0"/>
                </a:cubicBezTo>
                <a:cubicBezTo>
                  <a:pt x="104" y="0"/>
                  <a:pt x="107" y="1"/>
                  <a:pt x="109" y="4"/>
                </a:cubicBezTo>
                <a:cubicBezTo>
                  <a:pt x="112" y="6"/>
                  <a:pt x="113" y="9"/>
                  <a:pt x="113" y="12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52" y="57"/>
                  <a:pt x="152" y="57"/>
                  <a:pt x="152" y="57"/>
                </a:cubicBezTo>
                <a:cubicBezTo>
                  <a:pt x="235" y="57"/>
                  <a:pt x="287" y="80"/>
                  <a:pt x="306" y="127"/>
                </a:cubicBezTo>
                <a:cubicBezTo>
                  <a:pt x="312" y="143"/>
                  <a:pt x="315" y="162"/>
                  <a:pt x="315" y="18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46"/>
          <p:cNvSpPr>
            <a:spLocks noEditPoints="1"/>
          </p:cNvSpPr>
          <p:nvPr/>
        </p:nvSpPr>
        <p:spPr bwMode="auto">
          <a:xfrm>
            <a:off x="5951538" y="3295513"/>
            <a:ext cx="341313" cy="304800"/>
          </a:xfrm>
          <a:custGeom>
            <a:avLst/>
            <a:gdLst>
              <a:gd name="T0" fmla="*/ 113 w 315"/>
              <a:gd name="T1" fmla="*/ 180 h 282"/>
              <a:gd name="T2" fmla="*/ 113 w 315"/>
              <a:gd name="T3" fmla="*/ 192 h 282"/>
              <a:gd name="T4" fmla="*/ 106 w 315"/>
              <a:gd name="T5" fmla="*/ 203 h 282"/>
              <a:gd name="T6" fmla="*/ 102 w 315"/>
              <a:gd name="T7" fmla="*/ 204 h 282"/>
              <a:gd name="T8" fmla="*/ 94 w 315"/>
              <a:gd name="T9" fmla="*/ 200 h 282"/>
              <a:gd name="T10" fmla="*/ 4 w 315"/>
              <a:gd name="T11" fmla="*/ 110 h 282"/>
              <a:gd name="T12" fmla="*/ 0 w 315"/>
              <a:gd name="T13" fmla="*/ 103 h 282"/>
              <a:gd name="T14" fmla="*/ 4 w 315"/>
              <a:gd name="T15" fmla="*/ 95 h 282"/>
              <a:gd name="T16" fmla="*/ 94 w 315"/>
              <a:gd name="T17" fmla="*/ 5 h 282"/>
              <a:gd name="T18" fmla="*/ 106 w 315"/>
              <a:gd name="T19" fmla="*/ 2 h 282"/>
              <a:gd name="T20" fmla="*/ 113 w 315"/>
              <a:gd name="T21" fmla="*/ 13 h 282"/>
              <a:gd name="T22" fmla="*/ 113 w 315"/>
              <a:gd name="T23" fmla="*/ 25 h 282"/>
              <a:gd name="T24" fmla="*/ 43 w 315"/>
              <a:gd name="T25" fmla="*/ 95 h 282"/>
              <a:gd name="T26" fmla="*/ 40 w 315"/>
              <a:gd name="T27" fmla="*/ 103 h 282"/>
              <a:gd name="T28" fmla="*/ 43 w 315"/>
              <a:gd name="T29" fmla="*/ 110 h 282"/>
              <a:gd name="T30" fmla="*/ 113 w 315"/>
              <a:gd name="T31" fmla="*/ 180 h 282"/>
              <a:gd name="T32" fmla="*/ 315 w 315"/>
              <a:gd name="T33" fmla="*/ 187 h 282"/>
              <a:gd name="T34" fmla="*/ 312 w 315"/>
              <a:gd name="T35" fmla="*/ 210 h 282"/>
              <a:gd name="T36" fmla="*/ 305 w 315"/>
              <a:gd name="T37" fmla="*/ 235 h 282"/>
              <a:gd name="T38" fmla="*/ 297 w 315"/>
              <a:gd name="T39" fmla="*/ 256 h 282"/>
              <a:gd name="T40" fmla="*/ 290 w 315"/>
              <a:gd name="T41" fmla="*/ 272 h 282"/>
              <a:gd name="T42" fmla="*/ 286 w 315"/>
              <a:gd name="T43" fmla="*/ 279 h 282"/>
              <a:gd name="T44" fmla="*/ 281 w 315"/>
              <a:gd name="T45" fmla="*/ 282 h 282"/>
              <a:gd name="T46" fmla="*/ 280 w 315"/>
              <a:gd name="T47" fmla="*/ 282 h 282"/>
              <a:gd name="T48" fmla="*/ 276 w 315"/>
              <a:gd name="T49" fmla="*/ 276 h 282"/>
              <a:gd name="T50" fmla="*/ 257 w 315"/>
              <a:gd name="T51" fmla="*/ 177 h 282"/>
              <a:gd name="T52" fmla="*/ 227 w 315"/>
              <a:gd name="T53" fmla="*/ 158 h 282"/>
              <a:gd name="T54" fmla="*/ 180 w 315"/>
              <a:gd name="T55" fmla="*/ 148 h 282"/>
              <a:gd name="T56" fmla="*/ 180 w 315"/>
              <a:gd name="T57" fmla="*/ 192 h 282"/>
              <a:gd name="T58" fmla="*/ 173 w 315"/>
              <a:gd name="T59" fmla="*/ 203 h 282"/>
              <a:gd name="T60" fmla="*/ 169 w 315"/>
              <a:gd name="T61" fmla="*/ 204 h 282"/>
              <a:gd name="T62" fmla="*/ 161 w 315"/>
              <a:gd name="T63" fmla="*/ 200 h 282"/>
              <a:gd name="T64" fmla="*/ 71 w 315"/>
              <a:gd name="T65" fmla="*/ 110 h 282"/>
              <a:gd name="T66" fmla="*/ 68 w 315"/>
              <a:gd name="T67" fmla="*/ 103 h 282"/>
              <a:gd name="T68" fmla="*/ 71 w 315"/>
              <a:gd name="T69" fmla="*/ 95 h 282"/>
              <a:gd name="T70" fmla="*/ 161 w 315"/>
              <a:gd name="T71" fmla="*/ 5 h 282"/>
              <a:gd name="T72" fmla="*/ 173 w 315"/>
              <a:gd name="T73" fmla="*/ 2 h 282"/>
              <a:gd name="T74" fmla="*/ 180 w 315"/>
              <a:gd name="T75" fmla="*/ 13 h 282"/>
              <a:gd name="T76" fmla="*/ 180 w 315"/>
              <a:gd name="T77" fmla="*/ 59 h 282"/>
              <a:gd name="T78" fmla="*/ 285 w 315"/>
              <a:gd name="T79" fmla="*/ 97 h 282"/>
              <a:gd name="T80" fmla="*/ 315 w 315"/>
              <a:gd name="T81" fmla="*/ 187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15" h="282">
                <a:moveTo>
                  <a:pt x="113" y="180"/>
                </a:moveTo>
                <a:cubicBezTo>
                  <a:pt x="113" y="192"/>
                  <a:pt x="113" y="192"/>
                  <a:pt x="113" y="192"/>
                </a:cubicBezTo>
                <a:cubicBezTo>
                  <a:pt x="113" y="197"/>
                  <a:pt x="111" y="201"/>
                  <a:pt x="106" y="203"/>
                </a:cubicBezTo>
                <a:cubicBezTo>
                  <a:pt x="104" y="203"/>
                  <a:pt x="103" y="204"/>
                  <a:pt x="102" y="204"/>
                </a:cubicBezTo>
                <a:cubicBezTo>
                  <a:pt x="98" y="204"/>
                  <a:pt x="96" y="203"/>
                  <a:pt x="94" y="200"/>
                </a:cubicBezTo>
                <a:cubicBezTo>
                  <a:pt x="4" y="110"/>
                  <a:pt x="4" y="110"/>
                  <a:pt x="4" y="110"/>
                </a:cubicBezTo>
                <a:cubicBezTo>
                  <a:pt x="2" y="108"/>
                  <a:pt x="0" y="106"/>
                  <a:pt x="0" y="103"/>
                </a:cubicBezTo>
                <a:cubicBezTo>
                  <a:pt x="0" y="100"/>
                  <a:pt x="2" y="97"/>
                  <a:pt x="4" y="95"/>
                </a:cubicBezTo>
                <a:cubicBezTo>
                  <a:pt x="94" y="5"/>
                  <a:pt x="94" y="5"/>
                  <a:pt x="94" y="5"/>
                </a:cubicBezTo>
                <a:cubicBezTo>
                  <a:pt x="97" y="1"/>
                  <a:pt x="101" y="0"/>
                  <a:pt x="106" y="2"/>
                </a:cubicBezTo>
                <a:cubicBezTo>
                  <a:pt x="111" y="4"/>
                  <a:pt x="113" y="8"/>
                  <a:pt x="113" y="13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43" y="95"/>
                  <a:pt x="43" y="95"/>
                  <a:pt x="43" y="95"/>
                </a:cubicBezTo>
                <a:cubicBezTo>
                  <a:pt x="41" y="97"/>
                  <a:pt x="40" y="100"/>
                  <a:pt x="40" y="103"/>
                </a:cubicBezTo>
                <a:cubicBezTo>
                  <a:pt x="40" y="106"/>
                  <a:pt x="41" y="108"/>
                  <a:pt x="43" y="110"/>
                </a:cubicBezTo>
                <a:lnTo>
                  <a:pt x="113" y="180"/>
                </a:lnTo>
                <a:close/>
                <a:moveTo>
                  <a:pt x="315" y="187"/>
                </a:moveTo>
                <a:cubicBezTo>
                  <a:pt x="315" y="194"/>
                  <a:pt x="314" y="201"/>
                  <a:pt x="312" y="210"/>
                </a:cubicBezTo>
                <a:cubicBezTo>
                  <a:pt x="310" y="219"/>
                  <a:pt x="308" y="227"/>
                  <a:pt x="305" y="235"/>
                </a:cubicBezTo>
                <a:cubicBezTo>
                  <a:pt x="303" y="242"/>
                  <a:pt x="300" y="249"/>
                  <a:pt x="297" y="256"/>
                </a:cubicBezTo>
                <a:cubicBezTo>
                  <a:pt x="294" y="264"/>
                  <a:pt x="291" y="269"/>
                  <a:pt x="290" y="272"/>
                </a:cubicBezTo>
                <a:cubicBezTo>
                  <a:pt x="286" y="279"/>
                  <a:pt x="286" y="279"/>
                  <a:pt x="286" y="279"/>
                </a:cubicBezTo>
                <a:cubicBezTo>
                  <a:pt x="285" y="281"/>
                  <a:pt x="284" y="282"/>
                  <a:pt x="281" y="282"/>
                </a:cubicBezTo>
                <a:cubicBezTo>
                  <a:pt x="281" y="282"/>
                  <a:pt x="280" y="282"/>
                  <a:pt x="280" y="282"/>
                </a:cubicBezTo>
                <a:cubicBezTo>
                  <a:pt x="277" y="281"/>
                  <a:pt x="276" y="279"/>
                  <a:pt x="276" y="276"/>
                </a:cubicBezTo>
                <a:cubicBezTo>
                  <a:pt x="281" y="229"/>
                  <a:pt x="275" y="196"/>
                  <a:pt x="257" y="177"/>
                </a:cubicBezTo>
                <a:cubicBezTo>
                  <a:pt x="250" y="169"/>
                  <a:pt x="240" y="162"/>
                  <a:pt x="227" y="158"/>
                </a:cubicBezTo>
                <a:cubicBezTo>
                  <a:pt x="215" y="153"/>
                  <a:pt x="199" y="150"/>
                  <a:pt x="180" y="148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80" y="197"/>
                  <a:pt x="178" y="201"/>
                  <a:pt x="173" y="203"/>
                </a:cubicBezTo>
                <a:cubicBezTo>
                  <a:pt x="172" y="203"/>
                  <a:pt x="170" y="204"/>
                  <a:pt x="169" y="204"/>
                </a:cubicBezTo>
                <a:cubicBezTo>
                  <a:pt x="166" y="204"/>
                  <a:pt x="163" y="203"/>
                  <a:pt x="161" y="200"/>
                </a:cubicBezTo>
                <a:cubicBezTo>
                  <a:pt x="71" y="110"/>
                  <a:pt x="71" y="110"/>
                  <a:pt x="71" y="110"/>
                </a:cubicBezTo>
                <a:cubicBezTo>
                  <a:pt x="69" y="108"/>
                  <a:pt x="68" y="106"/>
                  <a:pt x="68" y="103"/>
                </a:cubicBezTo>
                <a:cubicBezTo>
                  <a:pt x="68" y="100"/>
                  <a:pt x="69" y="97"/>
                  <a:pt x="71" y="95"/>
                </a:cubicBezTo>
                <a:cubicBezTo>
                  <a:pt x="161" y="5"/>
                  <a:pt x="161" y="5"/>
                  <a:pt x="161" y="5"/>
                </a:cubicBezTo>
                <a:cubicBezTo>
                  <a:pt x="165" y="1"/>
                  <a:pt x="169" y="0"/>
                  <a:pt x="173" y="2"/>
                </a:cubicBezTo>
                <a:cubicBezTo>
                  <a:pt x="178" y="4"/>
                  <a:pt x="180" y="8"/>
                  <a:pt x="180" y="13"/>
                </a:cubicBezTo>
                <a:cubicBezTo>
                  <a:pt x="180" y="59"/>
                  <a:pt x="180" y="59"/>
                  <a:pt x="180" y="59"/>
                </a:cubicBezTo>
                <a:cubicBezTo>
                  <a:pt x="228" y="62"/>
                  <a:pt x="263" y="75"/>
                  <a:pt x="285" y="97"/>
                </a:cubicBezTo>
                <a:cubicBezTo>
                  <a:pt x="305" y="118"/>
                  <a:pt x="315" y="148"/>
                  <a:pt x="315" y="18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47"/>
          <p:cNvSpPr>
            <a:spLocks noEditPoints="1"/>
          </p:cNvSpPr>
          <p:nvPr/>
        </p:nvSpPr>
        <p:spPr bwMode="auto">
          <a:xfrm>
            <a:off x="6370638" y="3339963"/>
            <a:ext cx="365125" cy="217488"/>
          </a:xfrm>
          <a:custGeom>
            <a:avLst/>
            <a:gdLst>
              <a:gd name="T0" fmla="*/ 225 w 337"/>
              <a:gd name="T1" fmla="*/ 196 h 202"/>
              <a:gd name="T2" fmla="*/ 223 w 337"/>
              <a:gd name="T3" fmla="*/ 200 h 202"/>
              <a:gd name="T4" fmla="*/ 220 w 337"/>
              <a:gd name="T5" fmla="*/ 202 h 202"/>
              <a:gd name="T6" fmla="*/ 51 w 337"/>
              <a:gd name="T7" fmla="*/ 202 h 202"/>
              <a:gd name="T8" fmla="*/ 49 w 337"/>
              <a:gd name="T9" fmla="*/ 202 h 202"/>
              <a:gd name="T10" fmla="*/ 47 w 337"/>
              <a:gd name="T11" fmla="*/ 200 h 202"/>
              <a:gd name="T12" fmla="*/ 46 w 337"/>
              <a:gd name="T13" fmla="*/ 199 h 202"/>
              <a:gd name="T14" fmla="*/ 45 w 337"/>
              <a:gd name="T15" fmla="*/ 197 h 202"/>
              <a:gd name="T16" fmla="*/ 45 w 337"/>
              <a:gd name="T17" fmla="*/ 195 h 202"/>
              <a:gd name="T18" fmla="*/ 45 w 337"/>
              <a:gd name="T19" fmla="*/ 90 h 202"/>
              <a:gd name="T20" fmla="*/ 12 w 337"/>
              <a:gd name="T21" fmla="*/ 90 h 202"/>
              <a:gd name="T22" fmla="*/ 4 w 337"/>
              <a:gd name="T23" fmla="*/ 86 h 202"/>
              <a:gd name="T24" fmla="*/ 0 w 337"/>
              <a:gd name="T25" fmla="*/ 78 h 202"/>
              <a:gd name="T26" fmla="*/ 3 w 337"/>
              <a:gd name="T27" fmla="*/ 71 h 202"/>
              <a:gd name="T28" fmla="*/ 59 w 337"/>
              <a:gd name="T29" fmla="*/ 4 h 202"/>
              <a:gd name="T30" fmla="*/ 68 w 337"/>
              <a:gd name="T31" fmla="*/ 0 h 202"/>
              <a:gd name="T32" fmla="*/ 76 w 337"/>
              <a:gd name="T33" fmla="*/ 4 h 202"/>
              <a:gd name="T34" fmla="*/ 133 w 337"/>
              <a:gd name="T35" fmla="*/ 71 h 202"/>
              <a:gd name="T36" fmla="*/ 135 w 337"/>
              <a:gd name="T37" fmla="*/ 78 h 202"/>
              <a:gd name="T38" fmla="*/ 132 w 337"/>
              <a:gd name="T39" fmla="*/ 86 h 202"/>
              <a:gd name="T40" fmla="*/ 124 w 337"/>
              <a:gd name="T41" fmla="*/ 90 h 202"/>
              <a:gd name="T42" fmla="*/ 90 w 337"/>
              <a:gd name="T43" fmla="*/ 90 h 202"/>
              <a:gd name="T44" fmla="*/ 90 w 337"/>
              <a:gd name="T45" fmla="*/ 157 h 202"/>
              <a:gd name="T46" fmla="*/ 191 w 337"/>
              <a:gd name="T47" fmla="*/ 157 h 202"/>
              <a:gd name="T48" fmla="*/ 196 w 337"/>
              <a:gd name="T49" fmla="*/ 159 h 202"/>
              <a:gd name="T50" fmla="*/ 224 w 337"/>
              <a:gd name="T51" fmla="*/ 193 h 202"/>
              <a:gd name="T52" fmla="*/ 225 w 337"/>
              <a:gd name="T53" fmla="*/ 196 h 202"/>
              <a:gd name="T54" fmla="*/ 337 w 337"/>
              <a:gd name="T55" fmla="*/ 123 h 202"/>
              <a:gd name="T56" fmla="*/ 335 w 337"/>
              <a:gd name="T57" fmla="*/ 130 h 202"/>
              <a:gd name="T58" fmla="*/ 279 w 337"/>
              <a:gd name="T59" fmla="*/ 198 h 202"/>
              <a:gd name="T60" fmla="*/ 270 w 337"/>
              <a:gd name="T61" fmla="*/ 202 h 202"/>
              <a:gd name="T62" fmla="*/ 261 w 337"/>
              <a:gd name="T63" fmla="*/ 198 h 202"/>
              <a:gd name="T64" fmla="*/ 205 w 337"/>
              <a:gd name="T65" fmla="*/ 130 h 202"/>
              <a:gd name="T66" fmla="*/ 203 w 337"/>
              <a:gd name="T67" fmla="*/ 123 h 202"/>
              <a:gd name="T68" fmla="*/ 206 w 337"/>
              <a:gd name="T69" fmla="*/ 115 h 202"/>
              <a:gd name="T70" fmla="*/ 214 w 337"/>
              <a:gd name="T71" fmla="*/ 112 h 202"/>
              <a:gd name="T72" fmla="*/ 248 w 337"/>
              <a:gd name="T73" fmla="*/ 112 h 202"/>
              <a:gd name="T74" fmla="*/ 248 w 337"/>
              <a:gd name="T75" fmla="*/ 45 h 202"/>
              <a:gd name="T76" fmla="*/ 146 w 337"/>
              <a:gd name="T77" fmla="*/ 45 h 202"/>
              <a:gd name="T78" fmla="*/ 142 w 337"/>
              <a:gd name="T79" fmla="*/ 43 h 202"/>
              <a:gd name="T80" fmla="*/ 114 w 337"/>
              <a:gd name="T81" fmla="*/ 9 h 202"/>
              <a:gd name="T82" fmla="*/ 113 w 337"/>
              <a:gd name="T83" fmla="*/ 5 h 202"/>
              <a:gd name="T84" fmla="*/ 114 w 337"/>
              <a:gd name="T85" fmla="*/ 1 h 202"/>
              <a:gd name="T86" fmla="*/ 118 w 337"/>
              <a:gd name="T87" fmla="*/ 0 h 202"/>
              <a:gd name="T88" fmla="*/ 287 w 337"/>
              <a:gd name="T89" fmla="*/ 0 h 202"/>
              <a:gd name="T90" fmla="*/ 289 w 337"/>
              <a:gd name="T91" fmla="*/ 0 h 202"/>
              <a:gd name="T92" fmla="*/ 291 w 337"/>
              <a:gd name="T93" fmla="*/ 1 h 202"/>
              <a:gd name="T94" fmla="*/ 292 w 337"/>
              <a:gd name="T95" fmla="*/ 3 h 202"/>
              <a:gd name="T96" fmla="*/ 292 w 337"/>
              <a:gd name="T97" fmla="*/ 5 h 202"/>
              <a:gd name="T98" fmla="*/ 293 w 337"/>
              <a:gd name="T99" fmla="*/ 7 h 202"/>
              <a:gd name="T100" fmla="*/ 293 w 337"/>
              <a:gd name="T101" fmla="*/ 112 h 202"/>
              <a:gd name="T102" fmla="*/ 326 w 337"/>
              <a:gd name="T103" fmla="*/ 112 h 202"/>
              <a:gd name="T104" fmla="*/ 334 w 337"/>
              <a:gd name="T105" fmla="*/ 115 h 202"/>
              <a:gd name="T106" fmla="*/ 337 w 337"/>
              <a:gd name="T107" fmla="*/ 123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7" h="202">
                <a:moveTo>
                  <a:pt x="225" y="196"/>
                </a:moveTo>
                <a:cubicBezTo>
                  <a:pt x="225" y="198"/>
                  <a:pt x="225" y="199"/>
                  <a:pt x="223" y="200"/>
                </a:cubicBezTo>
                <a:cubicBezTo>
                  <a:pt x="222" y="201"/>
                  <a:pt x="221" y="202"/>
                  <a:pt x="220" y="202"/>
                </a:cubicBezTo>
                <a:cubicBezTo>
                  <a:pt x="51" y="202"/>
                  <a:pt x="51" y="202"/>
                  <a:pt x="51" y="202"/>
                </a:cubicBezTo>
                <a:cubicBezTo>
                  <a:pt x="50" y="202"/>
                  <a:pt x="49" y="202"/>
                  <a:pt x="49" y="202"/>
                </a:cubicBezTo>
                <a:cubicBezTo>
                  <a:pt x="48" y="201"/>
                  <a:pt x="47" y="201"/>
                  <a:pt x="47" y="200"/>
                </a:cubicBezTo>
                <a:cubicBezTo>
                  <a:pt x="47" y="200"/>
                  <a:pt x="46" y="199"/>
                  <a:pt x="46" y="199"/>
                </a:cubicBezTo>
                <a:cubicBezTo>
                  <a:pt x="46" y="199"/>
                  <a:pt x="46" y="198"/>
                  <a:pt x="45" y="197"/>
                </a:cubicBezTo>
                <a:cubicBezTo>
                  <a:pt x="45" y="196"/>
                  <a:pt x="45" y="195"/>
                  <a:pt x="45" y="195"/>
                </a:cubicBezTo>
                <a:cubicBezTo>
                  <a:pt x="45" y="90"/>
                  <a:pt x="45" y="90"/>
                  <a:pt x="45" y="90"/>
                </a:cubicBezTo>
                <a:cubicBezTo>
                  <a:pt x="12" y="90"/>
                  <a:pt x="12" y="90"/>
                  <a:pt x="12" y="90"/>
                </a:cubicBezTo>
                <a:cubicBezTo>
                  <a:pt x="9" y="90"/>
                  <a:pt x="6" y="88"/>
                  <a:pt x="4" y="86"/>
                </a:cubicBezTo>
                <a:cubicBezTo>
                  <a:pt x="1" y="84"/>
                  <a:pt x="0" y="81"/>
                  <a:pt x="0" y="78"/>
                </a:cubicBezTo>
                <a:cubicBezTo>
                  <a:pt x="0" y="76"/>
                  <a:pt x="1" y="73"/>
                  <a:pt x="3" y="71"/>
                </a:cubicBezTo>
                <a:cubicBezTo>
                  <a:pt x="59" y="4"/>
                  <a:pt x="59" y="4"/>
                  <a:pt x="59" y="4"/>
                </a:cubicBezTo>
                <a:cubicBezTo>
                  <a:pt x="61" y="1"/>
                  <a:pt x="64" y="0"/>
                  <a:pt x="68" y="0"/>
                </a:cubicBezTo>
                <a:cubicBezTo>
                  <a:pt x="71" y="0"/>
                  <a:pt x="74" y="1"/>
                  <a:pt x="76" y="4"/>
                </a:cubicBezTo>
                <a:cubicBezTo>
                  <a:pt x="133" y="71"/>
                  <a:pt x="133" y="71"/>
                  <a:pt x="133" y="71"/>
                </a:cubicBezTo>
                <a:cubicBezTo>
                  <a:pt x="134" y="73"/>
                  <a:pt x="135" y="76"/>
                  <a:pt x="135" y="78"/>
                </a:cubicBezTo>
                <a:cubicBezTo>
                  <a:pt x="135" y="81"/>
                  <a:pt x="134" y="84"/>
                  <a:pt x="132" y="86"/>
                </a:cubicBezTo>
                <a:cubicBezTo>
                  <a:pt x="130" y="88"/>
                  <a:pt x="127" y="90"/>
                  <a:pt x="124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191" y="157"/>
                  <a:pt x="191" y="157"/>
                  <a:pt x="191" y="157"/>
                </a:cubicBezTo>
                <a:cubicBezTo>
                  <a:pt x="193" y="157"/>
                  <a:pt x="195" y="158"/>
                  <a:pt x="196" y="159"/>
                </a:cubicBezTo>
                <a:cubicBezTo>
                  <a:pt x="224" y="193"/>
                  <a:pt x="224" y="193"/>
                  <a:pt x="224" y="193"/>
                </a:cubicBezTo>
                <a:cubicBezTo>
                  <a:pt x="225" y="194"/>
                  <a:pt x="225" y="195"/>
                  <a:pt x="225" y="196"/>
                </a:cubicBezTo>
                <a:close/>
                <a:moveTo>
                  <a:pt x="337" y="123"/>
                </a:moveTo>
                <a:cubicBezTo>
                  <a:pt x="337" y="126"/>
                  <a:pt x="337" y="128"/>
                  <a:pt x="335" y="130"/>
                </a:cubicBezTo>
                <a:cubicBezTo>
                  <a:pt x="279" y="198"/>
                  <a:pt x="279" y="198"/>
                  <a:pt x="279" y="198"/>
                </a:cubicBezTo>
                <a:cubicBezTo>
                  <a:pt x="276" y="201"/>
                  <a:pt x="273" y="202"/>
                  <a:pt x="270" y="202"/>
                </a:cubicBezTo>
                <a:cubicBezTo>
                  <a:pt x="267" y="202"/>
                  <a:pt x="264" y="201"/>
                  <a:pt x="261" y="198"/>
                </a:cubicBezTo>
                <a:cubicBezTo>
                  <a:pt x="205" y="130"/>
                  <a:pt x="205" y="130"/>
                  <a:pt x="205" y="130"/>
                </a:cubicBezTo>
                <a:cubicBezTo>
                  <a:pt x="204" y="128"/>
                  <a:pt x="203" y="126"/>
                  <a:pt x="203" y="123"/>
                </a:cubicBezTo>
                <a:cubicBezTo>
                  <a:pt x="203" y="120"/>
                  <a:pt x="204" y="118"/>
                  <a:pt x="206" y="115"/>
                </a:cubicBezTo>
                <a:cubicBezTo>
                  <a:pt x="208" y="113"/>
                  <a:pt x="211" y="112"/>
                  <a:pt x="214" y="112"/>
                </a:cubicBezTo>
                <a:cubicBezTo>
                  <a:pt x="248" y="112"/>
                  <a:pt x="248" y="112"/>
                  <a:pt x="248" y="112"/>
                </a:cubicBezTo>
                <a:cubicBezTo>
                  <a:pt x="248" y="45"/>
                  <a:pt x="248" y="45"/>
                  <a:pt x="248" y="45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5" y="45"/>
                  <a:pt x="143" y="44"/>
                  <a:pt x="142" y="43"/>
                </a:cubicBezTo>
                <a:cubicBezTo>
                  <a:pt x="114" y="9"/>
                  <a:pt x="114" y="9"/>
                  <a:pt x="114" y="9"/>
                </a:cubicBezTo>
                <a:cubicBezTo>
                  <a:pt x="113" y="8"/>
                  <a:pt x="113" y="7"/>
                  <a:pt x="113" y="5"/>
                </a:cubicBezTo>
                <a:cubicBezTo>
                  <a:pt x="113" y="4"/>
                  <a:pt x="113" y="2"/>
                  <a:pt x="114" y="1"/>
                </a:cubicBezTo>
                <a:cubicBezTo>
                  <a:pt x="116" y="0"/>
                  <a:pt x="117" y="0"/>
                  <a:pt x="118" y="0"/>
                </a:cubicBezTo>
                <a:cubicBezTo>
                  <a:pt x="287" y="0"/>
                  <a:pt x="287" y="0"/>
                  <a:pt x="287" y="0"/>
                </a:cubicBezTo>
                <a:cubicBezTo>
                  <a:pt x="288" y="0"/>
                  <a:pt x="289" y="0"/>
                  <a:pt x="289" y="0"/>
                </a:cubicBezTo>
                <a:cubicBezTo>
                  <a:pt x="290" y="0"/>
                  <a:pt x="290" y="1"/>
                  <a:pt x="291" y="1"/>
                </a:cubicBezTo>
                <a:cubicBezTo>
                  <a:pt x="291" y="2"/>
                  <a:pt x="292" y="2"/>
                  <a:pt x="292" y="3"/>
                </a:cubicBezTo>
                <a:cubicBezTo>
                  <a:pt x="292" y="3"/>
                  <a:pt x="292" y="4"/>
                  <a:pt x="292" y="5"/>
                </a:cubicBezTo>
                <a:cubicBezTo>
                  <a:pt x="292" y="6"/>
                  <a:pt x="293" y="6"/>
                  <a:pt x="293" y="7"/>
                </a:cubicBezTo>
                <a:cubicBezTo>
                  <a:pt x="293" y="112"/>
                  <a:pt x="293" y="112"/>
                  <a:pt x="293" y="112"/>
                </a:cubicBezTo>
                <a:cubicBezTo>
                  <a:pt x="326" y="112"/>
                  <a:pt x="326" y="112"/>
                  <a:pt x="326" y="112"/>
                </a:cubicBezTo>
                <a:cubicBezTo>
                  <a:pt x="329" y="112"/>
                  <a:pt x="332" y="113"/>
                  <a:pt x="334" y="115"/>
                </a:cubicBezTo>
                <a:cubicBezTo>
                  <a:pt x="336" y="118"/>
                  <a:pt x="337" y="120"/>
                  <a:pt x="337" y="12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48"/>
          <p:cNvSpPr>
            <a:spLocks noEditPoints="1"/>
          </p:cNvSpPr>
          <p:nvPr/>
        </p:nvSpPr>
        <p:spPr bwMode="auto">
          <a:xfrm>
            <a:off x="6811963" y="3327263"/>
            <a:ext cx="346075" cy="242888"/>
          </a:xfrm>
          <a:custGeom>
            <a:avLst/>
            <a:gdLst>
              <a:gd name="T0" fmla="*/ 187 w 320"/>
              <a:gd name="T1" fmla="*/ 130 h 225"/>
              <a:gd name="T2" fmla="*/ 187 w 320"/>
              <a:gd name="T3" fmla="*/ 130 h 225"/>
              <a:gd name="T4" fmla="*/ 182 w 320"/>
              <a:gd name="T5" fmla="*/ 73 h 225"/>
              <a:gd name="T6" fmla="*/ 180 w 320"/>
              <a:gd name="T7" fmla="*/ 70 h 225"/>
              <a:gd name="T8" fmla="*/ 176 w 320"/>
              <a:gd name="T9" fmla="*/ 68 h 225"/>
              <a:gd name="T10" fmla="*/ 144 w 320"/>
              <a:gd name="T11" fmla="*/ 68 h 225"/>
              <a:gd name="T12" fmla="*/ 140 w 320"/>
              <a:gd name="T13" fmla="*/ 70 h 225"/>
              <a:gd name="T14" fmla="*/ 138 w 320"/>
              <a:gd name="T15" fmla="*/ 73 h 225"/>
              <a:gd name="T16" fmla="*/ 134 w 320"/>
              <a:gd name="T17" fmla="*/ 130 h 225"/>
              <a:gd name="T18" fmla="*/ 134 w 320"/>
              <a:gd name="T19" fmla="*/ 130 h 225"/>
              <a:gd name="T20" fmla="*/ 135 w 320"/>
              <a:gd name="T21" fmla="*/ 134 h 225"/>
              <a:gd name="T22" fmla="*/ 139 w 320"/>
              <a:gd name="T23" fmla="*/ 135 h 225"/>
              <a:gd name="T24" fmla="*/ 182 w 320"/>
              <a:gd name="T25" fmla="*/ 135 h 225"/>
              <a:gd name="T26" fmla="*/ 185 w 320"/>
              <a:gd name="T27" fmla="*/ 134 h 225"/>
              <a:gd name="T28" fmla="*/ 187 w 320"/>
              <a:gd name="T29" fmla="*/ 130 h 225"/>
              <a:gd name="T30" fmla="*/ 320 w 320"/>
              <a:gd name="T31" fmla="*/ 212 h 225"/>
              <a:gd name="T32" fmla="*/ 312 w 320"/>
              <a:gd name="T33" fmla="*/ 225 h 225"/>
              <a:gd name="T34" fmla="*/ 188 w 320"/>
              <a:gd name="T35" fmla="*/ 225 h 225"/>
              <a:gd name="T36" fmla="*/ 192 w 320"/>
              <a:gd name="T37" fmla="*/ 224 h 225"/>
              <a:gd name="T38" fmla="*/ 193 w 320"/>
              <a:gd name="T39" fmla="*/ 220 h 225"/>
              <a:gd name="T40" fmla="*/ 190 w 320"/>
              <a:gd name="T41" fmla="*/ 175 h 225"/>
              <a:gd name="T42" fmla="*/ 188 w 320"/>
              <a:gd name="T43" fmla="*/ 171 h 225"/>
              <a:gd name="T44" fmla="*/ 184 w 320"/>
              <a:gd name="T45" fmla="*/ 169 h 225"/>
              <a:gd name="T46" fmla="*/ 136 w 320"/>
              <a:gd name="T47" fmla="*/ 169 h 225"/>
              <a:gd name="T48" fmla="*/ 132 w 320"/>
              <a:gd name="T49" fmla="*/ 171 h 225"/>
              <a:gd name="T50" fmla="*/ 130 w 320"/>
              <a:gd name="T51" fmla="*/ 175 h 225"/>
              <a:gd name="T52" fmla="*/ 127 w 320"/>
              <a:gd name="T53" fmla="*/ 220 h 225"/>
              <a:gd name="T54" fmla="*/ 128 w 320"/>
              <a:gd name="T55" fmla="*/ 224 h 225"/>
              <a:gd name="T56" fmla="*/ 132 w 320"/>
              <a:gd name="T57" fmla="*/ 225 h 225"/>
              <a:gd name="T58" fmla="*/ 8 w 320"/>
              <a:gd name="T59" fmla="*/ 225 h 225"/>
              <a:gd name="T60" fmla="*/ 0 w 320"/>
              <a:gd name="T61" fmla="*/ 212 h 225"/>
              <a:gd name="T62" fmla="*/ 5 w 320"/>
              <a:gd name="T63" fmla="*/ 192 h 225"/>
              <a:gd name="T64" fmla="*/ 78 w 320"/>
              <a:gd name="T65" fmla="*/ 9 h 225"/>
              <a:gd name="T66" fmla="*/ 83 w 320"/>
              <a:gd name="T67" fmla="*/ 3 h 225"/>
              <a:gd name="T68" fmla="*/ 89 w 320"/>
              <a:gd name="T69" fmla="*/ 0 h 225"/>
              <a:gd name="T70" fmla="*/ 149 w 320"/>
              <a:gd name="T71" fmla="*/ 0 h 225"/>
              <a:gd name="T72" fmla="*/ 145 w 320"/>
              <a:gd name="T73" fmla="*/ 2 h 225"/>
              <a:gd name="T74" fmla="*/ 143 w 320"/>
              <a:gd name="T75" fmla="*/ 6 h 225"/>
              <a:gd name="T76" fmla="*/ 140 w 320"/>
              <a:gd name="T77" fmla="*/ 40 h 225"/>
              <a:gd name="T78" fmla="*/ 142 w 320"/>
              <a:gd name="T79" fmla="*/ 44 h 225"/>
              <a:gd name="T80" fmla="*/ 146 w 320"/>
              <a:gd name="T81" fmla="*/ 45 h 225"/>
              <a:gd name="T82" fmla="*/ 175 w 320"/>
              <a:gd name="T83" fmla="*/ 45 h 225"/>
              <a:gd name="T84" fmla="*/ 179 w 320"/>
              <a:gd name="T85" fmla="*/ 44 h 225"/>
              <a:gd name="T86" fmla="*/ 180 w 320"/>
              <a:gd name="T87" fmla="*/ 40 h 225"/>
              <a:gd name="T88" fmla="*/ 177 w 320"/>
              <a:gd name="T89" fmla="*/ 6 h 225"/>
              <a:gd name="T90" fmla="*/ 175 w 320"/>
              <a:gd name="T91" fmla="*/ 2 h 225"/>
              <a:gd name="T92" fmla="*/ 171 w 320"/>
              <a:gd name="T93" fmla="*/ 0 h 225"/>
              <a:gd name="T94" fmla="*/ 231 w 320"/>
              <a:gd name="T95" fmla="*/ 0 h 225"/>
              <a:gd name="T96" fmla="*/ 238 w 320"/>
              <a:gd name="T97" fmla="*/ 3 h 225"/>
              <a:gd name="T98" fmla="*/ 242 w 320"/>
              <a:gd name="T99" fmla="*/ 9 h 225"/>
              <a:gd name="T100" fmla="*/ 315 w 320"/>
              <a:gd name="T101" fmla="*/ 192 h 225"/>
              <a:gd name="T102" fmla="*/ 320 w 320"/>
              <a:gd name="T103" fmla="*/ 21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0" h="225">
                <a:moveTo>
                  <a:pt x="187" y="130"/>
                </a:moveTo>
                <a:cubicBezTo>
                  <a:pt x="187" y="130"/>
                  <a:pt x="187" y="130"/>
                  <a:pt x="187" y="130"/>
                </a:cubicBezTo>
                <a:cubicBezTo>
                  <a:pt x="182" y="73"/>
                  <a:pt x="182" y="73"/>
                  <a:pt x="182" y="73"/>
                </a:cubicBezTo>
                <a:cubicBezTo>
                  <a:pt x="182" y="72"/>
                  <a:pt x="182" y="71"/>
                  <a:pt x="180" y="70"/>
                </a:cubicBezTo>
                <a:cubicBezTo>
                  <a:pt x="179" y="68"/>
                  <a:pt x="178" y="68"/>
                  <a:pt x="176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2" y="68"/>
                  <a:pt x="141" y="68"/>
                  <a:pt x="140" y="70"/>
                </a:cubicBezTo>
                <a:cubicBezTo>
                  <a:pt x="139" y="71"/>
                  <a:pt x="138" y="72"/>
                  <a:pt x="138" y="73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3" y="132"/>
                  <a:pt x="134" y="133"/>
                  <a:pt x="135" y="134"/>
                </a:cubicBezTo>
                <a:cubicBezTo>
                  <a:pt x="136" y="135"/>
                  <a:pt x="137" y="135"/>
                  <a:pt x="139" y="135"/>
                </a:cubicBezTo>
                <a:cubicBezTo>
                  <a:pt x="182" y="135"/>
                  <a:pt x="182" y="135"/>
                  <a:pt x="182" y="135"/>
                </a:cubicBezTo>
                <a:cubicBezTo>
                  <a:pt x="183" y="135"/>
                  <a:pt x="184" y="135"/>
                  <a:pt x="185" y="134"/>
                </a:cubicBezTo>
                <a:cubicBezTo>
                  <a:pt x="186" y="133"/>
                  <a:pt x="187" y="132"/>
                  <a:pt x="187" y="130"/>
                </a:cubicBezTo>
                <a:close/>
                <a:moveTo>
                  <a:pt x="320" y="212"/>
                </a:moveTo>
                <a:cubicBezTo>
                  <a:pt x="320" y="221"/>
                  <a:pt x="317" y="225"/>
                  <a:pt x="312" y="225"/>
                </a:cubicBezTo>
                <a:cubicBezTo>
                  <a:pt x="188" y="225"/>
                  <a:pt x="188" y="225"/>
                  <a:pt x="188" y="225"/>
                </a:cubicBezTo>
                <a:cubicBezTo>
                  <a:pt x="190" y="225"/>
                  <a:pt x="191" y="225"/>
                  <a:pt x="192" y="224"/>
                </a:cubicBezTo>
                <a:cubicBezTo>
                  <a:pt x="193" y="222"/>
                  <a:pt x="194" y="221"/>
                  <a:pt x="193" y="220"/>
                </a:cubicBezTo>
                <a:cubicBezTo>
                  <a:pt x="190" y="175"/>
                  <a:pt x="190" y="175"/>
                  <a:pt x="190" y="175"/>
                </a:cubicBezTo>
                <a:cubicBezTo>
                  <a:pt x="190" y="173"/>
                  <a:pt x="189" y="172"/>
                  <a:pt x="188" y="171"/>
                </a:cubicBezTo>
                <a:cubicBezTo>
                  <a:pt x="187" y="170"/>
                  <a:pt x="185" y="169"/>
                  <a:pt x="184" y="169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35" y="169"/>
                  <a:pt x="133" y="170"/>
                  <a:pt x="132" y="171"/>
                </a:cubicBezTo>
                <a:cubicBezTo>
                  <a:pt x="131" y="172"/>
                  <a:pt x="130" y="173"/>
                  <a:pt x="130" y="175"/>
                </a:cubicBezTo>
                <a:cubicBezTo>
                  <a:pt x="127" y="220"/>
                  <a:pt x="127" y="220"/>
                  <a:pt x="127" y="220"/>
                </a:cubicBezTo>
                <a:cubicBezTo>
                  <a:pt x="127" y="221"/>
                  <a:pt x="127" y="222"/>
                  <a:pt x="128" y="224"/>
                </a:cubicBezTo>
                <a:cubicBezTo>
                  <a:pt x="129" y="225"/>
                  <a:pt x="130" y="225"/>
                  <a:pt x="132" y="225"/>
                </a:cubicBezTo>
                <a:cubicBezTo>
                  <a:pt x="8" y="225"/>
                  <a:pt x="8" y="225"/>
                  <a:pt x="8" y="225"/>
                </a:cubicBezTo>
                <a:cubicBezTo>
                  <a:pt x="3" y="225"/>
                  <a:pt x="0" y="221"/>
                  <a:pt x="0" y="212"/>
                </a:cubicBezTo>
                <a:cubicBezTo>
                  <a:pt x="0" y="206"/>
                  <a:pt x="2" y="199"/>
                  <a:pt x="5" y="192"/>
                </a:cubicBezTo>
                <a:cubicBezTo>
                  <a:pt x="78" y="9"/>
                  <a:pt x="78" y="9"/>
                  <a:pt x="78" y="9"/>
                </a:cubicBezTo>
                <a:cubicBezTo>
                  <a:pt x="79" y="6"/>
                  <a:pt x="81" y="5"/>
                  <a:pt x="83" y="3"/>
                </a:cubicBezTo>
                <a:cubicBezTo>
                  <a:pt x="85" y="1"/>
                  <a:pt x="87" y="0"/>
                  <a:pt x="89" y="0"/>
                </a:cubicBezTo>
                <a:cubicBezTo>
                  <a:pt x="149" y="0"/>
                  <a:pt x="149" y="0"/>
                  <a:pt x="149" y="0"/>
                </a:cubicBezTo>
                <a:cubicBezTo>
                  <a:pt x="147" y="0"/>
                  <a:pt x="146" y="1"/>
                  <a:pt x="145" y="2"/>
                </a:cubicBezTo>
                <a:cubicBezTo>
                  <a:pt x="144" y="3"/>
                  <a:pt x="143" y="5"/>
                  <a:pt x="143" y="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41"/>
                  <a:pt x="141" y="43"/>
                  <a:pt x="142" y="44"/>
                </a:cubicBezTo>
                <a:cubicBezTo>
                  <a:pt x="143" y="45"/>
                  <a:pt x="144" y="45"/>
                  <a:pt x="146" y="45"/>
                </a:cubicBezTo>
                <a:cubicBezTo>
                  <a:pt x="175" y="45"/>
                  <a:pt x="175" y="45"/>
                  <a:pt x="175" y="45"/>
                </a:cubicBezTo>
                <a:cubicBezTo>
                  <a:pt x="176" y="45"/>
                  <a:pt x="177" y="45"/>
                  <a:pt x="179" y="44"/>
                </a:cubicBezTo>
                <a:cubicBezTo>
                  <a:pt x="180" y="43"/>
                  <a:pt x="180" y="41"/>
                  <a:pt x="180" y="40"/>
                </a:cubicBezTo>
                <a:cubicBezTo>
                  <a:pt x="177" y="6"/>
                  <a:pt x="177" y="6"/>
                  <a:pt x="177" y="6"/>
                </a:cubicBezTo>
                <a:cubicBezTo>
                  <a:pt x="177" y="5"/>
                  <a:pt x="177" y="3"/>
                  <a:pt x="175" y="2"/>
                </a:cubicBezTo>
                <a:cubicBezTo>
                  <a:pt x="174" y="1"/>
                  <a:pt x="173" y="0"/>
                  <a:pt x="171" y="0"/>
                </a:cubicBezTo>
                <a:cubicBezTo>
                  <a:pt x="231" y="0"/>
                  <a:pt x="231" y="0"/>
                  <a:pt x="231" y="0"/>
                </a:cubicBezTo>
                <a:cubicBezTo>
                  <a:pt x="233" y="0"/>
                  <a:pt x="235" y="1"/>
                  <a:pt x="238" y="3"/>
                </a:cubicBezTo>
                <a:cubicBezTo>
                  <a:pt x="240" y="5"/>
                  <a:pt x="241" y="6"/>
                  <a:pt x="242" y="9"/>
                </a:cubicBezTo>
                <a:cubicBezTo>
                  <a:pt x="315" y="192"/>
                  <a:pt x="315" y="192"/>
                  <a:pt x="315" y="192"/>
                </a:cubicBezTo>
                <a:cubicBezTo>
                  <a:pt x="318" y="199"/>
                  <a:pt x="320" y="206"/>
                  <a:pt x="320" y="2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49"/>
          <p:cNvSpPr>
            <a:spLocks noEditPoints="1"/>
          </p:cNvSpPr>
          <p:nvPr/>
        </p:nvSpPr>
        <p:spPr bwMode="auto">
          <a:xfrm>
            <a:off x="7259638" y="3293925"/>
            <a:ext cx="311150" cy="309563"/>
          </a:xfrm>
          <a:custGeom>
            <a:avLst/>
            <a:gdLst>
              <a:gd name="T0" fmla="*/ 248 w 288"/>
              <a:gd name="T1" fmla="*/ 56 h 286"/>
              <a:gd name="T2" fmla="*/ 243 w 288"/>
              <a:gd name="T3" fmla="*/ 44 h 286"/>
              <a:gd name="T4" fmla="*/ 231 w 288"/>
              <a:gd name="T5" fmla="*/ 39 h 286"/>
              <a:gd name="T6" fmla="*/ 219 w 288"/>
              <a:gd name="T7" fmla="*/ 44 h 286"/>
              <a:gd name="T8" fmla="*/ 215 w 288"/>
              <a:gd name="T9" fmla="*/ 56 h 286"/>
              <a:gd name="T10" fmla="*/ 219 w 288"/>
              <a:gd name="T11" fmla="*/ 68 h 286"/>
              <a:gd name="T12" fmla="*/ 231 w 288"/>
              <a:gd name="T13" fmla="*/ 73 h 286"/>
              <a:gd name="T14" fmla="*/ 243 w 288"/>
              <a:gd name="T15" fmla="*/ 68 h 286"/>
              <a:gd name="T16" fmla="*/ 248 w 288"/>
              <a:gd name="T17" fmla="*/ 56 h 286"/>
              <a:gd name="T18" fmla="*/ 288 w 288"/>
              <a:gd name="T19" fmla="*/ 5 h 286"/>
              <a:gd name="T20" fmla="*/ 274 w 288"/>
              <a:gd name="T21" fmla="*/ 81 h 286"/>
              <a:gd name="T22" fmla="*/ 230 w 288"/>
              <a:gd name="T23" fmla="*/ 144 h 286"/>
              <a:gd name="T24" fmla="*/ 196 w 288"/>
              <a:gd name="T25" fmla="*/ 175 h 286"/>
              <a:gd name="T26" fmla="*/ 192 w 288"/>
              <a:gd name="T27" fmla="*/ 241 h 286"/>
              <a:gd name="T28" fmla="*/ 189 w 288"/>
              <a:gd name="T29" fmla="*/ 246 h 286"/>
              <a:gd name="T30" fmla="*/ 122 w 288"/>
              <a:gd name="T31" fmla="*/ 285 h 286"/>
              <a:gd name="T32" fmla="*/ 119 w 288"/>
              <a:gd name="T33" fmla="*/ 286 h 286"/>
              <a:gd name="T34" fmla="*/ 115 w 288"/>
              <a:gd name="T35" fmla="*/ 285 h 286"/>
              <a:gd name="T36" fmla="*/ 104 w 288"/>
              <a:gd name="T37" fmla="*/ 273 h 286"/>
              <a:gd name="T38" fmla="*/ 102 w 288"/>
              <a:gd name="T39" fmla="*/ 268 h 286"/>
              <a:gd name="T40" fmla="*/ 117 w 288"/>
              <a:gd name="T41" fmla="*/ 219 h 286"/>
              <a:gd name="T42" fmla="*/ 68 w 288"/>
              <a:gd name="T43" fmla="*/ 170 h 286"/>
              <a:gd name="T44" fmla="*/ 19 w 288"/>
              <a:gd name="T45" fmla="*/ 185 h 286"/>
              <a:gd name="T46" fmla="*/ 18 w 288"/>
              <a:gd name="T47" fmla="*/ 185 h 286"/>
              <a:gd name="T48" fmla="*/ 14 w 288"/>
              <a:gd name="T49" fmla="*/ 183 h 286"/>
              <a:gd name="T50" fmla="*/ 3 w 288"/>
              <a:gd name="T51" fmla="*/ 172 h 286"/>
              <a:gd name="T52" fmla="*/ 2 w 288"/>
              <a:gd name="T53" fmla="*/ 165 h 286"/>
              <a:gd name="T54" fmla="*/ 41 w 288"/>
              <a:gd name="T55" fmla="*/ 98 h 286"/>
              <a:gd name="T56" fmla="*/ 46 w 288"/>
              <a:gd name="T57" fmla="*/ 95 h 286"/>
              <a:gd name="T58" fmla="*/ 112 w 288"/>
              <a:gd name="T59" fmla="*/ 92 h 286"/>
              <a:gd name="T60" fmla="*/ 143 w 288"/>
              <a:gd name="T61" fmla="*/ 57 h 286"/>
              <a:gd name="T62" fmla="*/ 206 w 288"/>
              <a:gd name="T63" fmla="*/ 12 h 286"/>
              <a:gd name="T64" fmla="*/ 282 w 288"/>
              <a:gd name="T65" fmla="*/ 0 h 286"/>
              <a:gd name="T66" fmla="*/ 286 w 288"/>
              <a:gd name="T67" fmla="*/ 1 h 286"/>
              <a:gd name="T68" fmla="*/ 288 w 288"/>
              <a:gd name="T69" fmla="*/ 5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8" h="286">
                <a:moveTo>
                  <a:pt x="248" y="56"/>
                </a:moveTo>
                <a:cubicBezTo>
                  <a:pt x="248" y="51"/>
                  <a:pt x="247" y="47"/>
                  <a:pt x="243" y="44"/>
                </a:cubicBezTo>
                <a:cubicBezTo>
                  <a:pt x="240" y="40"/>
                  <a:pt x="236" y="39"/>
                  <a:pt x="231" y="39"/>
                </a:cubicBezTo>
                <a:cubicBezTo>
                  <a:pt x="227" y="39"/>
                  <a:pt x="223" y="40"/>
                  <a:pt x="219" y="44"/>
                </a:cubicBezTo>
                <a:cubicBezTo>
                  <a:pt x="216" y="47"/>
                  <a:pt x="215" y="51"/>
                  <a:pt x="215" y="56"/>
                </a:cubicBezTo>
                <a:cubicBezTo>
                  <a:pt x="215" y="60"/>
                  <a:pt x="216" y="64"/>
                  <a:pt x="219" y="68"/>
                </a:cubicBezTo>
                <a:cubicBezTo>
                  <a:pt x="223" y="71"/>
                  <a:pt x="227" y="73"/>
                  <a:pt x="231" y="73"/>
                </a:cubicBezTo>
                <a:cubicBezTo>
                  <a:pt x="236" y="73"/>
                  <a:pt x="240" y="71"/>
                  <a:pt x="243" y="68"/>
                </a:cubicBezTo>
                <a:cubicBezTo>
                  <a:pt x="247" y="64"/>
                  <a:pt x="248" y="60"/>
                  <a:pt x="248" y="56"/>
                </a:cubicBezTo>
                <a:close/>
                <a:moveTo>
                  <a:pt x="288" y="5"/>
                </a:moveTo>
                <a:cubicBezTo>
                  <a:pt x="288" y="34"/>
                  <a:pt x="283" y="59"/>
                  <a:pt x="274" y="81"/>
                </a:cubicBezTo>
                <a:cubicBezTo>
                  <a:pt x="266" y="102"/>
                  <a:pt x="251" y="123"/>
                  <a:pt x="230" y="144"/>
                </a:cubicBezTo>
                <a:cubicBezTo>
                  <a:pt x="220" y="153"/>
                  <a:pt x="209" y="164"/>
                  <a:pt x="196" y="175"/>
                </a:cubicBezTo>
                <a:cubicBezTo>
                  <a:pt x="192" y="241"/>
                  <a:pt x="192" y="241"/>
                  <a:pt x="192" y="241"/>
                </a:cubicBezTo>
                <a:cubicBezTo>
                  <a:pt x="192" y="243"/>
                  <a:pt x="191" y="245"/>
                  <a:pt x="189" y="246"/>
                </a:cubicBezTo>
                <a:cubicBezTo>
                  <a:pt x="122" y="285"/>
                  <a:pt x="122" y="285"/>
                  <a:pt x="122" y="285"/>
                </a:cubicBezTo>
                <a:cubicBezTo>
                  <a:pt x="121" y="286"/>
                  <a:pt x="120" y="286"/>
                  <a:pt x="119" y="286"/>
                </a:cubicBezTo>
                <a:cubicBezTo>
                  <a:pt x="118" y="286"/>
                  <a:pt x="116" y="286"/>
                  <a:pt x="115" y="285"/>
                </a:cubicBezTo>
                <a:cubicBezTo>
                  <a:pt x="104" y="273"/>
                  <a:pt x="104" y="273"/>
                  <a:pt x="104" y="273"/>
                </a:cubicBezTo>
                <a:cubicBezTo>
                  <a:pt x="102" y="272"/>
                  <a:pt x="102" y="270"/>
                  <a:pt x="102" y="268"/>
                </a:cubicBezTo>
                <a:cubicBezTo>
                  <a:pt x="117" y="219"/>
                  <a:pt x="117" y="219"/>
                  <a:pt x="117" y="219"/>
                </a:cubicBezTo>
                <a:cubicBezTo>
                  <a:pt x="68" y="170"/>
                  <a:pt x="68" y="170"/>
                  <a:pt x="68" y="170"/>
                </a:cubicBezTo>
                <a:cubicBezTo>
                  <a:pt x="19" y="185"/>
                  <a:pt x="19" y="185"/>
                  <a:pt x="19" y="185"/>
                </a:cubicBezTo>
                <a:cubicBezTo>
                  <a:pt x="19" y="185"/>
                  <a:pt x="19" y="185"/>
                  <a:pt x="18" y="185"/>
                </a:cubicBezTo>
                <a:cubicBezTo>
                  <a:pt x="16" y="185"/>
                  <a:pt x="15" y="184"/>
                  <a:pt x="14" y="183"/>
                </a:cubicBezTo>
                <a:cubicBezTo>
                  <a:pt x="3" y="172"/>
                  <a:pt x="3" y="172"/>
                  <a:pt x="3" y="172"/>
                </a:cubicBezTo>
                <a:cubicBezTo>
                  <a:pt x="1" y="170"/>
                  <a:pt x="0" y="168"/>
                  <a:pt x="2" y="165"/>
                </a:cubicBezTo>
                <a:cubicBezTo>
                  <a:pt x="41" y="98"/>
                  <a:pt x="41" y="98"/>
                  <a:pt x="41" y="98"/>
                </a:cubicBezTo>
                <a:cubicBezTo>
                  <a:pt x="42" y="96"/>
                  <a:pt x="44" y="95"/>
                  <a:pt x="46" y="95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23" y="78"/>
                  <a:pt x="134" y="67"/>
                  <a:pt x="143" y="57"/>
                </a:cubicBezTo>
                <a:cubicBezTo>
                  <a:pt x="165" y="35"/>
                  <a:pt x="186" y="20"/>
                  <a:pt x="206" y="12"/>
                </a:cubicBezTo>
                <a:cubicBezTo>
                  <a:pt x="226" y="4"/>
                  <a:pt x="251" y="0"/>
                  <a:pt x="282" y="0"/>
                </a:cubicBezTo>
                <a:cubicBezTo>
                  <a:pt x="283" y="0"/>
                  <a:pt x="285" y="0"/>
                  <a:pt x="286" y="1"/>
                </a:cubicBezTo>
                <a:cubicBezTo>
                  <a:pt x="287" y="2"/>
                  <a:pt x="288" y="4"/>
                  <a:pt x="288" y="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2" name="Freeform 50"/>
          <p:cNvSpPr>
            <a:spLocks noEditPoints="1"/>
          </p:cNvSpPr>
          <p:nvPr/>
        </p:nvSpPr>
        <p:spPr bwMode="auto">
          <a:xfrm>
            <a:off x="7713663" y="3314563"/>
            <a:ext cx="266700" cy="266700"/>
          </a:xfrm>
          <a:custGeom>
            <a:avLst/>
            <a:gdLst>
              <a:gd name="T0" fmla="*/ 67 w 247"/>
              <a:gd name="T1" fmla="*/ 214 h 247"/>
              <a:gd name="T2" fmla="*/ 57 w 247"/>
              <a:gd name="T3" fmla="*/ 238 h 247"/>
              <a:gd name="T4" fmla="*/ 33 w 247"/>
              <a:gd name="T5" fmla="*/ 247 h 247"/>
              <a:gd name="T6" fmla="*/ 10 w 247"/>
              <a:gd name="T7" fmla="*/ 238 h 247"/>
              <a:gd name="T8" fmla="*/ 0 w 247"/>
              <a:gd name="T9" fmla="*/ 214 h 247"/>
              <a:gd name="T10" fmla="*/ 10 w 247"/>
              <a:gd name="T11" fmla="*/ 190 h 247"/>
              <a:gd name="T12" fmla="*/ 33 w 247"/>
              <a:gd name="T13" fmla="*/ 180 h 247"/>
              <a:gd name="T14" fmla="*/ 57 w 247"/>
              <a:gd name="T15" fmla="*/ 190 h 247"/>
              <a:gd name="T16" fmla="*/ 67 w 247"/>
              <a:gd name="T17" fmla="*/ 214 h 247"/>
              <a:gd name="T18" fmla="*/ 157 w 247"/>
              <a:gd name="T19" fmla="*/ 235 h 247"/>
              <a:gd name="T20" fmla="*/ 154 w 247"/>
              <a:gd name="T21" fmla="*/ 244 h 247"/>
              <a:gd name="T22" fmla="*/ 146 w 247"/>
              <a:gd name="T23" fmla="*/ 247 h 247"/>
              <a:gd name="T24" fmla="*/ 122 w 247"/>
              <a:gd name="T25" fmla="*/ 247 h 247"/>
              <a:gd name="T26" fmla="*/ 115 w 247"/>
              <a:gd name="T27" fmla="*/ 245 h 247"/>
              <a:gd name="T28" fmla="*/ 111 w 247"/>
              <a:gd name="T29" fmla="*/ 237 h 247"/>
              <a:gd name="T30" fmla="*/ 79 w 247"/>
              <a:gd name="T31" fmla="*/ 168 h 247"/>
              <a:gd name="T32" fmla="*/ 10 w 247"/>
              <a:gd name="T33" fmla="*/ 136 h 247"/>
              <a:gd name="T34" fmla="*/ 3 w 247"/>
              <a:gd name="T35" fmla="*/ 133 h 247"/>
              <a:gd name="T36" fmla="*/ 0 w 247"/>
              <a:gd name="T37" fmla="*/ 125 h 247"/>
              <a:gd name="T38" fmla="*/ 0 w 247"/>
              <a:gd name="T39" fmla="*/ 101 h 247"/>
              <a:gd name="T40" fmla="*/ 3 w 247"/>
              <a:gd name="T41" fmla="*/ 93 h 247"/>
              <a:gd name="T42" fmla="*/ 11 w 247"/>
              <a:gd name="T43" fmla="*/ 90 h 247"/>
              <a:gd name="T44" fmla="*/ 12 w 247"/>
              <a:gd name="T45" fmla="*/ 90 h 247"/>
              <a:gd name="T46" fmla="*/ 66 w 247"/>
              <a:gd name="T47" fmla="*/ 104 h 247"/>
              <a:gd name="T48" fmla="*/ 111 w 247"/>
              <a:gd name="T49" fmla="*/ 136 h 247"/>
              <a:gd name="T50" fmla="*/ 143 w 247"/>
              <a:gd name="T51" fmla="*/ 182 h 247"/>
              <a:gd name="T52" fmla="*/ 157 w 247"/>
              <a:gd name="T53" fmla="*/ 235 h 247"/>
              <a:gd name="T54" fmla="*/ 247 w 247"/>
              <a:gd name="T55" fmla="*/ 236 h 247"/>
              <a:gd name="T56" fmla="*/ 244 w 247"/>
              <a:gd name="T57" fmla="*/ 244 h 247"/>
              <a:gd name="T58" fmla="*/ 236 w 247"/>
              <a:gd name="T59" fmla="*/ 247 h 247"/>
              <a:gd name="T60" fmla="*/ 211 w 247"/>
              <a:gd name="T61" fmla="*/ 247 h 247"/>
              <a:gd name="T62" fmla="*/ 203 w 247"/>
              <a:gd name="T63" fmla="*/ 244 h 247"/>
              <a:gd name="T64" fmla="*/ 199 w 247"/>
              <a:gd name="T65" fmla="*/ 237 h 247"/>
              <a:gd name="T66" fmla="*/ 182 w 247"/>
              <a:gd name="T67" fmla="*/ 165 h 247"/>
              <a:gd name="T68" fmla="*/ 141 w 247"/>
              <a:gd name="T69" fmla="*/ 106 h 247"/>
              <a:gd name="T70" fmla="*/ 82 w 247"/>
              <a:gd name="T71" fmla="*/ 66 h 247"/>
              <a:gd name="T72" fmla="*/ 10 w 247"/>
              <a:gd name="T73" fmla="*/ 48 h 247"/>
              <a:gd name="T74" fmla="*/ 3 w 247"/>
              <a:gd name="T75" fmla="*/ 44 h 247"/>
              <a:gd name="T76" fmla="*/ 0 w 247"/>
              <a:gd name="T77" fmla="*/ 37 h 247"/>
              <a:gd name="T78" fmla="*/ 0 w 247"/>
              <a:gd name="T79" fmla="*/ 11 h 247"/>
              <a:gd name="T80" fmla="*/ 3 w 247"/>
              <a:gd name="T81" fmla="*/ 3 h 247"/>
              <a:gd name="T82" fmla="*/ 11 w 247"/>
              <a:gd name="T83" fmla="*/ 0 h 247"/>
              <a:gd name="T84" fmla="*/ 12 w 247"/>
              <a:gd name="T85" fmla="*/ 0 h 247"/>
              <a:gd name="T86" fmla="*/ 100 w 247"/>
              <a:gd name="T87" fmla="*/ 21 h 247"/>
              <a:gd name="T88" fmla="*/ 174 w 247"/>
              <a:gd name="T89" fmla="*/ 73 h 247"/>
              <a:gd name="T90" fmla="*/ 226 w 247"/>
              <a:gd name="T91" fmla="*/ 148 h 247"/>
              <a:gd name="T92" fmla="*/ 247 w 247"/>
              <a:gd name="T93" fmla="*/ 23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47" h="247">
                <a:moveTo>
                  <a:pt x="67" y="214"/>
                </a:moveTo>
                <a:cubicBezTo>
                  <a:pt x="67" y="223"/>
                  <a:pt x="64" y="231"/>
                  <a:pt x="57" y="238"/>
                </a:cubicBezTo>
                <a:cubicBezTo>
                  <a:pt x="51" y="244"/>
                  <a:pt x="43" y="247"/>
                  <a:pt x="33" y="247"/>
                </a:cubicBezTo>
                <a:cubicBezTo>
                  <a:pt x="24" y="247"/>
                  <a:pt x="16" y="244"/>
                  <a:pt x="10" y="238"/>
                </a:cubicBezTo>
                <a:cubicBezTo>
                  <a:pt x="3" y="231"/>
                  <a:pt x="0" y="223"/>
                  <a:pt x="0" y="214"/>
                </a:cubicBezTo>
                <a:cubicBezTo>
                  <a:pt x="0" y="204"/>
                  <a:pt x="3" y="196"/>
                  <a:pt x="10" y="190"/>
                </a:cubicBezTo>
                <a:cubicBezTo>
                  <a:pt x="16" y="183"/>
                  <a:pt x="24" y="180"/>
                  <a:pt x="33" y="180"/>
                </a:cubicBezTo>
                <a:cubicBezTo>
                  <a:pt x="43" y="180"/>
                  <a:pt x="51" y="183"/>
                  <a:pt x="57" y="190"/>
                </a:cubicBezTo>
                <a:cubicBezTo>
                  <a:pt x="64" y="196"/>
                  <a:pt x="67" y="204"/>
                  <a:pt x="67" y="214"/>
                </a:cubicBezTo>
                <a:close/>
                <a:moveTo>
                  <a:pt x="157" y="235"/>
                </a:moveTo>
                <a:cubicBezTo>
                  <a:pt x="157" y="239"/>
                  <a:pt x="156" y="241"/>
                  <a:pt x="154" y="244"/>
                </a:cubicBezTo>
                <a:cubicBezTo>
                  <a:pt x="152" y="246"/>
                  <a:pt x="149" y="247"/>
                  <a:pt x="146" y="247"/>
                </a:cubicBezTo>
                <a:cubicBezTo>
                  <a:pt x="122" y="247"/>
                  <a:pt x="122" y="247"/>
                  <a:pt x="122" y="247"/>
                </a:cubicBezTo>
                <a:cubicBezTo>
                  <a:pt x="119" y="247"/>
                  <a:pt x="117" y="246"/>
                  <a:pt x="115" y="245"/>
                </a:cubicBezTo>
                <a:cubicBezTo>
                  <a:pt x="112" y="243"/>
                  <a:pt x="111" y="240"/>
                  <a:pt x="111" y="237"/>
                </a:cubicBezTo>
                <a:cubicBezTo>
                  <a:pt x="109" y="210"/>
                  <a:pt x="98" y="188"/>
                  <a:pt x="79" y="168"/>
                </a:cubicBezTo>
                <a:cubicBezTo>
                  <a:pt x="60" y="149"/>
                  <a:pt x="37" y="139"/>
                  <a:pt x="10" y="136"/>
                </a:cubicBezTo>
                <a:cubicBezTo>
                  <a:pt x="7" y="136"/>
                  <a:pt x="5" y="135"/>
                  <a:pt x="3" y="133"/>
                </a:cubicBezTo>
                <a:cubicBezTo>
                  <a:pt x="1" y="130"/>
                  <a:pt x="0" y="128"/>
                  <a:pt x="0" y="125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98"/>
                  <a:pt x="1" y="95"/>
                  <a:pt x="3" y="93"/>
                </a:cubicBezTo>
                <a:cubicBezTo>
                  <a:pt x="5" y="91"/>
                  <a:pt x="8" y="90"/>
                  <a:pt x="11" y="90"/>
                </a:cubicBezTo>
                <a:cubicBezTo>
                  <a:pt x="12" y="90"/>
                  <a:pt x="12" y="90"/>
                  <a:pt x="12" y="90"/>
                </a:cubicBezTo>
                <a:cubicBezTo>
                  <a:pt x="31" y="92"/>
                  <a:pt x="49" y="96"/>
                  <a:pt x="66" y="104"/>
                </a:cubicBezTo>
                <a:cubicBezTo>
                  <a:pt x="83" y="112"/>
                  <a:pt x="98" y="123"/>
                  <a:pt x="111" y="136"/>
                </a:cubicBezTo>
                <a:cubicBezTo>
                  <a:pt x="124" y="149"/>
                  <a:pt x="135" y="164"/>
                  <a:pt x="143" y="182"/>
                </a:cubicBezTo>
                <a:cubicBezTo>
                  <a:pt x="151" y="199"/>
                  <a:pt x="156" y="217"/>
                  <a:pt x="157" y="235"/>
                </a:cubicBezTo>
                <a:close/>
                <a:moveTo>
                  <a:pt x="247" y="236"/>
                </a:moveTo>
                <a:cubicBezTo>
                  <a:pt x="247" y="239"/>
                  <a:pt x="246" y="242"/>
                  <a:pt x="244" y="244"/>
                </a:cubicBezTo>
                <a:cubicBezTo>
                  <a:pt x="242" y="246"/>
                  <a:pt x="239" y="247"/>
                  <a:pt x="236" y="247"/>
                </a:cubicBezTo>
                <a:cubicBezTo>
                  <a:pt x="211" y="247"/>
                  <a:pt x="211" y="247"/>
                  <a:pt x="211" y="247"/>
                </a:cubicBezTo>
                <a:cubicBezTo>
                  <a:pt x="208" y="247"/>
                  <a:pt x="205" y="246"/>
                  <a:pt x="203" y="244"/>
                </a:cubicBezTo>
                <a:cubicBezTo>
                  <a:pt x="201" y="242"/>
                  <a:pt x="200" y="240"/>
                  <a:pt x="199" y="237"/>
                </a:cubicBezTo>
                <a:cubicBezTo>
                  <a:pt x="198" y="212"/>
                  <a:pt x="192" y="188"/>
                  <a:pt x="182" y="165"/>
                </a:cubicBezTo>
                <a:cubicBezTo>
                  <a:pt x="171" y="143"/>
                  <a:pt x="158" y="123"/>
                  <a:pt x="141" y="106"/>
                </a:cubicBezTo>
                <a:cubicBezTo>
                  <a:pt x="124" y="89"/>
                  <a:pt x="105" y="76"/>
                  <a:pt x="82" y="66"/>
                </a:cubicBezTo>
                <a:cubicBezTo>
                  <a:pt x="59" y="55"/>
                  <a:pt x="35" y="49"/>
                  <a:pt x="10" y="48"/>
                </a:cubicBezTo>
                <a:cubicBezTo>
                  <a:pt x="7" y="47"/>
                  <a:pt x="5" y="46"/>
                  <a:pt x="3" y="44"/>
                </a:cubicBezTo>
                <a:cubicBezTo>
                  <a:pt x="1" y="42"/>
                  <a:pt x="0" y="39"/>
                  <a:pt x="0" y="37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42" y="2"/>
                  <a:pt x="72" y="9"/>
                  <a:pt x="100" y="21"/>
                </a:cubicBezTo>
                <a:cubicBezTo>
                  <a:pt x="128" y="34"/>
                  <a:pt x="153" y="51"/>
                  <a:pt x="174" y="73"/>
                </a:cubicBezTo>
                <a:cubicBezTo>
                  <a:pt x="196" y="95"/>
                  <a:pt x="213" y="120"/>
                  <a:pt x="226" y="148"/>
                </a:cubicBezTo>
                <a:cubicBezTo>
                  <a:pt x="238" y="176"/>
                  <a:pt x="245" y="205"/>
                  <a:pt x="247" y="2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3" name="Freeform 51"/>
          <p:cNvSpPr>
            <a:spLocks noEditPoints="1"/>
          </p:cNvSpPr>
          <p:nvPr/>
        </p:nvSpPr>
        <p:spPr bwMode="auto">
          <a:xfrm>
            <a:off x="5114926" y="3733663"/>
            <a:ext cx="290513" cy="292100"/>
          </a:xfrm>
          <a:custGeom>
            <a:avLst/>
            <a:gdLst>
              <a:gd name="T0" fmla="*/ 90 w 269"/>
              <a:gd name="T1" fmla="*/ 202 h 270"/>
              <a:gd name="T2" fmla="*/ 83 w 269"/>
              <a:gd name="T3" fmla="*/ 186 h 270"/>
              <a:gd name="T4" fmla="*/ 67 w 269"/>
              <a:gd name="T5" fmla="*/ 180 h 270"/>
              <a:gd name="T6" fmla="*/ 51 w 269"/>
              <a:gd name="T7" fmla="*/ 186 h 270"/>
              <a:gd name="T8" fmla="*/ 45 w 269"/>
              <a:gd name="T9" fmla="*/ 202 h 270"/>
              <a:gd name="T10" fmla="*/ 51 w 269"/>
              <a:gd name="T11" fmla="*/ 218 h 270"/>
              <a:gd name="T12" fmla="*/ 67 w 269"/>
              <a:gd name="T13" fmla="*/ 225 h 270"/>
              <a:gd name="T14" fmla="*/ 83 w 269"/>
              <a:gd name="T15" fmla="*/ 218 h 270"/>
              <a:gd name="T16" fmla="*/ 90 w 269"/>
              <a:gd name="T17" fmla="*/ 202 h 270"/>
              <a:gd name="T18" fmla="*/ 151 w 269"/>
              <a:gd name="T19" fmla="*/ 219 h 270"/>
              <a:gd name="T20" fmla="*/ 120 w 269"/>
              <a:gd name="T21" fmla="*/ 149 h 270"/>
              <a:gd name="T22" fmla="*/ 51 w 269"/>
              <a:gd name="T23" fmla="*/ 118 h 270"/>
              <a:gd name="T24" fmla="*/ 46 w 269"/>
              <a:gd name="T25" fmla="*/ 120 h 270"/>
              <a:gd name="T26" fmla="*/ 45 w 269"/>
              <a:gd name="T27" fmla="*/ 124 h 270"/>
              <a:gd name="T28" fmla="*/ 45 w 269"/>
              <a:gd name="T29" fmla="*/ 146 h 270"/>
              <a:gd name="T30" fmla="*/ 46 w 269"/>
              <a:gd name="T31" fmla="*/ 150 h 270"/>
              <a:gd name="T32" fmla="*/ 50 w 269"/>
              <a:gd name="T33" fmla="*/ 152 h 270"/>
              <a:gd name="T34" fmla="*/ 96 w 269"/>
              <a:gd name="T35" fmla="*/ 173 h 270"/>
              <a:gd name="T36" fmla="*/ 117 w 269"/>
              <a:gd name="T37" fmla="*/ 220 h 270"/>
              <a:gd name="T38" fmla="*/ 119 w 269"/>
              <a:gd name="T39" fmla="*/ 223 h 270"/>
              <a:gd name="T40" fmla="*/ 123 w 269"/>
              <a:gd name="T41" fmla="*/ 225 h 270"/>
              <a:gd name="T42" fmla="*/ 146 w 269"/>
              <a:gd name="T43" fmla="*/ 225 h 270"/>
              <a:gd name="T44" fmla="*/ 150 w 269"/>
              <a:gd name="T45" fmla="*/ 223 h 270"/>
              <a:gd name="T46" fmla="*/ 151 w 269"/>
              <a:gd name="T47" fmla="*/ 219 h 270"/>
              <a:gd name="T48" fmla="*/ 219 w 269"/>
              <a:gd name="T49" fmla="*/ 219 h 270"/>
              <a:gd name="T50" fmla="*/ 209 w 269"/>
              <a:gd name="T51" fmla="*/ 167 h 270"/>
              <a:gd name="T52" fmla="*/ 184 w 269"/>
              <a:gd name="T53" fmla="*/ 121 h 270"/>
              <a:gd name="T54" fmla="*/ 148 w 269"/>
              <a:gd name="T55" fmla="*/ 85 h 270"/>
              <a:gd name="T56" fmla="*/ 103 w 269"/>
              <a:gd name="T57" fmla="*/ 61 h 270"/>
              <a:gd name="T58" fmla="*/ 50 w 269"/>
              <a:gd name="T59" fmla="*/ 51 h 270"/>
              <a:gd name="T60" fmla="*/ 46 w 269"/>
              <a:gd name="T61" fmla="*/ 52 h 270"/>
              <a:gd name="T62" fmla="*/ 45 w 269"/>
              <a:gd name="T63" fmla="*/ 56 h 270"/>
              <a:gd name="T64" fmla="*/ 45 w 269"/>
              <a:gd name="T65" fmla="*/ 79 h 270"/>
              <a:gd name="T66" fmla="*/ 46 w 269"/>
              <a:gd name="T67" fmla="*/ 83 h 270"/>
              <a:gd name="T68" fmla="*/ 50 w 269"/>
              <a:gd name="T69" fmla="*/ 85 h 270"/>
              <a:gd name="T70" fmla="*/ 116 w 269"/>
              <a:gd name="T71" fmla="*/ 104 h 270"/>
              <a:gd name="T72" fmla="*/ 165 w 269"/>
              <a:gd name="T73" fmla="*/ 153 h 270"/>
              <a:gd name="T74" fmla="*/ 185 w 269"/>
              <a:gd name="T75" fmla="*/ 219 h 270"/>
              <a:gd name="T76" fmla="*/ 187 w 269"/>
              <a:gd name="T77" fmla="*/ 223 h 270"/>
              <a:gd name="T78" fmla="*/ 190 w 269"/>
              <a:gd name="T79" fmla="*/ 225 h 270"/>
              <a:gd name="T80" fmla="*/ 213 w 269"/>
              <a:gd name="T81" fmla="*/ 225 h 270"/>
              <a:gd name="T82" fmla="*/ 217 w 269"/>
              <a:gd name="T83" fmla="*/ 223 h 270"/>
              <a:gd name="T84" fmla="*/ 219 w 269"/>
              <a:gd name="T85" fmla="*/ 219 h 270"/>
              <a:gd name="T86" fmla="*/ 269 w 269"/>
              <a:gd name="T87" fmla="*/ 51 h 270"/>
              <a:gd name="T88" fmla="*/ 269 w 269"/>
              <a:gd name="T89" fmla="*/ 219 h 270"/>
              <a:gd name="T90" fmla="*/ 254 w 269"/>
              <a:gd name="T91" fmla="*/ 255 h 270"/>
              <a:gd name="T92" fmla="*/ 219 w 269"/>
              <a:gd name="T93" fmla="*/ 270 h 270"/>
              <a:gd name="T94" fmla="*/ 50 w 269"/>
              <a:gd name="T95" fmla="*/ 270 h 270"/>
              <a:gd name="T96" fmla="*/ 14 w 269"/>
              <a:gd name="T97" fmla="*/ 255 h 270"/>
              <a:gd name="T98" fmla="*/ 0 w 269"/>
              <a:gd name="T99" fmla="*/ 219 h 270"/>
              <a:gd name="T100" fmla="*/ 0 w 269"/>
              <a:gd name="T101" fmla="*/ 51 h 270"/>
              <a:gd name="T102" fmla="*/ 14 w 269"/>
              <a:gd name="T103" fmla="*/ 15 h 270"/>
              <a:gd name="T104" fmla="*/ 50 w 269"/>
              <a:gd name="T105" fmla="*/ 0 h 270"/>
              <a:gd name="T106" fmla="*/ 219 w 269"/>
              <a:gd name="T107" fmla="*/ 0 h 270"/>
              <a:gd name="T108" fmla="*/ 254 w 269"/>
              <a:gd name="T109" fmla="*/ 15 h 270"/>
              <a:gd name="T110" fmla="*/ 269 w 269"/>
              <a:gd name="T11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69" h="270">
                <a:moveTo>
                  <a:pt x="90" y="202"/>
                </a:moveTo>
                <a:cubicBezTo>
                  <a:pt x="90" y="196"/>
                  <a:pt x="87" y="191"/>
                  <a:pt x="83" y="186"/>
                </a:cubicBezTo>
                <a:cubicBezTo>
                  <a:pt x="79" y="182"/>
                  <a:pt x="73" y="180"/>
                  <a:pt x="67" y="180"/>
                </a:cubicBezTo>
                <a:cubicBezTo>
                  <a:pt x="61" y="180"/>
                  <a:pt x="56" y="182"/>
                  <a:pt x="51" y="186"/>
                </a:cubicBezTo>
                <a:cubicBezTo>
                  <a:pt x="47" y="191"/>
                  <a:pt x="45" y="196"/>
                  <a:pt x="45" y="202"/>
                </a:cubicBezTo>
                <a:cubicBezTo>
                  <a:pt x="45" y="209"/>
                  <a:pt x="47" y="214"/>
                  <a:pt x="51" y="218"/>
                </a:cubicBezTo>
                <a:cubicBezTo>
                  <a:pt x="56" y="223"/>
                  <a:pt x="61" y="225"/>
                  <a:pt x="67" y="225"/>
                </a:cubicBezTo>
                <a:cubicBezTo>
                  <a:pt x="73" y="225"/>
                  <a:pt x="79" y="223"/>
                  <a:pt x="83" y="218"/>
                </a:cubicBezTo>
                <a:cubicBezTo>
                  <a:pt x="87" y="214"/>
                  <a:pt x="90" y="209"/>
                  <a:pt x="90" y="202"/>
                </a:cubicBezTo>
                <a:close/>
                <a:moveTo>
                  <a:pt x="151" y="219"/>
                </a:moveTo>
                <a:cubicBezTo>
                  <a:pt x="150" y="192"/>
                  <a:pt x="139" y="169"/>
                  <a:pt x="120" y="149"/>
                </a:cubicBezTo>
                <a:cubicBezTo>
                  <a:pt x="101" y="130"/>
                  <a:pt x="78" y="120"/>
                  <a:pt x="51" y="118"/>
                </a:cubicBezTo>
                <a:cubicBezTo>
                  <a:pt x="49" y="118"/>
                  <a:pt x="48" y="119"/>
                  <a:pt x="46" y="120"/>
                </a:cubicBezTo>
                <a:cubicBezTo>
                  <a:pt x="45" y="121"/>
                  <a:pt x="45" y="122"/>
                  <a:pt x="45" y="124"/>
                </a:cubicBezTo>
                <a:cubicBezTo>
                  <a:pt x="45" y="146"/>
                  <a:pt x="45" y="146"/>
                  <a:pt x="45" y="146"/>
                </a:cubicBezTo>
                <a:cubicBezTo>
                  <a:pt x="45" y="148"/>
                  <a:pt x="45" y="149"/>
                  <a:pt x="46" y="150"/>
                </a:cubicBezTo>
                <a:cubicBezTo>
                  <a:pt x="47" y="151"/>
                  <a:pt x="48" y="152"/>
                  <a:pt x="50" y="152"/>
                </a:cubicBezTo>
                <a:cubicBezTo>
                  <a:pt x="68" y="153"/>
                  <a:pt x="83" y="160"/>
                  <a:pt x="96" y="173"/>
                </a:cubicBezTo>
                <a:cubicBezTo>
                  <a:pt x="109" y="186"/>
                  <a:pt x="116" y="202"/>
                  <a:pt x="117" y="220"/>
                </a:cubicBezTo>
                <a:cubicBezTo>
                  <a:pt x="118" y="221"/>
                  <a:pt x="118" y="222"/>
                  <a:pt x="119" y="223"/>
                </a:cubicBezTo>
                <a:cubicBezTo>
                  <a:pt x="120" y="224"/>
                  <a:pt x="122" y="225"/>
                  <a:pt x="123" y="225"/>
                </a:cubicBezTo>
                <a:cubicBezTo>
                  <a:pt x="146" y="225"/>
                  <a:pt x="146" y="225"/>
                  <a:pt x="146" y="225"/>
                </a:cubicBezTo>
                <a:cubicBezTo>
                  <a:pt x="147" y="225"/>
                  <a:pt x="148" y="224"/>
                  <a:pt x="150" y="223"/>
                </a:cubicBezTo>
                <a:cubicBezTo>
                  <a:pt x="151" y="222"/>
                  <a:pt x="151" y="221"/>
                  <a:pt x="151" y="219"/>
                </a:cubicBezTo>
                <a:close/>
                <a:moveTo>
                  <a:pt x="219" y="219"/>
                </a:moveTo>
                <a:cubicBezTo>
                  <a:pt x="218" y="201"/>
                  <a:pt x="215" y="184"/>
                  <a:pt x="209" y="167"/>
                </a:cubicBezTo>
                <a:cubicBezTo>
                  <a:pt x="203" y="150"/>
                  <a:pt x="195" y="135"/>
                  <a:pt x="184" y="121"/>
                </a:cubicBezTo>
                <a:cubicBezTo>
                  <a:pt x="174" y="108"/>
                  <a:pt x="162" y="96"/>
                  <a:pt x="148" y="85"/>
                </a:cubicBezTo>
                <a:cubicBezTo>
                  <a:pt x="135" y="75"/>
                  <a:pt x="119" y="67"/>
                  <a:pt x="103" y="61"/>
                </a:cubicBezTo>
                <a:cubicBezTo>
                  <a:pt x="86" y="55"/>
                  <a:pt x="68" y="51"/>
                  <a:pt x="50" y="51"/>
                </a:cubicBezTo>
                <a:cubicBezTo>
                  <a:pt x="49" y="51"/>
                  <a:pt x="47" y="51"/>
                  <a:pt x="46" y="52"/>
                </a:cubicBezTo>
                <a:cubicBezTo>
                  <a:pt x="45" y="54"/>
                  <a:pt x="45" y="55"/>
                  <a:pt x="45" y="56"/>
                </a:cubicBezTo>
                <a:cubicBezTo>
                  <a:pt x="45" y="79"/>
                  <a:pt x="45" y="79"/>
                  <a:pt x="45" y="79"/>
                </a:cubicBezTo>
                <a:cubicBezTo>
                  <a:pt x="45" y="80"/>
                  <a:pt x="45" y="82"/>
                  <a:pt x="46" y="83"/>
                </a:cubicBezTo>
                <a:cubicBezTo>
                  <a:pt x="47" y="84"/>
                  <a:pt x="48" y="84"/>
                  <a:pt x="50" y="85"/>
                </a:cubicBezTo>
                <a:cubicBezTo>
                  <a:pt x="74" y="85"/>
                  <a:pt x="96" y="92"/>
                  <a:pt x="116" y="104"/>
                </a:cubicBezTo>
                <a:cubicBezTo>
                  <a:pt x="137" y="116"/>
                  <a:pt x="153" y="133"/>
                  <a:pt x="165" y="153"/>
                </a:cubicBezTo>
                <a:cubicBezTo>
                  <a:pt x="178" y="173"/>
                  <a:pt x="184" y="196"/>
                  <a:pt x="185" y="219"/>
                </a:cubicBezTo>
                <a:cubicBezTo>
                  <a:pt x="185" y="221"/>
                  <a:pt x="186" y="222"/>
                  <a:pt x="187" y="223"/>
                </a:cubicBezTo>
                <a:cubicBezTo>
                  <a:pt x="188" y="224"/>
                  <a:pt x="189" y="225"/>
                  <a:pt x="190" y="225"/>
                </a:cubicBezTo>
                <a:cubicBezTo>
                  <a:pt x="213" y="225"/>
                  <a:pt x="213" y="225"/>
                  <a:pt x="213" y="225"/>
                </a:cubicBezTo>
                <a:cubicBezTo>
                  <a:pt x="214" y="225"/>
                  <a:pt x="216" y="224"/>
                  <a:pt x="217" y="223"/>
                </a:cubicBezTo>
                <a:cubicBezTo>
                  <a:pt x="218" y="222"/>
                  <a:pt x="219" y="221"/>
                  <a:pt x="219" y="219"/>
                </a:cubicBezTo>
                <a:close/>
                <a:moveTo>
                  <a:pt x="269" y="51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4" y="245"/>
                  <a:pt x="254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4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4" y="15"/>
                </a:cubicBezTo>
                <a:cubicBezTo>
                  <a:pt x="264" y="25"/>
                  <a:pt x="269" y="37"/>
                  <a:pt x="269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4" name="Freeform 52"/>
          <p:cNvSpPr>
            <a:spLocks noEditPoints="1"/>
          </p:cNvSpPr>
          <p:nvPr/>
        </p:nvSpPr>
        <p:spPr bwMode="auto">
          <a:xfrm>
            <a:off x="5546726" y="3747950"/>
            <a:ext cx="290513" cy="263525"/>
          </a:xfrm>
          <a:custGeom>
            <a:avLst/>
            <a:gdLst>
              <a:gd name="T0" fmla="*/ 157 w 269"/>
              <a:gd name="T1" fmla="*/ 214 h 244"/>
              <a:gd name="T2" fmla="*/ 157 w 269"/>
              <a:gd name="T3" fmla="*/ 244 h 244"/>
              <a:gd name="T4" fmla="*/ 113 w 269"/>
              <a:gd name="T5" fmla="*/ 244 h 244"/>
              <a:gd name="T6" fmla="*/ 86 w 269"/>
              <a:gd name="T7" fmla="*/ 199 h 244"/>
              <a:gd name="T8" fmla="*/ 81 w 269"/>
              <a:gd name="T9" fmla="*/ 192 h 244"/>
              <a:gd name="T10" fmla="*/ 79 w 269"/>
              <a:gd name="T11" fmla="*/ 188 h 244"/>
              <a:gd name="T12" fmla="*/ 79 w 269"/>
              <a:gd name="T13" fmla="*/ 188 h 244"/>
              <a:gd name="T14" fmla="*/ 77 w 269"/>
              <a:gd name="T15" fmla="*/ 192 h 244"/>
              <a:gd name="T16" fmla="*/ 73 w 269"/>
              <a:gd name="T17" fmla="*/ 200 h 244"/>
              <a:gd name="T18" fmla="*/ 46 w 269"/>
              <a:gd name="T19" fmla="*/ 244 h 244"/>
              <a:gd name="T20" fmla="*/ 0 w 269"/>
              <a:gd name="T21" fmla="*/ 244 h 244"/>
              <a:gd name="T22" fmla="*/ 0 w 269"/>
              <a:gd name="T23" fmla="*/ 214 h 244"/>
              <a:gd name="T24" fmla="*/ 23 w 269"/>
              <a:gd name="T25" fmla="*/ 214 h 244"/>
              <a:gd name="T26" fmla="*/ 57 w 269"/>
              <a:gd name="T27" fmla="*/ 163 h 244"/>
              <a:gd name="T28" fmla="*/ 25 w 269"/>
              <a:gd name="T29" fmla="*/ 116 h 244"/>
              <a:gd name="T30" fmla="*/ 1 w 269"/>
              <a:gd name="T31" fmla="*/ 116 h 244"/>
              <a:gd name="T32" fmla="*/ 1 w 269"/>
              <a:gd name="T33" fmla="*/ 86 h 244"/>
              <a:gd name="T34" fmla="*/ 49 w 269"/>
              <a:gd name="T35" fmla="*/ 86 h 244"/>
              <a:gd name="T36" fmla="*/ 74 w 269"/>
              <a:gd name="T37" fmla="*/ 126 h 244"/>
              <a:gd name="T38" fmla="*/ 78 w 269"/>
              <a:gd name="T39" fmla="*/ 133 h 244"/>
              <a:gd name="T40" fmla="*/ 80 w 269"/>
              <a:gd name="T41" fmla="*/ 137 h 244"/>
              <a:gd name="T42" fmla="*/ 80 w 269"/>
              <a:gd name="T43" fmla="*/ 137 h 244"/>
              <a:gd name="T44" fmla="*/ 82 w 269"/>
              <a:gd name="T45" fmla="*/ 133 h 244"/>
              <a:gd name="T46" fmla="*/ 87 w 269"/>
              <a:gd name="T47" fmla="*/ 126 h 244"/>
              <a:gd name="T48" fmla="*/ 111 w 269"/>
              <a:gd name="T49" fmla="*/ 86 h 244"/>
              <a:gd name="T50" fmla="*/ 156 w 269"/>
              <a:gd name="T51" fmla="*/ 86 h 244"/>
              <a:gd name="T52" fmla="*/ 156 w 269"/>
              <a:gd name="T53" fmla="*/ 116 h 244"/>
              <a:gd name="T54" fmla="*/ 134 w 269"/>
              <a:gd name="T55" fmla="*/ 116 h 244"/>
              <a:gd name="T56" fmla="*/ 102 w 269"/>
              <a:gd name="T57" fmla="*/ 162 h 244"/>
              <a:gd name="T58" fmla="*/ 138 w 269"/>
              <a:gd name="T59" fmla="*/ 214 h 244"/>
              <a:gd name="T60" fmla="*/ 157 w 269"/>
              <a:gd name="T61" fmla="*/ 214 h 244"/>
              <a:gd name="T62" fmla="*/ 269 w 269"/>
              <a:gd name="T63" fmla="*/ 95 h 244"/>
              <a:gd name="T64" fmla="*/ 269 w 269"/>
              <a:gd name="T65" fmla="*/ 131 h 244"/>
              <a:gd name="T66" fmla="*/ 179 w 269"/>
              <a:gd name="T67" fmla="*/ 131 h 244"/>
              <a:gd name="T68" fmla="*/ 178 w 269"/>
              <a:gd name="T69" fmla="*/ 127 h 244"/>
              <a:gd name="T70" fmla="*/ 177 w 269"/>
              <a:gd name="T71" fmla="*/ 119 h 244"/>
              <a:gd name="T72" fmla="*/ 182 w 269"/>
              <a:gd name="T73" fmla="*/ 98 h 244"/>
              <a:gd name="T74" fmla="*/ 193 w 269"/>
              <a:gd name="T75" fmla="*/ 83 h 244"/>
              <a:gd name="T76" fmla="*/ 208 w 269"/>
              <a:gd name="T77" fmla="*/ 71 h 244"/>
              <a:gd name="T78" fmla="*/ 223 w 269"/>
              <a:gd name="T79" fmla="*/ 62 h 244"/>
              <a:gd name="T80" fmla="*/ 234 w 269"/>
              <a:gd name="T81" fmla="*/ 52 h 244"/>
              <a:gd name="T82" fmla="*/ 239 w 269"/>
              <a:gd name="T83" fmla="*/ 41 h 244"/>
              <a:gd name="T84" fmla="*/ 234 w 269"/>
              <a:gd name="T85" fmla="*/ 30 h 244"/>
              <a:gd name="T86" fmla="*/ 221 w 269"/>
              <a:gd name="T87" fmla="*/ 26 h 244"/>
              <a:gd name="T88" fmla="*/ 204 w 269"/>
              <a:gd name="T89" fmla="*/ 33 h 244"/>
              <a:gd name="T90" fmla="*/ 198 w 269"/>
              <a:gd name="T91" fmla="*/ 39 h 244"/>
              <a:gd name="T92" fmla="*/ 179 w 269"/>
              <a:gd name="T93" fmla="*/ 23 h 244"/>
              <a:gd name="T94" fmla="*/ 191 w 269"/>
              <a:gd name="T95" fmla="*/ 12 h 244"/>
              <a:gd name="T96" fmla="*/ 224 w 269"/>
              <a:gd name="T97" fmla="*/ 0 h 244"/>
              <a:gd name="T98" fmla="*/ 255 w 269"/>
              <a:gd name="T99" fmla="*/ 11 h 244"/>
              <a:gd name="T100" fmla="*/ 267 w 269"/>
              <a:gd name="T101" fmla="*/ 38 h 244"/>
              <a:gd name="T102" fmla="*/ 262 w 269"/>
              <a:gd name="T103" fmla="*/ 57 h 244"/>
              <a:gd name="T104" fmla="*/ 252 w 269"/>
              <a:gd name="T105" fmla="*/ 70 h 244"/>
              <a:gd name="T106" fmla="*/ 237 w 269"/>
              <a:gd name="T107" fmla="*/ 80 h 244"/>
              <a:gd name="T108" fmla="*/ 223 w 269"/>
              <a:gd name="T109" fmla="*/ 89 h 244"/>
              <a:gd name="T110" fmla="*/ 211 w 269"/>
              <a:gd name="T111" fmla="*/ 98 h 244"/>
              <a:gd name="T112" fmla="*/ 206 w 269"/>
              <a:gd name="T113" fmla="*/ 109 h 244"/>
              <a:gd name="T114" fmla="*/ 247 w 269"/>
              <a:gd name="T115" fmla="*/ 109 h 244"/>
              <a:gd name="T116" fmla="*/ 247 w 269"/>
              <a:gd name="T117" fmla="*/ 95 h 244"/>
              <a:gd name="T118" fmla="*/ 269 w 269"/>
              <a:gd name="T119" fmla="*/ 95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69" h="244">
                <a:moveTo>
                  <a:pt x="157" y="214"/>
                </a:moveTo>
                <a:cubicBezTo>
                  <a:pt x="157" y="244"/>
                  <a:pt x="157" y="244"/>
                  <a:pt x="157" y="244"/>
                </a:cubicBezTo>
                <a:cubicBezTo>
                  <a:pt x="113" y="244"/>
                  <a:pt x="113" y="244"/>
                  <a:pt x="113" y="244"/>
                </a:cubicBezTo>
                <a:cubicBezTo>
                  <a:pt x="86" y="199"/>
                  <a:pt x="86" y="199"/>
                  <a:pt x="86" y="199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0" y="191"/>
                  <a:pt x="80" y="190"/>
                  <a:pt x="79" y="188"/>
                </a:cubicBezTo>
                <a:cubicBezTo>
                  <a:pt x="79" y="188"/>
                  <a:pt x="79" y="188"/>
                  <a:pt x="79" y="188"/>
                </a:cubicBezTo>
                <a:cubicBezTo>
                  <a:pt x="77" y="192"/>
                  <a:pt x="77" y="192"/>
                  <a:pt x="77" y="192"/>
                </a:cubicBezTo>
                <a:cubicBezTo>
                  <a:pt x="76" y="194"/>
                  <a:pt x="75" y="197"/>
                  <a:pt x="73" y="200"/>
                </a:cubicBezTo>
                <a:cubicBezTo>
                  <a:pt x="46" y="244"/>
                  <a:pt x="46" y="244"/>
                  <a:pt x="46" y="244"/>
                </a:cubicBezTo>
                <a:cubicBezTo>
                  <a:pt x="0" y="244"/>
                  <a:pt x="0" y="244"/>
                  <a:pt x="0" y="244"/>
                </a:cubicBezTo>
                <a:cubicBezTo>
                  <a:pt x="0" y="214"/>
                  <a:pt x="0" y="214"/>
                  <a:pt x="0" y="214"/>
                </a:cubicBezTo>
                <a:cubicBezTo>
                  <a:pt x="23" y="214"/>
                  <a:pt x="23" y="214"/>
                  <a:pt x="23" y="214"/>
                </a:cubicBezTo>
                <a:cubicBezTo>
                  <a:pt x="57" y="163"/>
                  <a:pt x="57" y="163"/>
                  <a:pt x="57" y="163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1" y="116"/>
                  <a:pt x="1" y="116"/>
                  <a:pt x="1" y="116"/>
                </a:cubicBezTo>
                <a:cubicBezTo>
                  <a:pt x="1" y="86"/>
                  <a:pt x="1" y="86"/>
                  <a:pt x="1" y="86"/>
                </a:cubicBezTo>
                <a:cubicBezTo>
                  <a:pt x="49" y="86"/>
                  <a:pt x="49" y="86"/>
                  <a:pt x="49" y="86"/>
                </a:cubicBezTo>
                <a:cubicBezTo>
                  <a:pt x="74" y="126"/>
                  <a:pt x="74" y="126"/>
                  <a:pt x="74" y="126"/>
                </a:cubicBezTo>
                <a:cubicBezTo>
                  <a:pt x="74" y="127"/>
                  <a:pt x="75" y="129"/>
                  <a:pt x="78" y="133"/>
                </a:cubicBezTo>
                <a:cubicBezTo>
                  <a:pt x="79" y="135"/>
                  <a:pt x="79" y="136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1" y="136"/>
                  <a:pt x="81" y="135"/>
                  <a:pt x="82" y="133"/>
                </a:cubicBezTo>
                <a:cubicBezTo>
                  <a:pt x="87" y="126"/>
                  <a:pt x="87" y="126"/>
                  <a:pt x="87" y="12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56" y="86"/>
                  <a:pt x="156" y="86"/>
                  <a:pt x="156" y="8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34" y="116"/>
                  <a:pt x="134" y="116"/>
                  <a:pt x="134" y="116"/>
                </a:cubicBezTo>
                <a:cubicBezTo>
                  <a:pt x="102" y="162"/>
                  <a:pt x="102" y="162"/>
                  <a:pt x="102" y="162"/>
                </a:cubicBezTo>
                <a:cubicBezTo>
                  <a:pt x="138" y="214"/>
                  <a:pt x="138" y="214"/>
                  <a:pt x="138" y="214"/>
                </a:cubicBezTo>
                <a:lnTo>
                  <a:pt x="157" y="214"/>
                </a:lnTo>
                <a:close/>
                <a:moveTo>
                  <a:pt x="269" y="95"/>
                </a:moveTo>
                <a:cubicBezTo>
                  <a:pt x="269" y="131"/>
                  <a:pt x="269" y="131"/>
                  <a:pt x="269" y="131"/>
                </a:cubicBezTo>
                <a:cubicBezTo>
                  <a:pt x="179" y="131"/>
                  <a:pt x="179" y="131"/>
                  <a:pt x="179" y="131"/>
                </a:cubicBezTo>
                <a:cubicBezTo>
                  <a:pt x="178" y="127"/>
                  <a:pt x="178" y="127"/>
                  <a:pt x="178" y="127"/>
                </a:cubicBezTo>
                <a:cubicBezTo>
                  <a:pt x="178" y="123"/>
                  <a:pt x="177" y="121"/>
                  <a:pt x="177" y="119"/>
                </a:cubicBezTo>
                <a:cubicBezTo>
                  <a:pt x="177" y="111"/>
                  <a:pt x="179" y="104"/>
                  <a:pt x="182" y="98"/>
                </a:cubicBezTo>
                <a:cubicBezTo>
                  <a:pt x="185" y="92"/>
                  <a:pt x="189" y="87"/>
                  <a:pt x="193" y="83"/>
                </a:cubicBezTo>
                <a:cubicBezTo>
                  <a:pt x="198" y="79"/>
                  <a:pt x="203" y="75"/>
                  <a:pt x="208" y="71"/>
                </a:cubicBezTo>
                <a:cubicBezTo>
                  <a:pt x="213" y="68"/>
                  <a:pt x="218" y="65"/>
                  <a:pt x="223" y="62"/>
                </a:cubicBezTo>
                <a:cubicBezTo>
                  <a:pt x="227" y="59"/>
                  <a:pt x="231" y="56"/>
                  <a:pt x="234" y="52"/>
                </a:cubicBezTo>
                <a:cubicBezTo>
                  <a:pt x="237" y="49"/>
                  <a:pt x="239" y="45"/>
                  <a:pt x="239" y="41"/>
                </a:cubicBezTo>
                <a:cubicBezTo>
                  <a:pt x="239" y="37"/>
                  <a:pt x="237" y="33"/>
                  <a:pt x="234" y="30"/>
                </a:cubicBezTo>
                <a:cubicBezTo>
                  <a:pt x="230" y="27"/>
                  <a:pt x="226" y="26"/>
                  <a:pt x="221" y="26"/>
                </a:cubicBezTo>
                <a:cubicBezTo>
                  <a:pt x="215" y="26"/>
                  <a:pt x="210" y="28"/>
                  <a:pt x="204" y="33"/>
                </a:cubicBezTo>
                <a:cubicBezTo>
                  <a:pt x="203" y="34"/>
                  <a:pt x="201" y="36"/>
                  <a:pt x="198" y="39"/>
                </a:cubicBezTo>
                <a:cubicBezTo>
                  <a:pt x="179" y="23"/>
                  <a:pt x="179" y="23"/>
                  <a:pt x="179" y="23"/>
                </a:cubicBezTo>
                <a:cubicBezTo>
                  <a:pt x="183" y="19"/>
                  <a:pt x="186" y="15"/>
                  <a:pt x="191" y="12"/>
                </a:cubicBezTo>
                <a:cubicBezTo>
                  <a:pt x="200" y="4"/>
                  <a:pt x="211" y="0"/>
                  <a:pt x="224" y="0"/>
                </a:cubicBezTo>
                <a:cubicBezTo>
                  <a:pt x="236" y="0"/>
                  <a:pt x="247" y="4"/>
                  <a:pt x="255" y="11"/>
                </a:cubicBezTo>
                <a:cubicBezTo>
                  <a:pt x="263" y="18"/>
                  <a:pt x="267" y="27"/>
                  <a:pt x="267" y="38"/>
                </a:cubicBezTo>
                <a:cubicBezTo>
                  <a:pt x="267" y="45"/>
                  <a:pt x="265" y="51"/>
                  <a:pt x="262" y="57"/>
                </a:cubicBezTo>
                <a:cubicBezTo>
                  <a:pt x="260" y="62"/>
                  <a:pt x="256" y="67"/>
                  <a:pt x="252" y="70"/>
                </a:cubicBezTo>
                <a:cubicBezTo>
                  <a:pt x="247" y="73"/>
                  <a:pt x="242" y="77"/>
                  <a:pt x="237" y="80"/>
                </a:cubicBezTo>
                <a:cubicBezTo>
                  <a:pt x="232" y="84"/>
                  <a:pt x="227" y="87"/>
                  <a:pt x="223" y="89"/>
                </a:cubicBezTo>
                <a:cubicBezTo>
                  <a:pt x="218" y="92"/>
                  <a:pt x="215" y="95"/>
                  <a:pt x="211" y="98"/>
                </a:cubicBezTo>
                <a:cubicBezTo>
                  <a:pt x="208" y="102"/>
                  <a:pt x="206" y="105"/>
                  <a:pt x="206" y="109"/>
                </a:cubicBezTo>
                <a:cubicBezTo>
                  <a:pt x="247" y="109"/>
                  <a:pt x="247" y="109"/>
                  <a:pt x="247" y="109"/>
                </a:cubicBezTo>
                <a:cubicBezTo>
                  <a:pt x="247" y="95"/>
                  <a:pt x="247" y="95"/>
                  <a:pt x="247" y="95"/>
                </a:cubicBezTo>
                <a:lnTo>
                  <a:pt x="269" y="9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53"/>
          <p:cNvSpPr>
            <a:spLocks noEditPoints="1"/>
          </p:cNvSpPr>
          <p:nvPr/>
        </p:nvSpPr>
        <p:spPr bwMode="auto">
          <a:xfrm>
            <a:off x="5951538" y="3746363"/>
            <a:ext cx="341313" cy="268288"/>
          </a:xfrm>
          <a:custGeom>
            <a:avLst/>
            <a:gdLst>
              <a:gd name="T0" fmla="*/ 178 w 316"/>
              <a:gd name="T1" fmla="*/ 116 h 248"/>
              <a:gd name="T2" fmla="*/ 178 w 316"/>
              <a:gd name="T3" fmla="*/ 132 h 248"/>
              <a:gd name="T4" fmla="*/ 162 w 316"/>
              <a:gd name="T5" fmla="*/ 132 h 248"/>
              <a:gd name="T6" fmla="*/ 162 w 316"/>
              <a:gd name="T7" fmla="*/ 116 h 248"/>
              <a:gd name="T8" fmla="*/ 223 w 316"/>
              <a:gd name="T9" fmla="*/ 124 h 248"/>
              <a:gd name="T10" fmla="*/ 316 w 316"/>
              <a:gd name="T11" fmla="*/ 204 h 248"/>
              <a:gd name="T12" fmla="*/ 287 w 316"/>
              <a:gd name="T13" fmla="*/ 224 h 248"/>
              <a:gd name="T14" fmla="*/ 277 w 316"/>
              <a:gd name="T15" fmla="*/ 224 h 248"/>
              <a:gd name="T16" fmla="*/ 136 w 316"/>
              <a:gd name="T17" fmla="*/ 167 h 248"/>
              <a:gd name="T18" fmla="*/ 136 w 316"/>
              <a:gd name="T19" fmla="*/ 185 h 248"/>
              <a:gd name="T20" fmla="*/ 103 w 316"/>
              <a:gd name="T21" fmla="*/ 233 h 248"/>
              <a:gd name="T22" fmla="*/ 15 w 316"/>
              <a:gd name="T23" fmla="*/ 234 h 248"/>
              <a:gd name="T24" fmla="*/ 11 w 316"/>
              <a:gd name="T25" fmla="*/ 172 h 248"/>
              <a:gd name="T26" fmla="*/ 83 w 316"/>
              <a:gd name="T27" fmla="*/ 135 h 248"/>
              <a:gd name="T28" fmla="*/ 114 w 316"/>
              <a:gd name="T29" fmla="*/ 137 h 248"/>
              <a:gd name="T30" fmla="*/ 114 w 316"/>
              <a:gd name="T31" fmla="*/ 111 h 248"/>
              <a:gd name="T32" fmla="*/ 83 w 316"/>
              <a:gd name="T33" fmla="*/ 113 h 248"/>
              <a:gd name="T34" fmla="*/ 11 w 316"/>
              <a:gd name="T35" fmla="*/ 76 h 248"/>
              <a:gd name="T36" fmla="*/ 4 w 316"/>
              <a:gd name="T37" fmla="*/ 31 h 248"/>
              <a:gd name="T38" fmla="*/ 54 w 316"/>
              <a:gd name="T39" fmla="*/ 0 h 248"/>
              <a:gd name="T40" fmla="*/ 126 w 316"/>
              <a:gd name="T41" fmla="*/ 37 h 248"/>
              <a:gd name="T42" fmla="*/ 134 w 316"/>
              <a:gd name="T43" fmla="*/ 80 h 248"/>
              <a:gd name="T44" fmla="*/ 156 w 316"/>
              <a:gd name="T45" fmla="*/ 92 h 248"/>
              <a:gd name="T46" fmla="*/ 282 w 316"/>
              <a:gd name="T47" fmla="*/ 23 h 248"/>
              <a:gd name="T48" fmla="*/ 310 w 316"/>
              <a:gd name="T49" fmla="*/ 35 h 248"/>
              <a:gd name="T50" fmla="*/ 312 w 316"/>
              <a:gd name="T51" fmla="*/ 54 h 248"/>
              <a:gd name="T52" fmla="*/ 103 w 316"/>
              <a:gd name="T53" fmla="*/ 78 h 248"/>
              <a:gd name="T54" fmla="*/ 88 w 316"/>
              <a:gd name="T55" fmla="*/ 39 h 248"/>
              <a:gd name="T56" fmla="*/ 35 w 316"/>
              <a:gd name="T57" fmla="*/ 35 h 248"/>
              <a:gd name="T58" fmla="*/ 50 w 316"/>
              <a:gd name="T59" fmla="*/ 74 h 248"/>
              <a:gd name="T60" fmla="*/ 103 w 316"/>
              <a:gd name="T61" fmla="*/ 78 h 248"/>
              <a:gd name="T62" fmla="*/ 107 w 316"/>
              <a:gd name="T63" fmla="*/ 189 h 248"/>
              <a:gd name="T64" fmla="*/ 83 w 316"/>
              <a:gd name="T65" fmla="*/ 163 h 248"/>
              <a:gd name="T66" fmla="*/ 31 w 316"/>
              <a:gd name="T67" fmla="*/ 194 h 248"/>
              <a:gd name="T68" fmla="*/ 54 w 316"/>
              <a:gd name="T69" fmla="*/ 219 h 248"/>
              <a:gd name="T70" fmla="*/ 119 w 316"/>
              <a:gd name="T71" fmla="*/ 101 h 248"/>
              <a:gd name="T72" fmla="*/ 136 w 316"/>
              <a:gd name="T73" fmla="*/ 110 h 248"/>
              <a:gd name="T74" fmla="*/ 145 w 316"/>
              <a:gd name="T75" fmla="*/ 98 h 248"/>
              <a:gd name="T76" fmla="*/ 126 w 316"/>
              <a:gd name="T77" fmla="*/ 95 h 248"/>
              <a:gd name="T78" fmla="*/ 122 w 316"/>
              <a:gd name="T79" fmla="*/ 99 h 248"/>
              <a:gd name="T80" fmla="*/ 121 w 316"/>
              <a:gd name="T81" fmla="*/ 100 h 248"/>
              <a:gd name="T82" fmla="*/ 159 w 316"/>
              <a:gd name="T83" fmla="*/ 141 h 248"/>
              <a:gd name="T84" fmla="*/ 305 w 316"/>
              <a:gd name="T85" fmla="*/ 45 h 248"/>
              <a:gd name="T86" fmla="*/ 148 w 316"/>
              <a:gd name="T87" fmla="*/ 110 h 248"/>
              <a:gd name="T88" fmla="*/ 119 w 316"/>
              <a:gd name="T89" fmla="*/ 146 h 248"/>
              <a:gd name="T90" fmla="*/ 122 w 316"/>
              <a:gd name="T91" fmla="*/ 149 h 248"/>
              <a:gd name="T92" fmla="*/ 126 w 316"/>
              <a:gd name="T93" fmla="*/ 153 h 248"/>
              <a:gd name="T94" fmla="*/ 159 w 316"/>
              <a:gd name="T95" fmla="*/ 141 h 248"/>
              <a:gd name="T96" fmla="*/ 305 w 316"/>
              <a:gd name="T97" fmla="*/ 203 h 248"/>
              <a:gd name="T98" fmla="*/ 182 w 316"/>
              <a:gd name="T99" fmla="*/ 155 h 248"/>
              <a:gd name="T100" fmla="*/ 282 w 316"/>
              <a:gd name="T101" fmla="*/ 214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6" h="248">
                <a:moveTo>
                  <a:pt x="170" y="113"/>
                </a:moveTo>
                <a:cubicBezTo>
                  <a:pt x="173" y="113"/>
                  <a:pt x="176" y="114"/>
                  <a:pt x="178" y="116"/>
                </a:cubicBezTo>
                <a:cubicBezTo>
                  <a:pt x="180" y="118"/>
                  <a:pt x="181" y="121"/>
                  <a:pt x="181" y="124"/>
                </a:cubicBezTo>
                <a:cubicBezTo>
                  <a:pt x="181" y="127"/>
                  <a:pt x="180" y="130"/>
                  <a:pt x="178" y="132"/>
                </a:cubicBezTo>
                <a:cubicBezTo>
                  <a:pt x="176" y="134"/>
                  <a:pt x="173" y="135"/>
                  <a:pt x="170" y="135"/>
                </a:cubicBezTo>
                <a:cubicBezTo>
                  <a:pt x="167" y="135"/>
                  <a:pt x="164" y="134"/>
                  <a:pt x="162" y="132"/>
                </a:cubicBezTo>
                <a:cubicBezTo>
                  <a:pt x="160" y="130"/>
                  <a:pt x="159" y="127"/>
                  <a:pt x="159" y="124"/>
                </a:cubicBezTo>
                <a:cubicBezTo>
                  <a:pt x="159" y="121"/>
                  <a:pt x="160" y="118"/>
                  <a:pt x="162" y="116"/>
                </a:cubicBezTo>
                <a:cubicBezTo>
                  <a:pt x="164" y="114"/>
                  <a:pt x="167" y="113"/>
                  <a:pt x="170" y="113"/>
                </a:cubicBezTo>
                <a:close/>
                <a:moveTo>
                  <a:pt x="223" y="124"/>
                </a:moveTo>
                <a:cubicBezTo>
                  <a:pt x="312" y="194"/>
                  <a:pt x="312" y="194"/>
                  <a:pt x="312" y="194"/>
                </a:cubicBezTo>
                <a:cubicBezTo>
                  <a:pt x="315" y="196"/>
                  <a:pt x="316" y="199"/>
                  <a:pt x="316" y="204"/>
                </a:cubicBezTo>
                <a:cubicBezTo>
                  <a:pt x="316" y="208"/>
                  <a:pt x="313" y="211"/>
                  <a:pt x="310" y="213"/>
                </a:cubicBezTo>
                <a:cubicBezTo>
                  <a:pt x="287" y="224"/>
                  <a:pt x="287" y="224"/>
                  <a:pt x="287" y="224"/>
                </a:cubicBezTo>
                <a:cubicBezTo>
                  <a:pt x="286" y="225"/>
                  <a:pt x="284" y="225"/>
                  <a:pt x="282" y="225"/>
                </a:cubicBezTo>
                <a:cubicBezTo>
                  <a:pt x="280" y="225"/>
                  <a:pt x="279" y="225"/>
                  <a:pt x="277" y="224"/>
                </a:cubicBezTo>
                <a:cubicBezTo>
                  <a:pt x="156" y="156"/>
                  <a:pt x="156" y="156"/>
                  <a:pt x="156" y="156"/>
                </a:cubicBezTo>
                <a:cubicBezTo>
                  <a:pt x="136" y="167"/>
                  <a:pt x="136" y="167"/>
                  <a:pt x="136" y="167"/>
                </a:cubicBezTo>
                <a:cubicBezTo>
                  <a:pt x="136" y="168"/>
                  <a:pt x="135" y="168"/>
                  <a:pt x="134" y="168"/>
                </a:cubicBezTo>
                <a:cubicBezTo>
                  <a:pt x="136" y="174"/>
                  <a:pt x="137" y="180"/>
                  <a:pt x="136" y="185"/>
                </a:cubicBezTo>
                <a:cubicBezTo>
                  <a:pt x="135" y="194"/>
                  <a:pt x="132" y="203"/>
                  <a:pt x="126" y="211"/>
                </a:cubicBezTo>
                <a:cubicBezTo>
                  <a:pt x="121" y="219"/>
                  <a:pt x="113" y="227"/>
                  <a:pt x="103" y="233"/>
                </a:cubicBezTo>
                <a:cubicBezTo>
                  <a:pt x="88" y="243"/>
                  <a:pt x="71" y="248"/>
                  <a:pt x="54" y="248"/>
                </a:cubicBezTo>
                <a:cubicBezTo>
                  <a:pt x="39" y="248"/>
                  <a:pt x="26" y="243"/>
                  <a:pt x="15" y="234"/>
                </a:cubicBezTo>
                <a:cubicBezTo>
                  <a:pt x="5" y="224"/>
                  <a:pt x="0" y="212"/>
                  <a:pt x="2" y="198"/>
                </a:cubicBezTo>
                <a:cubicBezTo>
                  <a:pt x="2" y="189"/>
                  <a:pt x="6" y="180"/>
                  <a:pt x="11" y="172"/>
                </a:cubicBezTo>
                <a:cubicBezTo>
                  <a:pt x="17" y="163"/>
                  <a:pt x="25" y="156"/>
                  <a:pt x="34" y="150"/>
                </a:cubicBezTo>
                <a:cubicBezTo>
                  <a:pt x="50" y="140"/>
                  <a:pt x="66" y="135"/>
                  <a:pt x="83" y="135"/>
                </a:cubicBezTo>
                <a:cubicBezTo>
                  <a:pt x="93" y="135"/>
                  <a:pt x="102" y="137"/>
                  <a:pt x="110" y="141"/>
                </a:cubicBezTo>
                <a:cubicBezTo>
                  <a:pt x="111" y="139"/>
                  <a:pt x="112" y="138"/>
                  <a:pt x="114" y="137"/>
                </a:cubicBezTo>
                <a:cubicBezTo>
                  <a:pt x="135" y="124"/>
                  <a:pt x="135" y="124"/>
                  <a:pt x="135" y="124"/>
                </a:cubicBezTo>
                <a:cubicBezTo>
                  <a:pt x="114" y="111"/>
                  <a:pt x="114" y="111"/>
                  <a:pt x="114" y="111"/>
                </a:cubicBezTo>
                <a:cubicBezTo>
                  <a:pt x="112" y="110"/>
                  <a:pt x="111" y="109"/>
                  <a:pt x="110" y="107"/>
                </a:cubicBezTo>
                <a:cubicBezTo>
                  <a:pt x="102" y="111"/>
                  <a:pt x="93" y="113"/>
                  <a:pt x="83" y="113"/>
                </a:cubicBezTo>
                <a:cubicBezTo>
                  <a:pt x="66" y="113"/>
                  <a:pt x="50" y="108"/>
                  <a:pt x="34" y="98"/>
                </a:cubicBezTo>
                <a:cubicBezTo>
                  <a:pt x="25" y="92"/>
                  <a:pt x="17" y="85"/>
                  <a:pt x="11" y="76"/>
                </a:cubicBezTo>
                <a:cubicBezTo>
                  <a:pt x="6" y="68"/>
                  <a:pt x="2" y="59"/>
                  <a:pt x="2" y="50"/>
                </a:cubicBezTo>
                <a:cubicBezTo>
                  <a:pt x="1" y="43"/>
                  <a:pt x="2" y="37"/>
                  <a:pt x="4" y="31"/>
                </a:cubicBezTo>
                <a:cubicBezTo>
                  <a:pt x="7" y="24"/>
                  <a:pt x="10" y="19"/>
                  <a:pt x="15" y="14"/>
                </a:cubicBezTo>
                <a:cubicBezTo>
                  <a:pt x="25" y="5"/>
                  <a:pt x="38" y="0"/>
                  <a:pt x="54" y="0"/>
                </a:cubicBezTo>
                <a:cubicBezTo>
                  <a:pt x="71" y="0"/>
                  <a:pt x="88" y="5"/>
                  <a:pt x="103" y="15"/>
                </a:cubicBezTo>
                <a:cubicBezTo>
                  <a:pt x="113" y="21"/>
                  <a:pt x="121" y="28"/>
                  <a:pt x="126" y="37"/>
                </a:cubicBezTo>
                <a:cubicBezTo>
                  <a:pt x="132" y="45"/>
                  <a:pt x="135" y="54"/>
                  <a:pt x="136" y="63"/>
                </a:cubicBezTo>
                <a:cubicBezTo>
                  <a:pt x="137" y="68"/>
                  <a:pt x="136" y="74"/>
                  <a:pt x="134" y="80"/>
                </a:cubicBezTo>
                <a:cubicBezTo>
                  <a:pt x="135" y="80"/>
                  <a:pt x="136" y="80"/>
                  <a:pt x="136" y="81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277" y="24"/>
                  <a:pt x="277" y="24"/>
                  <a:pt x="277" y="24"/>
                </a:cubicBezTo>
                <a:cubicBezTo>
                  <a:pt x="279" y="23"/>
                  <a:pt x="280" y="23"/>
                  <a:pt x="282" y="23"/>
                </a:cubicBezTo>
                <a:cubicBezTo>
                  <a:pt x="284" y="23"/>
                  <a:pt x="286" y="23"/>
                  <a:pt x="287" y="24"/>
                </a:cubicBezTo>
                <a:cubicBezTo>
                  <a:pt x="310" y="35"/>
                  <a:pt x="310" y="35"/>
                  <a:pt x="310" y="35"/>
                </a:cubicBezTo>
                <a:cubicBezTo>
                  <a:pt x="313" y="37"/>
                  <a:pt x="316" y="40"/>
                  <a:pt x="316" y="44"/>
                </a:cubicBezTo>
                <a:cubicBezTo>
                  <a:pt x="316" y="48"/>
                  <a:pt x="315" y="52"/>
                  <a:pt x="312" y="54"/>
                </a:cubicBezTo>
                <a:lnTo>
                  <a:pt x="223" y="124"/>
                </a:lnTo>
                <a:close/>
                <a:moveTo>
                  <a:pt x="103" y="78"/>
                </a:moveTo>
                <a:cubicBezTo>
                  <a:pt x="108" y="73"/>
                  <a:pt x="110" y="67"/>
                  <a:pt x="107" y="59"/>
                </a:cubicBezTo>
                <a:cubicBezTo>
                  <a:pt x="104" y="52"/>
                  <a:pt x="98" y="45"/>
                  <a:pt x="88" y="39"/>
                </a:cubicBezTo>
                <a:cubicBezTo>
                  <a:pt x="77" y="32"/>
                  <a:pt x="66" y="28"/>
                  <a:pt x="54" y="28"/>
                </a:cubicBezTo>
                <a:cubicBezTo>
                  <a:pt x="46" y="28"/>
                  <a:pt x="39" y="31"/>
                  <a:pt x="35" y="35"/>
                </a:cubicBezTo>
                <a:cubicBezTo>
                  <a:pt x="29" y="40"/>
                  <a:pt x="28" y="46"/>
                  <a:pt x="31" y="54"/>
                </a:cubicBezTo>
                <a:cubicBezTo>
                  <a:pt x="34" y="61"/>
                  <a:pt x="40" y="68"/>
                  <a:pt x="50" y="74"/>
                </a:cubicBezTo>
                <a:cubicBezTo>
                  <a:pt x="60" y="81"/>
                  <a:pt x="72" y="85"/>
                  <a:pt x="83" y="85"/>
                </a:cubicBezTo>
                <a:cubicBezTo>
                  <a:pt x="92" y="85"/>
                  <a:pt x="99" y="83"/>
                  <a:pt x="103" y="78"/>
                </a:cubicBezTo>
                <a:close/>
                <a:moveTo>
                  <a:pt x="88" y="209"/>
                </a:moveTo>
                <a:cubicBezTo>
                  <a:pt x="98" y="203"/>
                  <a:pt x="104" y="196"/>
                  <a:pt x="107" y="189"/>
                </a:cubicBezTo>
                <a:cubicBezTo>
                  <a:pt x="110" y="181"/>
                  <a:pt x="108" y="175"/>
                  <a:pt x="103" y="170"/>
                </a:cubicBezTo>
                <a:cubicBezTo>
                  <a:pt x="99" y="165"/>
                  <a:pt x="92" y="163"/>
                  <a:pt x="83" y="163"/>
                </a:cubicBezTo>
                <a:cubicBezTo>
                  <a:pt x="72" y="163"/>
                  <a:pt x="60" y="167"/>
                  <a:pt x="50" y="174"/>
                </a:cubicBezTo>
                <a:cubicBezTo>
                  <a:pt x="40" y="180"/>
                  <a:pt x="34" y="186"/>
                  <a:pt x="31" y="194"/>
                </a:cubicBezTo>
                <a:cubicBezTo>
                  <a:pt x="28" y="202"/>
                  <a:pt x="29" y="208"/>
                  <a:pt x="35" y="213"/>
                </a:cubicBezTo>
                <a:cubicBezTo>
                  <a:pt x="39" y="217"/>
                  <a:pt x="46" y="219"/>
                  <a:pt x="54" y="219"/>
                </a:cubicBezTo>
                <a:cubicBezTo>
                  <a:pt x="66" y="219"/>
                  <a:pt x="77" y="216"/>
                  <a:pt x="88" y="209"/>
                </a:cubicBezTo>
                <a:close/>
                <a:moveTo>
                  <a:pt x="119" y="101"/>
                </a:moveTo>
                <a:cubicBezTo>
                  <a:pt x="136" y="112"/>
                  <a:pt x="136" y="112"/>
                  <a:pt x="136" y="112"/>
                </a:cubicBezTo>
                <a:cubicBezTo>
                  <a:pt x="136" y="110"/>
                  <a:pt x="136" y="110"/>
                  <a:pt x="136" y="110"/>
                </a:cubicBezTo>
                <a:cubicBezTo>
                  <a:pt x="136" y="106"/>
                  <a:pt x="138" y="102"/>
                  <a:pt x="142" y="100"/>
                </a:cubicBezTo>
                <a:cubicBezTo>
                  <a:pt x="145" y="98"/>
                  <a:pt x="145" y="98"/>
                  <a:pt x="145" y="98"/>
                </a:cubicBezTo>
                <a:cubicBezTo>
                  <a:pt x="131" y="90"/>
                  <a:pt x="131" y="90"/>
                  <a:pt x="131" y="90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5" y="96"/>
                  <a:pt x="124" y="97"/>
                </a:cubicBezTo>
                <a:cubicBezTo>
                  <a:pt x="124" y="98"/>
                  <a:pt x="123" y="98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1" y="100"/>
                  <a:pt x="121" y="100"/>
                  <a:pt x="121" y="100"/>
                </a:cubicBezTo>
                <a:lnTo>
                  <a:pt x="119" y="101"/>
                </a:lnTo>
                <a:close/>
                <a:moveTo>
                  <a:pt x="159" y="141"/>
                </a:moveTo>
                <a:cubicBezTo>
                  <a:pt x="176" y="146"/>
                  <a:pt x="176" y="146"/>
                  <a:pt x="176" y="146"/>
                </a:cubicBezTo>
                <a:cubicBezTo>
                  <a:pt x="305" y="45"/>
                  <a:pt x="305" y="45"/>
                  <a:pt x="305" y="45"/>
                </a:cubicBezTo>
                <a:cubicBezTo>
                  <a:pt x="282" y="34"/>
                  <a:pt x="282" y="34"/>
                  <a:pt x="282" y="34"/>
                </a:cubicBezTo>
                <a:cubicBezTo>
                  <a:pt x="148" y="110"/>
                  <a:pt x="148" y="110"/>
                  <a:pt x="148" y="110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19" y="146"/>
                  <a:pt x="119" y="146"/>
                  <a:pt x="119" y="146"/>
                </a:cubicBezTo>
                <a:cubicBezTo>
                  <a:pt x="121" y="148"/>
                  <a:pt x="121" y="148"/>
                  <a:pt x="121" y="148"/>
                </a:cubicBezTo>
                <a:cubicBezTo>
                  <a:pt x="121" y="148"/>
                  <a:pt x="122" y="148"/>
                  <a:pt x="122" y="149"/>
                </a:cubicBezTo>
                <a:cubicBezTo>
                  <a:pt x="123" y="149"/>
                  <a:pt x="123" y="150"/>
                  <a:pt x="124" y="151"/>
                </a:cubicBezTo>
                <a:cubicBezTo>
                  <a:pt x="125" y="152"/>
                  <a:pt x="126" y="153"/>
                  <a:pt x="126" y="153"/>
                </a:cubicBezTo>
                <a:cubicBezTo>
                  <a:pt x="131" y="158"/>
                  <a:pt x="131" y="158"/>
                  <a:pt x="131" y="158"/>
                </a:cubicBezTo>
                <a:lnTo>
                  <a:pt x="159" y="141"/>
                </a:lnTo>
                <a:close/>
                <a:moveTo>
                  <a:pt x="282" y="214"/>
                </a:moveTo>
                <a:cubicBezTo>
                  <a:pt x="305" y="203"/>
                  <a:pt x="305" y="203"/>
                  <a:pt x="305" y="203"/>
                </a:cubicBezTo>
                <a:cubicBezTo>
                  <a:pt x="214" y="131"/>
                  <a:pt x="214" y="131"/>
                  <a:pt x="214" y="131"/>
                </a:cubicBezTo>
                <a:cubicBezTo>
                  <a:pt x="182" y="155"/>
                  <a:pt x="182" y="155"/>
                  <a:pt x="182" y="155"/>
                </a:cubicBezTo>
                <a:cubicBezTo>
                  <a:pt x="182" y="156"/>
                  <a:pt x="181" y="156"/>
                  <a:pt x="180" y="156"/>
                </a:cubicBezTo>
                <a:lnTo>
                  <a:pt x="282" y="21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54"/>
          <p:cNvSpPr>
            <a:spLocks noEditPoints="1"/>
          </p:cNvSpPr>
          <p:nvPr/>
        </p:nvSpPr>
        <p:spPr bwMode="auto">
          <a:xfrm>
            <a:off x="6396038" y="3722550"/>
            <a:ext cx="315913" cy="315913"/>
          </a:xfrm>
          <a:custGeom>
            <a:avLst/>
            <a:gdLst>
              <a:gd name="T0" fmla="*/ 202 w 292"/>
              <a:gd name="T1" fmla="*/ 123 h 292"/>
              <a:gd name="T2" fmla="*/ 179 w 292"/>
              <a:gd name="T3" fmla="*/ 68 h 292"/>
              <a:gd name="T4" fmla="*/ 123 w 292"/>
              <a:gd name="T5" fmla="*/ 45 h 292"/>
              <a:gd name="T6" fmla="*/ 68 w 292"/>
              <a:gd name="T7" fmla="*/ 68 h 292"/>
              <a:gd name="T8" fmla="*/ 45 w 292"/>
              <a:gd name="T9" fmla="*/ 123 h 292"/>
              <a:gd name="T10" fmla="*/ 68 w 292"/>
              <a:gd name="T11" fmla="*/ 179 h 292"/>
              <a:gd name="T12" fmla="*/ 123 w 292"/>
              <a:gd name="T13" fmla="*/ 202 h 292"/>
              <a:gd name="T14" fmla="*/ 179 w 292"/>
              <a:gd name="T15" fmla="*/ 179 h 292"/>
              <a:gd name="T16" fmla="*/ 202 w 292"/>
              <a:gd name="T17" fmla="*/ 123 h 292"/>
              <a:gd name="T18" fmla="*/ 292 w 292"/>
              <a:gd name="T19" fmla="*/ 270 h 292"/>
              <a:gd name="T20" fmla="*/ 285 w 292"/>
              <a:gd name="T21" fmla="*/ 285 h 292"/>
              <a:gd name="T22" fmla="*/ 270 w 292"/>
              <a:gd name="T23" fmla="*/ 292 h 292"/>
              <a:gd name="T24" fmla="*/ 254 w 292"/>
              <a:gd name="T25" fmla="*/ 285 h 292"/>
              <a:gd name="T26" fmla="*/ 194 w 292"/>
              <a:gd name="T27" fmla="*/ 225 h 292"/>
              <a:gd name="T28" fmla="*/ 123 w 292"/>
              <a:gd name="T29" fmla="*/ 247 h 292"/>
              <a:gd name="T30" fmla="*/ 75 w 292"/>
              <a:gd name="T31" fmla="*/ 237 h 292"/>
              <a:gd name="T32" fmla="*/ 36 w 292"/>
              <a:gd name="T33" fmla="*/ 211 h 292"/>
              <a:gd name="T34" fmla="*/ 10 w 292"/>
              <a:gd name="T35" fmla="*/ 172 h 292"/>
              <a:gd name="T36" fmla="*/ 0 w 292"/>
              <a:gd name="T37" fmla="*/ 123 h 292"/>
              <a:gd name="T38" fmla="*/ 10 w 292"/>
              <a:gd name="T39" fmla="*/ 75 h 292"/>
              <a:gd name="T40" fmla="*/ 36 w 292"/>
              <a:gd name="T41" fmla="*/ 36 h 292"/>
              <a:gd name="T42" fmla="*/ 75 w 292"/>
              <a:gd name="T43" fmla="*/ 10 h 292"/>
              <a:gd name="T44" fmla="*/ 123 w 292"/>
              <a:gd name="T45" fmla="*/ 0 h 292"/>
              <a:gd name="T46" fmla="*/ 171 w 292"/>
              <a:gd name="T47" fmla="*/ 10 h 292"/>
              <a:gd name="T48" fmla="*/ 211 w 292"/>
              <a:gd name="T49" fmla="*/ 36 h 292"/>
              <a:gd name="T50" fmla="*/ 237 w 292"/>
              <a:gd name="T51" fmla="*/ 75 h 292"/>
              <a:gd name="T52" fmla="*/ 247 w 292"/>
              <a:gd name="T53" fmla="*/ 123 h 292"/>
              <a:gd name="T54" fmla="*/ 225 w 292"/>
              <a:gd name="T55" fmla="*/ 194 h 292"/>
              <a:gd name="T56" fmla="*/ 286 w 292"/>
              <a:gd name="T57" fmla="*/ 254 h 292"/>
              <a:gd name="T58" fmla="*/ 292 w 292"/>
              <a:gd name="T59" fmla="*/ 27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92" h="292">
                <a:moveTo>
                  <a:pt x="202" y="123"/>
                </a:moveTo>
                <a:cubicBezTo>
                  <a:pt x="202" y="102"/>
                  <a:pt x="194" y="83"/>
                  <a:pt x="179" y="68"/>
                </a:cubicBezTo>
                <a:cubicBezTo>
                  <a:pt x="164" y="53"/>
                  <a:pt x="145" y="45"/>
                  <a:pt x="123" y="45"/>
                </a:cubicBezTo>
                <a:cubicBezTo>
                  <a:pt x="102" y="45"/>
                  <a:pt x="83" y="53"/>
                  <a:pt x="68" y="68"/>
                </a:cubicBezTo>
                <a:cubicBezTo>
                  <a:pt x="52" y="83"/>
                  <a:pt x="45" y="102"/>
                  <a:pt x="45" y="123"/>
                </a:cubicBezTo>
                <a:cubicBezTo>
                  <a:pt x="45" y="145"/>
                  <a:pt x="52" y="164"/>
                  <a:pt x="68" y="179"/>
                </a:cubicBezTo>
                <a:cubicBezTo>
                  <a:pt x="83" y="194"/>
                  <a:pt x="102" y="202"/>
                  <a:pt x="123" y="202"/>
                </a:cubicBezTo>
                <a:cubicBezTo>
                  <a:pt x="145" y="202"/>
                  <a:pt x="164" y="194"/>
                  <a:pt x="179" y="179"/>
                </a:cubicBezTo>
                <a:cubicBezTo>
                  <a:pt x="194" y="164"/>
                  <a:pt x="202" y="145"/>
                  <a:pt x="202" y="123"/>
                </a:cubicBezTo>
                <a:close/>
                <a:moveTo>
                  <a:pt x="292" y="270"/>
                </a:moveTo>
                <a:cubicBezTo>
                  <a:pt x="292" y="276"/>
                  <a:pt x="290" y="281"/>
                  <a:pt x="285" y="285"/>
                </a:cubicBezTo>
                <a:cubicBezTo>
                  <a:pt x="281" y="290"/>
                  <a:pt x="276" y="292"/>
                  <a:pt x="270" y="292"/>
                </a:cubicBezTo>
                <a:cubicBezTo>
                  <a:pt x="263" y="292"/>
                  <a:pt x="258" y="290"/>
                  <a:pt x="254" y="285"/>
                </a:cubicBezTo>
                <a:cubicBezTo>
                  <a:pt x="194" y="225"/>
                  <a:pt x="194" y="225"/>
                  <a:pt x="194" y="225"/>
                </a:cubicBezTo>
                <a:cubicBezTo>
                  <a:pt x="173" y="240"/>
                  <a:pt x="149" y="247"/>
                  <a:pt x="123" y="247"/>
                </a:cubicBezTo>
                <a:cubicBezTo>
                  <a:pt x="107" y="247"/>
                  <a:pt x="91" y="244"/>
                  <a:pt x="75" y="237"/>
                </a:cubicBezTo>
                <a:cubicBezTo>
                  <a:pt x="60" y="231"/>
                  <a:pt x="47" y="222"/>
                  <a:pt x="36" y="211"/>
                </a:cubicBezTo>
                <a:cubicBezTo>
                  <a:pt x="25" y="200"/>
                  <a:pt x="16" y="187"/>
                  <a:pt x="10" y="172"/>
                </a:cubicBezTo>
                <a:cubicBezTo>
                  <a:pt x="3" y="156"/>
                  <a:pt x="0" y="140"/>
                  <a:pt x="0" y="123"/>
                </a:cubicBezTo>
                <a:cubicBezTo>
                  <a:pt x="0" y="107"/>
                  <a:pt x="3" y="91"/>
                  <a:pt x="10" y="75"/>
                </a:cubicBezTo>
                <a:cubicBezTo>
                  <a:pt x="16" y="60"/>
                  <a:pt x="25" y="47"/>
                  <a:pt x="36" y="36"/>
                </a:cubicBezTo>
                <a:cubicBezTo>
                  <a:pt x="47" y="25"/>
                  <a:pt x="60" y="16"/>
                  <a:pt x="75" y="10"/>
                </a:cubicBezTo>
                <a:cubicBezTo>
                  <a:pt x="91" y="3"/>
                  <a:pt x="107" y="0"/>
                  <a:pt x="123" y="0"/>
                </a:cubicBezTo>
                <a:cubicBezTo>
                  <a:pt x="140" y="0"/>
                  <a:pt x="156" y="3"/>
                  <a:pt x="171" y="10"/>
                </a:cubicBezTo>
                <a:cubicBezTo>
                  <a:pt x="187" y="16"/>
                  <a:pt x="200" y="25"/>
                  <a:pt x="211" y="36"/>
                </a:cubicBezTo>
                <a:cubicBezTo>
                  <a:pt x="222" y="47"/>
                  <a:pt x="231" y="60"/>
                  <a:pt x="237" y="75"/>
                </a:cubicBezTo>
                <a:cubicBezTo>
                  <a:pt x="244" y="91"/>
                  <a:pt x="247" y="107"/>
                  <a:pt x="247" y="123"/>
                </a:cubicBezTo>
                <a:cubicBezTo>
                  <a:pt x="247" y="149"/>
                  <a:pt x="240" y="173"/>
                  <a:pt x="225" y="194"/>
                </a:cubicBezTo>
                <a:cubicBezTo>
                  <a:pt x="286" y="254"/>
                  <a:pt x="286" y="254"/>
                  <a:pt x="286" y="254"/>
                </a:cubicBezTo>
                <a:cubicBezTo>
                  <a:pt x="290" y="258"/>
                  <a:pt x="292" y="263"/>
                  <a:pt x="292" y="2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55"/>
          <p:cNvSpPr>
            <a:spLocks noEditPoints="1"/>
          </p:cNvSpPr>
          <p:nvPr/>
        </p:nvSpPr>
        <p:spPr bwMode="auto">
          <a:xfrm>
            <a:off x="6826251" y="3722550"/>
            <a:ext cx="315913" cy="315913"/>
          </a:xfrm>
          <a:custGeom>
            <a:avLst/>
            <a:gdLst>
              <a:gd name="T0" fmla="*/ 180 w 292"/>
              <a:gd name="T1" fmla="*/ 118 h 292"/>
              <a:gd name="T2" fmla="*/ 180 w 292"/>
              <a:gd name="T3" fmla="*/ 129 h 292"/>
              <a:gd name="T4" fmla="*/ 178 w 292"/>
              <a:gd name="T5" fmla="*/ 133 h 292"/>
              <a:gd name="T6" fmla="*/ 174 w 292"/>
              <a:gd name="T7" fmla="*/ 135 h 292"/>
              <a:gd name="T8" fmla="*/ 73 w 292"/>
              <a:gd name="T9" fmla="*/ 135 h 292"/>
              <a:gd name="T10" fmla="*/ 69 w 292"/>
              <a:gd name="T11" fmla="*/ 133 h 292"/>
              <a:gd name="T12" fmla="*/ 67 w 292"/>
              <a:gd name="T13" fmla="*/ 129 h 292"/>
              <a:gd name="T14" fmla="*/ 67 w 292"/>
              <a:gd name="T15" fmla="*/ 118 h 292"/>
              <a:gd name="T16" fmla="*/ 69 w 292"/>
              <a:gd name="T17" fmla="*/ 114 h 292"/>
              <a:gd name="T18" fmla="*/ 73 w 292"/>
              <a:gd name="T19" fmla="*/ 112 h 292"/>
              <a:gd name="T20" fmla="*/ 174 w 292"/>
              <a:gd name="T21" fmla="*/ 112 h 292"/>
              <a:gd name="T22" fmla="*/ 178 w 292"/>
              <a:gd name="T23" fmla="*/ 114 h 292"/>
              <a:gd name="T24" fmla="*/ 180 w 292"/>
              <a:gd name="T25" fmla="*/ 118 h 292"/>
              <a:gd name="T26" fmla="*/ 202 w 292"/>
              <a:gd name="T27" fmla="*/ 123 h 292"/>
              <a:gd name="T28" fmla="*/ 179 w 292"/>
              <a:gd name="T29" fmla="*/ 68 h 292"/>
              <a:gd name="T30" fmla="*/ 124 w 292"/>
              <a:gd name="T31" fmla="*/ 45 h 292"/>
              <a:gd name="T32" fmla="*/ 68 w 292"/>
              <a:gd name="T33" fmla="*/ 68 h 292"/>
              <a:gd name="T34" fmla="*/ 45 w 292"/>
              <a:gd name="T35" fmla="*/ 123 h 292"/>
              <a:gd name="T36" fmla="*/ 68 w 292"/>
              <a:gd name="T37" fmla="*/ 179 h 292"/>
              <a:gd name="T38" fmla="*/ 124 w 292"/>
              <a:gd name="T39" fmla="*/ 202 h 292"/>
              <a:gd name="T40" fmla="*/ 179 w 292"/>
              <a:gd name="T41" fmla="*/ 179 h 292"/>
              <a:gd name="T42" fmla="*/ 202 w 292"/>
              <a:gd name="T43" fmla="*/ 123 h 292"/>
              <a:gd name="T44" fmla="*/ 292 w 292"/>
              <a:gd name="T45" fmla="*/ 270 h 292"/>
              <a:gd name="T46" fmla="*/ 286 w 292"/>
              <a:gd name="T47" fmla="*/ 285 h 292"/>
              <a:gd name="T48" fmla="*/ 270 w 292"/>
              <a:gd name="T49" fmla="*/ 292 h 292"/>
              <a:gd name="T50" fmla="*/ 254 w 292"/>
              <a:gd name="T51" fmla="*/ 285 h 292"/>
              <a:gd name="T52" fmla="*/ 194 w 292"/>
              <a:gd name="T53" fmla="*/ 225 h 292"/>
              <a:gd name="T54" fmla="*/ 124 w 292"/>
              <a:gd name="T55" fmla="*/ 247 h 292"/>
              <a:gd name="T56" fmla="*/ 76 w 292"/>
              <a:gd name="T57" fmla="*/ 237 h 292"/>
              <a:gd name="T58" fmla="*/ 36 w 292"/>
              <a:gd name="T59" fmla="*/ 211 h 292"/>
              <a:gd name="T60" fmla="*/ 10 w 292"/>
              <a:gd name="T61" fmla="*/ 172 h 292"/>
              <a:gd name="T62" fmla="*/ 0 w 292"/>
              <a:gd name="T63" fmla="*/ 123 h 292"/>
              <a:gd name="T64" fmla="*/ 10 w 292"/>
              <a:gd name="T65" fmla="*/ 75 h 292"/>
              <a:gd name="T66" fmla="*/ 36 w 292"/>
              <a:gd name="T67" fmla="*/ 36 h 292"/>
              <a:gd name="T68" fmla="*/ 76 w 292"/>
              <a:gd name="T69" fmla="*/ 10 h 292"/>
              <a:gd name="T70" fmla="*/ 124 w 292"/>
              <a:gd name="T71" fmla="*/ 0 h 292"/>
              <a:gd name="T72" fmla="*/ 172 w 292"/>
              <a:gd name="T73" fmla="*/ 10 h 292"/>
              <a:gd name="T74" fmla="*/ 211 w 292"/>
              <a:gd name="T75" fmla="*/ 36 h 292"/>
              <a:gd name="T76" fmla="*/ 237 w 292"/>
              <a:gd name="T77" fmla="*/ 75 h 292"/>
              <a:gd name="T78" fmla="*/ 247 w 292"/>
              <a:gd name="T79" fmla="*/ 123 h 292"/>
              <a:gd name="T80" fmla="*/ 225 w 292"/>
              <a:gd name="T81" fmla="*/ 194 h 292"/>
              <a:gd name="T82" fmla="*/ 286 w 292"/>
              <a:gd name="T83" fmla="*/ 254 h 292"/>
              <a:gd name="T84" fmla="*/ 292 w 292"/>
              <a:gd name="T85" fmla="*/ 27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92" h="292">
                <a:moveTo>
                  <a:pt x="180" y="118"/>
                </a:moveTo>
                <a:cubicBezTo>
                  <a:pt x="180" y="129"/>
                  <a:pt x="180" y="129"/>
                  <a:pt x="180" y="129"/>
                </a:cubicBezTo>
                <a:cubicBezTo>
                  <a:pt x="180" y="131"/>
                  <a:pt x="179" y="132"/>
                  <a:pt x="178" y="133"/>
                </a:cubicBezTo>
                <a:cubicBezTo>
                  <a:pt x="177" y="134"/>
                  <a:pt x="176" y="135"/>
                  <a:pt x="174" y="135"/>
                </a:cubicBezTo>
                <a:cubicBezTo>
                  <a:pt x="73" y="135"/>
                  <a:pt x="73" y="135"/>
                  <a:pt x="73" y="135"/>
                </a:cubicBezTo>
                <a:cubicBezTo>
                  <a:pt x="72" y="135"/>
                  <a:pt x="70" y="134"/>
                  <a:pt x="69" y="133"/>
                </a:cubicBezTo>
                <a:cubicBezTo>
                  <a:pt x="68" y="132"/>
                  <a:pt x="67" y="131"/>
                  <a:pt x="67" y="129"/>
                </a:cubicBezTo>
                <a:cubicBezTo>
                  <a:pt x="67" y="118"/>
                  <a:pt x="67" y="118"/>
                  <a:pt x="67" y="118"/>
                </a:cubicBezTo>
                <a:cubicBezTo>
                  <a:pt x="67" y="116"/>
                  <a:pt x="68" y="115"/>
                  <a:pt x="69" y="114"/>
                </a:cubicBezTo>
                <a:cubicBezTo>
                  <a:pt x="70" y="113"/>
                  <a:pt x="72" y="112"/>
                  <a:pt x="73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6" y="112"/>
                  <a:pt x="177" y="113"/>
                  <a:pt x="178" y="114"/>
                </a:cubicBezTo>
                <a:cubicBezTo>
                  <a:pt x="179" y="115"/>
                  <a:pt x="180" y="116"/>
                  <a:pt x="180" y="118"/>
                </a:cubicBezTo>
                <a:close/>
                <a:moveTo>
                  <a:pt x="202" y="123"/>
                </a:moveTo>
                <a:cubicBezTo>
                  <a:pt x="202" y="102"/>
                  <a:pt x="195" y="83"/>
                  <a:pt x="179" y="68"/>
                </a:cubicBezTo>
                <a:cubicBezTo>
                  <a:pt x="164" y="53"/>
                  <a:pt x="145" y="45"/>
                  <a:pt x="124" y="45"/>
                </a:cubicBezTo>
                <a:cubicBezTo>
                  <a:pt x="102" y="45"/>
                  <a:pt x="83" y="53"/>
                  <a:pt x="68" y="68"/>
                </a:cubicBezTo>
                <a:cubicBezTo>
                  <a:pt x="53" y="83"/>
                  <a:pt x="45" y="102"/>
                  <a:pt x="45" y="123"/>
                </a:cubicBezTo>
                <a:cubicBezTo>
                  <a:pt x="45" y="145"/>
                  <a:pt x="53" y="164"/>
                  <a:pt x="68" y="179"/>
                </a:cubicBezTo>
                <a:cubicBezTo>
                  <a:pt x="83" y="194"/>
                  <a:pt x="102" y="202"/>
                  <a:pt x="124" y="202"/>
                </a:cubicBezTo>
                <a:cubicBezTo>
                  <a:pt x="145" y="202"/>
                  <a:pt x="164" y="194"/>
                  <a:pt x="179" y="179"/>
                </a:cubicBezTo>
                <a:cubicBezTo>
                  <a:pt x="195" y="164"/>
                  <a:pt x="202" y="145"/>
                  <a:pt x="202" y="123"/>
                </a:cubicBezTo>
                <a:close/>
                <a:moveTo>
                  <a:pt x="292" y="270"/>
                </a:moveTo>
                <a:cubicBezTo>
                  <a:pt x="292" y="276"/>
                  <a:pt x="290" y="281"/>
                  <a:pt x="286" y="285"/>
                </a:cubicBezTo>
                <a:cubicBezTo>
                  <a:pt x="281" y="290"/>
                  <a:pt x="276" y="292"/>
                  <a:pt x="270" y="292"/>
                </a:cubicBezTo>
                <a:cubicBezTo>
                  <a:pt x="263" y="292"/>
                  <a:pt x="258" y="290"/>
                  <a:pt x="254" y="285"/>
                </a:cubicBezTo>
                <a:cubicBezTo>
                  <a:pt x="194" y="225"/>
                  <a:pt x="194" y="225"/>
                  <a:pt x="194" y="225"/>
                </a:cubicBezTo>
                <a:cubicBezTo>
                  <a:pt x="173" y="240"/>
                  <a:pt x="149" y="247"/>
                  <a:pt x="124" y="247"/>
                </a:cubicBezTo>
                <a:cubicBezTo>
                  <a:pt x="107" y="247"/>
                  <a:pt x="91" y="244"/>
                  <a:pt x="76" y="237"/>
                </a:cubicBezTo>
                <a:cubicBezTo>
                  <a:pt x="60" y="231"/>
                  <a:pt x="47" y="222"/>
                  <a:pt x="36" y="211"/>
                </a:cubicBezTo>
                <a:cubicBezTo>
                  <a:pt x="25" y="200"/>
                  <a:pt x="16" y="187"/>
                  <a:pt x="10" y="172"/>
                </a:cubicBezTo>
                <a:cubicBezTo>
                  <a:pt x="3" y="156"/>
                  <a:pt x="0" y="140"/>
                  <a:pt x="0" y="123"/>
                </a:cubicBezTo>
                <a:cubicBezTo>
                  <a:pt x="0" y="107"/>
                  <a:pt x="3" y="91"/>
                  <a:pt x="10" y="75"/>
                </a:cubicBezTo>
                <a:cubicBezTo>
                  <a:pt x="16" y="60"/>
                  <a:pt x="25" y="47"/>
                  <a:pt x="36" y="36"/>
                </a:cubicBezTo>
                <a:cubicBezTo>
                  <a:pt x="47" y="25"/>
                  <a:pt x="60" y="16"/>
                  <a:pt x="76" y="10"/>
                </a:cubicBezTo>
                <a:cubicBezTo>
                  <a:pt x="91" y="3"/>
                  <a:pt x="107" y="0"/>
                  <a:pt x="124" y="0"/>
                </a:cubicBezTo>
                <a:cubicBezTo>
                  <a:pt x="140" y="0"/>
                  <a:pt x="156" y="3"/>
                  <a:pt x="172" y="10"/>
                </a:cubicBezTo>
                <a:cubicBezTo>
                  <a:pt x="187" y="16"/>
                  <a:pt x="200" y="25"/>
                  <a:pt x="211" y="36"/>
                </a:cubicBezTo>
                <a:cubicBezTo>
                  <a:pt x="222" y="47"/>
                  <a:pt x="231" y="60"/>
                  <a:pt x="237" y="75"/>
                </a:cubicBezTo>
                <a:cubicBezTo>
                  <a:pt x="244" y="91"/>
                  <a:pt x="247" y="107"/>
                  <a:pt x="247" y="123"/>
                </a:cubicBezTo>
                <a:cubicBezTo>
                  <a:pt x="247" y="149"/>
                  <a:pt x="240" y="173"/>
                  <a:pt x="225" y="194"/>
                </a:cubicBezTo>
                <a:cubicBezTo>
                  <a:pt x="286" y="254"/>
                  <a:pt x="286" y="254"/>
                  <a:pt x="286" y="254"/>
                </a:cubicBezTo>
                <a:cubicBezTo>
                  <a:pt x="290" y="258"/>
                  <a:pt x="292" y="263"/>
                  <a:pt x="292" y="2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56"/>
          <p:cNvSpPr>
            <a:spLocks noEditPoints="1"/>
          </p:cNvSpPr>
          <p:nvPr/>
        </p:nvSpPr>
        <p:spPr bwMode="auto">
          <a:xfrm>
            <a:off x="7258051" y="3722550"/>
            <a:ext cx="314325" cy="315913"/>
          </a:xfrm>
          <a:custGeom>
            <a:avLst/>
            <a:gdLst>
              <a:gd name="T0" fmla="*/ 180 w 292"/>
              <a:gd name="T1" fmla="*/ 118 h 292"/>
              <a:gd name="T2" fmla="*/ 180 w 292"/>
              <a:gd name="T3" fmla="*/ 129 h 292"/>
              <a:gd name="T4" fmla="*/ 178 w 292"/>
              <a:gd name="T5" fmla="*/ 133 h 292"/>
              <a:gd name="T6" fmla="*/ 174 w 292"/>
              <a:gd name="T7" fmla="*/ 135 h 292"/>
              <a:gd name="T8" fmla="*/ 135 w 292"/>
              <a:gd name="T9" fmla="*/ 135 h 292"/>
              <a:gd name="T10" fmla="*/ 135 w 292"/>
              <a:gd name="T11" fmla="*/ 174 h 292"/>
              <a:gd name="T12" fmla="*/ 133 w 292"/>
              <a:gd name="T13" fmla="*/ 178 h 292"/>
              <a:gd name="T14" fmla="*/ 129 w 292"/>
              <a:gd name="T15" fmla="*/ 180 h 292"/>
              <a:gd name="T16" fmla="*/ 118 w 292"/>
              <a:gd name="T17" fmla="*/ 180 h 292"/>
              <a:gd name="T18" fmla="*/ 114 w 292"/>
              <a:gd name="T19" fmla="*/ 178 h 292"/>
              <a:gd name="T20" fmla="*/ 113 w 292"/>
              <a:gd name="T21" fmla="*/ 174 h 292"/>
              <a:gd name="T22" fmla="*/ 113 w 292"/>
              <a:gd name="T23" fmla="*/ 135 h 292"/>
              <a:gd name="T24" fmla="*/ 73 w 292"/>
              <a:gd name="T25" fmla="*/ 135 h 292"/>
              <a:gd name="T26" fmla="*/ 69 w 292"/>
              <a:gd name="T27" fmla="*/ 133 h 292"/>
              <a:gd name="T28" fmla="*/ 68 w 292"/>
              <a:gd name="T29" fmla="*/ 129 h 292"/>
              <a:gd name="T30" fmla="*/ 68 w 292"/>
              <a:gd name="T31" fmla="*/ 118 h 292"/>
              <a:gd name="T32" fmla="*/ 69 w 292"/>
              <a:gd name="T33" fmla="*/ 114 h 292"/>
              <a:gd name="T34" fmla="*/ 73 w 292"/>
              <a:gd name="T35" fmla="*/ 112 h 292"/>
              <a:gd name="T36" fmla="*/ 113 w 292"/>
              <a:gd name="T37" fmla="*/ 112 h 292"/>
              <a:gd name="T38" fmla="*/ 113 w 292"/>
              <a:gd name="T39" fmla="*/ 73 h 292"/>
              <a:gd name="T40" fmla="*/ 114 w 292"/>
              <a:gd name="T41" fmla="*/ 69 h 292"/>
              <a:gd name="T42" fmla="*/ 118 w 292"/>
              <a:gd name="T43" fmla="*/ 67 h 292"/>
              <a:gd name="T44" fmla="*/ 129 w 292"/>
              <a:gd name="T45" fmla="*/ 67 h 292"/>
              <a:gd name="T46" fmla="*/ 133 w 292"/>
              <a:gd name="T47" fmla="*/ 69 h 292"/>
              <a:gd name="T48" fmla="*/ 135 w 292"/>
              <a:gd name="T49" fmla="*/ 73 h 292"/>
              <a:gd name="T50" fmla="*/ 135 w 292"/>
              <a:gd name="T51" fmla="*/ 112 h 292"/>
              <a:gd name="T52" fmla="*/ 174 w 292"/>
              <a:gd name="T53" fmla="*/ 112 h 292"/>
              <a:gd name="T54" fmla="*/ 178 w 292"/>
              <a:gd name="T55" fmla="*/ 114 h 292"/>
              <a:gd name="T56" fmla="*/ 180 w 292"/>
              <a:gd name="T57" fmla="*/ 118 h 292"/>
              <a:gd name="T58" fmla="*/ 202 w 292"/>
              <a:gd name="T59" fmla="*/ 123 h 292"/>
              <a:gd name="T60" fmla="*/ 179 w 292"/>
              <a:gd name="T61" fmla="*/ 68 h 292"/>
              <a:gd name="T62" fmla="*/ 124 w 292"/>
              <a:gd name="T63" fmla="*/ 45 h 292"/>
              <a:gd name="T64" fmla="*/ 68 w 292"/>
              <a:gd name="T65" fmla="*/ 68 h 292"/>
              <a:gd name="T66" fmla="*/ 45 w 292"/>
              <a:gd name="T67" fmla="*/ 123 h 292"/>
              <a:gd name="T68" fmla="*/ 68 w 292"/>
              <a:gd name="T69" fmla="*/ 179 h 292"/>
              <a:gd name="T70" fmla="*/ 124 w 292"/>
              <a:gd name="T71" fmla="*/ 202 h 292"/>
              <a:gd name="T72" fmla="*/ 179 w 292"/>
              <a:gd name="T73" fmla="*/ 179 h 292"/>
              <a:gd name="T74" fmla="*/ 202 w 292"/>
              <a:gd name="T75" fmla="*/ 123 h 292"/>
              <a:gd name="T76" fmla="*/ 292 w 292"/>
              <a:gd name="T77" fmla="*/ 270 h 292"/>
              <a:gd name="T78" fmla="*/ 286 w 292"/>
              <a:gd name="T79" fmla="*/ 285 h 292"/>
              <a:gd name="T80" fmla="*/ 270 w 292"/>
              <a:gd name="T81" fmla="*/ 292 h 292"/>
              <a:gd name="T82" fmla="*/ 254 w 292"/>
              <a:gd name="T83" fmla="*/ 285 h 292"/>
              <a:gd name="T84" fmla="*/ 194 w 292"/>
              <a:gd name="T85" fmla="*/ 225 h 292"/>
              <a:gd name="T86" fmla="*/ 124 w 292"/>
              <a:gd name="T87" fmla="*/ 247 h 292"/>
              <a:gd name="T88" fmla="*/ 76 w 292"/>
              <a:gd name="T89" fmla="*/ 237 h 292"/>
              <a:gd name="T90" fmla="*/ 36 w 292"/>
              <a:gd name="T91" fmla="*/ 211 h 292"/>
              <a:gd name="T92" fmla="*/ 10 w 292"/>
              <a:gd name="T93" fmla="*/ 172 h 292"/>
              <a:gd name="T94" fmla="*/ 0 w 292"/>
              <a:gd name="T95" fmla="*/ 123 h 292"/>
              <a:gd name="T96" fmla="*/ 10 w 292"/>
              <a:gd name="T97" fmla="*/ 75 h 292"/>
              <a:gd name="T98" fmla="*/ 36 w 292"/>
              <a:gd name="T99" fmla="*/ 36 h 292"/>
              <a:gd name="T100" fmla="*/ 76 w 292"/>
              <a:gd name="T101" fmla="*/ 10 h 292"/>
              <a:gd name="T102" fmla="*/ 124 w 292"/>
              <a:gd name="T103" fmla="*/ 0 h 292"/>
              <a:gd name="T104" fmla="*/ 172 w 292"/>
              <a:gd name="T105" fmla="*/ 10 h 292"/>
              <a:gd name="T106" fmla="*/ 211 w 292"/>
              <a:gd name="T107" fmla="*/ 36 h 292"/>
              <a:gd name="T108" fmla="*/ 238 w 292"/>
              <a:gd name="T109" fmla="*/ 75 h 292"/>
              <a:gd name="T110" fmla="*/ 247 w 292"/>
              <a:gd name="T111" fmla="*/ 123 h 292"/>
              <a:gd name="T112" fmla="*/ 226 w 292"/>
              <a:gd name="T113" fmla="*/ 194 h 292"/>
              <a:gd name="T114" fmla="*/ 286 w 292"/>
              <a:gd name="T115" fmla="*/ 254 h 292"/>
              <a:gd name="T116" fmla="*/ 292 w 292"/>
              <a:gd name="T117" fmla="*/ 27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2" h="292">
                <a:moveTo>
                  <a:pt x="180" y="118"/>
                </a:moveTo>
                <a:cubicBezTo>
                  <a:pt x="180" y="129"/>
                  <a:pt x="180" y="129"/>
                  <a:pt x="180" y="129"/>
                </a:cubicBezTo>
                <a:cubicBezTo>
                  <a:pt x="180" y="131"/>
                  <a:pt x="179" y="132"/>
                  <a:pt x="178" y="133"/>
                </a:cubicBezTo>
                <a:cubicBezTo>
                  <a:pt x="177" y="134"/>
                  <a:pt x="176" y="135"/>
                  <a:pt x="174" y="135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35" y="174"/>
                  <a:pt x="135" y="174"/>
                  <a:pt x="135" y="174"/>
                </a:cubicBezTo>
                <a:cubicBezTo>
                  <a:pt x="135" y="176"/>
                  <a:pt x="134" y="177"/>
                  <a:pt x="133" y="178"/>
                </a:cubicBezTo>
                <a:cubicBezTo>
                  <a:pt x="132" y="179"/>
                  <a:pt x="131" y="180"/>
                  <a:pt x="129" y="180"/>
                </a:cubicBezTo>
                <a:cubicBezTo>
                  <a:pt x="118" y="180"/>
                  <a:pt x="118" y="180"/>
                  <a:pt x="118" y="180"/>
                </a:cubicBezTo>
                <a:cubicBezTo>
                  <a:pt x="117" y="180"/>
                  <a:pt x="115" y="179"/>
                  <a:pt x="114" y="178"/>
                </a:cubicBezTo>
                <a:cubicBezTo>
                  <a:pt x="113" y="177"/>
                  <a:pt x="113" y="176"/>
                  <a:pt x="113" y="174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73" y="135"/>
                  <a:pt x="73" y="135"/>
                  <a:pt x="73" y="135"/>
                </a:cubicBezTo>
                <a:cubicBezTo>
                  <a:pt x="72" y="135"/>
                  <a:pt x="70" y="134"/>
                  <a:pt x="69" y="133"/>
                </a:cubicBezTo>
                <a:cubicBezTo>
                  <a:pt x="68" y="132"/>
                  <a:pt x="68" y="131"/>
                  <a:pt x="68" y="129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68" y="116"/>
                  <a:pt x="68" y="115"/>
                  <a:pt x="69" y="114"/>
                </a:cubicBezTo>
                <a:cubicBezTo>
                  <a:pt x="70" y="113"/>
                  <a:pt x="72" y="112"/>
                  <a:pt x="73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73"/>
                  <a:pt x="113" y="73"/>
                  <a:pt x="113" y="73"/>
                </a:cubicBezTo>
                <a:cubicBezTo>
                  <a:pt x="113" y="71"/>
                  <a:pt x="113" y="70"/>
                  <a:pt x="114" y="69"/>
                </a:cubicBezTo>
                <a:cubicBezTo>
                  <a:pt x="115" y="68"/>
                  <a:pt x="117" y="67"/>
                  <a:pt x="118" y="67"/>
                </a:cubicBezTo>
                <a:cubicBezTo>
                  <a:pt x="129" y="67"/>
                  <a:pt x="129" y="67"/>
                  <a:pt x="129" y="67"/>
                </a:cubicBezTo>
                <a:cubicBezTo>
                  <a:pt x="131" y="67"/>
                  <a:pt x="132" y="68"/>
                  <a:pt x="133" y="69"/>
                </a:cubicBezTo>
                <a:cubicBezTo>
                  <a:pt x="134" y="70"/>
                  <a:pt x="135" y="71"/>
                  <a:pt x="135" y="73"/>
                </a:cubicBezTo>
                <a:cubicBezTo>
                  <a:pt x="135" y="112"/>
                  <a:pt x="135" y="112"/>
                  <a:pt x="135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6" y="112"/>
                  <a:pt x="177" y="113"/>
                  <a:pt x="178" y="114"/>
                </a:cubicBezTo>
                <a:cubicBezTo>
                  <a:pt x="179" y="115"/>
                  <a:pt x="180" y="116"/>
                  <a:pt x="180" y="118"/>
                </a:cubicBezTo>
                <a:close/>
                <a:moveTo>
                  <a:pt x="202" y="123"/>
                </a:moveTo>
                <a:cubicBezTo>
                  <a:pt x="202" y="102"/>
                  <a:pt x="195" y="83"/>
                  <a:pt x="179" y="68"/>
                </a:cubicBezTo>
                <a:cubicBezTo>
                  <a:pt x="164" y="53"/>
                  <a:pt x="145" y="45"/>
                  <a:pt x="124" y="45"/>
                </a:cubicBezTo>
                <a:cubicBezTo>
                  <a:pt x="102" y="45"/>
                  <a:pt x="84" y="53"/>
                  <a:pt x="68" y="68"/>
                </a:cubicBezTo>
                <a:cubicBezTo>
                  <a:pt x="53" y="83"/>
                  <a:pt x="45" y="102"/>
                  <a:pt x="45" y="123"/>
                </a:cubicBezTo>
                <a:cubicBezTo>
                  <a:pt x="45" y="145"/>
                  <a:pt x="53" y="164"/>
                  <a:pt x="68" y="179"/>
                </a:cubicBezTo>
                <a:cubicBezTo>
                  <a:pt x="84" y="194"/>
                  <a:pt x="102" y="202"/>
                  <a:pt x="124" y="202"/>
                </a:cubicBezTo>
                <a:cubicBezTo>
                  <a:pt x="145" y="202"/>
                  <a:pt x="164" y="194"/>
                  <a:pt x="179" y="179"/>
                </a:cubicBezTo>
                <a:cubicBezTo>
                  <a:pt x="195" y="164"/>
                  <a:pt x="202" y="145"/>
                  <a:pt x="202" y="123"/>
                </a:cubicBezTo>
                <a:close/>
                <a:moveTo>
                  <a:pt x="292" y="270"/>
                </a:moveTo>
                <a:cubicBezTo>
                  <a:pt x="292" y="276"/>
                  <a:pt x="290" y="281"/>
                  <a:pt x="286" y="285"/>
                </a:cubicBezTo>
                <a:cubicBezTo>
                  <a:pt x="281" y="290"/>
                  <a:pt x="276" y="292"/>
                  <a:pt x="270" y="292"/>
                </a:cubicBezTo>
                <a:cubicBezTo>
                  <a:pt x="264" y="292"/>
                  <a:pt x="258" y="290"/>
                  <a:pt x="254" y="285"/>
                </a:cubicBezTo>
                <a:cubicBezTo>
                  <a:pt x="194" y="225"/>
                  <a:pt x="194" y="225"/>
                  <a:pt x="194" y="225"/>
                </a:cubicBezTo>
                <a:cubicBezTo>
                  <a:pt x="173" y="240"/>
                  <a:pt x="150" y="247"/>
                  <a:pt x="124" y="247"/>
                </a:cubicBezTo>
                <a:cubicBezTo>
                  <a:pt x="107" y="247"/>
                  <a:pt x="91" y="244"/>
                  <a:pt x="76" y="237"/>
                </a:cubicBezTo>
                <a:cubicBezTo>
                  <a:pt x="60" y="231"/>
                  <a:pt x="47" y="222"/>
                  <a:pt x="36" y="211"/>
                </a:cubicBezTo>
                <a:cubicBezTo>
                  <a:pt x="25" y="200"/>
                  <a:pt x="16" y="187"/>
                  <a:pt x="10" y="172"/>
                </a:cubicBezTo>
                <a:cubicBezTo>
                  <a:pt x="3" y="156"/>
                  <a:pt x="0" y="140"/>
                  <a:pt x="0" y="123"/>
                </a:cubicBezTo>
                <a:cubicBezTo>
                  <a:pt x="0" y="107"/>
                  <a:pt x="3" y="91"/>
                  <a:pt x="10" y="75"/>
                </a:cubicBezTo>
                <a:cubicBezTo>
                  <a:pt x="16" y="60"/>
                  <a:pt x="25" y="47"/>
                  <a:pt x="36" y="36"/>
                </a:cubicBezTo>
                <a:cubicBezTo>
                  <a:pt x="47" y="25"/>
                  <a:pt x="60" y="16"/>
                  <a:pt x="76" y="10"/>
                </a:cubicBezTo>
                <a:cubicBezTo>
                  <a:pt x="91" y="3"/>
                  <a:pt x="107" y="0"/>
                  <a:pt x="124" y="0"/>
                </a:cubicBezTo>
                <a:cubicBezTo>
                  <a:pt x="141" y="0"/>
                  <a:pt x="157" y="3"/>
                  <a:pt x="172" y="10"/>
                </a:cubicBezTo>
                <a:cubicBezTo>
                  <a:pt x="187" y="16"/>
                  <a:pt x="200" y="25"/>
                  <a:pt x="211" y="36"/>
                </a:cubicBezTo>
                <a:cubicBezTo>
                  <a:pt x="222" y="47"/>
                  <a:pt x="231" y="60"/>
                  <a:pt x="238" y="75"/>
                </a:cubicBezTo>
                <a:cubicBezTo>
                  <a:pt x="244" y="91"/>
                  <a:pt x="247" y="107"/>
                  <a:pt x="247" y="123"/>
                </a:cubicBezTo>
                <a:cubicBezTo>
                  <a:pt x="247" y="149"/>
                  <a:pt x="240" y="173"/>
                  <a:pt x="226" y="194"/>
                </a:cubicBezTo>
                <a:cubicBezTo>
                  <a:pt x="286" y="254"/>
                  <a:pt x="286" y="254"/>
                  <a:pt x="286" y="254"/>
                </a:cubicBezTo>
                <a:cubicBezTo>
                  <a:pt x="290" y="258"/>
                  <a:pt x="292" y="263"/>
                  <a:pt x="292" y="2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57"/>
          <p:cNvSpPr>
            <a:spLocks noEditPoints="1"/>
          </p:cNvSpPr>
          <p:nvPr/>
        </p:nvSpPr>
        <p:spPr bwMode="auto">
          <a:xfrm>
            <a:off x="7653338" y="3741600"/>
            <a:ext cx="387350" cy="276225"/>
          </a:xfrm>
          <a:custGeom>
            <a:avLst/>
            <a:gdLst>
              <a:gd name="T0" fmla="*/ 263 w 359"/>
              <a:gd name="T1" fmla="*/ 83 h 256"/>
              <a:gd name="T2" fmla="*/ 254 w 359"/>
              <a:gd name="T3" fmla="*/ 74 h 256"/>
              <a:gd name="T4" fmla="*/ 232 w 359"/>
              <a:gd name="T5" fmla="*/ 76 h 256"/>
              <a:gd name="T6" fmla="*/ 229 w 359"/>
              <a:gd name="T7" fmla="*/ 211 h 256"/>
              <a:gd name="T8" fmla="*/ 238 w 359"/>
              <a:gd name="T9" fmla="*/ 220 h 256"/>
              <a:gd name="T10" fmla="*/ 260 w 359"/>
              <a:gd name="T11" fmla="*/ 218 h 256"/>
              <a:gd name="T12" fmla="*/ 213 w 359"/>
              <a:gd name="T13" fmla="*/ 211 h 256"/>
              <a:gd name="T14" fmla="*/ 210 w 359"/>
              <a:gd name="T15" fmla="*/ 112 h 256"/>
              <a:gd name="T16" fmla="*/ 187 w 359"/>
              <a:gd name="T17" fmla="*/ 109 h 256"/>
              <a:gd name="T18" fmla="*/ 178 w 359"/>
              <a:gd name="T19" fmla="*/ 118 h 256"/>
              <a:gd name="T20" fmla="*/ 180 w 359"/>
              <a:gd name="T21" fmla="*/ 218 h 256"/>
              <a:gd name="T22" fmla="*/ 204 w 359"/>
              <a:gd name="T23" fmla="*/ 220 h 256"/>
              <a:gd name="T24" fmla="*/ 213 w 359"/>
              <a:gd name="T25" fmla="*/ 211 h 256"/>
              <a:gd name="T26" fmla="*/ 162 w 359"/>
              <a:gd name="T27" fmla="*/ 136 h 256"/>
              <a:gd name="T28" fmla="*/ 153 w 359"/>
              <a:gd name="T29" fmla="*/ 127 h 256"/>
              <a:gd name="T30" fmla="*/ 129 w 359"/>
              <a:gd name="T31" fmla="*/ 130 h 256"/>
              <a:gd name="T32" fmla="*/ 127 w 359"/>
              <a:gd name="T33" fmla="*/ 211 h 256"/>
              <a:gd name="T34" fmla="*/ 135 w 359"/>
              <a:gd name="T35" fmla="*/ 220 h 256"/>
              <a:gd name="T36" fmla="*/ 159 w 359"/>
              <a:gd name="T37" fmla="*/ 218 h 256"/>
              <a:gd name="T38" fmla="*/ 111 w 359"/>
              <a:gd name="T39" fmla="*/ 211 h 256"/>
              <a:gd name="T40" fmla="*/ 108 w 359"/>
              <a:gd name="T41" fmla="*/ 142 h 256"/>
              <a:gd name="T42" fmla="*/ 84 w 359"/>
              <a:gd name="T43" fmla="*/ 139 h 256"/>
              <a:gd name="T44" fmla="*/ 75 w 359"/>
              <a:gd name="T45" fmla="*/ 148 h 256"/>
              <a:gd name="T46" fmla="*/ 78 w 359"/>
              <a:gd name="T47" fmla="*/ 218 h 256"/>
              <a:gd name="T48" fmla="*/ 102 w 359"/>
              <a:gd name="T49" fmla="*/ 220 h 256"/>
              <a:gd name="T50" fmla="*/ 111 w 359"/>
              <a:gd name="T51" fmla="*/ 211 h 256"/>
              <a:gd name="T52" fmla="*/ 338 w 359"/>
              <a:gd name="T53" fmla="*/ 236 h 256"/>
              <a:gd name="T54" fmla="*/ 70 w 359"/>
              <a:gd name="T55" fmla="*/ 256 h 256"/>
              <a:gd name="T56" fmla="*/ 0 w 359"/>
              <a:gd name="T57" fmla="*/ 186 h 256"/>
              <a:gd name="T58" fmla="*/ 40 w 359"/>
              <a:gd name="T59" fmla="*/ 122 h 256"/>
              <a:gd name="T60" fmla="*/ 53 w 359"/>
              <a:gd name="T61" fmla="*/ 75 h 256"/>
              <a:gd name="T62" fmla="*/ 118 w 359"/>
              <a:gd name="T63" fmla="*/ 73 h 256"/>
              <a:gd name="T64" fmla="*/ 212 w 359"/>
              <a:gd name="T65" fmla="*/ 0 h 256"/>
              <a:gd name="T66" fmla="*/ 295 w 359"/>
              <a:gd name="T67" fmla="*/ 48 h 256"/>
              <a:gd name="T68" fmla="*/ 305 w 359"/>
              <a:gd name="T69" fmla="*/ 117 h 256"/>
              <a:gd name="T70" fmla="*/ 359 w 359"/>
              <a:gd name="T71" fmla="*/ 18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9" h="256">
                <a:moveTo>
                  <a:pt x="263" y="211"/>
                </a:moveTo>
                <a:cubicBezTo>
                  <a:pt x="263" y="83"/>
                  <a:pt x="263" y="83"/>
                  <a:pt x="263" y="83"/>
                </a:cubicBezTo>
                <a:cubicBezTo>
                  <a:pt x="263" y="80"/>
                  <a:pt x="262" y="78"/>
                  <a:pt x="260" y="76"/>
                </a:cubicBezTo>
                <a:cubicBezTo>
                  <a:pt x="259" y="75"/>
                  <a:pt x="257" y="74"/>
                  <a:pt x="254" y="74"/>
                </a:cubicBezTo>
                <a:cubicBezTo>
                  <a:pt x="238" y="74"/>
                  <a:pt x="238" y="74"/>
                  <a:pt x="238" y="74"/>
                </a:cubicBezTo>
                <a:cubicBezTo>
                  <a:pt x="236" y="74"/>
                  <a:pt x="233" y="75"/>
                  <a:pt x="232" y="76"/>
                </a:cubicBezTo>
                <a:cubicBezTo>
                  <a:pt x="230" y="78"/>
                  <a:pt x="229" y="80"/>
                  <a:pt x="229" y="83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29" y="214"/>
                  <a:pt x="230" y="216"/>
                  <a:pt x="232" y="218"/>
                </a:cubicBezTo>
                <a:cubicBezTo>
                  <a:pt x="233" y="219"/>
                  <a:pt x="236" y="220"/>
                  <a:pt x="238" y="220"/>
                </a:cubicBezTo>
                <a:cubicBezTo>
                  <a:pt x="254" y="220"/>
                  <a:pt x="254" y="220"/>
                  <a:pt x="254" y="220"/>
                </a:cubicBezTo>
                <a:cubicBezTo>
                  <a:pt x="257" y="220"/>
                  <a:pt x="259" y="219"/>
                  <a:pt x="260" y="218"/>
                </a:cubicBezTo>
                <a:cubicBezTo>
                  <a:pt x="262" y="216"/>
                  <a:pt x="263" y="214"/>
                  <a:pt x="263" y="211"/>
                </a:cubicBezTo>
                <a:close/>
                <a:moveTo>
                  <a:pt x="213" y="211"/>
                </a:moveTo>
                <a:cubicBezTo>
                  <a:pt x="213" y="118"/>
                  <a:pt x="213" y="118"/>
                  <a:pt x="213" y="118"/>
                </a:cubicBezTo>
                <a:cubicBezTo>
                  <a:pt x="213" y="116"/>
                  <a:pt x="212" y="114"/>
                  <a:pt x="210" y="112"/>
                </a:cubicBezTo>
                <a:cubicBezTo>
                  <a:pt x="209" y="110"/>
                  <a:pt x="207" y="109"/>
                  <a:pt x="204" y="109"/>
                </a:cubicBezTo>
                <a:cubicBezTo>
                  <a:pt x="187" y="109"/>
                  <a:pt x="187" y="109"/>
                  <a:pt x="187" y="109"/>
                </a:cubicBezTo>
                <a:cubicBezTo>
                  <a:pt x="184" y="109"/>
                  <a:pt x="182" y="110"/>
                  <a:pt x="180" y="112"/>
                </a:cubicBezTo>
                <a:cubicBezTo>
                  <a:pt x="179" y="114"/>
                  <a:pt x="178" y="116"/>
                  <a:pt x="178" y="118"/>
                </a:cubicBezTo>
                <a:cubicBezTo>
                  <a:pt x="178" y="211"/>
                  <a:pt x="178" y="211"/>
                  <a:pt x="178" y="211"/>
                </a:cubicBezTo>
                <a:cubicBezTo>
                  <a:pt x="178" y="214"/>
                  <a:pt x="179" y="216"/>
                  <a:pt x="180" y="218"/>
                </a:cubicBezTo>
                <a:cubicBezTo>
                  <a:pt x="182" y="219"/>
                  <a:pt x="184" y="220"/>
                  <a:pt x="187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207" y="220"/>
                  <a:pt x="209" y="219"/>
                  <a:pt x="210" y="218"/>
                </a:cubicBezTo>
                <a:cubicBezTo>
                  <a:pt x="212" y="216"/>
                  <a:pt x="213" y="214"/>
                  <a:pt x="213" y="211"/>
                </a:cubicBezTo>
                <a:close/>
                <a:moveTo>
                  <a:pt x="162" y="211"/>
                </a:moveTo>
                <a:cubicBezTo>
                  <a:pt x="162" y="136"/>
                  <a:pt x="162" y="136"/>
                  <a:pt x="162" y="136"/>
                </a:cubicBezTo>
                <a:cubicBezTo>
                  <a:pt x="162" y="134"/>
                  <a:pt x="161" y="132"/>
                  <a:pt x="159" y="130"/>
                </a:cubicBezTo>
                <a:cubicBezTo>
                  <a:pt x="157" y="128"/>
                  <a:pt x="155" y="127"/>
                  <a:pt x="153" y="127"/>
                </a:cubicBezTo>
                <a:cubicBezTo>
                  <a:pt x="135" y="127"/>
                  <a:pt x="135" y="127"/>
                  <a:pt x="135" y="127"/>
                </a:cubicBezTo>
                <a:cubicBezTo>
                  <a:pt x="133" y="127"/>
                  <a:pt x="131" y="128"/>
                  <a:pt x="129" y="130"/>
                </a:cubicBezTo>
                <a:cubicBezTo>
                  <a:pt x="127" y="132"/>
                  <a:pt x="127" y="134"/>
                  <a:pt x="127" y="136"/>
                </a:cubicBezTo>
                <a:cubicBezTo>
                  <a:pt x="127" y="211"/>
                  <a:pt x="127" y="211"/>
                  <a:pt x="127" y="211"/>
                </a:cubicBezTo>
                <a:cubicBezTo>
                  <a:pt x="127" y="214"/>
                  <a:pt x="127" y="216"/>
                  <a:pt x="129" y="218"/>
                </a:cubicBezTo>
                <a:cubicBezTo>
                  <a:pt x="131" y="219"/>
                  <a:pt x="133" y="220"/>
                  <a:pt x="135" y="220"/>
                </a:cubicBezTo>
                <a:cubicBezTo>
                  <a:pt x="153" y="220"/>
                  <a:pt x="153" y="220"/>
                  <a:pt x="153" y="220"/>
                </a:cubicBezTo>
                <a:cubicBezTo>
                  <a:pt x="155" y="220"/>
                  <a:pt x="157" y="219"/>
                  <a:pt x="159" y="218"/>
                </a:cubicBezTo>
                <a:cubicBezTo>
                  <a:pt x="161" y="216"/>
                  <a:pt x="162" y="214"/>
                  <a:pt x="162" y="211"/>
                </a:cubicBezTo>
                <a:close/>
                <a:moveTo>
                  <a:pt x="111" y="211"/>
                </a:moveTo>
                <a:cubicBezTo>
                  <a:pt x="111" y="148"/>
                  <a:pt x="111" y="148"/>
                  <a:pt x="111" y="148"/>
                </a:cubicBezTo>
                <a:cubicBezTo>
                  <a:pt x="111" y="145"/>
                  <a:pt x="110" y="143"/>
                  <a:pt x="108" y="142"/>
                </a:cubicBezTo>
                <a:cubicBezTo>
                  <a:pt x="106" y="140"/>
                  <a:pt x="104" y="139"/>
                  <a:pt x="102" y="139"/>
                </a:cubicBezTo>
                <a:cubicBezTo>
                  <a:pt x="84" y="139"/>
                  <a:pt x="84" y="139"/>
                  <a:pt x="84" y="139"/>
                </a:cubicBezTo>
                <a:cubicBezTo>
                  <a:pt x="82" y="139"/>
                  <a:pt x="80" y="140"/>
                  <a:pt x="78" y="142"/>
                </a:cubicBezTo>
                <a:cubicBezTo>
                  <a:pt x="76" y="143"/>
                  <a:pt x="75" y="145"/>
                  <a:pt x="75" y="148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4"/>
                  <a:pt x="76" y="216"/>
                  <a:pt x="78" y="218"/>
                </a:cubicBezTo>
                <a:cubicBezTo>
                  <a:pt x="80" y="219"/>
                  <a:pt x="82" y="220"/>
                  <a:pt x="84" y="220"/>
                </a:cubicBezTo>
                <a:cubicBezTo>
                  <a:pt x="102" y="220"/>
                  <a:pt x="102" y="220"/>
                  <a:pt x="102" y="220"/>
                </a:cubicBezTo>
                <a:cubicBezTo>
                  <a:pt x="104" y="220"/>
                  <a:pt x="106" y="219"/>
                  <a:pt x="108" y="218"/>
                </a:cubicBezTo>
                <a:cubicBezTo>
                  <a:pt x="110" y="216"/>
                  <a:pt x="111" y="214"/>
                  <a:pt x="111" y="211"/>
                </a:cubicBezTo>
                <a:close/>
                <a:moveTo>
                  <a:pt x="359" y="186"/>
                </a:moveTo>
                <a:cubicBezTo>
                  <a:pt x="359" y="205"/>
                  <a:pt x="352" y="222"/>
                  <a:pt x="338" y="236"/>
                </a:cubicBezTo>
                <a:cubicBezTo>
                  <a:pt x="325" y="249"/>
                  <a:pt x="308" y="256"/>
                  <a:pt x="289" y="256"/>
                </a:cubicBezTo>
                <a:cubicBezTo>
                  <a:pt x="70" y="256"/>
                  <a:pt x="70" y="256"/>
                  <a:pt x="70" y="256"/>
                </a:cubicBezTo>
                <a:cubicBezTo>
                  <a:pt x="51" y="256"/>
                  <a:pt x="34" y="249"/>
                  <a:pt x="20" y="236"/>
                </a:cubicBezTo>
                <a:cubicBezTo>
                  <a:pt x="6" y="222"/>
                  <a:pt x="0" y="205"/>
                  <a:pt x="0" y="186"/>
                </a:cubicBezTo>
                <a:cubicBezTo>
                  <a:pt x="0" y="172"/>
                  <a:pt x="3" y="160"/>
                  <a:pt x="11" y="148"/>
                </a:cubicBezTo>
                <a:cubicBezTo>
                  <a:pt x="18" y="137"/>
                  <a:pt x="28" y="128"/>
                  <a:pt x="40" y="122"/>
                </a:cubicBezTo>
                <a:cubicBezTo>
                  <a:pt x="39" y="118"/>
                  <a:pt x="38" y="114"/>
                  <a:pt x="38" y="109"/>
                </a:cubicBezTo>
                <a:cubicBezTo>
                  <a:pt x="38" y="96"/>
                  <a:pt x="43" y="85"/>
                  <a:pt x="53" y="75"/>
                </a:cubicBezTo>
                <a:cubicBezTo>
                  <a:pt x="62" y="66"/>
                  <a:pt x="73" y="61"/>
                  <a:pt x="87" y="61"/>
                </a:cubicBezTo>
                <a:cubicBezTo>
                  <a:pt x="98" y="61"/>
                  <a:pt x="109" y="65"/>
                  <a:pt x="118" y="73"/>
                </a:cubicBezTo>
                <a:cubicBezTo>
                  <a:pt x="123" y="51"/>
                  <a:pt x="135" y="34"/>
                  <a:pt x="152" y="20"/>
                </a:cubicBezTo>
                <a:cubicBezTo>
                  <a:pt x="170" y="6"/>
                  <a:pt x="189" y="0"/>
                  <a:pt x="212" y="0"/>
                </a:cubicBezTo>
                <a:cubicBezTo>
                  <a:pt x="229" y="0"/>
                  <a:pt x="245" y="4"/>
                  <a:pt x="260" y="13"/>
                </a:cubicBezTo>
                <a:cubicBezTo>
                  <a:pt x="275" y="21"/>
                  <a:pt x="286" y="33"/>
                  <a:pt x="295" y="48"/>
                </a:cubicBezTo>
                <a:cubicBezTo>
                  <a:pt x="303" y="62"/>
                  <a:pt x="308" y="78"/>
                  <a:pt x="308" y="96"/>
                </a:cubicBezTo>
                <a:cubicBezTo>
                  <a:pt x="308" y="104"/>
                  <a:pt x="307" y="111"/>
                  <a:pt x="305" y="117"/>
                </a:cubicBezTo>
                <a:cubicBezTo>
                  <a:pt x="321" y="121"/>
                  <a:pt x="334" y="129"/>
                  <a:pt x="344" y="142"/>
                </a:cubicBezTo>
                <a:cubicBezTo>
                  <a:pt x="354" y="155"/>
                  <a:pt x="359" y="170"/>
                  <a:pt x="359" y="18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58"/>
          <p:cNvSpPr>
            <a:spLocks noEditPoints="1"/>
          </p:cNvSpPr>
          <p:nvPr/>
        </p:nvSpPr>
        <p:spPr bwMode="auto">
          <a:xfrm>
            <a:off x="8107363" y="3746363"/>
            <a:ext cx="338138" cy="268288"/>
          </a:xfrm>
          <a:custGeom>
            <a:avLst/>
            <a:gdLst>
              <a:gd name="T0" fmla="*/ 22 w 314"/>
              <a:gd name="T1" fmla="*/ 225 h 248"/>
              <a:gd name="T2" fmla="*/ 202 w 314"/>
              <a:gd name="T3" fmla="*/ 225 h 248"/>
              <a:gd name="T4" fmla="*/ 202 w 314"/>
              <a:gd name="T5" fmla="*/ 203 h 248"/>
              <a:gd name="T6" fmla="*/ 22 w 314"/>
              <a:gd name="T7" fmla="*/ 203 h 248"/>
              <a:gd name="T8" fmla="*/ 22 w 314"/>
              <a:gd name="T9" fmla="*/ 225 h 248"/>
              <a:gd name="T10" fmla="*/ 22 w 314"/>
              <a:gd name="T11" fmla="*/ 135 h 248"/>
              <a:gd name="T12" fmla="*/ 202 w 314"/>
              <a:gd name="T13" fmla="*/ 135 h 248"/>
              <a:gd name="T14" fmla="*/ 202 w 314"/>
              <a:gd name="T15" fmla="*/ 113 h 248"/>
              <a:gd name="T16" fmla="*/ 22 w 314"/>
              <a:gd name="T17" fmla="*/ 113 h 248"/>
              <a:gd name="T18" fmla="*/ 22 w 314"/>
              <a:gd name="T19" fmla="*/ 135 h 248"/>
              <a:gd name="T20" fmla="*/ 297 w 314"/>
              <a:gd name="T21" fmla="*/ 214 h 248"/>
              <a:gd name="T22" fmla="*/ 293 w 314"/>
              <a:gd name="T23" fmla="*/ 202 h 248"/>
              <a:gd name="T24" fmla="*/ 281 w 314"/>
              <a:gd name="T25" fmla="*/ 197 h 248"/>
              <a:gd name="T26" fmla="*/ 269 w 314"/>
              <a:gd name="T27" fmla="*/ 202 h 248"/>
              <a:gd name="T28" fmla="*/ 264 w 314"/>
              <a:gd name="T29" fmla="*/ 214 h 248"/>
              <a:gd name="T30" fmla="*/ 269 w 314"/>
              <a:gd name="T31" fmla="*/ 226 h 248"/>
              <a:gd name="T32" fmla="*/ 281 w 314"/>
              <a:gd name="T33" fmla="*/ 231 h 248"/>
              <a:gd name="T34" fmla="*/ 293 w 314"/>
              <a:gd name="T35" fmla="*/ 226 h 248"/>
              <a:gd name="T36" fmla="*/ 297 w 314"/>
              <a:gd name="T37" fmla="*/ 214 h 248"/>
              <a:gd name="T38" fmla="*/ 22 w 314"/>
              <a:gd name="T39" fmla="*/ 45 h 248"/>
              <a:gd name="T40" fmla="*/ 202 w 314"/>
              <a:gd name="T41" fmla="*/ 45 h 248"/>
              <a:gd name="T42" fmla="*/ 202 w 314"/>
              <a:gd name="T43" fmla="*/ 23 h 248"/>
              <a:gd name="T44" fmla="*/ 22 w 314"/>
              <a:gd name="T45" fmla="*/ 23 h 248"/>
              <a:gd name="T46" fmla="*/ 22 w 314"/>
              <a:gd name="T47" fmla="*/ 45 h 248"/>
              <a:gd name="T48" fmla="*/ 297 w 314"/>
              <a:gd name="T49" fmla="*/ 124 h 248"/>
              <a:gd name="T50" fmla="*/ 293 w 314"/>
              <a:gd name="T51" fmla="*/ 112 h 248"/>
              <a:gd name="T52" fmla="*/ 281 w 314"/>
              <a:gd name="T53" fmla="*/ 107 h 248"/>
              <a:gd name="T54" fmla="*/ 269 w 314"/>
              <a:gd name="T55" fmla="*/ 112 h 248"/>
              <a:gd name="T56" fmla="*/ 264 w 314"/>
              <a:gd name="T57" fmla="*/ 124 h 248"/>
              <a:gd name="T58" fmla="*/ 269 w 314"/>
              <a:gd name="T59" fmla="*/ 136 h 248"/>
              <a:gd name="T60" fmla="*/ 281 w 314"/>
              <a:gd name="T61" fmla="*/ 141 h 248"/>
              <a:gd name="T62" fmla="*/ 293 w 314"/>
              <a:gd name="T63" fmla="*/ 136 h 248"/>
              <a:gd name="T64" fmla="*/ 297 w 314"/>
              <a:gd name="T65" fmla="*/ 124 h 248"/>
              <a:gd name="T66" fmla="*/ 297 w 314"/>
              <a:gd name="T67" fmla="*/ 34 h 248"/>
              <a:gd name="T68" fmla="*/ 293 w 314"/>
              <a:gd name="T69" fmla="*/ 22 h 248"/>
              <a:gd name="T70" fmla="*/ 281 w 314"/>
              <a:gd name="T71" fmla="*/ 17 h 248"/>
              <a:gd name="T72" fmla="*/ 269 w 314"/>
              <a:gd name="T73" fmla="*/ 22 h 248"/>
              <a:gd name="T74" fmla="*/ 264 w 314"/>
              <a:gd name="T75" fmla="*/ 34 h 248"/>
              <a:gd name="T76" fmla="*/ 269 w 314"/>
              <a:gd name="T77" fmla="*/ 46 h 248"/>
              <a:gd name="T78" fmla="*/ 281 w 314"/>
              <a:gd name="T79" fmla="*/ 51 h 248"/>
              <a:gd name="T80" fmla="*/ 293 w 314"/>
              <a:gd name="T81" fmla="*/ 46 h 248"/>
              <a:gd name="T82" fmla="*/ 297 w 314"/>
              <a:gd name="T83" fmla="*/ 34 h 248"/>
              <a:gd name="T84" fmla="*/ 314 w 314"/>
              <a:gd name="T85" fmla="*/ 180 h 248"/>
              <a:gd name="T86" fmla="*/ 314 w 314"/>
              <a:gd name="T87" fmla="*/ 248 h 248"/>
              <a:gd name="T88" fmla="*/ 0 w 314"/>
              <a:gd name="T89" fmla="*/ 248 h 248"/>
              <a:gd name="T90" fmla="*/ 0 w 314"/>
              <a:gd name="T91" fmla="*/ 180 h 248"/>
              <a:gd name="T92" fmla="*/ 314 w 314"/>
              <a:gd name="T93" fmla="*/ 180 h 248"/>
              <a:gd name="T94" fmla="*/ 314 w 314"/>
              <a:gd name="T95" fmla="*/ 90 h 248"/>
              <a:gd name="T96" fmla="*/ 314 w 314"/>
              <a:gd name="T97" fmla="*/ 158 h 248"/>
              <a:gd name="T98" fmla="*/ 0 w 314"/>
              <a:gd name="T99" fmla="*/ 158 h 248"/>
              <a:gd name="T100" fmla="*/ 0 w 314"/>
              <a:gd name="T101" fmla="*/ 90 h 248"/>
              <a:gd name="T102" fmla="*/ 314 w 314"/>
              <a:gd name="T103" fmla="*/ 90 h 248"/>
              <a:gd name="T104" fmla="*/ 314 w 314"/>
              <a:gd name="T105" fmla="*/ 0 h 248"/>
              <a:gd name="T106" fmla="*/ 314 w 314"/>
              <a:gd name="T107" fmla="*/ 68 h 248"/>
              <a:gd name="T108" fmla="*/ 0 w 314"/>
              <a:gd name="T109" fmla="*/ 68 h 248"/>
              <a:gd name="T110" fmla="*/ 0 w 314"/>
              <a:gd name="T111" fmla="*/ 0 h 248"/>
              <a:gd name="T112" fmla="*/ 314 w 314"/>
              <a:gd name="T113" fmla="*/ 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4" h="248">
                <a:moveTo>
                  <a:pt x="22" y="225"/>
                </a:moveTo>
                <a:cubicBezTo>
                  <a:pt x="202" y="225"/>
                  <a:pt x="202" y="225"/>
                  <a:pt x="202" y="225"/>
                </a:cubicBezTo>
                <a:cubicBezTo>
                  <a:pt x="202" y="203"/>
                  <a:pt x="202" y="203"/>
                  <a:pt x="202" y="203"/>
                </a:cubicBezTo>
                <a:cubicBezTo>
                  <a:pt x="22" y="203"/>
                  <a:pt x="22" y="203"/>
                  <a:pt x="22" y="203"/>
                </a:cubicBezTo>
                <a:lnTo>
                  <a:pt x="22" y="225"/>
                </a:lnTo>
                <a:close/>
                <a:moveTo>
                  <a:pt x="22" y="135"/>
                </a:moveTo>
                <a:cubicBezTo>
                  <a:pt x="202" y="135"/>
                  <a:pt x="202" y="135"/>
                  <a:pt x="202" y="135"/>
                </a:cubicBezTo>
                <a:cubicBezTo>
                  <a:pt x="202" y="113"/>
                  <a:pt x="202" y="113"/>
                  <a:pt x="202" y="113"/>
                </a:cubicBezTo>
                <a:cubicBezTo>
                  <a:pt x="22" y="113"/>
                  <a:pt x="22" y="113"/>
                  <a:pt x="22" y="113"/>
                </a:cubicBezTo>
                <a:lnTo>
                  <a:pt x="22" y="135"/>
                </a:lnTo>
                <a:close/>
                <a:moveTo>
                  <a:pt x="297" y="214"/>
                </a:moveTo>
                <a:cubicBezTo>
                  <a:pt x="297" y="209"/>
                  <a:pt x="296" y="205"/>
                  <a:pt x="293" y="202"/>
                </a:cubicBezTo>
                <a:cubicBezTo>
                  <a:pt x="289" y="199"/>
                  <a:pt x="285" y="197"/>
                  <a:pt x="281" y="197"/>
                </a:cubicBezTo>
                <a:cubicBezTo>
                  <a:pt x="276" y="197"/>
                  <a:pt x="272" y="199"/>
                  <a:pt x="269" y="202"/>
                </a:cubicBezTo>
                <a:cubicBezTo>
                  <a:pt x="265" y="205"/>
                  <a:pt x="264" y="209"/>
                  <a:pt x="264" y="214"/>
                </a:cubicBezTo>
                <a:cubicBezTo>
                  <a:pt x="264" y="219"/>
                  <a:pt x="265" y="223"/>
                  <a:pt x="269" y="226"/>
                </a:cubicBezTo>
                <a:cubicBezTo>
                  <a:pt x="272" y="229"/>
                  <a:pt x="276" y="231"/>
                  <a:pt x="281" y="231"/>
                </a:cubicBezTo>
                <a:cubicBezTo>
                  <a:pt x="285" y="231"/>
                  <a:pt x="289" y="229"/>
                  <a:pt x="293" y="226"/>
                </a:cubicBezTo>
                <a:cubicBezTo>
                  <a:pt x="296" y="223"/>
                  <a:pt x="297" y="219"/>
                  <a:pt x="297" y="214"/>
                </a:cubicBezTo>
                <a:close/>
                <a:moveTo>
                  <a:pt x="22" y="45"/>
                </a:moveTo>
                <a:cubicBezTo>
                  <a:pt x="202" y="45"/>
                  <a:pt x="202" y="45"/>
                  <a:pt x="202" y="45"/>
                </a:cubicBezTo>
                <a:cubicBezTo>
                  <a:pt x="202" y="23"/>
                  <a:pt x="202" y="23"/>
                  <a:pt x="202" y="23"/>
                </a:cubicBezTo>
                <a:cubicBezTo>
                  <a:pt x="22" y="23"/>
                  <a:pt x="22" y="23"/>
                  <a:pt x="22" y="23"/>
                </a:cubicBezTo>
                <a:lnTo>
                  <a:pt x="22" y="45"/>
                </a:lnTo>
                <a:close/>
                <a:moveTo>
                  <a:pt x="297" y="124"/>
                </a:moveTo>
                <a:cubicBezTo>
                  <a:pt x="297" y="119"/>
                  <a:pt x="296" y="115"/>
                  <a:pt x="293" y="112"/>
                </a:cubicBezTo>
                <a:cubicBezTo>
                  <a:pt x="289" y="109"/>
                  <a:pt x="285" y="107"/>
                  <a:pt x="281" y="107"/>
                </a:cubicBezTo>
                <a:cubicBezTo>
                  <a:pt x="276" y="107"/>
                  <a:pt x="272" y="109"/>
                  <a:pt x="269" y="112"/>
                </a:cubicBezTo>
                <a:cubicBezTo>
                  <a:pt x="265" y="115"/>
                  <a:pt x="264" y="119"/>
                  <a:pt x="264" y="124"/>
                </a:cubicBezTo>
                <a:cubicBezTo>
                  <a:pt x="264" y="129"/>
                  <a:pt x="265" y="133"/>
                  <a:pt x="269" y="136"/>
                </a:cubicBezTo>
                <a:cubicBezTo>
                  <a:pt x="272" y="139"/>
                  <a:pt x="276" y="141"/>
                  <a:pt x="281" y="141"/>
                </a:cubicBezTo>
                <a:cubicBezTo>
                  <a:pt x="285" y="141"/>
                  <a:pt x="289" y="139"/>
                  <a:pt x="293" y="136"/>
                </a:cubicBezTo>
                <a:cubicBezTo>
                  <a:pt x="296" y="133"/>
                  <a:pt x="297" y="129"/>
                  <a:pt x="297" y="124"/>
                </a:cubicBezTo>
                <a:close/>
                <a:moveTo>
                  <a:pt x="297" y="34"/>
                </a:moveTo>
                <a:cubicBezTo>
                  <a:pt x="297" y="29"/>
                  <a:pt x="296" y="25"/>
                  <a:pt x="293" y="22"/>
                </a:cubicBezTo>
                <a:cubicBezTo>
                  <a:pt x="289" y="19"/>
                  <a:pt x="285" y="17"/>
                  <a:pt x="281" y="17"/>
                </a:cubicBezTo>
                <a:cubicBezTo>
                  <a:pt x="276" y="17"/>
                  <a:pt x="272" y="19"/>
                  <a:pt x="269" y="22"/>
                </a:cubicBezTo>
                <a:cubicBezTo>
                  <a:pt x="265" y="25"/>
                  <a:pt x="264" y="29"/>
                  <a:pt x="264" y="34"/>
                </a:cubicBezTo>
                <a:cubicBezTo>
                  <a:pt x="264" y="39"/>
                  <a:pt x="265" y="43"/>
                  <a:pt x="269" y="46"/>
                </a:cubicBezTo>
                <a:cubicBezTo>
                  <a:pt x="272" y="49"/>
                  <a:pt x="276" y="51"/>
                  <a:pt x="281" y="51"/>
                </a:cubicBezTo>
                <a:cubicBezTo>
                  <a:pt x="285" y="51"/>
                  <a:pt x="289" y="49"/>
                  <a:pt x="293" y="46"/>
                </a:cubicBezTo>
                <a:cubicBezTo>
                  <a:pt x="296" y="43"/>
                  <a:pt x="297" y="39"/>
                  <a:pt x="297" y="34"/>
                </a:cubicBezTo>
                <a:close/>
                <a:moveTo>
                  <a:pt x="314" y="180"/>
                </a:moveTo>
                <a:cubicBezTo>
                  <a:pt x="314" y="248"/>
                  <a:pt x="314" y="248"/>
                  <a:pt x="314" y="248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180"/>
                  <a:pt x="0" y="180"/>
                  <a:pt x="0" y="180"/>
                </a:cubicBezTo>
                <a:lnTo>
                  <a:pt x="314" y="180"/>
                </a:lnTo>
                <a:close/>
                <a:moveTo>
                  <a:pt x="314" y="90"/>
                </a:moveTo>
                <a:cubicBezTo>
                  <a:pt x="314" y="158"/>
                  <a:pt x="314" y="158"/>
                  <a:pt x="314" y="158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90"/>
                  <a:pt x="0" y="90"/>
                  <a:pt x="0" y="90"/>
                </a:cubicBezTo>
                <a:lnTo>
                  <a:pt x="314" y="90"/>
                </a:lnTo>
                <a:close/>
                <a:moveTo>
                  <a:pt x="314" y="0"/>
                </a:moveTo>
                <a:cubicBezTo>
                  <a:pt x="314" y="68"/>
                  <a:pt x="314" y="68"/>
                  <a:pt x="314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0"/>
                  <a:pt x="0" y="0"/>
                  <a:pt x="0" y="0"/>
                </a:cubicBezTo>
                <a:lnTo>
                  <a:pt x="314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59"/>
          <p:cNvSpPr>
            <a:spLocks/>
          </p:cNvSpPr>
          <p:nvPr/>
        </p:nvSpPr>
        <p:spPr bwMode="auto">
          <a:xfrm>
            <a:off x="719138" y="1144450"/>
            <a:ext cx="334963" cy="300038"/>
          </a:xfrm>
          <a:custGeom>
            <a:avLst/>
            <a:gdLst>
              <a:gd name="T0" fmla="*/ 311 w 311"/>
              <a:gd name="T1" fmla="*/ 100 h 278"/>
              <a:gd name="T2" fmla="*/ 308 w 311"/>
              <a:gd name="T3" fmla="*/ 108 h 278"/>
              <a:gd name="T4" fmla="*/ 219 w 311"/>
              <a:gd name="T5" fmla="*/ 197 h 278"/>
              <a:gd name="T6" fmla="*/ 211 w 311"/>
              <a:gd name="T7" fmla="*/ 200 h 278"/>
              <a:gd name="T8" fmla="*/ 204 w 311"/>
              <a:gd name="T9" fmla="*/ 197 h 278"/>
              <a:gd name="T10" fmla="*/ 200 w 311"/>
              <a:gd name="T11" fmla="*/ 189 h 278"/>
              <a:gd name="T12" fmla="*/ 200 w 311"/>
              <a:gd name="T13" fmla="*/ 144 h 278"/>
              <a:gd name="T14" fmla="*/ 161 w 311"/>
              <a:gd name="T15" fmla="*/ 144 h 278"/>
              <a:gd name="T16" fmla="*/ 131 w 311"/>
              <a:gd name="T17" fmla="*/ 145 h 278"/>
              <a:gd name="T18" fmla="*/ 104 w 311"/>
              <a:gd name="T19" fmla="*/ 149 h 278"/>
              <a:gd name="T20" fmla="*/ 81 w 311"/>
              <a:gd name="T21" fmla="*/ 156 h 278"/>
              <a:gd name="T22" fmla="*/ 63 w 311"/>
              <a:gd name="T23" fmla="*/ 168 h 278"/>
              <a:gd name="T24" fmla="*/ 49 w 311"/>
              <a:gd name="T25" fmla="*/ 186 h 278"/>
              <a:gd name="T26" fmla="*/ 40 w 311"/>
              <a:gd name="T27" fmla="*/ 210 h 278"/>
              <a:gd name="T28" fmla="*/ 37 w 311"/>
              <a:gd name="T29" fmla="*/ 242 h 278"/>
              <a:gd name="T30" fmla="*/ 38 w 311"/>
              <a:gd name="T31" fmla="*/ 263 h 278"/>
              <a:gd name="T32" fmla="*/ 38 w 311"/>
              <a:gd name="T33" fmla="*/ 267 h 278"/>
              <a:gd name="T34" fmla="*/ 39 w 311"/>
              <a:gd name="T35" fmla="*/ 272 h 278"/>
              <a:gd name="T36" fmla="*/ 37 w 311"/>
              <a:gd name="T37" fmla="*/ 276 h 278"/>
              <a:gd name="T38" fmla="*/ 33 w 311"/>
              <a:gd name="T39" fmla="*/ 278 h 278"/>
              <a:gd name="T40" fmla="*/ 28 w 311"/>
              <a:gd name="T41" fmla="*/ 275 h 278"/>
              <a:gd name="T42" fmla="*/ 26 w 311"/>
              <a:gd name="T43" fmla="*/ 271 h 278"/>
              <a:gd name="T44" fmla="*/ 24 w 311"/>
              <a:gd name="T45" fmla="*/ 266 h 278"/>
              <a:gd name="T46" fmla="*/ 22 w 311"/>
              <a:gd name="T47" fmla="*/ 262 h 278"/>
              <a:gd name="T48" fmla="*/ 0 w 311"/>
              <a:gd name="T49" fmla="*/ 183 h 278"/>
              <a:gd name="T50" fmla="*/ 9 w 311"/>
              <a:gd name="T51" fmla="*/ 125 h 278"/>
              <a:gd name="T52" fmla="*/ 161 w 311"/>
              <a:gd name="T53" fmla="*/ 55 h 278"/>
              <a:gd name="T54" fmla="*/ 200 w 311"/>
              <a:gd name="T55" fmla="*/ 55 h 278"/>
              <a:gd name="T56" fmla="*/ 200 w 311"/>
              <a:gd name="T57" fmla="*/ 11 h 278"/>
              <a:gd name="T58" fmla="*/ 204 w 311"/>
              <a:gd name="T59" fmla="*/ 3 h 278"/>
              <a:gd name="T60" fmla="*/ 211 w 311"/>
              <a:gd name="T61" fmla="*/ 0 h 278"/>
              <a:gd name="T62" fmla="*/ 219 w 311"/>
              <a:gd name="T63" fmla="*/ 3 h 278"/>
              <a:gd name="T64" fmla="*/ 308 w 311"/>
              <a:gd name="T65" fmla="*/ 92 h 278"/>
              <a:gd name="T66" fmla="*/ 311 w 311"/>
              <a:gd name="T67" fmla="*/ 100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11" h="278">
                <a:moveTo>
                  <a:pt x="311" y="100"/>
                </a:moveTo>
                <a:cubicBezTo>
                  <a:pt x="311" y="103"/>
                  <a:pt x="310" y="105"/>
                  <a:pt x="308" y="108"/>
                </a:cubicBezTo>
                <a:cubicBezTo>
                  <a:pt x="219" y="197"/>
                  <a:pt x="219" y="197"/>
                  <a:pt x="219" y="197"/>
                </a:cubicBezTo>
                <a:cubicBezTo>
                  <a:pt x="217" y="199"/>
                  <a:pt x="214" y="200"/>
                  <a:pt x="211" y="200"/>
                </a:cubicBezTo>
                <a:cubicBezTo>
                  <a:pt x="208" y="200"/>
                  <a:pt x="206" y="199"/>
                  <a:pt x="204" y="197"/>
                </a:cubicBezTo>
                <a:cubicBezTo>
                  <a:pt x="201" y="194"/>
                  <a:pt x="200" y="192"/>
                  <a:pt x="200" y="189"/>
                </a:cubicBezTo>
                <a:cubicBezTo>
                  <a:pt x="200" y="144"/>
                  <a:pt x="200" y="144"/>
                  <a:pt x="200" y="144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50" y="144"/>
                  <a:pt x="140" y="145"/>
                  <a:pt x="131" y="145"/>
                </a:cubicBezTo>
                <a:cubicBezTo>
                  <a:pt x="122" y="146"/>
                  <a:pt x="113" y="147"/>
                  <a:pt x="104" y="149"/>
                </a:cubicBezTo>
                <a:cubicBezTo>
                  <a:pt x="95" y="151"/>
                  <a:pt x="87" y="153"/>
                  <a:pt x="81" y="156"/>
                </a:cubicBezTo>
                <a:cubicBezTo>
                  <a:pt x="74" y="159"/>
                  <a:pt x="68" y="164"/>
                  <a:pt x="63" y="168"/>
                </a:cubicBezTo>
                <a:cubicBezTo>
                  <a:pt x="57" y="173"/>
                  <a:pt x="52" y="179"/>
                  <a:pt x="49" y="186"/>
                </a:cubicBezTo>
                <a:cubicBezTo>
                  <a:pt x="45" y="193"/>
                  <a:pt x="42" y="201"/>
                  <a:pt x="40" y="210"/>
                </a:cubicBezTo>
                <a:cubicBezTo>
                  <a:pt x="38" y="219"/>
                  <a:pt x="37" y="230"/>
                  <a:pt x="37" y="242"/>
                </a:cubicBezTo>
                <a:cubicBezTo>
                  <a:pt x="37" y="248"/>
                  <a:pt x="37" y="255"/>
                  <a:pt x="38" y="263"/>
                </a:cubicBezTo>
                <a:cubicBezTo>
                  <a:pt x="38" y="264"/>
                  <a:pt x="38" y="265"/>
                  <a:pt x="38" y="267"/>
                </a:cubicBezTo>
                <a:cubicBezTo>
                  <a:pt x="39" y="269"/>
                  <a:pt x="39" y="271"/>
                  <a:pt x="39" y="272"/>
                </a:cubicBezTo>
                <a:cubicBezTo>
                  <a:pt x="39" y="273"/>
                  <a:pt x="38" y="275"/>
                  <a:pt x="37" y="276"/>
                </a:cubicBezTo>
                <a:cubicBezTo>
                  <a:pt x="36" y="277"/>
                  <a:pt x="35" y="278"/>
                  <a:pt x="33" y="278"/>
                </a:cubicBezTo>
                <a:cubicBezTo>
                  <a:pt x="31" y="278"/>
                  <a:pt x="30" y="277"/>
                  <a:pt x="28" y="275"/>
                </a:cubicBezTo>
                <a:cubicBezTo>
                  <a:pt x="28" y="274"/>
                  <a:pt x="27" y="272"/>
                  <a:pt x="26" y="271"/>
                </a:cubicBezTo>
                <a:cubicBezTo>
                  <a:pt x="25" y="269"/>
                  <a:pt x="25" y="268"/>
                  <a:pt x="24" y="266"/>
                </a:cubicBezTo>
                <a:cubicBezTo>
                  <a:pt x="23" y="264"/>
                  <a:pt x="22" y="262"/>
                  <a:pt x="22" y="262"/>
                </a:cubicBezTo>
                <a:cubicBezTo>
                  <a:pt x="7" y="229"/>
                  <a:pt x="0" y="202"/>
                  <a:pt x="0" y="183"/>
                </a:cubicBezTo>
                <a:cubicBezTo>
                  <a:pt x="0" y="160"/>
                  <a:pt x="3" y="141"/>
                  <a:pt x="9" y="125"/>
                </a:cubicBezTo>
                <a:cubicBezTo>
                  <a:pt x="28" y="79"/>
                  <a:pt x="79" y="55"/>
                  <a:pt x="161" y="55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200" y="11"/>
                  <a:pt x="200" y="11"/>
                  <a:pt x="200" y="11"/>
                </a:cubicBezTo>
                <a:cubicBezTo>
                  <a:pt x="200" y="8"/>
                  <a:pt x="201" y="5"/>
                  <a:pt x="204" y="3"/>
                </a:cubicBezTo>
                <a:cubicBezTo>
                  <a:pt x="206" y="1"/>
                  <a:pt x="208" y="0"/>
                  <a:pt x="211" y="0"/>
                </a:cubicBezTo>
                <a:cubicBezTo>
                  <a:pt x="214" y="0"/>
                  <a:pt x="217" y="1"/>
                  <a:pt x="219" y="3"/>
                </a:cubicBezTo>
                <a:cubicBezTo>
                  <a:pt x="308" y="92"/>
                  <a:pt x="308" y="92"/>
                  <a:pt x="308" y="92"/>
                </a:cubicBezTo>
                <a:cubicBezTo>
                  <a:pt x="310" y="94"/>
                  <a:pt x="311" y="97"/>
                  <a:pt x="311" y="1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0"/>
          <p:cNvSpPr>
            <a:spLocks/>
          </p:cNvSpPr>
          <p:nvPr/>
        </p:nvSpPr>
        <p:spPr bwMode="auto">
          <a:xfrm>
            <a:off x="1173163" y="1149213"/>
            <a:ext cx="288925" cy="288925"/>
          </a:xfrm>
          <a:custGeom>
            <a:avLst/>
            <a:gdLst>
              <a:gd name="T0" fmla="*/ 212 w 267"/>
              <a:gd name="T1" fmla="*/ 156 h 267"/>
              <a:gd name="T2" fmla="*/ 251 w 267"/>
              <a:gd name="T3" fmla="*/ 172 h 267"/>
              <a:gd name="T4" fmla="*/ 267 w 267"/>
              <a:gd name="T5" fmla="*/ 212 h 267"/>
              <a:gd name="T6" fmla="*/ 251 w 267"/>
              <a:gd name="T7" fmla="*/ 251 h 267"/>
              <a:gd name="T8" fmla="*/ 212 w 267"/>
              <a:gd name="T9" fmla="*/ 267 h 267"/>
              <a:gd name="T10" fmla="*/ 172 w 267"/>
              <a:gd name="T11" fmla="*/ 251 h 267"/>
              <a:gd name="T12" fmla="*/ 156 w 267"/>
              <a:gd name="T13" fmla="*/ 212 h 267"/>
              <a:gd name="T14" fmla="*/ 156 w 267"/>
              <a:gd name="T15" fmla="*/ 206 h 267"/>
              <a:gd name="T16" fmla="*/ 94 w 267"/>
              <a:gd name="T17" fmla="*/ 174 h 267"/>
              <a:gd name="T18" fmla="*/ 56 w 267"/>
              <a:gd name="T19" fmla="*/ 189 h 267"/>
              <a:gd name="T20" fmla="*/ 17 w 267"/>
              <a:gd name="T21" fmla="*/ 173 h 267"/>
              <a:gd name="T22" fmla="*/ 0 w 267"/>
              <a:gd name="T23" fmla="*/ 134 h 267"/>
              <a:gd name="T24" fmla="*/ 17 w 267"/>
              <a:gd name="T25" fmla="*/ 94 h 267"/>
              <a:gd name="T26" fmla="*/ 56 w 267"/>
              <a:gd name="T27" fmla="*/ 78 h 267"/>
              <a:gd name="T28" fmla="*/ 94 w 267"/>
              <a:gd name="T29" fmla="*/ 93 h 267"/>
              <a:gd name="T30" fmla="*/ 156 w 267"/>
              <a:gd name="T31" fmla="*/ 62 h 267"/>
              <a:gd name="T32" fmla="*/ 156 w 267"/>
              <a:gd name="T33" fmla="*/ 56 h 267"/>
              <a:gd name="T34" fmla="*/ 172 w 267"/>
              <a:gd name="T35" fmla="*/ 16 h 267"/>
              <a:gd name="T36" fmla="*/ 212 w 267"/>
              <a:gd name="T37" fmla="*/ 0 h 267"/>
              <a:gd name="T38" fmla="*/ 251 w 267"/>
              <a:gd name="T39" fmla="*/ 16 h 267"/>
              <a:gd name="T40" fmla="*/ 267 w 267"/>
              <a:gd name="T41" fmla="*/ 56 h 267"/>
              <a:gd name="T42" fmla="*/ 251 w 267"/>
              <a:gd name="T43" fmla="*/ 95 h 267"/>
              <a:gd name="T44" fmla="*/ 212 w 267"/>
              <a:gd name="T45" fmla="*/ 111 h 267"/>
              <a:gd name="T46" fmla="*/ 174 w 267"/>
              <a:gd name="T47" fmla="*/ 96 h 267"/>
              <a:gd name="T48" fmla="*/ 111 w 267"/>
              <a:gd name="T49" fmla="*/ 128 h 267"/>
              <a:gd name="T50" fmla="*/ 112 w 267"/>
              <a:gd name="T51" fmla="*/ 134 h 267"/>
              <a:gd name="T52" fmla="*/ 111 w 267"/>
              <a:gd name="T53" fmla="*/ 140 h 267"/>
              <a:gd name="T54" fmla="*/ 174 w 267"/>
              <a:gd name="T55" fmla="*/ 171 h 267"/>
              <a:gd name="T56" fmla="*/ 212 w 267"/>
              <a:gd name="T57" fmla="*/ 156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7" h="267">
                <a:moveTo>
                  <a:pt x="212" y="156"/>
                </a:moveTo>
                <a:cubicBezTo>
                  <a:pt x="227" y="156"/>
                  <a:pt x="240" y="161"/>
                  <a:pt x="251" y="172"/>
                </a:cubicBezTo>
                <a:cubicBezTo>
                  <a:pt x="262" y="183"/>
                  <a:pt x="267" y="196"/>
                  <a:pt x="267" y="212"/>
                </a:cubicBezTo>
                <a:cubicBezTo>
                  <a:pt x="267" y="227"/>
                  <a:pt x="262" y="240"/>
                  <a:pt x="251" y="251"/>
                </a:cubicBezTo>
                <a:cubicBezTo>
                  <a:pt x="240" y="262"/>
                  <a:pt x="227" y="267"/>
                  <a:pt x="212" y="267"/>
                </a:cubicBezTo>
                <a:cubicBezTo>
                  <a:pt x="196" y="267"/>
                  <a:pt x="183" y="262"/>
                  <a:pt x="172" y="251"/>
                </a:cubicBezTo>
                <a:cubicBezTo>
                  <a:pt x="162" y="240"/>
                  <a:pt x="156" y="227"/>
                  <a:pt x="156" y="212"/>
                </a:cubicBezTo>
                <a:cubicBezTo>
                  <a:pt x="156" y="210"/>
                  <a:pt x="156" y="208"/>
                  <a:pt x="156" y="206"/>
                </a:cubicBezTo>
                <a:cubicBezTo>
                  <a:pt x="94" y="174"/>
                  <a:pt x="94" y="174"/>
                  <a:pt x="94" y="174"/>
                </a:cubicBezTo>
                <a:cubicBezTo>
                  <a:pt x="83" y="184"/>
                  <a:pt x="71" y="189"/>
                  <a:pt x="56" y="189"/>
                </a:cubicBezTo>
                <a:cubicBezTo>
                  <a:pt x="41" y="189"/>
                  <a:pt x="27" y="184"/>
                  <a:pt x="17" y="173"/>
                </a:cubicBezTo>
                <a:cubicBezTo>
                  <a:pt x="6" y="162"/>
                  <a:pt x="0" y="149"/>
                  <a:pt x="0" y="134"/>
                </a:cubicBezTo>
                <a:cubicBezTo>
                  <a:pt x="0" y="118"/>
                  <a:pt x="6" y="105"/>
                  <a:pt x="17" y="94"/>
                </a:cubicBezTo>
                <a:cubicBezTo>
                  <a:pt x="27" y="83"/>
                  <a:pt x="41" y="78"/>
                  <a:pt x="56" y="78"/>
                </a:cubicBezTo>
                <a:cubicBezTo>
                  <a:pt x="71" y="78"/>
                  <a:pt x="83" y="83"/>
                  <a:pt x="94" y="93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59"/>
                  <a:pt x="156" y="57"/>
                  <a:pt x="156" y="56"/>
                </a:cubicBezTo>
                <a:cubicBezTo>
                  <a:pt x="156" y="40"/>
                  <a:pt x="162" y="27"/>
                  <a:pt x="172" y="16"/>
                </a:cubicBezTo>
                <a:cubicBezTo>
                  <a:pt x="183" y="6"/>
                  <a:pt x="196" y="0"/>
                  <a:pt x="212" y="0"/>
                </a:cubicBezTo>
                <a:cubicBezTo>
                  <a:pt x="227" y="0"/>
                  <a:pt x="240" y="6"/>
                  <a:pt x="251" y="16"/>
                </a:cubicBezTo>
                <a:cubicBezTo>
                  <a:pt x="262" y="27"/>
                  <a:pt x="267" y="40"/>
                  <a:pt x="267" y="56"/>
                </a:cubicBezTo>
                <a:cubicBezTo>
                  <a:pt x="267" y="71"/>
                  <a:pt x="262" y="84"/>
                  <a:pt x="251" y="95"/>
                </a:cubicBezTo>
                <a:cubicBezTo>
                  <a:pt x="240" y="106"/>
                  <a:pt x="227" y="111"/>
                  <a:pt x="212" y="111"/>
                </a:cubicBezTo>
                <a:cubicBezTo>
                  <a:pt x="197" y="111"/>
                  <a:pt x="185" y="106"/>
                  <a:pt x="174" y="96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111" y="130"/>
                  <a:pt x="112" y="132"/>
                  <a:pt x="112" y="134"/>
                </a:cubicBezTo>
                <a:cubicBezTo>
                  <a:pt x="112" y="135"/>
                  <a:pt x="111" y="137"/>
                  <a:pt x="111" y="140"/>
                </a:cubicBezTo>
                <a:cubicBezTo>
                  <a:pt x="174" y="171"/>
                  <a:pt x="174" y="171"/>
                  <a:pt x="174" y="171"/>
                </a:cubicBezTo>
                <a:cubicBezTo>
                  <a:pt x="185" y="161"/>
                  <a:pt x="197" y="156"/>
                  <a:pt x="212" y="15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1"/>
          <p:cNvSpPr>
            <a:spLocks noEditPoints="1"/>
          </p:cNvSpPr>
          <p:nvPr/>
        </p:nvSpPr>
        <p:spPr bwMode="auto">
          <a:xfrm>
            <a:off x="1604963" y="1149213"/>
            <a:ext cx="288925" cy="288925"/>
          </a:xfrm>
          <a:custGeom>
            <a:avLst/>
            <a:gdLst>
              <a:gd name="T0" fmla="*/ 223 w 268"/>
              <a:gd name="T1" fmla="*/ 186 h 267"/>
              <a:gd name="T2" fmla="*/ 212 w 268"/>
              <a:gd name="T3" fmla="*/ 159 h 267"/>
              <a:gd name="T4" fmla="*/ 186 w 268"/>
              <a:gd name="T5" fmla="*/ 148 h 267"/>
              <a:gd name="T6" fmla="*/ 161 w 268"/>
              <a:gd name="T7" fmla="*/ 158 h 267"/>
              <a:gd name="T8" fmla="*/ 119 w 268"/>
              <a:gd name="T9" fmla="*/ 138 h 267"/>
              <a:gd name="T10" fmla="*/ 119 w 268"/>
              <a:gd name="T11" fmla="*/ 134 h 267"/>
              <a:gd name="T12" fmla="*/ 119 w 268"/>
              <a:gd name="T13" fmla="*/ 130 h 267"/>
              <a:gd name="T14" fmla="*/ 161 w 268"/>
              <a:gd name="T15" fmla="*/ 109 h 267"/>
              <a:gd name="T16" fmla="*/ 186 w 268"/>
              <a:gd name="T17" fmla="*/ 119 h 267"/>
              <a:gd name="T18" fmla="*/ 212 w 268"/>
              <a:gd name="T19" fmla="*/ 108 h 267"/>
              <a:gd name="T20" fmla="*/ 223 w 268"/>
              <a:gd name="T21" fmla="*/ 82 h 267"/>
              <a:gd name="T22" fmla="*/ 212 w 268"/>
              <a:gd name="T23" fmla="*/ 55 h 267"/>
              <a:gd name="T24" fmla="*/ 186 w 268"/>
              <a:gd name="T25" fmla="*/ 45 h 267"/>
              <a:gd name="T26" fmla="*/ 160 w 268"/>
              <a:gd name="T27" fmla="*/ 55 h 267"/>
              <a:gd name="T28" fmla="*/ 149 w 268"/>
              <a:gd name="T29" fmla="*/ 82 h 267"/>
              <a:gd name="T30" fmla="*/ 149 w 268"/>
              <a:gd name="T31" fmla="*/ 86 h 267"/>
              <a:gd name="T32" fmla="*/ 107 w 268"/>
              <a:gd name="T33" fmla="*/ 107 h 267"/>
              <a:gd name="T34" fmla="*/ 82 w 268"/>
              <a:gd name="T35" fmla="*/ 97 h 267"/>
              <a:gd name="T36" fmla="*/ 56 w 268"/>
              <a:gd name="T37" fmla="*/ 107 h 267"/>
              <a:gd name="T38" fmla="*/ 45 w 268"/>
              <a:gd name="T39" fmla="*/ 134 h 267"/>
              <a:gd name="T40" fmla="*/ 56 w 268"/>
              <a:gd name="T41" fmla="*/ 160 h 267"/>
              <a:gd name="T42" fmla="*/ 82 w 268"/>
              <a:gd name="T43" fmla="*/ 171 h 267"/>
              <a:gd name="T44" fmla="*/ 107 w 268"/>
              <a:gd name="T45" fmla="*/ 161 h 267"/>
              <a:gd name="T46" fmla="*/ 149 w 268"/>
              <a:gd name="T47" fmla="*/ 182 h 267"/>
              <a:gd name="T48" fmla="*/ 149 w 268"/>
              <a:gd name="T49" fmla="*/ 186 h 267"/>
              <a:gd name="T50" fmla="*/ 160 w 268"/>
              <a:gd name="T51" fmla="*/ 212 h 267"/>
              <a:gd name="T52" fmla="*/ 186 w 268"/>
              <a:gd name="T53" fmla="*/ 223 h 267"/>
              <a:gd name="T54" fmla="*/ 212 w 268"/>
              <a:gd name="T55" fmla="*/ 212 h 267"/>
              <a:gd name="T56" fmla="*/ 223 w 268"/>
              <a:gd name="T57" fmla="*/ 186 h 267"/>
              <a:gd name="T58" fmla="*/ 268 w 268"/>
              <a:gd name="T59" fmla="*/ 50 h 267"/>
              <a:gd name="T60" fmla="*/ 268 w 268"/>
              <a:gd name="T61" fmla="*/ 217 h 267"/>
              <a:gd name="T62" fmla="*/ 253 w 268"/>
              <a:gd name="T63" fmla="*/ 252 h 267"/>
              <a:gd name="T64" fmla="*/ 217 w 268"/>
              <a:gd name="T65" fmla="*/ 267 h 267"/>
              <a:gd name="T66" fmla="*/ 51 w 268"/>
              <a:gd name="T67" fmla="*/ 267 h 267"/>
              <a:gd name="T68" fmla="*/ 15 w 268"/>
              <a:gd name="T69" fmla="*/ 252 h 267"/>
              <a:gd name="T70" fmla="*/ 0 w 268"/>
              <a:gd name="T71" fmla="*/ 217 h 267"/>
              <a:gd name="T72" fmla="*/ 0 w 268"/>
              <a:gd name="T73" fmla="*/ 50 h 267"/>
              <a:gd name="T74" fmla="*/ 15 w 268"/>
              <a:gd name="T75" fmla="*/ 15 h 267"/>
              <a:gd name="T76" fmla="*/ 51 w 268"/>
              <a:gd name="T77" fmla="*/ 0 h 267"/>
              <a:gd name="T78" fmla="*/ 217 w 268"/>
              <a:gd name="T79" fmla="*/ 0 h 267"/>
              <a:gd name="T80" fmla="*/ 253 w 268"/>
              <a:gd name="T81" fmla="*/ 15 h 267"/>
              <a:gd name="T82" fmla="*/ 268 w 268"/>
              <a:gd name="T83" fmla="*/ 5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8" h="267">
                <a:moveTo>
                  <a:pt x="223" y="186"/>
                </a:moveTo>
                <a:cubicBezTo>
                  <a:pt x="223" y="175"/>
                  <a:pt x="219" y="167"/>
                  <a:pt x="212" y="159"/>
                </a:cubicBezTo>
                <a:cubicBezTo>
                  <a:pt x="205" y="152"/>
                  <a:pt x="196" y="148"/>
                  <a:pt x="186" y="148"/>
                </a:cubicBezTo>
                <a:cubicBezTo>
                  <a:pt x="176" y="148"/>
                  <a:pt x="168" y="152"/>
                  <a:pt x="161" y="158"/>
                </a:cubicBezTo>
                <a:cubicBezTo>
                  <a:pt x="119" y="138"/>
                  <a:pt x="119" y="138"/>
                  <a:pt x="119" y="138"/>
                </a:cubicBezTo>
                <a:cubicBezTo>
                  <a:pt x="119" y="136"/>
                  <a:pt x="119" y="134"/>
                  <a:pt x="119" y="134"/>
                </a:cubicBezTo>
                <a:cubicBezTo>
                  <a:pt x="119" y="133"/>
                  <a:pt x="119" y="131"/>
                  <a:pt x="119" y="130"/>
                </a:cubicBezTo>
                <a:cubicBezTo>
                  <a:pt x="161" y="109"/>
                  <a:pt x="161" y="109"/>
                  <a:pt x="161" y="109"/>
                </a:cubicBezTo>
                <a:cubicBezTo>
                  <a:pt x="168" y="115"/>
                  <a:pt x="176" y="119"/>
                  <a:pt x="186" y="119"/>
                </a:cubicBezTo>
                <a:cubicBezTo>
                  <a:pt x="196" y="119"/>
                  <a:pt x="205" y="115"/>
                  <a:pt x="212" y="108"/>
                </a:cubicBezTo>
                <a:cubicBezTo>
                  <a:pt x="219" y="101"/>
                  <a:pt x="223" y="92"/>
                  <a:pt x="223" y="82"/>
                </a:cubicBezTo>
                <a:cubicBezTo>
                  <a:pt x="223" y="71"/>
                  <a:pt x="219" y="63"/>
                  <a:pt x="212" y="55"/>
                </a:cubicBezTo>
                <a:cubicBezTo>
                  <a:pt x="205" y="48"/>
                  <a:pt x="196" y="45"/>
                  <a:pt x="186" y="45"/>
                </a:cubicBezTo>
                <a:cubicBezTo>
                  <a:pt x="176" y="45"/>
                  <a:pt x="167" y="48"/>
                  <a:pt x="160" y="55"/>
                </a:cubicBezTo>
                <a:cubicBezTo>
                  <a:pt x="152" y="63"/>
                  <a:pt x="149" y="71"/>
                  <a:pt x="149" y="82"/>
                </a:cubicBezTo>
                <a:cubicBezTo>
                  <a:pt x="149" y="82"/>
                  <a:pt x="149" y="84"/>
                  <a:pt x="149" y="86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00" y="100"/>
                  <a:pt x="92" y="97"/>
                  <a:pt x="82" y="97"/>
                </a:cubicBezTo>
                <a:cubicBezTo>
                  <a:pt x="72" y="97"/>
                  <a:pt x="63" y="100"/>
                  <a:pt x="56" y="107"/>
                </a:cubicBezTo>
                <a:cubicBezTo>
                  <a:pt x="49" y="115"/>
                  <a:pt x="45" y="123"/>
                  <a:pt x="45" y="134"/>
                </a:cubicBezTo>
                <a:cubicBezTo>
                  <a:pt x="45" y="144"/>
                  <a:pt x="49" y="153"/>
                  <a:pt x="56" y="160"/>
                </a:cubicBezTo>
                <a:cubicBezTo>
                  <a:pt x="63" y="167"/>
                  <a:pt x="72" y="171"/>
                  <a:pt x="82" y="171"/>
                </a:cubicBezTo>
                <a:cubicBezTo>
                  <a:pt x="92" y="171"/>
                  <a:pt x="100" y="167"/>
                  <a:pt x="107" y="161"/>
                </a:cubicBezTo>
                <a:cubicBezTo>
                  <a:pt x="149" y="182"/>
                  <a:pt x="149" y="182"/>
                  <a:pt x="149" y="182"/>
                </a:cubicBezTo>
                <a:cubicBezTo>
                  <a:pt x="149" y="183"/>
                  <a:pt x="149" y="185"/>
                  <a:pt x="149" y="186"/>
                </a:cubicBezTo>
                <a:cubicBezTo>
                  <a:pt x="149" y="196"/>
                  <a:pt x="152" y="205"/>
                  <a:pt x="160" y="212"/>
                </a:cubicBezTo>
                <a:cubicBezTo>
                  <a:pt x="167" y="219"/>
                  <a:pt x="176" y="223"/>
                  <a:pt x="186" y="223"/>
                </a:cubicBezTo>
                <a:cubicBezTo>
                  <a:pt x="196" y="223"/>
                  <a:pt x="205" y="219"/>
                  <a:pt x="212" y="212"/>
                </a:cubicBezTo>
                <a:cubicBezTo>
                  <a:pt x="219" y="205"/>
                  <a:pt x="223" y="196"/>
                  <a:pt x="223" y="186"/>
                </a:cubicBezTo>
                <a:close/>
                <a:moveTo>
                  <a:pt x="268" y="50"/>
                </a:moveTo>
                <a:cubicBezTo>
                  <a:pt x="268" y="217"/>
                  <a:pt x="268" y="217"/>
                  <a:pt x="268" y="217"/>
                </a:cubicBezTo>
                <a:cubicBezTo>
                  <a:pt x="268" y="231"/>
                  <a:pt x="263" y="243"/>
                  <a:pt x="253" y="252"/>
                </a:cubicBezTo>
                <a:cubicBezTo>
                  <a:pt x="243" y="262"/>
                  <a:pt x="231" y="267"/>
                  <a:pt x="217" y="267"/>
                </a:cubicBezTo>
                <a:cubicBezTo>
                  <a:pt x="51" y="267"/>
                  <a:pt x="51" y="267"/>
                  <a:pt x="51" y="267"/>
                </a:cubicBezTo>
                <a:cubicBezTo>
                  <a:pt x="37" y="267"/>
                  <a:pt x="25" y="262"/>
                  <a:pt x="15" y="252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1" y="0"/>
                  <a:pt x="243" y="5"/>
                  <a:pt x="253" y="15"/>
                </a:cubicBezTo>
                <a:cubicBezTo>
                  <a:pt x="263" y="25"/>
                  <a:pt x="268" y="36"/>
                  <a:pt x="268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62"/>
          <p:cNvSpPr>
            <a:spLocks noEditPoints="1"/>
          </p:cNvSpPr>
          <p:nvPr/>
        </p:nvSpPr>
        <p:spPr bwMode="auto">
          <a:xfrm>
            <a:off x="2036763" y="1149213"/>
            <a:ext cx="287338" cy="288925"/>
          </a:xfrm>
          <a:custGeom>
            <a:avLst/>
            <a:gdLst>
              <a:gd name="T0" fmla="*/ 174 w 267"/>
              <a:gd name="T1" fmla="*/ 169 h 267"/>
              <a:gd name="T2" fmla="*/ 236 w 267"/>
              <a:gd name="T3" fmla="*/ 108 h 267"/>
              <a:gd name="T4" fmla="*/ 239 w 267"/>
              <a:gd name="T5" fmla="*/ 100 h 267"/>
              <a:gd name="T6" fmla="*/ 236 w 267"/>
              <a:gd name="T7" fmla="*/ 92 h 267"/>
              <a:gd name="T8" fmla="*/ 174 w 267"/>
              <a:gd name="T9" fmla="*/ 31 h 267"/>
              <a:gd name="T10" fmla="*/ 162 w 267"/>
              <a:gd name="T11" fmla="*/ 29 h 267"/>
              <a:gd name="T12" fmla="*/ 155 w 267"/>
              <a:gd name="T13" fmla="*/ 39 h 267"/>
              <a:gd name="T14" fmla="*/ 155 w 267"/>
              <a:gd name="T15" fmla="*/ 67 h 267"/>
              <a:gd name="T16" fmla="*/ 118 w 267"/>
              <a:gd name="T17" fmla="*/ 70 h 267"/>
              <a:gd name="T18" fmla="*/ 90 w 267"/>
              <a:gd name="T19" fmla="*/ 79 h 267"/>
              <a:gd name="T20" fmla="*/ 70 w 267"/>
              <a:gd name="T21" fmla="*/ 93 h 267"/>
              <a:gd name="T22" fmla="*/ 56 w 267"/>
              <a:gd name="T23" fmla="*/ 109 h 267"/>
              <a:gd name="T24" fmla="*/ 49 w 267"/>
              <a:gd name="T25" fmla="*/ 128 h 267"/>
              <a:gd name="T26" fmla="*/ 45 w 267"/>
              <a:gd name="T27" fmla="*/ 148 h 267"/>
              <a:gd name="T28" fmla="*/ 44 w 267"/>
              <a:gd name="T29" fmla="*/ 167 h 267"/>
              <a:gd name="T30" fmla="*/ 73 w 267"/>
              <a:gd name="T31" fmla="*/ 237 h 267"/>
              <a:gd name="T32" fmla="*/ 78 w 267"/>
              <a:gd name="T33" fmla="*/ 239 h 267"/>
              <a:gd name="T34" fmla="*/ 80 w 267"/>
              <a:gd name="T35" fmla="*/ 239 h 267"/>
              <a:gd name="T36" fmla="*/ 83 w 267"/>
              <a:gd name="T37" fmla="*/ 233 h 267"/>
              <a:gd name="T38" fmla="*/ 94 w 267"/>
              <a:gd name="T39" fmla="*/ 151 h 267"/>
              <a:gd name="T40" fmla="*/ 116 w 267"/>
              <a:gd name="T41" fmla="*/ 138 h 267"/>
              <a:gd name="T42" fmla="*/ 155 w 267"/>
              <a:gd name="T43" fmla="*/ 134 h 267"/>
              <a:gd name="T44" fmla="*/ 155 w 267"/>
              <a:gd name="T45" fmla="*/ 161 h 267"/>
              <a:gd name="T46" fmla="*/ 162 w 267"/>
              <a:gd name="T47" fmla="*/ 172 h 267"/>
              <a:gd name="T48" fmla="*/ 167 w 267"/>
              <a:gd name="T49" fmla="*/ 173 h 267"/>
              <a:gd name="T50" fmla="*/ 174 w 267"/>
              <a:gd name="T51" fmla="*/ 169 h 267"/>
              <a:gd name="T52" fmla="*/ 267 w 267"/>
              <a:gd name="T53" fmla="*/ 50 h 267"/>
              <a:gd name="T54" fmla="*/ 267 w 267"/>
              <a:gd name="T55" fmla="*/ 217 h 267"/>
              <a:gd name="T56" fmla="*/ 252 w 267"/>
              <a:gd name="T57" fmla="*/ 252 h 267"/>
              <a:gd name="T58" fmla="*/ 217 w 267"/>
              <a:gd name="T59" fmla="*/ 267 h 267"/>
              <a:gd name="T60" fmla="*/ 50 w 267"/>
              <a:gd name="T61" fmla="*/ 267 h 267"/>
              <a:gd name="T62" fmla="*/ 14 w 267"/>
              <a:gd name="T63" fmla="*/ 252 h 267"/>
              <a:gd name="T64" fmla="*/ 0 w 267"/>
              <a:gd name="T65" fmla="*/ 217 h 267"/>
              <a:gd name="T66" fmla="*/ 0 w 267"/>
              <a:gd name="T67" fmla="*/ 50 h 267"/>
              <a:gd name="T68" fmla="*/ 14 w 267"/>
              <a:gd name="T69" fmla="*/ 15 h 267"/>
              <a:gd name="T70" fmla="*/ 50 w 267"/>
              <a:gd name="T71" fmla="*/ 0 h 267"/>
              <a:gd name="T72" fmla="*/ 217 w 267"/>
              <a:gd name="T73" fmla="*/ 0 h 267"/>
              <a:gd name="T74" fmla="*/ 252 w 267"/>
              <a:gd name="T75" fmla="*/ 15 h 267"/>
              <a:gd name="T76" fmla="*/ 267 w 267"/>
              <a:gd name="T77" fmla="*/ 5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7" h="267">
                <a:moveTo>
                  <a:pt x="174" y="169"/>
                </a:moveTo>
                <a:cubicBezTo>
                  <a:pt x="236" y="108"/>
                  <a:pt x="236" y="108"/>
                  <a:pt x="236" y="108"/>
                </a:cubicBezTo>
                <a:cubicBezTo>
                  <a:pt x="238" y="106"/>
                  <a:pt x="239" y="103"/>
                  <a:pt x="239" y="100"/>
                </a:cubicBezTo>
                <a:cubicBezTo>
                  <a:pt x="239" y="97"/>
                  <a:pt x="238" y="95"/>
                  <a:pt x="236" y="92"/>
                </a:cubicBezTo>
                <a:cubicBezTo>
                  <a:pt x="174" y="31"/>
                  <a:pt x="174" y="31"/>
                  <a:pt x="174" y="31"/>
                </a:cubicBezTo>
                <a:cubicBezTo>
                  <a:pt x="171" y="28"/>
                  <a:pt x="167" y="27"/>
                  <a:pt x="162" y="29"/>
                </a:cubicBezTo>
                <a:cubicBezTo>
                  <a:pt x="158" y="31"/>
                  <a:pt x="155" y="34"/>
                  <a:pt x="155" y="39"/>
                </a:cubicBezTo>
                <a:cubicBezTo>
                  <a:pt x="155" y="67"/>
                  <a:pt x="155" y="67"/>
                  <a:pt x="155" y="67"/>
                </a:cubicBezTo>
                <a:cubicBezTo>
                  <a:pt x="142" y="67"/>
                  <a:pt x="129" y="68"/>
                  <a:pt x="118" y="70"/>
                </a:cubicBezTo>
                <a:cubicBezTo>
                  <a:pt x="107" y="73"/>
                  <a:pt x="97" y="75"/>
                  <a:pt x="90" y="79"/>
                </a:cubicBezTo>
                <a:cubicBezTo>
                  <a:pt x="82" y="83"/>
                  <a:pt x="75" y="87"/>
                  <a:pt x="70" y="93"/>
                </a:cubicBezTo>
                <a:cubicBezTo>
                  <a:pt x="64" y="98"/>
                  <a:pt x="60" y="104"/>
                  <a:pt x="56" y="109"/>
                </a:cubicBezTo>
                <a:cubicBezTo>
                  <a:pt x="53" y="115"/>
                  <a:pt x="51" y="121"/>
                  <a:pt x="49" y="128"/>
                </a:cubicBezTo>
                <a:cubicBezTo>
                  <a:pt x="47" y="135"/>
                  <a:pt x="46" y="142"/>
                  <a:pt x="45" y="148"/>
                </a:cubicBezTo>
                <a:cubicBezTo>
                  <a:pt x="44" y="154"/>
                  <a:pt x="44" y="160"/>
                  <a:pt x="44" y="167"/>
                </a:cubicBezTo>
                <a:cubicBezTo>
                  <a:pt x="44" y="188"/>
                  <a:pt x="54" y="211"/>
                  <a:pt x="73" y="237"/>
                </a:cubicBezTo>
                <a:cubicBezTo>
                  <a:pt x="74" y="239"/>
                  <a:pt x="76" y="239"/>
                  <a:pt x="78" y="239"/>
                </a:cubicBezTo>
                <a:cubicBezTo>
                  <a:pt x="78" y="239"/>
                  <a:pt x="79" y="239"/>
                  <a:pt x="80" y="239"/>
                </a:cubicBezTo>
                <a:cubicBezTo>
                  <a:pt x="82" y="238"/>
                  <a:pt x="83" y="236"/>
                  <a:pt x="83" y="233"/>
                </a:cubicBezTo>
                <a:cubicBezTo>
                  <a:pt x="78" y="192"/>
                  <a:pt x="82" y="165"/>
                  <a:pt x="94" y="151"/>
                </a:cubicBezTo>
                <a:cubicBezTo>
                  <a:pt x="99" y="145"/>
                  <a:pt x="107" y="140"/>
                  <a:pt x="116" y="138"/>
                </a:cubicBezTo>
                <a:cubicBezTo>
                  <a:pt x="126" y="135"/>
                  <a:pt x="139" y="134"/>
                  <a:pt x="155" y="134"/>
                </a:cubicBezTo>
                <a:cubicBezTo>
                  <a:pt x="155" y="161"/>
                  <a:pt x="155" y="161"/>
                  <a:pt x="155" y="161"/>
                </a:cubicBezTo>
                <a:cubicBezTo>
                  <a:pt x="155" y="166"/>
                  <a:pt x="158" y="170"/>
                  <a:pt x="162" y="172"/>
                </a:cubicBezTo>
                <a:cubicBezTo>
                  <a:pt x="164" y="172"/>
                  <a:pt x="165" y="173"/>
                  <a:pt x="167" y="173"/>
                </a:cubicBezTo>
                <a:cubicBezTo>
                  <a:pt x="170" y="173"/>
                  <a:pt x="172" y="171"/>
                  <a:pt x="174" y="169"/>
                </a:cubicBezTo>
                <a:close/>
                <a:moveTo>
                  <a:pt x="267" y="50"/>
                </a:moveTo>
                <a:cubicBezTo>
                  <a:pt x="267" y="217"/>
                  <a:pt x="267" y="217"/>
                  <a:pt x="267" y="217"/>
                </a:cubicBezTo>
                <a:cubicBezTo>
                  <a:pt x="267" y="231"/>
                  <a:pt x="262" y="243"/>
                  <a:pt x="252" y="252"/>
                </a:cubicBezTo>
                <a:cubicBezTo>
                  <a:pt x="242" y="262"/>
                  <a:pt x="230" y="267"/>
                  <a:pt x="217" y="267"/>
                </a:cubicBezTo>
                <a:cubicBezTo>
                  <a:pt x="50" y="267"/>
                  <a:pt x="50" y="267"/>
                  <a:pt x="50" y="267"/>
                </a:cubicBezTo>
                <a:cubicBezTo>
                  <a:pt x="36" y="267"/>
                  <a:pt x="24" y="262"/>
                  <a:pt x="14" y="252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0" y="0"/>
                  <a:pt x="242" y="5"/>
                  <a:pt x="252" y="15"/>
                </a:cubicBezTo>
                <a:cubicBezTo>
                  <a:pt x="262" y="25"/>
                  <a:pt x="267" y="36"/>
                  <a:pt x="267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63"/>
          <p:cNvSpPr>
            <a:spLocks noEditPoints="1"/>
          </p:cNvSpPr>
          <p:nvPr/>
        </p:nvSpPr>
        <p:spPr bwMode="auto">
          <a:xfrm>
            <a:off x="2455863" y="1149213"/>
            <a:ext cx="311150" cy="288925"/>
          </a:xfrm>
          <a:custGeom>
            <a:avLst/>
            <a:gdLst>
              <a:gd name="T0" fmla="*/ 244 w 289"/>
              <a:gd name="T1" fmla="*/ 217 h 267"/>
              <a:gd name="T2" fmla="*/ 194 w 289"/>
              <a:gd name="T3" fmla="*/ 267 h 267"/>
              <a:gd name="T4" fmla="*/ 14 w 289"/>
              <a:gd name="T5" fmla="*/ 252 h 267"/>
              <a:gd name="T6" fmla="*/ 0 w 289"/>
              <a:gd name="T7" fmla="*/ 72 h 267"/>
              <a:gd name="T8" fmla="*/ 50 w 289"/>
              <a:gd name="T9" fmla="*/ 22 h 267"/>
              <a:gd name="T10" fmla="*/ 98 w 289"/>
              <a:gd name="T11" fmla="*/ 24 h 267"/>
              <a:gd name="T12" fmla="*/ 95 w 289"/>
              <a:gd name="T13" fmla="*/ 33 h 267"/>
              <a:gd name="T14" fmla="*/ 69 w 289"/>
              <a:gd name="T15" fmla="*/ 45 h 267"/>
              <a:gd name="T16" fmla="*/ 30 w 289"/>
              <a:gd name="T17" fmla="*/ 53 h 267"/>
              <a:gd name="T18" fmla="*/ 22 w 289"/>
              <a:gd name="T19" fmla="*/ 217 h 267"/>
              <a:gd name="T20" fmla="*/ 50 w 289"/>
              <a:gd name="T21" fmla="*/ 245 h 267"/>
              <a:gd name="T22" fmla="*/ 214 w 289"/>
              <a:gd name="T23" fmla="*/ 237 h 267"/>
              <a:gd name="T24" fmla="*/ 222 w 289"/>
              <a:gd name="T25" fmla="*/ 180 h 267"/>
              <a:gd name="T26" fmla="*/ 235 w 289"/>
              <a:gd name="T27" fmla="*/ 168 h 267"/>
              <a:gd name="T28" fmla="*/ 244 w 289"/>
              <a:gd name="T29" fmla="*/ 172 h 267"/>
              <a:gd name="T30" fmla="*/ 219 w 289"/>
              <a:gd name="T31" fmla="*/ 153 h 267"/>
              <a:gd name="T32" fmla="*/ 207 w 289"/>
              <a:gd name="T33" fmla="*/ 155 h 267"/>
              <a:gd name="T34" fmla="*/ 200 w 289"/>
              <a:gd name="T35" fmla="*/ 111 h 267"/>
              <a:gd name="T36" fmla="*/ 96 w 289"/>
              <a:gd name="T37" fmla="*/ 134 h 267"/>
              <a:gd name="T38" fmla="*/ 80 w 289"/>
              <a:gd name="T39" fmla="*/ 222 h 267"/>
              <a:gd name="T40" fmla="*/ 73 w 289"/>
              <a:gd name="T41" fmla="*/ 220 h 267"/>
              <a:gd name="T42" fmla="*/ 62 w 289"/>
              <a:gd name="T43" fmla="*/ 203 h 267"/>
              <a:gd name="T44" fmla="*/ 47 w 289"/>
              <a:gd name="T45" fmla="*/ 166 h 267"/>
              <a:gd name="T46" fmla="*/ 45 w 289"/>
              <a:gd name="T47" fmla="*/ 129 h 267"/>
              <a:gd name="T48" fmla="*/ 52 w 289"/>
              <a:gd name="T49" fmla="*/ 98 h 267"/>
              <a:gd name="T50" fmla="*/ 72 w 289"/>
              <a:gd name="T51" fmla="*/ 71 h 267"/>
              <a:gd name="T52" fmla="*/ 110 w 289"/>
              <a:gd name="T53" fmla="*/ 52 h 267"/>
              <a:gd name="T54" fmla="*/ 172 w 289"/>
              <a:gd name="T55" fmla="*/ 45 h 267"/>
              <a:gd name="T56" fmla="*/ 200 w 289"/>
              <a:gd name="T57" fmla="*/ 11 h 267"/>
              <a:gd name="T58" fmla="*/ 211 w 289"/>
              <a:gd name="T59" fmla="*/ 0 h 267"/>
              <a:gd name="T60" fmla="*/ 286 w 289"/>
              <a:gd name="T61" fmla="*/ 70 h 267"/>
              <a:gd name="T62" fmla="*/ 286 w 289"/>
              <a:gd name="T63" fmla="*/ 86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89" h="267">
                <a:moveTo>
                  <a:pt x="244" y="172"/>
                </a:moveTo>
                <a:cubicBezTo>
                  <a:pt x="244" y="217"/>
                  <a:pt x="244" y="217"/>
                  <a:pt x="244" y="217"/>
                </a:cubicBezTo>
                <a:cubicBezTo>
                  <a:pt x="244" y="231"/>
                  <a:pt x="240" y="243"/>
                  <a:pt x="230" y="252"/>
                </a:cubicBezTo>
                <a:cubicBezTo>
                  <a:pt x="220" y="262"/>
                  <a:pt x="208" y="267"/>
                  <a:pt x="194" y="267"/>
                </a:cubicBezTo>
                <a:cubicBezTo>
                  <a:pt x="50" y="267"/>
                  <a:pt x="50" y="267"/>
                  <a:pt x="50" y="267"/>
                </a:cubicBezTo>
                <a:cubicBezTo>
                  <a:pt x="36" y="267"/>
                  <a:pt x="24" y="262"/>
                  <a:pt x="14" y="252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9"/>
                  <a:pt x="5" y="47"/>
                  <a:pt x="14" y="37"/>
                </a:cubicBezTo>
                <a:cubicBezTo>
                  <a:pt x="24" y="27"/>
                  <a:pt x="36" y="22"/>
                  <a:pt x="50" y="22"/>
                </a:cubicBezTo>
                <a:cubicBezTo>
                  <a:pt x="94" y="22"/>
                  <a:pt x="94" y="22"/>
                  <a:pt x="94" y="22"/>
                </a:cubicBezTo>
                <a:cubicBezTo>
                  <a:pt x="96" y="22"/>
                  <a:pt x="97" y="23"/>
                  <a:pt x="98" y="24"/>
                </a:cubicBezTo>
                <a:cubicBezTo>
                  <a:pt x="99" y="25"/>
                  <a:pt x="100" y="26"/>
                  <a:pt x="100" y="28"/>
                </a:cubicBezTo>
                <a:cubicBezTo>
                  <a:pt x="100" y="31"/>
                  <a:pt x="98" y="33"/>
                  <a:pt x="95" y="33"/>
                </a:cubicBezTo>
                <a:cubicBezTo>
                  <a:pt x="86" y="36"/>
                  <a:pt x="78" y="40"/>
                  <a:pt x="72" y="44"/>
                </a:cubicBezTo>
                <a:cubicBezTo>
                  <a:pt x="71" y="44"/>
                  <a:pt x="70" y="45"/>
                  <a:pt x="69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42" y="45"/>
                  <a:pt x="36" y="47"/>
                  <a:pt x="30" y="53"/>
                </a:cubicBezTo>
                <a:cubicBezTo>
                  <a:pt x="25" y="58"/>
                  <a:pt x="22" y="65"/>
                  <a:pt x="22" y="72"/>
                </a:cubicBezTo>
                <a:cubicBezTo>
                  <a:pt x="22" y="217"/>
                  <a:pt x="22" y="217"/>
                  <a:pt x="22" y="217"/>
                </a:cubicBezTo>
                <a:cubicBezTo>
                  <a:pt x="22" y="225"/>
                  <a:pt x="25" y="231"/>
                  <a:pt x="30" y="237"/>
                </a:cubicBezTo>
                <a:cubicBezTo>
                  <a:pt x="36" y="242"/>
                  <a:pt x="42" y="245"/>
                  <a:pt x="50" y="245"/>
                </a:cubicBezTo>
                <a:cubicBezTo>
                  <a:pt x="194" y="245"/>
                  <a:pt x="194" y="245"/>
                  <a:pt x="194" y="245"/>
                </a:cubicBezTo>
                <a:cubicBezTo>
                  <a:pt x="202" y="245"/>
                  <a:pt x="209" y="242"/>
                  <a:pt x="214" y="237"/>
                </a:cubicBezTo>
                <a:cubicBezTo>
                  <a:pt x="219" y="231"/>
                  <a:pt x="222" y="225"/>
                  <a:pt x="222" y="217"/>
                </a:cubicBezTo>
                <a:cubicBezTo>
                  <a:pt x="222" y="180"/>
                  <a:pt x="222" y="180"/>
                  <a:pt x="222" y="180"/>
                </a:cubicBezTo>
                <a:cubicBezTo>
                  <a:pt x="222" y="178"/>
                  <a:pt x="223" y="176"/>
                  <a:pt x="225" y="175"/>
                </a:cubicBezTo>
                <a:cubicBezTo>
                  <a:pt x="229" y="173"/>
                  <a:pt x="232" y="171"/>
                  <a:pt x="235" y="168"/>
                </a:cubicBezTo>
                <a:cubicBezTo>
                  <a:pt x="237" y="167"/>
                  <a:pt x="239" y="166"/>
                  <a:pt x="241" y="167"/>
                </a:cubicBezTo>
                <a:cubicBezTo>
                  <a:pt x="243" y="168"/>
                  <a:pt x="244" y="170"/>
                  <a:pt x="244" y="172"/>
                </a:cubicBezTo>
                <a:close/>
                <a:moveTo>
                  <a:pt x="286" y="86"/>
                </a:moveTo>
                <a:cubicBezTo>
                  <a:pt x="219" y="153"/>
                  <a:pt x="219" y="153"/>
                  <a:pt x="219" y="153"/>
                </a:cubicBezTo>
                <a:cubicBezTo>
                  <a:pt x="217" y="155"/>
                  <a:pt x="214" y="156"/>
                  <a:pt x="211" y="156"/>
                </a:cubicBezTo>
                <a:cubicBezTo>
                  <a:pt x="210" y="156"/>
                  <a:pt x="208" y="156"/>
                  <a:pt x="207" y="155"/>
                </a:cubicBezTo>
                <a:cubicBezTo>
                  <a:pt x="202" y="153"/>
                  <a:pt x="200" y="150"/>
                  <a:pt x="200" y="145"/>
                </a:cubicBezTo>
                <a:cubicBezTo>
                  <a:pt x="200" y="111"/>
                  <a:pt x="200" y="111"/>
                  <a:pt x="200" y="111"/>
                </a:cubicBezTo>
                <a:cubicBezTo>
                  <a:pt x="172" y="111"/>
                  <a:pt x="172" y="111"/>
                  <a:pt x="172" y="111"/>
                </a:cubicBezTo>
                <a:cubicBezTo>
                  <a:pt x="135" y="111"/>
                  <a:pt x="109" y="119"/>
                  <a:pt x="96" y="134"/>
                </a:cubicBezTo>
                <a:cubicBezTo>
                  <a:pt x="82" y="150"/>
                  <a:pt x="78" y="177"/>
                  <a:pt x="83" y="216"/>
                </a:cubicBezTo>
                <a:cubicBezTo>
                  <a:pt x="83" y="219"/>
                  <a:pt x="82" y="221"/>
                  <a:pt x="80" y="222"/>
                </a:cubicBezTo>
                <a:cubicBezTo>
                  <a:pt x="79" y="223"/>
                  <a:pt x="78" y="223"/>
                  <a:pt x="78" y="223"/>
                </a:cubicBezTo>
                <a:cubicBezTo>
                  <a:pt x="76" y="223"/>
                  <a:pt x="74" y="222"/>
                  <a:pt x="73" y="220"/>
                </a:cubicBezTo>
                <a:cubicBezTo>
                  <a:pt x="72" y="219"/>
                  <a:pt x="71" y="217"/>
                  <a:pt x="69" y="215"/>
                </a:cubicBezTo>
                <a:cubicBezTo>
                  <a:pt x="68" y="213"/>
                  <a:pt x="66" y="209"/>
                  <a:pt x="62" y="203"/>
                </a:cubicBezTo>
                <a:cubicBezTo>
                  <a:pt x="59" y="197"/>
                  <a:pt x="56" y="191"/>
                  <a:pt x="54" y="186"/>
                </a:cubicBezTo>
                <a:cubicBezTo>
                  <a:pt x="51" y="180"/>
                  <a:pt x="49" y="174"/>
                  <a:pt x="47" y="166"/>
                </a:cubicBezTo>
                <a:cubicBezTo>
                  <a:pt x="45" y="158"/>
                  <a:pt x="44" y="151"/>
                  <a:pt x="44" y="145"/>
                </a:cubicBezTo>
                <a:cubicBezTo>
                  <a:pt x="44" y="139"/>
                  <a:pt x="44" y="134"/>
                  <a:pt x="45" y="129"/>
                </a:cubicBezTo>
                <a:cubicBezTo>
                  <a:pt x="45" y="124"/>
                  <a:pt x="46" y="119"/>
                  <a:pt x="47" y="113"/>
                </a:cubicBezTo>
                <a:cubicBezTo>
                  <a:pt x="48" y="108"/>
                  <a:pt x="50" y="103"/>
                  <a:pt x="52" y="98"/>
                </a:cubicBezTo>
                <a:cubicBezTo>
                  <a:pt x="54" y="93"/>
                  <a:pt x="57" y="89"/>
                  <a:pt x="60" y="84"/>
                </a:cubicBezTo>
                <a:cubicBezTo>
                  <a:pt x="64" y="79"/>
                  <a:pt x="68" y="75"/>
                  <a:pt x="72" y="71"/>
                </a:cubicBezTo>
                <a:cubicBezTo>
                  <a:pt x="77" y="67"/>
                  <a:pt x="82" y="64"/>
                  <a:pt x="89" y="60"/>
                </a:cubicBezTo>
                <a:cubicBezTo>
                  <a:pt x="95" y="57"/>
                  <a:pt x="102" y="54"/>
                  <a:pt x="110" y="52"/>
                </a:cubicBezTo>
                <a:cubicBezTo>
                  <a:pt x="118" y="50"/>
                  <a:pt x="127" y="48"/>
                  <a:pt x="138" y="47"/>
                </a:cubicBezTo>
                <a:cubicBezTo>
                  <a:pt x="148" y="45"/>
                  <a:pt x="160" y="45"/>
                  <a:pt x="172" y="45"/>
                </a:cubicBezTo>
                <a:cubicBezTo>
                  <a:pt x="200" y="45"/>
                  <a:pt x="200" y="45"/>
                  <a:pt x="200" y="45"/>
                </a:cubicBezTo>
                <a:cubicBezTo>
                  <a:pt x="200" y="11"/>
                  <a:pt x="200" y="11"/>
                  <a:pt x="200" y="11"/>
                </a:cubicBezTo>
                <a:cubicBezTo>
                  <a:pt x="200" y="6"/>
                  <a:pt x="202" y="3"/>
                  <a:pt x="207" y="1"/>
                </a:cubicBezTo>
                <a:cubicBezTo>
                  <a:pt x="208" y="0"/>
                  <a:pt x="210" y="0"/>
                  <a:pt x="211" y="0"/>
                </a:cubicBezTo>
                <a:cubicBezTo>
                  <a:pt x="214" y="0"/>
                  <a:pt x="217" y="1"/>
                  <a:pt x="219" y="3"/>
                </a:cubicBezTo>
                <a:cubicBezTo>
                  <a:pt x="286" y="70"/>
                  <a:pt x="286" y="70"/>
                  <a:pt x="286" y="70"/>
                </a:cubicBezTo>
                <a:cubicBezTo>
                  <a:pt x="288" y="72"/>
                  <a:pt x="289" y="75"/>
                  <a:pt x="289" y="78"/>
                </a:cubicBezTo>
                <a:cubicBezTo>
                  <a:pt x="289" y="81"/>
                  <a:pt x="288" y="84"/>
                  <a:pt x="286" y="8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64"/>
          <p:cNvSpPr>
            <a:spLocks noEditPoints="1"/>
          </p:cNvSpPr>
          <p:nvPr/>
        </p:nvSpPr>
        <p:spPr bwMode="auto">
          <a:xfrm>
            <a:off x="2922588" y="1149213"/>
            <a:ext cx="239713" cy="288925"/>
          </a:xfrm>
          <a:custGeom>
            <a:avLst/>
            <a:gdLst>
              <a:gd name="T0" fmla="*/ 189 w 223"/>
              <a:gd name="T1" fmla="*/ 145 h 267"/>
              <a:gd name="T2" fmla="*/ 189 w 223"/>
              <a:gd name="T3" fmla="*/ 33 h 267"/>
              <a:gd name="T4" fmla="*/ 111 w 223"/>
              <a:gd name="T5" fmla="*/ 33 h 267"/>
              <a:gd name="T6" fmla="*/ 111 w 223"/>
              <a:gd name="T7" fmla="*/ 231 h 267"/>
              <a:gd name="T8" fmla="*/ 148 w 223"/>
              <a:gd name="T9" fmla="*/ 207 h 267"/>
              <a:gd name="T10" fmla="*/ 189 w 223"/>
              <a:gd name="T11" fmla="*/ 145 h 267"/>
              <a:gd name="T12" fmla="*/ 223 w 223"/>
              <a:gd name="T13" fmla="*/ 11 h 267"/>
              <a:gd name="T14" fmla="*/ 223 w 223"/>
              <a:gd name="T15" fmla="*/ 145 h 267"/>
              <a:gd name="T16" fmla="*/ 217 w 223"/>
              <a:gd name="T17" fmla="*/ 174 h 267"/>
              <a:gd name="T18" fmla="*/ 202 w 223"/>
              <a:gd name="T19" fmla="*/ 200 h 267"/>
              <a:gd name="T20" fmla="*/ 182 w 223"/>
              <a:gd name="T21" fmla="*/ 223 h 267"/>
              <a:gd name="T22" fmla="*/ 160 w 223"/>
              <a:gd name="T23" fmla="*/ 241 h 267"/>
              <a:gd name="T24" fmla="*/ 139 w 223"/>
              <a:gd name="T25" fmla="*/ 254 h 267"/>
              <a:gd name="T26" fmla="*/ 123 w 223"/>
              <a:gd name="T27" fmla="*/ 263 h 267"/>
              <a:gd name="T28" fmla="*/ 116 w 223"/>
              <a:gd name="T29" fmla="*/ 266 h 267"/>
              <a:gd name="T30" fmla="*/ 111 w 223"/>
              <a:gd name="T31" fmla="*/ 267 h 267"/>
              <a:gd name="T32" fmla="*/ 107 w 223"/>
              <a:gd name="T33" fmla="*/ 266 h 267"/>
              <a:gd name="T34" fmla="*/ 100 w 223"/>
              <a:gd name="T35" fmla="*/ 263 h 267"/>
              <a:gd name="T36" fmla="*/ 84 w 223"/>
              <a:gd name="T37" fmla="*/ 254 h 267"/>
              <a:gd name="T38" fmla="*/ 63 w 223"/>
              <a:gd name="T39" fmla="*/ 241 h 267"/>
              <a:gd name="T40" fmla="*/ 41 w 223"/>
              <a:gd name="T41" fmla="*/ 223 h 267"/>
              <a:gd name="T42" fmla="*/ 20 w 223"/>
              <a:gd name="T43" fmla="*/ 200 h 267"/>
              <a:gd name="T44" fmla="*/ 6 w 223"/>
              <a:gd name="T45" fmla="*/ 174 h 267"/>
              <a:gd name="T46" fmla="*/ 0 w 223"/>
              <a:gd name="T47" fmla="*/ 145 h 267"/>
              <a:gd name="T48" fmla="*/ 0 w 223"/>
              <a:gd name="T49" fmla="*/ 11 h 267"/>
              <a:gd name="T50" fmla="*/ 3 w 223"/>
              <a:gd name="T51" fmla="*/ 3 h 267"/>
              <a:gd name="T52" fmla="*/ 11 w 223"/>
              <a:gd name="T53" fmla="*/ 0 h 267"/>
              <a:gd name="T54" fmla="*/ 212 w 223"/>
              <a:gd name="T55" fmla="*/ 0 h 267"/>
              <a:gd name="T56" fmla="*/ 219 w 223"/>
              <a:gd name="T57" fmla="*/ 3 h 267"/>
              <a:gd name="T58" fmla="*/ 223 w 223"/>
              <a:gd name="T59" fmla="*/ 11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3" h="267">
                <a:moveTo>
                  <a:pt x="189" y="145"/>
                </a:moveTo>
                <a:cubicBezTo>
                  <a:pt x="189" y="33"/>
                  <a:pt x="189" y="33"/>
                  <a:pt x="189" y="3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1" y="231"/>
                  <a:pt x="111" y="231"/>
                  <a:pt x="111" y="231"/>
                </a:cubicBezTo>
                <a:cubicBezTo>
                  <a:pt x="125" y="224"/>
                  <a:pt x="138" y="216"/>
                  <a:pt x="148" y="207"/>
                </a:cubicBezTo>
                <a:cubicBezTo>
                  <a:pt x="176" y="186"/>
                  <a:pt x="189" y="165"/>
                  <a:pt x="189" y="145"/>
                </a:cubicBezTo>
                <a:close/>
                <a:moveTo>
                  <a:pt x="223" y="11"/>
                </a:moveTo>
                <a:cubicBezTo>
                  <a:pt x="223" y="145"/>
                  <a:pt x="223" y="145"/>
                  <a:pt x="223" y="145"/>
                </a:cubicBezTo>
                <a:cubicBezTo>
                  <a:pt x="223" y="155"/>
                  <a:pt x="221" y="165"/>
                  <a:pt x="217" y="174"/>
                </a:cubicBezTo>
                <a:cubicBezTo>
                  <a:pt x="213" y="184"/>
                  <a:pt x="208" y="193"/>
                  <a:pt x="202" y="200"/>
                </a:cubicBezTo>
                <a:cubicBezTo>
                  <a:pt x="197" y="208"/>
                  <a:pt x="190" y="215"/>
                  <a:pt x="182" y="223"/>
                </a:cubicBezTo>
                <a:cubicBezTo>
                  <a:pt x="174" y="230"/>
                  <a:pt x="167" y="236"/>
                  <a:pt x="160" y="241"/>
                </a:cubicBezTo>
                <a:cubicBezTo>
                  <a:pt x="153" y="245"/>
                  <a:pt x="146" y="250"/>
                  <a:pt x="139" y="254"/>
                </a:cubicBezTo>
                <a:cubicBezTo>
                  <a:pt x="132" y="258"/>
                  <a:pt x="126" y="261"/>
                  <a:pt x="123" y="263"/>
                </a:cubicBezTo>
                <a:cubicBezTo>
                  <a:pt x="120" y="264"/>
                  <a:pt x="118" y="265"/>
                  <a:pt x="116" y="266"/>
                </a:cubicBezTo>
                <a:cubicBezTo>
                  <a:pt x="115" y="267"/>
                  <a:pt x="113" y="267"/>
                  <a:pt x="111" y="267"/>
                </a:cubicBezTo>
                <a:cubicBezTo>
                  <a:pt x="110" y="267"/>
                  <a:pt x="108" y="267"/>
                  <a:pt x="107" y="266"/>
                </a:cubicBezTo>
                <a:cubicBezTo>
                  <a:pt x="105" y="265"/>
                  <a:pt x="103" y="264"/>
                  <a:pt x="100" y="263"/>
                </a:cubicBezTo>
                <a:cubicBezTo>
                  <a:pt x="96" y="261"/>
                  <a:pt x="91" y="258"/>
                  <a:pt x="84" y="254"/>
                </a:cubicBezTo>
                <a:cubicBezTo>
                  <a:pt x="77" y="250"/>
                  <a:pt x="70" y="245"/>
                  <a:pt x="63" y="241"/>
                </a:cubicBezTo>
                <a:cubicBezTo>
                  <a:pt x="56" y="236"/>
                  <a:pt x="49" y="230"/>
                  <a:pt x="41" y="223"/>
                </a:cubicBezTo>
                <a:cubicBezTo>
                  <a:pt x="33" y="215"/>
                  <a:pt x="26" y="208"/>
                  <a:pt x="20" y="200"/>
                </a:cubicBezTo>
                <a:cubicBezTo>
                  <a:pt x="15" y="193"/>
                  <a:pt x="10" y="184"/>
                  <a:pt x="6" y="174"/>
                </a:cubicBezTo>
                <a:cubicBezTo>
                  <a:pt x="2" y="165"/>
                  <a:pt x="0" y="155"/>
                  <a:pt x="0" y="1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3"/>
                </a:cubicBezTo>
                <a:cubicBezTo>
                  <a:pt x="6" y="1"/>
                  <a:pt x="8" y="0"/>
                  <a:pt x="11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5" y="0"/>
                  <a:pt x="217" y="1"/>
                  <a:pt x="219" y="3"/>
                </a:cubicBezTo>
                <a:cubicBezTo>
                  <a:pt x="222" y="6"/>
                  <a:pt x="223" y="8"/>
                  <a:pt x="223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65"/>
          <p:cNvSpPr>
            <a:spLocks noEditPoints="1"/>
          </p:cNvSpPr>
          <p:nvPr/>
        </p:nvSpPr>
        <p:spPr bwMode="auto">
          <a:xfrm>
            <a:off x="3284538" y="1125400"/>
            <a:ext cx="377825" cy="336550"/>
          </a:xfrm>
          <a:custGeom>
            <a:avLst/>
            <a:gdLst>
              <a:gd name="T0" fmla="*/ 327 w 349"/>
              <a:gd name="T1" fmla="*/ 270 h 311"/>
              <a:gd name="T2" fmla="*/ 319 w 349"/>
              <a:gd name="T3" fmla="*/ 294 h 311"/>
              <a:gd name="T4" fmla="*/ 289 w 349"/>
              <a:gd name="T5" fmla="*/ 308 h 311"/>
              <a:gd name="T6" fmla="*/ 253 w 349"/>
              <a:gd name="T7" fmla="*/ 311 h 311"/>
              <a:gd name="T8" fmla="*/ 216 w 349"/>
              <a:gd name="T9" fmla="*/ 308 h 311"/>
              <a:gd name="T10" fmla="*/ 186 w 349"/>
              <a:gd name="T11" fmla="*/ 294 h 311"/>
              <a:gd name="T12" fmla="*/ 156 w 349"/>
              <a:gd name="T13" fmla="*/ 308 h 311"/>
              <a:gd name="T14" fmla="*/ 119 w 349"/>
              <a:gd name="T15" fmla="*/ 311 h 311"/>
              <a:gd name="T16" fmla="*/ 82 w 349"/>
              <a:gd name="T17" fmla="*/ 308 h 311"/>
              <a:gd name="T18" fmla="*/ 52 w 349"/>
              <a:gd name="T19" fmla="*/ 294 h 311"/>
              <a:gd name="T20" fmla="*/ 22 w 349"/>
              <a:gd name="T21" fmla="*/ 308 h 311"/>
              <a:gd name="T22" fmla="*/ 30 w 349"/>
              <a:gd name="T23" fmla="*/ 285 h 311"/>
              <a:gd name="T24" fmla="*/ 60 w 349"/>
              <a:gd name="T25" fmla="*/ 270 h 311"/>
              <a:gd name="T26" fmla="*/ 97 w 349"/>
              <a:gd name="T27" fmla="*/ 267 h 311"/>
              <a:gd name="T28" fmla="*/ 133 w 349"/>
              <a:gd name="T29" fmla="*/ 270 h 311"/>
              <a:gd name="T30" fmla="*/ 163 w 349"/>
              <a:gd name="T31" fmla="*/ 285 h 311"/>
              <a:gd name="T32" fmla="*/ 194 w 349"/>
              <a:gd name="T33" fmla="*/ 270 h 311"/>
              <a:gd name="T34" fmla="*/ 230 w 349"/>
              <a:gd name="T35" fmla="*/ 267 h 311"/>
              <a:gd name="T36" fmla="*/ 267 w 349"/>
              <a:gd name="T37" fmla="*/ 270 h 311"/>
              <a:gd name="T38" fmla="*/ 297 w 349"/>
              <a:gd name="T39" fmla="*/ 285 h 311"/>
              <a:gd name="T40" fmla="*/ 30 w 349"/>
              <a:gd name="T41" fmla="*/ 267 h 311"/>
              <a:gd name="T42" fmla="*/ 16 w 349"/>
              <a:gd name="T43" fmla="*/ 226 h 311"/>
              <a:gd name="T44" fmla="*/ 52 w 349"/>
              <a:gd name="T45" fmla="*/ 222 h 311"/>
              <a:gd name="T46" fmla="*/ 86 w 349"/>
              <a:gd name="T47" fmla="*/ 229 h 311"/>
              <a:gd name="T48" fmla="*/ 48 w 349"/>
              <a:gd name="T49" fmla="*/ 113 h 311"/>
              <a:gd name="T50" fmla="*/ 86 w 349"/>
              <a:gd name="T51" fmla="*/ 44 h 311"/>
              <a:gd name="T52" fmla="*/ 152 w 349"/>
              <a:gd name="T53" fmla="*/ 22 h 311"/>
              <a:gd name="T54" fmla="*/ 197 w 349"/>
              <a:gd name="T55" fmla="*/ 22 h 311"/>
              <a:gd name="T56" fmla="*/ 264 w 349"/>
              <a:gd name="T57" fmla="*/ 44 h 311"/>
              <a:gd name="T58" fmla="*/ 301 w 349"/>
              <a:gd name="T59" fmla="*/ 113 h 311"/>
              <a:gd name="T60" fmla="*/ 264 w 349"/>
              <a:gd name="T61" fmla="*/ 229 h 311"/>
              <a:gd name="T62" fmla="*/ 283 w 349"/>
              <a:gd name="T63" fmla="*/ 226 h 311"/>
              <a:gd name="T64" fmla="*/ 319 w 349"/>
              <a:gd name="T65" fmla="*/ 222 h 311"/>
              <a:gd name="T66" fmla="*/ 334 w 349"/>
              <a:gd name="T67" fmla="*/ 264 h 311"/>
              <a:gd name="T68" fmla="*/ 297 w 349"/>
              <a:gd name="T69" fmla="*/ 267 h 311"/>
              <a:gd name="T70" fmla="*/ 260 w 349"/>
              <a:gd name="T71" fmla="*/ 264 h 311"/>
              <a:gd name="T72" fmla="*/ 230 w 349"/>
              <a:gd name="T73" fmla="*/ 249 h 311"/>
              <a:gd name="T74" fmla="*/ 200 w 349"/>
              <a:gd name="T75" fmla="*/ 264 h 311"/>
              <a:gd name="T76" fmla="*/ 163 w 349"/>
              <a:gd name="T77" fmla="*/ 267 h 311"/>
              <a:gd name="T78" fmla="*/ 127 w 349"/>
              <a:gd name="T79" fmla="*/ 264 h 311"/>
              <a:gd name="T80" fmla="*/ 97 w 349"/>
              <a:gd name="T81" fmla="*/ 249 h 311"/>
              <a:gd name="T82" fmla="*/ 67 w 349"/>
              <a:gd name="T83" fmla="*/ 264 h 311"/>
              <a:gd name="T84" fmla="*/ 108 w 349"/>
              <a:gd name="T85" fmla="*/ 67 h 311"/>
              <a:gd name="T86" fmla="*/ 241 w 349"/>
              <a:gd name="T87" fmla="*/ 89 h 311"/>
              <a:gd name="T88" fmla="*/ 219 w 349"/>
              <a:gd name="T89" fmla="*/ 44 h 311"/>
              <a:gd name="T90" fmla="*/ 108 w 349"/>
              <a:gd name="T91" fmla="*/ 67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" h="311">
                <a:moveTo>
                  <a:pt x="311" y="270"/>
                </a:moveTo>
                <a:cubicBezTo>
                  <a:pt x="314" y="268"/>
                  <a:pt x="316" y="267"/>
                  <a:pt x="319" y="267"/>
                </a:cubicBezTo>
                <a:cubicBezTo>
                  <a:pt x="322" y="267"/>
                  <a:pt x="325" y="268"/>
                  <a:pt x="327" y="270"/>
                </a:cubicBezTo>
                <a:cubicBezTo>
                  <a:pt x="349" y="292"/>
                  <a:pt x="349" y="292"/>
                  <a:pt x="349" y="292"/>
                </a:cubicBezTo>
                <a:cubicBezTo>
                  <a:pt x="334" y="308"/>
                  <a:pt x="334" y="308"/>
                  <a:pt x="334" y="308"/>
                </a:cubicBezTo>
                <a:cubicBezTo>
                  <a:pt x="319" y="294"/>
                  <a:pt x="319" y="294"/>
                  <a:pt x="319" y="294"/>
                </a:cubicBezTo>
                <a:cubicBezTo>
                  <a:pt x="305" y="308"/>
                  <a:pt x="305" y="308"/>
                  <a:pt x="305" y="308"/>
                </a:cubicBezTo>
                <a:cubicBezTo>
                  <a:pt x="303" y="310"/>
                  <a:pt x="300" y="311"/>
                  <a:pt x="297" y="311"/>
                </a:cubicBezTo>
                <a:cubicBezTo>
                  <a:pt x="294" y="311"/>
                  <a:pt x="291" y="310"/>
                  <a:pt x="289" y="308"/>
                </a:cubicBezTo>
                <a:cubicBezTo>
                  <a:pt x="275" y="294"/>
                  <a:pt x="275" y="294"/>
                  <a:pt x="275" y="294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10"/>
                  <a:pt x="256" y="311"/>
                  <a:pt x="253" y="311"/>
                </a:cubicBezTo>
                <a:cubicBezTo>
                  <a:pt x="249" y="311"/>
                  <a:pt x="247" y="310"/>
                  <a:pt x="245" y="308"/>
                </a:cubicBezTo>
                <a:cubicBezTo>
                  <a:pt x="230" y="294"/>
                  <a:pt x="230" y="294"/>
                  <a:pt x="230" y="294"/>
                </a:cubicBezTo>
                <a:cubicBezTo>
                  <a:pt x="216" y="308"/>
                  <a:pt x="216" y="308"/>
                  <a:pt x="216" y="308"/>
                </a:cubicBezTo>
                <a:cubicBezTo>
                  <a:pt x="214" y="310"/>
                  <a:pt x="211" y="311"/>
                  <a:pt x="208" y="311"/>
                </a:cubicBezTo>
                <a:cubicBezTo>
                  <a:pt x="205" y="311"/>
                  <a:pt x="202" y="310"/>
                  <a:pt x="200" y="308"/>
                </a:cubicBezTo>
                <a:cubicBezTo>
                  <a:pt x="186" y="294"/>
                  <a:pt x="186" y="294"/>
                  <a:pt x="186" y="294"/>
                </a:cubicBezTo>
                <a:cubicBezTo>
                  <a:pt x="171" y="308"/>
                  <a:pt x="171" y="308"/>
                  <a:pt x="171" y="308"/>
                </a:cubicBezTo>
                <a:cubicBezTo>
                  <a:pt x="169" y="310"/>
                  <a:pt x="167" y="311"/>
                  <a:pt x="163" y="311"/>
                </a:cubicBezTo>
                <a:cubicBezTo>
                  <a:pt x="160" y="311"/>
                  <a:pt x="158" y="310"/>
                  <a:pt x="156" y="308"/>
                </a:cubicBezTo>
                <a:cubicBezTo>
                  <a:pt x="141" y="294"/>
                  <a:pt x="141" y="294"/>
                  <a:pt x="141" y="294"/>
                </a:cubicBezTo>
                <a:cubicBezTo>
                  <a:pt x="127" y="308"/>
                  <a:pt x="127" y="308"/>
                  <a:pt x="127" y="308"/>
                </a:cubicBezTo>
                <a:cubicBezTo>
                  <a:pt x="125" y="310"/>
                  <a:pt x="122" y="311"/>
                  <a:pt x="119" y="311"/>
                </a:cubicBezTo>
                <a:cubicBezTo>
                  <a:pt x="116" y="311"/>
                  <a:pt x="113" y="310"/>
                  <a:pt x="111" y="308"/>
                </a:cubicBezTo>
                <a:cubicBezTo>
                  <a:pt x="97" y="294"/>
                  <a:pt x="97" y="294"/>
                  <a:pt x="97" y="294"/>
                </a:cubicBezTo>
                <a:cubicBezTo>
                  <a:pt x="82" y="308"/>
                  <a:pt x="82" y="308"/>
                  <a:pt x="82" y="308"/>
                </a:cubicBezTo>
                <a:cubicBezTo>
                  <a:pt x="80" y="310"/>
                  <a:pt x="77" y="311"/>
                  <a:pt x="74" y="311"/>
                </a:cubicBezTo>
                <a:cubicBezTo>
                  <a:pt x="71" y="311"/>
                  <a:pt x="69" y="310"/>
                  <a:pt x="67" y="308"/>
                </a:cubicBezTo>
                <a:cubicBezTo>
                  <a:pt x="52" y="294"/>
                  <a:pt x="52" y="294"/>
                  <a:pt x="52" y="294"/>
                </a:cubicBezTo>
                <a:cubicBezTo>
                  <a:pt x="38" y="308"/>
                  <a:pt x="38" y="308"/>
                  <a:pt x="38" y="308"/>
                </a:cubicBezTo>
                <a:cubicBezTo>
                  <a:pt x="36" y="310"/>
                  <a:pt x="33" y="311"/>
                  <a:pt x="30" y="311"/>
                </a:cubicBezTo>
                <a:cubicBezTo>
                  <a:pt x="27" y="311"/>
                  <a:pt x="24" y="310"/>
                  <a:pt x="22" y="308"/>
                </a:cubicBezTo>
                <a:cubicBezTo>
                  <a:pt x="0" y="286"/>
                  <a:pt x="0" y="286"/>
                  <a:pt x="0" y="286"/>
                </a:cubicBezTo>
                <a:cubicBezTo>
                  <a:pt x="16" y="270"/>
                  <a:pt x="16" y="270"/>
                  <a:pt x="16" y="270"/>
                </a:cubicBezTo>
                <a:cubicBezTo>
                  <a:pt x="30" y="285"/>
                  <a:pt x="30" y="285"/>
                  <a:pt x="30" y="285"/>
                </a:cubicBezTo>
                <a:cubicBezTo>
                  <a:pt x="44" y="270"/>
                  <a:pt x="44" y="270"/>
                  <a:pt x="44" y="270"/>
                </a:cubicBezTo>
                <a:cubicBezTo>
                  <a:pt x="47" y="268"/>
                  <a:pt x="49" y="267"/>
                  <a:pt x="52" y="267"/>
                </a:cubicBezTo>
                <a:cubicBezTo>
                  <a:pt x="55" y="267"/>
                  <a:pt x="58" y="268"/>
                  <a:pt x="60" y="270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89" y="270"/>
                  <a:pt x="89" y="270"/>
                  <a:pt x="89" y="270"/>
                </a:cubicBezTo>
                <a:cubicBezTo>
                  <a:pt x="91" y="268"/>
                  <a:pt x="94" y="267"/>
                  <a:pt x="97" y="267"/>
                </a:cubicBezTo>
                <a:cubicBezTo>
                  <a:pt x="100" y="267"/>
                  <a:pt x="102" y="268"/>
                  <a:pt x="105" y="270"/>
                </a:cubicBezTo>
                <a:cubicBezTo>
                  <a:pt x="119" y="285"/>
                  <a:pt x="119" y="285"/>
                  <a:pt x="119" y="285"/>
                </a:cubicBezTo>
                <a:cubicBezTo>
                  <a:pt x="133" y="270"/>
                  <a:pt x="133" y="270"/>
                  <a:pt x="133" y="270"/>
                </a:cubicBezTo>
                <a:cubicBezTo>
                  <a:pt x="136" y="268"/>
                  <a:pt x="138" y="267"/>
                  <a:pt x="141" y="267"/>
                </a:cubicBezTo>
                <a:cubicBezTo>
                  <a:pt x="144" y="267"/>
                  <a:pt x="147" y="268"/>
                  <a:pt x="149" y="270"/>
                </a:cubicBezTo>
                <a:cubicBezTo>
                  <a:pt x="163" y="285"/>
                  <a:pt x="163" y="285"/>
                  <a:pt x="163" y="285"/>
                </a:cubicBezTo>
                <a:cubicBezTo>
                  <a:pt x="178" y="270"/>
                  <a:pt x="178" y="270"/>
                  <a:pt x="178" y="270"/>
                </a:cubicBezTo>
                <a:cubicBezTo>
                  <a:pt x="180" y="268"/>
                  <a:pt x="183" y="267"/>
                  <a:pt x="186" y="267"/>
                </a:cubicBezTo>
                <a:cubicBezTo>
                  <a:pt x="189" y="267"/>
                  <a:pt x="191" y="268"/>
                  <a:pt x="194" y="270"/>
                </a:cubicBezTo>
                <a:cubicBezTo>
                  <a:pt x="208" y="285"/>
                  <a:pt x="208" y="285"/>
                  <a:pt x="208" y="285"/>
                </a:cubicBezTo>
                <a:cubicBezTo>
                  <a:pt x="222" y="270"/>
                  <a:pt x="222" y="270"/>
                  <a:pt x="222" y="270"/>
                </a:cubicBezTo>
                <a:cubicBezTo>
                  <a:pt x="225" y="268"/>
                  <a:pt x="227" y="267"/>
                  <a:pt x="230" y="267"/>
                </a:cubicBezTo>
                <a:cubicBezTo>
                  <a:pt x="233" y="267"/>
                  <a:pt x="236" y="268"/>
                  <a:pt x="238" y="270"/>
                </a:cubicBezTo>
                <a:cubicBezTo>
                  <a:pt x="253" y="285"/>
                  <a:pt x="253" y="285"/>
                  <a:pt x="253" y="285"/>
                </a:cubicBezTo>
                <a:cubicBezTo>
                  <a:pt x="267" y="270"/>
                  <a:pt x="267" y="270"/>
                  <a:pt x="267" y="270"/>
                </a:cubicBezTo>
                <a:cubicBezTo>
                  <a:pt x="269" y="268"/>
                  <a:pt x="272" y="267"/>
                  <a:pt x="275" y="267"/>
                </a:cubicBezTo>
                <a:cubicBezTo>
                  <a:pt x="278" y="267"/>
                  <a:pt x="280" y="268"/>
                  <a:pt x="283" y="270"/>
                </a:cubicBezTo>
                <a:cubicBezTo>
                  <a:pt x="297" y="285"/>
                  <a:pt x="297" y="285"/>
                  <a:pt x="297" y="285"/>
                </a:cubicBezTo>
                <a:lnTo>
                  <a:pt x="311" y="270"/>
                </a:lnTo>
                <a:close/>
                <a:moveTo>
                  <a:pt x="38" y="264"/>
                </a:moveTo>
                <a:cubicBezTo>
                  <a:pt x="36" y="266"/>
                  <a:pt x="33" y="267"/>
                  <a:pt x="30" y="267"/>
                </a:cubicBezTo>
                <a:cubicBezTo>
                  <a:pt x="27" y="267"/>
                  <a:pt x="24" y="266"/>
                  <a:pt x="22" y="264"/>
                </a:cubicBezTo>
                <a:cubicBezTo>
                  <a:pt x="0" y="241"/>
                  <a:pt x="0" y="241"/>
                  <a:pt x="0" y="241"/>
                </a:cubicBezTo>
                <a:cubicBezTo>
                  <a:pt x="16" y="226"/>
                  <a:pt x="16" y="226"/>
                  <a:pt x="16" y="226"/>
                </a:cubicBezTo>
                <a:cubicBezTo>
                  <a:pt x="30" y="240"/>
                  <a:pt x="30" y="240"/>
                  <a:pt x="30" y="240"/>
                </a:cubicBezTo>
                <a:cubicBezTo>
                  <a:pt x="44" y="226"/>
                  <a:pt x="44" y="226"/>
                  <a:pt x="44" y="226"/>
                </a:cubicBezTo>
                <a:cubicBezTo>
                  <a:pt x="47" y="224"/>
                  <a:pt x="49" y="222"/>
                  <a:pt x="52" y="222"/>
                </a:cubicBezTo>
                <a:cubicBezTo>
                  <a:pt x="55" y="222"/>
                  <a:pt x="58" y="224"/>
                  <a:pt x="60" y="226"/>
                </a:cubicBezTo>
                <a:cubicBezTo>
                  <a:pt x="74" y="240"/>
                  <a:pt x="74" y="240"/>
                  <a:pt x="74" y="240"/>
                </a:cubicBezTo>
                <a:cubicBezTo>
                  <a:pt x="86" y="229"/>
                  <a:pt x="86" y="229"/>
                  <a:pt x="86" y="229"/>
                </a:cubicBezTo>
                <a:cubicBezTo>
                  <a:pt x="86" y="178"/>
                  <a:pt x="86" y="178"/>
                  <a:pt x="86" y="178"/>
                </a:cubicBezTo>
                <a:cubicBezTo>
                  <a:pt x="49" y="123"/>
                  <a:pt x="49" y="123"/>
                  <a:pt x="49" y="123"/>
                </a:cubicBezTo>
                <a:cubicBezTo>
                  <a:pt x="47" y="120"/>
                  <a:pt x="47" y="117"/>
                  <a:pt x="48" y="113"/>
                </a:cubicBezTo>
                <a:cubicBezTo>
                  <a:pt x="49" y="110"/>
                  <a:pt x="51" y="108"/>
                  <a:pt x="55" y="10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44"/>
                  <a:pt x="86" y="44"/>
                  <a:pt x="86" y="44"/>
                </a:cubicBezTo>
                <a:cubicBezTo>
                  <a:pt x="108" y="44"/>
                  <a:pt x="108" y="44"/>
                  <a:pt x="108" y="44"/>
                </a:cubicBezTo>
                <a:cubicBezTo>
                  <a:pt x="108" y="22"/>
                  <a:pt x="108" y="22"/>
                  <a:pt x="108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0"/>
                  <a:pt x="152" y="0"/>
                  <a:pt x="152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197" y="22"/>
                  <a:pt x="197" y="22"/>
                  <a:pt x="197" y="22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1" y="44"/>
                  <a:pt x="241" y="44"/>
                  <a:pt x="241" y="44"/>
                </a:cubicBezTo>
                <a:cubicBezTo>
                  <a:pt x="264" y="44"/>
                  <a:pt x="264" y="44"/>
                  <a:pt x="264" y="44"/>
                </a:cubicBezTo>
                <a:cubicBezTo>
                  <a:pt x="264" y="96"/>
                  <a:pt x="264" y="96"/>
                  <a:pt x="264" y="96"/>
                </a:cubicBezTo>
                <a:cubicBezTo>
                  <a:pt x="294" y="106"/>
                  <a:pt x="294" y="106"/>
                  <a:pt x="294" y="106"/>
                </a:cubicBezTo>
                <a:cubicBezTo>
                  <a:pt x="298" y="108"/>
                  <a:pt x="300" y="110"/>
                  <a:pt x="301" y="113"/>
                </a:cubicBezTo>
                <a:cubicBezTo>
                  <a:pt x="303" y="117"/>
                  <a:pt x="302" y="120"/>
                  <a:pt x="300" y="123"/>
                </a:cubicBezTo>
                <a:cubicBezTo>
                  <a:pt x="264" y="178"/>
                  <a:pt x="264" y="178"/>
                  <a:pt x="264" y="178"/>
                </a:cubicBezTo>
                <a:cubicBezTo>
                  <a:pt x="264" y="229"/>
                  <a:pt x="264" y="229"/>
                  <a:pt x="264" y="229"/>
                </a:cubicBezTo>
                <a:cubicBezTo>
                  <a:pt x="267" y="226"/>
                  <a:pt x="267" y="226"/>
                  <a:pt x="267" y="226"/>
                </a:cubicBezTo>
                <a:cubicBezTo>
                  <a:pt x="269" y="224"/>
                  <a:pt x="272" y="222"/>
                  <a:pt x="275" y="222"/>
                </a:cubicBezTo>
                <a:cubicBezTo>
                  <a:pt x="278" y="222"/>
                  <a:pt x="280" y="224"/>
                  <a:pt x="283" y="226"/>
                </a:cubicBezTo>
                <a:cubicBezTo>
                  <a:pt x="297" y="240"/>
                  <a:pt x="297" y="240"/>
                  <a:pt x="297" y="240"/>
                </a:cubicBezTo>
                <a:cubicBezTo>
                  <a:pt x="311" y="226"/>
                  <a:pt x="311" y="226"/>
                  <a:pt x="311" y="226"/>
                </a:cubicBezTo>
                <a:cubicBezTo>
                  <a:pt x="314" y="224"/>
                  <a:pt x="316" y="222"/>
                  <a:pt x="319" y="222"/>
                </a:cubicBezTo>
                <a:cubicBezTo>
                  <a:pt x="322" y="222"/>
                  <a:pt x="325" y="224"/>
                  <a:pt x="327" y="226"/>
                </a:cubicBezTo>
                <a:cubicBezTo>
                  <a:pt x="349" y="248"/>
                  <a:pt x="349" y="248"/>
                  <a:pt x="349" y="248"/>
                </a:cubicBezTo>
                <a:cubicBezTo>
                  <a:pt x="334" y="264"/>
                  <a:pt x="334" y="264"/>
                  <a:pt x="334" y="264"/>
                </a:cubicBezTo>
                <a:cubicBezTo>
                  <a:pt x="319" y="249"/>
                  <a:pt x="319" y="249"/>
                  <a:pt x="319" y="249"/>
                </a:cubicBezTo>
                <a:cubicBezTo>
                  <a:pt x="305" y="264"/>
                  <a:pt x="305" y="264"/>
                  <a:pt x="305" y="264"/>
                </a:cubicBezTo>
                <a:cubicBezTo>
                  <a:pt x="303" y="266"/>
                  <a:pt x="300" y="267"/>
                  <a:pt x="297" y="267"/>
                </a:cubicBezTo>
                <a:cubicBezTo>
                  <a:pt x="294" y="267"/>
                  <a:pt x="291" y="266"/>
                  <a:pt x="289" y="264"/>
                </a:cubicBezTo>
                <a:cubicBezTo>
                  <a:pt x="275" y="249"/>
                  <a:pt x="275" y="249"/>
                  <a:pt x="275" y="249"/>
                </a:cubicBezTo>
                <a:cubicBezTo>
                  <a:pt x="260" y="264"/>
                  <a:pt x="260" y="264"/>
                  <a:pt x="260" y="264"/>
                </a:cubicBezTo>
                <a:cubicBezTo>
                  <a:pt x="258" y="266"/>
                  <a:pt x="256" y="267"/>
                  <a:pt x="253" y="267"/>
                </a:cubicBezTo>
                <a:cubicBezTo>
                  <a:pt x="249" y="267"/>
                  <a:pt x="247" y="266"/>
                  <a:pt x="245" y="264"/>
                </a:cubicBezTo>
                <a:cubicBezTo>
                  <a:pt x="230" y="249"/>
                  <a:pt x="230" y="249"/>
                  <a:pt x="230" y="249"/>
                </a:cubicBezTo>
                <a:cubicBezTo>
                  <a:pt x="216" y="264"/>
                  <a:pt x="216" y="264"/>
                  <a:pt x="216" y="264"/>
                </a:cubicBezTo>
                <a:cubicBezTo>
                  <a:pt x="214" y="266"/>
                  <a:pt x="211" y="267"/>
                  <a:pt x="208" y="267"/>
                </a:cubicBezTo>
                <a:cubicBezTo>
                  <a:pt x="205" y="267"/>
                  <a:pt x="202" y="266"/>
                  <a:pt x="200" y="264"/>
                </a:cubicBezTo>
                <a:cubicBezTo>
                  <a:pt x="186" y="249"/>
                  <a:pt x="186" y="249"/>
                  <a:pt x="186" y="249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9" y="266"/>
                  <a:pt x="167" y="267"/>
                  <a:pt x="163" y="267"/>
                </a:cubicBezTo>
                <a:cubicBezTo>
                  <a:pt x="160" y="267"/>
                  <a:pt x="158" y="266"/>
                  <a:pt x="156" y="264"/>
                </a:cubicBezTo>
                <a:cubicBezTo>
                  <a:pt x="141" y="249"/>
                  <a:pt x="141" y="249"/>
                  <a:pt x="141" y="249"/>
                </a:cubicBezTo>
                <a:cubicBezTo>
                  <a:pt x="127" y="264"/>
                  <a:pt x="127" y="264"/>
                  <a:pt x="127" y="264"/>
                </a:cubicBezTo>
                <a:cubicBezTo>
                  <a:pt x="125" y="266"/>
                  <a:pt x="122" y="267"/>
                  <a:pt x="119" y="267"/>
                </a:cubicBezTo>
                <a:cubicBezTo>
                  <a:pt x="116" y="267"/>
                  <a:pt x="113" y="266"/>
                  <a:pt x="111" y="264"/>
                </a:cubicBezTo>
                <a:cubicBezTo>
                  <a:pt x="97" y="249"/>
                  <a:pt x="97" y="249"/>
                  <a:pt x="97" y="249"/>
                </a:cubicBezTo>
                <a:cubicBezTo>
                  <a:pt x="82" y="264"/>
                  <a:pt x="82" y="264"/>
                  <a:pt x="82" y="264"/>
                </a:cubicBezTo>
                <a:cubicBezTo>
                  <a:pt x="80" y="266"/>
                  <a:pt x="77" y="267"/>
                  <a:pt x="74" y="267"/>
                </a:cubicBezTo>
                <a:cubicBezTo>
                  <a:pt x="71" y="267"/>
                  <a:pt x="69" y="266"/>
                  <a:pt x="67" y="264"/>
                </a:cubicBezTo>
                <a:cubicBezTo>
                  <a:pt x="52" y="249"/>
                  <a:pt x="52" y="249"/>
                  <a:pt x="52" y="249"/>
                </a:cubicBezTo>
                <a:lnTo>
                  <a:pt x="38" y="264"/>
                </a:lnTo>
                <a:close/>
                <a:moveTo>
                  <a:pt x="108" y="67"/>
                </a:moveTo>
                <a:cubicBezTo>
                  <a:pt x="108" y="89"/>
                  <a:pt x="108" y="89"/>
                  <a:pt x="108" y="89"/>
                </a:cubicBezTo>
                <a:cubicBezTo>
                  <a:pt x="175" y="67"/>
                  <a:pt x="175" y="67"/>
                  <a:pt x="175" y="67"/>
                </a:cubicBezTo>
                <a:cubicBezTo>
                  <a:pt x="241" y="89"/>
                  <a:pt x="241" y="89"/>
                  <a:pt x="241" y="89"/>
                </a:cubicBezTo>
                <a:cubicBezTo>
                  <a:pt x="241" y="67"/>
                  <a:pt x="241" y="67"/>
                  <a:pt x="241" y="67"/>
                </a:cubicBezTo>
                <a:cubicBezTo>
                  <a:pt x="219" y="67"/>
                  <a:pt x="219" y="67"/>
                  <a:pt x="219" y="67"/>
                </a:cubicBezTo>
                <a:cubicBezTo>
                  <a:pt x="219" y="44"/>
                  <a:pt x="219" y="44"/>
                  <a:pt x="219" y="44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30" y="67"/>
                  <a:pt x="130" y="67"/>
                  <a:pt x="130" y="67"/>
                </a:cubicBezTo>
                <a:lnTo>
                  <a:pt x="108" y="6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66"/>
          <p:cNvSpPr>
            <a:spLocks noEditPoints="1"/>
          </p:cNvSpPr>
          <p:nvPr/>
        </p:nvSpPr>
        <p:spPr bwMode="auto">
          <a:xfrm>
            <a:off x="3759201" y="1130163"/>
            <a:ext cx="287338" cy="325438"/>
          </a:xfrm>
          <a:custGeom>
            <a:avLst/>
            <a:gdLst>
              <a:gd name="T0" fmla="*/ 132 w 267"/>
              <a:gd name="T1" fmla="*/ 301 h 301"/>
              <a:gd name="T2" fmla="*/ 249 w 267"/>
              <a:gd name="T3" fmla="*/ 70 h 301"/>
              <a:gd name="T4" fmla="*/ 249 w 267"/>
              <a:gd name="T5" fmla="*/ 231 h 301"/>
              <a:gd name="T6" fmla="*/ 17 w 267"/>
              <a:gd name="T7" fmla="*/ 53 h 301"/>
              <a:gd name="T8" fmla="*/ 25 w 267"/>
              <a:gd name="T9" fmla="*/ 124 h 301"/>
              <a:gd name="T10" fmla="*/ 31 w 267"/>
              <a:gd name="T11" fmla="*/ 150 h 301"/>
              <a:gd name="T12" fmla="*/ 31 w 267"/>
              <a:gd name="T13" fmla="*/ 156 h 301"/>
              <a:gd name="T14" fmla="*/ 31 w 267"/>
              <a:gd name="T15" fmla="*/ 156 h 301"/>
              <a:gd name="T16" fmla="*/ 25 w 267"/>
              <a:gd name="T17" fmla="*/ 182 h 301"/>
              <a:gd name="T18" fmla="*/ 25 w 267"/>
              <a:gd name="T19" fmla="*/ 227 h 301"/>
              <a:gd name="T20" fmla="*/ 38 w 267"/>
              <a:gd name="T21" fmla="*/ 226 h 301"/>
              <a:gd name="T22" fmla="*/ 59 w 267"/>
              <a:gd name="T23" fmla="*/ 243 h 301"/>
              <a:gd name="T24" fmla="*/ 59 w 267"/>
              <a:gd name="T25" fmla="*/ 243 h 301"/>
              <a:gd name="T26" fmla="*/ 101 w 267"/>
              <a:gd name="T27" fmla="*/ 261 h 301"/>
              <a:gd name="T28" fmla="*/ 127 w 267"/>
              <a:gd name="T29" fmla="*/ 266 h 301"/>
              <a:gd name="T30" fmla="*/ 156 w 267"/>
              <a:gd name="T31" fmla="*/ 258 h 301"/>
              <a:gd name="T32" fmla="*/ 162 w 267"/>
              <a:gd name="T33" fmla="*/ 255 h 301"/>
              <a:gd name="T34" fmla="*/ 162 w 267"/>
              <a:gd name="T35" fmla="*/ 255 h 301"/>
              <a:gd name="T36" fmla="*/ 188 w 267"/>
              <a:gd name="T37" fmla="*/ 251 h 301"/>
              <a:gd name="T38" fmla="*/ 230 w 267"/>
              <a:gd name="T39" fmla="*/ 232 h 301"/>
              <a:gd name="T40" fmla="*/ 45 w 267"/>
              <a:gd name="T41" fmla="*/ 32 h 301"/>
              <a:gd name="T42" fmla="*/ 73 w 267"/>
              <a:gd name="T43" fmla="*/ 26 h 301"/>
              <a:gd name="T44" fmla="*/ 73 w 267"/>
              <a:gd name="T45" fmla="*/ 26 h 301"/>
              <a:gd name="T46" fmla="*/ 81 w 267"/>
              <a:gd name="T47" fmla="*/ 26 h 301"/>
              <a:gd name="T48" fmla="*/ 109 w 267"/>
              <a:gd name="T49" fmla="*/ 32 h 301"/>
              <a:gd name="T50" fmla="*/ 157 w 267"/>
              <a:gd name="T51" fmla="*/ 32 h 301"/>
              <a:gd name="T52" fmla="*/ 185 w 267"/>
              <a:gd name="T53" fmla="*/ 26 h 301"/>
              <a:gd name="T54" fmla="*/ 185 w 267"/>
              <a:gd name="T55" fmla="*/ 26 h 301"/>
              <a:gd name="T56" fmla="*/ 194 w 267"/>
              <a:gd name="T57" fmla="*/ 26 h 301"/>
              <a:gd name="T58" fmla="*/ 222 w 267"/>
              <a:gd name="T59" fmla="*/ 32 h 301"/>
              <a:gd name="T60" fmla="*/ 31 w 267"/>
              <a:gd name="T61" fmla="*/ 99 h 301"/>
              <a:gd name="T62" fmla="*/ 45 w 267"/>
              <a:gd name="T63" fmla="*/ 85 h 301"/>
              <a:gd name="T64" fmla="*/ 53 w 267"/>
              <a:gd name="T65" fmla="*/ 85 h 301"/>
              <a:gd name="T66" fmla="*/ 101 w 267"/>
              <a:gd name="T67" fmla="*/ 85 h 301"/>
              <a:gd name="T68" fmla="*/ 129 w 267"/>
              <a:gd name="T69" fmla="*/ 79 h 301"/>
              <a:gd name="T70" fmla="*/ 129 w 267"/>
              <a:gd name="T71" fmla="*/ 79 h 301"/>
              <a:gd name="T72" fmla="*/ 137 w 267"/>
              <a:gd name="T73" fmla="*/ 79 h 301"/>
              <a:gd name="T74" fmla="*/ 165 w 267"/>
              <a:gd name="T75" fmla="*/ 85 h 301"/>
              <a:gd name="T76" fmla="*/ 214 w 267"/>
              <a:gd name="T77" fmla="*/ 85 h 301"/>
              <a:gd name="T78" fmla="*/ 235 w 267"/>
              <a:gd name="T79" fmla="*/ 99 h 301"/>
              <a:gd name="T80" fmla="*/ 242 w 267"/>
              <a:gd name="T81" fmla="*/ 79 h 301"/>
              <a:gd name="T82" fmla="*/ 235 w 267"/>
              <a:gd name="T83" fmla="*/ 104 h 301"/>
              <a:gd name="T84" fmla="*/ 235 w 267"/>
              <a:gd name="T85" fmla="*/ 150 h 301"/>
              <a:gd name="T86" fmla="*/ 235 w 267"/>
              <a:gd name="T87" fmla="*/ 150 h 301"/>
              <a:gd name="T88" fmla="*/ 242 w 267"/>
              <a:gd name="T89" fmla="*/ 176 h 301"/>
              <a:gd name="T90" fmla="*/ 242 w 267"/>
              <a:gd name="T91" fmla="*/ 182 h 301"/>
              <a:gd name="T92" fmla="*/ 235 w 267"/>
              <a:gd name="T93" fmla="*/ 207 h 301"/>
              <a:gd name="T94" fmla="*/ 132 w 267"/>
              <a:gd name="T95" fmla="*/ 221 h 301"/>
              <a:gd name="T96" fmla="*/ 132 w 267"/>
              <a:gd name="T97" fmla="*/ 112 h 301"/>
              <a:gd name="T98" fmla="*/ 132 w 267"/>
              <a:gd name="T99" fmla="*/ 221 h 301"/>
              <a:gd name="T100" fmla="*/ 126 w 267"/>
              <a:gd name="T101" fmla="*/ 170 h 301"/>
              <a:gd name="T102" fmla="*/ 130 w 267"/>
              <a:gd name="T103" fmla="*/ 186 h 301"/>
              <a:gd name="T104" fmla="*/ 131 w 267"/>
              <a:gd name="T105" fmla="*/ 195 h 301"/>
              <a:gd name="T106" fmla="*/ 161 w 267"/>
              <a:gd name="T107" fmla="*/ 177 h 301"/>
              <a:gd name="T108" fmla="*/ 119 w 267"/>
              <a:gd name="T109" fmla="*/ 159 h 301"/>
              <a:gd name="T110" fmla="*/ 132 w 267"/>
              <a:gd name="T111" fmla="*/ 145 h 301"/>
              <a:gd name="T112" fmla="*/ 159 w 267"/>
              <a:gd name="T113" fmla="*/ 143 h 301"/>
              <a:gd name="T114" fmla="*/ 144 w 267"/>
              <a:gd name="T115" fmla="*/ 138 h 301"/>
              <a:gd name="T116" fmla="*/ 123 w 267"/>
              <a:gd name="T117" fmla="*/ 137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7" h="301">
                <a:moveTo>
                  <a:pt x="0" y="0"/>
                </a:moveTo>
                <a:cubicBezTo>
                  <a:pt x="267" y="0"/>
                  <a:pt x="267" y="0"/>
                  <a:pt x="267" y="0"/>
                </a:cubicBezTo>
                <a:cubicBezTo>
                  <a:pt x="267" y="242"/>
                  <a:pt x="267" y="242"/>
                  <a:pt x="267" y="242"/>
                </a:cubicBezTo>
                <a:cubicBezTo>
                  <a:pt x="132" y="301"/>
                  <a:pt x="132" y="301"/>
                  <a:pt x="132" y="301"/>
                </a:cubicBezTo>
                <a:cubicBezTo>
                  <a:pt x="0" y="242"/>
                  <a:pt x="0" y="242"/>
                  <a:pt x="0" y="242"/>
                </a:cubicBezTo>
                <a:lnTo>
                  <a:pt x="0" y="0"/>
                </a:lnTo>
                <a:close/>
                <a:moveTo>
                  <a:pt x="249" y="231"/>
                </a:moveTo>
                <a:cubicBezTo>
                  <a:pt x="249" y="70"/>
                  <a:pt x="249" y="70"/>
                  <a:pt x="249" y="70"/>
                </a:cubicBezTo>
                <a:cubicBezTo>
                  <a:pt x="17" y="70"/>
                  <a:pt x="17" y="70"/>
                  <a:pt x="17" y="70"/>
                </a:cubicBezTo>
                <a:cubicBezTo>
                  <a:pt x="17" y="231"/>
                  <a:pt x="17" y="231"/>
                  <a:pt x="17" y="231"/>
                </a:cubicBezTo>
                <a:cubicBezTo>
                  <a:pt x="132" y="282"/>
                  <a:pt x="132" y="282"/>
                  <a:pt x="132" y="282"/>
                </a:cubicBezTo>
                <a:lnTo>
                  <a:pt x="249" y="231"/>
                </a:lnTo>
                <a:close/>
                <a:moveTo>
                  <a:pt x="249" y="53"/>
                </a:moveTo>
                <a:cubicBezTo>
                  <a:pt x="249" y="18"/>
                  <a:pt x="249" y="18"/>
                  <a:pt x="249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53"/>
                  <a:pt x="17" y="53"/>
                  <a:pt x="17" y="53"/>
                </a:cubicBezTo>
                <a:lnTo>
                  <a:pt x="249" y="53"/>
                </a:lnTo>
                <a:close/>
                <a:moveTo>
                  <a:pt x="31" y="104"/>
                </a:moveTo>
                <a:cubicBezTo>
                  <a:pt x="31" y="124"/>
                  <a:pt x="31" y="124"/>
                  <a:pt x="31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04"/>
                  <a:pt x="25" y="104"/>
                  <a:pt x="25" y="104"/>
                </a:cubicBezTo>
                <a:lnTo>
                  <a:pt x="31" y="104"/>
                </a:lnTo>
                <a:close/>
                <a:moveTo>
                  <a:pt x="31" y="130"/>
                </a:moveTo>
                <a:cubicBezTo>
                  <a:pt x="31" y="150"/>
                  <a:pt x="31" y="150"/>
                  <a:pt x="31" y="150"/>
                </a:cubicBezTo>
                <a:cubicBezTo>
                  <a:pt x="25" y="150"/>
                  <a:pt x="25" y="150"/>
                  <a:pt x="25" y="150"/>
                </a:cubicBezTo>
                <a:cubicBezTo>
                  <a:pt x="25" y="130"/>
                  <a:pt x="25" y="130"/>
                  <a:pt x="25" y="130"/>
                </a:cubicBezTo>
                <a:lnTo>
                  <a:pt x="31" y="130"/>
                </a:lnTo>
                <a:close/>
                <a:moveTo>
                  <a:pt x="31" y="156"/>
                </a:moveTo>
                <a:cubicBezTo>
                  <a:pt x="31" y="176"/>
                  <a:pt x="31" y="176"/>
                  <a:pt x="31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156"/>
                  <a:pt x="25" y="156"/>
                  <a:pt x="25" y="156"/>
                </a:cubicBezTo>
                <a:lnTo>
                  <a:pt x="31" y="156"/>
                </a:lnTo>
                <a:close/>
                <a:moveTo>
                  <a:pt x="31" y="182"/>
                </a:moveTo>
                <a:cubicBezTo>
                  <a:pt x="31" y="202"/>
                  <a:pt x="31" y="202"/>
                  <a:pt x="31" y="202"/>
                </a:cubicBezTo>
                <a:cubicBezTo>
                  <a:pt x="25" y="202"/>
                  <a:pt x="25" y="202"/>
                  <a:pt x="25" y="202"/>
                </a:cubicBezTo>
                <a:cubicBezTo>
                  <a:pt x="25" y="182"/>
                  <a:pt x="25" y="182"/>
                  <a:pt x="25" y="182"/>
                </a:cubicBezTo>
                <a:lnTo>
                  <a:pt x="31" y="182"/>
                </a:lnTo>
                <a:close/>
                <a:moveTo>
                  <a:pt x="31" y="207"/>
                </a:moveTo>
                <a:cubicBezTo>
                  <a:pt x="31" y="227"/>
                  <a:pt x="31" y="227"/>
                  <a:pt x="31" y="227"/>
                </a:cubicBezTo>
                <a:cubicBezTo>
                  <a:pt x="25" y="227"/>
                  <a:pt x="25" y="227"/>
                  <a:pt x="25" y="227"/>
                </a:cubicBezTo>
                <a:cubicBezTo>
                  <a:pt x="25" y="207"/>
                  <a:pt x="25" y="207"/>
                  <a:pt x="25" y="207"/>
                </a:cubicBezTo>
                <a:lnTo>
                  <a:pt x="31" y="207"/>
                </a:lnTo>
                <a:close/>
                <a:moveTo>
                  <a:pt x="36" y="232"/>
                </a:moveTo>
                <a:cubicBezTo>
                  <a:pt x="38" y="226"/>
                  <a:pt x="38" y="226"/>
                  <a:pt x="38" y="226"/>
                </a:cubicBezTo>
                <a:cubicBezTo>
                  <a:pt x="56" y="234"/>
                  <a:pt x="56" y="234"/>
                  <a:pt x="56" y="234"/>
                </a:cubicBezTo>
                <a:cubicBezTo>
                  <a:pt x="54" y="240"/>
                  <a:pt x="54" y="240"/>
                  <a:pt x="54" y="240"/>
                </a:cubicBezTo>
                <a:lnTo>
                  <a:pt x="36" y="232"/>
                </a:lnTo>
                <a:close/>
                <a:moveTo>
                  <a:pt x="59" y="243"/>
                </a:moveTo>
                <a:cubicBezTo>
                  <a:pt x="62" y="237"/>
                  <a:pt x="62" y="237"/>
                  <a:pt x="62" y="237"/>
                </a:cubicBezTo>
                <a:cubicBezTo>
                  <a:pt x="80" y="245"/>
                  <a:pt x="80" y="245"/>
                  <a:pt x="80" y="245"/>
                </a:cubicBezTo>
                <a:cubicBezTo>
                  <a:pt x="78" y="251"/>
                  <a:pt x="78" y="251"/>
                  <a:pt x="78" y="251"/>
                </a:cubicBezTo>
                <a:lnTo>
                  <a:pt x="59" y="243"/>
                </a:lnTo>
                <a:close/>
                <a:moveTo>
                  <a:pt x="83" y="253"/>
                </a:moveTo>
                <a:cubicBezTo>
                  <a:pt x="85" y="247"/>
                  <a:pt x="85" y="247"/>
                  <a:pt x="85" y="247"/>
                </a:cubicBezTo>
                <a:cubicBezTo>
                  <a:pt x="104" y="255"/>
                  <a:pt x="104" y="255"/>
                  <a:pt x="104" y="255"/>
                </a:cubicBezTo>
                <a:cubicBezTo>
                  <a:pt x="101" y="261"/>
                  <a:pt x="101" y="261"/>
                  <a:pt x="101" y="261"/>
                </a:cubicBezTo>
                <a:lnTo>
                  <a:pt x="83" y="253"/>
                </a:lnTo>
                <a:close/>
                <a:moveTo>
                  <a:pt x="106" y="263"/>
                </a:moveTo>
                <a:cubicBezTo>
                  <a:pt x="109" y="258"/>
                  <a:pt x="109" y="258"/>
                  <a:pt x="109" y="258"/>
                </a:cubicBezTo>
                <a:cubicBezTo>
                  <a:pt x="127" y="266"/>
                  <a:pt x="127" y="266"/>
                  <a:pt x="127" y="266"/>
                </a:cubicBezTo>
                <a:cubicBezTo>
                  <a:pt x="124" y="271"/>
                  <a:pt x="124" y="271"/>
                  <a:pt x="124" y="271"/>
                </a:cubicBezTo>
                <a:lnTo>
                  <a:pt x="106" y="263"/>
                </a:lnTo>
                <a:close/>
                <a:moveTo>
                  <a:pt x="138" y="266"/>
                </a:moveTo>
                <a:cubicBezTo>
                  <a:pt x="156" y="258"/>
                  <a:pt x="156" y="258"/>
                  <a:pt x="156" y="258"/>
                </a:cubicBezTo>
                <a:cubicBezTo>
                  <a:pt x="159" y="263"/>
                  <a:pt x="159" y="263"/>
                  <a:pt x="159" y="263"/>
                </a:cubicBezTo>
                <a:cubicBezTo>
                  <a:pt x="141" y="271"/>
                  <a:pt x="141" y="271"/>
                  <a:pt x="141" y="271"/>
                </a:cubicBezTo>
                <a:lnTo>
                  <a:pt x="138" y="266"/>
                </a:lnTo>
                <a:close/>
                <a:moveTo>
                  <a:pt x="162" y="255"/>
                </a:moveTo>
                <a:cubicBezTo>
                  <a:pt x="180" y="247"/>
                  <a:pt x="180" y="247"/>
                  <a:pt x="180" y="247"/>
                </a:cubicBezTo>
                <a:cubicBezTo>
                  <a:pt x="183" y="253"/>
                  <a:pt x="183" y="253"/>
                  <a:pt x="183" y="253"/>
                </a:cubicBezTo>
                <a:cubicBezTo>
                  <a:pt x="164" y="261"/>
                  <a:pt x="164" y="261"/>
                  <a:pt x="164" y="261"/>
                </a:cubicBezTo>
                <a:lnTo>
                  <a:pt x="162" y="255"/>
                </a:lnTo>
                <a:close/>
                <a:moveTo>
                  <a:pt x="185" y="245"/>
                </a:moveTo>
                <a:cubicBezTo>
                  <a:pt x="204" y="237"/>
                  <a:pt x="204" y="237"/>
                  <a:pt x="204" y="237"/>
                </a:cubicBezTo>
                <a:cubicBezTo>
                  <a:pt x="206" y="243"/>
                  <a:pt x="206" y="243"/>
                  <a:pt x="206" y="243"/>
                </a:cubicBezTo>
                <a:cubicBezTo>
                  <a:pt x="188" y="251"/>
                  <a:pt x="188" y="251"/>
                  <a:pt x="188" y="251"/>
                </a:cubicBezTo>
                <a:lnTo>
                  <a:pt x="185" y="245"/>
                </a:lnTo>
                <a:close/>
                <a:moveTo>
                  <a:pt x="209" y="234"/>
                </a:moveTo>
                <a:cubicBezTo>
                  <a:pt x="227" y="226"/>
                  <a:pt x="227" y="226"/>
                  <a:pt x="227" y="226"/>
                </a:cubicBezTo>
                <a:cubicBezTo>
                  <a:pt x="230" y="232"/>
                  <a:pt x="230" y="232"/>
                  <a:pt x="230" y="232"/>
                </a:cubicBezTo>
                <a:cubicBezTo>
                  <a:pt x="211" y="240"/>
                  <a:pt x="211" y="240"/>
                  <a:pt x="211" y="240"/>
                </a:cubicBezTo>
                <a:lnTo>
                  <a:pt x="209" y="234"/>
                </a:lnTo>
                <a:close/>
                <a:moveTo>
                  <a:pt x="45" y="26"/>
                </a:moveTo>
                <a:cubicBezTo>
                  <a:pt x="45" y="32"/>
                  <a:pt x="45" y="32"/>
                  <a:pt x="45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26"/>
                  <a:pt x="25" y="26"/>
                  <a:pt x="25" y="26"/>
                </a:cubicBezTo>
                <a:lnTo>
                  <a:pt x="45" y="26"/>
                </a:lnTo>
                <a:close/>
                <a:moveTo>
                  <a:pt x="73" y="26"/>
                </a:moveTo>
                <a:cubicBezTo>
                  <a:pt x="73" y="32"/>
                  <a:pt x="73" y="32"/>
                  <a:pt x="7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26"/>
                  <a:pt x="53" y="26"/>
                  <a:pt x="53" y="26"/>
                </a:cubicBezTo>
                <a:lnTo>
                  <a:pt x="73" y="26"/>
                </a:lnTo>
                <a:close/>
                <a:moveTo>
                  <a:pt x="101" y="26"/>
                </a:moveTo>
                <a:cubicBezTo>
                  <a:pt x="101" y="32"/>
                  <a:pt x="101" y="32"/>
                  <a:pt x="101" y="32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6"/>
                  <a:pt x="81" y="26"/>
                  <a:pt x="81" y="26"/>
                </a:cubicBezTo>
                <a:lnTo>
                  <a:pt x="101" y="26"/>
                </a:lnTo>
                <a:close/>
                <a:moveTo>
                  <a:pt x="129" y="26"/>
                </a:moveTo>
                <a:cubicBezTo>
                  <a:pt x="129" y="32"/>
                  <a:pt x="129" y="32"/>
                  <a:pt x="129" y="32"/>
                </a:cubicBezTo>
                <a:cubicBezTo>
                  <a:pt x="109" y="32"/>
                  <a:pt x="109" y="32"/>
                  <a:pt x="109" y="32"/>
                </a:cubicBezTo>
                <a:cubicBezTo>
                  <a:pt x="109" y="26"/>
                  <a:pt x="109" y="26"/>
                  <a:pt x="109" y="26"/>
                </a:cubicBezTo>
                <a:lnTo>
                  <a:pt x="129" y="26"/>
                </a:lnTo>
                <a:close/>
                <a:moveTo>
                  <a:pt x="157" y="26"/>
                </a:moveTo>
                <a:cubicBezTo>
                  <a:pt x="157" y="32"/>
                  <a:pt x="157" y="32"/>
                  <a:pt x="157" y="32"/>
                </a:cubicBezTo>
                <a:cubicBezTo>
                  <a:pt x="137" y="32"/>
                  <a:pt x="137" y="32"/>
                  <a:pt x="137" y="32"/>
                </a:cubicBezTo>
                <a:cubicBezTo>
                  <a:pt x="137" y="26"/>
                  <a:pt x="137" y="26"/>
                  <a:pt x="137" y="26"/>
                </a:cubicBezTo>
                <a:lnTo>
                  <a:pt x="157" y="26"/>
                </a:lnTo>
                <a:close/>
                <a:moveTo>
                  <a:pt x="185" y="26"/>
                </a:moveTo>
                <a:cubicBezTo>
                  <a:pt x="185" y="32"/>
                  <a:pt x="185" y="32"/>
                  <a:pt x="185" y="32"/>
                </a:cubicBezTo>
                <a:cubicBezTo>
                  <a:pt x="165" y="32"/>
                  <a:pt x="165" y="32"/>
                  <a:pt x="165" y="32"/>
                </a:cubicBezTo>
                <a:cubicBezTo>
                  <a:pt x="165" y="26"/>
                  <a:pt x="165" y="26"/>
                  <a:pt x="165" y="26"/>
                </a:cubicBezTo>
                <a:lnTo>
                  <a:pt x="185" y="26"/>
                </a:lnTo>
                <a:close/>
                <a:moveTo>
                  <a:pt x="214" y="26"/>
                </a:moveTo>
                <a:cubicBezTo>
                  <a:pt x="214" y="32"/>
                  <a:pt x="214" y="32"/>
                  <a:pt x="214" y="32"/>
                </a:cubicBezTo>
                <a:cubicBezTo>
                  <a:pt x="194" y="32"/>
                  <a:pt x="194" y="32"/>
                  <a:pt x="194" y="32"/>
                </a:cubicBezTo>
                <a:cubicBezTo>
                  <a:pt x="194" y="26"/>
                  <a:pt x="194" y="26"/>
                  <a:pt x="194" y="26"/>
                </a:cubicBezTo>
                <a:lnTo>
                  <a:pt x="214" y="26"/>
                </a:lnTo>
                <a:close/>
                <a:moveTo>
                  <a:pt x="242" y="26"/>
                </a:moveTo>
                <a:cubicBezTo>
                  <a:pt x="242" y="32"/>
                  <a:pt x="242" y="32"/>
                  <a:pt x="24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26"/>
                  <a:pt x="222" y="26"/>
                  <a:pt x="222" y="26"/>
                </a:cubicBezTo>
                <a:lnTo>
                  <a:pt x="242" y="26"/>
                </a:lnTo>
                <a:close/>
                <a:moveTo>
                  <a:pt x="31" y="85"/>
                </a:moveTo>
                <a:cubicBezTo>
                  <a:pt x="31" y="99"/>
                  <a:pt x="31" y="99"/>
                  <a:pt x="31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79"/>
                  <a:pt x="25" y="79"/>
                  <a:pt x="25" y="79"/>
                </a:cubicBezTo>
                <a:cubicBezTo>
                  <a:pt x="45" y="79"/>
                  <a:pt x="45" y="79"/>
                  <a:pt x="45" y="79"/>
                </a:cubicBezTo>
                <a:cubicBezTo>
                  <a:pt x="45" y="85"/>
                  <a:pt x="45" y="85"/>
                  <a:pt x="45" y="85"/>
                </a:cubicBezTo>
                <a:lnTo>
                  <a:pt x="31" y="85"/>
                </a:lnTo>
                <a:close/>
                <a:moveTo>
                  <a:pt x="73" y="79"/>
                </a:moveTo>
                <a:cubicBezTo>
                  <a:pt x="73" y="85"/>
                  <a:pt x="73" y="85"/>
                  <a:pt x="73" y="85"/>
                </a:cubicBezTo>
                <a:cubicBezTo>
                  <a:pt x="53" y="85"/>
                  <a:pt x="53" y="85"/>
                  <a:pt x="53" y="85"/>
                </a:cubicBezTo>
                <a:cubicBezTo>
                  <a:pt x="53" y="79"/>
                  <a:pt x="53" y="79"/>
                  <a:pt x="53" y="79"/>
                </a:cubicBezTo>
                <a:lnTo>
                  <a:pt x="73" y="79"/>
                </a:lnTo>
                <a:close/>
                <a:moveTo>
                  <a:pt x="101" y="79"/>
                </a:moveTo>
                <a:cubicBezTo>
                  <a:pt x="101" y="85"/>
                  <a:pt x="101" y="85"/>
                  <a:pt x="101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1" y="79"/>
                  <a:pt x="81" y="79"/>
                  <a:pt x="81" y="79"/>
                </a:cubicBezTo>
                <a:lnTo>
                  <a:pt x="101" y="79"/>
                </a:lnTo>
                <a:close/>
                <a:moveTo>
                  <a:pt x="129" y="79"/>
                </a:moveTo>
                <a:cubicBezTo>
                  <a:pt x="129" y="85"/>
                  <a:pt x="129" y="85"/>
                  <a:pt x="129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09" y="79"/>
                  <a:pt x="109" y="79"/>
                  <a:pt x="109" y="79"/>
                </a:cubicBezTo>
                <a:lnTo>
                  <a:pt x="129" y="79"/>
                </a:lnTo>
                <a:close/>
                <a:moveTo>
                  <a:pt x="157" y="79"/>
                </a:moveTo>
                <a:cubicBezTo>
                  <a:pt x="157" y="85"/>
                  <a:pt x="157" y="85"/>
                  <a:pt x="157" y="85"/>
                </a:cubicBezTo>
                <a:cubicBezTo>
                  <a:pt x="137" y="85"/>
                  <a:pt x="137" y="85"/>
                  <a:pt x="137" y="85"/>
                </a:cubicBezTo>
                <a:cubicBezTo>
                  <a:pt x="137" y="79"/>
                  <a:pt x="137" y="79"/>
                  <a:pt x="137" y="79"/>
                </a:cubicBezTo>
                <a:lnTo>
                  <a:pt x="157" y="79"/>
                </a:lnTo>
                <a:close/>
                <a:moveTo>
                  <a:pt x="185" y="79"/>
                </a:moveTo>
                <a:cubicBezTo>
                  <a:pt x="185" y="85"/>
                  <a:pt x="185" y="85"/>
                  <a:pt x="185" y="85"/>
                </a:cubicBezTo>
                <a:cubicBezTo>
                  <a:pt x="165" y="85"/>
                  <a:pt x="165" y="85"/>
                  <a:pt x="165" y="85"/>
                </a:cubicBezTo>
                <a:cubicBezTo>
                  <a:pt x="165" y="79"/>
                  <a:pt x="165" y="79"/>
                  <a:pt x="165" y="79"/>
                </a:cubicBezTo>
                <a:lnTo>
                  <a:pt x="185" y="79"/>
                </a:lnTo>
                <a:close/>
                <a:moveTo>
                  <a:pt x="214" y="79"/>
                </a:moveTo>
                <a:cubicBezTo>
                  <a:pt x="214" y="85"/>
                  <a:pt x="214" y="85"/>
                  <a:pt x="214" y="85"/>
                </a:cubicBezTo>
                <a:cubicBezTo>
                  <a:pt x="194" y="85"/>
                  <a:pt x="194" y="85"/>
                  <a:pt x="194" y="85"/>
                </a:cubicBezTo>
                <a:cubicBezTo>
                  <a:pt x="194" y="79"/>
                  <a:pt x="194" y="79"/>
                  <a:pt x="194" y="79"/>
                </a:cubicBezTo>
                <a:lnTo>
                  <a:pt x="214" y="79"/>
                </a:lnTo>
                <a:close/>
                <a:moveTo>
                  <a:pt x="235" y="99"/>
                </a:moveTo>
                <a:cubicBezTo>
                  <a:pt x="235" y="85"/>
                  <a:pt x="235" y="85"/>
                  <a:pt x="235" y="85"/>
                </a:cubicBezTo>
                <a:cubicBezTo>
                  <a:pt x="222" y="85"/>
                  <a:pt x="222" y="85"/>
                  <a:pt x="222" y="85"/>
                </a:cubicBezTo>
                <a:cubicBezTo>
                  <a:pt x="222" y="79"/>
                  <a:pt x="222" y="79"/>
                  <a:pt x="222" y="79"/>
                </a:cubicBezTo>
                <a:cubicBezTo>
                  <a:pt x="242" y="79"/>
                  <a:pt x="242" y="79"/>
                  <a:pt x="242" y="79"/>
                </a:cubicBezTo>
                <a:cubicBezTo>
                  <a:pt x="242" y="99"/>
                  <a:pt x="242" y="99"/>
                  <a:pt x="242" y="99"/>
                </a:cubicBezTo>
                <a:lnTo>
                  <a:pt x="235" y="99"/>
                </a:lnTo>
                <a:close/>
                <a:moveTo>
                  <a:pt x="235" y="124"/>
                </a:moveTo>
                <a:cubicBezTo>
                  <a:pt x="235" y="104"/>
                  <a:pt x="235" y="104"/>
                  <a:pt x="235" y="104"/>
                </a:cubicBezTo>
                <a:cubicBezTo>
                  <a:pt x="242" y="104"/>
                  <a:pt x="242" y="104"/>
                  <a:pt x="242" y="104"/>
                </a:cubicBezTo>
                <a:cubicBezTo>
                  <a:pt x="242" y="124"/>
                  <a:pt x="242" y="124"/>
                  <a:pt x="242" y="124"/>
                </a:cubicBezTo>
                <a:lnTo>
                  <a:pt x="235" y="124"/>
                </a:lnTo>
                <a:close/>
                <a:moveTo>
                  <a:pt x="235" y="150"/>
                </a:moveTo>
                <a:cubicBezTo>
                  <a:pt x="235" y="130"/>
                  <a:pt x="235" y="130"/>
                  <a:pt x="235" y="130"/>
                </a:cubicBezTo>
                <a:cubicBezTo>
                  <a:pt x="242" y="130"/>
                  <a:pt x="242" y="130"/>
                  <a:pt x="242" y="130"/>
                </a:cubicBezTo>
                <a:cubicBezTo>
                  <a:pt x="242" y="150"/>
                  <a:pt x="242" y="150"/>
                  <a:pt x="242" y="150"/>
                </a:cubicBezTo>
                <a:lnTo>
                  <a:pt x="235" y="150"/>
                </a:lnTo>
                <a:close/>
                <a:moveTo>
                  <a:pt x="235" y="176"/>
                </a:moveTo>
                <a:cubicBezTo>
                  <a:pt x="235" y="156"/>
                  <a:pt x="235" y="156"/>
                  <a:pt x="235" y="156"/>
                </a:cubicBezTo>
                <a:cubicBezTo>
                  <a:pt x="242" y="156"/>
                  <a:pt x="242" y="156"/>
                  <a:pt x="242" y="156"/>
                </a:cubicBezTo>
                <a:cubicBezTo>
                  <a:pt x="242" y="176"/>
                  <a:pt x="242" y="176"/>
                  <a:pt x="242" y="176"/>
                </a:cubicBezTo>
                <a:lnTo>
                  <a:pt x="235" y="176"/>
                </a:lnTo>
                <a:close/>
                <a:moveTo>
                  <a:pt x="235" y="202"/>
                </a:moveTo>
                <a:cubicBezTo>
                  <a:pt x="235" y="182"/>
                  <a:pt x="235" y="182"/>
                  <a:pt x="235" y="182"/>
                </a:cubicBezTo>
                <a:cubicBezTo>
                  <a:pt x="242" y="182"/>
                  <a:pt x="242" y="182"/>
                  <a:pt x="242" y="182"/>
                </a:cubicBezTo>
                <a:cubicBezTo>
                  <a:pt x="242" y="202"/>
                  <a:pt x="242" y="202"/>
                  <a:pt x="242" y="202"/>
                </a:cubicBezTo>
                <a:lnTo>
                  <a:pt x="235" y="202"/>
                </a:lnTo>
                <a:close/>
                <a:moveTo>
                  <a:pt x="235" y="227"/>
                </a:moveTo>
                <a:cubicBezTo>
                  <a:pt x="235" y="207"/>
                  <a:pt x="235" y="207"/>
                  <a:pt x="235" y="207"/>
                </a:cubicBezTo>
                <a:cubicBezTo>
                  <a:pt x="242" y="207"/>
                  <a:pt x="242" y="207"/>
                  <a:pt x="242" y="207"/>
                </a:cubicBezTo>
                <a:cubicBezTo>
                  <a:pt x="242" y="227"/>
                  <a:pt x="242" y="227"/>
                  <a:pt x="242" y="227"/>
                </a:cubicBezTo>
                <a:lnTo>
                  <a:pt x="235" y="227"/>
                </a:lnTo>
                <a:close/>
                <a:moveTo>
                  <a:pt x="132" y="221"/>
                </a:moveTo>
                <a:cubicBezTo>
                  <a:pt x="117" y="221"/>
                  <a:pt x="104" y="216"/>
                  <a:pt x="93" y="205"/>
                </a:cubicBezTo>
                <a:cubicBezTo>
                  <a:pt x="83" y="195"/>
                  <a:pt x="77" y="182"/>
                  <a:pt x="77" y="167"/>
                </a:cubicBezTo>
                <a:cubicBezTo>
                  <a:pt x="77" y="152"/>
                  <a:pt x="83" y="139"/>
                  <a:pt x="93" y="128"/>
                </a:cubicBezTo>
                <a:cubicBezTo>
                  <a:pt x="104" y="118"/>
                  <a:pt x="117" y="112"/>
                  <a:pt x="132" y="112"/>
                </a:cubicBezTo>
                <a:cubicBezTo>
                  <a:pt x="147" y="112"/>
                  <a:pt x="160" y="118"/>
                  <a:pt x="170" y="128"/>
                </a:cubicBezTo>
                <a:cubicBezTo>
                  <a:pt x="181" y="139"/>
                  <a:pt x="186" y="152"/>
                  <a:pt x="186" y="167"/>
                </a:cubicBezTo>
                <a:cubicBezTo>
                  <a:pt x="186" y="182"/>
                  <a:pt x="181" y="195"/>
                  <a:pt x="170" y="205"/>
                </a:cubicBezTo>
                <a:cubicBezTo>
                  <a:pt x="160" y="216"/>
                  <a:pt x="147" y="221"/>
                  <a:pt x="132" y="221"/>
                </a:cubicBezTo>
                <a:close/>
                <a:moveTo>
                  <a:pt x="103" y="155"/>
                </a:moveTo>
                <a:cubicBezTo>
                  <a:pt x="103" y="159"/>
                  <a:pt x="104" y="162"/>
                  <a:pt x="106" y="165"/>
                </a:cubicBezTo>
                <a:cubicBezTo>
                  <a:pt x="109" y="167"/>
                  <a:pt x="112" y="169"/>
                  <a:pt x="115" y="169"/>
                </a:cubicBezTo>
                <a:cubicBezTo>
                  <a:pt x="119" y="170"/>
                  <a:pt x="122" y="170"/>
                  <a:pt x="126" y="170"/>
                </a:cubicBezTo>
                <a:cubicBezTo>
                  <a:pt x="130" y="171"/>
                  <a:pt x="134" y="171"/>
                  <a:pt x="137" y="171"/>
                </a:cubicBezTo>
                <a:cubicBezTo>
                  <a:pt x="141" y="171"/>
                  <a:pt x="144" y="171"/>
                  <a:pt x="146" y="172"/>
                </a:cubicBezTo>
                <a:cubicBezTo>
                  <a:pt x="148" y="173"/>
                  <a:pt x="149" y="175"/>
                  <a:pt x="149" y="178"/>
                </a:cubicBezTo>
                <a:cubicBezTo>
                  <a:pt x="149" y="183"/>
                  <a:pt x="143" y="186"/>
                  <a:pt x="130" y="186"/>
                </a:cubicBezTo>
                <a:cubicBezTo>
                  <a:pt x="119" y="186"/>
                  <a:pt x="111" y="183"/>
                  <a:pt x="108" y="177"/>
                </a:cubicBezTo>
                <a:cubicBezTo>
                  <a:pt x="108" y="177"/>
                  <a:pt x="108" y="177"/>
                  <a:pt x="108" y="177"/>
                </a:cubicBezTo>
                <a:cubicBezTo>
                  <a:pt x="103" y="188"/>
                  <a:pt x="103" y="188"/>
                  <a:pt x="103" y="188"/>
                </a:cubicBezTo>
                <a:cubicBezTo>
                  <a:pt x="110" y="193"/>
                  <a:pt x="120" y="195"/>
                  <a:pt x="131" y="195"/>
                </a:cubicBezTo>
                <a:cubicBezTo>
                  <a:pt x="134" y="195"/>
                  <a:pt x="137" y="195"/>
                  <a:pt x="141" y="195"/>
                </a:cubicBezTo>
                <a:cubicBezTo>
                  <a:pt x="144" y="194"/>
                  <a:pt x="147" y="193"/>
                  <a:pt x="150" y="192"/>
                </a:cubicBezTo>
                <a:cubicBezTo>
                  <a:pt x="153" y="191"/>
                  <a:pt x="156" y="189"/>
                  <a:pt x="158" y="186"/>
                </a:cubicBezTo>
                <a:cubicBezTo>
                  <a:pt x="160" y="184"/>
                  <a:pt x="161" y="180"/>
                  <a:pt x="161" y="177"/>
                </a:cubicBezTo>
                <a:cubicBezTo>
                  <a:pt x="161" y="172"/>
                  <a:pt x="160" y="168"/>
                  <a:pt x="156" y="165"/>
                </a:cubicBezTo>
                <a:cubicBezTo>
                  <a:pt x="153" y="162"/>
                  <a:pt x="149" y="161"/>
                  <a:pt x="145" y="160"/>
                </a:cubicBezTo>
                <a:cubicBezTo>
                  <a:pt x="140" y="160"/>
                  <a:pt x="135" y="160"/>
                  <a:pt x="131" y="160"/>
                </a:cubicBezTo>
                <a:cubicBezTo>
                  <a:pt x="126" y="160"/>
                  <a:pt x="122" y="159"/>
                  <a:pt x="119" y="159"/>
                </a:cubicBezTo>
                <a:cubicBezTo>
                  <a:pt x="116" y="158"/>
                  <a:pt x="114" y="157"/>
                  <a:pt x="114" y="154"/>
                </a:cubicBezTo>
                <a:cubicBezTo>
                  <a:pt x="114" y="152"/>
                  <a:pt x="116" y="150"/>
                  <a:pt x="118" y="149"/>
                </a:cubicBezTo>
                <a:cubicBezTo>
                  <a:pt x="120" y="147"/>
                  <a:pt x="123" y="146"/>
                  <a:pt x="125" y="146"/>
                </a:cubicBezTo>
                <a:cubicBezTo>
                  <a:pt x="127" y="146"/>
                  <a:pt x="130" y="145"/>
                  <a:pt x="132" y="145"/>
                </a:cubicBezTo>
                <a:cubicBezTo>
                  <a:pt x="136" y="145"/>
                  <a:pt x="140" y="146"/>
                  <a:pt x="144" y="147"/>
                </a:cubicBezTo>
                <a:cubicBezTo>
                  <a:pt x="149" y="149"/>
                  <a:pt x="152" y="151"/>
                  <a:pt x="153" y="153"/>
                </a:cubicBezTo>
                <a:cubicBezTo>
                  <a:pt x="154" y="153"/>
                  <a:pt x="154" y="153"/>
                  <a:pt x="154" y="153"/>
                </a:cubicBezTo>
                <a:cubicBezTo>
                  <a:pt x="159" y="143"/>
                  <a:pt x="159" y="143"/>
                  <a:pt x="159" y="143"/>
                </a:cubicBezTo>
                <a:cubicBezTo>
                  <a:pt x="159" y="143"/>
                  <a:pt x="158" y="143"/>
                  <a:pt x="155" y="142"/>
                </a:cubicBezTo>
                <a:cubicBezTo>
                  <a:pt x="153" y="141"/>
                  <a:pt x="152" y="140"/>
                  <a:pt x="152" y="140"/>
                </a:cubicBezTo>
                <a:cubicBezTo>
                  <a:pt x="151" y="140"/>
                  <a:pt x="150" y="140"/>
                  <a:pt x="148" y="139"/>
                </a:cubicBezTo>
                <a:cubicBezTo>
                  <a:pt x="146" y="138"/>
                  <a:pt x="145" y="138"/>
                  <a:pt x="144" y="138"/>
                </a:cubicBezTo>
                <a:cubicBezTo>
                  <a:pt x="143" y="138"/>
                  <a:pt x="142" y="137"/>
                  <a:pt x="141" y="137"/>
                </a:cubicBezTo>
                <a:cubicBezTo>
                  <a:pt x="139" y="137"/>
                  <a:pt x="138" y="136"/>
                  <a:pt x="137" y="136"/>
                </a:cubicBezTo>
                <a:cubicBezTo>
                  <a:pt x="135" y="136"/>
                  <a:pt x="134" y="136"/>
                  <a:pt x="133" y="136"/>
                </a:cubicBezTo>
                <a:cubicBezTo>
                  <a:pt x="129" y="136"/>
                  <a:pt x="126" y="136"/>
                  <a:pt x="123" y="137"/>
                </a:cubicBezTo>
                <a:cubicBezTo>
                  <a:pt x="120" y="137"/>
                  <a:pt x="117" y="138"/>
                  <a:pt x="113" y="140"/>
                </a:cubicBezTo>
                <a:cubicBezTo>
                  <a:pt x="110" y="141"/>
                  <a:pt x="108" y="143"/>
                  <a:pt x="106" y="146"/>
                </a:cubicBezTo>
                <a:cubicBezTo>
                  <a:pt x="104" y="148"/>
                  <a:pt x="103" y="151"/>
                  <a:pt x="103" y="15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67"/>
          <p:cNvSpPr>
            <a:spLocks noEditPoints="1"/>
          </p:cNvSpPr>
          <p:nvPr/>
        </p:nvSpPr>
        <p:spPr bwMode="auto">
          <a:xfrm>
            <a:off x="730251" y="1590538"/>
            <a:ext cx="312738" cy="265113"/>
          </a:xfrm>
          <a:custGeom>
            <a:avLst/>
            <a:gdLst>
              <a:gd name="T0" fmla="*/ 111 w 289"/>
              <a:gd name="T1" fmla="*/ 222 h 245"/>
              <a:gd name="T2" fmla="*/ 105 w 289"/>
              <a:gd name="T3" fmla="*/ 238 h 245"/>
              <a:gd name="T4" fmla="*/ 89 w 289"/>
              <a:gd name="T5" fmla="*/ 245 h 245"/>
              <a:gd name="T6" fmla="*/ 73 w 289"/>
              <a:gd name="T7" fmla="*/ 238 h 245"/>
              <a:gd name="T8" fmla="*/ 67 w 289"/>
              <a:gd name="T9" fmla="*/ 222 h 245"/>
              <a:gd name="T10" fmla="*/ 73 w 289"/>
              <a:gd name="T11" fmla="*/ 207 h 245"/>
              <a:gd name="T12" fmla="*/ 89 w 289"/>
              <a:gd name="T13" fmla="*/ 200 h 245"/>
              <a:gd name="T14" fmla="*/ 105 w 289"/>
              <a:gd name="T15" fmla="*/ 207 h 245"/>
              <a:gd name="T16" fmla="*/ 111 w 289"/>
              <a:gd name="T17" fmla="*/ 222 h 245"/>
              <a:gd name="T18" fmla="*/ 267 w 289"/>
              <a:gd name="T19" fmla="*/ 222 h 245"/>
              <a:gd name="T20" fmla="*/ 261 w 289"/>
              <a:gd name="T21" fmla="*/ 238 h 245"/>
              <a:gd name="T22" fmla="*/ 245 w 289"/>
              <a:gd name="T23" fmla="*/ 245 h 245"/>
              <a:gd name="T24" fmla="*/ 229 w 289"/>
              <a:gd name="T25" fmla="*/ 238 h 245"/>
              <a:gd name="T26" fmla="*/ 223 w 289"/>
              <a:gd name="T27" fmla="*/ 222 h 245"/>
              <a:gd name="T28" fmla="*/ 229 w 289"/>
              <a:gd name="T29" fmla="*/ 207 h 245"/>
              <a:gd name="T30" fmla="*/ 245 w 289"/>
              <a:gd name="T31" fmla="*/ 200 h 245"/>
              <a:gd name="T32" fmla="*/ 261 w 289"/>
              <a:gd name="T33" fmla="*/ 207 h 245"/>
              <a:gd name="T34" fmla="*/ 267 w 289"/>
              <a:gd name="T35" fmla="*/ 222 h 245"/>
              <a:gd name="T36" fmla="*/ 289 w 289"/>
              <a:gd name="T37" fmla="*/ 33 h 245"/>
              <a:gd name="T38" fmla="*/ 289 w 289"/>
              <a:gd name="T39" fmla="*/ 122 h 245"/>
              <a:gd name="T40" fmla="*/ 287 w 289"/>
              <a:gd name="T41" fmla="*/ 130 h 245"/>
              <a:gd name="T42" fmla="*/ 279 w 289"/>
              <a:gd name="T43" fmla="*/ 133 h 245"/>
              <a:gd name="T44" fmla="*/ 98 w 289"/>
              <a:gd name="T45" fmla="*/ 155 h 245"/>
              <a:gd name="T46" fmla="*/ 100 w 289"/>
              <a:gd name="T47" fmla="*/ 167 h 245"/>
              <a:gd name="T48" fmla="*/ 96 w 289"/>
              <a:gd name="T49" fmla="*/ 178 h 245"/>
              <a:gd name="T50" fmla="*/ 256 w 289"/>
              <a:gd name="T51" fmla="*/ 178 h 245"/>
              <a:gd name="T52" fmla="*/ 264 w 289"/>
              <a:gd name="T53" fmla="*/ 181 h 245"/>
              <a:gd name="T54" fmla="*/ 267 w 289"/>
              <a:gd name="T55" fmla="*/ 189 h 245"/>
              <a:gd name="T56" fmla="*/ 264 w 289"/>
              <a:gd name="T57" fmla="*/ 197 h 245"/>
              <a:gd name="T58" fmla="*/ 256 w 289"/>
              <a:gd name="T59" fmla="*/ 200 h 245"/>
              <a:gd name="T60" fmla="*/ 78 w 289"/>
              <a:gd name="T61" fmla="*/ 200 h 245"/>
              <a:gd name="T62" fmla="*/ 70 w 289"/>
              <a:gd name="T63" fmla="*/ 197 h 245"/>
              <a:gd name="T64" fmla="*/ 67 w 289"/>
              <a:gd name="T65" fmla="*/ 189 h 245"/>
              <a:gd name="T66" fmla="*/ 68 w 289"/>
              <a:gd name="T67" fmla="*/ 183 h 245"/>
              <a:gd name="T68" fmla="*/ 71 w 289"/>
              <a:gd name="T69" fmla="*/ 177 h 245"/>
              <a:gd name="T70" fmla="*/ 75 w 289"/>
              <a:gd name="T71" fmla="*/ 170 h 245"/>
              <a:gd name="T72" fmla="*/ 77 w 289"/>
              <a:gd name="T73" fmla="*/ 165 h 245"/>
              <a:gd name="T74" fmla="*/ 47 w 289"/>
              <a:gd name="T75" fmla="*/ 22 h 245"/>
              <a:gd name="T76" fmla="*/ 11 w 289"/>
              <a:gd name="T77" fmla="*/ 22 h 245"/>
              <a:gd name="T78" fmla="*/ 3 w 289"/>
              <a:gd name="T79" fmla="*/ 19 h 245"/>
              <a:gd name="T80" fmla="*/ 0 w 289"/>
              <a:gd name="T81" fmla="*/ 11 h 245"/>
              <a:gd name="T82" fmla="*/ 3 w 289"/>
              <a:gd name="T83" fmla="*/ 3 h 245"/>
              <a:gd name="T84" fmla="*/ 11 w 289"/>
              <a:gd name="T85" fmla="*/ 0 h 245"/>
              <a:gd name="T86" fmla="*/ 56 w 289"/>
              <a:gd name="T87" fmla="*/ 0 h 245"/>
              <a:gd name="T88" fmla="*/ 61 w 289"/>
              <a:gd name="T89" fmla="*/ 1 h 245"/>
              <a:gd name="T90" fmla="*/ 64 w 289"/>
              <a:gd name="T91" fmla="*/ 4 h 245"/>
              <a:gd name="T92" fmla="*/ 66 w 289"/>
              <a:gd name="T93" fmla="*/ 8 h 245"/>
              <a:gd name="T94" fmla="*/ 68 w 289"/>
              <a:gd name="T95" fmla="*/ 12 h 245"/>
              <a:gd name="T96" fmla="*/ 69 w 289"/>
              <a:gd name="T97" fmla="*/ 18 h 245"/>
              <a:gd name="T98" fmla="*/ 69 w 289"/>
              <a:gd name="T99" fmla="*/ 22 h 245"/>
              <a:gd name="T100" fmla="*/ 278 w 289"/>
              <a:gd name="T101" fmla="*/ 22 h 245"/>
              <a:gd name="T102" fmla="*/ 286 w 289"/>
              <a:gd name="T103" fmla="*/ 25 h 245"/>
              <a:gd name="T104" fmla="*/ 289 w 289"/>
              <a:gd name="T105" fmla="*/ 3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245">
                <a:moveTo>
                  <a:pt x="111" y="222"/>
                </a:moveTo>
                <a:cubicBezTo>
                  <a:pt x="111" y="228"/>
                  <a:pt x="109" y="234"/>
                  <a:pt x="105" y="238"/>
                </a:cubicBezTo>
                <a:cubicBezTo>
                  <a:pt x="100" y="242"/>
                  <a:pt x="95" y="245"/>
                  <a:pt x="89" y="245"/>
                </a:cubicBezTo>
                <a:cubicBezTo>
                  <a:pt x="83" y="245"/>
                  <a:pt x="78" y="242"/>
                  <a:pt x="73" y="238"/>
                </a:cubicBezTo>
                <a:cubicBezTo>
                  <a:pt x="69" y="234"/>
                  <a:pt x="67" y="228"/>
                  <a:pt x="67" y="222"/>
                </a:cubicBezTo>
                <a:cubicBezTo>
                  <a:pt x="67" y="216"/>
                  <a:pt x="69" y="211"/>
                  <a:pt x="73" y="207"/>
                </a:cubicBezTo>
                <a:cubicBezTo>
                  <a:pt x="78" y="202"/>
                  <a:pt x="83" y="200"/>
                  <a:pt x="89" y="200"/>
                </a:cubicBezTo>
                <a:cubicBezTo>
                  <a:pt x="95" y="200"/>
                  <a:pt x="100" y="202"/>
                  <a:pt x="105" y="207"/>
                </a:cubicBezTo>
                <a:cubicBezTo>
                  <a:pt x="109" y="211"/>
                  <a:pt x="111" y="216"/>
                  <a:pt x="111" y="222"/>
                </a:cubicBezTo>
                <a:close/>
                <a:moveTo>
                  <a:pt x="267" y="222"/>
                </a:moveTo>
                <a:cubicBezTo>
                  <a:pt x="267" y="228"/>
                  <a:pt x="265" y="234"/>
                  <a:pt x="261" y="238"/>
                </a:cubicBezTo>
                <a:cubicBezTo>
                  <a:pt x="256" y="242"/>
                  <a:pt x="251" y="245"/>
                  <a:pt x="245" y="245"/>
                </a:cubicBezTo>
                <a:cubicBezTo>
                  <a:pt x="239" y="245"/>
                  <a:pt x="234" y="242"/>
                  <a:pt x="229" y="238"/>
                </a:cubicBezTo>
                <a:cubicBezTo>
                  <a:pt x="225" y="234"/>
                  <a:pt x="223" y="228"/>
                  <a:pt x="223" y="222"/>
                </a:cubicBezTo>
                <a:cubicBezTo>
                  <a:pt x="223" y="216"/>
                  <a:pt x="225" y="211"/>
                  <a:pt x="229" y="207"/>
                </a:cubicBezTo>
                <a:cubicBezTo>
                  <a:pt x="234" y="202"/>
                  <a:pt x="239" y="200"/>
                  <a:pt x="245" y="200"/>
                </a:cubicBezTo>
                <a:cubicBezTo>
                  <a:pt x="251" y="200"/>
                  <a:pt x="256" y="202"/>
                  <a:pt x="261" y="207"/>
                </a:cubicBezTo>
                <a:cubicBezTo>
                  <a:pt x="265" y="211"/>
                  <a:pt x="267" y="216"/>
                  <a:pt x="267" y="222"/>
                </a:cubicBezTo>
                <a:close/>
                <a:moveTo>
                  <a:pt x="289" y="33"/>
                </a:moveTo>
                <a:cubicBezTo>
                  <a:pt x="289" y="122"/>
                  <a:pt x="289" y="122"/>
                  <a:pt x="289" y="122"/>
                </a:cubicBezTo>
                <a:cubicBezTo>
                  <a:pt x="289" y="125"/>
                  <a:pt x="288" y="127"/>
                  <a:pt x="287" y="130"/>
                </a:cubicBezTo>
                <a:cubicBezTo>
                  <a:pt x="285" y="132"/>
                  <a:pt x="282" y="133"/>
                  <a:pt x="279" y="133"/>
                </a:cubicBezTo>
                <a:cubicBezTo>
                  <a:pt x="98" y="155"/>
                  <a:pt x="98" y="155"/>
                  <a:pt x="98" y="155"/>
                </a:cubicBezTo>
                <a:cubicBezTo>
                  <a:pt x="99" y="161"/>
                  <a:pt x="100" y="166"/>
                  <a:pt x="100" y="167"/>
                </a:cubicBezTo>
                <a:cubicBezTo>
                  <a:pt x="100" y="169"/>
                  <a:pt x="99" y="172"/>
                  <a:pt x="96" y="178"/>
                </a:cubicBezTo>
                <a:cubicBezTo>
                  <a:pt x="256" y="178"/>
                  <a:pt x="256" y="178"/>
                  <a:pt x="256" y="178"/>
                </a:cubicBezTo>
                <a:cubicBezTo>
                  <a:pt x="259" y="178"/>
                  <a:pt x="262" y="179"/>
                  <a:pt x="264" y="181"/>
                </a:cubicBezTo>
                <a:cubicBezTo>
                  <a:pt x="266" y="183"/>
                  <a:pt x="267" y="186"/>
                  <a:pt x="267" y="189"/>
                </a:cubicBezTo>
                <a:cubicBezTo>
                  <a:pt x="267" y="192"/>
                  <a:pt x="266" y="195"/>
                  <a:pt x="264" y="197"/>
                </a:cubicBezTo>
                <a:cubicBezTo>
                  <a:pt x="262" y="199"/>
                  <a:pt x="259" y="200"/>
                  <a:pt x="256" y="200"/>
                </a:cubicBezTo>
                <a:cubicBezTo>
                  <a:pt x="78" y="200"/>
                  <a:pt x="78" y="200"/>
                  <a:pt x="78" y="200"/>
                </a:cubicBezTo>
                <a:cubicBezTo>
                  <a:pt x="75" y="200"/>
                  <a:pt x="72" y="199"/>
                  <a:pt x="70" y="197"/>
                </a:cubicBezTo>
                <a:cubicBezTo>
                  <a:pt x="68" y="195"/>
                  <a:pt x="67" y="192"/>
                  <a:pt x="67" y="189"/>
                </a:cubicBezTo>
                <a:cubicBezTo>
                  <a:pt x="67" y="188"/>
                  <a:pt x="67" y="186"/>
                  <a:pt x="68" y="183"/>
                </a:cubicBezTo>
                <a:cubicBezTo>
                  <a:pt x="69" y="181"/>
                  <a:pt x="70" y="179"/>
                  <a:pt x="71" y="177"/>
                </a:cubicBezTo>
                <a:cubicBezTo>
                  <a:pt x="72" y="175"/>
                  <a:pt x="73" y="173"/>
                  <a:pt x="75" y="170"/>
                </a:cubicBezTo>
                <a:cubicBezTo>
                  <a:pt x="76" y="167"/>
                  <a:pt x="77" y="166"/>
                  <a:pt x="77" y="165"/>
                </a:cubicBezTo>
                <a:cubicBezTo>
                  <a:pt x="47" y="22"/>
                  <a:pt x="47" y="22"/>
                  <a:pt x="47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8" y="22"/>
                  <a:pt x="6" y="21"/>
                  <a:pt x="3" y="19"/>
                </a:cubicBezTo>
                <a:cubicBezTo>
                  <a:pt x="1" y="17"/>
                  <a:pt x="0" y="14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6" y="1"/>
                  <a:pt x="8" y="0"/>
                  <a:pt x="11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0"/>
                  <a:pt x="61" y="1"/>
                </a:cubicBezTo>
                <a:cubicBezTo>
                  <a:pt x="62" y="2"/>
                  <a:pt x="63" y="3"/>
                  <a:pt x="64" y="4"/>
                </a:cubicBezTo>
                <a:cubicBezTo>
                  <a:pt x="65" y="5"/>
                  <a:pt x="66" y="6"/>
                  <a:pt x="66" y="8"/>
                </a:cubicBezTo>
                <a:cubicBezTo>
                  <a:pt x="67" y="10"/>
                  <a:pt x="67" y="11"/>
                  <a:pt x="68" y="12"/>
                </a:cubicBezTo>
                <a:cubicBezTo>
                  <a:pt x="68" y="14"/>
                  <a:pt x="68" y="15"/>
                  <a:pt x="69" y="18"/>
                </a:cubicBezTo>
                <a:cubicBezTo>
                  <a:pt x="69" y="20"/>
                  <a:pt x="69" y="21"/>
                  <a:pt x="69" y="22"/>
                </a:cubicBezTo>
                <a:cubicBezTo>
                  <a:pt x="278" y="22"/>
                  <a:pt x="278" y="22"/>
                  <a:pt x="278" y="22"/>
                </a:cubicBezTo>
                <a:cubicBezTo>
                  <a:pt x="281" y="22"/>
                  <a:pt x="284" y="23"/>
                  <a:pt x="286" y="25"/>
                </a:cubicBezTo>
                <a:cubicBezTo>
                  <a:pt x="288" y="28"/>
                  <a:pt x="289" y="30"/>
                  <a:pt x="289" y="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68"/>
          <p:cNvSpPr>
            <a:spLocks noEditPoints="1"/>
          </p:cNvSpPr>
          <p:nvPr/>
        </p:nvSpPr>
        <p:spPr bwMode="auto">
          <a:xfrm>
            <a:off x="1149351" y="1579425"/>
            <a:ext cx="336550" cy="288925"/>
          </a:xfrm>
          <a:custGeom>
            <a:avLst/>
            <a:gdLst>
              <a:gd name="T0" fmla="*/ 45 w 312"/>
              <a:gd name="T1" fmla="*/ 261 h 267"/>
              <a:gd name="T2" fmla="*/ 39 w 312"/>
              <a:gd name="T3" fmla="*/ 267 h 267"/>
              <a:gd name="T4" fmla="*/ 2 w 312"/>
              <a:gd name="T5" fmla="*/ 265 h 267"/>
              <a:gd name="T6" fmla="*/ 0 w 312"/>
              <a:gd name="T7" fmla="*/ 228 h 267"/>
              <a:gd name="T8" fmla="*/ 6 w 312"/>
              <a:gd name="T9" fmla="*/ 222 h 267"/>
              <a:gd name="T10" fmla="*/ 43 w 312"/>
              <a:gd name="T11" fmla="*/ 224 h 267"/>
              <a:gd name="T12" fmla="*/ 111 w 312"/>
              <a:gd name="T13" fmla="*/ 206 h 267"/>
              <a:gd name="T14" fmla="*/ 110 w 312"/>
              <a:gd name="T15" fmla="*/ 265 h 267"/>
              <a:gd name="T16" fmla="*/ 72 w 312"/>
              <a:gd name="T17" fmla="*/ 267 h 267"/>
              <a:gd name="T18" fmla="*/ 67 w 312"/>
              <a:gd name="T19" fmla="*/ 261 h 267"/>
              <a:gd name="T20" fmla="*/ 68 w 312"/>
              <a:gd name="T21" fmla="*/ 202 h 267"/>
              <a:gd name="T22" fmla="*/ 106 w 312"/>
              <a:gd name="T23" fmla="*/ 200 h 267"/>
              <a:gd name="T24" fmla="*/ 111 w 312"/>
              <a:gd name="T25" fmla="*/ 206 h 267"/>
              <a:gd name="T26" fmla="*/ 178 w 312"/>
              <a:gd name="T27" fmla="*/ 261 h 267"/>
              <a:gd name="T28" fmla="*/ 173 w 312"/>
              <a:gd name="T29" fmla="*/ 267 h 267"/>
              <a:gd name="T30" fmla="*/ 135 w 312"/>
              <a:gd name="T31" fmla="*/ 265 h 267"/>
              <a:gd name="T32" fmla="*/ 134 w 312"/>
              <a:gd name="T33" fmla="*/ 161 h 267"/>
              <a:gd name="T34" fmla="*/ 139 w 312"/>
              <a:gd name="T35" fmla="*/ 155 h 267"/>
              <a:gd name="T36" fmla="*/ 177 w 312"/>
              <a:gd name="T37" fmla="*/ 157 h 267"/>
              <a:gd name="T38" fmla="*/ 245 w 312"/>
              <a:gd name="T39" fmla="*/ 94 h 267"/>
              <a:gd name="T40" fmla="*/ 243 w 312"/>
              <a:gd name="T41" fmla="*/ 265 h 267"/>
              <a:gd name="T42" fmla="*/ 206 w 312"/>
              <a:gd name="T43" fmla="*/ 267 h 267"/>
              <a:gd name="T44" fmla="*/ 200 w 312"/>
              <a:gd name="T45" fmla="*/ 261 h 267"/>
              <a:gd name="T46" fmla="*/ 202 w 312"/>
              <a:gd name="T47" fmla="*/ 90 h 267"/>
              <a:gd name="T48" fmla="*/ 239 w 312"/>
              <a:gd name="T49" fmla="*/ 89 h 267"/>
              <a:gd name="T50" fmla="*/ 245 w 312"/>
              <a:gd name="T51" fmla="*/ 94 h 267"/>
              <a:gd name="T52" fmla="*/ 312 w 312"/>
              <a:gd name="T53" fmla="*/ 261 h 267"/>
              <a:gd name="T54" fmla="*/ 306 w 312"/>
              <a:gd name="T55" fmla="*/ 267 h 267"/>
              <a:gd name="T56" fmla="*/ 269 w 312"/>
              <a:gd name="T57" fmla="*/ 265 h 267"/>
              <a:gd name="T58" fmla="*/ 267 w 312"/>
              <a:gd name="T59" fmla="*/ 5 h 267"/>
              <a:gd name="T60" fmla="*/ 273 w 312"/>
              <a:gd name="T61" fmla="*/ 0 h 267"/>
              <a:gd name="T62" fmla="*/ 310 w 312"/>
              <a:gd name="T63" fmla="*/ 1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2" h="267">
                <a:moveTo>
                  <a:pt x="45" y="228"/>
                </a:moveTo>
                <a:cubicBezTo>
                  <a:pt x="45" y="261"/>
                  <a:pt x="45" y="261"/>
                  <a:pt x="45" y="261"/>
                </a:cubicBezTo>
                <a:cubicBezTo>
                  <a:pt x="45" y="263"/>
                  <a:pt x="44" y="264"/>
                  <a:pt x="43" y="265"/>
                </a:cubicBezTo>
                <a:cubicBezTo>
                  <a:pt x="42" y="266"/>
                  <a:pt x="41" y="267"/>
                  <a:pt x="39" y="267"/>
                </a:cubicBezTo>
                <a:cubicBezTo>
                  <a:pt x="6" y="267"/>
                  <a:pt x="6" y="267"/>
                  <a:pt x="6" y="267"/>
                </a:cubicBezTo>
                <a:cubicBezTo>
                  <a:pt x="4" y="267"/>
                  <a:pt x="3" y="266"/>
                  <a:pt x="2" y="265"/>
                </a:cubicBezTo>
                <a:cubicBezTo>
                  <a:pt x="1" y="264"/>
                  <a:pt x="0" y="263"/>
                  <a:pt x="0" y="261"/>
                </a:cubicBezTo>
                <a:cubicBezTo>
                  <a:pt x="0" y="228"/>
                  <a:pt x="0" y="228"/>
                  <a:pt x="0" y="228"/>
                </a:cubicBezTo>
                <a:cubicBezTo>
                  <a:pt x="0" y="226"/>
                  <a:pt x="1" y="225"/>
                  <a:pt x="2" y="224"/>
                </a:cubicBezTo>
                <a:cubicBezTo>
                  <a:pt x="3" y="223"/>
                  <a:pt x="4" y="222"/>
                  <a:pt x="6" y="222"/>
                </a:cubicBezTo>
                <a:cubicBezTo>
                  <a:pt x="39" y="222"/>
                  <a:pt x="39" y="222"/>
                  <a:pt x="39" y="222"/>
                </a:cubicBezTo>
                <a:cubicBezTo>
                  <a:pt x="41" y="222"/>
                  <a:pt x="42" y="223"/>
                  <a:pt x="43" y="224"/>
                </a:cubicBezTo>
                <a:cubicBezTo>
                  <a:pt x="44" y="225"/>
                  <a:pt x="45" y="226"/>
                  <a:pt x="45" y="228"/>
                </a:cubicBezTo>
                <a:close/>
                <a:moveTo>
                  <a:pt x="111" y="206"/>
                </a:moveTo>
                <a:cubicBezTo>
                  <a:pt x="111" y="261"/>
                  <a:pt x="111" y="261"/>
                  <a:pt x="111" y="261"/>
                </a:cubicBezTo>
                <a:cubicBezTo>
                  <a:pt x="111" y="263"/>
                  <a:pt x="111" y="264"/>
                  <a:pt x="110" y="265"/>
                </a:cubicBezTo>
                <a:cubicBezTo>
                  <a:pt x="109" y="266"/>
                  <a:pt x="107" y="267"/>
                  <a:pt x="106" y="267"/>
                </a:cubicBezTo>
                <a:cubicBezTo>
                  <a:pt x="72" y="267"/>
                  <a:pt x="72" y="267"/>
                  <a:pt x="72" y="267"/>
                </a:cubicBezTo>
                <a:cubicBezTo>
                  <a:pt x="71" y="267"/>
                  <a:pt x="69" y="266"/>
                  <a:pt x="68" y="265"/>
                </a:cubicBezTo>
                <a:cubicBezTo>
                  <a:pt x="67" y="264"/>
                  <a:pt x="67" y="263"/>
                  <a:pt x="67" y="261"/>
                </a:cubicBezTo>
                <a:cubicBezTo>
                  <a:pt x="67" y="206"/>
                  <a:pt x="67" y="206"/>
                  <a:pt x="67" y="206"/>
                </a:cubicBezTo>
                <a:cubicBezTo>
                  <a:pt x="67" y="204"/>
                  <a:pt x="67" y="203"/>
                  <a:pt x="68" y="202"/>
                </a:cubicBezTo>
                <a:cubicBezTo>
                  <a:pt x="69" y="200"/>
                  <a:pt x="71" y="200"/>
                  <a:pt x="72" y="200"/>
                </a:cubicBezTo>
                <a:cubicBezTo>
                  <a:pt x="106" y="200"/>
                  <a:pt x="106" y="200"/>
                  <a:pt x="106" y="200"/>
                </a:cubicBezTo>
                <a:cubicBezTo>
                  <a:pt x="107" y="200"/>
                  <a:pt x="109" y="200"/>
                  <a:pt x="110" y="202"/>
                </a:cubicBezTo>
                <a:cubicBezTo>
                  <a:pt x="111" y="203"/>
                  <a:pt x="111" y="204"/>
                  <a:pt x="111" y="206"/>
                </a:cubicBezTo>
                <a:close/>
                <a:moveTo>
                  <a:pt x="178" y="161"/>
                </a:moveTo>
                <a:cubicBezTo>
                  <a:pt x="178" y="261"/>
                  <a:pt x="178" y="261"/>
                  <a:pt x="178" y="261"/>
                </a:cubicBezTo>
                <a:cubicBezTo>
                  <a:pt x="178" y="263"/>
                  <a:pt x="178" y="264"/>
                  <a:pt x="177" y="265"/>
                </a:cubicBezTo>
                <a:cubicBezTo>
                  <a:pt x="176" y="266"/>
                  <a:pt x="174" y="267"/>
                  <a:pt x="173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8" y="267"/>
                  <a:pt x="136" y="266"/>
                  <a:pt x="135" y="265"/>
                </a:cubicBezTo>
                <a:cubicBezTo>
                  <a:pt x="134" y="264"/>
                  <a:pt x="134" y="263"/>
                  <a:pt x="134" y="261"/>
                </a:cubicBezTo>
                <a:cubicBezTo>
                  <a:pt x="134" y="161"/>
                  <a:pt x="134" y="161"/>
                  <a:pt x="134" y="161"/>
                </a:cubicBezTo>
                <a:cubicBezTo>
                  <a:pt x="134" y="159"/>
                  <a:pt x="134" y="158"/>
                  <a:pt x="135" y="157"/>
                </a:cubicBezTo>
                <a:cubicBezTo>
                  <a:pt x="136" y="156"/>
                  <a:pt x="138" y="155"/>
                  <a:pt x="139" y="155"/>
                </a:cubicBezTo>
                <a:cubicBezTo>
                  <a:pt x="173" y="155"/>
                  <a:pt x="173" y="155"/>
                  <a:pt x="173" y="155"/>
                </a:cubicBezTo>
                <a:cubicBezTo>
                  <a:pt x="174" y="155"/>
                  <a:pt x="176" y="156"/>
                  <a:pt x="177" y="157"/>
                </a:cubicBezTo>
                <a:cubicBezTo>
                  <a:pt x="178" y="158"/>
                  <a:pt x="178" y="159"/>
                  <a:pt x="178" y="161"/>
                </a:cubicBezTo>
                <a:close/>
                <a:moveTo>
                  <a:pt x="245" y="94"/>
                </a:moveTo>
                <a:cubicBezTo>
                  <a:pt x="245" y="261"/>
                  <a:pt x="245" y="261"/>
                  <a:pt x="245" y="261"/>
                </a:cubicBezTo>
                <a:cubicBezTo>
                  <a:pt x="245" y="263"/>
                  <a:pt x="244" y="264"/>
                  <a:pt x="243" y="265"/>
                </a:cubicBezTo>
                <a:cubicBezTo>
                  <a:pt x="242" y="266"/>
                  <a:pt x="241" y="267"/>
                  <a:pt x="239" y="267"/>
                </a:cubicBezTo>
                <a:cubicBezTo>
                  <a:pt x="206" y="267"/>
                  <a:pt x="206" y="267"/>
                  <a:pt x="206" y="267"/>
                </a:cubicBezTo>
                <a:cubicBezTo>
                  <a:pt x="204" y="267"/>
                  <a:pt x="203" y="266"/>
                  <a:pt x="202" y="265"/>
                </a:cubicBezTo>
                <a:cubicBezTo>
                  <a:pt x="201" y="264"/>
                  <a:pt x="200" y="263"/>
                  <a:pt x="200" y="261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93"/>
                  <a:pt x="201" y="91"/>
                  <a:pt x="202" y="90"/>
                </a:cubicBezTo>
                <a:cubicBezTo>
                  <a:pt x="203" y="89"/>
                  <a:pt x="204" y="89"/>
                  <a:pt x="206" y="89"/>
                </a:cubicBezTo>
                <a:cubicBezTo>
                  <a:pt x="239" y="89"/>
                  <a:pt x="239" y="89"/>
                  <a:pt x="239" y="89"/>
                </a:cubicBezTo>
                <a:cubicBezTo>
                  <a:pt x="241" y="89"/>
                  <a:pt x="242" y="89"/>
                  <a:pt x="243" y="90"/>
                </a:cubicBezTo>
                <a:cubicBezTo>
                  <a:pt x="244" y="91"/>
                  <a:pt x="245" y="93"/>
                  <a:pt x="245" y="94"/>
                </a:cubicBezTo>
                <a:close/>
                <a:moveTo>
                  <a:pt x="312" y="5"/>
                </a:moveTo>
                <a:cubicBezTo>
                  <a:pt x="312" y="261"/>
                  <a:pt x="312" y="261"/>
                  <a:pt x="312" y="261"/>
                </a:cubicBezTo>
                <a:cubicBezTo>
                  <a:pt x="312" y="263"/>
                  <a:pt x="311" y="264"/>
                  <a:pt x="310" y="265"/>
                </a:cubicBezTo>
                <a:cubicBezTo>
                  <a:pt x="309" y="266"/>
                  <a:pt x="308" y="267"/>
                  <a:pt x="306" y="267"/>
                </a:cubicBezTo>
                <a:cubicBezTo>
                  <a:pt x="273" y="267"/>
                  <a:pt x="273" y="267"/>
                  <a:pt x="273" y="267"/>
                </a:cubicBezTo>
                <a:cubicBezTo>
                  <a:pt x="271" y="267"/>
                  <a:pt x="270" y="266"/>
                  <a:pt x="269" y="265"/>
                </a:cubicBezTo>
                <a:cubicBezTo>
                  <a:pt x="268" y="264"/>
                  <a:pt x="267" y="263"/>
                  <a:pt x="267" y="261"/>
                </a:cubicBezTo>
                <a:cubicBezTo>
                  <a:pt x="267" y="5"/>
                  <a:pt x="267" y="5"/>
                  <a:pt x="267" y="5"/>
                </a:cubicBezTo>
                <a:cubicBezTo>
                  <a:pt x="267" y="4"/>
                  <a:pt x="268" y="2"/>
                  <a:pt x="269" y="1"/>
                </a:cubicBezTo>
                <a:cubicBezTo>
                  <a:pt x="270" y="0"/>
                  <a:pt x="271" y="0"/>
                  <a:pt x="273" y="0"/>
                </a:cubicBezTo>
                <a:cubicBezTo>
                  <a:pt x="306" y="0"/>
                  <a:pt x="306" y="0"/>
                  <a:pt x="306" y="0"/>
                </a:cubicBezTo>
                <a:cubicBezTo>
                  <a:pt x="308" y="0"/>
                  <a:pt x="309" y="0"/>
                  <a:pt x="310" y="1"/>
                </a:cubicBezTo>
                <a:cubicBezTo>
                  <a:pt x="311" y="2"/>
                  <a:pt x="312" y="4"/>
                  <a:pt x="312" y="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1" name="Freeform 69"/>
          <p:cNvSpPr>
            <a:spLocks noEditPoints="1"/>
          </p:cNvSpPr>
          <p:nvPr/>
        </p:nvSpPr>
        <p:spPr bwMode="auto">
          <a:xfrm>
            <a:off x="1604963" y="1603238"/>
            <a:ext cx="288925" cy="239713"/>
          </a:xfrm>
          <a:custGeom>
            <a:avLst/>
            <a:gdLst>
              <a:gd name="T0" fmla="*/ 206 w 268"/>
              <a:gd name="T1" fmla="*/ 111 h 222"/>
              <a:gd name="T2" fmla="*/ 203 w 268"/>
              <a:gd name="T3" fmla="*/ 119 h 222"/>
              <a:gd name="T4" fmla="*/ 108 w 268"/>
              <a:gd name="T5" fmla="*/ 214 h 222"/>
              <a:gd name="T6" fmla="*/ 101 w 268"/>
              <a:gd name="T7" fmla="*/ 217 h 222"/>
              <a:gd name="T8" fmla="*/ 93 w 268"/>
              <a:gd name="T9" fmla="*/ 214 h 222"/>
              <a:gd name="T10" fmla="*/ 89 w 268"/>
              <a:gd name="T11" fmla="*/ 206 h 222"/>
              <a:gd name="T12" fmla="*/ 89 w 268"/>
              <a:gd name="T13" fmla="*/ 156 h 222"/>
              <a:gd name="T14" fmla="*/ 12 w 268"/>
              <a:gd name="T15" fmla="*/ 156 h 222"/>
              <a:gd name="T16" fmla="*/ 4 w 268"/>
              <a:gd name="T17" fmla="*/ 152 h 222"/>
              <a:gd name="T18" fmla="*/ 0 w 268"/>
              <a:gd name="T19" fmla="*/ 145 h 222"/>
              <a:gd name="T20" fmla="*/ 0 w 268"/>
              <a:gd name="T21" fmla="*/ 78 h 222"/>
              <a:gd name="T22" fmla="*/ 4 w 268"/>
              <a:gd name="T23" fmla="*/ 70 h 222"/>
              <a:gd name="T24" fmla="*/ 12 w 268"/>
              <a:gd name="T25" fmla="*/ 67 h 222"/>
              <a:gd name="T26" fmla="*/ 89 w 268"/>
              <a:gd name="T27" fmla="*/ 67 h 222"/>
              <a:gd name="T28" fmla="*/ 89 w 268"/>
              <a:gd name="T29" fmla="*/ 17 h 222"/>
              <a:gd name="T30" fmla="*/ 93 w 268"/>
              <a:gd name="T31" fmla="*/ 9 h 222"/>
              <a:gd name="T32" fmla="*/ 101 w 268"/>
              <a:gd name="T33" fmla="*/ 5 h 222"/>
              <a:gd name="T34" fmla="*/ 108 w 268"/>
              <a:gd name="T35" fmla="*/ 9 h 222"/>
              <a:gd name="T36" fmla="*/ 203 w 268"/>
              <a:gd name="T37" fmla="*/ 103 h 222"/>
              <a:gd name="T38" fmla="*/ 206 w 268"/>
              <a:gd name="T39" fmla="*/ 111 h 222"/>
              <a:gd name="T40" fmla="*/ 268 w 268"/>
              <a:gd name="T41" fmla="*/ 50 h 222"/>
              <a:gd name="T42" fmla="*/ 268 w 268"/>
              <a:gd name="T43" fmla="*/ 172 h 222"/>
              <a:gd name="T44" fmla="*/ 253 w 268"/>
              <a:gd name="T45" fmla="*/ 208 h 222"/>
              <a:gd name="T46" fmla="*/ 217 w 268"/>
              <a:gd name="T47" fmla="*/ 222 h 222"/>
              <a:gd name="T48" fmla="*/ 162 w 268"/>
              <a:gd name="T49" fmla="*/ 222 h 222"/>
              <a:gd name="T50" fmla="*/ 158 w 268"/>
              <a:gd name="T51" fmla="*/ 221 h 222"/>
              <a:gd name="T52" fmla="*/ 156 w 268"/>
              <a:gd name="T53" fmla="*/ 217 h 222"/>
              <a:gd name="T54" fmla="*/ 156 w 268"/>
              <a:gd name="T55" fmla="*/ 213 h 222"/>
              <a:gd name="T56" fmla="*/ 156 w 268"/>
              <a:gd name="T57" fmla="*/ 209 h 222"/>
              <a:gd name="T58" fmla="*/ 157 w 268"/>
              <a:gd name="T59" fmla="*/ 205 h 222"/>
              <a:gd name="T60" fmla="*/ 158 w 268"/>
              <a:gd name="T61" fmla="*/ 201 h 222"/>
              <a:gd name="T62" fmla="*/ 162 w 268"/>
              <a:gd name="T63" fmla="*/ 200 h 222"/>
              <a:gd name="T64" fmla="*/ 217 w 268"/>
              <a:gd name="T65" fmla="*/ 200 h 222"/>
              <a:gd name="T66" fmla="*/ 237 w 268"/>
              <a:gd name="T67" fmla="*/ 192 h 222"/>
              <a:gd name="T68" fmla="*/ 245 w 268"/>
              <a:gd name="T69" fmla="*/ 172 h 222"/>
              <a:gd name="T70" fmla="*/ 245 w 268"/>
              <a:gd name="T71" fmla="*/ 50 h 222"/>
              <a:gd name="T72" fmla="*/ 237 w 268"/>
              <a:gd name="T73" fmla="*/ 30 h 222"/>
              <a:gd name="T74" fmla="*/ 217 w 268"/>
              <a:gd name="T75" fmla="*/ 22 h 222"/>
              <a:gd name="T76" fmla="*/ 163 w 268"/>
              <a:gd name="T77" fmla="*/ 22 h 222"/>
              <a:gd name="T78" fmla="*/ 161 w 268"/>
              <a:gd name="T79" fmla="*/ 22 h 222"/>
              <a:gd name="T80" fmla="*/ 159 w 268"/>
              <a:gd name="T81" fmla="*/ 21 h 222"/>
              <a:gd name="T82" fmla="*/ 158 w 268"/>
              <a:gd name="T83" fmla="*/ 21 h 222"/>
              <a:gd name="T84" fmla="*/ 157 w 268"/>
              <a:gd name="T85" fmla="*/ 19 h 222"/>
              <a:gd name="T86" fmla="*/ 156 w 268"/>
              <a:gd name="T87" fmla="*/ 17 h 222"/>
              <a:gd name="T88" fmla="*/ 156 w 268"/>
              <a:gd name="T89" fmla="*/ 13 h 222"/>
              <a:gd name="T90" fmla="*/ 156 w 268"/>
              <a:gd name="T91" fmla="*/ 9 h 222"/>
              <a:gd name="T92" fmla="*/ 157 w 268"/>
              <a:gd name="T93" fmla="*/ 4 h 222"/>
              <a:gd name="T94" fmla="*/ 158 w 268"/>
              <a:gd name="T95" fmla="*/ 1 h 222"/>
              <a:gd name="T96" fmla="*/ 162 w 268"/>
              <a:gd name="T97" fmla="*/ 0 h 222"/>
              <a:gd name="T98" fmla="*/ 217 w 268"/>
              <a:gd name="T99" fmla="*/ 0 h 222"/>
              <a:gd name="T100" fmla="*/ 253 w 268"/>
              <a:gd name="T101" fmla="*/ 15 h 222"/>
              <a:gd name="T102" fmla="*/ 268 w 268"/>
              <a:gd name="T103" fmla="*/ 50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8" h="222">
                <a:moveTo>
                  <a:pt x="206" y="111"/>
                </a:moveTo>
                <a:cubicBezTo>
                  <a:pt x="206" y="114"/>
                  <a:pt x="205" y="117"/>
                  <a:pt x="203" y="119"/>
                </a:cubicBezTo>
                <a:cubicBezTo>
                  <a:pt x="108" y="214"/>
                  <a:pt x="108" y="214"/>
                  <a:pt x="108" y="214"/>
                </a:cubicBezTo>
                <a:cubicBezTo>
                  <a:pt x="106" y="216"/>
                  <a:pt x="104" y="217"/>
                  <a:pt x="101" y="217"/>
                </a:cubicBezTo>
                <a:cubicBezTo>
                  <a:pt x="98" y="217"/>
                  <a:pt x="95" y="216"/>
                  <a:pt x="93" y="214"/>
                </a:cubicBezTo>
                <a:cubicBezTo>
                  <a:pt x="91" y="211"/>
                  <a:pt x="89" y="209"/>
                  <a:pt x="89" y="206"/>
                </a:cubicBezTo>
                <a:cubicBezTo>
                  <a:pt x="89" y="156"/>
                  <a:pt x="89" y="156"/>
                  <a:pt x="89" y="156"/>
                </a:cubicBezTo>
                <a:cubicBezTo>
                  <a:pt x="12" y="156"/>
                  <a:pt x="12" y="156"/>
                  <a:pt x="12" y="156"/>
                </a:cubicBezTo>
                <a:cubicBezTo>
                  <a:pt x="9" y="156"/>
                  <a:pt x="6" y="155"/>
                  <a:pt x="4" y="152"/>
                </a:cubicBezTo>
                <a:cubicBezTo>
                  <a:pt x="2" y="150"/>
                  <a:pt x="0" y="148"/>
                  <a:pt x="0" y="145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75"/>
                  <a:pt x="2" y="72"/>
                  <a:pt x="4" y="70"/>
                </a:cubicBezTo>
                <a:cubicBezTo>
                  <a:pt x="6" y="68"/>
                  <a:pt x="9" y="67"/>
                  <a:pt x="12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89" y="17"/>
                  <a:pt x="89" y="17"/>
                  <a:pt x="89" y="17"/>
                </a:cubicBezTo>
                <a:cubicBezTo>
                  <a:pt x="89" y="14"/>
                  <a:pt x="91" y="11"/>
                  <a:pt x="93" y="9"/>
                </a:cubicBezTo>
                <a:cubicBezTo>
                  <a:pt x="95" y="7"/>
                  <a:pt x="98" y="5"/>
                  <a:pt x="101" y="5"/>
                </a:cubicBezTo>
                <a:cubicBezTo>
                  <a:pt x="104" y="5"/>
                  <a:pt x="106" y="7"/>
                  <a:pt x="108" y="9"/>
                </a:cubicBezTo>
                <a:cubicBezTo>
                  <a:pt x="203" y="103"/>
                  <a:pt x="203" y="103"/>
                  <a:pt x="203" y="103"/>
                </a:cubicBezTo>
                <a:cubicBezTo>
                  <a:pt x="205" y="106"/>
                  <a:pt x="206" y="108"/>
                  <a:pt x="206" y="111"/>
                </a:cubicBezTo>
                <a:close/>
                <a:moveTo>
                  <a:pt x="268" y="50"/>
                </a:moveTo>
                <a:cubicBezTo>
                  <a:pt x="268" y="172"/>
                  <a:pt x="268" y="172"/>
                  <a:pt x="268" y="172"/>
                </a:cubicBezTo>
                <a:cubicBezTo>
                  <a:pt x="268" y="186"/>
                  <a:pt x="263" y="198"/>
                  <a:pt x="253" y="208"/>
                </a:cubicBezTo>
                <a:cubicBezTo>
                  <a:pt x="243" y="218"/>
                  <a:pt x="231" y="222"/>
                  <a:pt x="217" y="222"/>
                </a:cubicBezTo>
                <a:cubicBezTo>
                  <a:pt x="162" y="222"/>
                  <a:pt x="162" y="222"/>
                  <a:pt x="162" y="222"/>
                </a:cubicBezTo>
                <a:cubicBezTo>
                  <a:pt x="160" y="222"/>
                  <a:pt x="159" y="222"/>
                  <a:pt x="158" y="221"/>
                </a:cubicBezTo>
                <a:cubicBezTo>
                  <a:pt x="157" y="220"/>
                  <a:pt x="156" y="218"/>
                  <a:pt x="156" y="217"/>
                </a:cubicBezTo>
                <a:cubicBezTo>
                  <a:pt x="156" y="216"/>
                  <a:pt x="156" y="215"/>
                  <a:pt x="156" y="213"/>
                </a:cubicBezTo>
                <a:cubicBezTo>
                  <a:pt x="156" y="212"/>
                  <a:pt x="156" y="210"/>
                  <a:pt x="156" y="209"/>
                </a:cubicBezTo>
                <a:cubicBezTo>
                  <a:pt x="156" y="208"/>
                  <a:pt x="156" y="206"/>
                  <a:pt x="157" y="205"/>
                </a:cubicBezTo>
                <a:cubicBezTo>
                  <a:pt x="157" y="203"/>
                  <a:pt x="157" y="202"/>
                  <a:pt x="158" y="201"/>
                </a:cubicBezTo>
                <a:cubicBezTo>
                  <a:pt x="159" y="201"/>
                  <a:pt x="160" y="200"/>
                  <a:pt x="162" y="200"/>
                </a:cubicBezTo>
                <a:cubicBezTo>
                  <a:pt x="217" y="200"/>
                  <a:pt x="217" y="200"/>
                  <a:pt x="217" y="200"/>
                </a:cubicBezTo>
                <a:cubicBezTo>
                  <a:pt x="225" y="200"/>
                  <a:pt x="232" y="197"/>
                  <a:pt x="237" y="192"/>
                </a:cubicBezTo>
                <a:cubicBezTo>
                  <a:pt x="243" y="187"/>
                  <a:pt x="245" y="180"/>
                  <a:pt x="245" y="172"/>
                </a:cubicBezTo>
                <a:cubicBezTo>
                  <a:pt x="245" y="50"/>
                  <a:pt x="245" y="50"/>
                  <a:pt x="245" y="50"/>
                </a:cubicBezTo>
                <a:cubicBezTo>
                  <a:pt x="245" y="42"/>
                  <a:pt x="243" y="36"/>
                  <a:pt x="237" y="30"/>
                </a:cubicBezTo>
                <a:cubicBezTo>
                  <a:pt x="232" y="25"/>
                  <a:pt x="225" y="22"/>
                  <a:pt x="217" y="22"/>
                </a:cubicBezTo>
                <a:cubicBezTo>
                  <a:pt x="163" y="22"/>
                  <a:pt x="163" y="22"/>
                  <a:pt x="163" y="22"/>
                </a:cubicBezTo>
                <a:cubicBezTo>
                  <a:pt x="161" y="22"/>
                  <a:pt x="161" y="22"/>
                  <a:pt x="161" y="22"/>
                </a:cubicBezTo>
                <a:cubicBezTo>
                  <a:pt x="159" y="21"/>
                  <a:pt x="159" y="21"/>
                  <a:pt x="159" y="21"/>
                </a:cubicBezTo>
                <a:cubicBezTo>
                  <a:pt x="158" y="21"/>
                  <a:pt x="158" y="21"/>
                  <a:pt x="158" y="21"/>
                </a:cubicBezTo>
                <a:cubicBezTo>
                  <a:pt x="157" y="19"/>
                  <a:pt x="157" y="19"/>
                  <a:pt x="157" y="19"/>
                </a:cubicBezTo>
                <a:cubicBezTo>
                  <a:pt x="156" y="17"/>
                  <a:pt x="156" y="17"/>
                  <a:pt x="156" y="17"/>
                </a:cubicBezTo>
                <a:cubicBezTo>
                  <a:pt x="156" y="16"/>
                  <a:pt x="156" y="15"/>
                  <a:pt x="156" y="13"/>
                </a:cubicBezTo>
                <a:cubicBezTo>
                  <a:pt x="156" y="11"/>
                  <a:pt x="156" y="10"/>
                  <a:pt x="156" y="9"/>
                </a:cubicBezTo>
                <a:cubicBezTo>
                  <a:pt x="156" y="7"/>
                  <a:pt x="156" y="6"/>
                  <a:pt x="157" y="4"/>
                </a:cubicBezTo>
                <a:cubicBezTo>
                  <a:pt x="157" y="3"/>
                  <a:pt x="157" y="2"/>
                  <a:pt x="158" y="1"/>
                </a:cubicBezTo>
                <a:cubicBezTo>
                  <a:pt x="159" y="0"/>
                  <a:pt x="160" y="0"/>
                  <a:pt x="162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1" y="0"/>
                  <a:pt x="243" y="5"/>
                  <a:pt x="253" y="15"/>
                </a:cubicBezTo>
                <a:cubicBezTo>
                  <a:pt x="263" y="24"/>
                  <a:pt x="268" y="36"/>
                  <a:pt x="268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2" name="Freeform 70"/>
          <p:cNvSpPr>
            <a:spLocks noEditPoints="1"/>
          </p:cNvSpPr>
          <p:nvPr/>
        </p:nvSpPr>
        <p:spPr bwMode="auto">
          <a:xfrm>
            <a:off x="2033588" y="1603238"/>
            <a:ext cx="293688" cy="239713"/>
          </a:xfrm>
          <a:custGeom>
            <a:avLst/>
            <a:gdLst>
              <a:gd name="T0" fmla="*/ 111 w 272"/>
              <a:gd name="T1" fmla="*/ 206 h 222"/>
              <a:gd name="T2" fmla="*/ 111 w 272"/>
              <a:gd name="T3" fmla="*/ 209 h 222"/>
              <a:gd name="T4" fmla="*/ 111 w 272"/>
              <a:gd name="T5" fmla="*/ 214 h 222"/>
              <a:gd name="T6" fmla="*/ 111 w 272"/>
              <a:gd name="T7" fmla="*/ 218 h 222"/>
              <a:gd name="T8" fmla="*/ 109 w 272"/>
              <a:gd name="T9" fmla="*/ 221 h 222"/>
              <a:gd name="T10" fmla="*/ 106 w 272"/>
              <a:gd name="T11" fmla="*/ 222 h 222"/>
              <a:gd name="T12" fmla="*/ 50 w 272"/>
              <a:gd name="T13" fmla="*/ 222 h 222"/>
              <a:gd name="T14" fmla="*/ 15 w 272"/>
              <a:gd name="T15" fmla="*/ 208 h 222"/>
              <a:gd name="T16" fmla="*/ 0 w 272"/>
              <a:gd name="T17" fmla="*/ 172 h 222"/>
              <a:gd name="T18" fmla="*/ 0 w 272"/>
              <a:gd name="T19" fmla="*/ 50 h 222"/>
              <a:gd name="T20" fmla="*/ 15 w 272"/>
              <a:gd name="T21" fmla="*/ 15 h 222"/>
              <a:gd name="T22" fmla="*/ 50 w 272"/>
              <a:gd name="T23" fmla="*/ 0 h 222"/>
              <a:gd name="T24" fmla="*/ 106 w 272"/>
              <a:gd name="T25" fmla="*/ 0 h 222"/>
              <a:gd name="T26" fmla="*/ 109 w 272"/>
              <a:gd name="T27" fmla="*/ 2 h 222"/>
              <a:gd name="T28" fmla="*/ 111 w 272"/>
              <a:gd name="T29" fmla="*/ 5 h 222"/>
              <a:gd name="T30" fmla="*/ 111 w 272"/>
              <a:gd name="T31" fmla="*/ 9 h 222"/>
              <a:gd name="T32" fmla="*/ 111 w 272"/>
              <a:gd name="T33" fmla="*/ 14 h 222"/>
              <a:gd name="T34" fmla="*/ 111 w 272"/>
              <a:gd name="T35" fmla="*/ 18 h 222"/>
              <a:gd name="T36" fmla="*/ 109 w 272"/>
              <a:gd name="T37" fmla="*/ 21 h 222"/>
              <a:gd name="T38" fmla="*/ 106 w 272"/>
              <a:gd name="T39" fmla="*/ 22 h 222"/>
              <a:gd name="T40" fmla="*/ 50 w 272"/>
              <a:gd name="T41" fmla="*/ 22 h 222"/>
              <a:gd name="T42" fmla="*/ 30 w 272"/>
              <a:gd name="T43" fmla="*/ 30 h 222"/>
              <a:gd name="T44" fmla="*/ 22 w 272"/>
              <a:gd name="T45" fmla="*/ 50 h 222"/>
              <a:gd name="T46" fmla="*/ 22 w 272"/>
              <a:gd name="T47" fmla="*/ 172 h 222"/>
              <a:gd name="T48" fmla="*/ 30 w 272"/>
              <a:gd name="T49" fmla="*/ 192 h 222"/>
              <a:gd name="T50" fmla="*/ 50 w 272"/>
              <a:gd name="T51" fmla="*/ 200 h 222"/>
              <a:gd name="T52" fmla="*/ 104 w 272"/>
              <a:gd name="T53" fmla="*/ 200 h 222"/>
              <a:gd name="T54" fmla="*/ 106 w 272"/>
              <a:gd name="T55" fmla="*/ 200 h 222"/>
              <a:gd name="T56" fmla="*/ 108 w 272"/>
              <a:gd name="T57" fmla="*/ 201 h 222"/>
              <a:gd name="T58" fmla="*/ 110 w 272"/>
              <a:gd name="T59" fmla="*/ 202 h 222"/>
              <a:gd name="T60" fmla="*/ 111 w 272"/>
              <a:gd name="T61" fmla="*/ 203 h 222"/>
              <a:gd name="T62" fmla="*/ 111 w 272"/>
              <a:gd name="T63" fmla="*/ 206 h 222"/>
              <a:gd name="T64" fmla="*/ 272 w 272"/>
              <a:gd name="T65" fmla="*/ 111 h 222"/>
              <a:gd name="T66" fmla="*/ 269 w 272"/>
              <a:gd name="T67" fmla="*/ 119 h 222"/>
              <a:gd name="T68" fmla="*/ 175 w 272"/>
              <a:gd name="T69" fmla="*/ 214 h 222"/>
              <a:gd name="T70" fmla="*/ 167 w 272"/>
              <a:gd name="T71" fmla="*/ 217 h 222"/>
              <a:gd name="T72" fmla="*/ 159 w 272"/>
              <a:gd name="T73" fmla="*/ 214 h 222"/>
              <a:gd name="T74" fmla="*/ 156 w 272"/>
              <a:gd name="T75" fmla="*/ 206 h 222"/>
              <a:gd name="T76" fmla="*/ 156 w 272"/>
              <a:gd name="T77" fmla="*/ 156 h 222"/>
              <a:gd name="T78" fmla="*/ 78 w 272"/>
              <a:gd name="T79" fmla="*/ 156 h 222"/>
              <a:gd name="T80" fmla="*/ 70 w 272"/>
              <a:gd name="T81" fmla="*/ 152 h 222"/>
              <a:gd name="T82" fmla="*/ 67 w 272"/>
              <a:gd name="T83" fmla="*/ 145 h 222"/>
              <a:gd name="T84" fmla="*/ 67 w 272"/>
              <a:gd name="T85" fmla="*/ 78 h 222"/>
              <a:gd name="T86" fmla="*/ 70 w 272"/>
              <a:gd name="T87" fmla="*/ 70 h 222"/>
              <a:gd name="T88" fmla="*/ 78 w 272"/>
              <a:gd name="T89" fmla="*/ 67 h 222"/>
              <a:gd name="T90" fmla="*/ 156 w 272"/>
              <a:gd name="T91" fmla="*/ 67 h 222"/>
              <a:gd name="T92" fmla="*/ 156 w 272"/>
              <a:gd name="T93" fmla="*/ 17 h 222"/>
              <a:gd name="T94" fmla="*/ 159 w 272"/>
              <a:gd name="T95" fmla="*/ 9 h 222"/>
              <a:gd name="T96" fmla="*/ 167 w 272"/>
              <a:gd name="T97" fmla="*/ 5 h 222"/>
              <a:gd name="T98" fmla="*/ 175 w 272"/>
              <a:gd name="T99" fmla="*/ 9 h 222"/>
              <a:gd name="T100" fmla="*/ 269 w 272"/>
              <a:gd name="T101" fmla="*/ 103 h 222"/>
              <a:gd name="T102" fmla="*/ 272 w 272"/>
              <a:gd name="T103" fmla="*/ 111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2" h="222">
                <a:moveTo>
                  <a:pt x="111" y="206"/>
                </a:moveTo>
                <a:cubicBezTo>
                  <a:pt x="111" y="206"/>
                  <a:pt x="111" y="207"/>
                  <a:pt x="111" y="209"/>
                </a:cubicBezTo>
                <a:cubicBezTo>
                  <a:pt x="111" y="211"/>
                  <a:pt x="111" y="213"/>
                  <a:pt x="111" y="214"/>
                </a:cubicBezTo>
                <a:cubicBezTo>
                  <a:pt x="111" y="215"/>
                  <a:pt x="111" y="216"/>
                  <a:pt x="111" y="218"/>
                </a:cubicBezTo>
                <a:cubicBezTo>
                  <a:pt x="111" y="219"/>
                  <a:pt x="110" y="221"/>
                  <a:pt x="109" y="221"/>
                </a:cubicBezTo>
                <a:cubicBezTo>
                  <a:pt x="108" y="222"/>
                  <a:pt x="107" y="222"/>
                  <a:pt x="106" y="222"/>
                </a:cubicBezTo>
                <a:cubicBezTo>
                  <a:pt x="50" y="222"/>
                  <a:pt x="50" y="222"/>
                  <a:pt x="50" y="222"/>
                </a:cubicBezTo>
                <a:cubicBezTo>
                  <a:pt x="36" y="222"/>
                  <a:pt x="24" y="218"/>
                  <a:pt x="15" y="208"/>
                </a:cubicBezTo>
                <a:cubicBezTo>
                  <a:pt x="5" y="198"/>
                  <a:pt x="0" y="186"/>
                  <a:pt x="0" y="172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4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07" y="0"/>
                  <a:pt x="108" y="0"/>
                  <a:pt x="109" y="2"/>
                </a:cubicBezTo>
                <a:cubicBezTo>
                  <a:pt x="111" y="3"/>
                  <a:pt x="111" y="4"/>
                  <a:pt x="111" y="5"/>
                </a:cubicBezTo>
                <a:cubicBezTo>
                  <a:pt x="111" y="6"/>
                  <a:pt x="111" y="7"/>
                  <a:pt x="111" y="9"/>
                </a:cubicBezTo>
                <a:cubicBezTo>
                  <a:pt x="111" y="11"/>
                  <a:pt x="111" y="12"/>
                  <a:pt x="111" y="14"/>
                </a:cubicBezTo>
                <a:cubicBezTo>
                  <a:pt x="111" y="15"/>
                  <a:pt x="111" y="16"/>
                  <a:pt x="111" y="18"/>
                </a:cubicBezTo>
                <a:cubicBezTo>
                  <a:pt x="111" y="19"/>
                  <a:pt x="110" y="20"/>
                  <a:pt x="109" y="21"/>
                </a:cubicBezTo>
                <a:cubicBezTo>
                  <a:pt x="108" y="22"/>
                  <a:pt x="107" y="22"/>
                  <a:pt x="106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42" y="22"/>
                  <a:pt x="36" y="25"/>
                  <a:pt x="30" y="30"/>
                </a:cubicBezTo>
                <a:cubicBezTo>
                  <a:pt x="25" y="36"/>
                  <a:pt x="22" y="42"/>
                  <a:pt x="22" y="50"/>
                </a:cubicBezTo>
                <a:cubicBezTo>
                  <a:pt x="22" y="172"/>
                  <a:pt x="22" y="172"/>
                  <a:pt x="22" y="172"/>
                </a:cubicBezTo>
                <a:cubicBezTo>
                  <a:pt x="22" y="180"/>
                  <a:pt x="25" y="187"/>
                  <a:pt x="30" y="192"/>
                </a:cubicBezTo>
                <a:cubicBezTo>
                  <a:pt x="36" y="197"/>
                  <a:pt x="42" y="200"/>
                  <a:pt x="50" y="200"/>
                </a:cubicBezTo>
                <a:cubicBezTo>
                  <a:pt x="104" y="200"/>
                  <a:pt x="104" y="200"/>
                  <a:pt x="104" y="200"/>
                </a:cubicBezTo>
                <a:cubicBezTo>
                  <a:pt x="106" y="200"/>
                  <a:pt x="106" y="200"/>
                  <a:pt x="106" y="200"/>
                </a:cubicBezTo>
                <a:cubicBezTo>
                  <a:pt x="108" y="201"/>
                  <a:pt x="108" y="201"/>
                  <a:pt x="108" y="201"/>
                </a:cubicBezTo>
                <a:cubicBezTo>
                  <a:pt x="110" y="202"/>
                  <a:pt x="110" y="202"/>
                  <a:pt x="110" y="202"/>
                </a:cubicBezTo>
                <a:cubicBezTo>
                  <a:pt x="111" y="203"/>
                  <a:pt x="111" y="203"/>
                  <a:pt x="111" y="203"/>
                </a:cubicBezTo>
                <a:lnTo>
                  <a:pt x="111" y="206"/>
                </a:lnTo>
                <a:close/>
                <a:moveTo>
                  <a:pt x="272" y="111"/>
                </a:moveTo>
                <a:cubicBezTo>
                  <a:pt x="272" y="114"/>
                  <a:pt x="271" y="117"/>
                  <a:pt x="269" y="119"/>
                </a:cubicBezTo>
                <a:cubicBezTo>
                  <a:pt x="175" y="214"/>
                  <a:pt x="175" y="214"/>
                  <a:pt x="175" y="214"/>
                </a:cubicBezTo>
                <a:cubicBezTo>
                  <a:pt x="172" y="216"/>
                  <a:pt x="170" y="217"/>
                  <a:pt x="167" y="217"/>
                </a:cubicBezTo>
                <a:cubicBezTo>
                  <a:pt x="164" y="217"/>
                  <a:pt x="161" y="216"/>
                  <a:pt x="159" y="214"/>
                </a:cubicBezTo>
                <a:cubicBezTo>
                  <a:pt x="157" y="211"/>
                  <a:pt x="156" y="209"/>
                  <a:pt x="156" y="206"/>
                </a:cubicBezTo>
                <a:cubicBezTo>
                  <a:pt x="156" y="156"/>
                  <a:pt x="156" y="156"/>
                  <a:pt x="156" y="156"/>
                </a:cubicBezTo>
                <a:cubicBezTo>
                  <a:pt x="78" y="156"/>
                  <a:pt x="78" y="156"/>
                  <a:pt x="78" y="156"/>
                </a:cubicBezTo>
                <a:cubicBezTo>
                  <a:pt x="75" y="156"/>
                  <a:pt x="72" y="155"/>
                  <a:pt x="70" y="152"/>
                </a:cubicBezTo>
                <a:cubicBezTo>
                  <a:pt x="68" y="150"/>
                  <a:pt x="67" y="148"/>
                  <a:pt x="67" y="145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75"/>
                  <a:pt x="68" y="72"/>
                  <a:pt x="70" y="70"/>
                </a:cubicBezTo>
                <a:cubicBezTo>
                  <a:pt x="72" y="68"/>
                  <a:pt x="75" y="67"/>
                  <a:pt x="78" y="67"/>
                </a:cubicBezTo>
                <a:cubicBezTo>
                  <a:pt x="156" y="67"/>
                  <a:pt x="156" y="67"/>
                  <a:pt x="156" y="67"/>
                </a:cubicBezTo>
                <a:cubicBezTo>
                  <a:pt x="156" y="17"/>
                  <a:pt x="156" y="17"/>
                  <a:pt x="156" y="17"/>
                </a:cubicBezTo>
                <a:cubicBezTo>
                  <a:pt x="156" y="14"/>
                  <a:pt x="157" y="11"/>
                  <a:pt x="159" y="9"/>
                </a:cubicBezTo>
                <a:cubicBezTo>
                  <a:pt x="161" y="7"/>
                  <a:pt x="164" y="5"/>
                  <a:pt x="167" y="5"/>
                </a:cubicBezTo>
                <a:cubicBezTo>
                  <a:pt x="170" y="5"/>
                  <a:pt x="172" y="7"/>
                  <a:pt x="175" y="9"/>
                </a:cubicBezTo>
                <a:cubicBezTo>
                  <a:pt x="269" y="103"/>
                  <a:pt x="269" y="103"/>
                  <a:pt x="269" y="103"/>
                </a:cubicBezTo>
                <a:cubicBezTo>
                  <a:pt x="271" y="106"/>
                  <a:pt x="272" y="108"/>
                  <a:pt x="272" y="1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3" name="Freeform 71"/>
          <p:cNvSpPr>
            <a:spLocks noEditPoints="1"/>
          </p:cNvSpPr>
          <p:nvPr/>
        </p:nvSpPr>
        <p:spPr bwMode="auto">
          <a:xfrm>
            <a:off x="2419351" y="1576250"/>
            <a:ext cx="384175" cy="293688"/>
          </a:xfrm>
          <a:custGeom>
            <a:avLst/>
            <a:gdLst>
              <a:gd name="T0" fmla="*/ 150 w 356"/>
              <a:gd name="T1" fmla="*/ 160 h 272"/>
              <a:gd name="T2" fmla="*/ 136 w 356"/>
              <a:gd name="T3" fmla="*/ 127 h 272"/>
              <a:gd name="T4" fmla="*/ 103 w 356"/>
              <a:gd name="T5" fmla="*/ 113 h 272"/>
              <a:gd name="T6" fmla="*/ 70 w 356"/>
              <a:gd name="T7" fmla="*/ 127 h 272"/>
              <a:gd name="T8" fmla="*/ 56 w 356"/>
              <a:gd name="T9" fmla="*/ 160 h 272"/>
              <a:gd name="T10" fmla="*/ 70 w 356"/>
              <a:gd name="T11" fmla="*/ 193 h 272"/>
              <a:gd name="T12" fmla="*/ 103 w 356"/>
              <a:gd name="T13" fmla="*/ 207 h 272"/>
              <a:gd name="T14" fmla="*/ 136 w 356"/>
              <a:gd name="T15" fmla="*/ 193 h 272"/>
              <a:gd name="T16" fmla="*/ 150 w 356"/>
              <a:gd name="T17" fmla="*/ 160 h 272"/>
              <a:gd name="T18" fmla="*/ 300 w 356"/>
              <a:gd name="T19" fmla="*/ 160 h 272"/>
              <a:gd name="T20" fmla="*/ 287 w 356"/>
              <a:gd name="T21" fmla="*/ 126 h 272"/>
              <a:gd name="T22" fmla="*/ 253 w 356"/>
              <a:gd name="T23" fmla="*/ 113 h 272"/>
              <a:gd name="T24" fmla="*/ 220 w 356"/>
              <a:gd name="T25" fmla="*/ 126 h 272"/>
              <a:gd name="T26" fmla="*/ 206 w 356"/>
              <a:gd name="T27" fmla="*/ 160 h 272"/>
              <a:gd name="T28" fmla="*/ 220 w 356"/>
              <a:gd name="T29" fmla="*/ 193 h 272"/>
              <a:gd name="T30" fmla="*/ 253 w 356"/>
              <a:gd name="T31" fmla="*/ 207 h 272"/>
              <a:gd name="T32" fmla="*/ 287 w 356"/>
              <a:gd name="T33" fmla="*/ 193 h 272"/>
              <a:gd name="T34" fmla="*/ 300 w 356"/>
              <a:gd name="T35" fmla="*/ 160 h 272"/>
              <a:gd name="T36" fmla="*/ 356 w 356"/>
              <a:gd name="T37" fmla="*/ 19 h 272"/>
              <a:gd name="T38" fmla="*/ 356 w 356"/>
              <a:gd name="T39" fmla="*/ 253 h 272"/>
              <a:gd name="T40" fmla="*/ 351 w 356"/>
              <a:gd name="T41" fmla="*/ 267 h 272"/>
              <a:gd name="T42" fmla="*/ 338 w 356"/>
              <a:gd name="T43" fmla="*/ 272 h 272"/>
              <a:gd name="T44" fmla="*/ 19 w 356"/>
              <a:gd name="T45" fmla="*/ 272 h 272"/>
              <a:gd name="T46" fmla="*/ 6 w 356"/>
              <a:gd name="T47" fmla="*/ 267 h 272"/>
              <a:gd name="T48" fmla="*/ 0 w 356"/>
              <a:gd name="T49" fmla="*/ 253 h 272"/>
              <a:gd name="T50" fmla="*/ 0 w 356"/>
              <a:gd name="T51" fmla="*/ 19 h 272"/>
              <a:gd name="T52" fmla="*/ 6 w 356"/>
              <a:gd name="T53" fmla="*/ 6 h 272"/>
              <a:gd name="T54" fmla="*/ 19 w 356"/>
              <a:gd name="T55" fmla="*/ 0 h 272"/>
              <a:gd name="T56" fmla="*/ 94 w 356"/>
              <a:gd name="T57" fmla="*/ 0 h 272"/>
              <a:gd name="T58" fmla="*/ 107 w 356"/>
              <a:gd name="T59" fmla="*/ 6 h 272"/>
              <a:gd name="T60" fmla="*/ 113 w 356"/>
              <a:gd name="T61" fmla="*/ 19 h 272"/>
              <a:gd name="T62" fmla="*/ 113 w 356"/>
              <a:gd name="T63" fmla="*/ 47 h 272"/>
              <a:gd name="T64" fmla="*/ 244 w 356"/>
              <a:gd name="T65" fmla="*/ 47 h 272"/>
              <a:gd name="T66" fmla="*/ 244 w 356"/>
              <a:gd name="T67" fmla="*/ 19 h 272"/>
              <a:gd name="T68" fmla="*/ 249 w 356"/>
              <a:gd name="T69" fmla="*/ 6 h 272"/>
              <a:gd name="T70" fmla="*/ 263 w 356"/>
              <a:gd name="T71" fmla="*/ 0 h 272"/>
              <a:gd name="T72" fmla="*/ 338 w 356"/>
              <a:gd name="T73" fmla="*/ 0 h 272"/>
              <a:gd name="T74" fmla="*/ 351 w 356"/>
              <a:gd name="T75" fmla="*/ 6 h 272"/>
              <a:gd name="T76" fmla="*/ 356 w 356"/>
              <a:gd name="T77" fmla="*/ 19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6" h="272">
                <a:moveTo>
                  <a:pt x="150" y="160"/>
                </a:moveTo>
                <a:cubicBezTo>
                  <a:pt x="150" y="147"/>
                  <a:pt x="146" y="136"/>
                  <a:pt x="136" y="127"/>
                </a:cubicBezTo>
                <a:cubicBezTo>
                  <a:pt x="127" y="117"/>
                  <a:pt x="116" y="113"/>
                  <a:pt x="103" y="113"/>
                </a:cubicBezTo>
                <a:cubicBezTo>
                  <a:pt x="90" y="113"/>
                  <a:pt x="79" y="117"/>
                  <a:pt x="70" y="127"/>
                </a:cubicBezTo>
                <a:cubicBezTo>
                  <a:pt x="61" y="136"/>
                  <a:pt x="56" y="147"/>
                  <a:pt x="56" y="160"/>
                </a:cubicBezTo>
                <a:cubicBezTo>
                  <a:pt x="56" y="173"/>
                  <a:pt x="61" y="184"/>
                  <a:pt x="70" y="193"/>
                </a:cubicBezTo>
                <a:cubicBezTo>
                  <a:pt x="79" y="202"/>
                  <a:pt x="90" y="207"/>
                  <a:pt x="103" y="207"/>
                </a:cubicBezTo>
                <a:cubicBezTo>
                  <a:pt x="116" y="207"/>
                  <a:pt x="127" y="202"/>
                  <a:pt x="136" y="193"/>
                </a:cubicBezTo>
                <a:cubicBezTo>
                  <a:pt x="146" y="184"/>
                  <a:pt x="150" y="173"/>
                  <a:pt x="150" y="160"/>
                </a:cubicBezTo>
                <a:close/>
                <a:moveTo>
                  <a:pt x="300" y="160"/>
                </a:moveTo>
                <a:cubicBezTo>
                  <a:pt x="300" y="147"/>
                  <a:pt x="296" y="136"/>
                  <a:pt x="287" y="126"/>
                </a:cubicBezTo>
                <a:cubicBezTo>
                  <a:pt x="277" y="117"/>
                  <a:pt x="266" y="113"/>
                  <a:pt x="253" y="113"/>
                </a:cubicBezTo>
                <a:cubicBezTo>
                  <a:pt x="240" y="113"/>
                  <a:pt x="229" y="117"/>
                  <a:pt x="220" y="126"/>
                </a:cubicBezTo>
                <a:cubicBezTo>
                  <a:pt x="211" y="136"/>
                  <a:pt x="206" y="147"/>
                  <a:pt x="206" y="160"/>
                </a:cubicBezTo>
                <a:cubicBezTo>
                  <a:pt x="206" y="173"/>
                  <a:pt x="211" y="184"/>
                  <a:pt x="220" y="193"/>
                </a:cubicBezTo>
                <a:cubicBezTo>
                  <a:pt x="229" y="202"/>
                  <a:pt x="240" y="207"/>
                  <a:pt x="253" y="207"/>
                </a:cubicBezTo>
                <a:cubicBezTo>
                  <a:pt x="266" y="207"/>
                  <a:pt x="277" y="202"/>
                  <a:pt x="287" y="193"/>
                </a:cubicBezTo>
                <a:cubicBezTo>
                  <a:pt x="296" y="184"/>
                  <a:pt x="300" y="173"/>
                  <a:pt x="300" y="160"/>
                </a:cubicBezTo>
                <a:close/>
                <a:moveTo>
                  <a:pt x="356" y="19"/>
                </a:moveTo>
                <a:cubicBezTo>
                  <a:pt x="356" y="253"/>
                  <a:pt x="356" y="253"/>
                  <a:pt x="356" y="253"/>
                </a:cubicBezTo>
                <a:cubicBezTo>
                  <a:pt x="356" y="258"/>
                  <a:pt x="355" y="263"/>
                  <a:pt x="351" y="267"/>
                </a:cubicBezTo>
                <a:cubicBezTo>
                  <a:pt x="347" y="270"/>
                  <a:pt x="343" y="272"/>
                  <a:pt x="338" y="272"/>
                </a:cubicBezTo>
                <a:cubicBezTo>
                  <a:pt x="19" y="272"/>
                  <a:pt x="19" y="272"/>
                  <a:pt x="19" y="272"/>
                </a:cubicBezTo>
                <a:cubicBezTo>
                  <a:pt x="14" y="272"/>
                  <a:pt x="9" y="270"/>
                  <a:pt x="6" y="267"/>
                </a:cubicBezTo>
                <a:cubicBezTo>
                  <a:pt x="2" y="263"/>
                  <a:pt x="0" y="258"/>
                  <a:pt x="0" y="253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2" y="10"/>
                  <a:pt x="6" y="6"/>
                </a:cubicBezTo>
                <a:cubicBezTo>
                  <a:pt x="9" y="2"/>
                  <a:pt x="14" y="0"/>
                  <a:pt x="1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9" y="0"/>
                  <a:pt x="103" y="2"/>
                  <a:pt x="107" y="6"/>
                </a:cubicBezTo>
                <a:cubicBezTo>
                  <a:pt x="111" y="10"/>
                  <a:pt x="113" y="14"/>
                  <a:pt x="113" y="19"/>
                </a:cubicBezTo>
                <a:cubicBezTo>
                  <a:pt x="113" y="47"/>
                  <a:pt x="113" y="47"/>
                  <a:pt x="113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19"/>
                  <a:pt x="244" y="19"/>
                  <a:pt x="244" y="19"/>
                </a:cubicBezTo>
                <a:cubicBezTo>
                  <a:pt x="244" y="14"/>
                  <a:pt x="246" y="10"/>
                  <a:pt x="249" y="6"/>
                </a:cubicBezTo>
                <a:cubicBezTo>
                  <a:pt x="253" y="2"/>
                  <a:pt x="258" y="0"/>
                  <a:pt x="263" y="0"/>
                </a:cubicBezTo>
                <a:cubicBezTo>
                  <a:pt x="338" y="0"/>
                  <a:pt x="338" y="0"/>
                  <a:pt x="338" y="0"/>
                </a:cubicBezTo>
                <a:cubicBezTo>
                  <a:pt x="343" y="0"/>
                  <a:pt x="347" y="2"/>
                  <a:pt x="351" y="6"/>
                </a:cubicBezTo>
                <a:cubicBezTo>
                  <a:pt x="355" y="10"/>
                  <a:pt x="356" y="14"/>
                  <a:pt x="356" y="1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4" name="Freeform 72"/>
          <p:cNvSpPr>
            <a:spLocks/>
          </p:cNvSpPr>
          <p:nvPr/>
        </p:nvSpPr>
        <p:spPr bwMode="auto">
          <a:xfrm>
            <a:off x="2874963" y="1579425"/>
            <a:ext cx="334963" cy="288925"/>
          </a:xfrm>
          <a:custGeom>
            <a:avLst/>
            <a:gdLst>
              <a:gd name="T0" fmla="*/ 311 w 311"/>
              <a:gd name="T1" fmla="*/ 250 h 267"/>
              <a:gd name="T2" fmla="*/ 295 w 311"/>
              <a:gd name="T3" fmla="*/ 267 h 267"/>
              <a:gd name="T4" fmla="*/ 227 w 311"/>
              <a:gd name="T5" fmla="*/ 262 h 267"/>
              <a:gd name="T6" fmla="*/ 222 w 311"/>
              <a:gd name="T7" fmla="*/ 194 h 267"/>
              <a:gd name="T8" fmla="*/ 239 w 311"/>
              <a:gd name="T9" fmla="*/ 178 h 267"/>
              <a:gd name="T10" fmla="*/ 256 w 311"/>
              <a:gd name="T11" fmla="*/ 144 h 267"/>
              <a:gd name="T12" fmla="*/ 167 w 311"/>
              <a:gd name="T13" fmla="*/ 178 h 267"/>
              <a:gd name="T14" fmla="*/ 195 w 311"/>
              <a:gd name="T15" fmla="*/ 183 h 267"/>
              <a:gd name="T16" fmla="*/ 200 w 311"/>
              <a:gd name="T17" fmla="*/ 250 h 267"/>
              <a:gd name="T18" fmla="*/ 183 w 311"/>
              <a:gd name="T19" fmla="*/ 267 h 267"/>
              <a:gd name="T20" fmla="*/ 116 w 311"/>
              <a:gd name="T21" fmla="*/ 262 h 267"/>
              <a:gd name="T22" fmla="*/ 111 w 311"/>
              <a:gd name="T23" fmla="*/ 194 h 267"/>
              <a:gd name="T24" fmla="*/ 128 w 311"/>
              <a:gd name="T25" fmla="*/ 178 h 267"/>
              <a:gd name="T26" fmla="*/ 144 w 311"/>
              <a:gd name="T27" fmla="*/ 144 h 267"/>
              <a:gd name="T28" fmla="*/ 55 w 311"/>
              <a:gd name="T29" fmla="*/ 178 h 267"/>
              <a:gd name="T30" fmla="*/ 84 w 311"/>
              <a:gd name="T31" fmla="*/ 183 h 267"/>
              <a:gd name="T32" fmla="*/ 89 w 311"/>
              <a:gd name="T33" fmla="*/ 250 h 267"/>
              <a:gd name="T34" fmla="*/ 72 w 311"/>
              <a:gd name="T35" fmla="*/ 267 h 267"/>
              <a:gd name="T36" fmla="*/ 5 w 311"/>
              <a:gd name="T37" fmla="*/ 262 h 267"/>
              <a:gd name="T38" fmla="*/ 0 w 311"/>
              <a:gd name="T39" fmla="*/ 194 h 267"/>
              <a:gd name="T40" fmla="*/ 16 w 311"/>
              <a:gd name="T41" fmla="*/ 178 h 267"/>
              <a:gd name="T42" fmla="*/ 33 w 311"/>
              <a:gd name="T43" fmla="*/ 144 h 267"/>
              <a:gd name="T44" fmla="*/ 55 w 311"/>
              <a:gd name="T45" fmla="*/ 122 h 267"/>
              <a:gd name="T46" fmla="*/ 144 w 311"/>
              <a:gd name="T47" fmla="*/ 89 h 267"/>
              <a:gd name="T48" fmla="*/ 116 w 311"/>
              <a:gd name="T49" fmla="*/ 84 h 267"/>
              <a:gd name="T50" fmla="*/ 111 w 311"/>
              <a:gd name="T51" fmla="*/ 16 h 267"/>
              <a:gd name="T52" fmla="*/ 128 w 311"/>
              <a:gd name="T53" fmla="*/ 0 h 267"/>
              <a:gd name="T54" fmla="*/ 195 w 311"/>
              <a:gd name="T55" fmla="*/ 5 h 267"/>
              <a:gd name="T56" fmla="*/ 200 w 311"/>
              <a:gd name="T57" fmla="*/ 72 h 267"/>
              <a:gd name="T58" fmla="*/ 183 w 311"/>
              <a:gd name="T59" fmla="*/ 89 h 267"/>
              <a:gd name="T60" fmla="*/ 167 w 311"/>
              <a:gd name="T61" fmla="*/ 122 h 267"/>
              <a:gd name="T62" fmla="*/ 271 w 311"/>
              <a:gd name="T63" fmla="*/ 129 h 267"/>
              <a:gd name="T64" fmla="*/ 278 w 311"/>
              <a:gd name="T65" fmla="*/ 178 h 267"/>
              <a:gd name="T66" fmla="*/ 306 w 311"/>
              <a:gd name="T67" fmla="*/ 183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11" h="267">
                <a:moveTo>
                  <a:pt x="311" y="194"/>
                </a:moveTo>
                <a:cubicBezTo>
                  <a:pt x="311" y="250"/>
                  <a:pt x="311" y="250"/>
                  <a:pt x="311" y="250"/>
                </a:cubicBezTo>
                <a:cubicBezTo>
                  <a:pt x="311" y="255"/>
                  <a:pt x="310" y="259"/>
                  <a:pt x="306" y="262"/>
                </a:cubicBezTo>
                <a:cubicBezTo>
                  <a:pt x="303" y="265"/>
                  <a:pt x="299" y="267"/>
                  <a:pt x="295" y="267"/>
                </a:cubicBezTo>
                <a:cubicBezTo>
                  <a:pt x="239" y="267"/>
                  <a:pt x="239" y="267"/>
                  <a:pt x="239" y="267"/>
                </a:cubicBezTo>
                <a:cubicBezTo>
                  <a:pt x="234" y="267"/>
                  <a:pt x="230" y="265"/>
                  <a:pt x="227" y="262"/>
                </a:cubicBezTo>
                <a:cubicBezTo>
                  <a:pt x="224" y="259"/>
                  <a:pt x="222" y="255"/>
                  <a:pt x="222" y="250"/>
                </a:cubicBezTo>
                <a:cubicBezTo>
                  <a:pt x="222" y="194"/>
                  <a:pt x="222" y="194"/>
                  <a:pt x="222" y="194"/>
                </a:cubicBezTo>
                <a:cubicBezTo>
                  <a:pt x="222" y="190"/>
                  <a:pt x="224" y="186"/>
                  <a:pt x="227" y="183"/>
                </a:cubicBezTo>
                <a:cubicBezTo>
                  <a:pt x="230" y="179"/>
                  <a:pt x="234" y="178"/>
                  <a:pt x="239" y="178"/>
                </a:cubicBezTo>
                <a:cubicBezTo>
                  <a:pt x="256" y="178"/>
                  <a:pt x="256" y="178"/>
                  <a:pt x="256" y="178"/>
                </a:cubicBezTo>
                <a:cubicBezTo>
                  <a:pt x="256" y="144"/>
                  <a:pt x="256" y="144"/>
                  <a:pt x="256" y="144"/>
                </a:cubicBezTo>
                <a:cubicBezTo>
                  <a:pt x="167" y="144"/>
                  <a:pt x="167" y="144"/>
                  <a:pt x="167" y="144"/>
                </a:cubicBezTo>
                <a:cubicBezTo>
                  <a:pt x="167" y="178"/>
                  <a:pt x="167" y="178"/>
                  <a:pt x="167" y="178"/>
                </a:cubicBezTo>
                <a:cubicBezTo>
                  <a:pt x="183" y="178"/>
                  <a:pt x="183" y="178"/>
                  <a:pt x="183" y="178"/>
                </a:cubicBezTo>
                <a:cubicBezTo>
                  <a:pt x="188" y="178"/>
                  <a:pt x="192" y="179"/>
                  <a:pt x="195" y="183"/>
                </a:cubicBezTo>
                <a:cubicBezTo>
                  <a:pt x="198" y="186"/>
                  <a:pt x="200" y="190"/>
                  <a:pt x="200" y="194"/>
                </a:cubicBezTo>
                <a:cubicBezTo>
                  <a:pt x="200" y="250"/>
                  <a:pt x="200" y="250"/>
                  <a:pt x="200" y="250"/>
                </a:cubicBezTo>
                <a:cubicBezTo>
                  <a:pt x="200" y="255"/>
                  <a:pt x="198" y="259"/>
                  <a:pt x="195" y="262"/>
                </a:cubicBezTo>
                <a:cubicBezTo>
                  <a:pt x="192" y="265"/>
                  <a:pt x="188" y="267"/>
                  <a:pt x="183" y="267"/>
                </a:cubicBezTo>
                <a:cubicBezTo>
                  <a:pt x="128" y="267"/>
                  <a:pt x="128" y="267"/>
                  <a:pt x="128" y="267"/>
                </a:cubicBezTo>
                <a:cubicBezTo>
                  <a:pt x="123" y="267"/>
                  <a:pt x="119" y="265"/>
                  <a:pt x="116" y="262"/>
                </a:cubicBezTo>
                <a:cubicBezTo>
                  <a:pt x="113" y="259"/>
                  <a:pt x="111" y="255"/>
                  <a:pt x="111" y="250"/>
                </a:cubicBezTo>
                <a:cubicBezTo>
                  <a:pt x="111" y="194"/>
                  <a:pt x="111" y="194"/>
                  <a:pt x="111" y="194"/>
                </a:cubicBezTo>
                <a:cubicBezTo>
                  <a:pt x="111" y="190"/>
                  <a:pt x="113" y="186"/>
                  <a:pt x="116" y="183"/>
                </a:cubicBezTo>
                <a:cubicBezTo>
                  <a:pt x="119" y="179"/>
                  <a:pt x="123" y="178"/>
                  <a:pt x="128" y="178"/>
                </a:cubicBezTo>
                <a:cubicBezTo>
                  <a:pt x="144" y="178"/>
                  <a:pt x="144" y="178"/>
                  <a:pt x="144" y="178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55" y="144"/>
                  <a:pt x="55" y="144"/>
                  <a:pt x="55" y="144"/>
                </a:cubicBezTo>
                <a:cubicBezTo>
                  <a:pt x="55" y="178"/>
                  <a:pt x="55" y="178"/>
                  <a:pt x="55" y="178"/>
                </a:cubicBezTo>
                <a:cubicBezTo>
                  <a:pt x="72" y="178"/>
                  <a:pt x="72" y="178"/>
                  <a:pt x="72" y="178"/>
                </a:cubicBezTo>
                <a:cubicBezTo>
                  <a:pt x="77" y="178"/>
                  <a:pt x="81" y="179"/>
                  <a:pt x="84" y="183"/>
                </a:cubicBezTo>
                <a:cubicBezTo>
                  <a:pt x="87" y="186"/>
                  <a:pt x="89" y="190"/>
                  <a:pt x="89" y="194"/>
                </a:cubicBezTo>
                <a:cubicBezTo>
                  <a:pt x="89" y="250"/>
                  <a:pt x="89" y="250"/>
                  <a:pt x="89" y="250"/>
                </a:cubicBezTo>
                <a:cubicBezTo>
                  <a:pt x="89" y="255"/>
                  <a:pt x="87" y="259"/>
                  <a:pt x="84" y="262"/>
                </a:cubicBezTo>
                <a:cubicBezTo>
                  <a:pt x="81" y="265"/>
                  <a:pt x="77" y="267"/>
                  <a:pt x="72" y="267"/>
                </a:cubicBezTo>
                <a:cubicBezTo>
                  <a:pt x="16" y="267"/>
                  <a:pt x="16" y="267"/>
                  <a:pt x="16" y="267"/>
                </a:cubicBezTo>
                <a:cubicBezTo>
                  <a:pt x="12" y="267"/>
                  <a:pt x="8" y="265"/>
                  <a:pt x="5" y="262"/>
                </a:cubicBezTo>
                <a:cubicBezTo>
                  <a:pt x="1" y="259"/>
                  <a:pt x="0" y="255"/>
                  <a:pt x="0" y="250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90"/>
                  <a:pt x="1" y="186"/>
                  <a:pt x="5" y="183"/>
                </a:cubicBezTo>
                <a:cubicBezTo>
                  <a:pt x="8" y="179"/>
                  <a:pt x="12" y="178"/>
                  <a:pt x="16" y="178"/>
                </a:cubicBezTo>
                <a:cubicBezTo>
                  <a:pt x="33" y="178"/>
                  <a:pt x="33" y="178"/>
                  <a:pt x="33" y="178"/>
                </a:cubicBezTo>
                <a:cubicBezTo>
                  <a:pt x="33" y="144"/>
                  <a:pt x="33" y="144"/>
                  <a:pt x="33" y="144"/>
                </a:cubicBezTo>
                <a:cubicBezTo>
                  <a:pt x="33" y="138"/>
                  <a:pt x="35" y="133"/>
                  <a:pt x="40" y="129"/>
                </a:cubicBezTo>
                <a:cubicBezTo>
                  <a:pt x="44" y="124"/>
                  <a:pt x="49" y="122"/>
                  <a:pt x="55" y="122"/>
                </a:cubicBezTo>
                <a:cubicBezTo>
                  <a:pt x="144" y="122"/>
                  <a:pt x="144" y="122"/>
                  <a:pt x="144" y="122"/>
                </a:cubicBezTo>
                <a:cubicBezTo>
                  <a:pt x="144" y="89"/>
                  <a:pt x="144" y="89"/>
                  <a:pt x="144" y="89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23" y="89"/>
                  <a:pt x="119" y="87"/>
                  <a:pt x="116" y="84"/>
                </a:cubicBezTo>
                <a:cubicBezTo>
                  <a:pt x="113" y="81"/>
                  <a:pt x="111" y="77"/>
                  <a:pt x="111" y="72"/>
                </a:cubicBezTo>
                <a:cubicBezTo>
                  <a:pt x="111" y="16"/>
                  <a:pt x="111" y="16"/>
                  <a:pt x="111" y="16"/>
                </a:cubicBezTo>
                <a:cubicBezTo>
                  <a:pt x="111" y="12"/>
                  <a:pt x="113" y="8"/>
                  <a:pt x="116" y="5"/>
                </a:cubicBezTo>
                <a:cubicBezTo>
                  <a:pt x="119" y="1"/>
                  <a:pt x="123" y="0"/>
                  <a:pt x="128" y="0"/>
                </a:cubicBezTo>
                <a:cubicBezTo>
                  <a:pt x="183" y="0"/>
                  <a:pt x="183" y="0"/>
                  <a:pt x="183" y="0"/>
                </a:cubicBezTo>
                <a:cubicBezTo>
                  <a:pt x="188" y="0"/>
                  <a:pt x="192" y="1"/>
                  <a:pt x="195" y="5"/>
                </a:cubicBezTo>
                <a:cubicBezTo>
                  <a:pt x="198" y="8"/>
                  <a:pt x="200" y="12"/>
                  <a:pt x="200" y="1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77"/>
                  <a:pt x="198" y="81"/>
                  <a:pt x="195" y="84"/>
                </a:cubicBezTo>
                <a:cubicBezTo>
                  <a:pt x="192" y="87"/>
                  <a:pt x="188" y="89"/>
                  <a:pt x="183" y="89"/>
                </a:cubicBezTo>
                <a:cubicBezTo>
                  <a:pt x="167" y="89"/>
                  <a:pt x="167" y="89"/>
                  <a:pt x="167" y="89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256" y="122"/>
                  <a:pt x="256" y="122"/>
                  <a:pt x="256" y="122"/>
                </a:cubicBezTo>
                <a:cubicBezTo>
                  <a:pt x="262" y="122"/>
                  <a:pt x="267" y="124"/>
                  <a:pt x="271" y="129"/>
                </a:cubicBezTo>
                <a:cubicBezTo>
                  <a:pt x="276" y="133"/>
                  <a:pt x="278" y="138"/>
                  <a:pt x="278" y="144"/>
                </a:cubicBezTo>
                <a:cubicBezTo>
                  <a:pt x="278" y="178"/>
                  <a:pt x="278" y="178"/>
                  <a:pt x="278" y="178"/>
                </a:cubicBezTo>
                <a:cubicBezTo>
                  <a:pt x="295" y="178"/>
                  <a:pt x="295" y="178"/>
                  <a:pt x="295" y="178"/>
                </a:cubicBezTo>
                <a:cubicBezTo>
                  <a:pt x="299" y="178"/>
                  <a:pt x="303" y="179"/>
                  <a:pt x="306" y="183"/>
                </a:cubicBezTo>
                <a:cubicBezTo>
                  <a:pt x="310" y="186"/>
                  <a:pt x="311" y="190"/>
                  <a:pt x="311" y="19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5" name="Freeform 73"/>
          <p:cNvSpPr>
            <a:spLocks/>
          </p:cNvSpPr>
          <p:nvPr/>
        </p:nvSpPr>
        <p:spPr bwMode="auto">
          <a:xfrm>
            <a:off x="3281363" y="1611175"/>
            <a:ext cx="384175" cy="225425"/>
          </a:xfrm>
          <a:custGeom>
            <a:avLst/>
            <a:gdLst>
              <a:gd name="T0" fmla="*/ 337 w 356"/>
              <a:gd name="T1" fmla="*/ 102 h 209"/>
              <a:gd name="T2" fmla="*/ 337 w 356"/>
              <a:gd name="T3" fmla="*/ 190 h 209"/>
              <a:gd name="T4" fmla="*/ 262 w 356"/>
              <a:gd name="T5" fmla="*/ 204 h 209"/>
              <a:gd name="T6" fmla="*/ 218 w 356"/>
              <a:gd name="T7" fmla="*/ 173 h 209"/>
              <a:gd name="T8" fmla="*/ 181 w 356"/>
              <a:gd name="T9" fmla="*/ 128 h 209"/>
              <a:gd name="T10" fmla="*/ 141 w 356"/>
              <a:gd name="T11" fmla="*/ 87 h 209"/>
              <a:gd name="T12" fmla="*/ 90 w 356"/>
              <a:gd name="T13" fmla="*/ 70 h 209"/>
              <a:gd name="T14" fmla="*/ 29 w 356"/>
              <a:gd name="T15" fmla="*/ 128 h 209"/>
              <a:gd name="T16" fmla="*/ 93 w 356"/>
              <a:gd name="T17" fmla="*/ 188 h 209"/>
              <a:gd name="T18" fmla="*/ 163 w 356"/>
              <a:gd name="T19" fmla="*/ 164 h 209"/>
              <a:gd name="T20" fmla="*/ 172 w 356"/>
              <a:gd name="T21" fmla="*/ 157 h 209"/>
              <a:gd name="T22" fmla="*/ 180 w 356"/>
              <a:gd name="T23" fmla="*/ 157 h 209"/>
              <a:gd name="T24" fmla="*/ 171 w 356"/>
              <a:gd name="T25" fmla="*/ 175 h 209"/>
              <a:gd name="T26" fmla="*/ 85 w 356"/>
              <a:gd name="T27" fmla="*/ 209 h 209"/>
              <a:gd name="T28" fmla="*/ 11 w 356"/>
              <a:gd name="T29" fmla="*/ 170 h 209"/>
              <a:gd name="T30" fmla="*/ 24 w 356"/>
              <a:gd name="T31" fmla="*/ 69 h 209"/>
              <a:gd name="T32" fmla="*/ 124 w 356"/>
              <a:gd name="T33" fmla="*/ 53 h 209"/>
              <a:gd name="T34" fmla="*/ 183 w 356"/>
              <a:gd name="T35" fmla="*/ 99 h 209"/>
              <a:gd name="T36" fmla="*/ 230 w 356"/>
              <a:gd name="T37" fmla="*/ 155 h 209"/>
              <a:gd name="T38" fmla="*/ 286 w 356"/>
              <a:gd name="T39" fmla="*/ 182 h 209"/>
              <a:gd name="T40" fmla="*/ 327 w 356"/>
              <a:gd name="T41" fmla="*/ 143 h 209"/>
              <a:gd name="T42" fmla="*/ 288 w 356"/>
              <a:gd name="T43" fmla="*/ 104 h 209"/>
              <a:gd name="T44" fmla="*/ 262 w 356"/>
              <a:gd name="T45" fmla="*/ 111 h 209"/>
              <a:gd name="T46" fmla="*/ 253 w 356"/>
              <a:gd name="T47" fmla="*/ 102 h 209"/>
              <a:gd name="T48" fmla="*/ 256 w 356"/>
              <a:gd name="T49" fmla="*/ 82 h 209"/>
              <a:gd name="T50" fmla="*/ 191 w 356"/>
              <a:gd name="T51" fmla="*/ 18 h 209"/>
              <a:gd name="T52" fmla="*/ 157 w 356"/>
              <a:gd name="T53" fmla="*/ 28 h 209"/>
              <a:gd name="T54" fmla="*/ 141 w 356"/>
              <a:gd name="T55" fmla="*/ 38 h 209"/>
              <a:gd name="T56" fmla="*/ 135 w 356"/>
              <a:gd name="T57" fmla="*/ 32 h 209"/>
              <a:gd name="T58" fmla="*/ 165 w 356"/>
              <a:gd name="T59" fmla="*/ 6 h 209"/>
              <a:gd name="T60" fmla="*/ 252 w 356"/>
              <a:gd name="T61" fmla="*/ 22 h 209"/>
              <a:gd name="T62" fmla="*/ 273 w 356"/>
              <a:gd name="T63" fmla="*/ 8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6" h="209">
                <a:moveTo>
                  <a:pt x="293" y="85"/>
                </a:moveTo>
                <a:cubicBezTo>
                  <a:pt x="311" y="85"/>
                  <a:pt x="325" y="91"/>
                  <a:pt x="337" y="102"/>
                </a:cubicBezTo>
                <a:cubicBezTo>
                  <a:pt x="350" y="114"/>
                  <a:pt x="356" y="128"/>
                  <a:pt x="356" y="145"/>
                </a:cubicBezTo>
                <a:cubicBezTo>
                  <a:pt x="356" y="163"/>
                  <a:pt x="349" y="178"/>
                  <a:pt x="337" y="190"/>
                </a:cubicBezTo>
                <a:cubicBezTo>
                  <a:pt x="324" y="203"/>
                  <a:pt x="309" y="209"/>
                  <a:pt x="290" y="209"/>
                </a:cubicBezTo>
                <a:cubicBezTo>
                  <a:pt x="280" y="209"/>
                  <a:pt x="271" y="207"/>
                  <a:pt x="262" y="204"/>
                </a:cubicBezTo>
                <a:cubicBezTo>
                  <a:pt x="253" y="201"/>
                  <a:pt x="245" y="196"/>
                  <a:pt x="238" y="191"/>
                </a:cubicBezTo>
                <a:cubicBezTo>
                  <a:pt x="231" y="186"/>
                  <a:pt x="224" y="180"/>
                  <a:pt x="218" y="173"/>
                </a:cubicBezTo>
                <a:cubicBezTo>
                  <a:pt x="211" y="166"/>
                  <a:pt x="205" y="158"/>
                  <a:pt x="199" y="151"/>
                </a:cubicBezTo>
                <a:cubicBezTo>
                  <a:pt x="193" y="143"/>
                  <a:pt x="187" y="135"/>
                  <a:pt x="181" y="128"/>
                </a:cubicBezTo>
                <a:cubicBezTo>
                  <a:pt x="175" y="120"/>
                  <a:pt x="168" y="113"/>
                  <a:pt x="162" y="106"/>
                </a:cubicBezTo>
                <a:cubicBezTo>
                  <a:pt x="155" y="99"/>
                  <a:pt x="148" y="93"/>
                  <a:pt x="141" y="87"/>
                </a:cubicBezTo>
                <a:cubicBezTo>
                  <a:pt x="134" y="82"/>
                  <a:pt x="127" y="78"/>
                  <a:pt x="118" y="74"/>
                </a:cubicBezTo>
                <a:cubicBezTo>
                  <a:pt x="109" y="71"/>
                  <a:pt x="100" y="70"/>
                  <a:pt x="90" y="70"/>
                </a:cubicBezTo>
                <a:cubicBezTo>
                  <a:pt x="72" y="70"/>
                  <a:pt x="58" y="75"/>
                  <a:pt x="46" y="86"/>
                </a:cubicBezTo>
                <a:cubicBezTo>
                  <a:pt x="35" y="96"/>
                  <a:pt x="29" y="110"/>
                  <a:pt x="29" y="128"/>
                </a:cubicBezTo>
                <a:cubicBezTo>
                  <a:pt x="29" y="146"/>
                  <a:pt x="35" y="161"/>
                  <a:pt x="48" y="172"/>
                </a:cubicBezTo>
                <a:cubicBezTo>
                  <a:pt x="60" y="182"/>
                  <a:pt x="75" y="188"/>
                  <a:pt x="93" y="188"/>
                </a:cubicBezTo>
                <a:cubicBezTo>
                  <a:pt x="105" y="188"/>
                  <a:pt x="117" y="186"/>
                  <a:pt x="129" y="181"/>
                </a:cubicBezTo>
                <a:cubicBezTo>
                  <a:pt x="142" y="177"/>
                  <a:pt x="153" y="171"/>
                  <a:pt x="163" y="164"/>
                </a:cubicBezTo>
                <a:cubicBezTo>
                  <a:pt x="164" y="164"/>
                  <a:pt x="165" y="163"/>
                  <a:pt x="167" y="161"/>
                </a:cubicBezTo>
                <a:cubicBezTo>
                  <a:pt x="169" y="159"/>
                  <a:pt x="170" y="158"/>
                  <a:pt x="172" y="157"/>
                </a:cubicBezTo>
                <a:cubicBezTo>
                  <a:pt x="173" y="156"/>
                  <a:pt x="175" y="155"/>
                  <a:pt x="176" y="155"/>
                </a:cubicBezTo>
                <a:cubicBezTo>
                  <a:pt x="177" y="155"/>
                  <a:pt x="179" y="156"/>
                  <a:pt x="180" y="157"/>
                </a:cubicBezTo>
                <a:cubicBezTo>
                  <a:pt x="181" y="158"/>
                  <a:pt x="182" y="160"/>
                  <a:pt x="182" y="161"/>
                </a:cubicBezTo>
                <a:cubicBezTo>
                  <a:pt x="182" y="164"/>
                  <a:pt x="178" y="168"/>
                  <a:pt x="171" y="175"/>
                </a:cubicBezTo>
                <a:cubicBezTo>
                  <a:pt x="160" y="185"/>
                  <a:pt x="146" y="193"/>
                  <a:pt x="131" y="199"/>
                </a:cubicBezTo>
                <a:cubicBezTo>
                  <a:pt x="115" y="205"/>
                  <a:pt x="100" y="209"/>
                  <a:pt x="85" y="209"/>
                </a:cubicBezTo>
                <a:cubicBezTo>
                  <a:pt x="70" y="209"/>
                  <a:pt x="56" y="205"/>
                  <a:pt x="43" y="199"/>
                </a:cubicBezTo>
                <a:cubicBezTo>
                  <a:pt x="30" y="192"/>
                  <a:pt x="19" y="182"/>
                  <a:pt x="11" y="170"/>
                </a:cubicBezTo>
                <a:cubicBezTo>
                  <a:pt x="3" y="157"/>
                  <a:pt x="0" y="143"/>
                  <a:pt x="0" y="128"/>
                </a:cubicBezTo>
                <a:cubicBezTo>
                  <a:pt x="0" y="104"/>
                  <a:pt x="8" y="84"/>
                  <a:pt x="24" y="69"/>
                </a:cubicBezTo>
                <a:cubicBezTo>
                  <a:pt x="41" y="53"/>
                  <a:pt x="61" y="45"/>
                  <a:pt x="85" y="45"/>
                </a:cubicBezTo>
                <a:cubicBezTo>
                  <a:pt x="98" y="45"/>
                  <a:pt x="112" y="48"/>
                  <a:pt x="124" y="53"/>
                </a:cubicBezTo>
                <a:cubicBezTo>
                  <a:pt x="136" y="58"/>
                  <a:pt x="147" y="64"/>
                  <a:pt x="156" y="72"/>
                </a:cubicBezTo>
                <a:cubicBezTo>
                  <a:pt x="165" y="80"/>
                  <a:pt x="174" y="89"/>
                  <a:pt x="183" y="99"/>
                </a:cubicBezTo>
                <a:cubicBezTo>
                  <a:pt x="191" y="108"/>
                  <a:pt x="199" y="118"/>
                  <a:pt x="207" y="128"/>
                </a:cubicBezTo>
                <a:cubicBezTo>
                  <a:pt x="214" y="138"/>
                  <a:pt x="222" y="147"/>
                  <a:pt x="230" y="155"/>
                </a:cubicBezTo>
                <a:cubicBezTo>
                  <a:pt x="238" y="163"/>
                  <a:pt x="246" y="169"/>
                  <a:pt x="256" y="174"/>
                </a:cubicBezTo>
                <a:cubicBezTo>
                  <a:pt x="266" y="179"/>
                  <a:pt x="276" y="182"/>
                  <a:pt x="286" y="182"/>
                </a:cubicBezTo>
                <a:cubicBezTo>
                  <a:pt x="298" y="182"/>
                  <a:pt x="308" y="178"/>
                  <a:pt x="315" y="171"/>
                </a:cubicBezTo>
                <a:cubicBezTo>
                  <a:pt x="323" y="164"/>
                  <a:pt x="327" y="155"/>
                  <a:pt x="327" y="143"/>
                </a:cubicBezTo>
                <a:cubicBezTo>
                  <a:pt x="327" y="132"/>
                  <a:pt x="323" y="123"/>
                  <a:pt x="316" y="115"/>
                </a:cubicBezTo>
                <a:cubicBezTo>
                  <a:pt x="308" y="108"/>
                  <a:pt x="299" y="104"/>
                  <a:pt x="288" y="104"/>
                </a:cubicBezTo>
                <a:cubicBezTo>
                  <a:pt x="284" y="104"/>
                  <a:pt x="280" y="105"/>
                  <a:pt x="274" y="107"/>
                </a:cubicBezTo>
                <a:cubicBezTo>
                  <a:pt x="268" y="109"/>
                  <a:pt x="264" y="111"/>
                  <a:pt x="262" y="111"/>
                </a:cubicBezTo>
                <a:cubicBezTo>
                  <a:pt x="259" y="111"/>
                  <a:pt x="257" y="110"/>
                  <a:pt x="256" y="108"/>
                </a:cubicBezTo>
                <a:cubicBezTo>
                  <a:pt x="254" y="106"/>
                  <a:pt x="253" y="104"/>
                  <a:pt x="253" y="102"/>
                </a:cubicBezTo>
                <a:cubicBezTo>
                  <a:pt x="253" y="100"/>
                  <a:pt x="253" y="96"/>
                  <a:pt x="254" y="92"/>
                </a:cubicBezTo>
                <a:cubicBezTo>
                  <a:pt x="255" y="87"/>
                  <a:pt x="256" y="84"/>
                  <a:pt x="256" y="82"/>
                </a:cubicBezTo>
                <a:cubicBezTo>
                  <a:pt x="256" y="63"/>
                  <a:pt x="250" y="48"/>
                  <a:pt x="237" y="36"/>
                </a:cubicBezTo>
                <a:cubicBezTo>
                  <a:pt x="225" y="24"/>
                  <a:pt x="209" y="18"/>
                  <a:pt x="191" y="18"/>
                </a:cubicBezTo>
                <a:cubicBezTo>
                  <a:pt x="184" y="18"/>
                  <a:pt x="178" y="19"/>
                  <a:pt x="171" y="21"/>
                </a:cubicBezTo>
                <a:cubicBezTo>
                  <a:pt x="165" y="23"/>
                  <a:pt x="160" y="26"/>
                  <a:pt x="157" y="28"/>
                </a:cubicBezTo>
                <a:cubicBezTo>
                  <a:pt x="153" y="31"/>
                  <a:pt x="150" y="33"/>
                  <a:pt x="147" y="35"/>
                </a:cubicBezTo>
                <a:cubicBezTo>
                  <a:pt x="144" y="37"/>
                  <a:pt x="142" y="38"/>
                  <a:pt x="141" y="38"/>
                </a:cubicBezTo>
                <a:cubicBezTo>
                  <a:pt x="140" y="38"/>
                  <a:pt x="138" y="38"/>
                  <a:pt x="137" y="37"/>
                </a:cubicBezTo>
                <a:cubicBezTo>
                  <a:pt x="136" y="35"/>
                  <a:pt x="135" y="34"/>
                  <a:pt x="135" y="32"/>
                </a:cubicBezTo>
                <a:cubicBezTo>
                  <a:pt x="135" y="30"/>
                  <a:pt x="137" y="27"/>
                  <a:pt x="140" y="24"/>
                </a:cubicBezTo>
                <a:cubicBezTo>
                  <a:pt x="146" y="16"/>
                  <a:pt x="155" y="10"/>
                  <a:pt x="165" y="6"/>
                </a:cubicBezTo>
                <a:cubicBezTo>
                  <a:pt x="175" y="2"/>
                  <a:pt x="186" y="0"/>
                  <a:pt x="197" y="0"/>
                </a:cubicBezTo>
                <a:cubicBezTo>
                  <a:pt x="219" y="0"/>
                  <a:pt x="237" y="7"/>
                  <a:pt x="252" y="22"/>
                </a:cubicBezTo>
                <a:cubicBezTo>
                  <a:pt x="267" y="36"/>
                  <a:pt x="274" y="54"/>
                  <a:pt x="274" y="76"/>
                </a:cubicBezTo>
                <a:cubicBezTo>
                  <a:pt x="274" y="81"/>
                  <a:pt x="274" y="85"/>
                  <a:pt x="273" y="88"/>
                </a:cubicBezTo>
                <a:cubicBezTo>
                  <a:pt x="280" y="86"/>
                  <a:pt x="287" y="85"/>
                  <a:pt x="293" y="8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6" name="Freeform 74"/>
          <p:cNvSpPr>
            <a:spLocks noEditPoints="1"/>
          </p:cNvSpPr>
          <p:nvPr/>
        </p:nvSpPr>
        <p:spPr bwMode="auto">
          <a:xfrm>
            <a:off x="742951" y="2011225"/>
            <a:ext cx="287338" cy="287338"/>
          </a:xfrm>
          <a:custGeom>
            <a:avLst/>
            <a:gdLst>
              <a:gd name="T0" fmla="*/ 201 w 267"/>
              <a:gd name="T1" fmla="*/ 146 h 267"/>
              <a:gd name="T2" fmla="*/ 180 w 267"/>
              <a:gd name="T3" fmla="*/ 126 h 267"/>
              <a:gd name="T4" fmla="*/ 150 w 267"/>
              <a:gd name="T5" fmla="*/ 116 h 267"/>
              <a:gd name="T6" fmla="*/ 124 w 267"/>
              <a:gd name="T7" fmla="*/ 110 h 267"/>
              <a:gd name="T8" fmla="*/ 113 w 267"/>
              <a:gd name="T9" fmla="*/ 105 h 267"/>
              <a:gd name="T10" fmla="*/ 109 w 267"/>
              <a:gd name="T11" fmla="*/ 96 h 267"/>
              <a:gd name="T12" fmla="*/ 147 w 267"/>
              <a:gd name="T13" fmla="*/ 85 h 267"/>
              <a:gd name="T14" fmla="*/ 163 w 267"/>
              <a:gd name="T15" fmla="*/ 96 h 267"/>
              <a:gd name="T16" fmla="*/ 179 w 267"/>
              <a:gd name="T17" fmla="*/ 103 h 267"/>
              <a:gd name="T18" fmla="*/ 197 w 267"/>
              <a:gd name="T19" fmla="*/ 84 h 267"/>
              <a:gd name="T20" fmla="*/ 162 w 267"/>
              <a:gd name="T21" fmla="*/ 55 h 267"/>
              <a:gd name="T22" fmla="*/ 108 w 267"/>
              <a:gd name="T23" fmla="*/ 54 h 267"/>
              <a:gd name="T24" fmla="*/ 71 w 267"/>
              <a:gd name="T25" fmla="*/ 77 h 267"/>
              <a:gd name="T26" fmla="*/ 69 w 267"/>
              <a:gd name="T27" fmla="*/ 118 h 267"/>
              <a:gd name="T28" fmla="*/ 92 w 267"/>
              <a:gd name="T29" fmla="*/ 140 h 267"/>
              <a:gd name="T30" fmla="*/ 136 w 267"/>
              <a:gd name="T31" fmla="*/ 151 h 267"/>
              <a:gd name="T32" fmla="*/ 161 w 267"/>
              <a:gd name="T33" fmla="*/ 168 h 267"/>
              <a:gd name="T34" fmla="*/ 136 w 267"/>
              <a:gd name="T35" fmla="*/ 184 h 267"/>
              <a:gd name="T36" fmla="*/ 108 w 267"/>
              <a:gd name="T37" fmla="*/ 174 h 267"/>
              <a:gd name="T38" fmla="*/ 92 w 267"/>
              <a:gd name="T39" fmla="*/ 160 h 267"/>
              <a:gd name="T40" fmla="*/ 70 w 267"/>
              <a:gd name="T41" fmla="*/ 162 h 267"/>
              <a:gd name="T42" fmla="*/ 87 w 267"/>
              <a:gd name="T43" fmla="*/ 203 h 267"/>
              <a:gd name="T44" fmla="*/ 162 w 267"/>
              <a:gd name="T45" fmla="*/ 211 h 267"/>
              <a:gd name="T46" fmla="*/ 198 w 267"/>
              <a:gd name="T47" fmla="*/ 185 h 267"/>
              <a:gd name="T48" fmla="*/ 267 w 267"/>
              <a:gd name="T49" fmla="*/ 200 h 267"/>
              <a:gd name="T50" fmla="*/ 200 w 267"/>
              <a:gd name="T51" fmla="*/ 267 h 267"/>
              <a:gd name="T52" fmla="*/ 134 w 267"/>
              <a:gd name="T53" fmla="*/ 256 h 267"/>
              <a:gd name="T54" fmla="*/ 47 w 267"/>
              <a:gd name="T55" fmla="*/ 220 h 267"/>
              <a:gd name="T56" fmla="*/ 11 w 267"/>
              <a:gd name="T57" fmla="*/ 133 h 267"/>
              <a:gd name="T58" fmla="*/ 0 w 267"/>
              <a:gd name="T59" fmla="*/ 67 h 267"/>
              <a:gd name="T60" fmla="*/ 67 w 267"/>
              <a:gd name="T61" fmla="*/ 0 h 267"/>
              <a:gd name="T62" fmla="*/ 134 w 267"/>
              <a:gd name="T63" fmla="*/ 11 h 267"/>
              <a:gd name="T64" fmla="*/ 220 w 267"/>
              <a:gd name="T65" fmla="*/ 47 h 267"/>
              <a:gd name="T66" fmla="*/ 256 w 267"/>
              <a:gd name="T67" fmla="*/ 133 h 267"/>
              <a:gd name="T68" fmla="*/ 267 w 267"/>
              <a:gd name="T69" fmla="*/ 20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7" h="267">
                <a:moveTo>
                  <a:pt x="204" y="162"/>
                </a:moveTo>
                <a:cubicBezTo>
                  <a:pt x="204" y="157"/>
                  <a:pt x="203" y="151"/>
                  <a:pt x="201" y="146"/>
                </a:cubicBezTo>
                <a:cubicBezTo>
                  <a:pt x="198" y="142"/>
                  <a:pt x="196" y="138"/>
                  <a:pt x="192" y="135"/>
                </a:cubicBezTo>
                <a:cubicBezTo>
                  <a:pt x="189" y="131"/>
                  <a:pt x="185" y="129"/>
                  <a:pt x="180" y="126"/>
                </a:cubicBezTo>
                <a:cubicBezTo>
                  <a:pt x="175" y="123"/>
                  <a:pt x="170" y="122"/>
                  <a:pt x="165" y="120"/>
                </a:cubicBezTo>
                <a:cubicBezTo>
                  <a:pt x="161" y="119"/>
                  <a:pt x="156" y="117"/>
                  <a:pt x="150" y="116"/>
                </a:cubicBezTo>
                <a:cubicBezTo>
                  <a:pt x="132" y="112"/>
                  <a:pt x="132" y="112"/>
                  <a:pt x="132" y="112"/>
                </a:cubicBezTo>
                <a:cubicBezTo>
                  <a:pt x="128" y="111"/>
                  <a:pt x="126" y="111"/>
                  <a:pt x="124" y="110"/>
                </a:cubicBezTo>
                <a:cubicBezTo>
                  <a:pt x="123" y="110"/>
                  <a:pt x="121" y="109"/>
                  <a:pt x="118" y="108"/>
                </a:cubicBezTo>
                <a:cubicBezTo>
                  <a:pt x="116" y="107"/>
                  <a:pt x="114" y="106"/>
                  <a:pt x="113" y="105"/>
                </a:cubicBezTo>
                <a:cubicBezTo>
                  <a:pt x="112" y="104"/>
                  <a:pt x="111" y="103"/>
                  <a:pt x="110" y="102"/>
                </a:cubicBezTo>
                <a:cubicBezTo>
                  <a:pt x="109" y="100"/>
                  <a:pt x="109" y="98"/>
                  <a:pt x="109" y="96"/>
                </a:cubicBezTo>
                <a:cubicBezTo>
                  <a:pt x="109" y="88"/>
                  <a:pt x="117" y="83"/>
                  <a:pt x="134" y="83"/>
                </a:cubicBezTo>
                <a:cubicBezTo>
                  <a:pt x="139" y="83"/>
                  <a:pt x="143" y="84"/>
                  <a:pt x="147" y="85"/>
                </a:cubicBezTo>
                <a:cubicBezTo>
                  <a:pt x="151" y="87"/>
                  <a:pt x="154" y="88"/>
                  <a:pt x="157" y="90"/>
                </a:cubicBezTo>
                <a:cubicBezTo>
                  <a:pt x="159" y="92"/>
                  <a:pt x="161" y="94"/>
                  <a:pt x="163" y="96"/>
                </a:cubicBezTo>
                <a:cubicBezTo>
                  <a:pt x="165" y="98"/>
                  <a:pt x="168" y="100"/>
                  <a:pt x="170" y="101"/>
                </a:cubicBezTo>
                <a:cubicBezTo>
                  <a:pt x="173" y="102"/>
                  <a:pt x="176" y="103"/>
                  <a:pt x="179" y="103"/>
                </a:cubicBezTo>
                <a:cubicBezTo>
                  <a:pt x="184" y="103"/>
                  <a:pt x="188" y="101"/>
                  <a:pt x="192" y="98"/>
                </a:cubicBezTo>
                <a:cubicBezTo>
                  <a:pt x="195" y="94"/>
                  <a:pt x="197" y="89"/>
                  <a:pt x="197" y="84"/>
                </a:cubicBezTo>
                <a:cubicBezTo>
                  <a:pt x="197" y="78"/>
                  <a:pt x="193" y="72"/>
                  <a:pt x="187" y="67"/>
                </a:cubicBezTo>
                <a:cubicBezTo>
                  <a:pt x="180" y="62"/>
                  <a:pt x="172" y="58"/>
                  <a:pt x="162" y="55"/>
                </a:cubicBezTo>
                <a:cubicBezTo>
                  <a:pt x="152" y="52"/>
                  <a:pt x="142" y="51"/>
                  <a:pt x="131" y="51"/>
                </a:cubicBezTo>
                <a:cubicBezTo>
                  <a:pt x="123" y="51"/>
                  <a:pt x="115" y="52"/>
                  <a:pt x="108" y="54"/>
                </a:cubicBezTo>
                <a:cubicBezTo>
                  <a:pt x="100" y="56"/>
                  <a:pt x="93" y="58"/>
                  <a:pt x="87" y="62"/>
                </a:cubicBezTo>
                <a:cubicBezTo>
                  <a:pt x="80" y="66"/>
                  <a:pt x="75" y="71"/>
                  <a:pt x="71" y="77"/>
                </a:cubicBezTo>
                <a:cubicBezTo>
                  <a:pt x="67" y="84"/>
                  <a:pt x="66" y="91"/>
                  <a:pt x="66" y="99"/>
                </a:cubicBezTo>
                <a:cubicBezTo>
                  <a:pt x="66" y="107"/>
                  <a:pt x="67" y="113"/>
                  <a:pt x="69" y="118"/>
                </a:cubicBezTo>
                <a:cubicBezTo>
                  <a:pt x="71" y="123"/>
                  <a:pt x="74" y="128"/>
                  <a:pt x="79" y="131"/>
                </a:cubicBezTo>
                <a:cubicBezTo>
                  <a:pt x="83" y="135"/>
                  <a:pt x="88" y="137"/>
                  <a:pt x="92" y="140"/>
                </a:cubicBezTo>
                <a:cubicBezTo>
                  <a:pt x="97" y="142"/>
                  <a:pt x="103" y="144"/>
                  <a:pt x="110" y="145"/>
                </a:cubicBezTo>
                <a:cubicBezTo>
                  <a:pt x="136" y="151"/>
                  <a:pt x="136" y="151"/>
                  <a:pt x="136" y="151"/>
                </a:cubicBezTo>
                <a:cubicBezTo>
                  <a:pt x="146" y="154"/>
                  <a:pt x="153" y="156"/>
                  <a:pt x="155" y="158"/>
                </a:cubicBezTo>
                <a:cubicBezTo>
                  <a:pt x="159" y="160"/>
                  <a:pt x="161" y="163"/>
                  <a:pt x="161" y="168"/>
                </a:cubicBezTo>
                <a:cubicBezTo>
                  <a:pt x="161" y="173"/>
                  <a:pt x="159" y="176"/>
                  <a:pt x="154" y="179"/>
                </a:cubicBezTo>
                <a:cubicBezTo>
                  <a:pt x="149" y="182"/>
                  <a:pt x="143" y="184"/>
                  <a:pt x="136" y="184"/>
                </a:cubicBezTo>
                <a:cubicBezTo>
                  <a:pt x="130" y="184"/>
                  <a:pt x="124" y="183"/>
                  <a:pt x="120" y="181"/>
                </a:cubicBezTo>
                <a:cubicBezTo>
                  <a:pt x="115" y="179"/>
                  <a:pt x="111" y="177"/>
                  <a:pt x="108" y="174"/>
                </a:cubicBezTo>
                <a:cubicBezTo>
                  <a:pt x="106" y="172"/>
                  <a:pt x="103" y="169"/>
                  <a:pt x="100" y="166"/>
                </a:cubicBezTo>
                <a:cubicBezTo>
                  <a:pt x="98" y="164"/>
                  <a:pt x="95" y="162"/>
                  <a:pt x="92" y="160"/>
                </a:cubicBezTo>
                <a:cubicBezTo>
                  <a:pt x="90" y="158"/>
                  <a:pt x="86" y="157"/>
                  <a:pt x="83" y="157"/>
                </a:cubicBezTo>
                <a:cubicBezTo>
                  <a:pt x="77" y="157"/>
                  <a:pt x="73" y="159"/>
                  <a:pt x="70" y="162"/>
                </a:cubicBezTo>
                <a:cubicBezTo>
                  <a:pt x="67" y="166"/>
                  <a:pt x="66" y="170"/>
                  <a:pt x="66" y="175"/>
                </a:cubicBezTo>
                <a:cubicBezTo>
                  <a:pt x="66" y="186"/>
                  <a:pt x="73" y="195"/>
                  <a:pt x="87" y="203"/>
                </a:cubicBezTo>
                <a:cubicBezTo>
                  <a:pt x="101" y="210"/>
                  <a:pt x="118" y="214"/>
                  <a:pt x="137" y="214"/>
                </a:cubicBezTo>
                <a:cubicBezTo>
                  <a:pt x="146" y="214"/>
                  <a:pt x="154" y="213"/>
                  <a:pt x="162" y="211"/>
                </a:cubicBezTo>
                <a:cubicBezTo>
                  <a:pt x="169" y="209"/>
                  <a:pt x="177" y="206"/>
                  <a:pt x="183" y="202"/>
                </a:cubicBezTo>
                <a:cubicBezTo>
                  <a:pt x="189" y="197"/>
                  <a:pt x="195" y="192"/>
                  <a:pt x="198" y="185"/>
                </a:cubicBezTo>
                <a:cubicBezTo>
                  <a:pt x="202" y="178"/>
                  <a:pt x="204" y="171"/>
                  <a:pt x="204" y="162"/>
                </a:cubicBezTo>
                <a:close/>
                <a:moveTo>
                  <a:pt x="267" y="200"/>
                </a:moveTo>
                <a:cubicBezTo>
                  <a:pt x="267" y="219"/>
                  <a:pt x="261" y="234"/>
                  <a:pt x="248" y="247"/>
                </a:cubicBezTo>
                <a:cubicBezTo>
                  <a:pt x="235" y="260"/>
                  <a:pt x="219" y="267"/>
                  <a:pt x="200" y="267"/>
                </a:cubicBezTo>
                <a:cubicBezTo>
                  <a:pt x="185" y="267"/>
                  <a:pt x="172" y="262"/>
                  <a:pt x="160" y="253"/>
                </a:cubicBezTo>
                <a:cubicBezTo>
                  <a:pt x="151" y="255"/>
                  <a:pt x="142" y="256"/>
                  <a:pt x="134" y="256"/>
                </a:cubicBezTo>
                <a:cubicBezTo>
                  <a:pt x="117" y="256"/>
                  <a:pt x="101" y="253"/>
                  <a:pt x="86" y="246"/>
                </a:cubicBezTo>
                <a:cubicBezTo>
                  <a:pt x="71" y="240"/>
                  <a:pt x="58" y="231"/>
                  <a:pt x="47" y="220"/>
                </a:cubicBezTo>
                <a:cubicBezTo>
                  <a:pt x="36" y="209"/>
                  <a:pt x="27" y="196"/>
                  <a:pt x="21" y="181"/>
                </a:cubicBezTo>
                <a:cubicBezTo>
                  <a:pt x="15" y="166"/>
                  <a:pt x="11" y="150"/>
                  <a:pt x="11" y="133"/>
                </a:cubicBezTo>
                <a:cubicBezTo>
                  <a:pt x="11" y="125"/>
                  <a:pt x="12" y="116"/>
                  <a:pt x="14" y="107"/>
                </a:cubicBezTo>
                <a:cubicBezTo>
                  <a:pt x="5" y="95"/>
                  <a:pt x="0" y="82"/>
                  <a:pt x="0" y="67"/>
                </a:cubicBezTo>
                <a:cubicBezTo>
                  <a:pt x="0" y="48"/>
                  <a:pt x="7" y="32"/>
                  <a:pt x="20" y="19"/>
                </a:cubicBezTo>
                <a:cubicBezTo>
                  <a:pt x="33" y="6"/>
                  <a:pt x="48" y="0"/>
                  <a:pt x="67" y="0"/>
                </a:cubicBezTo>
                <a:cubicBezTo>
                  <a:pt x="82" y="0"/>
                  <a:pt x="96" y="4"/>
                  <a:pt x="108" y="14"/>
                </a:cubicBezTo>
                <a:cubicBezTo>
                  <a:pt x="117" y="12"/>
                  <a:pt x="125" y="11"/>
                  <a:pt x="134" y="11"/>
                </a:cubicBezTo>
                <a:cubicBezTo>
                  <a:pt x="150" y="11"/>
                  <a:pt x="166" y="14"/>
                  <a:pt x="181" y="21"/>
                </a:cubicBezTo>
                <a:cubicBezTo>
                  <a:pt x="196" y="27"/>
                  <a:pt x="209" y="36"/>
                  <a:pt x="220" y="47"/>
                </a:cubicBezTo>
                <a:cubicBezTo>
                  <a:pt x="231" y="58"/>
                  <a:pt x="240" y="71"/>
                  <a:pt x="246" y="86"/>
                </a:cubicBezTo>
                <a:cubicBezTo>
                  <a:pt x="253" y="101"/>
                  <a:pt x="256" y="117"/>
                  <a:pt x="256" y="133"/>
                </a:cubicBezTo>
                <a:cubicBezTo>
                  <a:pt x="256" y="142"/>
                  <a:pt x="255" y="151"/>
                  <a:pt x="253" y="159"/>
                </a:cubicBezTo>
                <a:cubicBezTo>
                  <a:pt x="263" y="171"/>
                  <a:pt x="267" y="185"/>
                  <a:pt x="267" y="2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7" name="Freeform 75"/>
          <p:cNvSpPr>
            <a:spLocks noEditPoints="1"/>
          </p:cNvSpPr>
          <p:nvPr/>
        </p:nvSpPr>
        <p:spPr bwMode="auto">
          <a:xfrm>
            <a:off x="1162051" y="1998525"/>
            <a:ext cx="312738" cy="312738"/>
          </a:xfrm>
          <a:custGeom>
            <a:avLst/>
            <a:gdLst>
              <a:gd name="T0" fmla="*/ 282 w 290"/>
              <a:gd name="T1" fmla="*/ 142 h 289"/>
              <a:gd name="T2" fmla="*/ 273 w 290"/>
              <a:gd name="T3" fmla="*/ 182 h 289"/>
              <a:gd name="T4" fmla="*/ 253 w 290"/>
              <a:gd name="T5" fmla="*/ 221 h 289"/>
              <a:gd name="T6" fmla="*/ 247 w 290"/>
              <a:gd name="T7" fmla="*/ 247 h 289"/>
              <a:gd name="T8" fmla="*/ 215 w 290"/>
              <a:gd name="T9" fmla="*/ 250 h 289"/>
              <a:gd name="T10" fmla="*/ 196 w 290"/>
              <a:gd name="T11" fmla="*/ 209 h 289"/>
              <a:gd name="T12" fmla="*/ 151 w 290"/>
              <a:gd name="T13" fmla="*/ 256 h 289"/>
              <a:gd name="T14" fmla="*/ 146 w 290"/>
              <a:gd name="T15" fmla="*/ 282 h 289"/>
              <a:gd name="T16" fmla="*/ 113 w 290"/>
              <a:gd name="T17" fmla="*/ 284 h 289"/>
              <a:gd name="T18" fmla="*/ 94 w 290"/>
              <a:gd name="T19" fmla="*/ 243 h 289"/>
              <a:gd name="T20" fmla="*/ 59 w 290"/>
              <a:gd name="T21" fmla="*/ 254 h 289"/>
              <a:gd name="T22" fmla="*/ 34 w 290"/>
              <a:gd name="T23" fmla="*/ 230 h 289"/>
              <a:gd name="T24" fmla="*/ 51 w 290"/>
              <a:gd name="T25" fmla="*/ 206 h 289"/>
              <a:gd name="T26" fmla="*/ 60 w 290"/>
              <a:gd name="T27" fmla="*/ 142 h 289"/>
              <a:gd name="T28" fmla="*/ 25 w 290"/>
              <a:gd name="T29" fmla="*/ 153 h 289"/>
              <a:gd name="T30" fmla="*/ 0 w 290"/>
              <a:gd name="T31" fmla="*/ 128 h 289"/>
              <a:gd name="T32" fmla="*/ 17 w 290"/>
              <a:gd name="T33" fmla="*/ 104 h 289"/>
              <a:gd name="T34" fmla="*/ 35 w 290"/>
              <a:gd name="T35" fmla="*/ 67 h 289"/>
              <a:gd name="T36" fmla="*/ 41 w 290"/>
              <a:gd name="T37" fmla="*/ 41 h 289"/>
              <a:gd name="T38" fmla="*/ 74 w 290"/>
              <a:gd name="T39" fmla="*/ 39 h 289"/>
              <a:gd name="T40" fmla="*/ 93 w 290"/>
              <a:gd name="T41" fmla="*/ 79 h 289"/>
              <a:gd name="T42" fmla="*/ 137 w 290"/>
              <a:gd name="T43" fmla="*/ 33 h 289"/>
              <a:gd name="T44" fmla="*/ 143 w 290"/>
              <a:gd name="T45" fmla="*/ 7 h 289"/>
              <a:gd name="T46" fmla="*/ 176 w 290"/>
              <a:gd name="T47" fmla="*/ 4 h 289"/>
              <a:gd name="T48" fmla="*/ 194 w 290"/>
              <a:gd name="T49" fmla="*/ 45 h 289"/>
              <a:gd name="T50" fmla="*/ 230 w 290"/>
              <a:gd name="T51" fmla="*/ 34 h 289"/>
              <a:gd name="T52" fmla="*/ 255 w 290"/>
              <a:gd name="T53" fmla="*/ 58 h 289"/>
              <a:gd name="T54" fmla="*/ 237 w 290"/>
              <a:gd name="T55" fmla="*/ 81 h 289"/>
              <a:gd name="T56" fmla="*/ 228 w 290"/>
              <a:gd name="T57" fmla="*/ 146 h 289"/>
              <a:gd name="T58" fmla="*/ 264 w 290"/>
              <a:gd name="T59" fmla="*/ 135 h 289"/>
              <a:gd name="T60" fmla="*/ 180 w 290"/>
              <a:gd name="T61" fmla="*/ 162 h 289"/>
              <a:gd name="T62" fmla="*/ 108 w 290"/>
              <a:gd name="T63" fmla="*/ 12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0" h="289">
                <a:moveTo>
                  <a:pt x="264" y="135"/>
                </a:moveTo>
                <a:cubicBezTo>
                  <a:pt x="271" y="135"/>
                  <a:pt x="277" y="137"/>
                  <a:pt x="282" y="142"/>
                </a:cubicBezTo>
                <a:cubicBezTo>
                  <a:pt x="287" y="146"/>
                  <a:pt x="290" y="152"/>
                  <a:pt x="290" y="159"/>
                </a:cubicBezTo>
                <a:cubicBezTo>
                  <a:pt x="290" y="171"/>
                  <a:pt x="284" y="178"/>
                  <a:pt x="273" y="18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53" y="221"/>
                  <a:pt x="253" y="221"/>
                  <a:pt x="253" y="221"/>
                </a:cubicBezTo>
                <a:cubicBezTo>
                  <a:pt x="254" y="224"/>
                  <a:pt x="254" y="226"/>
                  <a:pt x="254" y="229"/>
                </a:cubicBezTo>
                <a:cubicBezTo>
                  <a:pt x="254" y="236"/>
                  <a:pt x="252" y="242"/>
                  <a:pt x="247" y="247"/>
                </a:cubicBezTo>
                <a:cubicBezTo>
                  <a:pt x="242" y="252"/>
                  <a:pt x="236" y="255"/>
                  <a:pt x="230" y="255"/>
                </a:cubicBezTo>
                <a:cubicBezTo>
                  <a:pt x="224" y="255"/>
                  <a:pt x="219" y="253"/>
                  <a:pt x="215" y="250"/>
                </a:cubicBezTo>
                <a:cubicBezTo>
                  <a:pt x="210" y="247"/>
                  <a:pt x="207" y="243"/>
                  <a:pt x="205" y="237"/>
                </a:cubicBezTo>
                <a:cubicBezTo>
                  <a:pt x="196" y="209"/>
                  <a:pt x="196" y="209"/>
                  <a:pt x="196" y="209"/>
                </a:cubicBezTo>
                <a:cubicBezTo>
                  <a:pt x="142" y="227"/>
                  <a:pt x="142" y="227"/>
                  <a:pt x="142" y="227"/>
                </a:cubicBezTo>
                <a:cubicBezTo>
                  <a:pt x="151" y="256"/>
                  <a:pt x="151" y="256"/>
                  <a:pt x="151" y="256"/>
                </a:cubicBezTo>
                <a:cubicBezTo>
                  <a:pt x="152" y="258"/>
                  <a:pt x="153" y="261"/>
                  <a:pt x="153" y="264"/>
                </a:cubicBezTo>
                <a:cubicBezTo>
                  <a:pt x="153" y="271"/>
                  <a:pt x="150" y="277"/>
                  <a:pt x="146" y="282"/>
                </a:cubicBezTo>
                <a:cubicBezTo>
                  <a:pt x="141" y="287"/>
                  <a:pt x="135" y="289"/>
                  <a:pt x="128" y="289"/>
                </a:cubicBezTo>
                <a:cubicBezTo>
                  <a:pt x="122" y="289"/>
                  <a:pt x="117" y="287"/>
                  <a:pt x="113" y="284"/>
                </a:cubicBezTo>
                <a:cubicBezTo>
                  <a:pt x="109" y="281"/>
                  <a:pt x="106" y="277"/>
                  <a:pt x="104" y="272"/>
                </a:cubicBezTo>
                <a:cubicBezTo>
                  <a:pt x="94" y="243"/>
                  <a:pt x="94" y="243"/>
                  <a:pt x="94" y="243"/>
                </a:cubicBezTo>
                <a:cubicBezTo>
                  <a:pt x="68" y="253"/>
                  <a:pt x="68" y="253"/>
                  <a:pt x="68" y="253"/>
                </a:cubicBezTo>
                <a:cubicBezTo>
                  <a:pt x="64" y="254"/>
                  <a:pt x="61" y="254"/>
                  <a:pt x="59" y="254"/>
                </a:cubicBezTo>
                <a:cubicBezTo>
                  <a:pt x="52" y="254"/>
                  <a:pt x="46" y="252"/>
                  <a:pt x="41" y="247"/>
                </a:cubicBezTo>
                <a:cubicBezTo>
                  <a:pt x="37" y="243"/>
                  <a:pt x="34" y="237"/>
                  <a:pt x="34" y="230"/>
                </a:cubicBezTo>
                <a:cubicBezTo>
                  <a:pt x="34" y="224"/>
                  <a:pt x="36" y="219"/>
                  <a:pt x="39" y="215"/>
                </a:cubicBezTo>
                <a:cubicBezTo>
                  <a:pt x="42" y="211"/>
                  <a:pt x="46" y="207"/>
                  <a:pt x="51" y="206"/>
                </a:cubicBezTo>
                <a:cubicBezTo>
                  <a:pt x="79" y="197"/>
                  <a:pt x="79" y="197"/>
                  <a:pt x="79" y="197"/>
                </a:cubicBezTo>
                <a:cubicBezTo>
                  <a:pt x="60" y="142"/>
                  <a:pt x="60" y="142"/>
                  <a:pt x="60" y="142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30" y="152"/>
                  <a:pt x="27" y="153"/>
                  <a:pt x="25" y="153"/>
                </a:cubicBezTo>
                <a:cubicBezTo>
                  <a:pt x="18" y="153"/>
                  <a:pt x="12" y="151"/>
                  <a:pt x="7" y="146"/>
                </a:cubicBezTo>
                <a:cubicBezTo>
                  <a:pt x="3" y="141"/>
                  <a:pt x="0" y="135"/>
                  <a:pt x="0" y="128"/>
                </a:cubicBezTo>
                <a:cubicBezTo>
                  <a:pt x="0" y="123"/>
                  <a:pt x="2" y="118"/>
                  <a:pt x="5" y="114"/>
                </a:cubicBezTo>
                <a:cubicBezTo>
                  <a:pt x="8" y="109"/>
                  <a:pt x="12" y="106"/>
                  <a:pt x="17" y="104"/>
                </a:cubicBezTo>
                <a:cubicBezTo>
                  <a:pt x="45" y="95"/>
                  <a:pt x="45" y="95"/>
                  <a:pt x="45" y="95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5"/>
                  <a:pt x="34" y="62"/>
                  <a:pt x="34" y="59"/>
                </a:cubicBezTo>
                <a:cubicBezTo>
                  <a:pt x="34" y="52"/>
                  <a:pt x="37" y="46"/>
                  <a:pt x="41" y="41"/>
                </a:cubicBezTo>
                <a:cubicBezTo>
                  <a:pt x="46" y="37"/>
                  <a:pt x="52" y="34"/>
                  <a:pt x="59" y="34"/>
                </a:cubicBezTo>
                <a:cubicBezTo>
                  <a:pt x="65" y="34"/>
                  <a:pt x="70" y="36"/>
                  <a:pt x="74" y="39"/>
                </a:cubicBezTo>
                <a:cubicBezTo>
                  <a:pt x="78" y="42"/>
                  <a:pt x="81" y="46"/>
                  <a:pt x="83" y="51"/>
                </a:cubicBezTo>
                <a:cubicBezTo>
                  <a:pt x="93" y="79"/>
                  <a:pt x="93" y="79"/>
                  <a:pt x="93" y="79"/>
                </a:cubicBezTo>
                <a:cubicBezTo>
                  <a:pt x="146" y="61"/>
                  <a:pt x="146" y="61"/>
                  <a:pt x="146" y="61"/>
                </a:cubicBezTo>
                <a:cubicBezTo>
                  <a:pt x="137" y="33"/>
                  <a:pt x="137" y="33"/>
                  <a:pt x="137" y="33"/>
                </a:cubicBezTo>
                <a:cubicBezTo>
                  <a:pt x="136" y="30"/>
                  <a:pt x="136" y="28"/>
                  <a:pt x="136" y="25"/>
                </a:cubicBezTo>
                <a:cubicBezTo>
                  <a:pt x="136" y="18"/>
                  <a:pt x="138" y="12"/>
                  <a:pt x="143" y="7"/>
                </a:cubicBezTo>
                <a:cubicBezTo>
                  <a:pt x="148" y="2"/>
                  <a:pt x="154" y="0"/>
                  <a:pt x="161" y="0"/>
                </a:cubicBezTo>
                <a:cubicBezTo>
                  <a:pt x="166" y="0"/>
                  <a:pt x="171" y="1"/>
                  <a:pt x="176" y="4"/>
                </a:cubicBezTo>
                <a:cubicBezTo>
                  <a:pt x="180" y="8"/>
                  <a:pt x="183" y="12"/>
                  <a:pt x="185" y="17"/>
                </a:cubicBezTo>
                <a:cubicBezTo>
                  <a:pt x="194" y="45"/>
                  <a:pt x="194" y="45"/>
                  <a:pt x="194" y="45"/>
                </a:cubicBezTo>
                <a:cubicBezTo>
                  <a:pt x="222" y="35"/>
                  <a:pt x="222" y="35"/>
                  <a:pt x="222" y="35"/>
                </a:cubicBezTo>
                <a:cubicBezTo>
                  <a:pt x="225" y="35"/>
                  <a:pt x="227" y="34"/>
                  <a:pt x="230" y="34"/>
                </a:cubicBezTo>
                <a:cubicBezTo>
                  <a:pt x="237" y="34"/>
                  <a:pt x="243" y="37"/>
                  <a:pt x="248" y="41"/>
                </a:cubicBezTo>
                <a:cubicBezTo>
                  <a:pt x="252" y="46"/>
                  <a:pt x="255" y="51"/>
                  <a:pt x="255" y="58"/>
                </a:cubicBezTo>
                <a:cubicBezTo>
                  <a:pt x="255" y="63"/>
                  <a:pt x="253" y="68"/>
                  <a:pt x="250" y="72"/>
                </a:cubicBezTo>
                <a:cubicBezTo>
                  <a:pt x="246" y="77"/>
                  <a:pt x="242" y="80"/>
                  <a:pt x="237" y="81"/>
                </a:cubicBezTo>
                <a:cubicBezTo>
                  <a:pt x="210" y="91"/>
                  <a:pt x="210" y="91"/>
                  <a:pt x="210" y="91"/>
                </a:cubicBezTo>
                <a:cubicBezTo>
                  <a:pt x="228" y="146"/>
                  <a:pt x="228" y="146"/>
                  <a:pt x="228" y="14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9" y="135"/>
                  <a:pt x="262" y="135"/>
                  <a:pt x="264" y="135"/>
                </a:cubicBezTo>
                <a:close/>
                <a:moveTo>
                  <a:pt x="126" y="180"/>
                </a:moveTo>
                <a:cubicBezTo>
                  <a:pt x="180" y="162"/>
                  <a:pt x="180" y="162"/>
                  <a:pt x="180" y="162"/>
                </a:cubicBezTo>
                <a:cubicBezTo>
                  <a:pt x="162" y="107"/>
                  <a:pt x="162" y="107"/>
                  <a:pt x="162" y="107"/>
                </a:cubicBezTo>
                <a:cubicBezTo>
                  <a:pt x="108" y="126"/>
                  <a:pt x="108" y="126"/>
                  <a:pt x="108" y="126"/>
                </a:cubicBezTo>
                <a:lnTo>
                  <a:pt x="126" y="18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8" name="Freeform 76"/>
          <p:cNvSpPr>
            <a:spLocks noEditPoints="1"/>
          </p:cNvSpPr>
          <p:nvPr/>
        </p:nvSpPr>
        <p:spPr bwMode="auto">
          <a:xfrm>
            <a:off x="1604963" y="2022338"/>
            <a:ext cx="288925" cy="265113"/>
          </a:xfrm>
          <a:custGeom>
            <a:avLst/>
            <a:gdLst>
              <a:gd name="T0" fmla="*/ 62 w 268"/>
              <a:gd name="T1" fmla="*/ 223 h 245"/>
              <a:gd name="T2" fmla="*/ 0 w 268"/>
              <a:gd name="T3" fmla="*/ 200 h 245"/>
              <a:gd name="T4" fmla="*/ 123 w 268"/>
              <a:gd name="T5" fmla="*/ 178 h 245"/>
              <a:gd name="T6" fmla="*/ 134 w 268"/>
              <a:gd name="T7" fmla="*/ 189 h 245"/>
              <a:gd name="T8" fmla="*/ 131 w 268"/>
              <a:gd name="T9" fmla="*/ 241 h 245"/>
              <a:gd name="T10" fmla="*/ 78 w 268"/>
              <a:gd name="T11" fmla="*/ 245 h 245"/>
              <a:gd name="T12" fmla="*/ 67 w 268"/>
              <a:gd name="T13" fmla="*/ 234 h 245"/>
              <a:gd name="T14" fmla="*/ 71 w 268"/>
              <a:gd name="T15" fmla="*/ 181 h 245"/>
              <a:gd name="T16" fmla="*/ 123 w 268"/>
              <a:gd name="T17" fmla="*/ 178 h 245"/>
              <a:gd name="T18" fmla="*/ 151 w 268"/>
              <a:gd name="T19" fmla="*/ 133 h 245"/>
              <a:gd name="T20" fmla="*/ 0 w 268"/>
              <a:gd name="T21" fmla="*/ 111 h 245"/>
              <a:gd name="T22" fmla="*/ 39 w 268"/>
              <a:gd name="T23" fmla="*/ 22 h 245"/>
              <a:gd name="T24" fmla="*/ 0 w 268"/>
              <a:gd name="T25" fmla="*/ 44 h 245"/>
              <a:gd name="T26" fmla="*/ 39 w 268"/>
              <a:gd name="T27" fmla="*/ 22 h 245"/>
              <a:gd name="T28" fmla="*/ 268 w 268"/>
              <a:gd name="T29" fmla="*/ 223 h 245"/>
              <a:gd name="T30" fmla="*/ 140 w 268"/>
              <a:gd name="T31" fmla="*/ 200 h 245"/>
              <a:gd name="T32" fmla="*/ 101 w 268"/>
              <a:gd name="T33" fmla="*/ 0 h 245"/>
              <a:gd name="T34" fmla="*/ 112 w 268"/>
              <a:gd name="T35" fmla="*/ 11 h 245"/>
              <a:gd name="T36" fmla="*/ 108 w 268"/>
              <a:gd name="T37" fmla="*/ 63 h 245"/>
              <a:gd name="T38" fmla="*/ 56 w 268"/>
              <a:gd name="T39" fmla="*/ 67 h 245"/>
              <a:gd name="T40" fmla="*/ 45 w 268"/>
              <a:gd name="T41" fmla="*/ 56 h 245"/>
              <a:gd name="T42" fmla="*/ 48 w 268"/>
              <a:gd name="T43" fmla="*/ 3 h 245"/>
              <a:gd name="T44" fmla="*/ 101 w 268"/>
              <a:gd name="T45" fmla="*/ 0 h 245"/>
              <a:gd name="T46" fmla="*/ 220 w 268"/>
              <a:gd name="T47" fmla="*/ 92 h 245"/>
              <a:gd name="T48" fmla="*/ 223 w 268"/>
              <a:gd name="T49" fmla="*/ 145 h 245"/>
              <a:gd name="T50" fmla="*/ 212 w 268"/>
              <a:gd name="T51" fmla="*/ 156 h 245"/>
              <a:gd name="T52" fmla="*/ 160 w 268"/>
              <a:gd name="T53" fmla="*/ 152 h 245"/>
              <a:gd name="T54" fmla="*/ 156 w 268"/>
              <a:gd name="T55" fmla="*/ 100 h 245"/>
              <a:gd name="T56" fmla="*/ 167 w 268"/>
              <a:gd name="T57" fmla="*/ 89 h 245"/>
              <a:gd name="T58" fmla="*/ 268 w 268"/>
              <a:gd name="T59" fmla="*/ 111 h 245"/>
              <a:gd name="T60" fmla="*/ 229 w 268"/>
              <a:gd name="T61" fmla="*/ 133 h 245"/>
              <a:gd name="T62" fmla="*/ 268 w 268"/>
              <a:gd name="T63" fmla="*/ 111 h 245"/>
              <a:gd name="T64" fmla="*/ 268 w 268"/>
              <a:gd name="T65" fmla="*/ 44 h 245"/>
              <a:gd name="T66" fmla="*/ 117 w 268"/>
              <a:gd name="T67" fmla="*/ 22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68" h="245">
                <a:moveTo>
                  <a:pt x="62" y="200"/>
                </a:moveTo>
                <a:cubicBezTo>
                  <a:pt x="62" y="223"/>
                  <a:pt x="62" y="223"/>
                  <a:pt x="62" y="223"/>
                </a:cubicBezTo>
                <a:cubicBezTo>
                  <a:pt x="0" y="223"/>
                  <a:pt x="0" y="223"/>
                  <a:pt x="0" y="223"/>
                </a:cubicBezTo>
                <a:cubicBezTo>
                  <a:pt x="0" y="200"/>
                  <a:pt x="0" y="200"/>
                  <a:pt x="0" y="200"/>
                </a:cubicBezTo>
                <a:lnTo>
                  <a:pt x="62" y="200"/>
                </a:lnTo>
                <a:close/>
                <a:moveTo>
                  <a:pt x="123" y="178"/>
                </a:moveTo>
                <a:cubicBezTo>
                  <a:pt x="126" y="178"/>
                  <a:pt x="129" y="179"/>
                  <a:pt x="131" y="181"/>
                </a:cubicBezTo>
                <a:cubicBezTo>
                  <a:pt x="133" y="183"/>
                  <a:pt x="134" y="186"/>
                  <a:pt x="134" y="189"/>
                </a:cubicBezTo>
                <a:cubicBezTo>
                  <a:pt x="134" y="234"/>
                  <a:pt x="134" y="234"/>
                  <a:pt x="134" y="234"/>
                </a:cubicBezTo>
                <a:cubicBezTo>
                  <a:pt x="134" y="237"/>
                  <a:pt x="133" y="239"/>
                  <a:pt x="131" y="241"/>
                </a:cubicBezTo>
                <a:cubicBezTo>
                  <a:pt x="129" y="244"/>
                  <a:pt x="126" y="245"/>
                  <a:pt x="123" y="245"/>
                </a:cubicBezTo>
                <a:cubicBezTo>
                  <a:pt x="78" y="245"/>
                  <a:pt x="78" y="245"/>
                  <a:pt x="78" y="245"/>
                </a:cubicBezTo>
                <a:cubicBezTo>
                  <a:pt x="75" y="245"/>
                  <a:pt x="73" y="244"/>
                  <a:pt x="71" y="241"/>
                </a:cubicBezTo>
                <a:cubicBezTo>
                  <a:pt x="68" y="239"/>
                  <a:pt x="67" y="237"/>
                  <a:pt x="67" y="234"/>
                </a:cubicBezTo>
                <a:cubicBezTo>
                  <a:pt x="67" y="189"/>
                  <a:pt x="67" y="189"/>
                  <a:pt x="67" y="189"/>
                </a:cubicBezTo>
                <a:cubicBezTo>
                  <a:pt x="67" y="186"/>
                  <a:pt x="68" y="183"/>
                  <a:pt x="71" y="181"/>
                </a:cubicBezTo>
                <a:cubicBezTo>
                  <a:pt x="73" y="179"/>
                  <a:pt x="75" y="178"/>
                  <a:pt x="78" y="178"/>
                </a:cubicBezTo>
                <a:lnTo>
                  <a:pt x="123" y="178"/>
                </a:lnTo>
                <a:close/>
                <a:moveTo>
                  <a:pt x="151" y="111"/>
                </a:moveTo>
                <a:cubicBezTo>
                  <a:pt x="151" y="133"/>
                  <a:pt x="151" y="133"/>
                  <a:pt x="151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11"/>
                  <a:pt x="0" y="111"/>
                  <a:pt x="0" y="111"/>
                </a:cubicBezTo>
                <a:lnTo>
                  <a:pt x="151" y="111"/>
                </a:lnTo>
                <a:close/>
                <a:moveTo>
                  <a:pt x="39" y="22"/>
                </a:moveTo>
                <a:cubicBezTo>
                  <a:pt x="39" y="44"/>
                  <a:pt x="39" y="44"/>
                  <a:pt x="39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22"/>
                  <a:pt x="0" y="22"/>
                  <a:pt x="0" y="22"/>
                </a:cubicBezTo>
                <a:lnTo>
                  <a:pt x="39" y="22"/>
                </a:lnTo>
                <a:close/>
                <a:moveTo>
                  <a:pt x="268" y="200"/>
                </a:moveTo>
                <a:cubicBezTo>
                  <a:pt x="268" y="223"/>
                  <a:pt x="268" y="223"/>
                  <a:pt x="268" y="223"/>
                </a:cubicBezTo>
                <a:cubicBezTo>
                  <a:pt x="140" y="223"/>
                  <a:pt x="140" y="223"/>
                  <a:pt x="140" y="223"/>
                </a:cubicBezTo>
                <a:cubicBezTo>
                  <a:pt x="140" y="200"/>
                  <a:pt x="140" y="200"/>
                  <a:pt x="140" y="200"/>
                </a:cubicBezTo>
                <a:lnTo>
                  <a:pt x="268" y="200"/>
                </a:lnTo>
                <a:close/>
                <a:moveTo>
                  <a:pt x="101" y="0"/>
                </a:moveTo>
                <a:cubicBezTo>
                  <a:pt x="104" y="0"/>
                  <a:pt x="106" y="1"/>
                  <a:pt x="108" y="3"/>
                </a:cubicBezTo>
                <a:cubicBezTo>
                  <a:pt x="111" y="5"/>
                  <a:pt x="112" y="8"/>
                  <a:pt x="112" y="11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9"/>
                  <a:pt x="111" y="61"/>
                  <a:pt x="108" y="63"/>
                </a:cubicBezTo>
                <a:cubicBezTo>
                  <a:pt x="106" y="66"/>
                  <a:pt x="104" y="67"/>
                  <a:pt x="101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3" y="67"/>
                  <a:pt x="50" y="66"/>
                  <a:pt x="48" y="63"/>
                </a:cubicBezTo>
                <a:cubicBezTo>
                  <a:pt x="46" y="61"/>
                  <a:pt x="45" y="59"/>
                  <a:pt x="45" y="56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8"/>
                  <a:pt x="46" y="5"/>
                  <a:pt x="48" y="3"/>
                </a:cubicBezTo>
                <a:cubicBezTo>
                  <a:pt x="50" y="1"/>
                  <a:pt x="53" y="0"/>
                  <a:pt x="56" y="0"/>
                </a:cubicBezTo>
                <a:lnTo>
                  <a:pt x="101" y="0"/>
                </a:lnTo>
                <a:close/>
                <a:moveTo>
                  <a:pt x="212" y="89"/>
                </a:moveTo>
                <a:cubicBezTo>
                  <a:pt x="215" y="89"/>
                  <a:pt x="218" y="90"/>
                  <a:pt x="220" y="92"/>
                </a:cubicBezTo>
                <a:cubicBezTo>
                  <a:pt x="222" y="94"/>
                  <a:pt x="223" y="97"/>
                  <a:pt x="223" y="100"/>
                </a:cubicBezTo>
                <a:cubicBezTo>
                  <a:pt x="223" y="145"/>
                  <a:pt x="223" y="145"/>
                  <a:pt x="223" y="145"/>
                </a:cubicBezTo>
                <a:cubicBezTo>
                  <a:pt x="223" y="148"/>
                  <a:pt x="222" y="150"/>
                  <a:pt x="220" y="152"/>
                </a:cubicBezTo>
                <a:cubicBezTo>
                  <a:pt x="218" y="155"/>
                  <a:pt x="215" y="156"/>
                  <a:pt x="212" y="156"/>
                </a:cubicBezTo>
                <a:cubicBezTo>
                  <a:pt x="167" y="156"/>
                  <a:pt x="167" y="156"/>
                  <a:pt x="167" y="156"/>
                </a:cubicBezTo>
                <a:cubicBezTo>
                  <a:pt x="164" y="156"/>
                  <a:pt x="162" y="155"/>
                  <a:pt x="160" y="152"/>
                </a:cubicBezTo>
                <a:cubicBezTo>
                  <a:pt x="157" y="150"/>
                  <a:pt x="156" y="148"/>
                  <a:pt x="156" y="14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6" y="97"/>
                  <a:pt x="157" y="94"/>
                  <a:pt x="160" y="92"/>
                </a:cubicBezTo>
                <a:cubicBezTo>
                  <a:pt x="162" y="90"/>
                  <a:pt x="164" y="89"/>
                  <a:pt x="167" y="89"/>
                </a:cubicBezTo>
                <a:lnTo>
                  <a:pt x="212" y="89"/>
                </a:lnTo>
                <a:close/>
                <a:moveTo>
                  <a:pt x="268" y="111"/>
                </a:moveTo>
                <a:cubicBezTo>
                  <a:pt x="268" y="133"/>
                  <a:pt x="268" y="133"/>
                  <a:pt x="268" y="133"/>
                </a:cubicBezTo>
                <a:cubicBezTo>
                  <a:pt x="229" y="133"/>
                  <a:pt x="229" y="133"/>
                  <a:pt x="229" y="133"/>
                </a:cubicBezTo>
                <a:cubicBezTo>
                  <a:pt x="229" y="111"/>
                  <a:pt x="229" y="111"/>
                  <a:pt x="229" y="111"/>
                </a:cubicBezTo>
                <a:lnTo>
                  <a:pt x="268" y="111"/>
                </a:lnTo>
                <a:close/>
                <a:moveTo>
                  <a:pt x="268" y="22"/>
                </a:moveTo>
                <a:cubicBezTo>
                  <a:pt x="268" y="44"/>
                  <a:pt x="268" y="44"/>
                  <a:pt x="268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22"/>
                  <a:pt x="117" y="22"/>
                  <a:pt x="117" y="22"/>
                </a:cubicBezTo>
                <a:lnTo>
                  <a:pt x="268" y="2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77"/>
          <p:cNvSpPr>
            <a:spLocks noEditPoints="1"/>
          </p:cNvSpPr>
          <p:nvPr/>
        </p:nvSpPr>
        <p:spPr bwMode="auto">
          <a:xfrm>
            <a:off x="2012951" y="1985825"/>
            <a:ext cx="333375" cy="339725"/>
          </a:xfrm>
          <a:custGeom>
            <a:avLst/>
            <a:gdLst>
              <a:gd name="T0" fmla="*/ 139 w 308"/>
              <a:gd name="T1" fmla="*/ 154 h 314"/>
              <a:gd name="T2" fmla="*/ 86 w 308"/>
              <a:gd name="T3" fmla="*/ 154 h 314"/>
              <a:gd name="T4" fmla="*/ 86 w 308"/>
              <a:gd name="T5" fmla="*/ 104 h 314"/>
              <a:gd name="T6" fmla="*/ 139 w 308"/>
              <a:gd name="T7" fmla="*/ 104 h 314"/>
              <a:gd name="T8" fmla="*/ 237 w 308"/>
              <a:gd name="T9" fmla="*/ 129 h 314"/>
              <a:gd name="T10" fmla="*/ 200 w 308"/>
              <a:gd name="T11" fmla="*/ 164 h 314"/>
              <a:gd name="T12" fmla="*/ 162 w 308"/>
              <a:gd name="T13" fmla="*/ 129 h 314"/>
              <a:gd name="T14" fmla="*/ 200 w 308"/>
              <a:gd name="T15" fmla="*/ 94 h 314"/>
              <a:gd name="T16" fmla="*/ 237 w 308"/>
              <a:gd name="T17" fmla="*/ 129 h 314"/>
              <a:gd name="T18" fmla="*/ 277 w 308"/>
              <a:gd name="T19" fmla="*/ 44 h 314"/>
              <a:gd name="T20" fmla="*/ 252 w 308"/>
              <a:gd name="T21" fmla="*/ 17 h 314"/>
              <a:gd name="T22" fmla="*/ 39 w 308"/>
              <a:gd name="T23" fmla="*/ 23 h 314"/>
              <a:gd name="T24" fmla="*/ 34 w 308"/>
              <a:gd name="T25" fmla="*/ 161 h 314"/>
              <a:gd name="T26" fmla="*/ 63 w 308"/>
              <a:gd name="T27" fmla="*/ 173 h 314"/>
              <a:gd name="T28" fmla="*/ 90 w 308"/>
              <a:gd name="T29" fmla="*/ 178 h 314"/>
              <a:gd name="T30" fmla="*/ 112 w 308"/>
              <a:gd name="T31" fmla="*/ 179 h 314"/>
              <a:gd name="T32" fmla="*/ 129 w 308"/>
              <a:gd name="T33" fmla="*/ 179 h 314"/>
              <a:gd name="T34" fmla="*/ 148 w 308"/>
              <a:gd name="T35" fmla="*/ 185 h 314"/>
              <a:gd name="T36" fmla="*/ 179 w 308"/>
              <a:gd name="T37" fmla="*/ 179 h 314"/>
              <a:gd name="T38" fmla="*/ 193 w 308"/>
              <a:gd name="T39" fmla="*/ 179 h 314"/>
              <a:gd name="T40" fmla="*/ 210 w 308"/>
              <a:gd name="T41" fmla="*/ 179 h 314"/>
              <a:gd name="T42" fmla="*/ 230 w 308"/>
              <a:gd name="T43" fmla="*/ 177 h 314"/>
              <a:gd name="T44" fmla="*/ 252 w 308"/>
              <a:gd name="T45" fmla="*/ 171 h 314"/>
              <a:gd name="T46" fmla="*/ 277 w 308"/>
              <a:gd name="T47" fmla="*/ 160 h 314"/>
              <a:gd name="T48" fmla="*/ 240 w 308"/>
              <a:gd name="T49" fmla="*/ 203 h 314"/>
              <a:gd name="T50" fmla="*/ 204 w 308"/>
              <a:gd name="T51" fmla="*/ 310 h 314"/>
              <a:gd name="T52" fmla="*/ 159 w 308"/>
              <a:gd name="T53" fmla="*/ 279 h 314"/>
              <a:gd name="T54" fmla="*/ 158 w 308"/>
              <a:gd name="T55" fmla="*/ 222 h 314"/>
              <a:gd name="T56" fmla="*/ 150 w 308"/>
              <a:gd name="T57" fmla="*/ 220 h 314"/>
              <a:gd name="T58" fmla="*/ 135 w 308"/>
              <a:gd name="T59" fmla="*/ 307 h 314"/>
              <a:gd name="T60" fmla="*/ 72 w 308"/>
              <a:gd name="T61" fmla="*/ 284 h 314"/>
              <a:gd name="T62" fmla="*/ 3 w 308"/>
              <a:gd name="T63" fmla="*/ 160 h 314"/>
              <a:gd name="T64" fmla="*/ 13 w 308"/>
              <a:gd name="T65" fmla="*/ 149 h 314"/>
              <a:gd name="T66" fmla="*/ 17 w 308"/>
              <a:gd name="T67" fmla="*/ 151 h 314"/>
              <a:gd name="T68" fmla="*/ 25 w 308"/>
              <a:gd name="T69" fmla="*/ 9 h 314"/>
              <a:gd name="T70" fmla="*/ 264 w 308"/>
              <a:gd name="T71" fmla="*/ 0 h 314"/>
              <a:gd name="T72" fmla="*/ 292 w 308"/>
              <a:gd name="T73" fmla="*/ 31 h 314"/>
              <a:gd name="T74" fmla="*/ 295 w 308"/>
              <a:gd name="T75" fmla="*/ 149 h 314"/>
              <a:gd name="T76" fmla="*/ 305 w 308"/>
              <a:gd name="T77" fmla="*/ 160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8" h="314">
                <a:moveTo>
                  <a:pt x="150" y="129"/>
                </a:moveTo>
                <a:cubicBezTo>
                  <a:pt x="150" y="139"/>
                  <a:pt x="146" y="147"/>
                  <a:pt x="139" y="154"/>
                </a:cubicBezTo>
                <a:cubicBezTo>
                  <a:pt x="132" y="161"/>
                  <a:pt x="123" y="164"/>
                  <a:pt x="113" y="164"/>
                </a:cubicBezTo>
                <a:cubicBezTo>
                  <a:pt x="102" y="164"/>
                  <a:pt x="93" y="161"/>
                  <a:pt x="86" y="154"/>
                </a:cubicBezTo>
                <a:cubicBezTo>
                  <a:pt x="79" y="147"/>
                  <a:pt x="75" y="139"/>
                  <a:pt x="75" y="129"/>
                </a:cubicBezTo>
                <a:cubicBezTo>
                  <a:pt x="75" y="119"/>
                  <a:pt x="79" y="111"/>
                  <a:pt x="86" y="104"/>
                </a:cubicBezTo>
                <a:cubicBezTo>
                  <a:pt x="93" y="97"/>
                  <a:pt x="102" y="94"/>
                  <a:pt x="113" y="94"/>
                </a:cubicBezTo>
                <a:cubicBezTo>
                  <a:pt x="123" y="94"/>
                  <a:pt x="132" y="97"/>
                  <a:pt x="139" y="104"/>
                </a:cubicBezTo>
                <a:cubicBezTo>
                  <a:pt x="146" y="111"/>
                  <a:pt x="150" y="119"/>
                  <a:pt x="150" y="129"/>
                </a:cubicBezTo>
                <a:close/>
                <a:moveTo>
                  <a:pt x="237" y="129"/>
                </a:moveTo>
                <a:cubicBezTo>
                  <a:pt x="237" y="139"/>
                  <a:pt x="234" y="147"/>
                  <a:pt x="226" y="154"/>
                </a:cubicBezTo>
                <a:cubicBezTo>
                  <a:pt x="219" y="161"/>
                  <a:pt x="210" y="164"/>
                  <a:pt x="200" y="164"/>
                </a:cubicBezTo>
                <a:cubicBezTo>
                  <a:pt x="190" y="164"/>
                  <a:pt x="181" y="161"/>
                  <a:pt x="173" y="154"/>
                </a:cubicBezTo>
                <a:cubicBezTo>
                  <a:pt x="166" y="147"/>
                  <a:pt x="162" y="139"/>
                  <a:pt x="162" y="129"/>
                </a:cubicBezTo>
                <a:cubicBezTo>
                  <a:pt x="162" y="119"/>
                  <a:pt x="166" y="111"/>
                  <a:pt x="173" y="104"/>
                </a:cubicBezTo>
                <a:cubicBezTo>
                  <a:pt x="181" y="97"/>
                  <a:pt x="190" y="94"/>
                  <a:pt x="200" y="94"/>
                </a:cubicBezTo>
                <a:cubicBezTo>
                  <a:pt x="210" y="94"/>
                  <a:pt x="219" y="97"/>
                  <a:pt x="226" y="104"/>
                </a:cubicBezTo>
                <a:cubicBezTo>
                  <a:pt x="234" y="111"/>
                  <a:pt x="237" y="119"/>
                  <a:pt x="237" y="129"/>
                </a:cubicBezTo>
                <a:close/>
                <a:moveTo>
                  <a:pt x="277" y="160"/>
                </a:moveTo>
                <a:cubicBezTo>
                  <a:pt x="277" y="44"/>
                  <a:pt x="277" y="44"/>
                  <a:pt x="277" y="44"/>
                </a:cubicBezTo>
                <a:cubicBezTo>
                  <a:pt x="277" y="34"/>
                  <a:pt x="275" y="27"/>
                  <a:pt x="271" y="23"/>
                </a:cubicBezTo>
                <a:cubicBezTo>
                  <a:pt x="267" y="19"/>
                  <a:pt x="261" y="17"/>
                  <a:pt x="252" y="17"/>
                </a:cubicBezTo>
                <a:cubicBezTo>
                  <a:pt x="58" y="17"/>
                  <a:pt x="58" y="17"/>
                  <a:pt x="58" y="17"/>
                </a:cubicBezTo>
                <a:cubicBezTo>
                  <a:pt x="49" y="17"/>
                  <a:pt x="42" y="19"/>
                  <a:pt x="39" y="23"/>
                </a:cubicBezTo>
                <a:cubicBezTo>
                  <a:pt x="35" y="26"/>
                  <a:pt x="34" y="34"/>
                  <a:pt x="34" y="44"/>
                </a:cubicBezTo>
                <a:cubicBezTo>
                  <a:pt x="34" y="161"/>
                  <a:pt x="34" y="161"/>
                  <a:pt x="34" y="161"/>
                </a:cubicBezTo>
                <a:cubicBezTo>
                  <a:pt x="39" y="164"/>
                  <a:pt x="44" y="166"/>
                  <a:pt x="49" y="168"/>
                </a:cubicBezTo>
                <a:cubicBezTo>
                  <a:pt x="54" y="170"/>
                  <a:pt x="59" y="172"/>
                  <a:pt x="63" y="173"/>
                </a:cubicBezTo>
                <a:cubicBezTo>
                  <a:pt x="67" y="175"/>
                  <a:pt x="72" y="176"/>
                  <a:pt x="77" y="177"/>
                </a:cubicBezTo>
                <a:cubicBezTo>
                  <a:pt x="82" y="177"/>
                  <a:pt x="87" y="178"/>
                  <a:pt x="90" y="178"/>
                </a:cubicBezTo>
                <a:cubicBezTo>
                  <a:pt x="93" y="179"/>
                  <a:pt x="97" y="179"/>
                  <a:pt x="102" y="179"/>
                </a:cubicBezTo>
                <a:cubicBezTo>
                  <a:pt x="107" y="179"/>
                  <a:pt x="110" y="179"/>
                  <a:pt x="112" y="179"/>
                </a:cubicBezTo>
                <a:cubicBezTo>
                  <a:pt x="114" y="179"/>
                  <a:pt x="117" y="179"/>
                  <a:pt x="122" y="179"/>
                </a:cubicBezTo>
                <a:cubicBezTo>
                  <a:pt x="127" y="179"/>
                  <a:pt x="129" y="179"/>
                  <a:pt x="129" y="179"/>
                </a:cubicBezTo>
                <a:cubicBezTo>
                  <a:pt x="137" y="178"/>
                  <a:pt x="143" y="180"/>
                  <a:pt x="146" y="183"/>
                </a:cubicBezTo>
                <a:cubicBezTo>
                  <a:pt x="147" y="184"/>
                  <a:pt x="147" y="184"/>
                  <a:pt x="148" y="185"/>
                </a:cubicBezTo>
                <a:cubicBezTo>
                  <a:pt x="151" y="188"/>
                  <a:pt x="154" y="191"/>
                  <a:pt x="158" y="194"/>
                </a:cubicBezTo>
                <a:cubicBezTo>
                  <a:pt x="159" y="183"/>
                  <a:pt x="166" y="178"/>
                  <a:pt x="179" y="179"/>
                </a:cubicBezTo>
                <a:cubicBezTo>
                  <a:pt x="179" y="179"/>
                  <a:pt x="182" y="179"/>
                  <a:pt x="185" y="179"/>
                </a:cubicBezTo>
                <a:cubicBezTo>
                  <a:pt x="189" y="179"/>
                  <a:pt x="191" y="179"/>
                  <a:pt x="193" y="179"/>
                </a:cubicBezTo>
                <a:cubicBezTo>
                  <a:pt x="194" y="179"/>
                  <a:pt x="197" y="179"/>
                  <a:pt x="201" y="179"/>
                </a:cubicBezTo>
                <a:cubicBezTo>
                  <a:pt x="205" y="179"/>
                  <a:pt x="208" y="179"/>
                  <a:pt x="210" y="179"/>
                </a:cubicBezTo>
                <a:cubicBezTo>
                  <a:pt x="212" y="179"/>
                  <a:pt x="215" y="179"/>
                  <a:pt x="219" y="178"/>
                </a:cubicBezTo>
                <a:cubicBezTo>
                  <a:pt x="223" y="178"/>
                  <a:pt x="227" y="178"/>
                  <a:pt x="230" y="177"/>
                </a:cubicBezTo>
                <a:cubicBezTo>
                  <a:pt x="233" y="176"/>
                  <a:pt x="236" y="175"/>
                  <a:pt x="241" y="175"/>
                </a:cubicBezTo>
                <a:cubicBezTo>
                  <a:pt x="245" y="174"/>
                  <a:pt x="249" y="172"/>
                  <a:pt x="252" y="171"/>
                </a:cubicBezTo>
                <a:cubicBezTo>
                  <a:pt x="256" y="170"/>
                  <a:pt x="260" y="168"/>
                  <a:pt x="264" y="166"/>
                </a:cubicBezTo>
                <a:cubicBezTo>
                  <a:pt x="268" y="165"/>
                  <a:pt x="273" y="163"/>
                  <a:pt x="277" y="160"/>
                </a:cubicBezTo>
                <a:close/>
                <a:moveTo>
                  <a:pt x="305" y="160"/>
                </a:moveTo>
                <a:cubicBezTo>
                  <a:pt x="291" y="177"/>
                  <a:pt x="269" y="191"/>
                  <a:pt x="240" y="203"/>
                </a:cubicBezTo>
                <a:cubicBezTo>
                  <a:pt x="250" y="236"/>
                  <a:pt x="249" y="263"/>
                  <a:pt x="236" y="284"/>
                </a:cubicBezTo>
                <a:cubicBezTo>
                  <a:pt x="229" y="297"/>
                  <a:pt x="218" y="306"/>
                  <a:pt x="204" y="310"/>
                </a:cubicBezTo>
                <a:cubicBezTo>
                  <a:pt x="192" y="314"/>
                  <a:pt x="182" y="313"/>
                  <a:pt x="173" y="307"/>
                </a:cubicBezTo>
                <a:cubicBezTo>
                  <a:pt x="163" y="301"/>
                  <a:pt x="158" y="292"/>
                  <a:pt x="159" y="279"/>
                </a:cubicBezTo>
                <a:cubicBezTo>
                  <a:pt x="158" y="222"/>
                  <a:pt x="158" y="222"/>
                  <a:pt x="158" y="222"/>
                </a:cubicBezTo>
                <a:cubicBezTo>
                  <a:pt x="158" y="222"/>
                  <a:pt x="158" y="222"/>
                  <a:pt x="158" y="222"/>
                </a:cubicBezTo>
                <a:cubicBezTo>
                  <a:pt x="157" y="222"/>
                  <a:pt x="156" y="221"/>
                  <a:pt x="154" y="221"/>
                </a:cubicBezTo>
                <a:cubicBezTo>
                  <a:pt x="152" y="220"/>
                  <a:pt x="151" y="220"/>
                  <a:pt x="150" y="220"/>
                </a:cubicBezTo>
                <a:cubicBezTo>
                  <a:pt x="150" y="279"/>
                  <a:pt x="150" y="279"/>
                  <a:pt x="150" y="279"/>
                </a:cubicBezTo>
                <a:cubicBezTo>
                  <a:pt x="150" y="292"/>
                  <a:pt x="145" y="302"/>
                  <a:pt x="135" y="307"/>
                </a:cubicBezTo>
                <a:cubicBezTo>
                  <a:pt x="126" y="313"/>
                  <a:pt x="116" y="314"/>
                  <a:pt x="104" y="310"/>
                </a:cubicBezTo>
                <a:cubicBezTo>
                  <a:pt x="90" y="306"/>
                  <a:pt x="79" y="297"/>
                  <a:pt x="72" y="284"/>
                </a:cubicBezTo>
                <a:cubicBezTo>
                  <a:pt x="60" y="263"/>
                  <a:pt x="58" y="236"/>
                  <a:pt x="68" y="203"/>
                </a:cubicBezTo>
                <a:cubicBezTo>
                  <a:pt x="39" y="191"/>
                  <a:pt x="17" y="177"/>
                  <a:pt x="3" y="160"/>
                </a:cubicBezTo>
                <a:cubicBezTo>
                  <a:pt x="1" y="155"/>
                  <a:pt x="0" y="152"/>
                  <a:pt x="3" y="149"/>
                </a:cubicBezTo>
                <a:cubicBezTo>
                  <a:pt x="5" y="146"/>
                  <a:pt x="9" y="146"/>
                  <a:pt x="13" y="149"/>
                </a:cubicBezTo>
                <a:cubicBezTo>
                  <a:pt x="13" y="149"/>
                  <a:pt x="14" y="149"/>
                  <a:pt x="15" y="150"/>
                </a:cubicBezTo>
                <a:cubicBezTo>
                  <a:pt x="16" y="151"/>
                  <a:pt x="17" y="151"/>
                  <a:pt x="17" y="15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22"/>
                  <a:pt x="20" y="15"/>
                  <a:pt x="25" y="9"/>
                </a:cubicBezTo>
                <a:cubicBezTo>
                  <a:pt x="31" y="3"/>
                  <a:pt x="37" y="0"/>
                  <a:pt x="45" y="0"/>
                </a:cubicBezTo>
                <a:cubicBezTo>
                  <a:pt x="264" y="0"/>
                  <a:pt x="264" y="0"/>
                  <a:pt x="264" y="0"/>
                </a:cubicBezTo>
                <a:cubicBezTo>
                  <a:pt x="271" y="0"/>
                  <a:pt x="278" y="3"/>
                  <a:pt x="283" y="9"/>
                </a:cubicBezTo>
                <a:cubicBezTo>
                  <a:pt x="289" y="15"/>
                  <a:pt x="292" y="22"/>
                  <a:pt x="292" y="31"/>
                </a:cubicBezTo>
                <a:cubicBezTo>
                  <a:pt x="292" y="151"/>
                  <a:pt x="292" y="151"/>
                  <a:pt x="292" y="151"/>
                </a:cubicBezTo>
                <a:cubicBezTo>
                  <a:pt x="295" y="149"/>
                  <a:pt x="295" y="149"/>
                  <a:pt x="295" y="149"/>
                </a:cubicBezTo>
                <a:cubicBezTo>
                  <a:pt x="300" y="146"/>
                  <a:pt x="303" y="146"/>
                  <a:pt x="306" y="149"/>
                </a:cubicBezTo>
                <a:cubicBezTo>
                  <a:pt x="308" y="152"/>
                  <a:pt x="308" y="155"/>
                  <a:pt x="305" y="1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0" name="Freeform 78"/>
          <p:cNvSpPr>
            <a:spLocks noEditPoints="1"/>
          </p:cNvSpPr>
          <p:nvPr/>
        </p:nvSpPr>
        <p:spPr bwMode="auto">
          <a:xfrm>
            <a:off x="2466976" y="2011225"/>
            <a:ext cx="288925" cy="287338"/>
          </a:xfrm>
          <a:custGeom>
            <a:avLst/>
            <a:gdLst>
              <a:gd name="T0" fmla="*/ 173 w 267"/>
              <a:gd name="T1" fmla="*/ 198 h 267"/>
              <a:gd name="T2" fmla="*/ 94 w 267"/>
              <a:gd name="T3" fmla="*/ 198 h 267"/>
              <a:gd name="T4" fmla="*/ 70 w 267"/>
              <a:gd name="T5" fmla="*/ 156 h 267"/>
              <a:gd name="T6" fmla="*/ 85 w 267"/>
              <a:gd name="T7" fmla="*/ 151 h 267"/>
              <a:gd name="T8" fmla="*/ 107 w 267"/>
              <a:gd name="T9" fmla="*/ 180 h 267"/>
              <a:gd name="T10" fmla="*/ 160 w 267"/>
              <a:gd name="T11" fmla="*/ 180 h 267"/>
              <a:gd name="T12" fmla="*/ 181 w 267"/>
              <a:gd name="T13" fmla="*/ 151 h 267"/>
              <a:gd name="T14" fmla="*/ 196 w 267"/>
              <a:gd name="T15" fmla="*/ 156 h 267"/>
              <a:gd name="T16" fmla="*/ 111 w 267"/>
              <a:gd name="T17" fmla="*/ 89 h 267"/>
              <a:gd name="T18" fmla="*/ 89 w 267"/>
              <a:gd name="T19" fmla="*/ 111 h 267"/>
              <a:gd name="T20" fmla="*/ 67 w 267"/>
              <a:gd name="T21" fmla="*/ 89 h 267"/>
              <a:gd name="T22" fmla="*/ 89 w 267"/>
              <a:gd name="T23" fmla="*/ 67 h 267"/>
              <a:gd name="T24" fmla="*/ 111 w 267"/>
              <a:gd name="T25" fmla="*/ 89 h 267"/>
              <a:gd name="T26" fmla="*/ 194 w 267"/>
              <a:gd name="T27" fmla="*/ 105 h 267"/>
              <a:gd name="T28" fmla="*/ 162 w 267"/>
              <a:gd name="T29" fmla="*/ 105 h 267"/>
              <a:gd name="T30" fmla="*/ 162 w 267"/>
              <a:gd name="T31" fmla="*/ 73 h 267"/>
              <a:gd name="T32" fmla="*/ 194 w 267"/>
              <a:gd name="T33" fmla="*/ 73 h 267"/>
              <a:gd name="T34" fmla="*/ 245 w 267"/>
              <a:gd name="T35" fmla="*/ 133 h 267"/>
              <a:gd name="T36" fmla="*/ 212 w 267"/>
              <a:gd name="T37" fmla="*/ 55 h 267"/>
              <a:gd name="T38" fmla="*/ 133 w 267"/>
              <a:gd name="T39" fmla="*/ 22 h 267"/>
              <a:gd name="T40" fmla="*/ 55 w 267"/>
              <a:gd name="T41" fmla="*/ 55 h 267"/>
              <a:gd name="T42" fmla="*/ 22 w 267"/>
              <a:gd name="T43" fmla="*/ 133 h 267"/>
              <a:gd name="T44" fmla="*/ 55 w 267"/>
              <a:gd name="T45" fmla="*/ 212 h 267"/>
              <a:gd name="T46" fmla="*/ 133 w 267"/>
              <a:gd name="T47" fmla="*/ 245 h 267"/>
              <a:gd name="T48" fmla="*/ 212 w 267"/>
              <a:gd name="T49" fmla="*/ 212 h 267"/>
              <a:gd name="T50" fmla="*/ 245 w 267"/>
              <a:gd name="T51" fmla="*/ 133 h 267"/>
              <a:gd name="T52" fmla="*/ 249 w 267"/>
              <a:gd name="T53" fmla="*/ 200 h 267"/>
              <a:gd name="T54" fmla="*/ 133 w 267"/>
              <a:gd name="T55" fmla="*/ 267 h 267"/>
              <a:gd name="T56" fmla="*/ 18 w 267"/>
              <a:gd name="T57" fmla="*/ 200 h 267"/>
              <a:gd name="T58" fmla="*/ 18 w 267"/>
              <a:gd name="T59" fmla="*/ 66 h 267"/>
              <a:gd name="T60" fmla="*/ 133 w 267"/>
              <a:gd name="T61" fmla="*/ 0 h 267"/>
              <a:gd name="T62" fmla="*/ 249 w 267"/>
              <a:gd name="T63" fmla="*/ 66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7" h="267">
                <a:moveTo>
                  <a:pt x="197" y="164"/>
                </a:moveTo>
                <a:cubicBezTo>
                  <a:pt x="193" y="178"/>
                  <a:pt x="185" y="190"/>
                  <a:pt x="173" y="198"/>
                </a:cubicBezTo>
                <a:cubicBezTo>
                  <a:pt x="161" y="207"/>
                  <a:pt x="148" y="211"/>
                  <a:pt x="133" y="211"/>
                </a:cubicBezTo>
                <a:cubicBezTo>
                  <a:pt x="119" y="211"/>
                  <a:pt x="105" y="207"/>
                  <a:pt x="94" y="198"/>
                </a:cubicBezTo>
                <a:cubicBezTo>
                  <a:pt x="82" y="190"/>
                  <a:pt x="74" y="178"/>
                  <a:pt x="70" y="164"/>
                </a:cubicBezTo>
                <a:cubicBezTo>
                  <a:pt x="69" y="162"/>
                  <a:pt x="69" y="159"/>
                  <a:pt x="70" y="156"/>
                </a:cubicBezTo>
                <a:cubicBezTo>
                  <a:pt x="72" y="153"/>
                  <a:pt x="74" y="151"/>
                  <a:pt x="77" y="151"/>
                </a:cubicBezTo>
                <a:cubicBezTo>
                  <a:pt x="80" y="150"/>
                  <a:pt x="83" y="150"/>
                  <a:pt x="85" y="151"/>
                </a:cubicBezTo>
                <a:cubicBezTo>
                  <a:pt x="88" y="153"/>
                  <a:pt x="90" y="155"/>
                  <a:pt x="91" y="158"/>
                </a:cubicBezTo>
                <a:cubicBezTo>
                  <a:pt x="94" y="167"/>
                  <a:pt x="99" y="175"/>
                  <a:pt x="107" y="180"/>
                </a:cubicBezTo>
                <a:cubicBezTo>
                  <a:pt x="115" y="186"/>
                  <a:pt x="124" y="189"/>
                  <a:pt x="133" y="189"/>
                </a:cubicBezTo>
                <a:cubicBezTo>
                  <a:pt x="143" y="189"/>
                  <a:pt x="152" y="186"/>
                  <a:pt x="160" y="180"/>
                </a:cubicBezTo>
                <a:cubicBezTo>
                  <a:pt x="167" y="175"/>
                  <a:pt x="173" y="167"/>
                  <a:pt x="176" y="158"/>
                </a:cubicBezTo>
                <a:cubicBezTo>
                  <a:pt x="177" y="155"/>
                  <a:pt x="179" y="153"/>
                  <a:pt x="181" y="151"/>
                </a:cubicBezTo>
                <a:cubicBezTo>
                  <a:pt x="184" y="150"/>
                  <a:pt x="187" y="150"/>
                  <a:pt x="190" y="151"/>
                </a:cubicBezTo>
                <a:cubicBezTo>
                  <a:pt x="193" y="151"/>
                  <a:pt x="195" y="153"/>
                  <a:pt x="196" y="156"/>
                </a:cubicBezTo>
                <a:cubicBezTo>
                  <a:pt x="198" y="159"/>
                  <a:pt x="198" y="162"/>
                  <a:pt x="197" y="164"/>
                </a:cubicBezTo>
                <a:close/>
                <a:moveTo>
                  <a:pt x="111" y="89"/>
                </a:moveTo>
                <a:cubicBezTo>
                  <a:pt x="111" y="95"/>
                  <a:pt x="109" y="100"/>
                  <a:pt x="105" y="105"/>
                </a:cubicBezTo>
                <a:cubicBezTo>
                  <a:pt x="100" y="109"/>
                  <a:pt x="95" y="111"/>
                  <a:pt x="89" y="111"/>
                </a:cubicBezTo>
                <a:cubicBezTo>
                  <a:pt x="83" y="111"/>
                  <a:pt x="77" y="109"/>
                  <a:pt x="73" y="105"/>
                </a:cubicBezTo>
                <a:cubicBezTo>
                  <a:pt x="69" y="100"/>
                  <a:pt x="67" y="95"/>
                  <a:pt x="67" y="89"/>
                </a:cubicBezTo>
                <a:cubicBezTo>
                  <a:pt x="67" y="83"/>
                  <a:pt x="69" y="77"/>
                  <a:pt x="73" y="73"/>
                </a:cubicBezTo>
                <a:cubicBezTo>
                  <a:pt x="77" y="69"/>
                  <a:pt x="83" y="67"/>
                  <a:pt x="89" y="67"/>
                </a:cubicBezTo>
                <a:cubicBezTo>
                  <a:pt x="95" y="67"/>
                  <a:pt x="100" y="69"/>
                  <a:pt x="105" y="73"/>
                </a:cubicBezTo>
                <a:cubicBezTo>
                  <a:pt x="109" y="77"/>
                  <a:pt x="111" y="83"/>
                  <a:pt x="111" y="89"/>
                </a:cubicBezTo>
                <a:close/>
                <a:moveTo>
                  <a:pt x="200" y="89"/>
                </a:moveTo>
                <a:cubicBezTo>
                  <a:pt x="200" y="95"/>
                  <a:pt x="198" y="100"/>
                  <a:pt x="194" y="105"/>
                </a:cubicBezTo>
                <a:cubicBezTo>
                  <a:pt x="189" y="109"/>
                  <a:pt x="184" y="111"/>
                  <a:pt x="178" y="111"/>
                </a:cubicBezTo>
                <a:cubicBezTo>
                  <a:pt x="172" y="111"/>
                  <a:pt x="166" y="109"/>
                  <a:pt x="162" y="105"/>
                </a:cubicBezTo>
                <a:cubicBezTo>
                  <a:pt x="158" y="100"/>
                  <a:pt x="156" y="95"/>
                  <a:pt x="156" y="89"/>
                </a:cubicBezTo>
                <a:cubicBezTo>
                  <a:pt x="156" y="83"/>
                  <a:pt x="158" y="77"/>
                  <a:pt x="162" y="73"/>
                </a:cubicBezTo>
                <a:cubicBezTo>
                  <a:pt x="166" y="69"/>
                  <a:pt x="172" y="67"/>
                  <a:pt x="178" y="67"/>
                </a:cubicBezTo>
                <a:cubicBezTo>
                  <a:pt x="184" y="67"/>
                  <a:pt x="189" y="69"/>
                  <a:pt x="194" y="73"/>
                </a:cubicBezTo>
                <a:cubicBezTo>
                  <a:pt x="198" y="77"/>
                  <a:pt x="200" y="83"/>
                  <a:pt x="200" y="89"/>
                </a:cubicBezTo>
                <a:close/>
                <a:moveTo>
                  <a:pt x="245" y="133"/>
                </a:moveTo>
                <a:cubicBezTo>
                  <a:pt x="245" y="118"/>
                  <a:pt x="242" y="104"/>
                  <a:pt x="236" y="90"/>
                </a:cubicBezTo>
                <a:cubicBezTo>
                  <a:pt x="230" y="76"/>
                  <a:pt x="222" y="65"/>
                  <a:pt x="212" y="55"/>
                </a:cubicBezTo>
                <a:cubicBezTo>
                  <a:pt x="202" y="45"/>
                  <a:pt x="190" y="37"/>
                  <a:pt x="177" y="31"/>
                </a:cubicBezTo>
                <a:cubicBezTo>
                  <a:pt x="163" y="25"/>
                  <a:pt x="148" y="22"/>
                  <a:pt x="133" y="22"/>
                </a:cubicBezTo>
                <a:cubicBezTo>
                  <a:pt x="118" y="22"/>
                  <a:pt x="104" y="25"/>
                  <a:pt x="90" y="31"/>
                </a:cubicBezTo>
                <a:cubicBezTo>
                  <a:pt x="76" y="37"/>
                  <a:pt x="65" y="45"/>
                  <a:pt x="55" y="55"/>
                </a:cubicBezTo>
                <a:cubicBezTo>
                  <a:pt x="45" y="65"/>
                  <a:pt x="37" y="76"/>
                  <a:pt x="31" y="90"/>
                </a:cubicBezTo>
                <a:cubicBezTo>
                  <a:pt x="25" y="104"/>
                  <a:pt x="22" y="118"/>
                  <a:pt x="22" y="133"/>
                </a:cubicBezTo>
                <a:cubicBezTo>
                  <a:pt x="22" y="148"/>
                  <a:pt x="25" y="163"/>
                  <a:pt x="31" y="177"/>
                </a:cubicBezTo>
                <a:cubicBezTo>
                  <a:pt x="37" y="190"/>
                  <a:pt x="45" y="202"/>
                  <a:pt x="55" y="212"/>
                </a:cubicBezTo>
                <a:cubicBezTo>
                  <a:pt x="65" y="222"/>
                  <a:pt x="76" y="230"/>
                  <a:pt x="90" y="236"/>
                </a:cubicBezTo>
                <a:cubicBezTo>
                  <a:pt x="104" y="242"/>
                  <a:pt x="118" y="245"/>
                  <a:pt x="133" y="245"/>
                </a:cubicBezTo>
                <a:cubicBezTo>
                  <a:pt x="148" y="245"/>
                  <a:pt x="163" y="242"/>
                  <a:pt x="177" y="236"/>
                </a:cubicBezTo>
                <a:cubicBezTo>
                  <a:pt x="190" y="230"/>
                  <a:pt x="202" y="222"/>
                  <a:pt x="212" y="212"/>
                </a:cubicBezTo>
                <a:cubicBezTo>
                  <a:pt x="222" y="202"/>
                  <a:pt x="230" y="190"/>
                  <a:pt x="236" y="177"/>
                </a:cubicBezTo>
                <a:cubicBezTo>
                  <a:pt x="242" y="163"/>
                  <a:pt x="245" y="148"/>
                  <a:pt x="245" y="133"/>
                </a:cubicBezTo>
                <a:close/>
                <a:moveTo>
                  <a:pt x="267" y="133"/>
                </a:moveTo>
                <a:cubicBezTo>
                  <a:pt x="267" y="158"/>
                  <a:pt x="261" y="180"/>
                  <a:pt x="249" y="200"/>
                </a:cubicBezTo>
                <a:cubicBezTo>
                  <a:pt x="237" y="221"/>
                  <a:pt x="221" y="237"/>
                  <a:pt x="200" y="249"/>
                </a:cubicBezTo>
                <a:cubicBezTo>
                  <a:pt x="180" y="261"/>
                  <a:pt x="158" y="267"/>
                  <a:pt x="133" y="267"/>
                </a:cubicBezTo>
                <a:cubicBezTo>
                  <a:pt x="109" y="267"/>
                  <a:pt x="87" y="261"/>
                  <a:pt x="66" y="249"/>
                </a:cubicBezTo>
                <a:cubicBezTo>
                  <a:pt x="46" y="237"/>
                  <a:pt x="30" y="221"/>
                  <a:pt x="18" y="200"/>
                </a:cubicBezTo>
                <a:cubicBezTo>
                  <a:pt x="6" y="180"/>
                  <a:pt x="0" y="158"/>
                  <a:pt x="0" y="133"/>
                </a:cubicBezTo>
                <a:cubicBezTo>
                  <a:pt x="0" y="109"/>
                  <a:pt x="6" y="87"/>
                  <a:pt x="18" y="66"/>
                </a:cubicBezTo>
                <a:cubicBezTo>
                  <a:pt x="30" y="46"/>
                  <a:pt x="46" y="30"/>
                  <a:pt x="66" y="18"/>
                </a:cubicBezTo>
                <a:cubicBezTo>
                  <a:pt x="87" y="6"/>
                  <a:pt x="109" y="0"/>
                  <a:pt x="133" y="0"/>
                </a:cubicBezTo>
                <a:cubicBezTo>
                  <a:pt x="158" y="0"/>
                  <a:pt x="180" y="6"/>
                  <a:pt x="200" y="18"/>
                </a:cubicBezTo>
                <a:cubicBezTo>
                  <a:pt x="221" y="30"/>
                  <a:pt x="237" y="46"/>
                  <a:pt x="249" y="66"/>
                </a:cubicBezTo>
                <a:cubicBezTo>
                  <a:pt x="261" y="87"/>
                  <a:pt x="267" y="109"/>
                  <a:pt x="267" y="1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1" name="Freeform 79"/>
          <p:cNvSpPr>
            <a:spLocks noEditPoints="1"/>
          </p:cNvSpPr>
          <p:nvPr/>
        </p:nvSpPr>
        <p:spPr bwMode="auto">
          <a:xfrm>
            <a:off x="2946401" y="2022338"/>
            <a:ext cx="192088" cy="265113"/>
          </a:xfrm>
          <a:custGeom>
            <a:avLst/>
            <a:gdLst>
              <a:gd name="T0" fmla="*/ 178 w 178"/>
              <a:gd name="T1" fmla="*/ 156 h 245"/>
              <a:gd name="T2" fmla="*/ 175 w 178"/>
              <a:gd name="T3" fmla="*/ 164 h 245"/>
              <a:gd name="T4" fmla="*/ 97 w 178"/>
              <a:gd name="T5" fmla="*/ 241 h 245"/>
              <a:gd name="T6" fmla="*/ 89 w 178"/>
              <a:gd name="T7" fmla="*/ 245 h 245"/>
              <a:gd name="T8" fmla="*/ 82 w 178"/>
              <a:gd name="T9" fmla="*/ 241 h 245"/>
              <a:gd name="T10" fmla="*/ 4 w 178"/>
              <a:gd name="T11" fmla="*/ 164 h 245"/>
              <a:gd name="T12" fmla="*/ 0 w 178"/>
              <a:gd name="T13" fmla="*/ 156 h 245"/>
              <a:gd name="T14" fmla="*/ 4 w 178"/>
              <a:gd name="T15" fmla="*/ 148 h 245"/>
              <a:gd name="T16" fmla="*/ 12 w 178"/>
              <a:gd name="T17" fmla="*/ 145 h 245"/>
              <a:gd name="T18" fmla="*/ 167 w 178"/>
              <a:gd name="T19" fmla="*/ 145 h 245"/>
              <a:gd name="T20" fmla="*/ 175 w 178"/>
              <a:gd name="T21" fmla="*/ 148 h 245"/>
              <a:gd name="T22" fmla="*/ 178 w 178"/>
              <a:gd name="T23" fmla="*/ 156 h 245"/>
              <a:gd name="T24" fmla="*/ 178 w 178"/>
              <a:gd name="T25" fmla="*/ 89 h 245"/>
              <a:gd name="T26" fmla="*/ 175 w 178"/>
              <a:gd name="T27" fmla="*/ 97 h 245"/>
              <a:gd name="T28" fmla="*/ 167 w 178"/>
              <a:gd name="T29" fmla="*/ 100 h 245"/>
              <a:gd name="T30" fmla="*/ 12 w 178"/>
              <a:gd name="T31" fmla="*/ 100 h 245"/>
              <a:gd name="T32" fmla="*/ 4 w 178"/>
              <a:gd name="T33" fmla="*/ 97 h 245"/>
              <a:gd name="T34" fmla="*/ 0 w 178"/>
              <a:gd name="T35" fmla="*/ 89 h 245"/>
              <a:gd name="T36" fmla="*/ 4 w 178"/>
              <a:gd name="T37" fmla="*/ 81 h 245"/>
              <a:gd name="T38" fmla="*/ 82 w 178"/>
              <a:gd name="T39" fmla="*/ 3 h 245"/>
              <a:gd name="T40" fmla="*/ 89 w 178"/>
              <a:gd name="T41" fmla="*/ 0 h 245"/>
              <a:gd name="T42" fmla="*/ 97 w 178"/>
              <a:gd name="T43" fmla="*/ 3 h 245"/>
              <a:gd name="T44" fmla="*/ 175 w 178"/>
              <a:gd name="T45" fmla="*/ 81 h 245"/>
              <a:gd name="T46" fmla="*/ 178 w 178"/>
              <a:gd name="T47" fmla="*/ 89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78" h="245">
                <a:moveTo>
                  <a:pt x="178" y="156"/>
                </a:moveTo>
                <a:cubicBezTo>
                  <a:pt x="178" y="159"/>
                  <a:pt x="177" y="161"/>
                  <a:pt x="175" y="164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5" y="244"/>
                  <a:pt x="92" y="245"/>
                  <a:pt x="89" y="245"/>
                </a:cubicBezTo>
                <a:cubicBezTo>
                  <a:pt x="86" y="245"/>
                  <a:pt x="84" y="244"/>
                  <a:pt x="82" y="241"/>
                </a:cubicBezTo>
                <a:cubicBezTo>
                  <a:pt x="4" y="164"/>
                  <a:pt x="4" y="164"/>
                  <a:pt x="4" y="164"/>
                </a:cubicBezTo>
                <a:cubicBezTo>
                  <a:pt x="2" y="161"/>
                  <a:pt x="0" y="159"/>
                  <a:pt x="0" y="156"/>
                </a:cubicBezTo>
                <a:cubicBezTo>
                  <a:pt x="0" y="153"/>
                  <a:pt x="2" y="150"/>
                  <a:pt x="4" y="148"/>
                </a:cubicBezTo>
                <a:cubicBezTo>
                  <a:pt x="6" y="146"/>
                  <a:pt x="9" y="145"/>
                  <a:pt x="12" y="145"/>
                </a:cubicBezTo>
                <a:cubicBezTo>
                  <a:pt x="167" y="145"/>
                  <a:pt x="167" y="145"/>
                  <a:pt x="167" y="145"/>
                </a:cubicBezTo>
                <a:cubicBezTo>
                  <a:pt x="170" y="145"/>
                  <a:pt x="173" y="146"/>
                  <a:pt x="175" y="148"/>
                </a:cubicBezTo>
                <a:cubicBezTo>
                  <a:pt x="177" y="150"/>
                  <a:pt x="178" y="153"/>
                  <a:pt x="178" y="156"/>
                </a:cubicBezTo>
                <a:close/>
                <a:moveTo>
                  <a:pt x="178" y="89"/>
                </a:moveTo>
                <a:cubicBezTo>
                  <a:pt x="178" y="92"/>
                  <a:pt x="177" y="95"/>
                  <a:pt x="175" y="97"/>
                </a:cubicBezTo>
                <a:cubicBezTo>
                  <a:pt x="173" y="99"/>
                  <a:pt x="170" y="100"/>
                  <a:pt x="167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9" y="100"/>
                  <a:pt x="6" y="99"/>
                  <a:pt x="4" y="97"/>
                </a:cubicBezTo>
                <a:cubicBezTo>
                  <a:pt x="2" y="95"/>
                  <a:pt x="0" y="92"/>
                  <a:pt x="0" y="89"/>
                </a:cubicBezTo>
                <a:cubicBezTo>
                  <a:pt x="0" y="86"/>
                  <a:pt x="2" y="83"/>
                  <a:pt x="4" y="81"/>
                </a:cubicBezTo>
                <a:cubicBezTo>
                  <a:pt x="82" y="3"/>
                  <a:pt x="82" y="3"/>
                  <a:pt x="82" y="3"/>
                </a:cubicBezTo>
                <a:cubicBezTo>
                  <a:pt x="84" y="1"/>
                  <a:pt x="86" y="0"/>
                  <a:pt x="89" y="0"/>
                </a:cubicBezTo>
                <a:cubicBezTo>
                  <a:pt x="92" y="0"/>
                  <a:pt x="95" y="1"/>
                  <a:pt x="97" y="3"/>
                </a:cubicBezTo>
                <a:cubicBezTo>
                  <a:pt x="175" y="81"/>
                  <a:pt x="175" y="81"/>
                  <a:pt x="175" y="81"/>
                </a:cubicBezTo>
                <a:cubicBezTo>
                  <a:pt x="177" y="83"/>
                  <a:pt x="178" y="86"/>
                  <a:pt x="178" y="8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2" name="Freeform 80"/>
          <p:cNvSpPr>
            <a:spLocks noEditPoints="1"/>
          </p:cNvSpPr>
          <p:nvPr/>
        </p:nvSpPr>
        <p:spPr bwMode="auto">
          <a:xfrm>
            <a:off x="3319463" y="1987413"/>
            <a:ext cx="306388" cy="334963"/>
          </a:xfrm>
          <a:custGeom>
            <a:avLst/>
            <a:gdLst>
              <a:gd name="T0" fmla="*/ 233 w 284"/>
              <a:gd name="T1" fmla="*/ 70 h 311"/>
              <a:gd name="T2" fmla="*/ 219 w 284"/>
              <a:gd name="T3" fmla="*/ 24 h 311"/>
              <a:gd name="T4" fmla="*/ 218 w 284"/>
              <a:gd name="T5" fmla="*/ 21 h 311"/>
              <a:gd name="T6" fmla="*/ 217 w 284"/>
              <a:gd name="T7" fmla="*/ 28 h 311"/>
              <a:gd name="T8" fmla="*/ 203 w 284"/>
              <a:gd name="T9" fmla="*/ 70 h 311"/>
              <a:gd name="T10" fmla="*/ 122 w 284"/>
              <a:gd name="T11" fmla="*/ 254 h 311"/>
              <a:gd name="T12" fmla="*/ 62 w 284"/>
              <a:gd name="T13" fmla="*/ 311 h 311"/>
              <a:gd name="T14" fmla="*/ 3 w 284"/>
              <a:gd name="T15" fmla="*/ 254 h 311"/>
              <a:gd name="T16" fmla="*/ 7 w 284"/>
              <a:gd name="T17" fmla="*/ 244 h 311"/>
              <a:gd name="T18" fmla="*/ 40 w 284"/>
              <a:gd name="T19" fmla="*/ 5 h 311"/>
              <a:gd name="T20" fmla="*/ 46 w 284"/>
              <a:gd name="T21" fmla="*/ 0 h 311"/>
              <a:gd name="T22" fmla="*/ 83 w 284"/>
              <a:gd name="T23" fmla="*/ 1 h 311"/>
              <a:gd name="T24" fmla="*/ 85 w 284"/>
              <a:gd name="T25" fmla="*/ 244 h 311"/>
              <a:gd name="T26" fmla="*/ 122 w 284"/>
              <a:gd name="T27" fmla="*/ 246 h 311"/>
              <a:gd name="T28" fmla="*/ 269 w 284"/>
              <a:gd name="T29" fmla="*/ 271 h 311"/>
              <a:gd name="T30" fmla="*/ 167 w 284"/>
              <a:gd name="T31" fmla="*/ 311 h 311"/>
              <a:gd name="T32" fmla="*/ 231 w 284"/>
              <a:gd name="T33" fmla="*/ 204 h 311"/>
              <a:gd name="T34" fmla="*/ 237 w 284"/>
              <a:gd name="T35" fmla="*/ 197 h 311"/>
              <a:gd name="T36" fmla="*/ 236 w 284"/>
              <a:gd name="T37" fmla="*/ 197 h 311"/>
              <a:gd name="T38" fmla="*/ 229 w 284"/>
              <a:gd name="T39" fmla="*/ 197 h 311"/>
              <a:gd name="T40" fmla="*/ 189 w 284"/>
              <a:gd name="T41" fmla="*/ 217 h 311"/>
              <a:gd name="T42" fmla="*/ 168 w 284"/>
              <a:gd name="T43" fmla="*/ 178 h 311"/>
              <a:gd name="T44" fmla="*/ 267 w 284"/>
              <a:gd name="T45" fmla="*/ 193 h 311"/>
              <a:gd name="T46" fmla="*/ 199 w 284"/>
              <a:gd name="T47" fmla="*/ 290 h 311"/>
              <a:gd name="T48" fmla="*/ 197 w 284"/>
              <a:gd name="T49" fmla="*/ 292 h 311"/>
              <a:gd name="T50" fmla="*/ 205 w 284"/>
              <a:gd name="T51" fmla="*/ 291 h 311"/>
              <a:gd name="T52" fmla="*/ 248 w 284"/>
              <a:gd name="T53" fmla="*/ 271 h 311"/>
              <a:gd name="T54" fmla="*/ 284 w 284"/>
              <a:gd name="T55" fmla="*/ 115 h 311"/>
              <a:gd name="T56" fmla="*/ 234 w 284"/>
              <a:gd name="T57" fmla="*/ 133 h 311"/>
              <a:gd name="T58" fmla="*/ 247 w 284"/>
              <a:gd name="T59" fmla="*/ 115 h 311"/>
              <a:gd name="T60" fmla="*/ 197 w 284"/>
              <a:gd name="T61" fmla="*/ 90 h 311"/>
              <a:gd name="T62" fmla="*/ 202 w 284"/>
              <a:gd name="T63" fmla="*/ 115 h 311"/>
              <a:gd name="T64" fmla="*/ 152 w 284"/>
              <a:gd name="T65" fmla="*/ 133 h 311"/>
              <a:gd name="T66" fmla="*/ 164 w 284"/>
              <a:gd name="T67" fmla="*/ 115 h 311"/>
              <a:gd name="T68" fmla="*/ 232 w 284"/>
              <a:gd name="T69" fmla="*/ 0 h 311"/>
              <a:gd name="T70" fmla="*/ 284 w 284"/>
              <a:gd name="T71" fmla="*/ 115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4" h="311">
                <a:moveTo>
                  <a:pt x="203" y="70"/>
                </a:moveTo>
                <a:cubicBezTo>
                  <a:pt x="233" y="70"/>
                  <a:pt x="233" y="70"/>
                  <a:pt x="233" y="70"/>
                </a:cubicBezTo>
                <a:cubicBezTo>
                  <a:pt x="221" y="33"/>
                  <a:pt x="221" y="33"/>
                  <a:pt x="221" y="33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219" y="23"/>
                  <a:pt x="218" y="21"/>
                  <a:pt x="218" y="21"/>
                </a:cubicBezTo>
                <a:cubicBezTo>
                  <a:pt x="218" y="21"/>
                  <a:pt x="218" y="21"/>
                  <a:pt x="218" y="21"/>
                </a:cubicBezTo>
                <a:cubicBezTo>
                  <a:pt x="217" y="24"/>
                  <a:pt x="217" y="24"/>
                  <a:pt x="217" y="24"/>
                </a:cubicBezTo>
                <a:cubicBezTo>
                  <a:pt x="217" y="25"/>
                  <a:pt x="217" y="26"/>
                  <a:pt x="217" y="28"/>
                </a:cubicBezTo>
                <a:cubicBezTo>
                  <a:pt x="216" y="30"/>
                  <a:pt x="216" y="31"/>
                  <a:pt x="215" y="33"/>
                </a:cubicBezTo>
                <a:lnTo>
                  <a:pt x="203" y="70"/>
                </a:lnTo>
                <a:close/>
                <a:moveTo>
                  <a:pt x="123" y="250"/>
                </a:moveTo>
                <a:cubicBezTo>
                  <a:pt x="123" y="251"/>
                  <a:pt x="123" y="253"/>
                  <a:pt x="122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4" y="311"/>
                  <a:pt x="62" y="311"/>
                </a:cubicBezTo>
                <a:cubicBezTo>
                  <a:pt x="61" y="311"/>
                  <a:pt x="60" y="311"/>
                  <a:pt x="58" y="310"/>
                </a:cubicBezTo>
                <a:cubicBezTo>
                  <a:pt x="3" y="254"/>
                  <a:pt x="3" y="254"/>
                  <a:pt x="3" y="254"/>
                </a:cubicBezTo>
                <a:cubicBezTo>
                  <a:pt x="1" y="252"/>
                  <a:pt x="0" y="250"/>
                  <a:pt x="1" y="248"/>
                </a:cubicBezTo>
                <a:cubicBezTo>
                  <a:pt x="2" y="246"/>
                  <a:pt x="4" y="244"/>
                  <a:pt x="7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3"/>
                  <a:pt x="41" y="2"/>
                  <a:pt x="42" y="1"/>
                </a:cubicBezTo>
                <a:cubicBezTo>
                  <a:pt x="43" y="0"/>
                  <a:pt x="44" y="0"/>
                  <a:pt x="46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1" y="0"/>
                  <a:pt x="82" y="0"/>
                  <a:pt x="83" y="1"/>
                </a:cubicBezTo>
                <a:cubicBezTo>
                  <a:pt x="84" y="2"/>
                  <a:pt x="85" y="3"/>
                  <a:pt x="85" y="5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118" y="244"/>
                  <a:pt x="118" y="244"/>
                  <a:pt x="118" y="244"/>
                </a:cubicBezTo>
                <a:cubicBezTo>
                  <a:pt x="120" y="244"/>
                  <a:pt x="121" y="245"/>
                  <a:pt x="122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69" y="271"/>
                </a:moveTo>
                <a:cubicBezTo>
                  <a:pt x="269" y="311"/>
                  <a:pt x="269" y="311"/>
                  <a:pt x="269" y="311"/>
                </a:cubicBezTo>
                <a:cubicBezTo>
                  <a:pt x="167" y="311"/>
                  <a:pt x="167" y="311"/>
                  <a:pt x="167" y="311"/>
                </a:cubicBezTo>
                <a:cubicBezTo>
                  <a:pt x="167" y="295"/>
                  <a:pt x="167" y="295"/>
                  <a:pt x="167" y="295"/>
                </a:cubicBezTo>
                <a:cubicBezTo>
                  <a:pt x="231" y="204"/>
                  <a:pt x="231" y="204"/>
                  <a:pt x="231" y="204"/>
                </a:cubicBezTo>
                <a:cubicBezTo>
                  <a:pt x="233" y="201"/>
                  <a:pt x="234" y="200"/>
                  <a:pt x="235" y="199"/>
                </a:cubicBezTo>
                <a:cubicBezTo>
                  <a:pt x="237" y="197"/>
                  <a:pt x="237" y="197"/>
                  <a:pt x="237" y="197"/>
                </a:cubicBezTo>
                <a:cubicBezTo>
                  <a:pt x="237" y="197"/>
                  <a:pt x="237" y="197"/>
                  <a:pt x="237" y="197"/>
                </a:cubicBezTo>
                <a:cubicBezTo>
                  <a:pt x="237" y="197"/>
                  <a:pt x="236" y="197"/>
                  <a:pt x="236" y="197"/>
                </a:cubicBezTo>
                <a:cubicBezTo>
                  <a:pt x="235" y="197"/>
                  <a:pt x="235" y="197"/>
                  <a:pt x="235" y="197"/>
                </a:cubicBezTo>
                <a:cubicBezTo>
                  <a:pt x="233" y="197"/>
                  <a:pt x="231" y="197"/>
                  <a:pt x="229" y="197"/>
                </a:cubicBezTo>
                <a:cubicBezTo>
                  <a:pt x="189" y="197"/>
                  <a:pt x="189" y="197"/>
                  <a:pt x="189" y="197"/>
                </a:cubicBezTo>
                <a:cubicBezTo>
                  <a:pt x="189" y="217"/>
                  <a:pt x="189" y="217"/>
                  <a:pt x="189" y="217"/>
                </a:cubicBezTo>
                <a:cubicBezTo>
                  <a:pt x="168" y="217"/>
                  <a:pt x="168" y="217"/>
                  <a:pt x="168" y="217"/>
                </a:cubicBezTo>
                <a:cubicBezTo>
                  <a:pt x="168" y="178"/>
                  <a:pt x="168" y="178"/>
                  <a:pt x="168" y="178"/>
                </a:cubicBezTo>
                <a:cubicBezTo>
                  <a:pt x="267" y="178"/>
                  <a:pt x="267" y="178"/>
                  <a:pt x="267" y="178"/>
                </a:cubicBezTo>
                <a:cubicBezTo>
                  <a:pt x="267" y="193"/>
                  <a:pt x="267" y="193"/>
                  <a:pt x="267" y="193"/>
                </a:cubicBezTo>
                <a:cubicBezTo>
                  <a:pt x="203" y="285"/>
                  <a:pt x="203" y="285"/>
                  <a:pt x="203" y="285"/>
                </a:cubicBezTo>
                <a:cubicBezTo>
                  <a:pt x="202" y="286"/>
                  <a:pt x="201" y="288"/>
                  <a:pt x="199" y="290"/>
                </a:cubicBezTo>
                <a:cubicBezTo>
                  <a:pt x="197" y="292"/>
                  <a:pt x="197" y="292"/>
                  <a:pt x="197" y="292"/>
                </a:cubicBezTo>
                <a:cubicBezTo>
                  <a:pt x="197" y="292"/>
                  <a:pt x="197" y="292"/>
                  <a:pt x="197" y="292"/>
                </a:cubicBezTo>
                <a:cubicBezTo>
                  <a:pt x="199" y="292"/>
                  <a:pt x="199" y="292"/>
                  <a:pt x="199" y="292"/>
                </a:cubicBezTo>
                <a:cubicBezTo>
                  <a:pt x="200" y="291"/>
                  <a:pt x="202" y="291"/>
                  <a:pt x="205" y="291"/>
                </a:cubicBezTo>
                <a:cubicBezTo>
                  <a:pt x="248" y="291"/>
                  <a:pt x="248" y="291"/>
                  <a:pt x="248" y="291"/>
                </a:cubicBezTo>
                <a:cubicBezTo>
                  <a:pt x="248" y="271"/>
                  <a:pt x="248" y="271"/>
                  <a:pt x="248" y="271"/>
                </a:cubicBezTo>
                <a:lnTo>
                  <a:pt x="269" y="271"/>
                </a:lnTo>
                <a:close/>
                <a:moveTo>
                  <a:pt x="284" y="115"/>
                </a:moveTo>
                <a:cubicBezTo>
                  <a:pt x="284" y="133"/>
                  <a:pt x="284" y="133"/>
                  <a:pt x="284" y="133"/>
                </a:cubicBezTo>
                <a:cubicBezTo>
                  <a:pt x="234" y="133"/>
                  <a:pt x="234" y="133"/>
                  <a:pt x="234" y="133"/>
                </a:cubicBezTo>
                <a:cubicBezTo>
                  <a:pt x="234" y="115"/>
                  <a:pt x="234" y="115"/>
                  <a:pt x="234" y="115"/>
                </a:cubicBezTo>
                <a:cubicBezTo>
                  <a:pt x="247" y="115"/>
                  <a:pt x="247" y="115"/>
                  <a:pt x="247" y="115"/>
                </a:cubicBezTo>
                <a:cubicBezTo>
                  <a:pt x="239" y="90"/>
                  <a:pt x="239" y="90"/>
                  <a:pt x="239" y="90"/>
                </a:cubicBezTo>
                <a:cubicBezTo>
                  <a:pt x="197" y="90"/>
                  <a:pt x="197" y="90"/>
                  <a:pt x="197" y="90"/>
                </a:cubicBezTo>
                <a:cubicBezTo>
                  <a:pt x="189" y="115"/>
                  <a:pt x="189" y="115"/>
                  <a:pt x="189" y="115"/>
                </a:cubicBezTo>
                <a:cubicBezTo>
                  <a:pt x="202" y="115"/>
                  <a:pt x="202" y="115"/>
                  <a:pt x="202" y="115"/>
                </a:cubicBezTo>
                <a:cubicBezTo>
                  <a:pt x="202" y="133"/>
                  <a:pt x="202" y="133"/>
                  <a:pt x="202" y="133"/>
                </a:cubicBezTo>
                <a:cubicBezTo>
                  <a:pt x="152" y="133"/>
                  <a:pt x="152" y="133"/>
                  <a:pt x="152" y="133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64" y="115"/>
                  <a:pt x="164" y="115"/>
                  <a:pt x="164" y="115"/>
                </a:cubicBezTo>
                <a:cubicBezTo>
                  <a:pt x="204" y="0"/>
                  <a:pt x="204" y="0"/>
                  <a:pt x="204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72" y="115"/>
                  <a:pt x="272" y="115"/>
                  <a:pt x="272" y="115"/>
                </a:cubicBezTo>
                <a:lnTo>
                  <a:pt x="284" y="11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3" name="Freeform 81"/>
          <p:cNvSpPr>
            <a:spLocks noEditPoints="1"/>
          </p:cNvSpPr>
          <p:nvPr/>
        </p:nvSpPr>
        <p:spPr bwMode="auto">
          <a:xfrm>
            <a:off x="3749676" y="1987413"/>
            <a:ext cx="306388" cy="334963"/>
          </a:xfrm>
          <a:custGeom>
            <a:avLst/>
            <a:gdLst>
              <a:gd name="T0" fmla="*/ 233 w 284"/>
              <a:gd name="T1" fmla="*/ 249 h 311"/>
              <a:gd name="T2" fmla="*/ 218 w 284"/>
              <a:gd name="T3" fmla="*/ 202 h 311"/>
              <a:gd name="T4" fmla="*/ 217 w 284"/>
              <a:gd name="T5" fmla="*/ 199 h 311"/>
              <a:gd name="T6" fmla="*/ 216 w 284"/>
              <a:gd name="T7" fmla="*/ 206 h 311"/>
              <a:gd name="T8" fmla="*/ 202 w 284"/>
              <a:gd name="T9" fmla="*/ 249 h 311"/>
              <a:gd name="T10" fmla="*/ 121 w 284"/>
              <a:gd name="T11" fmla="*/ 254 h 311"/>
              <a:gd name="T12" fmla="*/ 62 w 284"/>
              <a:gd name="T13" fmla="*/ 311 h 311"/>
              <a:gd name="T14" fmla="*/ 2 w 284"/>
              <a:gd name="T15" fmla="*/ 254 h 311"/>
              <a:gd name="T16" fmla="*/ 6 w 284"/>
              <a:gd name="T17" fmla="*/ 244 h 311"/>
              <a:gd name="T18" fmla="*/ 40 w 284"/>
              <a:gd name="T19" fmla="*/ 5 h 311"/>
              <a:gd name="T20" fmla="*/ 45 w 284"/>
              <a:gd name="T21" fmla="*/ 0 h 311"/>
              <a:gd name="T22" fmla="*/ 83 w 284"/>
              <a:gd name="T23" fmla="*/ 1 h 311"/>
              <a:gd name="T24" fmla="*/ 84 w 284"/>
              <a:gd name="T25" fmla="*/ 244 h 311"/>
              <a:gd name="T26" fmla="*/ 121 w 284"/>
              <a:gd name="T27" fmla="*/ 246 h 311"/>
              <a:gd name="T28" fmla="*/ 284 w 284"/>
              <a:gd name="T29" fmla="*/ 293 h 311"/>
              <a:gd name="T30" fmla="*/ 234 w 284"/>
              <a:gd name="T31" fmla="*/ 311 h 311"/>
              <a:gd name="T32" fmla="*/ 247 w 284"/>
              <a:gd name="T33" fmla="*/ 293 h 311"/>
              <a:gd name="T34" fmla="*/ 196 w 284"/>
              <a:gd name="T35" fmla="*/ 268 h 311"/>
              <a:gd name="T36" fmla="*/ 201 w 284"/>
              <a:gd name="T37" fmla="*/ 293 h 311"/>
              <a:gd name="T38" fmla="*/ 151 w 284"/>
              <a:gd name="T39" fmla="*/ 311 h 311"/>
              <a:gd name="T40" fmla="*/ 164 w 284"/>
              <a:gd name="T41" fmla="*/ 293 h 311"/>
              <a:gd name="T42" fmla="*/ 232 w 284"/>
              <a:gd name="T43" fmla="*/ 178 h 311"/>
              <a:gd name="T44" fmla="*/ 284 w 284"/>
              <a:gd name="T45" fmla="*/ 293 h 311"/>
              <a:gd name="T46" fmla="*/ 268 w 284"/>
              <a:gd name="T47" fmla="*/ 133 h 311"/>
              <a:gd name="T48" fmla="*/ 167 w 284"/>
              <a:gd name="T49" fmla="*/ 117 h 311"/>
              <a:gd name="T50" fmla="*/ 235 w 284"/>
              <a:gd name="T51" fmla="*/ 21 h 311"/>
              <a:gd name="T52" fmla="*/ 237 w 284"/>
              <a:gd name="T53" fmla="*/ 19 h 311"/>
              <a:gd name="T54" fmla="*/ 234 w 284"/>
              <a:gd name="T55" fmla="*/ 19 h 311"/>
              <a:gd name="T56" fmla="*/ 189 w 284"/>
              <a:gd name="T57" fmla="*/ 19 h 311"/>
              <a:gd name="T58" fmla="*/ 168 w 284"/>
              <a:gd name="T59" fmla="*/ 39 h 311"/>
              <a:gd name="T60" fmla="*/ 266 w 284"/>
              <a:gd name="T61" fmla="*/ 0 h 311"/>
              <a:gd name="T62" fmla="*/ 202 w 284"/>
              <a:gd name="T63" fmla="*/ 107 h 311"/>
              <a:gd name="T64" fmla="*/ 197 w 284"/>
              <a:gd name="T65" fmla="*/ 113 h 311"/>
              <a:gd name="T66" fmla="*/ 199 w 284"/>
              <a:gd name="T67" fmla="*/ 113 h 311"/>
              <a:gd name="T68" fmla="*/ 247 w 284"/>
              <a:gd name="T69" fmla="*/ 113 h 311"/>
              <a:gd name="T70" fmla="*/ 268 w 284"/>
              <a:gd name="T71" fmla="*/ 93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4" h="311">
                <a:moveTo>
                  <a:pt x="202" y="249"/>
                </a:moveTo>
                <a:cubicBezTo>
                  <a:pt x="233" y="249"/>
                  <a:pt x="233" y="249"/>
                  <a:pt x="233" y="249"/>
                </a:cubicBezTo>
                <a:cubicBezTo>
                  <a:pt x="220" y="211"/>
                  <a:pt x="220" y="211"/>
                  <a:pt x="220" y="211"/>
                </a:cubicBezTo>
                <a:cubicBezTo>
                  <a:pt x="218" y="202"/>
                  <a:pt x="218" y="202"/>
                  <a:pt x="218" y="202"/>
                </a:cubicBezTo>
                <a:cubicBezTo>
                  <a:pt x="218" y="201"/>
                  <a:pt x="218" y="199"/>
                  <a:pt x="218" y="199"/>
                </a:cubicBezTo>
                <a:cubicBezTo>
                  <a:pt x="217" y="199"/>
                  <a:pt x="217" y="199"/>
                  <a:pt x="217" y="199"/>
                </a:cubicBezTo>
                <a:cubicBezTo>
                  <a:pt x="217" y="202"/>
                  <a:pt x="217" y="202"/>
                  <a:pt x="217" y="202"/>
                </a:cubicBezTo>
                <a:cubicBezTo>
                  <a:pt x="217" y="203"/>
                  <a:pt x="217" y="204"/>
                  <a:pt x="216" y="206"/>
                </a:cubicBezTo>
                <a:cubicBezTo>
                  <a:pt x="216" y="208"/>
                  <a:pt x="215" y="209"/>
                  <a:pt x="215" y="211"/>
                </a:cubicBezTo>
                <a:lnTo>
                  <a:pt x="202" y="249"/>
                </a:lnTo>
                <a:close/>
                <a:moveTo>
                  <a:pt x="123" y="250"/>
                </a:moveTo>
                <a:cubicBezTo>
                  <a:pt x="123" y="251"/>
                  <a:pt x="122" y="253"/>
                  <a:pt x="121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3" y="311"/>
                  <a:pt x="62" y="311"/>
                </a:cubicBezTo>
                <a:cubicBezTo>
                  <a:pt x="60" y="311"/>
                  <a:pt x="59" y="311"/>
                  <a:pt x="58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0" y="252"/>
                  <a:pt x="0" y="250"/>
                  <a:pt x="1" y="248"/>
                </a:cubicBezTo>
                <a:cubicBezTo>
                  <a:pt x="2" y="246"/>
                  <a:pt x="4" y="244"/>
                  <a:pt x="6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3"/>
                  <a:pt x="40" y="2"/>
                  <a:pt x="41" y="1"/>
                </a:cubicBezTo>
                <a:cubicBezTo>
                  <a:pt x="42" y="0"/>
                  <a:pt x="44" y="0"/>
                  <a:pt x="4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1" y="0"/>
                  <a:pt x="83" y="1"/>
                </a:cubicBezTo>
                <a:cubicBezTo>
                  <a:pt x="84" y="2"/>
                  <a:pt x="84" y="3"/>
                  <a:pt x="84" y="5"/>
                </a:cubicBezTo>
                <a:cubicBezTo>
                  <a:pt x="84" y="244"/>
                  <a:pt x="84" y="244"/>
                  <a:pt x="84" y="244"/>
                </a:cubicBezTo>
                <a:cubicBezTo>
                  <a:pt x="117" y="244"/>
                  <a:pt x="117" y="244"/>
                  <a:pt x="117" y="244"/>
                </a:cubicBezTo>
                <a:cubicBezTo>
                  <a:pt x="119" y="244"/>
                  <a:pt x="120" y="245"/>
                  <a:pt x="121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84" y="293"/>
                </a:moveTo>
                <a:cubicBezTo>
                  <a:pt x="284" y="311"/>
                  <a:pt x="284" y="311"/>
                  <a:pt x="284" y="311"/>
                </a:cubicBezTo>
                <a:cubicBezTo>
                  <a:pt x="234" y="311"/>
                  <a:pt x="234" y="311"/>
                  <a:pt x="234" y="311"/>
                </a:cubicBezTo>
                <a:cubicBezTo>
                  <a:pt x="234" y="293"/>
                  <a:pt x="234" y="293"/>
                  <a:pt x="234" y="293"/>
                </a:cubicBezTo>
                <a:cubicBezTo>
                  <a:pt x="247" y="293"/>
                  <a:pt x="247" y="293"/>
                  <a:pt x="247" y="293"/>
                </a:cubicBezTo>
                <a:cubicBezTo>
                  <a:pt x="239" y="268"/>
                  <a:pt x="239" y="268"/>
                  <a:pt x="239" y="268"/>
                </a:cubicBezTo>
                <a:cubicBezTo>
                  <a:pt x="196" y="268"/>
                  <a:pt x="196" y="268"/>
                  <a:pt x="196" y="268"/>
                </a:cubicBezTo>
                <a:cubicBezTo>
                  <a:pt x="188" y="293"/>
                  <a:pt x="188" y="293"/>
                  <a:pt x="188" y="293"/>
                </a:cubicBezTo>
                <a:cubicBezTo>
                  <a:pt x="201" y="293"/>
                  <a:pt x="201" y="293"/>
                  <a:pt x="201" y="293"/>
                </a:cubicBezTo>
                <a:cubicBezTo>
                  <a:pt x="201" y="311"/>
                  <a:pt x="201" y="311"/>
                  <a:pt x="201" y="311"/>
                </a:cubicBezTo>
                <a:cubicBezTo>
                  <a:pt x="151" y="311"/>
                  <a:pt x="151" y="311"/>
                  <a:pt x="151" y="311"/>
                </a:cubicBezTo>
                <a:cubicBezTo>
                  <a:pt x="151" y="293"/>
                  <a:pt x="151" y="293"/>
                  <a:pt x="151" y="293"/>
                </a:cubicBezTo>
                <a:cubicBezTo>
                  <a:pt x="164" y="293"/>
                  <a:pt x="164" y="293"/>
                  <a:pt x="164" y="293"/>
                </a:cubicBezTo>
                <a:cubicBezTo>
                  <a:pt x="204" y="178"/>
                  <a:pt x="204" y="178"/>
                  <a:pt x="204" y="178"/>
                </a:cubicBezTo>
                <a:cubicBezTo>
                  <a:pt x="232" y="178"/>
                  <a:pt x="232" y="178"/>
                  <a:pt x="232" y="178"/>
                </a:cubicBezTo>
                <a:cubicBezTo>
                  <a:pt x="272" y="293"/>
                  <a:pt x="272" y="293"/>
                  <a:pt x="272" y="293"/>
                </a:cubicBezTo>
                <a:lnTo>
                  <a:pt x="284" y="293"/>
                </a:lnTo>
                <a:close/>
                <a:moveTo>
                  <a:pt x="268" y="93"/>
                </a:moveTo>
                <a:cubicBezTo>
                  <a:pt x="268" y="133"/>
                  <a:pt x="268" y="133"/>
                  <a:pt x="268" y="133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231" y="25"/>
                  <a:pt x="231" y="25"/>
                  <a:pt x="231" y="25"/>
                </a:cubicBezTo>
                <a:cubicBezTo>
                  <a:pt x="232" y="23"/>
                  <a:pt x="234" y="22"/>
                  <a:pt x="235" y="21"/>
                </a:cubicBezTo>
                <a:cubicBezTo>
                  <a:pt x="237" y="19"/>
                  <a:pt x="237" y="19"/>
                  <a:pt x="237" y="19"/>
                </a:cubicBezTo>
                <a:cubicBezTo>
                  <a:pt x="237" y="19"/>
                  <a:pt x="237" y="19"/>
                  <a:pt x="237" y="19"/>
                </a:cubicBezTo>
                <a:cubicBezTo>
                  <a:pt x="236" y="19"/>
                  <a:pt x="236" y="19"/>
                  <a:pt x="235" y="19"/>
                </a:cubicBezTo>
                <a:cubicBezTo>
                  <a:pt x="235" y="19"/>
                  <a:pt x="234" y="19"/>
                  <a:pt x="234" y="19"/>
                </a:cubicBezTo>
                <a:cubicBezTo>
                  <a:pt x="233" y="19"/>
                  <a:pt x="231" y="19"/>
                  <a:pt x="229" y="19"/>
                </a:cubicBezTo>
                <a:cubicBezTo>
                  <a:pt x="189" y="19"/>
                  <a:pt x="189" y="19"/>
                  <a:pt x="189" y="19"/>
                </a:cubicBezTo>
                <a:cubicBezTo>
                  <a:pt x="189" y="39"/>
                  <a:pt x="189" y="39"/>
                  <a:pt x="189" y="39"/>
                </a:cubicBezTo>
                <a:cubicBezTo>
                  <a:pt x="168" y="39"/>
                  <a:pt x="168" y="39"/>
                  <a:pt x="168" y="39"/>
                </a:cubicBezTo>
                <a:cubicBezTo>
                  <a:pt x="168" y="0"/>
                  <a:pt x="168" y="0"/>
                  <a:pt x="168" y="0"/>
                </a:cubicBezTo>
                <a:cubicBezTo>
                  <a:pt x="266" y="0"/>
                  <a:pt x="266" y="0"/>
                  <a:pt x="266" y="0"/>
                </a:cubicBezTo>
                <a:cubicBezTo>
                  <a:pt x="266" y="15"/>
                  <a:pt x="266" y="15"/>
                  <a:pt x="266" y="15"/>
                </a:cubicBezTo>
                <a:cubicBezTo>
                  <a:pt x="202" y="107"/>
                  <a:pt x="202" y="107"/>
                  <a:pt x="202" y="107"/>
                </a:cubicBezTo>
                <a:cubicBezTo>
                  <a:pt x="201" y="108"/>
                  <a:pt x="200" y="110"/>
                  <a:pt x="198" y="112"/>
                </a:cubicBezTo>
                <a:cubicBezTo>
                  <a:pt x="197" y="113"/>
                  <a:pt x="197" y="113"/>
                  <a:pt x="197" y="113"/>
                </a:cubicBezTo>
                <a:cubicBezTo>
                  <a:pt x="197" y="114"/>
                  <a:pt x="197" y="114"/>
                  <a:pt x="197" y="114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00" y="113"/>
                  <a:pt x="202" y="113"/>
                  <a:pt x="204" y="113"/>
                </a:cubicBezTo>
                <a:cubicBezTo>
                  <a:pt x="247" y="113"/>
                  <a:pt x="247" y="113"/>
                  <a:pt x="247" y="113"/>
                </a:cubicBezTo>
                <a:cubicBezTo>
                  <a:pt x="247" y="93"/>
                  <a:pt x="247" y="93"/>
                  <a:pt x="247" y="93"/>
                </a:cubicBezTo>
                <a:lnTo>
                  <a:pt x="268" y="9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4" name="Freeform 82"/>
          <p:cNvSpPr>
            <a:spLocks noEditPoints="1"/>
          </p:cNvSpPr>
          <p:nvPr/>
        </p:nvSpPr>
        <p:spPr bwMode="auto">
          <a:xfrm>
            <a:off x="3736976" y="2417625"/>
            <a:ext cx="330200" cy="336550"/>
          </a:xfrm>
          <a:custGeom>
            <a:avLst/>
            <a:gdLst>
              <a:gd name="T0" fmla="*/ 121 w 306"/>
              <a:gd name="T1" fmla="*/ 254 h 311"/>
              <a:gd name="T2" fmla="*/ 61 w 306"/>
              <a:gd name="T3" fmla="*/ 311 h 311"/>
              <a:gd name="T4" fmla="*/ 2 w 306"/>
              <a:gd name="T5" fmla="*/ 254 h 311"/>
              <a:gd name="T6" fmla="*/ 6 w 306"/>
              <a:gd name="T7" fmla="*/ 245 h 311"/>
              <a:gd name="T8" fmla="*/ 39 w 306"/>
              <a:gd name="T9" fmla="*/ 5 h 311"/>
              <a:gd name="T10" fmla="*/ 45 w 306"/>
              <a:gd name="T11" fmla="*/ 0 h 311"/>
              <a:gd name="T12" fmla="*/ 82 w 306"/>
              <a:gd name="T13" fmla="*/ 1 h 311"/>
              <a:gd name="T14" fmla="*/ 84 w 306"/>
              <a:gd name="T15" fmla="*/ 245 h 311"/>
              <a:gd name="T16" fmla="*/ 121 w 306"/>
              <a:gd name="T17" fmla="*/ 246 h 311"/>
              <a:gd name="T18" fmla="*/ 306 w 306"/>
              <a:gd name="T19" fmla="*/ 272 h 311"/>
              <a:gd name="T20" fmla="*/ 305 w 306"/>
              <a:gd name="T21" fmla="*/ 310 h 311"/>
              <a:gd name="T22" fmla="*/ 156 w 306"/>
              <a:gd name="T23" fmla="*/ 311 h 311"/>
              <a:gd name="T24" fmla="*/ 150 w 306"/>
              <a:gd name="T25" fmla="*/ 306 h 311"/>
              <a:gd name="T26" fmla="*/ 152 w 306"/>
              <a:gd name="T27" fmla="*/ 268 h 311"/>
              <a:gd name="T28" fmla="*/ 301 w 306"/>
              <a:gd name="T29" fmla="*/ 267 h 311"/>
              <a:gd name="T30" fmla="*/ 306 w 306"/>
              <a:gd name="T31" fmla="*/ 272 h 311"/>
              <a:gd name="T32" fmla="*/ 273 w 306"/>
              <a:gd name="T33" fmla="*/ 217 h 311"/>
              <a:gd name="T34" fmla="*/ 267 w 306"/>
              <a:gd name="T35" fmla="*/ 222 h 311"/>
              <a:gd name="T36" fmla="*/ 152 w 306"/>
              <a:gd name="T37" fmla="*/ 221 h 311"/>
              <a:gd name="T38" fmla="*/ 150 w 306"/>
              <a:gd name="T39" fmla="*/ 183 h 311"/>
              <a:gd name="T40" fmla="*/ 156 w 306"/>
              <a:gd name="T41" fmla="*/ 178 h 311"/>
              <a:gd name="T42" fmla="*/ 271 w 306"/>
              <a:gd name="T43" fmla="*/ 179 h 311"/>
              <a:gd name="T44" fmla="*/ 239 w 306"/>
              <a:gd name="T45" fmla="*/ 94 h 311"/>
              <a:gd name="T46" fmla="*/ 238 w 306"/>
              <a:gd name="T47" fmla="*/ 132 h 311"/>
              <a:gd name="T48" fmla="*/ 156 w 306"/>
              <a:gd name="T49" fmla="*/ 133 h 311"/>
              <a:gd name="T50" fmla="*/ 150 w 306"/>
              <a:gd name="T51" fmla="*/ 128 h 311"/>
              <a:gd name="T52" fmla="*/ 152 w 306"/>
              <a:gd name="T53" fmla="*/ 90 h 311"/>
              <a:gd name="T54" fmla="*/ 234 w 306"/>
              <a:gd name="T55" fmla="*/ 89 h 311"/>
              <a:gd name="T56" fmla="*/ 239 w 306"/>
              <a:gd name="T57" fmla="*/ 94 h 311"/>
              <a:gd name="T58" fmla="*/ 206 w 306"/>
              <a:gd name="T59" fmla="*/ 39 h 311"/>
              <a:gd name="T60" fmla="*/ 201 w 306"/>
              <a:gd name="T61" fmla="*/ 44 h 311"/>
              <a:gd name="T62" fmla="*/ 152 w 306"/>
              <a:gd name="T63" fmla="*/ 43 h 311"/>
              <a:gd name="T64" fmla="*/ 150 w 306"/>
              <a:gd name="T65" fmla="*/ 5 h 311"/>
              <a:gd name="T66" fmla="*/ 156 w 306"/>
              <a:gd name="T67" fmla="*/ 0 h 311"/>
              <a:gd name="T68" fmla="*/ 205 w 306"/>
              <a:gd name="T69" fmla="*/ 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6" h="311">
                <a:moveTo>
                  <a:pt x="123" y="250"/>
                </a:moveTo>
                <a:cubicBezTo>
                  <a:pt x="123" y="251"/>
                  <a:pt x="122" y="253"/>
                  <a:pt x="121" y="254"/>
                </a:cubicBezTo>
                <a:cubicBezTo>
                  <a:pt x="65" y="310"/>
                  <a:pt x="65" y="310"/>
                  <a:pt x="65" y="310"/>
                </a:cubicBezTo>
                <a:cubicBezTo>
                  <a:pt x="64" y="311"/>
                  <a:pt x="63" y="311"/>
                  <a:pt x="61" y="311"/>
                </a:cubicBezTo>
                <a:cubicBezTo>
                  <a:pt x="60" y="311"/>
                  <a:pt x="59" y="311"/>
                  <a:pt x="57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0" y="252"/>
                  <a:pt x="0" y="250"/>
                  <a:pt x="1" y="248"/>
                </a:cubicBezTo>
                <a:cubicBezTo>
                  <a:pt x="2" y="246"/>
                  <a:pt x="3" y="245"/>
                  <a:pt x="6" y="245"/>
                </a:cubicBezTo>
                <a:cubicBezTo>
                  <a:pt x="39" y="245"/>
                  <a:pt x="39" y="245"/>
                  <a:pt x="39" y="24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4"/>
                  <a:pt x="40" y="2"/>
                  <a:pt x="41" y="1"/>
                </a:cubicBezTo>
                <a:cubicBezTo>
                  <a:pt x="42" y="0"/>
                  <a:pt x="43" y="0"/>
                  <a:pt x="45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80" y="0"/>
                  <a:pt x="81" y="0"/>
                  <a:pt x="82" y="1"/>
                </a:cubicBezTo>
                <a:cubicBezTo>
                  <a:pt x="83" y="2"/>
                  <a:pt x="84" y="4"/>
                  <a:pt x="84" y="5"/>
                </a:cubicBezTo>
                <a:cubicBezTo>
                  <a:pt x="84" y="245"/>
                  <a:pt x="84" y="245"/>
                  <a:pt x="84" y="245"/>
                </a:cubicBezTo>
                <a:cubicBezTo>
                  <a:pt x="117" y="245"/>
                  <a:pt x="117" y="245"/>
                  <a:pt x="117" y="245"/>
                </a:cubicBezTo>
                <a:cubicBezTo>
                  <a:pt x="119" y="245"/>
                  <a:pt x="120" y="245"/>
                  <a:pt x="121" y="246"/>
                </a:cubicBezTo>
                <a:cubicBezTo>
                  <a:pt x="122" y="247"/>
                  <a:pt x="123" y="248"/>
                  <a:pt x="123" y="250"/>
                </a:cubicBezTo>
                <a:close/>
                <a:moveTo>
                  <a:pt x="306" y="272"/>
                </a:moveTo>
                <a:cubicBezTo>
                  <a:pt x="306" y="306"/>
                  <a:pt x="306" y="306"/>
                  <a:pt x="306" y="306"/>
                </a:cubicBezTo>
                <a:cubicBezTo>
                  <a:pt x="306" y="307"/>
                  <a:pt x="306" y="309"/>
                  <a:pt x="305" y="310"/>
                </a:cubicBezTo>
                <a:cubicBezTo>
                  <a:pt x="304" y="311"/>
                  <a:pt x="302" y="311"/>
                  <a:pt x="301" y="311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54" y="311"/>
                  <a:pt x="153" y="311"/>
                  <a:pt x="152" y="310"/>
                </a:cubicBezTo>
                <a:cubicBezTo>
                  <a:pt x="151" y="309"/>
                  <a:pt x="150" y="307"/>
                  <a:pt x="150" y="306"/>
                </a:cubicBezTo>
                <a:cubicBezTo>
                  <a:pt x="150" y="272"/>
                  <a:pt x="150" y="272"/>
                  <a:pt x="150" y="272"/>
                </a:cubicBezTo>
                <a:cubicBezTo>
                  <a:pt x="150" y="271"/>
                  <a:pt x="151" y="269"/>
                  <a:pt x="152" y="268"/>
                </a:cubicBezTo>
                <a:cubicBezTo>
                  <a:pt x="153" y="267"/>
                  <a:pt x="154" y="267"/>
                  <a:pt x="156" y="267"/>
                </a:cubicBezTo>
                <a:cubicBezTo>
                  <a:pt x="301" y="267"/>
                  <a:pt x="301" y="267"/>
                  <a:pt x="301" y="267"/>
                </a:cubicBezTo>
                <a:cubicBezTo>
                  <a:pt x="302" y="267"/>
                  <a:pt x="304" y="267"/>
                  <a:pt x="305" y="268"/>
                </a:cubicBezTo>
                <a:cubicBezTo>
                  <a:pt x="306" y="269"/>
                  <a:pt x="306" y="271"/>
                  <a:pt x="306" y="272"/>
                </a:cubicBezTo>
                <a:close/>
                <a:moveTo>
                  <a:pt x="273" y="183"/>
                </a:moveTo>
                <a:cubicBezTo>
                  <a:pt x="273" y="217"/>
                  <a:pt x="273" y="217"/>
                  <a:pt x="273" y="217"/>
                </a:cubicBezTo>
                <a:cubicBezTo>
                  <a:pt x="273" y="218"/>
                  <a:pt x="272" y="220"/>
                  <a:pt x="271" y="221"/>
                </a:cubicBezTo>
                <a:cubicBezTo>
                  <a:pt x="270" y="222"/>
                  <a:pt x="269" y="222"/>
                  <a:pt x="267" y="222"/>
                </a:cubicBezTo>
                <a:cubicBezTo>
                  <a:pt x="156" y="222"/>
                  <a:pt x="156" y="222"/>
                  <a:pt x="156" y="222"/>
                </a:cubicBezTo>
                <a:cubicBezTo>
                  <a:pt x="154" y="222"/>
                  <a:pt x="153" y="222"/>
                  <a:pt x="152" y="221"/>
                </a:cubicBezTo>
                <a:cubicBezTo>
                  <a:pt x="151" y="220"/>
                  <a:pt x="150" y="218"/>
                  <a:pt x="150" y="217"/>
                </a:cubicBezTo>
                <a:cubicBezTo>
                  <a:pt x="150" y="183"/>
                  <a:pt x="150" y="183"/>
                  <a:pt x="150" y="183"/>
                </a:cubicBezTo>
                <a:cubicBezTo>
                  <a:pt x="150" y="182"/>
                  <a:pt x="151" y="180"/>
                  <a:pt x="152" y="179"/>
                </a:cubicBezTo>
                <a:cubicBezTo>
                  <a:pt x="153" y="178"/>
                  <a:pt x="154" y="178"/>
                  <a:pt x="156" y="178"/>
                </a:cubicBezTo>
                <a:cubicBezTo>
                  <a:pt x="267" y="178"/>
                  <a:pt x="267" y="178"/>
                  <a:pt x="267" y="178"/>
                </a:cubicBezTo>
                <a:cubicBezTo>
                  <a:pt x="269" y="178"/>
                  <a:pt x="270" y="178"/>
                  <a:pt x="271" y="179"/>
                </a:cubicBezTo>
                <a:cubicBezTo>
                  <a:pt x="272" y="180"/>
                  <a:pt x="273" y="182"/>
                  <a:pt x="273" y="183"/>
                </a:cubicBezTo>
                <a:close/>
                <a:moveTo>
                  <a:pt x="239" y="94"/>
                </a:moveTo>
                <a:cubicBezTo>
                  <a:pt x="239" y="128"/>
                  <a:pt x="239" y="128"/>
                  <a:pt x="239" y="128"/>
                </a:cubicBezTo>
                <a:cubicBezTo>
                  <a:pt x="239" y="129"/>
                  <a:pt x="239" y="131"/>
                  <a:pt x="238" y="132"/>
                </a:cubicBezTo>
                <a:cubicBezTo>
                  <a:pt x="237" y="133"/>
                  <a:pt x="236" y="133"/>
                  <a:pt x="234" y="133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54" y="133"/>
                  <a:pt x="153" y="133"/>
                  <a:pt x="152" y="132"/>
                </a:cubicBezTo>
                <a:cubicBezTo>
                  <a:pt x="151" y="131"/>
                  <a:pt x="150" y="129"/>
                  <a:pt x="150" y="128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3"/>
                  <a:pt x="151" y="91"/>
                  <a:pt x="152" y="90"/>
                </a:cubicBezTo>
                <a:cubicBezTo>
                  <a:pt x="153" y="89"/>
                  <a:pt x="154" y="89"/>
                  <a:pt x="156" y="89"/>
                </a:cubicBezTo>
                <a:cubicBezTo>
                  <a:pt x="234" y="89"/>
                  <a:pt x="234" y="89"/>
                  <a:pt x="234" y="89"/>
                </a:cubicBezTo>
                <a:cubicBezTo>
                  <a:pt x="236" y="89"/>
                  <a:pt x="237" y="89"/>
                  <a:pt x="238" y="90"/>
                </a:cubicBezTo>
                <a:cubicBezTo>
                  <a:pt x="239" y="91"/>
                  <a:pt x="239" y="93"/>
                  <a:pt x="239" y="94"/>
                </a:cubicBezTo>
                <a:close/>
                <a:moveTo>
                  <a:pt x="206" y="5"/>
                </a:moveTo>
                <a:cubicBezTo>
                  <a:pt x="206" y="39"/>
                  <a:pt x="206" y="39"/>
                  <a:pt x="206" y="39"/>
                </a:cubicBezTo>
                <a:cubicBezTo>
                  <a:pt x="206" y="40"/>
                  <a:pt x="206" y="42"/>
                  <a:pt x="205" y="43"/>
                </a:cubicBezTo>
                <a:cubicBezTo>
                  <a:pt x="203" y="44"/>
                  <a:pt x="202" y="44"/>
                  <a:pt x="201" y="44"/>
                </a:cubicBezTo>
                <a:cubicBezTo>
                  <a:pt x="156" y="44"/>
                  <a:pt x="156" y="44"/>
                  <a:pt x="156" y="44"/>
                </a:cubicBezTo>
                <a:cubicBezTo>
                  <a:pt x="154" y="44"/>
                  <a:pt x="153" y="44"/>
                  <a:pt x="152" y="43"/>
                </a:cubicBezTo>
                <a:cubicBezTo>
                  <a:pt x="151" y="42"/>
                  <a:pt x="150" y="40"/>
                  <a:pt x="150" y="39"/>
                </a:cubicBezTo>
                <a:cubicBezTo>
                  <a:pt x="150" y="5"/>
                  <a:pt x="150" y="5"/>
                  <a:pt x="150" y="5"/>
                </a:cubicBezTo>
                <a:cubicBezTo>
                  <a:pt x="150" y="4"/>
                  <a:pt x="151" y="2"/>
                  <a:pt x="152" y="1"/>
                </a:cubicBezTo>
                <a:cubicBezTo>
                  <a:pt x="153" y="0"/>
                  <a:pt x="154" y="0"/>
                  <a:pt x="156" y="0"/>
                </a:cubicBezTo>
                <a:cubicBezTo>
                  <a:pt x="201" y="0"/>
                  <a:pt x="201" y="0"/>
                  <a:pt x="201" y="0"/>
                </a:cubicBezTo>
                <a:cubicBezTo>
                  <a:pt x="202" y="0"/>
                  <a:pt x="203" y="0"/>
                  <a:pt x="205" y="1"/>
                </a:cubicBezTo>
                <a:cubicBezTo>
                  <a:pt x="206" y="2"/>
                  <a:pt x="206" y="4"/>
                  <a:pt x="206" y="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Freeform 83"/>
          <p:cNvSpPr>
            <a:spLocks noEditPoints="1"/>
          </p:cNvSpPr>
          <p:nvPr/>
        </p:nvSpPr>
        <p:spPr bwMode="auto">
          <a:xfrm>
            <a:off x="3306763" y="2417625"/>
            <a:ext cx="331788" cy="336550"/>
          </a:xfrm>
          <a:custGeom>
            <a:avLst/>
            <a:gdLst>
              <a:gd name="T0" fmla="*/ 207 w 307"/>
              <a:gd name="T1" fmla="*/ 306 h 311"/>
              <a:gd name="T2" fmla="*/ 201 w 307"/>
              <a:gd name="T3" fmla="*/ 311 h 311"/>
              <a:gd name="T4" fmla="*/ 152 w 307"/>
              <a:gd name="T5" fmla="*/ 310 h 311"/>
              <a:gd name="T6" fmla="*/ 151 w 307"/>
              <a:gd name="T7" fmla="*/ 272 h 311"/>
              <a:gd name="T8" fmla="*/ 156 w 307"/>
              <a:gd name="T9" fmla="*/ 267 h 311"/>
              <a:gd name="T10" fmla="*/ 205 w 307"/>
              <a:gd name="T11" fmla="*/ 268 h 311"/>
              <a:gd name="T12" fmla="*/ 123 w 307"/>
              <a:gd name="T13" fmla="*/ 250 h 311"/>
              <a:gd name="T14" fmla="*/ 66 w 307"/>
              <a:gd name="T15" fmla="*/ 310 h 311"/>
              <a:gd name="T16" fmla="*/ 58 w 307"/>
              <a:gd name="T17" fmla="*/ 310 h 311"/>
              <a:gd name="T18" fmla="*/ 1 w 307"/>
              <a:gd name="T19" fmla="*/ 248 h 311"/>
              <a:gd name="T20" fmla="*/ 40 w 307"/>
              <a:gd name="T21" fmla="*/ 245 h 311"/>
              <a:gd name="T22" fmla="*/ 41 w 307"/>
              <a:gd name="T23" fmla="*/ 1 h 311"/>
              <a:gd name="T24" fmla="*/ 79 w 307"/>
              <a:gd name="T25" fmla="*/ 0 h 311"/>
              <a:gd name="T26" fmla="*/ 84 w 307"/>
              <a:gd name="T27" fmla="*/ 5 h 311"/>
              <a:gd name="T28" fmla="*/ 118 w 307"/>
              <a:gd name="T29" fmla="*/ 245 h 311"/>
              <a:gd name="T30" fmla="*/ 123 w 307"/>
              <a:gd name="T31" fmla="*/ 250 h 311"/>
              <a:gd name="T32" fmla="*/ 240 w 307"/>
              <a:gd name="T33" fmla="*/ 217 h 311"/>
              <a:gd name="T34" fmla="*/ 234 w 307"/>
              <a:gd name="T35" fmla="*/ 222 h 311"/>
              <a:gd name="T36" fmla="*/ 152 w 307"/>
              <a:gd name="T37" fmla="*/ 221 h 311"/>
              <a:gd name="T38" fmla="*/ 151 w 307"/>
              <a:gd name="T39" fmla="*/ 183 h 311"/>
              <a:gd name="T40" fmla="*/ 156 w 307"/>
              <a:gd name="T41" fmla="*/ 178 h 311"/>
              <a:gd name="T42" fmla="*/ 238 w 307"/>
              <a:gd name="T43" fmla="*/ 179 h 311"/>
              <a:gd name="T44" fmla="*/ 273 w 307"/>
              <a:gd name="T45" fmla="*/ 94 h 311"/>
              <a:gd name="T46" fmla="*/ 272 w 307"/>
              <a:gd name="T47" fmla="*/ 132 h 311"/>
              <a:gd name="T48" fmla="*/ 156 w 307"/>
              <a:gd name="T49" fmla="*/ 133 h 311"/>
              <a:gd name="T50" fmla="*/ 151 w 307"/>
              <a:gd name="T51" fmla="*/ 128 h 311"/>
              <a:gd name="T52" fmla="*/ 152 w 307"/>
              <a:gd name="T53" fmla="*/ 90 h 311"/>
              <a:gd name="T54" fmla="*/ 268 w 307"/>
              <a:gd name="T55" fmla="*/ 89 h 311"/>
              <a:gd name="T56" fmla="*/ 273 w 307"/>
              <a:gd name="T57" fmla="*/ 94 h 311"/>
              <a:gd name="T58" fmla="*/ 307 w 307"/>
              <a:gd name="T59" fmla="*/ 39 h 311"/>
              <a:gd name="T60" fmla="*/ 301 w 307"/>
              <a:gd name="T61" fmla="*/ 44 h 311"/>
              <a:gd name="T62" fmla="*/ 152 w 307"/>
              <a:gd name="T63" fmla="*/ 43 h 311"/>
              <a:gd name="T64" fmla="*/ 151 w 307"/>
              <a:gd name="T65" fmla="*/ 5 h 311"/>
              <a:gd name="T66" fmla="*/ 156 w 307"/>
              <a:gd name="T67" fmla="*/ 0 h 311"/>
              <a:gd name="T68" fmla="*/ 305 w 307"/>
              <a:gd name="T69" fmla="*/ 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7" h="311">
                <a:moveTo>
                  <a:pt x="207" y="272"/>
                </a:moveTo>
                <a:cubicBezTo>
                  <a:pt x="207" y="306"/>
                  <a:pt x="207" y="306"/>
                  <a:pt x="207" y="306"/>
                </a:cubicBezTo>
                <a:cubicBezTo>
                  <a:pt x="207" y="307"/>
                  <a:pt x="206" y="309"/>
                  <a:pt x="205" y="310"/>
                </a:cubicBezTo>
                <a:cubicBezTo>
                  <a:pt x="204" y="311"/>
                  <a:pt x="203" y="311"/>
                  <a:pt x="201" y="311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55" y="311"/>
                  <a:pt x="154" y="311"/>
                  <a:pt x="152" y="310"/>
                </a:cubicBezTo>
                <a:cubicBezTo>
                  <a:pt x="151" y="309"/>
                  <a:pt x="151" y="307"/>
                  <a:pt x="151" y="306"/>
                </a:cubicBezTo>
                <a:cubicBezTo>
                  <a:pt x="151" y="272"/>
                  <a:pt x="151" y="272"/>
                  <a:pt x="151" y="272"/>
                </a:cubicBezTo>
                <a:cubicBezTo>
                  <a:pt x="151" y="271"/>
                  <a:pt x="151" y="269"/>
                  <a:pt x="152" y="268"/>
                </a:cubicBezTo>
                <a:cubicBezTo>
                  <a:pt x="154" y="267"/>
                  <a:pt x="155" y="267"/>
                  <a:pt x="156" y="267"/>
                </a:cubicBezTo>
                <a:cubicBezTo>
                  <a:pt x="201" y="267"/>
                  <a:pt x="201" y="267"/>
                  <a:pt x="201" y="267"/>
                </a:cubicBezTo>
                <a:cubicBezTo>
                  <a:pt x="203" y="267"/>
                  <a:pt x="204" y="267"/>
                  <a:pt x="205" y="268"/>
                </a:cubicBezTo>
                <a:cubicBezTo>
                  <a:pt x="206" y="269"/>
                  <a:pt x="207" y="271"/>
                  <a:pt x="207" y="272"/>
                </a:cubicBezTo>
                <a:close/>
                <a:moveTo>
                  <a:pt x="123" y="250"/>
                </a:moveTo>
                <a:cubicBezTo>
                  <a:pt x="123" y="251"/>
                  <a:pt x="122" y="253"/>
                  <a:pt x="121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3" y="311"/>
                  <a:pt x="62" y="311"/>
                </a:cubicBezTo>
                <a:cubicBezTo>
                  <a:pt x="60" y="311"/>
                  <a:pt x="59" y="311"/>
                  <a:pt x="58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0" y="252"/>
                  <a:pt x="0" y="250"/>
                  <a:pt x="1" y="248"/>
                </a:cubicBezTo>
                <a:cubicBezTo>
                  <a:pt x="2" y="246"/>
                  <a:pt x="4" y="245"/>
                  <a:pt x="6" y="245"/>
                </a:cubicBezTo>
                <a:cubicBezTo>
                  <a:pt x="40" y="245"/>
                  <a:pt x="40" y="245"/>
                  <a:pt x="40" y="24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4"/>
                  <a:pt x="40" y="2"/>
                  <a:pt x="41" y="1"/>
                </a:cubicBezTo>
                <a:cubicBezTo>
                  <a:pt x="42" y="0"/>
                  <a:pt x="44" y="0"/>
                  <a:pt x="4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0"/>
                  <a:pt x="83" y="1"/>
                </a:cubicBezTo>
                <a:cubicBezTo>
                  <a:pt x="84" y="2"/>
                  <a:pt x="84" y="4"/>
                  <a:pt x="84" y="5"/>
                </a:cubicBezTo>
                <a:cubicBezTo>
                  <a:pt x="84" y="245"/>
                  <a:pt x="84" y="245"/>
                  <a:pt x="84" y="245"/>
                </a:cubicBezTo>
                <a:cubicBezTo>
                  <a:pt x="118" y="245"/>
                  <a:pt x="118" y="245"/>
                  <a:pt x="118" y="245"/>
                </a:cubicBezTo>
                <a:cubicBezTo>
                  <a:pt x="119" y="245"/>
                  <a:pt x="120" y="245"/>
                  <a:pt x="122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40" y="183"/>
                </a:moveTo>
                <a:cubicBezTo>
                  <a:pt x="240" y="217"/>
                  <a:pt x="240" y="217"/>
                  <a:pt x="240" y="217"/>
                </a:cubicBezTo>
                <a:cubicBezTo>
                  <a:pt x="240" y="218"/>
                  <a:pt x="239" y="220"/>
                  <a:pt x="238" y="221"/>
                </a:cubicBezTo>
                <a:cubicBezTo>
                  <a:pt x="237" y="222"/>
                  <a:pt x="236" y="222"/>
                  <a:pt x="234" y="222"/>
                </a:cubicBezTo>
                <a:cubicBezTo>
                  <a:pt x="156" y="222"/>
                  <a:pt x="156" y="222"/>
                  <a:pt x="156" y="222"/>
                </a:cubicBezTo>
                <a:cubicBezTo>
                  <a:pt x="155" y="222"/>
                  <a:pt x="154" y="222"/>
                  <a:pt x="152" y="221"/>
                </a:cubicBezTo>
                <a:cubicBezTo>
                  <a:pt x="151" y="220"/>
                  <a:pt x="151" y="218"/>
                  <a:pt x="151" y="217"/>
                </a:cubicBezTo>
                <a:cubicBezTo>
                  <a:pt x="151" y="183"/>
                  <a:pt x="151" y="183"/>
                  <a:pt x="151" y="183"/>
                </a:cubicBezTo>
                <a:cubicBezTo>
                  <a:pt x="151" y="182"/>
                  <a:pt x="151" y="180"/>
                  <a:pt x="152" y="179"/>
                </a:cubicBezTo>
                <a:cubicBezTo>
                  <a:pt x="154" y="178"/>
                  <a:pt x="155" y="178"/>
                  <a:pt x="156" y="178"/>
                </a:cubicBezTo>
                <a:cubicBezTo>
                  <a:pt x="234" y="178"/>
                  <a:pt x="234" y="178"/>
                  <a:pt x="234" y="178"/>
                </a:cubicBezTo>
                <a:cubicBezTo>
                  <a:pt x="236" y="178"/>
                  <a:pt x="237" y="178"/>
                  <a:pt x="238" y="179"/>
                </a:cubicBezTo>
                <a:cubicBezTo>
                  <a:pt x="239" y="180"/>
                  <a:pt x="240" y="182"/>
                  <a:pt x="240" y="183"/>
                </a:cubicBezTo>
                <a:close/>
                <a:moveTo>
                  <a:pt x="273" y="94"/>
                </a:moveTo>
                <a:cubicBezTo>
                  <a:pt x="273" y="128"/>
                  <a:pt x="273" y="128"/>
                  <a:pt x="273" y="128"/>
                </a:cubicBezTo>
                <a:cubicBezTo>
                  <a:pt x="273" y="129"/>
                  <a:pt x="273" y="131"/>
                  <a:pt x="272" y="132"/>
                </a:cubicBezTo>
                <a:cubicBezTo>
                  <a:pt x="271" y="133"/>
                  <a:pt x="269" y="133"/>
                  <a:pt x="268" y="133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55" y="133"/>
                  <a:pt x="154" y="133"/>
                  <a:pt x="152" y="132"/>
                </a:cubicBezTo>
                <a:cubicBezTo>
                  <a:pt x="151" y="131"/>
                  <a:pt x="151" y="129"/>
                  <a:pt x="151" y="128"/>
                </a:cubicBezTo>
                <a:cubicBezTo>
                  <a:pt x="151" y="94"/>
                  <a:pt x="151" y="94"/>
                  <a:pt x="151" y="94"/>
                </a:cubicBezTo>
                <a:cubicBezTo>
                  <a:pt x="151" y="93"/>
                  <a:pt x="151" y="91"/>
                  <a:pt x="152" y="90"/>
                </a:cubicBezTo>
                <a:cubicBezTo>
                  <a:pt x="154" y="89"/>
                  <a:pt x="155" y="89"/>
                  <a:pt x="156" y="89"/>
                </a:cubicBezTo>
                <a:cubicBezTo>
                  <a:pt x="268" y="89"/>
                  <a:pt x="268" y="89"/>
                  <a:pt x="268" y="89"/>
                </a:cubicBezTo>
                <a:cubicBezTo>
                  <a:pt x="269" y="89"/>
                  <a:pt x="271" y="89"/>
                  <a:pt x="272" y="90"/>
                </a:cubicBezTo>
                <a:cubicBezTo>
                  <a:pt x="273" y="91"/>
                  <a:pt x="273" y="93"/>
                  <a:pt x="273" y="94"/>
                </a:cubicBezTo>
                <a:close/>
                <a:moveTo>
                  <a:pt x="307" y="5"/>
                </a:moveTo>
                <a:cubicBezTo>
                  <a:pt x="307" y="39"/>
                  <a:pt x="307" y="39"/>
                  <a:pt x="307" y="39"/>
                </a:cubicBezTo>
                <a:cubicBezTo>
                  <a:pt x="307" y="40"/>
                  <a:pt x="306" y="42"/>
                  <a:pt x="305" y="43"/>
                </a:cubicBezTo>
                <a:cubicBezTo>
                  <a:pt x="304" y="44"/>
                  <a:pt x="303" y="44"/>
                  <a:pt x="301" y="44"/>
                </a:cubicBezTo>
                <a:cubicBezTo>
                  <a:pt x="156" y="44"/>
                  <a:pt x="156" y="44"/>
                  <a:pt x="156" y="44"/>
                </a:cubicBezTo>
                <a:cubicBezTo>
                  <a:pt x="155" y="44"/>
                  <a:pt x="154" y="44"/>
                  <a:pt x="152" y="43"/>
                </a:cubicBezTo>
                <a:cubicBezTo>
                  <a:pt x="151" y="42"/>
                  <a:pt x="151" y="40"/>
                  <a:pt x="151" y="39"/>
                </a:cubicBezTo>
                <a:cubicBezTo>
                  <a:pt x="151" y="5"/>
                  <a:pt x="151" y="5"/>
                  <a:pt x="151" y="5"/>
                </a:cubicBezTo>
                <a:cubicBezTo>
                  <a:pt x="151" y="4"/>
                  <a:pt x="151" y="2"/>
                  <a:pt x="152" y="1"/>
                </a:cubicBezTo>
                <a:cubicBezTo>
                  <a:pt x="154" y="0"/>
                  <a:pt x="155" y="0"/>
                  <a:pt x="156" y="0"/>
                </a:cubicBezTo>
                <a:cubicBezTo>
                  <a:pt x="301" y="0"/>
                  <a:pt x="301" y="0"/>
                  <a:pt x="301" y="0"/>
                </a:cubicBezTo>
                <a:cubicBezTo>
                  <a:pt x="303" y="0"/>
                  <a:pt x="304" y="0"/>
                  <a:pt x="305" y="1"/>
                </a:cubicBezTo>
                <a:cubicBezTo>
                  <a:pt x="306" y="2"/>
                  <a:pt x="307" y="4"/>
                  <a:pt x="307" y="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6" name="Freeform 84"/>
          <p:cNvSpPr>
            <a:spLocks/>
          </p:cNvSpPr>
          <p:nvPr/>
        </p:nvSpPr>
        <p:spPr bwMode="auto">
          <a:xfrm>
            <a:off x="2946401" y="2531925"/>
            <a:ext cx="192088" cy="107950"/>
          </a:xfrm>
          <a:custGeom>
            <a:avLst/>
            <a:gdLst>
              <a:gd name="T0" fmla="*/ 178 w 178"/>
              <a:gd name="T1" fmla="*/ 89 h 101"/>
              <a:gd name="T2" fmla="*/ 175 w 178"/>
              <a:gd name="T3" fmla="*/ 97 h 101"/>
              <a:gd name="T4" fmla="*/ 167 w 178"/>
              <a:gd name="T5" fmla="*/ 101 h 101"/>
              <a:gd name="T6" fmla="*/ 12 w 178"/>
              <a:gd name="T7" fmla="*/ 101 h 101"/>
              <a:gd name="T8" fmla="*/ 4 w 178"/>
              <a:gd name="T9" fmla="*/ 97 h 101"/>
              <a:gd name="T10" fmla="*/ 0 w 178"/>
              <a:gd name="T11" fmla="*/ 89 h 101"/>
              <a:gd name="T12" fmla="*/ 4 w 178"/>
              <a:gd name="T13" fmla="*/ 82 h 101"/>
              <a:gd name="T14" fmla="*/ 82 w 178"/>
              <a:gd name="T15" fmla="*/ 4 h 101"/>
              <a:gd name="T16" fmla="*/ 89 w 178"/>
              <a:gd name="T17" fmla="*/ 0 h 101"/>
              <a:gd name="T18" fmla="*/ 97 w 178"/>
              <a:gd name="T19" fmla="*/ 4 h 101"/>
              <a:gd name="T20" fmla="*/ 175 w 178"/>
              <a:gd name="T21" fmla="*/ 82 h 101"/>
              <a:gd name="T22" fmla="*/ 178 w 178"/>
              <a:gd name="T23" fmla="*/ 89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8" h="101">
                <a:moveTo>
                  <a:pt x="178" y="89"/>
                </a:moveTo>
                <a:cubicBezTo>
                  <a:pt x="178" y="92"/>
                  <a:pt x="177" y="95"/>
                  <a:pt x="175" y="97"/>
                </a:cubicBezTo>
                <a:cubicBezTo>
                  <a:pt x="173" y="99"/>
                  <a:pt x="170" y="101"/>
                  <a:pt x="167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9" y="101"/>
                  <a:pt x="6" y="99"/>
                  <a:pt x="4" y="97"/>
                </a:cubicBezTo>
                <a:cubicBezTo>
                  <a:pt x="2" y="95"/>
                  <a:pt x="0" y="92"/>
                  <a:pt x="0" y="89"/>
                </a:cubicBezTo>
                <a:cubicBezTo>
                  <a:pt x="0" y="86"/>
                  <a:pt x="2" y="84"/>
                  <a:pt x="4" y="82"/>
                </a:cubicBezTo>
                <a:cubicBezTo>
                  <a:pt x="82" y="4"/>
                  <a:pt x="82" y="4"/>
                  <a:pt x="82" y="4"/>
                </a:cubicBezTo>
                <a:cubicBezTo>
                  <a:pt x="84" y="2"/>
                  <a:pt x="86" y="0"/>
                  <a:pt x="89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175" y="82"/>
                  <a:pt x="175" y="82"/>
                  <a:pt x="175" y="82"/>
                </a:cubicBezTo>
                <a:cubicBezTo>
                  <a:pt x="177" y="84"/>
                  <a:pt x="178" y="86"/>
                  <a:pt x="178" y="8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7" name="Freeform 85"/>
          <p:cNvSpPr>
            <a:spLocks/>
          </p:cNvSpPr>
          <p:nvPr/>
        </p:nvSpPr>
        <p:spPr bwMode="auto">
          <a:xfrm>
            <a:off x="2514601" y="2531925"/>
            <a:ext cx="192088" cy="107950"/>
          </a:xfrm>
          <a:custGeom>
            <a:avLst/>
            <a:gdLst>
              <a:gd name="T0" fmla="*/ 178 w 178"/>
              <a:gd name="T1" fmla="*/ 12 h 101"/>
              <a:gd name="T2" fmla="*/ 175 w 178"/>
              <a:gd name="T3" fmla="*/ 19 h 101"/>
              <a:gd name="T4" fmla="*/ 97 w 178"/>
              <a:gd name="T5" fmla="*/ 97 h 101"/>
              <a:gd name="T6" fmla="*/ 89 w 178"/>
              <a:gd name="T7" fmla="*/ 101 h 101"/>
              <a:gd name="T8" fmla="*/ 81 w 178"/>
              <a:gd name="T9" fmla="*/ 97 h 101"/>
              <a:gd name="T10" fmla="*/ 4 w 178"/>
              <a:gd name="T11" fmla="*/ 19 h 101"/>
              <a:gd name="T12" fmla="*/ 0 w 178"/>
              <a:gd name="T13" fmla="*/ 12 h 101"/>
              <a:gd name="T14" fmla="*/ 4 w 178"/>
              <a:gd name="T15" fmla="*/ 4 h 101"/>
              <a:gd name="T16" fmla="*/ 11 w 178"/>
              <a:gd name="T17" fmla="*/ 0 h 101"/>
              <a:gd name="T18" fmla="*/ 167 w 178"/>
              <a:gd name="T19" fmla="*/ 0 h 101"/>
              <a:gd name="T20" fmla="*/ 175 w 178"/>
              <a:gd name="T21" fmla="*/ 4 h 101"/>
              <a:gd name="T22" fmla="*/ 178 w 178"/>
              <a:gd name="T23" fmla="*/ 1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8" h="101">
                <a:moveTo>
                  <a:pt x="178" y="12"/>
                </a:moveTo>
                <a:cubicBezTo>
                  <a:pt x="178" y="15"/>
                  <a:pt x="177" y="17"/>
                  <a:pt x="175" y="19"/>
                </a:cubicBezTo>
                <a:cubicBezTo>
                  <a:pt x="97" y="97"/>
                  <a:pt x="97" y="97"/>
                  <a:pt x="97" y="97"/>
                </a:cubicBezTo>
                <a:cubicBezTo>
                  <a:pt x="95" y="99"/>
                  <a:pt x="92" y="101"/>
                  <a:pt x="89" y="101"/>
                </a:cubicBezTo>
                <a:cubicBezTo>
                  <a:pt x="86" y="101"/>
                  <a:pt x="84" y="99"/>
                  <a:pt x="81" y="97"/>
                </a:cubicBezTo>
                <a:cubicBezTo>
                  <a:pt x="4" y="19"/>
                  <a:pt x="4" y="19"/>
                  <a:pt x="4" y="19"/>
                </a:cubicBezTo>
                <a:cubicBezTo>
                  <a:pt x="1" y="17"/>
                  <a:pt x="0" y="15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2"/>
                  <a:pt x="8" y="0"/>
                  <a:pt x="11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70" y="0"/>
                  <a:pt x="173" y="2"/>
                  <a:pt x="175" y="4"/>
                </a:cubicBezTo>
                <a:cubicBezTo>
                  <a:pt x="177" y="6"/>
                  <a:pt x="178" y="9"/>
                  <a:pt x="178" y="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8" name="Freeform 86"/>
          <p:cNvSpPr>
            <a:spLocks noEditPoints="1"/>
          </p:cNvSpPr>
          <p:nvPr/>
        </p:nvSpPr>
        <p:spPr bwMode="auto">
          <a:xfrm>
            <a:off x="2043113" y="2417625"/>
            <a:ext cx="274638" cy="336550"/>
          </a:xfrm>
          <a:custGeom>
            <a:avLst/>
            <a:gdLst>
              <a:gd name="T0" fmla="*/ 222 w 254"/>
              <a:gd name="T1" fmla="*/ 208 h 311"/>
              <a:gd name="T2" fmla="*/ 189 w 254"/>
              <a:gd name="T3" fmla="*/ 205 h 311"/>
              <a:gd name="T4" fmla="*/ 190 w 254"/>
              <a:gd name="T5" fmla="*/ 238 h 311"/>
              <a:gd name="T6" fmla="*/ 223 w 254"/>
              <a:gd name="T7" fmla="*/ 240 h 311"/>
              <a:gd name="T8" fmla="*/ 123 w 254"/>
              <a:gd name="T9" fmla="*/ 250 h 311"/>
              <a:gd name="T10" fmla="*/ 66 w 254"/>
              <a:gd name="T11" fmla="*/ 310 h 311"/>
              <a:gd name="T12" fmla="*/ 58 w 254"/>
              <a:gd name="T13" fmla="*/ 310 h 311"/>
              <a:gd name="T14" fmla="*/ 1 w 254"/>
              <a:gd name="T15" fmla="*/ 248 h 311"/>
              <a:gd name="T16" fmla="*/ 40 w 254"/>
              <a:gd name="T17" fmla="*/ 245 h 311"/>
              <a:gd name="T18" fmla="*/ 41 w 254"/>
              <a:gd name="T19" fmla="*/ 1 h 311"/>
              <a:gd name="T20" fmla="*/ 79 w 254"/>
              <a:gd name="T21" fmla="*/ 0 h 311"/>
              <a:gd name="T22" fmla="*/ 84 w 254"/>
              <a:gd name="T23" fmla="*/ 5 h 311"/>
              <a:gd name="T24" fmla="*/ 118 w 254"/>
              <a:gd name="T25" fmla="*/ 245 h 311"/>
              <a:gd name="T26" fmla="*/ 123 w 254"/>
              <a:gd name="T27" fmla="*/ 250 h 311"/>
              <a:gd name="T28" fmla="*/ 251 w 254"/>
              <a:gd name="T29" fmla="*/ 259 h 311"/>
              <a:gd name="T30" fmla="*/ 232 w 254"/>
              <a:gd name="T31" fmla="*/ 296 h 311"/>
              <a:gd name="T32" fmla="*/ 193 w 254"/>
              <a:gd name="T33" fmla="*/ 311 h 311"/>
              <a:gd name="T34" fmla="*/ 167 w 254"/>
              <a:gd name="T35" fmla="*/ 306 h 311"/>
              <a:gd name="T36" fmla="*/ 179 w 254"/>
              <a:gd name="T37" fmla="*/ 288 h 311"/>
              <a:gd name="T38" fmla="*/ 216 w 254"/>
              <a:gd name="T39" fmla="*/ 280 h 311"/>
              <a:gd name="T40" fmla="*/ 227 w 254"/>
              <a:gd name="T41" fmla="*/ 255 h 311"/>
              <a:gd name="T42" fmla="*/ 201 w 254"/>
              <a:gd name="T43" fmla="*/ 264 h 311"/>
              <a:gd name="T44" fmla="*/ 160 w 254"/>
              <a:gd name="T45" fmla="*/ 221 h 311"/>
              <a:gd name="T46" fmla="*/ 204 w 254"/>
              <a:gd name="T47" fmla="*/ 178 h 311"/>
              <a:gd name="T48" fmla="*/ 254 w 254"/>
              <a:gd name="T49" fmla="*/ 238 h 311"/>
              <a:gd name="T50" fmla="*/ 248 w 254"/>
              <a:gd name="T51" fmla="*/ 133 h 311"/>
              <a:gd name="T52" fmla="*/ 167 w 254"/>
              <a:gd name="T53" fmla="*/ 113 h 311"/>
              <a:gd name="T54" fmla="*/ 196 w 254"/>
              <a:gd name="T55" fmla="*/ 38 h 311"/>
              <a:gd name="T56" fmla="*/ 196 w 254"/>
              <a:gd name="T57" fmla="*/ 32 h 311"/>
              <a:gd name="T58" fmla="*/ 196 w 254"/>
              <a:gd name="T59" fmla="*/ 29 h 311"/>
              <a:gd name="T60" fmla="*/ 190 w 254"/>
              <a:gd name="T61" fmla="*/ 37 h 311"/>
              <a:gd name="T62" fmla="*/ 165 w 254"/>
              <a:gd name="T63" fmla="*/ 32 h 311"/>
              <a:gd name="T64" fmla="*/ 220 w 254"/>
              <a:gd name="T65" fmla="*/ 0 h 311"/>
              <a:gd name="T66" fmla="*/ 248 w 254"/>
              <a:gd name="T67" fmla="*/ 113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4" h="311">
                <a:moveTo>
                  <a:pt x="229" y="228"/>
                </a:moveTo>
                <a:cubicBezTo>
                  <a:pt x="229" y="221"/>
                  <a:pt x="227" y="214"/>
                  <a:pt x="222" y="208"/>
                </a:cubicBezTo>
                <a:cubicBezTo>
                  <a:pt x="217" y="202"/>
                  <a:pt x="211" y="199"/>
                  <a:pt x="204" y="199"/>
                </a:cubicBezTo>
                <a:cubicBezTo>
                  <a:pt x="198" y="199"/>
                  <a:pt x="193" y="201"/>
                  <a:pt x="189" y="205"/>
                </a:cubicBezTo>
                <a:cubicBezTo>
                  <a:pt x="186" y="209"/>
                  <a:pt x="184" y="215"/>
                  <a:pt x="184" y="221"/>
                </a:cubicBezTo>
                <a:cubicBezTo>
                  <a:pt x="184" y="228"/>
                  <a:pt x="186" y="234"/>
                  <a:pt x="190" y="238"/>
                </a:cubicBezTo>
                <a:cubicBezTo>
                  <a:pt x="194" y="242"/>
                  <a:pt x="201" y="245"/>
                  <a:pt x="208" y="245"/>
                </a:cubicBezTo>
                <a:cubicBezTo>
                  <a:pt x="214" y="245"/>
                  <a:pt x="219" y="243"/>
                  <a:pt x="223" y="240"/>
                </a:cubicBezTo>
                <a:cubicBezTo>
                  <a:pt x="227" y="237"/>
                  <a:pt x="229" y="233"/>
                  <a:pt x="229" y="228"/>
                </a:cubicBezTo>
                <a:close/>
                <a:moveTo>
                  <a:pt x="123" y="250"/>
                </a:moveTo>
                <a:cubicBezTo>
                  <a:pt x="123" y="251"/>
                  <a:pt x="123" y="253"/>
                  <a:pt x="121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4" y="311"/>
                  <a:pt x="62" y="311"/>
                </a:cubicBezTo>
                <a:cubicBezTo>
                  <a:pt x="61" y="311"/>
                  <a:pt x="59" y="311"/>
                  <a:pt x="58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1" y="252"/>
                  <a:pt x="0" y="250"/>
                  <a:pt x="1" y="248"/>
                </a:cubicBezTo>
                <a:cubicBezTo>
                  <a:pt x="2" y="246"/>
                  <a:pt x="4" y="245"/>
                  <a:pt x="6" y="245"/>
                </a:cubicBezTo>
                <a:cubicBezTo>
                  <a:pt x="40" y="245"/>
                  <a:pt x="40" y="245"/>
                  <a:pt x="40" y="24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4"/>
                  <a:pt x="40" y="2"/>
                  <a:pt x="41" y="1"/>
                </a:cubicBezTo>
                <a:cubicBezTo>
                  <a:pt x="42" y="0"/>
                  <a:pt x="44" y="0"/>
                  <a:pt x="4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0"/>
                  <a:pt x="83" y="1"/>
                </a:cubicBezTo>
                <a:cubicBezTo>
                  <a:pt x="84" y="2"/>
                  <a:pt x="84" y="4"/>
                  <a:pt x="84" y="5"/>
                </a:cubicBezTo>
                <a:cubicBezTo>
                  <a:pt x="84" y="245"/>
                  <a:pt x="84" y="245"/>
                  <a:pt x="84" y="245"/>
                </a:cubicBezTo>
                <a:cubicBezTo>
                  <a:pt x="118" y="245"/>
                  <a:pt x="118" y="245"/>
                  <a:pt x="118" y="245"/>
                </a:cubicBezTo>
                <a:cubicBezTo>
                  <a:pt x="119" y="245"/>
                  <a:pt x="121" y="245"/>
                  <a:pt x="122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54" y="238"/>
                </a:moveTo>
                <a:cubicBezTo>
                  <a:pt x="254" y="245"/>
                  <a:pt x="253" y="252"/>
                  <a:pt x="251" y="259"/>
                </a:cubicBezTo>
                <a:cubicBezTo>
                  <a:pt x="250" y="266"/>
                  <a:pt x="247" y="273"/>
                  <a:pt x="244" y="279"/>
                </a:cubicBezTo>
                <a:cubicBezTo>
                  <a:pt x="241" y="285"/>
                  <a:pt x="237" y="291"/>
                  <a:pt x="232" y="296"/>
                </a:cubicBezTo>
                <a:cubicBezTo>
                  <a:pt x="228" y="300"/>
                  <a:pt x="222" y="304"/>
                  <a:pt x="215" y="307"/>
                </a:cubicBezTo>
                <a:cubicBezTo>
                  <a:pt x="209" y="310"/>
                  <a:pt x="201" y="311"/>
                  <a:pt x="193" y="311"/>
                </a:cubicBezTo>
                <a:cubicBezTo>
                  <a:pt x="186" y="311"/>
                  <a:pt x="180" y="310"/>
                  <a:pt x="174" y="309"/>
                </a:cubicBezTo>
                <a:cubicBezTo>
                  <a:pt x="172" y="308"/>
                  <a:pt x="169" y="307"/>
                  <a:pt x="167" y="306"/>
                </a:cubicBezTo>
                <a:cubicBezTo>
                  <a:pt x="174" y="286"/>
                  <a:pt x="174" y="286"/>
                  <a:pt x="174" y="286"/>
                </a:cubicBezTo>
                <a:cubicBezTo>
                  <a:pt x="176" y="287"/>
                  <a:pt x="177" y="288"/>
                  <a:pt x="179" y="288"/>
                </a:cubicBezTo>
                <a:cubicBezTo>
                  <a:pt x="184" y="290"/>
                  <a:pt x="188" y="290"/>
                  <a:pt x="192" y="290"/>
                </a:cubicBezTo>
                <a:cubicBezTo>
                  <a:pt x="202" y="290"/>
                  <a:pt x="210" y="287"/>
                  <a:pt x="216" y="280"/>
                </a:cubicBezTo>
                <a:cubicBezTo>
                  <a:pt x="221" y="273"/>
                  <a:pt x="225" y="265"/>
                  <a:pt x="227" y="255"/>
                </a:cubicBezTo>
                <a:cubicBezTo>
                  <a:pt x="227" y="255"/>
                  <a:pt x="227" y="255"/>
                  <a:pt x="227" y="255"/>
                </a:cubicBezTo>
                <a:cubicBezTo>
                  <a:pt x="224" y="258"/>
                  <a:pt x="221" y="260"/>
                  <a:pt x="216" y="261"/>
                </a:cubicBezTo>
                <a:cubicBezTo>
                  <a:pt x="211" y="263"/>
                  <a:pt x="207" y="264"/>
                  <a:pt x="201" y="264"/>
                </a:cubicBezTo>
                <a:cubicBezTo>
                  <a:pt x="189" y="264"/>
                  <a:pt x="179" y="260"/>
                  <a:pt x="171" y="251"/>
                </a:cubicBezTo>
                <a:cubicBezTo>
                  <a:pt x="164" y="243"/>
                  <a:pt x="160" y="233"/>
                  <a:pt x="160" y="221"/>
                </a:cubicBezTo>
                <a:cubicBezTo>
                  <a:pt x="160" y="209"/>
                  <a:pt x="164" y="199"/>
                  <a:pt x="172" y="190"/>
                </a:cubicBezTo>
                <a:cubicBezTo>
                  <a:pt x="181" y="182"/>
                  <a:pt x="191" y="178"/>
                  <a:pt x="204" y="178"/>
                </a:cubicBezTo>
                <a:cubicBezTo>
                  <a:pt x="218" y="178"/>
                  <a:pt x="230" y="183"/>
                  <a:pt x="239" y="194"/>
                </a:cubicBezTo>
                <a:cubicBezTo>
                  <a:pt x="249" y="205"/>
                  <a:pt x="254" y="220"/>
                  <a:pt x="254" y="238"/>
                </a:cubicBezTo>
                <a:close/>
                <a:moveTo>
                  <a:pt x="248" y="113"/>
                </a:moveTo>
                <a:cubicBezTo>
                  <a:pt x="248" y="133"/>
                  <a:pt x="248" y="133"/>
                  <a:pt x="248" y="133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7" y="113"/>
                  <a:pt x="167" y="113"/>
                  <a:pt x="167" y="113"/>
                </a:cubicBezTo>
                <a:cubicBezTo>
                  <a:pt x="196" y="113"/>
                  <a:pt x="196" y="113"/>
                  <a:pt x="196" y="113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6" y="37"/>
                  <a:pt x="196" y="36"/>
                  <a:pt x="196" y="35"/>
                </a:cubicBezTo>
                <a:cubicBezTo>
                  <a:pt x="196" y="34"/>
                  <a:pt x="196" y="33"/>
                  <a:pt x="196" y="32"/>
                </a:cubicBezTo>
                <a:cubicBezTo>
                  <a:pt x="196" y="29"/>
                  <a:pt x="196" y="29"/>
                  <a:pt x="196" y="29"/>
                </a:cubicBezTo>
                <a:cubicBezTo>
                  <a:pt x="196" y="29"/>
                  <a:pt x="196" y="29"/>
                  <a:pt x="196" y="29"/>
                </a:cubicBezTo>
                <a:cubicBezTo>
                  <a:pt x="195" y="31"/>
                  <a:pt x="195" y="31"/>
                  <a:pt x="195" y="31"/>
                </a:cubicBezTo>
                <a:cubicBezTo>
                  <a:pt x="194" y="33"/>
                  <a:pt x="192" y="35"/>
                  <a:pt x="190" y="3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65" y="32"/>
                  <a:pt x="165" y="32"/>
                  <a:pt x="165" y="32"/>
                </a:cubicBezTo>
                <a:cubicBezTo>
                  <a:pt x="198" y="0"/>
                  <a:pt x="198" y="0"/>
                  <a:pt x="198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0" y="113"/>
                  <a:pt x="220" y="113"/>
                  <a:pt x="220" y="113"/>
                </a:cubicBezTo>
                <a:lnTo>
                  <a:pt x="248" y="11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9" name="Freeform 87"/>
          <p:cNvSpPr>
            <a:spLocks noEditPoints="1"/>
          </p:cNvSpPr>
          <p:nvPr/>
        </p:nvSpPr>
        <p:spPr bwMode="auto">
          <a:xfrm>
            <a:off x="1611313" y="2417625"/>
            <a:ext cx="273050" cy="336550"/>
          </a:xfrm>
          <a:custGeom>
            <a:avLst/>
            <a:gdLst>
              <a:gd name="T0" fmla="*/ 221 w 253"/>
              <a:gd name="T1" fmla="*/ 30 h 311"/>
              <a:gd name="T2" fmla="*/ 189 w 253"/>
              <a:gd name="T3" fmla="*/ 27 h 311"/>
              <a:gd name="T4" fmla="*/ 190 w 253"/>
              <a:gd name="T5" fmla="*/ 60 h 311"/>
              <a:gd name="T6" fmla="*/ 223 w 253"/>
              <a:gd name="T7" fmla="*/ 62 h 311"/>
              <a:gd name="T8" fmla="*/ 123 w 253"/>
              <a:gd name="T9" fmla="*/ 250 h 311"/>
              <a:gd name="T10" fmla="*/ 66 w 253"/>
              <a:gd name="T11" fmla="*/ 310 h 311"/>
              <a:gd name="T12" fmla="*/ 58 w 253"/>
              <a:gd name="T13" fmla="*/ 310 h 311"/>
              <a:gd name="T14" fmla="*/ 1 w 253"/>
              <a:gd name="T15" fmla="*/ 248 h 311"/>
              <a:gd name="T16" fmla="*/ 40 w 253"/>
              <a:gd name="T17" fmla="*/ 245 h 311"/>
              <a:gd name="T18" fmla="*/ 41 w 253"/>
              <a:gd name="T19" fmla="*/ 1 h 311"/>
              <a:gd name="T20" fmla="*/ 79 w 253"/>
              <a:gd name="T21" fmla="*/ 0 h 311"/>
              <a:gd name="T22" fmla="*/ 84 w 253"/>
              <a:gd name="T23" fmla="*/ 5 h 311"/>
              <a:gd name="T24" fmla="*/ 118 w 253"/>
              <a:gd name="T25" fmla="*/ 245 h 311"/>
              <a:gd name="T26" fmla="*/ 123 w 253"/>
              <a:gd name="T27" fmla="*/ 250 h 311"/>
              <a:gd name="T28" fmla="*/ 248 w 253"/>
              <a:gd name="T29" fmla="*/ 311 h 311"/>
              <a:gd name="T30" fmla="*/ 167 w 253"/>
              <a:gd name="T31" fmla="*/ 291 h 311"/>
              <a:gd name="T32" fmla="*/ 196 w 253"/>
              <a:gd name="T33" fmla="*/ 216 h 311"/>
              <a:gd name="T34" fmla="*/ 196 w 253"/>
              <a:gd name="T35" fmla="*/ 210 h 311"/>
              <a:gd name="T36" fmla="*/ 196 w 253"/>
              <a:gd name="T37" fmla="*/ 207 h 311"/>
              <a:gd name="T38" fmla="*/ 190 w 253"/>
              <a:gd name="T39" fmla="*/ 215 h 311"/>
              <a:gd name="T40" fmla="*/ 165 w 253"/>
              <a:gd name="T41" fmla="*/ 210 h 311"/>
              <a:gd name="T42" fmla="*/ 220 w 253"/>
              <a:gd name="T43" fmla="*/ 178 h 311"/>
              <a:gd name="T44" fmla="*/ 248 w 253"/>
              <a:gd name="T45" fmla="*/ 291 h 311"/>
              <a:gd name="T46" fmla="*/ 251 w 253"/>
              <a:gd name="T47" fmla="*/ 81 h 311"/>
              <a:gd name="T48" fmla="*/ 232 w 253"/>
              <a:gd name="T49" fmla="*/ 118 h 311"/>
              <a:gd name="T50" fmla="*/ 193 w 253"/>
              <a:gd name="T51" fmla="*/ 133 h 311"/>
              <a:gd name="T52" fmla="*/ 167 w 253"/>
              <a:gd name="T53" fmla="*/ 128 h 311"/>
              <a:gd name="T54" fmla="*/ 179 w 253"/>
              <a:gd name="T55" fmla="*/ 110 h 311"/>
              <a:gd name="T56" fmla="*/ 215 w 253"/>
              <a:gd name="T57" fmla="*/ 102 h 311"/>
              <a:gd name="T58" fmla="*/ 227 w 253"/>
              <a:gd name="T59" fmla="*/ 77 h 311"/>
              <a:gd name="T60" fmla="*/ 201 w 253"/>
              <a:gd name="T61" fmla="*/ 86 h 311"/>
              <a:gd name="T62" fmla="*/ 160 w 253"/>
              <a:gd name="T63" fmla="*/ 43 h 311"/>
              <a:gd name="T64" fmla="*/ 204 w 253"/>
              <a:gd name="T65" fmla="*/ 0 h 311"/>
              <a:gd name="T66" fmla="*/ 253 w 253"/>
              <a:gd name="T67" fmla="*/ 60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3" h="311">
                <a:moveTo>
                  <a:pt x="229" y="50"/>
                </a:moveTo>
                <a:cubicBezTo>
                  <a:pt x="229" y="43"/>
                  <a:pt x="227" y="36"/>
                  <a:pt x="221" y="30"/>
                </a:cubicBezTo>
                <a:cubicBezTo>
                  <a:pt x="216" y="24"/>
                  <a:pt x="210" y="21"/>
                  <a:pt x="204" y="21"/>
                </a:cubicBezTo>
                <a:cubicBezTo>
                  <a:pt x="198" y="21"/>
                  <a:pt x="193" y="23"/>
                  <a:pt x="189" y="27"/>
                </a:cubicBezTo>
                <a:cubicBezTo>
                  <a:pt x="186" y="31"/>
                  <a:pt x="184" y="37"/>
                  <a:pt x="184" y="43"/>
                </a:cubicBezTo>
                <a:cubicBezTo>
                  <a:pt x="184" y="50"/>
                  <a:pt x="186" y="55"/>
                  <a:pt x="190" y="60"/>
                </a:cubicBezTo>
                <a:cubicBezTo>
                  <a:pt x="194" y="64"/>
                  <a:pt x="200" y="66"/>
                  <a:pt x="208" y="66"/>
                </a:cubicBezTo>
                <a:cubicBezTo>
                  <a:pt x="214" y="66"/>
                  <a:pt x="219" y="65"/>
                  <a:pt x="223" y="62"/>
                </a:cubicBezTo>
                <a:cubicBezTo>
                  <a:pt x="227" y="59"/>
                  <a:pt x="229" y="55"/>
                  <a:pt x="229" y="50"/>
                </a:cubicBezTo>
                <a:close/>
                <a:moveTo>
                  <a:pt x="123" y="250"/>
                </a:moveTo>
                <a:cubicBezTo>
                  <a:pt x="123" y="251"/>
                  <a:pt x="122" y="253"/>
                  <a:pt x="121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3" y="311"/>
                  <a:pt x="62" y="311"/>
                </a:cubicBezTo>
                <a:cubicBezTo>
                  <a:pt x="60" y="311"/>
                  <a:pt x="59" y="311"/>
                  <a:pt x="58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0" y="252"/>
                  <a:pt x="0" y="250"/>
                  <a:pt x="1" y="248"/>
                </a:cubicBezTo>
                <a:cubicBezTo>
                  <a:pt x="2" y="246"/>
                  <a:pt x="4" y="245"/>
                  <a:pt x="6" y="245"/>
                </a:cubicBezTo>
                <a:cubicBezTo>
                  <a:pt x="40" y="245"/>
                  <a:pt x="40" y="245"/>
                  <a:pt x="40" y="24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4"/>
                  <a:pt x="40" y="2"/>
                  <a:pt x="41" y="1"/>
                </a:cubicBezTo>
                <a:cubicBezTo>
                  <a:pt x="42" y="0"/>
                  <a:pt x="44" y="0"/>
                  <a:pt x="4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0"/>
                  <a:pt x="83" y="1"/>
                </a:cubicBezTo>
                <a:cubicBezTo>
                  <a:pt x="84" y="2"/>
                  <a:pt x="84" y="4"/>
                  <a:pt x="84" y="5"/>
                </a:cubicBezTo>
                <a:cubicBezTo>
                  <a:pt x="84" y="245"/>
                  <a:pt x="84" y="245"/>
                  <a:pt x="84" y="245"/>
                </a:cubicBezTo>
                <a:cubicBezTo>
                  <a:pt x="118" y="245"/>
                  <a:pt x="118" y="245"/>
                  <a:pt x="118" y="245"/>
                </a:cubicBezTo>
                <a:cubicBezTo>
                  <a:pt x="119" y="245"/>
                  <a:pt x="120" y="245"/>
                  <a:pt x="122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48" y="291"/>
                </a:moveTo>
                <a:cubicBezTo>
                  <a:pt x="248" y="311"/>
                  <a:pt x="248" y="311"/>
                  <a:pt x="248" y="311"/>
                </a:cubicBezTo>
                <a:cubicBezTo>
                  <a:pt x="167" y="311"/>
                  <a:pt x="167" y="311"/>
                  <a:pt x="167" y="311"/>
                </a:cubicBezTo>
                <a:cubicBezTo>
                  <a:pt x="167" y="291"/>
                  <a:pt x="167" y="291"/>
                  <a:pt x="167" y="291"/>
                </a:cubicBezTo>
                <a:cubicBezTo>
                  <a:pt x="196" y="291"/>
                  <a:pt x="196" y="291"/>
                  <a:pt x="196" y="291"/>
                </a:cubicBezTo>
                <a:cubicBezTo>
                  <a:pt x="196" y="216"/>
                  <a:pt x="196" y="216"/>
                  <a:pt x="196" y="216"/>
                </a:cubicBezTo>
                <a:cubicBezTo>
                  <a:pt x="196" y="216"/>
                  <a:pt x="196" y="214"/>
                  <a:pt x="196" y="213"/>
                </a:cubicBezTo>
                <a:cubicBezTo>
                  <a:pt x="196" y="212"/>
                  <a:pt x="196" y="211"/>
                  <a:pt x="196" y="210"/>
                </a:cubicBezTo>
                <a:cubicBezTo>
                  <a:pt x="196" y="207"/>
                  <a:pt x="196" y="207"/>
                  <a:pt x="196" y="207"/>
                </a:cubicBezTo>
                <a:cubicBezTo>
                  <a:pt x="196" y="207"/>
                  <a:pt x="196" y="207"/>
                  <a:pt x="196" y="207"/>
                </a:cubicBezTo>
                <a:cubicBezTo>
                  <a:pt x="194" y="209"/>
                  <a:pt x="194" y="209"/>
                  <a:pt x="194" y="209"/>
                </a:cubicBezTo>
                <a:cubicBezTo>
                  <a:pt x="193" y="211"/>
                  <a:pt x="192" y="213"/>
                  <a:pt x="190" y="215"/>
                </a:cubicBezTo>
                <a:cubicBezTo>
                  <a:pt x="179" y="225"/>
                  <a:pt x="179" y="225"/>
                  <a:pt x="179" y="225"/>
                </a:cubicBezTo>
                <a:cubicBezTo>
                  <a:pt x="165" y="210"/>
                  <a:pt x="165" y="210"/>
                  <a:pt x="165" y="210"/>
                </a:cubicBezTo>
                <a:cubicBezTo>
                  <a:pt x="198" y="178"/>
                  <a:pt x="198" y="178"/>
                  <a:pt x="198" y="178"/>
                </a:cubicBezTo>
                <a:cubicBezTo>
                  <a:pt x="220" y="178"/>
                  <a:pt x="220" y="178"/>
                  <a:pt x="220" y="178"/>
                </a:cubicBezTo>
                <a:cubicBezTo>
                  <a:pt x="220" y="291"/>
                  <a:pt x="220" y="291"/>
                  <a:pt x="220" y="291"/>
                </a:cubicBezTo>
                <a:lnTo>
                  <a:pt x="248" y="291"/>
                </a:lnTo>
                <a:close/>
                <a:moveTo>
                  <a:pt x="253" y="60"/>
                </a:moveTo>
                <a:cubicBezTo>
                  <a:pt x="253" y="67"/>
                  <a:pt x="253" y="74"/>
                  <a:pt x="251" y="81"/>
                </a:cubicBezTo>
                <a:cubicBezTo>
                  <a:pt x="250" y="88"/>
                  <a:pt x="247" y="95"/>
                  <a:pt x="244" y="101"/>
                </a:cubicBezTo>
                <a:cubicBezTo>
                  <a:pt x="241" y="107"/>
                  <a:pt x="237" y="113"/>
                  <a:pt x="232" y="118"/>
                </a:cubicBezTo>
                <a:cubicBezTo>
                  <a:pt x="228" y="122"/>
                  <a:pt x="222" y="126"/>
                  <a:pt x="215" y="129"/>
                </a:cubicBezTo>
                <a:cubicBezTo>
                  <a:pt x="208" y="132"/>
                  <a:pt x="201" y="133"/>
                  <a:pt x="193" y="133"/>
                </a:cubicBezTo>
                <a:cubicBezTo>
                  <a:pt x="186" y="133"/>
                  <a:pt x="180" y="132"/>
                  <a:pt x="174" y="130"/>
                </a:cubicBezTo>
                <a:cubicBezTo>
                  <a:pt x="171" y="130"/>
                  <a:pt x="169" y="129"/>
                  <a:pt x="167" y="128"/>
                </a:cubicBezTo>
                <a:cubicBezTo>
                  <a:pt x="174" y="108"/>
                  <a:pt x="174" y="108"/>
                  <a:pt x="174" y="108"/>
                </a:cubicBezTo>
                <a:cubicBezTo>
                  <a:pt x="175" y="109"/>
                  <a:pt x="177" y="110"/>
                  <a:pt x="179" y="110"/>
                </a:cubicBezTo>
                <a:cubicBezTo>
                  <a:pt x="183" y="112"/>
                  <a:pt x="188" y="112"/>
                  <a:pt x="192" y="112"/>
                </a:cubicBezTo>
                <a:cubicBezTo>
                  <a:pt x="202" y="112"/>
                  <a:pt x="210" y="109"/>
                  <a:pt x="215" y="102"/>
                </a:cubicBezTo>
                <a:cubicBezTo>
                  <a:pt x="221" y="95"/>
                  <a:pt x="225" y="87"/>
                  <a:pt x="227" y="77"/>
                </a:cubicBezTo>
                <a:cubicBezTo>
                  <a:pt x="227" y="77"/>
                  <a:pt x="227" y="77"/>
                  <a:pt x="227" y="77"/>
                </a:cubicBezTo>
                <a:cubicBezTo>
                  <a:pt x="224" y="80"/>
                  <a:pt x="221" y="82"/>
                  <a:pt x="216" y="83"/>
                </a:cubicBezTo>
                <a:cubicBezTo>
                  <a:pt x="211" y="85"/>
                  <a:pt x="206" y="86"/>
                  <a:pt x="201" y="86"/>
                </a:cubicBezTo>
                <a:cubicBezTo>
                  <a:pt x="189" y="86"/>
                  <a:pt x="179" y="82"/>
                  <a:pt x="171" y="73"/>
                </a:cubicBezTo>
                <a:cubicBezTo>
                  <a:pt x="163" y="65"/>
                  <a:pt x="160" y="55"/>
                  <a:pt x="160" y="43"/>
                </a:cubicBezTo>
                <a:cubicBezTo>
                  <a:pt x="160" y="31"/>
                  <a:pt x="164" y="21"/>
                  <a:pt x="172" y="12"/>
                </a:cubicBezTo>
                <a:cubicBezTo>
                  <a:pt x="180" y="4"/>
                  <a:pt x="191" y="0"/>
                  <a:pt x="204" y="0"/>
                </a:cubicBezTo>
                <a:cubicBezTo>
                  <a:pt x="218" y="0"/>
                  <a:pt x="230" y="5"/>
                  <a:pt x="239" y="16"/>
                </a:cubicBezTo>
                <a:cubicBezTo>
                  <a:pt x="249" y="27"/>
                  <a:pt x="253" y="42"/>
                  <a:pt x="253" y="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0" name="Freeform 88"/>
          <p:cNvSpPr>
            <a:spLocks noEditPoints="1"/>
          </p:cNvSpPr>
          <p:nvPr/>
        </p:nvSpPr>
        <p:spPr bwMode="auto">
          <a:xfrm>
            <a:off x="1101726" y="2492238"/>
            <a:ext cx="431800" cy="187325"/>
          </a:xfrm>
          <a:custGeom>
            <a:avLst/>
            <a:gdLst>
              <a:gd name="T0" fmla="*/ 136 w 400"/>
              <a:gd name="T1" fmla="*/ 36 h 173"/>
              <a:gd name="T2" fmla="*/ 129 w 400"/>
              <a:gd name="T3" fmla="*/ 33 h 173"/>
              <a:gd name="T4" fmla="*/ 128 w 400"/>
              <a:gd name="T5" fmla="*/ 169 h 173"/>
              <a:gd name="T6" fmla="*/ 136 w 400"/>
              <a:gd name="T7" fmla="*/ 169 h 173"/>
              <a:gd name="T8" fmla="*/ 187 w 400"/>
              <a:gd name="T9" fmla="*/ 26 h 173"/>
              <a:gd name="T10" fmla="*/ 179 w 400"/>
              <a:gd name="T11" fmla="*/ 21 h 173"/>
              <a:gd name="T12" fmla="*/ 175 w 400"/>
              <a:gd name="T13" fmla="*/ 127 h 173"/>
              <a:gd name="T14" fmla="*/ 178 w 400"/>
              <a:gd name="T15" fmla="*/ 172 h 173"/>
              <a:gd name="T16" fmla="*/ 187 w 400"/>
              <a:gd name="T17" fmla="*/ 168 h 173"/>
              <a:gd name="T18" fmla="*/ 9 w 400"/>
              <a:gd name="T19" fmla="*/ 127 h 173"/>
              <a:gd name="T20" fmla="*/ 2 w 400"/>
              <a:gd name="T21" fmla="*/ 149 h 173"/>
              <a:gd name="T22" fmla="*/ 4 w 400"/>
              <a:gd name="T23" fmla="*/ 104 h 173"/>
              <a:gd name="T24" fmla="*/ 25 w 400"/>
              <a:gd name="T25" fmla="*/ 127 h 173"/>
              <a:gd name="T26" fmla="*/ 17 w 400"/>
              <a:gd name="T27" fmla="*/ 162 h 173"/>
              <a:gd name="T28" fmla="*/ 19 w 400"/>
              <a:gd name="T29" fmla="*/ 90 h 173"/>
              <a:gd name="T30" fmla="*/ 41 w 400"/>
              <a:gd name="T31" fmla="*/ 127 h 173"/>
              <a:gd name="T32" fmla="*/ 33 w 400"/>
              <a:gd name="T33" fmla="*/ 169 h 173"/>
              <a:gd name="T34" fmla="*/ 35 w 400"/>
              <a:gd name="T35" fmla="*/ 83 h 173"/>
              <a:gd name="T36" fmla="*/ 57 w 400"/>
              <a:gd name="T37" fmla="*/ 127 h 173"/>
              <a:gd name="T38" fmla="*/ 48 w 400"/>
              <a:gd name="T39" fmla="*/ 170 h 173"/>
              <a:gd name="T40" fmla="*/ 50 w 400"/>
              <a:gd name="T41" fmla="*/ 81 h 173"/>
              <a:gd name="T42" fmla="*/ 73 w 400"/>
              <a:gd name="T43" fmla="*/ 127 h 173"/>
              <a:gd name="T44" fmla="*/ 65 w 400"/>
              <a:gd name="T45" fmla="*/ 172 h 173"/>
              <a:gd name="T46" fmla="*/ 64 w 400"/>
              <a:gd name="T47" fmla="*/ 87 h 173"/>
              <a:gd name="T48" fmla="*/ 69 w 400"/>
              <a:gd name="T49" fmla="*/ 87 h 173"/>
              <a:gd name="T50" fmla="*/ 86 w 400"/>
              <a:gd name="T51" fmla="*/ 170 h 173"/>
              <a:gd name="T52" fmla="*/ 80 w 400"/>
              <a:gd name="T53" fmla="*/ 170 h 173"/>
              <a:gd name="T54" fmla="*/ 83 w 400"/>
              <a:gd name="T55" fmla="*/ 58 h 173"/>
              <a:gd name="T56" fmla="*/ 102 w 400"/>
              <a:gd name="T57" fmla="*/ 46 h 173"/>
              <a:gd name="T58" fmla="*/ 101 w 400"/>
              <a:gd name="T59" fmla="*/ 172 h 173"/>
              <a:gd name="T60" fmla="*/ 92 w 400"/>
              <a:gd name="T61" fmla="*/ 128 h 173"/>
              <a:gd name="T62" fmla="*/ 101 w 400"/>
              <a:gd name="T63" fmla="*/ 44 h 173"/>
              <a:gd name="T64" fmla="*/ 122 w 400"/>
              <a:gd name="T65" fmla="*/ 127 h 173"/>
              <a:gd name="T66" fmla="*/ 112 w 400"/>
              <a:gd name="T67" fmla="*/ 169 h 173"/>
              <a:gd name="T68" fmla="*/ 113 w 400"/>
              <a:gd name="T69" fmla="*/ 37 h 173"/>
              <a:gd name="T70" fmla="*/ 119 w 400"/>
              <a:gd name="T71" fmla="*/ 39 h 173"/>
              <a:gd name="T72" fmla="*/ 153 w 400"/>
              <a:gd name="T73" fmla="*/ 169 h 173"/>
              <a:gd name="T74" fmla="*/ 145 w 400"/>
              <a:gd name="T75" fmla="*/ 172 h 173"/>
              <a:gd name="T76" fmla="*/ 144 w 400"/>
              <a:gd name="T77" fmla="*/ 39 h 173"/>
              <a:gd name="T78" fmla="*/ 151 w 400"/>
              <a:gd name="T79" fmla="*/ 36 h 173"/>
              <a:gd name="T80" fmla="*/ 172 w 400"/>
              <a:gd name="T81" fmla="*/ 128 h 173"/>
              <a:gd name="T82" fmla="*/ 165 w 400"/>
              <a:gd name="T83" fmla="*/ 173 h 173"/>
              <a:gd name="T84" fmla="*/ 158 w 400"/>
              <a:gd name="T85" fmla="*/ 128 h 173"/>
              <a:gd name="T86" fmla="*/ 165 w 400"/>
              <a:gd name="T87" fmla="*/ 37 h 173"/>
              <a:gd name="T88" fmla="*/ 207 w 400"/>
              <a:gd name="T89" fmla="*/ 128 h 173"/>
              <a:gd name="T90" fmla="*/ 199 w 400"/>
              <a:gd name="T91" fmla="*/ 173 h 173"/>
              <a:gd name="T92" fmla="*/ 192 w 400"/>
              <a:gd name="T93" fmla="*/ 148 h 173"/>
              <a:gd name="T94" fmla="*/ 193 w 400"/>
              <a:gd name="T95" fmla="*/ 16 h 173"/>
              <a:gd name="T96" fmla="*/ 202 w 400"/>
              <a:gd name="T97" fmla="*/ 12 h 173"/>
              <a:gd name="T98" fmla="*/ 400 w 400"/>
              <a:gd name="T99" fmla="*/ 124 h 173"/>
              <a:gd name="T100" fmla="*/ 214 w 400"/>
              <a:gd name="T101" fmla="*/ 173 h 173"/>
              <a:gd name="T102" fmla="*/ 209 w 400"/>
              <a:gd name="T103" fmla="*/ 11 h 173"/>
              <a:gd name="T104" fmla="*/ 304 w 400"/>
              <a:gd name="T105" fmla="*/ 22 h 173"/>
              <a:gd name="T106" fmla="*/ 386 w 400"/>
              <a:gd name="T107" fmla="*/ 89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00" h="173">
                <a:moveTo>
                  <a:pt x="136" y="169"/>
                </a:moveTo>
                <a:cubicBezTo>
                  <a:pt x="139" y="127"/>
                  <a:pt x="139" y="127"/>
                  <a:pt x="139" y="127"/>
                </a:cubicBezTo>
                <a:cubicBezTo>
                  <a:pt x="136" y="36"/>
                  <a:pt x="136" y="36"/>
                  <a:pt x="136" y="36"/>
                </a:cubicBezTo>
                <a:cubicBezTo>
                  <a:pt x="136" y="35"/>
                  <a:pt x="135" y="34"/>
                  <a:pt x="135" y="33"/>
                </a:cubicBezTo>
                <a:cubicBezTo>
                  <a:pt x="134" y="33"/>
                  <a:pt x="133" y="32"/>
                  <a:pt x="132" y="32"/>
                </a:cubicBezTo>
                <a:cubicBezTo>
                  <a:pt x="131" y="32"/>
                  <a:pt x="130" y="33"/>
                  <a:pt x="129" y="33"/>
                </a:cubicBezTo>
                <a:cubicBezTo>
                  <a:pt x="128" y="34"/>
                  <a:pt x="128" y="35"/>
                  <a:pt x="128" y="36"/>
                </a:cubicBezTo>
                <a:cubicBezTo>
                  <a:pt x="125" y="127"/>
                  <a:pt x="125" y="127"/>
                  <a:pt x="125" y="127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70"/>
                  <a:pt x="128" y="171"/>
                  <a:pt x="129" y="172"/>
                </a:cubicBezTo>
                <a:cubicBezTo>
                  <a:pt x="130" y="173"/>
                  <a:pt x="131" y="173"/>
                  <a:pt x="132" y="173"/>
                </a:cubicBezTo>
                <a:cubicBezTo>
                  <a:pt x="134" y="173"/>
                  <a:pt x="136" y="172"/>
                  <a:pt x="136" y="169"/>
                </a:cubicBezTo>
                <a:close/>
                <a:moveTo>
                  <a:pt x="187" y="164"/>
                </a:moveTo>
                <a:cubicBezTo>
                  <a:pt x="189" y="128"/>
                  <a:pt x="189" y="128"/>
                  <a:pt x="189" y="128"/>
                </a:cubicBezTo>
                <a:cubicBezTo>
                  <a:pt x="187" y="26"/>
                  <a:pt x="187" y="26"/>
                  <a:pt x="187" y="26"/>
                </a:cubicBezTo>
                <a:cubicBezTo>
                  <a:pt x="187" y="24"/>
                  <a:pt x="186" y="22"/>
                  <a:pt x="185" y="21"/>
                </a:cubicBezTo>
                <a:cubicBezTo>
                  <a:pt x="184" y="21"/>
                  <a:pt x="183" y="21"/>
                  <a:pt x="182" y="21"/>
                </a:cubicBezTo>
                <a:cubicBezTo>
                  <a:pt x="181" y="21"/>
                  <a:pt x="180" y="21"/>
                  <a:pt x="179" y="21"/>
                </a:cubicBezTo>
                <a:cubicBezTo>
                  <a:pt x="178" y="22"/>
                  <a:pt x="177" y="24"/>
                  <a:pt x="177" y="26"/>
                </a:cubicBezTo>
                <a:cubicBezTo>
                  <a:pt x="177" y="27"/>
                  <a:pt x="177" y="27"/>
                  <a:pt x="177" y="27"/>
                </a:cubicBezTo>
                <a:cubicBezTo>
                  <a:pt x="175" y="127"/>
                  <a:pt x="175" y="127"/>
                  <a:pt x="175" y="127"/>
                </a:cubicBezTo>
                <a:cubicBezTo>
                  <a:pt x="175" y="127"/>
                  <a:pt x="176" y="141"/>
                  <a:pt x="177" y="168"/>
                </a:cubicBezTo>
                <a:cubicBezTo>
                  <a:pt x="177" y="169"/>
                  <a:pt x="177" y="169"/>
                  <a:pt x="177" y="169"/>
                </a:cubicBezTo>
                <a:cubicBezTo>
                  <a:pt x="177" y="170"/>
                  <a:pt x="177" y="171"/>
                  <a:pt x="178" y="172"/>
                </a:cubicBezTo>
                <a:cubicBezTo>
                  <a:pt x="179" y="173"/>
                  <a:pt x="180" y="173"/>
                  <a:pt x="182" y="173"/>
                </a:cubicBezTo>
                <a:cubicBezTo>
                  <a:pt x="183" y="173"/>
                  <a:pt x="185" y="173"/>
                  <a:pt x="186" y="172"/>
                </a:cubicBezTo>
                <a:cubicBezTo>
                  <a:pt x="187" y="171"/>
                  <a:pt x="187" y="170"/>
                  <a:pt x="187" y="168"/>
                </a:cubicBezTo>
                <a:lnTo>
                  <a:pt x="187" y="164"/>
                </a:lnTo>
                <a:close/>
                <a:moveTo>
                  <a:pt x="6" y="105"/>
                </a:moveTo>
                <a:cubicBezTo>
                  <a:pt x="9" y="127"/>
                  <a:pt x="9" y="127"/>
                  <a:pt x="9" y="127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50"/>
                  <a:pt x="5" y="151"/>
                  <a:pt x="4" y="151"/>
                </a:cubicBezTo>
                <a:cubicBezTo>
                  <a:pt x="3" y="151"/>
                  <a:pt x="3" y="150"/>
                  <a:pt x="2" y="149"/>
                </a:cubicBezTo>
                <a:cubicBezTo>
                  <a:pt x="0" y="127"/>
                  <a:pt x="0" y="127"/>
                  <a:pt x="0" y="127"/>
                </a:cubicBezTo>
                <a:cubicBezTo>
                  <a:pt x="2" y="105"/>
                  <a:pt x="2" y="105"/>
                  <a:pt x="2" y="105"/>
                </a:cubicBezTo>
                <a:cubicBezTo>
                  <a:pt x="3" y="104"/>
                  <a:pt x="3" y="104"/>
                  <a:pt x="4" y="104"/>
                </a:cubicBezTo>
                <a:cubicBezTo>
                  <a:pt x="5" y="104"/>
                  <a:pt x="5" y="104"/>
                  <a:pt x="6" y="105"/>
                </a:cubicBezTo>
                <a:close/>
                <a:moveTo>
                  <a:pt x="21" y="91"/>
                </a:moveTo>
                <a:cubicBezTo>
                  <a:pt x="25" y="127"/>
                  <a:pt x="25" y="127"/>
                  <a:pt x="25" y="127"/>
                </a:cubicBezTo>
                <a:cubicBezTo>
                  <a:pt x="21" y="163"/>
                  <a:pt x="21" y="163"/>
                  <a:pt x="21" y="163"/>
                </a:cubicBezTo>
                <a:cubicBezTo>
                  <a:pt x="20" y="164"/>
                  <a:pt x="20" y="164"/>
                  <a:pt x="19" y="164"/>
                </a:cubicBezTo>
                <a:cubicBezTo>
                  <a:pt x="18" y="164"/>
                  <a:pt x="17" y="164"/>
                  <a:pt x="17" y="162"/>
                </a:cubicBezTo>
                <a:cubicBezTo>
                  <a:pt x="13" y="127"/>
                  <a:pt x="13" y="127"/>
                  <a:pt x="13" y="127"/>
                </a:cubicBezTo>
                <a:cubicBezTo>
                  <a:pt x="17" y="91"/>
                  <a:pt x="17" y="91"/>
                  <a:pt x="17" y="91"/>
                </a:cubicBezTo>
                <a:cubicBezTo>
                  <a:pt x="17" y="90"/>
                  <a:pt x="18" y="90"/>
                  <a:pt x="19" y="90"/>
                </a:cubicBezTo>
                <a:cubicBezTo>
                  <a:pt x="20" y="90"/>
                  <a:pt x="20" y="90"/>
                  <a:pt x="21" y="91"/>
                </a:cubicBezTo>
                <a:close/>
                <a:moveTo>
                  <a:pt x="37" y="85"/>
                </a:moveTo>
                <a:cubicBezTo>
                  <a:pt x="41" y="127"/>
                  <a:pt x="41" y="127"/>
                  <a:pt x="41" y="127"/>
                </a:cubicBezTo>
                <a:cubicBezTo>
                  <a:pt x="37" y="169"/>
                  <a:pt x="37" y="169"/>
                  <a:pt x="37" y="169"/>
                </a:cubicBezTo>
                <a:cubicBezTo>
                  <a:pt x="37" y="170"/>
                  <a:pt x="36" y="170"/>
                  <a:pt x="35" y="170"/>
                </a:cubicBezTo>
                <a:cubicBezTo>
                  <a:pt x="34" y="170"/>
                  <a:pt x="33" y="170"/>
                  <a:pt x="33" y="169"/>
                </a:cubicBezTo>
                <a:cubicBezTo>
                  <a:pt x="29" y="127"/>
                  <a:pt x="29" y="127"/>
                  <a:pt x="29" y="127"/>
                </a:cubicBezTo>
                <a:cubicBezTo>
                  <a:pt x="33" y="85"/>
                  <a:pt x="33" y="85"/>
                  <a:pt x="33" y="85"/>
                </a:cubicBezTo>
                <a:cubicBezTo>
                  <a:pt x="33" y="83"/>
                  <a:pt x="34" y="83"/>
                  <a:pt x="35" y="83"/>
                </a:cubicBezTo>
                <a:cubicBezTo>
                  <a:pt x="36" y="83"/>
                  <a:pt x="37" y="83"/>
                  <a:pt x="37" y="85"/>
                </a:cubicBezTo>
                <a:close/>
                <a:moveTo>
                  <a:pt x="53" y="84"/>
                </a:moveTo>
                <a:cubicBezTo>
                  <a:pt x="57" y="127"/>
                  <a:pt x="57" y="127"/>
                  <a:pt x="57" y="127"/>
                </a:cubicBezTo>
                <a:cubicBezTo>
                  <a:pt x="53" y="170"/>
                  <a:pt x="53" y="170"/>
                  <a:pt x="53" y="170"/>
                </a:cubicBezTo>
                <a:cubicBezTo>
                  <a:pt x="53" y="171"/>
                  <a:pt x="52" y="172"/>
                  <a:pt x="50" y="172"/>
                </a:cubicBezTo>
                <a:cubicBezTo>
                  <a:pt x="49" y="172"/>
                  <a:pt x="48" y="171"/>
                  <a:pt x="48" y="170"/>
                </a:cubicBezTo>
                <a:cubicBezTo>
                  <a:pt x="45" y="127"/>
                  <a:pt x="45" y="127"/>
                  <a:pt x="45" y="127"/>
                </a:cubicBezTo>
                <a:cubicBezTo>
                  <a:pt x="48" y="84"/>
                  <a:pt x="48" y="84"/>
                  <a:pt x="48" y="84"/>
                </a:cubicBezTo>
                <a:cubicBezTo>
                  <a:pt x="48" y="82"/>
                  <a:pt x="49" y="81"/>
                  <a:pt x="50" y="81"/>
                </a:cubicBezTo>
                <a:cubicBezTo>
                  <a:pt x="52" y="81"/>
                  <a:pt x="53" y="82"/>
                  <a:pt x="53" y="84"/>
                </a:cubicBezTo>
                <a:close/>
                <a:moveTo>
                  <a:pt x="69" y="87"/>
                </a:moveTo>
                <a:cubicBezTo>
                  <a:pt x="73" y="127"/>
                  <a:pt x="73" y="127"/>
                  <a:pt x="73" y="127"/>
                </a:cubicBezTo>
                <a:cubicBezTo>
                  <a:pt x="69" y="170"/>
                  <a:pt x="69" y="170"/>
                  <a:pt x="69" y="170"/>
                </a:cubicBezTo>
                <a:cubicBezTo>
                  <a:pt x="69" y="172"/>
                  <a:pt x="68" y="173"/>
                  <a:pt x="66" y="173"/>
                </a:cubicBezTo>
                <a:cubicBezTo>
                  <a:pt x="66" y="173"/>
                  <a:pt x="65" y="173"/>
                  <a:pt x="65" y="172"/>
                </a:cubicBezTo>
                <a:cubicBezTo>
                  <a:pt x="64" y="172"/>
                  <a:pt x="64" y="171"/>
                  <a:pt x="64" y="170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4" y="87"/>
                  <a:pt x="64" y="87"/>
                  <a:pt x="64" y="87"/>
                </a:cubicBezTo>
                <a:cubicBezTo>
                  <a:pt x="64" y="86"/>
                  <a:pt x="64" y="85"/>
                  <a:pt x="65" y="85"/>
                </a:cubicBezTo>
                <a:cubicBezTo>
                  <a:pt x="65" y="84"/>
                  <a:pt x="66" y="84"/>
                  <a:pt x="66" y="84"/>
                </a:cubicBezTo>
                <a:cubicBezTo>
                  <a:pt x="68" y="84"/>
                  <a:pt x="69" y="85"/>
                  <a:pt x="69" y="87"/>
                </a:cubicBezTo>
                <a:close/>
                <a:moveTo>
                  <a:pt x="86" y="61"/>
                </a:moveTo>
                <a:cubicBezTo>
                  <a:pt x="89" y="127"/>
                  <a:pt x="89" y="127"/>
                  <a:pt x="89" y="127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1"/>
                  <a:pt x="85" y="172"/>
                  <a:pt x="85" y="172"/>
                </a:cubicBezTo>
                <a:cubicBezTo>
                  <a:pt x="84" y="173"/>
                  <a:pt x="83" y="173"/>
                  <a:pt x="83" y="173"/>
                </a:cubicBezTo>
                <a:cubicBezTo>
                  <a:pt x="81" y="173"/>
                  <a:pt x="80" y="172"/>
                  <a:pt x="80" y="170"/>
                </a:cubicBezTo>
                <a:cubicBezTo>
                  <a:pt x="76" y="127"/>
                  <a:pt x="76" y="127"/>
                  <a:pt x="76" y="127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59"/>
                  <a:pt x="81" y="58"/>
                  <a:pt x="83" y="58"/>
                </a:cubicBezTo>
                <a:cubicBezTo>
                  <a:pt x="83" y="58"/>
                  <a:pt x="84" y="58"/>
                  <a:pt x="85" y="59"/>
                </a:cubicBezTo>
                <a:cubicBezTo>
                  <a:pt x="85" y="60"/>
                  <a:pt x="86" y="60"/>
                  <a:pt x="86" y="61"/>
                </a:cubicBezTo>
                <a:close/>
                <a:moveTo>
                  <a:pt x="102" y="46"/>
                </a:moveTo>
                <a:cubicBezTo>
                  <a:pt x="105" y="128"/>
                  <a:pt x="105" y="128"/>
                  <a:pt x="105" y="128"/>
                </a:cubicBezTo>
                <a:cubicBezTo>
                  <a:pt x="102" y="170"/>
                  <a:pt x="102" y="170"/>
                  <a:pt x="102" y="170"/>
                </a:cubicBezTo>
                <a:cubicBezTo>
                  <a:pt x="102" y="171"/>
                  <a:pt x="102" y="172"/>
                  <a:pt x="101" y="172"/>
                </a:cubicBezTo>
                <a:cubicBezTo>
                  <a:pt x="100" y="173"/>
                  <a:pt x="100" y="173"/>
                  <a:pt x="99" y="173"/>
                </a:cubicBezTo>
                <a:cubicBezTo>
                  <a:pt x="97" y="173"/>
                  <a:pt x="95" y="172"/>
                  <a:pt x="95" y="170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5" y="46"/>
                  <a:pt x="95" y="46"/>
                  <a:pt x="95" y="46"/>
                </a:cubicBezTo>
                <a:cubicBezTo>
                  <a:pt x="95" y="44"/>
                  <a:pt x="97" y="43"/>
                  <a:pt x="99" y="43"/>
                </a:cubicBezTo>
                <a:cubicBezTo>
                  <a:pt x="100" y="43"/>
                  <a:pt x="100" y="43"/>
                  <a:pt x="101" y="44"/>
                </a:cubicBezTo>
                <a:cubicBezTo>
                  <a:pt x="102" y="45"/>
                  <a:pt x="102" y="45"/>
                  <a:pt x="102" y="46"/>
                </a:cubicBezTo>
                <a:close/>
                <a:moveTo>
                  <a:pt x="119" y="39"/>
                </a:moveTo>
                <a:cubicBezTo>
                  <a:pt x="122" y="127"/>
                  <a:pt x="122" y="127"/>
                  <a:pt x="122" y="127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72"/>
                  <a:pt x="117" y="173"/>
                  <a:pt x="115" y="173"/>
                </a:cubicBezTo>
                <a:cubicBezTo>
                  <a:pt x="113" y="173"/>
                  <a:pt x="112" y="172"/>
                  <a:pt x="112" y="169"/>
                </a:cubicBezTo>
                <a:cubicBezTo>
                  <a:pt x="109" y="127"/>
                  <a:pt x="109" y="127"/>
                  <a:pt x="109" y="127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12" y="38"/>
                  <a:pt x="112" y="37"/>
                  <a:pt x="113" y="37"/>
                </a:cubicBezTo>
                <a:cubicBezTo>
                  <a:pt x="113" y="36"/>
                  <a:pt x="114" y="36"/>
                  <a:pt x="115" y="36"/>
                </a:cubicBezTo>
                <a:cubicBezTo>
                  <a:pt x="116" y="36"/>
                  <a:pt x="117" y="36"/>
                  <a:pt x="118" y="37"/>
                </a:cubicBezTo>
                <a:cubicBezTo>
                  <a:pt x="118" y="37"/>
                  <a:pt x="119" y="38"/>
                  <a:pt x="119" y="39"/>
                </a:cubicBezTo>
                <a:close/>
                <a:moveTo>
                  <a:pt x="153" y="39"/>
                </a:moveTo>
                <a:cubicBezTo>
                  <a:pt x="155" y="127"/>
                  <a:pt x="155" y="127"/>
                  <a:pt x="155" y="127"/>
                </a:cubicBezTo>
                <a:cubicBezTo>
                  <a:pt x="153" y="169"/>
                  <a:pt x="153" y="169"/>
                  <a:pt x="153" y="169"/>
                </a:cubicBezTo>
                <a:cubicBezTo>
                  <a:pt x="153" y="170"/>
                  <a:pt x="152" y="171"/>
                  <a:pt x="151" y="172"/>
                </a:cubicBezTo>
                <a:cubicBezTo>
                  <a:pt x="151" y="173"/>
                  <a:pt x="150" y="173"/>
                  <a:pt x="148" y="173"/>
                </a:cubicBezTo>
                <a:cubicBezTo>
                  <a:pt x="147" y="173"/>
                  <a:pt x="146" y="173"/>
                  <a:pt x="145" y="172"/>
                </a:cubicBezTo>
                <a:cubicBezTo>
                  <a:pt x="145" y="171"/>
                  <a:pt x="144" y="170"/>
                  <a:pt x="144" y="169"/>
                </a:cubicBezTo>
                <a:cubicBezTo>
                  <a:pt x="142" y="127"/>
                  <a:pt x="142" y="127"/>
                  <a:pt x="142" y="127"/>
                </a:cubicBezTo>
                <a:cubicBezTo>
                  <a:pt x="144" y="39"/>
                  <a:pt x="144" y="39"/>
                  <a:pt x="144" y="39"/>
                </a:cubicBezTo>
                <a:cubicBezTo>
                  <a:pt x="144" y="37"/>
                  <a:pt x="144" y="36"/>
                  <a:pt x="145" y="36"/>
                </a:cubicBezTo>
                <a:cubicBezTo>
                  <a:pt x="146" y="35"/>
                  <a:pt x="147" y="34"/>
                  <a:pt x="148" y="34"/>
                </a:cubicBezTo>
                <a:cubicBezTo>
                  <a:pt x="150" y="34"/>
                  <a:pt x="151" y="35"/>
                  <a:pt x="151" y="36"/>
                </a:cubicBezTo>
                <a:cubicBezTo>
                  <a:pt x="152" y="36"/>
                  <a:pt x="153" y="37"/>
                  <a:pt x="153" y="39"/>
                </a:cubicBezTo>
                <a:close/>
                <a:moveTo>
                  <a:pt x="170" y="42"/>
                </a:moveTo>
                <a:cubicBezTo>
                  <a:pt x="172" y="128"/>
                  <a:pt x="172" y="128"/>
                  <a:pt x="172" y="128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70"/>
                  <a:pt x="169" y="171"/>
                  <a:pt x="169" y="172"/>
                </a:cubicBezTo>
                <a:cubicBezTo>
                  <a:pt x="168" y="173"/>
                  <a:pt x="167" y="173"/>
                  <a:pt x="165" y="173"/>
                </a:cubicBezTo>
                <a:cubicBezTo>
                  <a:pt x="164" y="173"/>
                  <a:pt x="163" y="173"/>
                  <a:pt x="162" y="172"/>
                </a:cubicBezTo>
                <a:cubicBezTo>
                  <a:pt x="161" y="171"/>
                  <a:pt x="160" y="170"/>
                  <a:pt x="160" y="169"/>
                </a:cubicBezTo>
                <a:cubicBezTo>
                  <a:pt x="158" y="128"/>
                  <a:pt x="158" y="128"/>
                  <a:pt x="158" y="128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1"/>
                  <a:pt x="161" y="39"/>
                  <a:pt x="162" y="39"/>
                </a:cubicBezTo>
                <a:cubicBezTo>
                  <a:pt x="163" y="38"/>
                  <a:pt x="164" y="37"/>
                  <a:pt x="165" y="37"/>
                </a:cubicBezTo>
                <a:cubicBezTo>
                  <a:pt x="167" y="37"/>
                  <a:pt x="168" y="38"/>
                  <a:pt x="168" y="39"/>
                </a:cubicBezTo>
                <a:cubicBezTo>
                  <a:pt x="169" y="39"/>
                  <a:pt x="170" y="41"/>
                  <a:pt x="170" y="42"/>
                </a:cubicBezTo>
                <a:close/>
                <a:moveTo>
                  <a:pt x="207" y="128"/>
                </a:moveTo>
                <a:cubicBezTo>
                  <a:pt x="204" y="168"/>
                  <a:pt x="204" y="168"/>
                  <a:pt x="204" y="168"/>
                </a:cubicBezTo>
                <a:cubicBezTo>
                  <a:pt x="204" y="169"/>
                  <a:pt x="204" y="170"/>
                  <a:pt x="203" y="172"/>
                </a:cubicBezTo>
                <a:cubicBezTo>
                  <a:pt x="202" y="173"/>
                  <a:pt x="200" y="173"/>
                  <a:pt x="199" y="173"/>
                </a:cubicBezTo>
                <a:cubicBezTo>
                  <a:pt x="197" y="173"/>
                  <a:pt x="196" y="173"/>
                  <a:pt x="195" y="172"/>
                </a:cubicBezTo>
                <a:cubicBezTo>
                  <a:pt x="194" y="170"/>
                  <a:pt x="194" y="169"/>
                  <a:pt x="193" y="168"/>
                </a:cubicBezTo>
                <a:cubicBezTo>
                  <a:pt x="192" y="148"/>
                  <a:pt x="192" y="148"/>
                  <a:pt x="192" y="148"/>
                </a:cubicBezTo>
                <a:cubicBezTo>
                  <a:pt x="191" y="128"/>
                  <a:pt x="191" y="128"/>
                  <a:pt x="191" y="128"/>
                </a:cubicBezTo>
                <a:cubicBezTo>
                  <a:pt x="193" y="17"/>
                  <a:pt x="193" y="17"/>
                  <a:pt x="193" y="17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194" y="15"/>
                  <a:pt x="194" y="13"/>
                  <a:pt x="196" y="12"/>
                </a:cubicBezTo>
                <a:cubicBezTo>
                  <a:pt x="197" y="11"/>
                  <a:pt x="198" y="11"/>
                  <a:pt x="199" y="11"/>
                </a:cubicBezTo>
                <a:cubicBezTo>
                  <a:pt x="200" y="11"/>
                  <a:pt x="201" y="11"/>
                  <a:pt x="202" y="12"/>
                </a:cubicBezTo>
                <a:cubicBezTo>
                  <a:pt x="203" y="13"/>
                  <a:pt x="204" y="14"/>
                  <a:pt x="204" y="16"/>
                </a:cubicBezTo>
                <a:lnTo>
                  <a:pt x="207" y="128"/>
                </a:lnTo>
                <a:close/>
                <a:moveTo>
                  <a:pt x="400" y="124"/>
                </a:moveTo>
                <a:cubicBezTo>
                  <a:pt x="400" y="138"/>
                  <a:pt x="395" y="149"/>
                  <a:pt x="386" y="159"/>
                </a:cubicBezTo>
                <a:cubicBezTo>
                  <a:pt x="376" y="168"/>
                  <a:pt x="365" y="173"/>
                  <a:pt x="351" y="173"/>
                </a:cubicBezTo>
                <a:cubicBezTo>
                  <a:pt x="214" y="173"/>
                  <a:pt x="214" y="173"/>
                  <a:pt x="214" y="173"/>
                </a:cubicBezTo>
                <a:cubicBezTo>
                  <a:pt x="213" y="173"/>
                  <a:pt x="212" y="172"/>
                  <a:pt x="210" y="171"/>
                </a:cubicBezTo>
                <a:cubicBezTo>
                  <a:pt x="209" y="170"/>
                  <a:pt x="209" y="169"/>
                  <a:pt x="209" y="168"/>
                </a:cubicBezTo>
                <a:cubicBezTo>
                  <a:pt x="209" y="11"/>
                  <a:pt x="209" y="11"/>
                  <a:pt x="209" y="11"/>
                </a:cubicBezTo>
                <a:cubicBezTo>
                  <a:pt x="209" y="9"/>
                  <a:pt x="211" y="7"/>
                  <a:pt x="214" y="5"/>
                </a:cubicBezTo>
                <a:cubicBezTo>
                  <a:pt x="224" y="2"/>
                  <a:pt x="234" y="0"/>
                  <a:pt x="245" y="0"/>
                </a:cubicBezTo>
                <a:cubicBezTo>
                  <a:pt x="268" y="0"/>
                  <a:pt x="287" y="7"/>
                  <a:pt x="304" y="22"/>
                </a:cubicBezTo>
                <a:cubicBezTo>
                  <a:pt x="321" y="38"/>
                  <a:pt x="330" y="56"/>
                  <a:pt x="332" y="79"/>
                </a:cubicBezTo>
                <a:cubicBezTo>
                  <a:pt x="338" y="76"/>
                  <a:pt x="344" y="75"/>
                  <a:pt x="351" y="75"/>
                </a:cubicBezTo>
                <a:cubicBezTo>
                  <a:pt x="365" y="75"/>
                  <a:pt x="376" y="80"/>
                  <a:pt x="386" y="89"/>
                </a:cubicBezTo>
                <a:cubicBezTo>
                  <a:pt x="395" y="99"/>
                  <a:pt x="400" y="111"/>
                  <a:pt x="400" y="12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1" name="Freeform 89"/>
          <p:cNvSpPr>
            <a:spLocks noEditPoints="1"/>
          </p:cNvSpPr>
          <p:nvPr/>
        </p:nvSpPr>
        <p:spPr bwMode="auto">
          <a:xfrm>
            <a:off x="682626" y="2884350"/>
            <a:ext cx="407988" cy="265113"/>
          </a:xfrm>
          <a:custGeom>
            <a:avLst/>
            <a:gdLst>
              <a:gd name="T0" fmla="*/ 61 w 378"/>
              <a:gd name="T1" fmla="*/ 162 h 245"/>
              <a:gd name="T2" fmla="*/ 38 w 378"/>
              <a:gd name="T3" fmla="*/ 150 h 245"/>
              <a:gd name="T4" fmla="*/ 23 w 378"/>
              <a:gd name="T5" fmla="*/ 146 h 245"/>
              <a:gd name="T6" fmla="*/ 23 w 378"/>
              <a:gd name="T7" fmla="*/ 128 h 245"/>
              <a:gd name="T8" fmla="*/ 0 w 378"/>
              <a:gd name="T9" fmla="*/ 123 h 245"/>
              <a:gd name="T10" fmla="*/ 23 w 378"/>
              <a:gd name="T11" fmla="*/ 117 h 245"/>
              <a:gd name="T12" fmla="*/ 23 w 378"/>
              <a:gd name="T13" fmla="*/ 99 h 245"/>
              <a:gd name="T14" fmla="*/ 38 w 378"/>
              <a:gd name="T15" fmla="*/ 95 h 245"/>
              <a:gd name="T16" fmla="*/ 61 w 378"/>
              <a:gd name="T17" fmla="*/ 84 h 245"/>
              <a:gd name="T18" fmla="*/ 301 w 378"/>
              <a:gd name="T19" fmla="*/ 95 h 245"/>
              <a:gd name="T20" fmla="*/ 333 w 378"/>
              <a:gd name="T21" fmla="*/ 100 h 245"/>
              <a:gd name="T22" fmla="*/ 374 w 378"/>
              <a:gd name="T23" fmla="*/ 116 h 245"/>
              <a:gd name="T24" fmla="*/ 374 w 378"/>
              <a:gd name="T25" fmla="*/ 130 h 245"/>
              <a:gd name="T26" fmla="*/ 333 w 378"/>
              <a:gd name="T27" fmla="*/ 145 h 245"/>
              <a:gd name="T28" fmla="*/ 301 w 378"/>
              <a:gd name="T29" fmla="*/ 150 h 245"/>
              <a:gd name="T30" fmla="*/ 302 w 378"/>
              <a:gd name="T31" fmla="*/ 107 h 245"/>
              <a:gd name="T32" fmla="*/ 302 w 378"/>
              <a:gd name="T33" fmla="*/ 139 h 245"/>
              <a:gd name="T34" fmla="*/ 328 w 378"/>
              <a:gd name="T35" fmla="*/ 123 h 245"/>
              <a:gd name="T36" fmla="*/ 302 w 378"/>
              <a:gd name="T37" fmla="*/ 107 h 245"/>
              <a:gd name="T38" fmla="*/ 285 w 378"/>
              <a:gd name="T39" fmla="*/ 153 h 245"/>
              <a:gd name="T40" fmla="*/ 186 w 378"/>
              <a:gd name="T41" fmla="*/ 171 h 245"/>
              <a:gd name="T42" fmla="*/ 166 w 378"/>
              <a:gd name="T43" fmla="*/ 184 h 245"/>
              <a:gd name="T44" fmla="*/ 104 w 378"/>
              <a:gd name="T45" fmla="*/ 242 h 245"/>
              <a:gd name="T46" fmla="*/ 72 w 378"/>
              <a:gd name="T47" fmla="*/ 245 h 245"/>
              <a:gd name="T48" fmla="*/ 61 w 378"/>
              <a:gd name="T49" fmla="*/ 164 h 245"/>
              <a:gd name="T50" fmla="*/ 61 w 378"/>
              <a:gd name="T51" fmla="*/ 81 h 245"/>
              <a:gd name="T52" fmla="*/ 72 w 378"/>
              <a:gd name="T53" fmla="*/ 0 h 245"/>
              <a:gd name="T54" fmla="*/ 104 w 378"/>
              <a:gd name="T55" fmla="*/ 4 h 245"/>
              <a:gd name="T56" fmla="*/ 166 w 378"/>
              <a:gd name="T57" fmla="*/ 61 h 245"/>
              <a:gd name="T58" fmla="*/ 174 w 378"/>
              <a:gd name="T59" fmla="*/ 67 h 245"/>
              <a:gd name="T60" fmla="*/ 193 w 378"/>
              <a:gd name="T61" fmla="*/ 76 h 245"/>
              <a:gd name="T62" fmla="*/ 285 w 378"/>
              <a:gd name="T63" fmla="*/ 92 h 245"/>
              <a:gd name="T64" fmla="*/ 61 w 378"/>
              <a:gd name="T65" fmla="*/ 81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78" h="245">
                <a:moveTo>
                  <a:pt x="107" y="150"/>
                </a:moveTo>
                <a:cubicBezTo>
                  <a:pt x="95" y="158"/>
                  <a:pt x="79" y="162"/>
                  <a:pt x="61" y="162"/>
                </a:cubicBezTo>
                <a:cubicBezTo>
                  <a:pt x="38" y="162"/>
                  <a:pt x="38" y="162"/>
                  <a:pt x="38" y="162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6" y="150"/>
                  <a:pt x="25" y="149"/>
                  <a:pt x="23" y="146"/>
                </a:cubicBezTo>
                <a:cubicBezTo>
                  <a:pt x="22" y="144"/>
                  <a:pt x="22" y="140"/>
                  <a:pt x="22" y="137"/>
                </a:cubicBezTo>
                <a:cubicBezTo>
                  <a:pt x="22" y="134"/>
                  <a:pt x="22" y="131"/>
                  <a:pt x="23" y="128"/>
                </a:cubicBezTo>
                <a:cubicBezTo>
                  <a:pt x="16" y="128"/>
                  <a:pt x="11" y="127"/>
                  <a:pt x="6" y="126"/>
                </a:cubicBezTo>
                <a:cubicBezTo>
                  <a:pt x="2" y="125"/>
                  <a:pt x="0" y="124"/>
                  <a:pt x="0" y="123"/>
                </a:cubicBezTo>
                <a:cubicBezTo>
                  <a:pt x="0" y="121"/>
                  <a:pt x="2" y="120"/>
                  <a:pt x="6" y="119"/>
                </a:cubicBezTo>
                <a:cubicBezTo>
                  <a:pt x="11" y="118"/>
                  <a:pt x="16" y="117"/>
                  <a:pt x="23" y="117"/>
                </a:cubicBezTo>
                <a:cubicBezTo>
                  <a:pt x="22" y="114"/>
                  <a:pt x="22" y="112"/>
                  <a:pt x="22" y="109"/>
                </a:cubicBezTo>
                <a:cubicBezTo>
                  <a:pt x="22" y="105"/>
                  <a:pt x="22" y="102"/>
                  <a:pt x="23" y="99"/>
                </a:cubicBezTo>
                <a:cubicBezTo>
                  <a:pt x="25" y="96"/>
                  <a:pt x="26" y="95"/>
                  <a:pt x="27" y="95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84"/>
                  <a:pt x="38" y="84"/>
                  <a:pt x="38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79" y="84"/>
                  <a:pt x="95" y="87"/>
                  <a:pt x="107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6" y="96"/>
                  <a:pt x="312" y="97"/>
                  <a:pt x="319" y="98"/>
                </a:cubicBezTo>
                <a:cubicBezTo>
                  <a:pt x="327" y="99"/>
                  <a:pt x="332" y="100"/>
                  <a:pt x="333" y="100"/>
                </a:cubicBezTo>
                <a:cubicBezTo>
                  <a:pt x="344" y="102"/>
                  <a:pt x="352" y="104"/>
                  <a:pt x="359" y="107"/>
                </a:cubicBezTo>
                <a:cubicBezTo>
                  <a:pt x="367" y="110"/>
                  <a:pt x="371" y="113"/>
                  <a:pt x="374" y="116"/>
                </a:cubicBezTo>
                <a:cubicBezTo>
                  <a:pt x="377" y="118"/>
                  <a:pt x="378" y="121"/>
                  <a:pt x="378" y="123"/>
                </a:cubicBezTo>
                <a:cubicBezTo>
                  <a:pt x="378" y="125"/>
                  <a:pt x="377" y="127"/>
                  <a:pt x="374" y="130"/>
                </a:cubicBezTo>
                <a:cubicBezTo>
                  <a:pt x="371" y="132"/>
                  <a:pt x="367" y="135"/>
                  <a:pt x="359" y="138"/>
                </a:cubicBezTo>
                <a:cubicBezTo>
                  <a:pt x="352" y="141"/>
                  <a:pt x="344" y="143"/>
                  <a:pt x="333" y="145"/>
                </a:cubicBezTo>
                <a:cubicBezTo>
                  <a:pt x="332" y="145"/>
                  <a:pt x="327" y="146"/>
                  <a:pt x="319" y="147"/>
                </a:cubicBezTo>
                <a:cubicBezTo>
                  <a:pt x="312" y="149"/>
                  <a:pt x="306" y="150"/>
                  <a:pt x="301" y="150"/>
                </a:cubicBezTo>
                <a:lnTo>
                  <a:pt x="107" y="150"/>
                </a:lnTo>
                <a:close/>
                <a:moveTo>
                  <a:pt x="302" y="107"/>
                </a:moveTo>
                <a:cubicBezTo>
                  <a:pt x="308" y="111"/>
                  <a:pt x="311" y="116"/>
                  <a:pt x="311" y="123"/>
                </a:cubicBezTo>
                <a:cubicBezTo>
                  <a:pt x="311" y="129"/>
                  <a:pt x="308" y="134"/>
                  <a:pt x="302" y="139"/>
                </a:cubicBezTo>
                <a:cubicBezTo>
                  <a:pt x="316" y="144"/>
                  <a:pt x="316" y="144"/>
                  <a:pt x="316" y="144"/>
                </a:cubicBezTo>
                <a:cubicBezTo>
                  <a:pt x="324" y="138"/>
                  <a:pt x="328" y="131"/>
                  <a:pt x="328" y="123"/>
                </a:cubicBezTo>
                <a:cubicBezTo>
                  <a:pt x="328" y="114"/>
                  <a:pt x="324" y="107"/>
                  <a:pt x="316" y="101"/>
                </a:cubicBezTo>
                <a:lnTo>
                  <a:pt x="302" y="107"/>
                </a:lnTo>
                <a:close/>
                <a:moveTo>
                  <a:pt x="108" y="153"/>
                </a:moveTo>
                <a:cubicBezTo>
                  <a:pt x="285" y="153"/>
                  <a:pt x="285" y="153"/>
                  <a:pt x="285" y="153"/>
                </a:cubicBezTo>
                <a:cubicBezTo>
                  <a:pt x="260" y="158"/>
                  <a:pt x="233" y="162"/>
                  <a:pt x="205" y="167"/>
                </a:cubicBezTo>
                <a:cubicBezTo>
                  <a:pt x="199" y="167"/>
                  <a:pt x="192" y="169"/>
                  <a:pt x="186" y="171"/>
                </a:cubicBezTo>
                <a:cubicBezTo>
                  <a:pt x="179" y="174"/>
                  <a:pt x="174" y="177"/>
                  <a:pt x="171" y="180"/>
                </a:cubicBezTo>
                <a:cubicBezTo>
                  <a:pt x="166" y="184"/>
                  <a:pt x="166" y="184"/>
                  <a:pt x="166" y="184"/>
                </a:cubicBezTo>
                <a:cubicBezTo>
                  <a:pt x="116" y="234"/>
                  <a:pt x="116" y="234"/>
                  <a:pt x="116" y="234"/>
                </a:cubicBezTo>
                <a:cubicBezTo>
                  <a:pt x="113" y="237"/>
                  <a:pt x="109" y="240"/>
                  <a:pt x="104" y="242"/>
                </a:cubicBezTo>
                <a:cubicBezTo>
                  <a:pt x="99" y="244"/>
                  <a:pt x="94" y="245"/>
                  <a:pt x="89" y="245"/>
                </a:cubicBezTo>
                <a:cubicBezTo>
                  <a:pt x="72" y="245"/>
                  <a:pt x="72" y="245"/>
                  <a:pt x="72" y="245"/>
                </a:cubicBezTo>
                <a:cubicBezTo>
                  <a:pt x="56" y="164"/>
                  <a:pt x="56" y="164"/>
                  <a:pt x="56" y="164"/>
                </a:cubicBezTo>
                <a:cubicBezTo>
                  <a:pt x="61" y="164"/>
                  <a:pt x="61" y="164"/>
                  <a:pt x="61" y="164"/>
                </a:cubicBezTo>
                <a:cubicBezTo>
                  <a:pt x="79" y="164"/>
                  <a:pt x="95" y="161"/>
                  <a:pt x="108" y="153"/>
                </a:cubicBezTo>
                <a:close/>
                <a:moveTo>
                  <a:pt x="61" y="81"/>
                </a:moveTo>
                <a:cubicBezTo>
                  <a:pt x="56" y="81"/>
                  <a:pt x="56" y="81"/>
                  <a:pt x="56" y="81"/>
                </a:cubicBezTo>
                <a:cubicBezTo>
                  <a:pt x="72" y="0"/>
                  <a:pt x="72" y="0"/>
                  <a:pt x="72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94" y="0"/>
                  <a:pt x="99" y="1"/>
                  <a:pt x="104" y="4"/>
                </a:cubicBezTo>
                <a:cubicBezTo>
                  <a:pt x="109" y="6"/>
                  <a:pt x="113" y="8"/>
                  <a:pt x="116" y="11"/>
                </a:cubicBezTo>
                <a:cubicBezTo>
                  <a:pt x="166" y="61"/>
                  <a:pt x="166" y="61"/>
                  <a:pt x="166" y="61"/>
                </a:cubicBezTo>
                <a:cubicBezTo>
                  <a:pt x="167" y="62"/>
                  <a:pt x="168" y="63"/>
                  <a:pt x="168" y="63"/>
                </a:cubicBezTo>
                <a:cubicBezTo>
                  <a:pt x="169" y="64"/>
                  <a:pt x="171" y="65"/>
                  <a:pt x="174" y="67"/>
                </a:cubicBezTo>
                <a:cubicBezTo>
                  <a:pt x="176" y="69"/>
                  <a:pt x="179" y="71"/>
                  <a:pt x="182" y="72"/>
                </a:cubicBezTo>
                <a:cubicBezTo>
                  <a:pt x="185" y="74"/>
                  <a:pt x="189" y="75"/>
                  <a:pt x="193" y="76"/>
                </a:cubicBezTo>
                <a:cubicBezTo>
                  <a:pt x="197" y="78"/>
                  <a:pt x="201" y="78"/>
                  <a:pt x="205" y="78"/>
                </a:cubicBezTo>
                <a:cubicBezTo>
                  <a:pt x="285" y="92"/>
                  <a:pt x="285" y="92"/>
                  <a:pt x="285" y="92"/>
                </a:cubicBezTo>
                <a:cubicBezTo>
                  <a:pt x="108" y="92"/>
                  <a:pt x="108" y="92"/>
                  <a:pt x="108" y="92"/>
                </a:cubicBezTo>
                <a:cubicBezTo>
                  <a:pt x="95" y="85"/>
                  <a:pt x="79" y="81"/>
                  <a:pt x="61" y="8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2" name="Freeform 90"/>
          <p:cNvSpPr>
            <a:spLocks noEditPoints="1"/>
          </p:cNvSpPr>
          <p:nvPr/>
        </p:nvSpPr>
        <p:spPr bwMode="auto">
          <a:xfrm>
            <a:off x="1162051" y="2854188"/>
            <a:ext cx="312738" cy="325438"/>
          </a:xfrm>
          <a:custGeom>
            <a:avLst/>
            <a:gdLst>
              <a:gd name="T0" fmla="*/ 74 w 290"/>
              <a:gd name="T1" fmla="*/ 259 h 301"/>
              <a:gd name="T2" fmla="*/ 43 w 290"/>
              <a:gd name="T3" fmla="*/ 258 h 301"/>
              <a:gd name="T4" fmla="*/ 43 w 290"/>
              <a:gd name="T5" fmla="*/ 227 h 301"/>
              <a:gd name="T6" fmla="*/ 74 w 290"/>
              <a:gd name="T7" fmla="*/ 227 h 301"/>
              <a:gd name="T8" fmla="*/ 167 w 290"/>
              <a:gd name="T9" fmla="*/ 279 h 301"/>
              <a:gd name="T10" fmla="*/ 145 w 290"/>
              <a:gd name="T11" fmla="*/ 301 h 301"/>
              <a:gd name="T12" fmla="*/ 123 w 290"/>
              <a:gd name="T13" fmla="*/ 279 h 301"/>
              <a:gd name="T14" fmla="*/ 145 w 290"/>
              <a:gd name="T15" fmla="*/ 256 h 301"/>
              <a:gd name="T16" fmla="*/ 167 w 290"/>
              <a:gd name="T17" fmla="*/ 279 h 301"/>
              <a:gd name="T18" fmla="*/ 38 w 290"/>
              <a:gd name="T19" fmla="*/ 172 h 301"/>
              <a:gd name="T20" fmla="*/ 7 w 290"/>
              <a:gd name="T21" fmla="*/ 172 h 301"/>
              <a:gd name="T22" fmla="*/ 7 w 290"/>
              <a:gd name="T23" fmla="*/ 140 h 301"/>
              <a:gd name="T24" fmla="*/ 38 w 290"/>
              <a:gd name="T25" fmla="*/ 140 h 301"/>
              <a:gd name="T26" fmla="*/ 254 w 290"/>
              <a:gd name="T27" fmla="*/ 243 h 301"/>
              <a:gd name="T28" fmla="*/ 231 w 290"/>
              <a:gd name="T29" fmla="*/ 265 h 301"/>
              <a:gd name="T30" fmla="*/ 209 w 290"/>
              <a:gd name="T31" fmla="*/ 243 h 301"/>
              <a:gd name="T32" fmla="*/ 231 w 290"/>
              <a:gd name="T33" fmla="*/ 221 h 301"/>
              <a:gd name="T34" fmla="*/ 254 w 290"/>
              <a:gd name="T35" fmla="*/ 243 h 301"/>
              <a:gd name="T36" fmla="*/ 78 w 290"/>
              <a:gd name="T37" fmla="*/ 89 h 301"/>
              <a:gd name="T38" fmla="*/ 39 w 290"/>
              <a:gd name="T39" fmla="*/ 89 h 301"/>
              <a:gd name="T40" fmla="*/ 39 w 290"/>
              <a:gd name="T41" fmla="*/ 50 h 301"/>
              <a:gd name="T42" fmla="*/ 78 w 290"/>
              <a:gd name="T43" fmla="*/ 50 h 301"/>
              <a:gd name="T44" fmla="*/ 290 w 290"/>
              <a:gd name="T45" fmla="*/ 156 h 301"/>
              <a:gd name="T46" fmla="*/ 267 w 290"/>
              <a:gd name="T47" fmla="*/ 178 h 301"/>
              <a:gd name="T48" fmla="*/ 245 w 290"/>
              <a:gd name="T49" fmla="*/ 156 h 301"/>
              <a:gd name="T50" fmla="*/ 267 w 290"/>
              <a:gd name="T51" fmla="*/ 134 h 301"/>
              <a:gd name="T52" fmla="*/ 290 w 290"/>
              <a:gd name="T53" fmla="*/ 156 h 301"/>
              <a:gd name="T54" fmla="*/ 169 w 290"/>
              <a:gd name="T55" fmla="*/ 57 h 301"/>
              <a:gd name="T56" fmla="*/ 121 w 290"/>
              <a:gd name="T57" fmla="*/ 57 h 301"/>
              <a:gd name="T58" fmla="*/ 121 w 290"/>
              <a:gd name="T59" fmla="*/ 10 h 301"/>
              <a:gd name="T60" fmla="*/ 169 w 290"/>
              <a:gd name="T61" fmla="*/ 10 h 301"/>
              <a:gd name="T62" fmla="*/ 270 w 290"/>
              <a:gd name="T63" fmla="*/ 70 h 301"/>
              <a:gd name="T64" fmla="*/ 231 w 290"/>
              <a:gd name="T65" fmla="*/ 109 h 301"/>
              <a:gd name="T66" fmla="*/ 192 w 290"/>
              <a:gd name="T67" fmla="*/ 70 h 301"/>
              <a:gd name="T68" fmla="*/ 231 w 290"/>
              <a:gd name="T69" fmla="*/ 31 h 301"/>
              <a:gd name="T70" fmla="*/ 270 w 290"/>
              <a:gd name="T71" fmla="*/ 70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0" h="301">
                <a:moveTo>
                  <a:pt x="81" y="243"/>
                </a:moveTo>
                <a:cubicBezTo>
                  <a:pt x="81" y="249"/>
                  <a:pt x="78" y="254"/>
                  <a:pt x="74" y="259"/>
                </a:cubicBezTo>
                <a:cubicBezTo>
                  <a:pt x="70" y="263"/>
                  <a:pt x="64" y="265"/>
                  <a:pt x="58" y="265"/>
                </a:cubicBezTo>
                <a:cubicBezTo>
                  <a:pt x="52" y="265"/>
                  <a:pt x="47" y="263"/>
                  <a:pt x="43" y="258"/>
                </a:cubicBezTo>
                <a:cubicBezTo>
                  <a:pt x="38" y="254"/>
                  <a:pt x="36" y="249"/>
                  <a:pt x="36" y="243"/>
                </a:cubicBezTo>
                <a:cubicBezTo>
                  <a:pt x="36" y="237"/>
                  <a:pt x="38" y="231"/>
                  <a:pt x="43" y="227"/>
                </a:cubicBezTo>
                <a:cubicBezTo>
                  <a:pt x="47" y="223"/>
                  <a:pt x="52" y="221"/>
                  <a:pt x="58" y="221"/>
                </a:cubicBezTo>
                <a:cubicBezTo>
                  <a:pt x="64" y="221"/>
                  <a:pt x="70" y="223"/>
                  <a:pt x="74" y="227"/>
                </a:cubicBezTo>
                <a:cubicBezTo>
                  <a:pt x="78" y="231"/>
                  <a:pt x="81" y="237"/>
                  <a:pt x="81" y="243"/>
                </a:cubicBezTo>
                <a:close/>
                <a:moveTo>
                  <a:pt x="167" y="279"/>
                </a:moveTo>
                <a:cubicBezTo>
                  <a:pt x="167" y="285"/>
                  <a:pt x="165" y="290"/>
                  <a:pt x="161" y="294"/>
                </a:cubicBezTo>
                <a:cubicBezTo>
                  <a:pt x="156" y="299"/>
                  <a:pt x="151" y="301"/>
                  <a:pt x="145" y="301"/>
                </a:cubicBezTo>
                <a:cubicBezTo>
                  <a:pt x="139" y="301"/>
                  <a:pt x="133" y="299"/>
                  <a:pt x="129" y="294"/>
                </a:cubicBezTo>
                <a:cubicBezTo>
                  <a:pt x="125" y="290"/>
                  <a:pt x="123" y="285"/>
                  <a:pt x="123" y="279"/>
                </a:cubicBezTo>
                <a:cubicBezTo>
                  <a:pt x="123" y="272"/>
                  <a:pt x="125" y="267"/>
                  <a:pt x="129" y="263"/>
                </a:cubicBezTo>
                <a:cubicBezTo>
                  <a:pt x="133" y="259"/>
                  <a:pt x="139" y="256"/>
                  <a:pt x="145" y="256"/>
                </a:cubicBezTo>
                <a:cubicBezTo>
                  <a:pt x="151" y="256"/>
                  <a:pt x="156" y="259"/>
                  <a:pt x="161" y="263"/>
                </a:cubicBezTo>
                <a:cubicBezTo>
                  <a:pt x="165" y="267"/>
                  <a:pt x="167" y="272"/>
                  <a:pt x="167" y="279"/>
                </a:cubicBezTo>
                <a:close/>
                <a:moveTo>
                  <a:pt x="45" y="156"/>
                </a:moveTo>
                <a:cubicBezTo>
                  <a:pt x="45" y="162"/>
                  <a:pt x="43" y="168"/>
                  <a:pt x="38" y="172"/>
                </a:cubicBezTo>
                <a:cubicBezTo>
                  <a:pt x="34" y="176"/>
                  <a:pt x="29" y="178"/>
                  <a:pt x="22" y="178"/>
                </a:cubicBezTo>
                <a:cubicBezTo>
                  <a:pt x="16" y="178"/>
                  <a:pt x="11" y="176"/>
                  <a:pt x="7" y="172"/>
                </a:cubicBezTo>
                <a:cubicBezTo>
                  <a:pt x="2" y="168"/>
                  <a:pt x="0" y="162"/>
                  <a:pt x="0" y="156"/>
                </a:cubicBezTo>
                <a:cubicBezTo>
                  <a:pt x="0" y="150"/>
                  <a:pt x="2" y="145"/>
                  <a:pt x="7" y="140"/>
                </a:cubicBezTo>
                <a:cubicBezTo>
                  <a:pt x="11" y="136"/>
                  <a:pt x="16" y="134"/>
                  <a:pt x="22" y="134"/>
                </a:cubicBezTo>
                <a:cubicBezTo>
                  <a:pt x="29" y="134"/>
                  <a:pt x="34" y="136"/>
                  <a:pt x="38" y="140"/>
                </a:cubicBezTo>
                <a:cubicBezTo>
                  <a:pt x="43" y="145"/>
                  <a:pt x="45" y="150"/>
                  <a:pt x="45" y="156"/>
                </a:cubicBezTo>
                <a:close/>
                <a:moveTo>
                  <a:pt x="254" y="243"/>
                </a:moveTo>
                <a:cubicBezTo>
                  <a:pt x="254" y="249"/>
                  <a:pt x="252" y="254"/>
                  <a:pt x="247" y="258"/>
                </a:cubicBezTo>
                <a:cubicBezTo>
                  <a:pt x="243" y="263"/>
                  <a:pt x="237" y="265"/>
                  <a:pt x="231" y="265"/>
                </a:cubicBezTo>
                <a:cubicBezTo>
                  <a:pt x="225" y="265"/>
                  <a:pt x="220" y="263"/>
                  <a:pt x="216" y="259"/>
                </a:cubicBezTo>
                <a:cubicBezTo>
                  <a:pt x="211" y="254"/>
                  <a:pt x="209" y="249"/>
                  <a:pt x="209" y="243"/>
                </a:cubicBezTo>
                <a:cubicBezTo>
                  <a:pt x="209" y="237"/>
                  <a:pt x="211" y="231"/>
                  <a:pt x="216" y="227"/>
                </a:cubicBezTo>
                <a:cubicBezTo>
                  <a:pt x="220" y="223"/>
                  <a:pt x="225" y="221"/>
                  <a:pt x="231" y="221"/>
                </a:cubicBezTo>
                <a:cubicBezTo>
                  <a:pt x="238" y="221"/>
                  <a:pt x="243" y="223"/>
                  <a:pt x="247" y="227"/>
                </a:cubicBezTo>
                <a:cubicBezTo>
                  <a:pt x="252" y="231"/>
                  <a:pt x="254" y="237"/>
                  <a:pt x="254" y="243"/>
                </a:cubicBezTo>
                <a:close/>
                <a:moveTo>
                  <a:pt x="86" y="70"/>
                </a:moveTo>
                <a:cubicBezTo>
                  <a:pt x="86" y="77"/>
                  <a:pt x="83" y="84"/>
                  <a:pt x="78" y="89"/>
                </a:cubicBezTo>
                <a:cubicBezTo>
                  <a:pt x="72" y="95"/>
                  <a:pt x="66" y="97"/>
                  <a:pt x="58" y="97"/>
                </a:cubicBezTo>
                <a:cubicBezTo>
                  <a:pt x="51" y="97"/>
                  <a:pt x="44" y="95"/>
                  <a:pt x="39" y="89"/>
                </a:cubicBezTo>
                <a:cubicBezTo>
                  <a:pt x="33" y="84"/>
                  <a:pt x="30" y="77"/>
                  <a:pt x="30" y="70"/>
                </a:cubicBezTo>
                <a:cubicBezTo>
                  <a:pt x="30" y="62"/>
                  <a:pt x="33" y="55"/>
                  <a:pt x="39" y="50"/>
                </a:cubicBezTo>
                <a:cubicBezTo>
                  <a:pt x="44" y="45"/>
                  <a:pt x="51" y="42"/>
                  <a:pt x="58" y="42"/>
                </a:cubicBezTo>
                <a:cubicBezTo>
                  <a:pt x="66" y="42"/>
                  <a:pt x="72" y="45"/>
                  <a:pt x="78" y="50"/>
                </a:cubicBezTo>
                <a:cubicBezTo>
                  <a:pt x="83" y="55"/>
                  <a:pt x="86" y="62"/>
                  <a:pt x="86" y="70"/>
                </a:cubicBezTo>
                <a:close/>
                <a:moveTo>
                  <a:pt x="290" y="156"/>
                </a:moveTo>
                <a:cubicBezTo>
                  <a:pt x="290" y="162"/>
                  <a:pt x="287" y="168"/>
                  <a:pt x="283" y="172"/>
                </a:cubicBezTo>
                <a:cubicBezTo>
                  <a:pt x="279" y="176"/>
                  <a:pt x="273" y="178"/>
                  <a:pt x="267" y="178"/>
                </a:cubicBezTo>
                <a:cubicBezTo>
                  <a:pt x="261" y="178"/>
                  <a:pt x="256" y="176"/>
                  <a:pt x="252" y="172"/>
                </a:cubicBezTo>
                <a:cubicBezTo>
                  <a:pt x="247" y="168"/>
                  <a:pt x="245" y="162"/>
                  <a:pt x="245" y="156"/>
                </a:cubicBezTo>
                <a:cubicBezTo>
                  <a:pt x="245" y="150"/>
                  <a:pt x="247" y="145"/>
                  <a:pt x="252" y="140"/>
                </a:cubicBezTo>
                <a:cubicBezTo>
                  <a:pt x="256" y="136"/>
                  <a:pt x="261" y="134"/>
                  <a:pt x="267" y="134"/>
                </a:cubicBezTo>
                <a:cubicBezTo>
                  <a:pt x="273" y="134"/>
                  <a:pt x="279" y="136"/>
                  <a:pt x="283" y="140"/>
                </a:cubicBezTo>
                <a:cubicBezTo>
                  <a:pt x="287" y="145"/>
                  <a:pt x="290" y="150"/>
                  <a:pt x="290" y="156"/>
                </a:cubicBezTo>
                <a:close/>
                <a:moveTo>
                  <a:pt x="178" y="34"/>
                </a:moveTo>
                <a:cubicBezTo>
                  <a:pt x="178" y="43"/>
                  <a:pt x="175" y="51"/>
                  <a:pt x="169" y="57"/>
                </a:cubicBezTo>
                <a:cubicBezTo>
                  <a:pt x="162" y="64"/>
                  <a:pt x="154" y="67"/>
                  <a:pt x="145" y="67"/>
                </a:cubicBezTo>
                <a:cubicBezTo>
                  <a:pt x="136" y="67"/>
                  <a:pt x="128" y="64"/>
                  <a:pt x="121" y="57"/>
                </a:cubicBezTo>
                <a:cubicBezTo>
                  <a:pt x="115" y="51"/>
                  <a:pt x="111" y="43"/>
                  <a:pt x="111" y="34"/>
                </a:cubicBezTo>
                <a:cubicBezTo>
                  <a:pt x="111" y="25"/>
                  <a:pt x="115" y="17"/>
                  <a:pt x="121" y="10"/>
                </a:cubicBezTo>
                <a:cubicBezTo>
                  <a:pt x="128" y="4"/>
                  <a:pt x="136" y="0"/>
                  <a:pt x="145" y="0"/>
                </a:cubicBezTo>
                <a:cubicBezTo>
                  <a:pt x="154" y="0"/>
                  <a:pt x="162" y="4"/>
                  <a:pt x="169" y="10"/>
                </a:cubicBezTo>
                <a:cubicBezTo>
                  <a:pt x="175" y="17"/>
                  <a:pt x="178" y="25"/>
                  <a:pt x="178" y="34"/>
                </a:cubicBezTo>
                <a:close/>
                <a:moveTo>
                  <a:pt x="270" y="70"/>
                </a:moveTo>
                <a:cubicBezTo>
                  <a:pt x="270" y="80"/>
                  <a:pt x="267" y="90"/>
                  <a:pt x="259" y="97"/>
                </a:cubicBezTo>
                <a:cubicBezTo>
                  <a:pt x="251" y="105"/>
                  <a:pt x="242" y="109"/>
                  <a:pt x="231" y="109"/>
                </a:cubicBezTo>
                <a:cubicBezTo>
                  <a:pt x="221" y="109"/>
                  <a:pt x="211" y="105"/>
                  <a:pt x="204" y="97"/>
                </a:cubicBezTo>
                <a:cubicBezTo>
                  <a:pt x="196" y="90"/>
                  <a:pt x="192" y="80"/>
                  <a:pt x="192" y="70"/>
                </a:cubicBezTo>
                <a:cubicBezTo>
                  <a:pt x="192" y="59"/>
                  <a:pt x="196" y="50"/>
                  <a:pt x="204" y="42"/>
                </a:cubicBezTo>
                <a:cubicBezTo>
                  <a:pt x="211" y="35"/>
                  <a:pt x="221" y="31"/>
                  <a:pt x="231" y="31"/>
                </a:cubicBezTo>
                <a:cubicBezTo>
                  <a:pt x="242" y="31"/>
                  <a:pt x="251" y="35"/>
                  <a:pt x="259" y="42"/>
                </a:cubicBezTo>
                <a:cubicBezTo>
                  <a:pt x="267" y="50"/>
                  <a:pt x="270" y="59"/>
                  <a:pt x="270" y="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3" name="Freeform 91"/>
          <p:cNvSpPr>
            <a:spLocks/>
          </p:cNvSpPr>
          <p:nvPr/>
        </p:nvSpPr>
        <p:spPr bwMode="auto">
          <a:xfrm>
            <a:off x="827088" y="2417625"/>
            <a:ext cx="119063" cy="336550"/>
          </a:xfrm>
          <a:custGeom>
            <a:avLst/>
            <a:gdLst>
              <a:gd name="T0" fmla="*/ 111 w 111"/>
              <a:gd name="T1" fmla="*/ 92 h 311"/>
              <a:gd name="T2" fmla="*/ 101 w 111"/>
              <a:gd name="T3" fmla="*/ 134 h 311"/>
              <a:gd name="T4" fmla="*/ 75 w 111"/>
              <a:gd name="T5" fmla="*/ 157 h 311"/>
              <a:gd name="T6" fmla="*/ 83 w 111"/>
              <a:gd name="T7" fmla="*/ 300 h 311"/>
              <a:gd name="T8" fmla="*/ 80 w 111"/>
              <a:gd name="T9" fmla="*/ 308 h 311"/>
              <a:gd name="T10" fmla="*/ 72 w 111"/>
              <a:gd name="T11" fmla="*/ 311 h 311"/>
              <a:gd name="T12" fmla="*/ 39 w 111"/>
              <a:gd name="T13" fmla="*/ 311 h 311"/>
              <a:gd name="T14" fmla="*/ 31 w 111"/>
              <a:gd name="T15" fmla="*/ 308 h 311"/>
              <a:gd name="T16" fmla="*/ 29 w 111"/>
              <a:gd name="T17" fmla="*/ 300 h 311"/>
              <a:gd name="T18" fmla="*/ 36 w 111"/>
              <a:gd name="T19" fmla="*/ 157 h 311"/>
              <a:gd name="T20" fmla="*/ 10 w 111"/>
              <a:gd name="T21" fmla="*/ 134 h 311"/>
              <a:gd name="T22" fmla="*/ 0 w 111"/>
              <a:gd name="T23" fmla="*/ 92 h 311"/>
              <a:gd name="T24" fmla="*/ 7 w 111"/>
              <a:gd name="T25" fmla="*/ 48 h 311"/>
              <a:gd name="T26" fmla="*/ 28 w 111"/>
              <a:gd name="T27" fmla="*/ 13 h 311"/>
              <a:gd name="T28" fmla="*/ 56 w 111"/>
              <a:gd name="T29" fmla="*/ 0 h 311"/>
              <a:gd name="T30" fmla="*/ 84 w 111"/>
              <a:gd name="T31" fmla="*/ 13 h 311"/>
              <a:gd name="T32" fmla="*/ 104 w 111"/>
              <a:gd name="T33" fmla="*/ 48 h 311"/>
              <a:gd name="T34" fmla="*/ 111 w 111"/>
              <a:gd name="T35" fmla="*/ 92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1" h="311">
                <a:moveTo>
                  <a:pt x="111" y="92"/>
                </a:moveTo>
                <a:cubicBezTo>
                  <a:pt x="111" y="108"/>
                  <a:pt x="108" y="122"/>
                  <a:pt x="101" y="134"/>
                </a:cubicBezTo>
                <a:cubicBezTo>
                  <a:pt x="95" y="145"/>
                  <a:pt x="86" y="153"/>
                  <a:pt x="75" y="157"/>
                </a:cubicBezTo>
                <a:cubicBezTo>
                  <a:pt x="83" y="300"/>
                  <a:pt x="83" y="300"/>
                  <a:pt x="83" y="300"/>
                </a:cubicBezTo>
                <a:cubicBezTo>
                  <a:pt x="83" y="303"/>
                  <a:pt x="82" y="306"/>
                  <a:pt x="80" y="308"/>
                </a:cubicBezTo>
                <a:cubicBezTo>
                  <a:pt x="78" y="310"/>
                  <a:pt x="75" y="311"/>
                  <a:pt x="72" y="311"/>
                </a:cubicBezTo>
                <a:cubicBezTo>
                  <a:pt x="39" y="311"/>
                  <a:pt x="39" y="311"/>
                  <a:pt x="39" y="311"/>
                </a:cubicBezTo>
                <a:cubicBezTo>
                  <a:pt x="36" y="311"/>
                  <a:pt x="33" y="310"/>
                  <a:pt x="31" y="308"/>
                </a:cubicBezTo>
                <a:cubicBezTo>
                  <a:pt x="29" y="306"/>
                  <a:pt x="28" y="303"/>
                  <a:pt x="29" y="300"/>
                </a:cubicBezTo>
                <a:cubicBezTo>
                  <a:pt x="36" y="157"/>
                  <a:pt x="36" y="157"/>
                  <a:pt x="36" y="157"/>
                </a:cubicBezTo>
                <a:cubicBezTo>
                  <a:pt x="25" y="153"/>
                  <a:pt x="17" y="145"/>
                  <a:pt x="10" y="134"/>
                </a:cubicBezTo>
                <a:cubicBezTo>
                  <a:pt x="3" y="122"/>
                  <a:pt x="0" y="108"/>
                  <a:pt x="0" y="92"/>
                </a:cubicBezTo>
                <a:cubicBezTo>
                  <a:pt x="0" y="77"/>
                  <a:pt x="3" y="62"/>
                  <a:pt x="7" y="48"/>
                </a:cubicBezTo>
                <a:cubicBezTo>
                  <a:pt x="12" y="34"/>
                  <a:pt x="19" y="22"/>
                  <a:pt x="28" y="13"/>
                </a:cubicBezTo>
                <a:cubicBezTo>
                  <a:pt x="37" y="4"/>
                  <a:pt x="46" y="0"/>
                  <a:pt x="56" y="0"/>
                </a:cubicBezTo>
                <a:cubicBezTo>
                  <a:pt x="66" y="0"/>
                  <a:pt x="75" y="4"/>
                  <a:pt x="84" y="13"/>
                </a:cubicBezTo>
                <a:cubicBezTo>
                  <a:pt x="92" y="22"/>
                  <a:pt x="99" y="34"/>
                  <a:pt x="104" y="48"/>
                </a:cubicBezTo>
                <a:cubicBezTo>
                  <a:pt x="109" y="62"/>
                  <a:pt x="111" y="77"/>
                  <a:pt x="111" y="9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4" name="Freeform 92"/>
          <p:cNvSpPr>
            <a:spLocks noEditPoints="1"/>
          </p:cNvSpPr>
          <p:nvPr/>
        </p:nvSpPr>
        <p:spPr bwMode="auto">
          <a:xfrm>
            <a:off x="1604963" y="2873238"/>
            <a:ext cx="288925" cy="287338"/>
          </a:xfrm>
          <a:custGeom>
            <a:avLst/>
            <a:gdLst>
              <a:gd name="T0" fmla="*/ 196 w 268"/>
              <a:gd name="T1" fmla="*/ 188 h 267"/>
              <a:gd name="T2" fmla="*/ 191 w 268"/>
              <a:gd name="T3" fmla="*/ 179 h 267"/>
              <a:gd name="T4" fmla="*/ 113 w 268"/>
              <a:gd name="T5" fmla="*/ 159 h 267"/>
              <a:gd name="T6" fmla="*/ 64 w 268"/>
              <a:gd name="T7" fmla="*/ 165 h 267"/>
              <a:gd name="T8" fmla="*/ 56 w 268"/>
              <a:gd name="T9" fmla="*/ 174 h 267"/>
              <a:gd name="T10" fmla="*/ 59 w 268"/>
              <a:gd name="T11" fmla="*/ 180 h 267"/>
              <a:gd name="T12" fmla="*/ 65 w 268"/>
              <a:gd name="T13" fmla="*/ 183 h 267"/>
              <a:gd name="T14" fmla="*/ 71 w 268"/>
              <a:gd name="T15" fmla="*/ 181 h 267"/>
              <a:gd name="T16" fmla="*/ 113 w 268"/>
              <a:gd name="T17" fmla="*/ 177 h 267"/>
              <a:gd name="T18" fmla="*/ 183 w 268"/>
              <a:gd name="T19" fmla="*/ 195 h 267"/>
              <a:gd name="T20" fmla="*/ 188 w 268"/>
              <a:gd name="T21" fmla="*/ 197 h 267"/>
              <a:gd name="T22" fmla="*/ 194 w 268"/>
              <a:gd name="T23" fmla="*/ 194 h 267"/>
              <a:gd name="T24" fmla="*/ 196 w 268"/>
              <a:gd name="T25" fmla="*/ 188 h 267"/>
              <a:gd name="T26" fmla="*/ 213 w 268"/>
              <a:gd name="T27" fmla="*/ 151 h 267"/>
              <a:gd name="T28" fmla="*/ 207 w 268"/>
              <a:gd name="T29" fmla="*/ 140 h 267"/>
              <a:gd name="T30" fmla="*/ 112 w 268"/>
              <a:gd name="T31" fmla="*/ 116 h 267"/>
              <a:gd name="T32" fmla="*/ 59 w 268"/>
              <a:gd name="T33" fmla="*/ 123 h 267"/>
              <a:gd name="T34" fmla="*/ 51 w 268"/>
              <a:gd name="T35" fmla="*/ 134 h 267"/>
              <a:gd name="T36" fmla="*/ 54 w 268"/>
              <a:gd name="T37" fmla="*/ 142 h 267"/>
              <a:gd name="T38" fmla="*/ 61 w 268"/>
              <a:gd name="T39" fmla="*/ 145 h 267"/>
              <a:gd name="T40" fmla="*/ 68 w 268"/>
              <a:gd name="T41" fmla="*/ 143 h 267"/>
              <a:gd name="T42" fmla="*/ 111 w 268"/>
              <a:gd name="T43" fmla="*/ 137 h 267"/>
              <a:gd name="T44" fmla="*/ 196 w 268"/>
              <a:gd name="T45" fmla="*/ 159 h 267"/>
              <a:gd name="T46" fmla="*/ 203 w 268"/>
              <a:gd name="T47" fmla="*/ 161 h 267"/>
              <a:gd name="T48" fmla="*/ 210 w 268"/>
              <a:gd name="T49" fmla="*/ 158 h 267"/>
              <a:gd name="T50" fmla="*/ 213 w 268"/>
              <a:gd name="T51" fmla="*/ 151 h 267"/>
              <a:gd name="T52" fmla="*/ 232 w 268"/>
              <a:gd name="T53" fmla="*/ 108 h 267"/>
              <a:gd name="T54" fmla="*/ 225 w 268"/>
              <a:gd name="T55" fmla="*/ 96 h 267"/>
              <a:gd name="T56" fmla="*/ 174 w 268"/>
              <a:gd name="T57" fmla="*/ 76 h 267"/>
              <a:gd name="T58" fmla="*/ 114 w 268"/>
              <a:gd name="T59" fmla="*/ 70 h 267"/>
              <a:gd name="T60" fmla="*/ 51 w 268"/>
              <a:gd name="T61" fmla="*/ 78 h 267"/>
              <a:gd name="T62" fmla="*/ 44 w 268"/>
              <a:gd name="T63" fmla="*/ 82 h 267"/>
              <a:gd name="T64" fmla="*/ 42 w 268"/>
              <a:gd name="T65" fmla="*/ 91 h 267"/>
              <a:gd name="T66" fmla="*/ 45 w 268"/>
              <a:gd name="T67" fmla="*/ 100 h 267"/>
              <a:gd name="T68" fmla="*/ 54 w 268"/>
              <a:gd name="T69" fmla="*/ 104 h 267"/>
              <a:gd name="T70" fmla="*/ 61 w 268"/>
              <a:gd name="T71" fmla="*/ 102 h 267"/>
              <a:gd name="T72" fmla="*/ 115 w 268"/>
              <a:gd name="T73" fmla="*/ 96 h 267"/>
              <a:gd name="T74" fmla="*/ 168 w 268"/>
              <a:gd name="T75" fmla="*/ 102 h 267"/>
              <a:gd name="T76" fmla="*/ 212 w 268"/>
              <a:gd name="T77" fmla="*/ 118 h 267"/>
              <a:gd name="T78" fmla="*/ 219 w 268"/>
              <a:gd name="T79" fmla="*/ 120 h 267"/>
              <a:gd name="T80" fmla="*/ 228 w 268"/>
              <a:gd name="T81" fmla="*/ 117 h 267"/>
              <a:gd name="T82" fmla="*/ 232 w 268"/>
              <a:gd name="T83" fmla="*/ 108 h 267"/>
              <a:gd name="T84" fmla="*/ 268 w 268"/>
              <a:gd name="T85" fmla="*/ 134 h 267"/>
              <a:gd name="T86" fmla="*/ 250 w 268"/>
              <a:gd name="T87" fmla="*/ 201 h 267"/>
              <a:gd name="T88" fmla="*/ 201 w 268"/>
              <a:gd name="T89" fmla="*/ 249 h 267"/>
              <a:gd name="T90" fmla="*/ 134 w 268"/>
              <a:gd name="T91" fmla="*/ 267 h 267"/>
              <a:gd name="T92" fmla="*/ 67 w 268"/>
              <a:gd name="T93" fmla="*/ 249 h 267"/>
              <a:gd name="T94" fmla="*/ 18 w 268"/>
              <a:gd name="T95" fmla="*/ 201 h 267"/>
              <a:gd name="T96" fmla="*/ 0 w 268"/>
              <a:gd name="T97" fmla="*/ 134 h 267"/>
              <a:gd name="T98" fmla="*/ 18 w 268"/>
              <a:gd name="T99" fmla="*/ 67 h 267"/>
              <a:gd name="T100" fmla="*/ 67 w 268"/>
              <a:gd name="T101" fmla="*/ 18 h 267"/>
              <a:gd name="T102" fmla="*/ 134 w 268"/>
              <a:gd name="T103" fmla="*/ 0 h 267"/>
              <a:gd name="T104" fmla="*/ 201 w 268"/>
              <a:gd name="T105" fmla="*/ 18 h 267"/>
              <a:gd name="T106" fmla="*/ 250 w 268"/>
              <a:gd name="T107" fmla="*/ 67 h 267"/>
              <a:gd name="T108" fmla="*/ 268 w 268"/>
              <a:gd name="T109" fmla="*/ 134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8" h="267">
                <a:moveTo>
                  <a:pt x="196" y="188"/>
                </a:moveTo>
                <a:cubicBezTo>
                  <a:pt x="196" y="185"/>
                  <a:pt x="195" y="182"/>
                  <a:pt x="191" y="179"/>
                </a:cubicBezTo>
                <a:cubicBezTo>
                  <a:pt x="169" y="166"/>
                  <a:pt x="143" y="159"/>
                  <a:pt x="113" y="159"/>
                </a:cubicBezTo>
                <a:cubicBezTo>
                  <a:pt x="98" y="159"/>
                  <a:pt x="81" y="161"/>
                  <a:pt x="64" y="165"/>
                </a:cubicBezTo>
                <a:cubicBezTo>
                  <a:pt x="59" y="166"/>
                  <a:pt x="56" y="169"/>
                  <a:pt x="56" y="174"/>
                </a:cubicBezTo>
                <a:cubicBezTo>
                  <a:pt x="56" y="177"/>
                  <a:pt x="57" y="179"/>
                  <a:pt x="59" y="180"/>
                </a:cubicBezTo>
                <a:cubicBezTo>
                  <a:pt x="60" y="182"/>
                  <a:pt x="62" y="183"/>
                  <a:pt x="65" y="183"/>
                </a:cubicBezTo>
                <a:cubicBezTo>
                  <a:pt x="65" y="183"/>
                  <a:pt x="68" y="182"/>
                  <a:pt x="71" y="181"/>
                </a:cubicBezTo>
                <a:cubicBezTo>
                  <a:pt x="87" y="178"/>
                  <a:pt x="101" y="177"/>
                  <a:pt x="113" y="177"/>
                </a:cubicBezTo>
                <a:cubicBezTo>
                  <a:pt x="140" y="177"/>
                  <a:pt x="163" y="183"/>
                  <a:pt x="183" y="195"/>
                </a:cubicBezTo>
                <a:cubicBezTo>
                  <a:pt x="185" y="196"/>
                  <a:pt x="187" y="197"/>
                  <a:pt x="188" y="197"/>
                </a:cubicBezTo>
                <a:cubicBezTo>
                  <a:pt x="190" y="197"/>
                  <a:pt x="192" y="196"/>
                  <a:pt x="194" y="194"/>
                </a:cubicBezTo>
                <a:cubicBezTo>
                  <a:pt x="196" y="193"/>
                  <a:pt x="196" y="191"/>
                  <a:pt x="196" y="188"/>
                </a:cubicBezTo>
                <a:close/>
                <a:moveTo>
                  <a:pt x="213" y="151"/>
                </a:moveTo>
                <a:cubicBezTo>
                  <a:pt x="213" y="146"/>
                  <a:pt x="211" y="143"/>
                  <a:pt x="207" y="140"/>
                </a:cubicBezTo>
                <a:cubicBezTo>
                  <a:pt x="180" y="124"/>
                  <a:pt x="148" y="116"/>
                  <a:pt x="112" y="116"/>
                </a:cubicBezTo>
                <a:cubicBezTo>
                  <a:pt x="94" y="116"/>
                  <a:pt x="76" y="118"/>
                  <a:pt x="59" y="123"/>
                </a:cubicBezTo>
                <a:cubicBezTo>
                  <a:pt x="53" y="125"/>
                  <a:pt x="51" y="128"/>
                  <a:pt x="51" y="134"/>
                </a:cubicBezTo>
                <a:cubicBezTo>
                  <a:pt x="51" y="137"/>
                  <a:pt x="52" y="140"/>
                  <a:pt x="54" y="142"/>
                </a:cubicBezTo>
                <a:cubicBezTo>
                  <a:pt x="56" y="144"/>
                  <a:pt x="58" y="145"/>
                  <a:pt x="61" y="145"/>
                </a:cubicBezTo>
                <a:cubicBezTo>
                  <a:pt x="62" y="145"/>
                  <a:pt x="64" y="144"/>
                  <a:pt x="68" y="143"/>
                </a:cubicBezTo>
                <a:cubicBezTo>
                  <a:pt x="82" y="139"/>
                  <a:pt x="96" y="137"/>
                  <a:pt x="111" y="137"/>
                </a:cubicBezTo>
                <a:cubicBezTo>
                  <a:pt x="144" y="137"/>
                  <a:pt x="172" y="145"/>
                  <a:pt x="196" y="159"/>
                </a:cubicBezTo>
                <a:cubicBezTo>
                  <a:pt x="199" y="161"/>
                  <a:pt x="201" y="161"/>
                  <a:pt x="203" y="161"/>
                </a:cubicBezTo>
                <a:cubicBezTo>
                  <a:pt x="206" y="161"/>
                  <a:pt x="208" y="160"/>
                  <a:pt x="210" y="158"/>
                </a:cubicBezTo>
                <a:cubicBezTo>
                  <a:pt x="212" y="156"/>
                  <a:pt x="213" y="154"/>
                  <a:pt x="213" y="151"/>
                </a:cubicBezTo>
                <a:close/>
                <a:moveTo>
                  <a:pt x="232" y="108"/>
                </a:moveTo>
                <a:cubicBezTo>
                  <a:pt x="232" y="102"/>
                  <a:pt x="230" y="98"/>
                  <a:pt x="225" y="96"/>
                </a:cubicBezTo>
                <a:cubicBezTo>
                  <a:pt x="210" y="87"/>
                  <a:pt x="193" y="81"/>
                  <a:pt x="174" y="76"/>
                </a:cubicBezTo>
                <a:cubicBezTo>
                  <a:pt x="155" y="72"/>
                  <a:pt x="135" y="70"/>
                  <a:pt x="114" y="70"/>
                </a:cubicBezTo>
                <a:cubicBezTo>
                  <a:pt x="91" y="70"/>
                  <a:pt x="70" y="73"/>
                  <a:pt x="51" y="78"/>
                </a:cubicBezTo>
                <a:cubicBezTo>
                  <a:pt x="48" y="79"/>
                  <a:pt x="46" y="80"/>
                  <a:pt x="44" y="82"/>
                </a:cubicBezTo>
                <a:cubicBezTo>
                  <a:pt x="43" y="85"/>
                  <a:pt x="42" y="87"/>
                  <a:pt x="42" y="91"/>
                </a:cubicBezTo>
                <a:cubicBezTo>
                  <a:pt x="42" y="94"/>
                  <a:pt x="43" y="97"/>
                  <a:pt x="45" y="100"/>
                </a:cubicBezTo>
                <a:cubicBezTo>
                  <a:pt x="48" y="102"/>
                  <a:pt x="51" y="104"/>
                  <a:pt x="54" y="104"/>
                </a:cubicBezTo>
                <a:cubicBezTo>
                  <a:pt x="55" y="104"/>
                  <a:pt x="58" y="103"/>
                  <a:pt x="61" y="102"/>
                </a:cubicBezTo>
                <a:cubicBezTo>
                  <a:pt x="77" y="98"/>
                  <a:pt x="94" y="96"/>
                  <a:pt x="115" y="96"/>
                </a:cubicBezTo>
                <a:cubicBezTo>
                  <a:pt x="133" y="96"/>
                  <a:pt x="151" y="98"/>
                  <a:pt x="168" y="102"/>
                </a:cubicBezTo>
                <a:cubicBezTo>
                  <a:pt x="186" y="106"/>
                  <a:pt x="200" y="111"/>
                  <a:pt x="212" y="118"/>
                </a:cubicBezTo>
                <a:cubicBezTo>
                  <a:pt x="215" y="120"/>
                  <a:pt x="217" y="120"/>
                  <a:pt x="219" y="120"/>
                </a:cubicBezTo>
                <a:cubicBezTo>
                  <a:pt x="223" y="120"/>
                  <a:pt x="226" y="119"/>
                  <a:pt x="228" y="117"/>
                </a:cubicBezTo>
                <a:cubicBezTo>
                  <a:pt x="231" y="114"/>
                  <a:pt x="232" y="111"/>
                  <a:pt x="232" y="108"/>
                </a:cubicBezTo>
                <a:close/>
                <a:moveTo>
                  <a:pt x="268" y="134"/>
                </a:moveTo>
                <a:cubicBezTo>
                  <a:pt x="268" y="158"/>
                  <a:pt x="262" y="180"/>
                  <a:pt x="250" y="201"/>
                </a:cubicBezTo>
                <a:cubicBezTo>
                  <a:pt x="238" y="221"/>
                  <a:pt x="221" y="237"/>
                  <a:pt x="201" y="249"/>
                </a:cubicBezTo>
                <a:cubicBezTo>
                  <a:pt x="181" y="261"/>
                  <a:pt x="158" y="267"/>
                  <a:pt x="134" y="267"/>
                </a:cubicBezTo>
                <a:cubicBezTo>
                  <a:pt x="110" y="267"/>
                  <a:pt x="87" y="261"/>
                  <a:pt x="67" y="249"/>
                </a:cubicBezTo>
                <a:cubicBezTo>
                  <a:pt x="47" y="237"/>
                  <a:pt x="30" y="221"/>
                  <a:pt x="18" y="201"/>
                </a:cubicBezTo>
                <a:cubicBezTo>
                  <a:pt x="6" y="180"/>
                  <a:pt x="0" y="158"/>
                  <a:pt x="0" y="134"/>
                </a:cubicBezTo>
                <a:cubicBezTo>
                  <a:pt x="0" y="109"/>
                  <a:pt x="6" y="87"/>
                  <a:pt x="18" y="67"/>
                </a:cubicBezTo>
                <a:cubicBezTo>
                  <a:pt x="30" y="46"/>
                  <a:pt x="47" y="30"/>
                  <a:pt x="67" y="18"/>
                </a:cubicBezTo>
                <a:cubicBezTo>
                  <a:pt x="87" y="6"/>
                  <a:pt x="110" y="0"/>
                  <a:pt x="134" y="0"/>
                </a:cubicBezTo>
                <a:cubicBezTo>
                  <a:pt x="158" y="0"/>
                  <a:pt x="181" y="6"/>
                  <a:pt x="201" y="18"/>
                </a:cubicBezTo>
                <a:cubicBezTo>
                  <a:pt x="221" y="30"/>
                  <a:pt x="238" y="46"/>
                  <a:pt x="250" y="67"/>
                </a:cubicBezTo>
                <a:cubicBezTo>
                  <a:pt x="262" y="87"/>
                  <a:pt x="268" y="109"/>
                  <a:pt x="268" y="13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5" name="Freeform 93"/>
          <p:cNvSpPr>
            <a:spLocks/>
          </p:cNvSpPr>
          <p:nvPr/>
        </p:nvSpPr>
        <p:spPr bwMode="auto">
          <a:xfrm>
            <a:off x="2036763" y="2873238"/>
            <a:ext cx="287338" cy="287338"/>
          </a:xfrm>
          <a:custGeom>
            <a:avLst/>
            <a:gdLst>
              <a:gd name="T0" fmla="*/ 267 w 267"/>
              <a:gd name="T1" fmla="*/ 50 h 267"/>
              <a:gd name="T2" fmla="*/ 267 w 267"/>
              <a:gd name="T3" fmla="*/ 217 h 267"/>
              <a:gd name="T4" fmla="*/ 252 w 267"/>
              <a:gd name="T5" fmla="*/ 252 h 267"/>
              <a:gd name="T6" fmla="*/ 217 w 267"/>
              <a:gd name="T7" fmla="*/ 267 h 267"/>
              <a:gd name="T8" fmla="*/ 50 w 267"/>
              <a:gd name="T9" fmla="*/ 267 h 267"/>
              <a:gd name="T10" fmla="*/ 14 w 267"/>
              <a:gd name="T11" fmla="*/ 252 h 267"/>
              <a:gd name="T12" fmla="*/ 0 w 267"/>
              <a:gd name="T13" fmla="*/ 217 h 267"/>
              <a:gd name="T14" fmla="*/ 0 w 267"/>
              <a:gd name="T15" fmla="*/ 50 h 267"/>
              <a:gd name="T16" fmla="*/ 14 w 267"/>
              <a:gd name="T17" fmla="*/ 15 h 267"/>
              <a:gd name="T18" fmla="*/ 50 w 267"/>
              <a:gd name="T19" fmla="*/ 0 h 267"/>
              <a:gd name="T20" fmla="*/ 217 w 267"/>
              <a:gd name="T21" fmla="*/ 0 h 267"/>
              <a:gd name="T22" fmla="*/ 252 w 267"/>
              <a:gd name="T23" fmla="*/ 15 h 267"/>
              <a:gd name="T24" fmla="*/ 267 w 267"/>
              <a:gd name="T25" fmla="*/ 5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267">
                <a:moveTo>
                  <a:pt x="267" y="50"/>
                </a:moveTo>
                <a:cubicBezTo>
                  <a:pt x="267" y="217"/>
                  <a:pt x="267" y="217"/>
                  <a:pt x="267" y="217"/>
                </a:cubicBezTo>
                <a:cubicBezTo>
                  <a:pt x="267" y="231"/>
                  <a:pt x="262" y="243"/>
                  <a:pt x="252" y="252"/>
                </a:cubicBezTo>
                <a:cubicBezTo>
                  <a:pt x="242" y="262"/>
                  <a:pt x="230" y="267"/>
                  <a:pt x="217" y="267"/>
                </a:cubicBezTo>
                <a:cubicBezTo>
                  <a:pt x="50" y="267"/>
                  <a:pt x="50" y="267"/>
                  <a:pt x="50" y="267"/>
                </a:cubicBezTo>
                <a:cubicBezTo>
                  <a:pt x="36" y="267"/>
                  <a:pt x="24" y="262"/>
                  <a:pt x="14" y="252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0" y="0"/>
                  <a:pt x="242" y="5"/>
                  <a:pt x="252" y="15"/>
                </a:cubicBezTo>
                <a:cubicBezTo>
                  <a:pt x="262" y="25"/>
                  <a:pt x="267" y="36"/>
                  <a:pt x="267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6" name="Freeform 94"/>
          <p:cNvSpPr>
            <a:spLocks noEditPoints="1"/>
          </p:cNvSpPr>
          <p:nvPr/>
        </p:nvSpPr>
        <p:spPr bwMode="auto">
          <a:xfrm>
            <a:off x="2479676" y="2884350"/>
            <a:ext cx="263525" cy="265113"/>
          </a:xfrm>
          <a:custGeom>
            <a:avLst/>
            <a:gdLst>
              <a:gd name="T0" fmla="*/ 195 w 245"/>
              <a:gd name="T1" fmla="*/ 22 h 245"/>
              <a:gd name="T2" fmla="*/ 50 w 245"/>
              <a:gd name="T3" fmla="*/ 22 h 245"/>
              <a:gd name="T4" fmla="*/ 30 w 245"/>
              <a:gd name="T5" fmla="*/ 31 h 245"/>
              <a:gd name="T6" fmla="*/ 22 w 245"/>
              <a:gd name="T7" fmla="*/ 50 h 245"/>
              <a:gd name="T8" fmla="*/ 22 w 245"/>
              <a:gd name="T9" fmla="*/ 195 h 245"/>
              <a:gd name="T10" fmla="*/ 30 w 245"/>
              <a:gd name="T11" fmla="*/ 215 h 245"/>
              <a:gd name="T12" fmla="*/ 50 w 245"/>
              <a:gd name="T13" fmla="*/ 223 h 245"/>
              <a:gd name="T14" fmla="*/ 195 w 245"/>
              <a:gd name="T15" fmla="*/ 223 h 245"/>
              <a:gd name="T16" fmla="*/ 214 w 245"/>
              <a:gd name="T17" fmla="*/ 215 h 245"/>
              <a:gd name="T18" fmla="*/ 222 w 245"/>
              <a:gd name="T19" fmla="*/ 195 h 245"/>
              <a:gd name="T20" fmla="*/ 222 w 245"/>
              <a:gd name="T21" fmla="*/ 50 h 245"/>
              <a:gd name="T22" fmla="*/ 214 w 245"/>
              <a:gd name="T23" fmla="*/ 31 h 245"/>
              <a:gd name="T24" fmla="*/ 195 w 245"/>
              <a:gd name="T25" fmla="*/ 22 h 245"/>
              <a:gd name="T26" fmla="*/ 245 w 245"/>
              <a:gd name="T27" fmla="*/ 50 h 245"/>
              <a:gd name="T28" fmla="*/ 245 w 245"/>
              <a:gd name="T29" fmla="*/ 195 h 245"/>
              <a:gd name="T30" fmla="*/ 230 w 245"/>
              <a:gd name="T31" fmla="*/ 230 h 245"/>
              <a:gd name="T32" fmla="*/ 195 w 245"/>
              <a:gd name="T33" fmla="*/ 245 h 245"/>
              <a:gd name="T34" fmla="*/ 50 w 245"/>
              <a:gd name="T35" fmla="*/ 245 h 245"/>
              <a:gd name="T36" fmla="*/ 15 w 245"/>
              <a:gd name="T37" fmla="*/ 230 h 245"/>
              <a:gd name="T38" fmla="*/ 0 w 245"/>
              <a:gd name="T39" fmla="*/ 195 h 245"/>
              <a:gd name="T40" fmla="*/ 0 w 245"/>
              <a:gd name="T41" fmla="*/ 50 h 245"/>
              <a:gd name="T42" fmla="*/ 15 w 245"/>
              <a:gd name="T43" fmla="*/ 15 h 245"/>
              <a:gd name="T44" fmla="*/ 50 w 245"/>
              <a:gd name="T45" fmla="*/ 0 h 245"/>
              <a:gd name="T46" fmla="*/ 195 w 245"/>
              <a:gd name="T47" fmla="*/ 0 h 245"/>
              <a:gd name="T48" fmla="*/ 230 w 245"/>
              <a:gd name="T49" fmla="*/ 15 h 245"/>
              <a:gd name="T50" fmla="*/ 245 w 245"/>
              <a:gd name="T51" fmla="*/ 50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5" h="245">
                <a:moveTo>
                  <a:pt x="195" y="22"/>
                </a:moveTo>
                <a:cubicBezTo>
                  <a:pt x="50" y="22"/>
                  <a:pt x="50" y="22"/>
                  <a:pt x="50" y="22"/>
                </a:cubicBezTo>
                <a:cubicBezTo>
                  <a:pt x="42" y="22"/>
                  <a:pt x="36" y="25"/>
                  <a:pt x="30" y="31"/>
                </a:cubicBezTo>
                <a:cubicBezTo>
                  <a:pt x="25" y="36"/>
                  <a:pt x="22" y="43"/>
                  <a:pt x="22" y="50"/>
                </a:cubicBezTo>
                <a:cubicBezTo>
                  <a:pt x="22" y="195"/>
                  <a:pt x="22" y="195"/>
                  <a:pt x="22" y="195"/>
                </a:cubicBezTo>
                <a:cubicBezTo>
                  <a:pt x="22" y="203"/>
                  <a:pt x="25" y="209"/>
                  <a:pt x="30" y="215"/>
                </a:cubicBezTo>
                <a:cubicBezTo>
                  <a:pt x="36" y="220"/>
                  <a:pt x="42" y="223"/>
                  <a:pt x="50" y="223"/>
                </a:cubicBezTo>
                <a:cubicBezTo>
                  <a:pt x="195" y="223"/>
                  <a:pt x="195" y="223"/>
                  <a:pt x="195" y="223"/>
                </a:cubicBezTo>
                <a:cubicBezTo>
                  <a:pt x="202" y="223"/>
                  <a:pt x="209" y="220"/>
                  <a:pt x="214" y="215"/>
                </a:cubicBezTo>
                <a:cubicBezTo>
                  <a:pt x="220" y="209"/>
                  <a:pt x="222" y="203"/>
                  <a:pt x="222" y="195"/>
                </a:cubicBezTo>
                <a:cubicBezTo>
                  <a:pt x="222" y="50"/>
                  <a:pt x="222" y="50"/>
                  <a:pt x="222" y="50"/>
                </a:cubicBezTo>
                <a:cubicBezTo>
                  <a:pt x="222" y="43"/>
                  <a:pt x="220" y="36"/>
                  <a:pt x="214" y="31"/>
                </a:cubicBezTo>
                <a:cubicBezTo>
                  <a:pt x="209" y="25"/>
                  <a:pt x="202" y="22"/>
                  <a:pt x="195" y="22"/>
                </a:cubicBezTo>
                <a:close/>
                <a:moveTo>
                  <a:pt x="245" y="50"/>
                </a:moveTo>
                <a:cubicBezTo>
                  <a:pt x="245" y="195"/>
                  <a:pt x="245" y="195"/>
                  <a:pt x="245" y="195"/>
                </a:cubicBezTo>
                <a:cubicBezTo>
                  <a:pt x="245" y="209"/>
                  <a:pt x="240" y="221"/>
                  <a:pt x="230" y="230"/>
                </a:cubicBezTo>
                <a:cubicBezTo>
                  <a:pt x="220" y="240"/>
                  <a:pt x="208" y="245"/>
                  <a:pt x="195" y="245"/>
                </a:cubicBezTo>
                <a:cubicBezTo>
                  <a:pt x="50" y="245"/>
                  <a:pt x="50" y="245"/>
                  <a:pt x="50" y="245"/>
                </a:cubicBezTo>
                <a:cubicBezTo>
                  <a:pt x="36" y="245"/>
                  <a:pt x="24" y="240"/>
                  <a:pt x="15" y="230"/>
                </a:cubicBezTo>
                <a:cubicBezTo>
                  <a:pt x="5" y="221"/>
                  <a:pt x="0" y="209"/>
                  <a:pt x="0" y="195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7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195" y="0"/>
                  <a:pt x="195" y="0"/>
                  <a:pt x="195" y="0"/>
                </a:cubicBezTo>
                <a:cubicBezTo>
                  <a:pt x="208" y="0"/>
                  <a:pt x="220" y="5"/>
                  <a:pt x="230" y="15"/>
                </a:cubicBezTo>
                <a:cubicBezTo>
                  <a:pt x="240" y="25"/>
                  <a:pt x="245" y="37"/>
                  <a:pt x="245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7" name="Freeform 95"/>
          <p:cNvSpPr>
            <a:spLocks noEditPoints="1"/>
          </p:cNvSpPr>
          <p:nvPr/>
        </p:nvSpPr>
        <p:spPr bwMode="auto">
          <a:xfrm>
            <a:off x="2925763" y="2873238"/>
            <a:ext cx="233363" cy="287338"/>
          </a:xfrm>
          <a:custGeom>
            <a:avLst/>
            <a:gdLst>
              <a:gd name="T0" fmla="*/ 215 w 215"/>
              <a:gd name="T1" fmla="*/ 173 h 267"/>
              <a:gd name="T2" fmla="*/ 215 w 215"/>
              <a:gd name="T3" fmla="*/ 185 h 267"/>
              <a:gd name="T4" fmla="*/ 205 w 215"/>
              <a:gd name="T5" fmla="*/ 210 h 267"/>
              <a:gd name="T6" fmla="*/ 181 w 215"/>
              <a:gd name="T7" fmla="*/ 220 h 267"/>
              <a:gd name="T8" fmla="*/ 171 w 215"/>
              <a:gd name="T9" fmla="*/ 220 h 267"/>
              <a:gd name="T10" fmla="*/ 126 w 215"/>
              <a:gd name="T11" fmla="*/ 267 h 267"/>
              <a:gd name="T12" fmla="*/ 126 w 215"/>
              <a:gd name="T13" fmla="*/ 220 h 267"/>
              <a:gd name="T14" fmla="*/ 34 w 215"/>
              <a:gd name="T15" fmla="*/ 220 h 267"/>
              <a:gd name="T16" fmla="*/ 10 w 215"/>
              <a:gd name="T17" fmla="*/ 210 h 267"/>
              <a:gd name="T18" fmla="*/ 0 w 215"/>
              <a:gd name="T19" fmla="*/ 185 h 267"/>
              <a:gd name="T20" fmla="*/ 0 w 215"/>
              <a:gd name="T21" fmla="*/ 173 h 267"/>
              <a:gd name="T22" fmla="*/ 215 w 215"/>
              <a:gd name="T23" fmla="*/ 173 h 267"/>
              <a:gd name="T24" fmla="*/ 215 w 215"/>
              <a:gd name="T25" fmla="*/ 117 h 267"/>
              <a:gd name="T26" fmla="*/ 215 w 215"/>
              <a:gd name="T27" fmla="*/ 161 h 267"/>
              <a:gd name="T28" fmla="*/ 0 w 215"/>
              <a:gd name="T29" fmla="*/ 161 h 267"/>
              <a:gd name="T30" fmla="*/ 0 w 215"/>
              <a:gd name="T31" fmla="*/ 117 h 267"/>
              <a:gd name="T32" fmla="*/ 215 w 215"/>
              <a:gd name="T33" fmla="*/ 117 h 267"/>
              <a:gd name="T34" fmla="*/ 215 w 215"/>
              <a:gd name="T35" fmla="*/ 60 h 267"/>
              <a:gd name="T36" fmla="*/ 215 w 215"/>
              <a:gd name="T37" fmla="*/ 104 h 267"/>
              <a:gd name="T38" fmla="*/ 0 w 215"/>
              <a:gd name="T39" fmla="*/ 104 h 267"/>
              <a:gd name="T40" fmla="*/ 0 w 215"/>
              <a:gd name="T41" fmla="*/ 60 h 267"/>
              <a:gd name="T42" fmla="*/ 215 w 215"/>
              <a:gd name="T43" fmla="*/ 60 h 267"/>
              <a:gd name="T44" fmla="*/ 215 w 215"/>
              <a:gd name="T45" fmla="*/ 35 h 267"/>
              <a:gd name="T46" fmla="*/ 215 w 215"/>
              <a:gd name="T47" fmla="*/ 47 h 267"/>
              <a:gd name="T48" fmla="*/ 0 w 215"/>
              <a:gd name="T49" fmla="*/ 47 h 267"/>
              <a:gd name="T50" fmla="*/ 0 w 215"/>
              <a:gd name="T51" fmla="*/ 35 h 267"/>
              <a:gd name="T52" fmla="*/ 10 w 215"/>
              <a:gd name="T53" fmla="*/ 10 h 267"/>
              <a:gd name="T54" fmla="*/ 34 w 215"/>
              <a:gd name="T55" fmla="*/ 0 h 267"/>
              <a:gd name="T56" fmla="*/ 181 w 215"/>
              <a:gd name="T57" fmla="*/ 0 h 267"/>
              <a:gd name="T58" fmla="*/ 205 w 215"/>
              <a:gd name="T59" fmla="*/ 10 h 267"/>
              <a:gd name="T60" fmla="*/ 215 w 215"/>
              <a:gd name="T61" fmla="*/ 35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15" h="267">
                <a:moveTo>
                  <a:pt x="215" y="173"/>
                </a:moveTo>
                <a:cubicBezTo>
                  <a:pt x="215" y="185"/>
                  <a:pt x="215" y="185"/>
                  <a:pt x="215" y="185"/>
                </a:cubicBezTo>
                <a:cubicBezTo>
                  <a:pt x="215" y="195"/>
                  <a:pt x="212" y="203"/>
                  <a:pt x="205" y="210"/>
                </a:cubicBezTo>
                <a:cubicBezTo>
                  <a:pt x="198" y="217"/>
                  <a:pt x="190" y="220"/>
                  <a:pt x="181" y="220"/>
                </a:cubicBezTo>
                <a:cubicBezTo>
                  <a:pt x="171" y="220"/>
                  <a:pt x="171" y="220"/>
                  <a:pt x="171" y="220"/>
                </a:cubicBezTo>
                <a:cubicBezTo>
                  <a:pt x="126" y="267"/>
                  <a:pt x="126" y="267"/>
                  <a:pt x="126" y="267"/>
                </a:cubicBezTo>
                <a:cubicBezTo>
                  <a:pt x="126" y="220"/>
                  <a:pt x="126" y="220"/>
                  <a:pt x="126" y="220"/>
                </a:cubicBezTo>
                <a:cubicBezTo>
                  <a:pt x="34" y="220"/>
                  <a:pt x="34" y="220"/>
                  <a:pt x="34" y="220"/>
                </a:cubicBezTo>
                <a:cubicBezTo>
                  <a:pt x="25" y="220"/>
                  <a:pt x="16" y="217"/>
                  <a:pt x="10" y="210"/>
                </a:cubicBezTo>
                <a:cubicBezTo>
                  <a:pt x="3" y="203"/>
                  <a:pt x="0" y="195"/>
                  <a:pt x="0" y="185"/>
                </a:cubicBezTo>
                <a:cubicBezTo>
                  <a:pt x="0" y="173"/>
                  <a:pt x="0" y="173"/>
                  <a:pt x="0" y="173"/>
                </a:cubicBezTo>
                <a:lnTo>
                  <a:pt x="215" y="173"/>
                </a:lnTo>
                <a:close/>
                <a:moveTo>
                  <a:pt x="215" y="117"/>
                </a:moveTo>
                <a:cubicBezTo>
                  <a:pt x="215" y="161"/>
                  <a:pt x="215" y="161"/>
                  <a:pt x="215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17"/>
                  <a:pt x="0" y="117"/>
                  <a:pt x="0" y="117"/>
                </a:cubicBezTo>
                <a:lnTo>
                  <a:pt x="215" y="117"/>
                </a:lnTo>
                <a:close/>
                <a:moveTo>
                  <a:pt x="215" y="60"/>
                </a:moveTo>
                <a:cubicBezTo>
                  <a:pt x="215" y="104"/>
                  <a:pt x="215" y="104"/>
                  <a:pt x="215" y="104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60"/>
                  <a:pt x="0" y="60"/>
                  <a:pt x="0" y="60"/>
                </a:cubicBezTo>
                <a:lnTo>
                  <a:pt x="215" y="60"/>
                </a:lnTo>
                <a:close/>
                <a:moveTo>
                  <a:pt x="215" y="35"/>
                </a:moveTo>
                <a:cubicBezTo>
                  <a:pt x="215" y="47"/>
                  <a:pt x="215" y="47"/>
                  <a:pt x="215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6"/>
                  <a:pt x="3" y="17"/>
                  <a:pt x="10" y="10"/>
                </a:cubicBezTo>
                <a:cubicBezTo>
                  <a:pt x="16" y="4"/>
                  <a:pt x="25" y="0"/>
                  <a:pt x="34" y="0"/>
                </a:cubicBezTo>
                <a:cubicBezTo>
                  <a:pt x="181" y="0"/>
                  <a:pt x="181" y="0"/>
                  <a:pt x="181" y="0"/>
                </a:cubicBezTo>
                <a:cubicBezTo>
                  <a:pt x="190" y="0"/>
                  <a:pt x="198" y="4"/>
                  <a:pt x="205" y="10"/>
                </a:cubicBezTo>
                <a:cubicBezTo>
                  <a:pt x="212" y="17"/>
                  <a:pt x="215" y="26"/>
                  <a:pt x="215" y="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8" name="Freeform 96"/>
          <p:cNvSpPr>
            <a:spLocks noEditPoints="1"/>
          </p:cNvSpPr>
          <p:nvPr/>
        </p:nvSpPr>
        <p:spPr bwMode="auto">
          <a:xfrm>
            <a:off x="3340101" y="2849425"/>
            <a:ext cx="265113" cy="334963"/>
          </a:xfrm>
          <a:custGeom>
            <a:avLst/>
            <a:gdLst>
              <a:gd name="T0" fmla="*/ 111 w 167"/>
              <a:gd name="T1" fmla="*/ 165 h 211"/>
              <a:gd name="T2" fmla="*/ 111 w 167"/>
              <a:gd name="T3" fmla="*/ 184 h 211"/>
              <a:gd name="T4" fmla="*/ 27 w 167"/>
              <a:gd name="T5" fmla="*/ 184 h 211"/>
              <a:gd name="T6" fmla="*/ 27 w 167"/>
              <a:gd name="T7" fmla="*/ 166 h 211"/>
              <a:gd name="T8" fmla="*/ 111 w 167"/>
              <a:gd name="T9" fmla="*/ 165 h 211"/>
              <a:gd name="T10" fmla="*/ 139 w 167"/>
              <a:gd name="T11" fmla="*/ 124 h 211"/>
              <a:gd name="T12" fmla="*/ 139 w 167"/>
              <a:gd name="T13" fmla="*/ 207 h 211"/>
              <a:gd name="T14" fmla="*/ 139 w 167"/>
              <a:gd name="T15" fmla="*/ 211 h 211"/>
              <a:gd name="T16" fmla="*/ 139 w 167"/>
              <a:gd name="T17" fmla="*/ 211 h 211"/>
              <a:gd name="T18" fmla="*/ 5 w 167"/>
              <a:gd name="T19" fmla="*/ 211 h 211"/>
              <a:gd name="T20" fmla="*/ 1 w 167"/>
              <a:gd name="T21" fmla="*/ 211 h 211"/>
              <a:gd name="T22" fmla="*/ 0 w 167"/>
              <a:gd name="T23" fmla="*/ 211 h 211"/>
              <a:gd name="T24" fmla="*/ 0 w 167"/>
              <a:gd name="T25" fmla="*/ 124 h 211"/>
              <a:gd name="T26" fmla="*/ 15 w 167"/>
              <a:gd name="T27" fmla="*/ 124 h 211"/>
              <a:gd name="T28" fmla="*/ 15 w 167"/>
              <a:gd name="T29" fmla="*/ 198 h 211"/>
              <a:gd name="T30" fmla="*/ 125 w 167"/>
              <a:gd name="T31" fmla="*/ 198 h 211"/>
              <a:gd name="T32" fmla="*/ 125 w 167"/>
              <a:gd name="T33" fmla="*/ 124 h 211"/>
              <a:gd name="T34" fmla="*/ 139 w 167"/>
              <a:gd name="T35" fmla="*/ 124 h 211"/>
              <a:gd name="T36" fmla="*/ 29 w 167"/>
              <a:gd name="T37" fmla="*/ 135 h 211"/>
              <a:gd name="T38" fmla="*/ 113 w 167"/>
              <a:gd name="T39" fmla="*/ 143 h 211"/>
              <a:gd name="T40" fmla="*/ 111 w 167"/>
              <a:gd name="T41" fmla="*/ 160 h 211"/>
              <a:gd name="T42" fmla="*/ 28 w 167"/>
              <a:gd name="T43" fmla="*/ 153 h 211"/>
              <a:gd name="T44" fmla="*/ 29 w 167"/>
              <a:gd name="T45" fmla="*/ 135 h 211"/>
              <a:gd name="T46" fmla="*/ 37 w 167"/>
              <a:gd name="T47" fmla="*/ 98 h 211"/>
              <a:gd name="T48" fmla="*/ 118 w 167"/>
              <a:gd name="T49" fmla="*/ 119 h 211"/>
              <a:gd name="T50" fmla="*/ 113 w 167"/>
              <a:gd name="T51" fmla="*/ 137 h 211"/>
              <a:gd name="T52" fmla="*/ 32 w 167"/>
              <a:gd name="T53" fmla="*/ 115 h 211"/>
              <a:gd name="T54" fmla="*/ 37 w 167"/>
              <a:gd name="T55" fmla="*/ 98 h 211"/>
              <a:gd name="T56" fmla="*/ 56 w 167"/>
              <a:gd name="T57" fmla="*/ 56 h 211"/>
              <a:gd name="T58" fmla="*/ 128 w 167"/>
              <a:gd name="T59" fmla="*/ 99 h 211"/>
              <a:gd name="T60" fmla="*/ 120 w 167"/>
              <a:gd name="T61" fmla="*/ 114 h 211"/>
              <a:gd name="T62" fmla="*/ 47 w 167"/>
              <a:gd name="T63" fmla="*/ 72 h 211"/>
              <a:gd name="T64" fmla="*/ 56 w 167"/>
              <a:gd name="T65" fmla="*/ 56 h 211"/>
              <a:gd name="T66" fmla="*/ 99 w 167"/>
              <a:gd name="T67" fmla="*/ 17 h 211"/>
              <a:gd name="T68" fmla="*/ 146 w 167"/>
              <a:gd name="T69" fmla="*/ 86 h 211"/>
              <a:gd name="T70" fmla="*/ 132 w 167"/>
              <a:gd name="T71" fmla="*/ 96 h 211"/>
              <a:gd name="T72" fmla="*/ 84 w 167"/>
              <a:gd name="T73" fmla="*/ 27 h 211"/>
              <a:gd name="T74" fmla="*/ 99 w 167"/>
              <a:gd name="T75" fmla="*/ 17 h 211"/>
              <a:gd name="T76" fmla="*/ 153 w 167"/>
              <a:gd name="T77" fmla="*/ 0 h 211"/>
              <a:gd name="T78" fmla="*/ 167 w 167"/>
              <a:gd name="T79" fmla="*/ 82 h 211"/>
              <a:gd name="T80" fmla="*/ 149 w 167"/>
              <a:gd name="T81" fmla="*/ 86 h 211"/>
              <a:gd name="T82" fmla="*/ 135 w 167"/>
              <a:gd name="T83" fmla="*/ 2 h 211"/>
              <a:gd name="T84" fmla="*/ 153 w 167"/>
              <a:gd name="T85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7" h="211">
                <a:moveTo>
                  <a:pt x="111" y="165"/>
                </a:moveTo>
                <a:lnTo>
                  <a:pt x="111" y="184"/>
                </a:lnTo>
                <a:lnTo>
                  <a:pt x="27" y="184"/>
                </a:lnTo>
                <a:lnTo>
                  <a:pt x="27" y="166"/>
                </a:lnTo>
                <a:lnTo>
                  <a:pt x="111" y="165"/>
                </a:lnTo>
                <a:close/>
                <a:moveTo>
                  <a:pt x="139" y="124"/>
                </a:moveTo>
                <a:lnTo>
                  <a:pt x="139" y="207"/>
                </a:lnTo>
                <a:lnTo>
                  <a:pt x="139" y="211"/>
                </a:lnTo>
                <a:lnTo>
                  <a:pt x="139" y="211"/>
                </a:lnTo>
                <a:lnTo>
                  <a:pt x="5" y="211"/>
                </a:lnTo>
                <a:lnTo>
                  <a:pt x="1" y="211"/>
                </a:lnTo>
                <a:lnTo>
                  <a:pt x="0" y="211"/>
                </a:lnTo>
                <a:lnTo>
                  <a:pt x="0" y="124"/>
                </a:lnTo>
                <a:lnTo>
                  <a:pt x="15" y="124"/>
                </a:lnTo>
                <a:lnTo>
                  <a:pt x="15" y="198"/>
                </a:lnTo>
                <a:lnTo>
                  <a:pt x="125" y="198"/>
                </a:lnTo>
                <a:lnTo>
                  <a:pt x="125" y="124"/>
                </a:lnTo>
                <a:lnTo>
                  <a:pt x="139" y="124"/>
                </a:lnTo>
                <a:close/>
                <a:moveTo>
                  <a:pt x="29" y="135"/>
                </a:moveTo>
                <a:lnTo>
                  <a:pt x="113" y="143"/>
                </a:lnTo>
                <a:lnTo>
                  <a:pt x="111" y="160"/>
                </a:lnTo>
                <a:lnTo>
                  <a:pt x="28" y="153"/>
                </a:lnTo>
                <a:lnTo>
                  <a:pt x="29" y="135"/>
                </a:lnTo>
                <a:close/>
                <a:moveTo>
                  <a:pt x="37" y="98"/>
                </a:moveTo>
                <a:lnTo>
                  <a:pt x="118" y="119"/>
                </a:lnTo>
                <a:lnTo>
                  <a:pt x="113" y="137"/>
                </a:lnTo>
                <a:lnTo>
                  <a:pt x="32" y="115"/>
                </a:lnTo>
                <a:lnTo>
                  <a:pt x="37" y="98"/>
                </a:lnTo>
                <a:close/>
                <a:moveTo>
                  <a:pt x="56" y="56"/>
                </a:moveTo>
                <a:lnTo>
                  <a:pt x="128" y="99"/>
                </a:lnTo>
                <a:lnTo>
                  <a:pt x="120" y="114"/>
                </a:lnTo>
                <a:lnTo>
                  <a:pt x="47" y="72"/>
                </a:lnTo>
                <a:lnTo>
                  <a:pt x="56" y="56"/>
                </a:lnTo>
                <a:close/>
                <a:moveTo>
                  <a:pt x="99" y="17"/>
                </a:moveTo>
                <a:lnTo>
                  <a:pt x="146" y="86"/>
                </a:lnTo>
                <a:lnTo>
                  <a:pt x="132" y="96"/>
                </a:lnTo>
                <a:lnTo>
                  <a:pt x="84" y="27"/>
                </a:lnTo>
                <a:lnTo>
                  <a:pt x="99" y="17"/>
                </a:lnTo>
                <a:close/>
                <a:moveTo>
                  <a:pt x="153" y="0"/>
                </a:moveTo>
                <a:lnTo>
                  <a:pt x="167" y="82"/>
                </a:lnTo>
                <a:lnTo>
                  <a:pt x="149" y="86"/>
                </a:lnTo>
                <a:lnTo>
                  <a:pt x="135" y="2"/>
                </a:lnTo>
                <a:lnTo>
                  <a:pt x="15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9" name="Freeform 97"/>
          <p:cNvSpPr>
            <a:spLocks/>
          </p:cNvSpPr>
          <p:nvPr/>
        </p:nvSpPr>
        <p:spPr bwMode="auto">
          <a:xfrm>
            <a:off x="2886076" y="3300275"/>
            <a:ext cx="312738" cy="296863"/>
          </a:xfrm>
          <a:custGeom>
            <a:avLst/>
            <a:gdLst>
              <a:gd name="T0" fmla="*/ 289 w 289"/>
              <a:gd name="T1" fmla="*/ 107 h 276"/>
              <a:gd name="T2" fmla="*/ 285 w 289"/>
              <a:gd name="T3" fmla="*/ 115 h 276"/>
              <a:gd name="T4" fmla="*/ 221 w 289"/>
              <a:gd name="T5" fmla="*/ 177 h 276"/>
              <a:gd name="T6" fmla="*/ 236 w 289"/>
              <a:gd name="T7" fmla="*/ 264 h 276"/>
              <a:gd name="T8" fmla="*/ 237 w 289"/>
              <a:gd name="T9" fmla="*/ 267 h 276"/>
              <a:gd name="T10" fmla="*/ 235 w 289"/>
              <a:gd name="T11" fmla="*/ 273 h 276"/>
              <a:gd name="T12" fmla="*/ 229 w 289"/>
              <a:gd name="T13" fmla="*/ 276 h 276"/>
              <a:gd name="T14" fmla="*/ 223 w 289"/>
              <a:gd name="T15" fmla="*/ 274 h 276"/>
              <a:gd name="T16" fmla="*/ 144 w 289"/>
              <a:gd name="T17" fmla="*/ 233 h 276"/>
              <a:gd name="T18" fmla="*/ 66 w 289"/>
              <a:gd name="T19" fmla="*/ 274 h 276"/>
              <a:gd name="T20" fmla="*/ 59 w 289"/>
              <a:gd name="T21" fmla="*/ 276 h 276"/>
              <a:gd name="T22" fmla="*/ 54 w 289"/>
              <a:gd name="T23" fmla="*/ 273 h 276"/>
              <a:gd name="T24" fmla="*/ 52 w 289"/>
              <a:gd name="T25" fmla="*/ 267 h 276"/>
              <a:gd name="T26" fmla="*/ 52 w 289"/>
              <a:gd name="T27" fmla="*/ 264 h 276"/>
              <a:gd name="T28" fmla="*/ 67 w 289"/>
              <a:gd name="T29" fmla="*/ 177 h 276"/>
              <a:gd name="T30" fmla="*/ 4 w 289"/>
              <a:gd name="T31" fmla="*/ 115 h 276"/>
              <a:gd name="T32" fmla="*/ 0 w 289"/>
              <a:gd name="T33" fmla="*/ 107 h 276"/>
              <a:gd name="T34" fmla="*/ 10 w 289"/>
              <a:gd name="T35" fmla="*/ 99 h 276"/>
              <a:gd name="T36" fmla="*/ 97 w 289"/>
              <a:gd name="T37" fmla="*/ 86 h 276"/>
              <a:gd name="T38" fmla="*/ 136 w 289"/>
              <a:gd name="T39" fmla="*/ 7 h 276"/>
              <a:gd name="T40" fmla="*/ 144 w 289"/>
              <a:gd name="T41" fmla="*/ 0 h 276"/>
              <a:gd name="T42" fmla="*/ 153 w 289"/>
              <a:gd name="T43" fmla="*/ 7 h 276"/>
              <a:gd name="T44" fmla="*/ 192 w 289"/>
              <a:gd name="T45" fmla="*/ 86 h 276"/>
              <a:gd name="T46" fmla="*/ 279 w 289"/>
              <a:gd name="T47" fmla="*/ 99 h 276"/>
              <a:gd name="T48" fmla="*/ 289 w 289"/>
              <a:gd name="T49" fmla="*/ 107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9" h="276">
                <a:moveTo>
                  <a:pt x="289" y="107"/>
                </a:moveTo>
                <a:cubicBezTo>
                  <a:pt x="289" y="109"/>
                  <a:pt x="288" y="112"/>
                  <a:pt x="285" y="115"/>
                </a:cubicBezTo>
                <a:cubicBezTo>
                  <a:pt x="221" y="177"/>
                  <a:pt x="221" y="177"/>
                  <a:pt x="221" y="177"/>
                </a:cubicBezTo>
                <a:cubicBezTo>
                  <a:pt x="236" y="264"/>
                  <a:pt x="236" y="264"/>
                  <a:pt x="236" y="264"/>
                </a:cubicBezTo>
                <a:cubicBezTo>
                  <a:pt x="237" y="264"/>
                  <a:pt x="237" y="266"/>
                  <a:pt x="237" y="267"/>
                </a:cubicBezTo>
                <a:cubicBezTo>
                  <a:pt x="237" y="270"/>
                  <a:pt x="236" y="272"/>
                  <a:pt x="235" y="273"/>
                </a:cubicBezTo>
                <a:cubicBezTo>
                  <a:pt x="234" y="275"/>
                  <a:pt x="232" y="276"/>
                  <a:pt x="229" y="276"/>
                </a:cubicBezTo>
                <a:cubicBezTo>
                  <a:pt x="227" y="276"/>
                  <a:pt x="225" y="275"/>
                  <a:pt x="223" y="274"/>
                </a:cubicBezTo>
                <a:cubicBezTo>
                  <a:pt x="144" y="233"/>
                  <a:pt x="144" y="233"/>
                  <a:pt x="144" y="233"/>
                </a:cubicBezTo>
                <a:cubicBezTo>
                  <a:pt x="66" y="274"/>
                  <a:pt x="66" y="274"/>
                  <a:pt x="66" y="274"/>
                </a:cubicBezTo>
                <a:cubicBezTo>
                  <a:pt x="64" y="275"/>
                  <a:pt x="62" y="276"/>
                  <a:pt x="59" y="276"/>
                </a:cubicBezTo>
                <a:cubicBezTo>
                  <a:pt x="57" y="276"/>
                  <a:pt x="55" y="275"/>
                  <a:pt x="54" y="273"/>
                </a:cubicBezTo>
                <a:cubicBezTo>
                  <a:pt x="53" y="272"/>
                  <a:pt x="52" y="270"/>
                  <a:pt x="52" y="267"/>
                </a:cubicBezTo>
                <a:cubicBezTo>
                  <a:pt x="52" y="266"/>
                  <a:pt x="52" y="265"/>
                  <a:pt x="52" y="264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4" y="115"/>
                  <a:pt x="4" y="115"/>
                  <a:pt x="4" y="115"/>
                </a:cubicBezTo>
                <a:cubicBezTo>
                  <a:pt x="1" y="112"/>
                  <a:pt x="0" y="109"/>
                  <a:pt x="0" y="107"/>
                </a:cubicBezTo>
                <a:cubicBezTo>
                  <a:pt x="0" y="102"/>
                  <a:pt x="3" y="100"/>
                  <a:pt x="10" y="99"/>
                </a:cubicBezTo>
                <a:cubicBezTo>
                  <a:pt x="97" y="86"/>
                  <a:pt x="97" y="86"/>
                  <a:pt x="97" y="86"/>
                </a:cubicBezTo>
                <a:cubicBezTo>
                  <a:pt x="136" y="7"/>
                  <a:pt x="136" y="7"/>
                  <a:pt x="136" y="7"/>
                </a:cubicBezTo>
                <a:cubicBezTo>
                  <a:pt x="138" y="2"/>
                  <a:pt x="141" y="0"/>
                  <a:pt x="144" y="0"/>
                </a:cubicBezTo>
                <a:cubicBezTo>
                  <a:pt x="148" y="0"/>
                  <a:pt x="151" y="2"/>
                  <a:pt x="153" y="7"/>
                </a:cubicBezTo>
                <a:cubicBezTo>
                  <a:pt x="192" y="86"/>
                  <a:pt x="192" y="86"/>
                  <a:pt x="192" y="86"/>
                </a:cubicBezTo>
                <a:cubicBezTo>
                  <a:pt x="279" y="99"/>
                  <a:pt x="279" y="99"/>
                  <a:pt x="279" y="99"/>
                </a:cubicBezTo>
                <a:cubicBezTo>
                  <a:pt x="286" y="100"/>
                  <a:pt x="289" y="102"/>
                  <a:pt x="289" y="10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0" name="Freeform 98"/>
          <p:cNvSpPr>
            <a:spLocks/>
          </p:cNvSpPr>
          <p:nvPr/>
        </p:nvSpPr>
        <p:spPr bwMode="auto">
          <a:xfrm>
            <a:off x="3824288" y="3300275"/>
            <a:ext cx="157163" cy="296863"/>
          </a:xfrm>
          <a:custGeom>
            <a:avLst/>
            <a:gdLst>
              <a:gd name="T0" fmla="*/ 145 w 145"/>
              <a:gd name="T1" fmla="*/ 0 h 276"/>
              <a:gd name="T2" fmla="*/ 145 w 145"/>
              <a:gd name="T3" fmla="*/ 233 h 276"/>
              <a:gd name="T4" fmla="*/ 66 w 145"/>
              <a:gd name="T5" fmla="*/ 274 h 276"/>
              <a:gd name="T6" fmla="*/ 59 w 145"/>
              <a:gd name="T7" fmla="*/ 276 h 276"/>
              <a:gd name="T8" fmla="*/ 54 w 145"/>
              <a:gd name="T9" fmla="*/ 273 h 276"/>
              <a:gd name="T10" fmla="*/ 52 w 145"/>
              <a:gd name="T11" fmla="*/ 267 h 276"/>
              <a:gd name="T12" fmla="*/ 53 w 145"/>
              <a:gd name="T13" fmla="*/ 264 h 276"/>
              <a:gd name="T14" fmla="*/ 67 w 145"/>
              <a:gd name="T15" fmla="*/ 177 h 276"/>
              <a:gd name="T16" fmla="*/ 4 w 145"/>
              <a:gd name="T17" fmla="*/ 115 h 276"/>
              <a:gd name="T18" fmla="*/ 0 w 145"/>
              <a:gd name="T19" fmla="*/ 107 h 276"/>
              <a:gd name="T20" fmla="*/ 10 w 145"/>
              <a:gd name="T21" fmla="*/ 99 h 276"/>
              <a:gd name="T22" fmla="*/ 97 w 145"/>
              <a:gd name="T23" fmla="*/ 86 h 276"/>
              <a:gd name="T24" fmla="*/ 136 w 145"/>
              <a:gd name="T25" fmla="*/ 7 h 276"/>
              <a:gd name="T26" fmla="*/ 145 w 145"/>
              <a:gd name="T27" fmla="*/ 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5" h="276">
                <a:moveTo>
                  <a:pt x="145" y="0"/>
                </a:moveTo>
                <a:cubicBezTo>
                  <a:pt x="145" y="233"/>
                  <a:pt x="145" y="233"/>
                  <a:pt x="145" y="233"/>
                </a:cubicBezTo>
                <a:cubicBezTo>
                  <a:pt x="66" y="274"/>
                  <a:pt x="66" y="274"/>
                  <a:pt x="66" y="274"/>
                </a:cubicBezTo>
                <a:cubicBezTo>
                  <a:pt x="64" y="275"/>
                  <a:pt x="62" y="276"/>
                  <a:pt x="59" y="276"/>
                </a:cubicBezTo>
                <a:cubicBezTo>
                  <a:pt x="57" y="276"/>
                  <a:pt x="55" y="275"/>
                  <a:pt x="54" y="273"/>
                </a:cubicBezTo>
                <a:cubicBezTo>
                  <a:pt x="53" y="272"/>
                  <a:pt x="52" y="270"/>
                  <a:pt x="52" y="267"/>
                </a:cubicBezTo>
                <a:cubicBezTo>
                  <a:pt x="52" y="266"/>
                  <a:pt x="52" y="265"/>
                  <a:pt x="53" y="264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4" y="115"/>
                  <a:pt x="4" y="115"/>
                  <a:pt x="4" y="115"/>
                </a:cubicBezTo>
                <a:cubicBezTo>
                  <a:pt x="1" y="112"/>
                  <a:pt x="0" y="109"/>
                  <a:pt x="0" y="107"/>
                </a:cubicBezTo>
                <a:cubicBezTo>
                  <a:pt x="0" y="102"/>
                  <a:pt x="3" y="100"/>
                  <a:pt x="10" y="99"/>
                </a:cubicBezTo>
                <a:cubicBezTo>
                  <a:pt x="97" y="86"/>
                  <a:pt x="97" y="86"/>
                  <a:pt x="97" y="86"/>
                </a:cubicBezTo>
                <a:cubicBezTo>
                  <a:pt x="136" y="7"/>
                  <a:pt x="136" y="7"/>
                  <a:pt x="136" y="7"/>
                </a:cubicBezTo>
                <a:cubicBezTo>
                  <a:pt x="138" y="2"/>
                  <a:pt x="141" y="0"/>
                  <a:pt x="145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1" name="Freeform 99"/>
          <p:cNvSpPr>
            <a:spLocks noEditPoints="1"/>
          </p:cNvSpPr>
          <p:nvPr/>
        </p:nvSpPr>
        <p:spPr bwMode="auto">
          <a:xfrm>
            <a:off x="3316288" y="3300275"/>
            <a:ext cx="314325" cy="296863"/>
          </a:xfrm>
          <a:custGeom>
            <a:avLst/>
            <a:gdLst>
              <a:gd name="T0" fmla="*/ 207 w 291"/>
              <a:gd name="T1" fmla="*/ 161 h 276"/>
              <a:gd name="T2" fmla="*/ 252 w 291"/>
              <a:gd name="T3" fmla="*/ 117 h 276"/>
              <a:gd name="T4" fmla="*/ 190 w 291"/>
              <a:gd name="T5" fmla="*/ 108 h 276"/>
              <a:gd name="T6" fmla="*/ 178 w 291"/>
              <a:gd name="T7" fmla="*/ 106 h 276"/>
              <a:gd name="T8" fmla="*/ 173 w 291"/>
              <a:gd name="T9" fmla="*/ 96 h 276"/>
              <a:gd name="T10" fmla="*/ 146 w 291"/>
              <a:gd name="T11" fmla="*/ 40 h 276"/>
              <a:gd name="T12" fmla="*/ 146 w 291"/>
              <a:gd name="T13" fmla="*/ 207 h 276"/>
              <a:gd name="T14" fmla="*/ 156 w 291"/>
              <a:gd name="T15" fmla="*/ 213 h 276"/>
              <a:gd name="T16" fmla="*/ 211 w 291"/>
              <a:gd name="T17" fmla="*/ 242 h 276"/>
              <a:gd name="T18" fmla="*/ 201 w 291"/>
              <a:gd name="T19" fmla="*/ 180 h 276"/>
              <a:gd name="T20" fmla="*/ 199 w 291"/>
              <a:gd name="T21" fmla="*/ 169 h 276"/>
              <a:gd name="T22" fmla="*/ 207 w 291"/>
              <a:gd name="T23" fmla="*/ 161 h 276"/>
              <a:gd name="T24" fmla="*/ 286 w 291"/>
              <a:gd name="T25" fmla="*/ 115 h 276"/>
              <a:gd name="T26" fmla="*/ 223 w 291"/>
              <a:gd name="T27" fmla="*/ 177 h 276"/>
              <a:gd name="T28" fmla="*/ 238 w 291"/>
              <a:gd name="T29" fmla="*/ 264 h 276"/>
              <a:gd name="T30" fmla="*/ 237 w 291"/>
              <a:gd name="T31" fmla="*/ 273 h 276"/>
              <a:gd name="T32" fmla="*/ 231 w 291"/>
              <a:gd name="T33" fmla="*/ 276 h 276"/>
              <a:gd name="T34" fmla="*/ 224 w 291"/>
              <a:gd name="T35" fmla="*/ 274 h 276"/>
              <a:gd name="T36" fmla="*/ 146 w 291"/>
              <a:gd name="T37" fmla="*/ 233 h 276"/>
              <a:gd name="T38" fmla="*/ 68 w 291"/>
              <a:gd name="T39" fmla="*/ 274 h 276"/>
              <a:gd name="T40" fmla="*/ 61 w 291"/>
              <a:gd name="T41" fmla="*/ 276 h 276"/>
              <a:gd name="T42" fmla="*/ 55 w 291"/>
              <a:gd name="T43" fmla="*/ 273 h 276"/>
              <a:gd name="T44" fmla="*/ 54 w 291"/>
              <a:gd name="T45" fmla="*/ 264 h 276"/>
              <a:gd name="T46" fmla="*/ 69 w 291"/>
              <a:gd name="T47" fmla="*/ 177 h 276"/>
              <a:gd name="T48" fmla="*/ 5 w 291"/>
              <a:gd name="T49" fmla="*/ 115 h 276"/>
              <a:gd name="T50" fmla="*/ 1 w 291"/>
              <a:gd name="T51" fmla="*/ 105 h 276"/>
              <a:gd name="T52" fmla="*/ 11 w 291"/>
              <a:gd name="T53" fmla="*/ 99 h 276"/>
              <a:gd name="T54" fmla="*/ 98 w 291"/>
              <a:gd name="T55" fmla="*/ 86 h 276"/>
              <a:gd name="T56" fmla="*/ 137 w 291"/>
              <a:gd name="T57" fmla="*/ 7 h 276"/>
              <a:gd name="T58" fmla="*/ 146 w 291"/>
              <a:gd name="T59" fmla="*/ 0 h 276"/>
              <a:gd name="T60" fmla="*/ 154 w 291"/>
              <a:gd name="T61" fmla="*/ 7 h 276"/>
              <a:gd name="T62" fmla="*/ 193 w 291"/>
              <a:gd name="T63" fmla="*/ 86 h 276"/>
              <a:gd name="T64" fmla="*/ 281 w 291"/>
              <a:gd name="T65" fmla="*/ 99 h 276"/>
              <a:gd name="T66" fmla="*/ 290 w 291"/>
              <a:gd name="T67" fmla="*/ 105 h 276"/>
              <a:gd name="T68" fmla="*/ 286 w 291"/>
              <a:gd name="T69" fmla="*/ 115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91" h="276">
                <a:moveTo>
                  <a:pt x="207" y="161"/>
                </a:moveTo>
                <a:cubicBezTo>
                  <a:pt x="252" y="117"/>
                  <a:pt x="252" y="117"/>
                  <a:pt x="252" y="117"/>
                </a:cubicBezTo>
                <a:cubicBezTo>
                  <a:pt x="190" y="108"/>
                  <a:pt x="190" y="108"/>
                  <a:pt x="190" y="108"/>
                </a:cubicBezTo>
                <a:cubicBezTo>
                  <a:pt x="178" y="106"/>
                  <a:pt x="178" y="106"/>
                  <a:pt x="178" y="106"/>
                </a:cubicBezTo>
                <a:cubicBezTo>
                  <a:pt x="173" y="96"/>
                  <a:pt x="173" y="96"/>
                  <a:pt x="173" y="96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6" y="207"/>
                  <a:pt x="146" y="207"/>
                  <a:pt x="146" y="207"/>
                </a:cubicBezTo>
                <a:cubicBezTo>
                  <a:pt x="156" y="213"/>
                  <a:pt x="156" y="213"/>
                  <a:pt x="156" y="213"/>
                </a:cubicBezTo>
                <a:cubicBezTo>
                  <a:pt x="211" y="242"/>
                  <a:pt x="211" y="242"/>
                  <a:pt x="211" y="242"/>
                </a:cubicBezTo>
                <a:cubicBezTo>
                  <a:pt x="201" y="180"/>
                  <a:pt x="201" y="180"/>
                  <a:pt x="201" y="180"/>
                </a:cubicBezTo>
                <a:cubicBezTo>
                  <a:pt x="199" y="169"/>
                  <a:pt x="199" y="169"/>
                  <a:pt x="199" y="169"/>
                </a:cubicBezTo>
                <a:lnTo>
                  <a:pt x="207" y="161"/>
                </a:lnTo>
                <a:close/>
                <a:moveTo>
                  <a:pt x="286" y="115"/>
                </a:moveTo>
                <a:cubicBezTo>
                  <a:pt x="223" y="177"/>
                  <a:pt x="223" y="177"/>
                  <a:pt x="223" y="177"/>
                </a:cubicBezTo>
                <a:cubicBezTo>
                  <a:pt x="238" y="264"/>
                  <a:pt x="238" y="264"/>
                  <a:pt x="238" y="264"/>
                </a:cubicBezTo>
                <a:cubicBezTo>
                  <a:pt x="238" y="267"/>
                  <a:pt x="238" y="270"/>
                  <a:pt x="237" y="273"/>
                </a:cubicBezTo>
                <a:cubicBezTo>
                  <a:pt x="235" y="275"/>
                  <a:pt x="233" y="276"/>
                  <a:pt x="231" y="276"/>
                </a:cubicBezTo>
                <a:cubicBezTo>
                  <a:pt x="229" y="276"/>
                  <a:pt x="226" y="275"/>
                  <a:pt x="224" y="274"/>
                </a:cubicBezTo>
                <a:cubicBezTo>
                  <a:pt x="146" y="233"/>
                  <a:pt x="146" y="233"/>
                  <a:pt x="146" y="233"/>
                </a:cubicBezTo>
                <a:cubicBezTo>
                  <a:pt x="68" y="274"/>
                  <a:pt x="68" y="274"/>
                  <a:pt x="68" y="274"/>
                </a:cubicBezTo>
                <a:cubicBezTo>
                  <a:pt x="65" y="275"/>
                  <a:pt x="63" y="276"/>
                  <a:pt x="61" y="276"/>
                </a:cubicBezTo>
                <a:cubicBezTo>
                  <a:pt x="58" y="276"/>
                  <a:pt x="56" y="275"/>
                  <a:pt x="55" y="273"/>
                </a:cubicBezTo>
                <a:cubicBezTo>
                  <a:pt x="53" y="270"/>
                  <a:pt x="53" y="267"/>
                  <a:pt x="54" y="264"/>
                </a:cubicBezTo>
                <a:cubicBezTo>
                  <a:pt x="69" y="177"/>
                  <a:pt x="69" y="177"/>
                  <a:pt x="69" y="177"/>
                </a:cubicBezTo>
                <a:cubicBezTo>
                  <a:pt x="5" y="115"/>
                  <a:pt x="5" y="115"/>
                  <a:pt x="5" y="115"/>
                </a:cubicBezTo>
                <a:cubicBezTo>
                  <a:pt x="2" y="111"/>
                  <a:pt x="0" y="108"/>
                  <a:pt x="1" y="105"/>
                </a:cubicBezTo>
                <a:cubicBezTo>
                  <a:pt x="2" y="102"/>
                  <a:pt x="5" y="100"/>
                  <a:pt x="11" y="99"/>
                </a:cubicBezTo>
                <a:cubicBezTo>
                  <a:pt x="98" y="86"/>
                  <a:pt x="98" y="86"/>
                  <a:pt x="98" y="86"/>
                </a:cubicBezTo>
                <a:cubicBezTo>
                  <a:pt x="137" y="7"/>
                  <a:pt x="137" y="7"/>
                  <a:pt x="137" y="7"/>
                </a:cubicBezTo>
                <a:cubicBezTo>
                  <a:pt x="139" y="2"/>
                  <a:pt x="142" y="0"/>
                  <a:pt x="146" y="0"/>
                </a:cubicBezTo>
                <a:cubicBezTo>
                  <a:pt x="149" y="0"/>
                  <a:pt x="152" y="2"/>
                  <a:pt x="154" y="7"/>
                </a:cubicBezTo>
                <a:cubicBezTo>
                  <a:pt x="193" y="86"/>
                  <a:pt x="193" y="86"/>
                  <a:pt x="193" y="86"/>
                </a:cubicBezTo>
                <a:cubicBezTo>
                  <a:pt x="281" y="99"/>
                  <a:pt x="281" y="99"/>
                  <a:pt x="281" y="99"/>
                </a:cubicBezTo>
                <a:cubicBezTo>
                  <a:pt x="286" y="100"/>
                  <a:pt x="289" y="102"/>
                  <a:pt x="290" y="105"/>
                </a:cubicBezTo>
                <a:cubicBezTo>
                  <a:pt x="291" y="108"/>
                  <a:pt x="290" y="111"/>
                  <a:pt x="286" y="11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2" name="Freeform 100"/>
          <p:cNvSpPr>
            <a:spLocks noEditPoints="1"/>
          </p:cNvSpPr>
          <p:nvPr/>
        </p:nvSpPr>
        <p:spPr bwMode="auto">
          <a:xfrm>
            <a:off x="2455863" y="3300275"/>
            <a:ext cx="311150" cy="296863"/>
          </a:xfrm>
          <a:custGeom>
            <a:avLst/>
            <a:gdLst>
              <a:gd name="T0" fmla="*/ 197 w 289"/>
              <a:gd name="T1" fmla="*/ 169 h 276"/>
              <a:gd name="T2" fmla="*/ 251 w 289"/>
              <a:gd name="T3" fmla="*/ 117 h 276"/>
              <a:gd name="T4" fmla="*/ 177 w 289"/>
              <a:gd name="T5" fmla="*/ 106 h 276"/>
              <a:gd name="T6" fmla="*/ 144 w 289"/>
              <a:gd name="T7" fmla="*/ 40 h 276"/>
              <a:gd name="T8" fmla="*/ 111 w 289"/>
              <a:gd name="T9" fmla="*/ 106 h 276"/>
              <a:gd name="T10" fmla="*/ 38 w 289"/>
              <a:gd name="T11" fmla="*/ 117 h 276"/>
              <a:gd name="T12" fmla="*/ 91 w 289"/>
              <a:gd name="T13" fmla="*/ 169 h 276"/>
              <a:gd name="T14" fmla="*/ 79 w 289"/>
              <a:gd name="T15" fmla="*/ 242 h 276"/>
              <a:gd name="T16" fmla="*/ 144 w 289"/>
              <a:gd name="T17" fmla="*/ 207 h 276"/>
              <a:gd name="T18" fmla="*/ 210 w 289"/>
              <a:gd name="T19" fmla="*/ 242 h 276"/>
              <a:gd name="T20" fmla="*/ 197 w 289"/>
              <a:gd name="T21" fmla="*/ 169 h 276"/>
              <a:gd name="T22" fmla="*/ 289 w 289"/>
              <a:gd name="T23" fmla="*/ 107 h 276"/>
              <a:gd name="T24" fmla="*/ 284 w 289"/>
              <a:gd name="T25" fmla="*/ 115 h 276"/>
              <a:gd name="T26" fmla="*/ 221 w 289"/>
              <a:gd name="T27" fmla="*/ 177 h 276"/>
              <a:gd name="T28" fmla="*/ 236 w 289"/>
              <a:gd name="T29" fmla="*/ 264 h 276"/>
              <a:gd name="T30" fmla="*/ 236 w 289"/>
              <a:gd name="T31" fmla="*/ 267 h 276"/>
              <a:gd name="T32" fmla="*/ 229 w 289"/>
              <a:gd name="T33" fmla="*/ 276 h 276"/>
              <a:gd name="T34" fmla="*/ 222 w 289"/>
              <a:gd name="T35" fmla="*/ 274 h 276"/>
              <a:gd name="T36" fmla="*/ 144 w 289"/>
              <a:gd name="T37" fmla="*/ 233 h 276"/>
              <a:gd name="T38" fmla="*/ 66 w 289"/>
              <a:gd name="T39" fmla="*/ 274 h 276"/>
              <a:gd name="T40" fmla="*/ 59 w 289"/>
              <a:gd name="T41" fmla="*/ 276 h 276"/>
              <a:gd name="T42" fmla="*/ 54 w 289"/>
              <a:gd name="T43" fmla="*/ 273 h 276"/>
              <a:gd name="T44" fmla="*/ 52 w 289"/>
              <a:gd name="T45" fmla="*/ 267 h 276"/>
              <a:gd name="T46" fmla="*/ 52 w 289"/>
              <a:gd name="T47" fmla="*/ 264 h 276"/>
              <a:gd name="T48" fmla="*/ 67 w 289"/>
              <a:gd name="T49" fmla="*/ 177 h 276"/>
              <a:gd name="T50" fmla="*/ 4 w 289"/>
              <a:gd name="T51" fmla="*/ 115 h 276"/>
              <a:gd name="T52" fmla="*/ 0 w 289"/>
              <a:gd name="T53" fmla="*/ 107 h 276"/>
              <a:gd name="T54" fmla="*/ 9 w 289"/>
              <a:gd name="T55" fmla="*/ 99 h 276"/>
              <a:gd name="T56" fmla="*/ 97 w 289"/>
              <a:gd name="T57" fmla="*/ 86 h 276"/>
              <a:gd name="T58" fmla="*/ 136 w 289"/>
              <a:gd name="T59" fmla="*/ 7 h 276"/>
              <a:gd name="T60" fmla="*/ 144 w 289"/>
              <a:gd name="T61" fmla="*/ 0 h 276"/>
              <a:gd name="T62" fmla="*/ 153 w 289"/>
              <a:gd name="T63" fmla="*/ 7 h 276"/>
              <a:gd name="T64" fmla="*/ 192 w 289"/>
              <a:gd name="T65" fmla="*/ 86 h 276"/>
              <a:gd name="T66" fmla="*/ 279 w 289"/>
              <a:gd name="T67" fmla="*/ 99 h 276"/>
              <a:gd name="T68" fmla="*/ 289 w 289"/>
              <a:gd name="T69" fmla="*/ 107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9" h="276">
                <a:moveTo>
                  <a:pt x="197" y="169"/>
                </a:moveTo>
                <a:cubicBezTo>
                  <a:pt x="251" y="117"/>
                  <a:pt x="251" y="117"/>
                  <a:pt x="251" y="117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11" y="106"/>
                  <a:pt x="111" y="106"/>
                  <a:pt x="111" y="106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91" y="169"/>
                  <a:pt x="91" y="169"/>
                  <a:pt x="91" y="169"/>
                </a:cubicBezTo>
                <a:cubicBezTo>
                  <a:pt x="79" y="242"/>
                  <a:pt x="79" y="242"/>
                  <a:pt x="79" y="242"/>
                </a:cubicBezTo>
                <a:cubicBezTo>
                  <a:pt x="144" y="207"/>
                  <a:pt x="144" y="207"/>
                  <a:pt x="144" y="207"/>
                </a:cubicBezTo>
                <a:cubicBezTo>
                  <a:pt x="210" y="242"/>
                  <a:pt x="210" y="242"/>
                  <a:pt x="210" y="242"/>
                </a:cubicBezTo>
                <a:lnTo>
                  <a:pt x="197" y="169"/>
                </a:lnTo>
                <a:close/>
                <a:moveTo>
                  <a:pt x="289" y="107"/>
                </a:moveTo>
                <a:cubicBezTo>
                  <a:pt x="289" y="109"/>
                  <a:pt x="287" y="112"/>
                  <a:pt x="284" y="115"/>
                </a:cubicBezTo>
                <a:cubicBezTo>
                  <a:pt x="221" y="177"/>
                  <a:pt x="221" y="177"/>
                  <a:pt x="221" y="177"/>
                </a:cubicBezTo>
                <a:cubicBezTo>
                  <a:pt x="236" y="264"/>
                  <a:pt x="236" y="264"/>
                  <a:pt x="236" y="264"/>
                </a:cubicBezTo>
                <a:cubicBezTo>
                  <a:pt x="236" y="264"/>
                  <a:pt x="236" y="266"/>
                  <a:pt x="236" y="267"/>
                </a:cubicBezTo>
                <a:cubicBezTo>
                  <a:pt x="236" y="273"/>
                  <a:pt x="234" y="276"/>
                  <a:pt x="229" y="276"/>
                </a:cubicBezTo>
                <a:cubicBezTo>
                  <a:pt x="227" y="276"/>
                  <a:pt x="225" y="275"/>
                  <a:pt x="222" y="274"/>
                </a:cubicBezTo>
                <a:cubicBezTo>
                  <a:pt x="144" y="233"/>
                  <a:pt x="144" y="233"/>
                  <a:pt x="144" y="233"/>
                </a:cubicBezTo>
                <a:cubicBezTo>
                  <a:pt x="66" y="274"/>
                  <a:pt x="66" y="274"/>
                  <a:pt x="66" y="274"/>
                </a:cubicBezTo>
                <a:cubicBezTo>
                  <a:pt x="64" y="275"/>
                  <a:pt x="61" y="276"/>
                  <a:pt x="59" y="276"/>
                </a:cubicBezTo>
                <a:cubicBezTo>
                  <a:pt x="57" y="276"/>
                  <a:pt x="55" y="275"/>
                  <a:pt x="54" y="273"/>
                </a:cubicBezTo>
                <a:cubicBezTo>
                  <a:pt x="53" y="272"/>
                  <a:pt x="52" y="270"/>
                  <a:pt x="52" y="267"/>
                </a:cubicBezTo>
                <a:cubicBezTo>
                  <a:pt x="52" y="266"/>
                  <a:pt x="52" y="265"/>
                  <a:pt x="52" y="264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4" y="115"/>
                  <a:pt x="4" y="115"/>
                  <a:pt x="4" y="115"/>
                </a:cubicBezTo>
                <a:cubicBezTo>
                  <a:pt x="1" y="112"/>
                  <a:pt x="0" y="109"/>
                  <a:pt x="0" y="107"/>
                </a:cubicBezTo>
                <a:cubicBezTo>
                  <a:pt x="0" y="102"/>
                  <a:pt x="3" y="100"/>
                  <a:pt x="9" y="99"/>
                </a:cubicBezTo>
                <a:cubicBezTo>
                  <a:pt x="97" y="86"/>
                  <a:pt x="97" y="86"/>
                  <a:pt x="97" y="86"/>
                </a:cubicBezTo>
                <a:cubicBezTo>
                  <a:pt x="136" y="7"/>
                  <a:pt x="136" y="7"/>
                  <a:pt x="136" y="7"/>
                </a:cubicBezTo>
                <a:cubicBezTo>
                  <a:pt x="138" y="2"/>
                  <a:pt x="141" y="0"/>
                  <a:pt x="144" y="0"/>
                </a:cubicBezTo>
                <a:cubicBezTo>
                  <a:pt x="148" y="0"/>
                  <a:pt x="151" y="2"/>
                  <a:pt x="153" y="7"/>
                </a:cubicBezTo>
                <a:cubicBezTo>
                  <a:pt x="192" y="86"/>
                  <a:pt x="192" y="86"/>
                  <a:pt x="192" y="86"/>
                </a:cubicBezTo>
                <a:cubicBezTo>
                  <a:pt x="279" y="99"/>
                  <a:pt x="279" y="99"/>
                  <a:pt x="279" y="99"/>
                </a:cubicBezTo>
                <a:cubicBezTo>
                  <a:pt x="286" y="100"/>
                  <a:pt x="289" y="102"/>
                  <a:pt x="289" y="10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3" name="Freeform 101"/>
          <p:cNvSpPr>
            <a:spLocks noEditPoints="1"/>
          </p:cNvSpPr>
          <p:nvPr/>
        </p:nvSpPr>
        <p:spPr bwMode="auto">
          <a:xfrm>
            <a:off x="2011363" y="3303450"/>
            <a:ext cx="336550" cy="288925"/>
          </a:xfrm>
          <a:custGeom>
            <a:avLst/>
            <a:gdLst>
              <a:gd name="T0" fmla="*/ 275 w 312"/>
              <a:gd name="T1" fmla="*/ 79 h 267"/>
              <a:gd name="T2" fmla="*/ 263 w 312"/>
              <a:gd name="T3" fmla="*/ 109 h 267"/>
              <a:gd name="T4" fmla="*/ 233 w 312"/>
              <a:gd name="T5" fmla="*/ 122 h 267"/>
              <a:gd name="T6" fmla="*/ 203 w 312"/>
              <a:gd name="T7" fmla="*/ 109 h 267"/>
              <a:gd name="T8" fmla="*/ 191 w 312"/>
              <a:gd name="T9" fmla="*/ 79 h 267"/>
              <a:gd name="T10" fmla="*/ 203 w 312"/>
              <a:gd name="T11" fmla="*/ 49 h 267"/>
              <a:gd name="T12" fmla="*/ 233 w 312"/>
              <a:gd name="T13" fmla="*/ 37 h 267"/>
              <a:gd name="T14" fmla="*/ 263 w 312"/>
              <a:gd name="T15" fmla="*/ 49 h 267"/>
              <a:gd name="T16" fmla="*/ 275 w 312"/>
              <a:gd name="T17" fmla="*/ 79 h 267"/>
              <a:gd name="T18" fmla="*/ 142 w 312"/>
              <a:gd name="T19" fmla="*/ 208 h 267"/>
              <a:gd name="T20" fmla="*/ 129 w 312"/>
              <a:gd name="T21" fmla="*/ 177 h 267"/>
              <a:gd name="T22" fmla="*/ 98 w 312"/>
              <a:gd name="T23" fmla="*/ 165 h 267"/>
              <a:gd name="T24" fmla="*/ 89 w 312"/>
              <a:gd name="T25" fmla="*/ 166 h 267"/>
              <a:gd name="T26" fmla="*/ 107 w 312"/>
              <a:gd name="T27" fmla="*/ 173 h 267"/>
              <a:gd name="T28" fmla="*/ 126 w 312"/>
              <a:gd name="T29" fmla="*/ 192 h 267"/>
              <a:gd name="T30" fmla="*/ 126 w 312"/>
              <a:gd name="T31" fmla="*/ 218 h 267"/>
              <a:gd name="T32" fmla="*/ 107 w 312"/>
              <a:gd name="T33" fmla="*/ 237 h 267"/>
              <a:gd name="T34" fmla="*/ 81 w 312"/>
              <a:gd name="T35" fmla="*/ 237 h 267"/>
              <a:gd name="T36" fmla="*/ 70 w 312"/>
              <a:gd name="T37" fmla="*/ 233 h 267"/>
              <a:gd name="T38" fmla="*/ 60 w 312"/>
              <a:gd name="T39" fmla="*/ 229 h 267"/>
              <a:gd name="T40" fmla="*/ 75 w 312"/>
              <a:gd name="T41" fmla="*/ 245 h 267"/>
              <a:gd name="T42" fmla="*/ 98 w 312"/>
              <a:gd name="T43" fmla="*/ 252 h 267"/>
              <a:gd name="T44" fmla="*/ 129 w 312"/>
              <a:gd name="T45" fmla="*/ 239 h 267"/>
              <a:gd name="T46" fmla="*/ 142 w 312"/>
              <a:gd name="T47" fmla="*/ 208 h 267"/>
              <a:gd name="T48" fmla="*/ 286 w 312"/>
              <a:gd name="T49" fmla="*/ 79 h 267"/>
              <a:gd name="T50" fmla="*/ 270 w 312"/>
              <a:gd name="T51" fmla="*/ 42 h 267"/>
              <a:gd name="T52" fmla="*/ 233 w 312"/>
              <a:gd name="T53" fmla="*/ 26 h 267"/>
              <a:gd name="T54" fmla="*/ 195 w 312"/>
              <a:gd name="T55" fmla="*/ 42 h 267"/>
              <a:gd name="T56" fmla="*/ 180 w 312"/>
              <a:gd name="T57" fmla="*/ 79 h 267"/>
              <a:gd name="T58" fmla="*/ 195 w 312"/>
              <a:gd name="T59" fmla="*/ 117 h 267"/>
              <a:gd name="T60" fmla="*/ 233 w 312"/>
              <a:gd name="T61" fmla="*/ 132 h 267"/>
              <a:gd name="T62" fmla="*/ 270 w 312"/>
              <a:gd name="T63" fmla="*/ 117 h 267"/>
              <a:gd name="T64" fmla="*/ 286 w 312"/>
              <a:gd name="T65" fmla="*/ 79 h 267"/>
              <a:gd name="T66" fmla="*/ 312 w 312"/>
              <a:gd name="T67" fmla="*/ 79 h 267"/>
              <a:gd name="T68" fmla="*/ 289 w 312"/>
              <a:gd name="T69" fmla="*/ 135 h 267"/>
              <a:gd name="T70" fmla="*/ 233 w 312"/>
              <a:gd name="T71" fmla="*/ 158 h 267"/>
              <a:gd name="T72" fmla="*/ 157 w 312"/>
              <a:gd name="T73" fmla="*/ 214 h 267"/>
              <a:gd name="T74" fmla="*/ 138 w 312"/>
              <a:gd name="T75" fmla="*/ 252 h 267"/>
              <a:gd name="T76" fmla="*/ 98 w 312"/>
              <a:gd name="T77" fmla="*/ 267 h 267"/>
              <a:gd name="T78" fmla="*/ 61 w 312"/>
              <a:gd name="T79" fmla="*/ 254 h 267"/>
              <a:gd name="T80" fmla="*/ 40 w 312"/>
              <a:gd name="T81" fmla="*/ 221 h 267"/>
              <a:gd name="T82" fmla="*/ 0 w 312"/>
              <a:gd name="T83" fmla="*/ 205 h 267"/>
              <a:gd name="T84" fmla="*/ 0 w 312"/>
              <a:gd name="T85" fmla="*/ 130 h 267"/>
              <a:gd name="T86" fmla="*/ 68 w 312"/>
              <a:gd name="T87" fmla="*/ 157 h 267"/>
              <a:gd name="T88" fmla="*/ 98 w 312"/>
              <a:gd name="T89" fmla="*/ 149 h 267"/>
              <a:gd name="T90" fmla="*/ 104 w 312"/>
              <a:gd name="T91" fmla="*/ 149 h 267"/>
              <a:gd name="T92" fmla="*/ 154 w 312"/>
              <a:gd name="T93" fmla="*/ 79 h 267"/>
              <a:gd name="T94" fmla="*/ 177 w 312"/>
              <a:gd name="T95" fmla="*/ 23 h 267"/>
              <a:gd name="T96" fmla="*/ 233 w 312"/>
              <a:gd name="T97" fmla="*/ 0 h 267"/>
              <a:gd name="T98" fmla="*/ 289 w 312"/>
              <a:gd name="T99" fmla="*/ 23 h 267"/>
              <a:gd name="T100" fmla="*/ 312 w 312"/>
              <a:gd name="T101" fmla="*/ 79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2" h="267">
                <a:moveTo>
                  <a:pt x="275" y="79"/>
                </a:moveTo>
                <a:cubicBezTo>
                  <a:pt x="275" y="91"/>
                  <a:pt x="271" y="101"/>
                  <a:pt x="263" y="109"/>
                </a:cubicBezTo>
                <a:cubicBezTo>
                  <a:pt x="255" y="117"/>
                  <a:pt x="245" y="122"/>
                  <a:pt x="233" y="122"/>
                </a:cubicBezTo>
                <a:cubicBezTo>
                  <a:pt x="221" y="122"/>
                  <a:pt x="211" y="117"/>
                  <a:pt x="203" y="109"/>
                </a:cubicBezTo>
                <a:cubicBezTo>
                  <a:pt x="195" y="101"/>
                  <a:pt x="191" y="91"/>
                  <a:pt x="191" y="79"/>
                </a:cubicBezTo>
                <a:cubicBezTo>
                  <a:pt x="191" y="67"/>
                  <a:pt x="195" y="58"/>
                  <a:pt x="203" y="49"/>
                </a:cubicBezTo>
                <a:cubicBezTo>
                  <a:pt x="211" y="41"/>
                  <a:pt x="221" y="37"/>
                  <a:pt x="233" y="37"/>
                </a:cubicBezTo>
                <a:cubicBezTo>
                  <a:pt x="245" y="37"/>
                  <a:pt x="255" y="41"/>
                  <a:pt x="263" y="49"/>
                </a:cubicBezTo>
                <a:cubicBezTo>
                  <a:pt x="271" y="58"/>
                  <a:pt x="275" y="67"/>
                  <a:pt x="275" y="79"/>
                </a:cubicBezTo>
                <a:close/>
                <a:moveTo>
                  <a:pt x="142" y="208"/>
                </a:moveTo>
                <a:cubicBezTo>
                  <a:pt x="142" y="196"/>
                  <a:pt x="137" y="186"/>
                  <a:pt x="129" y="177"/>
                </a:cubicBezTo>
                <a:cubicBezTo>
                  <a:pt x="120" y="169"/>
                  <a:pt x="110" y="165"/>
                  <a:pt x="98" y="165"/>
                </a:cubicBezTo>
                <a:cubicBezTo>
                  <a:pt x="95" y="165"/>
                  <a:pt x="92" y="165"/>
                  <a:pt x="89" y="166"/>
                </a:cubicBezTo>
                <a:cubicBezTo>
                  <a:pt x="107" y="173"/>
                  <a:pt x="107" y="173"/>
                  <a:pt x="107" y="173"/>
                </a:cubicBezTo>
                <a:cubicBezTo>
                  <a:pt x="116" y="177"/>
                  <a:pt x="122" y="183"/>
                  <a:pt x="126" y="192"/>
                </a:cubicBezTo>
                <a:cubicBezTo>
                  <a:pt x="130" y="200"/>
                  <a:pt x="130" y="209"/>
                  <a:pt x="126" y="218"/>
                </a:cubicBezTo>
                <a:cubicBezTo>
                  <a:pt x="122" y="227"/>
                  <a:pt x="116" y="233"/>
                  <a:pt x="107" y="237"/>
                </a:cubicBezTo>
                <a:cubicBezTo>
                  <a:pt x="99" y="241"/>
                  <a:pt x="90" y="241"/>
                  <a:pt x="81" y="237"/>
                </a:cubicBezTo>
                <a:cubicBezTo>
                  <a:pt x="79" y="236"/>
                  <a:pt x="75" y="235"/>
                  <a:pt x="70" y="233"/>
                </a:cubicBezTo>
                <a:cubicBezTo>
                  <a:pt x="66" y="231"/>
                  <a:pt x="62" y="229"/>
                  <a:pt x="60" y="229"/>
                </a:cubicBezTo>
                <a:cubicBezTo>
                  <a:pt x="63" y="236"/>
                  <a:pt x="69" y="241"/>
                  <a:pt x="75" y="245"/>
                </a:cubicBezTo>
                <a:cubicBezTo>
                  <a:pt x="82" y="250"/>
                  <a:pt x="90" y="252"/>
                  <a:pt x="98" y="252"/>
                </a:cubicBezTo>
                <a:cubicBezTo>
                  <a:pt x="110" y="252"/>
                  <a:pt x="120" y="247"/>
                  <a:pt x="129" y="239"/>
                </a:cubicBezTo>
                <a:cubicBezTo>
                  <a:pt x="137" y="231"/>
                  <a:pt x="142" y="220"/>
                  <a:pt x="142" y="208"/>
                </a:cubicBezTo>
                <a:close/>
                <a:moveTo>
                  <a:pt x="286" y="79"/>
                </a:moveTo>
                <a:cubicBezTo>
                  <a:pt x="286" y="65"/>
                  <a:pt x="281" y="52"/>
                  <a:pt x="270" y="42"/>
                </a:cubicBezTo>
                <a:cubicBezTo>
                  <a:pt x="260" y="32"/>
                  <a:pt x="247" y="26"/>
                  <a:pt x="233" y="26"/>
                </a:cubicBezTo>
                <a:cubicBezTo>
                  <a:pt x="218" y="26"/>
                  <a:pt x="206" y="32"/>
                  <a:pt x="195" y="42"/>
                </a:cubicBezTo>
                <a:cubicBezTo>
                  <a:pt x="185" y="52"/>
                  <a:pt x="180" y="65"/>
                  <a:pt x="180" y="79"/>
                </a:cubicBezTo>
                <a:cubicBezTo>
                  <a:pt x="180" y="94"/>
                  <a:pt x="185" y="107"/>
                  <a:pt x="195" y="117"/>
                </a:cubicBezTo>
                <a:cubicBezTo>
                  <a:pt x="206" y="127"/>
                  <a:pt x="218" y="132"/>
                  <a:pt x="233" y="132"/>
                </a:cubicBezTo>
                <a:cubicBezTo>
                  <a:pt x="247" y="132"/>
                  <a:pt x="260" y="127"/>
                  <a:pt x="270" y="117"/>
                </a:cubicBezTo>
                <a:cubicBezTo>
                  <a:pt x="281" y="107"/>
                  <a:pt x="286" y="94"/>
                  <a:pt x="286" y="79"/>
                </a:cubicBezTo>
                <a:close/>
                <a:moveTo>
                  <a:pt x="312" y="79"/>
                </a:moveTo>
                <a:cubicBezTo>
                  <a:pt x="312" y="101"/>
                  <a:pt x="304" y="120"/>
                  <a:pt x="289" y="135"/>
                </a:cubicBezTo>
                <a:cubicBezTo>
                  <a:pt x="273" y="151"/>
                  <a:pt x="255" y="158"/>
                  <a:pt x="233" y="158"/>
                </a:cubicBezTo>
                <a:cubicBezTo>
                  <a:pt x="157" y="214"/>
                  <a:pt x="157" y="214"/>
                  <a:pt x="157" y="214"/>
                </a:cubicBezTo>
                <a:cubicBezTo>
                  <a:pt x="155" y="229"/>
                  <a:pt x="149" y="242"/>
                  <a:pt x="138" y="252"/>
                </a:cubicBezTo>
                <a:cubicBezTo>
                  <a:pt x="127" y="262"/>
                  <a:pt x="113" y="267"/>
                  <a:pt x="98" y="267"/>
                </a:cubicBezTo>
                <a:cubicBezTo>
                  <a:pt x="84" y="267"/>
                  <a:pt x="72" y="263"/>
                  <a:pt x="61" y="254"/>
                </a:cubicBezTo>
                <a:cubicBezTo>
                  <a:pt x="50" y="245"/>
                  <a:pt x="43" y="234"/>
                  <a:pt x="40" y="221"/>
                </a:cubicBezTo>
                <a:cubicBezTo>
                  <a:pt x="0" y="205"/>
                  <a:pt x="0" y="205"/>
                  <a:pt x="0" y="205"/>
                </a:cubicBezTo>
                <a:cubicBezTo>
                  <a:pt x="0" y="130"/>
                  <a:pt x="0" y="130"/>
                  <a:pt x="0" y="130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77" y="152"/>
                  <a:pt x="87" y="149"/>
                  <a:pt x="98" y="149"/>
                </a:cubicBezTo>
                <a:cubicBezTo>
                  <a:pt x="100" y="149"/>
                  <a:pt x="102" y="149"/>
                  <a:pt x="104" y="149"/>
                </a:cubicBezTo>
                <a:cubicBezTo>
                  <a:pt x="154" y="79"/>
                  <a:pt x="154" y="79"/>
                  <a:pt x="154" y="79"/>
                </a:cubicBezTo>
                <a:cubicBezTo>
                  <a:pt x="154" y="57"/>
                  <a:pt x="162" y="39"/>
                  <a:pt x="177" y="23"/>
                </a:cubicBezTo>
                <a:cubicBezTo>
                  <a:pt x="193" y="8"/>
                  <a:pt x="211" y="0"/>
                  <a:pt x="233" y="0"/>
                </a:cubicBezTo>
                <a:cubicBezTo>
                  <a:pt x="255" y="0"/>
                  <a:pt x="273" y="8"/>
                  <a:pt x="289" y="23"/>
                </a:cubicBezTo>
                <a:cubicBezTo>
                  <a:pt x="304" y="39"/>
                  <a:pt x="312" y="58"/>
                  <a:pt x="312" y="7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4" name="Freeform 102"/>
          <p:cNvSpPr>
            <a:spLocks noEditPoints="1"/>
          </p:cNvSpPr>
          <p:nvPr/>
        </p:nvSpPr>
        <p:spPr bwMode="auto">
          <a:xfrm>
            <a:off x="1604963" y="3303450"/>
            <a:ext cx="288925" cy="288925"/>
          </a:xfrm>
          <a:custGeom>
            <a:avLst/>
            <a:gdLst>
              <a:gd name="T0" fmla="*/ 216 w 268"/>
              <a:gd name="T1" fmla="*/ 91 h 267"/>
              <a:gd name="T2" fmla="*/ 207 w 268"/>
              <a:gd name="T3" fmla="*/ 67 h 267"/>
              <a:gd name="T4" fmla="*/ 183 w 268"/>
              <a:gd name="T5" fmla="*/ 57 h 267"/>
              <a:gd name="T6" fmla="*/ 159 w 268"/>
              <a:gd name="T7" fmla="*/ 67 h 267"/>
              <a:gd name="T8" fmla="*/ 149 w 268"/>
              <a:gd name="T9" fmla="*/ 91 h 267"/>
              <a:gd name="T10" fmla="*/ 159 w 268"/>
              <a:gd name="T11" fmla="*/ 114 h 267"/>
              <a:gd name="T12" fmla="*/ 183 w 268"/>
              <a:gd name="T13" fmla="*/ 124 h 267"/>
              <a:gd name="T14" fmla="*/ 207 w 268"/>
              <a:gd name="T15" fmla="*/ 114 h 267"/>
              <a:gd name="T16" fmla="*/ 216 w 268"/>
              <a:gd name="T17" fmla="*/ 91 h 267"/>
              <a:gd name="T18" fmla="*/ 110 w 268"/>
              <a:gd name="T19" fmla="*/ 193 h 267"/>
              <a:gd name="T20" fmla="*/ 100 w 268"/>
              <a:gd name="T21" fmla="*/ 217 h 267"/>
              <a:gd name="T22" fmla="*/ 76 w 268"/>
              <a:gd name="T23" fmla="*/ 227 h 267"/>
              <a:gd name="T24" fmla="*/ 58 w 268"/>
              <a:gd name="T25" fmla="*/ 222 h 267"/>
              <a:gd name="T26" fmla="*/ 45 w 268"/>
              <a:gd name="T27" fmla="*/ 209 h 267"/>
              <a:gd name="T28" fmla="*/ 63 w 268"/>
              <a:gd name="T29" fmla="*/ 216 h 267"/>
              <a:gd name="T30" fmla="*/ 83 w 268"/>
              <a:gd name="T31" fmla="*/ 215 h 267"/>
              <a:gd name="T32" fmla="*/ 98 w 268"/>
              <a:gd name="T33" fmla="*/ 200 h 267"/>
              <a:gd name="T34" fmla="*/ 98 w 268"/>
              <a:gd name="T35" fmla="*/ 180 h 267"/>
              <a:gd name="T36" fmla="*/ 83 w 268"/>
              <a:gd name="T37" fmla="*/ 165 h 267"/>
              <a:gd name="T38" fmla="*/ 69 w 268"/>
              <a:gd name="T39" fmla="*/ 159 h 267"/>
              <a:gd name="T40" fmla="*/ 76 w 268"/>
              <a:gd name="T41" fmla="*/ 158 h 267"/>
              <a:gd name="T42" fmla="*/ 100 w 268"/>
              <a:gd name="T43" fmla="*/ 168 h 267"/>
              <a:gd name="T44" fmla="*/ 110 w 268"/>
              <a:gd name="T45" fmla="*/ 193 h 267"/>
              <a:gd name="T46" fmla="*/ 268 w 268"/>
              <a:gd name="T47" fmla="*/ 50 h 267"/>
              <a:gd name="T48" fmla="*/ 268 w 268"/>
              <a:gd name="T49" fmla="*/ 217 h 267"/>
              <a:gd name="T50" fmla="*/ 253 w 268"/>
              <a:gd name="T51" fmla="*/ 253 h 267"/>
              <a:gd name="T52" fmla="*/ 217 w 268"/>
              <a:gd name="T53" fmla="*/ 267 h 267"/>
              <a:gd name="T54" fmla="*/ 51 w 268"/>
              <a:gd name="T55" fmla="*/ 267 h 267"/>
              <a:gd name="T56" fmla="*/ 15 w 268"/>
              <a:gd name="T57" fmla="*/ 253 h 267"/>
              <a:gd name="T58" fmla="*/ 0 w 268"/>
              <a:gd name="T59" fmla="*/ 217 h 267"/>
              <a:gd name="T60" fmla="*/ 0 w 268"/>
              <a:gd name="T61" fmla="*/ 191 h 267"/>
              <a:gd name="T62" fmla="*/ 30 w 268"/>
              <a:gd name="T63" fmla="*/ 203 h 267"/>
              <a:gd name="T64" fmla="*/ 47 w 268"/>
              <a:gd name="T65" fmla="*/ 229 h 267"/>
              <a:gd name="T66" fmla="*/ 76 w 268"/>
              <a:gd name="T67" fmla="*/ 240 h 267"/>
              <a:gd name="T68" fmla="*/ 107 w 268"/>
              <a:gd name="T69" fmla="*/ 227 h 267"/>
              <a:gd name="T70" fmla="*/ 123 w 268"/>
              <a:gd name="T71" fmla="*/ 197 h 267"/>
              <a:gd name="T72" fmla="*/ 183 w 268"/>
              <a:gd name="T73" fmla="*/ 153 h 267"/>
              <a:gd name="T74" fmla="*/ 227 w 268"/>
              <a:gd name="T75" fmla="*/ 135 h 267"/>
              <a:gd name="T76" fmla="*/ 245 w 268"/>
              <a:gd name="T77" fmla="*/ 91 h 267"/>
              <a:gd name="T78" fmla="*/ 227 w 268"/>
              <a:gd name="T79" fmla="*/ 46 h 267"/>
              <a:gd name="T80" fmla="*/ 183 w 268"/>
              <a:gd name="T81" fmla="*/ 28 h 267"/>
              <a:gd name="T82" fmla="*/ 139 w 268"/>
              <a:gd name="T83" fmla="*/ 46 h 267"/>
              <a:gd name="T84" fmla="*/ 120 w 268"/>
              <a:gd name="T85" fmla="*/ 90 h 267"/>
              <a:gd name="T86" fmla="*/ 81 w 268"/>
              <a:gd name="T87" fmla="*/ 146 h 267"/>
              <a:gd name="T88" fmla="*/ 76 w 268"/>
              <a:gd name="T89" fmla="*/ 146 h 267"/>
              <a:gd name="T90" fmla="*/ 52 w 268"/>
              <a:gd name="T91" fmla="*/ 152 h 267"/>
              <a:gd name="T92" fmla="*/ 0 w 268"/>
              <a:gd name="T93" fmla="*/ 132 h 267"/>
              <a:gd name="T94" fmla="*/ 0 w 268"/>
              <a:gd name="T95" fmla="*/ 50 h 267"/>
              <a:gd name="T96" fmla="*/ 15 w 268"/>
              <a:gd name="T97" fmla="*/ 15 h 267"/>
              <a:gd name="T98" fmla="*/ 51 w 268"/>
              <a:gd name="T99" fmla="*/ 0 h 267"/>
              <a:gd name="T100" fmla="*/ 217 w 268"/>
              <a:gd name="T101" fmla="*/ 0 h 267"/>
              <a:gd name="T102" fmla="*/ 253 w 268"/>
              <a:gd name="T103" fmla="*/ 15 h 267"/>
              <a:gd name="T104" fmla="*/ 268 w 268"/>
              <a:gd name="T105" fmla="*/ 50 h 267"/>
              <a:gd name="T106" fmla="*/ 225 w 268"/>
              <a:gd name="T107" fmla="*/ 91 h 267"/>
              <a:gd name="T108" fmla="*/ 212 w 268"/>
              <a:gd name="T109" fmla="*/ 121 h 267"/>
              <a:gd name="T110" fmla="*/ 183 w 268"/>
              <a:gd name="T111" fmla="*/ 133 h 267"/>
              <a:gd name="T112" fmla="*/ 153 w 268"/>
              <a:gd name="T113" fmla="*/ 121 h 267"/>
              <a:gd name="T114" fmla="*/ 141 w 268"/>
              <a:gd name="T115" fmla="*/ 91 h 267"/>
              <a:gd name="T116" fmla="*/ 153 w 268"/>
              <a:gd name="T117" fmla="*/ 61 h 267"/>
              <a:gd name="T118" fmla="*/ 183 w 268"/>
              <a:gd name="T119" fmla="*/ 49 h 267"/>
              <a:gd name="T120" fmla="*/ 212 w 268"/>
              <a:gd name="T121" fmla="*/ 61 h 267"/>
              <a:gd name="T122" fmla="*/ 225 w 268"/>
              <a:gd name="T123" fmla="*/ 91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8" h="267">
                <a:moveTo>
                  <a:pt x="216" y="91"/>
                </a:moveTo>
                <a:cubicBezTo>
                  <a:pt x="216" y="81"/>
                  <a:pt x="213" y="73"/>
                  <a:pt x="207" y="67"/>
                </a:cubicBezTo>
                <a:cubicBezTo>
                  <a:pt x="200" y="60"/>
                  <a:pt x="192" y="57"/>
                  <a:pt x="183" y="57"/>
                </a:cubicBezTo>
                <a:cubicBezTo>
                  <a:pt x="173" y="57"/>
                  <a:pt x="166" y="60"/>
                  <a:pt x="159" y="67"/>
                </a:cubicBezTo>
                <a:cubicBezTo>
                  <a:pt x="152" y="73"/>
                  <a:pt x="149" y="81"/>
                  <a:pt x="149" y="91"/>
                </a:cubicBezTo>
                <a:cubicBezTo>
                  <a:pt x="149" y="100"/>
                  <a:pt x="152" y="108"/>
                  <a:pt x="159" y="114"/>
                </a:cubicBezTo>
                <a:cubicBezTo>
                  <a:pt x="166" y="121"/>
                  <a:pt x="173" y="124"/>
                  <a:pt x="183" y="124"/>
                </a:cubicBezTo>
                <a:cubicBezTo>
                  <a:pt x="192" y="124"/>
                  <a:pt x="200" y="121"/>
                  <a:pt x="207" y="114"/>
                </a:cubicBezTo>
                <a:cubicBezTo>
                  <a:pt x="213" y="108"/>
                  <a:pt x="216" y="100"/>
                  <a:pt x="216" y="91"/>
                </a:cubicBezTo>
                <a:close/>
                <a:moveTo>
                  <a:pt x="110" y="193"/>
                </a:moveTo>
                <a:cubicBezTo>
                  <a:pt x="110" y="202"/>
                  <a:pt x="107" y="211"/>
                  <a:pt x="100" y="217"/>
                </a:cubicBezTo>
                <a:cubicBezTo>
                  <a:pt x="94" y="224"/>
                  <a:pt x="85" y="227"/>
                  <a:pt x="76" y="227"/>
                </a:cubicBezTo>
                <a:cubicBezTo>
                  <a:pt x="69" y="227"/>
                  <a:pt x="63" y="225"/>
                  <a:pt x="58" y="222"/>
                </a:cubicBezTo>
                <a:cubicBezTo>
                  <a:pt x="53" y="219"/>
                  <a:pt x="48" y="214"/>
                  <a:pt x="45" y="209"/>
                </a:cubicBezTo>
                <a:cubicBezTo>
                  <a:pt x="52" y="211"/>
                  <a:pt x="57" y="213"/>
                  <a:pt x="63" y="216"/>
                </a:cubicBezTo>
                <a:cubicBezTo>
                  <a:pt x="69" y="218"/>
                  <a:pt x="76" y="218"/>
                  <a:pt x="83" y="215"/>
                </a:cubicBezTo>
                <a:cubicBezTo>
                  <a:pt x="90" y="212"/>
                  <a:pt x="95" y="207"/>
                  <a:pt x="98" y="200"/>
                </a:cubicBezTo>
                <a:cubicBezTo>
                  <a:pt x="101" y="193"/>
                  <a:pt x="101" y="186"/>
                  <a:pt x="98" y="180"/>
                </a:cubicBezTo>
                <a:cubicBezTo>
                  <a:pt x="95" y="173"/>
                  <a:pt x="90" y="168"/>
                  <a:pt x="83" y="165"/>
                </a:cubicBezTo>
                <a:cubicBezTo>
                  <a:pt x="69" y="159"/>
                  <a:pt x="69" y="159"/>
                  <a:pt x="69" y="159"/>
                </a:cubicBezTo>
                <a:cubicBezTo>
                  <a:pt x="71" y="159"/>
                  <a:pt x="74" y="158"/>
                  <a:pt x="76" y="158"/>
                </a:cubicBezTo>
                <a:cubicBezTo>
                  <a:pt x="85" y="158"/>
                  <a:pt x="94" y="162"/>
                  <a:pt x="100" y="168"/>
                </a:cubicBezTo>
                <a:cubicBezTo>
                  <a:pt x="107" y="175"/>
                  <a:pt x="110" y="183"/>
                  <a:pt x="110" y="193"/>
                </a:cubicBezTo>
                <a:close/>
                <a:moveTo>
                  <a:pt x="268" y="50"/>
                </a:moveTo>
                <a:cubicBezTo>
                  <a:pt x="268" y="217"/>
                  <a:pt x="268" y="217"/>
                  <a:pt x="268" y="217"/>
                </a:cubicBezTo>
                <a:cubicBezTo>
                  <a:pt x="268" y="231"/>
                  <a:pt x="263" y="243"/>
                  <a:pt x="253" y="253"/>
                </a:cubicBezTo>
                <a:cubicBezTo>
                  <a:pt x="243" y="262"/>
                  <a:pt x="231" y="267"/>
                  <a:pt x="217" y="267"/>
                </a:cubicBezTo>
                <a:cubicBezTo>
                  <a:pt x="51" y="267"/>
                  <a:pt x="51" y="267"/>
                  <a:pt x="51" y="267"/>
                </a:cubicBezTo>
                <a:cubicBezTo>
                  <a:pt x="37" y="267"/>
                  <a:pt x="25" y="262"/>
                  <a:pt x="15" y="253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191"/>
                  <a:pt x="0" y="191"/>
                  <a:pt x="0" y="191"/>
                </a:cubicBezTo>
                <a:cubicBezTo>
                  <a:pt x="30" y="203"/>
                  <a:pt x="30" y="203"/>
                  <a:pt x="30" y="203"/>
                </a:cubicBezTo>
                <a:cubicBezTo>
                  <a:pt x="33" y="213"/>
                  <a:pt x="38" y="222"/>
                  <a:pt x="47" y="229"/>
                </a:cubicBezTo>
                <a:cubicBezTo>
                  <a:pt x="55" y="236"/>
                  <a:pt x="65" y="240"/>
                  <a:pt x="76" y="240"/>
                </a:cubicBezTo>
                <a:cubicBezTo>
                  <a:pt x="88" y="240"/>
                  <a:pt x="98" y="235"/>
                  <a:pt x="107" y="227"/>
                </a:cubicBezTo>
                <a:cubicBezTo>
                  <a:pt x="116" y="219"/>
                  <a:pt x="121" y="209"/>
                  <a:pt x="123" y="197"/>
                </a:cubicBezTo>
                <a:cubicBezTo>
                  <a:pt x="183" y="153"/>
                  <a:pt x="183" y="153"/>
                  <a:pt x="183" y="153"/>
                </a:cubicBezTo>
                <a:cubicBezTo>
                  <a:pt x="200" y="153"/>
                  <a:pt x="215" y="147"/>
                  <a:pt x="227" y="135"/>
                </a:cubicBezTo>
                <a:cubicBezTo>
                  <a:pt x="239" y="123"/>
                  <a:pt x="245" y="108"/>
                  <a:pt x="245" y="91"/>
                </a:cubicBezTo>
                <a:cubicBezTo>
                  <a:pt x="245" y="73"/>
                  <a:pt x="239" y="59"/>
                  <a:pt x="227" y="46"/>
                </a:cubicBezTo>
                <a:cubicBezTo>
                  <a:pt x="215" y="34"/>
                  <a:pt x="200" y="28"/>
                  <a:pt x="183" y="28"/>
                </a:cubicBezTo>
                <a:cubicBezTo>
                  <a:pt x="165" y="28"/>
                  <a:pt x="151" y="34"/>
                  <a:pt x="139" y="46"/>
                </a:cubicBezTo>
                <a:cubicBezTo>
                  <a:pt x="126" y="58"/>
                  <a:pt x="120" y="73"/>
                  <a:pt x="120" y="90"/>
                </a:cubicBezTo>
                <a:cubicBezTo>
                  <a:pt x="81" y="146"/>
                  <a:pt x="81" y="146"/>
                  <a:pt x="81" y="146"/>
                </a:cubicBezTo>
                <a:cubicBezTo>
                  <a:pt x="80" y="146"/>
                  <a:pt x="78" y="146"/>
                  <a:pt x="76" y="146"/>
                </a:cubicBezTo>
                <a:cubicBezTo>
                  <a:pt x="67" y="146"/>
                  <a:pt x="59" y="148"/>
                  <a:pt x="52" y="15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1" y="0"/>
                  <a:pt x="243" y="5"/>
                  <a:pt x="253" y="15"/>
                </a:cubicBezTo>
                <a:cubicBezTo>
                  <a:pt x="263" y="25"/>
                  <a:pt x="268" y="37"/>
                  <a:pt x="268" y="50"/>
                </a:cubicBezTo>
                <a:close/>
                <a:moveTo>
                  <a:pt x="225" y="91"/>
                </a:moveTo>
                <a:cubicBezTo>
                  <a:pt x="225" y="102"/>
                  <a:pt x="220" y="112"/>
                  <a:pt x="212" y="121"/>
                </a:cubicBezTo>
                <a:cubicBezTo>
                  <a:pt x="204" y="129"/>
                  <a:pt x="194" y="133"/>
                  <a:pt x="183" y="133"/>
                </a:cubicBezTo>
                <a:cubicBezTo>
                  <a:pt x="171" y="133"/>
                  <a:pt x="161" y="129"/>
                  <a:pt x="153" y="121"/>
                </a:cubicBezTo>
                <a:cubicBezTo>
                  <a:pt x="145" y="112"/>
                  <a:pt x="141" y="102"/>
                  <a:pt x="141" y="91"/>
                </a:cubicBezTo>
                <a:cubicBezTo>
                  <a:pt x="141" y="79"/>
                  <a:pt x="145" y="69"/>
                  <a:pt x="153" y="61"/>
                </a:cubicBezTo>
                <a:cubicBezTo>
                  <a:pt x="161" y="53"/>
                  <a:pt x="171" y="49"/>
                  <a:pt x="183" y="49"/>
                </a:cubicBezTo>
                <a:cubicBezTo>
                  <a:pt x="194" y="49"/>
                  <a:pt x="204" y="53"/>
                  <a:pt x="212" y="61"/>
                </a:cubicBezTo>
                <a:cubicBezTo>
                  <a:pt x="221" y="69"/>
                  <a:pt x="225" y="79"/>
                  <a:pt x="225" y="9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5" name="Freeform 103"/>
          <p:cNvSpPr>
            <a:spLocks/>
          </p:cNvSpPr>
          <p:nvPr/>
        </p:nvSpPr>
        <p:spPr bwMode="auto">
          <a:xfrm>
            <a:off x="790576" y="3735250"/>
            <a:ext cx="192088" cy="288925"/>
          </a:xfrm>
          <a:custGeom>
            <a:avLst/>
            <a:gdLst>
              <a:gd name="T0" fmla="*/ 170 w 178"/>
              <a:gd name="T1" fmla="*/ 3 h 268"/>
              <a:gd name="T2" fmla="*/ 175 w 178"/>
              <a:gd name="T3" fmla="*/ 0 h 268"/>
              <a:gd name="T4" fmla="*/ 178 w 178"/>
              <a:gd name="T5" fmla="*/ 6 h 268"/>
              <a:gd name="T6" fmla="*/ 178 w 178"/>
              <a:gd name="T7" fmla="*/ 262 h 268"/>
              <a:gd name="T8" fmla="*/ 175 w 178"/>
              <a:gd name="T9" fmla="*/ 267 h 268"/>
              <a:gd name="T10" fmla="*/ 170 w 178"/>
              <a:gd name="T11" fmla="*/ 265 h 268"/>
              <a:gd name="T12" fmla="*/ 46 w 178"/>
              <a:gd name="T13" fmla="*/ 142 h 268"/>
              <a:gd name="T14" fmla="*/ 44 w 178"/>
              <a:gd name="T15" fmla="*/ 138 h 268"/>
              <a:gd name="T16" fmla="*/ 44 w 178"/>
              <a:gd name="T17" fmla="*/ 256 h 268"/>
              <a:gd name="T18" fmla="*/ 41 w 178"/>
              <a:gd name="T19" fmla="*/ 264 h 268"/>
              <a:gd name="T20" fmla="*/ 33 w 178"/>
              <a:gd name="T21" fmla="*/ 267 h 268"/>
              <a:gd name="T22" fmla="*/ 11 w 178"/>
              <a:gd name="T23" fmla="*/ 267 h 268"/>
              <a:gd name="T24" fmla="*/ 3 w 178"/>
              <a:gd name="T25" fmla="*/ 264 h 268"/>
              <a:gd name="T26" fmla="*/ 0 w 178"/>
              <a:gd name="T27" fmla="*/ 256 h 268"/>
              <a:gd name="T28" fmla="*/ 0 w 178"/>
              <a:gd name="T29" fmla="*/ 12 h 268"/>
              <a:gd name="T30" fmla="*/ 3 w 178"/>
              <a:gd name="T31" fmla="*/ 4 h 268"/>
              <a:gd name="T32" fmla="*/ 11 w 178"/>
              <a:gd name="T33" fmla="*/ 0 h 268"/>
              <a:gd name="T34" fmla="*/ 33 w 178"/>
              <a:gd name="T35" fmla="*/ 0 h 268"/>
              <a:gd name="T36" fmla="*/ 41 w 178"/>
              <a:gd name="T37" fmla="*/ 4 h 268"/>
              <a:gd name="T38" fmla="*/ 44 w 178"/>
              <a:gd name="T39" fmla="*/ 12 h 268"/>
              <a:gd name="T40" fmla="*/ 44 w 178"/>
              <a:gd name="T41" fmla="*/ 129 h 268"/>
              <a:gd name="T42" fmla="*/ 46 w 178"/>
              <a:gd name="T43" fmla="*/ 126 h 268"/>
              <a:gd name="T44" fmla="*/ 170 w 178"/>
              <a:gd name="T45" fmla="*/ 3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8" h="268">
                <a:moveTo>
                  <a:pt x="170" y="3"/>
                </a:moveTo>
                <a:cubicBezTo>
                  <a:pt x="172" y="0"/>
                  <a:pt x="174" y="0"/>
                  <a:pt x="175" y="0"/>
                </a:cubicBezTo>
                <a:cubicBezTo>
                  <a:pt x="177" y="1"/>
                  <a:pt x="178" y="3"/>
                  <a:pt x="178" y="6"/>
                </a:cubicBezTo>
                <a:cubicBezTo>
                  <a:pt x="178" y="262"/>
                  <a:pt x="178" y="262"/>
                  <a:pt x="178" y="262"/>
                </a:cubicBezTo>
                <a:cubicBezTo>
                  <a:pt x="178" y="265"/>
                  <a:pt x="177" y="267"/>
                  <a:pt x="175" y="267"/>
                </a:cubicBezTo>
                <a:cubicBezTo>
                  <a:pt x="174" y="268"/>
                  <a:pt x="172" y="267"/>
                  <a:pt x="170" y="265"/>
                </a:cubicBezTo>
                <a:cubicBezTo>
                  <a:pt x="46" y="142"/>
                  <a:pt x="46" y="142"/>
                  <a:pt x="46" y="142"/>
                </a:cubicBezTo>
                <a:cubicBezTo>
                  <a:pt x="45" y="141"/>
                  <a:pt x="45" y="140"/>
                  <a:pt x="44" y="13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44" y="259"/>
                  <a:pt x="43" y="262"/>
                  <a:pt x="41" y="264"/>
                </a:cubicBezTo>
                <a:cubicBezTo>
                  <a:pt x="39" y="266"/>
                  <a:pt x="36" y="267"/>
                  <a:pt x="33" y="267"/>
                </a:cubicBezTo>
                <a:cubicBezTo>
                  <a:pt x="11" y="267"/>
                  <a:pt x="11" y="267"/>
                  <a:pt x="11" y="267"/>
                </a:cubicBezTo>
                <a:cubicBezTo>
                  <a:pt x="8" y="267"/>
                  <a:pt x="5" y="266"/>
                  <a:pt x="3" y="264"/>
                </a:cubicBezTo>
                <a:cubicBezTo>
                  <a:pt x="1" y="262"/>
                  <a:pt x="0" y="259"/>
                  <a:pt x="0" y="25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5" y="2"/>
                  <a:pt x="8" y="0"/>
                  <a:pt x="11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6" y="0"/>
                  <a:pt x="39" y="2"/>
                  <a:pt x="41" y="4"/>
                </a:cubicBezTo>
                <a:cubicBezTo>
                  <a:pt x="43" y="6"/>
                  <a:pt x="44" y="9"/>
                  <a:pt x="44" y="12"/>
                </a:cubicBezTo>
                <a:cubicBezTo>
                  <a:pt x="44" y="129"/>
                  <a:pt x="44" y="129"/>
                  <a:pt x="44" y="129"/>
                </a:cubicBezTo>
                <a:cubicBezTo>
                  <a:pt x="45" y="128"/>
                  <a:pt x="45" y="127"/>
                  <a:pt x="46" y="126"/>
                </a:cubicBezTo>
                <a:lnTo>
                  <a:pt x="17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6" name="Freeform 104"/>
          <p:cNvSpPr>
            <a:spLocks/>
          </p:cNvSpPr>
          <p:nvPr/>
        </p:nvSpPr>
        <p:spPr bwMode="auto">
          <a:xfrm>
            <a:off x="1222376" y="3735250"/>
            <a:ext cx="192088" cy="288925"/>
          </a:xfrm>
          <a:custGeom>
            <a:avLst/>
            <a:gdLst>
              <a:gd name="T0" fmla="*/ 8 w 178"/>
              <a:gd name="T1" fmla="*/ 265 h 268"/>
              <a:gd name="T2" fmla="*/ 2 w 178"/>
              <a:gd name="T3" fmla="*/ 267 h 268"/>
              <a:gd name="T4" fmla="*/ 0 w 178"/>
              <a:gd name="T5" fmla="*/ 262 h 268"/>
              <a:gd name="T6" fmla="*/ 0 w 178"/>
              <a:gd name="T7" fmla="*/ 6 h 268"/>
              <a:gd name="T8" fmla="*/ 2 w 178"/>
              <a:gd name="T9" fmla="*/ 0 h 268"/>
              <a:gd name="T10" fmla="*/ 8 w 178"/>
              <a:gd name="T11" fmla="*/ 3 h 268"/>
              <a:gd name="T12" fmla="*/ 131 w 178"/>
              <a:gd name="T13" fmla="*/ 126 h 268"/>
              <a:gd name="T14" fmla="*/ 133 w 178"/>
              <a:gd name="T15" fmla="*/ 129 h 268"/>
              <a:gd name="T16" fmla="*/ 133 w 178"/>
              <a:gd name="T17" fmla="*/ 12 h 268"/>
              <a:gd name="T18" fmla="*/ 137 w 178"/>
              <a:gd name="T19" fmla="*/ 4 h 268"/>
              <a:gd name="T20" fmla="*/ 144 w 178"/>
              <a:gd name="T21" fmla="*/ 0 h 268"/>
              <a:gd name="T22" fmla="*/ 167 w 178"/>
              <a:gd name="T23" fmla="*/ 0 h 268"/>
              <a:gd name="T24" fmla="*/ 175 w 178"/>
              <a:gd name="T25" fmla="*/ 4 h 268"/>
              <a:gd name="T26" fmla="*/ 178 w 178"/>
              <a:gd name="T27" fmla="*/ 12 h 268"/>
              <a:gd name="T28" fmla="*/ 178 w 178"/>
              <a:gd name="T29" fmla="*/ 256 h 268"/>
              <a:gd name="T30" fmla="*/ 175 w 178"/>
              <a:gd name="T31" fmla="*/ 264 h 268"/>
              <a:gd name="T32" fmla="*/ 167 w 178"/>
              <a:gd name="T33" fmla="*/ 267 h 268"/>
              <a:gd name="T34" fmla="*/ 144 w 178"/>
              <a:gd name="T35" fmla="*/ 267 h 268"/>
              <a:gd name="T36" fmla="*/ 137 w 178"/>
              <a:gd name="T37" fmla="*/ 264 h 268"/>
              <a:gd name="T38" fmla="*/ 133 w 178"/>
              <a:gd name="T39" fmla="*/ 256 h 268"/>
              <a:gd name="T40" fmla="*/ 133 w 178"/>
              <a:gd name="T41" fmla="*/ 138 h 268"/>
              <a:gd name="T42" fmla="*/ 131 w 178"/>
              <a:gd name="T43" fmla="*/ 142 h 268"/>
              <a:gd name="T44" fmla="*/ 8 w 178"/>
              <a:gd name="T45" fmla="*/ 265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8" h="268">
                <a:moveTo>
                  <a:pt x="8" y="265"/>
                </a:moveTo>
                <a:cubicBezTo>
                  <a:pt x="5" y="267"/>
                  <a:pt x="4" y="268"/>
                  <a:pt x="2" y="267"/>
                </a:cubicBezTo>
                <a:cubicBezTo>
                  <a:pt x="1" y="267"/>
                  <a:pt x="0" y="265"/>
                  <a:pt x="0" y="262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1" y="1"/>
                  <a:pt x="2" y="0"/>
                </a:cubicBezTo>
                <a:cubicBezTo>
                  <a:pt x="4" y="0"/>
                  <a:pt x="5" y="0"/>
                  <a:pt x="8" y="3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32" y="127"/>
                  <a:pt x="133" y="128"/>
                  <a:pt x="133" y="129"/>
                </a:cubicBezTo>
                <a:cubicBezTo>
                  <a:pt x="133" y="12"/>
                  <a:pt x="133" y="12"/>
                  <a:pt x="133" y="12"/>
                </a:cubicBezTo>
                <a:cubicBezTo>
                  <a:pt x="133" y="9"/>
                  <a:pt x="134" y="6"/>
                  <a:pt x="137" y="4"/>
                </a:cubicBezTo>
                <a:cubicBezTo>
                  <a:pt x="139" y="2"/>
                  <a:pt x="141" y="0"/>
                  <a:pt x="144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70" y="0"/>
                  <a:pt x="172" y="2"/>
                  <a:pt x="175" y="4"/>
                </a:cubicBezTo>
                <a:cubicBezTo>
                  <a:pt x="177" y="6"/>
                  <a:pt x="178" y="9"/>
                  <a:pt x="178" y="12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78" y="259"/>
                  <a:pt x="177" y="262"/>
                  <a:pt x="175" y="264"/>
                </a:cubicBezTo>
                <a:cubicBezTo>
                  <a:pt x="172" y="266"/>
                  <a:pt x="170" y="267"/>
                  <a:pt x="167" y="267"/>
                </a:cubicBezTo>
                <a:cubicBezTo>
                  <a:pt x="144" y="267"/>
                  <a:pt x="144" y="267"/>
                  <a:pt x="144" y="267"/>
                </a:cubicBezTo>
                <a:cubicBezTo>
                  <a:pt x="141" y="267"/>
                  <a:pt x="139" y="266"/>
                  <a:pt x="137" y="264"/>
                </a:cubicBezTo>
                <a:cubicBezTo>
                  <a:pt x="134" y="262"/>
                  <a:pt x="133" y="259"/>
                  <a:pt x="133" y="256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40"/>
                  <a:pt x="132" y="141"/>
                  <a:pt x="131" y="142"/>
                </a:cubicBezTo>
                <a:lnTo>
                  <a:pt x="8" y="26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7" name="Freeform 105"/>
          <p:cNvSpPr>
            <a:spLocks noEditPoints="1"/>
          </p:cNvSpPr>
          <p:nvPr/>
        </p:nvSpPr>
        <p:spPr bwMode="auto">
          <a:xfrm>
            <a:off x="3770313" y="2873238"/>
            <a:ext cx="265113" cy="287338"/>
          </a:xfrm>
          <a:custGeom>
            <a:avLst/>
            <a:gdLst>
              <a:gd name="T0" fmla="*/ 222 w 245"/>
              <a:gd name="T1" fmla="*/ 100 h 267"/>
              <a:gd name="T2" fmla="*/ 219 w 245"/>
              <a:gd name="T3" fmla="*/ 92 h 267"/>
              <a:gd name="T4" fmla="*/ 211 w 245"/>
              <a:gd name="T5" fmla="*/ 89 h 267"/>
              <a:gd name="T6" fmla="*/ 203 w 245"/>
              <a:gd name="T7" fmla="*/ 92 h 267"/>
              <a:gd name="T8" fmla="*/ 200 w 245"/>
              <a:gd name="T9" fmla="*/ 100 h 267"/>
              <a:gd name="T10" fmla="*/ 203 w 245"/>
              <a:gd name="T11" fmla="*/ 108 h 267"/>
              <a:gd name="T12" fmla="*/ 211 w 245"/>
              <a:gd name="T13" fmla="*/ 111 h 267"/>
              <a:gd name="T14" fmla="*/ 219 w 245"/>
              <a:gd name="T15" fmla="*/ 108 h 267"/>
              <a:gd name="T16" fmla="*/ 222 w 245"/>
              <a:gd name="T17" fmla="*/ 100 h 267"/>
              <a:gd name="T18" fmla="*/ 245 w 245"/>
              <a:gd name="T19" fmla="*/ 100 h 267"/>
              <a:gd name="T20" fmla="*/ 238 w 245"/>
              <a:gd name="T21" fmla="*/ 120 h 267"/>
              <a:gd name="T22" fmla="*/ 222 w 245"/>
              <a:gd name="T23" fmla="*/ 132 h 267"/>
              <a:gd name="T24" fmla="*/ 222 w 245"/>
              <a:gd name="T25" fmla="*/ 200 h 267"/>
              <a:gd name="T26" fmla="*/ 199 w 245"/>
              <a:gd name="T27" fmla="*/ 248 h 267"/>
              <a:gd name="T28" fmla="*/ 144 w 245"/>
              <a:gd name="T29" fmla="*/ 267 h 267"/>
              <a:gd name="T30" fmla="*/ 89 w 245"/>
              <a:gd name="T31" fmla="*/ 248 h 267"/>
              <a:gd name="T32" fmla="*/ 67 w 245"/>
              <a:gd name="T33" fmla="*/ 200 h 267"/>
              <a:gd name="T34" fmla="*/ 67 w 245"/>
              <a:gd name="T35" fmla="*/ 177 h 267"/>
              <a:gd name="T36" fmla="*/ 19 w 245"/>
              <a:gd name="T37" fmla="*/ 155 h 267"/>
              <a:gd name="T38" fmla="*/ 0 w 245"/>
              <a:gd name="T39" fmla="*/ 111 h 267"/>
              <a:gd name="T40" fmla="*/ 0 w 245"/>
              <a:gd name="T41" fmla="*/ 22 h 267"/>
              <a:gd name="T42" fmla="*/ 3 w 245"/>
              <a:gd name="T43" fmla="*/ 15 h 267"/>
              <a:gd name="T44" fmla="*/ 11 w 245"/>
              <a:gd name="T45" fmla="*/ 11 h 267"/>
              <a:gd name="T46" fmla="*/ 14 w 245"/>
              <a:gd name="T47" fmla="*/ 12 h 267"/>
              <a:gd name="T48" fmla="*/ 22 w 245"/>
              <a:gd name="T49" fmla="*/ 3 h 267"/>
              <a:gd name="T50" fmla="*/ 33 w 245"/>
              <a:gd name="T51" fmla="*/ 0 h 267"/>
              <a:gd name="T52" fmla="*/ 49 w 245"/>
              <a:gd name="T53" fmla="*/ 7 h 267"/>
              <a:gd name="T54" fmla="*/ 55 w 245"/>
              <a:gd name="T55" fmla="*/ 22 h 267"/>
              <a:gd name="T56" fmla="*/ 49 w 245"/>
              <a:gd name="T57" fmla="*/ 38 h 267"/>
              <a:gd name="T58" fmla="*/ 33 w 245"/>
              <a:gd name="T59" fmla="*/ 45 h 267"/>
              <a:gd name="T60" fmla="*/ 22 w 245"/>
              <a:gd name="T61" fmla="*/ 41 h 267"/>
              <a:gd name="T62" fmla="*/ 22 w 245"/>
              <a:gd name="T63" fmla="*/ 111 h 267"/>
              <a:gd name="T64" fmla="*/ 38 w 245"/>
              <a:gd name="T65" fmla="*/ 143 h 267"/>
              <a:gd name="T66" fmla="*/ 78 w 245"/>
              <a:gd name="T67" fmla="*/ 156 h 267"/>
              <a:gd name="T68" fmla="*/ 117 w 245"/>
              <a:gd name="T69" fmla="*/ 143 h 267"/>
              <a:gd name="T70" fmla="*/ 133 w 245"/>
              <a:gd name="T71" fmla="*/ 111 h 267"/>
              <a:gd name="T72" fmla="*/ 133 w 245"/>
              <a:gd name="T73" fmla="*/ 41 h 267"/>
              <a:gd name="T74" fmla="*/ 122 w 245"/>
              <a:gd name="T75" fmla="*/ 45 h 267"/>
              <a:gd name="T76" fmla="*/ 106 w 245"/>
              <a:gd name="T77" fmla="*/ 38 h 267"/>
              <a:gd name="T78" fmla="*/ 100 w 245"/>
              <a:gd name="T79" fmla="*/ 22 h 267"/>
              <a:gd name="T80" fmla="*/ 106 w 245"/>
              <a:gd name="T81" fmla="*/ 7 h 267"/>
              <a:gd name="T82" fmla="*/ 122 w 245"/>
              <a:gd name="T83" fmla="*/ 0 h 267"/>
              <a:gd name="T84" fmla="*/ 133 w 245"/>
              <a:gd name="T85" fmla="*/ 3 h 267"/>
              <a:gd name="T86" fmla="*/ 142 w 245"/>
              <a:gd name="T87" fmla="*/ 12 h 267"/>
              <a:gd name="T88" fmla="*/ 144 w 245"/>
              <a:gd name="T89" fmla="*/ 11 h 267"/>
              <a:gd name="T90" fmla="*/ 152 w 245"/>
              <a:gd name="T91" fmla="*/ 15 h 267"/>
              <a:gd name="T92" fmla="*/ 156 w 245"/>
              <a:gd name="T93" fmla="*/ 22 h 267"/>
              <a:gd name="T94" fmla="*/ 156 w 245"/>
              <a:gd name="T95" fmla="*/ 111 h 267"/>
              <a:gd name="T96" fmla="*/ 136 w 245"/>
              <a:gd name="T97" fmla="*/ 155 h 267"/>
              <a:gd name="T98" fmla="*/ 89 w 245"/>
              <a:gd name="T99" fmla="*/ 177 h 267"/>
              <a:gd name="T100" fmla="*/ 89 w 245"/>
              <a:gd name="T101" fmla="*/ 200 h 267"/>
              <a:gd name="T102" fmla="*/ 105 w 245"/>
              <a:gd name="T103" fmla="*/ 232 h 267"/>
              <a:gd name="T104" fmla="*/ 144 w 245"/>
              <a:gd name="T105" fmla="*/ 245 h 267"/>
              <a:gd name="T106" fmla="*/ 184 w 245"/>
              <a:gd name="T107" fmla="*/ 232 h 267"/>
              <a:gd name="T108" fmla="*/ 200 w 245"/>
              <a:gd name="T109" fmla="*/ 200 h 267"/>
              <a:gd name="T110" fmla="*/ 200 w 245"/>
              <a:gd name="T111" fmla="*/ 132 h 267"/>
              <a:gd name="T112" fmla="*/ 184 w 245"/>
              <a:gd name="T113" fmla="*/ 120 h 267"/>
              <a:gd name="T114" fmla="*/ 178 w 245"/>
              <a:gd name="T115" fmla="*/ 100 h 267"/>
              <a:gd name="T116" fmla="*/ 188 w 245"/>
              <a:gd name="T117" fmla="*/ 77 h 267"/>
              <a:gd name="T118" fmla="*/ 211 w 245"/>
              <a:gd name="T119" fmla="*/ 67 h 267"/>
              <a:gd name="T120" fmla="*/ 235 w 245"/>
              <a:gd name="T121" fmla="*/ 77 h 267"/>
              <a:gd name="T122" fmla="*/ 245 w 245"/>
              <a:gd name="T123" fmla="*/ 10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5" h="267">
                <a:moveTo>
                  <a:pt x="222" y="100"/>
                </a:moveTo>
                <a:cubicBezTo>
                  <a:pt x="222" y="97"/>
                  <a:pt x="221" y="95"/>
                  <a:pt x="219" y="92"/>
                </a:cubicBezTo>
                <a:cubicBezTo>
                  <a:pt x="217" y="90"/>
                  <a:pt x="214" y="89"/>
                  <a:pt x="211" y="89"/>
                </a:cubicBezTo>
                <a:cubicBezTo>
                  <a:pt x="208" y="89"/>
                  <a:pt x="206" y="90"/>
                  <a:pt x="203" y="92"/>
                </a:cubicBezTo>
                <a:cubicBezTo>
                  <a:pt x="201" y="95"/>
                  <a:pt x="200" y="97"/>
                  <a:pt x="200" y="100"/>
                </a:cubicBezTo>
                <a:cubicBezTo>
                  <a:pt x="200" y="103"/>
                  <a:pt x="201" y="106"/>
                  <a:pt x="203" y="108"/>
                </a:cubicBezTo>
                <a:cubicBezTo>
                  <a:pt x="206" y="110"/>
                  <a:pt x="208" y="111"/>
                  <a:pt x="211" y="111"/>
                </a:cubicBezTo>
                <a:cubicBezTo>
                  <a:pt x="214" y="111"/>
                  <a:pt x="217" y="110"/>
                  <a:pt x="219" y="108"/>
                </a:cubicBezTo>
                <a:cubicBezTo>
                  <a:pt x="221" y="106"/>
                  <a:pt x="222" y="103"/>
                  <a:pt x="222" y="100"/>
                </a:cubicBezTo>
                <a:close/>
                <a:moveTo>
                  <a:pt x="245" y="100"/>
                </a:moveTo>
                <a:cubicBezTo>
                  <a:pt x="245" y="107"/>
                  <a:pt x="243" y="114"/>
                  <a:pt x="238" y="120"/>
                </a:cubicBezTo>
                <a:cubicBezTo>
                  <a:pt x="234" y="125"/>
                  <a:pt x="229" y="129"/>
                  <a:pt x="222" y="132"/>
                </a:cubicBezTo>
                <a:cubicBezTo>
                  <a:pt x="222" y="200"/>
                  <a:pt x="222" y="200"/>
                  <a:pt x="222" y="200"/>
                </a:cubicBezTo>
                <a:cubicBezTo>
                  <a:pt x="222" y="219"/>
                  <a:pt x="215" y="235"/>
                  <a:pt x="199" y="248"/>
                </a:cubicBezTo>
                <a:cubicBezTo>
                  <a:pt x="184" y="261"/>
                  <a:pt x="166" y="267"/>
                  <a:pt x="144" y="267"/>
                </a:cubicBezTo>
                <a:cubicBezTo>
                  <a:pt x="123" y="267"/>
                  <a:pt x="105" y="261"/>
                  <a:pt x="89" y="248"/>
                </a:cubicBezTo>
                <a:cubicBezTo>
                  <a:pt x="74" y="235"/>
                  <a:pt x="67" y="219"/>
                  <a:pt x="67" y="200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48" y="175"/>
                  <a:pt x="32" y="168"/>
                  <a:pt x="19" y="155"/>
                </a:cubicBezTo>
                <a:cubicBezTo>
                  <a:pt x="6" y="143"/>
                  <a:pt x="0" y="128"/>
                  <a:pt x="0" y="111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9"/>
                  <a:pt x="1" y="17"/>
                  <a:pt x="3" y="15"/>
                </a:cubicBezTo>
                <a:cubicBezTo>
                  <a:pt x="5" y="12"/>
                  <a:pt x="8" y="11"/>
                  <a:pt x="11" y="11"/>
                </a:cubicBezTo>
                <a:cubicBezTo>
                  <a:pt x="12" y="11"/>
                  <a:pt x="13" y="11"/>
                  <a:pt x="14" y="12"/>
                </a:cubicBezTo>
                <a:cubicBezTo>
                  <a:pt x="16" y="8"/>
                  <a:pt x="18" y="5"/>
                  <a:pt x="22" y="3"/>
                </a:cubicBezTo>
                <a:cubicBezTo>
                  <a:pt x="25" y="1"/>
                  <a:pt x="29" y="0"/>
                  <a:pt x="33" y="0"/>
                </a:cubicBezTo>
                <a:cubicBezTo>
                  <a:pt x="39" y="0"/>
                  <a:pt x="45" y="2"/>
                  <a:pt x="49" y="7"/>
                </a:cubicBezTo>
                <a:cubicBezTo>
                  <a:pt x="53" y="11"/>
                  <a:pt x="55" y="16"/>
                  <a:pt x="55" y="22"/>
                </a:cubicBezTo>
                <a:cubicBezTo>
                  <a:pt x="55" y="29"/>
                  <a:pt x="53" y="34"/>
                  <a:pt x="49" y="38"/>
                </a:cubicBezTo>
                <a:cubicBezTo>
                  <a:pt x="45" y="42"/>
                  <a:pt x="39" y="45"/>
                  <a:pt x="33" y="45"/>
                </a:cubicBezTo>
                <a:cubicBezTo>
                  <a:pt x="29" y="45"/>
                  <a:pt x="26" y="44"/>
                  <a:pt x="22" y="41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2" y="124"/>
                  <a:pt x="27" y="134"/>
                  <a:pt x="38" y="143"/>
                </a:cubicBezTo>
                <a:cubicBezTo>
                  <a:pt x="49" y="152"/>
                  <a:pt x="62" y="156"/>
                  <a:pt x="78" y="156"/>
                </a:cubicBezTo>
                <a:cubicBezTo>
                  <a:pt x="93" y="156"/>
                  <a:pt x="106" y="152"/>
                  <a:pt x="117" y="143"/>
                </a:cubicBezTo>
                <a:cubicBezTo>
                  <a:pt x="128" y="134"/>
                  <a:pt x="133" y="124"/>
                  <a:pt x="133" y="111"/>
                </a:cubicBezTo>
                <a:cubicBezTo>
                  <a:pt x="133" y="41"/>
                  <a:pt x="133" y="41"/>
                  <a:pt x="133" y="41"/>
                </a:cubicBezTo>
                <a:cubicBezTo>
                  <a:pt x="130" y="44"/>
                  <a:pt x="126" y="45"/>
                  <a:pt x="122" y="45"/>
                </a:cubicBezTo>
                <a:cubicBezTo>
                  <a:pt x="116" y="45"/>
                  <a:pt x="111" y="42"/>
                  <a:pt x="106" y="38"/>
                </a:cubicBezTo>
                <a:cubicBezTo>
                  <a:pt x="102" y="34"/>
                  <a:pt x="100" y="29"/>
                  <a:pt x="100" y="22"/>
                </a:cubicBezTo>
                <a:cubicBezTo>
                  <a:pt x="100" y="16"/>
                  <a:pt x="102" y="11"/>
                  <a:pt x="106" y="7"/>
                </a:cubicBezTo>
                <a:cubicBezTo>
                  <a:pt x="111" y="2"/>
                  <a:pt x="116" y="0"/>
                  <a:pt x="122" y="0"/>
                </a:cubicBezTo>
                <a:cubicBezTo>
                  <a:pt x="126" y="0"/>
                  <a:pt x="130" y="1"/>
                  <a:pt x="133" y="3"/>
                </a:cubicBezTo>
                <a:cubicBezTo>
                  <a:pt x="137" y="5"/>
                  <a:pt x="140" y="8"/>
                  <a:pt x="142" y="12"/>
                </a:cubicBezTo>
                <a:cubicBezTo>
                  <a:pt x="143" y="11"/>
                  <a:pt x="144" y="11"/>
                  <a:pt x="144" y="11"/>
                </a:cubicBezTo>
                <a:cubicBezTo>
                  <a:pt x="147" y="11"/>
                  <a:pt x="150" y="12"/>
                  <a:pt x="152" y="15"/>
                </a:cubicBezTo>
                <a:cubicBezTo>
                  <a:pt x="154" y="17"/>
                  <a:pt x="156" y="19"/>
                  <a:pt x="156" y="22"/>
                </a:cubicBezTo>
                <a:cubicBezTo>
                  <a:pt x="156" y="111"/>
                  <a:pt x="156" y="111"/>
                  <a:pt x="156" y="111"/>
                </a:cubicBezTo>
                <a:cubicBezTo>
                  <a:pt x="156" y="128"/>
                  <a:pt x="149" y="143"/>
                  <a:pt x="136" y="155"/>
                </a:cubicBezTo>
                <a:cubicBezTo>
                  <a:pt x="124" y="168"/>
                  <a:pt x="108" y="175"/>
                  <a:pt x="89" y="177"/>
                </a:cubicBezTo>
                <a:cubicBezTo>
                  <a:pt x="89" y="200"/>
                  <a:pt x="89" y="200"/>
                  <a:pt x="89" y="200"/>
                </a:cubicBezTo>
                <a:cubicBezTo>
                  <a:pt x="89" y="213"/>
                  <a:pt x="94" y="223"/>
                  <a:pt x="105" y="232"/>
                </a:cubicBezTo>
                <a:cubicBezTo>
                  <a:pt x="116" y="241"/>
                  <a:pt x="129" y="245"/>
                  <a:pt x="144" y="245"/>
                </a:cubicBezTo>
                <a:cubicBezTo>
                  <a:pt x="160" y="245"/>
                  <a:pt x="173" y="241"/>
                  <a:pt x="184" y="232"/>
                </a:cubicBezTo>
                <a:cubicBezTo>
                  <a:pt x="195" y="223"/>
                  <a:pt x="200" y="213"/>
                  <a:pt x="200" y="200"/>
                </a:cubicBezTo>
                <a:cubicBezTo>
                  <a:pt x="200" y="132"/>
                  <a:pt x="200" y="132"/>
                  <a:pt x="200" y="132"/>
                </a:cubicBezTo>
                <a:cubicBezTo>
                  <a:pt x="193" y="129"/>
                  <a:pt x="188" y="125"/>
                  <a:pt x="184" y="120"/>
                </a:cubicBezTo>
                <a:cubicBezTo>
                  <a:pt x="180" y="114"/>
                  <a:pt x="178" y="107"/>
                  <a:pt x="178" y="100"/>
                </a:cubicBezTo>
                <a:cubicBezTo>
                  <a:pt x="178" y="91"/>
                  <a:pt x="181" y="83"/>
                  <a:pt x="188" y="77"/>
                </a:cubicBezTo>
                <a:cubicBezTo>
                  <a:pt x="194" y="70"/>
                  <a:pt x="202" y="67"/>
                  <a:pt x="211" y="67"/>
                </a:cubicBezTo>
                <a:cubicBezTo>
                  <a:pt x="220" y="67"/>
                  <a:pt x="228" y="70"/>
                  <a:pt x="235" y="77"/>
                </a:cubicBezTo>
                <a:cubicBezTo>
                  <a:pt x="241" y="83"/>
                  <a:pt x="245" y="91"/>
                  <a:pt x="245" y="1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8" name="Freeform 106"/>
          <p:cNvSpPr>
            <a:spLocks/>
          </p:cNvSpPr>
          <p:nvPr/>
        </p:nvSpPr>
        <p:spPr bwMode="auto">
          <a:xfrm>
            <a:off x="1173163" y="3303450"/>
            <a:ext cx="288925" cy="288925"/>
          </a:xfrm>
          <a:custGeom>
            <a:avLst/>
            <a:gdLst>
              <a:gd name="T0" fmla="*/ 267 w 267"/>
              <a:gd name="T1" fmla="*/ 11 h 267"/>
              <a:gd name="T2" fmla="*/ 267 w 267"/>
              <a:gd name="T3" fmla="*/ 256 h 267"/>
              <a:gd name="T4" fmla="*/ 264 w 267"/>
              <a:gd name="T5" fmla="*/ 264 h 267"/>
              <a:gd name="T6" fmla="*/ 256 w 267"/>
              <a:gd name="T7" fmla="*/ 267 h 267"/>
              <a:gd name="T8" fmla="*/ 11 w 267"/>
              <a:gd name="T9" fmla="*/ 267 h 267"/>
              <a:gd name="T10" fmla="*/ 4 w 267"/>
              <a:gd name="T11" fmla="*/ 264 h 267"/>
              <a:gd name="T12" fmla="*/ 0 w 267"/>
              <a:gd name="T13" fmla="*/ 256 h 267"/>
              <a:gd name="T14" fmla="*/ 0 w 267"/>
              <a:gd name="T15" fmla="*/ 11 h 267"/>
              <a:gd name="T16" fmla="*/ 4 w 267"/>
              <a:gd name="T17" fmla="*/ 4 h 267"/>
              <a:gd name="T18" fmla="*/ 11 w 267"/>
              <a:gd name="T19" fmla="*/ 0 h 267"/>
              <a:gd name="T20" fmla="*/ 256 w 267"/>
              <a:gd name="T21" fmla="*/ 0 h 267"/>
              <a:gd name="T22" fmla="*/ 264 w 267"/>
              <a:gd name="T23" fmla="*/ 4 h 267"/>
              <a:gd name="T24" fmla="*/ 267 w 267"/>
              <a:gd name="T25" fmla="*/ 11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267">
                <a:moveTo>
                  <a:pt x="267" y="11"/>
                </a:moveTo>
                <a:cubicBezTo>
                  <a:pt x="267" y="256"/>
                  <a:pt x="267" y="256"/>
                  <a:pt x="267" y="256"/>
                </a:cubicBezTo>
                <a:cubicBezTo>
                  <a:pt x="267" y="259"/>
                  <a:pt x="266" y="262"/>
                  <a:pt x="264" y="264"/>
                </a:cubicBezTo>
                <a:cubicBezTo>
                  <a:pt x="262" y="266"/>
                  <a:pt x="259" y="267"/>
                  <a:pt x="256" y="267"/>
                </a:cubicBezTo>
                <a:cubicBezTo>
                  <a:pt x="11" y="267"/>
                  <a:pt x="11" y="267"/>
                  <a:pt x="11" y="267"/>
                </a:cubicBezTo>
                <a:cubicBezTo>
                  <a:pt x="8" y="267"/>
                  <a:pt x="6" y="266"/>
                  <a:pt x="4" y="264"/>
                </a:cubicBezTo>
                <a:cubicBezTo>
                  <a:pt x="1" y="262"/>
                  <a:pt x="0" y="259"/>
                  <a:pt x="0" y="256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4" y="4"/>
                </a:cubicBezTo>
                <a:cubicBezTo>
                  <a:pt x="6" y="1"/>
                  <a:pt x="8" y="0"/>
                  <a:pt x="11" y="0"/>
                </a:cubicBezTo>
                <a:cubicBezTo>
                  <a:pt x="256" y="0"/>
                  <a:pt x="256" y="0"/>
                  <a:pt x="256" y="0"/>
                </a:cubicBezTo>
                <a:cubicBezTo>
                  <a:pt x="259" y="0"/>
                  <a:pt x="262" y="1"/>
                  <a:pt x="264" y="4"/>
                </a:cubicBezTo>
                <a:cubicBezTo>
                  <a:pt x="266" y="6"/>
                  <a:pt x="267" y="8"/>
                  <a:pt x="267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9" name="Freeform 107"/>
          <p:cNvSpPr>
            <a:spLocks noEditPoints="1"/>
          </p:cNvSpPr>
          <p:nvPr/>
        </p:nvSpPr>
        <p:spPr bwMode="auto">
          <a:xfrm>
            <a:off x="754063" y="3282813"/>
            <a:ext cx="265113" cy="331788"/>
          </a:xfrm>
          <a:custGeom>
            <a:avLst/>
            <a:gdLst>
              <a:gd name="T0" fmla="*/ 234 w 245"/>
              <a:gd name="T1" fmla="*/ 281 h 306"/>
              <a:gd name="T2" fmla="*/ 167 w 245"/>
              <a:gd name="T3" fmla="*/ 303 h 306"/>
              <a:gd name="T4" fmla="*/ 79 w 245"/>
              <a:gd name="T5" fmla="*/ 303 h 306"/>
              <a:gd name="T6" fmla="*/ 11 w 245"/>
              <a:gd name="T7" fmla="*/ 281 h 306"/>
              <a:gd name="T8" fmla="*/ 6 w 245"/>
              <a:gd name="T9" fmla="*/ 246 h 306"/>
              <a:gd name="T10" fmla="*/ 42 w 245"/>
              <a:gd name="T11" fmla="*/ 227 h 306"/>
              <a:gd name="T12" fmla="*/ 73 w 245"/>
              <a:gd name="T13" fmla="*/ 223 h 306"/>
              <a:gd name="T14" fmla="*/ 76 w 245"/>
              <a:gd name="T15" fmla="*/ 239 h 306"/>
              <a:gd name="T16" fmla="*/ 51 w 245"/>
              <a:gd name="T17" fmla="*/ 247 h 306"/>
              <a:gd name="T18" fmla="*/ 29 w 245"/>
              <a:gd name="T19" fmla="*/ 256 h 306"/>
              <a:gd name="T20" fmla="*/ 23 w 245"/>
              <a:gd name="T21" fmla="*/ 261 h 306"/>
              <a:gd name="T22" fmla="*/ 40 w 245"/>
              <a:gd name="T23" fmla="*/ 272 h 306"/>
              <a:gd name="T24" fmla="*/ 88 w 245"/>
              <a:gd name="T25" fmla="*/ 282 h 306"/>
              <a:gd name="T26" fmla="*/ 158 w 245"/>
              <a:gd name="T27" fmla="*/ 282 h 306"/>
              <a:gd name="T28" fmla="*/ 205 w 245"/>
              <a:gd name="T29" fmla="*/ 272 h 306"/>
              <a:gd name="T30" fmla="*/ 223 w 245"/>
              <a:gd name="T31" fmla="*/ 261 h 306"/>
              <a:gd name="T32" fmla="*/ 217 w 245"/>
              <a:gd name="T33" fmla="*/ 256 h 306"/>
              <a:gd name="T34" fmla="*/ 195 w 245"/>
              <a:gd name="T35" fmla="*/ 247 h 306"/>
              <a:gd name="T36" fmla="*/ 169 w 245"/>
              <a:gd name="T37" fmla="*/ 239 h 306"/>
              <a:gd name="T38" fmla="*/ 172 w 245"/>
              <a:gd name="T39" fmla="*/ 223 h 306"/>
              <a:gd name="T40" fmla="*/ 203 w 245"/>
              <a:gd name="T41" fmla="*/ 227 h 306"/>
              <a:gd name="T42" fmla="*/ 239 w 245"/>
              <a:gd name="T43" fmla="*/ 246 h 306"/>
              <a:gd name="T44" fmla="*/ 178 w 245"/>
              <a:gd name="T45" fmla="*/ 106 h 306"/>
              <a:gd name="T46" fmla="*/ 175 w 245"/>
              <a:gd name="T47" fmla="*/ 180 h 306"/>
              <a:gd name="T48" fmla="*/ 156 w 245"/>
              <a:gd name="T49" fmla="*/ 183 h 306"/>
              <a:gd name="T50" fmla="*/ 153 w 245"/>
              <a:gd name="T51" fmla="*/ 258 h 306"/>
              <a:gd name="T52" fmla="*/ 100 w 245"/>
              <a:gd name="T53" fmla="*/ 261 h 306"/>
              <a:gd name="T54" fmla="*/ 89 w 245"/>
              <a:gd name="T55" fmla="*/ 250 h 306"/>
              <a:gd name="T56" fmla="*/ 78 w 245"/>
              <a:gd name="T57" fmla="*/ 183 h 306"/>
              <a:gd name="T58" fmla="*/ 67 w 245"/>
              <a:gd name="T59" fmla="*/ 172 h 306"/>
              <a:gd name="T60" fmla="*/ 74 w 245"/>
              <a:gd name="T61" fmla="*/ 90 h 306"/>
              <a:gd name="T62" fmla="*/ 156 w 245"/>
              <a:gd name="T63" fmla="*/ 83 h 306"/>
              <a:gd name="T64" fmla="*/ 178 w 245"/>
              <a:gd name="T65" fmla="*/ 106 h 306"/>
              <a:gd name="T66" fmla="*/ 150 w 245"/>
              <a:gd name="T67" fmla="*/ 66 h 306"/>
              <a:gd name="T68" fmla="*/ 95 w 245"/>
              <a:gd name="T69" fmla="*/ 66 h 306"/>
              <a:gd name="T70" fmla="*/ 95 w 245"/>
              <a:gd name="T71" fmla="*/ 11 h 306"/>
              <a:gd name="T72" fmla="*/ 150 w 245"/>
              <a:gd name="T73" fmla="*/ 11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45" h="306">
                <a:moveTo>
                  <a:pt x="245" y="261"/>
                </a:moveTo>
                <a:cubicBezTo>
                  <a:pt x="245" y="269"/>
                  <a:pt x="242" y="275"/>
                  <a:pt x="234" y="281"/>
                </a:cubicBezTo>
                <a:cubicBezTo>
                  <a:pt x="227" y="287"/>
                  <a:pt x="218" y="292"/>
                  <a:pt x="206" y="295"/>
                </a:cubicBezTo>
                <a:cubicBezTo>
                  <a:pt x="194" y="299"/>
                  <a:pt x="181" y="301"/>
                  <a:pt x="167" y="303"/>
                </a:cubicBezTo>
                <a:cubicBezTo>
                  <a:pt x="153" y="305"/>
                  <a:pt x="138" y="306"/>
                  <a:pt x="123" y="306"/>
                </a:cubicBezTo>
                <a:cubicBezTo>
                  <a:pt x="108" y="306"/>
                  <a:pt x="93" y="305"/>
                  <a:pt x="79" y="303"/>
                </a:cubicBezTo>
                <a:cubicBezTo>
                  <a:pt x="64" y="301"/>
                  <a:pt x="51" y="299"/>
                  <a:pt x="39" y="295"/>
                </a:cubicBezTo>
                <a:cubicBezTo>
                  <a:pt x="28" y="292"/>
                  <a:pt x="18" y="287"/>
                  <a:pt x="11" y="281"/>
                </a:cubicBezTo>
                <a:cubicBezTo>
                  <a:pt x="4" y="275"/>
                  <a:pt x="0" y="269"/>
                  <a:pt x="0" y="261"/>
                </a:cubicBezTo>
                <a:cubicBezTo>
                  <a:pt x="0" y="256"/>
                  <a:pt x="2" y="250"/>
                  <a:pt x="6" y="246"/>
                </a:cubicBezTo>
                <a:cubicBezTo>
                  <a:pt x="10" y="241"/>
                  <a:pt x="15" y="237"/>
                  <a:pt x="22" y="234"/>
                </a:cubicBezTo>
                <a:cubicBezTo>
                  <a:pt x="29" y="231"/>
                  <a:pt x="35" y="229"/>
                  <a:pt x="42" y="227"/>
                </a:cubicBezTo>
                <a:cubicBezTo>
                  <a:pt x="49" y="225"/>
                  <a:pt x="57" y="223"/>
                  <a:pt x="65" y="221"/>
                </a:cubicBezTo>
                <a:cubicBezTo>
                  <a:pt x="68" y="221"/>
                  <a:pt x="71" y="222"/>
                  <a:pt x="73" y="223"/>
                </a:cubicBezTo>
                <a:cubicBezTo>
                  <a:pt x="76" y="225"/>
                  <a:pt x="78" y="228"/>
                  <a:pt x="78" y="231"/>
                </a:cubicBezTo>
                <a:cubicBezTo>
                  <a:pt x="79" y="234"/>
                  <a:pt x="78" y="236"/>
                  <a:pt x="76" y="239"/>
                </a:cubicBezTo>
                <a:cubicBezTo>
                  <a:pt x="74" y="241"/>
                  <a:pt x="72" y="243"/>
                  <a:pt x="69" y="243"/>
                </a:cubicBezTo>
                <a:cubicBezTo>
                  <a:pt x="62" y="245"/>
                  <a:pt x="56" y="246"/>
                  <a:pt x="51" y="247"/>
                </a:cubicBezTo>
                <a:cubicBezTo>
                  <a:pt x="45" y="249"/>
                  <a:pt x="41" y="251"/>
                  <a:pt x="37" y="252"/>
                </a:cubicBezTo>
                <a:cubicBezTo>
                  <a:pt x="34" y="253"/>
                  <a:pt x="31" y="255"/>
                  <a:pt x="29" y="256"/>
                </a:cubicBezTo>
                <a:cubicBezTo>
                  <a:pt x="26" y="257"/>
                  <a:pt x="25" y="258"/>
                  <a:pt x="24" y="259"/>
                </a:cubicBezTo>
                <a:cubicBezTo>
                  <a:pt x="23" y="260"/>
                  <a:pt x="23" y="261"/>
                  <a:pt x="23" y="261"/>
                </a:cubicBezTo>
                <a:cubicBezTo>
                  <a:pt x="23" y="263"/>
                  <a:pt x="24" y="264"/>
                  <a:pt x="27" y="266"/>
                </a:cubicBezTo>
                <a:cubicBezTo>
                  <a:pt x="30" y="268"/>
                  <a:pt x="34" y="270"/>
                  <a:pt x="40" y="272"/>
                </a:cubicBezTo>
                <a:cubicBezTo>
                  <a:pt x="46" y="274"/>
                  <a:pt x="52" y="276"/>
                  <a:pt x="60" y="277"/>
                </a:cubicBezTo>
                <a:cubicBezTo>
                  <a:pt x="67" y="279"/>
                  <a:pt x="77" y="281"/>
                  <a:pt x="88" y="282"/>
                </a:cubicBezTo>
                <a:cubicBezTo>
                  <a:pt x="99" y="283"/>
                  <a:pt x="110" y="284"/>
                  <a:pt x="123" y="284"/>
                </a:cubicBezTo>
                <a:cubicBezTo>
                  <a:pt x="135" y="284"/>
                  <a:pt x="147" y="283"/>
                  <a:pt x="158" y="282"/>
                </a:cubicBezTo>
                <a:cubicBezTo>
                  <a:pt x="169" y="281"/>
                  <a:pt x="178" y="279"/>
                  <a:pt x="186" y="277"/>
                </a:cubicBezTo>
                <a:cubicBezTo>
                  <a:pt x="193" y="276"/>
                  <a:pt x="200" y="274"/>
                  <a:pt x="205" y="272"/>
                </a:cubicBezTo>
                <a:cubicBezTo>
                  <a:pt x="211" y="270"/>
                  <a:pt x="215" y="268"/>
                  <a:pt x="218" y="266"/>
                </a:cubicBezTo>
                <a:cubicBezTo>
                  <a:pt x="221" y="264"/>
                  <a:pt x="223" y="263"/>
                  <a:pt x="223" y="261"/>
                </a:cubicBezTo>
                <a:cubicBezTo>
                  <a:pt x="223" y="261"/>
                  <a:pt x="222" y="260"/>
                  <a:pt x="221" y="259"/>
                </a:cubicBezTo>
                <a:cubicBezTo>
                  <a:pt x="221" y="258"/>
                  <a:pt x="219" y="257"/>
                  <a:pt x="217" y="256"/>
                </a:cubicBezTo>
                <a:cubicBezTo>
                  <a:pt x="214" y="255"/>
                  <a:pt x="211" y="253"/>
                  <a:pt x="208" y="252"/>
                </a:cubicBezTo>
                <a:cubicBezTo>
                  <a:pt x="205" y="250"/>
                  <a:pt x="200" y="249"/>
                  <a:pt x="195" y="247"/>
                </a:cubicBezTo>
                <a:cubicBezTo>
                  <a:pt x="189" y="246"/>
                  <a:pt x="183" y="245"/>
                  <a:pt x="176" y="243"/>
                </a:cubicBezTo>
                <a:cubicBezTo>
                  <a:pt x="173" y="243"/>
                  <a:pt x="171" y="241"/>
                  <a:pt x="169" y="239"/>
                </a:cubicBezTo>
                <a:cubicBezTo>
                  <a:pt x="167" y="236"/>
                  <a:pt x="167" y="234"/>
                  <a:pt x="167" y="231"/>
                </a:cubicBezTo>
                <a:cubicBezTo>
                  <a:pt x="168" y="228"/>
                  <a:pt x="169" y="225"/>
                  <a:pt x="172" y="223"/>
                </a:cubicBezTo>
                <a:cubicBezTo>
                  <a:pt x="174" y="222"/>
                  <a:pt x="177" y="221"/>
                  <a:pt x="180" y="221"/>
                </a:cubicBezTo>
                <a:cubicBezTo>
                  <a:pt x="188" y="223"/>
                  <a:pt x="196" y="225"/>
                  <a:pt x="203" y="227"/>
                </a:cubicBezTo>
                <a:cubicBezTo>
                  <a:pt x="210" y="229"/>
                  <a:pt x="217" y="231"/>
                  <a:pt x="224" y="234"/>
                </a:cubicBezTo>
                <a:cubicBezTo>
                  <a:pt x="230" y="237"/>
                  <a:pt x="236" y="241"/>
                  <a:pt x="239" y="246"/>
                </a:cubicBezTo>
                <a:cubicBezTo>
                  <a:pt x="243" y="250"/>
                  <a:pt x="245" y="256"/>
                  <a:pt x="245" y="261"/>
                </a:cubicBezTo>
                <a:close/>
                <a:moveTo>
                  <a:pt x="178" y="106"/>
                </a:moveTo>
                <a:cubicBezTo>
                  <a:pt x="178" y="172"/>
                  <a:pt x="178" y="172"/>
                  <a:pt x="178" y="172"/>
                </a:cubicBezTo>
                <a:cubicBezTo>
                  <a:pt x="178" y="175"/>
                  <a:pt x="177" y="178"/>
                  <a:pt x="175" y="180"/>
                </a:cubicBezTo>
                <a:cubicBezTo>
                  <a:pt x="173" y="182"/>
                  <a:pt x="170" y="183"/>
                  <a:pt x="167" y="183"/>
                </a:cubicBezTo>
                <a:cubicBezTo>
                  <a:pt x="156" y="183"/>
                  <a:pt x="156" y="183"/>
                  <a:pt x="156" y="183"/>
                </a:cubicBezTo>
                <a:cubicBezTo>
                  <a:pt x="156" y="250"/>
                  <a:pt x="156" y="250"/>
                  <a:pt x="156" y="250"/>
                </a:cubicBezTo>
                <a:cubicBezTo>
                  <a:pt x="156" y="253"/>
                  <a:pt x="155" y="256"/>
                  <a:pt x="153" y="258"/>
                </a:cubicBezTo>
                <a:cubicBezTo>
                  <a:pt x="151" y="260"/>
                  <a:pt x="148" y="261"/>
                  <a:pt x="145" y="261"/>
                </a:cubicBezTo>
                <a:cubicBezTo>
                  <a:pt x="100" y="261"/>
                  <a:pt x="100" y="261"/>
                  <a:pt x="100" y="261"/>
                </a:cubicBezTo>
                <a:cubicBezTo>
                  <a:pt x="97" y="261"/>
                  <a:pt x="95" y="260"/>
                  <a:pt x="93" y="258"/>
                </a:cubicBezTo>
                <a:cubicBezTo>
                  <a:pt x="90" y="256"/>
                  <a:pt x="89" y="253"/>
                  <a:pt x="89" y="250"/>
                </a:cubicBezTo>
                <a:cubicBezTo>
                  <a:pt x="89" y="183"/>
                  <a:pt x="89" y="183"/>
                  <a:pt x="89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5" y="183"/>
                  <a:pt x="73" y="182"/>
                  <a:pt x="70" y="180"/>
                </a:cubicBezTo>
                <a:cubicBezTo>
                  <a:pt x="68" y="178"/>
                  <a:pt x="67" y="175"/>
                  <a:pt x="67" y="172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99"/>
                  <a:pt x="69" y="94"/>
                  <a:pt x="74" y="90"/>
                </a:cubicBezTo>
                <a:cubicBezTo>
                  <a:pt x="78" y="85"/>
                  <a:pt x="83" y="83"/>
                  <a:pt x="89" y="83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162" y="83"/>
                  <a:pt x="167" y="85"/>
                  <a:pt x="172" y="90"/>
                </a:cubicBezTo>
                <a:cubicBezTo>
                  <a:pt x="176" y="94"/>
                  <a:pt x="178" y="99"/>
                  <a:pt x="178" y="106"/>
                </a:cubicBezTo>
                <a:close/>
                <a:moveTo>
                  <a:pt x="162" y="39"/>
                </a:moveTo>
                <a:cubicBezTo>
                  <a:pt x="162" y="50"/>
                  <a:pt x="158" y="59"/>
                  <a:pt x="150" y="66"/>
                </a:cubicBezTo>
                <a:cubicBezTo>
                  <a:pt x="143" y="74"/>
                  <a:pt x="133" y="78"/>
                  <a:pt x="123" y="78"/>
                </a:cubicBezTo>
                <a:cubicBezTo>
                  <a:pt x="112" y="78"/>
                  <a:pt x="103" y="74"/>
                  <a:pt x="95" y="66"/>
                </a:cubicBezTo>
                <a:cubicBezTo>
                  <a:pt x="88" y="59"/>
                  <a:pt x="84" y="50"/>
                  <a:pt x="84" y="39"/>
                </a:cubicBezTo>
                <a:cubicBezTo>
                  <a:pt x="84" y="28"/>
                  <a:pt x="88" y="19"/>
                  <a:pt x="95" y="11"/>
                </a:cubicBezTo>
                <a:cubicBezTo>
                  <a:pt x="103" y="4"/>
                  <a:pt x="112" y="0"/>
                  <a:pt x="123" y="0"/>
                </a:cubicBezTo>
                <a:cubicBezTo>
                  <a:pt x="133" y="0"/>
                  <a:pt x="143" y="4"/>
                  <a:pt x="150" y="11"/>
                </a:cubicBezTo>
                <a:cubicBezTo>
                  <a:pt x="158" y="19"/>
                  <a:pt x="162" y="28"/>
                  <a:pt x="162" y="3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0" name="Freeform 108"/>
          <p:cNvSpPr>
            <a:spLocks noEditPoints="1"/>
          </p:cNvSpPr>
          <p:nvPr/>
        </p:nvSpPr>
        <p:spPr bwMode="auto">
          <a:xfrm>
            <a:off x="1581151" y="3735250"/>
            <a:ext cx="336550" cy="288925"/>
          </a:xfrm>
          <a:custGeom>
            <a:avLst/>
            <a:gdLst>
              <a:gd name="T0" fmla="*/ 310 w 312"/>
              <a:gd name="T1" fmla="*/ 136 h 267"/>
              <a:gd name="T2" fmla="*/ 312 w 312"/>
              <a:gd name="T3" fmla="*/ 151 h 267"/>
              <a:gd name="T4" fmla="*/ 306 w 312"/>
              <a:gd name="T5" fmla="*/ 156 h 267"/>
              <a:gd name="T6" fmla="*/ 2 w 312"/>
              <a:gd name="T7" fmla="*/ 155 h 267"/>
              <a:gd name="T8" fmla="*/ 0 w 312"/>
              <a:gd name="T9" fmla="*/ 140 h 267"/>
              <a:gd name="T10" fmla="*/ 6 w 312"/>
              <a:gd name="T11" fmla="*/ 134 h 267"/>
              <a:gd name="T12" fmla="*/ 84 w 312"/>
              <a:gd name="T13" fmla="*/ 123 h 267"/>
              <a:gd name="T14" fmla="*/ 67 w 312"/>
              <a:gd name="T15" fmla="*/ 76 h 267"/>
              <a:gd name="T16" fmla="*/ 159 w 312"/>
              <a:gd name="T17" fmla="*/ 0 h 267"/>
              <a:gd name="T18" fmla="*/ 218 w 312"/>
              <a:gd name="T19" fmla="*/ 12 h 267"/>
              <a:gd name="T20" fmla="*/ 225 w 312"/>
              <a:gd name="T21" fmla="*/ 64 h 267"/>
              <a:gd name="T22" fmla="*/ 222 w 312"/>
              <a:gd name="T23" fmla="*/ 73 h 267"/>
              <a:gd name="T24" fmla="*/ 205 w 312"/>
              <a:gd name="T25" fmla="*/ 71 h 267"/>
              <a:gd name="T26" fmla="*/ 150 w 312"/>
              <a:gd name="T27" fmla="*/ 20 h 267"/>
              <a:gd name="T28" fmla="*/ 107 w 312"/>
              <a:gd name="T29" fmla="*/ 56 h 267"/>
              <a:gd name="T30" fmla="*/ 167 w 312"/>
              <a:gd name="T31" fmla="*/ 102 h 267"/>
              <a:gd name="T32" fmla="*/ 213 w 312"/>
              <a:gd name="T33" fmla="*/ 123 h 267"/>
              <a:gd name="T34" fmla="*/ 172 w 312"/>
              <a:gd name="T35" fmla="*/ 167 h 267"/>
              <a:gd name="T36" fmla="*/ 245 w 312"/>
              <a:gd name="T37" fmla="*/ 183 h 267"/>
              <a:gd name="T38" fmla="*/ 226 w 312"/>
              <a:gd name="T39" fmla="*/ 238 h 267"/>
              <a:gd name="T40" fmla="*/ 180 w 312"/>
              <a:gd name="T41" fmla="*/ 264 h 267"/>
              <a:gd name="T42" fmla="*/ 111 w 312"/>
              <a:gd name="T43" fmla="*/ 263 h 267"/>
              <a:gd name="T44" fmla="*/ 74 w 312"/>
              <a:gd name="T45" fmla="*/ 252 h 267"/>
              <a:gd name="T46" fmla="*/ 73 w 312"/>
              <a:gd name="T47" fmla="*/ 246 h 267"/>
              <a:gd name="T48" fmla="*/ 72 w 312"/>
              <a:gd name="T49" fmla="*/ 207 h 267"/>
              <a:gd name="T50" fmla="*/ 73 w 312"/>
              <a:gd name="T51" fmla="*/ 193 h 267"/>
              <a:gd name="T52" fmla="*/ 95 w 312"/>
              <a:gd name="T53" fmla="*/ 205 h 267"/>
              <a:gd name="T54" fmla="*/ 102 w 312"/>
              <a:gd name="T55" fmla="*/ 219 h 267"/>
              <a:gd name="T56" fmla="*/ 134 w 312"/>
              <a:gd name="T57" fmla="*/ 245 h 267"/>
              <a:gd name="T58" fmla="*/ 181 w 312"/>
              <a:gd name="T59" fmla="*/ 244 h 267"/>
              <a:gd name="T60" fmla="*/ 210 w 312"/>
              <a:gd name="T61" fmla="*/ 207 h 267"/>
              <a:gd name="T62" fmla="*/ 172 w 312"/>
              <a:gd name="T63" fmla="*/ 167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2" h="267">
                <a:moveTo>
                  <a:pt x="306" y="134"/>
                </a:moveTo>
                <a:cubicBezTo>
                  <a:pt x="308" y="134"/>
                  <a:pt x="309" y="134"/>
                  <a:pt x="310" y="136"/>
                </a:cubicBezTo>
                <a:cubicBezTo>
                  <a:pt x="311" y="137"/>
                  <a:pt x="312" y="138"/>
                  <a:pt x="312" y="140"/>
                </a:cubicBezTo>
                <a:cubicBezTo>
                  <a:pt x="312" y="151"/>
                  <a:pt x="312" y="151"/>
                  <a:pt x="312" y="151"/>
                </a:cubicBezTo>
                <a:cubicBezTo>
                  <a:pt x="312" y="152"/>
                  <a:pt x="311" y="154"/>
                  <a:pt x="310" y="155"/>
                </a:cubicBezTo>
                <a:cubicBezTo>
                  <a:pt x="309" y="156"/>
                  <a:pt x="308" y="156"/>
                  <a:pt x="306" y="156"/>
                </a:cubicBezTo>
                <a:cubicBezTo>
                  <a:pt x="6" y="156"/>
                  <a:pt x="6" y="156"/>
                  <a:pt x="6" y="156"/>
                </a:cubicBezTo>
                <a:cubicBezTo>
                  <a:pt x="4" y="156"/>
                  <a:pt x="3" y="156"/>
                  <a:pt x="2" y="155"/>
                </a:cubicBezTo>
                <a:cubicBezTo>
                  <a:pt x="1" y="154"/>
                  <a:pt x="0" y="152"/>
                  <a:pt x="0" y="151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8"/>
                  <a:pt x="1" y="137"/>
                  <a:pt x="2" y="136"/>
                </a:cubicBezTo>
                <a:cubicBezTo>
                  <a:pt x="3" y="134"/>
                  <a:pt x="4" y="134"/>
                  <a:pt x="6" y="134"/>
                </a:cubicBezTo>
                <a:lnTo>
                  <a:pt x="306" y="134"/>
                </a:lnTo>
                <a:close/>
                <a:moveTo>
                  <a:pt x="84" y="123"/>
                </a:moveTo>
                <a:cubicBezTo>
                  <a:pt x="81" y="119"/>
                  <a:pt x="78" y="114"/>
                  <a:pt x="75" y="109"/>
                </a:cubicBezTo>
                <a:cubicBezTo>
                  <a:pt x="70" y="98"/>
                  <a:pt x="67" y="87"/>
                  <a:pt x="67" y="76"/>
                </a:cubicBezTo>
                <a:cubicBezTo>
                  <a:pt x="67" y="55"/>
                  <a:pt x="75" y="37"/>
                  <a:pt x="90" y="22"/>
                </a:cubicBezTo>
                <a:cubicBezTo>
                  <a:pt x="106" y="8"/>
                  <a:pt x="128" y="0"/>
                  <a:pt x="159" y="0"/>
                </a:cubicBezTo>
                <a:cubicBezTo>
                  <a:pt x="164" y="0"/>
                  <a:pt x="174" y="2"/>
                  <a:pt x="188" y="4"/>
                </a:cubicBezTo>
                <a:cubicBezTo>
                  <a:pt x="195" y="5"/>
                  <a:pt x="206" y="8"/>
                  <a:pt x="218" y="12"/>
                </a:cubicBezTo>
                <a:cubicBezTo>
                  <a:pt x="220" y="16"/>
                  <a:pt x="221" y="23"/>
                  <a:pt x="222" y="33"/>
                </a:cubicBezTo>
                <a:cubicBezTo>
                  <a:pt x="224" y="47"/>
                  <a:pt x="225" y="57"/>
                  <a:pt x="225" y="64"/>
                </a:cubicBezTo>
                <a:cubicBezTo>
                  <a:pt x="225" y="66"/>
                  <a:pt x="224" y="69"/>
                  <a:pt x="224" y="72"/>
                </a:cubicBezTo>
                <a:cubicBezTo>
                  <a:pt x="222" y="73"/>
                  <a:pt x="222" y="73"/>
                  <a:pt x="222" y="73"/>
                </a:cubicBezTo>
                <a:cubicBezTo>
                  <a:pt x="207" y="72"/>
                  <a:pt x="207" y="72"/>
                  <a:pt x="207" y="72"/>
                </a:cubicBezTo>
                <a:cubicBezTo>
                  <a:pt x="205" y="71"/>
                  <a:pt x="205" y="71"/>
                  <a:pt x="205" y="71"/>
                </a:cubicBezTo>
                <a:cubicBezTo>
                  <a:pt x="199" y="54"/>
                  <a:pt x="193" y="42"/>
                  <a:pt x="187" y="36"/>
                </a:cubicBezTo>
                <a:cubicBezTo>
                  <a:pt x="176" y="25"/>
                  <a:pt x="164" y="20"/>
                  <a:pt x="150" y="20"/>
                </a:cubicBezTo>
                <a:cubicBezTo>
                  <a:pt x="137" y="20"/>
                  <a:pt x="126" y="23"/>
                  <a:pt x="118" y="30"/>
                </a:cubicBezTo>
                <a:cubicBezTo>
                  <a:pt x="111" y="37"/>
                  <a:pt x="107" y="45"/>
                  <a:pt x="107" y="56"/>
                </a:cubicBezTo>
                <a:cubicBezTo>
                  <a:pt x="107" y="64"/>
                  <a:pt x="111" y="72"/>
                  <a:pt x="118" y="80"/>
                </a:cubicBezTo>
                <a:cubicBezTo>
                  <a:pt x="126" y="88"/>
                  <a:pt x="142" y="95"/>
                  <a:pt x="167" y="102"/>
                </a:cubicBezTo>
                <a:cubicBezTo>
                  <a:pt x="175" y="105"/>
                  <a:pt x="185" y="108"/>
                  <a:pt x="197" y="114"/>
                </a:cubicBezTo>
                <a:cubicBezTo>
                  <a:pt x="204" y="117"/>
                  <a:pt x="209" y="120"/>
                  <a:pt x="213" y="123"/>
                </a:cubicBezTo>
                <a:lnTo>
                  <a:pt x="84" y="123"/>
                </a:lnTo>
                <a:close/>
                <a:moveTo>
                  <a:pt x="172" y="167"/>
                </a:moveTo>
                <a:cubicBezTo>
                  <a:pt x="244" y="167"/>
                  <a:pt x="244" y="167"/>
                  <a:pt x="244" y="167"/>
                </a:cubicBezTo>
                <a:cubicBezTo>
                  <a:pt x="245" y="172"/>
                  <a:pt x="245" y="177"/>
                  <a:pt x="245" y="183"/>
                </a:cubicBezTo>
                <a:cubicBezTo>
                  <a:pt x="245" y="196"/>
                  <a:pt x="243" y="208"/>
                  <a:pt x="238" y="220"/>
                </a:cubicBezTo>
                <a:cubicBezTo>
                  <a:pt x="235" y="227"/>
                  <a:pt x="231" y="233"/>
                  <a:pt x="226" y="238"/>
                </a:cubicBezTo>
                <a:cubicBezTo>
                  <a:pt x="221" y="242"/>
                  <a:pt x="215" y="247"/>
                  <a:pt x="207" y="252"/>
                </a:cubicBezTo>
                <a:cubicBezTo>
                  <a:pt x="197" y="258"/>
                  <a:pt x="188" y="262"/>
                  <a:pt x="180" y="264"/>
                </a:cubicBezTo>
                <a:cubicBezTo>
                  <a:pt x="171" y="266"/>
                  <a:pt x="159" y="267"/>
                  <a:pt x="145" y="267"/>
                </a:cubicBezTo>
                <a:cubicBezTo>
                  <a:pt x="131" y="267"/>
                  <a:pt x="120" y="266"/>
                  <a:pt x="111" y="263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0" y="255"/>
                  <a:pt x="76" y="253"/>
                  <a:pt x="74" y="252"/>
                </a:cubicBezTo>
                <a:cubicBezTo>
                  <a:pt x="73" y="251"/>
                  <a:pt x="73" y="249"/>
                  <a:pt x="73" y="248"/>
                </a:cubicBezTo>
                <a:cubicBezTo>
                  <a:pt x="73" y="246"/>
                  <a:pt x="73" y="246"/>
                  <a:pt x="73" y="246"/>
                </a:cubicBezTo>
                <a:cubicBezTo>
                  <a:pt x="73" y="233"/>
                  <a:pt x="72" y="224"/>
                  <a:pt x="72" y="218"/>
                </a:cubicBezTo>
                <a:cubicBezTo>
                  <a:pt x="72" y="215"/>
                  <a:pt x="72" y="211"/>
                  <a:pt x="72" y="207"/>
                </a:cubicBezTo>
                <a:cubicBezTo>
                  <a:pt x="73" y="200"/>
                  <a:pt x="73" y="200"/>
                  <a:pt x="73" y="200"/>
                </a:cubicBezTo>
                <a:cubicBezTo>
                  <a:pt x="73" y="193"/>
                  <a:pt x="73" y="193"/>
                  <a:pt x="73" y="193"/>
                </a:cubicBezTo>
                <a:cubicBezTo>
                  <a:pt x="90" y="192"/>
                  <a:pt x="90" y="192"/>
                  <a:pt x="90" y="192"/>
                </a:cubicBezTo>
                <a:cubicBezTo>
                  <a:pt x="92" y="196"/>
                  <a:pt x="94" y="200"/>
                  <a:pt x="95" y="205"/>
                </a:cubicBezTo>
                <a:cubicBezTo>
                  <a:pt x="97" y="209"/>
                  <a:pt x="99" y="212"/>
                  <a:pt x="99" y="214"/>
                </a:cubicBezTo>
                <a:cubicBezTo>
                  <a:pt x="100" y="216"/>
                  <a:pt x="101" y="218"/>
                  <a:pt x="102" y="219"/>
                </a:cubicBezTo>
                <a:cubicBezTo>
                  <a:pt x="106" y="226"/>
                  <a:pt x="110" y="231"/>
                  <a:pt x="115" y="235"/>
                </a:cubicBezTo>
                <a:cubicBezTo>
                  <a:pt x="120" y="240"/>
                  <a:pt x="127" y="243"/>
                  <a:pt x="134" y="245"/>
                </a:cubicBezTo>
                <a:cubicBezTo>
                  <a:pt x="141" y="248"/>
                  <a:pt x="148" y="249"/>
                  <a:pt x="157" y="249"/>
                </a:cubicBezTo>
                <a:cubicBezTo>
                  <a:pt x="164" y="249"/>
                  <a:pt x="172" y="248"/>
                  <a:pt x="181" y="244"/>
                </a:cubicBezTo>
                <a:cubicBezTo>
                  <a:pt x="190" y="241"/>
                  <a:pt x="197" y="236"/>
                  <a:pt x="202" y="229"/>
                </a:cubicBezTo>
                <a:cubicBezTo>
                  <a:pt x="208" y="222"/>
                  <a:pt x="210" y="215"/>
                  <a:pt x="210" y="207"/>
                </a:cubicBezTo>
                <a:cubicBezTo>
                  <a:pt x="210" y="197"/>
                  <a:pt x="206" y="188"/>
                  <a:pt x="196" y="180"/>
                </a:cubicBezTo>
                <a:cubicBezTo>
                  <a:pt x="192" y="176"/>
                  <a:pt x="184" y="172"/>
                  <a:pt x="172" y="16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1" name="Freeform 109"/>
          <p:cNvSpPr>
            <a:spLocks noEditPoints="1"/>
          </p:cNvSpPr>
          <p:nvPr/>
        </p:nvSpPr>
        <p:spPr bwMode="auto">
          <a:xfrm>
            <a:off x="2000251" y="3743188"/>
            <a:ext cx="360363" cy="274638"/>
          </a:xfrm>
          <a:custGeom>
            <a:avLst/>
            <a:gdLst>
              <a:gd name="T0" fmla="*/ 185 w 334"/>
              <a:gd name="T1" fmla="*/ 95 h 254"/>
              <a:gd name="T2" fmla="*/ 185 w 334"/>
              <a:gd name="T3" fmla="*/ 74 h 254"/>
              <a:gd name="T4" fmla="*/ 180 w 334"/>
              <a:gd name="T5" fmla="*/ 62 h 254"/>
              <a:gd name="T6" fmla="*/ 167 w 334"/>
              <a:gd name="T7" fmla="*/ 57 h 254"/>
              <a:gd name="T8" fmla="*/ 155 w 334"/>
              <a:gd name="T9" fmla="*/ 62 h 254"/>
              <a:gd name="T10" fmla="*/ 149 w 334"/>
              <a:gd name="T11" fmla="*/ 74 h 254"/>
              <a:gd name="T12" fmla="*/ 149 w 334"/>
              <a:gd name="T13" fmla="*/ 181 h 254"/>
              <a:gd name="T14" fmla="*/ 128 w 334"/>
              <a:gd name="T15" fmla="*/ 233 h 254"/>
              <a:gd name="T16" fmla="*/ 75 w 334"/>
              <a:gd name="T17" fmla="*/ 254 h 254"/>
              <a:gd name="T18" fmla="*/ 22 w 334"/>
              <a:gd name="T19" fmla="*/ 233 h 254"/>
              <a:gd name="T20" fmla="*/ 0 w 334"/>
              <a:gd name="T21" fmla="*/ 180 h 254"/>
              <a:gd name="T22" fmla="*/ 0 w 334"/>
              <a:gd name="T23" fmla="*/ 134 h 254"/>
              <a:gd name="T24" fmla="*/ 57 w 334"/>
              <a:gd name="T25" fmla="*/ 134 h 254"/>
              <a:gd name="T26" fmla="*/ 57 w 334"/>
              <a:gd name="T27" fmla="*/ 179 h 254"/>
              <a:gd name="T28" fmla="*/ 62 w 334"/>
              <a:gd name="T29" fmla="*/ 192 h 254"/>
              <a:gd name="T30" fmla="*/ 75 w 334"/>
              <a:gd name="T31" fmla="*/ 197 h 254"/>
              <a:gd name="T32" fmla="*/ 88 w 334"/>
              <a:gd name="T33" fmla="*/ 192 h 254"/>
              <a:gd name="T34" fmla="*/ 93 w 334"/>
              <a:gd name="T35" fmla="*/ 179 h 254"/>
              <a:gd name="T36" fmla="*/ 93 w 334"/>
              <a:gd name="T37" fmla="*/ 71 h 254"/>
              <a:gd name="T38" fmla="*/ 115 w 334"/>
              <a:gd name="T39" fmla="*/ 21 h 254"/>
              <a:gd name="T40" fmla="*/ 167 w 334"/>
              <a:gd name="T41" fmla="*/ 0 h 254"/>
              <a:gd name="T42" fmla="*/ 220 w 334"/>
              <a:gd name="T43" fmla="*/ 21 h 254"/>
              <a:gd name="T44" fmla="*/ 242 w 334"/>
              <a:gd name="T45" fmla="*/ 72 h 254"/>
              <a:gd name="T46" fmla="*/ 242 w 334"/>
              <a:gd name="T47" fmla="*/ 95 h 254"/>
              <a:gd name="T48" fmla="*/ 208 w 334"/>
              <a:gd name="T49" fmla="*/ 106 h 254"/>
              <a:gd name="T50" fmla="*/ 185 w 334"/>
              <a:gd name="T51" fmla="*/ 95 h 254"/>
              <a:gd name="T52" fmla="*/ 277 w 334"/>
              <a:gd name="T53" fmla="*/ 134 h 254"/>
              <a:gd name="T54" fmla="*/ 334 w 334"/>
              <a:gd name="T55" fmla="*/ 134 h 254"/>
              <a:gd name="T56" fmla="*/ 334 w 334"/>
              <a:gd name="T57" fmla="*/ 180 h 254"/>
              <a:gd name="T58" fmla="*/ 312 w 334"/>
              <a:gd name="T59" fmla="*/ 233 h 254"/>
              <a:gd name="T60" fmla="*/ 259 w 334"/>
              <a:gd name="T61" fmla="*/ 254 h 254"/>
              <a:gd name="T62" fmla="*/ 207 w 334"/>
              <a:gd name="T63" fmla="*/ 233 h 254"/>
              <a:gd name="T64" fmla="*/ 185 w 334"/>
              <a:gd name="T65" fmla="*/ 181 h 254"/>
              <a:gd name="T66" fmla="*/ 185 w 334"/>
              <a:gd name="T67" fmla="*/ 134 h 254"/>
              <a:gd name="T68" fmla="*/ 208 w 334"/>
              <a:gd name="T69" fmla="*/ 145 h 254"/>
              <a:gd name="T70" fmla="*/ 242 w 334"/>
              <a:gd name="T71" fmla="*/ 134 h 254"/>
              <a:gd name="T72" fmla="*/ 242 w 334"/>
              <a:gd name="T73" fmla="*/ 181 h 254"/>
              <a:gd name="T74" fmla="*/ 247 w 334"/>
              <a:gd name="T75" fmla="*/ 194 h 254"/>
              <a:gd name="T76" fmla="*/ 259 w 334"/>
              <a:gd name="T77" fmla="*/ 199 h 254"/>
              <a:gd name="T78" fmla="*/ 272 w 334"/>
              <a:gd name="T79" fmla="*/ 194 h 254"/>
              <a:gd name="T80" fmla="*/ 277 w 334"/>
              <a:gd name="T81" fmla="*/ 181 h 254"/>
              <a:gd name="T82" fmla="*/ 277 w 334"/>
              <a:gd name="T83" fmla="*/ 134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34" h="254">
                <a:moveTo>
                  <a:pt x="185" y="95"/>
                </a:moveTo>
                <a:cubicBezTo>
                  <a:pt x="185" y="74"/>
                  <a:pt x="185" y="74"/>
                  <a:pt x="185" y="74"/>
                </a:cubicBezTo>
                <a:cubicBezTo>
                  <a:pt x="185" y="70"/>
                  <a:pt x="183" y="65"/>
                  <a:pt x="180" y="62"/>
                </a:cubicBezTo>
                <a:cubicBezTo>
                  <a:pt x="176" y="58"/>
                  <a:pt x="172" y="57"/>
                  <a:pt x="167" y="57"/>
                </a:cubicBezTo>
                <a:cubicBezTo>
                  <a:pt x="162" y="57"/>
                  <a:pt x="158" y="58"/>
                  <a:pt x="155" y="62"/>
                </a:cubicBezTo>
                <a:cubicBezTo>
                  <a:pt x="151" y="65"/>
                  <a:pt x="149" y="70"/>
                  <a:pt x="149" y="74"/>
                </a:cubicBezTo>
                <a:cubicBezTo>
                  <a:pt x="149" y="181"/>
                  <a:pt x="149" y="181"/>
                  <a:pt x="149" y="181"/>
                </a:cubicBezTo>
                <a:cubicBezTo>
                  <a:pt x="149" y="201"/>
                  <a:pt x="142" y="218"/>
                  <a:pt x="128" y="233"/>
                </a:cubicBezTo>
                <a:cubicBezTo>
                  <a:pt x="113" y="247"/>
                  <a:pt x="95" y="254"/>
                  <a:pt x="75" y="254"/>
                </a:cubicBezTo>
                <a:cubicBezTo>
                  <a:pt x="54" y="254"/>
                  <a:pt x="37" y="247"/>
                  <a:pt x="22" y="233"/>
                </a:cubicBezTo>
                <a:cubicBezTo>
                  <a:pt x="8" y="218"/>
                  <a:pt x="0" y="200"/>
                  <a:pt x="0" y="180"/>
                </a:cubicBezTo>
                <a:cubicBezTo>
                  <a:pt x="0" y="134"/>
                  <a:pt x="0" y="134"/>
                  <a:pt x="0" y="134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7" y="179"/>
                  <a:pt x="57" y="179"/>
                  <a:pt x="57" y="179"/>
                </a:cubicBezTo>
                <a:cubicBezTo>
                  <a:pt x="57" y="184"/>
                  <a:pt x="59" y="188"/>
                  <a:pt x="62" y="192"/>
                </a:cubicBezTo>
                <a:cubicBezTo>
                  <a:pt x="66" y="195"/>
                  <a:pt x="70" y="197"/>
                  <a:pt x="75" y="197"/>
                </a:cubicBezTo>
                <a:cubicBezTo>
                  <a:pt x="80" y="197"/>
                  <a:pt x="84" y="195"/>
                  <a:pt x="88" y="192"/>
                </a:cubicBezTo>
                <a:cubicBezTo>
                  <a:pt x="91" y="188"/>
                  <a:pt x="93" y="184"/>
                  <a:pt x="93" y="179"/>
                </a:cubicBezTo>
                <a:cubicBezTo>
                  <a:pt x="93" y="71"/>
                  <a:pt x="93" y="71"/>
                  <a:pt x="93" y="71"/>
                </a:cubicBezTo>
                <a:cubicBezTo>
                  <a:pt x="93" y="51"/>
                  <a:pt x="100" y="35"/>
                  <a:pt x="115" y="21"/>
                </a:cubicBezTo>
                <a:cubicBezTo>
                  <a:pt x="129" y="7"/>
                  <a:pt x="147" y="0"/>
                  <a:pt x="167" y="0"/>
                </a:cubicBezTo>
                <a:cubicBezTo>
                  <a:pt x="188" y="0"/>
                  <a:pt x="205" y="7"/>
                  <a:pt x="220" y="21"/>
                </a:cubicBezTo>
                <a:cubicBezTo>
                  <a:pt x="234" y="35"/>
                  <a:pt x="242" y="52"/>
                  <a:pt x="242" y="72"/>
                </a:cubicBezTo>
                <a:cubicBezTo>
                  <a:pt x="242" y="95"/>
                  <a:pt x="242" y="95"/>
                  <a:pt x="242" y="95"/>
                </a:cubicBezTo>
                <a:cubicBezTo>
                  <a:pt x="208" y="106"/>
                  <a:pt x="208" y="106"/>
                  <a:pt x="208" y="106"/>
                </a:cubicBezTo>
                <a:lnTo>
                  <a:pt x="185" y="95"/>
                </a:lnTo>
                <a:close/>
                <a:moveTo>
                  <a:pt x="277" y="134"/>
                </a:moveTo>
                <a:cubicBezTo>
                  <a:pt x="334" y="134"/>
                  <a:pt x="334" y="134"/>
                  <a:pt x="334" y="134"/>
                </a:cubicBezTo>
                <a:cubicBezTo>
                  <a:pt x="334" y="180"/>
                  <a:pt x="334" y="180"/>
                  <a:pt x="334" y="180"/>
                </a:cubicBezTo>
                <a:cubicBezTo>
                  <a:pt x="334" y="200"/>
                  <a:pt x="327" y="218"/>
                  <a:pt x="312" y="233"/>
                </a:cubicBezTo>
                <a:cubicBezTo>
                  <a:pt x="298" y="247"/>
                  <a:pt x="280" y="254"/>
                  <a:pt x="259" y="254"/>
                </a:cubicBezTo>
                <a:cubicBezTo>
                  <a:pt x="239" y="254"/>
                  <a:pt x="221" y="247"/>
                  <a:pt x="207" y="233"/>
                </a:cubicBezTo>
                <a:cubicBezTo>
                  <a:pt x="192" y="218"/>
                  <a:pt x="185" y="201"/>
                  <a:pt x="185" y="181"/>
                </a:cubicBezTo>
                <a:cubicBezTo>
                  <a:pt x="185" y="134"/>
                  <a:pt x="185" y="134"/>
                  <a:pt x="185" y="134"/>
                </a:cubicBezTo>
                <a:cubicBezTo>
                  <a:pt x="208" y="145"/>
                  <a:pt x="208" y="145"/>
                  <a:pt x="208" y="145"/>
                </a:cubicBezTo>
                <a:cubicBezTo>
                  <a:pt x="242" y="134"/>
                  <a:pt x="242" y="134"/>
                  <a:pt x="242" y="134"/>
                </a:cubicBezTo>
                <a:cubicBezTo>
                  <a:pt x="242" y="181"/>
                  <a:pt x="242" y="181"/>
                  <a:pt x="242" y="181"/>
                </a:cubicBezTo>
                <a:cubicBezTo>
                  <a:pt x="242" y="186"/>
                  <a:pt x="243" y="190"/>
                  <a:pt x="247" y="194"/>
                </a:cubicBezTo>
                <a:cubicBezTo>
                  <a:pt x="250" y="197"/>
                  <a:pt x="254" y="199"/>
                  <a:pt x="259" y="199"/>
                </a:cubicBezTo>
                <a:cubicBezTo>
                  <a:pt x="264" y="199"/>
                  <a:pt x="268" y="197"/>
                  <a:pt x="272" y="194"/>
                </a:cubicBezTo>
                <a:cubicBezTo>
                  <a:pt x="275" y="190"/>
                  <a:pt x="277" y="186"/>
                  <a:pt x="277" y="181"/>
                </a:cubicBezTo>
                <a:lnTo>
                  <a:pt x="277" y="13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2" name="Freeform 110"/>
          <p:cNvSpPr>
            <a:spLocks noEditPoints="1"/>
          </p:cNvSpPr>
          <p:nvPr/>
        </p:nvSpPr>
        <p:spPr bwMode="auto">
          <a:xfrm>
            <a:off x="2466976" y="3735250"/>
            <a:ext cx="288925" cy="288925"/>
          </a:xfrm>
          <a:custGeom>
            <a:avLst/>
            <a:gdLst>
              <a:gd name="T0" fmla="*/ 150 w 267"/>
              <a:gd name="T1" fmla="*/ 124 h 267"/>
              <a:gd name="T2" fmla="*/ 166 w 267"/>
              <a:gd name="T3" fmla="*/ 119 h 267"/>
              <a:gd name="T4" fmla="*/ 166 w 267"/>
              <a:gd name="T5" fmla="*/ 109 h 267"/>
              <a:gd name="T6" fmla="*/ 156 w 267"/>
              <a:gd name="T7" fmla="*/ 85 h 267"/>
              <a:gd name="T8" fmla="*/ 132 w 267"/>
              <a:gd name="T9" fmla="*/ 75 h 267"/>
              <a:gd name="T10" fmla="*/ 108 w 267"/>
              <a:gd name="T11" fmla="*/ 85 h 267"/>
              <a:gd name="T12" fmla="*/ 98 w 267"/>
              <a:gd name="T13" fmla="*/ 108 h 267"/>
              <a:gd name="T14" fmla="*/ 98 w 267"/>
              <a:gd name="T15" fmla="*/ 158 h 267"/>
              <a:gd name="T16" fmla="*/ 95 w 267"/>
              <a:gd name="T17" fmla="*/ 163 h 267"/>
              <a:gd name="T18" fmla="*/ 90 w 267"/>
              <a:gd name="T19" fmla="*/ 166 h 267"/>
              <a:gd name="T20" fmla="*/ 84 w 267"/>
              <a:gd name="T21" fmla="*/ 163 h 267"/>
              <a:gd name="T22" fmla="*/ 82 w 267"/>
              <a:gd name="T23" fmla="*/ 158 h 267"/>
              <a:gd name="T24" fmla="*/ 82 w 267"/>
              <a:gd name="T25" fmla="*/ 137 h 267"/>
              <a:gd name="T26" fmla="*/ 55 w 267"/>
              <a:gd name="T27" fmla="*/ 137 h 267"/>
              <a:gd name="T28" fmla="*/ 55 w 267"/>
              <a:gd name="T29" fmla="*/ 158 h 267"/>
              <a:gd name="T30" fmla="*/ 65 w 267"/>
              <a:gd name="T31" fmla="*/ 182 h 267"/>
              <a:gd name="T32" fmla="*/ 90 w 267"/>
              <a:gd name="T33" fmla="*/ 192 h 267"/>
              <a:gd name="T34" fmla="*/ 114 w 267"/>
              <a:gd name="T35" fmla="*/ 182 h 267"/>
              <a:gd name="T36" fmla="*/ 124 w 267"/>
              <a:gd name="T37" fmla="*/ 158 h 267"/>
              <a:gd name="T38" fmla="*/ 124 w 267"/>
              <a:gd name="T39" fmla="*/ 110 h 267"/>
              <a:gd name="T40" fmla="*/ 126 w 267"/>
              <a:gd name="T41" fmla="*/ 104 h 267"/>
              <a:gd name="T42" fmla="*/ 132 w 267"/>
              <a:gd name="T43" fmla="*/ 102 h 267"/>
              <a:gd name="T44" fmla="*/ 138 w 267"/>
              <a:gd name="T45" fmla="*/ 104 h 267"/>
              <a:gd name="T46" fmla="*/ 140 w 267"/>
              <a:gd name="T47" fmla="*/ 110 h 267"/>
              <a:gd name="T48" fmla="*/ 140 w 267"/>
              <a:gd name="T49" fmla="*/ 119 h 267"/>
              <a:gd name="T50" fmla="*/ 150 w 267"/>
              <a:gd name="T51" fmla="*/ 124 h 267"/>
              <a:gd name="T52" fmla="*/ 208 w 267"/>
              <a:gd name="T53" fmla="*/ 158 h 267"/>
              <a:gd name="T54" fmla="*/ 208 w 267"/>
              <a:gd name="T55" fmla="*/ 137 h 267"/>
              <a:gd name="T56" fmla="*/ 182 w 267"/>
              <a:gd name="T57" fmla="*/ 137 h 267"/>
              <a:gd name="T58" fmla="*/ 182 w 267"/>
              <a:gd name="T59" fmla="*/ 159 h 267"/>
              <a:gd name="T60" fmla="*/ 180 w 267"/>
              <a:gd name="T61" fmla="*/ 164 h 267"/>
              <a:gd name="T62" fmla="*/ 174 w 267"/>
              <a:gd name="T63" fmla="*/ 167 h 267"/>
              <a:gd name="T64" fmla="*/ 168 w 267"/>
              <a:gd name="T65" fmla="*/ 164 h 267"/>
              <a:gd name="T66" fmla="*/ 166 w 267"/>
              <a:gd name="T67" fmla="*/ 159 h 267"/>
              <a:gd name="T68" fmla="*/ 166 w 267"/>
              <a:gd name="T69" fmla="*/ 137 h 267"/>
              <a:gd name="T70" fmla="*/ 150 w 267"/>
              <a:gd name="T71" fmla="*/ 142 h 267"/>
              <a:gd name="T72" fmla="*/ 140 w 267"/>
              <a:gd name="T73" fmla="*/ 137 h 267"/>
              <a:gd name="T74" fmla="*/ 140 w 267"/>
              <a:gd name="T75" fmla="*/ 158 h 267"/>
              <a:gd name="T76" fmla="*/ 150 w 267"/>
              <a:gd name="T77" fmla="*/ 182 h 267"/>
              <a:gd name="T78" fmla="*/ 174 w 267"/>
              <a:gd name="T79" fmla="*/ 192 h 267"/>
              <a:gd name="T80" fmla="*/ 198 w 267"/>
              <a:gd name="T81" fmla="*/ 182 h 267"/>
              <a:gd name="T82" fmla="*/ 208 w 267"/>
              <a:gd name="T83" fmla="*/ 158 h 267"/>
              <a:gd name="T84" fmla="*/ 267 w 267"/>
              <a:gd name="T85" fmla="*/ 134 h 267"/>
              <a:gd name="T86" fmla="*/ 249 w 267"/>
              <a:gd name="T87" fmla="*/ 201 h 267"/>
              <a:gd name="T88" fmla="*/ 200 w 267"/>
              <a:gd name="T89" fmla="*/ 250 h 267"/>
              <a:gd name="T90" fmla="*/ 133 w 267"/>
              <a:gd name="T91" fmla="*/ 267 h 267"/>
              <a:gd name="T92" fmla="*/ 66 w 267"/>
              <a:gd name="T93" fmla="*/ 250 h 267"/>
              <a:gd name="T94" fmla="*/ 18 w 267"/>
              <a:gd name="T95" fmla="*/ 201 h 267"/>
              <a:gd name="T96" fmla="*/ 0 w 267"/>
              <a:gd name="T97" fmla="*/ 134 h 267"/>
              <a:gd name="T98" fmla="*/ 18 w 267"/>
              <a:gd name="T99" fmla="*/ 67 h 267"/>
              <a:gd name="T100" fmla="*/ 66 w 267"/>
              <a:gd name="T101" fmla="*/ 18 h 267"/>
              <a:gd name="T102" fmla="*/ 133 w 267"/>
              <a:gd name="T103" fmla="*/ 0 h 267"/>
              <a:gd name="T104" fmla="*/ 200 w 267"/>
              <a:gd name="T105" fmla="*/ 18 h 267"/>
              <a:gd name="T106" fmla="*/ 249 w 267"/>
              <a:gd name="T107" fmla="*/ 67 h 267"/>
              <a:gd name="T108" fmla="*/ 267 w 267"/>
              <a:gd name="T109" fmla="*/ 134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7" h="267">
                <a:moveTo>
                  <a:pt x="150" y="124"/>
                </a:moveTo>
                <a:cubicBezTo>
                  <a:pt x="166" y="119"/>
                  <a:pt x="166" y="119"/>
                  <a:pt x="166" y="119"/>
                </a:cubicBezTo>
                <a:cubicBezTo>
                  <a:pt x="166" y="109"/>
                  <a:pt x="166" y="109"/>
                  <a:pt x="166" y="109"/>
                </a:cubicBezTo>
                <a:cubicBezTo>
                  <a:pt x="166" y="99"/>
                  <a:pt x="163" y="92"/>
                  <a:pt x="156" y="85"/>
                </a:cubicBezTo>
                <a:cubicBezTo>
                  <a:pt x="149" y="79"/>
                  <a:pt x="141" y="75"/>
                  <a:pt x="132" y="75"/>
                </a:cubicBezTo>
                <a:cubicBezTo>
                  <a:pt x="123" y="75"/>
                  <a:pt x="115" y="79"/>
                  <a:pt x="108" y="85"/>
                </a:cubicBezTo>
                <a:cubicBezTo>
                  <a:pt x="101" y="91"/>
                  <a:pt x="98" y="99"/>
                  <a:pt x="98" y="108"/>
                </a:cubicBezTo>
                <a:cubicBezTo>
                  <a:pt x="98" y="158"/>
                  <a:pt x="98" y="158"/>
                  <a:pt x="98" y="158"/>
                </a:cubicBezTo>
                <a:cubicBezTo>
                  <a:pt x="98" y="160"/>
                  <a:pt x="97" y="162"/>
                  <a:pt x="95" y="163"/>
                </a:cubicBezTo>
                <a:cubicBezTo>
                  <a:pt x="94" y="165"/>
                  <a:pt x="92" y="166"/>
                  <a:pt x="90" y="166"/>
                </a:cubicBezTo>
                <a:cubicBezTo>
                  <a:pt x="87" y="166"/>
                  <a:pt x="86" y="165"/>
                  <a:pt x="84" y="163"/>
                </a:cubicBezTo>
                <a:cubicBezTo>
                  <a:pt x="82" y="162"/>
                  <a:pt x="82" y="160"/>
                  <a:pt x="82" y="158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55" y="137"/>
                  <a:pt x="55" y="137"/>
                  <a:pt x="55" y="137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67"/>
                  <a:pt x="59" y="176"/>
                  <a:pt x="65" y="182"/>
                </a:cubicBezTo>
                <a:cubicBezTo>
                  <a:pt x="72" y="189"/>
                  <a:pt x="80" y="192"/>
                  <a:pt x="90" y="192"/>
                </a:cubicBezTo>
                <a:cubicBezTo>
                  <a:pt x="99" y="192"/>
                  <a:pt x="107" y="189"/>
                  <a:pt x="114" y="182"/>
                </a:cubicBezTo>
                <a:cubicBezTo>
                  <a:pt x="120" y="176"/>
                  <a:pt x="124" y="168"/>
                  <a:pt x="124" y="158"/>
                </a:cubicBezTo>
                <a:cubicBezTo>
                  <a:pt x="124" y="110"/>
                  <a:pt x="124" y="110"/>
                  <a:pt x="124" y="110"/>
                </a:cubicBezTo>
                <a:cubicBezTo>
                  <a:pt x="124" y="108"/>
                  <a:pt x="125" y="106"/>
                  <a:pt x="126" y="104"/>
                </a:cubicBezTo>
                <a:cubicBezTo>
                  <a:pt x="128" y="102"/>
                  <a:pt x="130" y="102"/>
                  <a:pt x="132" y="102"/>
                </a:cubicBezTo>
                <a:cubicBezTo>
                  <a:pt x="134" y="102"/>
                  <a:pt x="136" y="102"/>
                  <a:pt x="138" y="104"/>
                </a:cubicBezTo>
                <a:cubicBezTo>
                  <a:pt x="139" y="106"/>
                  <a:pt x="140" y="108"/>
                  <a:pt x="140" y="110"/>
                </a:cubicBezTo>
                <a:cubicBezTo>
                  <a:pt x="140" y="119"/>
                  <a:pt x="140" y="119"/>
                  <a:pt x="140" y="119"/>
                </a:cubicBezTo>
                <a:lnTo>
                  <a:pt x="150" y="124"/>
                </a:lnTo>
                <a:close/>
                <a:moveTo>
                  <a:pt x="208" y="158"/>
                </a:moveTo>
                <a:cubicBezTo>
                  <a:pt x="208" y="137"/>
                  <a:pt x="208" y="137"/>
                  <a:pt x="208" y="137"/>
                </a:cubicBezTo>
                <a:cubicBezTo>
                  <a:pt x="182" y="137"/>
                  <a:pt x="182" y="137"/>
                  <a:pt x="182" y="137"/>
                </a:cubicBezTo>
                <a:cubicBezTo>
                  <a:pt x="182" y="159"/>
                  <a:pt x="182" y="159"/>
                  <a:pt x="182" y="159"/>
                </a:cubicBezTo>
                <a:cubicBezTo>
                  <a:pt x="182" y="161"/>
                  <a:pt x="181" y="163"/>
                  <a:pt x="180" y="164"/>
                </a:cubicBezTo>
                <a:cubicBezTo>
                  <a:pt x="178" y="166"/>
                  <a:pt x="176" y="167"/>
                  <a:pt x="174" y="167"/>
                </a:cubicBezTo>
                <a:cubicBezTo>
                  <a:pt x="172" y="167"/>
                  <a:pt x="170" y="166"/>
                  <a:pt x="168" y="164"/>
                </a:cubicBezTo>
                <a:cubicBezTo>
                  <a:pt x="167" y="163"/>
                  <a:pt x="166" y="161"/>
                  <a:pt x="166" y="159"/>
                </a:cubicBezTo>
                <a:cubicBezTo>
                  <a:pt x="166" y="137"/>
                  <a:pt x="166" y="137"/>
                  <a:pt x="166" y="137"/>
                </a:cubicBezTo>
                <a:cubicBezTo>
                  <a:pt x="150" y="142"/>
                  <a:pt x="150" y="142"/>
                  <a:pt x="150" y="142"/>
                </a:cubicBezTo>
                <a:cubicBezTo>
                  <a:pt x="140" y="137"/>
                  <a:pt x="140" y="137"/>
                  <a:pt x="140" y="137"/>
                </a:cubicBezTo>
                <a:cubicBezTo>
                  <a:pt x="140" y="158"/>
                  <a:pt x="140" y="158"/>
                  <a:pt x="140" y="158"/>
                </a:cubicBezTo>
                <a:cubicBezTo>
                  <a:pt x="140" y="168"/>
                  <a:pt x="143" y="176"/>
                  <a:pt x="150" y="182"/>
                </a:cubicBezTo>
                <a:cubicBezTo>
                  <a:pt x="157" y="189"/>
                  <a:pt x="165" y="192"/>
                  <a:pt x="174" y="192"/>
                </a:cubicBezTo>
                <a:cubicBezTo>
                  <a:pt x="184" y="192"/>
                  <a:pt x="192" y="189"/>
                  <a:pt x="198" y="182"/>
                </a:cubicBezTo>
                <a:cubicBezTo>
                  <a:pt x="205" y="176"/>
                  <a:pt x="208" y="167"/>
                  <a:pt x="208" y="158"/>
                </a:cubicBezTo>
                <a:close/>
                <a:moveTo>
                  <a:pt x="267" y="134"/>
                </a:moveTo>
                <a:cubicBezTo>
                  <a:pt x="267" y="158"/>
                  <a:pt x="261" y="181"/>
                  <a:pt x="249" y="201"/>
                </a:cubicBezTo>
                <a:cubicBezTo>
                  <a:pt x="237" y="221"/>
                  <a:pt x="221" y="238"/>
                  <a:pt x="200" y="250"/>
                </a:cubicBezTo>
                <a:cubicBezTo>
                  <a:pt x="180" y="262"/>
                  <a:pt x="158" y="267"/>
                  <a:pt x="133" y="267"/>
                </a:cubicBezTo>
                <a:cubicBezTo>
                  <a:pt x="109" y="267"/>
                  <a:pt x="87" y="262"/>
                  <a:pt x="66" y="250"/>
                </a:cubicBezTo>
                <a:cubicBezTo>
                  <a:pt x="46" y="238"/>
                  <a:pt x="30" y="221"/>
                  <a:pt x="18" y="201"/>
                </a:cubicBezTo>
                <a:cubicBezTo>
                  <a:pt x="6" y="181"/>
                  <a:pt x="0" y="158"/>
                  <a:pt x="0" y="134"/>
                </a:cubicBezTo>
                <a:cubicBezTo>
                  <a:pt x="0" y="110"/>
                  <a:pt x="6" y="87"/>
                  <a:pt x="18" y="67"/>
                </a:cubicBezTo>
                <a:cubicBezTo>
                  <a:pt x="30" y="46"/>
                  <a:pt x="46" y="30"/>
                  <a:pt x="66" y="18"/>
                </a:cubicBezTo>
                <a:cubicBezTo>
                  <a:pt x="87" y="6"/>
                  <a:pt x="109" y="0"/>
                  <a:pt x="133" y="0"/>
                </a:cubicBezTo>
                <a:cubicBezTo>
                  <a:pt x="158" y="0"/>
                  <a:pt x="180" y="6"/>
                  <a:pt x="200" y="18"/>
                </a:cubicBezTo>
                <a:cubicBezTo>
                  <a:pt x="221" y="30"/>
                  <a:pt x="237" y="46"/>
                  <a:pt x="249" y="67"/>
                </a:cubicBezTo>
                <a:cubicBezTo>
                  <a:pt x="261" y="87"/>
                  <a:pt x="267" y="110"/>
                  <a:pt x="267" y="13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3" name="Freeform 111"/>
          <p:cNvSpPr>
            <a:spLocks noEditPoints="1"/>
          </p:cNvSpPr>
          <p:nvPr/>
        </p:nvSpPr>
        <p:spPr bwMode="auto">
          <a:xfrm>
            <a:off x="2898776" y="3771763"/>
            <a:ext cx="287338" cy="215900"/>
          </a:xfrm>
          <a:custGeom>
            <a:avLst/>
            <a:gdLst>
              <a:gd name="T0" fmla="*/ 155 w 267"/>
              <a:gd name="T1" fmla="*/ 127 h 200"/>
              <a:gd name="T2" fmla="*/ 155 w 267"/>
              <a:gd name="T3" fmla="*/ 156 h 200"/>
              <a:gd name="T4" fmla="*/ 112 w 267"/>
              <a:gd name="T5" fmla="*/ 156 h 200"/>
              <a:gd name="T6" fmla="*/ 85 w 267"/>
              <a:gd name="T7" fmla="*/ 112 h 200"/>
              <a:gd name="T8" fmla="*/ 81 w 267"/>
              <a:gd name="T9" fmla="*/ 105 h 200"/>
              <a:gd name="T10" fmla="*/ 79 w 267"/>
              <a:gd name="T11" fmla="*/ 101 h 200"/>
              <a:gd name="T12" fmla="*/ 78 w 267"/>
              <a:gd name="T13" fmla="*/ 101 h 200"/>
              <a:gd name="T14" fmla="*/ 77 w 267"/>
              <a:gd name="T15" fmla="*/ 105 h 200"/>
              <a:gd name="T16" fmla="*/ 72 w 267"/>
              <a:gd name="T17" fmla="*/ 112 h 200"/>
              <a:gd name="T18" fmla="*/ 45 w 267"/>
              <a:gd name="T19" fmla="*/ 156 h 200"/>
              <a:gd name="T20" fmla="*/ 0 w 267"/>
              <a:gd name="T21" fmla="*/ 156 h 200"/>
              <a:gd name="T22" fmla="*/ 0 w 267"/>
              <a:gd name="T23" fmla="*/ 127 h 200"/>
              <a:gd name="T24" fmla="*/ 23 w 267"/>
              <a:gd name="T25" fmla="*/ 127 h 200"/>
              <a:gd name="T26" fmla="*/ 57 w 267"/>
              <a:gd name="T27" fmla="*/ 76 h 200"/>
              <a:gd name="T28" fmla="*/ 25 w 267"/>
              <a:gd name="T29" fmla="*/ 29 h 200"/>
              <a:gd name="T30" fmla="*/ 1 w 267"/>
              <a:gd name="T31" fmla="*/ 29 h 200"/>
              <a:gd name="T32" fmla="*/ 1 w 267"/>
              <a:gd name="T33" fmla="*/ 0 h 200"/>
              <a:gd name="T34" fmla="*/ 49 w 267"/>
              <a:gd name="T35" fmla="*/ 0 h 200"/>
              <a:gd name="T36" fmla="*/ 73 w 267"/>
              <a:gd name="T37" fmla="*/ 39 h 200"/>
              <a:gd name="T38" fmla="*/ 77 w 267"/>
              <a:gd name="T39" fmla="*/ 47 h 200"/>
              <a:gd name="T40" fmla="*/ 79 w 267"/>
              <a:gd name="T41" fmla="*/ 50 h 200"/>
              <a:gd name="T42" fmla="*/ 79 w 267"/>
              <a:gd name="T43" fmla="*/ 50 h 200"/>
              <a:gd name="T44" fmla="*/ 81 w 267"/>
              <a:gd name="T45" fmla="*/ 47 h 200"/>
              <a:gd name="T46" fmla="*/ 86 w 267"/>
              <a:gd name="T47" fmla="*/ 39 h 200"/>
              <a:gd name="T48" fmla="*/ 110 w 267"/>
              <a:gd name="T49" fmla="*/ 0 h 200"/>
              <a:gd name="T50" fmla="*/ 155 w 267"/>
              <a:gd name="T51" fmla="*/ 0 h 200"/>
              <a:gd name="T52" fmla="*/ 155 w 267"/>
              <a:gd name="T53" fmla="*/ 29 h 200"/>
              <a:gd name="T54" fmla="*/ 133 w 267"/>
              <a:gd name="T55" fmla="*/ 29 h 200"/>
              <a:gd name="T56" fmla="*/ 101 w 267"/>
              <a:gd name="T57" fmla="*/ 75 h 200"/>
              <a:gd name="T58" fmla="*/ 137 w 267"/>
              <a:gd name="T59" fmla="*/ 127 h 200"/>
              <a:gd name="T60" fmla="*/ 155 w 267"/>
              <a:gd name="T61" fmla="*/ 127 h 200"/>
              <a:gd name="T62" fmla="*/ 267 w 267"/>
              <a:gd name="T63" fmla="*/ 164 h 200"/>
              <a:gd name="T64" fmla="*/ 267 w 267"/>
              <a:gd name="T65" fmla="*/ 200 h 200"/>
              <a:gd name="T66" fmla="*/ 177 w 267"/>
              <a:gd name="T67" fmla="*/ 200 h 200"/>
              <a:gd name="T68" fmla="*/ 176 w 267"/>
              <a:gd name="T69" fmla="*/ 196 h 200"/>
              <a:gd name="T70" fmla="*/ 176 w 267"/>
              <a:gd name="T71" fmla="*/ 188 h 200"/>
              <a:gd name="T72" fmla="*/ 180 w 267"/>
              <a:gd name="T73" fmla="*/ 167 h 200"/>
              <a:gd name="T74" fmla="*/ 192 w 267"/>
              <a:gd name="T75" fmla="*/ 152 h 200"/>
              <a:gd name="T76" fmla="*/ 206 w 267"/>
              <a:gd name="T77" fmla="*/ 141 h 200"/>
              <a:gd name="T78" fmla="*/ 221 w 267"/>
              <a:gd name="T79" fmla="*/ 131 h 200"/>
              <a:gd name="T80" fmla="*/ 232 w 267"/>
              <a:gd name="T81" fmla="*/ 122 h 200"/>
              <a:gd name="T82" fmla="*/ 237 w 267"/>
              <a:gd name="T83" fmla="*/ 111 h 200"/>
              <a:gd name="T84" fmla="*/ 232 w 267"/>
              <a:gd name="T85" fmla="*/ 100 h 200"/>
              <a:gd name="T86" fmla="*/ 219 w 267"/>
              <a:gd name="T87" fmla="*/ 96 h 200"/>
              <a:gd name="T88" fmla="*/ 203 w 267"/>
              <a:gd name="T89" fmla="*/ 103 h 200"/>
              <a:gd name="T90" fmla="*/ 196 w 267"/>
              <a:gd name="T91" fmla="*/ 109 h 200"/>
              <a:gd name="T92" fmla="*/ 178 w 267"/>
              <a:gd name="T93" fmla="*/ 93 h 200"/>
              <a:gd name="T94" fmla="*/ 189 w 267"/>
              <a:gd name="T95" fmla="*/ 82 h 200"/>
              <a:gd name="T96" fmla="*/ 222 w 267"/>
              <a:gd name="T97" fmla="*/ 70 h 200"/>
              <a:gd name="T98" fmla="*/ 253 w 267"/>
              <a:gd name="T99" fmla="*/ 81 h 200"/>
              <a:gd name="T100" fmla="*/ 264 w 267"/>
              <a:gd name="T101" fmla="*/ 108 h 200"/>
              <a:gd name="T102" fmla="*/ 258 w 267"/>
              <a:gd name="T103" fmla="*/ 129 h 200"/>
              <a:gd name="T104" fmla="*/ 244 w 267"/>
              <a:gd name="T105" fmla="*/ 144 h 200"/>
              <a:gd name="T106" fmla="*/ 227 w 267"/>
              <a:gd name="T107" fmla="*/ 155 h 200"/>
              <a:gd name="T108" fmla="*/ 211 w 267"/>
              <a:gd name="T109" fmla="*/ 166 h 200"/>
              <a:gd name="T110" fmla="*/ 204 w 267"/>
              <a:gd name="T111" fmla="*/ 178 h 200"/>
              <a:gd name="T112" fmla="*/ 245 w 267"/>
              <a:gd name="T113" fmla="*/ 178 h 200"/>
              <a:gd name="T114" fmla="*/ 245 w 267"/>
              <a:gd name="T115" fmla="*/ 164 h 200"/>
              <a:gd name="T116" fmla="*/ 267 w 267"/>
              <a:gd name="T117" fmla="*/ 164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7" h="200">
                <a:moveTo>
                  <a:pt x="155" y="127"/>
                </a:moveTo>
                <a:cubicBezTo>
                  <a:pt x="155" y="156"/>
                  <a:pt x="155" y="156"/>
                  <a:pt x="155" y="156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85" y="112"/>
                  <a:pt x="85" y="112"/>
                  <a:pt x="85" y="112"/>
                </a:cubicBezTo>
                <a:cubicBezTo>
                  <a:pt x="81" y="105"/>
                  <a:pt x="81" y="105"/>
                  <a:pt x="81" y="105"/>
                </a:cubicBezTo>
                <a:cubicBezTo>
                  <a:pt x="80" y="104"/>
                  <a:pt x="79" y="102"/>
                  <a:pt x="79" y="101"/>
                </a:cubicBezTo>
                <a:cubicBezTo>
                  <a:pt x="78" y="101"/>
                  <a:pt x="78" y="101"/>
                  <a:pt x="78" y="101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5" y="107"/>
                  <a:pt x="74" y="110"/>
                  <a:pt x="72" y="112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27"/>
                  <a:pt x="0" y="127"/>
                  <a:pt x="0" y="127"/>
                </a:cubicBezTo>
                <a:cubicBezTo>
                  <a:pt x="23" y="127"/>
                  <a:pt x="23" y="127"/>
                  <a:pt x="23" y="127"/>
                </a:cubicBezTo>
                <a:cubicBezTo>
                  <a:pt x="57" y="76"/>
                  <a:pt x="57" y="76"/>
                  <a:pt x="57" y="76"/>
                </a:cubicBezTo>
                <a:cubicBezTo>
                  <a:pt x="25" y="29"/>
                  <a:pt x="25" y="29"/>
                  <a:pt x="25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0"/>
                  <a:pt x="1" y="0"/>
                  <a:pt x="1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73" y="39"/>
                  <a:pt x="73" y="39"/>
                  <a:pt x="73" y="39"/>
                </a:cubicBezTo>
                <a:cubicBezTo>
                  <a:pt x="73" y="40"/>
                  <a:pt x="75" y="42"/>
                  <a:pt x="77" y="47"/>
                </a:cubicBezTo>
                <a:cubicBezTo>
                  <a:pt x="78" y="48"/>
                  <a:pt x="79" y="49"/>
                  <a:pt x="79" y="50"/>
                </a:cubicBezTo>
                <a:cubicBezTo>
                  <a:pt x="79" y="50"/>
                  <a:pt x="79" y="50"/>
                  <a:pt x="79" y="50"/>
                </a:cubicBezTo>
                <a:cubicBezTo>
                  <a:pt x="80" y="49"/>
                  <a:pt x="80" y="48"/>
                  <a:pt x="81" y="47"/>
                </a:cubicBezTo>
                <a:cubicBezTo>
                  <a:pt x="86" y="39"/>
                  <a:pt x="86" y="39"/>
                  <a:pt x="86" y="39"/>
                </a:cubicBezTo>
                <a:cubicBezTo>
                  <a:pt x="110" y="0"/>
                  <a:pt x="110" y="0"/>
                  <a:pt x="110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55" y="29"/>
                  <a:pt x="155" y="29"/>
                  <a:pt x="155" y="29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01" y="75"/>
                  <a:pt x="101" y="75"/>
                  <a:pt x="101" y="75"/>
                </a:cubicBezTo>
                <a:cubicBezTo>
                  <a:pt x="137" y="127"/>
                  <a:pt x="137" y="127"/>
                  <a:pt x="137" y="127"/>
                </a:cubicBezTo>
                <a:lnTo>
                  <a:pt x="155" y="127"/>
                </a:lnTo>
                <a:close/>
                <a:moveTo>
                  <a:pt x="267" y="164"/>
                </a:moveTo>
                <a:cubicBezTo>
                  <a:pt x="267" y="200"/>
                  <a:pt x="267" y="200"/>
                  <a:pt x="267" y="200"/>
                </a:cubicBezTo>
                <a:cubicBezTo>
                  <a:pt x="177" y="200"/>
                  <a:pt x="177" y="200"/>
                  <a:pt x="177" y="200"/>
                </a:cubicBezTo>
                <a:cubicBezTo>
                  <a:pt x="176" y="196"/>
                  <a:pt x="176" y="196"/>
                  <a:pt x="176" y="196"/>
                </a:cubicBezTo>
                <a:cubicBezTo>
                  <a:pt x="176" y="190"/>
                  <a:pt x="176" y="188"/>
                  <a:pt x="176" y="188"/>
                </a:cubicBezTo>
                <a:cubicBezTo>
                  <a:pt x="176" y="180"/>
                  <a:pt x="177" y="173"/>
                  <a:pt x="180" y="167"/>
                </a:cubicBezTo>
                <a:cubicBezTo>
                  <a:pt x="184" y="161"/>
                  <a:pt x="187" y="156"/>
                  <a:pt x="192" y="152"/>
                </a:cubicBezTo>
                <a:cubicBezTo>
                  <a:pt x="196" y="148"/>
                  <a:pt x="201" y="145"/>
                  <a:pt x="206" y="141"/>
                </a:cubicBezTo>
                <a:cubicBezTo>
                  <a:pt x="212" y="137"/>
                  <a:pt x="216" y="134"/>
                  <a:pt x="221" y="131"/>
                </a:cubicBezTo>
                <a:cubicBezTo>
                  <a:pt x="226" y="129"/>
                  <a:pt x="229" y="126"/>
                  <a:pt x="232" y="122"/>
                </a:cubicBezTo>
                <a:cubicBezTo>
                  <a:pt x="235" y="118"/>
                  <a:pt x="237" y="115"/>
                  <a:pt x="237" y="111"/>
                </a:cubicBezTo>
                <a:cubicBezTo>
                  <a:pt x="237" y="107"/>
                  <a:pt x="235" y="103"/>
                  <a:pt x="232" y="100"/>
                </a:cubicBezTo>
                <a:cubicBezTo>
                  <a:pt x="228" y="97"/>
                  <a:pt x="224" y="96"/>
                  <a:pt x="219" y="96"/>
                </a:cubicBezTo>
                <a:cubicBezTo>
                  <a:pt x="214" y="96"/>
                  <a:pt x="208" y="98"/>
                  <a:pt x="203" y="103"/>
                </a:cubicBezTo>
                <a:cubicBezTo>
                  <a:pt x="201" y="104"/>
                  <a:pt x="199" y="106"/>
                  <a:pt x="196" y="109"/>
                </a:cubicBezTo>
                <a:cubicBezTo>
                  <a:pt x="178" y="93"/>
                  <a:pt x="178" y="93"/>
                  <a:pt x="178" y="93"/>
                </a:cubicBezTo>
                <a:cubicBezTo>
                  <a:pt x="181" y="89"/>
                  <a:pt x="185" y="85"/>
                  <a:pt x="189" y="82"/>
                </a:cubicBezTo>
                <a:cubicBezTo>
                  <a:pt x="198" y="74"/>
                  <a:pt x="209" y="70"/>
                  <a:pt x="222" y="70"/>
                </a:cubicBezTo>
                <a:cubicBezTo>
                  <a:pt x="234" y="70"/>
                  <a:pt x="245" y="74"/>
                  <a:pt x="253" y="81"/>
                </a:cubicBezTo>
                <a:cubicBezTo>
                  <a:pt x="261" y="88"/>
                  <a:pt x="264" y="97"/>
                  <a:pt x="264" y="108"/>
                </a:cubicBezTo>
                <a:cubicBezTo>
                  <a:pt x="264" y="116"/>
                  <a:pt x="262" y="123"/>
                  <a:pt x="258" y="129"/>
                </a:cubicBezTo>
                <a:cubicBezTo>
                  <a:pt x="254" y="135"/>
                  <a:pt x="250" y="140"/>
                  <a:pt x="244" y="144"/>
                </a:cubicBezTo>
                <a:cubicBezTo>
                  <a:pt x="238" y="148"/>
                  <a:pt x="232" y="151"/>
                  <a:pt x="227" y="155"/>
                </a:cubicBezTo>
                <a:cubicBezTo>
                  <a:pt x="221" y="158"/>
                  <a:pt x="216" y="162"/>
                  <a:pt x="211" y="166"/>
                </a:cubicBezTo>
                <a:cubicBezTo>
                  <a:pt x="207" y="170"/>
                  <a:pt x="205" y="174"/>
                  <a:pt x="204" y="178"/>
                </a:cubicBezTo>
                <a:cubicBezTo>
                  <a:pt x="245" y="178"/>
                  <a:pt x="245" y="178"/>
                  <a:pt x="245" y="178"/>
                </a:cubicBezTo>
                <a:cubicBezTo>
                  <a:pt x="245" y="164"/>
                  <a:pt x="245" y="164"/>
                  <a:pt x="245" y="164"/>
                </a:cubicBezTo>
                <a:lnTo>
                  <a:pt x="267" y="1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4" name="Freeform 112"/>
          <p:cNvSpPr>
            <a:spLocks noEditPoints="1"/>
          </p:cNvSpPr>
          <p:nvPr/>
        </p:nvSpPr>
        <p:spPr bwMode="auto">
          <a:xfrm>
            <a:off x="3328988" y="3711438"/>
            <a:ext cx="288925" cy="336550"/>
          </a:xfrm>
          <a:custGeom>
            <a:avLst/>
            <a:gdLst>
              <a:gd name="T0" fmla="*/ 189 w 267"/>
              <a:gd name="T1" fmla="*/ 0 h 312"/>
              <a:gd name="T2" fmla="*/ 244 w 267"/>
              <a:gd name="T3" fmla="*/ 16 h 312"/>
              <a:gd name="T4" fmla="*/ 267 w 267"/>
              <a:gd name="T5" fmla="*/ 56 h 312"/>
              <a:gd name="T6" fmla="*/ 267 w 267"/>
              <a:gd name="T7" fmla="*/ 212 h 312"/>
              <a:gd name="T8" fmla="*/ 245 w 267"/>
              <a:gd name="T9" fmla="*/ 250 h 312"/>
              <a:gd name="T10" fmla="*/ 192 w 267"/>
              <a:gd name="T11" fmla="*/ 267 h 312"/>
              <a:gd name="T12" fmla="*/ 229 w 267"/>
              <a:gd name="T13" fmla="*/ 302 h 312"/>
              <a:gd name="T14" fmla="*/ 231 w 267"/>
              <a:gd name="T15" fmla="*/ 308 h 312"/>
              <a:gd name="T16" fmla="*/ 225 w 267"/>
              <a:gd name="T17" fmla="*/ 312 h 312"/>
              <a:gd name="T18" fmla="*/ 42 w 267"/>
              <a:gd name="T19" fmla="*/ 312 h 312"/>
              <a:gd name="T20" fmla="*/ 37 w 267"/>
              <a:gd name="T21" fmla="*/ 308 h 312"/>
              <a:gd name="T22" fmla="*/ 38 w 267"/>
              <a:gd name="T23" fmla="*/ 302 h 312"/>
              <a:gd name="T24" fmla="*/ 75 w 267"/>
              <a:gd name="T25" fmla="*/ 267 h 312"/>
              <a:gd name="T26" fmla="*/ 22 w 267"/>
              <a:gd name="T27" fmla="*/ 250 h 312"/>
              <a:gd name="T28" fmla="*/ 0 w 267"/>
              <a:gd name="T29" fmla="*/ 212 h 312"/>
              <a:gd name="T30" fmla="*/ 0 w 267"/>
              <a:gd name="T31" fmla="*/ 56 h 312"/>
              <a:gd name="T32" fmla="*/ 23 w 267"/>
              <a:gd name="T33" fmla="*/ 16 h 312"/>
              <a:gd name="T34" fmla="*/ 78 w 267"/>
              <a:gd name="T35" fmla="*/ 0 h 312"/>
              <a:gd name="T36" fmla="*/ 189 w 267"/>
              <a:gd name="T37" fmla="*/ 0 h 312"/>
              <a:gd name="T38" fmla="*/ 50 w 267"/>
              <a:gd name="T39" fmla="*/ 228 h 312"/>
              <a:gd name="T40" fmla="*/ 70 w 267"/>
              <a:gd name="T41" fmla="*/ 220 h 312"/>
              <a:gd name="T42" fmla="*/ 78 w 267"/>
              <a:gd name="T43" fmla="*/ 200 h 312"/>
              <a:gd name="T44" fmla="*/ 70 w 267"/>
              <a:gd name="T45" fmla="*/ 181 h 312"/>
              <a:gd name="T46" fmla="*/ 50 w 267"/>
              <a:gd name="T47" fmla="*/ 173 h 312"/>
              <a:gd name="T48" fmla="*/ 31 w 267"/>
              <a:gd name="T49" fmla="*/ 181 h 312"/>
              <a:gd name="T50" fmla="*/ 22 w 267"/>
              <a:gd name="T51" fmla="*/ 200 h 312"/>
              <a:gd name="T52" fmla="*/ 31 w 267"/>
              <a:gd name="T53" fmla="*/ 220 h 312"/>
              <a:gd name="T54" fmla="*/ 50 w 267"/>
              <a:gd name="T55" fmla="*/ 228 h 312"/>
              <a:gd name="T56" fmla="*/ 122 w 267"/>
              <a:gd name="T57" fmla="*/ 134 h 312"/>
              <a:gd name="T58" fmla="*/ 122 w 267"/>
              <a:gd name="T59" fmla="*/ 45 h 312"/>
              <a:gd name="T60" fmla="*/ 28 w 267"/>
              <a:gd name="T61" fmla="*/ 45 h 312"/>
              <a:gd name="T62" fmla="*/ 28 w 267"/>
              <a:gd name="T63" fmla="*/ 134 h 312"/>
              <a:gd name="T64" fmla="*/ 122 w 267"/>
              <a:gd name="T65" fmla="*/ 134 h 312"/>
              <a:gd name="T66" fmla="*/ 217 w 267"/>
              <a:gd name="T67" fmla="*/ 228 h 312"/>
              <a:gd name="T68" fmla="*/ 237 w 267"/>
              <a:gd name="T69" fmla="*/ 220 h 312"/>
              <a:gd name="T70" fmla="*/ 245 w 267"/>
              <a:gd name="T71" fmla="*/ 200 h 312"/>
              <a:gd name="T72" fmla="*/ 237 w 267"/>
              <a:gd name="T73" fmla="*/ 181 h 312"/>
              <a:gd name="T74" fmla="*/ 217 w 267"/>
              <a:gd name="T75" fmla="*/ 173 h 312"/>
              <a:gd name="T76" fmla="*/ 197 w 267"/>
              <a:gd name="T77" fmla="*/ 181 h 312"/>
              <a:gd name="T78" fmla="*/ 189 w 267"/>
              <a:gd name="T79" fmla="*/ 200 h 312"/>
              <a:gd name="T80" fmla="*/ 197 w 267"/>
              <a:gd name="T81" fmla="*/ 220 h 312"/>
              <a:gd name="T82" fmla="*/ 217 w 267"/>
              <a:gd name="T83" fmla="*/ 228 h 312"/>
              <a:gd name="T84" fmla="*/ 245 w 267"/>
              <a:gd name="T85" fmla="*/ 134 h 312"/>
              <a:gd name="T86" fmla="*/ 245 w 267"/>
              <a:gd name="T87" fmla="*/ 45 h 312"/>
              <a:gd name="T88" fmla="*/ 145 w 267"/>
              <a:gd name="T89" fmla="*/ 45 h 312"/>
              <a:gd name="T90" fmla="*/ 145 w 267"/>
              <a:gd name="T91" fmla="*/ 134 h 312"/>
              <a:gd name="T92" fmla="*/ 245 w 267"/>
              <a:gd name="T93" fmla="*/ 134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7" h="312">
                <a:moveTo>
                  <a:pt x="189" y="0"/>
                </a:moveTo>
                <a:cubicBezTo>
                  <a:pt x="211" y="0"/>
                  <a:pt x="229" y="6"/>
                  <a:pt x="244" y="16"/>
                </a:cubicBezTo>
                <a:cubicBezTo>
                  <a:pt x="260" y="27"/>
                  <a:pt x="267" y="40"/>
                  <a:pt x="267" y="56"/>
                </a:cubicBezTo>
                <a:cubicBezTo>
                  <a:pt x="267" y="212"/>
                  <a:pt x="267" y="212"/>
                  <a:pt x="267" y="212"/>
                </a:cubicBezTo>
                <a:cubicBezTo>
                  <a:pt x="267" y="227"/>
                  <a:pt x="260" y="240"/>
                  <a:pt x="245" y="250"/>
                </a:cubicBezTo>
                <a:cubicBezTo>
                  <a:pt x="231" y="261"/>
                  <a:pt x="213" y="266"/>
                  <a:pt x="192" y="267"/>
                </a:cubicBezTo>
                <a:cubicBezTo>
                  <a:pt x="229" y="302"/>
                  <a:pt x="229" y="302"/>
                  <a:pt x="229" y="302"/>
                </a:cubicBezTo>
                <a:cubicBezTo>
                  <a:pt x="231" y="304"/>
                  <a:pt x="232" y="306"/>
                  <a:pt x="231" y="308"/>
                </a:cubicBezTo>
                <a:cubicBezTo>
                  <a:pt x="230" y="311"/>
                  <a:pt x="228" y="312"/>
                  <a:pt x="225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39" y="312"/>
                  <a:pt x="38" y="311"/>
                  <a:pt x="37" y="308"/>
                </a:cubicBezTo>
                <a:cubicBezTo>
                  <a:pt x="36" y="306"/>
                  <a:pt x="36" y="304"/>
                  <a:pt x="38" y="302"/>
                </a:cubicBezTo>
                <a:cubicBezTo>
                  <a:pt x="75" y="267"/>
                  <a:pt x="75" y="267"/>
                  <a:pt x="75" y="267"/>
                </a:cubicBezTo>
                <a:cubicBezTo>
                  <a:pt x="54" y="266"/>
                  <a:pt x="36" y="261"/>
                  <a:pt x="22" y="250"/>
                </a:cubicBezTo>
                <a:cubicBezTo>
                  <a:pt x="7" y="240"/>
                  <a:pt x="0" y="227"/>
                  <a:pt x="0" y="212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40"/>
                  <a:pt x="8" y="27"/>
                  <a:pt x="23" y="16"/>
                </a:cubicBezTo>
                <a:cubicBezTo>
                  <a:pt x="38" y="6"/>
                  <a:pt x="57" y="0"/>
                  <a:pt x="78" y="0"/>
                </a:cubicBezTo>
                <a:lnTo>
                  <a:pt x="189" y="0"/>
                </a:lnTo>
                <a:close/>
                <a:moveTo>
                  <a:pt x="50" y="228"/>
                </a:moveTo>
                <a:cubicBezTo>
                  <a:pt x="58" y="228"/>
                  <a:pt x="64" y="226"/>
                  <a:pt x="70" y="220"/>
                </a:cubicBezTo>
                <a:cubicBezTo>
                  <a:pt x="75" y="215"/>
                  <a:pt x="78" y="208"/>
                  <a:pt x="78" y="200"/>
                </a:cubicBezTo>
                <a:cubicBezTo>
                  <a:pt x="78" y="193"/>
                  <a:pt x="75" y="186"/>
                  <a:pt x="70" y="181"/>
                </a:cubicBezTo>
                <a:cubicBezTo>
                  <a:pt x="64" y="175"/>
                  <a:pt x="58" y="173"/>
                  <a:pt x="50" y="173"/>
                </a:cubicBezTo>
                <a:cubicBezTo>
                  <a:pt x="42" y="173"/>
                  <a:pt x="36" y="175"/>
                  <a:pt x="31" y="181"/>
                </a:cubicBezTo>
                <a:cubicBezTo>
                  <a:pt x="25" y="186"/>
                  <a:pt x="22" y="193"/>
                  <a:pt x="22" y="200"/>
                </a:cubicBezTo>
                <a:cubicBezTo>
                  <a:pt x="22" y="208"/>
                  <a:pt x="25" y="215"/>
                  <a:pt x="31" y="220"/>
                </a:cubicBezTo>
                <a:cubicBezTo>
                  <a:pt x="36" y="226"/>
                  <a:pt x="42" y="228"/>
                  <a:pt x="50" y="228"/>
                </a:cubicBezTo>
                <a:close/>
                <a:moveTo>
                  <a:pt x="122" y="134"/>
                </a:moveTo>
                <a:cubicBezTo>
                  <a:pt x="122" y="45"/>
                  <a:pt x="122" y="45"/>
                  <a:pt x="122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8" y="134"/>
                  <a:pt x="28" y="134"/>
                  <a:pt x="28" y="134"/>
                </a:cubicBezTo>
                <a:lnTo>
                  <a:pt x="122" y="134"/>
                </a:lnTo>
                <a:close/>
                <a:moveTo>
                  <a:pt x="217" y="228"/>
                </a:moveTo>
                <a:cubicBezTo>
                  <a:pt x="225" y="228"/>
                  <a:pt x="231" y="226"/>
                  <a:pt x="237" y="220"/>
                </a:cubicBezTo>
                <a:cubicBezTo>
                  <a:pt x="242" y="215"/>
                  <a:pt x="245" y="208"/>
                  <a:pt x="245" y="200"/>
                </a:cubicBezTo>
                <a:cubicBezTo>
                  <a:pt x="245" y="193"/>
                  <a:pt x="242" y="186"/>
                  <a:pt x="237" y="181"/>
                </a:cubicBezTo>
                <a:cubicBezTo>
                  <a:pt x="231" y="175"/>
                  <a:pt x="225" y="173"/>
                  <a:pt x="217" y="173"/>
                </a:cubicBezTo>
                <a:cubicBezTo>
                  <a:pt x="209" y="173"/>
                  <a:pt x="203" y="175"/>
                  <a:pt x="197" y="181"/>
                </a:cubicBezTo>
                <a:cubicBezTo>
                  <a:pt x="192" y="186"/>
                  <a:pt x="189" y="193"/>
                  <a:pt x="189" y="200"/>
                </a:cubicBezTo>
                <a:cubicBezTo>
                  <a:pt x="189" y="208"/>
                  <a:pt x="192" y="215"/>
                  <a:pt x="197" y="220"/>
                </a:cubicBezTo>
                <a:cubicBezTo>
                  <a:pt x="203" y="226"/>
                  <a:pt x="209" y="228"/>
                  <a:pt x="217" y="228"/>
                </a:cubicBezTo>
                <a:close/>
                <a:moveTo>
                  <a:pt x="245" y="134"/>
                </a:moveTo>
                <a:cubicBezTo>
                  <a:pt x="245" y="45"/>
                  <a:pt x="245" y="45"/>
                  <a:pt x="2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134"/>
                  <a:pt x="145" y="134"/>
                  <a:pt x="145" y="134"/>
                </a:cubicBezTo>
                <a:lnTo>
                  <a:pt x="245" y="13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5" name="Freeform 113"/>
          <p:cNvSpPr>
            <a:spLocks noEditPoints="1"/>
          </p:cNvSpPr>
          <p:nvPr/>
        </p:nvSpPr>
        <p:spPr bwMode="auto">
          <a:xfrm>
            <a:off x="8131176" y="3279638"/>
            <a:ext cx="290513" cy="338138"/>
          </a:xfrm>
          <a:custGeom>
            <a:avLst/>
            <a:gdLst>
              <a:gd name="T0" fmla="*/ 183 w 183"/>
              <a:gd name="T1" fmla="*/ 0 h 213"/>
              <a:gd name="T2" fmla="*/ 159 w 183"/>
              <a:gd name="T3" fmla="*/ 53 h 213"/>
              <a:gd name="T4" fmla="*/ 183 w 183"/>
              <a:gd name="T5" fmla="*/ 53 h 213"/>
              <a:gd name="T6" fmla="*/ 183 w 183"/>
              <a:gd name="T7" fmla="*/ 76 h 213"/>
              <a:gd name="T8" fmla="*/ 150 w 183"/>
              <a:gd name="T9" fmla="*/ 76 h 213"/>
              <a:gd name="T10" fmla="*/ 144 w 183"/>
              <a:gd name="T11" fmla="*/ 91 h 213"/>
              <a:gd name="T12" fmla="*/ 183 w 183"/>
              <a:gd name="T13" fmla="*/ 91 h 213"/>
              <a:gd name="T14" fmla="*/ 183 w 183"/>
              <a:gd name="T15" fmla="*/ 114 h 213"/>
              <a:gd name="T16" fmla="*/ 134 w 183"/>
              <a:gd name="T17" fmla="*/ 114 h 213"/>
              <a:gd name="T18" fmla="*/ 91 w 183"/>
              <a:gd name="T19" fmla="*/ 213 h 213"/>
              <a:gd name="T20" fmla="*/ 49 w 183"/>
              <a:gd name="T21" fmla="*/ 114 h 213"/>
              <a:gd name="T22" fmla="*/ 0 w 183"/>
              <a:gd name="T23" fmla="*/ 114 h 213"/>
              <a:gd name="T24" fmla="*/ 0 w 183"/>
              <a:gd name="T25" fmla="*/ 91 h 213"/>
              <a:gd name="T26" fmla="*/ 39 w 183"/>
              <a:gd name="T27" fmla="*/ 91 h 213"/>
              <a:gd name="T28" fmla="*/ 33 w 183"/>
              <a:gd name="T29" fmla="*/ 76 h 213"/>
              <a:gd name="T30" fmla="*/ 0 w 183"/>
              <a:gd name="T31" fmla="*/ 76 h 213"/>
              <a:gd name="T32" fmla="*/ 0 w 183"/>
              <a:gd name="T33" fmla="*/ 53 h 213"/>
              <a:gd name="T34" fmla="*/ 23 w 183"/>
              <a:gd name="T35" fmla="*/ 53 h 213"/>
              <a:gd name="T36" fmla="*/ 0 w 183"/>
              <a:gd name="T37" fmla="*/ 0 h 213"/>
              <a:gd name="T38" fmla="*/ 31 w 183"/>
              <a:gd name="T39" fmla="*/ 0 h 213"/>
              <a:gd name="T40" fmla="*/ 69 w 183"/>
              <a:gd name="T41" fmla="*/ 91 h 213"/>
              <a:gd name="T42" fmla="*/ 114 w 183"/>
              <a:gd name="T43" fmla="*/ 91 h 213"/>
              <a:gd name="T44" fmla="*/ 152 w 183"/>
              <a:gd name="T45" fmla="*/ 0 h 213"/>
              <a:gd name="T46" fmla="*/ 183 w 183"/>
              <a:gd name="T47" fmla="*/ 0 h 213"/>
              <a:gd name="T48" fmla="*/ 91 w 183"/>
              <a:gd name="T49" fmla="*/ 145 h 213"/>
              <a:gd name="T50" fmla="*/ 104 w 183"/>
              <a:gd name="T51" fmla="*/ 114 h 213"/>
              <a:gd name="T52" fmla="*/ 78 w 183"/>
              <a:gd name="T53" fmla="*/ 114 h 213"/>
              <a:gd name="T54" fmla="*/ 91 w 183"/>
              <a:gd name="T55" fmla="*/ 145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83" h="213">
                <a:moveTo>
                  <a:pt x="183" y="0"/>
                </a:moveTo>
                <a:lnTo>
                  <a:pt x="159" y="53"/>
                </a:lnTo>
                <a:lnTo>
                  <a:pt x="183" y="53"/>
                </a:lnTo>
                <a:lnTo>
                  <a:pt x="183" y="76"/>
                </a:lnTo>
                <a:lnTo>
                  <a:pt x="150" y="76"/>
                </a:lnTo>
                <a:lnTo>
                  <a:pt x="144" y="91"/>
                </a:lnTo>
                <a:lnTo>
                  <a:pt x="183" y="91"/>
                </a:lnTo>
                <a:lnTo>
                  <a:pt x="183" y="114"/>
                </a:lnTo>
                <a:lnTo>
                  <a:pt x="134" y="114"/>
                </a:lnTo>
                <a:lnTo>
                  <a:pt x="91" y="213"/>
                </a:lnTo>
                <a:lnTo>
                  <a:pt x="49" y="114"/>
                </a:lnTo>
                <a:lnTo>
                  <a:pt x="0" y="114"/>
                </a:lnTo>
                <a:lnTo>
                  <a:pt x="0" y="91"/>
                </a:lnTo>
                <a:lnTo>
                  <a:pt x="39" y="91"/>
                </a:lnTo>
                <a:lnTo>
                  <a:pt x="33" y="76"/>
                </a:lnTo>
                <a:lnTo>
                  <a:pt x="0" y="76"/>
                </a:lnTo>
                <a:lnTo>
                  <a:pt x="0" y="53"/>
                </a:lnTo>
                <a:lnTo>
                  <a:pt x="23" y="53"/>
                </a:lnTo>
                <a:lnTo>
                  <a:pt x="0" y="0"/>
                </a:lnTo>
                <a:lnTo>
                  <a:pt x="31" y="0"/>
                </a:lnTo>
                <a:lnTo>
                  <a:pt x="69" y="91"/>
                </a:lnTo>
                <a:lnTo>
                  <a:pt x="114" y="91"/>
                </a:lnTo>
                <a:lnTo>
                  <a:pt x="152" y="0"/>
                </a:lnTo>
                <a:lnTo>
                  <a:pt x="183" y="0"/>
                </a:lnTo>
                <a:close/>
                <a:moveTo>
                  <a:pt x="91" y="145"/>
                </a:moveTo>
                <a:lnTo>
                  <a:pt x="104" y="114"/>
                </a:lnTo>
                <a:lnTo>
                  <a:pt x="78" y="114"/>
                </a:lnTo>
                <a:lnTo>
                  <a:pt x="91" y="14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6" name="Freeform 114"/>
          <p:cNvSpPr>
            <a:spLocks/>
          </p:cNvSpPr>
          <p:nvPr/>
        </p:nvSpPr>
        <p:spPr bwMode="auto">
          <a:xfrm>
            <a:off x="8139113" y="2860538"/>
            <a:ext cx="274638" cy="314325"/>
          </a:xfrm>
          <a:custGeom>
            <a:avLst/>
            <a:gdLst>
              <a:gd name="T0" fmla="*/ 254 w 254"/>
              <a:gd name="T1" fmla="*/ 144 h 291"/>
              <a:gd name="T2" fmla="*/ 254 w 254"/>
              <a:gd name="T3" fmla="*/ 178 h 291"/>
              <a:gd name="T4" fmla="*/ 220 w 254"/>
              <a:gd name="T5" fmla="*/ 182 h 291"/>
              <a:gd name="T6" fmla="*/ 191 w 254"/>
              <a:gd name="T7" fmla="*/ 230 h 291"/>
              <a:gd name="T8" fmla="*/ 159 w 254"/>
              <a:gd name="T9" fmla="*/ 267 h 291"/>
              <a:gd name="T10" fmla="*/ 137 w 254"/>
              <a:gd name="T11" fmla="*/ 286 h 291"/>
              <a:gd name="T12" fmla="*/ 108 w 254"/>
              <a:gd name="T13" fmla="*/ 285 h 291"/>
              <a:gd name="T14" fmla="*/ 98 w 254"/>
              <a:gd name="T15" fmla="*/ 278 h 291"/>
              <a:gd name="T16" fmla="*/ 83 w 254"/>
              <a:gd name="T17" fmla="*/ 263 h 291"/>
              <a:gd name="T18" fmla="*/ 65 w 254"/>
              <a:gd name="T19" fmla="*/ 241 h 291"/>
              <a:gd name="T20" fmla="*/ 46 w 254"/>
              <a:gd name="T21" fmla="*/ 209 h 291"/>
              <a:gd name="T22" fmla="*/ 28 w 254"/>
              <a:gd name="T23" fmla="*/ 166 h 291"/>
              <a:gd name="T24" fmla="*/ 12 w 254"/>
              <a:gd name="T25" fmla="*/ 111 h 291"/>
              <a:gd name="T26" fmla="*/ 0 w 254"/>
              <a:gd name="T27" fmla="*/ 43 h 291"/>
              <a:gd name="T28" fmla="*/ 49 w 254"/>
              <a:gd name="T29" fmla="*/ 43 h 291"/>
              <a:gd name="T30" fmla="*/ 61 w 254"/>
              <a:gd name="T31" fmla="*/ 113 h 291"/>
              <a:gd name="T32" fmla="*/ 80 w 254"/>
              <a:gd name="T33" fmla="*/ 168 h 291"/>
              <a:gd name="T34" fmla="*/ 101 w 254"/>
              <a:gd name="T35" fmla="*/ 209 h 291"/>
              <a:gd name="T36" fmla="*/ 125 w 254"/>
              <a:gd name="T37" fmla="*/ 243 h 291"/>
              <a:gd name="T38" fmla="*/ 175 w 254"/>
              <a:gd name="T39" fmla="*/ 172 h 291"/>
              <a:gd name="T40" fmla="*/ 136 w 254"/>
              <a:gd name="T41" fmla="*/ 134 h 291"/>
              <a:gd name="T42" fmla="*/ 122 w 254"/>
              <a:gd name="T43" fmla="*/ 76 h 291"/>
              <a:gd name="T44" fmla="*/ 140 w 254"/>
              <a:gd name="T45" fmla="*/ 21 h 291"/>
              <a:gd name="T46" fmla="*/ 190 w 254"/>
              <a:gd name="T47" fmla="*/ 0 h 291"/>
              <a:gd name="T48" fmla="*/ 238 w 254"/>
              <a:gd name="T49" fmla="*/ 18 h 291"/>
              <a:gd name="T50" fmla="*/ 254 w 254"/>
              <a:gd name="T51" fmla="*/ 70 h 291"/>
              <a:gd name="T52" fmla="*/ 244 w 254"/>
              <a:gd name="T53" fmla="*/ 120 h 291"/>
              <a:gd name="T54" fmla="*/ 241 w 254"/>
              <a:gd name="T55" fmla="*/ 120 h 291"/>
              <a:gd name="T56" fmla="*/ 233 w 254"/>
              <a:gd name="T57" fmla="*/ 121 h 291"/>
              <a:gd name="T58" fmla="*/ 222 w 254"/>
              <a:gd name="T59" fmla="*/ 120 h 291"/>
              <a:gd name="T60" fmla="*/ 211 w 254"/>
              <a:gd name="T61" fmla="*/ 115 h 291"/>
              <a:gd name="T62" fmla="*/ 202 w 254"/>
              <a:gd name="T63" fmla="*/ 106 h 291"/>
              <a:gd name="T64" fmla="*/ 207 w 254"/>
              <a:gd name="T65" fmla="*/ 74 h 291"/>
              <a:gd name="T66" fmla="*/ 202 w 254"/>
              <a:gd name="T67" fmla="*/ 51 h 291"/>
              <a:gd name="T68" fmla="*/ 189 w 254"/>
              <a:gd name="T69" fmla="*/ 43 h 291"/>
              <a:gd name="T70" fmla="*/ 174 w 254"/>
              <a:gd name="T71" fmla="*/ 52 h 291"/>
              <a:gd name="T72" fmla="*/ 168 w 254"/>
              <a:gd name="T73" fmla="*/ 76 h 291"/>
              <a:gd name="T74" fmla="*/ 186 w 254"/>
              <a:gd name="T75" fmla="*/ 128 h 291"/>
              <a:gd name="T76" fmla="*/ 233 w 254"/>
              <a:gd name="T77" fmla="*/ 146 h 291"/>
              <a:gd name="T78" fmla="*/ 254 w 254"/>
              <a:gd name="T79" fmla="*/ 144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4" h="291">
                <a:moveTo>
                  <a:pt x="254" y="144"/>
                </a:moveTo>
                <a:cubicBezTo>
                  <a:pt x="254" y="178"/>
                  <a:pt x="254" y="178"/>
                  <a:pt x="254" y="178"/>
                </a:cubicBezTo>
                <a:cubicBezTo>
                  <a:pt x="242" y="181"/>
                  <a:pt x="231" y="182"/>
                  <a:pt x="220" y="182"/>
                </a:cubicBezTo>
                <a:cubicBezTo>
                  <a:pt x="212" y="198"/>
                  <a:pt x="202" y="214"/>
                  <a:pt x="191" y="230"/>
                </a:cubicBezTo>
                <a:cubicBezTo>
                  <a:pt x="179" y="245"/>
                  <a:pt x="168" y="258"/>
                  <a:pt x="159" y="267"/>
                </a:cubicBezTo>
                <a:cubicBezTo>
                  <a:pt x="150" y="277"/>
                  <a:pt x="142" y="283"/>
                  <a:pt x="137" y="286"/>
                </a:cubicBezTo>
                <a:cubicBezTo>
                  <a:pt x="127" y="291"/>
                  <a:pt x="118" y="291"/>
                  <a:pt x="108" y="285"/>
                </a:cubicBezTo>
                <a:cubicBezTo>
                  <a:pt x="105" y="283"/>
                  <a:pt x="102" y="281"/>
                  <a:pt x="98" y="278"/>
                </a:cubicBezTo>
                <a:cubicBezTo>
                  <a:pt x="94" y="275"/>
                  <a:pt x="89" y="270"/>
                  <a:pt x="83" y="263"/>
                </a:cubicBezTo>
                <a:cubicBezTo>
                  <a:pt x="77" y="257"/>
                  <a:pt x="71" y="249"/>
                  <a:pt x="65" y="241"/>
                </a:cubicBezTo>
                <a:cubicBezTo>
                  <a:pt x="59" y="232"/>
                  <a:pt x="53" y="222"/>
                  <a:pt x="46" y="209"/>
                </a:cubicBezTo>
                <a:cubicBezTo>
                  <a:pt x="40" y="196"/>
                  <a:pt x="34" y="181"/>
                  <a:pt x="28" y="166"/>
                </a:cubicBezTo>
                <a:cubicBezTo>
                  <a:pt x="22" y="151"/>
                  <a:pt x="17" y="133"/>
                  <a:pt x="12" y="111"/>
                </a:cubicBezTo>
                <a:cubicBezTo>
                  <a:pt x="7" y="90"/>
                  <a:pt x="3" y="67"/>
                  <a:pt x="0" y="43"/>
                </a:cubicBezTo>
                <a:cubicBezTo>
                  <a:pt x="49" y="43"/>
                  <a:pt x="49" y="43"/>
                  <a:pt x="49" y="43"/>
                </a:cubicBezTo>
                <a:cubicBezTo>
                  <a:pt x="52" y="69"/>
                  <a:pt x="56" y="92"/>
                  <a:pt x="61" y="113"/>
                </a:cubicBezTo>
                <a:cubicBezTo>
                  <a:pt x="66" y="134"/>
                  <a:pt x="73" y="152"/>
                  <a:pt x="80" y="168"/>
                </a:cubicBezTo>
                <a:cubicBezTo>
                  <a:pt x="87" y="184"/>
                  <a:pt x="94" y="198"/>
                  <a:pt x="101" y="209"/>
                </a:cubicBezTo>
                <a:cubicBezTo>
                  <a:pt x="108" y="221"/>
                  <a:pt x="116" y="232"/>
                  <a:pt x="125" y="243"/>
                </a:cubicBezTo>
                <a:cubicBezTo>
                  <a:pt x="145" y="223"/>
                  <a:pt x="162" y="200"/>
                  <a:pt x="175" y="172"/>
                </a:cubicBezTo>
                <a:cubicBezTo>
                  <a:pt x="159" y="164"/>
                  <a:pt x="146" y="151"/>
                  <a:pt x="136" y="134"/>
                </a:cubicBezTo>
                <a:cubicBezTo>
                  <a:pt x="127" y="117"/>
                  <a:pt x="122" y="97"/>
                  <a:pt x="122" y="76"/>
                </a:cubicBezTo>
                <a:cubicBezTo>
                  <a:pt x="122" y="54"/>
                  <a:pt x="128" y="35"/>
                  <a:pt x="140" y="21"/>
                </a:cubicBezTo>
                <a:cubicBezTo>
                  <a:pt x="152" y="7"/>
                  <a:pt x="169" y="0"/>
                  <a:pt x="190" y="0"/>
                </a:cubicBezTo>
                <a:cubicBezTo>
                  <a:pt x="211" y="0"/>
                  <a:pt x="226" y="6"/>
                  <a:pt x="238" y="18"/>
                </a:cubicBezTo>
                <a:cubicBezTo>
                  <a:pt x="249" y="30"/>
                  <a:pt x="254" y="48"/>
                  <a:pt x="254" y="70"/>
                </a:cubicBezTo>
                <a:cubicBezTo>
                  <a:pt x="254" y="88"/>
                  <a:pt x="251" y="105"/>
                  <a:pt x="244" y="120"/>
                </a:cubicBezTo>
                <a:cubicBezTo>
                  <a:pt x="243" y="120"/>
                  <a:pt x="242" y="120"/>
                  <a:pt x="241" y="120"/>
                </a:cubicBezTo>
                <a:cubicBezTo>
                  <a:pt x="239" y="121"/>
                  <a:pt x="236" y="121"/>
                  <a:pt x="233" y="121"/>
                </a:cubicBezTo>
                <a:cubicBezTo>
                  <a:pt x="229" y="121"/>
                  <a:pt x="225" y="120"/>
                  <a:pt x="222" y="120"/>
                </a:cubicBezTo>
                <a:cubicBezTo>
                  <a:pt x="218" y="119"/>
                  <a:pt x="215" y="117"/>
                  <a:pt x="211" y="115"/>
                </a:cubicBezTo>
                <a:cubicBezTo>
                  <a:pt x="207" y="113"/>
                  <a:pt x="204" y="110"/>
                  <a:pt x="202" y="106"/>
                </a:cubicBezTo>
                <a:cubicBezTo>
                  <a:pt x="206" y="94"/>
                  <a:pt x="207" y="84"/>
                  <a:pt x="207" y="74"/>
                </a:cubicBezTo>
                <a:cubicBezTo>
                  <a:pt x="207" y="64"/>
                  <a:pt x="206" y="56"/>
                  <a:pt x="202" y="51"/>
                </a:cubicBezTo>
                <a:cubicBezTo>
                  <a:pt x="199" y="46"/>
                  <a:pt x="194" y="43"/>
                  <a:pt x="189" y="43"/>
                </a:cubicBezTo>
                <a:cubicBezTo>
                  <a:pt x="182" y="43"/>
                  <a:pt x="177" y="46"/>
                  <a:pt x="174" y="52"/>
                </a:cubicBezTo>
                <a:cubicBezTo>
                  <a:pt x="170" y="58"/>
                  <a:pt x="168" y="66"/>
                  <a:pt x="168" y="76"/>
                </a:cubicBezTo>
                <a:cubicBezTo>
                  <a:pt x="168" y="98"/>
                  <a:pt x="174" y="115"/>
                  <a:pt x="186" y="128"/>
                </a:cubicBezTo>
                <a:cubicBezTo>
                  <a:pt x="199" y="140"/>
                  <a:pt x="214" y="146"/>
                  <a:pt x="233" y="146"/>
                </a:cubicBezTo>
                <a:cubicBezTo>
                  <a:pt x="240" y="146"/>
                  <a:pt x="247" y="146"/>
                  <a:pt x="254" y="14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7" name="Freeform 115"/>
          <p:cNvSpPr>
            <a:spLocks noEditPoints="1"/>
          </p:cNvSpPr>
          <p:nvPr/>
        </p:nvSpPr>
        <p:spPr bwMode="auto">
          <a:xfrm>
            <a:off x="3757613" y="3733663"/>
            <a:ext cx="288925" cy="292100"/>
          </a:xfrm>
          <a:custGeom>
            <a:avLst/>
            <a:gdLst>
              <a:gd name="T0" fmla="*/ 172 w 268"/>
              <a:gd name="T1" fmla="*/ 149 h 270"/>
              <a:gd name="T2" fmla="*/ 189 w 268"/>
              <a:gd name="T3" fmla="*/ 156 h 270"/>
              <a:gd name="T4" fmla="*/ 205 w 268"/>
              <a:gd name="T5" fmla="*/ 165 h 270"/>
              <a:gd name="T6" fmla="*/ 205 w 268"/>
              <a:gd name="T7" fmla="*/ 168 h 270"/>
              <a:gd name="T8" fmla="*/ 202 w 268"/>
              <a:gd name="T9" fmla="*/ 181 h 270"/>
              <a:gd name="T10" fmla="*/ 190 w 268"/>
              <a:gd name="T11" fmla="*/ 193 h 270"/>
              <a:gd name="T12" fmla="*/ 172 w 268"/>
              <a:gd name="T13" fmla="*/ 197 h 270"/>
              <a:gd name="T14" fmla="*/ 139 w 268"/>
              <a:gd name="T15" fmla="*/ 187 h 270"/>
              <a:gd name="T16" fmla="*/ 109 w 268"/>
              <a:gd name="T17" fmla="*/ 166 h 270"/>
              <a:gd name="T18" fmla="*/ 83 w 268"/>
              <a:gd name="T19" fmla="*/ 134 h 270"/>
              <a:gd name="T20" fmla="*/ 71 w 268"/>
              <a:gd name="T21" fmla="*/ 100 h 270"/>
              <a:gd name="T22" fmla="*/ 71 w 268"/>
              <a:gd name="T23" fmla="*/ 99 h 270"/>
              <a:gd name="T24" fmla="*/ 84 w 268"/>
              <a:gd name="T25" fmla="*/ 71 h 270"/>
              <a:gd name="T26" fmla="*/ 93 w 268"/>
              <a:gd name="T27" fmla="*/ 67 h 270"/>
              <a:gd name="T28" fmla="*/ 96 w 268"/>
              <a:gd name="T29" fmla="*/ 67 h 270"/>
              <a:gd name="T30" fmla="*/ 99 w 268"/>
              <a:gd name="T31" fmla="*/ 68 h 270"/>
              <a:gd name="T32" fmla="*/ 104 w 268"/>
              <a:gd name="T33" fmla="*/ 69 h 270"/>
              <a:gd name="T34" fmla="*/ 107 w 268"/>
              <a:gd name="T35" fmla="*/ 74 h 270"/>
              <a:gd name="T36" fmla="*/ 112 w 268"/>
              <a:gd name="T37" fmla="*/ 89 h 270"/>
              <a:gd name="T38" fmla="*/ 117 w 268"/>
              <a:gd name="T39" fmla="*/ 102 h 270"/>
              <a:gd name="T40" fmla="*/ 111 w 268"/>
              <a:gd name="T41" fmla="*/ 112 h 270"/>
              <a:gd name="T42" fmla="*/ 105 w 268"/>
              <a:gd name="T43" fmla="*/ 120 h 270"/>
              <a:gd name="T44" fmla="*/ 106 w 268"/>
              <a:gd name="T45" fmla="*/ 123 h 270"/>
              <a:gd name="T46" fmla="*/ 123 w 268"/>
              <a:gd name="T47" fmla="*/ 147 h 270"/>
              <a:gd name="T48" fmla="*/ 150 w 268"/>
              <a:gd name="T49" fmla="*/ 164 h 270"/>
              <a:gd name="T50" fmla="*/ 154 w 268"/>
              <a:gd name="T51" fmla="*/ 165 h 270"/>
              <a:gd name="T52" fmla="*/ 163 w 268"/>
              <a:gd name="T53" fmla="*/ 157 h 270"/>
              <a:gd name="T54" fmla="*/ 172 w 268"/>
              <a:gd name="T55" fmla="*/ 149 h 270"/>
              <a:gd name="T56" fmla="*/ 137 w 268"/>
              <a:gd name="T57" fmla="*/ 241 h 270"/>
              <a:gd name="T58" fmla="*/ 179 w 268"/>
              <a:gd name="T59" fmla="*/ 232 h 270"/>
              <a:gd name="T60" fmla="*/ 214 w 268"/>
              <a:gd name="T61" fmla="*/ 209 h 270"/>
              <a:gd name="T62" fmla="*/ 237 w 268"/>
              <a:gd name="T63" fmla="*/ 174 h 270"/>
              <a:gd name="T64" fmla="*/ 246 w 268"/>
              <a:gd name="T65" fmla="*/ 131 h 270"/>
              <a:gd name="T66" fmla="*/ 237 w 268"/>
              <a:gd name="T67" fmla="*/ 89 h 270"/>
              <a:gd name="T68" fmla="*/ 214 w 268"/>
              <a:gd name="T69" fmla="*/ 54 h 270"/>
              <a:gd name="T70" fmla="*/ 179 w 268"/>
              <a:gd name="T71" fmla="*/ 31 h 270"/>
              <a:gd name="T72" fmla="*/ 137 w 268"/>
              <a:gd name="T73" fmla="*/ 22 h 270"/>
              <a:gd name="T74" fmla="*/ 94 w 268"/>
              <a:gd name="T75" fmla="*/ 31 h 270"/>
              <a:gd name="T76" fmla="*/ 59 w 268"/>
              <a:gd name="T77" fmla="*/ 54 h 270"/>
              <a:gd name="T78" fmla="*/ 36 w 268"/>
              <a:gd name="T79" fmla="*/ 89 h 270"/>
              <a:gd name="T80" fmla="*/ 27 w 268"/>
              <a:gd name="T81" fmla="*/ 131 h 270"/>
              <a:gd name="T82" fmla="*/ 48 w 268"/>
              <a:gd name="T83" fmla="*/ 196 h 270"/>
              <a:gd name="T84" fmla="*/ 34 w 268"/>
              <a:gd name="T85" fmla="*/ 236 h 270"/>
              <a:gd name="T86" fmla="*/ 76 w 268"/>
              <a:gd name="T87" fmla="*/ 223 h 270"/>
              <a:gd name="T88" fmla="*/ 137 w 268"/>
              <a:gd name="T89" fmla="*/ 241 h 270"/>
              <a:gd name="T90" fmla="*/ 137 w 268"/>
              <a:gd name="T91" fmla="*/ 0 h 270"/>
              <a:gd name="T92" fmla="*/ 188 w 268"/>
              <a:gd name="T93" fmla="*/ 10 h 270"/>
              <a:gd name="T94" fmla="*/ 230 w 268"/>
              <a:gd name="T95" fmla="*/ 39 h 270"/>
              <a:gd name="T96" fmla="*/ 258 w 268"/>
              <a:gd name="T97" fmla="*/ 80 h 270"/>
              <a:gd name="T98" fmla="*/ 268 w 268"/>
              <a:gd name="T99" fmla="*/ 131 h 270"/>
              <a:gd name="T100" fmla="*/ 258 w 268"/>
              <a:gd name="T101" fmla="*/ 182 h 270"/>
              <a:gd name="T102" fmla="*/ 230 w 268"/>
              <a:gd name="T103" fmla="*/ 224 h 270"/>
              <a:gd name="T104" fmla="*/ 188 w 268"/>
              <a:gd name="T105" fmla="*/ 253 h 270"/>
              <a:gd name="T106" fmla="*/ 137 w 268"/>
              <a:gd name="T107" fmla="*/ 263 h 270"/>
              <a:gd name="T108" fmla="*/ 73 w 268"/>
              <a:gd name="T109" fmla="*/ 247 h 270"/>
              <a:gd name="T110" fmla="*/ 0 w 268"/>
              <a:gd name="T111" fmla="*/ 270 h 270"/>
              <a:gd name="T112" fmla="*/ 24 w 268"/>
              <a:gd name="T113" fmla="*/ 199 h 270"/>
              <a:gd name="T114" fmla="*/ 5 w 268"/>
              <a:gd name="T115" fmla="*/ 131 h 270"/>
              <a:gd name="T116" fmla="*/ 16 w 268"/>
              <a:gd name="T117" fmla="*/ 80 h 270"/>
              <a:gd name="T118" fmla="*/ 44 w 268"/>
              <a:gd name="T119" fmla="*/ 39 h 270"/>
              <a:gd name="T120" fmla="*/ 86 w 268"/>
              <a:gd name="T121" fmla="*/ 10 h 270"/>
              <a:gd name="T122" fmla="*/ 137 w 268"/>
              <a:gd name="T123" fmla="*/ 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8" h="270">
                <a:moveTo>
                  <a:pt x="172" y="149"/>
                </a:moveTo>
                <a:cubicBezTo>
                  <a:pt x="174" y="149"/>
                  <a:pt x="179" y="151"/>
                  <a:pt x="189" y="156"/>
                </a:cubicBezTo>
                <a:cubicBezTo>
                  <a:pt x="199" y="161"/>
                  <a:pt x="204" y="164"/>
                  <a:pt x="205" y="165"/>
                </a:cubicBezTo>
                <a:cubicBezTo>
                  <a:pt x="205" y="166"/>
                  <a:pt x="205" y="167"/>
                  <a:pt x="205" y="168"/>
                </a:cubicBezTo>
                <a:cubicBezTo>
                  <a:pt x="205" y="172"/>
                  <a:pt x="204" y="176"/>
                  <a:pt x="202" y="181"/>
                </a:cubicBezTo>
                <a:cubicBezTo>
                  <a:pt x="200" y="186"/>
                  <a:pt x="196" y="190"/>
                  <a:pt x="190" y="193"/>
                </a:cubicBezTo>
                <a:cubicBezTo>
                  <a:pt x="183" y="196"/>
                  <a:pt x="177" y="197"/>
                  <a:pt x="172" y="197"/>
                </a:cubicBezTo>
                <a:cubicBezTo>
                  <a:pt x="165" y="197"/>
                  <a:pt x="154" y="194"/>
                  <a:pt x="139" y="187"/>
                </a:cubicBezTo>
                <a:cubicBezTo>
                  <a:pt x="127" y="181"/>
                  <a:pt x="117" y="174"/>
                  <a:pt x="109" y="166"/>
                </a:cubicBezTo>
                <a:cubicBezTo>
                  <a:pt x="101" y="158"/>
                  <a:pt x="92" y="147"/>
                  <a:pt x="83" y="134"/>
                </a:cubicBezTo>
                <a:cubicBezTo>
                  <a:pt x="75" y="121"/>
                  <a:pt x="71" y="110"/>
                  <a:pt x="71" y="100"/>
                </a:cubicBezTo>
                <a:cubicBezTo>
                  <a:pt x="71" y="99"/>
                  <a:pt x="71" y="99"/>
                  <a:pt x="71" y="99"/>
                </a:cubicBezTo>
                <a:cubicBezTo>
                  <a:pt x="71" y="88"/>
                  <a:pt x="76" y="79"/>
                  <a:pt x="84" y="71"/>
                </a:cubicBezTo>
                <a:cubicBezTo>
                  <a:pt x="87" y="68"/>
                  <a:pt x="90" y="67"/>
                  <a:pt x="93" y="67"/>
                </a:cubicBezTo>
                <a:cubicBezTo>
                  <a:pt x="94" y="67"/>
                  <a:pt x="95" y="67"/>
                  <a:pt x="96" y="67"/>
                </a:cubicBezTo>
                <a:cubicBezTo>
                  <a:pt x="97" y="68"/>
                  <a:pt x="98" y="68"/>
                  <a:pt x="99" y="68"/>
                </a:cubicBezTo>
                <a:cubicBezTo>
                  <a:pt x="102" y="68"/>
                  <a:pt x="103" y="68"/>
                  <a:pt x="104" y="69"/>
                </a:cubicBezTo>
                <a:cubicBezTo>
                  <a:pt x="105" y="70"/>
                  <a:pt x="106" y="71"/>
                  <a:pt x="107" y="74"/>
                </a:cubicBezTo>
                <a:cubicBezTo>
                  <a:pt x="108" y="76"/>
                  <a:pt x="109" y="81"/>
                  <a:pt x="112" y="89"/>
                </a:cubicBezTo>
                <a:cubicBezTo>
                  <a:pt x="115" y="97"/>
                  <a:pt x="117" y="101"/>
                  <a:pt x="117" y="102"/>
                </a:cubicBezTo>
                <a:cubicBezTo>
                  <a:pt x="117" y="104"/>
                  <a:pt x="115" y="108"/>
                  <a:pt x="111" y="112"/>
                </a:cubicBezTo>
                <a:cubicBezTo>
                  <a:pt x="107" y="116"/>
                  <a:pt x="105" y="119"/>
                  <a:pt x="105" y="120"/>
                </a:cubicBezTo>
                <a:cubicBezTo>
                  <a:pt x="105" y="121"/>
                  <a:pt x="105" y="122"/>
                  <a:pt x="106" y="123"/>
                </a:cubicBezTo>
                <a:cubicBezTo>
                  <a:pt x="110" y="131"/>
                  <a:pt x="115" y="139"/>
                  <a:pt x="123" y="147"/>
                </a:cubicBezTo>
                <a:cubicBezTo>
                  <a:pt x="130" y="153"/>
                  <a:pt x="139" y="159"/>
                  <a:pt x="150" y="164"/>
                </a:cubicBezTo>
                <a:cubicBezTo>
                  <a:pt x="151" y="165"/>
                  <a:pt x="152" y="165"/>
                  <a:pt x="154" y="165"/>
                </a:cubicBezTo>
                <a:cubicBezTo>
                  <a:pt x="155" y="165"/>
                  <a:pt x="158" y="163"/>
                  <a:pt x="163" y="157"/>
                </a:cubicBezTo>
                <a:cubicBezTo>
                  <a:pt x="167" y="151"/>
                  <a:pt x="171" y="149"/>
                  <a:pt x="172" y="149"/>
                </a:cubicBezTo>
                <a:close/>
                <a:moveTo>
                  <a:pt x="137" y="241"/>
                </a:moveTo>
                <a:cubicBezTo>
                  <a:pt x="151" y="241"/>
                  <a:pt x="166" y="238"/>
                  <a:pt x="179" y="232"/>
                </a:cubicBezTo>
                <a:cubicBezTo>
                  <a:pt x="193" y="226"/>
                  <a:pt x="204" y="219"/>
                  <a:pt x="214" y="209"/>
                </a:cubicBezTo>
                <a:cubicBezTo>
                  <a:pt x="224" y="199"/>
                  <a:pt x="232" y="187"/>
                  <a:pt x="237" y="174"/>
                </a:cubicBezTo>
                <a:cubicBezTo>
                  <a:pt x="243" y="160"/>
                  <a:pt x="246" y="146"/>
                  <a:pt x="246" y="131"/>
                </a:cubicBezTo>
                <a:cubicBezTo>
                  <a:pt x="246" y="117"/>
                  <a:pt x="243" y="103"/>
                  <a:pt x="237" y="89"/>
                </a:cubicBezTo>
                <a:cubicBezTo>
                  <a:pt x="232" y="75"/>
                  <a:pt x="224" y="64"/>
                  <a:pt x="214" y="54"/>
                </a:cubicBezTo>
                <a:cubicBezTo>
                  <a:pt x="204" y="44"/>
                  <a:pt x="193" y="36"/>
                  <a:pt x="179" y="31"/>
                </a:cubicBezTo>
                <a:cubicBezTo>
                  <a:pt x="166" y="25"/>
                  <a:pt x="151" y="22"/>
                  <a:pt x="137" y="22"/>
                </a:cubicBezTo>
                <a:cubicBezTo>
                  <a:pt x="122" y="22"/>
                  <a:pt x="108" y="25"/>
                  <a:pt x="94" y="31"/>
                </a:cubicBezTo>
                <a:cubicBezTo>
                  <a:pt x="81" y="36"/>
                  <a:pt x="69" y="44"/>
                  <a:pt x="59" y="54"/>
                </a:cubicBezTo>
                <a:cubicBezTo>
                  <a:pt x="49" y="64"/>
                  <a:pt x="42" y="75"/>
                  <a:pt x="36" y="89"/>
                </a:cubicBezTo>
                <a:cubicBezTo>
                  <a:pt x="30" y="103"/>
                  <a:pt x="27" y="117"/>
                  <a:pt x="27" y="131"/>
                </a:cubicBezTo>
                <a:cubicBezTo>
                  <a:pt x="27" y="155"/>
                  <a:pt x="34" y="176"/>
                  <a:pt x="48" y="196"/>
                </a:cubicBezTo>
                <a:cubicBezTo>
                  <a:pt x="34" y="236"/>
                  <a:pt x="34" y="236"/>
                  <a:pt x="34" y="236"/>
                </a:cubicBezTo>
                <a:cubicBezTo>
                  <a:pt x="76" y="223"/>
                  <a:pt x="76" y="223"/>
                  <a:pt x="76" y="223"/>
                </a:cubicBezTo>
                <a:cubicBezTo>
                  <a:pt x="95" y="235"/>
                  <a:pt x="115" y="241"/>
                  <a:pt x="137" y="241"/>
                </a:cubicBezTo>
                <a:close/>
                <a:moveTo>
                  <a:pt x="137" y="0"/>
                </a:moveTo>
                <a:cubicBezTo>
                  <a:pt x="154" y="0"/>
                  <a:pt x="171" y="3"/>
                  <a:pt x="188" y="10"/>
                </a:cubicBezTo>
                <a:cubicBezTo>
                  <a:pt x="204" y="17"/>
                  <a:pt x="218" y="27"/>
                  <a:pt x="230" y="39"/>
                </a:cubicBezTo>
                <a:cubicBezTo>
                  <a:pt x="241" y="50"/>
                  <a:pt x="251" y="64"/>
                  <a:pt x="258" y="80"/>
                </a:cubicBezTo>
                <a:cubicBezTo>
                  <a:pt x="265" y="97"/>
                  <a:pt x="268" y="114"/>
                  <a:pt x="268" y="131"/>
                </a:cubicBezTo>
                <a:cubicBezTo>
                  <a:pt x="268" y="149"/>
                  <a:pt x="265" y="166"/>
                  <a:pt x="258" y="182"/>
                </a:cubicBezTo>
                <a:cubicBezTo>
                  <a:pt x="251" y="199"/>
                  <a:pt x="241" y="213"/>
                  <a:pt x="230" y="224"/>
                </a:cubicBezTo>
                <a:cubicBezTo>
                  <a:pt x="218" y="236"/>
                  <a:pt x="204" y="246"/>
                  <a:pt x="188" y="253"/>
                </a:cubicBezTo>
                <a:cubicBezTo>
                  <a:pt x="171" y="259"/>
                  <a:pt x="154" y="263"/>
                  <a:pt x="137" y="263"/>
                </a:cubicBezTo>
                <a:cubicBezTo>
                  <a:pt x="114" y="263"/>
                  <a:pt x="93" y="258"/>
                  <a:pt x="73" y="247"/>
                </a:cubicBezTo>
                <a:cubicBezTo>
                  <a:pt x="0" y="270"/>
                  <a:pt x="0" y="270"/>
                  <a:pt x="0" y="270"/>
                </a:cubicBezTo>
                <a:cubicBezTo>
                  <a:pt x="24" y="199"/>
                  <a:pt x="24" y="199"/>
                  <a:pt x="24" y="199"/>
                </a:cubicBezTo>
                <a:cubicBezTo>
                  <a:pt x="11" y="179"/>
                  <a:pt x="5" y="156"/>
                  <a:pt x="5" y="131"/>
                </a:cubicBezTo>
                <a:cubicBezTo>
                  <a:pt x="5" y="114"/>
                  <a:pt x="9" y="97"/>
                  <a:pt x="16" y="80"/>
                </a:cubicBezTo>
                <a:cubicBezTo>
                  <a:pt x="23" y="64"/>
                  <a:pt x="32" y="50"/>
                  <a:pt x="44" y="39"/>
                </a:cubicBezTo>
                <a:cubicBezTo>
                  <a:pt x="55" y="27"/>
                  <a:pt x="69" y="17"/>
                  <a:pt x="86" y="10"/>
                </a:cubicBezTo>
                <a:cubicBezTo>
                  <a:pt x="102" y="3"/>
                  <a:pt x="119" y="0"/>
                  <a:pt x="13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8" name="Freeform 116"/>
          <p:cNvSpPr>
            <a:spLocks noEditPoints="1"/>
          </p:cNvSpPr>
          <p:nvPr/>
        </p:nvSpPr>
        <p:spPr bwMode="auto">
          <a:xfrm>
            <a:off x="3748088" y="1568313"/>
            <a:ext cx="309563" cy="309563"/>
          </a:xfrm>
          <a:custGeom>
            <a:avLst/>
            <a:gdLst>
              <a:gd name="T0" fmla="*/ 63 w 286"/>
              <a:gd name="T1" fmla="*/ 234 h 286"/>
              <a:gd name="T2" fmla="*/ 60 w 286"/>
              <a:gd name="T3" fmla="*/ 226 h 286"/>
              <a:gd name="T4" fmla="*/ 52 w 286"/>
              <a:gd name="T5" fmla="*/ 223 h 286"/>
              <a:gd name="T6" fmla="*/ 44 w 286"/>
              <a:gd name="T7" fmla="*/ 226 h 286"/>
              <a:gd name="T8" fmla="*/ 41 w 286"/>
              <a:gd name="T9" fmla="*/ 234 h 286"/>
              <a:gd name="T10" fmla="*/ 44 w 286"/>
              <a:gd name="T11" fmla="*/ 242 h 286"/>
              <a:gd name="T12" fmla="*/ 52 w 286"/>
              <a:gd name="T13" fmla="*/ 245 h 286"/>
              <a:gd name="T14" fmla="*/ 60 w 286"/>
              <a:gd name="T15" fmla="*/ 242 h 286"/>
              <a:gd name="T16" fmla="*/ 63 w 286"/>
              <a:gd name="T17" fmla="*/ 234 h 286"/>
              <a:gd name="T18" fmla="*/ 176 w 286"/>
              <a:gd name="T19" fmla="*/ 161 h 286"/>
              <a:gd name="T20" fmla="*/ 57 w 286"/>
              <a:gd name="T21" fmla="*/ 280 h 286"/>
              <a:gd name="T22" fmla="*/ 41 w 286"/>
              <a:gd name="T23" fmla="*/ 286 h 286"/>
              <a:gd name="T24" fmla="*/ 25 w 286"/>
              <a:gd name="T25" fmla="*/ 280 h 286"/>
              <a:gd name="T26" fmla="*/ 7 w 286"/>
              <a:gd name="T27" fmla="*/ 261 h 286"/>
              <a:gd name="T28" fmla="*/ 0 w 286"/>
              <a:gd name="T29" fmla="*/ 245 h 286"/>
              <a:gd name="T30" fmla="*/ 7 w 286"/>
              <a:gd name="T31" fmla="*/ 230 h 286"/>
              <a:gd name="T32" fmla="*/ 125 w 286"/>
              <a:gd name="T33" fmla="*/ 111 h 286"/>
              <a:gd name="T34" fmla="*/ 145 w 286"/>
              <a:gd name="T35" fmla="*/ 141 h 286"/>
              <a:gd name="T36" fmla="*/ 176 w 286"/>
              <a:gd name="T37" fmla="*/ 161 h 286"/>
              <a:gd name="T38" fmla="*/ 286 w 286"/>
              <a:gd name="T39" fmla="*/ 85 h 286"/>
              <a:gd name="T40" fmla="*/ 282 w 286"/>
              <a:gd name="T41" fmla="*/ 104 h 286"/>
              <a:gd name="T42" fmla="*/ 254 w 286"/>
              <a:gd name="T43" fmla="*/ 142 h 286"/>
              <a:gd name="T44" fmla="*/ 208 w 286"/>
              <a:gd name="T45" fmla="*/ 156 h 286"/>
              <a:gd name="T46" fmla="*/ 153 w 286"/>
              <a:gd name="T47" fmla="*/ 133 h 286"/>
              <a:gd name="T48" fmla="*/ 130 w 286"/>
              <a:gd name="T49" fmla="*/ 78 h 286"/>
              <a:gd name="T50" fmla="*/ 153 w 286"/>
              <a:gd name="T51" fmla="*/ 23 h 286"/>
              <a:gd name="T52" fmla="*/ 208 w 286"/>
              <a:gd name="T53" fmla="*/ 0 h 286"/>
              <a:gd name="T54" fmla="*/ 230 w 286"/>
              <a:gd name="T55" fmla="*/ 3 h 286"/>
              <a:gd name="T56" fmla="*/ 248 w 286"/>
              <a:gd name="T57" fmla="*/ 11 h 286"/>
              <a:gd name="T58" fmla="*/ 251 w 286"/>
              <a:gd name="T59" fmla="*/ 16 h 286"/>
              <a:gd name="T60" fmla="*/ 248 w 286"/>
              <a:gd name="T61" fmla="*/ 21 h 286"/>
              <a:gd name="T62" fmla="*/ 197 w 286"/>
              <a:gd name="T63" fmla="*/ 50 h 286"/>
              <a:gd name="T64" fmla="*/ 197 w 286"/>
              <a:gd name="T65" fmla="*/ 89 h 286"/>
              <a:gd name="T66" fmla="*/ 231 w 286"/>
              <a:gd name="T67" fmla="*/ 108 h 286"/>
              <a:gd name="T68" fmla="*/ 245 w 286"/>
              <a:gd name="T69" fmla="*/ 99 h 286"/>
              <a:gd name="T70" fmla="*/ 268 w 286"/>
              <a:gd name="T71" fmla="*/ 85 h 286"/>
              <a:gd name="T72" fmla="*/ 281 w 286"/>
              <a:gd name="T73" fmla="*/ 79 h 286"/>
              <a:gd name="T74" fmla="*/ 285 w 286"/>
              <a:gd name="T75" fmla="*/ 81 h 286"/>
              <a:gd name="T76" fmla="*/ 286 w 286"/>
              <a:gd name="T77" fmla="*/ 85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6" h="286">
                <a:moveTo>
                  <a:pt x="63" y="234"/>
                </a:moveTo>
                <a:cubicBezTo>
                  <a:pt x="63" y="231"/>
                  <a:pt x="62" y="229"/>
                  <a:pt x="60" y="226"/>
                </a:cubicBezTo>
                <a:cubicBezTo>
                  <a:pt x="58" y="224"/>
                  <a:pt x="55" y="223"/>
                  <a:pt x="52" y="223"/>
                </a:cubicBezTo>
                <a:cubicBezTo>
                  <a:pt x="49" y="223"/>
                  <a:pt x="47" y="224"/>
                  <a:pt x="44" y="226"/>
                </a:cubicBezTo>
                <a:cubicBezTo>
                  <a:pt x="42" y="229"/>
                  <a:pt x="41" y="231"/>
                  <a:pt x="41" y="234"/>
                </a:cubicBezTo>
                <a:cubicBezTo>
                  <a:pt x="41" y="237"/>
                  <a:pt x="42" y="240"/>
                  <a:pt x="44" y="242"/>
                </a:cubicBezTo>
                <a:cubicBezTo>
                  <a:pt x="47" y="244"/>
                  <a:pt x="49" y="245"/>
                  <a:pt x="52" y="245"/>
                </a:cubicBezTo>
                <a:cubicBezTo>
                  <a:pt x="55" y="245"/>
                  <a:pt x="58" y="244"/>
                  <a:pt x="60" y="242"/>
                </a:cubicBezTo>
                <a:cubicBezTo>
                  <a:pt x="62" y="240"/>
                  <a:pt x="63" y="237"/>
                  <a:pt x="63" y="234"/>
                </a:cubicBezTo>
                <a:close/>
                <a:moveTo>
                  <a:pt x="176" y="161"/>
                </a:moveTo>
                <a:cubicBezTo>
                  <a:pt x="57" y="280"/>
                  <a:pt x="57" y="280"/>
                  <a:pt x="57" y="280"/>
                </a:cubicBezTo>
                <a:cubicBezTo>
                  <a:pt x="52" y="284"/>
                  <a:pt x="47" y="286"/>
                  <a:pt x="41" y="286"/>
                </a:cubicBezTo>
                <a:cubicBezTo>
                  <a:pt x="35" y="286"/>
                  <a:pt x="30" y="284"/>
                  <a:pt x="25" y="280"/>
                </a:cubicBezTo>
                <a:cubicBezTo>
                  <a:pt x="7" y="261"/>
                  <a:pt x="7" y="261"/>
                  <a:pt x="7" y="261"/>
                </a:cubicBezTo>
                <a:cubicBezTo>
                  <a:pt x="2" y="257"/>
                  <a:pt x="0" y="252"/>
                  <a:pt x="0" y="245"/>
                </a:cubicBezTo>
                <a:cubicBezTo>
                  <a:pt x="0" y="239"/>
                  <a:pt x="2" y="234"/>
                  <a:pt x="7" y="230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30" y="122"/>
                  <a:pt x="137" y="132"/>
                  <a:pt x="145" y="141"/>
                </a:cubicBezTo>
                <a:cubicBezTo>
                  <a:pt x="154" y="150"/>
                  <a:pt x="164" y="157"/>
                  <a:pt x="176" y="161"/>
                </a:cubicBezTo>
                <a:close/>
                <a:moveTo>
                  <a:pt x="286" y="85"/>
                </a:moveTo>
                <a:cubicBezTo>
                  <a:pt x="286" y="90"/>
                  <a:pt x="285" y="96"/>
                  <a:pt x="282" y="104"/>
                </a:cubicBezTo>
                <a:cubicBezTo>
                  <a:pt x="277" y="119"/>
                  <a:pt x="267" y="132"/>
                  <a:pt x="254" y="142"/>
                </a:cubicBezTo>
                <a:cubicBezTo>
                  <a:pt x="240" y="151"/>
                  <a:pt x="225" y="156"/>
                  <a:pt x="208" y="156"/>
                </a:cubicBezTo>
                <a:cubicBezTo>
                  <a:pt x="187" y="156"/>
                  <a:pt x="169" y="149"/>
                  <a:pt x="153" y="133"/>
                </a:cubicBezTo>
                <a:cubicBezTo>
                  <a:pt x="138" y="118"/>
                  <a:pt x="130" y="100"/>
                  <a:pt x="130" y="78"/>
                </a:cubicBezTo>
                <a:cubicBezTo>
                  <a:pt x="130" y="57"/>
                  <a:pt x="138" y="38"/>
                  <a:pt x="153" y="23"/>
                </a:cubicBezTo>
                <a:cubicBezTo>
                  <a:pt x="169" y="8"/>
                  <a:pt x="187" y="0"/>
                  <a:pt x="208" y="0"/>
                </a:cubicBezTo>
                <a:cubicBezTo>
                  <a:pt x="215" y="0"/>
                  <a:pt x="222" y="1"/>
                  <a:pt x="230" y="3"/>
                </a:cubicBezTo>
                <a:cubicBezTo>
                  <a:pt x="237" y="5"/>
                  <a:pt x="243" y="7"/>
                  <a:pt x="248" y="11"/>
                </a:cubicBezTo>
                <a:cubicBezTo>
                  <a:pt x="250" y="12"/>
                  <a:pt x="251" y="14"/>
                  <a:pt x="251" y="16"/>
                </a:cubicBezTo>
                <a:cubicBezTo>
                  <a:pt x="251" y="18"/>
                  <a:pt x="250" y="19"/>
                  <a:pt x="248" y="21"/>
                </a:cubicBezTo>
                <a:cubicBezTo>
                  <a:pt x="197" y="50"/>
                  <a:pt x="197" y="50"/>
                  <a:pt x="197" y="50"/>
                </a:cubicBezTo>
                <a:cubicBezTo>
                  <a:pt x="197" y="89"/>
                  <a:pt x="197" y="89"/>
                  <a:pt x="197" y="89"/>
                </a:cubicBezTo>
                <a:cubicBezTo>
                  <a:pt x="231" y="108"/>
                  <a:pt x="231" y="108"/>
                  <a:pt x="231" y="108"/>
                </a:cubicBezTo>
                <a:cubicBezTo>
                  <a:pt x="232" y="108"/>
                  <a:pt x="236" y="105"/>
                  <a:pt x="245" y="99"/>
                </a:cubicBezTo>
                <a:cubicBezTo>
                  <a:pt x="253" y="94"/>
                  <a:pt x="261" y="89"/>
                  <a:pt x="268" y="85"/>
                </a:cubicBezTo>
                <a:cubicBezTo>
                  <a:pt x="276" y="81"/>
                  <a:pt x="280" y="79"/>
                  <a:pt x="281" y="79"/>
                </a:cubicBezTo>
                <a:cubicBezTo>
                  <a:pt x="282" y="79"/>
                  <a:pt x="284" y="80"/>
                  <a:pt x="285" y="81"/>
                </a:cubicBezTo>
                <a:cubicBezTo>
                  <a:pt x="286" y="82"/>
                  <a:pt x="286" y="83"/>
                  <a:pt x="286" y="8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41523156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5083176" y="1155700"/>
            <a:ext cx="295275" cy="295275"/>
          </a:xfrm>
          <a:custGeom>
            <a:avLst/>
            <a:gdLst>
              <a:gd name="T0" fmla="*/ 163 w 272"/>
              <a:gd name="T1" fmla="*/ 85 h 272"/>
              <a:gd name="T2" fmla="*/ 115 w 272"/>
              <a:gd name="T3" fmla="*/ 80 h 272"/>
              <a:gd name="T4" fmla="*/ 81 w 272"/>
              <a:gd name="T5" fmla="*/ 119 h 272"/>
              <a:gd name="T6" fmla="*/ 85 w 272"/>
              <a:gd name="T7" fmla="*/ 181 h 272"/>
              <a:gd name="T8" fmla="*/ 143 w 272"/>
              <a:gd name="T9" fmla="*/ 180 h 272"/>
              <a:gd name="T10" fmla="*/ 172 w 272"/>
              <a:gd name="T11" fmla="*/ 115 h 272"/>
              <a:gd name="T12" fmla="*/ 265 w 272"/>
              <a:gd name="T13" fmla="*/ 171 h 272"/>
              <a:gd name="T14" fmla="*/ 225 w 272"/>
              <a:gd name="T15" fmla="*/ 208 h 272"/>
              <a:gd name="T16" fmla="*/ 196 w 272"/>
              <a:gd name="T17" fmla="*/ 213 h 272"/>
              <a:gd name="T18" fmla="*/ 168 w 272"/>
              <a:gd name="T19" fmla="*/ 204 h 272"/>
              <a:gd name="T20" fmla="*/ 139 w 272"/>
              <a:gd name="T21" fmla="*/ 209 h 272"/>
              <a:gd name="T22" fmla="*/ 64 w 272"/>
              <a:gd name="T23" fmla="*/ 200 h 272"/>
              <a:gd name="T24" fmla="*/ 60 w 272"/>
              <a:gd name="T25" fmla="*/ 101 h 272"/>
              <a:gd name="T26" fmla="*/ 135 w 272"/>
              <a:gd name="T27" fmla="*/ 50 h 272"/>
              <a:gd name="T28" fmla="*/ 182 w 272"/>
              <a:gd name="T29" fmla="*/ 74 h 272"/>
              <a:gd name="T30" fmla="*/ 184 w 272"/>
              <a:gd name="T31" fmla="*/ 60 h 272"/>
              <a:gd name="T32" fmla="*/ 187 w 272"/>
              <a:gd name="T33" fmla="*/ 57 h 272"/>
              <a:gd name="T34" fmla="*/ 210 w 272"/>
              <a:gd name="T35" fmla="*/ 59 h 272"/>
              <a:gd name="T36" fmla="*/ 189 w 272"/>
              <a:gd name="T37" fmla="*/ 171 h 272"/>
              <a:gd name="T38" fmla="*/ 190 w 272"/>
              <a:gd name="T39" fmla="*/ 188 h 272"/>
              <a:gd name="T40" fmla="*/ 208 w 272"/>
              <a:gd name="T41" fmla="*/ 190 h 272"/>
              <a:gd name="T42" fmla="*/ 235 w 272"/>
              <a:gd name="T43" fmla="*/ 176 h 272"/>
              <a:gd name="T44" fmla="*/ 249 w 272"/>
              <a:gd name="T45" fmla="*/ 136 h 272"/>
              <a:gd name="T46" fmla="*/ 136 w 272"/>
              <a:gd name="T47" fmla="*/ 23 h 272"/>
              <a:gd name="T48" fmla="*/ 56 w 272"/>
              <a:gd name="T49" fmla="*/ 56 h 272"/>
              <a:gd name="T50" fmla="*/ 23 w 272"/>
              <a:gd name="T51" fmla="*/ 136 h 272"/>
              <a:gd name="T52" fmla="*/ 56 w 272"/>
              <a:gd name="T53" fmla="*/ 216 h 272"/>
              <a:gd name="T54" fmla="*/ 136 w 272"/>
              <a:gd name="T55" fmla="*/ 250 h 272"/>
              <a:gd name="T56" fmla="*/ 212 w 272"/>
              <a:gd name="T57" fmla="*/ 223 h 272"/>
              <a:gd name="T58" fmla="*/ 223 w 272"/>
              <a:gd name="T59" fmla="*/ 234 h 272"/>
              <a:gd name="T60" fmla="*/ 222 w 272"/>
              <a:gd name="T61" fmla="*/ 242 h 272"/>
              <a:gd name="T62" fmla="*/ 136 w 272"/>
              <a:gd name="T63" fmla="*/ 272 h 272"/>
              <a:gd name="T64" fmla="*/ 40 w 272"/>
              <a:gd name="T65" fmla="*/ 232 h 272"/>
              <a:gd name="T66" fmla="*/ 0 w 272"/>
              <a:gd name="T67" fmla="*/ 136 h 272"/>
              <a:gd name="T68" fmla="*/ 40 w 272"/>
              <a:gd name="T69" fmla="*/ 40 h 272"/>
              <a:gd name="T70" fmla="*/ 136 w 272"/>
              <a:gd name="T71" fmla="*/ 0 h 272"/>
              <a:gd name="T72" fmla="*/ 272 w 272"/>
              <a:gd name="T73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2" h="272">
                <a:moveTo>
                  <a:pt x="172" y="115"/>
                </a:moveTo>
                <a:cubicBezTo>
                  <a:pt x="172" y="102"/>
                  <a:pt x="169" y="92"/>
                  <a:pt x="163" y="85"/>
                </a:cubicBezTo>
                <a:cubicBezTo>
                  <a:pt x="156" y="78"/>
                  <a:pt x="148" y="74"/>
                  <a:pt x="137" y="74"/>
                </a:cubicBezTo>
                <a:cubicBezTo>
                  <a:pt x="129" y="74"/>
                  <a:pt x="122" y="76"/>
                  <a:pt x="115" y="80"/>
                </a:cubicBezTo>
                <a:cubicBezTo>
                  <a:pt x="107" y="83"/>
                  <a:pt x="101" y="88"/>
                  <a:pt x="95" y="95"/>
                </a:cubicBezTo>
                <a:cubicBezTo>
                  <a:pt x="89" y="101"/>
                  <a:pt x="85" y="109"/>
                  <a:pt x="81" y="119"/>
                </a:cubicBezTo>
                <a:cubicBezTo>
                  <a:pt x="77" y="129"/>
                  <a:pt x="76" y="139"/>
                  <a:pt x="76" y="151"/>
                </a:cubicBezTo>
                <a:cubicBezTo>
                  <a:pt x="76" y="164"/>
                  <a:pt x="79" y="174"/>
                  <a:pt x="85" y="181"/>
                </a:cubicBezTo>
                <a:cubicBezTo>
                  <a:pt x="91" y="189"/>
                  <a:pt x="100" y="192"/>
                  <a:pt x="112" y="192"/>
                </a:cubicBezTo>
                <a:cubicBezTo>
                  <a:pt x="123" y="192"/>
                  <a:pt x="133" y="188"/>
                  <a:pt x="143" y="180"/>
                </a:cubicBezTo>
                <a:cubicBezTo>
                  <a:pt x="152" y="172"/>
                  <a:pt x="160" y="163"/>
                  <a:pt x="165" y="151"/>
                </a:cubicBezTo>
                <a:cubicBezTo>
                  <a:pt x="170" y="139"/>
                  <a:pt x="172" y="127"/>
                  <a:pt x="172" y="115"/>
                </a:cubicBezTo>
                <a:close/>
                <a:moveTo>
                  <a:pt x="272" y="136"/>
                </a:moveTo>
                <a:cubicBezTo>
                  <a:pt x="272" y="149"/>
                  <a:pt x="270" y="161"/>
                  <a:pt x="265" y="171"/>
                </a:cubicBezTo>
                <a:cubicBezTo>
                  <a:pt x="261" y="181"/>
                  <a:pt x="255" y="189"/>
                  <a:pt x="248" y="195"/>
                </a:cubicBezTo>
                <a:cubicBezTo>
                  <a:pt x="241" y="201"/>
                  <a:pt x="233" y="205"/>
                  <a:pt x="225" y="208"/>
                </a:cubicBezTo>
                <a:cubicBezTo>
                  <a:pt x="216" y="211"/>
                  <a:pt x="208" y="213"/>
                  <a:pt x="199" y="213"/>
                </a:cubicBezTo>
                <a:cubicBezTo>
                  <a:pt x="198" y="213"/>
                  <a:pt x="197" y="213"/>
                  <a:pt x="196" y="213"/>
                </a:cubicBezTo>
                <a:cubicBezTo>
                  <a:pt x="195" y="213"/>
                  <a:pt x="194" y="213"/>
                  <a:pt x="193" y="213"/>
                </a:cubicBezTo>
                <a:cubicBezTo>
                  <a:pt x="182" y="213"/>
                  <a:pt x="174" y="210"/>
                  <a:pt x="168" y="204"/>
                </a:cubicBezTo>
                <a:cubicBezTo>
                  <a:pt x="165" y="200"/>
                  <a:pt x="163" y="195"/>
                  <a:pt x="162" y="189"/>
                </a:cubicBezTo>
                <a:cubicBezTo>
                  <a:pt x="156" y="197"/>
                  <a:pt x="148" y="204"/>
                  <a:pt x="139" y="209"/>
                </a:cubicBezTo>
                <a:cubicBezTo>
                  <a:pt x="130" y="214"/>
                  <a:pt x="119" y="217"/>
                  <a:pt x="108" y="217"/>
                </a:cubicBezTo>
                <a:cubicBezTo>
                  <a:pt x="89" y="217"/>
                  <a:pt x="75" y="211"/>
                  <a:pt x="64" y="200"/>
                </a:cubicBezTo>
                <a:cubicBezTo>
                  <a:pt x="54" y="188"/>
                  <a:pt x="49" y="172"/>
                  <a:pt x="49" y="152"/>
                </a:cubicBezTo>
                <a:cubicBezTo>
                  <a:pt x="49" y="133"/>
                  <a:pt x="52" y="116"/>
                  <a:pt x="60" y="101"/>
                </a:cubicBezTo>
                <a:cubicBezTo>
                  <a:pt x="68" y="85"/>
                  <a:pt x="79" y="72"/>
                  <a:pt x="92" y="63"/>
                </a:cubicBezTo>
                <a:cubicBezTo>
                  <a:pt x="105" y="54"/>
                  <a:pt x="120" y="50"/>
                  <a:pt x="135" y="50"/>
                </a:cubicBezTo>
                <a:cubicBezTo>
                  <a:pt x="146" y="50"/>
                  <a:pt x="155" y="52"/>
                  <a:pt x="163" y="56"/>
                </a:cubicBezTo>
                <a:cubicBezTo>
                  <a:pt x="171" y="60"/>
                  <a:pt x="177" y="66"/>
                  <a:pt x="182" y="74"/>
                </a:cubicBezTo>
                <a:cubicBezTo>
                  <a:pt x="182" y="70"/>
                  <a:pt x="182" y="70"/>
                  <a:pt x="182" y="70"/>
                </a:cubicBezTo>
                <a:cubicBezTo>
                  <a:pt x="184" y="60"/>
                  <a:pt x="184" y="60"/>
                  <a:pt x="184" y="60"/>
                </a:cubicBezTo>
                <a:cubicBezTo>
                  <a:pt x="184" y="60"/>
                  <a:pt x="184" y="59"/>
                  <a:pt x="185" y="58"/>
                </a:cubicBezTo>
                <a:cubicBezTo>
                  <a:pt x="185" y="57"/>
                  <a:pt x="186" y="57"/>
                  <a:pt x="187" y="57"/>
                </a:cubicBezTo>
                <a:cubicBezTo>
                  <a:pt x="208" y="57"/>
                  <a:pt x="208" y="57"/>
                  <a:pt x="208" y="57"/>
                </a:cubicBezTo>
                <a:cubicBezTo>
                  <a:pt x="208" y="57"/>
                  <a:pt x="209" y="58"/>
                  <a:pt x="210" y="59"/>
                </a:cubicBezTo>
                <a:cubicBezTo>
                  <a:pt x="210" y="60"/>
                  <a:pt x="211" y="61"/>
                  <a:pt x="210" y="62"/>
                </a:cubicBezTo>
                <a:cubicBezTo>
                  <a:pt x="189" y="171"/>
                  <a:pt x="189" y="171"/>
                  <a:pt x="189" y="171"/>
                </a:cubicBezTo>
                <a:cubicBezTo>
                  <a:pt x="189" y="173"/>
                  <a:pt x="188" y="176"/>
                  <a:pt x="188" y="179"/>
                </a:cubicBezTo>
                <a:cubicBezTo>
                  <a:pt x="188" y="184"/>
                  <a:pt x="189" y="187"/>
                  <a:pt x="190" y="188"/>
                </a:cubicBezTo>
                <a:cubicBezTo>
                  <a:pt x="192" y="190"/>
                  <a:pt x="195" y="191"/>
                  <a:pt x="198" y="191"/>
                </a:cubicBezTo>
                <a:cubicBezTo>
                  <a:pt x="202" y="190"/>
                  <a:pt x="205" y="190"/>
                  <a:pt x="208" y="190"/>
                </a:cubicBezTo>
                <a:cubicBezTo>
                  <a:pt x="212" y="189"/>
                  <a:pt x="216" y="188"/>
                  <a:pt x="221" y="185"/>
                </a:cubicBezTo>
                <a:cubicBezTo>
                  <a:pt x="226" y="183"/>
                  <a:pt x="231" y="180"/>
                  <a:pt x="235" y="176"/>
                </a:cubicBezTo>
                <a:cubicBezTo>
                  <a:pt x="239" y="173"/>
                  <a:pt x="242" y="168"/>
                  <a:pt x="245" y="161"/>
                </a:cubicBezTo>
                <a:cubicBezTo>
                  <a:pt x="248" y="154"/>
                  <a:pt x="249" y="146"/>
                  <a:pt x="249" y="136"/>
                </a:cubicBezTo>
                <a:cubicBezTo>
                  <a:pt x="249" y="102"/>
                  <a:pt x="239" y="74"/>
                  <a:pt x="218" y="54"/>
                </a:cubicBezTo>
                <a:cubicBezTo>
                  <a:pt x="198" y="33"/>
                  <a:pt x="170" y="23"/>
                  <a:pt x="136" y="23"/>
                </a:cubicBezTo>
                <a:cubicBezTo>
                  <a:pt x="121" y="23"/>
                  <a:pt x="106" y="26"/>
                  <a:pt x="92" y="32"/>
                </a:cubicBezTo>
                <a:cubicBezTo>
                  <a:pt x="78" y="38"/>
                  <a:pt x="66" y="46"/>
                  <a:pt x="56" y="56"/>
                </a:cubicBezTo>
                <a:cubicBezTo>
                  <a:pt x="46" y="66"/>
                  <a:pt x="38" y="78"/>
                  <a:pt x="32" y="92"/>
                </a:cubicBezTo>
                <a:cubicBezTo>
                  <a:pt x="26" y="106"/>
                  <a:pt x="23" y="121"/>
                  <a:pt x="23" y="136"/>
                </a:cubicBezTo>
                <a:cubicBezTo>
                  <a:pt x="23" y="152"/>
                  <a:pt x="26" y="166"/>
                  <a:pt x="32" y="180"/>
                </a:cubicBezTo>
                <a:cubicBezTo>
                  <a:pt x="38" y="194"/>
                  <a:pt x="46" y="206"/>
                  <a:pt x="56" y="216"/>
                </a:cubicBezTo>
                <a:cubicBezTo>
                  <a:pt x="66" y="227"/>
                  <a:pt x="78" y="235"/>
                  <a:pt x="92" y="241"/>
                </a:cubicBezTo>
                <a:cubicBezTo>
                  <a:pt x="106" y="247"/>
                  <a:pt x="121" y="250"/>
                  <a:pt x="136" y="250"/>
                </a:cubicBezTo>
                <a:cubicBezTo>
                  <a:pt x="163" y="250"/>
                  <a:pt x="187" y="241"/>
                  <a:pt x="208" y="224"/>
                </a:cubicBezTo>
                <a:cubicBezTo>
                  <a:pt x="209" y="223"/>
                  <a:pt x="210" y="223"/>
                  <a:pt x="212" y="223"/>
                </a:cubicBezTo>
                <a:cubicBezTo>
                  <a:pt x="213" y="223"/>
                  <a:pt x="215" y="224"/>
                  <a:pt x="216" y="225"/>
                </a:cubicBezTo>
                <a:cubicBezTo>
                  <a:pt x="223" y="234"/>
                  <a:pt x="223" y="234"/>
                  <a:pt x="223" y="234"/>
                </a:cubicBezTo>
                <a:cubicBezTo>
                  <a:pt x="224" y="235"/>
                  <a:pt x="224" y="236"/>
                  <a:pt x="224" y="238"/>
                </a:cubicBezTo>
                <a:cubicBezTo>
                  <a:pt x="224" y="239"/>
                  <a:pt x="223" y="241"/>
                  <a:pt x="222" y="242"/>
                </a:cubicBezTo>
                <a:cubicBezTo>
                  <a:pt x="210" y="251"/>
                  <a:pt x="197" y="259"/>
                  <a:pt x="182" y="264"/>
                </a:cubicBezTo>
                <a:cubicBezTo>
                  <a:pt x="167" y="270"/>
                  <a:pt x="152" y="272"/>
                  <a:pt x="136" y="272"/>
                </a:cubicBezTo>
                <a:cubicBezTo>
                  <a:pt x="118" y="272"/>
                  <a:pt x="100" y="269"/>
                  <a:pt x="83" y="261"/>
                </a:cubicBezTo>
                <a:cubicBezTo>
                  <a:pt x="67" y="254"/>
                  <a:pt x="52" y="245"/>
                  <a:pt x="40" y="232"/>
                </a:cubicBezTo>
                <a:cubicBezTo>
                  <a:pt x="28" y="220"/>
                  <a:pt x="18" y="206"/>
                  <a:pt x="11" y="189"/>
                </a:cubicBezTo>
                <a:cubicBezTo>
                  <a:pt x="4" y="172"/>
                  <a:pt x="0" y="155"/>
                  <a:pt x="0" y="136"/>
                </a:cubicBezTo>
                <a:cubicBezTo>
                  <a:pt x="0" y="118"/>
                  <a:pt x="4" y="100"/>
                  <a:pt x="11" y="84"/>
                </a:cubicBezTo>
                <a:cubicBezTo>
                  <a:pt x="18" y="67"/>
                  <a:pt x="28" y="52"/>
                  <a:pt x="40" y="40"/>
                </a:cubicBezTo>
                <a:cubicBezTo>
                  <a:pt x="52" y="28"/>
                  <a:pt x="67" y="18"/>
                  <a:pt x="83" y="11"/>
                </a:cubicBezTo>
                <a:cubicBezTo>
                  <a:pt x="100" y="4"/>
                  <a:pt x="118" y="0"/>
                  <a:pt x="136" y="0"/>
                </a:cubicBezTo>
                <a:cubicBezTo>
                  <a:pt x="177" y="0"/>
                  <a:pt x="209" y="13"/>
                  <a:pt x="234" y="38"/>
                </a:cubicBezTo>
                <a:cubicBezTo>
                  <a:pt x="259" y="63"/>
                  <a:pt x="272" y="96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5522913" y="1155700"/>
            <a:ext cx="276225" cy="295275"/>
          </a:xfrm>
          <a:custGeom>
            <a:avLst/>
            <a:gdLst>
              <a:gd name="T0" fmla="*/ 242 w 255"/>
              <a:gd name="T1" fmla="*/ 164 h 272"/>
              <a:gd name="T2" fmla="*/ 253 w 255"/>
              <a:gd name="T3" fmla="*/ 177 h 272"/>
              <a:gd name="T4" fmla="*/ 251 w 255"/>
              <a:gd name="T5" fmla="*/ 195 h 272"/>
              <a:gd name="T6" fmla="*/ 239 w 255"/>
              <a:gd name="T7" fmla="*/ 214 h 272"/>
              <a:gd name="T8" fmla="*/ 226 w 255"/>
              <a:gd name="T9" fmla="*/ 225 h 272"/>
              <a:gd name="T10" fmla="*/ 209 w 255"/>
              <a:gd name="T11" fmla="*/ 222 h 272"/>
              <a:gd name="T12" fmla="*/ 161 w 255"/>
              <a:gd name="T13" fmla="*/ 195 h 272"/>
              <a:gd name="T14" fmla="*/ 161 w 255"/>
              <a:gd name="T15" fmla="*/ 250 h 272"/>
              <a:gd name="T16" fmla="*/ 155 w 255"/>
              <a:gd name="T17" fmla="*/ 266 h 272"/>
              <a:gd name="T18" fmla="*/ 139 w 255"/>
              <a:gd name="T19" fmla="*/ 272 h 272"/>
              <a:gd name="T20" fmla="*/ 116 w 255"/>
              <a:gd name="T21" fmla="*/ 272 h 272"/>
              <a:gd name="T22" fmla="*/ 100 w 255"/>
              <a:gd name="T23" fmla="*/ 266 h 272"/>
              <a:gd name="T24" fmla="*/ 93 w 255"/>
              <a:gd name="T25" fmla="*/ 250 h 272"/>
              <a:gd name="T26" fmla="*/ 93 w 255"/>
              <a:gd name="T27" fmla="*/ 195 h 272"/>
              <a:gd name="T28" fmla="*/ 46 w 255"/>
              <a:gd name="T29" fmla="*/ 222 h 272"/>
              <a:gd name="T30" fmla="*/ 29 w 255"/>
              <a:gd name="T31" fmla="*/ 225 h 272"/>
              <a:gd name="T32" fmla="*/ 15 w 255"/>
              <a:gd name="T33" fmla="*/ 214 h 272"/>
              <a:gd name="T34" fmla="*/ 4 w 255"/>
              <a:gd name="T35" fmla="*/ 195 h 272"/>
              <a:gd name="T36" fmla="*/ 2 w 255"/>
              <a:gd name="T37" fmla="*/ 177 h 272"/>
              <a:gd name="T38" fmla="*/ 12 w 255"/>
              <a:gd name="T39" fmla="*/ 164 h 272"/>
              <a:gd name="T40" fmla="*/ 59 w 255"/>
              <a:gd name="T41" fmla="*/ 136 h 272"/>
              <a:gd name="T42" fmla="*/ 12 w 255"/>
              <a:gd name="T43" fmla="*/ 109 h 272"/>
              <a:gd name="T44" fmla="*/ 2 w 255"/>
              <a:gd name="T45" fmla="*/ 95 h 272"/>
              <a:gd name="T46" fmla="*/ 4 w 255"/>
              <a:gd name="T47" fmla="*/ 78 h 272"/>
              <a:gd name="T48" fmla="*/ 15 w 255"/>
              <a:gd name="T49" fmla="*/ 59 h 272"/>
              <a:gd name="T50" fmla="*/ 29 w 255"/>
              <a:gd name="T51" fmla="*/ 48 h 272"/>
              <a:gd name="T52" fmla="*/ 46 w 255"/>
              <a:gd name="T53" fmla="*/ 50 h 272"/>
              <a:gd name="T54" fmla="*/ 93 w 255"/>
              <a:gd name="T55" fmla="*/ 77 h 272"/>
              <a:gd name="T56" fmla="*/ 93 w 255"/>
              <a:gd name="T57" fmla="*/ 23 h 272"/>
              <a:gd name="T58" fmla="*/ 100 w 255"/>
              <a:gd name="T59" fmla="*/ 7 h 272"/>
              <a:gd name="T60" fmla="*/ 116 w 255"/>
              <a:gd name="T61" fmla="*/ 0 h 272"/>
              <a:gd name="T62" fmla="*/ 139 w 255"/>
              <a:gd name="T63" fmla="*/ 0 h 272"/>
              <a:gd name="T64" fmla="*/ 155 w 255"/>
              <a:gd name="T65" fmla="*/ 7 h 272"/>
              <a:gd name="T66" fmla="*/ 161 w 255"/>
              <a:gd name="T67" fmla="*/ 23 h 272"/>
              <a:gd name="T68" fmla="*/ 161 w 255"/>
              <a:gd name="T69" fmla="*/ 77 h 272"/>
              <a:gd name="T70" fmla="*/ 209 w 255"/>
              <a:gd name="T71" fmla="*/ 50 h 272"/>
              <a:gd name="T72" fmla="*/ 226 w 255"/>
              <a:gd name="T73" fmla="*/ 48 h 272"/>
              <a:gd name="T74" fmla="*/ 239 w 255"/>
              <a:gd name="T75" fmla="*/ 59 h 272"/>
              <a:gd name="T76" fmla="*/ 251 w 255"/>
              <a:gd name="T77" fmla="*/ 78 h 272"/>
              <a:gd name="T78" fmla="*/ 253 w 255"/>
              <a:gd name="T79" fmla="*/ 95 h 272"/>
              <a:gd name="T80" fmla="*/ 242 w 255"/>
              <a:gd name="T81" fmla="*/ 109 h 272"/>
              <a:gd name="T82" fmla="*/ 195 w 255"/>
              <a:gd name="T83" fmla="*/ 136 h 272"/>
              <a:gd name="T84" fmla="*/ 242 w 255"/>
              <a:gd name="T85" fmla="*/ 16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5" h="272">
                <a:moveTo>
                  <a:pt x="242" y="164"/>
                </a:moveTo>
                <a:cubicBezTo>
                  <a:pt x="248" y="167"/>
                  <a:pt x="251" y="171"/>
                  <a:pt x="253" y="177"/>
                </a:cubicBezTo>
                <a:cubicBezTo>
                  <a:pt x="255" y="183"/>
                  <a:pt x="254" y="189"/>
                  <a:pt x="251" y="195"/>
                </a:cubicBezTo>
                <a:cubicBezTo>
                  <a:pt x="239" y="214"/>
                  <a:pt x="239" y="214"/>
                  <a:pt x="239" y="214"/>
                </a:cubicBezTo>
                <a:cubicBezTo>
                  <a:pt x="236" y="219"/>
                  <a:pt x="232" y="223"/>
                  <a:pt x="226" y="225"/>
                </a:cubicBezTo>
                <a:cubicBezTo>
                  <a:pt x="220" y="226"/>
                  <a:pt x="214" y="225"/>
                  <a:pt x="209" y="222"/>
                </a:cubicBezTo>
                <a:cubicBezTo>
                  <a:pt x="161" y="195"/>
                  <a:pt x="161" y="195"/>
                  <a:pt x="161" y="195"/>
                </a:cubicBezTo>
                <a:cubicBezTo>
                  <a:pt x="161" y="250"/>
                  <a:pt x="161" y="250"/>
                  <a:pt x="161" y="250"/>
                </a:cubicBezTo>
                <a:cubicBezTo>
                  <a:pt x="161" y="256"/>
                  <a:pt x="159" y="261"/>
                  <a:pt x="155" y="266"/>
                </a:cubicBezTo>
                <a:cubicBezTo>
                  <a:pt x="150" y="270"/>
                  <a:pt x="145" y="272"/>
                  <a:pt x="139" y="272"/>
                </a:cubicBezTo>
                <a:cubicBezTo>
                  <a:pt x="116" y="272"/>
                  <a:pt x="116" y="272"/>
                  <a:pt x="116" y="272"/>
                </a:cubicBezTo>
                <a:cubicBezTo>
                  <a:pt x="110" y="272"/>
                  <a:pt x="105" y="270"/>
                  <a:pt x="100" y="266"/>
                </a:cubicBezTo>
                <a:cubicBezTo>
                  <a:pt x="96" y="261"/>
                  <a:pt x="93" y="256"/>
                  <a:pt x="93" y="250"/>
                </a:cubicBezTo>
                <a:cubicBezTo>
                  <a:pt x="93" y="195"/>
                  <a:pt x="93" y="195"/>
                  <a:pt x="93" y="195"/>
                </a:cubicBezTo>
                <a:cubicBezTo>
                  <a:pt x="46" y="222"/>
                  <a:pt x="46" y="222"/>
                  <a:pt x="46" y="222"/>
                </a:cubicBezTo>
                <a:cubicBezTo>
                  <a:pt x="41" y="225"/>
                  <a:pt x="35" y="226"/>
                  <a:pt x="29" y="225"/>
                </a:cubicBezTo>
                <a:cubicBezTo>
                  <a:pt x="23" y="223"/>
                  <a:pt x="18" y="219"/>
                  <a:pt x="15" y="214"/>
                </a:cubicBezTo>
                <a:cubicBezTo>
                  <a:pt x="4" y="195"/>
                  <a:pt x="4" y="195"/>
                  <a:pt x="4" y="195"/>
                </a:cubicBezTo>
                <a:cubicBezTo>
                  <a:pt x="1" y="189"/>
                  <a:pt x="0" y="183"/>
                  <a:pt x="2" y="177"/>
                </a:cubicBezTo>
                <a:cubicBezTo>
                  <a:pt x="3" y="171"/>
                  <a:pt x="7" y="167"/>
                  <a:pt x="12" y="164"/>
                </a:cubicBezTo>
                <a:cubicBezTo>
                  <a:pt x="59" y="136"/>
                  <a:pt x="59" y="136"/>
                  <a:pt x="59" y="136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7" y="106"/>
                  <a:pt x="3" y="101"/>
                  <a:pt x="2" y="95"/>
                </a:cubicBezTo>
                <a:cubicBezTo>
                  <a:pt x="0" y="89"/>
                  <a:pt x="1" y="84"/>
                  <a:pt x="4" y="78"/>
                </a:cubicBezTo>
                <a:cubicBezTo>
                  <a:pt x="15" y="59"/>
                  <a:pt x="15" y="59"/>
                  <a:pt x="15" y="59"/>
                </a:cubicBezTo>
                <a:cubicBezTo>
                  <a:pt x="18" y="53"/>
                  <a:pt x="23" y="50"/>
                  <a:pt x="29" y="48"/>
                </a:cubicBezTo>
                <a:cubicBezTo>
                  <a:pt x="35" y="47"/>
                  <a:pt x="41" y="47"/>
                  <a:pt x="46" y="50"/>
                </a:cubicBezTo>
                <a:cubicBezTo>
                  <a:pt x="93" y="77"/>
                  <a:pt x="93" y="77"/>
                  <a:pt x="93" y="77"/>
                </a:cubicBezTo>
                <a:cubicBezTo>
                  <a:pt x="93" y="23"/>
                  <a:pt x="93" y="23"/>
                  <a:pt x="93" y="23"/>
                </a:cubicBezTo>
                <a:cubicBezTo>
                  <a:pt x="93" y="17"/>
                  <a:pt x="96" y="12"/>
                  <a:pt x="100" y="7"/>
                </a:cubicBezTo>
                <a:cubicBezTo>
                  <a:pt x="105" y="3"/>
                  <a:pt x="110" y="0"/>
                  <a:pt x="11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5" y="0"/>
                  <a:pt x="150" y="3"/>
                  <a:pt x="155" y="7"/>
                </a:cubicBezTo>
                <a:cubicBezTo>
                  <a:pt x="159" y="12"/>
                  <a:pt x="161" y="17"/>
                  <a:pt x="161" y="23"/>
                </a:cubicBezTo>
                <a:cubicBezTo>
                  <a:pt x="161" y="77"/>
                  <a:pt x="161" y="77"/>
                  <a:pt x="161" y="77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214" y="47"/>
                  <a:pt x="220" y="47"/>
                  <a:pt x="226" y="48"/>
                </a:cubicBezTo>
                <a:cubicBezTo>
                  <a:pt x="232" y="50"/>
                  <a:pt x="236" y="53"/>
                  <a:pt x="239" y="59"/>
                </a:cubicBezTo>
                <a:cubicBezTo>
                  <a:pt x="251" y="78"/>
                  <a:pt x="251" y="78"/>
                  <a:pt x="251" y="78"/>
                </a:cubicBezTo>
                <a:cubicBezTo>
                  <a:pt x="254" y="84"/>
                  <a:pt x="255" y="89"/>
                  <a:pt x="253" y="95"/>
                </a:cubicBezTo>
                <a:cubicBezTo>
                  <a:pt x="251" y="101"/>
                  <a:pt x="248" y="106"/>
                  <a:pt x="242" y="109"/>
                </a:cubicBezTo>
                <a:cubicBezTo>
                  <a:pt x="195" y="136"/>
                  <a:pt x="195" y="136"/>
                  <a:pt x="195" y="136"/>
                </a:cubicBezTo>
                <a:lnTo>
                  <a:pt x="242" y="16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7"/>
          <p:cNvSpPr>
            <a:spLocks/>
          </p:cNvSpPr>
          <p:nvPr/>
        </p:nvSpPr>
        <p:spPr bwMode="auto">
          <a:xfrm>
            <a:off x="5942013" y="1162050"/>
            <a:ext cx="298450" cy="282575"/>
          </a:xfrm>
          <a:custGeom>
            <a:avLst/>
            <a:gdLst>
              <a:gd name="T0" fmla="*/ 276 w 276"/>
              <a:gd name="T1" fmla="*/ 138 h 261"/>
              <a:gd name="T2" fmla="*/ 269 w 276"/>
              <a:gd name="T3" fmla="*/ 154 h 261"/>
              <a:gd name="T4" fmla="*/ 256 w 276"/>
              <a:gd name="T5" fmla="*/ 167 h 261"/>
              <a:gd name="T6" fmla="*/ 240 w 276"/>
              <a:gd name="T7" fmla="*/ 174 h 261"/>
              <a:gd name="T8" fmla="*/ 224 w 276"/>
              <a:gd name="T9" fmla="*/ 167 h 261"/>
              <a:gd name="T10" fmla="*/ 172 w 276"/>
              <a:gd name="T11" fmla="*/ 115 h 261"/>
              <a:gd name="T12" fmla="*/ 172 w 276"/>
              <a:gd name="T13" fmla="*/ 240 h 261"/>
              <a:gd name="T14" fmla="*/ 165 w 276"/>
              <a:gd name="T15" fmla="*/ 255 h 261"/>
              <a:gd name="T16" fmla="*/ 149 w 276"/>
              <a:gd name="T17" fmla="*/ 261 h 261"/>
              <a:gd name="T18" fmla="*/ 127 w 276"/>
              <a:gd name="T19" fmla="*/ 261 h 261"/>
              <a:gd name="T20" fmla="*/ 111 w 276"/>
              <a:gd name="T21" fmla="*/ 255 h 261"/>
              <a:gd name="T22" fmla="*/ 104 w 276"/>
              <a:gd name="T23" fmla="*/ 240 h 261"/>
              <a:gd name="T24" fmla="*/ 104 w 276"/>
              <a:gd name="T25" fmla="*/ 115 h 261"/>
              <a:gd name="T26" fmla="*/ 52 w 276"/>
              <a:gd name="T27" fmla="*/ 167 h 261"/>
              <a:gd name="T28" fmla="*/ 36 w 276"/>
              <a:gd name="T29" fmla="*/ 174 h 261"/>
              <a:gd name="T30" fmla="*/ 20 w 276"/>
              <a:gd name="T31" fmla="*/ 167 h 261"/>
              <a:gd name="T32" fmla="*/ 7 w 276"/>
              <a:gd name="T33" fmla="*/ 154 h 261"/>
              <a:gd name="T34" fmla="*/ 0 w 276"/>
              <a:gd name="T35" fmla="*/ 138 h 261"/>
              <a:gd name="T36" fmla="*/ 7 w 276"/>
              <a:gd name="T37" fmla="*/ 122 h 261"/>
              <a:gd name="T38" fmla="*/ 122 w 276"/>
              <a:gd name="T39" fmla="*/ 7 h 261"/>
              <a:gd name="T40" fmla="*/ 138 w 276"/>
              <a:gd name="T41" fmla="*/ 0 h 261"/>
              <a:gd name="T42" fmla="*/ 154 w 276"/>
              <a:gd name="T43" fmla="*/ 7 h 261"/>
              <a:gd name="T44" fmla="*/ 269 w 276"/>
              <a:gd name="T45" fmla="*/ 122 h 261"/>
              <a:gd name="T46" fmla="*/ 276 w 276"/>
              <a:gd name="T47" fmla="*/ 138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76" h="261">
                <a:moveTo>
                  <a:pt x="276" y="138"/>
                </a:moveTo>
                <a:cubicBezTo>
                  <a:pt x="276" y="144"/>
                  <a:pt x="274" y="149"/>
                  <a:pt x="269" y="154"/>
                </a:cubicBezTo>
                <a:cubicBezTo>
                  <a:pt x="256" y="167"/>
                  <a:pt x="256" y="167"/>
                  <a:pt x="256" y="167"/>
                </a:cubicBezTo>
                <a:cubicBezTo>
                  <a:pt x="251" y="172"/>
                  <a:pt x="246" y="174"/>
                  <a:pt x="240" y="174"/>
                </a:cubicBezTo>
                <a:cubicBezTo>
                  <a:pt x="233" y="174"/>
                  <a:pt x="228" y="172"/>
                  <a:pt x="224" y="167"/>
                </a:cubicBezTo>
                <a:cubicBezTo>
                  <a:pt x="172" y="115"/>
                  <a:pt x="172" y="115"/>
                  <a:pt x="172" y="115"/>
                </a:cubicBezTo>
                <a:cubicBezTo>
                  <a:pt x="172" y="240"/>
                  <a:pt x="172" y="240"/>
                  <a:pt x="172" y="240"/>
                </a:cubicBezTo>
                <a:cubicBezTo>
                  <a:pt x="172" y="246"/>
                  <a:pt x="170" y="251"/>
                  <a:pt x="165" y="255"/>
                </a:cubicBezTo>
                <a:cubicBezTo>
                  <a:pt x="161" y="259"/>
                  <a:pt x="155" y="261"/>
                  <a:pt x="149" y="261"/>
                </a:cubicBezTo>
                <a:cubicBezTo>
                  <a:pt x="127" y="261"/>
                  <a:pt x="127" y="261"/>
                  <a:pt x="127" y="261"/>
                </a:cubicBezTo>
                <a:cubicBezTo>
                  <a:pt x="120" y="261"/>
                  <a:pt x="115" y="259"/>
                  <a:pt x="111" y="255"/>
                </a:cubicBezTo>
                <a:cubicBezTo>
                  <a:pt x="106" y="251"/>
                  <a:pt x="104" y="246"/>
                  <a:pt x="104" y="240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52" y="167"/>
                  <a:pt x="52" y="167"/>
                  <a:pt x="52" y="167"/>
                </a:cubicBezTo>
                <a:cubicBezTo>
                  <a:pt x="48" y="172"/>
                  <a:pt x="42" y="174"/>
                  <a:pt x="36" y="174"/>
                </a:cubicBezTo>
                <a:cubicBezTo>
                  <a:pt x="30" y="174"/>
                  <a:pt x="24" y="172"/>
                  <a:pt x="20" y="167"/>
                </a:cubicBezTo>
                <a:cubicBezTo>
                  <a:pt x="7" y="154"/>
                  <a:pt x="7" y="154"/>
                  <a:pt x="7" y="154"/>
                </a:cubicBezTo>
                <a:cubicBezTo>
                  <a:pt x="2" y="149"/>
                  <a:pt x="0" y="144"/>
                  <a:pt x="0" y="138"/>
                </a:cubicBezTo>
                <a:cubicBezTo>
                  <a:pt x="0" y="132"/>
                  <a:pt x="2" y="126"/>
                  <a:pt x="7" y="122"/>
                </a:cubicBezTo>
                <a:cubicBezTo>
                  <a:pt x="122" y="7"/>
                  <a:pt x="122" y="7"/>
                  <a:pt x="122" y="7"/>
                </a:cubicBezTo>
                <a:cubicBezTo>
                  <a:pt x="126" y="2"/>
                  <a:pt x="131" y="0"/>
                  <a:pt x="138" y="0"/>
                </a:cubicBezTo>
                <a:cubicBezTo>
                  <a:pt x="144" y="0"/>
                  <a:pt x="150" y="2"/>
                  <a:pt x="154" y="7"/>
                </a:cubicBezTo>
                <a:cubicBezTo>
                  <a:pt x="269" y="122"/>
                  <a:pt x="269" y="122"/>
                  <a:pt x="269" y="122"/>
                </a:cubicBezTo>
                <a:cubicBezTo>
                  <a:pt x="274" y="126"/>
                  <a:pt x="276" y="132"/>
                  <a:pt x="276" y="13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" name="Freeform 8"/>
          <p:cNvSpPr>
            <a:spLocks/>
          </p:cNvSpPr>
          <p:nvPr/>
        </p:nvSpPr>
        <p:spPr bwMode="auto">
          <a:xfrm>
            <a:off x="6461126" y="1131888"/>
            <a:ext cx="122238" cy="342900"/>
          </a:xfrm>
          <a:custGeom>
            <a:avLst/>
            <a:gdLst>
              <a:gd name="T0" fmla="*/ 113 w 113"/>
              <a:gd name="T1" fmla="*/ 56 h 317"/>
              <a:gd name="T2" fmla="*/ 110 w 113"/>
              <a:gd name="T3" fmla="*/ 64 h 317"/>
              <a:gd name="T4" fmla="*/ 102 w 113"/>
              <a:gd name="T5" fmla="*/ 68 h 317"/>
              <a:gd name="T6" fmla="*/ 79 w 113"/>
              <a:gd name="T7" fmla="*/ 68 h 317"/>
              <a:gd name="T8" fmla="*/ 79 w 113"/>
              <a:gd name="T9" fmla="*/ 249 h 317"/>
              <a:gd name="T10" fmla="*/ 102 w 113"/>
              <a:gd name="T11" fmla="*/ 249 h 317"/>
              <a:gd name="T12" fmla="*/ 110 w 113"/>
              <a:gd name="T13" fmla="*/ 252 h 317"/>
              <a:gd name="T14" fmla="*/ 113 w 113"/>
              <a:gd name="T15" fmla="*/ 260 h 317"/>
              <a:gd name="T16" fmla="*/ 110 w 113"/>
              <a:gd name="T17" fmla="*/ 268 h 317"/>
              <a:gd name="T18" fmla="*/ 64 w 113"/>
              <a:gd name="T19" fmla="*/ 314 h 317"/>
              <a:gd name="T20" fmla="*/ 56 w 113"/>
              <a:gd name="T21" fmla="*/ 317 h 317"/>
              <a:gd name="T22" fmla="*/ 48 w 113"/>
              <a:gd name="T23" fmla="*/ 314 h 317"/>
              <a:gd name="T24" fmla="*/ 3 w 113"/>
              <a:gd name="T25" fmla="*/ 268 h 317"/>
              <a:gd name="T26" fmla="*/ 0 w 113"/>
              <a:gd name="T27" fmla="*/ 260 h 317"/>
              <a:gd name="T28" fmla="*/ 3 w 113"/>
              <a:gd name="T29" fmla="*/ 252 h 317"/>
              <a:gd name="T30" fmla="*/ 11 w 113"/>
              <a:gd name="T31" fmla="*/ 249 h 317"/>
              <a:gd name="T32" fmla="*/ 34 w 113"/>
              <a:gd name="T33" fmla="*/ 249 h 317"/>
              <a:gd name="T34" fmla="*/ 34 w 113"/>
              <a:gd name="T35" fmla="*/ 68 h 317"/>
              <a:gd name="T36" fmla="*/ 11 w 113"/>
              <a:gd name="T37" fmla="*/ 68 h 317"/>
              <a:gd name="T38" fmla="*/ 3 w 113"/>
              <a:gd name="T39" fmla="*/ 64 h 317"/>
              <a:gd name="T40" fmla="*/ 0 w 113"/>
              <a:gd name="T41" fmla="*/ 56 h 317"/>
              <a:gd name="T42" fmla="*/ 3 w 113"/>
              <a:gd name="T43" fmla="*/ 48 h 317"/>
              <a:gd name="T44" fmla="*/ 48 w 113"/>
              <a:gd name="T45" fmla="*/ 3 h 317"/>
              <a:gd name="T46" fmla="*/ 56 w 113"/>
              <a:gd name="T47" fmla="*/ 0 h 317"/>
              <a:gd name="T48" fmla="*/ 64 w 113"/>
              <a:gd name="T49" fmla="*/ 3 h 317"/>
              <a:gd name="T50" fmla="*/ 110 w 113"/>
              <a:gd name="T51" fmla="*/ 48 h 317"/>
              <a:gd name="T52" fmla="*/ 113 w 113"/>
              <a:gd name="T53" fmla="*/ 56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3" h="317">
                <a:moveTo>
                  <a:pt x="113" y="56"/>
                </a:moveTo>
                <a:cubicBezTo>
                  <a:pt x="113" y="59"/>
                  <a:pt x="112" y="62"/>
                  <a:pt x="110" y="64"/>
                </a:cubicBezTo>
                <a:cubicBezTo>
                  <a:pt x="107" y="67"/>
                  <a:pt x="105" y="68"/>
                  <a:pt x="102" y="68"/>
                </a:cubicBezTo>
                <a:cubicBezTo>
                  <a:pt x="79" y="68"/>
                  <a:pt x="79" y="68"/>
                  <a:pt x="79" y="68"/>
                </a:cubicBezTo>
                <a:cubicBezTo>
                  <a:pt x="79" y="249"/>
                  <a:pt x="79" y="249"/>
                  <a:pt x="79" y="249"/>
                </a:cubicBezTo>
                <a:cubicBezTo>
                  <a:pt x="102" y="249"/>
                  <a:pt x="102" y="249"/>
                  <a:pt x="102" y="249"/>
                </a:cubicBezTo>
                <a:cubicBezTo>
                  <a:pt x="105" y="249"/>
                  <a:pt x="107" y="250"/>
                  <a:pt x="110" y="252"/>
                </a:cubicBezTo>
                <a:cubicBezTo>
                  <a:pt x="112" y="255"/>
                  <a:pt x="113" y="257"/>
                  <a:pt x="113" y="260"/>
                </a:cubicBezTo>
                <a:cubicBezTo>
                  <a:pt x="113" y="263"/>
                  <a:pt x="112" y="266"/>
                  <a:pt x="110" y="268"/>
                </a:cubicBezTo>
                <a:cubicBezTo>
                  <a:pt x="64" y="314"/>
                  <a:pt x="64" y="314"/>
                  <a:pt x="64" y="314"/>
                </a:cubicBezTo>
                <a:cubicBezTo>
                  <a:pt x="62" y="316"/>
                  <a:pt x="59" y="317"/>
                  <a:pt x="56" y="317"/>
                </a:cubicBezTo>
                <a:cubicBezTo>
                  <a:pt x="53" y="317"/>
                  <a:pt x="51" y="316"/>
                  <a:pt x="48" y="314"/>
                </a:cubicBezTo>
                <a:cubicBezTo>
                  <a:pt x="3" y="268"/>
                  <a:pt x="3" y="268"/>
                  <a:pt x="3" y="268"/>
                </a:cubicBezTo>
                <a:cubicBezTo>
                  <a:pt x="1" y="266"/>
                  <a:pt x="0" y="263"/>
                  <a:pt x="0" y="260"/>
                </a:cubicBezTo>
                <a:cubicBezTo>
                  <a:pt x="0" y="257"/>
                  <a:pt x="1" y="255"/>
                  <a:pt x="3" y="252"/>
                </a:cubicBezTo>
                <a:cubicBezTo>
                  <a:pt x="5" y="250"/>
                  <a:pt x="8" y="249"/>
                  <a:pt x="11" y="249"/>
                </a:cubicBezTo>
                <a:cubicBezTo>
                  <a:pt x="34" y="249"/>
                  <a:pt x="34" y="249"/>
                  <a:pt x="34" y="249"/>
                </a:cubicBezTo>
                <a:cubicBezTo>
                  <a:pt x="34" y="68"/>
                  <a:pt x="34" y="68"/>
                  <a:pt x="34" y="68"/>
                </a:cubicBezTo>
                <a:cubicBezTo>
                  <a:pt x="11" y="68"/>
                  <a:pt x="11" y="68"/>
                  <a:pt x="11" y="68"/>
                </a:cubicBezTo>
                <a:cubicBezTo>
                  <a:pt x="8" y="68"/>
                  <a:pt x="5" y="67"/>
                  <a:pt x="3" y="64"/>
                </a:cubicBezTo>
                <a:cubicBezTo>
                  <a:pt x="1" y="62"/>
                  <a:pt x="0" y="59"/>
                  <a:pt x="0" y="56"/>
                </a:cubicBezTo>
                <a:cubicBezTo>
                  <a:pt x="0" y="53"/>
                  <a:pt x="1" y="51"/>
                  <a:pt x="3" y="48"/>
                </a:cubicBezTo>
                <a:cubicBezTo>
                  <a:pt x="48" y="3"/>
                  <a:pt x="48" y="3"/>
                  <a:pt x="48" y="3"/>
                </a:cubicBezTo>
                <a:cubicBezTo>
                  <a:pt x="51" y="1"/>
                  <a:pt x="53" y="0"/>
                  <a:pt x="56" y="0"/>
                </a:cubicBezTo>
                <a:cubicBezTo>
                  <a:pt x="59" y="0"/>
                  <a:pt x="62" y="1"/>
                  <a:pt x="64" y="3"/>
                </a:cubicBezTo>
                <a:cubicBezTo>
                  <a:pt x="110" y="48"/>
                  <a:pt x="110" y="48"/>
                  <a:pt x="110" y="48"/>
                </a:cubicBezTo>
                <a:cubicBezTo>
                  <a:pt x="112" y="51"/>
                  <a:pt x="113" y="53"/>
                  <a:pt x="113" y="5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" name="Freeform 9"/>
          <p:cNvSpPr>
            <a:spLocks/>
          </p:cNvSpPr>
          <p:nvPr/>
        </p:nvSpPr>
        <p:spPr bwMode="auto">
          <a:xfrm>
            <a:off x="6780213" y="1243013"/>
            <a:ext cx="342900" cy="122238"/>
          </a:xfrm>
          <a:custGeom>
            <a:avLst/>
            <a:gdLst>
              <a:gd name="T0" fmla="*/ 317 w 317"/>
              <a:gd name="T1" fmla="*/ 56 h 113"/>
              <a:gd name="T2" fmla="*/ 314 w 317"/>
              <a:gd name="T3" fmla="*/ 64 h 113"/>
              <a:gd name="T4" fmla="*/ 269 w 317"/>
              <a:gd name="T5" fmla="*/ 110 h 113"/>
              <a:gd name="T6" fmla="*/ 261 w 317"/>
              <a:gd name="T7" fmla="*/ 113 h 113"/>
              <a:gd name="T8" fmla="*/ 253 w 317"/>
              <a:gd name="T9" fmla="*/ 110 h 113"/>
              <a:gd name="T10" fmla="*/ 249 w 317"/>
              <a:gd name="T11" fmla="*/ 102 h 113"/>
              <a:gd name="T12" fmla="*/ 249 w 317"/>
              <a:gd name="T13" fmla="*/ 79 h 113"/>
              <a:gd name="T14" fmla="*/ 68 w 317"/>
              <a:gd name="T15" fmla="*/ 79 h 113"/>
              <a:gd name="T16" fmla="*/ 68 w 317"/>
              <a:gd name="T17" fmla="*/ 102 h 113"/>
              <a:gd name="T18" fmla="*/ 65 w 317"/>
              <a:gd name="T19" fmla="*/ 110 h 113"/>
              <a:gd name="T20" fmla="*/ 57 w 317"/>
              <a:gd name="T21" fmla="*/ 113 h 113"/>
              <a:gd name="T22" fmla="*/ 49 w 317"/>
              <a:gd name="T23" fmla="*/ 110 h 113"/>
              <a:gd name="T24" fmla="*/ 4 w 317"/>
              <a:gd name="T25" fmla="*/ 64 h 113"/>
              <a:gd name="T26" fmla="*/ 0 w 317"/>
              <a:gd name="T27" fmla="*/ 56 h 113"/>
              <a:gd name="T28" fmla="*/ 4 w 317"/>
              <a:gd name="T29" fmla="*/ 48 h 113"/>
              <a:gd name="T30" fmla="*/ 49 w 317"/>
              <a:gd name="T31" fmla="*/ 3 h 113"/>
              <a:gd name="T32" fmla="*/ 57 w 317"/>
              <a:gd name="T33" fmla="*/ 0 h 113"/>
              <a:gd name="T34" fmla="*/ 65 w 317"/>
              <a:gd name="T35" fmla="*/ 3 h 113"/>
              <a:gd name="T36" fmla="*/ 68 w 317"/>
              <a:gd name="T37" fmla="*/ 11 h 113"/>
              <a:gd name="T38" fmla="*/ 68 w 317"/>
              <a:gd name="T39" fmla="*/ 34 h 113"/>
              <a:gd name="T40" fmla="*/ 249 w 317"/>
              <a:gd name="T41" fmla="*/ 34 h 113"/>
              <a:gd name="T42" fmla="*/ 249 w 317"/>
              <a:gd name="T43" fmla="*/ 11 h 113"/>
              <a:gd name="T44" fmla="*/ 253 w 317"/>
              <a:gd name="T45" fmla="*/ 3 h 113"/>
              <a:gd name="T46" fmla="*/ 261 w 317"/>
              <a:gd name="T47" fmla="*/ 0 h 113"/>
              <a:gd name="T48" fmla="*/ 269 w 317"/>
              <a:gd name="T49" fmla="*/ 3 h 113"/>
              <a:gd name="T50" fmla="*/ 314 w 317"/>
              <a:gd name="T51" fmla="*/ 48 h 113"/>
              <a:gd name="T52" fmla="*/ 317 w 317"/>
              <a:gd name="T53" fmla="*/ 5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7" h="113">
                <a:moveTo>
                  <a:pt x="317" y="56"/>
                </a:moveTo>
                <a:cubicBezTo>
                  <a:pt x="317" y="59"/>
                  <a:pt x="316" y="62"/>
                  <a:pt x="314" y="64"/>
                </a:cubicBezTo>
                <a:cubicBezTo>
                  <a:pt x="269" y="110"/>
                  <a:pt x="269" y="110"/>
                  <a:pt x="269" y="110"/>
                </a:cubicBezTo>
                <a:cubicBezTo>
                  <a:pt x="266" y="112"/>
                  <a:pt x="264" y="113"/>
                  <a:pt x="261" y="113"/>
                </a:cubicBezTo>
                <a:cubicBezTo>
                  <a:pt x="258" y="113"/>
                  <a:pt x="255" y="112"/>
                  <a:pt x="253" y="110"/>
                </a:cubicBezTo>
                <a:cubicBezTo>
                  <a:pt x="251" y="107"/>
                  <a:pt x="249" y="105"/>
                  <a:pt x="249" y="102"/>
                </a:cubicBezTo>
                <a:cubicBezTo>
                  <a:pt x="249" y="79"/>
                  <a:pt x="249" y="79"/>
                  <a:pt x="249" y="79"/>
                </a:cubicBezTo>
                <a:cubicBezTo>
                  <a:pt x="68" y="79"/>
                  <a:pt x="68" y="79"/>
                  <a:pt x="68" y="79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8" y="105"/>
                  <a:pt x="67" y="107"/>
                  <a:pt x="65" y="110"/>
                </a:cubicBezTo>
                <a:cubicBezTo>
                  <a:pt x="63" y="112"/>
                  <a:pt x="60" y="113"/>
                  <a:pt x="57" y="113"/>
                </a:cubicBezTo>
                <a:cubicBezTo>
                  <a:pt x="54" y="113"/>
                  <a:pt x="51" y="112"/>
                  <a:pt x="49" y="110"/>
                </a:cubicBezTo>
                <a:cubicBezTo>
                  <a:pt x="4" y="64"/>
                  <a:pt x="4" y="64"/>
                  <a:pt x="4" y="64"/>
                </a:cubicBezTo>
                <a:cubicBezTo>
                  <a:pt x="1" y="62"/>
                  <a:pt x="0" y="59"/>
                  <a:pt x="0" y="56"/>
                </a:cubicBezTo>
                <a:cubicBezTo>
                  <a:pt x="0" y="53"/>
                  <a:pt x="1" y="51"/>
                  <a:pt x="4" y="48"/>
                </a:cubicBezTo>
                <a:cubicBezTo>
                  <a:pt x="49" y="3"/>
                  <a:pt x="49" y="3"/>
                  <a:pt x="49" y="3"/>
                </a:cubicBezTo>
                <a:cubicBezTo>
                  <a:pt x="51" y="1"/>
                  <a:pt x="54" y="0"/>
                  <a:pt x="57" y="0"/>
                </a:cubicBezTo>
                <a:cubicBezTo>
                  <a:pt x="60" y="0"/>
                  <a:pt x="63" y="1"/>
                  <a:pt x="65" y="3"/>
                </a:cubicBezTo>
                <a:cubicBezTo>
                  <a:pt x="67" y="5"/>
                  <a:pt x="68" y="8"/>
                  <a:pt x="68" y="11"/>
                </a:cubicBezTo>
                <a:cubicBezTo>
                  <a:pt x="68" y="34"/>
                  <a:pt x="68" y="34"/>
                  <a:pt x="68" y="34"/>
                </a:cubicBezTo>
                <a:cubicBezTo>
                  <a:pt x="249" y="34"/>
                  <a:pt x="249" y="34"/>
                  <a:pt x="249" y="34"/>
                </a:cubicBezTo>
                <a:cubicBezTo>
                  <a:pt x="249" y="11"/>
                  <a:pt x="249" y="11"/>
                  <a:pt x="249" y="11"/>
                </a:cubicBezTo>
                <a:cubicBezTo>
                  <a:pt x="249" y="8"/>
                  <a:pt x="251" y="5"/>
                  <a:pt x="253" y="3"/>
                </a:cubicBezTo>
                <a:cubicBezTo>
                  <a:pt x="255" y="1"/>
                  <a:pt x="258" y="0"/>
                  <a:pt x="261" y="0"/>
                </a:cubicBezTo>
                <a:cubicBezTo>
                  <a:pt x="264" y="0"/>
                  <a:pt x="266" y="1"/>
                  <a:pt x="269" y="3"/>
                </a:cubicBezTo>
                <a:cubicBezTo>
                  <a:pt x="314" y="48"/>
                  <a:pt x="314" y="48"/>
                  <a:pt x="314" y="48"/>
                </a:cubicBezTo>
                <a:cubicBezTo>
                  <a:pt x="316" y="51"/>
                  <a:pt x="317" y="53"/>
                  <a:pt x="317" y="5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" name="Freeform 10"/>
          <p:cNvSpPr>
            <a:spLocks/>
          </p:cNvSpPr>
          <p:nvPr/>
        </p:nvSpPr>
        <p:spPr bwMode="auto">
          <a:xfrm>
            <a:off x="7235826" y="1155700"/>
            <a:ext cx="293688" cy="295275"/>
          </a:xfrm>
          <a:custGeom>
            <a:avLst/>
            <a:gdLst>
              <a:gd name="T0" fmla="*/ 227 w 272"/>
              <a:gd name="T1" fmla="*/ 74 h 272"/>
              <a:gd name="T2" fmla="*/ 165 w 272"/>
              <a:gd name="T3" fmla="*/ 136 h 272"/>
              <a:gd name="T4" fmla="*/ 227 w 272"/>
              <a:gd name="T5" fmla="*/ 199 h 272"/>
              <a:gd name="T6" fmla="*/ 253 w 272"/>
              <a:gd name="T7" fmla="*/ 174 h 272"/>
              <a:gd name="T8" fmla="*/ 265 w 272"/>
              <a:gd name="T9" fmla="*/ 171 h 272"/>
              <a:gd name="T10" fmla="*/ 272 w 272"/>
              <a:gd name="T11" fmla="*/ 182 h 272"/>
              <a:gd name="T12" fmla="*/ 272 w 272"/>
              <a:gd name="T13" fmla="*/ 261 h 272"/>
              <a:gd name="T14" fmla="*/ 269 w 272"/>
              <a:gd name="T15" fmla="*/ 269 h 272"/>
              <a:gd name="T16" fmla="*/ 261 w 272"/>
              <a:gd name="T17" fmla="*/ 272 h 272"/>
              <a:gd name="T18" fmla="*/ 182 w 272"/>
              <a:gd name="T19" fmla="*/ 272 h 272"/>
              <a:gd name="T20" fmla="*/ 171 w 272"/>
              <a:gd name="T21" fmla="*/ 265 h 272"/>
              <a:gd name="T22" fmla="*/ 174 w 272"/>
              <a:gd name="T23" fmla="*/ 253 h 272"/>
              <a:gd name="T24" fmla="*/ 199 w 272"/>
              <a:gd name="T25" fmla="*/ 228 h 272"/>
              <a:gd name="T26" fmla="*/ 136 w 272"/>
              <a:gd name="T27" fmla="*/ 165 h 272"/>
              <a:gd name="T28" fmla="*/ 73 w 272"/>
              <a:gd name="T29" fmla="*/ 228 h 272"/>
              <a:gd name="T30" fmla="*/ 99 w 272"/>
              <a:gd name="T31" fmla="*/ 253 h 272"/>
              <a:gd name="T32" fmla="*/ 101 w 272"/>
              <a:gd name="T33" fmla="*/ 265 h 272"/>
              <a:gd name="T34" fmla="*/ 91 w 272"/>
              <a:gd name="T35" fmla="*/ 272 h 272"/>
              <a:gd name="T36" fmla="*/ 12 w 272"/>
              <a:gd name="T37" fmla="*/ 272 h 272"/>
              <a:gd name="T38" fmla="*/ 4 w 272"/>
              <a:gd name="T39" fmla="*/ 269 h 272"/>
              <a:gd name="T40" fmla="*/ 0 w 272"/>
              <a:gd name="T41" fmla="*/ 261 h 272"/>
              <a:gd name="T42" fmla="*/ 0 w 272"/>
              <a:gd name="T43" fmla="*/ 182 h 272"/>
              <a:gd name="T44" fmla="*/ 7 w 272"/>
              <a:gd name="T45" fmla="*/ 171 h 272"/>
              <a:gd name="T46" fmla="*/ 20 w 272"/>
              <a:gd name="T47" fmla="*/ 174 h 272"/>
              <a:gd name="T48" fmla="*/ 45 w 272"/>
              <a:gd name="T49" fmla="*/ 199 h 272"/>
              <a:gd name="T50" fmla="*/ 108 w 272"/>
              <a:gd name="T51" fmla="*/ 136 h 272"/>
              <a:gd name="T52" fmla="*/ 45 w 272"/>
              <a:gd name="T53" fmla="*/ 74 h 272"/>
              <a:gd name="T54" fmla="*/ 20 w 272"/>
              <a:gd name="T55" fmla="*/ 99 h 272"/>
              <a:gd name="T56" fmla="*/ 12 w 272"/>
              <a:gd name="T57" fmla="*/ 102 h 272"/>
              <a:gd name="T58" fmla="*/ 7 w 272"/>
              <a:gd name="T59" fmla="*/ 101 h 272"/>
              <a:gd name="T60" fmla="*/ 0 w 272"/>
              <a:gd name="T61" fmla="*/ 91 h 272"/>
              <a:gd name="T62" fmla="*/ 0 w 272"/>
              <a:gd name="T63" fmla="*/ 12 h 272"/>
              <a:gd name="T64" fmla="*/ 4 w 272"/>
              <a:gd name="T65" fmla="*/ 4 h 272"/>
              <a:gd name="T66" fmla="*/ 12 w 272"/>
              <a:gd name="T67" fmla="*/ 0 h 272"/>
              <a:gd name="T68" fmla="*/ 91 w 272"/>
              <a:gd name="T69" fmla="*/ 0 h 272"/>
              <a:gd name="T70" fmla="*/ 101 w 272"/>
              <a:gd name="T71" fmla="*/ 8 h 272"/>
              <a:gd name="T72" fmla="*/ 99 w 272"/>
              <a:gd name="T73" fmla="*/ 20 h 272"/>
              <a:gd name="T74" fmla="*/ 73 w 272"/>
              <a:gd name="T75" fmla="*/ 45 h 272"/>
              <a:gd name="T76" fmla="*/ 136 w 272"/>
              <a:gd name="T77" fmla="*/ 108 h 272"/>
              <a:gd name="T78" fmla="*/ 199 w 272"/>
              <a:gd name="T79" fmla="*/ 45 h 272"/>
              <a:gd name="T80" fmla="*/ 174 w 272"/>
              <a:gd name="T81" fmla="*/ 20 h 272"/>
              <a:gd name="T82" fmla="*/ 171 w 272"/>
              <a:gd name="T83" fmla="*/ 8 h 272"/>
              <a:gd name="T84" fmla="*/ 182 w 272"/>
              <a:gd name="T85" fmla="*/ 0 h 272"/>
              <a:gd name="T86" fmla="*/ 261 w 272"/>
              <a:gd name="T87" fmla="*/ 0 h 272"/>
              <a:gd name="T88" fmla="*/ 269 w 272"/>
              <a:gd name="T89" fmla="*/ 4 h 272"/>
              <a:gd name="T90" fmla="*/ 272 w 272"/>
              <a:gd name="T91" fmla="*/ 12 h 272"/>
              <a:gd name="T92" fmla="*/ 272 w 272"/>
              <a:gd name="T93" fmla="*/ 91 h 272"/>
              <a:gd name="T94" fmla="*/ 265 w 272"/>
              <a:gd name="T95" fmla="*/ 101 h 272"/>
              <a:gd name="T96" fmla="*/ 261 w 272"/>
              <a:gd name="T97" fmla="*/ 102 h 272"/>
              <a:gd name="T98" fmla="*/ 253 w 272"/>
              <a:gd name="T99" fmla="*/ 99 h 272"/>
              <a:gd name="T100" fmla="*/ 227 w 272"/>
              <a:gd name="T101" fmla="*/ 7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2" h="272">
                <a:moveTo>
                  <a:pt x="227" y="74"/>
                </a:moveTo>
                <a:cubicBezTo>
                  <a:pt x="165" y="136"/>
                  <a:pt x="165" y="136"/>
                  <a:pt x="165" y="136"/>
                </a:cubicBezTo>
                <a:cubicBezTo>
                  <a:pt x="227" y="199"/>
                  <a:pt x="227" y="199"/>
                  <a:pt x="227" y="199"/>
                </a:cubicBezTo>
                <a:cubicBezTo>
                  <a:pt x="253" y="174"/>
                  <a:pt x="253" y="174"/>
                  <a:pt x="253" y="174"/>
                </a:cubicBezTo>
                <a:cubicBezTo>
                  <a:pt x="256" y="170"/>
                  <a:pt x="260" y="169"/>
                  <a:pt x="265" y="171"/>
                </a:cubicBezTo>
                <a:cubicBezTo>
                  <a:pt x="270" y="173"/>
                  <a:pt x="272" y="177"/>
                  <a:pt x="272" y="182"/>
                </a:cubicBezTo>
                <a:cubicBezTo>
                  <a:pt x="272" y="261"/>
                  <a:pt x="272" y="261"/>
                  <a:pt x="272" y="261"/>
                </a:cubicBezTo>
                <a:cubicBezTo>
                  <a:pt x="272" y="264"/>
                  <a:pt x="271" y="267"/>
                  <a:pt x="269" y="269"/>
                </a:cubicBezTo>
                <a:cubicBezTo>
                  <a:pt x="267" y="271"/>
                  <a:pt x="264" y="272"/>
                  <a:pt x="261" y="272"/>
                </a:cubicBezTo>
                <a:cubicBezTo>
                  <a:pt x="182" y="272"/>
                  <a:pt x="182" y="272"/>
                  <a:pt x="182" y="272"/>
                </a:cubicBezTo>
                <a:cubicBezTo>
                  <a:pt x="177" y="272"/>
                  <a:pt x="173" y="270"/>
                  <a:pt x="171" y="265"/>
                </a:cubicBezTo>
                <a:cubicBezTo>
                  <a:pt x="169" y="261"/>
                  <a:pt x="170" y="257"/>
                  <a:pt x="174" y="253"/>
                </a:cubicBezTo>
                <a:cubicBezTo>
                  <a:pt x="199" y="228"/>
                  <a:pt x="199" y="228"/>
                  <a:pt x="199" y="228"/>
                </a:cubicBezTo>
                <a:cubicBezTo>
                  <a:pt x="136" y="165"/>
                  <a:pt x="136" y="165"/>
                  <a:pt x="136" y="165"/>
                </a:cubicBezTo>
                <a:cubicBezTo>
                  <a:pt x="73" y="228"/>
                  <a:pt x="73" y="228"/>
                  <a:pt x="73" y="228"/>
                </a:cubicBezTo>
                <a:cubicBezTo>
                  <a:pt x="99" y="253"/>
                  <a:pt x="99" y="253"/>
                  <a:pt x="99" y="253"/>
                </a:cubicBezTo>
                <a:cubicBezTo>
                  <a:pt x="103" y="257"/>
                  <a:pt x="103" y="261"/>
                  <a:pt x="101" y="265"/>
                </a:cubicBezTo>
                <a:cubicBezTo>
                  <a:pt x="99" y="270"/>
                  <a:pt x="96" y="272"/>
                  <a:pt x="91" y="272"/>
                </a:cubicBezTo>
                <a:cubicBezTo>
                  <a:pt x="12" y="272"/>
                  <a:pt x="12" y="272"/>
                  <a:pt x="12" y="272"/>
                </a:cubicBezTo>
                <a:cubicBezTo>
                  <a:pt x="9" y="272"/>
                  <a:pt x="6" y="271"/>
                  <a:pt x="4" y="269"/>
                </a:cubicBezTo>
                <a:cubicBezTo>
                  <a:pt x="1" y="267"/>
                  <a:pt x="0" y="264"/>
                  <a:pt x="0" y="261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77"/>
                  <a:pt x="3" y="173"/>
                  <a:pt x="7" y="171"/>
                </a:cubicBezTo>
                <a:cubicBezTo>
                  <a:pt x="12" y="169"/>
                  <a:pt x="16" y="170"/>
                  <a:pt x="20" y="174"/>
                </a:cubicBezTo>
                <a:cubicBezTo>
                  <a:pt x="45" y="199"/>
                  <a:pt x="45" y="199"/>
                  <a:pt x="45" y="199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45" y="74"/>
                  <a:pt x="45" y="74"/>
                  <a:pt x="45" y="74"/>
                </a:cubicBezTo>
                <a:cubicBezTo>
                  <a:pt x="20" y="99"/>
                  <a:pt x="20" y="99"/>
                  <a:pt x="20" y="99"/>
                </a:cubicBezTo>
                <a:cubicBezTo>
                  <a:pt x="17" y="101"/>
                  <a:pt x="15" y="102"/>
                  <a:pt x="12" y="102"/>
                </a:cubicBezTo>
                <a:cubicBezTo>
                  <a:pt x="10" y="102"/>
                  <a:pt x="9" y="102"/>
                  <a:pt x="7" y="101"/>
                </a:cubicBezTo>
                <a:cubicBezTo>
                  <a:pt x="3" y="99"/>
                  <a:pt x="0" y="96"/>
                  <a:pt x="0" y="9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2"/>
                  <a:pt x="9" y="0"/>
                  <a:pt x="12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6" y="0"/>
                  <a:pt x="99" y="3"/>
                  <a:pt x="101" y="8"/>
                </a:cubicBezTo>
                <a:cubicBezTo>
                  <a:pt x="103" y="12"/>
                  <a:pt x="103" y="16"/>
                  <a:pt x="99" y="20"/>
                </a:cubicBezTo>
                <a:cubicBezTo>
                  <a:pt x="73" y="45"/>
                  <a:pt x="73" y="45"/>
                  <a:pt x="73" y="45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99" y="45"/>
                  <a:pt x="199" y="45"/>
                  <a:pt x="199" y="45"/>
                </a:cubicBezTo>
                <a:cubicBezTo>
                  <a:pt x="174" y="20"/>
                  <a:pt x="174" y="20"/>
                  <a:pt x="174" y="20"/>
                </a:cubicBezTo>
                <a:cubicBezTo>
                  <a:pt x="170" y="16"/>
                  <a:pt x="169" y="12"/>
                  <a:pt x="171" y="8"/>
                </a:cubicBezTo>
                <a:cubicBezTo>
                  <a:pt x="173" y="3"/>
                  <a:pt x="177" y="0"/>
                  <a:pt x="182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4" y="0"/>
                  <a:pt x="267" y="2"/>
                  <a:pt x="269" y="4"/>
                </a:cubicBezTo>
                <a:cubicBezTo>
                  <a:pt x="271" y="6"/>
                  <a:pt x="272" y="9"/>
                  <a:pt x="272" y="12"/>
                </a:cubicBezTo>
                <a:cubicBezTo>
                  <a:pt x="272" y="91"/>
                  <a:pt x="272" y="91"/>
                  <a:pt x="272" y="91"/>
                </a:cubicBezTo>
                <a:cubicBezTo>
                  <a:pt x="272" y="96"/>
                  <a:pt x="270" y="99"/>
                  <a:pt x="265" y="101"/>
                </a:cubicBezTo>
                <a:cubicBezTo>
                  <a:pt x="264" y="102"/>
                  <a:pt x="262" y="102"/>
                  <a:pt x="261" y="102"/>
                </a:cubicBezTo>
                <a:cubicBezTo>
                  <a:pt x="258" y="102"/>
                  <a:pt x="255" y="101"/>
                  <a:pt x="253" y="99"/>
                </a:cubicBezTo>
                <a:lnTo>
                  <a:pt x="227" y="7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11"/>
          <p:cNvSpPr>
            <a:spLocks/>
          </p:cNvSpPr>
          <p:nvPr/>
        </p:nvSpPr>
        <p:spPr bwMode="auto">
          <a:xfrm>
            <a:off x="7640638" y="1131888"/>
            <a:ext cx="342900" cy="342900"/>
          </a:xfrm>
          <a:custGeom>
            <a:avLst/>
            <a:gdLst>
              <a:gd name="T0" fmla="*/ 317 w 317"/>
              <a:gd name="T1" fmla="*/ 158 h 317"/>
              <a:gd name="T2" fmla="*/ 314 w 317"/>
              <a:gd name="T3" fmla="*/ 166 h 317"/>
              <a:gd name="T4" fmla="*/ 269 w 317"/>
              <a:gd name="T5" fmla="*/ 212 h 317"/>
              <a:gd name="T6" fmla="*/ 261 w 317"/>
              <a:gd name="T7" fmla="*/ 215 h 317"/>
              <a:gd name="T8" fmla="*/ 253 w 317"/>
              <a:gd name="T9" fmla="*/ 212 h 317"/>
              <a:gd name="T10" fmla="*/ 249 w 317"/>
              <a:gd name="T11" fmla="*/ 204 h 317"/>
              <a:gd name="T12" fmla="*/ 249 w 317"/>
              <a:gd name="T13" fmla="*/ 181 h 317"/>
              <a:gd name="T14" fmla="*/ 181 w 317"/>
              <a:gd name="T15" fmla="*/ 181 h 317"/>
              <a:gd name="T16" fmla="*/ 181 w 317"/>
              <a:gd name="T17" fmla="*/ 249 h 317"/>
              <a:gd name="T18" fmla="*/ 204 w 317"/>
              <a:gd name="T19" fmla="*/ 249 h 317"/>
              <a:gd name="T20" fmla="*/ 212 w 317"/>
              <a:gd name="T21" fmla="*/ 252 h 317"/>
              <a:gd name="T22" fmla="*/ 215 w 317"/>
              <a:gd name="T23" fmla="*/ 260 h 317"/>
              <a:gd name="T24" fmla="*/ 212 w 317"/>
              <a:gd name="T25" fmla="*/ 268 h 317"/>
              <a:gd name="T26" fmla="*/ 167 w 317"/>
              <a:gd name="T27" fmla="*/ 314 h 317"/>
              <a:gd name="T28" fmla="*/ 159 w 317"/>
              <a:gd name="T29" fmla="*/ 317 h 317"/>
              <a:gd name="T30" fmla="*/ 151 w 317"/>
              <a:gd name="T31" fmla="*/ 314 h 317"/>
              <a:gd name="T32" fmla="*/ 105 w 317"/>
              <a:gd name="T33" fmla="*/ 268 h 317"/>
              <a:gd name="T34" fmla="*/ 102 w 317"/>
              <a:gd name="T35" fmla="*/ 260 h 317"/>
              <a:gd name="T36" fmla="*/ 105 w 317"/>
              <a:gd name="T37" fmla="*/ 252 h 317"/>
              <a:gd name="T38" fmla="*/ 113 w 317"/>
              <a:gd name="T39" fmla="*/ 249 h 317"/>
              <a:gd name="T40" fmla="*/ 136 w 317"/>
              <a:gd name="T41" fmla="*/ 249 h 317"/>
              <a:gd name="T42" fmla="*/ 136 w 317"/>
              <a:gd name="T43" fmla="*/ 181 h 317"/>
              <a:gd name="T44" fmla="*/ 68 w 317"/>
              <a:gd name="T45" fmla="*/ 181 h 317"/>
              <a:gd name="T46" fmla="*/ 68 w 317"/>
              <a:gd name="T47" fmla="*/ 204 h 317"/>
              <a:gd name="T48" fmla="*/ 65 w 317"/>
              <a:gd name="T49" fmla="*/ 212 h 317"/>
              <a:gd name="T50" fmla="*/ 57 w 317"/>
              <a:gd name="T51" fmla="*/ 215 h 317"/>
              <a:gd name="T52" fmla="*/ 49 w 317"/>
              <a:gd name="T53" fmla="*/ 212 h 317"/>
              <a:gd name="T54" fmla="*/ 3 w 317"/>
              <a:gd name="T55" fmla="*/ 166 h 317"/>
              <a:gd name="T56" fmla="*/ 0 w 317"/>
              <a:gd name="T57" fmla="*/ 158 h 317"/>
              <a:gd name="T58" fmla="*/ 3 w 317"/>
              <a:gd name="T59" fmla="*/ 150 h 317"/>
              <a:gd name="T60" fmla="*/ 49 w 317"/>
              <a:gd name="T61" fmla="*/ 105 h 317"/>
              <a:gd name="T62" fmla="*/ 57 w 317"/>
              <a:gd name="T63" fmla="*/ 102 h 317"/>
              <a:gd name="T64" fmla="*/ 65 w 317"/>
              <a:gd name="T65" fmla="*/ 105 h 317"/>
              <a:gd name="T66" fmla="*/ 68 w 317"/>
              <a:gd name="T67" fmla="*/ 113 h 317"/>
              <a:gd name="T68" fmla="*/ 68 w 317"/>
              <a:gd name="T69" fmla="*/ 136 h 317"/>
              <a:gd name="T70" fmla="*/ 136 w 317"/>
              <a:gd name="T71" fmla="*/ 136 h 317"/>
              <a:gd name="T72" fmla="*/ 136 w 317"/>
              <a:gd name="T73" fmla="*/ 68 h 317"/>
              <a:gd name="T74" fmla="*/ 113 w 317"/>
              <a:gd name="T75" fmla="*/ 68 h 317"/>
              <a:gd name="T76" fmla="*/ 105 w 317"/>
              <a:gd name="T77" fmla="*/ 64 h 317"/>
              <a:gd name="T78" fmla="*/ 102 w 317"/>
              <a:gd name="T79" fmla="*/ 56 h 317"/>
              <a:gd name="T80" fmla="*/ 105 w 317"/>
              <a:gd name="T81" fmla="*/ 48 h 317"/>
              <a:gd name="T82" fmla="*/ 151 w 317"/>
              <a:gd name="T83" fmla="*/ 3 h 317"/>
              <a:gd name="T84" fmla="*/ 159 w 317"/>
              <a:gd name="T85" fmla="*/ 0 h 317"/>
              <a:gd name="T86" fmla="*/ 167 w 317"/>
              <a:gd name="T87" fmla="*/ 3 h 317"/>
              <a:gd name="T88" fmla="*/ 212 w 317"/>
              <a:gd name="T89" fmla="*/ 48 h 317"/>
              <a:gd name="T90" fmla="*/ 215 w 317"/>
              <a:gd name="T91" fmla="*/ 56 h 317"/>
              <a:gd name="T92" fmla="*/ 212 w 317"/>
              <a:gd name="T93" fmla="*/ 64 h 317"/>
              <a:gd name="T94" fmla="*/ 204 w 317"/>
              <a:gd name="T95" fmla="*/ 68 h 317"/>
              <a:gd name="T96" fmla="*/ 181 w 317"/>
              <a:gd name="T97" fmla="*/ 68 h 317"/>
              <a:gd name="T98" fmla="*/ 181 w 317"/>
              <a:gd name="T99" fmla="*/ 136 h 317"/>
              <a:gd name="T100" fmla="*/ 249 w 317"/>
              <a:gd name="T101" fmla="*/ 136 h 317"/>
              <a:gd name="T102" fmla="*/ 249 w 317"/>
              <a:gd name="T103" fmla="*/ 113 h 317"/>
              <a:gd name="T104" fmla="*/ 253 w 317"/>
              <a:gd name="T105" fmla="*/ 105 h 317"/>
              <a:gd name="T106" fmla="*/ 261 w 317"/>
              <a:gd name="T107" fmla="*/ 102 h 317"/>
              <a:gd name="T108" fmla="*/ 269 w 317"/>
              <a:gd name="T109" fmla="*/ 105 h 317"/>
              <a:gd name="T110" fmla="*/ 314 w 317"/>
              <a:gd name="T111" fmla="*/ 150 h 317"/>
              <a:gd name="T112" fmla="*/ 317 w 317"/>
              <a:gd name="T113" fmla="*/ 158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7" h="317">
                <a:moveTo>
                  <a:pt x="317" y="158"/>
                </a:moveTo>
                <a:cubicBezTo>
                  <a:pt x="317" y="161"/>
                  <a:pt x="316" y="164"/>
                  <a:pt x="314" y="166"/>
                </a:cubicBezTo>
                <a:cubicBezTo>
                  <a:pt x="269" y="212"/>
                  <a:pt x="269" y="212"/>
                  <a:pt x="269" y="212"/>
                </a:cubicBezTo>
                <a:cubicBezTo>
                  <a:pt x="266" y="214"/>
                  <a:pt x="264" y="215"/>
                  <a:pt x="261" y="215"/>
                </a:cubicBezTo>
                <a:cubicBezTo>
                  <a:pt x="258" y="215"/>
                  <a:pt x="255" y="214"/>
                  <a:pt x="253" y="212"/>
                </a:cubicBezTo>
                <a:cubicBezTo>
                  <a:pt x="250" y="209"/>
                  <a:pt x="249" y="207"/>
                  <a:pt x="249" y="204"/>
                </a:cubicBezTo>
                <a:cubicBezTo>
                  <a:pt x="249" y="181"/>
                  <a:pt x="249" y="181"/>
                  <a:pt x="249" y="181"/>
                </a:cubicBezTo>
                <a:cubicBezTo>
                  <a:pt x="181" y="181"/>
                  <a:pt x="181" y="181"/>
                  <a:pt x="181" y="181"/>
                </a:cubicBezTo>
                <a:cubicBezTo>
                  <a:pt x="181" y="249"/>
                  <a:pt x="181" y="249"/>
                  <a:pt x="181" y="249"/>
                </a:cubicBezTo>
                <a:cubicBezTo>
                  <a:pt x="204" y="249"/>
                  <a:pt x="204" y="249"/>
                  <a:pt x="204" y="249"/>
                </a:cubicBezTo>
                <a:cubicBezTo>
                  <a:pt x="207" y="249"/>
                  <a:pt x="210" y="250"/>
                  <a:pt x="212" y="252"/>
                </a:cubicBezTo>
                <a:cubicBezTo>
                  <a:pt x="214" y="255"/>
                  <a:pt x="215" y="257"/>
                  <a:pt x="215" y="260"/>
                </a:cubicBezTo>
                <a:cubicBezTo>
                  <a:pt x="215" y="263"/>
                  <a:pt x="214" y="266"/>
                  <a:pt x="212" y="268"/>
                </a:cubicBezTo>
                <a:cubicBezTo>
                  <a:pt x="167" y="314"/>
                  <a:pt x="167" y="314"/>
                  <a:pt x="167" y="314"/>
                </a:cubicBezTo>
                <a:cubicBezTo>
                  <a:pt x="164" y="316"/>
                  <a:pt x="162" y="317"/>
                  <a:pt x="159" y="317"/>
                </a:cubicBezTo>
                <a:cubicBezTo>
                  <a:pt x="156" y="317"/>
                  <a:pt x="153" y="316"/>
                  <a:pt x="151" y="314"/>
                </a:cubicBezTo>
                <a:cubicBezTo>
                  <a:pt x="105" y="268"/>
                  <a:pt x="105" y="268"/>
                  <a:pt x="105" y="268"/>
                </a:cubicBezTo>
                <a:cubicBezTo>
                  <a:pt x="103" y="266"/>
                  <a:pt x="102" y="263"/>
                  <a:pt x="102" y="260"/>
                </a:cubicBezTo>
                <a:cubicBezTo>
                  <a:pt x="102" y="257"/>
                  <a:pt x="103" y="255"/>
                  <a:pt x="105" y="252"/>
                </a:cubicBezTo>
                <a:cubicBezTo>
                  <a:pt x="108" y="250"/>
                  <a:pt x="110" y="249"/>
                  <a:pt x="113" y="249"/>
                </a:cubicBezTo>
                <a:cubicBezTo>
                  <a:pt x="136" y="249"/>
                  <a:pt x="136" y="249"/>
                  <a:pt x="136" y="249"/>
                </a:cubicBezTo>
                <a:cubicBezTo>
                  <a:pt x="136" y="181"/>
                  <a:pt x="136" y="181"/>
                  <a:pt x="136" y="181"/>
                </a:cubicBezTo>
                <a:cubicBezTo>
                  <a:pt x="68" y="181"/>
                  <a:pt x="68" y="181"/>
                  <a:pt x="68" y="181"/>
                </a:cubicBezTo>
                <a:cubicBezTo>
                  <a:pt x="68" y="204"/>
                  <a:pt x="68" y="204"/>
                  <a:pt x="68" y="204"/>
                </a:cubicBezTo>
                <a:cubicBezTo>
                  <a:pt x="68" y="207"/>
                  <a:pt x="67" y="209"/>
                  <a:pt x="65" y="212"/>
                </a:cubicBezTo>
                <a:cubicBezTo>
                  <a:pt x="62" y="214"/>
                  <a:pt x="60" y="215"/>
                  <a:pt x="57" y="215"/>
                </a:cubicBezTo>
                <a:cubicBezTo>
                  <a:pt x="54" y="215"/>
                  <a:pt x="51" y="214"/>
                  <a:pt x="49" y="212"/>
                </a:cubicBezTo>
                <a:cubicBezTo>
                  <a:pt x="3" y="166"/>
                  <a:pt x="3" y="166"/>
                  <a:pt x="3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155"/>
                  <a:pt x="1" y="153"/>
                  <a:pt x="3" y="150"/>
                </a:cubicBezTo>
                <a:cubicBezTo>
                  <a:pt x="49" y="105"/>
                  <a:pt x="49" y="105"/>
                  <a:pt x="49" y="105"/>
                </a:cubicBezTo>
                <a:cubicBezTo>
                  <a:pt x="51" y="103"/>
                  <a:pt x="54" y="102"/>
                  <a:pt x="57" y="102"/>
                </a:cubicBezTo>
                <a:cubicBezTo>
                  <a:pt x="60" y="102"/>
                  <a:pt x="62" y="103"/>
                  <a:pt x="65" y="105"/>
                </a:cubicBezTo>
                <a:cubicBezTo>
                  <a:pt x="67" y="107"/>
                  <a:pt x="68" y="110"/>
                  <a:pt x="68" y="113"/>
                </a:cubicBezTo>
                <a:cubicBezTo>
                  <a:pt x="68" y="136"/>
                  <a:pt x="68" y="136"/>
                  <a:pt x="68" y="136"/>
                </a:cubicBezTo>
                <a:cubicBezTo>
                  <a:pt x="136" y="136"/>
                  <a:pt x="136" y="136"/>
                  <a:pt x="136" y="136"/>
                </a:cubicBezTo>
                <a:cubicBezTo>
                  <a:pt x="136" y="68"/>
                  <a:pt x="136" y="68"/>
                  <a:pt x="136" y="68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10" y="68"/>
                  <a:pt x="108" y="67"/>
                  <a:pt x="105" y="64"/>
                </a:cubicBezTo>
                <a:cubicBezTo>
                  <a:pt x="103" y="62"/>
                  <a:pt x="102" y="59"/>
                  <a:pt x="102" y="56"/>
                </a:cubicBezTo>
                <a:cubicBezTo>
                  <a:pt x="102" y="53"/>
                  <a:pt x="103" y="51"/>
                  <a:pt x="105" y="48"/>
                </a:cubicBezTo>
                <a:cubicBezTo>
                  <a:pt x="151" y="3"/>
                  <a:pt x="151" y="3"/>
                  <a:pt x="151" y="3"/>
                </a:cubicBezTo>
                <a:cubicBezTo>
                  <a:pt x="153" y="1"/>
                  <a:pt x="156" y="0"/>
                  <a:pt x="159" y="0"/>
                </a:cubicBezTo>
                <a:cubicBezTo>
                  <a:pt x="162" y="0"/>
                  <a:pt x="164" y="1"/>
                  <a:pt x="167" y="3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214" y="51"/>
                  <a:pt x="215" y="53"/>
                  <a:pt x="215" y="56"/>
                </a:cubicBezTo>
                <a:cubicBezTo>
                  <a:pt x="215" y="59"/>
                  <a:pt x="214" y="62"/>
                  <a:pt x="212" y="64"/>
                </a:cubicBezTo>
                <a:cubicBezTo>
                  <a:pt x="210" y="67"/>
                  <a:pt x="207" y="68"/>
                  <a:pt x="204" y="68"/>
                </a:cubicBezTo>
                <a:cubicBezTo>
                  <a:pt x="181" y="68"/>
                  <a:pt x="181" y="68"/>
                  <a:pt x="181" y="68"/>
                </a:cubicBezTo>
                <a:cubicBezTo>
                  <a:pt x="181" y="136"/>
                  <a:pt x="181" y="136"/>
                  <a:pt x="181" y="136"/>
                </a:cubicBezTo>
                <a:cubicBezTo>
                  <a:pt x="249" y="136"/>
                  <a:pt x="249" y="136"/>
                  <a:pt x="249" y="136"/>
                </a:cubicBezTo>
                <a:cubicBezTo>
                  <a:pt x="249" y="113"/>
                  <a:pt x="249" y="113"/>
                  <a:pt x="249" y="113"/>
                </a:cubicBezTo>
                <a:cubicBezTo>
                  <a:pt x="249" y="110"/>
                  <a:pt x="250" y="107"/>
                  <a:pt x="253" y="105"/>
                </a:cubicBezTo>
                <a:cubicBezTo>
                  <a:pt x="255" y="103"/>
                  <a:pt x="258" y="102"/>
                  <a:pt x="261" y="102"/>
                </a:cubicBezTo>
                <a:cubicBezTo>
                  <a:pt x="264" y="102"/>
                  <a:pt x="266" y="103"/>
                  <a:pt x="269" y="105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6" y="153"/>
                  <a:pt x="317" y="155"/>
                  <a:pt x="317" y="15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12"/>
          <p:cNvSpPr>
            <a:spLocks/>
          </p:cNvSpPr>
          <p:nvPr/>
        </p:nvSpPr>
        <p:spPr bwMode="auto">
          <a:xfrm>
            <a:off x="8099426" y="1154113"/>
            <a:ext cx="282575" cy="298450"/>
          </a:xfrm>
          <a:custGeom>
            <a:avLst/>
            <a:gdLst>
              <a:gd name="T0" fmla="*/ 261 w 261"/>
              <a:gd name="T1" fmla="*/ 138 h 276"/>
              <a:gd name="T2" fmla="*/ 254 w 261"/>
              <a:gd name="T3" fmla="*/ 154 h 276"/>
              <a:gd name="T4" fmla="*/ 139 w 261"/>
              <a:gd name="T5" fmla="*/ 270 h 276"/>
              <a:gd name="T6" fmla="*/ 123 w 261"/>
              <a:gd name="T7" fmla="*/ 276 h 276"/>
              <a:gd name="T8" fmla="*/ 107 w 261"/>
              <a:gd name="T9" fmla="*/ 270 h 276"/>
              <a:gd name="T10" fmla="*/ 94 w 261"/>
              <a:gd name="T11" fmla="*/ 256 h 276"/>
              <a:gd name="T12" fmla="*/ 87 w 261"/>
              <a:gd name="T13" fmla="*/ 240 h 276"/>
              <a:gd name="T14" fmla="*/ 94 w 261"/>
              <a:gd name="T15" fmla="*/ 224 h 276"/>
              <a:gd name="T16" fmla="*/ 146 w 261"/>
              <a:gd name="T17" fmla="*/ 172 h 276"/>
              <a:gd name="T18" fmla="*/ 21 w 261"/>
              <a:gd name="T19" fmla="*/ 172 h 276"/>
              <a:gd name="T20" fmla="*/ 6 w 261"/>
              <a:gd name="T21" fmla="*/ 166 h 276"/>
              <a:gd name="T22" fmla="*/ 0 w 261"/>
              <a:gd name="T23" fmla="*/ 150 h 276"/>
              <a:gd name="T24" fmla="*/ 0 w 261"/>
              <a:gd name="T25" fmla="*/ 127 h 276"/>
              <a:gd name="T26" fmla="*/ 6 w 261"/>
              <a:gd name="T27" fmla="*/ 111 h 276"/>
              <a:gd name="T28" fmla="*/ 21 w 261"/>
              <a:gd name="T29" fmla="*/ 104 h 276"/>
              <a:gd name="T30" fmla="*/ 146 w 261"/>
              <a:gd name="T31" fmla="*/ 104 h 276"/>
              <a:gd name="T32" fmla="*/ 94 w 261"/>
              <a:gd name="T33" fmla="*/ 52 h 276"/>
              <a:gd name="T34" fmla="*/ 87 w 261"/>
              <a:gd name="T35" fmla="*/ 36 h 276"/>
              <a:gd name="T36" fmla="*/ 94 w 261"/>
              <a:gd name="T37" fmla="*/ 20 h 276"/>
              <a:gd name="T38" fmla="*/ 107 w 261"/>
              <a:gd name="T39" fmla="*/ 7 h 276"/>
              <a:gd name="T40" fmla="*/ 123 w 261"/>
              <a:gd name="T41" fmla="*/ 0 h 276"/>
              <a:gd name="T42" fmla="*/ 139 w 261"/>
              <a:gd name="T43" fmla="*/ 7 h 276"/>
              <a:gd name="T44" fmla="*/ 254 w 261"/>
              <a:gd name="T45" fmla="*/ 122 h 276"/>
              <a:gd name="T46" fmla="*/ 261 w 261"/>
              <a:gd name="T47" fmla="*/ 138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61" h="276">
                <a:moveTo>
                  <a:pt x="261" y="138"/>
                </a:moveTo>
                <a:cubicBezTo>
                  <a:pt x="261" y="145"/>
                  <a:pt x="259" y="150"/>
                  <a:pt x="254" y="154"/>
                </a:cubicBezTo>
                <a:cubicBezTo>
                  <a:pt x="139" y="270"/>
                  <a:pt x="139" y="270"/>
                  <a:pt x="139" y="270"/>
                </a:cubicBezTo>
                <a:cubicBezTo>
                  <a:pt x="134" y="274"/>
                  <a:pt x="129" y="276"/>
                  <a:pt x="123" y="276"/>
                </a:cubicBezTo>
                <a:cubicBezTo>
                  <a:pt x="117" y="276"/>
                  <a:pt x="112" y="274"/>
                  <a:pt x="107" y="270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89" y="252"/>
                  <a:pt x="87" y="247"/>
                  <a:pt x="87" y="240"/>
                </a:cubicBezTo>
                <a:cubicBezTo>
                  <a:pt x="87" y="234"/>
                  <a:pt x="89" y="229"/>
                  <a:pt x="94" y="224"/>
                </a:cubicBezTo>
                <a:cubicBezTo>
                  <a:pt x="146" y="172"/>
                  <a:pt x="146" y="172"/>
                  <a:pt x="146" y="172"/>
                </a:cubicBezTo>
                <a:cubicBezTo>
                  <a:pt x="21" y="172"/>
                  <a:pt x="21" y="172"/>
                  <a:pt x="21" y="172"/>
                </a:cubicBezTo>
                <a:cubicBezTo>
                  <a:pt x="15" y="172"/>
                  <a:pt x="10" y="170"/>
                  <a:pt x="6" y="166"/>
                </a:cubicBezTo>
                <a:cubicBezTo>
                  <a:pt x="2" y="161"/>
                  <a:pt x="0" y="156"/>
                  <a:pt x="0" y="150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1"/>
                  <a:pt x="2" y="115"/>
                  <a:pt x="6" y="111"/>
                </a:cubicBezTo>
                <a:cubicBezTo>
                  <a:pt x="10" y="107"/>
                  <a:pt x="15" y="104"/>
                  <a:pt x="21" y="104"/>
                </a:cubicBezTo>
                <a:cubicBezTo>
                  <a:pt x="146" y="104"/>
                  <a:pt x="146" y="104"/>
                  <a:pt x="146" y="104"/>
                </a:cubicBezTo>
                <a:cubicBezTo>
                  <a:pt x="94" y="52"/>
                  <a:pt x="94" y="52"/>
                  <a:pt x="94" y="52"/>
                </a:cubicBezTo>
                <a:cubicBezTo>
                  <a:pt x="89" y="48"/>
                  <a:pt x="87" y="43"/>
                  <a:pt x="87" y="36"/>
                </a:cubicBezTo>
                <a:cubicBezTo>
                  <a:pt x="87" y="30"/>
                  <a:pt x="89" y="25"/>
                  <a:pt x="94" y="20"/>
                </a:cubicBezTo>
                <a:cubicBezTo>
                  <a:pt x="107" y="7"/>
                  <a:pt x="107" y="7"/>
                  <a:pt x="107" y="7"/>
                </a:cubicBezTo>
                <a:cubicBezTo>
                  <a:pt x="112" y="3"/>
                  <a:pt x="117" y="0"/>
                  <a:pt x="123" y="0"/>
                </a:cubicBezTo>
                <a:cubicBezTo>
                  <a:pt x="129" y="0"/>
                  <a:pt x="135" y="3"/>
                  <a:pt x="139" y="7"/>
                </a:cubicBezTo>
                <a:cubicBezTo>
                  <a:pt x="254" y="122"/>
                  <a:pt x="254" y="122"/>
                  <a:pt x="254" y="122"/>
                </a:cubicBezTo>
                <a:cubicBezTo>
                  <a:pt x="259" y="127"/>
                  <a:pt x="261" y="132"/>
                  <a:pt x="261" y="13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13"/>
          <p:cNvSpPr>
            <a:spLocks/>
          </p:cNvSpPr>
          <p:nvPr/>
        </p:nvSpPr>
        <p:spPr bwMode="auto">
          <a:xfrm>
            <a:off x="5091113" y="1582738"/>
            <a:ext cx="279400" cy="298450"/>
          </a:xfrm>
          <a:custGeom>
            <a:avLst/>
            <a:gdLst>
              <a:gd name="T0" fmla="*/ 260 w 260"/>
              <a:gd name="T1" fmla="*/ 127 h 276"/>
              <a:gd name="T2" fmla="*/ 260 w 260"/>
              <a:gd name="T3" fmla="*/ 150 h 276"/>
              <a:gd name="T4" fmla="*/ 255 w 260"/>
              <a:gd name="T5" fmla="*/ 166 h 276"/>
              <a:gd name="T6" fmla="*/ 240 w 260"/>
              <a:gd name="T7" fmla="*/ 172 h 276"/>
              <a:gd name="T8" fmla="*/ 115 w 260"/>
              <a:gd name="T9" fmla="*/ 172 h 276"/>
              <a:gd name="T10" fmla="*/ 167 w 260"/>
              <a:gd name="T11" fmla="*/ 224 h 276"/>
              <a:gd name="T12" fmla="*/ 174 w 260"/>
              <a:gd name="T13" fmla="*/ 240 h 276"/>
              <a:gd name="T14" fmla="*/ 167 w 260"/>
              <a:gd name="T15" fmla="*/ 256 h 276"/>
              <a:gd name="T16" fmla="*/ 154 w 260"/>
              <a:gd name="T17" fmla="*/ 270 h 276"/>
              <a:gd name="T18" fmla="*/ 138 w 260"/>
              <a:gd name="T19" fmla="*/ 276 h 276"/>
              <a:gd name="T20" fmla="*/ 122 w 260"/>
              <a:gd name="T21" fmla="*/ 270 h 276"/>
              <a:gd name="T22" fmla="*/ 6 w 260"/>
              <a:gd name="T23" fmla="*/ 154 h 276"/>
              <a:gd name="T24" fmla="*/ 0 w 260"/>
              <a:gd name="T25" fmla="*/ 138 h 276"/>
              <a:gd name="T26" fmla="*/ 6 w 260"/>
              <a:gd name="T27" fmla="*/ 122 h 276"/>
              <a:gd name="T28" fmla="*/ 122 w 260"/>
              <a:gd name="T29" fmla="*/ 7 h 276"/>
              <a:gd name="T30" fmla="*/ 138 w 260"/>
              <a:gd name="T31" fmla="*/ 0 h 276"/>
              <a:gd name="T32" fmla="*/ 154 w 260"/>
              <a:gd name="T33" fmla="*/ 7 h 276"/>
              <a:gd name="T34" fmla="*/ 167 w 260"/>
              <a:gd name="T35" fmla="*/ 20 h 276"/>
              <a:gd name="T36" fmla="*/ 174 w 260"/>
              <a:gd name="T37" fmla="*/ 36 h 276"/>
              <a:gd name="T38" fmla="*/ 167 w 260"/>
              <a:gd name="T39" fmla="*/ 52 h 276"/>
              <a:gd name="T40" fmla="*/ 115 w 260"/>
              <a:gd name="T41" fmla="*/ 104 h 276"/>
              <a:gd name="T42" fmla="*/ 240 w 260"/>
              <a:gd name="T43" fmla="*/ 104 h 276"/>
              <a:gd name="T44" fmla="*/ 255 w 260"/>
              <a:gd name="T45" fmla="*/ 111 h 276"/>
              <a:gd name="T46" fmla="*/ 260 w 260"/>
              <a:gd name="T47" fmla="*/ 127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60" h="276">
                <a:moveTo>
                  <a:pt x="260" y="127"/>
                </a:moveTo>
                <a:cubicBezTo>
                  <a:pt x="260" y="150"/>
                  <a:pt x="260" y="150"/>
                  <a:pt x="260" y="150"/>
                </a:cubicBezTo>
                <a:cubicBezTo>
                  <a:pt x="260" y="156"/>
                  <a:pt x="258" y="161"/>
                  <a:pt x="255" y="166"/>
                </a:cubicBezTo>
                <a:cubicBezTo>
                  <a:pt x="251" y="170"/>
                  <a:pt x="246" y="172"/>
                  <a:pt x="240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67" y="224"/>
                  <a:pt x="167" y="224"/>
                  <a:pt x="167" y="224"/>
                </a:cubicBezTo>
                <a:cubicBezTo>
                  <a:pt x="171" y="228"/>
                  <a:pt x="174" y="234"/>
                  <a:pt x="174" y="240"/>
                </a:cubicBezTo>
                <a:cubicBezTo>
                  <a:pt x="174" y="247"/>
                  <a:pt x="171" y="252"/>
                  <a:pt x="167" y="256"/>
                </a:cubicBezTo>
                <a:cubicBezTo>
                  <a:pt x="154" y="270"/>
                  <a:pt x="154" y="270"/>
                  <a:pt x="154" y="270"/>
                </a:cubicBezTo>
                <a:cubicBezTo>
                  <a:pt x="149" y="274"/>
                  <a:pt x="144" y="276"/>
                  <a:pt x="138" y="276"/>
                </a:cubicBezTo>
                <a:cubicBezTo>
                  <a:pt x="131" y="276"/>
                  <a:pt x="126" y="274"/>
                  <a:pt x="122" y="270"/>
                </a:cubicBezTo>
                <a:cubicBezTo>
                  <a:pt x="6" y="154"/>
                  <a:pt x="6" y="154"/>
                  <a:pt x="6" y="154"/>
                </a:cubicBezTo>
                <a:cubicBezTo>
                  <a:pt x="2" y="150"/>
                  <a:pt x="0" y="144"/>
                  <a:pt x="0" y="138"/>
                </a:cubicBezTo>
                <a:cubicBezTo>
                  <a:pt x="0" y="132"/>
                  <a:pt x="2" y="127"/>
                  <a:pt x="6" y="122"/>
                </a:cubicBezTo>
                <a:cubicBezTo>
                  <a:pt x="122" y="7"/>
                  <a:pt x="122" y="7"/>
                  <a:pt x="122" y="7"/>
                </a:cubicBezTo>
                <a:cubicBezTo>
                  <a:pt x="126" y="3"/>
                  <a:pt x="131" y="0"/>
                  <a:pt x="138" y="0"/>
                </a:cubicBezTo>
                <a:cubicBezTo>
                  <a:pt x="144" y="0"/>
                  <a:pt x="149" y="3"/>
                  <a:pt x="154" y="7"/>
                </a:cubicBezTo>
                <a:cubicBezTo>
                  <a:pt x="167" y="20"/>
                  <a:pt x="167" y="20"/>
                  <a:pt x="167" y="20"/>
                </a:cubicBezTo>
                <a:cubicBezTo>
                  <a:pt x="171" y="25"/>
                  <a:pt x="174" y="30"/>
                  <a:pt x="174" y="36"/>
                </a:cubicBezTo>
                <a:cubicBezTo>
                  <a:pt x="174" y="43"/>
                  <a:pt x="171" y="48"/>
                  <a:pt x="167" y="52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240" y="104"/>
                  <a:pt x="240" y="104"/>
                  <a:pt x="240" y="104"/>
                </a:cubicBezTo>
                <a:cubicBezTo>
                  <a:pt x="246" y="104"/>
                  <a:pt x="251" y="106"/>
                  <a:pt x="255" y="111"/>
                </a:cubicBezTo>
                <a:cubicBezTo>
                  <a:pt x="258" y="115"/>
                  <a:pt x="260" y="121"/>
                  <a:pt x="260" y="12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14"/>
          <p:cNvSpPr>
            <a:spLocks/>
          </p:cNvSpPr>
          <p:nvPr/>
        </p:nvSpPr>
        <p:spPr bwMode="auto">
          <a:xfrm>
            <a:off x="5513388" y="1590675"/>
            <a:ext cx="296863" cy="282575"/>
          </a:xfrm>
          <a:custGeom>
            <a:avLst/>
            <a:gdLst>
              <a:gd name="T0" fmla="*/ 275 w 275"/>
              <a:gd name="T1" fmla="*/ 125 h 262"/>
              <a:gd name="T2" fmla="*/ 269 w 275"/>
              <a:gd name="T3" fmla="*/ 141 h 262"/>
              <a:gd name="T4" fmla="*/ 154 w 275"/>
              <a:gd name="T5" fmla="*/ 256 h 262"/>
              <a:gd name="T6" fmla="*/ 137 w 275"/>
              <a:gd name="T7" fmla="*/ 262 h 262"/>
              <a:gd name="T8" fmla="*/ 122 w 275"/>
              <a:gd name="T9" fmla="*/ 256 h 262"/>
              <a:gd name="T10" fmla="*/ 6 w 275"/>
              <a:gd name="T11" fmla="*/ 141 h 262"/>
              <a:gd name="T12" fmla="*/ 0 w 275"/>
              <a:gd name="T13" fmla="*/ 125 h 262"/>
              <a:gd name="T14" fmla="*/ 6 w 275"/>
              <a:gd name="T15" fmla="*/ 108 h 262"/>
              <a:gd name="T16" fmla="*/ 19 w 275"/>
              <a:gd name="T17" fmla="*/ 95 h 262"/>
              <a:gd name="T18" fmla="*/ 36 w 275"/>
              <a:gd name="T19" fmla="*/ 89 h 262"/>
              <a:gd name="T20" fmla="*/ 51 w 275"/>
              <a:gd name="T21" fmla="*/ 95 h 262"/>
              <a:gd name="T22" fmla="*/ 103 w 275"/>
              <a:gd name="T23" fmla="*/ 147 h 262"/>
              <a:gd name="T24" fmla="*/ 103 w 275"/>
              <a:gd name="T25" fmla="*/ 23 h 262"/>
              <a:gd name="T26" fmla="*/ 110 w 275"/>
              <a:gd name="T27" fmla="*/ 7 h 262"/>
              <a:gd name="T28" fmla="*/ 126 w 275"/>
              <a:gd name="T29" fmla="*/ 0 h 262"/>
              <a:gd name="T30" fmla="*/ 149 w 275"/>
              <a:gd name="T31" fmla="*/ 0 h 262"/>
              <a:gd name="T32" fmla="*/ 165 w 275"/>
              <a:gd name="T33" fmla="*/ 7 h 262"/>
              <a:gd name="T34" fmla="*/ 171 w 275"/>
              <a:gd name="T35" fmla="*/ 23 h 262"/>
              <a:gd name="T36" fmla="*/ 171 w 275"/>
              <a:gd name="T37" fmla="*/ 147 h 262"/>
              <a:gd name="T38" fmla="*/ 223 w 275"/>
              <a:gd name="T39" fmla="*/ 95 h 262"/>
              <a:gd name="T40" fmla="*/ 239 w 275"/>
              <a:gd name="T41" fmla="*/ 89 h 262"/>
              <a:gd name="T42" fmla="*/ 255 w 275"/>
              <a:gd name="T43" fmla="*/ 95 h 262"/>
              <a:gd name="T44" fmla="*/ 269 w 275"/>
              <a:gd name="T45" fmla="*/ 108 h 262"/>
              <a:gd name="T46" fmla="*/ 275 w 275"/>
              <a:gd name="T47" fmla="*/ 12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75" h="262">
                <a:moveTo>
                  <a:pt x="275" y="125"/>
                </a:moveTo>
                <a:cubicBezTo>
                  <a:pt x="275" y="131"/>
                  <a:pt x="273" y="136"/>
                  <a:pt x="269" y="141"/>
                </a:cubicBezTo>
                <a:cubicBezTo>
                  <a:pt x="154" y="256"/>
                  <a:pt x="154" y="256"/>
                  <a:pt x="154" y="256"/>
                </a:cubicBezTo>
                <a:cubicBezTo>
                  <a:pt x="149" y="260"/>
                  <a:pt x="144" y="262"/>
                  <a:pt x="137" y="262"/>
                </a:cubicBezTo>
                <a:cubicBezTo>
                  <a:pt x="131" y="262"/>
                  <a:pt x="126" y="260"/>
                  <a:pt x="122" y="256"/>
                </a:cubicBezTo>
                <a:cubicBezTo>
                  <a:pt x="6" y="141"/>
                  <a:pt x="6" y="141"/>
                  <a:pt x="6" y="141"/>
                </a:cubicBezTo>
                <a:cubicBezTo>
                  <a:pt x="2" y="136"/>
                  <a:pt x="0" y="131"/>
                  <a:pt x="0" y="125"/>
                </a:cubicBezTo>
                <a:cubicBezTo>
                  <a:pt x="0" y="118"/>
                  <a:pt x="2" y="113"/>
                  <a:pt x="6" y="108"/>
                </a:cubicBezTo>
                <a:cubicBezTo>
                  <a:pt x="19" y="95"/>
                  <a:pt x="19" y="95"/>
                  <a:pt x="19" y="95"/>
                </a:cubicBezTo>
                <a:cubicBezTo>
                  <a:pt x="24" y="91"/>
                  <a:pt x="29" y="89"/>
                  <a:pt x="36" y="89"/>
                </a:cubicBezTo>
                <a:cubicBezTo>
                  <a:pt x="42" y="89"/>
                  <a:pt x="47" y="91"/>
                  <a:pt x="51" y="95"/>
                </a:cubicBezTo>
                <a:cubicBezTo>
                  <a:pt x="103" y="147"/>
                  <a:pt x="103" y="147"/>
                  <a:pt x="103" y="147"/>
                </a:cubicBezTo>
                <a:cubicBezTo>
                  <a:pt x="103" y="23"/>
                  <a:pt x="103" y="23"/>
                  <a:pt x="103" y="23"/>
                </a:cubicBezTo>
                <a:cubicBezTo>
                  <a:pt x="103" y="17"/>
                  <a:pt x="106" y="11"/>
                  <a:pt x="110" y="7"/>
                </a:cubicBezTo>
                <a:cubicBezTo>
                  <a:pt x="115" y="2"/>
                  <a:pt x="120" y="0"/>
                  <a:pt x="126" y="0"/>
                </a:cubicBezTo>
                <a:cubicBezTo>
                  <a:pt x="149" y="0"/>
                  <a:pt x="149" y="0"/>
                  <a:pt x="149" y="0"/>
                </a:cubicBezTo>
                <a:cubicBezTo>
                  <a:pt x="155" y="0"/>
                  <a:pt x="160" y="2"/>
                  <a:pt x="165" y="7"/>
                </a:cubicBezTo>
                <a:cubicBezTo>
                  <a:pt x="169" y="11"/>
                  <a:pt x="171" y="17"/>
                  <a:pt x="171" y="23"/>
                </a:cubicBezTo>
                <a:cubicBezTo>
                  <a:pt x="171" y="147"/>
                  <a:pt x="171" y="147"/>
                  <a:pt x="171" y="147"/>
                </a:cubicBezTo>
                <a:cubicBezTo>
                  <a:pt x="223" y="95"/>
                  <a:pt x="223" y="95"/>
                  <a:pt x="223" y="95"/>
                </a:cubicBezTo>
                <a:cubicBezTo>
                  <a:pt x="228" y="91"/>
                  <a:pt x="233" y="89"/>
                  <a:pt x="239" y="89"/>
                </a:cubicBezTo>
                <a:cubicBezTo>
                  <a:pt x="246" y="89"/>
                  <a:pt x="251" y="91"/>
                  <a:pt x="255" y="95"/>
                </a:cubicBezTo>
                <a:cubicBezTo>
                  <a:pt x="269" y="108"/>
                  <a:pt x="269" y="108"/>
                  <a:pt x="269" y="108"/>
                </a:cubicBezTo>
                <a:cubicBezTo>
                  <a:pt x="273" y="113"/>
                  <a:pt x="275" y="118"/>
                  <a:pt x="275" y="12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5945188" y="1585913"/>
            <a:ext cx="293688" cy="293688"/>
          </a:xfrm>
          <a:custGeom>
            <a:avLst/>
            <a:gdLst>
              <a:gd name="T0" fmla="*/ 227 w 272"/>
              <a:gd name="T1" fmla="*/ 136 h 272"/>
              <a:gd name="T2" fmla="*/ 224 w 272"/>
              <a:gd name="T3" fmla="*/ 128 h 272"/>
              <a:gd name="T4" fmla="*/ 160 w 272"/>
              <a:gd name="T5" fmla="*/ 64 h 272"/>
              <a:gd name="T6" fmla="*/ 144 w 272"/>
              <a:gd name="T7" fmla="*/ 48 h 272"/>
              <a:gd name="T8" fmla="*/ 136 w 272"/>
              <a:gd name="T9" fmla="*/ 45 h 272"/>
              <a:gd name="T10" fmla="*/ 128 w 272"/>
              <a:gd name="T11" fmla="*/ 48 h 272"/>
              <a:gd name="T12" fmla="*/ 112 w 272"/>
              <a:gd name="T13" fmla="*/ 64 h 272"/>
              <a:gd name="T14" fmla="*/ 48 w 272"/>
              <a:gd name="T15" fmla="*/ 128 h 272"/>
              <a:gd name="T16" fmla="*/ 45 w 272"/>
              <a:gd name="T17" fmla="*/ 136 h 272"/>
              <a:gd name="T18" fmla="*/ 48 w 272"/>
              <a:gd name="T19" fmla="*/ 144 h 272"/>
              <a:gd name="T20" fmla="*/ 64 w 272"/>
              <a:gd name="T21" fmla="*/ 160 h 272"/>
              <a:gd name="T22" fmla="*/ 72 w 272"/>
              <a:gd name="T23" fmla="*/ 163 h 272"/>
              <a:gd name="T24" fmla="*/ 80 w 272"/>
              <a:gd name="T25" fmla="*/ 160 h 272"/>
              <a:gd name="T26" fmla="*/ 113 w 272"/>
              <a:gd name="T27" fmla="*/ 127 h 272"/>
              <a:gd name="T28" fmla="*/ 113 w 272"/>
              <a:gd name="T29" fmla="*/ 216 h 272"/>
              <a:gd name="T30" fmla="*/ 117 w 272"/>
              <a:gd name="T31" fmla="*/ 223 h 272"/>
              <a:gd name="T32" fmla="*/ 125 w 272"/>
              <a:gd name="T33" fmla="*/ 227 h 272"/>
              <a:gd name="T34" fmla="*/ 147 w 272"/>
              <a:gd name="T35" fmla="*/ 227 h 272"/>
              <a:gd name="T36" fmla="*/ 155 w 272"/>
              <a:gd name="T37" fmla="*/ 223 h 272"/>
              <a:gd name="T38" fmla="*/ 159 w 272"/>
              <a:gd name="T39" fmla="*/ 216 h 272"/>
              <a:gd name="T40" fmla="*/ 159 w 272"/>
              <a:gd name="T41" fmla="*/ 127 h 272"/>
              <a:gd name="T42" fmla="*/ 192 w 272"/>
              <a:gd name="T43" fmla="*/ 160 h 272"/>
              <a:gd name="T44" fmla="*/ 200 w 272"/>
              <a:gd name="T45" fmla="*/ 163 h 272"/>
              <a:gd name="T46" fmla="*/ 208 w 272"/>
              <a:gd name="T47" fmla="*/ 160 h 272"/>
              <a:gd name="T48" fmla="*/ 224 w 272"/>
              <a:gd name="T49" fmla="*/ 144 h 272"/>
              <a:gd name="T50" fmla="*/ 227 w 272"/>
              <a:gd name="T51" fmla="*/ 136 h 272"/>
              <a:gd name="T52" fmla="*/ 272 w 272"/>
              <a:gd name="T53" fmla="*/ 136 h 272"/>
              <a:gd name="T54" fmla="*/ 254 w 272"/>
              <a:gd name="T55" fmla="*/ 204 h 272"/>
              <a:gd name="T56" fmla="*/ 204 w 272"/>
              <a:gd name="T57" fmla="*/ 254 h 272"/>
              <a:gd name="T58" fmla="*/ 136 w 272"/>
              <a:gd name="T59" fmla="*/ 272 h 272"/>
              <a:gd name="T60" fmla="*/ 68 w 272"/>
              <a:gd name="T61" fmla="*/ 254 h 272"/>
              <a:gd name="T62" fmla="*/ 18 w 272"/>
              <a:gd name="T63" fmla="*/ 204 h 272"/>
              <a:gd name="T64" fmla="*/ 0 w 272"/>
              <a:gd name="T65" fmla="*/ 136 h 272"/>
              <a:gd name="T66" fmla="*/ 18 w 272"/>
              <a:gd name="T67" fmla="*/ 68 h 272"/>
              <a:gd name="T68" fmla="*/ 68 w 272"/>
              <a:gd name="T69" fmla="*/ 19 h 272"/>
              <a:gd name="T70" fmla="*/ 136 w 272"/>
              <a:gd name="T71" fmla="*/ 0 h 272"/>
              <a:gd name="T72" fmla="*/ 204 w 272"/>
              <a:gd name="T73" fmla="*/ 19 h 272"/>
              <a:gd name="T74" fmla="*/ 254 w 272"/>
              <a:gd name="T75" fmla="*/ 68 h 272"/>
              <a:gd name="T76" fmla="*/ 272 w 272"/>
              <a:gd name="T77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72">
                <a:moveTo>
                  <a:pt x="227" y="136"/>
                </a:moveTo>
                <a:cubicBezTo>
                  <a:pt x="227" y="133"/>
                  <a:pt x="226" y="130"/>
                  <a:pt x="224" y="128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2" y="46"/>
                  <a:pt x="139" y="45"/>
                  <a:pt x="136" y="45"/>
                </a:cubicBezTo>
                <a:cubicBezTo>
                  <a:pt x="133" y="45"/>
                  <a:pt x="130" y="46"/>
                  <a:pt x="128" y="48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6" y="130"/>
                  <a:pt x="45" y="133"/>
                  <a:pt x="45" y="136"/>
                </a:cubicBezTo>
                <a:cubicBezTo>
                  <a:pt x="45" y="139"/>
                  <a:pt x="46" y="142"/>
                  <a:pt x="48" y="144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6" y="162"/>
                  <a:pt x="69" y="163"/>
                  <a:pt x="72" y="163"/>
                </a:cubicBezTo>
                <a:cubicBezTo>
                  <a:pt x="75" y="163"/>
                  <a:pt x="78" y="162"/>
                  <a:pt x="80" y="160"/>
                </a:cubicBezTo>
                <a:cubicBezTo>
                  <a:pt x="113" y="127"/>
                  <a:pt x="113" y="127"/>
                  <a:pt x="113" y="127"/>
                </a:cubicBezTo>
                <a:cubicBezTo>
                  <a:pt x="113" y="216"/>
                  <a:pt x="113" y="216"/>
                  <a:pt x="113" y="216"/>
                </a:cubicBezTo>
                <a:cubicBezTo>
                  <a:pt x="113" y="219"/>
                  <a:pt x="114" y="221"/>
                  <a:pt x="117" y="223"/>
                </a:cubicBezTo>
                <a:cubicBezTo>
                  <a:pt x="119" y="226"/>
                  <a:pt x="122" y="227"/>
                  <a:pt x="125" y="227"/>
                </a:cubicBezTo>
                <a:cubicBezTo>
                  <a:pt x="147" y="227"/>
                  <a:pt x="147" y="227"/>
                  <a:pt x="147" y="227"/>
                </a:cubicBezTo>
                <a:cubicBezTo>
                  <a:pt x="150" y="227"/>
                  <a:pt x="153" y="226"/>
                  <a:pt x="155" y="223"/>
                </a:cubicBezTo>
                <a:cubicBezTo>
                  <a:pt x="157" y="221"/>
                  <a:pt x="159" y="219"/>
                  <a:pt x="159" y="216"/>
                </a:cubicBezTo>
                <a:cubicBezTo>
                  <a:pt x="159" y="127"/>
                  <a:pt x="159" y="127"/>
                  <a:pt x="159" y="127"/>
                </a:cubicBezTo>
                <a:cubicBezTo>
                  <a:pt x="192" y="160"/>
                  <a:pt x="192" y="160"/>
                  <a:pt x="192" y="160"/>
                </a:cubicBezTo>
                <a:cubicBezTo>
                  <a:pt x="194" y="162"/>
                  <a:pt x="197" y="163"/>
                  <a:pt x="200" y="163"/>
                </a:cubicBezTo>
                <a:cubicBezTo>
                  <a:pt x="203" y="163"/>
                  <a:pt x="206" y="162"/>
                  <a:pt x="208" y="160"/>
                </a:cubicBezTo>
                <a:cubicBezTo>
                  <a:pt x="224" y="144"/>
                  <a:pt x="224" y="144"/>
                  <a:pt x="224" y="144"/>
                </a:cubicBezTo>
                <a:cubicBezTo>
                  <a:pt x="226" y="142"/>
                  <a:pt x="227" y="139"/>
                  <a:pt x="227" y="136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4" y="204"/>
                </a:cubicBezTo>
                <a:cubicBezTo>
                  <a:pt x="241" y="225"/>
                  <a:pt x="225" y="242"/>
                  <a:pt x="204" y="254"/>
                </a:cubicBezTo>
                <a:cubicBezTo>
                  <a:pt x="183" y="266"/>
                  <a:pt x="161" y="272"/>
                  <a:pt x="136" y="272"/>
                </a:cubicBezTo>
                <a:cubicBezTo>
                  <a:pt x="111" y="272"/>
                  <a:pt x="89" y="266"/>
                  <a:pt x="68" y="254"/>
                </a:cubicBezTo>
                <a:cubicBezTo>
                  <a:pt x="47" y="242"/>
                  <a:pt x="30" y="225"/>
                  <a:pt x="18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8" y="68"/>
                </a:cubicBezTo>
                <a:cubicBezTo>
                  <a:pt x="30" y="47"/>
                  <a:pt x="47" y="31"/>
                  <a:pt x="68" y="19"/>
                </a:cubicBezTo>
                <a:cubicBezTo>
                  <a:pt x="89" y="6"/>
                  <a:pt x="111" y="0"/>
                  <a:pt x="136" y="0"/>
                </a:cubicBezTo>
                <a:cubicBezTo>
                  <a:pt x="161" y="0"/>
                  <a:pt x="183" y="6"/>
                  <a:pt x="204" y="19"/>
                </a:cubicBezTo>
                <a:cubicBezTo>
                  <a:pt x="225" y="31"/>
                  <a:pt x="241" y="47"/>
                  <a:pt x="254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6373813" y="1585913"/>
            <a:ext cx="293688" cy="293688"/>
          </a:xfrm>
          <a:custGeom>
            <a:avLst/>
            <a:gdLst>
              <a:gd name="T0" fmla="*/ 228 w 272"/>
              <a:gd name="T1" fmla="*/ 136 h 272"/>
              <a:gd name="T2" fmla="*/ 225 w 272"/>
              <a:gd name="T3" fmla="*/ 128 h 272"/>
              <a:gd name="T4" fmla="*/ 209 w 272"/>
              <a:gd name="T5" fmla="*/ 112 h 272"/>
              <a:gd name="T6" fmla="*/ 144 w 272"/>
              <a:gd name="T7" fmla="*/ 48 h 272"/>
              <a:gd name="T8" fmla="*/ 137 w 272"/>
              <a:gd name="T9" fmla="*/ 45 h 272"/>
              <a:gd name="T10" fmla="*/ 129 w 272"/>
              <a:gd name="T11" fmla="*/ 48 h 272"/>
              <a:gd name="T12" fmla="*/ 112 w 272"/>
              <a:gd name="T13" fmla="*/ 64 h 272"/>
              <a:gd name="T14" fmla="*/ 109 w 272"/>
              <a:gd name="T15" fmla="*/ 72 h 272"/>
              <a:gd name="T16" fmla="*/ 112 w 272"/>
              <a:gd name="T17" fmla="*/ 80 h 272"/>
              <a:gd name="T18" fmla="*/ 146 w 272"/>
              <a:gd name="T19" fmla="*/ 114 h 272"/>
              <a:gd name="T20" fmla="*/ 57 w 272"/>
              <a:gd name="T21" fmla="*/ 114 h 272"/>
              <a:gd name="T22" fmla="*/ 49 w 272"/>
              <a:gd name="T23" fmla="*/ 117 h 272"/>
              <a:gd name="T24" fmla="*/ 46 w 272"/>
              <a:gd name="T25" fmla="*/ 125 h 272"/>
              <a:gd name="T26" fmla="*/ 46 w 272"/>
              <a:gd name="T27" fmla="*/ 148 h 272"/>
              <a:gd name="T28" fmla="*/ 49 w 272"/>
              <a:gd name="T29" fmla="*/ 156 h 272"/>
              <a:gd name="T30" fmla="*/ 57 w 272"/>
              <a:gd name="T31" fmla="*/ 159 h 272"/>
              <a:gd name="T32" fmla="*/ 146 w 272"/>
              <a:gd name="T33" fmla="*/ 159 h 272"/>
              <a:gd name="T34" fmla="*/ 112 w 272"/>
              <a:gd name="T35" fmla="*/ 192 h 272"/>
              <a:gd name="T36" fmla="*/ 109 w 272"/>
              <a:gd name="T37" fmla="*/ 200 h 272"/>
              <a:gd name="T38" fmla="*/ 112 w 272"/>
              <a:gd name="T39" fmla="*/ 208 h 272"/>
              <a:gd name="T40" fmla="*/ 129 w 272"/>
              <a:gd name="T41" fmla="*/ 224 h 272"/>
              <a:gd name="T42" fmla="*/ 137 w 272"/>
              <a:gd name="T43" fmla="*/ 228 h 272"/>
              <a:gd name="T44" fmla="*/ 144 w 272"/>
              <a:gd name="T45" fmla="*/ 224 h 272"/>
              <a:gd name="T46" fmla="*/ 209 w 272"/>
              <a:gd name="T47" fmla="*/ 160 h 272"/>
              <a:gd name="T48" fmla="*/ 225 w 272"/>
              <a:gd name="T49" fmla="*/ 144 h 272"/>
              <a:gd name="T50" fmla="*/ 228 w 272"/>
              <a:gd name="T51" fmla="*/ 136 h 272"/>
              <a:gd name="T52" fmla="*/ 272 w 272"/>
              <a:gd name="T53" fmla="*/ 136 h 272"/>
              <a:gd name="T54" fmla="*/ 254 w 272"/>
              <a:gd name="T55" fmla="*/ 204 h 272"/>
              <a:gd name="T56" fmla="*/ 205 w 272"/>
              <a:gd name="T57" fmla="*/ 254 h 272"/>
              <a:gd name="T58" fmla="*/ 136 w 272"/>
              <a:gd name="T59" fmla="*/ 272 h 272"/>
              <a:gd name="T60" fmla="*/ 68 w 272"/>
              <a:gd name="T61" fmla="*/ 254 h 272"/>
              <a:gd name="T62" fmla="*/ 19 w 272"/>
              <a:gd name="T63" fmla="*/ 204 h 272"/>
              <a:gd name="T64" fmla="*/ 0 w 272"/>
              <a:gd name="T65" fmla="*/ 136 h 272"/>
              <a:gd name="T66" fmla="*/ 19 w 272"/>
              <a:gd name="T67" fmla="*/ 68 h 272"/>
              <a:gd name="T68" fmla="*/ 68 w 272"/>
              <a:gd name="T69" fmla="*/ 19 h 272"/>
              <a:gd name="T70" fmla="*/ 136 w 272"/>
              <a:gd name="T71" fmla="*/ 0 h 272"/>
              <a:gd name="T72" fmla="*/ 205 w 272"/>
              <a:gd name="T73" fmla="*/ 19 h 272"/>
              <a:gd name="T74" fmla="*/ 254 w 272"/>
              <a:gd name="T75" fmla="*/ 68 h 272"/>
              <a:gd name="T76" fmla="*/ 272 w 272"/>
              <a:gd name="T77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72">
                <a:moveTo>
                  <a:pt x="228" y="136"/>
                </a:moveTo>
                <a:cubicBezTo>
                  <a:pt x="228" y="133"/>
                  <a:pt x="227" y="130"/>
                  <a:pt x="225" y="128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2" y="46"/>
                  <a:pt x="140" y="45"/>
                  <a:pt x="137" y="45"/>
                </a:cubicBezTo>
                <a:cubicBezTo>
                  <a:pt x="133" y="45"/>
                  <a:pt x="131" y="46"/>
                  <a:pt x="129" y="48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10" y="66"/>
                  <a:pt x="109" y="69"/>
                  <a:pt x="109" y="72"/>
                </a:cubicBezTo>
                <a:cubicBezTo>
                  <a:pt x="109" y="75"/>
                  <a:pt x="110" y="78"/>
                  <a:pt x="112" y="80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4" y="114"/>
                  <a:pt x="51" y="115"/>
                  <a:pt x="49" y="117"/>
                </a:cubicBezTo>
                <a:cubicBezTo>
                  <a:pt x="47" y="119"/>
                  <a:pt x="46" y="122"/>
                  <a:pt x="46" y="125"/>
                </a:cubicBezTo>
                <a:cubicBezTo>
                  <a:pt x="46" y="148"/>
                  <a:pt x="46" y="148"/>
                  <a:pt x="46" y="148"/>
                </a:cubicBezTo>
                <a:cubicBezTo>
                  <a:pt x="46" y="151"/>
                  <a:pt x="47" y="153"/>
                  <a:pt x="49" y="156"/>
                </a:cubicBezTo>
                <a:cubicBezTo>
                  <a:pt x="51" y="158"/>
                  <a:pt x="54" y="159"/>
                  <a:pt x="57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110" y="195"/>
                  <a:pt x="109" y="197"/>
                  <a:pt x="109" y="200"/>
                </a:cubicBezTo>
                <a:cubicBezTo>
                  <a:pt x="109" y="203"/>
                  <a:pt x="110" y="206"/>
                  <a:pt x="112" y="208"/>
                </a:cubicBezTo>
                <a:cubicBezTo>
                  <a:pt x="129" y="224"/>
                  <a:pt x="129" y="224"/>
                  <a:pt x="129" y="224"/>
                </a:cubicBezTo>
                <a:cubicBezTo>
                  <a:pt x="131" y="226"/>
                  <a:pt x="133" y="228"/>
                  <a:pt x="137" y="228"/>
                </a:cubicBezTo>
                <a:cubicBezTo>
                  <a:pt x="140" y="228"/>
                  <a:pt x="142" y="226"/>
                  <a:pt x="144" y="224"/>
                </a:cubicBezTo>
                <a:cubicBezTo>
                  <a:pt x="209" y="160"/>
                  <a:pt x="209" y="160"/>
                  <a:pt x="209" y="160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27" y="142"/>
                  <a:pt x="228" y="139"/>
                  <a:pt x="228" y="136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4" y="204"/>
                </a:cubicBezTo>
                <a:cubicBezTo>
                  <a:pt x="242" y="225"/>
                  <a:pt x="225" y="242"/>
                  <a:pt x="205" y="254"/>
                </a:cubicBezTo>
                <a:cubicBezTo>
                  <a:pt x="184" y="266"/>
                  <a:pt x="161" y="272"/>
                  <a:pt x="136" y="272"/>
                </a:cubicBezTo>
                <a:cubicBezTo>
                  <a:pt x="112" y="272"/>
                  <a:pt x="89" y="266"/>
                  <a:pt x="68" y="254"/>
                </a:cubicBezTo>
                <a:cubicBezTo>
                  <a:pt x="47" y="242"/>
                  <a:pt x="31" y="225"/>
                  <a:pt x="19" y="204"/>
                </a:cubicBezTo>
                <a:cubicBezTo>
                  <a:pt x="7" y="184"/>
                  <a:pt x="0" y="161"/>
                  <a:pt x="0" y="136"/>
                </a:cubicBezTo>
                <a:cubicBezTo>
                  <a:pt x="0" y="112"/>
                  <a:pt x="7" y="89"/>
                  <a:pt x="19" y="68"/>
                </a:cubicBezTo>
                <a:cubicBezTo>
                  <a:pt x="31" y="47"/>
                  <a:pt x="47" y="31"/>
                  <a:pt x="68" y="19"/>
                </a:cubicBezTo>
                <a:cubicBezTo>
                  <a:pt x="89" y="6"/>
                  <a:pt x="112" y="0"/>
                  <a:pt x="136" y="0"/>
                </a:cubicBezTo>
                <a:cubicBezTo>
                  <a:pt x="161" y="0"/>
                  <a:pt x="184" y="6"/>
                  <a:pt x="205" y="19"/>
                </a:cubicBezTo>
                <a:cubicBezTo>
                  <a:pt x="225" y="31"/>
                  <a:pt x="242" y="47"/>
                  <a:pt x="254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6805613" y="1585913"/>
            <a:ext cx="293688" cy="293688"/>
          </a:xfrm>
          <a:custGeom>
            <a:avLst/>
            <a:gdLst>
              <a:gd name="T0" fmla="*/ 198 w 272"/>
              <a:gd name="T1" fmla="*/ 133 h 272"/>
              <a:gd name="T2" fmla="*/ 192 w 272"/>
              <a:gd name="T3" fmla="*/ 136 h 272"/>
              <a:gd name="T4" fmla="*/ 158 w 272"/>
              <a:gd name="T5" fmla="*/ 136 h 272"/>
              <a:gd name="T6" fmla="*/ 158 w 272"/>
              <a:gd name="T7" fmla="*/ 199 h 272"/>
              <a:gd name="T8" fmla="*/ 157 w 272"/>
              <a:gd name="T9" fmla="*/ 203 h 272"/>
              <a:gd name="T10" fmla="*/ 153 w 272"/>
              <a:gd name="T11" fmla="*/ 204 h 272"/>
              <a:gd name="T12" fmla="*/ 119 w 272"/>
              <a:gd name="T13" fmla="*/ 204 h 272"/>
              <a:gd name="T14" fmla="*/ 115 w 272"/>
              <a:gd name="T15" fmla="*/ 203 h 272"/>
              <a:gd name="T16" fmla="*/ 113 w 272"/>
              <a:gd name="T17" fmla="*/ 199 h 272"/>
              <a:gd name="T18" fmla="*/ 113 w 272"/>
              <a:gd name="T19" fmla="*/ 136 h 272"/>
              <a:gd name="T20" fmla="*/ 79 w 272"/>
              <a:gd name="T21" fmla="*/ 136 h 272"/>
              <a:gd name="T22" fmla="*/ 75 w 272"/>
              <a:gd name="T23" fmla="*/ 135 h 272"/>
              <a:gd name="T24" fmla="*/ 74 w 272"/>
              <a:gd name="T25" fmla="*/ 131 h 272"/>
              <a:gd name="T26" fmla="*/ 75 w 272"/>
              <a:gd name="T27" fmla="*/ 126 h 272"/>
              <a:gd name="T28" fmla="*/ 132 w 272"/>
              <a:gd name="T29" fmla="*/ 70 h 272"/>
              <a:gd name="T30" fmla="*/ 136 w 272"/>
              <a:gd name="T31" fmla="*/ 68 h 272"/>
              <a:gd name="T32" fmla="*/ 140 w 272"/>
              <a:gd name="T33" fmla="*/ 70 h 272"/>
              <a:gd name="T34" fmla="*/ 197 w 272"/>
              <a:gd name="T35" fmla="*/ 126 h 272"/>
              <a:gd name="T36" fmla="*/ 198 w 272"/>
              <a:gd name="T37" fmla="*/ 133 h 272"/>
              <a:gd name="T38" fmla="*/ 136 w 272"/>
              <a:gd name="T39" fmla="*/ 40 h 272"/>
              <a:gd name="T40" fmla="*/ 87 w 272"/>
              <a:gd name="T41" fmla="*/ 53 h 272"/>
              <a:gd name="T42" fmla="*/ 52 w 272"/>
              <a:gd name="T43" fmla="*/ 88 h 272"/>
              <a:gd name="T44" fmla="*/ 40 w 272"/>
              <a:gd name="T45" fmla="*/ 136 h 272"/>
              <a:gd name="T46" fmla="*/ 52 w 272"/>
              <a:gd name="T47" fmla="*/ 185 h 272"/>
              <a:gd name="T48" fmla="*/ 87 w 272"/>
              <a:gd name="T49" fmla="*/ 220 h 272"/>
              <a:gd name="T50" fmla="*/ 136 w 272"/>
              <a:gd name="T51" fmla="*/ 232 h 272"/>
              <a:gd name="T52" fmla="*/ 184 w 272"/>
              <a:gd name="T53" fmla="*/ 220 h 272"/>
              <a:gd name="T54" fmla="*/ 219 w 272"/>
              <a:gd name="T55" fmla="*/ 185 h 272"/>
              <a:gd name="T56" fmla="*/ 232 w 272"/>
              <a:gd name="T57" fmla="*/ 136 h 272"/>
              <a:gd name="T58" fmla="*/ 219 w 272"/>
              <a:gd name="T59" fmla="*/ 88 h 272"/>
              <a:gd name="T60" fmla="*/ 184 w 272"/>
              <a:gd name="T61" fmla="*/ 53 h 272"/>
              <a:gd name="T62" fmla="*/ 136 w 272"/>
              <a:gd name="T63" fmla="*/ 40 h 272"/>
              <a:gd name="T64" fmla="*/ 272 w 272"/>
              <a:gd name="T65" fmla="*/ 136 h 272"/>
              <a:gd name="T66" fmla="*/ 253 w 272"/>
              <a:gd name="T67" fmla="*/ 204 h 272"/>
              <a:gd name="T68" fmla="*/ 204 w 272"/>
              <a:gd name="T69" fmla="*/ 254 h 272"/>
              <a:gd name="T70" fmla="*/ 136 w 272"/>
              <a:gd name="T71" fmla="*/ 272 h 272"/>
              <a:gd name="T72" fmla="*/ 68 w 272"/>
              <a:gd name="T73" fmla="*/ 254 h 272"/>
              <a:gd name="T74" fmla="*/ 18 w 272"/>
              <a:gd name="T75" fmla="*/ 204 h 272"/>
              <a:gd name="T76" fmla="*/ 0 w 272"/>
              <a:gd name="T77" fmla="*/ 136 h 272"/>
              <a:gd name="T78" fmla="*/ 18 w 272"/>
              <a:gd name="T79" fmla="*/ 68 h 272"/>
              <a:gd name="T80" fmla="*/ 68 w 272"/>
              <a:gd name="T81" fmla="*/ 19 h 272"/>
              <a:gd name="T82" fmla="*/ 136 w 272"/>
              <a:gd name="T83" fmla="*/ 0 h 272"/>
              <a:gd name="T84" fmla="*/ 204 w 272"/>
              <a:gd name="T85" fmla="*/ 19 h 272"/>
              <a:gd name="T86" fmla="*/ 253 w 272"/>
              <a:gd name="T87" fmla="*/ 68 h 272"/>
              <a:gd name="T88" fmla="*/ 272 w 272"/>
              <a:gd name="T89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2" h="272">
                <a:moveTo>
                  <a:pt x="198" y="133"/>
                </a:moveTo>
                <a:cubicBezTo>
                  <a:pt x="197" y="135"/>
                  <a:pt x="195" y="136"/>
                  <a:pt x="192" y="136"/>
                </a:cubicBezTo>
                <a:cubicBezTo>
                  <a:pt x="158" y="136"/>
                  <a:pt x="158" y="136"/>
                  <a:pt x="158" y="136"/>
                </a:cubicBezTo>
                <a:cubicBezTo>
                  <a:pt x="158" y="199"/>
                  <a:pt x="158" y="199"/>
                  <a:pt x="158" y="199"/>
                </a:cubicBezTo>
                <a:cubicBezTo>
                  <a:pt x="158" y="200"/>
                  <a:pt x="158" y="202"/>
                  <a:pt x="157" y="203"/>
                </a:cubicBezTo>
                <a:cubicBezTo>
                  <a:pt x="156" y="204"/>
                  <a:pt x="154" y="204"/>
                  <a:pt x="153" y="204"/>
                </a:cubicBezTo>
                <a:cubicBezTo>
                  <a:pt x="119" y="204"/>
                  <a:pt x="119" y="204"/>
                  <a:pt x="119" y="204"/>
                </a:cubicBezTo>
                <a:cubicBezTo>
                  <a:pt x="117" y="204"/>
                  <a:pt x="116" y="204"/>
                  <a:pt x="115" y="203"/>
                </a:cubicBezTo>
                <a:cubicBezTo>
                  <a:pt x="114" y="202"/>
                  <a:pt x="113" y="200"/>
                  <a:pt x="113" y="199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79" y="136"/>
                  <a:pt x="79" y="136"/>
                  <a:pt x="79" y="136"/>
                </a:cubicBezTo>
                <a:cubicBezTo>
                  <a:pt x="78" y="136"/>
                  <a:pt x="76" y="136"/>
                  <a:pt x="75" y="135"/>
                </a:cubicBezTo>
                <a:cubicBezTo>
                  <a:pt x="74" y="134"/>
                  <a:pt x="74" y="132"/>
                  <a:pt x="74" y="131"/>
                </a:cubicBezTo>
                <a:cubicBezTo>
                  <a:pt x="74" y="129"/>
                  <a:pt x="74" y="128"/>
                  <a:pt x="75" y="126"/>
                </a:cubicBezTo>
                <a:cubicBezTo>
                  <a:pt x="132" y="70"/>
                  <a:pt x="132" y="70"/>
                  <a:pt x="132" y="70"/>
                </a:cubicBezTo>
                <a:cubicBezTo>
                  <a:pt x="133" y="69"/>
                  <a:pt x="134" y="68"/>
                  <a:pt x="136" y="68"/>
                </a:cubicBezTo>
                <a:cubicBezTo>
                  <a:pt x="137" y="68"/>
                  <a:pt x="139" y="69"/>
                  <a:pt x="140" y="70"/>
                </a:cubicBezTo>
                <a:cubicBezTo>
                  <a:pt x="197" y="126"/>
                  <a:pt x="197" y="126"/>
                  <a:pt x="197" y="126"/>
                </a:cubicBezTo>
                <a:cubicBezTo>
                  <a:pt x="198" y="128"/>
                  <a:pt x="199" y="130"/>
                  <a:pt x="198" y="133"/>
                </a:cubicBezTo>
                <a:close/>
                <a:moveTo>
                  <a:pt x="136" y="40"/>
                </a:moveTo>
                <a:cubicBezTo>
                  <a:pt x="118" y="40"/>
                  <a:pt x="102" y="44"/>
                  <a:pt x="87" y="53"/>
                </a:cubicBezTo>
                <a:cubicBezTo>
                  <a:pt x="73" y="61"/>
                  <a:pt x="61" y="73"/>
                  <a:pt x="52" y="88"/>
                </a:cubicBezTo>
                <a:cubicBezTo>
                  <a:pt x="44" y="103"/>
                  <a:pt x="40" y="119"/>
                  <a:pt x="40" y="136"/>
                </a:cubicBezTo>
                <a:cubicBezTo>
                  <a:pt x="40" y="154"/>
                  <a:pt x="44" y="170"/>
                  <a:pt x="52" y="185"/>
                </a:cubicBezTo>
                <a:cubicBezTo>
                  <a:pt x="61" y="199"/>
                  <a:pt x="73" y="211"/>
                  <a:pt x="87" y="220"/>
                </a:cubicBezTo>
                <a:cubicBezTo>
                  <a:pt x="102" y="228"/>
                  <a:pt x="118" y="232"/>
                  <a:pt x="136" y="232"/>
                </a:cubicBezTo>
                <a:cubicBezTo>
                  <a:pt x="153" y="232"/>
                  <a:pt x="169" y="228"/>
                  <a:pt x="184" y="220"/>
                </a:cubicBezTo>
                <a:cubicBezTo>
                  <a:pt x="199" y="211"/>
                  <a:pt x="211" y="199"/>
                  <a:pt x="219" y="185"/>
                </a:cubicBezTo>
                <a:cubicBezTo>
                  <a:pt x="228" y="170"/>
                  <a:pt x="232" y="154"/>
                  <a:pt x="232" y="136"/>
                </a:cubicBezTo>
                <a:cubicBezTo>
                  <a:pt x="232" y="119"/>
                  <a:pt x="228" y="103"/>
                  <a:pt x="219" y="88"/>
                </a:cubicBezTo>
                <a:cubicBezTo>
                  <a:pt x="211" y="73"/>
                  <a:pt x="199" y="61"/>
                  <a:pt x="184" y="53"/>
                </a:cubicBezTo>
                <a:cubicBezTo>
                  <a:pt x="169" y="44"/>
                  <a:pt x="153" y="40"/>
                  <a:pt x="136" y="40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3" y="204"/>
                </a:cubicBezTo>
                <a:cubicBezTo>
                  <a:pt x="241" y="225"/>
                  <a:pt x="225" y="242"/>
                  <a:pt x="204" y="254"/>
                </a:cubicBezTo>
                <a:cubicBezTo>
                  <a:pt x="183" y="266"/>
                  <a:pt x="160" y="272"/>
                  <a:pt x="136" y="272"/>
                </a:cubicBezTo>
                <a:cubicBezTo>
                  <a:pt x="111" y="272"/>
                  <a:pt x="88" y="266"/>
                  <a:pt x="68" y="254"/>
                </a:cubicBezTo>
                <a:cubicBezTo>
                  <a:pt x="47" y="242"/>
                  <a:pt x="30" y="225"/>
                  <a:pt x="18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8" y="68"/>
                </a:cubicBezTo>
                <a:cubicBezTo>
                  <a:pt x="30" y="47"/>
                  <a:pt x="47" y="31"/>
                  <a:pt x="68" y="19"/>
                </a:cubicBezTo>
                <a:cubicBezTo>
                  <a:pt x="88" y="6"/>
                  <a:pt x="111" y="0"/>
                  <a:pt x="136" y="0"/>
                </a:cubicBezTo>
                <a:cubicBezTo>
                  <a:pt x="160" y="0"/>
                  <a:pt x="183" y="6"/>
                  <a:pt x="204" y="19"/>
                </a:cubicBezTo>
                <a:cubicBezTo>
                  <a:pt x="225" y="31"/>
                  <a:pt x="241" y="47"/>
                  <a:pt x="253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7235826" y="1585913"/>
            <a:ext cx="293688" cy="293688"/>
          </a:xfrm>
          <a:custGeom>
            <a:avLst/>
            <a:gdLst>
              <a:gd name="T0" fmla="*/ 204 w 272"/>
              <a:gd name="T1" fmla="*/ 136 h 272"/>
              <a:gd name="T2" fmla="*/ 203 w 272"/>
              <a:gd name="T3" fmla="*/ 140 h 272"/>
              <a:gd name="T4" fmla="*/ 146 w 272"/>
              <a:gd name="T5" fmla="*/ 197 h 272"/>
              <a:gd name="T6" fmla="*/ 142 w 272"/>
              <a:gd name="T7" fmla="*/ 199 h 272"/>
              <a:gd name="T8" fmla="*/ 138 w 272"/>
              <a:gd name="T9" fmla="*/ 197 h 272"/>
              <a:gd name="T10" fmla="*/ 136 w 272"/>
              <a:gd name="T11" fmla="*/ 193 h 272"/>
              <a:gd name="T12" fmla="*/ 136 w 272"/>
              <a:gd name="T13" fmla="*/ 159 h 272"/>
              <a:gd name="T14" fmla="*/ 74 w 272"/>
              <a:gd name="T15" fmla="*/ 159 h 272"/>
              <a:gd name="T16" fmla="*/ 70 w 272"/>
              <a:gd name="T17" fmla="*/ 157 h 272"/>
              <a:gd name="T18" fmla="*/ 68 w 272"/>
              <a:gd name="T19" fmla="*/ 153 h 272"/>
              <a:gd name="T20" fmla="*/ 68 w 272"/>
              <a:gd name="T21" fmla="*/ 119 h 272"/>
              <a:gd name="T22" fmla="*/ 70 w 272"/>
              <a:gd name="T23" fmla="*/ 115 h 272"/>
              <a:gd name="T24" fmla="*/ 74 w 272"/>
              <a:gd name="T25" fmla="*/ 114 h 272"/>
              <a:gd name="T26" fmla="*/ 136 w 272"/>
              <a:gd name="T27" fmla="*/ 114 h 272"/>
              <a:gd name="T28" fmla="*/ 136 w 272"/>
              <a:gd name="T29" fmla="*/ 80 h 272"/>
              <a:gd name="T30" fmla="*/ 138 w 272"/>
              <a:gd name="T31" fmla="*/ 76 h 272"/>
              <a:gd name="T32" fmla="*/ 142 w 272"/>
              <a:gd name="T33" fmla="*/ 74 h 272"/>
              <a:gd name="T34" fmla="*/ 146 w 272"/>
              <a:gd name="T35" fmla="*/ 76 h 272"/>
              <a:gd name="T36" fmla="*/ 203 w 272"/>
              <a:gd name="T37" fmla="*/ 132 h 272"/>
              <a:gd name="T38" fmla="*/ 204 w 272"/>
              <a:gd name="T39" fmla="*/ 136 h 272"/>
              <a:gd name="T40" fmla="*/ 233 w 272"/>
              <a:gd name="T41" fmla="*/ 136 h 272"/>
              <a:gd name="T42" fmla="*/ 220 w 272"/>
              <a:gd name="T43" fmla="*/ 88 h 272"/>
              <a:gd name="T44" fmla="*/ 185 w 272"/>
              <a:gd name="T45" fmla="*/ 53 h 272"/>
              <a:gd name="T46" fmla="*/ 136 w 272"/>
              <a:gd name="T47" fmla="*/ 40 h 272"/>
              <a:gd name="T48" fmla="*/ 88 w 272"/>
              <a:gd name="T49" fmla="*/ 53 h 272"/>
              <a:gd name="T50" fmla="*/ 53 w 272"/>
              <a:gd name="T51" fmla="*/ 88 h 272"/>
              <a:gd name="T52" fmla="*/ 40 w 272"/>
              <a:gd name="T53" fmla="*/ 136 h 272"/>
              <a:gd name="T54" fmla="*/ 53 w 272"/>
              <a:gd name="T55" fmla="*/ 185 h 272"/>
              <a:gd name="T56" fmla="*/ 88 w 272"/>
              <a:gd name="T57" fmla="*/ 220 h 272"/>
              <a:gd name="T58" fmla="*/ 136 w 272"/>
              <a:gd name="T59" fmla="*/ 232 h 272"/>
              <a:gd name="T60" fmla="*/ 185 w 272"/>
              <a:gd name="T61" fmla="*/ 220 h 272"/>
              <a:gd name="T62" fmla="*/ 220 w 272"/>
              <a:gd name="T63" fmla="*/ 185 h 272"/>
              <a:gd name="T64" fmla="*/ 233 w 272"/>
              <a:gd name="T65" fmla="*/ 136 h 272"/>
              <a:gd name="T66" fmla="*/ 272 w 272"/>
              <a:gd name="T67" fmla="*/ 136 h 272"/>
              <a:gd name="T68" fmla="*/ 254 w 272"/>
              <a:gd name="T69" fmla="*/ 204 h 272"/>
              <a:gd name="T70" fmla="*/ 204 w 272"/>
              <a:gd name="T71" fmla="*/ 254 h 272"/>
              <a:gd name="T72" fmla="*/ 136 w 272"/>
              <a:gd name="T73" fmla="*/ 272 h 272"/>
              <a:gd name="T74" fmla="*/ 68 w 272"/>
              <a:gd name="T75" fmla="*/ 254 h 272"/>
              <a:gd name="T76" fmla="*/ 19 w 272"/>
              <a:gd name="T77" fmla="*/ 204 h 272"/>
              <a:gd name="T78" fmla="*/ 0 w 272"/>
              <a:gd name="T79" fmla="*/ 136 h 272"/>
              <a:gd name="T80" fmla="*/ 19 w 272"/>
              <a:gd name="T81" fmla="*/ 68 h 272"/>
              <a:gd name="T82" fmla="*/ 68 w 272"/>
              <a:gd name="T83" fmla="*/ 19 h 272"/>
              <a:gd name="T84" fmla="*/ 136 w 272"/>
              <a:gd name="T85" fmla="*/ 0 h 272"/>
              <a:gd name="T86" fmla="*/ 204 w 272"/>
              <a:gd name="T87" fmla="*/ 19 h 272"/>
              <a:gd name="T88" fmla="*/ 254 w 272"/>
              <a:gd name="T89" fmla="*/ 68 h 272"/>
              <a:gd name="T90" fmla="*/ 272 w 272"/>
              <a:gd name="T91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72" h="272">
                <a:moveTo>
                  <a:pt x="204" y="136"/>
                </a:moveTo>
                <a:cubicBezTo>
                  <a:pt x="204" y="138"/>
                  <a:pt x="204" y="139"/>
                  <a:pt x="203" y="140"/>
                </a:cubicBezTo>
                <a:cubicBezTo>
                  <a:pt x="146" y="197"/>
                  <a:pt x="146" y="197"/>
                  <a:pt x="146" y="197"/>
                </a:cubicBezTo>
                <a:cubicBezTo>
                  <a:pt x="145" y="198"/>
                  <a:pt x="144" y="199"/>
                  <a:pt x="142" y="199"/>
                </a:cubicBezTo>
                <a:cubicBezTo>
                  <a:pt x="140" y="199"/>
                  <a:pt x="139" y="198"/>
                  <a:pt x="138" y="197"/>
                </a:cubicBezTo>
                <a:cubicBezTo>
                  <a:pt x="137" y="196"/>
                  <a:pt x="136" y="194"/>
                  <a:pt x="136" y="193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72" y="159"/>
                  <a:pt x="71" y="158"/>
                  <a:pt x="70" y="157"/>
                </a:cubicBezTo>
                <a:cubicBezTo>
                  <a:pt x="69" y="156"/>
                  <a:pt x="68" y="155"/>
                  <a:pt x="68" y="153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68" y="118"/>
                  <a:pt x="69" y="116"/>
                  <a:pt x="70" y="115"/>
                </a:cubicBezTo>
                <a:cubicBezTo>
                  <a:pt x="71" y="114"/>
                  <a:pt x="72" y="114"/>
                  <a:pt x="74" y="114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36" y="80"/>
                  <a:pt x="136" y="80"/>
                  <a:pt x="136" y="80"/>
                </a:cubicBezTo>
                <a:cubicBezTo>
                  <a:pt x="136" y="78"/>
                  <a:pt x="137" y="77"/>
                  <a:pt x="138" y="76"/>
                </a:cubicBezTo>
                <a:cubicBezTo>
                  <a:pt x="139" y="74"/>
                  <a:pt x="140" y="74"/>
                  <a:pt x="142" y="74"/>
                </a:cubicBezTo>
                <a:cubicBezTo>
                  <a:pt x="143" y="74"/>
                  <a:pt x="145" y="75"/>
                  <a:pt x="146" y="76"/>
                </a:cubicBezTo>
                <a:cubicBezTo>
                  <a:pt x="203" y="132"/>
                  <a:pt x="203" y="132"/>
                  <a:pt x="203" y="132"/>
                </a:cubicBezTo>
                <a:cubicBezTo>
                  <a:pt x="204" y="133"/>
                  <a:pt x="204" y="135"/>
                  <a:pt x="204" y="136"/>
                </a:cubicBezTo>
                <a:close/>
                <a:moveTo>
                  <a:pt x="233" y="136"/>
                </a:moveTo>
                <a:cubicBezTo>
                  <a:pt x="233" y="119"/>
                  <a:pt x="228" y="103"/>
                  <a:pt x="220" y="88"/>
                </a:cubicBezTo>
                <a:cubicBezTo>
                  <a:pt x="211" y="73"/>
                  <a:pt x="199" y="61"/>
                  <a:pt x="185" y="53"/>
                </a:cubicBezTo>
                <a:cubicBezTo>
                  <a:pt x="170" y="44"/>
                  <a:pt x="154" y="40"/>
                  <a:pt x="136" y="40"/>
                </a:cubicBezTo>
                <a:cubicBezTo>
                  <a:pt x="119" y="40"/>
                  <a:pt x="103" y="44"/>
                  <a:pt x="88" y="53"/>
                </a:cubicBezTo>
                <a:cubicBezTo>
                  <a:pt x="73" y="61"/>
                  <a:pt x="62" y="73"/>
                  <a:pt x="53" y="88"/>
                </a:cubicBezTo>
                <a:cubicBezTo>
                  <a:pt x="44" y="103"/>
                  <a:pt x="40" y="119"/>
                  <a:pt x="40" y="136"/>
                </a:cubicBezTo>
                <a:cubicBezTo>
                  <a:pt x="40" y="154"/>
                  <a:pt x="44" y="170"/>
                  <a:pt x="53" y="185"/>
                </a:cubicBezTo>
                <a:cubicBezTo>
                  <a:pt x="62" y="199"/>
                  <a:pt x="73" y="211"/>
                  <a:pt x="88" y="220"/>
                </a:cubicBezTo>
                <a:cubicBezTo>
                  <a:pt x="103" y="228"/>
                  <a:pt x="119" y="232"/>
                  <a:pt x="136" y="232"/>
                </a:cubicBezTo>
                <a:cubicBezTo>
                  <a:pt x="154" y="232"/>
                  <a:pt x="170" y="228"/>
                  <a:pt x="185" y="220"/>
                </a:cubicBezTo>
                <a:cubicBezTo>
                  <a:pt x="199" y="211"/>
                  <a:pt x="211" y="199"/>
                  <a:pt x="220" y="185"/>
                </a:cubicBezTo>
                <a:cubicBezTo>
                  <a:pt x="228" y="170"/>
                  <a:pt x="233" y="154"/>
                  <a:pt x="233" y="136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4" y="204"/>
                </a:cubicBezTo>
                <a:cubicBezTo>
                  <a:pt x="242" y="225"/>
                  <a:pt x="225" y="242"/>
                  <a:pt x="204" y="254"/>
                </a:cubicBezTo>
                <a:cubicBezTo>
                  <a:pt x="184" y="266"/>
                  <a:pt x="161" y="272"/>
                  <a:pt x="136" y="272"/>
                </a:cubicBezTo>
                <a:cubicBezTo>
                  <a:pt x="112" y="272"/>
                  <a:pt x="89" y="266"/>
                  <a:pt x="68" y="254"/>
                </a:cubicBezTo>
                <a:cubicBezTo>
                  <a:pt x="47" y="242"/>
                  <a:pt x="31" y="225"/>
                  <a:pt x="19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9" y="68"/>
                </a:cubicBezTo>
                <a:cubicBezTo>
                  <a:pt x="31" y="47"/>
                  <a:pt x="47" y="31"/>
                  <a:pt x="68" y="19"/>
                </a:cubicBezTo>
                <a:cubicBezTo>
                  <a:pt x="89" y="6"/>
                  <a:pt x="112" y="0"/>
                  <a:pt x="136" y="0"/>
                </a:cubicBezTo>
                <a:cubicBezTo>
                  <a:pt x="161" y="0"/>
                  <a:pt x="184" y="6"/>
                  <a:pt x="204" y="19"/>
                </a:cubicBezTo>
                <a:cubicBezTo>
                  <a:pt x="225" y="31"/>
                  <a:pt x="242" y="47"/>
                  <a:pt x="254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7666038" y="1585913"/>
            <a:ext cx="293688" cy="293688"/>
          </a:xfrm>
          <a:custGeom>
            <a:avLst/>
            <a:gdLst>
              <a:gd name="T0" fmla="*/ 204 w 272"/>
              <a:gd name="T1" fmla="*/ 119 h 272"/>
              <a:gd name="T2" fmla="*/ 204 w 272"/>
              <a:gd name="T3" fmla="*/ 153 h 272"/>
              <a:gd name="T4" fmla="*/ 202 w 272"/>
              <a:gd name="T5" fmla="*/ 157 h 272"/>
              <a:gd name="T6" fmla="*/ 198 w 272"/>
              <a:gd name="T7" fmla="*/ 159 h 272"/>
              <a:gd name="T8" fmla="*/ 136 w 272"/>
              <a:gd name="T9" fmla="*/ 159 h 272"/>
              <a:gd name="T10" fmla="*/ 136 w 272"/>
              <a:gd name="T11" fmla="*/ 193 h 272"/>
              <a:gd name="T12" fmla="*/ 134 w 272"/>
              <a:gd name="T13" fmla="*/ 197 h 272"/>
              <a:gd name="T14" fmla="*/ 130 w 272"/>
              <a:gd name="T15" fmla="*/ 199 h 272"/>
              <a:gd name="T16" fmla="*/ 126 w 272"/>
              <a:gd name="T17" fmla="*/ 197 h 272"/>
              <a:gd name="T18" fmla="*/ 69 w 272"/>
              <a:gd name="T19" fmla="*/ 140 h 272"/>
              <a:gd name="T20" fmla="*/ 68 w 272"/>
              <a:gd name="T21" fmla="*/ 136 h 272"/>
              <a:gd name="T22" fmla="*/ 69 w 272"/>
              <a:gd name="T23" fmla="*/ 132 h 272"/>
              <a:gd name="T24" fmla="*/ 126 w 272"/>
              <a:gd name="T25" fmla="*/ 76 h 272"/>
              <a:gd name="T26" fmla="*/ 130 w 272"/>
              <a:gd name="T27" fmla="*/ 74 h 272"/>
              <a:gd name="T28" fmla="*/ 134 w 272"/>
              <a:gd name="T29" fmla="*/ 76 h 272"/>
              <a:gd name="T30" fmla="*/ 136 w 272"/>
              <a:gd name="T31" fmla="*/ 80 h 272"/>
              <a:gd name="T32" fmla="*/ 136 w 272"/>
              <a:gd name="T33" fmla="*/ 114 h 272"/>
              <a:gd name="T34" fmla="*/ 198 w 272"/>
              <a:gd name="T35" fmla="*/ 114 h 272"/>
              <a:gd name="T36" fmla="*/ 202 w 272"/>
              <a:gd name="T37" fmla="*/ 115 h 272"/>
              <a:gd name="T38" fmla="*/ 204 w 272"/>
              <a:gd name="T39" fmla="*/ 119 h 272"/>
              <a:gd name="T40" fmla="*/ 232 w 272"/>
              <a:gd name="T41" fmla="*/ 136 h 272"/>
              <a:gd name="T42" fmla="*/ 219 w 272"/>
              <a:gd name="T43" fmla="*/ 88 h 272"/>
              <a:gd name="T44" fmla="*/ 184 w 272"/>
              <a:gd name="T45" fmla="*/ 53 h 272"/>
              <a:gd name="T46" fmla="*/ 136 w 272"/>
              <a:gd name="T47" fmla="*/ 40 h 272"/>
              <a:gd name="T48" fmla="*/ 87 w 272"/>
              <a:gd name="T49" fmla="*/ 53 h 272"/>
              <a:gd name="T50" fmla="*/ 52 w 272"/>
              <a:gd name="T51" fmla="*/ 88 h 272"/>
              <a:gd name="T52" fmla="*/ 39 w 272"/>
              <a:gd name="T53" fmla="*/ 136 h 272"/>
              <a:gd name="T54" fmla="*/ 52 w 272"/>
              <a:gd name="T55" fmla="*/ 185 h 272"/>
              <a:gd name="T56" fmla="*/ 87 w 272"/>
              <a:gd name="T57" fmla="*/ 220 h 272"/>
              <a:gd name="T58" fmla="*/ 136 w 272"/>
              <a:gd name="T59" fmla="*/ 232 h 272"/>
              <a:gd name="T60" fmla="*/ 184 w 272"/>
              <a:gd name="T61" fmla="*/ 220 h 272"/>
              <a:gd name="T62" fmla="*/ 219 w 272"/>
              <a:gd name="T63" fmla="*/ 185 h 272"/>
              <a:gd name="T64" fmla="*/ 232 w 272"/>
              <a:gd name="T65" fmla="*/ 136 h 272"/>
              <a:gd name="T66" fmla="*/ 272 w 272"/>
              <a:gd name="T67" fmla="*/ 136 h 272"/>
              <a:gd name="T68" fmla="*/ 253 w 272"/>
              <a:gd name="T69" fmla="*/ 204 h 272"/>
              <a:gd name="T70" fmla="*/ 204 w 272"/>
              <a:gd name="T71" fmla="*/ 254 h 272"/>
              <a:gd name="T72" fmla="*/ 136 w 272"/>
              <a:gd name="T73" fmla="*/ 272 h 272"/>
              <a:gd name="T74" fmla="*/ 67 w 272"/>
              <a:gd name="T75" fmla="*/ 254 h 272"/>
              <a:gd name="T76" fmla="*/ 18 w 272"/>
              <a:gd name="T77" fmla="*/ 204 h 272"/>
              <a:gd name="T78" fmla="*/ 0 w 272"/>
              <a:gd name="T79" fmla="*/ 136 h 272"/>
              <a:gd name="T80" fmla="*/ 18 w 272"/>
              <a:gd name="T81" fmla="*/ 68 h 272"/>
              <a:gd name="T82" fmla="*/ 67 w 272"/>
              <a:gd name="T83" fmla="*/ 19 h 272"/>
              <a:gd name="T84" fmla="*/ 136 w 272"/>
              <a:gd name="T85" fmla="*/ 0 h 272"/>
              <a:gd name="T86" fmla="*/ 204 w 272"/>
              <a:gd name="T87" fmla="*/ 19 h 272"/>
              <a:gd name="T88" fmla="*/ 253 w 272"/>
              <a:gd name="T89" fmla="*/ 68 h 272"/>
              <a:gd name="T90" fmla="*/ 272 w 272"/>
              <a:gd name="T91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72" h="272">
                <a:moveTo>
                  <a:pt x="204" y="119"/>
                </a:moveTo>
                <a:cubicBezTo>
                  <a:pt x="204" y="153"/>
                  <a:pt x="204" y="153"/>
                  <a:pt x="204" y="153"/>
                </a:cubicBezTo>
                <a:cubicBezTo>
                  <a:pt x="204" y="155"/>
                  <a:pt x="203" y="156"/>
                  <a:pt x="202" y="157"/>
                </a:cubicBezTo>
                <a:cubicBezTo>
                  <a:pt x="201" y="158"/>
                  <a:pt x="200" y="159"/>
                  <a:pt x="198" y="159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136" y="193"/>
                  <a:pt x="136" y="193"/>
                  <a:pt x="136" y="193"/>
                </a:cubicBezTo>
                <a:cubicBezTo>
                  <a:pt x="136" y="195"/>
                  <a:pt x="135" y="196"/>
                  <a:pt x="134" y="197"/>
                </a:cubicBezTo>
                <a:cubicBezTo>
                  <a:pt x="133" y="198"/>
                  <a:pt x="132" y="199"/>
                  <a:pt x="130" y="199"/>
                </a:cubicBezTo>
                <a:cubicBezTo>
                  <a:pt x="129" y="199"/>
                  <a:pt x="127" y="198"/>
                  <a:pt x="126" y="197"/>
                </a:cubicBezTo>
                <a:cubicBezTo>
                  <a:pt x="69" y="140"/>
                  <a:pt x="69" y="140"/>
                  <a:pt x="69" y="140"/>
                </a:cubicBezTo>
                <a:cubicBezTo>
                  <a:pt x="68" y="139"/>
                  <a:pt x="68" y="138"/>
                  <a:pt x="68" y="136"/>
                </a:cubicBezTo>
                <a:cubicBezTo>
                  <a:pt x="68" y="135"/>
                  <a:pt x="68" y="133"/>
                  <a:pt x="69" y="132"/>
                </a:cubicBezTo>
                <a:cubicBezTo>
                  <a:pt x="126" y="76"/>
                  <a:pt x="126" y="76"/>
                  <a:pt x="126" y="76"/>
                </a:cubicBezTo>
                <a:cubicBezTo>
                  <a:pt x="127" y="74"/>
                  <a:pt x="128" y="74"/>
                  <a:pt x="130" y="74"/>
                </a:cubicBezTo>
                <a:cubicBezTo>
                  <a:pt x="132" y="74"/>
                  <a:pt x="133" y="74"/>
                  <a:pt x="134" y="76"/>
                </a:cubicBezTo>
                <a:cubicBezTo>
                  <a:pt x="135" y="77"/>
                  <a:pt x="136" y="78"/>
                  <a:pt x="136" y="80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98" y="114"/>
                  <a:pt x="198" y="114"/>
                  <a:pt x="198" y="114"/>
                </a:cubicBezTo>
                <a:cubicBezTo>
                  <a:pt x="200" y="114"/>
                  <a:pt x="201" y="114"/>
                  <a:pt x="202" y="115"/>
                </a:cubicBezTo>
                <a:cubicBezTo>
                  <a:pt x="203" y="116"/>
                  <a:pt x="204" y="118"/>
                  <a:pt x="204" y="119"/>
                </a:cubicBezTo>
                <a:close/>
                <a:moveTo>
                  <a:pt x="232" y="136"/>
                </a:moveTo>
                <a:cubicBezTo>
                  <a:pt x="232" y="119"/>
                  <a:pt x="228" y="103"/>
                  <a:pt x="219" y="88"/>
                </a:cubicBezTo>
                <a:cubicBezTo>
                  <a:pt x="210" y="73"/>
                  <a:pt x="199" y="61"/>
                  <a:pt x="184" y="53"/>
                </a:cubicBezTo>
                <a:cubicBezTo>
                  <a:pt x="169" y="44"/>
                  <a:pt x="153" y="40"/>
                  <a:pt x="136" y="40"/>
                </a:cubicBezTo>
                <a:cubicBezTo>
                  <a:pt x="118" y="40"/>
                  <a:pt x="102" y="44"/>
                  <a:pt x="87" y="53"/>
                </a:cubicBezTo>
                <a:cubicBezTo>
                  <a:pt x="73" y="61"/>
                  <a:pt x="61" y="73"/>
                  <a:pt x="52" y="88"/>
                </a:cubicBezTo>
                <a:cubicBezTo>
                  <a:pt x="44" y="103"/>
                  <a:pt x="39" y="119"/>
                  <a:pt x="39" y="136"/>
                </a:cubicBezTo>
                <a:cubicBezTo>
                  <a:pt x="39" y="154"/>
                  <a:pt x="44" y="170"/>
                  <a:pt x="52" y="185"/>
                </a:cubicBezTo>
                <a:cubicBezTo>
                  <a:pt x="61" y="199"/>
                  <a:pt x="73" y="211"/>
                  <a:pt x="87" y="220"/>
                </a:cubicBezTo>
                <a:cubicBezTo>
                  <a:pt x="102" y="228"/>
                  <a:pt x="118" y="232"/>
                  <a:pt x="136" y="232"/>
                </a:cubicBezTo>
                <a:cubicBezTo>
                  <a:pt x="153" y="232"/>
                  <a:pt x="169" y="228"/>
                  <a:pt x="184" y="220"/>
                </a:cubicBezTo>
                <a:cubicBezTo>
                  <a:pt x="199" y="211"/>
                  <a:pt x="210" y="199"/>
                  <a:pt x="219" y="185"/>
                </a:cubicBezTo>
                <a:cubicBezTo>
                  <a:pt x="228" y="170"/>
                  <a:pt x="232" y="154"/>
                  <a:pt x="232" y="136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3" y="204"/>
                </a:cubicBezTo>
                <a:cubicBezTo>
                  <a:pt x="241" y="225"/>
                  <a:pt x="225" y="242"/>
                  <a:pt x="204" y="254"/>
                </a:cubicBezTo>
                <a:cubicBezTo>
                  <a:pt x="183" y="266"/>
                  <a:pt x="160" y="272"/>
                  <a:pt x="136" y="272"/>
                </a:cubicBezTo>
                <a:cubicBezTo>
                  <a:pt x="111" y="272"/>
                  <a:pt x="88" y="266"/>
                  <a:pt x="67" y="254"/>
                </a:cubicBezTo>
                <a:cubicBezTo>
                  <a:pt x="47" y="242"/>
                  <a:pt x="30" y="225"/>
                  <a:pt x="18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6"/>
                  <a:pt x="111" y="0"/>
                  <a:pt x="136" y="0"/>
                </a:cubicBezTo>
                <a:cubicBezTo>
                  <a:pt x="160" y="0"/>
                  <a:pt x="183" y="6"/>
                  <a:pt x="204" y="19"/>
                </a:cubicBezTo>
                <a:cubicBezTo>
                  <a:pt x="225" y="31"/>
                  <a:pt x="241" y="47"/>
                  <a:pt x="253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8094663" y="1585913"/>
            <a:ext cx="292100" cy="293688"/>
          </a:xfrm>
          <a:custGeom>
            <a:avLst/>
            <a:gdLst>
              <a:gd name="T0" fmla="*/ 198 w 271"/>
              <a:gd name="T1" fmla="*/ 142 h 272"/>
              <a:gd name="T2" fmla="*/ 196 w 271"/>
              <a:gd name="T3" fmla="*/ 146 h 272"/>
              <a:gd name="T4" fmla="*/ 140 w 271"/>
              <a:gd name="T5" fmla="*/ 203 h 272"/>
              <a:gd name="T6" fmla="*/ 136 w 271"/>
              <a:gd name="T7" fmla="*/ 204 h 272"/>
              <a:gd name="T8" fmla="*/ 132 w 271"/>
              <a:gd name="T9" fmla="*/ 203 h 272"/>
              <a:gd name="T10" fmla="*/ 75 w 271"/>
              <a:gd name="T11" fmla="*/ 146 h 272"/>
              <a:gd name="T12" fmla="*/ 74 w 271"/>
              <a:gd name="T13" fmla="*/ 140 h 272"/>
              <a:gd name="T14" fmla="*/ 79 w 271"/>
              <a:gd name="T15" fmla="*/ 136 h 272"/>
              <a:gd name="T16" fmla="*/ 113 w 271"/>
              <a:gd name="T17" fmla="*/ 136 h 272"/>
              <a:gd name="T18" fmla="*/ 113 w 271"/>
              <a:gd name="T19" fmla="*/ 74 h 272"/>
              <a:gd name="T20" fmla="*/ 115 w 271"/>
              <a:gd name="T21" fmla="*/ 70 h 272"/>
              <a:gd name="T22" fmla="*/ 119 w 271"/>
              <a:gd name="T23" fmla="*/ 68 h 272"/>
              <a:gd name="T24" fmla="*/ 153 w 271"/>
              <a:gd name="T25" fmla="*/ 68 h 272"/>
              <a:gd name="T26" fmla="*/ 157 w 271"/>
              <a:gd name="T27" fmla="*/ 70 h 272"/>
              <a:gd name="T28" fmla="*/ 158 w 271"/>
              <a:gd name="T29" fmla="*/ 74 h 272"/>
              <a:gd name="T30" fmla="*/ 158 w 271"/>
              <a:gd name="T31" fmla="*/ 136 h 272"/>
              <a:gd name="T32" fmla="*/ 192 w 271"/>
              <a:gd name="T33" fmla="*/ 136 h 272"/>
              <a:gd name="T34" fmla="*/ 196 w 271"/>
              <a:gd name="T35" fmla="*/ 138 h 272"/>
              <a:gd name="T36" fmla="*/ 198 w 271"/>
              <a:gd name="T37" fmla="*/ 142 h 272"/>
              <a:gd name="T38" fmla="*/ 136 w 271"/>
              <a:gd name="T39" fmla="*/ 40 h 272"/>
              <a:gd name="T40" fmla="*/ 87 w 271"/>
              <a:gd name="T41" fmla="*/ 53 h 272"/>
              <a:gd name="T42" fmla="*/ 52 w 271"/>
              <a:gd name="T43" fmla="*/ 88 h 272"/>
              <a:gd name="T44" fmla="*/ 39 w 271"/>
              <a:gd name="T45" fmla="*/ 136 h 272"/>
              <a:gd name="T46" fmla="*/ 52 w 271"/>
              <a:gd name="T47" fmla="*/ 185 h 272"/>
              <a:gd name="T48" fmla="*/ 87 w 271"/>
              <a:gd name="T49" fmla="*/ 220 h 272"/>
              <a:gd name="T50" fmla="*/ 136 w 271"/>
              <a:gd name="T51" fmla="*/ 232 h 272"/>
              <a:gd name="T52" fmla="*/ 184 w 271"/>
              <a:gd name="T53" fmla="*/ 220 h 272"/>
              <a:gd name="T54" fmla="*/ 219 w 271"/>
              <a:gd name="T55" fmla="*/ 185 h 272"/>
              <a:gd name="T56" fmla="*/ 232 w 271"/>
              <a:gd name="T57" fmla="*/ 136 h 272"/>
              <a:gd name="T58" fmla="*/ 219 w 271"/>
              <a:gd name="T59" fmla="*/ 88 h 272"/>
              <a:gd name="T60" fmla="*/ 184 w 271"/>
              <a:gd name="T61" fmla="*/ 53 h 272"/>
              <a:gd name="T62" fmla="*/ 136 w 271"/>
              <a:gd name="T63" fmla="*/ 40 h 272"/>
              <a:gd name="T64" fmla="*/ 271 w 271"/>
              <a:gd name="T65" fmla="*/ 136 h 272"/>
              <a:gd name="T66" fmla="*/ 253 w 271"/>
              <a:gd name="T67" fmla="*/ 204 h 272"/>
              <a:gd name="T68" fmla="*/ 204 w 271"/>
              <a:gd name="T69" fmla="*/ 254 h 272"/>
              <a:gd name="T70" fmla="*/ 136 w 271"/>
              <a:gd name="T71" fmla="*/ 272 h 272"/>
              <a:gd name="T72" fmla="*/ 67 w 271"/>
              <a:gd name="T73" fmla="*/ 254 h 272"/>
              <a:gd name="T74" fmla="*/ 18 w 271"/>
              <a:gd name="T75" fmla="*/ 204 h 272"/>
              <a:gd name="T76" fmla="*/ 0 w 271"/>
              <a:gd name="T77" fmla="*/ 136 h 272"/>
              <a:gd name="T78" fmla="*/ 18 w 271"/>
              <a:gd name="T79" fmla="*/ 68 h 272"/>
              <a:gd name="T80" fmla="*/ 67 w 271"/>
              <a:gd name="T81" fmla="*/ 19 h 272"/>
              <a:gd name="T82" fmla="*/ 136 w 271"/>
              <a:gd name="T83" fmla="*/ 0 h 272"/>
              <a:gd name="T84" fmla="*/ 204 w 271"/>
              <a:gd name="T85" fmla="*/ 19 h 272"/>
              <a:gd name="T86" fmla="*/ 253 w 271"/>
              <a:gd name="T87" fmla="*/ 68 h 272"/>
              <a:gd name="T88" fmla="*/ 271 w 271"/>
              <a:gd name="T89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1" h="272">
                <a:moveTo>
                  <a:pt x="198" y="142"/>
                </a:moveTo>
                <a:cubicBezTo>
                  <a:pt x="198" y="143"/>
                  <a:pt x="197" y="145"/>
                  <a:pt x="196" y="146"/>
                </a:cubicBezTo>
                <a:cubicBezTo>
                  <a:pt x="140" y="203"/>
                  <a:pt x="140" y="203"/>
                  <a:pt x="140" y="203"/>
                </a:cubicBezTo>
                <a:cubicBezTo>
                  <a:pt x="138" y="204"/>
                  <a:pt x="137" y="204"/>
                  <a:pt x="136" y="204"/>
                </a:cubicBezTo>
                <a:cubicBezTo>
                  <a:pt x="134" y="204"/>
                  <a:pt x="133" y="204"/>
                  <a:pt x="132" y="203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3" y="144"/>
                  <a:pt x="73" y="142"/>
                  <a:pt x="74" y="140"/>
                </a:cubicBezTo>
                <a:cubicBezTo>
                  <a:pt x="75" y="137"/>
                  <a:pt x="76" y="136"/>
                  <a:pt x="79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74"/>
                  <a:pt x="113" y="74"/>
                  <a:pt x="113" y="74"/>
                </a:cubicBezTo>
                <a:cubicBezTo>
                  <a:pt x="113" y="72"/>
                  <a:pt x="113" y="71"/>
                  <a:pt x="115" y="70"/>
                </a:cubicBezTo>
                <a:cubicBezTo>
                  <a:pt x="116" y="69"/>
                  <a:pt x="117" y="68"/>
                  <a:pt x="119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4" y="68"/>
                  <a:pt x="156" y="69"/>
                  <a:pt x="157" y="70"/>
                </a:cubicBezTo>
                <a:cubicBezTo>
                  <a:pt x="158" y="71"/>
                  <a:pt x="158" y="72"/>
                  <a:pt x="158" y="74"/>
                </a:cubicBezTo>
                <a:cubicBezTo>
                  <a:pt x="158" y="136"/>
                  <a:pt x="158" y="136"/>
                  <a:pt x="158" y="136"/>
                </a:cubicBezTo>
                <a:cubicBezTo>
                  <a:pt x="192" y="136"/>
                  <a:pt x="192" y="136"/>
                  <a:pt x="192" y="136"/>
                </a:cubicBezTo>
                <a:cubicBezTo>
                  <a:pt x="194" y="136"/>
                  <a:pt x="195" y="137"/>
                  <a:pt x="196" y="138"/>
                </a:cubicBezTo>
                <a:cubicBezTo>
                  <a:pt x="197" y="139"/>
                  <a:pt x="198" y="140"/>
                  <a:pt x="198" y="142"/>
                </a:cubicBezTo>
                <a:close/>
                <a:moveTo>
                  <a:pt x="136" y="40"/>
                </a:moveTo>
                <a:cubicBezTo>
                  <a:pt x="118" y="40"/>
                  <a:pt x="102" y="44"/>
                  <a:pt x="87" y="53"/>
                </a:cubicBezTo>
                <a:cubicBezTo>
                  <a:pt x="73" y="61"/>
                  <a:pt x="61" y="73"/>
                  <a:pt x="52" y="88"/>
                </a:cubicBezTo>
                <a:cubicBezTo>
                  <a:pt x="44" y="103"/>
                  <a:pt x="39" y="119"/>
                  <a:pt x="39" y="136"/>
                </a:cubicBezTo>
                <a:cubicBezTo>
                  <a:pt x="39" y="154"/>
                  <a:pt x="44" y="170"/>
                  <a:pt x="52" y="185"/>
                </a:cubicBezTo>
                <a:cubicBezTo>
                  <a:pt x="61" y="199"/>
                  <a:pt x="73" y="211"/>
                  <a:pt x="87" y="220"/>
                </a:cubicBezTo>
                <a:cubicBezTo>
                  <a:pt x="102" y="228"/>
                  <a:pt x="118" y="232"/>
                  <a:pt x="136" y="232"/>
                </a:cubicBezTo>
                <a:cubicBezTo>
                  <a:pt x="153" y="232"/>
                  <a:pt x="169" y="228"/>
                  <a:pt x="184" y="220"/>
                </a:cubicBezTo>
                <a:cubicBezTo>
                  <a:pt x="199" y="211"/>
                  <a:pt x="210" y="199"/>
                  <a:pt x="219" y="185"/>
                </a:cubicBezTo>
                <a:cubicBezTo>
                  <a:pt x="228" y="170"/>
                  <a:pt x="232" y="154"/>
                  <a:pt x="232" y="136"/>
                </a:cubicBezTo>
                <a:cubicBezTo>
                  <a:pt x="232" y="119"/>
                  <a:pt x="228" y="103"/>
                  <a:pt x="219" y="88"/>
                </a:cubicBezTo>
                <a:cubicBezTo>
                  <a:pt x="210" y="73"/>
                  <a:pt x="199" y="61"/>
                  <a:pt x="184" y="53"/>
                </a:cubicBezTo>
                <a:cubicBezTo>
                  <a:pt x="169" y="44"/>
                  <a:pt x="153" y="40"/>
                  <a:pt x="136" y="40"/>
                </a:cubicBezTo>
                <a:close/>
                <a:moveTo>
                  <a:pt x="271" y="136"/>
                </a:moveTo>
                <a:cubicBezTo>
                  <a:pt x="271" y="161"/>
                  <a:pt x="265" y="184"/>
                  <a:pt x="253" y="204"/>
                </a:cubicBezTo>
                <a:cubicBezTo>
                  <a:pt x="241" y="225"/>
                  <a:pt x="225" y="242"/>
                  <a:pt x="204" y="254"/>
                </a:cubicBezTo>
                <a:cubicBezTo>
                  <a:pt x="183" y="266"/>
                  <a:pt x="160" y="272"/>
                  <a:pt x="136" y="272"/>
                </a:cubicBezTo>
                <a:cubicBezTo>
                  <a:pt x="111" y="272"/>
                  <a:pt x="88" y="266"/>
                  <a:pt x="67" y="254"/>
                </a:cubicBezTo>
                <a:cubicBezTo>
                  <a:pt x="47" y="242"/>
                  <a:pt x="30" y="225"/>
                  <a:pt x="18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6"/>
                  <a:pt x="111" y="0"/>
                  <a:pt x="136" y="0"/>
                </a:cubicBezTo>
                <a:cubicBezTo>
                  <a:pt x="160" y="0"/>
                  <a:pt x="183" y="6"/>
                  <a:pt x="204" y="19"/>
                </a:cubicBezTo>
                <a:cubicBezTo>
                  <a:pt x="225" y="31"/>
                  <a:pt x="241" y="47"/>
                  <a:pt x="253" y="68"/>
                </a:cubicBezTo>
                <a:cubicBezTo>
                  <a:pt x="265" y="89"/>
                  <a:pt x="271" y="112"/>
                  <a:pt x="271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5083176" y="2016125"/>
            <a:ext cx="295275" cy="293688"/>
          </a:xfrm>
          <a:custGeom>
            <a:avLst/>
            <a:gdLst>
              <a:gd name="T0" fmla="*/ 227 w 272"/>
              <a:gd name="T1" fmla="*/ 147 h 272"/>
              <a:gd name="T2" fmla="*/ 227 w 272"/>
              <a:gd name="T3" fmla="*/ 124 h 272"/>
              <a:gd name="T4" fmla="*/ 223 w 272"/>
              <a:gd name="T5" fmla="*/ 116 h 272"/>
              <a:gd name="T6" fmla="*/ 215 w 272"/>
              <a:gd name="T7" fmla="*/ 113 h 272"/>
              <a:gd name="T8" fmla="*/ 126 w 272"/>
              <a:gd name="T9" fmla="*/ 113 h 272"/>
              <a:gd name="T10" fmla="*/ 160 w 272"/>
              <a:gd name="T11" fmla="*/ 80 h 272"/>
              <a:gd name="T12" fmla="*/ 163 w 272"/>
              <a:gd name="T13" fmla="*/ 72 h 272"/>
              <a:gd name="T14" fmla="*/ 160 w 272"/>
              <a:gd name="T15" fmla="*/ 64 h 272"/>
              <a:gd name="T16" fmla="*/ 144 w 272"/>
              <a:gd name="T17" fmla="*/ 48 h 272"/>
              <a:gd name="T18" fmla="*/ 136 w 272"/>
              <a:gd name="T19" fmla="*/ 44 h 272"/>
              <a:gd name="T20" fmla="*/ 128 w 272"/>
              <a:gd name="T21" fmla="*/ 48 h 272"/>
              <a:gd name="T22" fmla="*/ 64 w 272"/>
              <a:gd name="T23" fmla="*/ 112 h 272"/>
              <a:gd name="T24" fmla="*/ 48 w 272"/>
              <a:gd name="T25" fmla="*/ 128 h 272"/>
              <a:gd name="T26" fmla="*/ 45 w 272"/>
              <a:gd name="T27" fmla="*/ 136 h 272"/>
              <a:gd name="T28" fmla="*/ 48 w 272"/>
              <a:gd name="T29" fmla="*/ 144 h 272"/>
              <a:gd name="T30" fmla="*/ 64 w 272"/>
              <a:gd name="T31" fmla="*/ 160 h 272"/>
              <a:gd name="T32" fmla="*/ 128 w 272"/>
              <a:gd name="T33" fmla="*/ 224 h 272"/>
              <a:gd name="T34" fmla="*/ 136 w 272"/>
              <a:gd name="T35" fmla="*/ 227 h 272"/>
              <a:gd name="T36" fmla="*/ 144 w 272"/>
              <a:gd name="T37" fmla="*/ 224 h 272"/>
              <a:gd name="T38" fmla="*/ 160 w 272"/>
              <a:gd name="T39" fmla="*/ 208 h 272"/>
              <a:gd name="T40" fmla="*/ 163 w 272"/>
              <a:gd name="T41" fmla="*/ 200 h 272"/>
              <a:gd name="T42" fmla="*/ 160 w 272"/>
              <a:gd name="T43" fmla="*/ 192 h 272"/>
              <a:gd name="T44" fmla="*/ 126 w 272"/>
              <a:gd name="T45" fmla="*/ 158 h 272"/>
              <a:gd name="T46" fmla="*/ 215 w 272"/>
              <a:gd name="T47" fmla="*/ 158 h 272"/>
              <a:gd name="T48" fmla="*/ 223 w 272"/>
              <a:gd name="T49" fmla="*/ 155 h 272"/>
              <a:gd name="T50" fmla="*/ 227 w 272"/>
              <a:gd name="T51" fmla="*/ 147 h 272"/>
              <a:gd name="T52" fmla="*/ 272 w 272"/>
              <a:gd name="T53" fmla="*/ 136 h 272"/>
              <a:gd name="T54" fmla="*/ 254 w 272"/>
              <a:gd name="T55" fmla="*/ 204 h 272"/>
              <a:gd name="T56" fmla="*/ 204 w 272"/>
              <a:gd name="T57" fmla="*/ 253 h 272"/>
              <a:gd name="T58" fmla="*/ 136 w 272"/>
              <a:gd name="T59" fmla="*/ 272 h 272"/>
              <a:gd name="T60" fmla="*/ 68 w 272"/>
              <a:gd name="T61" fmla="*/ 253 h 272"/>
              <a:gd name="T62" fmla="*/ 18 w 272"/>
              <a:gd name="T63" fmla="*/ 204 h 272"/>
              <a:gd name="T64" fmla="*/ 0 w 272"/>
              <a:gd name="T65" fmla="*/ 136 h 272"/>
              <a:gd name="T66" fmla="*/ 18 w 272"/>
              <a:gd name="T67" fmla="*/ 67 h 272"/>
              <a:gd name="T68" fmla="*/ 68 w 272"/>
              <a:gd name="T69" fmla="*/ 18 h 272"/>
              <a:gd name="T70" fmla="*/ 136 w 272"/>
              <a:gd name="T71" fmla="*/ 0 h 272"/>
              <a:gd name="T72" fmla="*/ 204 w 272"/>
              <a:gd name="T73" fmla="*/ 18 h 272"/>
              <a:gd name="T74" fmla="*/ 254 w 272"/>
              <a:gd name="T75" fmla="*/ 67 h 272"/>
              <a:gd name="T76" fmla="*/ 272 w 272"/>
              <a:gd name="T77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72">
                <a:moveTo>
                  <a:pt x="227" y="147"/>
                </a:moveTo>
                <a:cubicBezTo>
                  <a:pt x="227" y="124"/>
                  <a:pt x="227" y="124"/>
                  <a:pt x="227" y="124"/>
                </a:cubicBezTo>
                <a:cubicBezTo>
                  <a:pt x="227" y="121"/>
                  <a:pt x="225" y="119"/>
                  <a:pt x="223" y="116"/>
                </a:cubicBezTo>
                <a:cubicBezTo>
                  <a:pt x="221" y="114"/>
                  <a:pt x="218" y="113"/>
                  <a:pt x="215" y="113"/>
                </a:cubicBezTo>
                <a:cubicBezTo>
                  <a:pt x="126" y="113"/>
                  <a:pt x="126" y="113"/>
                  <a:pt x="126" y="113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2" y="77"/>
                  <a:pt x="163" y="75"/>
                  <a:pt x="163" y="72"/>
                </a:cubicBezTo>
                <a:cubicBezTo>
                  <a:pt x="163" y="69"/>
                  <a:pt x="162" y="66"/>
                  <a:pt x="160" y="64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2" y="45"/>
                  <a:pt x="139" y="44"/>
                  <a:pt x="136" y="44"/>
                </a:cubicBezTo>
                <a:cubicBezTo>
                  <a:pt x="133" y="44"/>
                  <a:pt x="130" y="45"/>
                  <a:pt x="128" y="48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6" y="130"/>
                  <a:pt x="45" y="132"/>
                  <a:pt x="45" y="136"/>
                </a:cubicBezTo>
                <a:cubicBezTo>
                  <a:pt x="45" y="139"/>
                  <a:pt x="46" y="142"/>
                  <a:pt x="48" y="144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128" y="224"/>
                  <a:pt x="128" y="224"/>
                  <a:pt x="128" y="224"/>
                </a:cubicBezTo>
                <a:cubicBezTo>
                  <a:pt x="130" y="226"/>
                  <a:pt x="133" y="227"/>
                  <a:pt x="136" y="227"/>
                </a:cubicBezTo>
                <a:cubicBezTo>
                  <a:pt x="139" y="227"/>
                  <a:pt x="142" y="226"/>
                  <a:pt x="144" y="224"/>
                </a:cubicBezTo>
                <a:cubicBezTo>
                  <a:pt x="160" y="208"/>
                  <a:pt x="160" y="208"/>
                  <a:pt x="160" y="208"/>
                </a:cubicBezTo>
                <a:cubicBezTo>
                  <a:pt x="162" y="206"/>
                  <a:pt x="163" y="203"/>
                  <a:pt x="163" y="200"/>
                </a:cubicBezTo>
                <a:cubicBezTo>
                  <a:pt x="163" y="197"/>
                  <a:pt x="162" y="194"/>
                  <a:pt x="160" y="192"/>
                </a:cubicBezTo>
                <a:cubicBezTo>
                  <a:pt x="126" y="158"/>
                  <a:pt x="126" y="158"/>
                  <a:pt x="126" y="158"/>
                </a:cubicBezTo>
                <a:cubicBezTo>
                  <a:pt x="215" y="158"/>
                  <a:pt x="215" y="158"/>
                  <a:pt x="215" y="158"/>
                </a:cubicBezTo>
                <a:cubicBezTo>
                  <a:pt x="218" y="158"/>
                  <a:pt x="221" y="157"/>
                  <a:pt x="223" y="155"/>
                </a:cubicBezTo>
                <a:cubicBezTo>
                  <a:pt x="225" y="153"/>
                  <a:pt x="227" y="150"/>
                  <a:pt x="227" y="147"/>
                </a:cubicBezTo>
                <a:close/>
                <a:moveTo>
                  <a:pt x="272" y="136"/>
                </a:moveTo>
                <a:cubicBezTo>
                  <a:pt x="272" y="160"/>
                  <a:pt x="266" y="183"/>
                  <a:pt x="254" y="204"/>
                </a:cubicBezTo>
                <a:cubicBezTo>
                  <a:pt x="242" y="225"/>
                  <a:pt x="225" y="241"/>
                  <a:pt x="204" y="253"/>
                </a:cubicBezTo>
                <a:cubicBezTo>
                  <a:pt x="183" y="266"/>
                  <a:pt x="161" y="272"/>
                  <a:pt x="136" y="272"/>
                </a:cubicBezTo>
                <a:cubicBezTo>
                  <a:pt x="111" y="272"/>
                  <a:pt x="89" y="266"/>
                  <a:pt x="68" y="253"/>
                </a:cubicBezTo>
                <a:cubicBezTo>
                  <a:pt x="47" y="241"/>
                  <a:pt x="30" y="225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7" y="30"/>
                  <a:pt x="68" y="18"/>
                </a:cubicBezTo>
                <a:cubicBezTo>
                  <a:pt x="89" y="6"/>
                  <a:pt x="111" y="0"/>
                  <a:pt x="136" y="0"/>
                </a:cubicBezTo>
                <a:cubicBezTo>
                  <a:pt x="161" y="0"/>
                  <a:pt x="183" y="6"/>
                  <a:pt x="204" y="18"/>
                </a:cubicBezTo>
                <a:cubicBezTo>
                  <a:pt x="225" y="30"/>
                  <a:pt x="242" y="47"/>
                  <a:pt x="254" y="67"/>
                </a:cubicBezTo>
                <a:cubicBezTo>
                  <a:pt x="266" y="88"/>
                  <a:pt x="272" y="111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5514976" y="2016125"/>
            <a:ext cx="292100" cy="293688"/>
          </a:xfrm>
          <a:custGeom>
            <a:avLst/>
            <a:gdLst>
              <a:gd name="T0" fmla="*/ 227 w 271"/>
              <a:gd name="T1" fmla="*/ 136 h 272"/>
              <a:gd name="T2" fmla="*/ 224 w 271"/>
              <a:gd name="T3" fmla="*/ 128 h 272"/>
              <a:gd name="T4" fmla="*/ 207 w 271"/>
              <a:gd name="T5" fmla="*/ 112 h 272"/>
              <a:gd name="T6" fmla="*/ 200 w 271"/>
              <a:gd name="T7" fmla="*/ 109 h 272"/>
              <a:gd name="T8" fmla="*/ 192 w 271"/>
              <a:gd name="T9" fmla="*/ 112 h 272"/>
              <a:gd name="T10" fmla="*/ 158 w 271"/>
              <a:gd name="T11" fmla="*/ 145 h 272"/>
              <a:gd name="T12" fmla="*/ 158 w 271"/>
              <a:gd name="T13" fmla="*/ 56 h 272"/>
              <a:gd name="T14" fmla="*/ 155 w 271"/>
              <a:gd name="T15" fmla="*/ 48 h 272"/>
              <a:gd name="T16" fmla="*/ 147 w 271"/>
              <a:gd name="T17" fmla="*/ 45 h 272"/>
              <a:gd name="T18" fmla="*/ 124 w 271"/>
              <a:gd name="T19" fmla="*/ 45 h 272"/>
              <a:gd name="T20" fmla="*/ 116 w 271"/>
              <a:gd name="T21" fmla="*/ 48 h 272"/>
              <a:gd name="T22" fmla="*/ 113 w 271"/>
              <a:gd name="T23" fmla="*/ 56 h 272"/>
              <a:gd name="T24" fmla="*/ 113 w 271"/>
              <a:gd name="T25" fmla="*/ 145 h 272"/>
              <a:gd name="T26" fmla="*/ 79 w 271"/>
              <a:gd name="T27" fmla="*/ 112 h 272"/>
              <a:gd name="T28" fmla="*/ 71 w 271"/>
              <a:gd name="T29" fmla="*/ 108 h 272"/>
              <a:gd name="T30" fmla="*/ 63 w 271"/>
              <a:gd name="T31" fmla="*/ 112 h 272"/>
              <a:gd name="T32" fmla="*/ 47 w 271"/>
              <a:gd name="T33" fmla="*/ 128 h 272"/>
              <a:gd name="T34" fmla="*/ 44 w 271"/>
              <a:gd name="T35" fmla="*/ 136 h 272"/>
              <a:gd name="T36" fmla="*/ 47 w 271"/>
              <a:gd name="T37" fmla="*/ 144 h 272"/>
              <a:gd name="T38" fmla="*/ 111 w 271"/>
              <a:gd name="T39" fmla="*/ 208 h 272"/>
              <a:gd name="T40" fmla="*/ 127 w 271"/>
              <a:gd name="T41" fmla="*/ 224 h 272"/>
              <a:gd name="T42" fmla="*/ 135 w 271"/>
              <a:gd name="T43" fmla="*/ 227 h 272"/>
              <a:gd name="T44" fmla="*/ 143 w 271"/>
              <a:gd name="T45" fmla="*/ 224 h 272"/>
              <a:gd name="T46" fmla="*/ 160 w 271"/>
              <a:gd name="T47" fmla="*/ 208 h 272"/>
              <a:gd name="T48" fmla="*/ 224 w 271"/>
              <a:gd name="T49" fmla="*/ 144 h 272"/>
              <a:gd name="T50" fmla="*/ 227 w 271"/>
              <a:gd name="T51" fmla="*/ 136 h 272"/>
              <a:gd name="T52" fmla="*/ 271 w 271"/>
              <a:gd name="T53" fmla="*/ 136 h 272"/>
              <a:gd name="T54" fmla="*/ 253 w 271"/>
              <a:gd name="T55" fmla="*/ 204 h 272"/>
              <a:gd name="T56" fmla="*/ 204 w 271"/>
              <a:gd name="T57" fmla="*/ 253 h 272"/>
              <a:gd name="T58" fmla="*/ 135 w 271"/>
              <a:gd name="T59" fmla="*/ 272 h 272"/>
              <a:gd name="T60" fmla="*/ 67 w 271"/>
              <a:gd name="T61" fmla="*/ 253 h 272"/>
              <a:gd name="T62" fmla="*/ 18 w 271"/>
              <a:gd name="T63" fmla="*/ 204 h 272"/>
              <a:gd name="T64" fmla="*/ 0 w 271"/>
              <a:gd name="T65" fmla="*/ 136 h 272"/>
              <a:gd name="T66" fmla="*/ 18 w 271"/>
              <a:gd name="T67" fmla="*/ 67 h 272"/>
              <a:gd name="T68" fmla="*/ 67 w 271"/>
              <a:gd name="T69" fmla="*/ 18 h 272"/>
              <a:gd name="T70" fmla="*/ 135 w 271"/>
              <a:gd name="T71" fmla="*/ 0 h 272"/>
              <a:gd name="T72" fmla="*/ 204 w 271"/>
              <a:gd name="T73" fmla="*/ 18 h 272"/>
              <a:gd name="T74" fmla="*/ 253 w 271"/>
              <a:gd name="T75" fmla="*/ 67 h 272"/>
              <a:gd name="T76" fmla="*/ 271 w 271"/>
              <a:gd name="T77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1" h="272">
                <a:moveTo>
                  <a:pt x="227" y="136"/>
                </a:moveTo>
                <a:cubicBezTo>
                  <a:pt x="227" y="133"/>
                  <a:pt x="226" y="130"/>
                  <a:pt x="224" y="128"/>
                </a:cubicBezTo>
                <a:cubicBezTo>
                  <a:pt x="207" y="112"/>
                  <a:pt x="207" y="112"/>
                  <a:pt x="207" y="112"/>
                </a:cubicBezTo>
                <a:cubicBezTo>
                  <a:pt x="205" y="110"/>
                  <a:pt x="203" y="109"/>
                  <a:pt x="200" y="109"/>
                </a:cubicBezTo>
                <a:cubicBezTo>
                  <a:pt x="196" y="109"/>
                  <a:pt x="194" y="110"/>
                  <a:pt x="192" y="112"/>
                </a:cubicBezTo>
                <a:cubicBezTo>
                  <a:pt x="158" y="145"/>
                  <a:pt x="158" y="145"/>
                  <a:pt x="158" y="145"/>
                </a:cubicBezTo>
                <a:cubicBezTo>
                  <a:pt x="158" y="56"/>
                  <a:pt x="158" y="56"/>
                  <a:pt x="158" y="56"/>
                </a:cubicBezTo>
                <a:cubicBezTo>
                  <a:pt x="158" y="53"/>
                  <a:pt x="157" y="51"/>
                  <a:pt x="155" y="48"/>
                </a:cubicBezTo>
                <a:cubicBezTo>
                  <a:pt x="153" y="46"/>
                  <a:pt x="150" y="45"/>
                  <a:pt x="147" y="45"/>
                </a:cubicBezTo>
                <a:cubicBezTo>
                  <a:pt x="124" y="45"/>
                  <a:pt x="124" y="45"/>
                  <a:pt x="124" y="45"/>
                </a:cubicBezTo>
                <a:cubicBezTo>
                  <a:pt x="121" y="45"/>
                  <a:pt x="118" y="46"/>
                  <a:pt x="116" y="48"/>
                </a:cubicBezTo>
                <a:cubicBezTo>
                  <a:pt x="114" y="51"/>
                  <a:pt x="113" y="53"/>
                  <a:pt x="113" y="56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7" y="110"/>
                  <a:pt x="74" y="108"/>
                  <a:pt x="71" y="108"/>
                </a:cubicBezTo>
                <a:cubicBezTo>
                  <a:pt x="68" y="108"/>
                  <a:pt x="66" y="110"/>
                  <a:pt x="63" y="112"/>
                </a:cubicBezTo>
                <a:cubicBezTo>
                  <a:pt x="47" y="128"/>
                  <a:pt x="47" y="128"/>
                  <a:pt x="47" y="128"/>
                </a:cubicBezTo>
                <a:cubicBezTo>
                  <a:pt x="45" y="130"/>
                  <a:pt x="44" y="133"/>
                  <a:pt x="44" y="136"/>
                </a:cubicBezTo>
                <a:cubicBezTo>
                  <a:pt x="44" y="139"/>
                  <a:pt x="45" y="142"/>
                  <a:pt x="47" y="144"/>
                </a:cubicBezTo>
                <a:cubicBezTo>
                  <a:pt x="111" y="208"/>
                  <a:pt x="111" y="208"/>
                  <a:pt x="111" y="208"/>
                </a:cubicBezTo>
                <a:cubicBezTo>
                  <a:pt x="127" y="224"/>
                  <a:pt x="127" y="224"/>
                  <a:pt x="127" y="224"/>
                </a:cubicBezTo>
                <a:cubicBezTo>
                  <a:pt x="130" y="226"/>
                  <a:pt x="132" y="227"/>
                  <a:pt x="135" y="227"/>
                </a:cubicBezTo>
                <a:cubicBezTo>
                  <a:pt x="139" y="227"/>
                  <a:pt x="141" y="226"/>
                  <a:pt x="143" y="224"/>
                </a:cubicBezTo>
                <a:cubicBezTo>
                  <a:pt x="160" y="208"/>
                  <a:pt x="160" y="208"/>
                  <a:pt x="160" y="208"/>
                </a:cubicBezTo>
                <a:cubicBezTo>
                  <a:pt x="224" y="144"/>
                  <a:pt x="224" y="144"/>
                  <a:pt x="224" y="144"/>
                </a:cubicBezTo>
                <a:cubicBezTo>
                  <a:pt x="226" y="142"/>
                  <a:pt x="227" y="139"/>
                  <a:pt x="227" y="136"/>
                </a:cubicBezTo>
                <a:close/>
                <a:moveTo>
                  <a:pt x="271" y="136"/>
                </a:moveTo>
                <a:cubicBezTo>
                  <a:pt x="271" y="160"/>
                  <a:pt x="265" y="183"/>
                  <a:pt x="253" y="204"/>
                </a:cubicBezTo>
                <a:cubicBezTo>
                  <a:pt x="241" y="225"/>
                  <a:pt x="225" y="241"/>
                  <a:pt x="204" y="253"/>
                </a:cubicBezTo>
                <a:cubicBezTo>
                  <a:pt x="183" y="266"/>
                  <a:pt x="160" y="272"/>
                  <a:pt x="135" y="272"/>
                </a:cubicBezTo>
                <a:cubicBezTo>
                  <a:pt x="111" y="272"/>
                  <a:pt x="88" y="266"/>
                  <a:pt x="67" y="253"/>
                </a:cubicBezTo>
                <a:cubicBezTo>
                  <a:pt x="46" y="241"/>
                  <a:pt x="30" y="225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6" y="30"/>
                  <a:pt x="67" y="18"/>
                </a:cubicBezTo>
                <a:cubicBezTo>
                  <a:pt x="88" y="6"/>
                  <a:pt x="111" y="0"/>
                  <a:pt x="135" y="0"/>
                </a:cubicBezTo>
                <a:cubicBezTo>
                  <a:pt x="160" y="0"/>
                  <a:pt x="183" y="6"/>
                  <a:pt x="204" y="18"/>
                </a:cubicBezTo>
                <a:cubicBezTo>
                  <a:pt x="225" y="30"/>
                  <a:pt x="241" y="47"/>
                  <a:pt x="253" y="67"/>
                </a:cubicBezTo>
                <a:cubicBezTo>
                  <a:pt x="265" y="88"/>
                  <a:pt x="271" y="111"/>
                  <a:pt x="271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5895976" y="2016125"/>
            <a:ext cx="390525" cy="293688"/>
          </a:xfrm>
          <a:custGeom>
            <a:avLst/>
            <a:gdLst>
              <a:gd name="T0" fmla="*/ 246 w 246"/>
              <a:gd name="T1" fmla="*/ 170 h 185"/>
              <a:gd name="T2" fmla="*/ 246 w 246"/>
              <a:gd name="T3" fmla="*/ 185 h 185"/>
              <a:gd name="T4" fmla="*/ 0 w 246"/>
              <a:gd name="T5" fmla="*/ 185 h 185"/>
              <a:gd name="T6" fmla="*/ 0 w 246"/>
              <a:gd name="T7" fmla="*/ 0 h 185"/>
              <a:gd name="T8" fmla="*/ 15 w 246"/>
              <a:gd name="T9" fmla="*/ 0 h 185"/>
              <a:gd name="T10" fmla="*/ 15 w 246"/>
              <a:gd name="T11" fmla="*/ 170 h 185"/>
              <a:gd name="T12" fmla="*/ 246 w 246"/>
              <a:gd name="T13" fmla="*/ 170 h 185"/>
              <a:gd name="T14" fmla="*/ 200 w 246"/>
              <a:gd name="T15" fmla="*/ 46 h 185"/>
              <a:gd name="T16" fmla="*/ 231 w 246"/>
              <a:gd name="T17" fmla="*/ 154 h 185"/>
              <a:gd name="T18" fmla="*/ 31 w 246"/>
              <a:gd name="T19" fmla="*/ 154 h 185"/>
              <a:gd name="T20" fmla="*/ 31 w 246"/>
              <a:gd name="T21" fmla="*/ 85 h 185"/>
              <a:gd name="T22" fmla="*/ 84 w 246"/>
              <a:gd name="T23" fmla="*/ 15 h 185"/>
              <a:gd name="T24" fmla="*/ 154 w 246"/>
              <a:gd name="T25" fmla="*/ 85 h 185"/>
              <a:gd name="T26" fmla="*/ 200 w 246"/>
              <a:gd name="T27" fmla="*/ 46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6" h="185">
                <a:moveTo>
                  <a:pt x="246" y="170"/>
                </a:moveTo>
                <a:lnTo>
                  <a:pt x="246" y="185"/>
                </a:lnTo>
                <a:lnTo>
                  <a:pt x="0" y="185"/>
                </a:lnTo>
                <a:lnTo>
                  <a:pt x="0" y="0"/>
                </a:lnTo>
                <a:lnTo>
                  <a:pt x="15" y="0"/>
                </a:lnTo>
                <a:lnTo>
                  <a:pt x="15" y="170"/>
                </a:lnTo>
                <a:lnTo>
                  <a:pt x="246" y="170"/>
                </a:lnTo>
                <a:close/>
                <a:moveTo>
                  <a:pt x="200" y="46"/>
                </a:moveTo>
                <a:lnTo>
                  <a:pt x="231" y="154"/>
                </a:lnTo>
                <a:lnTo>
                  <a:pt x="31" y="154"/>
                </a:lnTo>
                <a:lnTo>
                  <a:pt x="31" y="85"/>
                </a:lnTo>
                <a:lnTo>
                  <a:pt x="84" y="15"/>
                </a:lnTo>
                <a:lnTo>
                  <a:pt x="154" y="85"/>
                </a:lnTo>
                <a:lnTo>
                  <a:pt x="200" y="4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6362701" y="2016125"/>
            <a:ext cx="319088" cy="293688"/>
          </a:xfrm>
          <a:custGeom>
            <a:avLst/>
            <a:gdLst>
              <a:gd name="T0" fmla="*/ 181 w 295"/>
              <a:gd name="T1" fmla="*/ 124 h 272"/>
              <a:gd name="T2" fmla="*/ 178 w 295"/>
              <a:gd name="T3" fmla="*/ 116 h 272"/>
              <a:gd name="T4" fmla="*/ 170 w 295"/>
              <a:gd name="T5" fmla="*/ 113 h 272"/>
              <a:gd name="T6" fmla="*/ 125 w 295"/>
              <a:gd name="T7" fmla="*/ 113 h 272"/>
              <a:gd name="T8" fmla="*/ 117 w 295"/>
              <a:gd name="T9" fmla="*/ 116 h 272"/>
              <a:gd name="T10" fmla="*/ 113 w 295"/>
              <a:gd name="T11" fmla="*/ 124 h 272"/>
              <a:gd name="T12" fmla="*/ 117 w 295"/>
              <a:gd name="T13" fmla="*/ 132 h 272"/>
              <a:gd name="T14" fmla="*/ 125 w 295"/>
              <a:gd name="T15" fmla="*/ 136 h 272"/>
              <a:gd name="T16" fmla="*/ 170 w 295"/>
              <a:gd name="T17" fmla="*/ 136 h 272"/>
              <a:gd name="T18" fmla="*/ 178 w 295"/>
              <a:gd name="T19" fmla="*/ 132 h 272"/>
              <a:gd name="T20" fmla="*/ 181 w 295"/>
              <a:gd name="T21" fmla="*/ 124 h 272"/>
              <a:gd name="T22" fmla="*/ 283 w 295"/>
              <a:gd name="T23" fmla="*/ 90 h 272"/>
              <a:gd name="T24" fmla="*/ 283 w 295"/>
              <a:gd name="T25" fmla="*/ 260 h 272"/>
              <a:gd name="T26" fmla="*/ 280 w 295"/>
              <a:gd name="T27" fmla="*/ 268 h 272"/>
              <a:gd name="T28" fmla="*/ 272 w 295"/>
              <a:gd name="T29" fmla="*/ 272 h 272"/>
              <a:gd name="T30" fmla="*/ 23 w 295"/>
              <a:gd name="T31" fmla="*/ 272 h 272"/>
              <a:gd name="T32" fmla="*/ 15 w 295"/>
              <a:gd name="T33" fmla="*/ 268 h 272"/>
              <a:gd name="T34" fmla="*/ 11 w 295"/>
              <a:gd name="T35" fmla="*/ 260 h 272"/>
              <a:gd name="T36" fmla="*/ 11 w 295"/>
              <a:gd name="T37" fmla="*/ 90 h 272"/>
              <a:gd name="T38" fmla="*/ 15 w 295"/>
              <a:gd name="T39" fmla="*/ 82 h 272"/>
              <a:gd name="T40" fmla="*/ 23 w 295"/>
              <a:gd name="T41" fmla="*/ 79 h 272"/>
              <a:gd name="T42" fmla="*/ 272 w 295"/>
              <a:gd name="T43" fmla="*/ 79 h 272"/>
              <a:gd name="T44" fmla="*/ 280 w 295"/>
              <a:gd name="T45" fmla="*/ 82 h 272"/>
              <a:gd name="T46" fmla="*/ 283 w 295"/>
              <a:gd name="T47" fmla="*/ 90 h 272"/>
              <a:gd name="T48" fmla="*/ 295 w 295"/>
              <a:gd name="T49" fmla="*/ 11 h 272"/>
              <a:gd name="T50" fmla="*/ 295 w 295"/>
              <a:gd name="T51" fmla="*/ 56 h 272"/>
              <a:gd name="T52" fmla="*/ 291 w 295"/>
              <a:gd name="T53" fmla="*/ 64 h 272"/>
              <a:gd name="T54" fmla="*/ 283 w 295"/>
              <a:gd name="T55" fmla="*/ 68 h 272"/>
              <a:gd name="T56" fmla="*/ 11 w 295"/>
              <a:gd name="T57" fmla="*/ 68 h 272"/>
              <a:gd name="T58" fmla="*/ 3 w 295"/>
              <a:gd name="T59" fmla="*/ 64 h 272"/>
              <a:gd name="T60" fmla="*/ 0 w 295"/>
              <a:gd name="T61" fmla="*/ 56 h 272"/>
              <a:gd name="T62" fmla="*/ 0 w 295"/>
              <a:gd name="T63" fmla="*/ 11 h 272"/>
              <a:gd name="T64" fmla="*/ 3 w 295"/>
              <a:gd name="T65" fmla="*/ 3 h 272"/>
              <a:gd name="T66" fmla="*/ 11 w 295"/>
              <a:gd name="T67" fmla="*/ 0 h 272"/>
              <a:gd name="T68" fmla="*/ 283 w 295"/>
              <a:gd name="T69" fmla="*/ 0 h 272"/>
              <a:gd name="T70" fmla="*/ 291 w 295"/>
              <a:gd name="T71" fmla="*/ 3 h 272"/>
              <a:gd name="T72" fmla="*/ 295 w 295"/>
              <a:gd name="T73" fmla="*/ 11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95" h="272">
                <a:moveTo>
                  <a:pt x="181" y="124"/>
                </a:moveTo>
                <a:cubicBezTo>
                  <a:pt x="181" y="121"/>
                  <a:pt x="180" y="119"/>
                  <a:pt x="178" y="116"/>
                </a:cubicBezTo>
                <a:cubicBezTo>
                  <a:pt x="176" y="114"/>
                  <a:pt x="173" y="113"/>
                  <a:pt x="170" y="113"/>
                </a:cubicBezTo>
                <a:cubicBezTo>
                  <a:pt x="125" y="113"/>
                  <a:pt x="125" y="113"/>
                  <a:pt x="125" y="113"/>
                </a:cubicBezTo>
                <a:cubicBezTo>
                  <a:pt x="122" y="113"/>
                  <a:pt x="119" y="114"/>
                  <a:pt x="117" y="116"/>
                </a:cubicBezTo>
                <a:cubicBezTo>
                  <a:pt x="114" y="119"/>
                  <a:pt x="113" y="121"/>
                  <a:pt x="113" y="124"/>
                </a:cubicBezTo>
                <a:cubicBezTo>
                  <a:pt x="113" y="127"/>
                  <a:pt x="114" y="130"/>
                  <a:pt x="117" y="132"/>
                </a:cubicBezTo>
                <a:cubicBezTo>
                  <a:pt x="119" y="135"/>
                  <a:pt x="122" y="136"/>
                  <a:pt x="125" y="136"/>
                </a:cubicBezTo>
                <a:cubicBezTo>
                  <a:pt x="170" y="136"/>
                  <a:pt x="170" y="136"/>
                  <a:pt x="170" y="136"/>
                </a:cubicBezTo>
                <a:cubicBezTo>
                  <a:pt x="173" y="136"/>
                  <a:pt x="176" y="135"/>
                  <a:pt x="178" y="132"/>
                </a:cubicBezTo>
                <a:cubicBezTo>
                  <a:pt x="180" y="130"/>
                  <a:pt x="181" y="127"/>
                  <a:pt x="181" y="124"/>
                </a:cubicBezTo>
                <a:close/>
                <a:moveTo>
                  <a:pt x="283" y="90"/>
                </a:moveTo>
                <a:cubicBezTo>
                  <a:pt x="283" y="260"/>
                  <a:pt x="283" y="260"/>
                  <a:pt x="283" y="260"/>
                </a:cubicBezTo>
                <a:cubicBezTo>
                  <a:pt x="283" y="263"/>
                  <a:pt x="282" y="266"/>
                  <a:pt x="280" y="268"/>
                </a:cubicBezTo>
                <a:cubicBezTo>
                  <a:pt x="278" y="270"/>
                  <a:pt x="275" y="272"/>
                  <a:pt x="272" y="272"/>
                </a:cubicBezTo>
                <a:cubicBezTo>
                  <a:pt x="23" y="272"/>
                  <a:pt x="23" y="272"/>
                  <a:pt x="23" y="272"/>
                </a:cubicBezTo>
                <a:cubicBezTo>
                  <a:pt x="20" y="272"/>
                  <a:pt x="17" y="270"/>
                  <a:pt x="15" y="268"/>
                </a:cubicBezTo>
                <a:cubicBezTo>
                  <a:pt x="13" y="266"/>
                  <a:pt x="11" y="263"/>
                  <a:pt x="11" y="260"/>
                </a:cubicBezTo>
                <a:cubicBezTo>
                  <a:pt x="11" y="90"/>
                  <a:pt x="11" y="90"/>
                  <a:pt x="11" y="90"/>
                </a:cubicBezTo>
                <a:cubicBezTo>
                  <a:pt x="11" y="87"/>
                  <a:pt x="13" y="85"/>
                  <a:pt x="15" y="82"/>
                </a:cubicBezTo>
                <a:cubicBezTo>
                  <a:pt x="17" y="80"/>
                  <a:pt x="20" y="79"/>
                  <a:pt x="23" y="79"/>
                </a:cubicBezTo>
                <a:cubicBezTo>
                  <a:pt x="272" y="79"/>
                  <a:pt x="272" y="79"/>
                  <a:pt x="272" y="79"/>
                </a:cubicBezTo>
                <a:cubicBezTo>
                  <a:pt x="275" y="79"/>
                  <a:pt x="278" y="80"/>
                  <a:pt x="280" y="82"/>
                </a:cubicBezTo>
                <a:cubicBezTo>
                  <a:pt x="282" y="85"/>
                  <a:pt x="283" y="87"/>
                  <a:pt x="283" y="90"/>
                </a:cubicBezTo>
                <a:close/>
                <a:moveTo>
                  <a:pt x="295" y="11"/>
                </a:moveTo>
                <a:cubicBezTo>
                  <a:pt x="295" y="56"/>
                  <a:pt x="295" y="56"/>
                  <a:pt x="295" y="56"/>
                </a:cubicBezTo>
                <a:cubicBezTo>
                  <a:pt x="295" y="59"/>
                  <a:pt x="293" y="62"/>
                  <a:pt x="291" y="64"/>
                </a:cubicBezTo>
                <a:cubicBezTo>
                  <a:pt x="289" y="67"/>
                  <a:pt x="286" y="68"/>
                  <a:pt x="283" y="68"/>
                </a:cubicBezTo>
                <a:cubicBezTo>
                  <a:pt x="11" y="68"/>
                  <a:pt x="11" y="68"/>
                  <a:pt x="11" y="68"/>
                </a:cubicBezTo>
                <a:cubicBezTo>
                  <a:pt x="8" y="68"/>
                  <a:pt x="6" y="67"/>
                  <a:pt x="3" y="64"/>
                </a:cubicBezTo>
                <a:cubicBezTo>
                  <a:pt x="1" y="62"/>
                  <a:pt x="0" y="59"/>
                  <a:pt x="0" y="56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6" y="1"/>
                  <a:pt x="8" y="0"/>
                  <a:pt x="11" y="0"/>
                </a:cubicBezTo>
                <a:cubicBezTo>
                  <a:pt x="283" y="0"/>
                  <a:pt x="283" y="0"/>
                  <a:pt x="283" y="0"/>
                </a:cubicBezTo>
                <a:cubicBezTo>
                  <a:pt x="286" y="0"/>
                  <a:pt x="289" y="1"/>
                  <a:pt x="291" y="3"/>
                </a:cubicBezTo>
                <a:cubicBezTo>
                  <a:pt x="293" y="5"/>
                  <a:pt x="295" y="8"/>
                  <a:pt x="295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5527676" y="2865438"/>
            <a:ext cx="266700" cy="317500"/>
          </a:xfrm>
          <a:custGeom>
            <a:avLst/>
            <a:gdLst>
              <a:gd name="T0" fmla="*/ 247 w 247"/>
              <a:gd name="T1" fmla="*/ 215 h 295"/>
              <a:gd name="T2" fmla="*/ 225 w 247"/>
              <a:gd name="T3" fmla="*/ 260 h 295"/>
              <a:gd name="T4" fmla="*/ 179 w 247"/>
              <a:gd name="T5" fmla="*/ 294 h 295"/>
              <a:gd name="T6" fmla="*/ 155 w 247"/>
              <a:gd name="T7" fmla="*/ 289 h 295"/>
              <a:gd name="T8" fmla="*/ 128 w 247"/>
              <a:gd name="T9" fmla="*/ 283 h 295"/>
              <a:gd name="T10" fmla="*/ 103 w 247"/>
              <a:gd name="T11" fmla="*/ 289 h 295"/>
              <a:gd name="T12" fmla="*/ 79 w 247"/>
              <a:gd name="T13" fmla="*/ 295 h 295"/>
              <a:gd name="T14" fmla="*/ 26 w 247"/>
              <a:gd name="T15" fmla="*/ 249 h 295"/>
              <a:gd name="T16" fmla="*/ 0 w 247"/>
              <a:gd name="T17" fmla="*/ 160 h 295"/>
              <a:gd name="T18" fmla="*/ 20 w 247"/>
              <a:gd name="T19" fmla="*/ 94 h 295"/>
              <a:gd name="T20" fmla="*/ 70 w 247"/>
              <a:gd name="T21" fmla="*/ 68 h 295"/>
              <a:gd name="T22" fmla="*/ 102 w 247"/>
              <a:gd name="T23" fmla="*/ 74 h 295"/>
              <a:gd name="T24" fmla="*/ 126 w 247"/>
              <a:gd name="T25" fmla="*/ 79 h 295"/>
              <a:gd name="T26" fmla="*/ 152 w 247"/>
              <a:gd name="T27" fmla="*/ 73 h 295"/>
              <a:gd name="T28" fmla="*/ 182 w 247"/>
              <a:gd name="T29" fmla="*/ 67 h 295"/>
              <a:gd name="T30" fmla="*/ 220 w 247"/>
              <a:gd name="T31" fmla="*/ 78 h 295"/>
              <a:gd name="T32" fmla="*/ 238 w 247"/>
              <a:gd name="T33" fmla="*/ 96 h 295"/>
              <a:gd name="T34" fmla="*/ 218 w 247"/>
              <a:gd name="T35" fmla="*/ 117 h 295"/>
              <a:gd name="T36" fmla="*/ 207 w 247"/>
              <a:gd name="T37" fmla="*/ 154 h 295"/>
              <a:gd name="T38" fmla="*/ 219 w 247"/>
              <a:gd name="T39" fmla="*/ 193 h 295"/>
              <a:gd name="T40" fmla="*/ 247 w 247"/>
              <a:gd name="T41" fmla="*/ 215 h 295"/>
              <a:gd name="T42" fmla="*/ 180 w 247"/>
              <a:gd name="T43" fmla="*/ 8 h 295"/>
              <a:gd name="T44" fmla="*/ 175 w 247"/>
              <a:gd name="T45" fmla="*/ 32 h 295"/>
              <a:gd name="T46" fmla="*/ 159 w 247"/>
              <a:gd name="T47" fmla="*/ 56 h 295"/>
              <a:gd name="T48" fmla="*/ 139 w 247"/>
              <a:gd name="T49" fmla="*/ 69 h 295"/>
              <a:gd name="T50" fmla="*/ 121 w 247"/>
              <a:gd name="T51" fmla="*/ 72 h 295"/>
              <a:gd name="T52" fmla="*/ 135 w 247"/>
              <a:gd name="T53" fmla="*/ 27 h 295"/>
              <a:gd name="T54" fmla="*/ 179 w 247"/>
              <a:gd name="T55" fmla="*/ 0 h 295"/>
              <a:gd name="T56" fmla="*/ 180 w 247"/>
              <a:gd name="T57" fmla="*/ 2 h 295"/>
              <a:gd name="T58" fmla="*/ 180 w 247"/>
              <a:gd name="T59" fmla="*/ 4 h 295"/>
              <a:gd name="T60" fmla="*/ 180 w 247"/>
              <a:gd name="T61" fmla="*/ 6 h 295"/>
              <a:gd name="T62" fmla="*/ 180 w 247"/>
              <a:gd name="T63" fmla="*/ 8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47" h="295">
                <a:moveTo>
                  <a:pt x="247" y="215"/>
                </a:moveTo>
                <a:cubicBezTo>
                  <a:pt x="242" y="230"/>
                  <a:pt x="235" y="245"/>
                  <a:pt x="225" y="260"/>
                </a:cubicBezTo>
                <a:cubicBezTo>
                  <a:pt x="210" y="283"/>
                  <a:pt x="195" y="294"/>
                  <a:pt x="179" y="294"/>
                </a:cubicBezTo>
                <a:cubicBezTo>
                  <a:pt x="174" y="294"/>
                  <a:pt x="165" y="292"/>
                  <a:pt x="155" y="289"/>
                </a:cubicBezTo>
                <a:cubicBezTo>
                  <a:pt x="145" y="285"/>
                  <a:pt x="136" y="283"/>
                  <a:pt x="128" y="283"/>
                </a:cubicBezTo>
                <a:cubicBezTo>
                  <a:pt x="121" y="283"/>
                  <a:pt x="112" y="285"/>
                  <a:pt x="103" y="289"/>
                </a:cubicBezTo>
                <a:cubicBezTo>
                  <a:pt x="93" y="293"/>
                  <a:pt x="85" y="295"/>
                  <a:pt x="79" y="295"/>
                </a:cubicBezTo>
                <a:cubicBezTo>
                  <a:pt x="62" y="295"/>
                  <a:pt x="44" y="280"/>
                  <a:pt x="26" y="249"/>
                </a:cubicBezTo>
                <a:cubicBezTo>
                  <a:pt x="9" y="218"/>
                  <a:pt x="0" y="189"/>
                  <a:pt x="0" y="160"/>
                </a:cubicBezTo>
                <a:cubicBezTo>
                  <a:pt x="0" y="133"/>
                  <a:pt x="7" y="111"/>
                  <a:pt x="20" y="94"/>
                </a:cubicBezTo>
                <a:cubicBezTo>
                  <a:pt x="33" y="77"/>
                  <a:pt x="50" y="68"/>
                  <a:pt x="70" y="68"/>
                </a:cubicBezTo>
                <a:cubicBezTo>
                  <a:pt x="79" y="68"/>
                  <a:pt x="89" y="70"/>
                  <a:pt x="102" y="74"/>
                </a:cubicBezTo>
                <a:cubicBezTo>
                  <a:pt x="114" y="77"/>
                  <a:pt x="122" y="79"/>
                  <a:pt x="126" y="79"/>
                </a:cubicBezTo>
                <a:cubicBezTo>
                  <a:pt x="132" y="79"/>
                  <a:pt x="140" y="77"/>
                  <a:pt x="152" y="73"/>
                </a:cubicBezTo>
                <a:cubicBezTo>
                  <a:pt x="164" y="69"/>
                  <a:pt x="174" y="67"/>
                  <a:pt x="182" y="67"/>
                </a:cubicBezTo>
                <a:cubicBezTo>
                  <a:pt x="196" y="67"/>
                  <a:pt x="209" y="71"/>
                  <a:pt x="220" y="78"/>
                </a:cubicBezTo>
                <a:cubicBezTo>
                  <a:pt x="226" y="83"/>
                  <a:pt x="232" y="89"/>
                  <a:pt x="238" y="96"/>
                </a:cubicBezTo>
                <a:cubicBezTo>
                  <a:pt x="229" y="104"/>
                  <a:pt x="222" y="111"/>
                  <a:pt x="218" y="117"/>
                </a:cubicBezTo>
                <a:cubicBezTo>
                  <a:pt x="210" y="128"/>
                  <a:pt x="207" y="140"/>
                  <a:pt x="207" y="154"/>
                </a:cubicBezTo>
                <a:cubicBezTo>
                  <a:pt x="207" y="168"/>
                  <a:pt x="211" y="181"/>
                  <a:pt x="219" y="193"/>
                </a:cubicBezTo>
                <a:cubicBezTo>
                  <a:pt x="227" y="205"/>
                  <a:pt x="236" y="212"/>
                  <a:pt x="247" y="215"/>
                </a:cubicBezTo>
                <a:close/>
                <a:moveTo>
                  <a:pt x="180" y="8"/>
                </a:moveTo>
                <a:cubicBezTo>
                  <a:pt x="180" y="15"/>
                  <a:pt x="178" y="23"/>
                  <a:pt x="175" y="32"/>
                </a:cubicBezTo>
                <a:cubicBezTo>
                  <a:pt x="172" y="41"/>
                  <a:pt x="166" y="49"/>
                  <a:pt x="159" y="56"/>
                </a:cubicBezTo>
                <a:cubicBezTo>
                  <a:pt x="152" y="63"/>
                  <a:pt x="146" y="67"/>
                  <a:pt x="139" y="69"/>
                </a:cubicBezTo>
                <a:cubicBezTo>
                  <a:pt x="135" y="70"/>
                  <a:pt x="129" y="71"/>
                  <a:pt x="121" y="72"/>
                </a:cubicBezTo>
                <a:cubicBezTo>
                  <a:pt x="121" y="54"/>
                  <a:pt x="126" y="39"/>
                  <a:pt x="135" y="27"/>
                </a:cubicBezTo>
                <a:cubicBezTo>
                  <a:pt x="144" y="14"/>
                  <a:pt x="158" y="5"/>
                  <a:pt x="179" y="0"/>
                </a:cubicBezTo>
                <a:cubicBezTo>
                  <a:pt x="179" y="1"/>
                  <a:pt x="179" y="1"/>
                  <a:pt x="180" y="2"/>
                </a:cubicBezTo>
                <a:cubicBezTo>
                  <a:pt x="180" y="3"/>
                  <a:pt x="180" y="4"/>
                  <a:pt x="180" y="4"/>
                </a:cubicBezTo>
                <a:cubicBezTo>
                  <a:pt x="180" y="5"/>
                  <a:pt x="180" y="5"/>
                  <a:pt x="180" y="6"/>
                </a:cubicBezTo>
                <a:cubicBezTo>
                  <a:pt x="180" y="7"/>
                  <a:pt x="180" y="7"/>
                  <a:pt x="180" y="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6"/>
          <p:cNvSpPr>
            <a:spLocks/>
          </p:cNvSpPr>
          <p:nvPr/>
        </p:nvSpPr>
        <p:spPr bwMode="auto">
          <a:xfrm>
            <a:off x="6856413" y="2106613"/>
            <a:ext cx="190500" cy="111125"/>
          </a:xfrm>
          <a:custGeom>
            <a:avLst/>
            <a:gdLst>
              <a:gd name="T0" fmla="*/ 177 w 177"/>
              <a:gd name="T1" fmla="*/ 88 h 103"/>
              <a:gd name="T2" fmla="*/ 175 w 177"/>
              <a:gd name="T3" fmla="*/ 93 h 103"/>
              <a:gd name="T4" fmla="*/ 167 w 177"/>
              <a:gd name="T5" fmla="*/ 101 h 103"/>
              <a:gd name="T6" fmla="*/ 162 w 177"/>
              <a:gd name="T7" fmla="*/ 103 h 103"/>
              <a:gd name="T8" fmla="*/ 158 w 177"/>
              <a:gd name="T9" fmla="*/ 101 h 103"/>
              <a:gd name="T10" fmla="*/ 89 w 177"/>
              <a:gd name="T11" fmla="*/ 32 h 103"/>
              <a:gd name="T12" fmla="*/ 19 w 177"/>
              <a:gd name="T13" fmla="*/ 101 h 103"/>
              <a:gd name="T14" fmla="*/ 15 w 177"/>
              <a:gd name="T15" fmla="*/ 103 h 103"/>
              <a:gd name="T16" fmla="*/ 11 w 177"/>
              <a:gd name="T17" fmla="*/ 101 h 103"/>
              <a:gd name="T18" fmla="*/ 2 w 177"/>
              <a:gd name="T19" fmla="*/ 93 h 103"/>
              <a:gd name="T20" fmla="*/ 0 w 177"/>
              <a:gd name="T21" fmla="*/ 88 h 103"/>
              <a:gd name="T22" fmla="*/ 2 w 177"/>
              <a:gd name="T23" fmla="*/ 84 h 103"/>
              <a:gd name="T24" fmla="*/ 85 w 177"/>
              <a:gd name="T25" fmla="*/ 2 h 103"/>
              <a:gd name="T26" fmla="*/ 89 w 177"/>
              <a:gd name="T27" fmla="*/ 0 h 103"/>
              <a:gd name="T28" fmla="*/ 93 w 177"/>
              <a:gd name="T29" fmla="*/ 2 h 103"/>
              <a:gd name="T30" fmla="*/ 175 w 177"/>
              <a:gd name="T31" fmla="*/ 84 h 103"/>
              <a:gd name="T32" fmla="*/ 177 w 177"/>
              <a:gd name="T33" fmla="*/ 8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7" h="103">
                <a:moveTo>
                  <a:pt x="177" y="88"/>
                </a:moveTo>
                <a:cubicBezTo>
                  <a:pt x="177" y="90"/>
                  <a:pt x="177" y="91"/>
                  <a:pt x="175" y="93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5" y="103"/>
                  <a:pt x="164" y="103"/>
                  <a:pt x="162" y="103"/>
                </a:cubicBezTo>
                <a:cubicBezTo>
                  <a:pt x="161" y="103"/>
                  <a:pt x="160" y="103"/>
                  <a:pt x="158" y="101"/>
                </a:cubicBezTo>
                <a:cubicBezTo>
                  <a:pt x="89" y="32"/>
                  <a:pt x="89" y="32"/>
                  <a:pt x="89" y="32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8" y="103"/>
                  <a:pt x="17" y="103"/>
                  <a:pt x="15" y="103"/>
                </a:cubicBezTo>
                <a:cubicBezTo>
                  <a:pt x="14" y="103"/>
                  <a:pt x="12" y="103"/>
                  <a:pt x="11" y="101"/>
                </a:cubicBezTo>
                <a:cubicBezTo>
                  <a:pt x="2" y="93"/>
                  <a:pt x="2" y="93"/>
                  <a:pt x="2" y="93"/>
                </a:cubicBezTo>
                <a:cubicBezTo>
                  <a:pt x="1" y="91"/>
                  <a:pt x="0" y="90"/>
                  <a:pt x="0" y="88"/>
                </a:cubicBezTo>
                <a:cubicBezTo>
                  <a:pt x="0" y="87"/>
                  <a:pt x="1" y="86"/>
                  <a:pt x="2" y="84"/>
                </a:cubicBezTo>
                <a:cubicBezTo>
                  <a:pt x="85" y="2"/>
                  <a:pt x="85" y="2"/>
                  <a:pt x="85" y="2"/>
                </a:cubicBezTo>
                <a:cubicBezTo>
                  <a:pt x="86" y="1"/>
                  <a:pt x="87" y="0"/>
                  <a:pt x="89" y="0"/>
                </a:cubicBezTo>
                <a:cubicBezTo>
                  <a:pt x="90" y="0"/>
                  <a:pt x="92" y="1"/>
                  <a:pt x="93" y="2"/>
                </a:cubicBezTo>
                <a:cubicBezTo>
                  <a:pt x="175" y="84"/>
                  <a:pt x="175" y="84"/>
                  <a:pt x="175" y="84"/>
                </a:cubicBezTo>
                <a:cubicBezTo>
                  <a:pt x="177" y="86"/>
                  <a:pt x="177" y="87"/>
                  <a:pt x="177" y="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7"/>
          <p:cNvSpPr>
            <a:spLocks/>
          </p:cNvSpPr>
          <p:nvPr/>
        </p:nvSpPr>
        <p:spPr bwMode="auto">
          <a:xfrm>
            <a:off x="7326313" y="2066925"/>
            <a:ext cx="111125" cy="192088"/>
          </a:xfrm>
          <a:custGeom>
            <a:avLst/>
            <a:gdLst>
              <a:gd name="T0" fmla="*/ 103 w 103"/>
              <a:gd name="T1" fmla="*/ 89 h 177"/>
              <a:gd name="T2" fmla="*/ 101 w 103"/>
              <a:gd name="T3" fmla="*/ 93 h 177"/>
              <a:gd name="T4" fmla="*/ 19 w 103"/>
              <a:gd name="T5" fmla="*/ 175 h 177"/>
              <a:gd name="T6" fmla="*/ 14 w 103"/>
              <a:gd name="T7" fmla="*/ 177 h 177"/>
              <a:gd name="T8" fmla="*/ 10 w 103"/>
              <a:gd name="T9" fmla="*/ 175 h 177"/>
              <a:gd name="T10" fmla="*/ 2 w 103"/>
              <a:gd name="T11" fmla="*/ 166 h 177"/>
              <a:gd name="T12" fmla="*/ 0 w 103"/>
              <a:gd name="T13" fmla="*/ 162 h 177"/>
              <a:gd name="T14" fmla="*/ 2 w 103"/>
              <a:gd name="T15" fmla="*/ 158 h 177"/>
              <a:gd name="T16" fmla="*/ 71 w 103"/>
              <a:gd name="T17" fmla="*/ 89 h 177"/>
              <a:gd name="T18" fmla="*/ 2 w 103"/>
              <a:gd name="T19" fmla="*/ 19 h 177"/>
              <a:gd name="T20" fmla="*/ 0 w 103"/>
              <a:gd name="T21" fmla="*/ 15 h 177"/>
              <a:gd name="T22" fmla="*/ 2 w 103"/>
              <a:gd name="T23" fmla="*/ 11 h 177"/>
              <a:gd name="T24" fmla="*/ 10 w 103"/>
              <a:gd name="T25" fmla="*/ 2 h 177"/>
              <a:gd name="T26" fmla="*/ 14 w 103"/>
              <a:gd name="T27" fmla="*/ 0 h 177"/>
              <a:gd name="T28" fmla="*/ 19 w 103"/>
              <a:gd name="T29" fmla="*/ 2 h 177"/>
              <a:gd name="T30" fmla="*/ 101 w 103"/>
              <a:gd name="T31" fmla="*/ 85 h 177"/>
              <a:gd name="T32" fmla="*/ 103 w 103"/>
              <a:gd name="T33" fmla="*/ 89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3" h="177">
                <a:moveTo>
                  <a:pt x="103" y="89"/>
                </a:moveTo>
                <a:cubicBezTo>
                  <a:pt x="103" y="90"/>
                  <a:pt x="102" y="92"/>
                  <a:pt x="101" y="93"/>
                </a:cubicBezTo>
                <a:cubicBezTo>
                  <a:pt x="19" y="175"/>
                  <a:pt x="19" y="175"/>
                  <a:pt x="19" y="175"/>
                </a:cubicBezTo>
                <a:cubicBezTo>
                  <a:pt x="17" y="176"/>
                  <a:pt x="16" y="177"/>
                  <a:pt x="14" y="177"/>
                </a:cubicBezTo>
                <a:cubicBezTo>
                  <a:pt x="13" y="177"/>
                  <a:pt x="12" y="176"/>
                  <a:pt x="10" y="175"/>
                </a:cubicBezTo>
                <a:cubicBezTo>
                  <a:pt x="2" y="166"/>
                  <a:pt x="2" y="166"/>
                  <a:pt x="2" y="166"/>
                </a:cubicBezTo>
                <a:cubicBezTo>
                  <a:pt x="0" y="165"/>
                  <a:pt x="0" y="164"/>
                  <a:pt x="0" y="162"/>
                </a:cubicBezTo>
                <a:cubicBezTo>
                  <a:pt x="0" y="161"/>
                  <a:pt x="0" y="159"/>
                  <a:pt x="2" y="158"/>
                </a:cubicBezTo>
                <a:cubicBezTo>
                  <a:pt x="71" y="89"/>
                  <a:pt x="71" y="89"/>
                  <a:pt x="71" y="89"/>
                </a:cubicBezTo>
                <a:cubicBezTo>
                  <a:pt x="2" y="19"/>
                  <a:pt x="2" y="19"/>
                  <a:pt x="2" y="19"/>
                </a:cubicBezTo>
                <a:cubicBezTo>
                  <a:pt x="0" y="18"/>
                  <a:pt x="0" y="17"/>
                  <a:pt x="0" y="15"/>
                </a:cubicBezTo>
                <a:cubicBezTo>
                  <a:pt x="0" y="14"/>
                  <a:pt x="0" y="12"/>
                  <a:pt x="2" y="11"/>
                </a:cubicBezTo>
                <a:cubicBezTo>
                  <a:pt x="10" y="2"/>
                  <a:pt x="10" y="2"/>
                  <a:pt x="10" y="2"/>
                </a:cubicBezTo>
                <a:cubicBezTo>
                  <a:pt x="12" y="1"/>
                  <a:pt x="13" y="0"/>
                  <a:pt x="14" y="0"/>
                </a:cubicBezTo>
                <a:cubicBezTo>
                  <a:pt x="16" y="0"/>
                  <a:pt x="17" y="1"/>
                  <a:pt x="19" y="2"/>
                </a:cubicBezTo>
                <a:cubicBezTo>
                  <a:pt x="101" y="85"/>
                  <a:pt x="101" y="85"/>
                  <a:pt x="101" y="85"/>
                </a:cubicBezTo>
                <a:cubicBezTo>
                  <a:pt x="102" y="86"/>
                  <a:pt x="103" y="87"/>
                  <a:pt x="103" y="8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8"/>
          <p:cNvSpPr>
            <a:spLocks/>
          </p:cNvSpPr>
          <p:nvPr/>
        </p:nvSpPr>
        <p:spPr bwMode="auto">
          <a:xfrm>
            <a:off x="7756526" y="2066925"/>
            <a:ext cx="111125" cy="192088"/>
          </a:xfrm>
          <a:custGeom>
            <a:avLst/>
            <a:gdLst>
              <a:gd name="T0" fmla="*/ 103 w 103"/>
              <a:gd name="T1" fmla="*/ 15 h 177"/>
              <a:gd name="T2" fmla="*/ 101 w 103"/>
              <a:gd name="T3" fmla="*/ 19 h 177"/>
              <a:gd name="T4" fmla="*/ 32 w 103"/>
              <a:gd name="T5" fmla="*/ 89 h 177"/>
              <a:gd name="T6" fmla="*/ 101 w 103"/>
              <a:gd name="T7" fmla="*/ 158 h 177"/>
              <a:gd name="T8" fmla="*/ 103 w 103"/>
              <a:gd name="T9" fmla="*/ 162 h 177"/>
              <a:gd name="T10" fmla="*/ 101 w 103"/>
              <a:gd name="T11" fmla="*/ 166 h 177"/>
              <a:gd name="T12" fmla="*/ 93 w 103"/>
              <a:gd name="T13" fmla="*/ 175 h 177"/>
              <a:gd name="T14" fmla="*/ 89 w 103"/>
              <a:gd name="T15" fmla="*/ 177 h 177"/>
              <a:gd name="T16" fmla="*/ 84 w 103"/>
              <a:gd name="T17" fmla="*/ 175 h 177"/>
              <a:gd name="T18" fmla="*/ 2 w 103"/>
              <a:gd name="T19" fmla="*/ 93 h 177"/>
              <a:gd name="T20" fmla="*/ 0 w 103"/>
              <a:gd name="T21" fmla="*/ 89 h 177"/>
              <a:gd name="T22" fmla="*/ 2 w 103"/>
              <a:gd name="T23" fmla="*/ 85 h 177"/>
              <a:gd name="T24" fmla="*/ 84 w 103"/>
              <a:gd name="T25" fmla="*/ 2 h 177"/>
              <a:gd name="T26" fmla="*/ 89 w 103"/>
              <a:gd name="T27" fmla="*/ 0 h 177"/>
              <a:gd name="T28" fmla="*/ 93 w 103"/>
              <a:gd name="T29" fmla="*/ 2 h 177"/>
              <a:gd name="T30" fmla="*/ 101 w 103"/>
              <a:gd name="T31" fmla="*/ 11 h 177"/>
              <a:gd name="T32" fmla="*/ 103 w 103"/>
              <a:gd name="T33" fmla="*/ 15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3" h="177">
                <a:moveTo>
                  <a:pt x="103" y="15"/>
                </a:moveTo>
                <a:cubicBezTo>
                  <a:pt x="103" y="17"/>
                  <a:pt x="103" y="18"/>
                  <a:pt x="101" y="19"/>
                </a:cubicBezTo>
                <a:cubicBezTo>
                  <a:pt x="32" y="89"/>
                  <a:pt x="32" y="89"/>
                  <a:pt x="32" y="89"/>
                </a:cubicBezTo>
                <a:cubicBezTo>
                  <a:pt x="101" y="158"/>
                  <a:pt x="101" y="158"/>
                  <a:pt x="101" y="158"/>
                </a:cubicBezTo>
                <a:cubicBezTo>
                  <a:pt x="103" y="159"/>
                  <a:pt x="103" y="161"/>
                  <a:pt x="103" y="162"/>
                </a:cubicBezTo>
                <a:cubicBezTo>
                  <a:pt x="103" y="164"/>
                  <a:pt x="103" y="165"/>
                  <a:pt x="101" y="166"/>
                </a:cubicBezTo>
                <a:cubicBezTo>
                  <a:pt x="93" y="175"/>
                  <a:pt x="93" y="175"/>
                  <a:pt x="93" y="175"/>
                </a:cubicBezTo>
                <a:cubicBezTo>
                  <a:pt x="91" y="176"/>
                  <a:pt x="90" y="177"/>
                  <a:pt x="89" y="177"/>
                </a:cubicBezTo>
                <a:cubicBezTo>
                  <a:pt x="87" y="177"/>
                  <a:pt x="86" y="176"/>
                  <a:pt x="84" y="175"/>
                </a:cubicBezTo>
                <a:cubicBezTo>
                  <a:pt x="2" y="93"/>
                  <a:pt x="2" y="93"/>
                  <a:pt x="2" y="93"/>
                </a:cubicBezTo>
                <a:cubicBezTo>
                  <a:pt x="1" y="92"/>
                  <a:pt x="0" y="90"/>
                  <a:pt x="0" y="89"/>
                </a:cubicBezTo>
                <a:cubicBezTo>
                  <a:pt x="0" y="87"/>
                  <a:pt x="1" y="86"/>
                  <a:pt x="2" y="85"/>
                </a:cubicBezTo>
                <a:cubicBezTo>
                  <a:pt x="84" y="2"/>
                  <a:pt x="84" y="2"/>
                  <a:pt x="84" y="2"/>
                </a:cubicBezTo>
                <a:cubicBezTo>
                  <a:pt x="86" y="1"/>
                  <a:pt x="87" y="0"/>
                  <a:pt x="89" y="0"/>
                </a:cubicBezTo>
                <a:cubicBezTo>
                  <a:pt x="90" y="0"/>
                  <a:pt x="91" y="1"/>
                  <a:pt x="93" y="2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103" y="12"/>
                  <a:pt x="103" y="14"/>
                  <a:pt x="103" y="1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9"/>
          <p:cNvSpPr>
            <a:spLocks/>
          </p:cNvSpPr>
          <p:nvPr/>
        </p:nvSpPr>
        <p:spPr bwMode="auto">
          <a:xfrm>
            <a:off x="8145463" y="2106613"/>
            <a:ext cx="190500" cy="111125"/>
          </a:xfrm>
          <a:custGeom>
            <a:avLst/>
            <a:gdLst>
              <a:gd name="T0" fmla="*/ 177 w 177"/>
              <a:gd name="T1" fmla="*/ 15 h 103"/>
              <a:gd name="T2" fmla="*/ 175 w 177"/>
              <a:gd name="T3" fmla="*/ 19 h 103"/>
              <a:gd name="T4" fmla="*/ 93 w 177"/>
              <a:gd name="T5" fmla="*/ 101 h 103"/>
              <a:gd name="T6" fmla="*/ 89 w 177"/>
              <a:gd name="T7" fmla="*/ 103 h 103"/>
              <a:gd name="T8" fmla="*/ 85 w 177"/>
              <a:gd name="T9" fmla="*/ 101 h 103"/>
              <a:gd name="T10" fmla="*/ 2 w 177"/>
              <a:gd name="T11" fmla="*/ 19 h 103"/>
              <a:gd name="T12" fmla="*/ 0 w 177"/>
              <a:gd name="T13" fmla="*/ 15 h 103"/>
              <a:gd name="T14" fmla="*/ 2 w 177"/>
              <a:gd name="T15" fmla="*/ 11 h 103"/>
              <a:gd name="T16" fmla="*/ 11 w 177"/>
              <a:gd name="T17" fmla="*/ 2 h 103"/>
              <a:gd name="T18" fmla="*/ 15 w 177"/>
              <a:gd name="T19" fmla="*/ 0 h 103"/>
              <a:gd name="T20" fmla="*/ 19 w 177"/>
              <a:gd name="T21" fmla="*/ 2 h 103"/>
              <a:gd name="T22" fmla="*/ 89 w 177"/>
              <a:gd name="T23" fmla="*/ 71 h 103"/>
              <a:gd name="T24" fmla="*/ 158 w 177"/>
              <a:gd name="T25" fmla="*/ 2 h 103"/>
              <a:gd name="T26" fmla="*/ 162 w 177"/>
              <a:gd name="T27" fmla="*/ 0 h 103"/>
              <a:gd name="T28" fmla="*/ 166 w 177"/>
              <a:gd name="T29" fmla="*/ 2 h 103"/>
              <a:gd name="T30" fmla="*/ 175 w 177"/>
              <a:gd name="T31" fmla="*/ 11 h 103"/>
              <a:gd name="T32" fmla="*/ 177 w 177"/>
              <a:gd name="T33" fmla="*/ 15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7" h="103">
                <a:moveTo>
                  <a:pt x="177" y="15"/>
                </a:moveTo>
                <a:cubicBezTo>
                  <a:pt x="177" y="16"/>
                  <a:pt x="176" y="18"/>
                  <a:pt x="175" y="19"/>
                </a:cubicBezTo>
                <a:cubicBezTo>
                  <a:pt x="93" y="101"/>
                  <a:pt x="93" y="101"/>
                  <a:pt x="93" y="101"/>
                </a:cubicBezTo>
                <a:cubicBezTo>
                  <a:pt x="91" y="103"/>
                  <a:pt x="90" y="103"/>
                  <a:pt x="89" y="103"/>
                </a:cubicBezTo>
                <a:cubicBezTo>
                  <a:pt x="87" y="103"/>
                  <a:pt x="86" y="103"/>
                  <a:pt x="85" y="101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8"/>
                  <a:pt x="0" y="16"/>
                  <a:pt x="0" y="15"/>
                </a:cubicBezTo>
                <a:cubicBezTo>
                  <a:pt x="0" y="13"/>
                  <a:pt x="1" y="12"/>
                  <a:pt x="2" y="11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1"/>
                  <a:pt x="13" y="0"/>
                  <a:pt x="15" y="0"/>
                </a:cubicBezTo>
                <a:cubicBezTo>
                  <a:pt x="16" y="0"/>
                  <a:pt x="18" y="1"/>
                  <a:pt x="19" y="2"/>
                </a:cubicBezTo>
                <a:cubicBezTo>
                  <a:pt x="89" y="71"/>
                  <a:pt x="89" y="71"/>
                  <a:pt x="89" y="71"/>
                </a:cubicBezTo>
                <a:cubicBezTo>
                  <a:pt x="158" y="2"/>
                  <a:pt x="158" y="2"/>
                  <a:pt x="158" y="2"/>
                </a:cubicBezTo>
                <a:cubicBezTo>
                  <a:pt x="159" y="1"/>
                  <a:pt x="161" y="0"/>
                  <a:pt x="162" y="0"/>
                </a:cubicBezTo>
                <a:cubicBezTo>
                  <a:pt x="164" y="0"/>
                  <a:pt x="165" y="1"/>
                  <a:pt x="166" y="2"/>
                </a:cubicBezTo>
                <a:cubicBezTo>
                  <a:pt x="175" y="11"/>
                  <a:pt x="175" y="11"/>
                  <a:pt x="175" y="11"/>
                </a:cubicBezTo>
                <a:cubicBezTo>
                  <a:pt x="176" y="12"/>
                  <a:pt x="177" y="13"/>
                  <a:pt x="177" y="1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5135563" y="2501900"/>
            <a:ext cx="190500" cy="184150"/>
          </a:xfrm>
          <a:custGeom>
            <a:avLst/>
            <a:gdLst>
              <a:gd name="T0" fmla="*/ 176 w 176"/>
              <a:gd name="T1" fmla="*/ 156 h 171"/>
              <a:gd name="T2" fmla="*/ 175 w 176"/>
              <a:gd name="T3" fmla="*/ 160 h 171"/>
              <a:gd name="T4" fmla="*/ 166 w 176"/>
              <a:gd name="T5" fmla="*/ 169 h 171"/>
              <a:gd name="T6" fmla="*/ 162 w 176"/>
              <a:gd name="T7" fmla="*/ 171 h 171"/>
              <a:gd name="T8" fmla="*/ 158 w 176"/>
              <a:gd name="T9" fmla="*/ 169 h 171"/>
              <a:gd name="T10" fmla="*/ 88 w 176"/>
              <a:gd name="T11" fmla="*/ 99 h 171"/>
              <a:gd name="T12" fmla="*/ 18 w 176"/>
              <a:gd name="T13" fmla="*/ 169 h 171"/>
              <a:gd name="T14" fmla="*/ 14 w 176"/>
              <a:gd name="T15" fmla="*/ 171 h 171"/>
              <a:gd name="T16" fmla="*/ 10 w 176"/>
              <a:gd name="T17" fmla="*/ 169 h 171"/>
              <a:gd name="T18" fmla="*/ 1 w 176"/>
              <a:gd name="T19" fmla="*/ 160 h 171"/>
              <a:gd name="T20" fmla="*/ 0 w 176"/>
              <a:gd name="T21" fmla="*/ 156 h 171"/>
              <a:gd name="T22" fmla="*/ 1 w 176"/>
              <a:gd name="T23" fmla="*/ 152 h 171"/>
              <a:gd name="T24" fmla="*/ 84 w 176"/>
              <a:gd name="T25" fmla="*/ 69 h 171"/>
              <a:gd name="T26" fmla="*/ 88 w 176"/>
              <a:gd name="T27" fmla="*/ 68 h 171"/>
              <a:gd name="T28" fmla="*/ 92 w 176"/>
              <a:gd name="T29" fmla="*/ 69 h 171"/>
              <a:gd name="T30" fmla="*/ 175 w 176"/>
              <a:gd name="T31" fmla="*/ 152 h 171"/>
              <a:gd name="T32" fmla="*/ 176 w 176"/>
              <a:gd name="T33" fmla="*/ 156 h 171"/>
              <a:gd name="T34" fmla="*/ 176 w 176"/>
              <a:gd name="T35" fmla="*/ 88 h 171"/>
              <a:gd name="T36" fmla="*/ 175 w 176"/>
              <a:gd name="T37" fmla="*/ 92 h 171"/>
              <a:gd name="T38" fmla="*/ 166 w 176"/>
              <a:gd name="T39" fmla="*/ 101 h 171"/>
              <a:gd name="T40" fmla="*/ 162 w 176"/>
              <a:gd name="T41" fmla="*/ 103 h 171"/>
              <a:gd name="T42" fmla="*/ 158 w 176"/>
              <a:gd name="T43" fmla="*/ 101 h 171"/>
              <a:gd name="T44" fmla="*/ 88 w 176"/>
              <a:gd name="T45" fmla="*/ 31 h 171"/>
              <a:gd name="T46" fmla="*/ 18 w 176"/>
              <a:gd name="T47" fmla="*/ 101 h 171"/>
              <a:gd name="T48" fmla="*/ 14 w 176"/>
              <a:gd name="T49" fmla="*/ 103 h 171"/>
              <a:gd name="T50" fmla="*/ 10 w 176"/>
              <a:gd name="T51" fmla="*/ 101 h 171"/>
              <a:gd name="T52" fmla="*/ 1 w 176"/>
              <a:gd name="T53" fmla="*/ 92 h 171"/>
              <a:gd name="T54" fmla="*/ 0 w 176"/>
              <a:gd name="T55" fmla="*/ 88 h 171"/>
              <a:gd name="T56" fmla="*/ 1 w 176"/>
              <a:gd name="T57" fmla="*/ 84 h 171"/>
              <a:gd name="T58" fmla="*/ 84 w 176"/>
              <a:gd name="T59" fmla="*/ 1 h 171"/>
              <a:gd name="T60" fmla="*/ 88 w 176"/>
              <a:gd name="T61" fmla="*/ 0 h 171"/>
              <a:gd name="T62" fmla="*/ 92 w 176"/>
              <a:gd name="T63" fmla="*/ 1 h 171"/>
              <a:gd name="T64" fmla="*/ 175 w 176"/>
              <a:gd name="T65" fmla="*/ 84 h 171"/>
              <a:gd name="T66" fmla="*/ 176 w 176"/>
              <a:gd name="T67" fmla="*/ 88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71">
                <a:moveTo>
                  <a:pt x="176" y="156"/>
                </a:moveTo>
                <a:cubicBezTo>
                  <a:pt x="176" y="157"/>
                  <a:pt x="176" y="159"/>
                  <a:pt x="175" y="160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5" y="170"/>
                  <a:pt x="163" y="171"/>
                  <a:pt x="162" y="171"/>
                </a:cubicBezTo>
                <a:cubicBezTo>
                  <a:pt x="160" y="171"/>
                  <a:pt x="159" y="170"/>
                  <a:pt x="158" y="169"/>
                </a:cubicBezTo>
                <a:cubicBezTo>
                  <a:pt x="88" y="99"/>
                  <a:pt x="88" y="99"/>
                  <a:pt x="88" y="99"/>
                </a:cubicBezTo>
                <a:cubicBezTo>
                  <a:pt x="18" y="169"/>
                  <a:pt x="18" y="169"/>
                  <a:pt x="18" y="169"/>
                </a:cubicBezTo>
                <a:cubicBezTo>
                  <a:pt x="17" y="170"/>
                  <a:pt x="16" y="171"/>
                  <a:pt x="14" y="171"/>
                </a:cubicBezTo>
                <a:cubicBezTo>
                  <a:pt x="13" y="171"/>
                  <a:pt x="11" y="170"/>
                  <a:pt x="10" y="169"/>
                </a:cubicBezTo>
                <a:cubicBezTo>
                  <a:pt x="1" y="160"/>
                  <a:pt x="1" y="160"/>
                  <a:pt x="1" y="160"/>
                </a:cubicBezTo>
                <a:cubicBezTo>
                  <a:pt x="0" y="159"/>
                  <a:pt x="0" y="157"/>
                  <a:pt x="0" y="156"/>
                </a:cubicBezTo>
                <a:cubicBezTo>
                  <a:pt x="0" y="154"/>
                  <a:pt x="0" y="153"/>
                  <a:pt x="1" y="152"/>
                </a:cubicBezTo>
                <a:cubicBezTo>
                  <a:pt x="84" y="69"/>
                  <a:pt x="84" y="69"/>
                  <a:pt x="84" y="69"/>
                </a:cubicBezTo>
                <a:cubicBezTo>
                  <a:pt x="85" y="68"/>
                  <a:pt x="86" y="68"/>
                  <a:pt x="88" y="68"/>
                </a:cubicBezTo>
                <a:cubicBezTo>
                  <a:pt x="90" y="68"/>
                  <a:pt x="91" y="68"/>
                  <a:pt x="92" y="69"/>
                </a:cubicBezTo>
                <a:cubicBezTo>
                  <a:pt x="175" y="152"/>
                  <a:pt x="175" y="152"/>
                  <a:pt x="175" y="152"/>
                </a:cubicBezTo>
                <a:cubicBezTo>
                  <a:pt x="176" y="153"/>
                  <a:pt x="176" y="154"/>
                  <a:pt x="176" y="156"/>
                </a:cubicBezTo>
                <a:close/>
                <a:moveTo>
                  <a:pt x="176" y="88"/>
                </a:moveTo>
                <a:cubicBezTo>
                  <a:pt x="176" y="89"/>
                  <a:pt x="176" y="91"/>
                  <a:pt x="175" y="92"/>
                </a:cubicBezTo>
                <a:cubicBezTo>
                  <a:pt x="166" y="101"/>
                  <a:pt x="166" y="101"/>
                  <a:pt x="166" y="101"/>
                </a:cubicBezTo>
                <a:cubicBezTo>
                  <a:pt x="165" y="102"/>
                  <a:pt x="163" y="103"/>
                  <a:pt x="162" y="103"/>
                </a:cubicBezTo>
                <a:cubicBezTo>
                  <a:pt x="160" y="103"/>
                  <a:pt x="159" y="102"/>
                  <a:pt x="158" y="101"/>
                </a:cubicBezTo>
                <a:cubicBezTo>
                  <a:pt x="88" y="31"/>
                  <a:pt x="88" y="31"/>
                  <a:pt x="88" y="31"/>
                </a:cubicBezTo>
                <a:cubicBezTo>
                  <a:pt x="18" y="101"/>
                  <a:pt x="18" y="101"/>
                  <a:pt x="18" y="101"/>
                </a:cubicBezTo>
                <a:cubicBezTo>
                  <a:pt x="17" y="102"/>
                  <a:pt x="16" y="103"/>
                  <a:pt x="14" y="103"/>
                </a:cubicBezTo>
                <a:cubicBezTo>
                  <a:pt x="13" y="103"/>
                  <a:pt x="11" y="102"/>
                  <a:pt x="10" y="101"/>
                </a:cubicBezTo>
                <a:cubicBezTo>
                  <a:pt x="1" y="92"/>
                  <a:pt x="1" y="92"/>
                  <a:pt x="1" y="92"/>
                </a:cubicBezTo>
                <a:cubicBezTo>
                  <a:pt x="0" y="91"/>
                  <a:pt x="0" y="89"/>
                  <a:pt x="0" y="88"/>
                </a:cubicBezTo>
                <a:cubicBezTo>
                  <a:pt x="0" y="86"/>
                  <a:pt x="0" y="85"/>
                  <a:pt x="1" y="84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8" y="0"/>
                </a:cubicBezTo>
                <a:cubicBezTo>
                  <a:pt x="90" y="0"/>
                  <a:pt x="91" y="0"/>
                  <a:pt x="92" y="1"/>
                </a:cubicBezTo>
                <a:cubicBezTo>
                  <a:pt x="175" y="84"/>
                  <a:pt x="175" y="84"/>
                  <a:pt x="175" y="84"/>
                </a:cubicBezTo>
                <a:cubicBezTo>
                  <a:pt x="176" y="85"/>
                  <a:pt x="176" y="86"/>
                  <a:pt x="176" y="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5568951" y="2498725"/>
            <a:ext cx="184150" cy="190500"/>
          </a:xfrm>
          <a:custGeom>
            <a:avLst/>
            <a:gdLst>
              <a:gd name="T0" fmla="*/ 103 w 171"/>
              <a:gd name="T1" fmla="*/ 88 h 176"/>
              <a:gd name="T2" fmla="*/ 101 w 171"/>
              <a:gd name="T3" fmla="*/ 92 h 176"/>
              <a:gd name="T4" fmla="*/ 19 w 171"/>
              <a:gd name="T5" fmla="*/ 175 h 176"/>
              <a:gd name="T6" fmla="*/ 15 w 171"/>
              <a:gd name="T7" fmla="*/ 176 h 176"/>
              <a:gd name="T8" fmla="*/ 11 w 171"/>
              <a:gd name="T9" fmla="*/ 175 h 176"/>
              <a:gd name="T10" fmla="*/ 2 w 171"/>
              <a:gd name="T11" fmla="*/ 166 h 176"/>
              <a:gd name="T12" fmla="*/ 0 w 171"/>
              <a:gd name="T13" fmla="*/ 162 h 176"/>
              <a:gd name="T14" fmla="*/ 2 w 171"/>
              <a:gd name="T15" fmla="*/ 158 h 176"/>
              <a:gd name="T16" fmla="*/ 71 w 171"/>
              <a:gd name="T17" fmla="*/ 88 h 176"/>
              <a:gd name="T18" fmla="*/ 2 w 171"/>
              <a:gd name="T19" fmla="*/ 19 h 176"/>
              <a:gd name="T20" fmla="*/ 0 w 171"/>
              <a:gd name="T21" fmla="*/ 14 h 176"/>
              <a:gd name="T22" fmla="*/ 2 w 171"/>
              <a:gd name="T23" fmla="*/ 10 h 176"/>
              <a:gd name="T24" fmla="*/ 11 w 171"/>
              <a:gd name="T25" fmla="*/ 2 h 176"/>
              <a:gd name="T26" fmla="*/ 15 w 171"/>
              <a:gd name="T27" fmla="*/ 0 h 176"/>
              <a:gd name="T28" fmla="*/ 19 w 171"/>
              <a:gd name="T29" fmla="*/ 2 h 176"/>
              <a:gd name="T30" fmla="*/ 101 w 171"/>
              <a:gd name="T31" fmla="*/ 84 h 176"/>
              <a:gd name="T32" fmla="*/ 103 w 171"/>
              <a:gd name="T33" fmla="*/ 88 h 176"/>
              <a:gd name="T34" fmla="*/ 171 w 171"/>
              <a:gd name="T35" fmla="*/ 88 h 176"/>
              <a:gd name="T36" fmla="*/ 169 w 171"/>
              <a:gd name="T37" fmla="*/ 92 h 176"/>
              <a:gd name="T38" fmla="*/ 87 w 171"/>
              <a:gd name="T39" fmla="*/ 175 h 176"/>
              <a:gd name="T40" fmla="*/ 83 w 171"/>
              <a:gd name="T41" fmla="*/ 176 h 176"/>
              <a:gd name="T42" fmla="*/ 79 w 171"/>
              <a:gd name="T43" fmla="*/ 175 h 176"/>
              <a:gd name="T44" fmla="*/ 70 w 171"/>
              <a:gd name="T45" fmla="*/ 166 h 176"/>
              <a:gd name="T46" fmla="*/ 68 w 171"/>
              <a:gd name="T47" fmla="*/ 162 h 176"/>
              <a:gd name="T48" fmla="*/ 70 w 171"/>
              <a:gd name="T49" fmla="*/ 158 h 176"/>
              <a:gd name="T50" fmla="*/ 139 w 171"/>
              <a:gd name="T51" fmla="*/ 88 h 176"/>
              <a:gd name="T52" fmla="*/ 70 w 171"/>
              <a:gd name="T53" fmla="*/ 19 h 176"/>
              <a:gd name="T54" fmla="*/ 68 w 171"/>
              <a:gd name="T55" fmla="*/ 14 h 176"/>
              <a:gd name="T56" fmla="*/ 70 w 171"/>
              <a:gd name="T57" fmla="*/ 10 h 176"/>
              <a:gd name="T58" fmla="*/ 79 w 171"/>
              <a:gd name="T59" fmla="*/ 2 h 176"/>
              <a:gd name="T60" fmla="*/ 83 w 171"/>
              <a:gd name="T61" fmla="*/ 0 h 176"/>
              <a:gd name="T62" fmla="*/ 87 w 171"/>
              <a:gd name="T63" fmla="*/ 2 h 176"/>
              <a:gd name="T64" fmla="*/ 169 w 171"/>
              <a:gd name="T65" fmla="*/ 84 h 176"/>
              <a:gd name="T66" fmla="*/ 171 w 171"/>
              <a:gd name="T67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1" h="176">
                <a:moveTo>
                  <a:pt x="103" y="88"/>
                </a:moveTo>
                <a:cubicBezTo>
                  <a:pt x="103" y="90"/>
                  <a:pt x="102" y="91"/>
                  <a:pt x="101" y="92"/>
                </a:cubicBezTo>
                <a:cubicBezTo>
                  <a:pt x="19" y="175"/>
                  <a:pt x="19" y="175"/>
                  <a:pt x="19" y="175"/>
                </a:cubicBezTo>
                <a:cubicBezTo>
                  <a:pt x="18" y="176"/>
                  <a:pt x="16" y="176"/>
                  <a:pt x="15" y="176"/>
                </a:cubicBezTo>
                <a:cubicBezTo>
                  <a:pt x="13" y="176"/>
                  <a:pt x="12" y="176"/>
                  <a:pt x="11" y="175"/>
                </a:cubicBezTo>
                <a:cubicBezTo>
                  <a:pt x="2" y="166"/>
                  <a:pt x="2" y="166"/>
                  <a:pt x="2" y="166"/>
                </a:cubicBezTo>
                <a:cubicBezTo>
                  <a:pt x="1" y="165"/>
                  <a:pt x="0" y="163"/>
                  <a:pt x="0" y="162"/>
                </a:cubicBezTo>
                <a:cubicBezTo>
                  <a:pt x="0" y="160"/>
                  <a:pt x="1" y="159"/>
                  <a:pt x="2" y="158"/>
                </a:cubicBezTo>
                <a:cubicBezTo>
                  <a:pt x="71" y="88"/>
                  <a:pt x="71" y="88"/>
                  <a:pt x="71" y="88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7"/>
                  <a:pt x="0" y="16"/>
                  <a:pt x="0" y="14"/>
                </a:cubicBezTo>
                <a:cubicBezTo>
                  <a:pt x="0" y="13"/>
                  <a:pt x="1" y="12"/>
                  <a:pt x="2" y="10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0"/>
                  <a:pt x="13" y="0"/>
                  <a:pt x="15" y="0"/>
                </a:cubicBezTo>
                <a:cubicBezTo>
                  <a:pt x="16" y="0"/>
                  <a:pt x="18" y="0"/>
                  <a:pt x="19" y="2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2" y="85"/>
                  <a:pt x="103" y="87"/>
                  <a:pt x="103" y="88"/>
                </a:cubicBezTo>
                <a:close/>
                <a:moveTo>
                  <a:pt x="171" y="88"/>
                </a:moveTo>
                <a:cubicBezTo>
                  <a:pt x="171" y="90"/>
                  <a:pt x="170" y="91"/>
                  <a:pt x="169" y="92"/>
                </a:cubicBezTo>
                <a:cubicBezTo>
                  <a:pt x="87" y="175"/>
                  <a:pt x="87" y="175"/>
                  <a:pt x="87" y="175"/>
                </a:cubicBezTo>
                <a:cubicBezTo>
                  <a:pt x="86" y="176"/>
                  <a:pt x="84" y="176"/>
                  <a:pt x="83" y="176"/>
                </a:cubicBezTo>
                <a:cubicBezTo>
                  <a:pt x="81" y="176"/>
                  <a:pt x="80" y="176"/>
                  <a:pt x="79" y="175"/>
                </a:cubicBezTo>
                <a:cubicBezTo>
                  <a:pt x="70" y="166"/>
                  <a:pt x="70" y="166"/>
                  <a:pt x="70" y="166"/>
                </a:cubicBezTo>
                <a:cubicBezTo>
                  <a:pt x="69" y="165"/>
                  <a:pt x="68" y="163"/>
                  <a:pt x="68" y="162"/>
                </a:cubicBezTo>
                <a:cubicBezTo>
                  <a:pt x="68" y="160"/>
                  <a:pt x="69" y="159"/>
                  <a:pt x="70" y="158"/>
                </a:cubicBezTo>
                <a:cubicBezTo>
                  <a:pt x="139" y="88"/>
                  <a:pt x="139" y="88"/>
                  <a:pt x="139" y="88"/>
                </a:cubicBezTo>
                <a:cubicBezTo>
                  <a:pt x="70" y="19"/>
                  <a:pt x="70" y="19"/>
                  <a:pt x="70" y="19"/>
                </a:cubicBezTo>
                <a:cubicBezTo>
                  <a:pt x="69" y="17"/>
                  <a:pt x="68" y="16"/>
                  <a:pt x="68" y="14"/>
                </a:cubicBezTo>
                <a:cubicBezTo>
                  <a:pt x="68" y="13"/>
                  <a:pt x="69" y="12"/>
                  <a:pt x="70" y="10"/>
                </a:cubicBezTo>
                <a:cubicBezTo>
                  <a:pt x="79" y="2"/>
                  <a:pt x="79" y="2"/>
                  <a:pt x="79" y="2"/>
                </a:cubicBezTo>
                <a:cubicBezTo>
                  <a:pt x="80" y="0"/>
                  <a:pt x="81" y="0"/>
                  <a:pt x="83" y="0"/>
                </a:cubicBezTo>
                <a:cubicBezTo>
                  <a:pt x="84" y="0"/>
                  <a:pt x="86" y="0"/>
                  <a:pt x="87" y="2"/>
                </a:cubicBezTo>
                <a:cubicBezTo>
                  <a:pt x="169" y="84"/>
                  <a:pt x="169" y="84"/>
                  <a:pt x="169" y="84"/>
                </a:cubicBezTo>
                <a:cubicBezTo>
                  <a:pt x="170" y="85"/>
                  <a:pt x="171" y="87"/>
                  <a:pt x="171" y="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5999163" y="2498725"/>
            <a:ext cx="184150" cy="190500"/>
          </a:xfrm>
          <a:custGeom>
            <a:avLst/>
            <a:gdLst>
              <a:gd name="T0" fmla="*/ 103 w 171"/>
              <a:gd name="T1" fmla="*/ 162 h 176"/>
              <a:gd name="T2" fmla="*/ 102 w 171"/>
              <a:gd name="T3" fmla="*/ 166 h 176"/>
              <a:gd name="T4" fmla="*/ 93 w 171"/>
              <a:gd name="T5" fmla="*/ 175 h 176"/>
              <a:gd name="T6" fmla="*/ 89 w 171"/>
              <a:gd name="T7" fmla="*/ 176 h 176"/>
              <a:gd name="T8" fmla="*/ 85 w 171"/>
              <a:gd name="T9" fmla="*/ 175 h 176"/>
              <a:gd name="T10" fmla="*/ 2 w 171"/>
              <a:gd name="T11" fmla="*/ 92 h 176"/>
              <a:gd name="T12" fmla="*/ 0 w 171"/>
              <a:gd name="T13" fmla="*/ 88 h 176"/>
              <a:gd name="T14" fmla="*/ 2 w 171"/>
              <a:gd name="T15" fmla="*/ 84 h 176"/>
              <a:gd name="T16" fmla="*/ 85 w 171"/>
              <a:gd name="T17" fmla="*/ 2 h 176"/>
              <a:gd name="T18" fmla="*/ 89 w 171"/>
              <a:gd name="T19" fmla="*/ 0 h 176"/>
              <a:gd name="T20" fmla="*/ 93 w 171"/>
              <a:gd name="T21" fmla="*/ 2 h 176"/>
              <a:gd name="T22" fmla="*/ 102 w 171"/>
              <a:gd name="T23" fmla="*/ 10 h 176"/>
              <a:gd name="T24" fmla="*/ 103 w 171"/>
              <a:gd name="T25" fmla="*/ 14 h 176"/>
              <a:gd name="T26" fmla="*/ 102 w 171"/>
              <a:gd name="T27" fmla="*/ 19 h 176"/>
              <a:gd name="T28" fmla="*/ 32 w 171"/>
              <a:gd name="T29" fmla="*/ 88 h 176"/>
              <a:gd name="T30" fmla="*/ 102 w 171"/>
              <a:gd name="T31" fmla="*/ 158 h 176"/>
              <a:gd name="T32" fmla="*/ 103 w 171"/>
              <a:gd name="T33" fmla="*/ 162 h 176"/>
              <a:gd name="T34" fmla="*/ 171 w 171"/>
              <a:gd name="T35" fmla="*/ 162 h 176"/>
              <a:gd name="T36" fmla="*/ 170 w 171"/>
              <a:gd name="T37" fmla="*/ 166 h 176"/>
              <a:gd name="T38" fmla="*/ 161 w 171"/>
              <a:gd name="T39" fmla="*/ 175 h 176"/>
              <a:gd name="T40" fmla="*/ 157 w 171"/>
              <a:gd name="T41" fmla="*/ 176 h 176"/>
              <a:gd name="T42" fmla="*/ 153 w 171"/>
              <a:gd name="T43" fmla="*/ 175 h 176"/>
              <a:gd name="T44" fmla="*/ 70 w 171"/>
              <a:gd name="T45" fmla="*/ 92 h 176"/>
              <a:gd name="T46" fmla="*/ 68 w 171"/>
              <a:gd name="T47" fmla="*/ 88 h 176"/>
              <a:gd name="T48" fmla="*/ 70 w 171"/>
              <a:gd name="T49" fmla="*/ 84 h 176"/>
              <a:gd name="T50" fmla="*/ 153 w 171"/>
              <a:gd name="T51" fmla="*/ 2 h 176"/>
              <a:gd name="T52" fmla="*/ 157 w 171"/>
              <a:gd name="T53" fmla="*/ 0 h 176"/>
              <a:gd name="T54" fmla="*/ 161 w 171"/>
              <a:gd name="T55" fmla="*/ 2 h 176"/>
              <a:gd name="T56" fmla="*/ 170 w 171"/>
              <a:gd name="T57" fmla="*/ 10 h 176"/>
              <a:gd name="T58" fmla="*/ 171 w 171"/>
              <a:gd name="T59" fmla="*/ 14 h 176"/>
              <a:gd name="T60" fmla="*/ 170 w 171"/>
              <a:gd name="T61" fmla="*/ 19 h 176"/>
              <a:gd name="T62" fmla="*/ 100 w 171"/>
              <a:gd name="T63" fmla="*/ 88 h 176"/>
              <a:gd name="T64" fmla="*/ 170 w 171"/>
              <a:gd name="T65" fmla="*/ 158 h 176"/>
              <a:gd name="T66" fmla="*/ 171 w 171"/>
              <a:gd name="T67" fmla="*/ 16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1" h="176">
                <a:moveTo>
                  <a:pt x="103" y="162"/>
                </a:moveTo>
                <a:cubicBezTo>
                  <a:pt x="103" y="163"/>
                  <a:pt x="103" y="165"/>
                  <a:pt x="102" y="166"/>
                </a:cubicBezTo>
                <a:cubicBezTo>
                  <a:pt x="93" y="175"/>
                  <a:pt x="93" y="175"/>
                  <a:pt x="93" y="175"/>
                </a:cubicBezTo>
                <a:cubicBezTo>
                  <a:pt x="92" y="176"/>
                  <a:pt x="90" y="176"/>
                  <a:pt x="89" y="176"/>
                </a:cubicBezTo>
                <a:cubicBezTo>
                  <a:pt x="87" y="176"/>
                  <a:pt x="86" y="176"/>
                  <a:pt x="85" y="175"/>
                </a:cubicBezTo>
                <a:cubicBezTo>
                  <a:pt x="2" y="92"/>
                  <a:pt x="2" y="92"/>
                  <a:pt x="2" y="92"/>
                </a:cubicBezTo>
                <a:cubicBezTo>
                  <a:pt x="1" y="91"/>
                  <a:pt x="0" y="90"/>
                  <a:pt x="0" y="88"/>
                </a:cubicBezTo>
                <a:cubicBezTo>
                  <a:pt x="0" y="87"/>
                  <a:pt x="1" y="85"/>
                  <a:pt x="2" y="84"/>
                </a:cubicBezTo>
                <a:cubicBezTo>
                  <a:pt x="85" y="2"/>
                  <a:pt x="85" y="2"/>
                  <a:pt x="85" y="2"/>
                </a:cubicBezTo>
                <a:cubicBezTo>
                  <a:pt x="86" y="0"/>
                  <a:pt x="87" y="0"/>
                  <a:pt x="89" y="0"/>
                </a:cubicBezTo>
                <a:cubicBezTo>
                  <a:pt x="90" y="0"/>
                  <a:pt x="92" y="0"/>
                  <a:pt x="93" y="2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103" y="12"/>
                  <a:pt x="103" y="13"/>
                  <a:pt x="103" y="14"/>
                </a:cubicBezTo>
                <a:cubicBezTo>
                  <a:pt x="103" y="16"/>
                  <a:pt x="103" y="17"/>
                  <a:pt x="102" y="19"/>
                </a:cubicBezTo>
                <a:cubicBezTo>
                  <a:pt x="32" y="88"/>
                  <a:pt x="32" y="88"/>
                  <a:pt x="32" y="88"/>
                </a:cubicBezTo>
                <a:cubicBezTo>
                  <a:pt x="102" y="158"/>
                  <a:pt x="102" y="158"/>
                  <a:pt x="102" y="158"/>
                </a:cubicBezTo>
                <a:cubicBezTo>
                  <a:pt x="103" y="159"/>
                  <a:pt x="103" y="160"/>
                  <a:pt x="103" y="162"/>
                </a:cubicBezTo>
                <a:close/>
                <a:moveTo>
                  <a:pt x="171" y="162"/>
                </a:moveTo>
                <a:cubicBezTo>
                  <a:pt x="171" y="163"/>
                  <a:pt x="171" y="165"/>
                  <a:pt x="170" y="166"/>
                </a:cubicBezTo>
                <a:cubicBezTo>
                  <a:pt x="161" y="175"/>
                  <a:pt x="161" y="175"/>
                  <a:pt x="161" y="175"/>
                </a:cubicBezTo>
                <a:cubicBezTo>
                  <a:pt x="160" y="176"/>
                  <a:pt x="158" y="176"/>
                  <a:pt x="157" y="176"/>
                </a:cubicBezTo>
                <a:cubicBezTo>
                  <a:pt x="155" y="176"/>
                  <a:pt x="154" y="176"/>
                  <a:pt x="153" y="175"/>
                </a:cubicBezTo>
                <a:cubicBezTo>
                  <a:pt x="70" y="92"/>
                  <a:pt x="70" y="92"/>
                  <a:pt x="70" y="92"/>
                </a:cubicBezTo>
                <a:cubicBezTo>
                  <a:pt x="69" y="91"/>
                  <a:pt x="68" y="90"/>
                  <a:pt x="68" y="88"/>
                </a:cubicBezTo>
                <a:cubicBezTo>
                  <a:pt x="68" y="87"/>
                  <a:pt x="69" y="85"/>
                  <a:pt x="70" y="84"/>
                </a:cubicBezTo>
                <a:cubicBezTo>
                  <a:pt x="153" y="2"/>
                  <a:pt x="153" y="2"/>
                  <a:pt x="153" y="2"/>
                </a:cubicBezTo>
                <a:cubicBezTo>
                  <a:pt x="154" y="0"/>
                  <a:pt x="155" y="0"/>
                  <a:pt x="157" y="0"/>
                </a:cubicBezTo>
                <a:cubicBezTo>
                  <a:pt x="158" y="0"/>
                  <a:pt x="160" y="0"/>
                  <a:pt x="161" y="2"/>
                </a:cubicBezTo>
                <a:cubicBezTo>
                  <a:pt x="170" y="10"/>
                  <a:pt x="170" y="10"/>
                  <a:pt x="170" y="10"/>
                </a:cubicBezTo>
                <a:cubicBezTo>
                  <a:pt x="171" y="12"/>
                  <a:pt x="171" y="13"/>
                  <a:pt x="171" y="14"/>
                </a:cubicBezTo>
                <a:cubicBezTo>
                  <a:pt x="171" y="16"/>
                  <a:pt x="171" y="17"/>
                  <a:pt x="170" y="19"/>
                </a:cubicBezTo>
                <a:cubicBezTo>
                  <a:pt x="100" y="88"/>
                  <a:pt x="100" y="88"/>
                  <a:pt x="100" y="88"/>
                </a:cubicBezTo>
                <a:cubicBezTo>
                  <a:pt x="170" y="158"/>
                  <a:pt x="170" y="158"/>
                  <a:pt x="170" y="158"/>
                </a:cubicBezTo>
                <a:cubicBezTo>
                  <a:pt x="171" y="159"/>
                  <a:pt x="171" y="160"/>
                  <a:pt x="171" y="16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6426201" y="2501900"/>
            <a:ext cx="190500" cy="184150"/>
          </a:xfrm>
          <a:custGeom>
            <a:avLst/>
            <a:gdLst>
              <a:gd name="T0" fmla="*/ 177 w 177"/>
              <a:gd name="T1" fmla="*/ 82 h 171"/>
              <a:gd name="T2" fmla="*/ 175 w 177"/>
              <a:gd name="T3" fmla="*/ 86 h 171"/>
              <a:gd name="T4" fmla="*/ 92 w 177"/>
              <a:gd name="T5" fmla="*/ 169 h 171"/>
              <a:gd name="T6" fmla="*/ 88 w 177"/>
              <a:gd name="T7" fmla="*/ 171 h 171"/>
              <a:gd name="T8" fmla="*/ 84 w 177"/>
              <a:gd name="T9" fmla="*/ 169 h 171"/>
              <a:gd name="T10" fmla="*/ 2 w 177"/>
              <a:gd name="T11" fmla="*/ 86 h 171"/>
              <a:gd name="T12" fmla="*/ 0 w 177"/>
              <a:gd name="T13" fmla="*/ 82 h 171"/>
              <a:gd name="T14" fmla="*/ 2 w 177"/>
              <a:gd name="T15" fmla="*/ 78 h 171"/>
              <a:gd name="T16" fmla="*/ 11 w 177"/>
              <a:gd name="T17" fmla="*/ 69 h 171"/>
              <a:gd name="T18" fmla="*/ 15 w 177"/>
              <a:gd name="T19" fmla="*/ 68 h 171"/>
              <a:gd name="T20" fmla="*/ 19 w 177"/>
              <a:gd name="T21" fmla="*/ 69 h 171"/>
              <a:gd name="T22" fmla="*/ 88 w 177"/>
              <a:gd name="T23" fmla="*/ 139 h 171"/>
              <a:gd name="T24" fmla="*/ 158 w 177"/>
              <a:gd name="T25" fmla="*/ 69 h 171"/>
              <a:gd name="T26" fmla="*/ 162 w 177"/>
              <a:gd name="T27" fmla="*/ 68 h 171"/>
              <a:gd name="T28" fmla="*/ 166 w 177"/>
              <a:gd name="T29" fmla="*/ 69 h 171"/>
              <a:gd name="T30" fmla="*/ 175 w 177"/>
              <a:gd name="T31" fmla="*/ 78 h 171"/>
              <a:gd name="T32" fmla="*/ 177 w 177"/>
              <a:gd name="T33" fmla="*/ 82 h 171"/>
              <a:gd name="T34" fmla="*/ 177 w 177"/>
              <a:gd name="T35" fmla="*/ 14 h 171"/>
              <a:gd name="T36" fmla="*/ 175 w 177"/>
              <a:gd name="T37" fmla="*/ 18 h 171"/>
              <a:gd name="T38" fmla="*/ 92 w 177"/>
              <a:gd name="T39" fmla="*/ 101 h 171"/>
              <a:gd name="T40" fmla="*/ 88 w 177"/>
              <a:gd name="T41" fmla="*/ 103 h 171"/>
              <a:gd name="T42" fmla="*/ 84 w 177"/>
              <a:gd name="T43" fmla="*/ 101 h 171"/>
              <a:gd name="T44" fmla="*/ 2 w 177"/>
              <a:gd name="T45" fmla="*/ 18 h 171"/>
              <a:gd name="T46" fmla="*/ 0 w 177"/>
              <a:gd name="T47" fmla="*/ 14 h 171"/>
              <a:gd name="T48" fmla="*/ 2 w 177"/>
              <a:gd name="T49" fmla="*/ 10 h 171"/>
              <a:gd name="T50" fmla="*/ 11 w 177"/>
              <a:gd name="T51" fmla="*/ 1 h 171"/>
              <a:gd name="T52" fmla="*/ 15 w 177"/>
              <a:gd name="T53" fmla="*/ 0 h 171"/>
              <a:gd name="T54" fmla="*/ 19 w 177"/>
              <a:gd name="T55" fmla="*/ 1 h 171"/>
              <a:gd name="T56" fmla="*/ 88 w 177"/>
              <a:gd name="T57" fmla="*/ 71 h 171"/>
              <a:gd name="T58" fmla="*/ 158 w 177"/>
              <a:gd name="T59" fmla="*/ 1 h 171"/>
              <a:gd name="T60" fmla="*/ 162 w 177"/>
              <a:gd name="T61" fmla="*/ 0 h 171"/>
              <a:gd name="T62" fmla="*/ 166 w 177"/>
              <a:gd name="T63" fmla="*/ 1 h 171"/>
              <a:gd name="T64" fmla="*/ 175 w 177"/>
              <a:gd name="T65" fmla="*/ 10 h 171"/>
              <a:gd name="T66" fmla="*/ 177 w 177"/>
              <a:gd name="T67" fmla="*/ 14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7" h="171">
                <a:moveTo>
                  <a:pt x="177" y="82"/>
                </a:moveTo>
                <a:cubicBezTo>
                  <a:pt x="177" y="84"/>
                  <a:pt x="176" y="85"/>
                  <a:pt x="175" y="86"/>
                </a:cubicBezTo>
                <a:cubicBezTo>
                  <a:pt x="92" y="169"/>
                  <a:pt x="92" y="169"/>
                  <a:pt x="92" y="169"/>
                </a:cubicBezTo>
                <a:cubicBezTo>
                  <a:pt x="91" y="170"/>
                  <a:pt x="90" y="171"/>
                  <a:pt x="88" y="171"/>
                </a:cubicBezTo>
                <a:cubicBezTo>
                  <a:pt x="87" y="171"/>
                  <a:pt x="85" y="170"/>
                  <a:pt x="84" y="169"/>
                </a:cubicBezTo>
                <a:cubicBezTo>
                  <a:pt x="2" y="86"/>
                  <a:pt x="2" y="86"/>
                  <a:pt x="2" y="86"/>
                </a:cubicBezTo>
                <a:cubicBezTo>
                  <a:pt x="1" y="85"/>
                  <a:pt x="0" y="84"/>
                  <a:pt x="0" y="82"/>
                </a:cubicBezTo>
                <a:cubicBezTo>
                  <a:pt x="0" y="81"/>
                  <a:pt x="1" y="79"/>
                  <a:pt x="2" y="78"/>
                </a:cubicBezTo>
                <a:cubicBezTo>
                  <a:pt x="11" y="69"/>
                  <a:pt x="11" y="69"/>
                  <a:pt x="11" y="69"/>
                </a:cubicBezTo>
                <a:cubicBezTo>
                  <a:pt x="12" y="68"/>
                  <a:pt x="13" y="68"/>
                  <a:pt x="15" y="68"/>
                </a:cubicBezTo>
                <a:cubicBezTo>
                  <a:pt x="16" y="68"/>
                  <a:pt x="18" y="68"/>
                  <a:pt x="19" y="6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9" y="68"/>
                  <a:pt x="160" y="68"/>
                  <a:pt x="162" y="68"/>
                </a:cubicBezTo>
                <a:cubicBezTo>
                  <a:pt x="164" y="68"/>
                  <a:pt x="165" y="68"/>
                  <a:pt x="166" y="69"/>
                </a:cubicBezTo>
                <a:cubicBezTo>
                  <a:pt x="175" y="78"/>
                  <a:pt x="175" y="78"/>
                  <a:pt x="175" y="78"/>
                </a:cubicBezTo>
                <a:cubicBezTo>
                  <a:pt x="176" y="79"/>
                  <a:pt x="177" y="81"/>
                  <a:pt x="177" y="82"/>
                </a:cubicBezTo>
                <a:close/>
                <a:moveTo>
                  <a:pt x="177" y="14"/>
                </a:moveTo>
                <a:cubicBezTo>
                  <a:pt x="177" y="16"/>
                  <a:pt x="176" y="17"/>
                  <a:pt x="175" y="18"/>
                </a:cubicBezTo>
                <a:cubicBezTo>
                  <a:pt x="92" y="101"/>
                  <a:pt x="92" y="101"/>
                  <a:pt x="92" y="101"/>
                </a:cubicBezTo>
                <a:cubicBezTo>
                  <a:pt x="91" y="102"/>
                  <a:pt x="90" y="103"/>
                  <a:pt x="88" y="103"/>
                </a:cubicBezTo>
                <a:cubicBezTo>
                  <a:pt x="87" y="103"/>
                  <a:pt x="85" y="102"/>
                  <a:pt x="84" y="101"/>
                </a:cubicBezTo>
                <a:cubicBezTo>
                  <a:pt x="2" y="18"/>
                  <a:pt x="2" y="18"/>
                  <a:pt x="2" y="18"/>
                </a:cubicBezTo>
                <a:cubicBezTo>
                  <a:pt x="1" y="17"/>
                  <a:pt x="0" y="16"/>
                  <a:pt x="0" y="14"/>
                </a:cubicBezTo>
                <a:cubicBezTo>
                  <a:pt x="0" y="13"/>
                  <a:pt x="1" y="11"/>
                  <a:pt x="2" y="10"/>
                </a:cubicBezTo>
                <a:cubicBezTo>
                  <a:pt x="11" y="1"/>
                  <a:pt x="11" y="1"/>
                  <a:pt x="11" y="1"/>
                </a:cubicBezTo>
                <a:cubicBezTo>
                  <a:pt x="12" y="0"/>
                  <a:pt x="13" y="0"/>
                  <a:pt x="15" y="0"/>
                </a:cubicBezTo>
                <a:cubicBezTo>
                  <a:pt x="16" y="0"/>
                  <a:pt x="18" y="0"/>
                  <a:pt x="19" y="1"/>
                </a:cubicBezTo>
                <a:cubicBezTo>
                  <a:pt x="88" y="71"/>
                  <a:pt x="88" y="71"/>
                  <a:pt x="88" y="71"/>
                </a:cubicBezTo>
                <a:cubicBezTo>
                  <a:pt x="158" y="1"/>
                  <a:pt x="158" y="1"/>
                  <a:pt x="158" y="1"/>
                </a:cubicBezTo>
                <a:cubicBezTo>
                  <a:pt x="159" y="0"/>
                  <a:pt x="160" y="0"/>
                  <a:pt x="162" y="0"/>
                </a:cubicBezTo>
                <a:cubicBezTo>
                  <a:pt x="164" y="0"/>
                  <a:pt x="165" y="0"/>
                  <a:pt x="166" y="1"/>
                </a:cubicBezTo>
                <a:cubicBezTo>
                  <a:pt x="175" y="10"/>
                  <a:pt x="175" y="10"/>
                  <a:pt x="175" y="10"/>
                </a:cubicBezTo>
                <a:cubicBezTo>
                  <a:pt x="176" y="11"/>
                  <a:pt x="177" y="13"/>
                  <a:pt x="177" y="1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6831013" y="2422525"/>
            <a:ext cx="241300" cy="342900"/>
          </a:xfrm>
          <a:custGeom>
            <a:avLst/>
            <a:gdLst>
              <a:gd name="T0" fmla="*/ 147 w 223"/>
              <a:gd name="T1" fmla="*/ 124 h 317"/>
              <a:gd name="T2" fmla="*/ 197 w 223"/>
              <a:gd name="T3" fmla="*/ 37 h 317"/>
              <a:gd name="T4" fmla="*/ 167 w 223"/>
              <a:gd name="T5" fmla="*/ 66 h 317"/>
              <a:gd name="T6" fmla="*/ 120 w 223"/>
              <a:gd name="T7" fmla="*/ 204 h 317"/>
              <a:gd name="T8" fmla="*/ 127 w 223"/>
              <a:gd name="T9" fmla="*/ 191 h 317"/>
              <a:gd name="T10" fmla="*/ 114 w 223"/>
              <a:gd name="T11" fmla="*/ 188 h 317"/>
              <a:gd name="T12" fmla="*/ 91 w 223"/>
              <a:gd name="T13" fmla="*/ 122 h 317"/>
              <a:gd name="T14" fmla="*/ 113 w 223"/>
              <a:gd name="T15" fmla="*/ 121 h 317"/>
              <a:gd name="T16" fmla="*/ 70 w 223"/>
              <a:gd name="T17" fmla="*/ 20 h 317"/>
              <a:gd name="T18" fmla="*/ 63 w 223"/>
              <a:gd name="T19" fmla="*/ 29 h 317"/>
              <a:gd name="T20" fmla="*/ 58 w 223"/>
              <a:gd name="T21" fmla="*/ 185 h 317"/>
              <a:gd name="T22" fmla="*/ 96 w 223"/>
              <a:gd name="T23" fmla="*/ 224 h 317"/>
              <a:gd name="T24" fmla="*/ 103 w 223"/>
              <a:gd name="T25" fmla="*/ 217 h 317"/>
              <a:gd name="T26" fmla="*/ 91 w 223"/>
              <a:gd name="T27" fmla="*/ 186 h 317"/>
              <a:gd name="T28" fmla="*/ 72 w 223"/>
              <a:gd name="T29" fmla="*/ 156 h 317"/>
              <a:gd name="T30" fmla="*/ 53 w 223"/>
              <a:gd name="T31" fmla="*/ 155 h 317"/>
              <a:gd name="T32" fmla="*/ 21 w 223"/>
              <a:gd name="T33" fmla="*/ 223 h 317"/>
              <a:gd name="T34" fmla="*/ 58 w 223"/>
              <a:gd name="T35" fmla="*/ 282 h 317"/>
              <a:gd name="T36" fmla="*/ 175 w 223"/>
              <a:gd name="T37" fmla="*/ 266 h 317"/>
              <a:gd name="T38" fmla="*/ 202 w 223"/>
              <a:gd name="T39" fmla="*/ 179 h 317"/>
              <a:gd name="T40" fmla="*/ 194 w 223"/>
              <a:gd name="T41" fmla="*/ 158 h 317"/>
              <a:gd name="T42" fmla="*/ 109 w 223"/>
              <a:gd name="T43" fmla="*/ 140 h 317"/>
              <a:gd name="T44" fmla="*/ 98 w 223"/>
              <a:gd name="T45" fmla="*/ 148 h 317"/>
              <a:gd name="T46" fmla="*/ 112 w 223"/>
              <a:gd name="T47" fmla="*/ 166 h 317"/>
              <a:gd name="T48" fmla="*/ 141 w 223"/>
              <a:gd name="T49" fmla="*/ 172 h 317"/>
              <a:gd name="T50" fmla="*/ 168 w 223"/>
              <a:gd name="T51" fmla="*/ 172 h 317"/>
              <a:gd name="T52" fmla="*/ 180 w 223"/>
              <a:gd name="T53" fmla="*/ 176 h 317"/>
              <a:gd name="T54" fmla="*/ 166 w 223"/>
              <a:gd name="T55" fmla="*/ 195 h 317"/>
              <a:gd name="T56" fmla="*/ 130 w 223"/>
              <a:gd name="T57" fmla="*/ 223 h 317"/>
              <a:gd name="T58" fmla="*/ 126 w 223"/>
              <a:gd name="T59" fmla="*/ 263 h 317"/>
              <a:gd name="T60" fmla="*/ 128 w 223"/>
              <a:gd name="T61" fmla="*/ 281 h 317"/>
              <a:gd name="T62" fmla="*/ 102 w 223"/>
              <a:gd name="T63" fmla="*/ 245 h 317"/>
              <a:gd name="T64" fmla="*/ 95 w 223"/>
              <a:gd name="T65" fmla="*/ 249 h 317"/>
              <a:gd name="T66" fmla="*/ 71 w 223"/>
              <a:gd name="T67" fmla="*/ 272 h 317"/>
              <a:gd name="T68" fmla="*/ 27 w 223"/>
              <a:gd name="T69" fmla="*/ 230 h 317"/>
              <a:gd name="T70" fmla="*/ 43 w 223"/>
              <a:gd name="T71" fmla="*/ 231 h 317"/>
              <a:gd name="T72" fmla="*/ 71 w 223"/>
              <a:gd name="T73" fmla="*/ 248 h 317"/>
              <a:gd name="T74" fmla="*/ 58 w 223"/>
              <a:gd name="T75" fmla="*/ 219 h 317"/>
              <a:gd name="T76" fmla="*/ 25 w 223"/>
              <a:gd name="T77" fmla="*/ 207 h 317"/>
              <a:gd name="T78" fmla="*/ 0 w 223"/>
              <a:gd name="T79" fmla="*/ 225 h 317"/>
              <a:gd name="T80" fmla="*/ 32 w 223"/>
              <a:gd name="T81" fmla="*/ 180 h 317"/>
              <a:gd name="T82" fmla="*/ 38 w 223"/>
              <a:gd name="T83" fmla="*/ 140 h 317"/>
              <a:gd name="T84" fmla="*/ 72 w 223"/>
              <a:gd name="T85" fmla="*/ 132 h 317"/>
              <a:gd name="T86" fmla="*/ 50 w 223"/>
              <a:gd name="T87" fmla="*/ 8 h 317"/>
              <a:gd name="T88" fmla="*/ 129 w 223"/>
              <a:gd name="T89" fmla="*/ 102 h 317"/>
              <a:gd name="T90" fmla="*/ 136 w 223"/>
              <a:gd name="T91" fmla="*/ 92 h 317"/>
              <a:gd name="T92" fmla="*/ 153 w 223"/>
              <a:gd name="T93" fmla="*/ 49 h 317"/>
              <a:gd name="T94" fmla="*/ 177 w 223"/>
              <a:gd name="T95" fmla="*/ 12 h 317"/>
              <a:gd name="T96" fmla="*/ 210 w 223"/>
              <a:gd name="T97" fmla="*/ 14 h 317"/>
              <a:gd name="T98" fmla="*/ 189 w 223"/>
              <a:gd name="T99" fmla="*/ 133 h 317"/>
              <a:gd name="T100" fmla="*/ 217 w 223"/>
              <a:gd name="T101" fmla="*/ 155 h 317"/>
              <a:gd name="T102" fmla="*/ 223 w 223"/>
              <a:gd name="T103" fmla="*/ 191 h 317"/>
              <a:gd name="T104" fmla="*/ 191 w 223"/>
              <a:gd name="T105" fmla="*/ 280 h 317"/>
              <a:gd name="T106" fmla="*/ 105 w 223"/>
              <a:gd name="T107" fmla="*/ 317 h 317"/>
              <a:gd name="T108" fmla="*/ 20 w 223"/>
              <a:gd name="T109" fmla="*/ 275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3" h="317">
                <a:moveTo>
                  <a:pt x="167" y="66"/>
                </a:moveTo>
                <a:cubicBezTo>
                  <a:pt x="147" y="124"/>
                  <a:pt x="147" y="124"/>
                  <a:pt x="147" y="124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87" y="75"/>
                  <a:pt x="197" y="44"/>
                  <a:pt x="197" y="37"/>
                </a:cubicBezTo>
                <a:cubicBezTo>
                  <a:pt x="197" y="30"/>
                  <a:pt x="195" y="27"/>
                  <a:pt x="190" y="27"/>
                </a:cubicBezTo>
                <a:cubicBezTo>
                  <a:pt x="183" y="27"/>
                  <a:pt x="176" y="40"/>
                  <a:pt x="167" y="66"/>
                </a:cubicBezTo>
                <a:close/>
                <a:moveTo>
                  <a:pt x="114" y="188"/>
                </a:moveTo>
                <a:cubicBezTo>
                  <a:pt x="120" y="204"/>
                  <a:pt x="120" y="204"/>
                  <a:pt x="120" y="204"/>
                </a:cubicBezTo>
                <a:cubicBezTo>
                  <a:pt x="124" y="199"/>
                  <a:pt x="129" y="195"/>
                  <a:pt x="133" y="192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20" y="190"/>
                  <a:pt x="120" y="190"/>
                  <a:pt x="120" y="190"/>
                </a:cubicBezTo>
                <a:lnTo>
                  <a:pt x="114" y="188"/>
                </a:lnTo>
                <a:close/>
                <a:moveTo>
                  <a:pt x="63" y="29"/>
                </a:moveTo>
                <a:cubicBezTo>
                  <a:pt x="63" y="41"/>
                  <a:pt x="72" y="72"/>
                  <a:pt x="91" y="122"/>
                </a:cubicBezTo>
                <a:cubicBezTo>
                  <a:pt x="93" y="120"/>
                  <a:pt x="96" y="120"/>
                  <a:pt x="99" y="120"/>
                </a:cubicBezTo>
                <a:cubicBezTo>
                  <a:pt x="101" y="120"/>
                  <a:pt x="106" y="120"/>
                  <a:pt x="113" y="121"/>
                </a:cubicBezTo>
                <a:cubicBezTo>
                  <a:pt x="91" y="59"/>
                  <a:pt x="91" y="59"/>
                  <a:pt x="91" y="59"/>
                </a:cubicBezTo>
                <a:cubicBezTo>
                  <a:pt x="82" y="33"/>
                  <a:pt x="75" y="20"/>
                  <a:pt x="70" y="20"/>
                </a:cubicBezTo>
                <a:cubicBezTo>
                  <a:pt x="67" y="20"/>
                  <a:pt x="66" y="21"/>
                  <a:pt x="64" y="23"/>
                </a:cubicBezTo>
                <a:cubicBezTo>
                  <a:pt x="63" y="25"/>
                  <a:pt x="63" y="27"/>
                  <a:pt x="63" y="29"/>
                </a:cubicBezTo>
                <a:close/>
                <a:moveTo>
                  <a:pt x="49" y="164"/>
                </a:moveTo>
                <a:cubicBezTo>
                  <a:pt x="49" y="168"/>
                  <a:pt x="52" y="175"/>
                  <a:pt x="58" y="185"/>
                </a:cubicBezTo>
                <a:cubicBezTo>
                  <a:pt x="64" y="195"/>
                  <a:pt x="71" y="204"/>
                  <a:pt x="79" y="212"/>
                </a:cubicBezTo>
                <a:cubicBezTo>
                  <a:pt x="86" y="220"/>
                  <a:pt x="92" y="224"/>
                  <a:pt x="96" y="224"/>
                </a:cubicBezTo>
                <a:cubicBezTo>
                  <a:pt x="98" y="224"/>
                  <a:pt x="99" y="224"/>
                  <a:pt x="101" y="222"/>
                </a:cubicBezTo>
                <a:cubicBezTo>
                  <a:pt x="102" y="220"/>
                  <a:pt x="103" y="219"/>
                  <a:pt x="103" y="217"/>
                </a:cubicBezTo>
                <a:cubicBezTo>
                  <a:pt x="103" y="214"/>
                  <a:pt x="101" y="208"/>
                  <a:pt x="97" y="199"/>
                </a:cubicBezTo>
                <a:cubicBezTo>
                  <a:pt x="96" y="195"/>
                  <a:pt x="94" y="191"/>
                  <a:pt x="91" y="186"/>
                </a:cubicBezTo>
                <a:cubicBezTo>
                  <a:pt x="89" y="182"/>
                  <a:pt x="86" y="176"/>
                  <a:pt x="83" y="171"/>
                </a:cubicBezTo>
                <a:cubicBezTo>
                  <a:pt x="80" y="165"/>
                  <a:pt x="76" y="160"/>
                  <a:pt x="72" y="156"/>
                </a:cubicBezTo>
                <a:cubicBezTo>
                  <a:pt x="68" y="153"/>
                  <a:pt x="65" y="151"/>
                  <a:pt x="61" y="151"/>
                </a:cubicBezTo>
                <a:cubicBezTo>
                  <a:pt x="59" y="151"/>
                  <a:pt x="56" y="152"/>
                  <a:pt x="53" y="155"/>
                </a:cubicBezTo>
                <a:cubicBezTo>
                  <a:pt x="50" y="159"/>
                  <a:pt x="49" y="161"/>
                  <a:pt x="49" y="164"/>
                </a:cubicBezTo>
                <a:close/>
                <a:moveTo>
                  <a:pt x="21" y="223"/>
                </a:moveTo>
                <a:cubicBezTo>
                  <a:pt x="21" y="228"/>
                  <a:pt x="22" y="234"/>
                  <a:pt x="25" y="241"/>
                </a:cubicBezTo>
                <a:cubicBezTo>
                  <a:pt x="32" y="259"/>
                  <a:pt x="43" y="272"/>
                  <a:pt x="58" y="282"/>
                </a:cubicBezTo>
                <a:cubicBezTo>
                  <a:pt x="72" y="291"/>
                  <a:pt x="89" y="296"/>
                  <a:pt x="107" y="296"/>
                </a:cubicBezTo>
                <a:cubicBezTo>
                  <a:pt x="134" y="296"/>
                  <a:pt x="157" y="286"/>
                  <a:pt x="175" y="266"/>
                </a:cubicBezTo>
                <a:cubicBezTo>
                  <a:pt x="193" y="246"/>
                  <a:pt x="202" y="221"/>
                  <a:pt x="202" y="191"/>
                </a:cubicBezTo>
                <a:cubicBezTo>
                  <a:pt x="202" y="185"/>
                  <a:pt x="202" y="181"/>
                  <a:pt x="202" y="179"/>
                </a:cubicBezTo>
                <a:cubicBezTo>
                  <a:pt x="202" y="176"/>
                  <a:pt x="201" y="172"/>
                  <a:pt x="200" y="168"/>
                </a:cubicBezTo>
                <a:cubicBezTo>
                  <a:pt x="198" y="163"/>
                  <a:pt x="197" y="160"/>
                  <a:pt x="194" y="158"/>
                </a:cubicBezTo>
                <a:cubicBezTo>
                  <a:pt x="188" y="152"/>
                  <a:pt x="175" y="148"/>
                  <a:pt x="157" y="144"/>
                </a:cubicBezTo>
                <a:cubicBezTo>
                  <a:pt x="139" y="141"/>
                  <a:pt x="123" y="140"/>
                  <a:pt x="109" y="140"/>
                </a:cubicBezTo>
                <a:cubicBezTo>
                  <a:pt x="105" y="140"/>
                  <a:pt x="102" y="140"/>
                  <a:pt x="100" y="142"/>
                </a:cubicBezTo>
                <a:cubicBezTo>
                  <a:pt x="99" y="142"/>
                  <a:pt x="98" y="144"/>
                  <a:pt x="98" y="148"/>
                </a:cubicBezTo>
                <a:cubicBezTo>
                  <a:pt x="98" y="152"/>
                  <a:pt x="99" y="155"/>
                  <a:pt x="102" y="158"/>
                </a:cubicBezTo>
                <a:cubicBezTo>
                  <a:pt x="105" y="162"/>
                  <a:pt x="108" y="164"/>
                  <a:pt x="112" y="166"/>
                </a:cubicBezTo>
                <a:cubicBezTo>
                  <a:pt x="116" y="167"/>
                  <a:pt x="120" y="169"/>
                  <a:pt x="126" y="170"/>
                </a:cubicBezTo>
                <a:cubicBezTo>
                  <a:pt x="131" y="171"/>
                  <a:pt x="136" y="172"/>
                  <a:pt x="141" y="172"/>
                </a:cubicBezTo>
                <a:cubicBezTo>
                  <a:pt x="146" y="172"/>
                  <a:pt x="151" y="172"/>
                  <a:pt x="156" y="172"/>
                </a:cubicBezTo>
                <a:cubicBezTo>
                  <a:pt x="161" y="173"/>
                  <a:pt x="165" y="173"/>
                  <a:pt x="168" y="172"/>
                </a:cubicBezTo>
                <a:cubicBezTo>
                  <a:pt x="173" y="172"/>
                  <a:pt x="173" y="172"/>
                  <a:pt x="173" y="172"/>
                </a:cubicBezTo>
                <a:cubicBezTo>
                  <a:pt x="175" y="172"/>
                  <a:pt x="178" y="174"/>
                  <a:pt x="180" y="176"/>
                </a:cubicBezTo>
                <a:cubicBezTo>
                  <a:pt x="181" y="178"/>
                  <a:pt x="182" y="181"/>
                  <a:pt x="183" y="186"/>
                </a:cubicBezTo>
                <a:cubicBezTo>
                  <a:pt x="180" y="189"/>
                  <a:pt x="174" y="192"/>
                  <a:pt x="166" y="195"/>
                </a:cubicBezTo>
                <a:cubicBezTo>
                  <a:pt x="159" y="198"/>
                  <a:pt x="153" y="200"/>
                  <a:pt x="150" y="203"/>
                </a:cubicBezTo>
                <a:cubicBezTo>
                  <a:pt x="142" y="209"/>
                  <a:pt x="136" y="215"/>
                  <a:pt x="130" y="223"/>
                </a:cubicBezTo>
                <a:cubicBezTo>
                  <a:pt x="125" y="231"/>
                  <a:pt x="122" y="240"/>
                  <a:pt x="122" y="248"/>
                </a:cubicBezTo>
                <a:cubicBezTo>
                  <a:pt x="122" y="251"/>
                  <a:pt x="124" y="257"/>
                  <a:pt x="126" y="263"/>
                </a:cubicBezTo>
                <a:cubicBezTo>
                  <a:pt x="128" y="270"/>
                  <a:pt x="129" y="275"/>
                  <a:pt x="129" y="279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2"/>
                  <a:pt x="128" y="283"/>
                  <a:pt x="128" y="283"/>
                </a:cubicBezTo>
                <a:cubicBezTo>
                  <a:pt x="112" y="282"/>
                  <a:pt x="103" y="270"/>
                  <a:pt x="102" y="245"/>
                </a:cubicBezTo>
                <a:cubicBezTo>
                  <a:pt x="101" y="245"/>
                  <a:pt x="99" y="246"/>
                  <a:pt x="95" y="246"/>
                </a:cubicBezTo>
                <a:cubicBezTo>
                  <a:pt x="95" y="246"/>
                  <a:pt x="95" y="248"/>
                  <a:pt x="95" y="249"/>
                </a:cubicBezTo>
                <a:cubicBezTo>
                  <a:pt x="95" y="256"/>
                  <a:pt x="93" y="261"/>
                  <a:pt x="88" y="265"/>
                </a:cubicBezTo>
                <a:cubicBezTo>
                  <a:pt x="83" y="269"/>
                  <a:pt x="77" y="272"/>
                  <a:pt x="71" y="272"/>
                </a:cubicBezTo>
                <a:cubicBezTo>
                  <a:pt x="61" y="272"/>
                  <a:pt x="52" y="267"/>
                  <a:pt x="42" y="258"/>
                </a:cubicBezTo>
                <a:cubicBezTo>
                  <a:pt x="32" y="249"/>
                  <a:pt x="27" y="239"/>
                  <a:pt x="27" y="230"/>
                </a:cubicBezTo>
                <a:cubicBezTo>
                  <a:pt x="27" y="226"/>
                  <a:pt x="29" y="222"/>
                  <a:pt x="33" y="218"/>
                </a:cubicBezTo>
                <a:cubicBezTo>
                  <a:pt x="39" y="225"/>
                  <a:pt x="42" y="230"/>
                  <a:pt x="43" y="231"/>
                </a:cubicBezTo>
                <a:cubicBezTo>
                  <a:pt x="52" y="243"/>
                  <a:pt x="60" y="250"/>
                  <a:pt x="67" y="250"/>
                </a:cubicBezTo>
                <a:cubicBezTo>
                  <a:pt x="68" y="250"/>
                  <a:pt x="70" y="249"/>
                  <a:pt x="71" y="248"/>
                </a:cubicBezTo>
                <a:cubicBezTo>
                  <a:pt x="73" y="247"/>
                  <a:pt x="74" y="246"/>
                  <a:pt x="74" y="244"/>
                </a:cubicBezTo>
                <a:cubicBezTo>
                  <a:pt x="74" y="240"/>
                  <a:pt x="69" y="232"/>
                  <a:pt x="58" y="219"/>
                </a:cubicBezTo>
                <a:cubicBezTo>
                  <a:pt x="48" y="206"/>
                  <a:pt x="41" y="199"/>
                  <a:pt x="38" y="199"/>
                </a:cubicBezTo>
                <a:cubicBezTo>
                  <a:pt x="33" y="199"/>
                  <a:pt x="29" y="202"/>
                  <a:pt x="25" y="207"/>
                </a:cubicBezTo>
                <a:cubicBezTo>
                  <a:pt x="22" y="212"/>
                  <a:pt x="21" y="218"/>
                  <a:pt x="21" y="223"/>
                </a:cubicBezTo>
                <a:close/>
                <a:moveTo>
                  <a:pt x="0" y="225"/>
                </a:moveTo>
                <a:cubicBezTo>
                  <a:pt x="0" y="213"/>
                  <a:pt x="3" y="203"/>
                  <a:pt x="8" y="196"/>
                </a:cubicBezTo>
                <a:cubicBezTo>
                  <a:pt x="13" y="189"/>
                  <a:pt x="21" y="183"/>
                  <a:pt x="32" y="180"/>
                </a:cubicBezTo>
                <a:cubicBezTo>
                  <a:pt x="29" y="172"/>
                  <a:pt x="27" y="165"/>
                  <a:pt x="27" y="162"/>
                </a:cubicBezTo>
                <a:cubicBezTo>
                  <a:pt x="27" y="155"/>
                  <a:pt x="31" y="147"/>
                  <a:pt x="38" y="140"/>
                </a:cubicBezTo>
                <a:cubicBezTo>
                  <a:pt x="45" y="133"/>
                  <a:pt x="52" y="129"/>
                  <a:pt x="60" y="129"/>
                </a:cubicBezTo>
                <a:cubicBezTo>
                  <a:pt x="63" y="129"/>
                  <a:pt x="67" y="130"/>
                  <a:pt x="72" y="132"/>
                </a:cubicBezTo>
                <a:cubicBezTo>
                  <a:pt x="53" y="77"/>
                  <a:pt x="43" y="44"/>
                  <a:pt x="43" y="32"/>
                </a:cubicBezTo>
                <a:cubicBezTo>
                  <a:pt x="43" y="22"/>
                  <a:pt x="46" y="14"/>
                  <a:pt x="50" y="8"/>
                </a:cubicBezTo>
                <a:cubicBezTo>
                  <a:pt x="55" y="3"/>
                  <a:pt x="62" y="0"/>
                  <a:pt x="71" y="0"/>
                </a:cubicBezTo>
                <a:cubicBezTo>
                  <a:pt x="87" y="0"/>
                  <a:pt x="106" y="34"/>
                  <a:pt x="129" y="102"/>
                </a:cubicBezTo>
                <a:cubicBezTo>
                  <a:pt x="130" y="104"/>
                  <a:pt x="130" y="106"/>
                  <a:pt x="130" y="106"/>
                </a:cubicBezTo>
                <a:cubicBezTo>
                  <a:pt x="131" y="105"/>
                  <a:pt x="133" y="100"/>
                  <a:pt x="136" y="92"/>
                </a:cubicBezTo>
                <a:cubicBezTo>
                  <a:pt x="138" y="85"/>
                  <a:pt x="141" y="78"/>
                  <a:pt x="143" y="71"/>
                </a:cubicBezTo>
                <a:cubicBezTo>
                  <a:pt x="146" y="65"/>
                  <a:pt x="149" y="57"/>
                  <a:pt x="153" y="49"/>
                </a:cubicBezTo>
                <a:cubicBezTo>
                  <a:pt x="157" y="40"/>
                  <a:pt x="161" y="33"/>
                  <a:pt x="164" y="27"/>
                </a:cubicBezTo>
                <a:cubicBezTo>
                  <a:pt x="168" y="21"/>
                  <a:pt x="172" y="16"/>
                  <a:pt x="177" y="12"/>
                </a:cubicBezTo>
                <a:cubicBezTo>
                  <a:pt x="181" y="8"/>
                  <a:pt x="186" y="5"/>
                  <a:pt x="190" y="5"/>
                </a:cubicBezTo>
                <a:cubicBezTo>
                  <a:pt x="199" y="5"/>
                  <a:pt x="205" y="8"/>
                  <a:pt x="210" y="14"/>
                </a:cubicBezTo>
                <a:cubicBezTo>
                  <a:pt x="215" y="20"/>
                  <a:pt x="217" y="27"/>
                  <a:pt x="217" y="36"/>
                </a:cubicBezTo>
                <a:cubicBezTo>
                  <a:pt x="217" y="48"/>
                  <a:pt x="208" y="81"/>
                  <a:pt x="189" y="133"/>
                </a:cubicBezTo>
                <a:cubicBezTo>
                  <a:pt x="196" y="135"/>
                  <a:pt x="202" y="137"/>
                  <a:pt x="207" y="141"/>
                </a:cubicBezTo>
                <a:cubicBezTo>
                  <a:pt x="212" y="145"/>
                  <a:pt x="215" y="149"/>
                  <a:pt x="217" y="155"/>
                </a:cubicBezTo>
                <a:cubicBezTo>
                  <a:pt x="220" y="160"/>
                  <a:pt x="221" y="166"/>
                  <a:pt x="222" y="171"/>
                </a:cubicBezTo>
                <a:cubicBezTo>
                  <a:pt x="223" y="177"/>
                  <a:pt x="223" y="183"/>
                  <a:pt x="223" y="191"/>
                </a:cubicBezTo>
                <a:cubicBezTo>
                  <a:pt x="223" y="209"/>
                  <a:pt x="220" y="225"/>
                  <a:pt x="215" y="241"/>
                </a:cubicBezTo>
                <a:cubicBezTo>
                  <a:pt x="209" y="256"/>
                  <a:pt x="201" y="269"/>
                  <a:pt x="191" y="280"/>
                </a:cubicBezTo>
                <a:cubicBezTo>
                  <a:pt x="181" y="292"/>
                  <a:pt x="169" y="300"/>
                  <a:pt x="154" y="307"/>
                </a:cubicBezTo>
                <a:cubicBezTo>
                  <a:pt x="139" y="313"/>
                  <a:pt x="123" y="317"/>
                  <a:pt x="105" y="317"/>
                </a:cubicBezTo>
                <a:cubicBezTo>
                  <a:pt x="92" y="317"/>
                  <a:pt x="79" y="314"/>
                  <a:pt x="65" y="309"/>
                </a:cubicBezTo>
                <a:cubicBezTo>
                  <a:pt x="48" y="303"/>
                  <a:pt x="33" y="291"/>
                  <a:pt x="20" y="275"/>
                </a:cubicBezTo>
                <a:cubicBezTo>
                  <a:pt x="7" y="260"/>
                  <a:pt x="0" y="243"/>
                  <a:pt x="0" y="22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7248526" y="2435225"/>
            <a:ext cx="268288" cy="317500"/>
          </a:xfrm>
          <a:custGeom>
            <a:avLst/>
            <a:gdLst>
              <a:gd name="T0" fmla="*/ 92 w 249"/>
              <a:gd name="T1" fmla="*/ 61 h 294"/>
              <a:gd name="T2" fmla="*/ 92 w 249"/>
              <a:gd name="T3" fmla="*/ 51 h 294"/>
              <a:gd name="T4" fmla="*/ 82 w 249"/>
              <a:gd name="T5" fmla="*/ 51 h 294"/>
              <a:gd name="T6" fmla="*/ 82 w 249"/>
              <a:gd name="T7" fmla="*/ 61 h 294"/>
              <a:gd name="T8" fmla="*/ 162 w 249"/>
              <a:gd name="T9" fmla="*/ 63 h 294"/>
              <a:gd name="T10" fmla="*/ 168 w 249"/>
              <a:gd name="T11" fmla="*/ 56 h 294"/>
              <a:gd name="T12" fmla="*/ 162 w 249"/>
              <a:gd name="T13" fmla="*/ 49 h 294"/>
              <a:gd name="T14" fmla="*/ 155 w 249"/>
              <a:gd name="T15" fmla="*/ 56 h 294"/>
              <a:gd name="T16" fmla="*/ 162 w 249"/>
              <a:gd name="T17" fmla="*/ 63 h 294"/>
              <a:gd name="T18" fmla="*/ 31 w 249"/>
              <a:gd name="T19" fmla="*/ 101 h 294"/>
              <a:gd name="T20" fmla="*/ 36 w 249"/>
              <a:gd name="T21" fmla="*/ 189 h 294"/>
              <a:gd name="T22" fmla="*/ 18 w 249"/>
              <a:gd name="T23" fmla="*/ 208 h 294"/>
              <a:gd name="T24" fmla="*/ 0 w 249"/>
              <a:gd name="T25" fmla="*/ 189 h 294"/>
              <a:gd name="T26" fmla="*/ 5 w 249"/>
              <a:gd name="T27" fmla="*/ 101 h 294"/>
              <a:gd name="T28" fmla="*/ 205 w 249"/>
              <a:gd name="T29" fmla="*/ 99 h 294"/>
              <a:gd name="T30" fmla="*/ 200 w 249"/>
              <a:gd name="T31" fmla="*/ 230 h 294"/>
              <a:gd name="T32" fmla="*/ 173 w 249"/>
              <a:gd name="T33" fmla="*/ 236 h 294"/>
              <a:gd name="T34" fmla="*/ 168 w 249"/>
              <a:gd name="T35" fmla="*/ 289 h 294"/>
              <a:gd name="T36" fmla="*/ 142 w 249"/>
              <a:gd name="T37" fmla="*/ 289 h 294"/>
              <a:gd name="T38" fmla="*/ 136 w 249"/>
              <a:gd name="T39" fmla="*/ 236 h 294"/>
              <a:gd name="T40" fmla="*/ 112 w 249"/>
              <a:gd name="T41" fmla="*/ 276 h 294"/>
              <a:gd name="T42" fmla="*/ 94 w 249"/>
              <a:gd name="T43" fmla="*/ 294 h 294"/>
              <a:gd name="T44" fmla="*/ 76 w 249"/>
              <a:gd name="T45" fmla="*/ 276 h 294"/>
              <a:gd name="T46" fmla="*/ 62 w 249"/>
              <a:gd name="T47" fmla="*/ 236 h 294"/>
              <a:gd name="T48" fmla="*/ 43 w 249"/>
              <a:gd name="T49" fmla="*/ 217 h 294"/>
              <a:gd name="T50" fmla="*/ 205 w 249"/>
              <a:gd name="T51" fmla="*/ 99 h 294"/>
              <a:gd name="T52" fmla="*/ 195 w 249"/>
              <a:gd name="T53" fmla="*/ 54 h 294"/>
              <a:gd name="T54" fmla="*/ 42 w 249"/>
              <a:gd name="T55" fmla="*/ 92 h 294"/>
              <a:gd name="T56" fmla="*/ 84 w 249"/>
              <a:gd name="T57" fmla="*/ 27 h 294"/>
              <a:gd name="T58" fmla="*/ 72 w 249"/>
              <a:gd name="T59" fmla="*/ 0 h 294"/>
              <a:gd name="T60" fmla="*/ 89 w 249"/>
              <a:gd name="T61" fmla="*/ 25 h 294"/>
              <a:gd name="T62" fmla="*/ 160 w 249"/>
              <a:gd name="T63" fmla="*/ 25 h 294"/>
              <a:gd name="T64" fmla="*/ 176 w 249"/>
              <a:gd name="T65" fmla="*/ 0 h 294"/>
              <a:gd name="T66" fmla="*/ 164 w 249"/>
              <a:gd name="T67" fmla="*/ 27 h 294"/>
              <a:gd name="T68" fmla="*/ 249 w 249"/>
              <a:gd name="T69" fmla="*/ 189 h 294"/>
              <a:gd name="T70" fmla="*/ 231 w 249"/>
              <a:gd name="T71" fmla="*/ 208 h 294"/>
              <a:gd name="T72" fmla="*/ 213 w 249"/>
              <a:gd name="T73" fmla="*/ 189 h 294"/>
              <a:gd name="T74" fmla="*/ 218 w 249"/>
              <a:gd name="T75" fmla="*/ 100 h 294"/>
              <a:gd name="T76" fmla="*/ 244 w 249"/>
              <a:gd name="T77" fmla="*/ 100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9" h="294">
                <a:moveTo>
                  <a:pt x="87" y="63"/>
                </a:moveTo>
                <a:cubicBezTo>
                  <a:pt x="89" y="63"/>
                  <a:pt x="90" y="62"/>
                  <a:pt x="92" y="61"/>
                </a:cubicBezTo>
                <a:cubicBezTo>
                  <a:pt x="93" y="59"/>
                  <a:pt x="94" y="58"/>
                  <a:pt x="94" y="56"/>
                </a:cubicBezTo>
                <a:cubicBezTo>
                  <a:pt x="94" y="54"/>
                  <a:pt x="93" y="52"/>
                  <a:pt x="92" y="51"/>
                </a:cubicBezTo>
                <a:cubicBezTo>
                  <a:pt x="90" y="50"/>
                  <a:pt x="89" y="49"/>
                  <a:pt x="87" y="49"/>
                </a:cubicBezTo>
                <a:cubicBezTo>
                  <a:pt x="85" y="49"/>
                  <a:pt x="83" y="50"/>
                  <a:pt x="82" y="51"/>
                </a:cubicBezTo>
                <a:cubicBezTo>
                  <a:pt x="81" y="52"/>
                  <a:pt x="80" y="54"/>
                  <a:pt x="80" y="56"/>
                </a:cubicBezTo>
                <a:cubicBezTo>
                  <a:pt x="80" y="58"/>
                  <a:pt x="81" y="59"/>
                  <a:pt x="82" y="61"/>
                </a:cubicBezTo>
                <a:cubicBezTo>
                  <a:pt x="83" y="62"/>
                  <a:pt x="85" y="63"/>
                  <a:pt x="87" y="63"/>
                </a:cubicBezTo>
                <a:close/>
                <a:moveTo>
                  <a:pt x="162" y="63"/>
                </a:moveTo>
                <a:cubicBezTo>
                  <a:pt x="163" y="63"/>
                  <a:pt x="165" y="62"/>
                  <a:pt x="166" y="61"/>
                </a:cubicBezTo>
                <a:cubicBezTo>
                  <a:pt x="168" y="59"/>
                  <a:pt x="168" y="58"/>
                  <a:pt x="168" y="56"/>
                </a:cubicBezTo>
                <a:cubicBezTo>
                  <a:pt x="168" y="54"/>
                  <a:pt x="168" y="52"/>
                  <a:pt x="166" y="51"/>
                </a:cubicBezTo>
                <a:cubicBezTo>
                  <a:pt x="165" y="50"/>
                  <a:pt x="163" y="49"/>
                  <a:pt x="162" y="49"/>
                </a:cubicBezTo>
                <a:cubicBezTo>
                  <a:pt x="160" y="49"/>
                  <a:pt x="158" y="50"/>
                  <a:pt x="157" y="51"/>
                </a:cubicBezTo>
                <a:cubicBezTo>
                  <a:pt x="155" y="52"/>
                  <a:pt x="155" y="54"/>
                  <a:pt x="155" y="56"/>
                </a:cubicBezTo>
                <a:cubicBezTo>
                  <a:pt x="155" y="58"/>
                  <a:pt x="155" y="59"/>
                  <a:pt x="157" y="61"/>
                </a:cubicBezTo>
                <a:cubicBezTo>
                  <a:pt x="158" y="62"/>
                  <a:pt x="160" y="63"/>
                  <a:pt x="162" y="63"/>
                </a:cubicBezTo>
                <a:close/>
                <a:moveTo>
                  <a:pt x="18" y="95"/>
                </a:moveTo>
                <a:cubicBezTo>
                  <a:pt x="23" y="95"/>
                  <a:pt x="27" y="97"/>
                  <a:pt x="31" y="101"/>
                </a:cubicBezTo>
                <a:cubicBezTo>
                  <a:pt x="34" y="104"/>
                  <a:pt x="36" y="108"/>
                  <a:pt x="36" y="113"/>
                </a:cubicBezTo>
                <a:cubicBezTo>
                  <a:pt x="36" y="189"/>
                  <a:pt x="36" y="189"/>
                  <a:pt x="36" y="189"/>
                </a:cubicBezTo>
                <a:cubicBezTo>
                  <a:pt x="36" y="194"/>
                  <a:pt x="34" y="199"/>
                  <a:pt x="31" y="202"/>
                </a:cubicBezTo>
                <a:cubicBezTo>
                  <a:pt x="27" y="206"/>
                  <a:pt x="23" y="208"/>
                  <a:pt x="18" y="208"/>
                </a:cubicBezTo>
                <a:cubicBezTo>
                  <a:pt x="13" y="208"/>
                  <a:pt x="9" y="206"/>
                  <a:pt x="5" y="202"/>
                </a:cubicBezTo>
                <a:cubicBezTo>
                  <a:pt x="1" y="199"/>
                  <a:pt x="0" y="194"/>
                  <a:pt x="0" y="189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08"/>
                  <a:pt x="1" y="104"/>
                  <a:pt x="5" y="101"/>
                </a:cubicBezTo>
                <a:cubicBezTo>
                  <a:pt x="9" y="97"/>
                  <a:pt x="13" y="95"/>
                  <a:pt x="18" y="95"/>
                </a:cubicBezTo>
                <a:close/>
                <a:moveTo>
                  <a:pt x="205" y="99"/>
                </a:moveTo>
                <a:cubicBezTo>
                  <a:pt x="205" y="217"/>
                  <a:pt x="205" y="217"/>
                  <a:pt x="205" y="217"/>
                </a:cubicBezTo>
                <a:cubicBezTo>
                  <a:pt x="205" y="222"/>
                  <a:pt x="204" y="227"/>
                  <a:pt x="200" y="230"/>
                </a:cubicBezTo>
                <a:cubicBezTo>
                  <a:pt x="196" y="234"/>
                  <a:pt x="192" y="236"/>
                  <a:pt x="186" y="236"/>
                </a:cubicBezTo>
                <a:cubicBezTo>
                  <a:pt x="173" y="236"/>
                  <a:pt x="173" y="236"/>
                  <a:pt x="173" y="236"/>
                </a:cubicBezTo>
                <a:cubicBezTo>
                  <a:pt x="173" y="276"/>
                  <a:pt x="173" y="276"/>
                  <a:pt x="173" y="276"/>
                </a:cubicBezTo>
                <a:cubicBezTo>
                  <a:pt x="173" y="281"/>
                  <a:pt x="171" y="286"/>
                  <a:pt x="168" y="289"/>
                </a:cubicBezTo>
                <a:cubicBezTo>
                  <a:pt x="164" y="293"/>
                  <a:pt x="160" y="294"/>
                  <a:pt x="155" y="294"/>
                </a:cubicBezTo>
                <a:cubicBezTo>
                  <a:pt x="150" y="294"/>
                  <a:pt x="145" y="293"/>
                  <a:pt x="142" y="289"/>
                </a:cubicBezTo>
                <a:cubicBezTo>
                  <a:pt x="138" y="286"/>
                  <a:pt x="136" y="281"/>
                  <a:pt x="136" y="276"/>
                </a:cubicBezTo>
                <a:cubicBezTo>
                  <a:pt x="136" y="236"/>
                  <a:pt x="136" y="236"/>
                  <a:pt x="136" y="236"/>
                </a:cubicBezTo>
                <a:cubicBezTo>
                  <a:pt x="112" y="236"/>
                  <a:pt x="112" y="236"/>
                  <a:pt x="112" y="236"/>
                </a:cubicBezTo>
                <a:cubicBezTo>
                  <a:pt x="112" y="276"/>
                  <a:pt x="112" y="276"/>
                  <a:pt x="112" y="276"/>
                </a:cubicBezTo>
                <a:cubicBezTo>
                  <a:pt x="112" y="281"/>
                  <a:pt x="110" y="286"/>
                  <a:pt x="107" y="289"/>
                </a:cubicBezTo>
                <a:cubicBezTo>
                  <a:pt x="103" y="293"/>
                  <a:pt x="99" y="294"/>
                  <a:pt x="94" y="294"/>
                </a:cubicBezTo>
                <a:cubicBezTo>
                  <a:pt x="89" y="294"/>
                  <a:pt x="85" y="293"/>
                  <a:pt x="81" y="289"/>
                </a:cubicBezTo>
                <a:cubicBezTo>
                  <a:pt x="78" y="286"/>
                  <a:pt x="76" y="281"/>
                  <a:pt x="76" y="276"/>
                </a:cubicBezTo>
                <a:cubicBezTo>
                  <a:pt x="76" y="236"/>
                  <a:pt x="76" y="236"/>
                  <a:pt x="76" y="236"/>
                </a:cubicBezTo>
                <a:cubicBezTo>
                  <a:pt x="62" y="236"/>
                  <a:pt x="62" y="236"/>
                  <a:pt x="62" y="236"/>
                </a:cubicBezTo>
                <a:cubicBezTo>
                  <a:pt x="57" y="236"/>
                  <a:pt x="52" y="234"/>
                  <a:pt x="49" y="230"/>
                </a:cubicBezTo>
                <a:cubicBezTo>
                  <a:pt x="45" y="227"/>
                  <a:pt x="43" y="222"/>
                  <a:pt x="43" y="217"/>
                </a:cubicBezTo>
                <a:cubicBezTo>
                  <a:pt x="43" y="99"/>
                  <a:pt x="43" y="99"/>
                  <a:pt x="43" y="99"/>
                </a:cubicBezTo>
                <a:lnTo>
                  <a:pt x="205" y="99"/>
                </a:lnTo>
                <a:close/>
                <a:moveTo>
                  <a:pt x="164" y="27"/>
                </a:moveTo>
                <a:cubicBezTo>
                  <a:pt x="177" y="33"/>
                  <a:pt x="187" y="42"/>
                  <a:pt x="195" y="54"/>
                </a:cubicBezTo>
                <a:cubicBezTo>
                  <a:pt x="202" y="66"/>
                  <a:pt x="206" y="78"/>
                  <a:pt x="206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78"/>
                  <a:pt x="46" y="66"/>
                  <a:pt x="54" y="54"/>
                </a:cubicBezTo>
                <a:cubicBezTo>
                  <a:pt x="61" y="42"/>
                  <a:pt x="71" y="33"/>
                  <a:pt x="84" y="27"/>
                </a:cubicBezTo>
                <a:cubicBezTo>
                  <a:pt x="72" y="4"/>
                  <a:pt x="72" y="4"/>
                  <a:pt x="72" y="4"/>
                </a:cubicBezTo>
                <a:cubicBezTo>
                  <a:pt x="71" y="2"/>
                  <a:pt x="71" y="1"/>
                  <a:pt x="72" y="0"/>
                </a:cubicBezTo>
                <a:cubicBezTo>
                  <a:pt x="74" y="0"/>
                  <a:pt x="75" y="0"/>
                  <a:pt x="76" y="1"/>
                </a:cubicBezTo>
                <a:cubicBezTo>
                  <a:pt x="89" y="25"/>
                  <a:pt x="89" y="25"/>
                  <a:pt x="89" y="25"/>
                </a:cubicBezTo>
                <a:cubicBezTo>
                  <a:pt x="100" y="20"/>
                  <a:pt x="112" y="17"/>
                  <a:pt x="124" y="17"/>
                </a:cubicBezTo>
                <a:cubicBezTo>
                  <a:pt x="137" y="17"/>
                  <a:pt x="149" y="20"/>
                  <a:pt x="160" y="25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0"/>
                  <a:pt x="175" y="0"/>
                  <a:pt x="176" y="0"/>
                </a:cubicBezTo>
                <a:cubicBezTo>
                  <a:pt x="178" y="1"/>
                  <a:pt x="178" y="2"/>
                  <a:pt x="177" y="4"/>
                </a:cubicBezTo>
                <a:lnTo>
                  <a:pt x="164" y="27"/>
                </a:lnTo>
                <a:close/>
                <a:moveTo>
                  <a:pt x="249" y="113"/>
                </a:moveTo>
                <a:cubicBezTo>
                  <a:pt x="249" y="189"/>
                  <a:pt x="249" y="189"/>
                  <a:pt x="249" y="189"/>
                </a:cubicBezTo>
                <a:cubicBezTo>
                  <a:pt x="249" y="194"/>
                  <a:pt x="247" y="199"/>
                  <a:pt x="244" y="202"/>
                </a:cubicBezTo>
                <a:cubicBezTo>
                  <a:pt x="240" y="206"/>
                  <a:pt x="236" y="208"/>
                  <a:pt x="231" y="208"/>
                </a:cubicBezTo>
                <a:cubicBezTo>
                  <a:pt x="226" y="208"/>
                  <a:pt x="221" y="206"/>
                  <a:pt x="218" y="202"/>
                </a:cubicBezTo>
                <a:cubicBezTo>
                  <a:pt x="214" y="199"/>
                  <a:pt x="213" y="194"/>
                  <a:pt x="213" y="189"/>
                </a:cubicBezTo>
                <a:cubicBezTo>
                  <a:pt x="213" y="113"/>
                  <a:pt x="213" y="113"/>
                  <a:pt x="213" y="113"/>
                </a:cubicBezTo>
                <a:cubicBezTo>
                  <a:pt x="213" y="108"/>
                  <a:pt x="214" y="104"/>
                  <a:pt x="218" y="100"/>
                </a:cubicBezTo>
                <a:cubicBezTo>
                  <a:pt x="221" y="97"/>
                  <a:pt x="226" y="95"/>
                  <a:pt x="231" y="95"/>
                </a:cubicBezTo>
                <a:cubicBezTo>
                  <a:pt x="236" y="95"/>
                  <a:pt x="240" y="97"/>
                  <a:pt x="244" y="100"/>
                </a:cubicBezTo>
                <a:cubicBezTo>
                  <a:pt x="247" y="104"/>
                  <a:pt x="249" y="108"/>
                  <a:pt x="249" y="11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7640638" y="2424113"/>
            <a:ext cx="342900" cy="339725"/>
          </a:xfrm>
          <a:custGeom>
            <a:avLst/>
            <a:gdLst>
              <a:gd name="T0" fmla="*/ 167 w 317"/>
              <a:gd name="T1" fmla="*/ 37 h 314"/>
              <a:gd name="T2" fmla="*/ 151 w 317"/>
              <a:gd name="T3" fmla="*/ 37 h 314"/>
              <a:gd name="T4" fmla="*/ 151 w 317"/>
              <a:gd name="T5" fmla="*/ 53 h 314"/>
              <a:gd name="T6" fmla="*/ 167 w 317"/>
              <a:gd name="T7" fmla="*/ 53 h 314"/>
              <a:gd name="T8" fmla="*/ 317 w 317"/>
              <a:gd name="T9" fmla="*/ 210 h 314"/>
              <a:gd name="T10" fmla="*/ 314 w 317"/>
              <a:gd name="T11" fmla="*/ 277 h 314"/>
              <a:gd name="T12" fmla="*/ 308 w 317"/>
              <a:gd name="T13" fmla="*/ 276 h 314"/>
              <a:gd name="T14" fmla="*/ 235 w 317"/>
              <a:gd name="T15" fmla="*/ 300 h 314"/>
              <a:gd name="T16" fmla="*/ 83 w 317"/>
              <a:gd name="T17" fmla="*/ 300 h 314"/>
              <a:gd name="T18" fmla="*/ 10 w 317"/>
              <a:gd name="T19" fmla="*/ 276 h 314"/>
              <a:gd name="T20" fmla="*/ 4 w 317"/>
              <a:gd name="T21" fmla="*/ 277 h 314"/>
              <a:gd name="T22" fmla="*/ 0 w 317"/>
              <a:gd name="T23" fmla="*/ 210 h 314"/>
              <a:gd name="T24" fmla="*/ 6 w 317"/>
              <a:gd name="T25" fmla="*/ 204 h 314"/>
              <a:gd name="T26" fmla="*/ 73 w 317"/>
              <a:gd name="T27" fmla="*/ 207 h 314"/>
              <a:gd name="T28" fmla="*/ 54 w 317"/>
              <a:gd name="T29" fmla="*/ 231 h 314"/>
              <a:gd name="T30" fmla="*/ 136 w 317"/>
              <a:gd name="T31" fmla="*/ 273 h 314"/>
              <a:gd name="T32" fmla="*/ 102 w 317"/>
              <a:gd name="T33" fmla="*/ 159 h 314"/>
              <a:gd name="T34" fmla="*/ 91 w 317"/>
              <a:gd name="T35" fmla="*/ 147 h 314"/>
              <a:gd name="T36" fmla="*/ 94 w 317"/>
              <a:gd name="T37" fmla="*/ 117 h 314"/>
              <a:gd name="T38" fmla="*/ 136 w 317"/>
              <a:gd name="T39" fmla="*/ 113 h 314"/>
              <a:gd name="T40" fmla="*/ 120 w 317"/>
              <a:gd name="T41" fmla="*/ 68 h 314"/>
              <a:gd name="T42" fmla="*/ 127 w 317"/>
              <a:gd name="T43" fmla="*/ 13 h 314"/>
              <a:gd name="T44" fmla="*/ 191 w 317"/>
              <a:gd name="T45" fmla="*/ 13 h 314"/>
              <a:gd name="T46" fmla="*/ 198 w 317"/>
              <a:gd name="T47" fmla="*/ 68 h 314"/>
              <a:gd name="T48" fmla="*/ 181 w 317"/>
              <a:gd name="T49" fmla="*/ 113 h 314"/>
              <a:gd name="T50" fmla="*/ 223 w 317"/>
              <a:gd name="T51" fmla="*/ 117 h 314"/>
              <a:gd name="T52" fmla="*/ 227 w 317"/>
              <a:gd name="T53" fmla="*/ 147 h 314"/>
              <a:gd name="T54" fmla="*/ 215 w 317"/>
              <a:gd name="T55" fmla="*/ 159 h 314"/>
              <a:gd name="T56" fmla="*/ 181 w 317"/>
              <a:gd name="T57" fmla="*/ 273 h 314"/>
              <a:gd name="T58" fmla="*/ 263 w 317"/>
              <a:gd name="T59" fmla="*/ 231 h 314"/>
              <a:gd name="T60" fmla="*/ 244 w 317"/>
              <a:gd name="T61" fmla="*/ 207 h 314"/>
              <a:gd name="T62" fmla="*/ 312 w 317"/>
              <a:gd name="T63" fmla="*/ 204 h 314"/>
              <a:gd name="T64" fmla="*/ 317 w 317"/>
              <a:gd name="T65" fmla="*/ 210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17" h="314">
                <a:moveTo>
                  <a:pt x="170" y="45"/>
                </a:moveTo>
                <a:cubicBezTo>
                  <a:pt x="170" y="42"/>
                  <a:pt x="169" y="40"/>
                  <a:pt x="167" y="37"/>
                </a:cubicBezTo>
                <a:cubicBezTo>
                  <a:pt x="164" y="35"/>
                  <a:pt x="162" y="34"/>
                  <a:pt x="159" y="34"/>
                </a:cubicBezTo>
                <a:cubicBezTo>
                  <a:pt x="156" y="34"/>
                  <a:pt x="153" y="35"/>
                  <a:pt x="151" y="37"/>
                </a:cubicBezTo>
                <a:cubicBezTo>
                  <a:pt x="149" y="40"/>
                  <a:pt x="147" y="42"/>
                  <a:pt x="147" y="45"/>
                </a:cubicBezTo>
                <a:cubicBezTo>
                  <a:pt x="147" y="48"/>
                  <a:pt x="149" y="51"/>
                  <a:pt x="151" y="53"/>
                </a:cubicBezTo>
                <a:cubicBezTo>
                  <a:pt x="153" y="55"/>
                  <a:pt x="156" y="57"/>
                  <a:pt x="159" y="57"/>
                </a:cubicBezTo>
                <a:cubicBezTo>
                  <a:pt x="162" y="57"/>
                  <a:pt x="164" y="55"/>
                  <a:pt x="167" y="53"/>
                </a:cubicBezTo>
                <a:cubicBezTo>
                  <a:pt x="169" y="51"/>
                  <a:pt x="170" y="48"/>
                  <a:pt x="170" y="45"/>
                </a:cubicBezTo>
                <a:close/>
                <a:moveTo>
                  <a:pt x="317" y="210"/>
                </a:moveTo>
                <a:cubicBezTo>
                  <a:pt x="317" y="272"/>
                  <a:pt x="317" y="272"/>
                  <a:pt x="317" y="272"/>
                </a:cubicBezTo>
                <a:cubicBezTo>
                  <a:pt x="317" y="274"/>
                  <a:pt x="316" y="276"/>
                  <a:pt x="314" y="277"/>
                </a:cubicBezTo>
                <a:cubicBezTo>
                  <a:pt x="313" y="277"/>
                  <a:pt x="312" y="277"/>
                  <a:pt x="312" y="277"/>
                </a:cubicBezTo>
                <a:cubicBezTo>
                  <a:pt x="310" y="277"/>
                  <a:pt x="309" y="277"/>
                  <a:pt x="308" y="276"/>
                </a:cubicBezTo>
                <a:cubicBezTo>
                  <a:pt x="291" y="259"/>
                  <a:pt x="291" y="259"/>
                  <a:pt x="291" y="259"/>
                </a:cubicBezTo>
                <a:cubicBezTo>
                  <a:pt x="277" y="276"/>
                  <a:pt x="258" y="290"/>
                  <a:pt x="235" y="300"/>
                </a:cubicBezTo>
                <a:cubicBezTo>
                  <a:pt x="211" y="309"/>
                  <a:pt x="186" y="314"/>
                  <a:pt x="159" y="314"/>
                </a:cubicBezTo>
                <a:cubicBezTo>
                  <a:pt x="132" y="314"/>
                  <a:pt x="106" y="309"/>
                  <a:pt x="83" y="300"/>
                </a:cubicBezTo>
                <a:cubicBezTo>
                  <a:pt x="59" y="290"/>
                  <a:pt x="40" y="276"/>
                  <a:pt x="26" y="259"/>
                </a:cubicBezTo>
                <a:cubicBezTo>
                  <a:pt x="10" y="276"/>
                  <a:pt x="10" y="276"/>
                  <a:pt x="10" y="276"/>
                </a:cubicBezTo>
                <a:cubicBezTo>
                  <a:pt x="9" y="277"/>
                  <a:pt x="7" y="277"/>
                  <a:pt x="6" y="277"/>
                </a:cubicBezTo>
                <a:cubicBezTo>
                  <a:pt x="5" y="277"/>
                  <a:pt x="5" y="277"/>
                  <a:pt x="4" y="277"/>
                </a:cubicBezTo>
                <a:cubicBezTo>
                  <a:pt x="1" y="276"/>
                  <a:pt x="0" y="274"/>
                  <a:pt x="0" y="272"/>
                </a:cubicBezTo>
                <a:cubicBezTo>
                  <a:pt x="0" y="210"/>
                  <a:pt x="0" y="210"/>
                  <a:pt x="0" y="210"/>
                </a:cubicBezTo>
                <a:cubicBezTo>
                  <a:pt x="0" y="208"/>
                  <a:pt x="1" y="207"/>
                  <a:pt x="2" y="205"/>
                </a:cubicBezTo>
                <a:cubicBezTo>
                  <a:pt x="3" y="204"/>
                  <a:pt x="4" y="204"/>
                  <a:pt x="6" y="204"/>
                </a:cubicBezTo>
                <a:cubicBezTo>
                  <a:pt x="68" y="204"/>
                  <a:pt x="68" y="204"/>
                  <a:pt x="68" y="204"/>
                </a:cubicBezTo>
                <a:cubicBezTo>
                  <a:pt x="71" y="204"/>
                  <a:pt x="72" y="205"/>
                  <a:pt x="73" y="207"/>
                </a:cubicBezTo>
                <a:cubicBezTo>
                  <a:pt x="74" y="210"/>
                  <a:pt x="74" y="212"/>
                  <a:pt x="72" y="214"/>
                </a:cubicBezTo>
                <a:cubicBezTo>
                  <a:pt x="54" y="231"/>
                  <a:pt x="54" y="231"/>
                  <a:pt x="54" y="231"/>
                </a:cubicBezTo>
                <a:cubicBezTo>
                  <a:pt x="62" y="242"/>
                  <a:pt x="74" y="251"/>
                  <a:pt x="88" y="258"/>
                </a:cubicBezTo>
                <a:cubicBezTo>
                  <a:pt x="102" y="266"/>
                  <a:pt x="118" y="271"/>
                  <a:pt x="136" y="273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102" y="159"/>
                  <a:pt x="102" y="159"/>
                  <a:pt x="102" y="159"/>
                </a:cubicBezTo>
                <a:cubicBezTo>
                  <a:pt x="99" y="159"/>
                  <a:pt x="96" y="157"/>
                  <a:pt x="94" y="155"/>
                </a:cubicBezTo>
                <a:cubicBezTo>
                  <a:pt x="92" y="153"/>
                  <a:pt x="91" y="150"/>
                  <a:pt x="91" y="147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1" y="121"/>
                  <a:pt x="92" y="119"/>
                  <a:pt x="94" y="117"/>
                </a:cubicBezTo>
                <a:cubicBezTo>
                  <a:pt x="96" y="114"/>
                  <a:pt x="99" y="113"/>
                  <a:pt x="102" y="113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29" y="80"/>
                  <a:pt x="124" y="75"/>
                  <a:pt x="120" y="68"/>
                </a:cubicBezTo>
                <a:cubicBezTo>
                  <a:pt x="115" y="61"/>
                  <a:pt x="113" y="54"/>
                  <a:pt x="113" y="45"/>
                </a:cubicBezTo>
                <a:cubicBezTo>
                  <a:pt x="113" y="33"/>
                  <a:pt x="118" y="22"/>
                  <a:pt x="127" y="13"/>
                </a:cubicBezTo>
                <a:cubicBezTo>
                  <a:pt x="136" y="4"/>
                  <a:pt x="146" y="0"/>
                  <a:pt x="159" y="0"/>
                </a:cubicBezTo>
                <a:cubicBezTo>
                  <a:pt x="171" y="0"/>
                  <a:pt x="182" y="4"/>
                  <a:pt x="191" y="13"/>
                </a:cubicBezTo>
                <a:cubicBezTo>
                  <a:pt x="200" y="22"/>
                  <a:pt x="204" y="33"/>
                  <a:pt x="204" y="45"/>
                </a:cubicBezTo>
                <a:cubicBezTo>
                  <a:pt x="204" y="54"/>
                  <a:pt x="202" y="61"/>
                  <a:pt x="198" y="68"/>
                </a:cubicBezTo>
                <a:cubicBezTo>
                  <a:pt x="194" y="75"/>
                  <a:pt x="188" y="80"/>
                  <a:pt x="181" y="84"/>
                </a:cubicBezTo>
                <a:cubicBezTo>
                  <a:pt x="181" y="113"/>
                  <a:pt x="181" y="113"/>
                  <a:pt x="181" y="113"/>
                </a:cubicBezTo>
                <a:cubicBezTo>
                  <a:pt x="215" y="113"/>
                  <a:pt x="215" y="113"/>
                  <a:pt x="215" y="113"/>
                </a:cubicBezTo>
                <a:cubicBezTo>
                  <a:pt x="218" y="113"/>
                  <a:pt x="221" y="114"/>
                  <a:pt x="223" y="117"/>
                </a:cubicBezTo>
                <a:cubicBezTo>
                  <a:pt x="226" y="119"/>
                  <a:pt x="227" y="121"/>
                  <a:pt x="227" y="125"/>
                </a:cubicBezTo>
                <a:cubicBezTo>
                  <a:pt x="227" y="147"/>
                  <a:pt x="227" y="147"/>
                  <a:pt x="227" y="147"/>
                </a:cubicBezTo>
                <a:cubicBezTo>
                  <a:pt x="227" y="150"/>
                  <a:pt x="226" y="153"/>
                  <a:pt x="223" y="155"/>
                </a:cubicBezTo>
                <a:cubicBezTo>
                  <a:pt x="221" y="157"/>
                  <a:pt x="218" y="159"/>
                  <a:pt x="215" y="159"/>
                </a:cubicBezTo>
                <a:cubicBezTo>
                  <a:pt x="181" y="159"/>
                  <a:pt x="181" y="159"/>
                  <a:pt x="181" y="159"/>
                </a:cubicBezTo>
                <a:cubicBezTo>
                  <a:pt x="181" y="273"/>
                  <a:pt x="181" y="273"/>
                  <a:pt x="181" y="273"/>
                </a:cubicBezTo>
                <a:cubicBezTo>
                  <a:pt x="199" y="271"/>
                  <a:pt x="215" y="266"/>
                  <a:pt x="229" y="258"/>
                </a:cubicBezTo>
                <a:cubicBezTo>
                  <a:pt x="244" y="251"/>
                  <a:pt x="255" y="242"/>
                  <a:pt x="263" y="231"/>
                </a:cubicBezTo>
                <a:cubicBezTo>
                  <a:pt x="245" y="214"/>
                  <a:pt x="245" y="214"/>
                  <a:pt x="245" y="214"/>
                </a:cubicBezTo>
                <a:cubicBezTo>
                  <a:pt x="243" y="212"/>
                  <a:pt x="243" y="210"/>
                  <a:pt x="244" y="207"/>
                </a:cubicBezTo>
                <a:cubicBezTo>
                  <a:pt x="245" y="205"/>
                  <a:pt x="247" y="204"/>
                  <a:pt x="249" y="204"/>
                </a:cubicBezTo>
                <a:cubicBezTo>
                  <a:pt x="312" y="204"/>
                  <a:pt x="312" y="204"/>
                  <a:pt x="312" y="204"/>
                </a:cubicBezTo>
                <a:cubicBezTo>
                  <a:pt x="313" y="204"/>
                  <a:pt x="315" y="204"/>
                  <a:pt x="316" y="205"/>
                </a:cubicBezTo>
                <a:cubicBezTo>
                  <a:pt x="317" y="207"/>
                  <a:pt x="317" y="208"/>
                  <a:pt x="317" y="21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8062913" y="2446338"/>
            <a:ext cx="355600" cy="293688"/>
          </a:xfrm>
          <a:custGeom>
            <a:avLst/>
            <a:gdLst>
              <a:gd name="T0" fmla="*/ 96 w 329"/>
              <a:gd name="T1" fmla="*/ 211 h 272"/>
              <a:gd name="T2" fmla="*/ 64 w 329"/>
              <a:gd name="T3" fmla="*/ 211 h 272"/>
              <a:gd name="T4" fmla="*/ 64 w 329"/>
              <a:gd name="T5" fmla="*/ 243 h 272"/>
              <a:gd name="T6" fmla="*/ 96 w 329"/>
              <a:gd name="T7" fmla="*/ 243 h 272"/>
              <a:gd name="T8" fmla="*/ 34 w 329"/>
              <a:gd name="T9" fmla="*/ 136 h 272"/>
              <a:gd name="T10" fmla="*/ 102 w 329"/>
              <a:gd name="T11" fmla="*/ 91 h 272"/>
              <a:gd name="T12" fmla="*/ 70 w 329"/>
              <a:gd name="T13" fmla="*/ 92 h 272"/>
              <a:gd name="T14" fmla="*/ 34 w 329"/>
              <a:gd name="T15" fmla="*/ 131 h 272"/>
              <a:gd name="T16" fmla="*/ 261 w 329"/>
              <a:gd name="T17" fmla="*/ 227 h 272"/>
              <a:gd name="T18" fmla="*/ 238 w 329"/>
              <a:gd name="T19" fmla="*/ 204 h 272"/>
              <a:gd name="T20" fmla="*/ 216 w 329"/>
              <a:gd name="T21" fmla="*/ 227 h 272"/>
              <a:gd name="T22" fmla="*/ 238 w 329"/>
              <a:gd name="T23" fmla="*/ 249 h 272"/>
              <a:gd name="T24" fmla="*/ 261 w 329"/>
              <a:gd name="T25" fmla="*/ 227 h 272"/>
              <a:gd name="T26" fmla="*/ 284 w 329"/>
              <a:gd name="T27" fmla="*/ 74 h 272"/>
              <a:gd name="T28" fmla="*/ 278 w 329"/>
              <a:gd name="T29" fmla="*/ 68 h 272"/>
              <a:gd name="T30" fmla="*/ 238 w 329"/>
              <a:gd name="T31" fmla="*/ 29 h 272"/>
              <a:gd name="T32" fmla="*/ 233 w 329"/>
              <a:gd name="T33" fmla="*/ 23 h 272"/>
              <a:gd name="T34" fmla="*/ 194 w 329"/>
              <a:gd name="T35" fmla="*/ 24 h 272"/>
              <a:gd name="T36" fmla="*/ 193 w 329"/>
              <a:gd name="T37" fmla="*/ 68 h 272"/>
              <a:gd name="T38" fmla="*/ 149 w 329"/>
              <a:gd name="T39" fmla="*/ 70 h 272"/>
              <a:gd name="T40" fmla="*/ 148 w 329"/>
              <a:gd name="T41" fmla="*/ 108 h 272"/>
              <a:gd name="T42" fmla="*/ 153 w 329"/>
              <a:gd name="T43" fmla="*/ 113 h 272"/>
              <a:gd name="T44" fmla="*/ 193 w 329"/>
              <a:gd name="T45" fmla="*/ 153 h 272"/>
              <a:gd name="T46" fmla="*/ 199 w 329"/>
              <a:gd name="T47" fmla="*/ 159 h 272"/>
              <a:gd name="T48" fmla="*/ 237 w 329"/>
              <a:gd name="T49" fmla="*/ 157 h 272"/>
              <a:gd name="T50" fmla="*/ 238 w 329"/>
              <a:gd name="T51" fmla="*/ 113 h 272"/>
              <a:gd name="T52" fmla="*/ 282 w 329"/>
              <a:gd name="T53" fmla="*/ 112 h 272"/>
              <a:gd name="T54" fmla="*/ 329 w 329"/>
              <a:gd name="T55" fmla="*/ 12 h 272"/>
              <a:gd name="T56" fmla="*/ 325 w 329"/>
              <a:gd name="T57" fmla="*/ 223 h 272"/>
              <a:gd name="T58" fmla="*/ 284 w 329"/>
              <a:gd name="T59" fmla="*/ 227 h 272"/>
              <a:gd name="T60" fmla="*/ 238 w 329"/>
              <a:gd name="T61" fmla="*/ 272 h 272"/>
              <a:gd name="T62" fmla="*/ 193 w 329"/>
              <a:gd name="T63" fmla="*/ 227 h 272"/>
              <a:gd name="T64" fmla="*/ 112 w 329"/>
              <a:gd name="T65" fmla="*/ 259 h 272"/>
              <a:gd name="T66" fmla="*/ 48 w 329"/>
              <a:gd name="T67" fmla="*/ 259 h 272"/>
              <a:gd name="T68" fmla="*/ 12 w 329"/>
              <a:gd name="T69" fmla="*/ 227 h 272"/>
              <a:gd name="T70" fmla="*/ 0 w 329"/>
              <a:gd name="T71" fmla="*/ 215 h 272"/>
              <a:gd name="T72" fmla="*/ 12 w 329"/>
              <a:gd name="T73" fmla="*/ 204 h 272"/>
              <a:gd name="T74" fmla="*/ 14 w 329"/>
              <a:gd name="T75" fmla="*/ 120 h 272"/>
              <a:gd name="T76" fmla="*/ 55 w 329"/>
              <a:gd name="T77" fmla="*/ 76 h 272"/>
              <a:gd name="T78" fmla="*/ 74 w 329"/>
              <a:gd name="T79" fmla="*/ 68 h 272"/>
              <a:gd name="T80" fmla="*/ 102 w 329"/>
              <a:gd name="T81" fmla="*/ 12 h 272"/>
              <a:gd name="T82" fmla="*/ 114 w 329"/>
              <a:gd name="T83" fmla="*/ 0 h 272"/>
              <a:gd name="T84" fmla="*/ 325 w 329"/>
              <a:gd name="T85" fmla="*/ 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9" h="272">
                <a:moveTo>
                  <a:pt x="102" y="227"/>
                </a:moveTo>
                <a:cubicBezTo>
                  <a:pt x="102" y="220"/>
                  <a:pt x="100" y="215"/>
                  <a:pt x="96" y="211"/>
                </a:cubicBezTo>
                <a:cubicBezTo>
                  <a:pt x="91" y="206"/>
                  <a:pt x="86" y="204"/>
                  <a:pt x="80" y="204"/>
                </a:cubicBezTo>
                <a:cubicBezTo>
                  <a:pt x="73" y="204"/>
                  <a:pt x="68" y="206"/>
                  <a:pt x="64" y="211"/>
                </a:cubicBezTo>
                <a:cubicBezTo>
                  <a:pt x="59" y="215"/>
                  <a:pt x="57" y="220"/>
                  <a:pt x="57" y="227"/>
                </a:cubicBezTo>
                <a:cubicBezTo>
                  <a:pt x="57" y="233"/>
                  <a:pt x="59" y="238"/>
                  <a:pt x="64" y="243"/>
                </a:cubicBezTo>
                <a:cubicBezTo>
                  <a:pt x="68" y="247"/>
                  <a:pt x="73" y="249"/>
                  <a:pt x="80" y="249"/>
                </a:cubicBezTo>
                <a:cubicBezTo>
                  <a:pt x="86" y="249"/>
                  <a:pt x="91" y="247"/>
                  <a:pt x="96" y="243"/>
                </a:cubicBezTo>
                <a:cubicBezTo>
                  <a:pt x="100" y="238"/>
                  <a:pt x="102" y="233"/>
                  <a:pt x="102" y="227"/>
                </a:cubicBezTo>
                <a:close/>
                <a:moveTo>
                  <a:pt x="34" y="136"/>
                </a:moveTo>
                <a:cubicBezTo>
                  <a:pt x="102" y="136"/>
                  <a:pt x="102" y="136"/>
                  <a:pt x="102" y="136"/>
                </a:cubicBezTo>
                <a:cubicBezTo>
                  <a:pt x="102" y="91"/>
                  <a:pt x="102" y="91"/>
                  <a:pt x="102" y="91"/>
                </a:cubicBezTo>
                <a:cubicBezTo>
                  <a:pt x="74" y="91"/>
                  <a:pt x="74" y="91"/>
                  <a:pt x="74" y="91"/>
                </a:cubicBezTo>
                <a:cubicBezTo>
                  <a:pt x="73" y="91"/>
                  <a:pt x="71" y="92"/>
                  <a:pt x="70" y="92"/>
                </a:cubicBezTo>
                <a:cubicBezTo>
                  <a:pt x="36" y="127"/>
                  <a:pt x="36" y="127"/>
                  <a:pt x="36" y="127"/>
                </a:cubicBezTo>
                <a:cubicBezTo>
                  <a:pt x="35" y="128"/>
                  <a:pt x="35" y="130"/>
                  <a:pt x="34" y="131"/>
                </a:cubicBezTo>
                <a:lnTo>
                  <a:pt x="34" y="136"/>
                </a:lnTo>
                <a:close/>
                <a:moveTo>
                  <a:pt x="261" y="227"/>
                </a:moveTo>
                <a:cubicBezTo>
                  <a:pt x="261" y="220"/>
                  <a:pt x="259" y="215"/>
                  <a:pt x="254" y="211"/>
                </a:cubicBezTo>
                <a:cubicBezTo>
                  <a:pt x="250" y="206"/>
                  <a:pt x="244" y="204"/>
                  <a:pt x="238" y="204"/>
                </a:cubicBezTo>
                <a:cubicBezTo>
                  <a:pt x="232" y="204"/>
                  <a:pt x="227" y="206"/>
                  <a:pt x="222" y="211"/>
                </a:cubicBezTo>
                <a:cubicBezTo>
                  <a:pt x="218" y="215"/>
                  <a:pt x="216" y="220"/>
                  <a:pt x="216" y="227"/>
                </a:cubicBezTo>
                <a:cubicBezTo>
                  <a:pt x="216" y="233"/>
                  <a:pt x="218" y="238"/>
                  <a:pt x="222" y="243"/>
                </a:cubicBezTo>
                <a:cubicBezTo>
                  <a:pt x="227" y="247"/>
                  <a:pt x="232" y="249"/>
                  <a:pt x="238" y="249"/>
                </a:cubicBezTo>
                <a:cubicBezTo>
                  <a:pt x="244" y="249"/>
                  <a:pt x="250" y="247"/>
                  <a:pt x="254" y="243"/>
                </a:cubicBezTo>
                <a:cubicBezTo>
                  <a:pt x="259" y="238"/>
                  <a:pt x="261" y="233"/>
                  <a:pt x="261" y="227"/>
                </a:cubicBezTo>
                <a:close/>
                <a:moveTo>
                  <a:pt x="284" y="108"/>
                </a:moveTo>
                <a:cubicBezTo>
                  <a:pt x="284" y="74"/>
                  <a:pt x="284" y="74"/>
                  <a:pt x="284" y="74"/>
                </a:cubicBezTo>
                <a:cubicBezTo>
                  <a:pt x="284" y="72"/>
                  <a:pt x="283" y="71"/>
                  <a:pt x="282" y="70"/>
                </a:cubicBezTo>
                <a:cubicBezTo>
                  <a:pt x="281" y="69"/>
                  <a:pt x="279" y="68"/>
                  <a:pt x="278" y="68"/>
                </a:cubicBezTo>
                <a:cubicBezTo>
                  <a:pt x="238" y="68"/>
                  <a:pt x="238" y="68"/>
                  <a:pt x="238" y="68"/>
                </a:cubicBezTo>
                <a:cubicBezTo>
                  <a:pt x="238" y="29"/>
                  <a:pt x="238" y="29"/>
                  <a:pt x="238" y="29"/>
                </a:cubicBezTo>
                <a:cubicBezTo>
                  <a:pt x="238" y="27"/>
                  <a:pt x="238" y="26"/>
                  <a:pt x="237" y="24"/>
                </a:cubicBezTo>
                <a:cubicBezTo>
                  <a:pt x="236" y="23"/>
                  <a:pt x="234" y="23"/>
                  <a:pt x="233" y="23"/>
                </a:cubicBezTo>
                <a:cubicBezTo>
                  <a:pt x="199" y="23"/>
                  <a:pt x="199" y="23"/>
                  <a:pt x="199" y="23"/>
                </a:cubicBezTo>
                <a:cubicBezTo>
                  <a:pt x="197" y="23"/>
                  <a:pt x="196" y="23"/>
                  <a:pt x="194" y="24"/>
                </a:cubicBezTo>
                <a:cubicBezTo>
                  <a:pt x="193" y="26"/>
                  <a:pt x="193" y="27"/>
                  <a:pt x="193" y="29"/>
                </a:cubicBezTo>
                <a:cubicBezTo>
                  <a:pt x="193" y="68"/>
                  <a:pt x="193" y="68"/>
                  <a:pt x="193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2" y="68"/>
                  <a:pt x="150" y="69"/>
                  <a:pt x="149" y="70"/>
                </a:cubicBezTo>
                <a:cubicBezTo>
                  <a:pt x="148" y="71"/>
                  <a:pt x="148" y="72"/>
                  <a:pt x="148" y="74"/>
                </a:cubicBezTo>
                <a:cubicBezTo>
                  <a:pt x="148" y="108"/>
                  <a:pt x="148" y="108"/>
                  <a:pt x="148" y="108"/>
                </a:cubicBezTo>
                <a:cubicBezTo>
                  <a:pt x="148" y="109"/>
                  <a:pt x="148" y="111"/>
                  <a:pt x="149" y="112"/>
                </a:cubicBezTo>
                <a:cubicBezTo>
                  <a:pt x="150" y="113"/>
                  <a:pt x="152" y="113"/>
                  <a:pt x="153" y="113"/>
                </a:cubicBezTo>
                <a:cubicBezTo>
                  <a:pt x="193" y="113"/>
                  <a:pt x="193" y="113"/>
                  <a:pt x="193" y="113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93" y="155"/>
                  <a:pt x="193" y="156"/>
                  <a:pt x="194" y="157"/>
                </a:cubicBezTo>
                <a:cubicBezTo>
                  <a:pt x="196" y="158"/>
                  <a:pt x="197" y="159"/>
                  <a:pt x="199" y="159"/>
                </a:cubicBezTo>
                <a:cubicBezTo>
                  <a:pt x="233" y="159"/>
                  <a:pt x="233" y="159"/>
                  <a:pt x="233" y="159"/>
                </a:cubicBezTo>
                <a:cubicBezTo>
                  <a:pt x="234" y="159"/>
                  <a:pt x="236" y="158"/>
                  <a:pt x="237" y="157"/>
                </a:cubicBezTo>
                <a:cubicBezTo>
                  <a:pt x="238" y="156"/>
                  <a:pt x="238" y="155"/>
                  <a:pt x="238" y="153"/>
                </a:cubicBezTo>
                <a:cubicBezTo>
                  <a:pt x="238" y="113"/>
                  <a:pt x="238" y="113"/>
                  <a:pt x="238" y="113"/>
                </a:cubicBezTo>
                <a:cubicBezTo>
                  <a:pt x="278" y="113"/>
                  <a:pt x="278" y="113"/>
                  <a:pt x="278" y="113"/>
                </a:cubicBezTo>
                <a:cubicBezTo>
                  <a:pt x="279" y="113"/>
                  <a:pt x="281" y="113"/>
                  <a:pt x="282" y="112"/>
                </a:cubicBezTo>
                <a:cubicBezTo>
                  <a:pt x="283" y="111"/>
                  <a:pt x="284" y="109"/>
                  <a:pt x="284" y="108"/>
                </a:cubicBezTo>
                <a:close/>
                <a:moveTo>
                  <a:pt x="329" y="12"/>
                </a:moveTo>
                <a:cubicBezTo>
                  <a:pt x="329" y="215"/>
                  <a:pt x="329" y="215"/>
                  <a:pt x="329" y="215"/>
                </a:cubicBezTo>
                <a:cubicBezTo>
                  <a:pt x="329" y="218"/>
                  <a:pt x="328" y="221"/>
                  <a:pt x="325" y="223"/>
                </a:cubicBezTo>
                <a:cubicBezTo>
                  <a:pt x="323" y="226"/>
                  <a:pt x="321" y="227"/>
                  <a:pt x="317" y="227"/>
                </a:cubicBezTo>
                <a:cubicBezTo>
                  <a:pt x="284" y="227"/>
                  <a:pt x="284" y="227"/>
                  <a:pt x="284" y="227"/>
                </a:cubicBezTo>
                <a:cubicBezTo>
                  <a:pt x="284" y="239"/>
                  <a:pt x="279" y="250"/>
                  <a:pt x="270" y="259"/>
                </a:cubicBezTo>
                <a:cubicBezTo>
                  <a:pt x="261" y="268"/>
                  <a:pt x="251" y="272"/>
                  <a:pt x="238" y="272"/>
                </a:cubicBezTo>
                <a:cubicBezTo>
                  <a:pt x="226" y="272"/>
                  <a:pt x="215" y="268"/>
                  <a:pt x="206" y="259"/>
                </a:cubicBezTo>
                <a:cubicBezTo>
                  <a:pt x="197" y="250"/>
                  <a:pt x="193" y="239"/>
                  <a:pt x="193" y="227"/>
                </a:cubicBezTo>
                <a:cubicBezTo>
                  <a:pt x="125" y="227"/>
                  <a:pt x="125" y="227"/>
                  <a:pt x="125" y="227"/>
                </a:cubicBezTo>
                <a:cubicBezTo>
                  <a:pt x="125" y="239"/>
                  <a:pt x="121" y="250"/>
                  <a:pt x="112" y="259"/>
                </a:cubicBezTo>
                <a:cubicBezTo>
                  <a:pt x="103" y="268"/>
                  <a:pt x="92" y="272"/>
                  <a:pt x="80" y="272"/>
                </a:cubicBezTo>
                <a:cubicBezTo>
                  <a:pt x="67" y="272"/>
                  <a:pt x="56" y="268"/>
                  <a:pt x="48" y="259"/>
                </a:cubicBezTo>
                <a:cubicBezTo>
                  <a:pt x="39" y="250"/>
                  <a:pt x="34" y="239"/>
                  <a:pt x="34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9" y="227"/>
                  <a:pt x="6" y="226"/>
                  <a:pt x="4" y="223"/>
                </a:cubicBezTo>
                <a:cubicBezTo>
                  <a:pt x="1" y="221"/>
                  <a:pt x="0" y="218"/>
                  <a:pt x="0" y="215"/>
                </a:cubicBezTo>
                <a:cubicBezTo>
                  <a:pt x="0" y="212"/>
                  <a:pt x="1" y="210"/>
                  <a:pt x="4" y="207"/>
                </a:cubicBezTo>
                <a:cubicBezTo>
                  <a:pt x="6" y="205"/>
                  <a:pt x="9" y="204"/>
                  <a:pt x="12" y="204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27"/>
                  <a:pt x="12" y="124"/>
                  <a:pt x="14" y="120"/>
                </a:cubicBezTo>
                <a:cubicBezTo>
                  <a:pt x="15" y="116"/>
                  <a:pt x="17" y="113"/>
                  <a:pt x="20" y="111"/>
                </a:cubicBezTo>
                <a:cubicBezTo>
                  <a:pt x="55" y="76"/>
                  <a:pt x="55" y="76"/>
                  <a:pt x="55" y="76"/>
                </a:cubicBezTo>
                <a:cubicBezTo>
                  <a:pt x="57" y="74"/>
                  <a:pt x="60" y="72"/>
                  <a:pt x="64" y="70"/>
                </a:cubicBezTo>
                <a:cubicBezTo>
                  <a:pt x="67" y="69"/>
                  <a:pt x="71" y="68"/>
                  <a:pt x="74" y="68"/>
                </a:cubicBezTo>
                <a:cubicBezTo>
                  <a:pt x="102" y="68"/>
                  <a:pt x="102" y="68"/>
                  <a:pt x="102" y="68"/>
                </a:cubicBezTo>
                <a:cubicBezTo>
                  <a:pt x="102" y="12"/>
                  <a:pt x="102" y="12"/>
                  <a:pt x="102" y="12"/>
                </a:cubicBezTo>
                <a:cubicBezTo>
                  <a:pt x="102" y="8"/>
                  <a:pt x="103" y="6"/>
                  <a:pt x="106" y="4"/>
                </a:cubicBezTo>
                <a:cubicBezTo>
                  <a:pt x="108" y="1"/>
                  <a:pt x="111" y="0"/>
                  <a:pt x="114" y="0"/>
                </a:cubicBezTo>
                <a:cubicBezTo>
                  <a:pt x="317" y="0"/>
                  <a:pt x="317" y="0"/>
                  <a:pt x="317" y="0"/>
                </a:cubicBezTo>
                <a:cubicBezTo>
                  <a:pt x="321" y="0"/>
                  <a:pt x="323" y="1"/>
                  <a:pt x="325" y="4"/>
                </a:cubicBezTo>
                <a:cubicBezTo>
                  <a:pt x="328" y="6"/>
                  <a:pt x="329" y="8"/>
                  <a:pt x="329" y="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5059363" y="2889250"/>
            <a:ext cx="342900" cy="269875"/>
          </a:xfrm>
          <a:custGeom>
            <a:avLst/>
            <a:gdLst>
              <a:gd name="T0" fmla="*/ 318 w 318"/>
              <a:gd name="T1" fmla="*/ 215 h 249"/>
              <a:gd name="T2" fmla="*/ 318 w 318"/>
              <a:gd name="T3" fmla="*/ 238 h 249"/>
              <a:gd name="T4" fmla="*/ 314 w 318"/>
              <a:gd name="T5" fmla="*/ 246 h 249"/>
              <a:gd name="T6" fmla="*/ 306 w 318"/>
              <a:gd name="T7" fmla="*/ 249 h 249"/>
              <a:gd name="T8" fmla="*/ 12 w 318"/>
              <a:gd name="T9" fmla="*/ 249 h 249"/>
              <a:gd name="T10" fmla="*/ 4 w 318"/>
              <a:gd name="T11" fmla="*/ 246 h 249"/>
              <a:gd name="T12" fmla="*/ 0 w 318"/>
              <a:gd name="T13" fmla="*/ 238 h 249"/>
              <a:gd name="T14" fmla="*/ 0 w 318"/>
              <a:gd name="T15" fmla="*/ 215 h 249"/>
              <a:gd name="T16" fmla="*/ 4 w 318"/>
              <a:gd name="T17" fmla="*/ 207 h 249"/>
              <a:gd name="T18" fmla="*/ 12 w 318"/>
              <a:gd name="T19" fmla="*/ 204 h 249"/>
              <a:gd name="T20" fmla="*/ 306 w 318"/>
              <a:gd name="T21" fmla="*/ 204 h 249"/>
              <a:gd name="T22" fmla="*/ 314 w 318"/>
              <a:gd name="T23" fmla="*/ 207 h 249"/>
              <a:gd name="T24" fmla="*/ 318 w 318"/>
              <a:gd name="T25" fmla="*/ 215 h 249"/>
              <a:gd name="T26" fmla="*/ 318 w 318"/>
              <a:gd name="T27" fmla="*/ 147 h 249"/>
              <a:gd name="T28" fmla="*/ 318 w 318"/>
              <a:gd name="T29" fmla="*/ 170 h 249"/>
              <a:gd name="T30" fmla="*/ 314 w 318"/>
              <a:gd name="T31" fmla="*/ 178 h 249"/>
              <a:gd name="T32" fmla="*/ 306 w 318"/>
              <a:gd name="T33" fmla="*/ 181 h 249"/>
              <a:gd name="T34" fmla="*/ 80 w 318"/>
              <a:gd name="T35" fmla="*/ 181 h 249"/>
              <a:gd name="T36" fmla="*/ 72 w 318"/>
              <a:gd name="T37" fmla="*/ 178 h 249"/>
              <a:gd name="T38" fmla="*/ 68 w 318"/>
              <a:gd name="T39" fmla="*/ 170 h 249"/>
              <a:gd name="T40" fmla="*/ 68 w 318"/>
              <a:gd name="T41" fmla="*/ 147 h 249"/>
              <a:gd name="T42" fmla="*/ 72 w 318"/>
              <a:gd name="T43" fmla="*/ 139 h 249"/>
              <a:gd name="T44" fmla="*/ 80 w 318"/>
              <a:gd name="T45" fmla="*/ 136 h 249"/>
              <a:gd name="T46" fmla="*/ 306 w 318"/>
              <a:gd name="T47" fmla="*/ 136 h 249"/>
              <a:gd name="T48" fmla="*/ 314 w 318"/>
              <a:gd name="T49" fmla="*/ 139 h 249"/>
              <a:gd name="T50" fmla="*/ 318 w 318"/>
              <a:gd name="T51" fmla="*/ 147 h 249"/>
              <a:gd name="T52" fmla="*/ 318 w 318"/>
              <a:gd name="T53" fmla="*/ 79 h 249"/>
              <a:gd name="T54" fmla="*/ 318 w 318"/>
              <a:gd name="T55" fmla="*/ 102 h 249"/>
              <a:gd name="T56" fmla="*/ 314 w 318"/>
              <a:gd name="T57" fmla="*/ 110 h 249"/>
              <a:gd name="T58" fmla="*/ 306 w 318"/>
              <a:gd name="T59" fmla="*/ 113 h 249"/>
              <a:gd name="T60" fmla="*/ 34 w 318"/>
              <a:gd name="T61" fmla="*/ 113 h 249"/>
              <a:gd name="T62" fmla="*/ 26 w 318"/>
              <a:gd name="T63" fmla="*/ 110 h 249"/>
              <a:gd name="T64" fmla="*/ 23 w 318"/>
              <a:gd name="T65" fmla="*/ 102 h 249"/>
              <a:gd name="T66" fmla="*/ 23 w 318"/>
              <a:gd name="T67" fmla="*/ 79 h 249"/>
              <a:gd name="T68" fmla="*/ 26 w 318"/>
              <a:gd name="T69" fmla="*/ 71 h 249"/>
              <a:gd name="T70" fmla="*/ 34 w 318"/>
              <a:gd name="T71" fmla="*/ 68 h 249"/>
              <a:gd name="T72" fmla="*/ 306 w 318"/>
              <a:gd name="T73" fmla="*/ 68 h 249"/>
              <a:gd name="T74" fmla="*/ 314 w 318"/>
              <a:gd name="T75" fmla="*/ 71 h 249"/>
              <a:gd name="T76" fmla="*/ 318 w 318"/>
              <a:gd name="T77" fmla="*/ 79 h 249"/>
              <a:gd name="T78" fmla="*/ 318 w 318"/>
              <a:gd name="T79" fmla="*/ 11 h 249"/>
              <a:gd name="T80" fmla="*/ 318 w 318"/>
              <a:gd name="T81" fmla="*/ 34 h 249"/>
              <a:gd name="T82" fmla="*/ 314 w 318"/>
              <a:gd name="T83" fmla="*/ 42 h 249"/>
              <a:gd name="T84" fmla="*/ 306 w 318"/>
              <a:gd name="T85" fmla="*/ 45 h 249"/>
              <a:gd name="T86" fmla="*/ 102 w 318"/>
              <a:gd name="T87" fmla="*/ 45 h 249"/>
              <a:gd name="T88" fmla="*/ 94 w 318"/>
              <a:gd name="T89" fmla="*/ 42 h 249"/>
              <a:gd name="T90" fmla="*/ 91 w 318"/>
              <a:gd name="T91" fmla="*/ 34 h 249"/>
              <a:gd name="T92" fmla="*/ 91 w 318"/>
              <a:gd name="T93" fmla="*/ 11 h 249"/>
              <a:gd name="T94" fmla="*/ 94 w 318"/>
              <a:gd name="T95" fmla="*/ 3 h 249"/>
              <a:gd name="T96" fmla="*/ 102 w 318"/>
              <a:gd name="T97" fmla="*/ 0 h 249"/>
              <a:gd name="T98" fmla="*/ 306 w 318"/>
              <a:gd name="T99" fmla="*/ 0 h 249"/>
              <a:gd name="T100" fmla="*/ 314 w 318"/>
              <a:gd name="T101" fmla="*/ 3 h 249"/>
              <a:gd name="T102" fmla="*/ 318 w 318"/>
              <a:gd name="T103" fmla="*/ 11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8" h="249">
                <a:moveTo>
                  <a:pt x="318" y="215"/>
                </a:moveTo>
                <a:cubicBezTo>
                  <a:pt x="318" y="238"/>
                  <a:pt x="318" y="238"/>
                  <a:pt x="318" y="238"/>
                </a:cubicBezTo>
                <a:cubicBezTo>
                  <a:pt x="318" y="241"/>
                  <a:pt x="316" y="244"/>
                  <a:pt x="314" y="246"/>
                </a:cubicBezTo>
                <a:cubicBezTo>
                  <a:pt x="312" y="248"/>
                  <a:pt x="309" y="249"/>
                  <a:pt x="306" y="249"/>
                </a:cubicBezTo>
                <a:cubicBezTo>
                  <a:pt x="12" y="249"/>
                  <a:pt x="12" y="249"/>
                  <a:pt x="12" y="249"/>
                </a:cubicBezTo>
                <a:cubicBezTo>
                  <a:pt x="9" y="249"/>
                  <a:pt x="6" y="248"/>
                  <a:pt x="4" y="246"/>
                </a:cubicBezTo>
                <a:cubicBezTo>
                  <a:pt x="2" y="244"/>
                  <a:pt x="0" y="241"/>
                  <a:pt x="0" y="238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12"/>
                  <a:pt x="2" y="209"/>
                  <a:pt x="4" y="207"/>
                </a:cubicBezTo>
                <a:cubicBezTo>
                  <a:pt x="6" y="205"/>
                  <a:pt x="9" y="204"/>
                  <a:pt x="12" y="204"/>
                </a:cubicBezTo>
                <a:cubicBezTo>
                  <a:pt x="306" y="204"/>
                  <a:pt x="306" y="204"/>
                  <a:pt x="306" y="204"/>
                </a:cubicBezTo>
                <a:cubicBezTo>
                  <a:pt x="309" y="204"/>
                  <a:pt x="312" y="205"/>
                  <a:pt x="314" y="207"/>
                </a:cubicBezTo>
                <a:cubicBezTo>
                  <a:pt x="316" y="209"/>
                  <a:pt x="318" y="212"/>
                  <a:pt x="318" y="215"/>
                </a:cubicBezTo>
                <a:close/>
                <a:moveTo>
                  <a:pt x="318" y="147"/>
                </a:moveTo>
                <a:cubicBezTo>
                  <a:pt x="318" y="170"/>
                  <a:pt x="318" y="170"/>
                  <a:pt x="318" y="170"/>
                </a:cubicBezTo>
                <a:cubicBezTo>
                  <a:pt x="318" y="173"/>
                  <a:pt x="316" y="176"/>
                  <a:pt x="314" y="178"/>
                </a:cubicBezTo>
                <a:cubicBezTo>
                  <a:pt x="312" y="180"/>
                  <a:pt x="309" y="181"/>
                  <a:pt x="306" y="181"/>
                </a:cubicBezTo>
                <a:cubicBezTo>
                  <a:pt x="80" y="181"/>
                  <a:pt x="80" y="181"/>
                  <a:pt x="80" y="181"/>
                </a:cubicBezTo>
                <a:cubicBezTo>
                  <a:pt x="77" y="181"/>
                  <a:pt x="74" y="180"/>
                  <a:pt x="72" y="178"/>
                </a:cubicBezTo>
                <a:cubicBezTo>
                  <a:pt x="70" y="176"/>
                  <a:pt x="68" y="173"/>
                  <a:pt x="68" y="170"/>
                </a:cubicBezTo>
                <a:cubicBezTo>
                  <a:pt x="68" y="147"/>
                  <a:pt x="68" y="147"/>
                  <a:pt x="68" y="147"/>
                </a:cubicBezTo>
                <a:cubicBezTo>
                  <a:pt x="68" y="144"/>
                  <a:pt x="70" y="142"/>
                  <a:pt x="72" y="139"/>
                </a:cubicBezTo>
                <a:cubicBezTo>
                  <a:pt x="74" y="137"/>
                  <a:pt x="77" y="136"/>
                  <a:pt x="80" y="136"/>
                </a:cubicBezTo>
                <a:cubicBezTo>
                  <a:pt x="306" y="136"/>
                  <a:pt x="306" y="136"/>
                  <a:pt x="306" y="136"/>
                </a:cubicBezTo>
                <a:cubicBezTo>
                  <a:pt x="309" y="136"/>
                  <a:pt x="312" y="137"/>
                  <a:pt x="314" y="139"/>
                </a:cubicBezTo>
                <a:cubicBezTo>
                  <a:pt x="316" y="142"/>
                  <a:pt x="318" y="144"/>
                  <a:pt x="318" y="147"/>
                </a:cubicBezTo>
                <a:close/>
                <a:moveTo>
                  <a:pt x="318" y="79"/>
                </a:moveTo>
                <a:cubicBezTo>
                  <a:pt x="318" y="102"/>
                  <a:pt x="318" y="102"/>
                  <a:pt x="318" y="102"/>
                </a:cubicBezTo>
                <a:cubicBezTo>
                  <a:pt x="318" y="105"/>
                  <a:pt x="316" y="108"/>
                  <a:pt x="314" y="110"/>
                </a:cubicBezTo>
                <a:cubicBezTo>
                  <a:pt x="312" y="112"/>
                  <a:pt x="309" y="113"/>
                  <a:pt x="306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1" y="113"/>
                  <a:pt x="29" y="112"/>
                  <a:pt x="26" y="110"/>
                </a:cubicBezTo>
                <a:cubicBezTo>
                  <a:pt x="24" y="108"/>
                  <a:pt x="23" y="105"/>
                  <a:pt x="23" y="102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76"/>
                  <a:pt x="24" y="74"/>
                  <a:pt x="26" y="71"/>
                </a:cubicBezTo>
                <a:cubicBezTo>
                  <a:pt x="29" y="69"/>
                  <a:pt x="31" y="68"/>
                  <a:pt x="34" y="68"/>
                </a:cubicBezTo>
                <a:cubicBezTo>
                  <a:pt x="306" y="68"/>
                  <a:pt x="306" y="68"/>
                  <a:pt x="306" y="68"/>
                </a:cubicBezTo>
                <a:cubicBezTo>
                  <a:pt x="309" y="68"/>
                  <a:pt x="312" y="69"/>
                  <a:pt x="314" y="71"/>
                </a:cubicBezTo>
                <a:cubicBezTo>
                  <a:pt x="316" y="74"/>
                  <a:pt x="318" y="76"/>
                  <a:pt x="318" y="79"/>
                </a:cubicBezTo>
                <a:close/>
                <a:moveTo>
                  <a:pt x="318" y="11"/>
                </a:moveTo>
                <a:cubicBezTo>
                  <a:pt x="318" y="34"/>
                  <a:pt x="318" y="34"/>
                  <a:pt x="318" y="34"/>
                </a:cubicBezTo>
                <a:cubicBezTo>
                  <a:pt x="318" y="37"/>
                  <a:pt x="316" y="40"/>
                  <a:pt x="314" y="42"/>
                </a:cubicBezTo>
                <a:cubicBezTo>
                  <a:pt x="312" y="44"/>
                  <a:pt x="309" y="45"/>
                  <a:pt x="306" y="45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99" y="45"/>
                  <a:pt x="97" y="44"/>
                  <a:pt x="94" y="42"/>
                </a:cubicBezTo>
                <a:cubicBezTo>
                  <a:pt x="92" y="40"/>
                  <a:pt x="91" y="37"/>
                  <a:pt x="91" y="34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8"/>
                  <a:pt x="92" y="6"/>
                  <a:pt x="94" y="3"/>
                </a:cubicBezTo>
                <a:cubicBezTo>
                  <a:pt x="97" y="1"/>
                  <a:pt x="99" y="0"/>
                  <a:pt x="102" y="0"/>
                </a:cubicBezTo>
                <a:cubicBezTo>
                  <a:pt x="306" y="0"/>
                  <a:pt x="306" y="0"/>
                  <a:pt x="306" y="0"/>
                </a:cubicBezTo>
                <a:cubicBezTo>
                  <a:pt x="309" y="0"/>
                  <a:pt x="312" y="1"/>
                  <a:pt x="314" y="3"/>
                </a:cubicBezTo>
                <a:cubicBezTo>
                  <a:pt x="316" y="6"/>
                  <a:pt x="318" y="8"/>
                  <a:pt x="318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5919788" y="2889250"/>
            <a:ext cx="342900" cy="269875"/>
          </a:xfrm>
          <a:custGeom>
            <a:avLst/>
            <a:gdLst>
              <a:gd name="T0" fmla="*/ 317 w 317"/>
              <a:gd name="T1" fmla="*/ 215 h 249"/>
              <a:gd name="T2" fmla="*/ 317 w 317"/>
              <a:gd name="T3" fmla="*/ 238 h 249"/>
              <a:gd name="T4" fmla="*/ 314 w 317"/>
              <a:gd name="T5" fmla="*/ 246 h 249"/>
              <a:gd name="T6" fmla="*/ 306 w 317"/>
              <a:gd name="T7" fmla="*/ 249 h 249"/>
              <a:gd name="T8" fmla="*/ 12 w 317"/>
              <a:gd name="T9" fmla="*/ 249 h 249"/>
              <a:gd name="T10" fmla="*/ 4 w 317"/>
              <a:gd name="T11" fmla="*/ 246 h 249"/>
              <a:gd name="T12" fmla="*/ 0 w 317"/>
              <a:gd name="T13" fmla="*/ 238 h 249"/>
              <a:gd name="T14" fmla="*/ 0 w 317"/>
              <a:gd name="T15" fmla="*/ 215 h 249"/>
              <a:gd name="T16" fmla="*/ 4 w 317"/>
              <a:gd name="T17" fmla="*/ 207 h 249"/>
              <a:gd name="T18" fmla="*/ 12 w 317"/>
              <a:gd name="T19" fmla="*/ 204 h 249"/>
              <a:gd name="T20" fmla="*/ 306 w 317"/>
              <a:gd name="T21" fmla="*/ 204 h 249"/>
              <a:gd name="T22" fmla="*/ 314 w 317"/>
              <a:gd name="T23" fmla="*/ 207 h 249"/>
              <a:gd name="T24" fmla="*/ 317 w 317"/>
              <a:gd name="T25" fmla="*/ 215 h 249"/>
              <a:gd name="T26" fmla="*/ 250 w 317"/>
              <a:gd name="T27" fmla="*/ 147 h 249"/>
              <a:gd name="T28" fmla="*/ 250 w 317"/>
              <a:gd name="T29" fmla="*/ 170 h 249"/>
              <a:gd name="T30" fmla="*/ 246 w 317"/>
              <a:gd name="T31" fmla="*/ 178 h 249"/>
              <a:gd name="T32" fmla="*/ 238 w 317"/>
              <a:gd name="T33" fmla="*/ 181 h 249"/>
              <a:gd name="T34" fmla="*/ 12 w 317"/>
              <a:gd name="T35" fmla="*/ 181 h 249"/>
              <a:gd name="T36" fmla="*/ 4 w 317"/>
              <a:gd name="T37" fmla="*/ 178 h 249"/>
              <a:gd name="T38" fmla="*/ 0 w 317"/>
              <a:gd name="T39" fmla="*/ 170 h 249"/>
              <a:gd name="T40" fmla="*/ 0 w 317"/>
              <a:gd name="T41" fmla="*/ 147 h 249"/>
              <a:gd name="T42" fmla="*/ 4 w 317"/>
              <a:gd name="T43" fmla="*/ 139 h 249"/>
              <a:gd name="T44" fmla="*/ 12 w 317"/>
              <a:gd name="T45" fmla="*/ 136 h 249"/>
              <a:gd name="T46" fmla="*/ 238 w 317"/>
              <a:gd name="T47" fmla="*/ 136 h 249"/>
              <a:gd name="T48" fmla="*/ 246 w 317"/>
              <a:gd name="T49" fmla="*/ 139 h 249"/>
              <a:gd name="T50" fmla="*/ 250 w 317"/>
              <a:gd name="T51" fmla="*/ 147 h 249"/>
              <a:gd name="T52" fmla="*/ 295 w 317"/>
              <a:gd name="T53" fmla="*/ 79 h 249"/>
              <a:gd name="T54" fmla="*/ 295 w 317"/>
              <a:gd name="T55" fmla="*/ 102 h 249"/>
              <a:gd name="T56" fmla="*/ 291 w 317"/>
              <a:gd name="T57" fmla="*/ 110 h 249"/>
              <a:gd name="T58" fmla="*/ 283 w 317"/>
              <a:gd name="T59" fmla="*/ 113 h 249"/>
              <a:gd name="T60" fmla="*/ 12 w 317"/>
              <a:gd name="T61" fmla="*/ 113 h 249"/>
              <a:gd name="T62" fmla="*/ 4 w 317"/>
              <a:gd name="T63" fmla="*/ 110 h 249"/>
              <a:gd name="T64" fmla="*/ 0 w 317"/>
              <a:gd name="T65" fmla="*/ 102 h 249"/>
              <a:gd name="T66" fmla="*/ 0 w 317"/>
              <a:gd name="T67" fmla="*/ 79 h 249"/>
              <a:gd name="T68" fmla="*/ 4 w 317"/>
              <a:gd name="T69" fmla="*/ 71 h 249"/>
              <a:gd name="T70" fmla="*/ 12 w 317"/>
              <a:gd name="T71" fmla="*/ 68 h 249"/>
              <a:gd name="T72" fmla="*/ 283 w 317"/>
              <a:gd name="T73" fmla="*/ 68 h 249"/>
              <a:gd name="T74" fmla="*/ 291 w 317"/>
              <a:gd name="T75" fmla="*/ 71 h 249"/>
              <a:gd name="T76" fmla="*/ 295 w 317"/>
              <a:gd name="T77" fmla="*/ 79 h 249"/>
              <a:gd name="T78" fmla="*/ 227 w 317"/>
              <a:gd name="T79" fmla="*/ 11 h 249"/>
              <a:gd name="T80" fmla="*/ 227 w 317"/>
              <a:gd name="T81" fmla="*/ 34 h 249"/>
              <a:gd name="T82" fmla="*/ 224 w 317"/>
              <a:gd name="T83" fmla="*/ 42 h 249"/>
              <a:gd name="T84" fmla="*/ 216 w 317"/>
              <a:gd name="T85" fmla="*/ 45 h 249"/>
              <a:gd name="T86" fmla="*/ 12 w 317"/>
              <a:gd name="T87" fmla="*/ 45 h 249"/>
              <a:gd name="T88" fmla="*/ 4 w 317"/>
              <a:gd name="T89" fmla="*/ 42 h 249"/>
              <a:gd name="T90" fmla="*/ 0 w 317"/>
              <a:gd name="T91" fmla="*/ 34 h 249"/>
              <a:gd name="T92" fmla="*/ 0 w 317"/>
              <a:gd name="T93" fmla="*/ 11 h 249"/>
              <a:gd name="T94" fmla="*/ 4 w 317"/>
              <a:gd name="T95" fmla="*/ 3 h 249"/>
              <a:gd name="T96" fmla="*/ 12 w 317"/>
              <a:gd name="T97" fmla="*/ 0 h 249"/>
              <a:gd name="T98" fmla="*/ 216 w 317"/>
              <a:gd name="T99" fmla="*/ 0 h 249"/>
              <a:gd name="T100" fmla="*/ 224 w 317"/>
              <a:gd name="T101" fmla="*/ 3 h 249"/>
              <a:gd name="T102" fmla="*/ 227 w 317"/>
              <a:gd name="T103" fmla="*/ 11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7" h="249">
                <a:moveTo>
                  <a:pt x="317" y="215"/>
                </a:moveTo>
                <a:cubicBezTo>
                  <a:pt x="317" y="238"/>
                  <a:pt x="317" y="238"/>
                  <a:pt x="317" y="238"/>
                </a:cubicBezTo>
                <a:cubicBezTo>
                  <a:pt x="317" y="241"/>
                  <a:pt x="316" y="244"/>
                  <a:pt x="314" y="246"/>
                </a:cubicBezTo>
                <a:cubicBezTo>
                  <a:pt x="312" y="248"/>
                  <a:pt x="309" y="249"/>
                  <a:pt x="306" y="249"/>
                </a:cubicBezTo>
                <a:cubicBezTo>
                  <a:pt x="12" y="249"/>
                  <a:pt x="12" y="249"/>
                  <a:pt x="12" y="249"/>
                </a:cubicBezTo>
                <a:cubicBezTo>
                  <a:pt x="9" y="249"/>
                  <a:pt x="6" y="248"/>
                  <a:pt x="4" y="246"/>
                </a:cubicBezTo>
                <a:cubicBezTo>
                  <a:pt x="1" y="244"/>
                  <a:pt x="0" y="241"/>
                  <a:pt x="0" y="238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12"/>
                  <a:pt x="1" y="209"/>
                  <a:pt x="4" y="207"/>
                </a:cubicBezTo>
                <a:cubicBezTo>
                  <a:pt x="6" y="205"/>
                  <a:pt x="9" y="204"/>
                  <a:pt x="12" y="204"/>
                </a:cubicBezTo>
                <a:cubicBezTo>
                  <a:pt x="306" y="204"/>
                  <a:pt x="306" y="204"/>
                  <a:pt x="306" y="204"/>
                </a:cubicBezTo>
                <a:cubicBezTo>
                  <a:pt x="309" y="204"/>
                  <a:pt x="312" y="205"/>
                  <a:pt x="314" y="207"/>
                </a:cubicBezTo>
                <a:cubicBezTo>
                  <a:pt x="316" y="209"/>
                  <a:pt x="317" y="212"/>
                  <a:pt x="317" y="215"/>
                </a:cubicBezTo>
                <a:close/>
                <a:moveTo>
                  <a:pt x="250" y="147"/>
                </a:moveTo>
                <a:cubicBezTo>
                  <a:pt x="250" y="170"/>
                  <a:pt x="250" y="170"/>
                  <a:pt x="250" y="170"/>
                </a:cubicBezTo>
                <a:cubicBezTo>
                  <a:pt x="250" y="173"/>
                  <a:pt x="248" y="176"/>
                  <a:pt x="246" y="178"/>
                </a:cubicBezTo>
                <a:cubicBezTo>
                  <a:pt x="244" y="180"/>
                  <a:pt x="241" y="181"/>
                  <a:pt x="238" y="181"/>
                </a:cubicBezTo>
                <a:cubicBezTo>
                  <a:pt x="12" y="181"/>
                  <a:pt x="12" y="181"/>
                  <a:pt x="12" y="181"/>
                </a:cubicBezTo>
                <a:cubicBezTo>
                  <a:pt x="9" y="181"/>
                  <a:pt x="6" y="180"/>
                  <a:pt x="4" y="178"/>
                </a:cubicBezTo>
                <a:cubicBezTo>
                  <a:pt x="1" y="176"/>
                  <a:pt x="0" y="173"/>
                  <a:pt x="0" y="170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44"/>
                  <a:pt x="1" y="142"/>
                  <a:pt x="4" y="139"/>
                </a:cubicBezTo>
                <a:cubicBezTo>
                  <a:pt x="6" y="137"/>
                  <a:pt x="9" y="136"/>
                  <a:pt x="12" y="136"/>
                </a:cubicBezTo>
                <a:cubicBezTo>
                  <a:pt x="238" y="136"/>
                  <a:pt x="238" y="136"/>
                  <a:pt x="238" y="136"/>
                </a:cubicBezTo>
                <a:cubicBezTo>
                  <a:pt x="241" y="136"/>
                  <a:pt x="244" y="137"/>
                  <a:pt x="246" y="139"/>
                </a:cubicBezTo>
                <a:cubicBezTo>
                  <a:pt x="248" y="142"/>
                  <a:pt x="250" y="144"/>
                  <a:pt x="250" y="147"/>
                </a:cubicBezTo>
                <a:close/>
                <a:moveTo>
                  <a:pt x="295" y="79"/>
                </a:moveTo>
                <a:cubicBezTo>
                  <a:pt x="295" y="102"/>
                  <a:pt x="295" y="102"/>
                  <a:pt x="295" y="102"/>
                </a:cubicBezTo>
                <a:cubicBezTo>
                  <a:pt x="295" y="105"/>
                  <a:pt x="294" y="108"/>
                  <a:pt x="291" y="110"/>
                </a:cubicBezTo>
                <a:cubicBezTo>
                  <a:pt x="289" y="112"/>
                  <a:pt x="287" y="113"/>
                  <a:pt x="283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9" y="113"/>
                  <a:pt x="6" y="112"/>
                  <a:pt x="4" y="110"/>
                </a:cubicBezTo>
                <a:cubicBezTo>
                  <a:pt x="1" y="108"/>
                  <a:pt x="0" y="105"/>
                  <a:pt x="0" y="102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6"/>
                  <a:pt x="1" y="74"/>
                  <a:pt x="4" y="71"/>
                </a:cubicBezTo>
                <a:cubicBezTo>
                  <a:pt x="6" y="69"/>
                  <a:pt x="9" y="68"/>
                  <a:pt x="12" y="68"/>
                </a:cubicBezTo>
                <a:cubicBezTo>
                  <a:pt x="283" y="68"/>
                  <a:pt x="283" y="68"/>
                  <a:pt x="283" y="68"/>
                </a:cubicBezTo>
                <a:cubicBezTo>
                  <a:pt x="287" y="68"/>
                  <a:pt x="289" y="69"/>
                  <a:pt x="291" y="71"/>
                </a:cubicBezTo>
                <a:cubicBezTo>
                  <a:pt x="294" y="74"/>
                  <a:pt x="295" y="76"/>
                  <a:pt x="295" y="79"/>
                </a:cubicBezTo>
                <a:close/>
                <a:moveTo>
                  <a:pt x="227" y="11"/>
                </a:moveTo>
                <a:cubicBezTo>
                  <a:pt x="227" y="34"/>
                  <a:pt x="227" y="34"/>
                  <a:pt x="227" y="34"/>
                </a:cubicBezTo>
                <a:cubicBezTo>
                  <a:pt x="227" y="37"/>
                  <a:pt x="226" y="40"/>
                  <a:pt x="224" y="42"/>
                </a:cubicBezTo>
                <a:cubicBezTo>
                  <a:pt x="221" y="44"/>
                  <a:pt x="219" y="45"/>
                  <a:pt x="216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9" y="45"/>
                  <a:pt x="6" y="44"/>
                  <a:pt x="4" y="42"/>
                </a:cubicBezTo>
                <a:cubicBezTo>
                  <a:pt x="1" y="40"/>
                  <a:pt x="0" y="37"/>
                  <a:pt x="0" y="3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9" y="0"/>
                  <a:pt x="221" y="1"/>
                  <a:pt x="224" y="3"/>
                </a:cubicBezTo>
                <a:cubicBezTo>
                  <a:pt x="226" y="6"/>
                  <a:pt x="227" y="8"/>
                  <a:pt x="227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6350001" y="2889250"/>
            <a:ext cx="342900" cy="269875"/>
          </a:xfrm>
          <a:custGeom>
            <a:avLst/>
            <a:gdLst>
              <a:gd name="T0" fmla="*/ 317 w 317"/>
              <a:gd name="T1" fmla="*/ 215 h 249"/>
              <a:gd name="T2" fmla="*/ 317 w 317"/>
              <a:gd name="T3" fmla="*/ 238 h 249"/>
              <a:gd name="T4" fmla="*/ 314 w 317"/>
              <a:gd name="T5" fmla="*/ 246 h 249"/>
              <a:gd name="T6" fmla="*/ 306 w 317"/>
              <a:gd name="T7" fmla="*/ 249 h 249"/>
              <a:gd name="T8" fmla="*/ 11 w 317"/>
              <a:gd name="T9" fmla="*/ 249 h 249"/>
              <a:gd name="T10" fmla="*/ 3 w 317"/>
              <a:gd name="T11" fmla="*/ 246 h 249"/>
              <a:gd name="T12" fmla="*/ 0 w 317"/>
              <a:gd name="T13" fmla="*/ 238 h 249"/>
              <a:gd name="T14" fmla="*/ 0 w 317"/>
              <a:gd name="T15" fmla="*/ 215 h 249"/>
              <a:gd name="T16" fmla="*/ 3 w 317"/>
              <a:gd name="T17" fmla="*/ 207 h 249"/>
              <a:gd name="T18" fmla="*/ 11 w 317"/>
              <a:gd name="T19" fmla="*/ 204 h 249"/>
              <a:gd name="T20" fmla="*/ 306 w 317"/>
              <a:gd name="T21" fmla="*/ 204 h 249"/>
              <a:gd name="T22" fmla="*/ 314 w 317"/>
              <a:gd name="T23" fmla="*/ 207 h 249"/>
              <a:gd name="T24" fmla="*/ 317 w 317"/>
              <a:gd name="T25" fmla="*/ 215 h 249"/>
              <a:gd name="T26" fmla="*/ 317 w 317"/>
              <a:gd name="T27" fmla="*/ 147 h 249"/>
              <a:gd name="T28" fmla="*/ 317 w 317"/>
              <a:gd name="T29" fmla="*/ 170 h 249"/>
              <a:gd name="T30" fmla="*/ 314 w 317"/>
              <a:gd name="T31" fmla="*/ 178 h 249"/>
              <a:gd name="T32" fmla="*/ 306 w 317"/>
              <a:gd name="T33" fmla="*/ 181 h 249"/>
              <a:gd name="T34" fmla="*/ 11 w 317"/>
              <a:gd name="T35" fmla="*/ 181 h 249"/>
              <a:gd name="T36" fmla="*/ 3 w 317"/>
              <a:gd name="T37" fmla="*/ 178 h 249"/>
              <a:gd name="T38" fmla="*/ 0 w 317"/>
              <a:gd name="T39" fmla="*/ 170 h 249"/>
              <a:gd name="T40" fmla="*/ 0 w 317"/>
              <a:gd name="T41" fmla="*/ 147 h 249"/>
              <a:gd name="T42" fmla="*/ 3 w 317"/>
              <a:gd name="T43" fmla="*/ 139 h 249"/>
              <a:gd name="T44" fmla="*/ 11 w 317"/>
              <a:gd name="T45" fmla="*/ 136 h 249"/>
              <a:gd name="T46" fmla="*/ 306 w 317"/>
              <a:gd name="T47" fmla="*/ 136 h 249"/>
              <a:gd name="T48" fmla="*/ 314 w 317"/>
              <a:gd name="T49" fmla="*/ 139 h 249"/>
              <a:gd name="T50" fmla="*/ 317 w 317"/>
              <a:gd name="T51" fmla="*/ 147 h 249"/>
              <a:gd name="T52" fmla="*/ 317 w 317"/>
              <a:gd name="T53" fmla="*/ 79 h 249"/>
              <a:gd name="T54" fmla="*/ 317 w 317"/>
              <a:gd name="T55" fmla="*/ 102 h 249"/>
              <a:gd name="T56" fmla="*/ 314 w 317"/>
              <a:gd name="T57" fmla="*/ 110 h 249"/>
              <a:gd name="T58" fmla="*/ 306 w 317"/>
              <a:gd name="T59" fmla="*/ 113 h 249"/>
              <a:gd name="T60" fmla="*/ 11 w 317"/>
              <a:gd name="T61" fmla="*/ 113 h 249"/>
              <a:gd name="T62" fmla="*/ 3 w 317"/>
              <a:gd name="T63" fmla="*/ 110 h 249"/>
              <a:gd name="T64" fmla="*/ 0 w 317"/>
              <a:gd name="T65" fmla="*/ 102 h 249"/>
              <a:gd name="T66" fmla="*/ 0 w 317"/>
              <a:gd name="T67" fmla="*/ 79 h 249"/>
              <a:gd name="T68" fmla="*/ 3 w 317"/>
              <a:gd name="T69" fmla="*/ 71 h 249"/>
              <a:gd name="T70" fmla="*/ 11 w 317"/>
              <a:gd name="T71" fmla="*/ 68 h 249"/>
              <a:gd name="T72" fmla="*/ 306 w 317"/>
              <a:gd name="T73" fmla="*/ 68 h 249"/>
              <a:gd name="T74" fmla="*/ 314 w 317"/>
              <a:gd name="T75" fmla="*/ 71 h 249"/>
              <a:gd name="T76" fmla="*/ 317 w 317"/>
              <a:gd name="T77" fmla="*/ 79 h 249"/>
              <a:gd name="T78" fmla="*/ 317 w 317"/>
              <a:gd name="T79" fmla="*/ 11 h 249"/>
              <a:gd name="T80" fmla="*/ 317 w 317"/>
              <a:gd name="T81" fmla="*/ 34 h 249"/>
              <a:gd name="T82" fmla="*/ 314 w 317"/>
              <a:gd name="T83" fmla="*/ 42 h 249"/>
              <a:gd name="T84" fmla="*/ 306 w 317"/>
              <a:gd name="T85" fmla="*/ 45 h 249"/>
              <a:gd name="T86" fmla="*/ 11 w 317"/>
              <a:gd name="T87" fmla="*/ 45 h 249"/>
              <a:gd name="T88" fmla="*/ 3 w 317"/>
              <a:gd name="T89" fmla="*/ 42 h 249"/>
              <a:gd name="T90" fmla="*/ 0 w 317"/>
              <a:gd name="T91" fmla="*/ 34 h 249"/>
              <a:gd name="T92" fmla="*/ 0 w 317"/>
              <a:gd name="T93" fmla="*/ 11 h 249"/>
              <a:gd name="T94" fmla="*/ 3 w 317"/>
              <a:gd name="T95" fmla="*/ 3 h 249"/>
              <a:gd name="T96" fmla="*/ 11 w 317"/>
              <a:gd name="T97" fmla="*/ 0 h 249"/>
              <a:gd name="T98" fmla="*/ 306 w 317"/>
              <a:gd name="T99" fmla="*/ 0 h 249"/>
              <a:gd name="T100" fmla="*/ 314 w 317"/>
              <a:gd name="T101" fmla="*/ 3 h 249"/>
              <a:gd name="T102" fmla="*/ 317 w 317"/>
              <a:gd name="T103" fmla="*/ 11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7" h="249">
                <a:moveTo>
                  <a:pt x="317" y="215"/>
                </a:moveTo>
                <a:cubicBezTo>
                  <a:pt x="317" y="238"/>
                  <a:pt x="317" y="238"/>
                  <a:pt x="317" y="238"/>
                </a:cubicBezTo>
                <a:cubicBezTo>
                  <a:pt x="317" y="241"/>
                  <a:pt x="316" y="244"/>
                  <a:pt x="314" y="246"/>
                </a:cubicBezTo>
                <a:cubicBezTo>
                  <a:pt x="311" y="248"/>
                  <a:pt x="309" y="249"/>
                  <a:pt x="306" y="249"/>
                </a:cubicBezTo>
                <a:cubicBezTo>
                  <a:pt x="11" y="249"/>
                  <a:pt x="11" y="249"/>
                  <a:pt x="11" y="249"/>
                </a:cubicBezTo>
                <a:cubicBezTo>
                  <a:pt x="8" y="249"/>
                  <a:pt x="5" y="248"/>
                  <a:pt x="3" y="246"/>
                </a:cubicBezTo>
                <a:cubicBezTo>
                  <a:pt x="1" y="244"/>
                  <a:pt x="0" y="241"/>
                  <a:pt x="0" y="238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12"/>
                  <a:pt x="1" y="209"/>
                  <a:pt x="3" y="207"/>
                </a:cubicBezTo>
                <a:cubicBezTo>
                  <a:pt x="5" y="205"/>
                  <a:pt x="8" y="204"/>
                  <a:pt x="11" y="204"/>
                </a:cubicBezTo>
                <a:cubicBezTo>
                  <a:pt x="306" y="204"/>
                  <a:pt x="306" y="204"/>
                  <a:pt x="306" y="204"/>
                </a:cubicBezTo>
                <a:cubicBezTo>
                  <a:pt x="309" y="204"/>
                  <a:pt x="311" y="205"/>
                  <a:pt x="314" y="207"/>
                </a:cubicBezTo>
                <a:cubicBezTo>
                  <a:pt x="316" y="209"/>
                  <a:pt x="317" y="212"/>
                  <a:pt x="317" y="215"/>
                </a:cubicBezTo>
                <a:close/>
                <a:moveTo>
                  <a:pt x="317" y="147"/>
                </a:moveTo>
                <a:cubicBezTo>
                  <a:pt x="317" y="170"/>
                  <a:pt x="317" y="170"/>
                  <a:pt x="317" y="170"/>
                </a:cubicBezTo>
                <a:cubicBezTo>
                  <a:pt x="317" y="173"/>
                  <a:pt x="316" y="176"/>
                  <a:pt x="314" y="178"/>
                </a:cubicBezTo>
                <a:cubicBezTo>
                  <a:pt x="311" y="180"/>
                  <a:pt x="309" y="181"/>
                  <a:pt x="306" y="181"/>
                </a:cubicBezTo>
                <a:cubicBezTo>
                  <a:pt x="11" y="181"/>
                  <a:pt x="11" y="181"/>
                  <a:pt x="11" y="181"/>
                </a:cubicBezTo>
                <a:cubicBezTo>
                  <a:pt x="8" y="181"/>
                  <a:pt x="5" y="180"/>
                  <a:pt x="3" y="178"/>
                </a:cubicBezTo>
                <a:cubicBezTo>
                  <a:pt x="1" y="176"/>
                  <a:pt x="0" y="173"/>
                  <a:pt x="0" y="170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44"/>
                  <a:pt x="1" y="142"/>
                  <a:pt x="3" y="139"/>
                </a:cubicBezTo>
                <a:cubicBezTo>
                  <a:pt x="5" y="137"/>
                  <a:pt x="8" y="136"/>
                  <a:pt x="11" y="136"/>
                </a:cubicBezTo>
                <a:cubicBezTo>
                  <a:pt x="306" y="136"/>
                  <a:pt x="306" y="136"/>
                  <a:pt x="306" y="136"/>
                </a:cubicBezTo>
                <a:cubicBezTo>
                  <a:pt x="309" y="136"/>
                  <a:pt x="311" y="137"/>
                  <a:pt x="314" y="139"/>
                </a:cubicBezTo>
                <a:cubicBezTo>
                  <a:pt x="316" y="142"/>
                  <a:pt x="317" y="144"/>
                  <a:pt x="317" y="147"/>
                </a:cubicBezTo>
                <a:close/>
                <a:moveTo>
                  <a:pt x="317" y="79"/>
                </a:moveTo>
                <a:cubicBezTo>
                  <a:pt x="317" y="102"/>
                  <a:pt x="317" y="102"/>
                  <a:pt x="317" y="102"/>
                </a:cubicBezTo>
                <a:cubicBezTo>
                  <a:pt x="317" y="105"/>
                  <a:pt x="316" y="108"/>
                  <a:pt x="314" y="110"/>
                </a:cubicBezTo>
                <a:cubicBezTo>
                  <a:pt x="311" y="112"/>
                  <a:pt x="309" y="113"/>
                  <a:pt x="306" y="113"/>
                </a:cubicBezTo>
                <a:cubicBezTo>
                  <a:pt x="11" y="113"/>
                  <a:pt x="11" y="113"/>
                  <a:pt x="11" y="113"/>
                </a:cubicBezTo>
                <a:cubicBezTo>
                  <a:pt x="8" y="113"/>
                  <a:pt x="5" y="112"/>
                  <a:pt x="3" y="110"/>
                </a:cubicBezTo>
                <a:cubicBezTo>
                  <a:pt x="1" y="108"/>
                  <a:pt x="0" y="105"/>
                  <a:pt x="0" y="102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6"/>
                  <a:pt x="1" y="74"/>
                  <a:pt x="3" y="71"/>
                </a:cubicBezTo>
                <a:cubicBezTo>
                  <a:pt x="5" y="69"/>
                  <a:pt x="8" y="68"/>
                  <a:pt x="11" y="68"/>
                </a:cubicBezTo>
                <a:cubicBezTo>
                  <a:pt x="306" y="68"/>
                  <a:pt x="306" y="68"/>
                  <a:pt x="306" y="68"/>
                </a:cubicBezTo>
                <a:cubicBezTo>
                  <a:pt x="309" y="68"/>
                  <a:pt x="311" y="69"/>
                  <a:pt x="314" y="71"/>
                </a:cubicBezTo>
                <a:cubicBezTo>
                  <a:pt x="316" y="74"/>
                  <a:pt x="317" y="76"/>
                  <a:pt x="317" y="79"/>
                </a:cubicBezTo>
                <a:close/>
                <a:moveTo>
                  <a:pt x="317" y="11"/>
                </a:moveTo>
                <a:cubicBezTo>
                  <a:pt x="317" y="34"/>
                  <a:pt x="317" y="34"/>
                  <a:pt x="317" y="34"/>
                </a:cubicBezTo>
                <a:cubicBezTo>
                  <a:pt x="317" y="37"/>
                  <a:pt x="316" y="40"/>
                  <a:pt x="314" y="42"/>
                </a:cubicBezTo>
                <a:cubicBezTo>
                  <a:pt x="311" y="44"/>
                  <a:pt x="309" y="45"/>
                  <a:pt x="306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8" y="45"/>
                  <a:pt x="5" y="44"/>
                  <a:pt x="3" y="42"/>
                </a:cubicBezTo>
                <a:cubicBezTo>
                  <a:pt x="1" y="40"/>
                  <a:pt x="0" y="37"/>
                  <a:pt x="0" y="3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306" y="0"/>
                  <a:pt x="306" y="0"/>
                  <a:pt x="306" y="0"/>
                </a:cubicBezTo>
                <a:cubicBezTo>
                  <a:pt x="309" y="0"/>
                  <a:pt x="311" y="1"/>
                  <a:pt x="314" y="3"/>
                </a:cubicBezTo>
                <a:cubicBezTo>
                  <a:pt x="316" y="6"/>
                  <a:pt x="317" y="8"/>
                  <a:pt x="317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6780213" y="2889250"/>
            <a:ext cx="342900" cy="269875"/>
          </a:xfrm>
          <a:custGeom>
            <a:avLst/>
            <a:gdLst>
              <a:gd name="T0" fmla="*/ 317 w 317"/>
              <a:gd name="T1" fmla="*/ 215 h 249"/>
              <a:gd name="T2" fmla="*/ 317 w 317"/>
              <a:gd name="T3" fmla="*/ 238 h 249"/>
              <a:gd name="T4" fmla="*/ 314 w 317"/>
              <a:gd name="T5" fmla="*/ 246 h 249"/>
              <a:gd name="T6" fmla="*/ 306 w 317"/>
              <a:gd name="T7" fmla="*/ 249 h 249"/>
              <a:gd name="T8" fmla="*/ 12 w 317"/>
              <a:gd name="T9" fmla="*/ 249 h 249"/>
              <a:gd name="T10" fmla="*/ 4 w 317"/>
              <a:gd name="T11" fmla="*/ 246 h 249"/>
              <a:gd name="T12" fmla="*/ 0 w 317"/>
              <a:gd name="T13" fmla="*/ 238 h 249"/>
              <a:gd name="T14" fmla="*/ 0 w 317"/>
              <a:gd name="T15" fmla="*/ 215 h 249"/>
              <a:gd name="T16" fmla="*/ 4 w 317"/>
              <a:gd name="T17" fmla="*/ 207 h 249"/>
              <a:gd name="T18" fmla="*/ 12 w 317"/>
              <a:gd name="T19" fmla="*/ 204 h 249"/>
              <a:gd name="T20" fmla="*/ 306 w 317"/>
              <a:gd name="T21" fmla="*/ 204 h 249"/>
              <a:gd name="T22" fmla="*/ 314 w 317"/>
              <a:gd name="T23" fmla="*/ 207 h 249"/>
              <a:gd name="T24" fmla="*/ 317 w 317"/>
              <a:gd name="T25" fmla="*/ 215 h 249"/>
              <a:gd name="T26" fmla="*/ 249 w 317"/>
              <a:gd name="T27" fmla="*/ 147 h 249"/>
              <a:gd name="T28" fmla="*/ 249 w 317"/>
              <a:gd name="T29" fmla="*/ 170 h 249"/>
              <a:gd name="T30" fmla="*/ 246 w 317"/>
              <a:gd name="T31" fmla="*/ 178 h 249"/>
              <a:gd name="T32" fmla="*/ 238 w 317"/>
              <a:gd name="T33" fmla="*/ 181 h 249"/>
              <a:gd name="T34" fmla="*/ 80 w 317"/>
              <a:gd name="T35" fmla="*/ 181 h 249"/>
              <a:gd name="T36" fmla="*/ 72 w 317"/>
              <a:gd name="T37" fmla="*/ 178 h 249"/>
              <a:gd name="T38" fmla="*/ 68 w 317"/>
              <a:gd name="T39" fmla="*/ 170 h 249"/>
              <a:gd name="T40" fmla="*/ 68 w 317"/>
              <a:gd name="T41" fmla="*/ 147 h 249"/>
              <a:gd name="T42" fmla="*/ 72 w 317"/>
              <a:gd name="T43" fmla="*/ 139 h 249"/>
              <a:gd name="T44" fmla="*/ 80 w 317"/>
              <a:gd name="T45" fmla="*/ 136 h 249"/>
              <a:gd name="T46" fmla="*/ 238 w 317"/>
              <a:gd name="T47" fmla="*/ 136 h 249"/>
              <a:gd name="T48" fmla="*/ 246 w 317"/>
              <a:gd name="T49" fmla="*/ 139 h 249"/>
              <a:gd name="T50" fmla="*/ 249 w 317"/>
              <a:gd name="T51" fmla="*/ 147 h 249"/>
              <a:gd name="T52" fmla="*/ 295 w 317"/>
              <a:gd name="T53" fmla="*/ 79 h 249"/>
              <a:gd name="T54" fmla="*/ 295 w 317"/>
              <a:gd name="T55" fmla="*/ 102 h 249"/>
              <a:gd name="T56" fmla="*/ 291 w 317"/>
              <a:gd name="T57" fmla="*/ 110 h 249"/>
              <a:gd name="T58" fmla="*/ 283 w 317"/>
              <a:gd name="T59" fmla="*/ 113 h 249"/>
              <a:gd name="T60" fmla="*/ 34 w 317"/>
              <a:gd name="T61" fmla="*/ 113 h 249"/>
              <a:gd name="T62" fmla="*/ 26 w 317"/>
              <a:gd name="T63" fmla="*/ 110 h 249"/>
              <a:gd name="T64" fmla="*/ 23 w 317"/>
              <a:gd name="T65" fmla="*/ 102 h 249"/>
              <a:gd name="T66" fmla="*/ 23 w 317"/>
              <a:gd name="T67" fmla="*/ 79 h 249"/>
              <a:gd name="T68" fmla="*/ 26 w 317"/>
              <a:gd name="T69" fmla="*/ 71 h 249"/>
              <a:gd name="T70" fmla="*/ 34 w 317"/>
              <a:gd name="T71" fmla="*/ 68 h 249"/>
              <a:gd name="T72" fmla="*/ 283 w 317"/>
              <a:gd name="T73" fmla="*/ 68 h 249"/>
              <a:gd name="T74" fmla="*/ 291 w 317"/>
              <a:gd name="T75" fmla="*/ 71 h 249"/>
              <a:gd name="T76" fmla="*/ 295 w 317"/>
              <a:gd name="T77" fmla="*/ 79 h 249"/>
              <a:gd name="T78" fmla="*/ 227 w 317"/>
              <a:gd name="T79" fmla="*/ 11 h 249"/>
              <a:gd name="T80" fmla="*/ 227 w 317"/>
              <a:gd name="T81" fmla="*/ 34 h 249"/>
              <a:gd name="T82" fmla="*/ 223 w 317"/>
              <a:gd name="T83" fmla="*/ 42 h 249"/>
              <a:gd name="T84" fmla="*/ 215 w 317"/>
              <a:gd name="T85" fmla="*/ 45 h 249"/>
              <a:gd name="T86" fmla="*/ 102 w 317"/>
              <a:gd name="T87" fmla="*/ 45 h 249"/>
              <a:gd name="T88" fmla="*/ 94 w 317"/>
              <a:gd name="T89" fmla="*/ 42 h 249"/>
              <a:gd name="T90" fmla="*/ 91 w 317"/>
              <a:gd name="T91" fmla="*/ 34 h 249"/>
              <a:gd name="T92" fmla="*/ 91 w 317"/>
              <a:gd name="T93" fmla="*/ 11 h 249"/>
              <a:gd name="T94" fmla="*/ 94 w 317"/>
              <a:gd name="T95" fmla="*/ 3 h 249"/>
              <a:gd name="T96" fmla="*/ 102 w 317"/>
              <a:gd name="T97" fmla="*/ 0 h 249"/>
              <a:gd name="T98" fmla="*/ 215 w 317"/>
              <a:gd name="T99" fmla="*/ 0 h 249"/>
              <a:gd name="T100" fmla="*/ 223 w 317"/>
              <a:gd name="T101" fmla="*/ 3 h 249"/>
              <a:gd name="T102" fmla="*/ 227 w 317"/>
              <a:gd name="T103" fmla="*/ 11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7" h="249">
                <a:moveTo>
                  <a:pt x="317" y="215"/>
                </a:moveTo>
                <a:cubicBezTo>
                  <a:pt x="317" y="238"/>
                  <a:pt x="317" y="238"/>
                  <a:pt x="317" y="238"/>
                </a:cubicBezTo>
                <a:cubicBezTo>
                  <a:pt x="317" y="241"/>
                  <a:pt x="316" y="244"/>
                  <a:pt x="314" y="246"/>
                </a:cubicBezTo>
                <a:cubicBezTo>
                  <a:pt x="312" y="248"/>
                  <a:pt x="309" y="249"/>
                  <a:pt x="306" y="249"/>
                </a:cubicBezTo>
                <a:cubicBezTo>
                  <a:pt x="12" y="249"/>
                  <a:pt x="12" y="249"/>
                  <a:pt x="12" y="249"/>
                </a:cubicBezTo>
                <a:cubicBezTo>
                  <a:pt x="8" y="249"/>
                  <a:pt x="6" y="248"/>
                  <a:pt x="4" y="246"/>
                </a:cubicBezTo>
                <a:cubicBezTo>
                  <a:pt x="1" y="244"/>
                  <a:pt x="0" y="241"/>
                  <a:pt x="0" y="238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12"/>
                  <a:pt x="1" y="209"/>
                  <a:pt x="4" y="207"/>
                </a:cubicBezTo>
                <a:cubicBezTo>
                  <a:pt x="6" y="205"/>
                  <a:pt x="8" y="204"/>
                  <a:pt x="12" y="204"/>
                </a:cubicBezTo>
                <a:cubicBezTo>
                  <a:pt x="306" y="204"/>
                  <a:pt x="306" y="204"/>
                  <a:pt x="306" y="204"/>
                </a:cubicBezTo>
                <a:cubicBezTo>
                  <a:pt x="309" y="204"/>
                  <a:pt x="312" y="205"/>
                  <a:pt x="314" y="207"/>
                </a:cubicBezTo>
                <a:cubicBezTo>
                  <a:pt x="316" y="209"/>
                  <a:pt x="317" y="212"/>
                  <a:pt x="317" y="215"/>
                </a:cubicBezTo>
                <a:close/>
                <a:moveTo>
                  <a:pt x="249" y="147"/>
                </a:moveTo>
                <a:cubicBezTo>
                  <a:pt x="249" y="170"/>
                  <a:pt x="249" y="170"/>
                  <a:pt x="249" y="170"/>
                </a:cubicBezTo>
                <a:cubicBezTo>
                  <a:pt x="249" y="173"/>
                  <a:pt x="248" y="176"/>
                  <a:pt x="246" y="178"/>
                </a:cubicBezTo>
                <a:cubicBezTo>
                  <a:pt x="244" y="180"/>
                  <a:pt x="241" y="181"/>
                  <a:pt x="238" y="181"/>
                </a:cubicBezTo>
                <a:cubicBezTo>
                  <a:pt x="80" y="181"/>
                  <a:pt x="80" y="181"/>
                  <a:pt x="80" y="181"/>
                </a:cubicBezTo>
                <a:cubicBezTo>
                  <a:pt x="76" y="181"/>
                  <a:pt x="74" y="180"/>
                  <a:pt x="72" y="178"/>
                </a:cubicBezTo>
                <a:cubicBezTo>
                  <a:pt x="69" y="176"/>
                  <a:pt x="68" y="173"/>
                  <a:pt x="68" y="170"/>
                </a:cubicBezTo>
                <a:cubicBezTo>
                  <a:pt x="68" y="147"/>
                  <a:pt x="68" y="147"/>
                  <a:pt x="68" y="147"/>
                </a:cubicBezTo>
                <a:cubicBezTo>
                  <a:pt x="68" y="144"/>
                  <a:pt x="69" y="142"/>
                  <a:pt x="72" y="139"/>
                </a:cubicBezTo>
                <a:cubicBezTo>
                  <a:pt x="74" y="137"/>
                  <a:pt x="76" y="136"/>
                  <a:pt x="80" y="136"/>
                </a:cubicBezTo>
                <a:cubicBezTo>
                  <a:pt x="238" y="136"/>
                  <a:pt x="238" y="136"/>
                  <a:pt x="238" y="136"/>
                </a:cubicBezTo>
                <a:cubicBezTo>
                  <a:pt x="241" y="136"/>
                  <a:pt x="244" y="137"/>
                  <a:pt x="246" y="139"/>
                </a:cubicBezTo>
                <a:cubicBezTo>
                  <a:pt x="248" y="142"/>
                  <a:pt x="249" y="144"/>
                  <a:pt x="249" y="147"/>
                </a:cubicBezTo>
                <a:close/>
                <a:moveTo>
                  <a:pt x="295" y="79"/>
                </a:moveTo>
                <a:cubicBezTo>
                  <a:pt x="295" y="102"/>
                  <a:pt x="295" y="102"/>
                  <a:pt x="295" y="102"/>
                </a:cubicBezTo>
                <a:cubicBezTo>
                  <a:pt x="295" y="105"/>
                  <a:pt x="294" y="108"/>
                  <a:pt x="291" y="110"/>
                </a:cubicBezTo>
                <a:cubicBezTo>
                  <a:pt x="289" y="112"/>
                  <a:pt x="286" y="113"/>
                  <a:pt x="283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1" y="113"/>
                  <a:pt x="28" y="112"/>
                  <a:pt x="26" y="110"/>
                </a:cubicBezTo>
                <a:cubicBezTo>
                  <a:pt x="24" y="108"/>
                  <a:pt x="23" y="105"/>
                  <a:pt x="23" y="102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76"/>
                  <a:pt x="24" y="74"/>
                  <a:pt x="26" y="71"/>
                </a:cubicBezTo>
                <a:cubicBezTo>
                  <a:pt x="28" y="69"/>
                  <a:pt x="31" y="68"/>
                  <a:pt x="34" y="68"/>
                </a:cubicBezTo>
                <a:cubicBezTo>
                  <a:pt x="283" y="68"/>
                  <a:pt x="283" y="68"/>
                  <a:pt x="283" y="68"/>
                </a:cubicBezTo>
                <a:cubicBezTo>
                  <a:pt x="286" y="68"/>
                  <a:pt x="289" y="69"/>
                  <a:pt x="291" y="71"/>
                </a:cubicBezTo>
                <a:cubicBezTo>
                  <a:pt x="294" y="74"/>
                  <a:pt x="295" y="76"/>
                  <a:pt x="295" y="79"/>
                </a:cubicBezTo>
                <a:close/>
                <a:moveTo>
                  <a:pt x="227" y="11"/>
                </a:moveTo>
                <a:cubicBezTo>
                  <a:pt x="227" y="34"/>
                  <a:pt x="227" y="34"/>
                  <a:pt x="227" y="34"/>
                </a:cubicBezTo>
                <a:cubicBezTo>
                  <a:pt x="227" y="37"/>
                  <a:pt x="226" y="40"/>
                  <a:pt x="223" y="42"/>
                </a:cubicBezTo>
                <a:cubicBezTo>
                  <a:pt x="221" y="44"/>
                  <a:pt x="219" y="45"/>
                  <a:pt x="215" y="45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99" y="45"/>
                  <a:pt x="96" y="44"/>
                  <a:pt x="94" y="42"/>
                </a:cubicBezTo>
                <a:cubicBezTo>
                  <a:pt x="92" y="40"/>
                  <a:pt x="91" y="37"/>
                  <a:pt x="91" y="34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8"/>
                  <a:pt x="92" y="6"/>
                  <a:pt x="94" y="3"/>
                </a:cubicBezTo>
                <a:cubicBezTo>
                  <a:pt x="96" y="1"/>
                  <a:pt x="99" y="0"/>
                  <a:pt x="102" y="0"/>
                </a:cubicBezTo>
                <a:cubicBezTo>
                  <a:pt x="215" y="0"/>
                  <a:pt x="215" y="0"/>
                  <a:pt x="215" y="0"/>
                </a:cubicBezTo>
                <a:cubicBezTo>
                  <a:pt x="219" y="0"/>
                  <a:pt x="221" y="1"/>
                  <a:pt x="223" y="3"/>
                </a:cubicBezTo>
                <a:cubicBezTo>
                  <a:pt x="226" y="6"/>
                  <a:pt x="227" y="8"/>
                  <a:pt x="227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7235826" y="2878138"/>
            <a:ext cx="293688" cy="292100"/>
          </a:xfrm>
          <a:custGeom>
            <a:avLst/>
            <a:gdLst>
              <a:gd name="T0" fmla="*/ 136 w 272"/>
              <a:gd name="T1" fmla="*/ 87 h 271"/>
              <a:gd name="T2" fmla="*/ 172 w 272"/>
              <a:gd name="T3" fmla="*/ 141 h 271"/>
              <a:gd name="T4" fmla="*/ 101 w 272"/>
              <a:gd name="T5" fmla="*/ 141 h 271"/>
              <a:gd name="T6" fmla="*/ 136 w 272"/>
              <a:gd name="T7" fmla="*/ 87 h 271"/>
              <a:gd name="T8" fmla="*/ 201 w 272"/>
              <a:gd name="T9" fmla="*/ 181 h 271"/>
              <a:gd name="T10" fmla="*/ 217 w 272"/>
              <a:gd name="T11" fmla="*/ 181 h 271"/>
              <a:gd name="T12" fmla="*/ 136 w 272"/>
              <a:gd name="T13" fmla="*/ 59 h 271"/>
              <a:gd name="T14" fmla="*/ 55 w 272"/>
              <a:gd name="T15" fmla="*/ 181 h 271"/>
              <a:gd name="T16" fmla="*/ 72 w 272"/>
              <a:gd name="T17" fmla="*/ 181 h 271"/>
              <a:gd name="T18" fmla="*/ 90 w 272"/>
              <a:gd name="T19" fmla="*/ 153 h 271"/>
              <a:gd name="T20" fmla="*/ 182 w 272"/>
              <a:gd name="T21" fmla="*/ 153 h 271"/>
              <a:gd name="T22" fmla="*/ 201 w 272"/>
              <a:gd name="T23" fmla="*/ 181 h 271"/>
              <a:gd name="T24" fmla="*/ 272 w 272"/>
              <a:gd name="T25" fmla="*/ 136 h 271"/>
              <a:gd name="T26" fmla="*/ 254 w 272"/>
              <a:gd name="T27" fmla="*/ 204 h 271"/>
              <a:gd name="T28" fmla="*/ 204 w 272"/>
              <a:gd name="T29" fmla="*/ 253 h 271"/>
              <a:gd name="T30" fmla="*/ 136 w 272"/>
              <a:gd name="T31" fmla="*/ 271 h 271"/>
              <a:gd name="T32" fmla="*/ 68 w 272"/>
              <a:gd name="T33" fmla="*/ 253 h 271"/>
              <a:gd name="T34" fmla="*/ 19 w 272"/>
              <a:gd name="T35" fmla="*/ 204 h 271"/>
              <a:gd name="T36" fmla="*/ 0 w 272"/>
              <a:gd name="T37" fmla="*/ 136 h 271"/>
              <a:gd name="T38" fmla="*/ 19 w 272"/>
              <a:gd name="T39" fmla="*/ 67 h 271"/>
              <a:gd name="T40" fmla="*/ 68 w 272"/>
              <a:gd name="T41" fmla="*/ 18 h 271"/>
              <a:gd name="T42" fmla="*/ 136 w 272"/>
              <a:gd name="T43" fmla="*/ 0 h 271"/>
              <a:gd name="T44" fmla="*/ 204 w 272"/>
              <a:gd name="T45" fmla="*/ 18 h 271"/>
              <a:gd name="T46" fmla="*/ 254 w 272"/>
              <a:gd name="T47" fmla="*/ 67 h 271"/>
              <a:gd name="T48" fmla="*/ 272 w 272"/>
              <a:gd name="T4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72" h="271">
                <a:moveTo>
                  <a:pt x="136" y="87"/>
                </a:moveTo>
                <a:cubicBezTo>
                  <a:pt x="172" y="141"/>
                  <a:pt x="172" y="141"/>
                  <a:pt x="172" y="141"/>
                </a:cubicBezTo>
                <a:cubicBezTo>
                  <a:pt x="101" y="141"/>
                  <a:pt x="101" y="141"/>
                  <a:pt x="101" y="141"/>
                </a:cubicBezTo>
                <a:lnTo>
                  <a:pt x="136" y="87"/>
                </a:lnTo>
                <a:close/>
                <a:moveTo>
                  <a:pt x="201" y="181"/>
                </a:moveTo>
                <a:cubicBezTo>
                  <a:pt x="217" y="181"/>
                  <a:pt x="217" y="181"/>
                  <a:pt x="217" y="181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55" y="181"/>
                  <a:pt x="55" y="181"/>
                  <a:pt x="55" y="181"/>
                </a:cubicBezTo>
                <a:cubicBezTo>
                  <a:pt x="72" y="181"/>
                  <a:pt x="72" y="181"/>
                  <a:pt x="72" y="181"/>
                </a:cubicBezTo>
                <a:cubicBezTo>
                  <a:pt x="90" y="153"/>
                  <a:pt x="90" y="153"/>
                  <a:pt x="90" y="153"/>
                </a:cubicBezTo>
                <a:cubicBezTo>
                  <a:pt x="182" y="153"/>
                  <a:pt x="182" y="153"/>
                  <a:pt x="182" y="153"/>
                </a:cubicBezTo>
                <a:lnTo>
                  <a:pt x="201" y="181"/>
                </a:lnTo>
                <a:close/>
                <a:moveTo>
                  <a:pt x="272" y="136"/>
                </a:moveTo>
                <a:cubicBezTo>
                  <a:pt x="272" y="160"/>
                  <a:pt x="266" y="183"/>
                  <a:pt x="254" y="204"/>
                </a:cubicBezTo>
                <a:cubicBezTo>
                  <a:pt x="242" y="225"/>
                  <a:pt x="225" y="241"/>
                  <a:pt x="204" y="253"/>
                </a:cubicBezTo>
                <a:cubicBezTo>
                  <a:pt x="184" y="265"/>
                  <a:pt x="161" y="271"/>
                  <a:pt x="136" y="271"/>
                </a:cubicBezTo>
                <a:cubicBezTo>
                  <a:pt x="112" y="271"/>
                  <a:pt x="89" y="265"/>
                  <a:pt x="68" y="253"/>
                </a:cubicBezTo>
                <a:cubicBezTo>
                  <a:pt x="47" y="241"/>
                  <a:pt x="31" y="225"/>
                  <a:pt x="19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9" y="67"/>
                </a:cubicBezTo>
                <a:cubicBezTo>
                  <a:pt x="31" y="47"/>
                  <a:pt x="47" y="30"/>
                  <a:pt x="68" y="18"/>
                </a:cubicBezTo>
                <a:cubicBezTo>
                  <a:pt x="89" y="6"/>
                  <a:pt x="112" y="0"/>
                  <a:pt x="136" y="0"/>
                </a:cubicBezTo>
                <a:cubicBezTo>
                  <a:pt x="161" y="0"/>
                  <a:pt x="184" y="6"/>
                  <a:pt x="204" y="18"/>
                </a:cubicBezTo>
                <a:cubicBezTo>
                  <a:pt x="225" y="30"/>
                  <a:pt x="242" y="47"/>
                  <a:pt x="254" y="67"/>
                </a:cubicBezTo>
                <a:cubicBezTo>
                  <a:pt x="266" y="88"/>
                  <a:pt x="272" y="111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7666038" y="2878138"/>
            <a:ext cx="293688" cy="292100"/>
          </a:xfrm>
          <a:custGeom>
            <a:avLst/>
            <a:gdLst>
              <a:gd name="T0" fmla="*/ 136 w 272"/>
              <a:gd name="T1" fmla="*/ 232 h 271"/>
              <a:gd name="T2" fmla="*/ 136 w 272"/>
              <a:gd name="T3" fmla="*/ 39 h 271"/>
              <a:gd name="T4" fmla="*/ 87 w 272"/>
              <a:gd name="T5" fmla="*/ 52 h 271"/>
              <a:gd name="T6" fmla="*/ 52 w 272"/>
              <a:gd name="T7" fmla="*/ 87 h 271"/>
              <a:gd name="T8" fmla="*/ 39 w 272"/>
              <a:gd name="T9" fmla="*/ 136 h 271"/>
              <a:gd name="T10" fmla="*/ 52 w 272"/>
              <a:gd name="T11" fmla="*/ 184 h 271"/>
              <a:gd name="T12" fmla="*/ 87 w 272"/>
              <a:gd name="T13" fmla="*/ 219 h 271"/>
              <a:gd name="T14" fmla="*/ 136 w 272"/>
              <a:gd name="T15" fmla="*/ 232 h 271"/>
              <a:gd name="T16" fmla="*/ 272 w 272"/>
              <a:gd name="T17" fmla="*/ 136 h 271"/>
              <a:gd name="T18" fmla="*/ 253 w 272"/>
              <a:gd name="T19" fmla="*/ 204 h 271"/>
              <a:gd name="T20" fmla="*/ 204 w 272"/>
              <a:gd name="T21" fmla="*/ 253 h 271"/>
              <a:gd name="T22" fmla="*/ 136 w 272"/>
              <a:gd name="T23" fmla="*/ 271 h 271"/>
              <a:gd name="T24" fmla="*/ 67 w 272"/>
              <a:gd name="T25" fmla="*/ 253 h 271"/>
              <a:gd name="T26" fmla="*/ 18 w 272"/>
              <a:gd name="T27" fmla="*/ 204 h 271"/>
              <a:gd name="T28" fmla="*/ 0 w 272"/>
              <a:gd name="T29" fmla="*/ 136 h 271"/>
              <a:gd name="T30" fmla="*/ 18 w 272"/>
              <a:gd name="T31" fmla="*/ 67 h 271"/>
              <a:gd name="T32" fmla="*/ 67 w 272"/>
              <a:gd name="T33" fmla="*/ 18 h 271"/>
              <a:gd name="T34" fmla="*/ 136 w 272"/>
              <a:gd name="T35" fmla="*/ 0 h 271"/>
              <a:gd name="T36" fmla="*/ 204 w 272"/>
              <a:gd name="T37" fmla="*/ 18 h 271"/>
              <a:gd name="T38" fmla="*/ 253 w 272"/>
              <a:gd name="T39" fmla="*/ 67 h 271"/>
              <a:gd name="T40" fmla="*/ 272 w 272"/>
              <a:gd name="T41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72" h="271">
                <a:moveTo>
                  <a:pt x="136" y="232"/>
                </a:moveTo>
                <a:cubicBezTo>
                  <a:pt x="136" y="39"/>
                  <a:pt x="136" y="39"/>
                  <a:pt x="136" y="39"/>
                </a:cubicBezTo>
                <a:cubicBezTo>
                  <a:pt x="118" y="39"/>
                  <a:pt x="102" y="44"/>
                  <a:pt x="87" y="52"/>
                </a:cubicBezTo>
                <a:cubicBezTo>
                  <a:pt x="73" y="61"/>
                  <a:pt x="61" y="73"/>
                  <a:pt x="52" y="87"/>
                </a:cubicBezTo>
                <a:cubicBezTo>
                  <a:pt x="44" y="102"/>
                  <a:pt x="39" y="118"/>
                  <a:pt x="39" y="136"/>
                </a:cubicBezTo>
                <a:cubicBezTo>
                  <a:pt x="39" y="153"/>
                  <a:pt x="44" y="169"/>
                  <a:pt x="52" y="184"/>
                </a:cubicBezTo>
                <a:cubicBezTo>
                  <a:pt x="61" y="199"/>
                  <a:pt x="73" y="210"/>
                  <a:pt x="87" y="219"/>
                </a:cubicBezTo>
                <a:cubicBezTo>
                  <a:pt x="102" y="228"/>
                  <a:pt x="118" y="232"/>
                  <a:pt x="136" y="232"/>
                </a:cubicBezTo>
                <a:close/>
                <a:moveTo>
                  <a:pt x="272" y="136"/>
                </a:moveTo>
                <a:cubicBezTo>
                  <a:pt x="272" y="160"/>
                  <a:pt x="266" y="183"/>
                  <a:pt x="253" y="204"/>
                </a:cubicBezTo>
                <a:cubicBezTo>
                  <a:pt x="241" y="225"/>
                  <a:pt x="225" y="241"/>
                  <a:pt x="204" y="253"/>
                </a:cubicBezTo>
                <a:cubicBezTo>
                  <a:pt x="183" y="265"/>
                  <a:pt x="160" y="271"/>
                  <a:pt x="136" y="271"/>
                </a:cubicBezTo>
                <a:cubicBezTo>
                  <a:pt x="111" y="271"/>
                  <a:pt x="88" y="265"/>
                  <a:pt x="67" y="253"/>
                </a:cubicBezTo>
                <a:cubicBezTo>
                  <a:pt x="47" y="241"/>
                  <a:pt x="30" y="225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7" y="30"/>
                  <a:pt x="67" y="18"/>
                </a:cubicBezTo>
                <a:cubicBezTo>
                  <a:pt x="88" y="6"/>
                  <a:pt x="111" y="0"/>
                  <a:pt x="136" y="0"/>
                </a:cubicBezTo>
                <a:cubicBezTo>
                  <a:pt x="160" y="0"/>
                  <a:pt x="183" y="6"/>
                  <a:pt x="204" y="18"/>
                </a:cubicBezTo>
                <a:cubicBezTo>
                  <a:pt x="225" y="30"/>
                  <a:pt x="241" y="47"/>
                  <a:pt x="253" y="67"/>
                </a:cubicBezTo>
                <a:cubicBezTo>
                  <a:pt x="266" y="88"/>
                  <a:pt x="272" y="111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8094663" y="2878138"/>
            <a:ext cx="292100" cy="292100"/>
          </a:xfrm>
          <a:custGeom>
            <a:avLst/>
            <a:gdLst>
              <a:gd name="T0" fmla="*/ 162 w 271"/>
              <a:gd name="T1" fmla="*/ 169 h 271"/>
              <a:gd name="T2" fmla="*/ 110 w 271"/>
              <a:gd name="T3" fmla="*/ 169 h 271"/>
              <a:gd name="T4" fmla="*/ 136 w 271"/>
              <a:gd name="T5" fmla="*/ 72 h 271"/>
              <a:gd name="T6" fmla="*/ 162 w 271"/>
              <a:gd name="T7" fmla="*/ 169 h 271"/>
              <a:gd name="T8" fmla="*/ 177 w 271"/>
              <a:gd name="T9" fmla="*/ 226 h 271"/>
              <a:gd name="T10" fmla="*/ 232 w 271"/>
              <a:gd name="T11" fmla="*/ 226 h 271"/>
              <a:gd name="T12" fmla="*/ 175 w 271"/>
              <a:gd name="T13" fmla="*/ 45 h 271"/>
              <a:gd name="T14" fmla="*/ 97 w 271"/>
              <a:gd name="T15" fmla="*/ 45 h 271"/>
              <a:gd name="T16" fmla="*/ 39 w 271"/>
              <a:gd name="T17" fmla="*/ 226 h 271"/>
              <a:gd name="T18" fmla="*/ 94 w 271"/>
              <a:gd name="T19" fmla="*/ 226 h 271"/>
              <a:gd name="T20" fmla="*/ 162 w 271"/>
              <a:gd name="T21" fmla="*/ 171 h 271"/>
              <a:gd name="T22" fmla="*/ 177 w 271"/>
              <a:gd name="T23" fmla="*/ 226 h 271"/>
              <a:gd name="T24" fmla="*/ 271 w 271"/>
              <a:gd name="T25" fmla="*/ 51 h 271"/>
              <a:gd name="T26" fmla="*/ 271 w 271"/>
              <a:gd name="T27" fmla="*/ 221 h 271"/>
              <a:gd name="T28" fmla="*/ 256 w 271"/>
              <a:gd name="T29" fmla="*/ 256 h 271"/>
              <a:gd name="T30" fmla="*/ 221 w 271"/>
              <a:gd name="T31" fmla="*/ 271 h 271"/>
              <a:gd name="T32" fmla="*/ 51 w 271"/>
              <a:gd name="T33" fmla="*/ 271 h 271"/>
              <a:gd name="T34" fmla="*/ 15 w 271"/>
              <a:gd name="T35" fmla="*/ 256 h 271"/>
              <a:gd name="T36" fmla="*/ 0 w 271"/>
              <a:gd name="T37" fmla="*/ 221 h 271"/>
              <a:gd name="T38" fmla="*/ 0 w 271"/>
              <a:gd name="T39" fmla="*/ 51 h 271"/>
              <a:gd name="T40" fmla="*/ 15 w 271"/>
              <a:gd name="T41" fmla="*/ 15 h 271"/>
              <a:gd name="T42" fmla="*/ 51 w 271"/>
              <a:gd name="T43" fmla="*/ 0 h 271"/>
              <a:gd name="T44" fmla="*/ 221 w 271"/>
              <a:gd name="T45" fmla="*/ 0 h 271"/>
              <a:gd name="T46" fmla="*/ 256 w 271"/>
              <a:gd name="T47" fmla="*/ 15 h 271"/>
              <a:gd name="T48" fmla="*/ 271 w 271"/>
              <a:gd name="T49" fmla="*/ 5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71" h="271">
                <a:moveTo>
                  <a:pt x="162" y="169"/>
                </a:moveTo>
                <a:cubicBezTo>
                  <a:pt x="110" y="169"/>
                  <a:pt x="110" y="169"/>
                  <a:pt x="110" y="169"/>
                </a:cubicBezTo>
                <a:cubicBezTo>
                  <a:pt x="136" y="72"/>
                  <a:pt x="136" y="72"/>
                  <a:pt x="136" y="72"/>
                </a:cubicBezTo>
                <a:lnTo>
                  <a:pt x="162" y="169"/>
                </a:lnTo>
                <a:close/>
                <a:moveTo>
                  <a:pt x="177" y="226"/>
                </a:moveTo>
                <a:cubicBezTo>
                  <a:pt x="232" y="226"/>
                  <a:pt x="232" y="226"/>
                  <a:pt x="232" y="226"/>
                </a:cubicBezTo>
                <a:cubicBezTo>
                  <a:pt x="175" y="45"/>
                  <a:pt x="175" y="45"/>
                  <a:pt x="175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39" y="226"/>
                  <a:pt x="39" y="226"/>
                  <a:pt x="39" y="226"/>
                </a:cubicBezTo>
                <a:cubicBezTo>
                  <a:pt x="94" y="226"/>
                  <a:pt x="94" y="226"/>
                  <a:pt x="94" y="226"/>
                </a:cubicBezTo>
                <a:cubicBezTo>
                  <a:pt x="162" y="171"/>
                  <a:pt x="162" y="171"/>
                  <a:pt x="162" y="171"/>
                </a:cubicBezTo>
                <a:lnTo>
                  <a:pt x="177" y="226"/>
                </a:lnTo>
                <a:close/>
                <a:moveTo>
                  <a:pt x="271" y="51"/>
                </a:moveTo>
                <a:cubicBezTo>
                  <a:pt x="271" y="221"/>
                  <a:pt x="271" y="221"/>
                  <a:pt x="271" y="221"/>
                </a:cubicBezTo>
                <a:cubicBezTo>
                  <a:pt x="271" y="234"/>
                  <a:pt x="266" y="246"/>
                  <a:pt x="256" y="256"/>
                </a:cubicBezTo>
                <a:cubicBezTo>
                  <a:pt x="246" y="266"/>
                  <a:pt x="234" y="271"/>
                  <a:pt x="221" y="271"/>
                </a:cubicBezTo>
                <a:cubicBezTo>
                  <a:pt x="51" y="271"/>
                  <a:pt x="51" y="271"/>
                  <a:pt x="51" y="271"/>
                </a:cubicBezTo>
                <a:cubicBezTo>
                  <a:pt x="37" y="271"/>
                  <a:pt x="25" y="266"/>
                  <a:pt x="15" y="256"/>
                </a:cubicBezTo>
                <a:cubicBezTo>
                  <a:pt x="5" y="246"/>
                  <a:pt x="0" y="234"/>
                  <a:pt x="0" y="221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1" y="0"/>
                  <a:pt x="221" y="0"/>
                  <a:pt x="221" y="0"/>
                </a:cubicBezTo>
                <a:cubicBezTo>
                  <a:pt x="234" y="0"/>
                  <a:pt x="246" y="5"/>
                  <a:pt x="256" y="15"/>
                </a:cubicBezTo>
                <a:cubicBezTo>
                  <a:pt x="266" y="25"/>
                  <a:pt x="271" y="37"/>
                  <a:pt x="271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45"/>
          <p:cNvSpPr>
            <a:spLocks/>
          </p:cNvSpPr>
          <p:nvPr/>
        </p:nvSpPr>
        <p:spPr bwMode="auto">
          <a:xfrm>
            <a:off x="5083176" y="3306763"/>
            <a:ext cx="295275" cy="295275"/>
          </a:xfrm>
          <a:custGeom>
            <a:avLst/>
            <a:gdLst>
              <a:gd name="T0" fmla="*/ 264 w 272"/>
              <a:gd name="T1" fmla="*/ 3 h 274"/>
              <a:gd name="T2" fmla="*/ 270 w 272"/>
              <a:gd name="T3" fmla="*/ 1 h 274"/>
              <a:gd name="T4" fmla="*/ 272 w 272"/>
              <a:gd name="T5" fmla="*/ 7 h 274"/>
              <a:gd name="T6" fmla="*/ 272 w 272"/>
              <a:gd name="T7" fmla="*/ 267 h 274"/>
              <a:gd name="T8" fmla="*/ 270 w 272"/>
              <a:gd name="T9" fmla="*/ 273 h 274"/>
              <a:gd name="T10" fmla="*/ 264 w 272"/>
              <a:gd name="T11" fmla="*/ 271 h 274"/>
              <a:gd name="T12" fmla="*/ 139 w 272"/>
              <a:gd name="T13" fmla="*/ 145 h 274"/>
              <a:gd name="T14" fmla="*/ 137 w 272"/>
              <a:gd name="T15" fmla="*/ 142 h 274"/>
              <a:gd name="T16" fmla="*/ 137 w 272"/>
              <a:gd name="T17" fmla="*/ 267 h 274"/>
              <a:gd name="T18" fmla="*/ 134 w 272"/>
              <a:gd name="T19" fmla="*/ 273 h 274"/>
              <a:gd name="T20" fmla="*/ 129 w 272"/>
              <a:gd name="T21" fmla="*/ 271 h 274"/>
              <a:gd name="T22" fmla="*/ 3 w 272"/>
              <a:gd name="T23" fmla="*/ 145 h 274"/>
              <a:gd name="T24" fmla="*/ 0 w 272"/>
              <a:gd name="T25" fmla="*/ 137 h 274"/>
              <a:gd name="T26" fmla="*/ 3 w 272"/>
              <a:gd name="T27" fmla="*/ 129 h 274"/>
              <a:gd name="T28" fmla="*/ 129 w 272"/>
              <a:gd name="T29" fmla="*/ 3 h 274"/>
              <a:gd name="T30" fmla="*/ 134 w 272"/>
              <a:gd name="T31" fmla="*/ 1 h 274"/>
              <a:gd name="T32" fmla="*/ 137 w 272"/>
              <a:gd name="T33" fmla="*/ 7 h 274"/>
              <a:gd name="T34" fmla="*/ 137 w 272"/>
              <a:gd name="T35" fmla="*/ 132 h 274"/>
              <a:gd name="T36" fmla="*/ 139 w 272"/>
              <a:gd name="T37" fmla="*/ 129 h 274"/>
              <a:gd name="T38" fmla="*/ 264 w 272"/>
              <a:gd name="T39" fmla="*/ 3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72" h="274">
                <a:moveTo>
                  <a:pt x="264" y="3"/>
                </a:moveTo>
                <a:cubicBezTo>
                  <a:pt x="267" y="1"/>
                  <a:pt x="269" y="0"/>
                  <a:pt x="270" y="1"/>
                </a:cubicBezTo>
                <a:cubicBezTo>
                  <a:pt x="272" y="2"/>
                  <a:pt x="272" y="4"/>
                  <a:pt x="272" y="7"/>
                </a:cubicBezTo>
                <a:cubicBezTo>
                  <a:pt x="272" y="267"/>
                  <a:pt x="272" y="267"/>
                  <a:pt x="272" y="267"/>
                </a:cubicBezTo>
                <a:cubicBezTo>
                  <a:pt x="272" y="270"/>
                  <a:pt x="272" y="272"/>
                  <a:pt x="270" y="273"/>
                </a:cubicBezTo>
                <a:cubicBezTo>
                  <a:pt x="269" y="274"/>
                  <a:pt x="267" y="273"/>
                  <a:pt x="264" y="271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8" y="144"/>
                  <a:pt x="137" y="143"/>
                  <a:pt x="137" y="142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70"/>
                  <a:pt x="136" y="272"/>
                  <a:pt x="134" y="273"/>
                </a:cubicBezTo>
                <a:cubicBezTo>
                  <a:pt x="133" y="274"/>
                  <a:pt x="131" y="273"/>
                  <a:pt x="129" y="271"/>
                </a:cubicBezTo>
                <a:cubicBezTo>
                  <a:pt x="3" y="145"/>
                  <a:pt x="3" y="145"/>
                  <a:pt x="3" y="145"/>
                </a:cubicBezTo>
                <a:cubicBezTo>
                  <a:pt x="1" y="143"/>
                  <a:pt x="0" y="140"/>
                  <a:pt x="0" y="137"/>
                </a:cubicBezTo>
                <a:cubicBezTo>
                  <a:pt x="0" y="134"/>
                  <a:pt x="1" y="131"/>
                  <a:pt x="3" y="129"/>
                </a:cubicBezTo>
                <a:cubicBezTo>
                  <a:pt x="129" y="3"/>
                  <a:pt x="129" y="3"/>
                  <a:pt x="129" y="3"/>
                </a:cubicBezTo>
                <a:cubicBezTo>
                  <a:pt x="131" y="1"/>
                  <a:pt x="133" y="0"/>
                  <a:pt x="134" y="1"/>
                </a:cubicBezTo>
                <a:cubicBezTo>
                  <a:pt x="136" y="2"/>
                  <a:pt x="137" y="4"/>
                  <a:pt x="137" y="7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7" y="131"/>
                  <a:pt x="138" y="130"/>
                  <a:pt x="139" y="129"/>
                </a:cubicBezTo>
                <a:lnTo>
                  <a:pt x="264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5945188" y="3308350"/>
            <a:ext cx="293688" cy="293688"/>
          </a:xfrm>
          <a:custGeom>
            <a:avLst/>
            <a:gdLst>
              <a:gd name="T0" fmla="*/ 232 w 272"/>
              <a:gd name="T1" fmla="*/ 136 h 272"/>
              <a:gd name="T2" fmla="*/ 217 w 272"/>
              <a:gd name="T3" fmla="*/ 84 h 272"/>
              <a:gd name="T4" fmla="*/ 83 w 272"/>
              <a:gd name="T5" fmla="*/ 217 h 272"/>
              <a:gd name="T6" fmla="*/ 136 w 272"/>
              <a:gd name="T7" fmla="*/ 233 h 272"/>
              <a:gd name="T8" fmla="*/ 173 w 272"/>
              <a:gd name="T9" fmla="*/ 225 h 272"/>
              <a:gd name="T10" fmla="*/ 204 w 272"/>
              <a:gd name="T11" fmla="*/ 204 h 272"/>
              <a:gd name="T12" fmla="*/ 225 w 272"/>
              <a:gd name="T13" fmla="*/ 174 h 272"/>
              <a:gd name="T14" fmla="*/ 232 w 272"/>
              <a:gd name="T15" fmla="*/ 136 h 272"/>
              <a:gd name="T16" fmla="*/ 55 w 272"/>
              <a:gd name="T17" fmla="*/ 189 h 272"/>
              <a:gd name="T18" fmla="*/ 189 w 272"/>
              <a:gd name="T19" fmla="*/ 55 h 272"/>
              <a:gd name="T20" fmla="*/ 136 w 272"/>
              <a:gd name="T21" fmla="*/ 39 h 272"/>
              <a:gd name="T22" fmla="*/ 88 w 272"/>
              <a:gd name="T23" fmla="*/ 52 h 272"/>
              <a:gd name="T24" fmla="*/ 53 w 272"/>
              <a:gd name="T25" fmla="*/ 87 h 272"/>
              <a:gd name="T26" fmla="*/ 40 w 272"/>
              <a:gd name="T27" fmla="*/ 136 h 272"/>
              <a:gd name="T28" fmla="*/ 55 w 272"/>
              <a:gd name="T29" fmla="*/ 189 h 272"/>
              <a:gd name="T30" fmla="*/ 272 w 272"/>
              <a:gd name="T31" fmla="*/ 136 h 272"/>
              <a:gd name="T32" fmla="*/ 261 w 272"/>
              <a:gd name="T33" fmla="*/ 189 h 272"/>
              <a:gd name="T34" fmla="*/ 232 w 272"/>
              <a:gd name="T35" fmla="*/ 233 h 272"/>
              <a:gd name="T36" fmla="*/ 189 w 272"/>
              <a:gd name="T37" fmla="*/ 262 h 272"/>
              <a:gd name="T38" fmla="*/ 136 w 272"/>
              <a:gd name="T39" fmla="*/ 272 h 272"/>
              <a:gd name="T40" fmla="*/ 83 w 272"/>
              <a:gd name="T41" fmla="*/ 262 h 272"/>
              <a:gd name="T42" fmla="*/ 40 w 272"/>
              <a:gd name="T43" fmla="*/ 233 h 272"/>
              <a:gd name="T44" fmla="*/ 11 w 272"/>
              <a:gd name="T45" fmla="*/ 189 h 272"/>
              <a:gd name="T46" fmla="*/ 0 w 272"/>
              <a:gd name="T47" fmla="*/ 136 h 272"/>
              <a:gd name="T48" fmla="*/ 11 w 272"/>
              <a:gd name="T49" fmla="*/ 83 h 272"/>
              <a:gd name="T50" fmla="*/ 40 w 272"/>
              <a:gd name="T51" fmla="*/ 39 h 272"/>
              <a:gd name="T52" fmla="*/ 83 w 272"/>
              <a:gd name="T53" fmla="*/ 10 h 272"/>
              <a:gd name="T54" fmla="*/ 136 w 272"/>
              <a:gd name="T55" fmla="*/ 0 h 272"/>
              <a:gd name="T56" fmla="*/ 189 w 272"/>
              <a:gd name="T57" fmla="*/ 10 h 272"/>
              <a:gd name="T58" fmla="*/ 232 w 272"/>
              <a:gd name="T59" fmla="*/ 39 h 272"/>
              <a:gd name="T60" fmla="*/ 261 w 272"/>
              <a:gd name="T61" fmla="*/ 83 h 272"/>
              <a:gd name="T62" fmla="*/ 272 w 272"/>
              <a:gd name="T63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2" h="272">
                <a:moveTo>
                  <a:pt x="232" y="136"/>
                </a:moveTo>
                <a:cubicBezTo>
                  <a:pt x="232" y="117"/>
                  <a:pt x="227" y="100"/>
                  <a:pt x="217" y="84"/>
                </a:cubicBezTo>
                <a:cubicBezTo>
                  <a:pt x="83" y="217"/>
                  <a:pt x="83" y="217"/>
                  <a:pt x="83" y="217"/>
                </a:cubicBezTo>
                <a:cubicBezTo>
                  <a:pt x="100" y="227"/>
                  <a:pt x="117" y="233"/>
                  <a:pt x="136" y="233"/>
                </a:cubicBezTo>
                <a:cubicBezTo>
                  <a:pt x="149" y="233"/>
                  <a:pt x="161" y="230"/>
                  <a:pt x="173" y="225"/>
                </a:cubicBezTo>
                <a:cubicBezTo>
                  <a:pt x="185" y="220"/>
                  <a:pt x="195" y="213"/>
                  <a:pt x="204" y="204"/>
                </a:cubicBezTo>
                <a:cubicBezTo>
                  <a:pt x="213" y="196"/>
                  <a:pt x="219" y="186"/>
                  <a:pt x="225" y="174"/>
                </a:cubicBezTo>
                <a:cubicBezTo>
                  <a:pt x="230" y="162"/>
                  <a:pt x="232" y="149"/>
                  <a:pt x="232" y="136"/>
                </a:cubicBezTo>
                <a:close/>
                <a:moveTo>
                  <a:pt x="55" y="189"/>
                </a:moveTo>
                <a:cubicBezTo>
                  <a:pt x="189" y="55"/>
                  <a:pt x="189" y="55"/>
                  <a:pt x="189" y="55"/>
                </a:cubicBezTo>
                <a:cubicBezTo>
                  <a:pt x="173" y="45"/>
                  <a:pt x="155" y="39"/>
                  <a:pt x="136" y="39"/>
                </a:cubicBezTo>
                <a:cubicBezTo>
                  <a:pt x="118" y="39"/>
                  <a:pt x="102" y="44"/>
                  <a:pt x="88" y="52"/>
                </a:cubicBezTo>
                <a:cubicBezTo>
                  <a:pt x="73" y="61"/>
                  <a:pt x="61" y="73"/>
                  <a:pt x="53" y="87"/>
                </a:cubicBezTo>
                <a:cubicBezTo>
                  <a:pt x="44" y="102"/>
                  <a:pt x="40" y="118"/>
                  <a:pt x="40" y="136"/>
                </a:cubicBezTo>
                <a:cubicBezTo>
                  <a:pt x="40" y="155"/>
                  <a:pt x="45" y="173"/>
                  <a:pt x="55" y="189"/>
                </a:cubicBezTo>
                <a:close/>
                <a:moveTo>
                  <a:pt x="272" y="136"/>
                </a:moveTo>
                <a:cubicBezTo>
                  <a:pt x="272" y="154"/>
                  <a:pt x="268" y="172"/>
                  <a:pt x="261" y="189"/>
                </a:cubicBezTo>
                <a:cubicBezTo>
                  <a:pt x="254" y="206"/>
                  <a:pt x="244" y="220"/>
                  <a:pt x="232" y="233"/>
                </a:cubicBezTo>
                <a:cubicBezTo>
                  <a:pt x="220" y="245"/>
                  <a:pt x="206" y="254"/>
                  <a:pt x="189" y="262"/>
                </a:cubicBezTo>
                <a:cubicBezTo>
                  <a:pt x="172" y="269"/>
                  <a:pt x="154" y="272"/>
                  <a:pt x="136" y="272"/>
                </a:cubicBezTo>
                <a:cubicBezTo>
                  <a:pt x="117" y="272"/>
                  <a:pt x="100" y="269"/>
                  <a:pt x="83" y="262"/>
                </a:cubicBezTo>
                <a:cubicBezTo>
                  <a:pt x="66" y="254"/>
                  <a:pt x="52" y="245"/>
                  <a:pt x="40" y="233"/>
                </a:cubicBezTo>
                <a:cubicBezTo>
                  <a:pt x="28" y="220"/>
                  <a:pt x="18" y="206"/>
                  <a:pt x="11" y="189"/>
                </a:cubicBezTo>
                <a:cubicBezTo>
                  <a:pt x="4" y="172"/>
                  <a:pt x="0" y="154"/>
                  <a:pt x="0" y="136"/>
                </a:cubicBezTo>
                <a:cubicBezTo>
                  <a:pt x="0" y="117"/>
                  <a:pt x="4" y="100"/>
                  <a:pt x="11" y="83"/>
                </a:cubicBezTo>
                <a:cubicBezTo>
                  <a:pt x="18" y="66"/>
                  <a:pt x="28" y="52"/>
                  <a:pt x="40" y="39"/>
                </a:cubicBezTo>
                <a:cubicBezTo>
                  <a:pt x="52" y="27"/>
                  <a:pt x="66" y="18"/>
                  <a:pt x="83" y="10"/>
                </a:cubicBezTo>
                <a:cubicBezTo>
                  <a:pt x="100" y="3"/>
                  <a:pt x="117" y="0"/>
                  <a:pt x="136" y="0"/>
                </a:cubicBezTo>
                <a:cubicBezTo>
                  <a:pt x="154" y="0"/>
                  <a:pt x="172" y="3"/>
                  <a:pt x="189" y="10"/>
                </a:cubicBezTo>
                <a:cubicBezTo>
                  <a:pt x="206" y="18"/>
                  <a:pt x="220" y="27"/>
                  <a:pt x="232" y="39"/>
                </a:cubicBezTo>
                <a:cubicBezTo>
                  <a:pt x="244" y="52"/>
                  <a:pt x="254" y="66"/>
                  <a:pt x="261" y="83"/>
                </a:cubicBezTo>
                <a:cubicBezTo>
                  <a:pt x="268" y="100"/>
                  <a:pt x="272" y="117"/>
                  <a:pt x="272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6326188" y="3308350"/>
            <a:ext cx="392113" cy="293688"/>
          </a:xfrm>
          <a:custGeom>
            <a:avLst/>
            <a:gdLst>
              <a:gd name="T0" fmla="*/ 77 w 247"/>
              <a:gd name="T1" fmla="*/ 92 h 185"/>
              <a:gd name="T2" fmla="*/ 77 w 247"/>
              <a:gd name="T3" fmla="*/ 154 h 185"/>
              <a:gd name="T4" fmla="*/ 46 w 247"/>
              <a:gd name="T5" fmla="*/ 154 h 185"/>
              <a:gd name="T6" fmla="*/ 46 w 247"/>
              <a:gd name="T7" fmla="*/ 92 h 185"/>
              <a:gd name="T8" fmla="*/ 77 w 247"/>
              <a:gd name="T9" fmla="*/ 92 h 185"/>
              <a:gd name="T10" fmla="*/ 123 w 247"/>
              <a:gd name="T11" fmla="*/ 30 h 185"/>
              <a:gd name="T12" fmla="*/ 123 w 247"/>
              <a:gd name="T13" fmla="*/ 154 h 185"/>
              <a:gd name="T14" fmla="*/ 92 w 247"/>
              <a:gd name="T15" fmla="*/ 154 h 185"/>
              <a:gd name="T16" fmla="*/ 92 w 247"/>
              <a:gd name="T17" fmla="*/ 30 h 185"/>
              <a:gd name="T18" fmla="*/ 123 w 247"/>
              <a:gd name="T19" fmla="*/ 30 h 185"/>
              <a:gd name="T20" fmla="*/ 247 w 247"/>
              <a:gd name="T21" fmla="*/ 169 h 185"/>
              <a:gd name="T22" fmla="*/ 247 w 247"/>
              <a:gd name="T23" fmla="*/ 185 h 185"/>
              <a:gd name="T24" fmla="*/ 0 w 247"/>
              <a:gd name="T25" fmla="*/ 185 h 185"/>
              <a:gd name="T26" fmla="*/ 0 w 247"/>
              <a:gd name="T27" fmla="*/ 0 h 185"/>
              <a:gd name="T28" fmla="*/ 15 w 247"/>
              <a:gd name="T29" fmla="*/ 0 h 185"/>
              <a:gd name="T30" fmla="*/ 15 w 247"/>
              <a:gd name="T31" fmla="*/ 169 h 185"/>
              <a:gd name="T32" fmla="*/ 247 w 247"/>
              <a:gd name="T33" fmla="*/ 169 h 185"/>
              <a:gd name="T34" fmla="*/ 169 w 247"/>
              <a:gd name="T35" fmla="*/ 62 h 185"/>
              <a:gd name="T36" fmla="*/ 169 w 247"/>
              <a:gd name="T37" fmla="*/ 154 h 185"/>
              <a:gd name="T38" fmla="*/ 139 w 247"/>
              <a:gd name="T39" fmla="*/ 154 h 185"/>
              <a:gd name="T40" fmla="*/ 139 w 247"/>
              <a:gd name="T41" fmla="*/ 62 h 185"/>
              <a:gd name="T42" fmla="*/ 169 w 247"/>
              <a:gd name="T43" fmla="*/ 62 h 185"/>
              <a:gd name="T44" fmla="*/ 215 w 247"/>
              <a:gd name="T45" fmla="*/ 15 h 185"/>
              <a:gd name="T46" fmla="*/ 215 w 247"/>
              <a:gd name="T47" fmla="*/ 154 h 185"/>
              <a:gd name="T48" fmla="*/ 185 w 247"/>
              <a:gd name="T49" fmla="*/ 154 h 185"/>
              <a:gd name="T50" fmla="*/ 185 w 247"/>
              <a:gd name="T51" fmla="*/ 15 h 185"/>
              <a:gd name="T52" fmla="*/ 215 w 247"/>
              <a:gd name="T53" fmla="*/ 15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47" h="185">
                <a:moveTo>
                  <a:pt x="77" y="92"/>
                </a:moveTo>
                <a:lnTo>
                  <a:pt x="77" y="154"/>
                </a:lnTo>
                <a:lnTo>
                  <a:pt x="46" y="154"/>
                </a:lnTo>
                <a:lnTo>
                  <a:pt x="46" y="92"/>
                </a:lnTo>
                <a:lnTo>
                  <a:pt x="77" y="92"/>
                </a:lnTo>
                <a:close/>
                <a:moveTo>
                  <a:pt x="123" y="30"/>
                </a:moveTo>
                <a:lnTo>
                  <a:pt x="123" y="154"/>
                </a:lnTo>
                <a:lnTo>
                  <a:pt x="92" y="154"/>
                </a:lnTo>
                <a:lnTo>
                  <a:pt x="92" y="30"/>
                </a:lnTo>
                <a:lnTo>
                  <a:pt x="123" y="30"/>
                </a:lnTo>
                <a:close/>
                <a:moveTo>
                  <a:pt x="247" y="169"/>
                </a:moveTo>
                <a:lnTo>
                  <a:pt x="247" y="185"/>
                </a:lnTo>
                <a:lnTo>
                  <a:pt x="0" y="185"/>
                </a:lnTo>
                <a:lnTo>
                  <a:pt x="0" y="0"/>
                </a:lnTo>
                <a:lnTo>
                  <a:pt x="15" y="0"/>
                </a:lnTo>
                <a:lnTo>
                  <a:pt x="15" y="169"/>
                </a:lnTo>
                <a:lnTo>
                  <a:pt x="247" y="169"/>
                </a:lnTo>
                <a:close/>
                <a:moveTo>
                  <a:pt x="169" y="62"/>
                </a:moveTo>
                <a:lnTo>
                  <a:pt x="169" y="154"/>
                </a:lnTo>
                <a:lnTo>
                  <a:pt x="139" y="154"/>
                </a:lnTo>
                <a:lnTo>
                  <a:pt x="139" y="62"/>
                </a:lnTo>
                <a:lnTo>
                  <a:pt x="169" y="62"/>
                </a:lnTo>
                <a:close/>
                <a:moveTo>
                  <a:pt x="215" y="15"/>
                </a:moveTo>
                <a:lnTo>
                  <a:pt x="215" y="154"/>
                </a:lnTo>
                <a:lnTo>
                  <a:pt x="185" y="154"/>
                </a:lnTo>
                <a:lnTo>
                  <a:pt x="185" y="15"/>
                </a:lnTo>
                <a:lnTo>
                  <a:pt x="215" y="1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6780213" y="3319463"/>
            <a:ext cx="342900" cy="269875"/>
          </a:xfrm>
          <a:custGeom>
            <a:avLst/>
            <a:gdLst>
              <a:gd name="T0" fmla="*/ 0 w 216"/>
              <a:gd name="T1" fmla="*/ 170 h 170"/>
              <a:gd name="T2" fmla="*/ 8 w 216"/>
              <a:gd name="T3" fmla="*/ 0 h 170"/>
              <a:gd name="T4" fmla="*/ 16 w 216"/>
              <a:gd name="T5" fmla="*/ 170 h 170"/>
              <a:gd name="T6" fmla="*/ 12 w 216"/>
              <a:gd name="T7" fmla="*/ 0 h 170"/>
              <a:gd name="T8" fmla="*/ 16 w 216"/>
              <a:gd name="T9" fmla="*/ 170 h 170"/>
              <a:gd name="T10" fmla="*/ 23 w 216"/>
              <a:gd name="T11" fmla="*/ 170 h 170"/>
              <a:gd name="T12" fmla="*/ 27 w 216"/>
              <a:gd name="T13" fmla="*/ 0 h 170"/>
              <a:gd name="T14" fmla="*/ 46 w 216"/>
              <a:gd name="T15" fmla="*/ 170 h 170"/>
              <a:gd name="T16" fmla="*/ 42 w 216"/>
              <a:gd name="T17" fmla="*/ 0 h 170"/>
              <a:gd name="T18" fmla="*/ 46 w 216"/>
              <a:gd name="T19" fmla="*/ 170 h 170"/>
              <a:gd name="T20" fmla="*/ 57 w 216"/>
              <a:gd name="T21" fmla="*/ 170 h 170"/>
              <a:gd name="T22" fmla="*/ 65 w 216"/>
              <a:gd name="T23" fmla="*/ 0 h 170"/>
              <a:gd name="T24" fmla="*/ 80 w 216"/>
              <a:gd name="T25" fmla="*/ 170 h 170"/>
              <a:gd name="T26" fmla="*/ 76 w 216"/>
              <a:gd name="T27" fmla="*/ 0 h 170"/>
              <a:gd name="T28" fmla="*/ 80 w 216"/>
              <a:gd name="T29" fmla="*/ 170 h 170"/>
              <a:gd name="T30" fmla="*/ 84 w 216"/>
              <a:gd name="T31" fmla="*/ 170 h 170"/>
              <a:gd name="T32" fmla="*/ 87 w 216"/>
              <a:gd name="T33" fmla="*/ 0 h 170"/>
              <a:gd name="T34" fmla="*/ 95 w 216"/>
              <a:gd name="T35" fmla="*/ 170 h 170"/>
              <a:gd name="T36" fmla="*/ 91 w 216"/>
              <a:gd name="T37" fmla="*/ 0 h 170"/>
              <a:gd name="T38" fmla="*/ 95 w 216"/>
              <a:gd name="T39" fmla="*/ 170 h 170"/>
              <a:gd name="T40" fmla="*/ 106 w 216"/>
              <a:gd name="T41" fmla="*/ 170 h 170"/>
              <a:gd name="T42" fmla="*/ 114 w 216"/>
              <a:gd name="T43" fmla="*/ 0 h 170"/>
              <a:gd name="T44" fmla="*/ 133 w 216"/>
              <a:gd name="T45" fmla="*/ 170 h 170"/>
              <a:gd name="T46" fmla="*/ 125 w 216"/>
              <a:gd name="T47" fmla="*/ 0 h 170"/>
              <a:gd name="T48" fmla="*/ 133 w 216"/>
              <a:gd name="T49" fmla="*/ 170 h 170"/>
              <a:gd name="T50" fmla="*/ 140 w 216"/>
              <a:gd name="T51" fmla="*/ 170 h 170"/>
              <a:gd name="T52" fmla="*/ 148 w 216"/>
              <a:gd name="T53" fmla="*/ 0 h 170"/>
              <a:gd name="T54" fmla="*/ 163 w 216"/>
              <a:gd name="T55" fmla="*/ 170 h 170"/>
              <a:gd name="T56" fmla="*/ 155 w 216"/>
              <a:gd name="T57" fmla="*/ 0 h 170"/>
              <a:gd name="T58" fmla="*/ 163 w 216"/>
              <a:gd name="T59" fmla="*/ 170 h 170"/>
              <a:gd name="T60" fmla="*/ 167 w 216"/>
              <a:gd name="T61" fmla="*/ 170 h 170"/>
              <a:gd name="T62" fmla="*/ 174 w 216"/>
              <a:gd name="T63" fmla="*/ 0 h 170"/>
              <a:gd name="T64" fmla="*/ 197 w 216"/>
              <a:gd name="T65" fmla="*/ 170 h 170"/>
              <a:gd name="T66" fmla="*/ 186 w 216"/>
              <a:gd name="T67" fmla="*/ 0 h 170"/>
              <a:gd name="T68" fmla="*/ 197 w 216"/>
              <a:gd name="T69" fmla="*/ 170 h 170"/>
              <a:gd name="T70" fmla="*/ 201 w 216"/>
              <a:gd name="T71" fmla="*/ 170 h 170"/>
              <a:gd name="T72" fmla="*/ 205 w 216"/>
              <a:gd name="T73" fmla="*/ 0 h 170"/>
              <a:gd name="T74" fmla="*/ 216 w 216"/>
              <a:gd name="T75" fmla="*/ 170 h 170"/>
              <a:gd name="T76" fmla="*/ 208 w 216"/>
              <a:gd name="T77" fmla="*/ 0 h 170"/>
              <a:gd name="T78" fmla="*/ 216 w 216"/>
              <a:gd name="T7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6" h="170">
                <a:moveTo>
                  <a:pt x="8" y="170"/>
                </a:moveTo>
                <a:lnTo>
                  <a:pt x="0" y="170"/>
                </a:lnTo>
                <a:lnTo>
                  <a:pt x="0" y="0"/>
                </a:lnTo>
                <a:lnTo>
                  <a:pt x="8" y="0"/>
                </a:lnTo>
                <a:lnTo>
                  <a:pt x="8" y="170"/>
                </a:lnTo>
                <a:close/>
                <a:moveTo>
                  <a:pt x="16" y="170"/>
                </a:moveTo>
                <a:lnTo>
                  <a:pt x="12" y="170"/>
                </a:lnTo>
                <a:lnTo>
                  <a:pt x="12" y="0"/>
                </a:lnTo>
                <a:lnTo>
                  <a:pt x="16" y="0"/>
                </a:lnTo>
                <a:lnTo>
                  <a:pt x="16" y="170"/>
                </a:lnTo>
                <a:close/>
                <a:moveTo>
                  <a:pt x="27" y="170"/>
                </a:moveTo>
                <a:lnTo>
                  <a:pt x="23" y="170"/>
                </a:lnTo>
                <a:lnTo>
                  <a:pt x="23" y="0"/>
                </a:lnTo>
                <a:lnTo>
                  <a:pt x="27" y="0"/>
                </a:lnTo>
                <a:lnTo>
                  <a:pt x="27" y="170"/>
                </a:lnTo>
                <a:close/>
                <a:moveTo>
                  <a:pt x="46" y="170"/>
                </a:moveTo>
                <a:lnTo>
                  <a:pt x="42" y="170"/>
                </a:lnTo>
                <a:lnTo>
                  <a:pt x="42" y="0"/>
                </a:lnTo>
                <a:lnTo>
                  <a:pt x="46" y="0"/>
                </a:lnTo>
                <a:lnTo>
                  <a:pt x="46" y="170"/>
                </a:lnTo>
                <a:close/>
                <a:moveTo>
                  <a:pt x="65" y="170"/>
                </a:moveTo>
                <a:lnTo>
                  <a:pt x="57" y="170"/>
                </a:lnTo>
                <a:lnTo>
                  <a:pt x="57" y="0"/>
                </a:lnTo>
                <a:lnTo>
                  <a:pt x="65" y="0"/>
                </a:lnTo>
                <a:lnTo>
                  <a:pt x="65" y="170"/>
                </a:lnTo>
                <a:close/>
                <a:moveTo>
                  <a:pt x="80" y="170"/>
                </a:moveTo>
                <a:lnTo>
                  <a:pt x="76" y="170"/>
                </a:lnTo>
                <a:lnTo>
                  <a:pt x="76" y="0"/>
                </a:lnTo>
                <a:lnTo>
                  <a:pt x="80" y="0"/>
                </a:lnTo>
                <a:lnTo>
                  <a:pt x="80" y="170"/>
                </a:lnTo>
                <a:close/>
                <a:moveTo>
                  <a:pt x="87" y="170"/>
                </a:moveTo>
                <a:lnTo>
                  <a:pt x="84" y="170"/>
                </a:lnTo>
                <a:lnTo>
                  <a:pt x="84" y="0"/>
                </a:lnTo>
                <a:lnTo>
                  <a:pt x="87" y="0"/>
                </a:lnTo>
                <a:lnTo>
                  <a:pt x="87" y="170"/>
                </a:lnTo>
                <a:close/>
                <a:moveTo>
                  <a:pt x="95" y="170"/>
                </a:moveTo>
                <a:lnTo>
                  <a:pt x="91" y="170"/>
                </a:lnTo>
                <a:lnTo>
                  <a:pt x="91" y="0"/>
                </a:lnTo>
                <a:lnTo>
                  <a:pt x="95" y="0"/>
                </a:lnTo>
                <a:lnTo>
                  <a:pt x="95" y="170"/>
                </a:lnTo>
                <a:close/>
                <a:moveTo>
                  <a:pt x="114" y="170"/>
                </a:moveTo>
                <a:lnTo>
                  <a:pt x="106" y="170"/>
                </a:lnTo>
                <a:lnTo>
                  <a:pt x="106" y="0"/>
                </a:lnTo>
                <a:lnTo>
                  <a:pt x="114" y="0"/>
                </a:lnTo>
                <a:lnTo>
                  <a:pt x="114" y="170"/>
                </a:lnTo>
                <a:close/>
                <a:moveTo>
                  <a:pt x="133" y="170"/>
                </a:moveTo>
                <a:lnTo>
                  <a:pt x="125" y="170"/>
                </a:lnTo>
                <a:lnTo>
                  <a:pt x="125" y="0"/>
                </a:lnTo>
                <a:lnTo>
                  <a:pt x="133" y="0"/>
                </a:lnTo>
                <a:lnTo>
                  <a:pt x="133" y="170"/>
                </a:lnTo>
                <a:close/>
                <a:moveTo>
                  <a:pt x="148" y="170"/>
                </a:moveTo>
                <a:lnTo>
                  <a:pt x="140" y="170"/>
                </a:lnTo>
                <a:lnTo>
                  <a:pt x="140" y="0"/>
                </a:lnTo>
                <a:lnTo>
                  <a:pt x="148" y="0"/>
                </a:lnTo>
                <a:lnTo>
                  <a:pt x="148" y="170"/>
                </a:lnTo>
                <a:close/>
                <a:moveTo>
                  <a:pt x="163" y="170"/>
                </a:moveTo>
                <a:lnTo>
                  <a:pt x="155" y="170"/>
                </a:lnTo>
                <a:lnTo>
                  <a:pt x="155" y="0"/>
                </a:lnTo>
                <a:lnTo>
                  <a:pt x="163" y="0"/>
                </a:lnTo>
                <a:lnTo>
                  <a:pt x="163" y="170"/>
                </a:lnTo>
                <a:close/>
                <a:moveTo>
                  <a:pt x="174" y="170"/>
                </a:moveTo>
                <a:lnTo>
                  <a:pt x="167" y="170"/>
                </a:lnTo>
                <a:lnTo>
                  <a:pt x="167" y="0"/>
                </a:lnTo>
                <a:lnTo>
                  <a:pt x="174" y="0"/>
                </a:lnTo>
                <a:lnTo>
                  <a:pt x="174" y="170"/>
                </a:lnTo>
                <a:close/>
                <a:moveTo>
                  <a:pt x="197" y="170"/>
                </a:moveTo>
                <a:lnTo>
                  <a:pt x="186" y="170"/>
                </a:lnTo>
                <a:lnTo>
                  <a:pt x="186" y="0"/>
                </a:lnTo>
                <a:lnTo>
                  <a:pt x="197" y="0"/>
                </a:lnTo>
                <a:lnTo>
                  <a:pt x="197" y="170"/>
                </a:lnTo>
                <a:close/>
                <a:moveTo>
                  <a:pt x="205" y="170"/>
                </a:moveTo>
                <a:lnTo>
                  <a:pt x="201" y="170"/>
                </a:lnTo>
                <a:lnTo>
                  <a:pt x="201" y="0"/>
                </a:lnTo>
                <a:lnTo>
                  <a:pt x="205" y="0"/>
                </a:lnTo>
                <a:lnTo>
                  <a:pt x="205" y="170"/>
                </a:lnTo>
                <a:close/>
                <a:moveTo>
                  <a:pt x="216" y="170"/>
                </a:moveTo>
                <a:lnTo>
                  <a:pt x="208" y="170"/>
                </a:lnTo>
                <a:lnTo>
                  <a:pt x="208" y="0"/>
                </a:lnTo>
                <a:lnTo>
                  <a:pt x="216" y="0"/>
                </a:lnTo>
                <a:lnTo>
                  <a:pt x="216" y="17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7235826" y="3332163"/>
            <a:ext cx="293688" cy="244475"/>
          </a:xfrm>
          <a:custGeom>
            <a:avLst/>
            <a:gdLst>
              <a:gd name="T0" fmla="*/ 272 w 272"/>
              <a:gd name="T1" fmla="*/ 192 h 226"/>
              <a:gd name="T2" fmla="*/ 272 w 272"/>
              <a:gd name="T3" fmla="*/ 215 h 226"/>
              <a:gd name="T4" fmla="*/ 269 w 272"/>
              <a:gd name="T5" fmla="*/ 223 h 226"/>
              <a:gd name="T6" fmla="*/ 261 w 272"/>
              <a:gd name="T7" fmla="*/ 226 h 226"/>
              <a:gd name="T8" fmla="*/ 12 w 272"/>
              <a:gd name="T9" fmla="*/ 226 h 226"/>
              <a:gd name="T10" fmla="*/ 4 w 272"/>
              <a:gd name="T11" fmla="*/ 223 h 226"/>
              <a:gd name="T12" fmla="*/ 0 w 272"/>
              <a:gd name="T13" fmla="*/ 215 h 226"/>
              <a:gd name="T14" fmla="*/ 0 w 272"/>
              <a:gd name="T15" fmla="*/ 192 h 226"/>
              <a:gd name="T16" fmla="*/ 4 w 272"/>
              <a:gd name="T17" fmla="*/ 184 h 226"/>
              <a:gd name="T18" fmla="*/ 12 w 272"/>
              <a:gd name="T19" fmla="*/ 181 h 226"/>
              <a:gd name="T20" fmla="*/ 261 w 272"/>
              <a:gd name="T21" fmla="*/ 181 h 226"/>
              <a:gd name="T22" fmla="*/ 269 w 272"/>
              <a:gd name="T23" fmla="*/ 184 h 226"/>
              <a:gd name="T24" fmla="*/ 272 w 272"/>
              <a:gd name="T25" fmla="*/ 192 h 226"/>
              <a:gd name="T26" fmla="*/ 272 w 272"/>
              <a:gd name="T27" fmla="*/ 102 h 226"/>
              <a:gd name="T28" fmla="*/ 272 w 272"/>
              <a:gd name="T29" fmla="*/ 124 h 226"/>
              <a:gd name="T30" fmla="*/ 269 w 272"/>
              <a:gd name="T31" fmla="*/ 132 h 226"/>
              <a:gd name="T32" fmla="*/ 261 w 272"/>
              <a:gd name="T33" fmla="*/ 136 h 226"/>
              <a:gd name="T34" fmla="*/ 12 w 272"/>
              <a:gd name="T35" fmla="*/ 136 h 226"/>
              <a:gd name="T36" fmla="*/ 4 w 272"/>
              <a:gd name="T37" fmla="*/ 132 h 226"/>
              <a:gd name="T38" fmla="*/ 0 w 272"/>
              <a:gd name="T39" fmla="*/ 124 h 226"/>
              <a:gd name="T40" fmla="*/ 0 w 272"/>
              <a:gd name="T41" fmla="*/ 102 h 226"/>
              <a:gd name="T42" fmla="*/ 4 w 272"/>
              <a:gd name="T43" fmla="*/ 94 h 226"/>
              <a:gd name="T44" fmla="*/ 12 w 272"/>
              <a:gd name="T45" fmla="*/ 90 h 226"/>
              <a:gd name="T46" fmla="*/ 261 w 272"/>
              <a:gd name="T47" fmla="*/ 90 h 226"/>
              <a:gd name="T48" fmla="*/ 269 w 272"/>
              <a:gd name="T49" fmla="*/ 94 h 226"/>
              <a:gd name="T50" fmla="*/ 272 w 272"/>
              <a:gd name="T51" fmla="*/ 102 h 226"/>
              <a:gd name="T52" fmla="*/ 272 w 272"/>
              <a:gd name="T53" fmla="*/ 11 h 226"/>
              <a:gd name="T54" fmla="*/ 272 w 272"/>
              <a:gd name="T55" fmla="*/ 34 h 226"/>
              <a:gd name="T56" fmla="*/ 269 w 272"/>
              <a:gd name="T57" fmla="*/ 42 h 226"/>
              <a:gd name="T58" fmla="*/ 261 w 272"/>
              <a:gd name="T59" fmla="*/ 45 h 226"/>
              <a:gd name="T60" fmla="*/ 12 w 272"/>
              <a:gd name="T61" fmla="*/ 45 h 226"/>
              <a:gd name="T62" fmla="*/ 4 w 272"/>
              <a:gd name="T63" fmla="*/ 42 h 226"/>
              <a:gd name="T64" fmla="*/ 0 w 272"/>
              <a:gd name="T65" fmla="*/ 34 h 226"/>
              <a:gd name="T66" fmla="*/ 0 w 272"/>
              <a:gd name="T67" fmla="*/ 11 h 226"/>
              <a:gd name="T68" fmla="*/ 4 w 272"/>
              <a:gd name="T69" fmla="*/ 3 h 226"/>
              <a:gd name="T70" fmla="*/ 12 w 272"/>
              <a:gd name="T71" fmla="*/ 0 h 226"/>
              <a:gd name="T72" fmla="*/ 261 w 272"/>
              <a:gd name="T73" fmla="*/ 0 h 226"/>
              <a:gd name="T74" fmla="*/ 269 w 272"/>
              <a:gd name="T75" fmla="*/ 3 h 226"/>
              <a:gd name="T76" fmla="*/ 272 w 272"/>
              <a:gd name="T77" fmla="*/ 11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26">
                <a:moveTo>
                  <a:pt x="272" y="192"/>
                </a:moveTo>
                <a:cubicBezTo>
                  <a:pt x="272" y="215"/>
                  <a:pt x="272" y="215"/>
                  <a:pt x="272" y="215"/>
                </a:cubicBezTo>
                <a:cubicBezTo>
                  <a:pt x="272" y="218"/>
                  <a:pt x="271" y="221"/>
                  <a:pt x="269" y="223"/>
                </a:cubicBezTo>
                <a:cubicBezTo>
                  <a:pt x="267" y="225"/>
                  <a:pt x="264" y="226"/>
                  <a:pt x="261" y="226"/>
                </a:cubicBezTo>
                <a:cubicBezTo>
                  <a:pt x="12" y="226"/>
                  <a:pt x="12" y="226"/>
                  <a:pt x="12" y="226"/>
                </a:cubicBezTo>
                <a:cubicBezTo>
                  <a:pt x="9" y="226"/>
                  <a:pt x="6" y="225"/>
                  <a:pt x="4" y="223"/>
                </a:cubicBezTo>
                <a:cubicBezTo>
                  <a:pt x="1" y="221"/>
                  <a:pt x="0" y="218"/>
                  <a:pt x="0" y="215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189"/>
                  <a:pt x="1" y="187"/>
                  <a:pt x="4" y="184"/>
                </a:cubicBezTo>
                <a:cubicBezTo>
                  <a:pt x="6" y="182"/>
                  <a:pt x="9" y="181"/>
                  <a:pt x="12" y="181"/>
                </a:cubicBezTo>
                <a:cubicBezTo>
                  <a:pt x="261" y="181"/>
                  <a:pt x="261" y="181"/>
                  <a:pt x="261" y="181"/>
                </a:cubicBezTo>
                <a:cubicBezTo>
                  <a:pt x="264" y="181"/>
                  <a:pt x="267" y="182"/>
                  <a:pt x="269" y="184"/>
                </a:cubicBezTo>
                <a:cubicBezTo>
                  <a:pt x="271" y="187"/>
                  <a:pt x="272" y="189"/>
                  <a:pt x="272" y="192"/>
                </a:cubicBezTo>
                <a:close/>
                <a:moveTo>
                  <a:pt x="272" y="102"/>
                </a:moveTo>
                <a:cubicBezTo>
                  <a:pt x="272" y="124"/>
                  <a:pt x="272" y="124"/>
                  <a:pt x="272" y="124"/>
                </a:cubicBezTo>
                <a:cubicBezTo>
                  <a:pt x="272" y="127"/>
                  <a:pt x="271" y="130"/>
                  <a:pt x="269" y="132"/>
                </a:cubicBezTo>
                <a:cubicBezTo>
                  <a:pt x="267" y="135"/>
                  <a:pt x="264" y="136"/>
                  <a:pt x="261" y="136"/>
                </a:cubicBezTo>
                <a:cubicBezTo>
                  <a:pt x="12" y="136"/>
                  <a:pt x="12" y="136"/>
                  <a:pt x="12" y="136"/>
                </a:cubicBezTo>
                <a:cubicBezTo>
                  <a:pt x="9" y="136"/>
                  <a:pt x="6" y="135"/>
                  <a:pt x="4" y="132"/>
                </a:cubicBezTo>
                <a:cubicBezTo>
                  <a:pt x="1" y="130"/>
                  <a:pt x="0" y="127"/>
                  <a:pt x="0" y="124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99"/>
                  <a:pt x="1" y="96"/>
                  <a:pt x="4" y="94"/>
                </a:cubicBezTo>
                <a:cubicBezTo>
                  <a:pt x="6" y="91"/>
                  <a:pt x="9" y="90"/>
                  <a:pt x="12" y="90"/>
                </a:cubicBezTo>
                <a:cubicBezTo>
                  <a:pt x="261" y="90"/>
                  <a:pt x="261" y="90"/>
                  <a:pt x="261" y="90"/>
                </a:cubicBezTo>
                <a:cubicBezTo>
                  <a:pt x="264" y="90"/>
                  <a:pt x="267" y="91"/>
                  <a:pt x="269" y="94"/>
                </a:cubicBezTo>
                <a:cubicBezTo>
                  <a:pt x="271" y="96"/>
                  <a:pt x="272" y="99"/>
                  <a:pt x="272" y="102"/>
                </a:cubicBezTo>
                <a:close/>
                <a:moveTo>
                  <a:pt x="272" y="11"/>
                </a:moveTo>
                <a:cubicBezTo>
                  <a:pt x="272" y="34"/>
                  <a:pt x="272" y="34"/>
                  <a:pt x="272" y="34"/>
                </a:cubicBezTo>
                <a:cubicBezTo>
                  <a:pt x="272" y="37"/>
                  <a:pt x="271" y="39"/>
                  <a:pt x="269" y="42"/>
                </a:cubicBezTo>
                <a:cubicBezTo>
                  <a:pt x="267" y="44"/>
                  <a:pt x="264" y="45"/>
                  <a:pt x="261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9" y="45"/>
                  <a:pt x="6" y="44"/>
                  <a:pt x="4" y="42"/>
                </a:cubicBezTo>
                <a:cubicBezTo>
                  <a:pt x="1" y="39"/>
                  <a:pt x="0" y="37"/>
                  <a:pt x="0" y="3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4" y="0"/>
                  <a:pt x="267" y="1"/>
                  <a:pt x="269" y="3"/>
                </a:cubicBezTo>
                <a:cubicBezTo>
                  <a:pt x="271" y="5"/>
                  <a:pt x="272" y="8"/>
                  <a:pt x="272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7616826" y="3332163"/>
            <a:ext cx="392113" cy="244475"/>
          </a:xfrm>
          <a:custGeom>
            <a:avLst/>
            <a:gdLst>
              <a:gd name="T0" fmla="*/ 46 w 363"/>
              <a:gd name="T1" fmla="*/ 136 h 226"/>
              <a:gd name="T2" fmla="*/ 352 w 363"/>
              <a:gd name="T3" fmla="*/ 136 h 226"/>
              <a:gd name="T4" fmla="*/ 360 w 363"/>
              <a:gd name="T5" fmla="*/ 139 h 226"/>
              <a:gd name="T6" fmla="*/ 363 w 363"/>
              <a:gd name="T7" fmla="*/ 147 h 226"/>
              <a:gd name="T8" fmla="*/ 363 w 363"/>
              <a:gd name="T9" fmla="*/ 226 h 226"/>
              <a:gd name="T10" fmla="*/ 318 w 363"/>
              <a:gd name="T11" fmla="*/ 226 h 226"/>
              <a:gd name="T12" fmla="*/ 318 w 363"/>
              <a:gd name="T13" fmla="*/ 181 h 226"/>
              <a:gd name="T14" fmla="*/ 46 w 363"/>
              <a:gd name="T15" fmla="*/ 181 h 226"/>
              <a:gd name="T16" fmla="*/ 46 w 363"/>
              <a:gd name="T17" fmla="*/ 226 h 226"/>
              <a:gd name="T18" fmla="*/ 0 w 363"/>
              <a:gd name="T19" fmla="*/ 226 h 226"/>
              <a:gd name="T20" fmla="*/ 0 w 363"/>
              <a:gd name="T21" fmla="*/ 11 h 226"/>
              <a:gd name="T22" fmla="*/ 4 w 363"/>
              <a:gd name="T23" fmla="*/ 3 h 226"/>
              <a:gd name="T24" fmla="*/ 12 w 363"/>
              <a:gd name="T25" fmla="*/ 0 h 226"/>
              <a:gd name="T26" fmla="*/ 34 w 363"/>
              <a:gd name="T27" fmla="*/ 0 h 226"/>
              <a:gd name="T28" fmla="*/ 42 w 363"/>
              <a:gd name="T29" fmla="*/ 3 h 226"/>
              <a:gd name="T30" fmla="*/ 46 w 363"/>
              <a:gd name="T31" fmla="*/ 11 h 226"/>
              <a:gd name="T32" fmla="*/ 46 w 363"/>
              <a:gd name="T33" fmla="*/ 136 h 226"/>
              <a:gd name="T34" fmla="*/ 148 w 363"/>
              <a:gd name="T35" fmla="*/ 79 h 226"/>
              <a:gd name="T36" fmla="*/ 134 w 363"/>
              <a:gd name="T37" fmla="*/ 47 h 226"/>
              <a:gd name="T38" fmla="*/ 102 w 363"/>
              <a:gd name="T39" fmla="*/ 34 h 226"/>
              <a:gd name="T40" fmla="*/ 70 w 363"/>
              <a:gd name="T41" fmla="*/ 47 h 226"/>
              <a:gd name="T42" fmla="*/ 57 w 363"/>
              <a:gd name="T43" fmla="*/ 79 h 226"/>
              <a:gd name="T44" fmla="*/ 70 w 363"/>
              <a:gd name="T45" fmla="*/ 111 h 226"/>
              <a:gd name="T46" fmla="*/ 102 w 363"/>
              <a:gd name="T47" fmla="*/ 124 h 226"/>
              <a:gd name="T48" fmla="*/ 134 w 363"/>
              <a:gd name="T49" fmla="*/ 111 h 226"/>
              <a:gd name="T50" fmla="*/ 148 w 363"/>
              <a:gd name="T51" fmla="*/ 79 h 226"/>
              <a:gd name="T52" fmla="*/ 363 w 363"/>
              <a:gd name="T53" fmla="*/ 124 h 226"/>
              <a:gd name="T54" fmla="*/ 363 w 363"/>
              <a:gd name="T55" fmla="*/ 113 h 226"/>
              <a:gd name="T56" fmla="*/ 343 w 363"/>
              <a:gd name="T57" fmla="*/ 65 h 226"/>
              <a:gd name="T58" fmla="*/ 295 w 363"/>
              <a:gd name="T59" fmla="*/ 45 h 226"/>
              <a:gd name="T60" fmla="*/ 170 w 363"/>
              <a:gd name="T61" fmla="*/ 45 h 226"/>
              <a:gd name="T62" fmla="*/ 162 w 363"/>
              <a:gd name="T63" fmla="*/ 48 h 226"/>
              <a:gd name="T64" fmla="*/ 159 w 363"/>
              <a:gd name="T65" fmla="*/ 56 h 226"/>
              <a:gd name="T66" fmla="*/ 159 w 363"/>
              <a:gd name="T67" fmla="*/ 124 h 226"/>
              <a:gd name="T68" fmla="*/ 363 w 363"/>
              <a:gd name="T69" fmla="*/ 124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3" h="226">
                <a:moveTo>
                  <a:pt x="46" y="136"/>
                </a:moveTo>
                <a:cubicBezTo>
                  <a:pt x="352" y="136"/>
                  <a:pt x="352" y="136"/>
                  <a:pt x="352" y="136"/>
                </a:cubicBezTo>
                <a:cubicBezTo>
                  <a:pt x="355" y="136"/>
                  <a:pt x="357" y="137"/>
                  <a:pt x="360" y="139"/>
                </a:cubicBezTo>
                <a:cubicBezTo>
                  <a:pt x="362" y="141"/>
                  <a:pt x="363" y="144"/>
                  <a:pt x="363" y="147"/>
                </a:cubicBezTo>
                <a:cubicBezTo>
                  <a:pt x="363" y="226"/>
                  <a:pt x="363" y="226"/>
                  <a:pt x="363" y="226"/>
                </a:cubicBezTo>
                <a:cubicBezTo>
                  <a:pt x="318" y="226"/>
                  <a:pt x="318" y="226"/>
                  <a:pt x="318" y="226"/>
                </a:cubicBezTo>
                <a:cubicBezTo>
                  <a:pt x="318" y="181"/>
                  <a:pt x="318" y="181"/>
                  <a:pt x="318" y="181"/>
                </a:cubicBezTo>
                <a:cubicBezTo>
                  <a:pt x="46" y="181"/>
                  <a:pt x="46" y="181"/>
                  <a:pt x="46" y="181"/>
                </a:cubicBezTo>
                <a:cubicBezTo>
                  <a:pt x="46" y="226"/>
                  <a:pt x="46" y="226"/>
                  <a:pt x="46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2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8" y="0"/>
                  <a:pt x="40" y="1"/>
                  <a:pt x="42" y="3"/>
                </a:cubicBezTo>
                <a:cubicBezTo>
                  <a:pt x="45" y="5"/>
                  <a:pt x="46" y="8"/>
                  <a:pt x="46" y="11"/>
                </a:cubicBezTo>
                <a:lnTo>
                  <a:pt x="46" y="136"/>
                </a:lnTo>
                <a:close/>
                <a:moveTo>
                  <a:pt x="148" y="79"/>
                </a:moveTo>
                <a:cubicBezTo>
                  <a:pt x="148" y="67"/>
                  <a:pt x="143" y="56"/>
                  <a:pt x="134" y="47"/>
                </a:cubicBezTo>
                <a:cubicBezTo>
                  <a:pt x="126" y="38"/>
                  <a:pt x="115" y="34"/>
                  <a:pt x="102" y="34"/>
                </a:cubicBezTo>
                <a:cubicBezTo>
                  <a:pt x="90" y="34"/>
                  <a:pt x="79" y="38"/>
                  <a:pt x="70" y="47"/>
                </a:cubicBezTo>
                <a:cubicBezTo>
                  <a:pt x="62" y="56"/>
                  <a:pt x="57" y="67"/>
                  <a:pt x="57" y="79"/>
                </a:cubicBezTo>
                <a:cubicBezTo>
                  <a:pt x="57" y="92"/>
                  <a:pt x="62" y="102"/>
                  <a:pt x="70" y="111"/>
                </a:cubicBezTo>
                <a:cubicBezTo>
                  <a:pt x="79" y="120"/>
                  <a:pt x="90" y="124"/>
                  <a:pt x="102" y="124"/>
                </a:cubicBezTo>
                <a:cubicBezTo>
                  <a:pt x="115" y="124"/>
                  <a:pt x="126" y="120"/>
                  <a:pt x="134" y="111"/>
                </a:cubicBezTo>
                <a:cubicBezTo>
                  <a:pt x="143" y="102"/>
                  <a:pt x="148" y="92"/>
                  <a:pt x="148" y="79"/>
                </a:cubicBezTo>
                <a:close/>
                <a:moveTo>
                  <a:pt x="363" y="124"/>
                </a:moveTo>
                <a:cubicBezTo>
                  <a:pt x="363" y="113"/>
                  <a:pt x="363" y="113"/>
                  <a:pt x="363" y="113"/>
                </a:cubicBezTo>
                <a:cubicBezTo>
                  <a:pt x="363" y="94"/>
                  <a:pt x="356" y="78"/>
                  <a:pt x="343" y="65"/>
                </a:cubicBezTo>
                <a:cubicBezTo>
                  <a:pt x="330" y="52"/>
                  <a:pt x="314" y="45"/>
                  <a:pt x="295" y="45"/>
                </a:cubicBezTo>
                <a:cubicBezTo>
                  <a:pt x="170" y="45"/>
                  <a:pt x="170" y="45"/>
                  <a:pt x="170" y="45"/>
                </a:cubicBezTo>
                <a:cubicBezTo>
                  <a:pt x="167" y="45"/>
                  <a:pt x="165" y="46"/>
                  <a:pt x="162" y="48"/>
                </a:cubicBezTo>
                <a:cubicBezTo>
                  <a:pt x="160" y="51"/>
                  <a:pt x="159" y="53"/>
                  <a:pt x="159" y="56"/>
                </a:cubicBezTo>
                <a:cubicBezTo>
                  <a:pt x="159" y="124"/>
                  <a:pt x="159" y="124"/>
                  <a:pt x="159" y="124"/>
                </a:cubicBezTo>
                <a:lnTo>
                  <a:pt x="363" y="12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8088313" y="3319463"/>
            <a:ext cx="306388" cy="269875"/>
          </a:xfrm>
          <a:custGeom>
            <a:avLst/>
            <a:gdLst>
              <a:gd name="T0" fmla="*/ 102 w 283"/>
              <a:gd name="T1" fmla="*/ 136 h 250"/>
              <a:gd name="T2" fmla="*/ 102 w 283"/>
              <a:gd name="T3" fmla="*/ 68 h 250"/>
              <a:gd name="T4" fmla="*/ 57 w 283"/>
              <a:gd name="T5" fmla="*/ 68 h 250"/>
              <a:gd name="T6" fmla="*/ 57 w 283"/>
              <a:gd name="T7" fmla="*/ 114 h 250"/>
              <a:gd name="T8" fmla="*/ 63 w 283"/>
              <a:gd name="T9" fmla="*/ 130 h 250"/>
              <a:gd name="T10" fmla="*/ 79 w 283"/>
              <a:gd name="T11" fmla="*/ 136 h 250"/>
              <a:gd name="T12" fmla="*/ 102 w 283"/>
              <a:gd name="T13" fmla="*/ 136 h 250"/>
              <a:gd name="T14" fmla="*/ 283 w 283"/>
              <a:gd name="T15" fmla="*/ 216 h 250"/>
              <a:gd name="T16" fmla="*/ 283 w 283"/>
              <a:gd name="T17" fmla="*/ 250 h 250"/>
              <a:gd name="T18" fmla="*/ 79 w 283"/>
              <a:gd name="T19" fmla="*/ 250 h 250"/>
              <a:gd name="T20" fmla="*/ 79 w 283"/>
              <a:gd name="T21" fmla="*/ 216 h 250"/>
              <a:gd name="T22" fmla="*/ 102 w 283"/>
              <a:gd name="T23" fmla="*/ 182 h 250"/>
              <a:gd name="T24" fmla="*/ 79 w 283"/>
              <a:gd name="T25" fmla="*/ 182 h 250"/>
              <a:gd name="T26" fmla="*/ 31 w 283"/>
              <a:gd name="T27" fmla="*/ 162 h 250"/>
              <a:gd name="T28" fmla="*/ 11 w 283"/>
              <a:gd name="T29" fmla="*/ 114 h 250"/>
              <a:gd name="T30" fmla="*/ 11 w 283"/>
              <a:gd name="T31" fmla="*/ 57 h 250"/>
              <a:gd name="T32" fmla="*/ 0 w 283"/>
              <a:gd name="T33" fmla="*/ 46 h 250"/>
              <a:gd name="T34" fmla="*/ 6 w 283"/>
              <a:gd name="T35" fmla="*/ 23 h 250"/>
              <a:gd name="T36" fmla="*/ 91 w 283"/>
              <a:gd name="T37" fmla="*/ 23 h 250"/>
              <a:gd name="T38" fmla="*/ 96 w 283"/>
              <a:gd name="T39" fmla="*/ 0 h 250"/>
              <a:gd name="T40" fmla="*/ 266 w 283"/>
              <a:gd name="T41" fmla="*/ 0 h 250"/>
              <a:gd name="T42" fmla="*/ 272 w 283"/>
              <a:gd name="T43" fmla="*/ 34 h 250"/>
              <a:gd name="T44" fmla="*/ 261 w 283"/>
              <a:gd name="T45" fmla="*/ 40 h 250"/>
              <a:gd name="T46" fmla="*/ 261 w 283"/>
              <a:gd name="T47" fmla="*/ 182 h 250"/>
              <a:gd name="T48" fmla="*/ 283 w 283"/>
              <a:gd name="T49" fmla="*/ 216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3" h="250">
                <a:moveTo>
                  <a:pt x="102" y="136"/>
                </a:moveTo>
                <a:cubicBezTo>
                  <a:pt x="102" y="68"/>
                  <a:pt x="102" y="68"/>
                  <a:pt x="102" y="68"/>
                </a:cubicBezTo>
                <a:cubicBezTo>
                  <a:pt x="57" y="68"/>
                  <a:pt x="57" y="68"/>
                  <a:pt x="57" y="68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7" y="120"/>
                  <a:pt x="59" y="125"/>
                  <a:pt x="63" y="130"/>
                </a:cubicBezTo>
                <a:cubicBezTo>
                  <a:pt x="68" y="134"/>
                  <a:pt x="73" y="136"/>
                  <a:pt x="79" y="136"/>
                </a:cubicBezTo>
                <a:lnTo>
                  <a:pt x="102" y="136"/>
                </a:lnTo>
                <a:close/>
                <a:moveTo>
                  <a:pt x="283" y="216"/>
                </a:moveTo>
                <a:cubicBezTo>
                  <a:pt x="283" y="250"/>
                  <a:pt x="283" y="250"/>
                  <a:pt x="283" y="250"/>
                </a:cubicBezTo>
                <a:cubicBezTo>
                  <a:pt x="79" y="250"/>
                  <a:pt x="79" y="250"/>
                  <a:pt x="79" y="250"/>
                </a:cubicBezTo>
                <a:cubicBezTo>
                  <a:pt x="79" y="216"/>
                  <a:pt x="79" y="216"/>
                  <a:pt x="79" y="216"/>
                </a:cubicBezTo>
                <a:cubicBezTo>
                  <a:pt x="102" y="182"/>
                  <a:pt x="102" y="182"/>
                  <a:pt x="102" y="182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61" y="182"/>
                  <a:pt x="44" y="175"/>
                  <a:pt x="31" y="162"/>
                </a:cubicBezTo>
                <a:cubicBezTo>
                  <a:pt x="18" y="148"/>
                  <a:pt x="11" y="132"/>
                  <a:pt x="11" y="114"/>
                </a:cubicBezTo>
                <a:cubicBezTo>
                  <a:pt x="11" y="57"/>
                  <a:pt x="11" y="57"/>
                  <a:pt x="11" y="57"/>
                </a:cubicBezTo>
                <a:cubicBezTo>
                  <a:pt x="0" y="46"/>
                  <a:pt x="0" y="46"/>
                  <a:pt x="0" y="46"/>
                </a:cubicBezTo>
                <a:cubicBezTo>
                  <a:pt x="6" y="23"/>
                  <a:pt x="6" y="23"/>
                  <a:pt x="6" y="23"/>
                </a:cubicBezTo>
                <a:cubicBezTo>
                  <a:pt x="91" y="23"/>
                  <a:pt x="91" y="23"/>
                  <a:pt x="91" y="23"/>
                </a:cubicBezTo>
                <a:cubicBezTo>
                  <a:pt x="96" y="0"/>
                  <a:pt x="96" y="0"/>
                  <a:pt x="96" y="0"/>
                </a:cubicBezTo>
                <a:cubicBezTo>
                  <a:pt x="266" y="0"/>
                  <a:pt x="266" y="0"/>
                  <a:pt x="266" y="0"/>
                </a:cubicBezTo>
                <a:cubicBezTo>
                  <a:pt x="272" y="34"/>
                  <a:pt x="272" y="34"/>
                  <a:pt x="272" y="34"/>
                </a:cubicBezTo>
                <a:cubicBezTo>
                  <a:pt x="261" y="40"/>
                  <a:pt x="261" y="40"/>
                  <a:pt x="261" y="40"/>
                </a:cubicBezTo>
                <a:cubicBezTo>
                  <a:pt x="261" y="182"/>
                  <a:pt x="261" y="182"/>
                  <a:pt x="261" y="182"/>
                </a:cubicBezTo>
                <a:lnTo>
                  <a:pt x="283" y="21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5035551" y="3762375"/>
            <a:ext cx="390525" cy="246063"/>
          </a:xfrm>
          <a:custGeom>
            <a:avLst/>
            <a:gdLst>
              <a:gd name="T0" fmla="*/ 327 w 362"/>
              <a:gd name="T1" fmla="*/ 15 h 227"/>
              <a:gd name="T2" fmla="*/ 236 w 362"/>
              <a:gd name="T3" fmla="*/ 15 h 227"/>
              <a:gd name="T4" fmla="*/ 236 w 362"/>
              <a:gd name="T5" fmla="*/ 37 h 227"/>
              <a:gd name="T6" fmla="*/ 327 w 362"/>
              <a:gd name="T7" fmla="*/ 37 h 227"/>
              <a:gd name="T8" fmla="*/ 327 w 362"/>
              <a:gd name="T9" fmla="*/ 15 h 227"/>
              <a:gd name="T10" fmla="*/ 282 w 362"/>
              <a:gd name="T11" fmla="*/ 90 h 227"/>
              <a:gd name="T12" fmla="*/ 256 w 362"/>
              <a:gd name="T13" fmla="*/ 100 h 227"/>
              <a:gd name="T14" fmla="*/ 245 w 362"/>
              <a:gd name="T15" fmla="*/ 125 h 227"/>
              <a:gd name="T16" fmla="*/ 318 w 362"/>
              <a:gd name="T17" fmla="*/ 125 h 227"/>
              <a:gd name="T18" fmla="*/ 282 w 362"/>
              <a:gd name="T19" fmla="*/ 90 h 227"/>
              <a:gd name="T20" fmla="*/ 285 w 362"/>
              <a:gd name="T21" fmla="*/ 194 h 227"/>
              <a:gd name="T22" fmla="*/ 307 w 362"/>
              <a:gd name="T23" fmla="*/ 188 h 227"/>
              <a:gd name="T24" fmla="*/ 320 w 362"/>
              <a:gd name="T25" fmla="*/ 173 h 227"/>
              <a:gd name="T26" fmla="*/ 359 w 362"/>
              <a:gd name="T27" fmla="*/ 173 h 227"/>
              <a:gd name="T28" fmla="*/ 284 w 362"/>
              <a:gd name="T29" fmla="*/ 227 h 227"/>
              <a:gd name="T30" fmla="*/ 223 w 362"/>
              <a:gd name="T31" fmla="*/ 204 h 227"/>
              <a:gd name="T32" fmla="*/ 201 w 362"/>
              <a:gd name="T33" fmla="*/ 142 h 227"/>
              <a:gd name="T34" fmla="*/ 224 w 362"/>
              <a:gd name="T35" fmla="*/ 81 h 227"/>
              <a:gd name="T36" fmla="*/ 284 w 362"/>
              <a:gd name="T37" fmla="*/ 57 h 227"/>
              <a:gd name="T38" fmla="*/ 326 w 362"/>
              <a:gd name="T39" fmla="*/ 69 h 227"/>
              <a:gd name="T40" fmla="*/ 353 w 362"/>
              <a:gd name="T41" fmla="*/ 101 h 227"/>
              <a:gd name="T42" fmla="*/ 362 w 362"/>
              <a:gd name="T43" fmla="*/ 144 h 227"/>
              <a:gd name="T44" fmla="*/ 362 w 362"/>
              <a:gd name="T45" fmla="*/ 153 h 227"/>
              <a:gd name="T46" fmla="*/ 245 w 362"/>
              <a:gd name="T47" fmla="*/ 153 h 227"/>
              <a:gd name="T48" fmla="*/ 256 w 362"/>
              <a:gd name="T49" fmla="*/ 183 h 227"/>
              <a:gd name="T50" fmla="*/ 285 w 362"/>
              <a:gd name="T51" fmla="*/ 194 h 227"/>
              <a:gd name="T52" fmla="*/ 49 w 362"/>
              <a:gd name="T53" fmla="*/ 185 h 227"/>
              <a:gd name="T54" fmla="*/ 101 w 362"/>
              <a:gd name="T55" fmla="*/ 185 h 227"/>
              <a:gd name="T56" fmla="*/ 137 w 362"/>
              <a:gd name="T57" fmla="*/ 155 h 227"/>
              <a:gd name="T58" fmla="*/ 102 w 362"/>
              <a:gd name="T59" fmla="*/ 124 h 227"/>
              <a:gd name="T60" fmla="*/ 49 w 362"/>
              <a:gd name="T61" fmla="*/ 124 h 227"/>
              <a:gd name="T62" fmla="*/ 49 w 362"/>
              <a:gd name="T63" fmla="*/ 185 h 227"/>
              <a:gd name="T64" fmla="*/ 49 w 362"/>
              <a:gd name="T65" fmla="*/ 90 h 227"/>
              <a:gd name="T66" fmla="*/ 99 w 362"/>
              <a:gd name="T67" fmla="*/ 90 h 227"/>
              <a:gd name="T68" fmla="*/ 120 w 362"/>
              <a:gd name="T69" fmla="*/ 83 h 227"/>
              <a:gd name="T70" fmla="*/ 128 w 362"/>
              <a:gd name="T71" fmla="*/ 63 h 227"/>
              <a:gd name="T72" fmla="*/ 95 w 362"/>
              <a:gd name="T73" fmla="*/ 38 h 227"/>
              <a:gd name="T74" fmla="*/ 49 w 362"/>
              <a:gd name="T75" fmla="*/ 38 h 227"/>
              <a:gd name="T76" fmla="*/ 49 w 362"/>
              <a:gd name="T77" fmla="*/ 90 h 227"/>
              <a:gd name="T78" fmla="*/ 0 w 362"/>
              <a:gd name="T79" fmla="*/ 0 h 227"/>
              <a:gd name="T80" fmla="*/ 105 w 362"/>
              <a:gd name="T81" fmla="*/ 0 h 227"/>
              <a:gd name="T82" fmla="*/ 132 w 362"/>
              <a:gd name="T83" fmla="*/ 2 h 227"/>
              <a:gd name="T84" fmla="*/ 155 w 362"/>
              <a:gd name="T85" fmla="*/ 11 h 227"/>
              <a:gd name="T86" fmla="*/ 171 w 362"/>
              <a:gd name="T87" fmla="*/ 28 h 227"/>
              <a:gd name="T88" fmla="*/ 176 w 362"/>
              <a:gd name="T89" fmla="*/ 55 h 227"/>
              <a:gd name="T90" fmla="*/ 146 w 362"/>
              <a:gd name="T91" fmla="*/ 102 h 227"/>
              <a:gd name="T92" fmla="*/ 176 w 362"/>
              <a:gd name="T93" fmla="*/ 122 h 227"/>
              <a:gd name="T94" fmla="*/ 186 w 362"/>
              <a:gd name="T95" fmla="*/ 158 h 227"/>
              <a:gd name="T96" fmla="*/ 182 w 362"/>
              <a:gd name="T97" fmla="*/ 182 h 227"/>
              <a:gd name="T98" fmla="*/ 170 w 362"/>
              <a:gd name="T99" fmla="*/ 201 h 227"/>
              <a:gd name="T100" fmla="*/ 153 w 362"/>
              <a:gd name="T101" fmla="*/ 213 h 227"/>
              <a:gd name="T102" fmla="*/ 132 w 362"/>
              <a:gd name="T103" fmla="*/ 221 h 227"/>
              <a:gd name="T104" fmla="*/ 108 w 362"/>
              <a:gd name="T105" fmla="*/ 223 h 227"/>
              <a:gd name="T106" fmla="*/ 0 w 362"/>
              <a:gd name="T107" fmla="*/ 223 h 227"/>
              <a:gd name="T108" fmla="*/ 0 w 362"/>
              <a:gd name="T109" fmla="*/ 0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62" h="227">
                <a:moveTo>
                  <a:pt x="327" y="15"/>
                </a:moveTo>
                <a:cubicBezTo>
                  <a:pt x="236" y="15"/>
                  <a:pt x="236" y="15"/>
                  <a:pt x="236" y="15"/>
                </a:cubicBezTo>
                <a:cubicBezTo>
                  <a:pt x="236" y="37"/>
                  <a:pt x="236" y="37"/>
                  <a:pt x="236" y="37"/>
                </a:cubicBezTo>
                <a:cubicBezTo>
                  <a:pt x="327" y="37"/>
                  <a:pt x="327" y="37"/>
                  <a:pt x="327" y="37"/>
                </a:cubicBezTo>
                <a:lnTo>
                  <a:pt x="327" y="15"/>
                </a:lnTo>
                <a:close/>
                <a:moveTo>
                  <a:pt x="282" y="90"/>
                </a:moveTo>
                <a:cubicBezTo>
                  <a:pt x="272" y="90"/>
                  <a:pt x="263" y="93"/>
                  <a:pt x="256" y="100"/>
                </a:cubicBezTo>
                <a:cubicBezTo>
                  <a:pt x="250" y="106"/>
                  <a:pt x="246" y="114"/>
                  <a:pt x="245" y="125"/>
                </a:cubicBezTo>
                <a:cubicBezTo>
                  <a:pt x="318" y="125"/>
                  <a:pt x="318" y="125"/>
                  <a:pt x="318" y="125"/>
                </a:cubicBezTo>
                <a:cubicBezTo>
                  <a:pt x="316" y="102"/>
                  <a:pt x="304" y="90"/>
                  <a:pt x="282" y="90"/>
                </a:cubicBezTo>
                <a:close/>
                <a:moveTo>
                  <a:pt x="285" y="194"/>
                </a:moveTo>
                <a:cubicBezTo>
                  <a:pt x="292" y="194"/>
                  <a:pt x="300" y="192"/>
                  <a:pt x="307" y="188"/>
                </a:cubicBezTo>
                <a:cubicBezTo>
                  <a:pt x="314" y="184"/>
                  <a:pt x="318" y="179"/>
                  <a:pt x="320" y="173"/>
                </a:cubicBezTo>
                <a:cubicBezTo>
                  <a:pt x="359" y="173"/>
                  <a:pt x="359" y="173"/>
                  <a:pt x="359" y="173"/>
                </a:cubicBezTo>
                <a:cubicBezTo>
                  <a:pt x="347" y="209"/>
                  <a:pt x="322" y="227"/>
                  <a:pt x="284" y="227"/>
                </a:cubicBezTo>
                <a:cubicBezTo>
                  <a:pt x="258" y="227"/>
                  <a:pt x="238" y="219"/>
                  <a:pt x="223" y="204"/>
                </a:cubicBezTo>
                <a:cubicBezTo>
                  <a:pt x="208" y="188"/>
                  <a:pt x="201" y="168"/>
                  <a:pt x="201" y="142"/>
                </a:cubicBezTo>
                <a:cubicBezTo>
                  <a:pt x="201" y="118"/>
                  <a:pt x="209" y="97"/>
                  <a:pt x="224" y="81"/>
                </a:cubicBezTo>
                <a:cubicBezTo>
                  <a:pt x="239" y="65"/>
                  <a:pt x="259" y="57"/>
                  <a:pt x="284" y="57"/>
                </a:cubicBezTo>
                <a:cubicBezTo>
                  <a:pt x="300" y="57"/>
                  <a:pt x="314" y="61"/>
                  <a:pt x="326" y="69"/>
                </a:cubicBezTo>
                <a:cubicBezTo>
                  <a:pt x="338" y="77"/>
                  <a:pt x="347" y="87"/>
                  <a:pt x="353" y="101"/>
                </a:cubicBezTo>
                <a:cubicBezTo>
                  <a:pt x="359" y="114"/>
                  <a:pt x="362" y="128"/>
                  <a:pt x="362" y="144"/>
                </a:cubicBezTo>
                <a:cubicBezTo>
                  <a:pt x="362" y="146"/>
                  <a:pt x="362" y="149"/>
                  <a:pt x="362" y="153"/>
                </a:cubicBezTo>
                <a:cubicBezTo>
                  <a:pt x="245" y="153"/>
                  <a:pt x="245" y="153"/>
                  <a:pt x="245" y="153"/>
                </a:cubicBezTo>
                <a:cubicBezTo>
                  <a:pt x="245" y="166"/>
                  <a:pt x="249" y="176"/>
                  <a:pt x="256" y="183"/>
                </a:cubicBezTo>
                <a:cubicBezTo>
                  <a:pt x="262" y="190"/>
                  <a:pt x="272" y="194"/>
                  <a:pt x="285" y="194"/>
                </a:cubicBezTo>
                <a:close/>
                <a:moveTo>
                  <a:pt x="49" y="185"/>
                </a:moveTo>
                <a:cubicBezTo>
                  <a:pt x="101" y="185"/>
                  <a:pt x="101" y="185"/>
                  <a:pt x="101" y="185"/>
                </a:cubicBezTo>
                <a:cubicBezTo>
                  <a:pt x="125" y="185"/>
                  <a:pt x="137" y="175"/>
                  <a:pt x="137" y="155"/>
                </a:cubicBezTo>
                <a:cubicBezTo>
                  <a:pt x="137" y="134"/>
                  <a:pt x="126" y="124"/>
                  <a:pt x="102" y="124"/>
                </a:cubicBezTo>
                <a:cubicBezTo>
                  <a:pt x="49" y="124"/>
                  <a:pt x="49" y="124"/>
                  <a:pt x="49" y="124"/>
                </a:cubicBezTo>
                <a:lnTo>
                  <a:pt x="49" y="185"/>
                </a:lnTo>
                <a:close/>
                <a:moveTo>
                  <a:pt x="49" y="90"/>
                </a:moveTo>
                <a:cubicBezTo>
                  <a:pt x="99" y="90"/>
                  <a:pt x="99" y="90"/>
                  <a:pt x="99" y="90"/>
                </a:cubicBezTo>
                <a:cubicBezTo>
                  <a:pt x="108" y="90"/>
                  <a:pt x="115" y="88"/>
                  <a:pt x="120" y="83"/>
                </a:cubicBezTo>
                <a:cubicBezTo>
                  <a:pt x="126" y="79"/>
                  <a:pt x="128" y="72"/>
                  <a:pt x="128" y="63"/>
                </a:cubicBezTo>
                <a:cubicBezTo>
                  <a:pt x="128" y="46"/>
                  <a:pt x="117" y="38"/>
                  <a:pt x="95" y="38"/>
                </a:cubicBezTo>
                <a:cubicBezTo>
                  <a:pt x="49" y="38"/>
                  <a:pt x="49" y="38"/>
                  <a:pt x="49" y="38"/>
                </a:cubicBezTo>
                <a:lnTo>
                  <a:pt x="49" y="90"/>
                </a:lnTo>
                <a:close/>
                <a:moveTo>
                  <a:pt x="0" y="0"/>
                </a:moveTo>
                <a:cubicBezTo>
                  <a:pt x="105" y="0"/>
                  <a:pt x="105" y="0"/>
                  <a:pt x="105" y="0"/>
                </a:cubicBezTo>
                <a:cubicBezTo>
                  <a:pt x="115" y="0"/>
                  <a:pt x="124" y="1"/>
                  <a:pt x="132" y="2"/>
                </a:cubicBezTo>
                <a:cubicBezTo>
                  <a:pt x="140" y="4"/>
                  <a:pt x="148" y="7"/>
                  <a:pt x="155" y="11"/>
                </a:cubicBezTo>
                <a:cubicBezTo>
                  <a:pt x="162" y="15"/>
                  <a:pt x="167" y="20"/>
                  <a:pt x="171" y="28"/>
                </a:cubicBezTo>
                <a:cubicBezTo>
                  <a:pt x="174" y="35"/>
                  <a:pt x="176" y="44"/>
                  <a:pt x="176" y="55"/>
                </a:cubicBezTo>
                <a:cubicBezTo>
                  <a:pt x="176" y="76"/>
                  <a:pt x="166" y="92"/>
                  <a:pt x="146" y="102"/>
                </a:cubicBezTo>
                <a:cubicBezTo>
                  <a:pt x="159" y="105"/>
                  <a:pt x="169" y="112"/>
                  <a:pt x="176" y="122"/>
                </a:cubicBezTo>
                <a:cubicBezTo>
                  <a:pt x="183" y="132"/>
                  <a:pt x="186" y="144"/>
                  <a:pt x="186" y="158"/>
                </a:cubicBezTo>
                <a:cubicBezTo>
                  <a:pt x="186" y="167"/>
                  <a:pt x="185" y="175"/>
                  <a:pt x="182" y="182"/>
                </a:cubicBezTo>
                <a:cubicBezTo>
                  <a:pt x="179" y="189"/>
                  <a:pt x="175" y="196"/>
                  <a:pt x="170" y="201"/>
                </a:cubicBezTo>
                <a:cubicBezTo>
                  <a:pt x="166" y="206"/>
                  <a:pt x="160" y="210"/>
                  <a:pt x="153" y="213"/>
                </a:cubicBezTo>
                <a:cubicBezTo>
                  <a:pt x="146" y="217"/>
                  <a:pt x="139" y="219"/>
                  <a:pt x="132" y="221"/>
                </a:cubicBezTo>
                <a:cubicBezTo>
                  <a:pt x="124" y="222"/>
                  <a:pt x="116" y="223"/>
                  <a:pt x="108" y="223"/>
                </a:cubicBezTo>
                <a:cubicBezTo>
                  <a:pt x="0" y="223"/>
                  <a:pt x="0" y="223"/>
                  <a:pt x="0" y="223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55"/>
          <p:cNvSpPr>
            <a:spLocks/>
          </p:cNvSpPr>
          <p:nvPr/>
        </p:nvSpPr>
        <p:spPr bwMode="auto">
          <a:xfrm>
            <a:off x="6002338" y="3892550"/>
            <a:ext cx="60325" cy="41275"/>
          </a:xfrm>
          <a:custGeom>
            <a:avLst/>
            <a:gdLst>
              <a:gd name="T0" fmla="*/ 34 w 56"/>
              <a:gd name="T1" fmla="*/ 0 h 38"/>
              <a:gd name="T2" fmla="*/ 0 w 56"/>
              <a:gd name="T3" fmla="*/ 0 h 38"/>
              <a:gd name="T4" fmla="*/ 0 w 56"/>
              <a:gd name="T5" fmla="*/ 38 h 38"/>
              <a:gd name="T6" fmla="*/ 33 w 56"/>
              <a:gd name="T7" fmla="*/ 38 h 38"/>
              <a:gd name="T8" fmla="*/ 56 w 56"/>
              <a:gd name="T9" fmla="*/ 20 h 38"/>
              <a:gd name="T10" fmla="*/ 34 w 56"/>
              <a:gd name="T1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6" h="38">
                <a:moveTo>
                  <a:pt x="34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8"/>
                  <a:pt x="0" y="38"/>
                  <a:pt x="0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48" y="38"/>
                  <a:pt x="56" y="32"/>
                  <a:pt x="56" y="20"/>
                </a:cubicBezTo>
                <a:cubicBezTo>
                  <a:pt x="56" y="6"/>
                  <a:pt x="48" y="0"/>
                  <a:pt x="34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56"/>
          <p:cNvSpPr>
            <a:spLocks/>
          </p:cNvSpPr>
          <p:nvPr/>
        </p:nvSpPr>
        <p:spPr bwMode="auto">
          <a:xfrm>
            <a:off x="6002338" y="3833813"/>
            <a:ext cx="53975" cy="36513"/>
          </a:xfrm>
          <a:custGeom>
            <a:avLst/>
            <a:gdLst>
              <a:gd name="T0" fmla="*/ 50 w 50"/>
              <a:gd name="T1" fmla="*/ 16 h 33"/>
              <a:gd name="T2" fmla="*/ 29 w 50"/>
              <a:gd name="T3" fmla="*/ 0 h 33"/>
              <a:gd name="T4" fmla="*/ 0 w 50"/>
              <a:gd name="T5" fmla="*/ 0 h 33"/>
              <a:gd name="T6" fmla="*/ 0 w 50"/>
              <a:gd name="T7" fmla="*/ 33 h 33"/>
              <a:gd name="T8" fmla="*/ 31 w 50"/>
              <a:gd name="T9" fmla="*/ 33 h 33"/>
              <a:gd name="T10" fmla="*/ 50 w 50"/>
              <a:gd name="T11" fmla="*/ 16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0" h="33">
                <a:moveTo>
                  <a:pt x="50" y="16"/>
                </a:moveTo>
                <a:cubicBezTo>
                  <a:pt x="50" y="6"/>
                  <a:pt x="43" y="0"/>
                  <a:pt x="2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3"/>
                  <a:pt x="0" y="33"/>
                  <a:pt x="0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44" y="33"/>
                  <a:pt x="50" y="27"/>
                  <a:pt x="50" y="1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57"/>
          <p:cNvSpPr>
            <a:spLocks/>
          </p:cNvSpPr>
          <p:nvPr/>
        </p:nvSpPr>
        <p:spPr bwMode="auto">
          <a:xfrm>
            <a:off x="6134101" y="3870325"/>
            <a:ext cx="49213" cy="23813"/>
          </a:xfrm>
          <a:custGeom>
            <a:avLst/>
            <a:gdLst>
              <a:gd name="T0" fmla="*/ 23 w 45"/>
              <a:gd name="T1" fmla="*/ 0 h 22"/>
              <a:gd name="T2" fmla="*/ 7 w 45"/>
              <a:gd name="T3" fmla="*/ 6 h 22"/>
              <a:gd name="T4" fmla="*/ 0 w 45"/>
              <a:gd name="T5" fmla="*/ 22 h 22"/>
              <a:gd name="T6" fmla="*/ 45 w 45"/>
              <a:gd name="T7" fmla="*/ 22 h 22"/>
              <a:gd name="T8" fmla="*/ 23 w 45"/>
              <a:gd name="T9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2">
                <a:moveTo>
                  <a:pt x="23" y="0"/>
                </a:moveTo>
                <a:cubicBezTo>
                  <a:pt x="17" y="0"/>
                  <a:pt x="11" y="2"/>
                  <a:pt x="7" y="6"/>
                </a:cubicBezTo>
                <a:cubicBezTo>
                  <a:pt x="3" y="10"/>
                  <a:pt x="1" y="15"/>
                  <a:pt x="0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4" y="7"/>
                  <a:pt x="37" y="0"/>
                  <a:pt x="23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61"/>
          <p:cNvSpPr>
            <a:spLocks noEditPoints="1"/>
          </p:cNvSpPr>
          <p:nvPr/>
        </p:nvSpPr>
        <p:spPr bwMode="auto">
          <a:xfrm>
            <a:off x="5945188" y="3738563"/>
            <a:ext cx="293688" cy="293688"/>
          </a:xfrm>
          <a:custGeom>
            <a:avLst/>
            <a:gdLst>
              <a:gd name="T0" fmla="*/ 257 w 272"/>
              <a:gd name="T1" fmla="*/ 15 h 271"/>
              <a:gd name="T2" fmla="*/ 221 w 272"/>
              <a:gd name="T3" fmla="*/ 0 h 271"/>
              <a:gd name="T4" fmla="*/ 51 w 272"/>
              <a:gd name="T5" fmla="*/ 0 h 271"/>
              <a:gd name="T6" fmla="*/ 15 w 272"/>
              <a:gd name="T7" fmla="*/ 15 h 271"/>
              <a:gd name="T8" fmla="*/ 0 w 272"/>
              <a:gd name="T9" fmla="*/ 51 h 271"/>
              <a:gd name="T10" fmla="*/ 0 w 272"/>
              <a:gd name="T11" fmla="*/ 220 h 271"/>
              <a:gd name="T12" fmla="*/ 15 w 272"/>
              <a:gd name="T13" fmla="*/ 256 h 271"/>
              <a:gd name="T14" fmla="*/ 51 w 272"/>
              <a:gd name="T15" fmla="*/ 271 h 271"/>
              <a:gd name="T16" fmla="*/ 221 w 272"/>
              <a:gd name="T17" fmla="*/ 271 h 271"/>
              <a:gd name="T18" fmla="*/ 257 w 272"/>
              <a:gd name="T19" fmla="*/ 256 h 271"/>
              <a:gd name="T20" fmla="*/ 272 w 272"/>
              <a:gd name="T21" fmla="*/ 220 h 271"/>
              <a:gd name="T22" fmla="*/ 272 w 272"/>
              <a:gd name="T23" fmla="*/ 51 h 271"/>
              <a:gd name="T24" fmla="*/ 257 w 272"/>
              <a:gd name="T25" fmla="*/ 15 h 271"/>
              <a:gd name="T26" fmla="*/ 171 w 272"/>
              <a:gd name="T27" fmla="*/ 74 h 271"/>
              <a:gd name="T28" fmla="*/ 227 w 272"/>
              <a:gd name="T29" fmla="*/ 74 h 271"/>
              <a:gd name="T30" fmla="*/ 227 w 272"/>
              <a:gd name="T31" fmla="*/ 88 h 271"/>
              <a:gd name="T32" fmla="*/ 171 w 272"/>
              <a:gd name="T33" fmla="*/ 88 h 271"/>
              <a:gd name="T34" fmla="*/ 171 w 272"/>
              <a:gd name="T35" fmla="*/ 74 h 271"/>
              <a:gd name="T36" fmla="*/ 125 w 272"/>
              <a:gd name="T37" fmla="*/ 194 h 271"/>
              <a:gd name="T38" fmla="*/ 90 w 272"/>
              <a:gd name="T39" fmla="*/ 204 h 271"/>
              <a:gd name="T40" fmla="*/ 23 w 272"/>
              <a:gd name="T41" fmla="*/ 204 h 271"/>
              <a:gd name="T42" fmla="*/ 23 w 272"/>
              <a:gd name="T43" fmla="*/ 65 h 271"/>
              <a:gd name="T44" fmla="*/ 88 w 272"/>
              <a:gd name="T45" fmla="*/ 65 h 271"/>
              <a:gd name="T46" fmla="*/ 105 w 272"/>
              <a:gd name="T47" fmla="*/ 66 h 271"/>
              <a:gd name="T48" fmla="*/ 119 w 272"/>
              <a:gd name="T49" fmla="*/ 71 h 271"/>
              <a:gd name="T50" fmla="*/ 129 w 272"/>
              <a:gd name="T51" fmla="*/ 82 h 271"/>
              <a:gd name="T52" fmla="*/ 133 w 272"/>
              <a:gd name="T53" fmla="*/ 99 h 271"/>
              <a:gd name="T54" fmla="*/ 114 w 272"/>
              <a:gd name="T55" fmla="*/ 128 h 271"/>
              <a:gd name="T56" fmla="*/ 139 w 272"/>
              <a:gd name="T57" fmla="*/ 163 h 271"/>
              <a:gd name="T58" fmla="*/ 125 w 272"/>
              <a:gd name="T59" fmla="*/ 194 h 271"/>
              <a:gd name="T60" fmla="*/ 249 w 272"/>
              <a:gd name="T61" fmla="*/ 160 h 271"/>
              <a:gd name="T62" fmla="*/ 176 w 272"/>
              <a:gd name="T63" fmla="*/ 160 h 271"/>
              <a:gd name="T64" fmla="*/ 183 w 272"/>
              <a:gd name="T65" fmla="*/ 179 h 271"/>
              <a:gd name="T66" fmla="*/ 201 w 272"/>
              <a:gd name="T67" fmla="*/ 186 h 271"/>
              <a:gd name="T68" fmla="*/ 214 w 272"/>
              <a:gd name="T69" fmla="*/ 182 h 271"/>
              <a:gd name="T70" fmla="*/ 223 w 272"/>
              <a:gd name="T71" fmla="*/ 173 h 271"/>
              <a:gd name="T72" fmla="*/ 247 w 272"/>
              <a:gd name="T73" fmla="*/ 173 h 271"/>
              <a:gd name="T74" fmla="*/ 200 w 272"/>
              <a:gd name="T75" fmla="*/ 206 h 271"/>
              <a:gd name="T76" fmla="*/ 162 w 272"/>
              <a:gd name="T77" fmla="*/ 192 h 271"/>
              <a:gd name="T78" fmla="*/ 148 w 272"/>
              <a:gd name="T79" fmla="*/ 154 h 271"/>
              <a:gd name="T80" fmla="*/ 163 w 272"/>
              <a:gd name="T81" fmla="*/ 115 h 271"/>
              <a:gd name="T82" fmla="*/ 200 w 272"/>
              <a:gd name="T83" fmla="*/ 100 h 271"/>
              <a:gd name="T84" fmla="*/ 236 w 272"/>
              <a:gd name="T85" fmla="*/ 116 h 271"/>
              <a:gd name="T86" fmla="*/ 249 w 272"/>
              <a:gd name="T87" fmla="*/ 155 h 271"/>
              <a:gd name="T88" fmla="*/ 249 w 272"/>
              <a:gd name="T89" fmla="*/ 160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2" h="271">
                <a:moveTo>
                  <a:pt x="257" y="15"/>
                </a:moveTo>
                <a:cubicBezTo>
                  <a:pt x="247" y="5"/>
                  <a:pt x="235" y="0"/>
                  <a:pt x="2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37" y="0"/>
                  <a:pt x="25" y="5"/>
                  <a:pt x="15" y="15"/>
                </a:cubicBezTo>
                <a:cubicBezTo>
                  <a:pt x="5" y="24"/>
                  <a:pt x="0" y="36"/>
                  <a:pt x="0" y="51"/>
                </a:cubicBezTo>
                <a:cubicBezTo>
                  <a:pt x="0" y="220"/>
                  <a:pt x="0" y="220"/>
                  <a:pt x="0" y="220"/>
                </a:cubicBezTo>
                <a:cubicBezTo>
                  <a:pt x="0" y="234"/>
                  <a:pt x="5" y="246"/>
                  <a:pt x="15" y="256"/>
                </a:cubicBezTo>
                <a:cubicBezTo>
                  <a:pt x="25" y="266"/>
                  <a:pt x="37" y="271"/>
                  <a:pt x="51" y="271"/>
                </a:cubicBezTo>
                <a:cubicBezTo>
                  <a:pt x="221" y="271"/>
                  <a:pt x="221" y="271"/>
                  <a:pt x="221" y="271"/>
                </a:cubicBezTo>
                <a:cubicBezTo>
                  <a:pt x="235" y="271"/>
                  <a:pt x="247" y="266"/>
                  <a:pt x="257" y="256"/>
                </a:cubicBezTo>
                <a:cubicBezTo>
                  <a:pt x="267" y="246"/>
                  <a:pt x="272" y="234"/>
                  <a:pt x="272" y="220"/>
                </a:cubicBezTo>
                <a:cubicBezTo>
                  <a:pt x="272" y="51"/>
                  <a:pt x="272" y="51"/>
                  <a:pt x="272" y="51"/>
                </a:cubicBezTo>
                <a:cubicBezTo>
                  <a:pt x="272" y="36"/>
                  <a:pt x="267" y="24"/>
                  <a:pt x="257" y="15"/>
                </a:cubicBezTo>
                <a:close/>
                <a:moveTo>
                  <a:pt x="171" y="74"/>
                </a:moveTo>
                <a:cubicBezTo>
                  <a:pt x="227" y="74"/>
                  <a:pt x="227" y="74"/>
                  <a:pt x="227" y="74"/>
                </a:cubicBezTo>
                <a:cubicBezTo>
                  <a:pt x="227" y="88"/>
                  <a:pt x="227" y="88"/>
                  <a:pt x="227" y="88"/>
                </a:cubicBezTo>
                <a:cubicBezTo>
                  <a:pt x="171" y="88"/>
                  <a:pt x="171" y="88"/>
                  <a:pt x="171" y="88"/>
                </a:cubicBezTo>
                <a:lnTo>
                  <a:pt x="171" y="74"/>
                </a:lnTo>
                <a:close/>
                <a:moveTo>
                  <a:pt x="125" y="194"/>
                </a:moveTo>
                <a:cubicBezTo>
                  <a:pt x="116" y="200"/>
                  <a:pt x="104" y="204"/>
                  <a:pt x="90" y="204"/>
                </a:cubicBezTo>
                <a:cubicBezTo>
                  <a:pt x="23" y="204"/>
                  <a:pt x="23" y="204"/>
                  <a:pt x="23" y="204"/>
                </a:cubicBezTo>
                <a:cubicBezTo>
                  <a:pt x="23" y="65"/>
                  <a:pt x="23" y="65"/>
                  <a:pt x="23" y="65"/>
                </a:cubicBezTo>
                <a:cubicBezTo>
                  <a:pt x="88" y="65"/>
                  <a:pt x="88" y="65"/>
                  <a:pt x="88" y="65"/>
                </a:cubicBezTo>
                <a:cubicBezTo>
                  <a:pt x="95" y="65"/>
                  <a:pt x="101" y="65"/>
                  <a:pt x="105" y="66"/>
                </a:cubicBezTo>
                <a:cubicBezTo>
                  <a:pt x="110" y="67"/>
                  <a:pt x="115" y="69"/>
                  <a:pt x="119" y="71"/>
                </a:cubicBezTo>
                <a:cubicBezTo>
                  <a:pt x="124" y="74"/>
                  <a:pt x="127" y="77"/>
                  <a:pt x="129" y="82"/>
                </a:cubicBezTo>
                <a:cubicBezTo>
                  <a:pt x="132" y="87"/>
                  <a:pt x="133" y="92"/>
                  <a:pt x="133" y="99"/>
                </a:cubicBezTo>
                <a:cubicBezTo>
                  <a:pt x="133" y="112"/>
                  <a:pt x="127" y="122"/>
                  <a:pt x="114" y="128"/>
                </a:cubicBezTo>
                <a:cubicBezTo>
                  <a:pt x="131" y="133"/>
                  <a:pt x="139" y="145"/>
                  <a:pt x="139" y="163"/>
                </a:cubicBezTo>
                <a:cubicBezTo>
                  <a:pt x="139" y="177"/>
                  <a:pt x="135" y="187"/>
                  <a:pt x="125" y="194"/>
                </a:cubicBezTo>
                <a:close/>
                <a:moveTo>
                  <a:pt x="249" y="160"/>
                </a:moveTo>
                <a:cubicBezTo>
                  <a:pt x="176" y="160"/>
                  <a:pt x="176" y="160"/>
                  <a:pt x="176" y="160"/>
                </a:cubicBezTo>
                <a:cubicBezTo>
                  <a:pt x="176" y="168"/>
                  <a:pt x="178" y="175"/>
                  <a:pt x="183" y="179"/>
                </a:cubicBezTo>
                <a:cubicBezTo>
                  <a:pt x="187" y="183"/>
                  <a:pt x="193" y="186"/>
                  <a:pt x="201" y="186"/>
                </a:cubicBezTo>
                <a:cubicBezTo>
                  <a:pt x="206" y="186"/>
                  <a:pt x="210" y="185"/>
                  <a:pt x="214" y="182"/>
                </a:cubicBezTo>
                <a:cubicBezTo>
                  <a:pt x="219" y="180"/>
                  <a:pt x="222" y="177"/>
                  <a:pt x="223" y="173"/>
                </a:cubicBezTo>
                <a:cubicBezTo>
                  <a:pt x="247" y="173"/>
                  <a:pt x="247" y="173"/>
                  <a:pt x="247" y="173"/>
                </a:cubicBezTo>
                <a:cubicBezTo>
                  <a:pt x="240" y="195"/>
                  <a:pt x="224" y="206"/>
                  <a:pt x="200" y="206"/>
                </a:cubicBezTo>
                <a:cubicBezTo>
                  <a:pt x="184" y="206"/>
                  <a:pt x="172" y="202"/>
                  <a:pt x="162" y="192"/>
                </a:cubicBezTo>
                <a:cubicBezTo>
                  <a:pt x="153" y="182"/>
                  <a:pt x="148" y="169"/>
                  <a:pt x="148" y="154"/>
                </a:cubicBezTo>
                <a:cubicBezTo>
                  <a:pt x="148" y="138"/>
                  <a:pt x="153" y="125"/>
                  <a:pt x="163" y="115"/>
                </a:cubicBezTo>
                <a:cubicBezTo>
                  <a:pt x="172" y="105"/>
                  <a:pt x="185" y="100"/>
                  <a:pt x="200" y="100"/>
                </a:cubicBezTo>
                <a:cubicBezTo>
                  <a:pt x="215" y="100"/>
                  <a:pt x="227" y="105"/>
                  <a:pt x="236" y="116"/>
                </a:cubicBezTo>
                <a:cubicBezTo>
                  <a:pt x="245" y="126"/>
                  <a:pt x="249" y="139"/>
                  <a:pt x="249" y="155"/>
                </a:cubicBezTo>
                <a:cubicBezTo>
                  <a:pt x="249" y="157"/>
                  <a:pt x="249" y="159"/>
                  <a:pt x="249" y="1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62"/>
          <p:cNvSpPr>
            <a:spLocks noEditPoints="1"/>
          </p:cNvSpPr>
          <p:nvPr/>
        </p:nvSpPr>
        <p:spPr bwMode="auto">
          <a:xfrm>
            <a:off x="6362701" y="3714750"/>
            <a:ext cx="319088" cy="341313"/>
          </a:xfrm>
          <a:custGeom>
            <a:avLst/>
            <a:gdLst>
              <a:gd name="T0" fmla="*/ 150 w 295"/>
              <a:gd name="T1" fmla="*/ 300 h 317"/>
              <a:gd name="T2" fmla="*/ 147 w 295"/>
              <a:gd name="T3" fmla="*/ 297 h 317"/>
              <a:gd name="T4" fmla="*/ 129 w 295"/>
              <a:gd name="T5" fmla="*/ 290 h 317"/>
              <a:gd name="T6" fmla="*/ 122 w 295"/>
              <a:gd name="T7" fmla="*/ 272 h 317"/>
              <a:gd name="T8" fmla="*/ 119 w 295"/>
              <a:gd name="T9" fmla="*/ 269 h 317"/>
              <a:gd name="T10" fmla="*/ 116 w 295"/>
              <a:gd name="T11" fmla="*/ 272 h 317"/>
              <a:gd name="T12" fmla="*/ 125 w 295"/>
              <a:gd name="T13" fmla="*/ 294 h 317"/>
              <a:gd name="T14" fmla="*/ 147 w 295"/>
              <a:gd name="T15" fmla="*/ 303 h 317"/>
              <a:gd name="T16" fmla="*/ 150 w 295"/>
              <a:gd name="T17" fmla="*/ 300 h 317"/>
              <a:gd name="T18" fmla="*/ 295 w 295"/>
              <a:gd name="T19" fmla="*/ 249 h 317"/>
              <a:gd name="T20" fmla="*/ 288 w 295"/>
              <a:gd name="T21" fmla="*/ 265 h 317"/>
              <a:gd name="T22" fmla="*/ 272 w 295"/>
              <a:gd name="T23" fmla="*/ 272 h 317"/>
              <a:gd name="T24" fmla="*/ 193 w 295"/>
              <a:gd name="T25" fmla="*/ 272 h 317"/>
              <a:gd name="T26" fmla="*/ 179 w 295"/>
              <a:gd name="T27" fmla="*/ 304 h 317"/>
              <a:gd name="T28" fmla="*/ 147 w 295"/>
              <a:gd name="T29" fmla="*/ 317 h 317"/>
              <a:gd name="T30" fmla="*/ 115 w 295"/>
              <a:gd name="T31" fmla="*/ 304 h 317"/>
              <a:gd name="T32" fmla="*/ 102 w 295"/>
              <a:gd name="T33" fmla="*/ 272 h 317"/>
              <a:gd name="T34" fmla="*/ 23 w 295"/>
              <a:gd name="T35" fmla="*/ 272 h 317"/>
              <a:gd name="T36" fmla="*/ 7 w 295"/>
              <a:gd name="T37" fmla="*/ 265 h 317"/>
              <a:gd name="T38" fmla="*/ 0 w 295"/>
              <a:gd name="T39" fmla="*/ 249 h 317"/>
              <a:gd name="T40" fmla="*/ 16 w 295"/>
              <a:gd name="T41" fmla="*/ 234 h 317"/>
              <a:gd name="T42" fmla="*/ 31 w 295"/>
              <a:gd name="T43" fmla="*/ 212 h 317"/>
              <a:gd name="T44" fmla="*/ 44 w 295"/>
              <a:gd name="T45" fmla="*/ 184 h 317"/>
              <a:gd name="T46" fmla="*/ 53 w 295"/>
              <a:gd name="T47" fmla="*/ 148 h 317"/>
              <a:gd name="T48" fmla="*/ 57 w 295"/>
              <a:gd name="T49" fmla="*/ 102 h 317"/>
              <a:gd name="T50" fmla="*/ 77 w 295"/>
              <a:gd name="T51" fmla="*/ 52 h 317"/>
              <a:gd name="T52" fmla="*/ 132 w 295"/>
              <a:gd name="T53" fmla="*/ 24 h 317"/>
              <a:gd name="T54" fmla="*/ 130 w 295"/>
              <a:gd name="T55" fmla="*/ 17 h 317"/>
              <a:gd name="T56" fmla="*/ 135 w 295"/>
              <a:gd name="T57" fmla="*/ 5 h 317"/>
              <a:gd name="T58" fmla="*/ 147 w 295"/>
              <a:gd name="T59" fmla="*/ 0 h 317"/>
              <a:gd name="T60" fmla="*/ 159 w 295"/>
              <a:gd name="T61" fmla="*/ 5 h 317"/>
              <a:gd name="T62" fmla="*/ 164 w 295"/>
              <a:gd name="T63" fmla="*/ 17 h 317"/>
              <a:gd name="T64" fmla="*/ 163 w 295"/>
              <a:gd name="T65" fmla="*/ 24 h 317"/>
              <a:gd name="T66" fmla="*/ 217 w 295"/>
              <a:gd name="T67" fmla="*/ 52 h 317"/>
              <a:gd name="T68" fmla="*/ 238 w 295"/>
              <a:gd name="T69" fmla="*/ 102 h 317"/>
              <a:gd name="T70" fmla="*/ 241 w 295"/>
              <a:gd name="T71" fmla="*/ 148 h 317"/>
              <a:gd name="T72" fmla="*/ 250 w 295"/>
              <a:gd name="T73" fmla="*/ 184 h 317"/>
              <a:gd name="T74" fmla="*/ 263 w 295"/>
              <a:gd name="T75" fmla="*/ 212 h 317"/>
              <a:gd name="T76" fmla="*/ 278 w 295"/>
              <a:gd name="T77" fmla="*/ 234 h 317"/>
              <a:gd name="T78" fmla="*/ 295 w 295"/>
              <a:gd name="T79" fmla="*/ 249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95" h="317">
                <a:moveTo>
                  <a:pt x="150" y="300"/>
                </a:moveTo>
                <a:cubicBezTo>
                  <a:pt x="150" y="298"/>
                  <a:pt x="149" y="297"/>
                  <a:pt x="147" y="297"/>
                </a:cubicBezTo>
                <a:cubicBezTo>
                  <a:pt x="140" y="297"/>
                  <a:pt x="134" y="295"/>
                  <a:pt x="129" y="290"/>
                </a:cubicBezTo>
                <a:cubicBezTo>
                  <a:pt x="124" y="285"/>
                  <a:pt x="122" y="279"/>
                  <a:pt x="122" y="272"/>
                </a:cubicBezTo>
                <a:cubicBezTo>
                  <a:pt x="122" y="270"/>
                  <a:pt x="121" y="269"/>
                  <a:pt x="119" y="269"/>
                </a:cubicBezTo>
                <a:cubicBezTo>
                  <a:pt x="117" y="269"/>
                  <a:pt x="116" y="270"/>
                  <a:pt x="116" y="272"/>
                </a:cubicBezTo>
                <a:cubicBezTo>
                  <a:pt x="116" y="280"/>
                  <a:pt x="119" y="288"/>
                  <a:pt x="125" y="294"/>
                </a:cubicBezTo>
                <a:cubicBezTo>
                  <a:pt x="131" y="300"/>
                  <a:pt x="139" y="303"/>
                  <a:pt x="147" y="303"/>
                </a:cubicBezTo>
                <a:cubicBezTo>
                  <a:pt x="149" y="303"/>
                  <a:pt x="150" y="302"/>
                  <a:pt x="150" y="300"/>
                </a:cubicBezTo>
                <a:close/>
                <a:moveTo>
                  <a:pt x="295" y="249"/>
                </a:moveTo>
                <a:cubicBezTo>
                  <a:pt x="295" y="255"/>
                  <a:pt x="292" y="261"/>
                  <a:pt x="288" y="265"/>
                </a:cubicBezTo>
                <a:cubicBezTo>
                  <a:pt x="283" y="270"/>
                  <a:pt x="278" y="272"/>
                  <a:pt x="272" y="272"/>
                </a:cubicBezTo>
                <a:cubicBezTo>
                  <a:pt x="193" y="272"/>
                  <a:pt x="193" y="272"/>
                  <a:pt x="193" y="272"/>
                </a:cubicBezTo>
                <a:cubicBezTo>
                  <a:pt x="193" y="284"/>
                  <a:pt x="188" y="295"/>
                  <a:pt x="179" y="304"/>
                </a:cubicBezTo>
                <a:cubicBezTo>
                  <a:pt x="171" y="313"/>
                  <a:pt x="160" y="317"/>
                  <a:pt x="147" y="317"/>
                </a:cubicBezTo>
                <a:cubicBezTo>
                  <a:pt x="135" y="317"/>
                  <a:pt x="124" y="313"/>
                  <a:pt x="115" y="304"/>
                </a:cubicBezTo>
                <a:cubicBezTo>
                  <a:pt x="106" y="295"/>
                  <a:pt x="102" y="284"/>
                  <a:pt x="102" y="272"/>
                </a:cubicBezTo>
                <a:cubicBezTo>
                  <a:pt x="23" y="272"/>
                  <a:pt x="23" y="272"/>
                  <a:pt x="23" y="272"/>
                </a:cubicBezTo>
                <a:cubicBezTo>
                  <a:pt x="17" y="272"/>
                  <a:pt x="11" y="270"/>
                  <a:pt x="7" y="265"/>
                </a:cubicBezTo>
                <a:cubicBezTo>
                  <a:pt x="2" y="261"/>
                  <a:pt x="0" y="255"/>
                  <a:pt x="0" y="249"/>
                </a:cubicBezTo>
                <a:cubicBezTo>
                  <a:pt x="6" y="244"/>
                  <a:pt x="11" y="239"/>
                  <a:pt x="16" y="234"/>
                </a:cubicBezTo>
                <a:cubicBezTo>
                  <a:pt x="21" y="228"/>
                  <a:pt x="26" y="221"/>
                  <a:pt x="31" y="212"/>
                </a:cubicBezTo>
                <a:cubicBezTo>
                  <a:pt x="36" y="204"/>
                  <a:pt x="41" y="194"/>
                  <a:pt x="44" y="184"/>
                </a:cubicBezTo>
                <a:cubicBezTo>
                  <a:pt x="48" y="174"/>
                  <a:pt x="51" y="162"/>
                  <a:pt x="53" y="148"/>
                </a:cubicBezTo>
                <a:cubicBezTo>
                  <a:pt x="56" y="134"/>
                  <a:pt x="57" y="118"/>
                  <a:pt x="57" y="102"/>
                </a:cubicBezTo>
                <a:cubicBezTo>
                  <a:pt x="57" y="84"/>
                  <a:pt x="64" y="67"/>
                  <a:pt x="77" y="52"/>
                </a:cubicBezTo>
                <a:cubicBezTo>
                  <a:pt x="91" y="36"/>
                  <a:pt x="109" y="27"/>
                  <a:pt x="132" y="24"/>
                </a:cubicBezTo>
                <a:cubicBezTo>
                  <a:pt x="131" y="22"/>
                  <a:pt x="130" y="19"/>
                  <a:pt x="130" y="17"/>
                </a:cubicBezTo>
                <a:cubicBezTo>
                  <a:pt x="130" y="12"/>
                  <a:pt x="132" y="8"/>
                  <a:pt x="135" y="5"/>
                </a:cubicBezTo>
                <a:cubicBezTo>
                  <a:pt x="139" y="2"/>
                  <a:pt x="143" y="0"/>
                  <a:pt x="147" y="0"/>
                </a:cubicBezTo>
                <a:cubicBezTo>
                  <a:pt x="152" y="0"/>
                  <a:pt x="156" y="2"/>
                  <a:pt x="159" y="5"/>
                </a:cubicBezTo>
                <a:cubicBezTo>
                  <a:pt x="163" y="8"/>
                  <a:pt x="164" y="12"/>
                  <a:pt x="164" y="17"/>
                </a:cubicBezTo>
                <a:cubicBezTo>
                  <a:pt x="164" y="19"/>
                  <a:pt x="164" y="22"/>
                  <a:pt x="163" y="24"/>
                </a:cubicBezTo>
                <a:cubicBezTo>
                  <a:pt x="185" y="27"/>
                  <a:pt x="203" y="36"/>
                  <a:pt x="217" y="52"/>
                </a:cubicBezTo>
                <a:cubicBezTo>
                  <a:pt x="231" y="67"/>
                  <a:pt x="238" y="84"/>
                  <a:pt x="238" y="102"/>
                </a:cubicBezTo>
                <a:cubicBezTo>
                  <a:pt x="238" y="118"/>
                  <a:pt x="239" y="134"/>
                  <a:pt x="241" y="148"/>
                </a:cubicBezTo>
                <a:cubicBezTo>
                  <a:pt x="244" y="162"/>
                  <a:pt x="247" y="174"/>
                  <a:pt x="250" y="184"/>
                </a:cubicBezTo>
                <a:cubicBezTo>
                  <a:pt x="254" y="194"/>
                  <a:pt x="258" y="204"/>
                  <a:pt x="263" y="212"/>
                </a:cubicBezTo>
                <a:cubicBezTo>
                  <a:pt x="269" y="221"/>
                  <a:pt x="274" y="228"/>
                  <a:pt x="278" y="234"/>
                </a:cubicBezTo>
                <a:cubicBezTo>
                  <a:pt x="283" y="239"/>
                  <a:pt x="289" y="244"/>
                  <a:pt x="295" y="24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63"/>
          <p:cNvSpPr>
            <a:spLocks noEditPoints="1"/>
          </p:cNvSpPr>
          <p:nvPr/>
        </p:nvSpPr>
        <p:spPr bwMode="auto">
          <a:xfrm>
            <a:off x="6792913" y="3714750"/>
            <a:ext cx="317500" cy="341313"/>
          </a:xfrm>
          <a:custGeom>
            <a:avLst/>
            <a:gdLst>
              <a:gd name="T0" fmla="*/ 150 w 294"/>
              <a:gd name="T1" fmla="*/ 300 h 317"/>
              <a:gd name="T2" fmla="*/ 147 w 294"/>
              <a:gd name="T3" fmla="*/ 297 h 317"/>
              <a:gd name="T4" fmla="*/ 129 w 294"/>
              <a:gd name="T5" fmla="*/ 290 h 317"/>
              <a:gd name="T6" fmla="*/ 121 w 294"/>
              <a:gd name="T7" fmla="*/ 272 h 317"/>
              <a:gd name="T8" fmla="*/ 118 w 294"/>
              <a:gd name="T9" fmla="*/ 269 h 317"/>
              <a:gd name="T10" fmla="*/ 116 w 294"/>
              <a:gd name="T11" fmla="*/ 272 h 317"/>
              <a:gd name="T12" fmla="*/ 125 w 294"/>
              <a:gd name="T13" fmla="*/ 294 h 317"/>
              <a:gd name="T14" fmla="*/ 147 w 294"/>
              <a:gd name="T15" fmla="*/ 303 h 317"/>
              <a:gd name="T16" fmla="*/ 150 w 294"/>
              <a:gd name="T17" fmla="*/ 300 h 317"/>
              <a:gd name="T18" fmla="*/ 32 w 294"/>
              <a:gd name="T19" fmla="*/ 249 h 317"/>
              <a:gd name="T20" fmla="*/ 262 w 294"/>
              <a:gd name="T21" fmla="*/ 249 h 317"/>
              <a:gd name="T22" fmla="*/ 215 w 294"/>
              <a:gd name="T23" fmla="*/ 102 h 317"/>
              <a:gd name="T24" fmla="*/ 211 w 294"/>
              <a:gd name="T25" fmla="*/ 83 h 317"/>
              <a:gd name="T26" fmla="*/ 198 w 294"/>
              <a:gd name="T27" fmla="*/ 65 h 317"/>
              <a:gd name="T28" fmla="*/ 177 w 294"/>
              <a:gd name="T29" fmla="*/ 51 h 317"/>
              <a:gd name="T30" fmla="*/ 147 w 294"/>
              <a:gd name="T31" fmla="*/ 45 h 317"/>
              <a:gd name="T32" fmla="*/ 117 w 294"/>
              <a:gd name="T33" fmla="*/ 51 h 317"/>
              <a:gd name="T34" fmla="*/ 95 w 294"/>
              <a:gd name="T35" fmla="*/ 65 h 317"/>
              <a:gd name="T36" fmla="*/ 83 w 294"/>
              <a:gd name="T37" fmla="*/ 83 h 317"/>
              <a:gd name="T38" fmla="*/ 79 w 294"/>
              <a:gd name="T39" fmla="*/ 102 h 317"/>
              <a:gd name="T40" fmla="*/ 32 w 294"/>
              <a:gd name="T41" fmla="*/ 249 h 317"/>
              <a:gd name="T42" fmla="*/ 294 w 294"/>
              <a:gd name="T43" fmla="*/ 249 h 317"/>
              <a:gd name="T44" fmla="*/ 287 w 294"/>
              <a:gd name="T45" fmla="*/ 265 h 317"/>
              <a:gd name="T46" fmla="*/ 271 w 294"/>
              <a:gd name="T47" fmla="*/ 272 h 317"/>
              <a:gd name="T48" fmla="*/ 192 w 294"/>
              <a:gd name="T49" fmla="*/ 272 h 317"/>
              <a:gd name="T50" fmla="*/ 179 w 294"/>
              <a:gd name="T51" fmla="*/ 304 h 317"/>
              <a:gd name="T52" fmla="*/ 147 w 294"/>
              <a:gd name="T53" fmla="*/ 317 h 317"/>
              <a:gd name="T54" fmla="*/ 115 w 294"/>
              <a:gd name="T55" fmla="*/ 304 h 317"/>
              <a:gd name="T56" fmla="*/ 101 w 294"/>
              <a:gd name="T57" fmla="*/ 272 h 317"/>
              <a:gd name="T58" fmla="*/ 22 w 294"/>
              <a:gd name="T59" fmla="*/ 272 h 317"/>
              <a:gd name="T60" fmla="*/ 6 w 294"/>
              <a:gd name="T61" fmla="*/ 265 h 317"/>
              <a:gd name="T62" fmla="*/ 0 w 294"/>
              <a:gd name="T63" fmla="*/ 249 h 317"/>
              <a:gd name="T64" fmla="*/ 16 w 294"/>
              <a:gd name="T65" fmla="*/ 234 h 317"/>
              <a:gd name="T66" fmla="*/ 31 w 294"/>
              <a:gd name="T67" fmla="*/ 212 h 317"/>
              <a:gd name="T68" fmla="*/ 44 w 294"/>
              <a:gd name="T69" fmla="*/ 184 h 317"/>
              <a:gd name="T70" fmla="*/ 53 w 294"/>
              <a:gd name="T71" fmla="*/ 148 h 317"/>
              <a:gd name="T72" fmla="*/ 56 w 294"/>
              <a:gd name="T73" fmla="*/ 102 h 317"/>
              <a:gd name="T74" fmla="*/ 77 w 294"/>
              <a:gd name="T75" fmla="*/ 52 h 317"/>
              <a:gd name="T76" fmla="*/ 131 w 294"/>
              <a:gd name="T77" fmla="*/ 24 h 317"/>
              <a:gd name="T78" fmla="*/ 130 w 294"/>
              <a:gd name="T79" fmla="*/ 17 h 317"/>
              <a:gd name="T80" fmla="*/ 135 w 294"/>
              <a:gd name="T81" fmla="*/ 5 h 317"/>
              <a:gd name="T82" fmla="*/ 147 w 294"/>
              <a:gd name="T83" fmla="*/ 0 h 317"/>
              <a:gd name="T84" fmla="*/ 159 w 294"/>
              <a:gd name="T85" fmla="*/ 5 h 317"/>
              <a:gd name="T86" fmla="*/ 164 w 294"/>
              <a:gd name="T87" fmla="*/ 17 h 317"/>
              <a:gd name="T88" fmla="*/ 162 w 294"/>
              <a:gd name="T89" fmla="*/ 24 h 317"/>
              <a:gd name="T90" fmla="*/ 217 w 294"/>
              <a:gd name="T91" fmla="*/ 52 h 317"/>
              <a:gd name="T92" fmla="*/ 237 w 294"/>
              <a:gd name="T93" fmla="*/ 102 h 317"/>
              <a:gd name="T94" fmla="*/ 241 w 294"/>
              <a:gd name="T95" fmla="*/ 148 h 317"/>
              <a:gd name="T96" fmla="*/ 250 w 294"/>
              <a:gd name="T97" fmla="*/ 184 h 317"/>
              <a:gd name="T98" fmla="*/ 263 w 294"/>
              <a:gd name="T99" fmla="*/ 212 h 317"/>
              <a:gd name="T100" fmla="*/ 278 w 294"/>
              <a:gd name="T101" fmla="*/ 234 h 317"/>
              <a:gd name="T102" fmla="*/ 294 w 294"/>
              <a:gd name="T103" fmla="*/ 249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4" h="317">
                <a:moveTo>
                  <a:pt x="150" y="300"/>
                </a:moveTo>
                <a:cubicBezTo>
                  <a:pt x="150" y="298"/>
                  <a:pt x="149" y="297"/>
                  <a:pt x="147" y="297"/>
                </a:cubicBezTo>
                <a:cubicBezTo>
                  <a:pt x="140" y="297"/>
                  <a:pt x="134" y="295"/>
                  <a:pt x="129" y="290"/>
                </a:cubicBezTo>
                <a:cubicBezTo>
                  <a:pt x="124" y="285"/>
                  <a:pt x="121" y="279"/>
                  <a:pt x="121" y="272"/>
                </a:cubicBezTo>
                <a:cubicBezTo>
                  <a:pt x="121" y="270"/>
                  <a:pt x="120" y="269"/>
                  <a:pt x="118" y="269"/>
                </a:cubicBezTo>
                <a:cubicBezTo>
                  <a:pt x="117" y="269"/>
                  <a:pt x="116" y="270"/>
                  <a:pt x="116" y="272"/>
                </a:cubicBezTo>
                <a:cubicBezTo>
                  <a:pt x="116" y="280"/>
                  <a:pt x="119" y="288"/>
                  <a:pt x="125" y="294"/>
                </a:cubicBezTo>
                <a:cubicBezTo>
                  <a:pt x="131" y="300"/>
                  <a:pt x="138" y="303"/>
                  <a:pt x="147" y="303"/>
                </a:cubicBezTo>
                <a:cubicBezTo>
                  <a:pt x="149" y="303"/>
                  <a:pt x="150" y="302"/>
                  <a:pt x="150" y="300"/>
                </a:cubicBezTo>
                <a:close/>
                <a:moveTo>
                  <a:pt x="32" y="249"/>
                </a:moveTo>
                <a:cubicBezTo>
                  <a:pt x="262" y="249"/>
                  <a:pt x="262" y="249"/>
                  <a:pt x="262" y="249"/>
                </a:cubicBezTo>
                <a:cubicBezTo>
                  <a:pt x="230" y="214"/>
                  <a:pt x="215" y="165"/>
                  <a:pt x="215" y="102"/>
                </a:cubicBezTo>
                <a:cubicBezTo>
                  <a:pt x="215" y="96"/>
                  <a:pt x="213" y="90"/>
                  <a:pt x="211" y="83"/>
                </a:cubicBezTo>
                <a:cubicBezTo>
                  <a:pt x="208" y="77"/>
                  <a:pt x="204" y="71"/>
                  <a:pt x="198" y="65"/>
                </a:cubicBezTo>
                <a:cubicBezTo>
                  <a:pt x="193" y="59"/>
                  <a:pt x="186" y="55"/>
                  <a:pt x="177" y="51"/>
                </a:cubicBezTo>
                <a:cubicBezTo>
                  <a:pt x="168" y="47"/>
                  <a:pt x="158" y="45"/>
                  <a:pt x="147" y="45"/>
                </a:cubicBezTo>
                <a:cubicBezTo>
                  <a:pt x="136" y="45"/>
                  <a:pt x="126" y="47"/>
                  <a:pt x="117" y="51"/>
                </a:cubicBezTo>
                <a:cubicBezTo>
                  <a:pt x="108" y="55"/>
                  <a:pt x="101" y="59"/>
                  <a:pt x="95" y="65"/>
                </a:cubicBezTo>
                <a:cubicBezTo>
                  <a:pt x="90" y="71"/>
                  <a:pt x="86" y="77"/>
                  <a:pt x="83" y="83"/>
                </a:cubicBezTo>
                <a:cubicBezTo>
                  <a:pt x="80" y="90"/>
                  <a:pt x="79" y="96"/>
                  <a:pt x="79" y="102"/>
                </a:cubicBezTo>
                <a:cubicBezTo>
                  <a:pt x="79" y="165"/>
                  <a:pt x="63" y="214"/>
                  <a:pt x="32" y="249"/>
                </a:cubicBezTo>
                <a:close/>
                <a:moveTo>
                  <a:pt x="294" y="249"/>
                </a:moveTo>
                <a:cubicBezTo>
                  <a:pt x="294" y="255"/>
                  <a:pt x="292" y="261"/>
                  <a:pt x="287" y="265"/>
                </a:cubicBezTo>
                <a:cubicBezTo>
                  <a:pt x="283" y="270"/>
                  <a:pt x="278" y="272"/>
                  <a:pt x="271" y="272"/>
                </a:cubicBezTo>
                <a:cubicBezTo>
                  <a:pt x="192" y="272"/>
                  <a:pt x="192" y="272"/>
                  <a:pt x="192" y="272"/>
                </a:cubicBezTo>
                <a:cubicBezTo>
                  <a:pt x="192" y="284"/>
                  <a:pt x="188" y="295"/>
                  <a:pt x="179" y="304"/>
                </a:cubicBezTo>
                <a:cubicBezTo>
                  <a:pt x="170" y="313"/>
                  <a:pt x="159" y="317"/>
                  <a:pt x="147" y="317"/>
                </a:cubicBezTo>
                <a:cubicBezTo>
                  <a:pt x="134" y="317"/>
                  <a:pt x="124" y="313"/>
                  <a:pt x="115" y="304"/>
                </a:cubicBezTo>
                <a:cubicBezTo>
                  <a:pt x="106" y="295"/>
                  <a:pt x="101" y="284"/>
                  <a:pt x="101" y="272"/>
                </a:cubicBezTo>
                <a:cubicBezTo>
                  <a:pt x="22" y="272"/>
                  <a:pt x="22" y="272"/>
                  <a:pt x="22" y="272"/>
                </a:cubicBezTo>
                <a:cubicBezTo>
                  <a:pt x="16" y="272"/>
                  <a:pt x="11" y="270"/>
                  <a:pt x="6" y="265"/>
                </a:cubicBezTo>
                <a:cubicBezTo>
                  <a:pt x="2" y="261"/>
                  <a:pt x="0" y="255"/>
                  <a:pt x="0" y="249"/>
                </a:cubicBezTo>
                <a:cubicBezTo>
                  <a:pt x="5" y="244"/>
                  <a:pt x="11" y="239"/>
                  <a:pt x="16" y="234"/>
                </a:cubicBezTo>
                <a:cubicBezTo>
                  <a:pt x="21" y="228"/>
                  <a:pt x="26" y="221"/>
                  <a:pt x="31" y="212"/>
                </a:cubicBezTo>
                <a:cubicBezTo>
                  <a:pt x="36" y="204"/>
                  <a:pt x="40" y="194"/>
                  <a:pt x="44" y="184"/>
                </a:cubicBezTo>
                <a:cubicBezTo>
                  <a:pt x="47" y="174"/>
                  <a:pt x="50" y="162"/>
                  <a:pt x="53" y="148"/>
                </a:cubicBezTo>
                <a:cubicBezTo>
                  <a:pt x="55" y="134"/>
                  <a:pt x="56" y="118"/>
                  <a:pt x="56" y="102"/>
                </a:cubicBezTo>
                <a:cubicBezTo>
                  <a:pt x="56" y="84"/>
                  <a:pt x="63" y="67"/>
                  <a:pt x="77" y="52"/>
                </a:cubicBezTo>
                <a:cubicBezTo>
                  <a:pt x="91" y="36"/>
                  <a:pt x="109" y="27"/>
                  <a:pt x="131" y="24"/>
                </a:cubicBezTo>
                <a:cubicBezTo>
                  <a:pt x="130" y="22"/>
                  <a:pt x="130" y="19"/>
                  <a:pt x="130" y="17"/>
                </a:cubicBezTo>
                <a:cubicBezTo>
                  <a:pt x="130" y="12"/>
                  <a:pt x="131" y="8"/>
                  <a:pt x="135" y="5"/>
                </a:cubicBezTo>
                <a:cubicBezTo>
                  <a:pt x="138" y="2"/>
                  <a:pt x="142" y="0"/>
                  <a:pt x="147" y="0"/>
                </a:cubicBezTo>
                <a:cubicBezTo>
                  <a:pt x="152" y="0"/>
                  <a:pt x="156" y="2"/>
                  <a:pt x="159" y="5"/>
                </a:cubicBezTo>
                <a:cubicBezTo>
                  <a:pt x="162" y="8"/>
                  <a:pt x="164" y="12"/>
                  <a:pt x="164" y="17"/>
                </a:cubicBezTo>
                <a:cubicBezTo>
                  <a:pt x="164" y="19"/>
                  <a:pt x="163" y="22"/>
                  <a:pt x="162" y="24"/>
                </a:cubicBezTo>
                <a:cubicBezTo>
                  <a:pt x="185" y="27"/>
                  <a:pt x="203" y="36"/>
                  <a:pt x="217" y="52"/>
                </a:cubicBezTo>
                <a:cubicBezTo>
                  <a:pt x="231" y="67"/>
                  <a:pt x="237" y="84"/>
                  <a:pt x="237" y="102"/>
                </a:cubicBezTo>
                <a:cubicBezTo>
                  <a:pt x="237" y="118"/>
                  <a:pt x="239" y="134"/>
                  <a:pt x="241" y="148"/>
                </a:cubicBezTo>
                <a:cubicBezTo>
                  <a:pt x="243" y="162"/>
                  <a:pt x="246" y="174"/>
                  <a:pt x="250" y="184"/>
                </a:cubicBezTo>
                <a:cubicBezTo>
                  <a:pt x="253" y="194"/>
                  <a:pt x="258" y="204"/>
                  <a:pt x="263" y="212"/>
                </a:cubicBezTo>
                <a:cubicBezTo>
                  <a:pt x="268" y="221"/>
                  <a:pt x="273" y="228"/>
                  <a:pt x="278" y="234"/>
                </a:cubicBezTo>
                <a:cubicBezTo>
                  <a:pt x="283" y="239"/>
                  <a:pt x="288" y="244"/>
                  <a:pt x="294" y="24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64"/>
          <p:cNvSpPr>
            <a:spLocks noEditPoints="1"/>
          </p:cNvSpPr>
          <p:nvPr/>
        </p:nvSpPr>
        <p:spPr bwMode="auto">
          <a:xfrm>
            <a:off x="7189788" y="3714750"/>
            <a:ext cx="385763" cy="341313"/>
          </a:xfrm>
          <a:custGeom>
            <a:avLst/>
            <a:gdLst>
              <a:gd name="T0" fmla="*/ 273 w 357"/>
              <a:gd name="T1" fmla="*/ 151 h 317"/>
              <a:gd name="T2" fmla="*/ 326 w 357"/>
              <a:gd name="T3" fmla="*/ 249 h 317"/>
              <a:gd name="T4" fmla="*/ 319 w 357"/>
              <a:gd name="T5" fmla="*/ 265 h 317"/>
              <a:gd name="T6" fmla="*/ 303 w 357"/>
              <a:gd name="T7" fmla="*/ 272 h 317"/>
              <a:gd name="T8" fmla="*/ 224 w 357"/>
              <a:gd name="T9" fmla="*/ 272 h 317"/>
              <a:gd name="T10" fmla="*/ 210 w 357"/>
              <a:gd name="T11" fmla="*/ 304 h 317"/>
              <a:gd name="T12" fmla="*/ 178 w 357"/>
              <a:gd name="T13" fmla="*/ 317 h 317"/>
              <a:gd name="T14" fmla="*/ 146 w 357"/>
              <a:gd name="T15" fmla="*/ 304 h 317"/>
              <a:gd name="T16" fmla="*/ 133 w 357"/>
              <a:gd name="T17" fmla="*/ 272 h 317"/>
              <a:gd name="T18" fmla="*/ 273 w 357"/>
              <a:gd name="T19" fmla="*/ 151 h 317"/>
              <a:gd name="T20" fmla="*/ 178 w 357"/>
              <a:gd name="T21" fmla="*/ 303 h 317"/>
              <a:gd name="T22" fmla="*/ 181 w 357"/>
              <a:gd name="T23" fmla="*/ 300 h 317"/>
              <a:gd name="T24" fmla="*/ 178 w 357"/>
              <a:gd name="T25" fmla="*/ 297 h 317"/>
              <a:gd name="T26" fmla="*/ 160 w 357"/>
              <a:gd name="T27" fmla="*/ 290 h 317"/>
              <a:gd name="T28" fmla="*/ 153 w 357"/>
              <a:gd name="T29" fmla="*/ 272 h 317"/>
              <a:gd name="T30" fmla="*/ 150 w 357"/>
              <a:gd name="T31" fmla="*/ 269 h 317"/>
              <a:gd name="T32" fmla="*/ 147 w 357"/>
              <a:gd name="T33" fmla="*/ 272 h 317"/>
              <a:gd name="T34" fmla="*/ 156 w 357"/>
              <a:gd name="T35" fmla="*/ 294 h 317"/>
              <a:gd name="T36" fmla="*/ 178 w 357"/>
              <a:gd name="T37" fmla="*/ 303 h 317"/>
              <a:gd name="T38" fmla="*/ 356 w 357"/>
              <a:gd name="T39" fmla="*/ 20 h 317"/>
              <a:gd name="T40" fmla="*/ 357 w 357"/>
              <a:gd name="T41" fmla="*/ 24 h 317"/>
              <a:gd name="T42" fmla="*/ 355 w 357"/>
              <a:gd name="T43" fmla="*/ 28 h 317"/>
              <a:gd name="T44" fmla="*/ 24 w 357"/>
              <a:gd name="T45" fmla="*/ 315 h 317"/>
              <a:gd name="T46" fmla="*/ 20 w 357"/>
              <a:gd name="T47" fmla="*/ 316 h 317"/>
              <a:gd name="T48" fmla="*/ 16 w 357"/>
              <a:gd name="T49" fmla="*/ 314 h 317"/>
              <a:gd name="T50" fmla="*/ 1 w 357"/>
              <a:gd name="T51" fmla="*/ 297 h 317"/>
              <a:gd name="T52" fmla="*/ 0 w 357"/>
              <a:gd name="T53" fmla="*/ 293 h 317"/>
              <a:gd name="T54" fmla="*/ 1 w 357"/>
              <a:gd name="T55" fmla="*/ 289 h 317"/>
              <a:gd name="T56" fmla="*/ 34 w 357"/>
              <a:gd name="T57" fmla="*/ 261 h 317"/>
              <a:gd name="T58" fmla="*/ 31 w 357"/>
              <a:gd name="T59" fmla="*/ 249 h 317"/>
              <a:gd name="T60" fmla="*/ 47 w 357"/>
              <a:gd name="T61" fmla="*/ 234 h 317"/>
              <a:gd name="T62" fmla="*/ 62 w 357"/>
              <a:gd name="T63" fmla="*/ 212 h 317"/>
              <a:gd name="T64" fmla="*/ 75 w 357"/>
              <a:gd name="T65" fmla="*/ 184 h 317"/>
              <a:gd name="T66" fmla="*/ 84 w 357"/>
              <a:gd name="T67" fmla="*/ 148 h 317"/>
              <a:gd name="T68" fmla="*/ 88 w 357"/>
              <a:gd name="T69" fmla="*/ 102 h 317"/>
              <a:gd name="T70" fmla="*/ 108 w 357"/>
              <a:gd name="T71" fmla="*/ 52 h 317"/>
              <a:gd name="T72" fmla="*/ 163 w 357"/>
              <a:gd name="T73" fmla="*/ 24 h 317"/>
              <a:gd name="T74" fmla="*/ 161 w 357"/>
              <a:gd name="T75" fmla="*/ 17 h 317"/>
              <a:gd name="T76" fmla="*/ 166 w 357"/>
              <a:gd name="T77" fmla="*/ 5 h 317"/>
              <a:gd name="T78" fmla="*/ 178 w 357"/>
              <a:gd name="T79" fmla="*/ 0 h 317"/>
              <a:gd name="T80" fmla="*/ 190 w 357"/>
              <a:gd name="T81" fmla="*/ 5 h 317"/>
              <a:gd name="T82" fmla="*/ 195 w 357"/>
              <a:gd name="T83" fmla="*/ 17 h 317"/>
              <a:gd name="T84" fmla="*/ 194 w 357"/>
              <a:gd name="T85" fmla="*/ 24 h 317"/>
              <a:gd name="T86" fmla="*/ 233 w 357"/>
              <a:gd name="T87" fmla="*/ 38 h 317"/>
              <a:gd name="T88" fmla="*/ 259 w 357"/>
              <a:gd name="T89" fmla="*/ 66 h 317"/>
              <a:gd name="T90" fmla="*/ 333 w 357"/>
              <a:gd name="T91" fmla="*/ 2 h 317"/>
              <a:gd name="T92" fmla="*/ 337 w 357"/>
              <a:gd name="T93" fmla="*/ 1 h 317"/>
              <a:gd name="T94" fmla="*/ 341 w 357"/>
              <a:gd name="T95" fmla="*/ 3 h 317"/>
              <a:gd name="T96" fmla="*/ 356 w 357"/>
              <a:gd name="T97" fmla="*/ 20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7" h="317">
                <a:moveTo>
                  <a:pt x="273" y="151"/>
                </a:moveTo>
                <a:cubicBezTo>
                  <a:pt x="280" y="193"/>
                  <a:pt x="298" y="225"/>
                  <a:pt x="326" y="249"/>
                </a:cubicBezTo>
                <a:cubicBezTo>
                  <a:pt x="326" y="255"/>
                  <a:pt x="323" y="261"/>
                  <a:pt x="319" y="265"/>
                </a:cubicBezTo>
                <a:cubicBezTo>
                  <a:pt x="314" y="270"/>
                  <a:pt x="309" y="272"/>
                  <a:pt x="303" y="272"/>
                </a:cubicBezTo>
                <a:cubicBezTo>
                  <a:pt x="224" y="272"/>
                  <a:pt x="224" y="272"/>
                  <a:pt x="224" y="272"/>
                </a:cubicBezTo>
                <a:cubicBezTo>
                  <a:pt x="224" y="284"/>
                  <a:pt x="219" y="295"/>
                  <a:pt x="210" y="304"/>
                </a:cubicBezTo>
                <a:cubicBezTo>
                  <a:pt x="201" y="313"/>
                  <a:pt x="191" y="317"/>
                  <a:pt x="178" y="317"/>
                </a:cubicBezTo>
                <a:cubicBezTo>
                  <a:pt x="166" y="317"/>
                  <a:pt x="155" y="313"/>
                  <a:pt x="146" y="304"/>
                </a:cubicBezTo>
                <a:cubicBezTo>
                  <a:pt x="138" y="295"/>
                  <a:pt x="133" y="284"/>
                  <a:pt x="133" y="272"/>
                </a:cubicBezTo>
                <a:lnTo>
                  <a:pt x="273" y="151"/>
                </a:lnTo>
                <a:close/>
                <a:moveTo>
                  <a:pt x="178" y="303"/>
                </a:moveTo>
                <a:cubicBezTo>
                  <a:pt x="180" y="303"/>
                  <a:pt x="181" y="302"/>
                  <a:pt x="181" y="300"/>
                </a:cubicBezTo>
                <a:cubicBezTo>
                  <a:pt x="181" y="298"/>
                  <a:pt x="180" y="297"/>
                  <a:pt x="178" y="297"/>
                </a:cubicBezTo>
                <a:cubicBezTo>
                  <a:pt x="171" y="297"/>
                  <a:pt x="165" y="295"/>
                  <a:pt x="160" y="290"/>
                </a:cubicBezTo>
                <a:cubicBezTo>
                  <a:pt x="155" y="285"/>
                  <a:pt x="153" y="279"/>
                  <a:pt x="153" y="272"/>
                </a:cubicBezTo>
                <a:cubicBezTo>
                  <a:pt x="153" y="270"/>
                  <a:pt x="152" y="269"/>
                  <a:pt x="150" y="269"/>
                </a:cubicBezTo>
                <a:cubicBezTo>
                  <a:pt x="148" y="269"/>
                  <a:pt x="147" y="270"/>
                  <a:pt x="147" y="272"/>
                </a:cubicBezTo>
                <a:cubicBezTo>
                  <a:pt x="147" y="280"/>
                  <a:pt x="150" y="288"/>
                  <a:pt x="156" y="294"/>
                </a:cubicBezTo>
                <a:cubicBezTo>
                  <a:pt x="162" y="300"/>
                  <a:pt x="170" y="303"/>
                  <a:pt x="178" y="303"/>
                </a:cubicBezTo>
                <a:close/>
                <a:moveTo>
                  <a:pt x="356" y="20"/>
                </a:moveTo>
                <a:cubicBezTo>
                  <a:pt x="357" y="21"/>
                  <a:pt x="357" y="22"/>
                  <a:pt x="357" y="24"/>
                </a:cubicBezTo>
                <a:cubicBezTo>
                  <a:pt x="357" y="25"/>
                  <a:pt x="356" y="27"/>
                  <a:pt x="355" y="28"/>
                </a:cubicBezTo>
                <a:cubicBezTo>
                  <a:pt x="24" y="315"/>
                  <a:pt x="24" y="315"/>
                  <a:pt x="24" y="315"/>
                </a:cubicBezTo>
                <a:cubicBezTo>
                  <a:pt x="23" y="316"/>
                  <a:pt x="21" y="316"/>
                  <a:pt x="20" y="316"/>
                </a:cubicBezTo>
                <a:cubicBezTo>
                  <a:pt x="18" y="316"/>
                  <a:pt x="17" y="315"/>
                  <a:pt x="16" y="314"/>
                </a:cubicBezTo>
                <a:cubicBezTo>
                  <a:pt x="1" y="297"/>
                  <a:pt x="1" y="297"/>
                  <a:pt x="1" y="297"/>
                </a:cubicBezTo>
                <a:cubicBezTo>
                  <a:pt x="0" y="296"/>
                  <a:pt x="0" y="295"/>
                  <a:pt x="0" y="293"/>
                </a:cubicBezTo>
                <a:cubicBezTo>
                  <a:pt x="0" y="291"/>
                  <a:pt x="0" y="290"/>
                  <a:pt x="1" y="289"/>
                </a:cubicBezTo>
                <a:cubicBezTo>
                  <a:pt x="34" y="261"/>
                  <a:pt x="34" y="261"/>
                  <a:pt x="34" y="261"/>
                </a:cubicBezTo>
                <a:cubicBezTo>
                  <a:pt x="32" y="257"/>
                  <a:pt x="31" y="253"/>
                  <a:pt x="31" y="249"/>
                </a:cubicBezTo>
                <a:cubicBezTo>
                  <a:pt x="37" y="244"/>
                  <a:pt x="42" y="239"/>
                  <a:pt x="47" y="234"/>
                </a:cubicBezTo>
                <a:cubicBezTo>
                  <a:pt x="52" y="228"/>
                  <a:pt x="57" y="221"/>
                  <a:pt x="62" y="212"/>
                </a:cubicBezTo>
                <a:cubicBezTo>
                  <a:pt x="67" y="204"/>
                  <a:pt x="72" y="194"/>
                  <a:pt x="75" y="184"/>
                </a:cubicBezTo>
                <a:cubicBezTo>
                  <a:pt x="79" y="174"/>
                  <a:pt x="82" y="162"/>
                  <a:pt x="84" y="148"/>
                </a:cubicBezTo>
                <a:cubicBezTo>
                  <a:pt x="86" y="134"/>
                  <a:pt x="88" y="118"/>
                  <a:pt x="88" y="102"/>
                </a:cubicBezTo>
                <a:cubicBezTo>
                  <a:pt x="88" y="84"/>
                  <a:pt x="95" y="67"/>
                  <a:pt x="108" y="52"/>
                </a:cubicBezTo>
                <a:cubicBezTo>
                  <a:pt x="122" y="36"/>
                  <a:pt x="140" y="27"/>
                  <a:pt x="163" y="24"/>
                </a:cubicBezTo>
                <a:cubicBezTo>
                  <a:pt x="162" y="22"/>
                  <a:pt x="161" y="19"/>
                  <a:pt x="161" y="17"/>
                </a:cubicBezTo>
                <a:cubicBezTo>
                  <a:pt x="161" y="12"/>
                  <a:pt x="163" y="8"/>
                  <a:pt x="166" y="5"/>
                </a:cubicBezTo>
                <a:cubicBezTo>
                  <a:pt x="170" y="2"/>
                  <a:pt x="174" y="0"/>
                  <a:pt x="178" y="0"/>
                </a:cubicBezTo>
                <a:cubicBezTo>
                  <a:pt x="183" y="0"/>
                  <a:pt x="187" y="2"/>
                  <a:pt x="190" y="5"/>
                </a:cubicBezTo>
                <a:cubicBezTo>
                  <a:pt x="194" y="8"/>
                  <a:pt x="195" y="12"/>
                  <a:pt x="195" y="17"/>
                </a:cubicBezTo>
                <a:cubicBezTo>
                  <a:pt x="195" y="19"/>
                  <a:pt x="195" y="22"/>
                  <a:pt x="194" y="24"/>
                </a:cubicBezTo>
                <a:cubicBezTo>
                  <a:pt x="208" y="26"/>
                  <a:pt x="221" y="31"/>
                  <a:pt x="233" y="38"/>
                </a:cubicBezTo>
                <a:cubicBezTo>
                  <a:pt x="244" y="46"/>
                  <a:pt x="253" y="55"/>
                  <a:pt x="259" y="66"/>
                </a:cubicBezTo>
                <a:cubicBezTo>
                  <a:pt x="333" y="2"/>
                  <a:pt x="333" y="2"/>
                  <a:pt x="333" y="2"/>
                </a:cubicBezTo>
                <a:cubicBezTo>
                  <a:pt x="334" y="1"/>
                  <a:pt x="335" y="1"/>
                  <a:pt x="337" y="1"/>
                </a:cubicBezTo>
                <a:cubicBezTo>
                  <a:pt x="339" y="1"/>
                  <a:pt x="340" y="2"/>
                  <a:pt x="341" y="3"/>
                </a:cubicBezTo>
                <a:lnTo>
                  <a:pt x="356" y="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65"/>
          <p:cNvSpPr>
            <a:spLocks noEditPoints="1"/>
          </p:cNvSpPr>
          <p:nvPr/>
        </p:nvSpPr>
        <p:spPr bwMode="auto">
          <a:xfrm>
            <a:off x="7620001" y="3714750"/>
            <a:ext cx="385763" cy="341313"/>
          </a:xfrm>
          <a:custGeom>
            <a:avLst/>
            <a:gdLst>
              <a:gd name="T0" fmla="*/ 182 w 357"/>
              <a:gd name="T1" fmla="*/ 300 h 317"/>
              <a:gd name="T2" fmla="*/ 179 w 357"/>
              <a:gd name="T3" fmla="*/ 297 h 317"/>
              <a:gd name="T4" fmla="*/ 161 w 357"/>
              <a:gd name="T5" fmla="*/ 290 h 317"/>
              <a:gd name="T6" fmla="*/ 153 w 357"/>
              <a:gd name="T7" fmla="*/ 272 h 317"/>
              <a:gd name="T8" fmla="*/ 150 w 357"/>
              <a:gd name="T9" fmla="*/ 269 h 317"/>
              <a:gd name="T10" fmla="*/ 148 w 357"/>
              <a:gd name="T11" fmla="*/ 272 h 317"/>
              <a:gd name="T12" fmla="*/ 157 w 357"/>
              <a:gd name="T13" fmla="*/ 294 h 317"/>
              <a:gd name="T14" fmla="*/ 179 w 357"/>
              <a:gd name="T15" fmla="*/ 303 h 317"/>
              <a:gd name="T16" fmla="*/ 182 w 357"/>
              <a:gd name="T17" fmla="*/ 300 h 317"/>
              <a:gd name="T18" fmla="*/ 87 w 357"/>
              <a:gd name="T19" fmla="*/ 216 h 317"/>
              <a:gd name="T20" fmla="*/ 242 w 357"/>
              <a:gd name="T21" fmla="*/ 81 h 317"/>
              <a:gd name="T22" fmla="*/ 218 w 357"/>
              <a:gd name="T23" fmla="*/ 56 h 317"/>
              <a:gd name="T24" fmla="*/ 179 w 357"/>
              <a:gd name="T25" fmla="*/ 45 h 317"/>
              <a:gd name="T26" fmla="*/ 149 w 357"/>
              <a:gd name="T27" fmla="*/ 51 h 317"/>
              <a:gd name="T28" fmla="*/ 127 w 357"/>
              <a:gd name="T29" fmla="*/ 65 h 317"/>
              <a:gd name="T30" fmla="*/ 115 w 357"/>
              <a:gd name="T31" fmla="*/ 83 h 317"/>
              <a:gd name="T32" fmla="*/ 111 w 357"/>
              <a:gd name="T33" fmla="*/ 102 h 317"/>
              <a:gd name="T34" fmla="*/ 87 w 357"/>
              <a:gd name="T35" fmla="*/ 216 h 317"/>
              <a:gd name="T36" fmla="*/ 326 w 357"/>
              <a:gd name="T37" fmla="*/ 249 h 317"/>
              <a:gd name="T38" fmla="*/ 319 w 357"/>
              <a:gd name="T39" fmla="*/ 265 h 317"/>
              <a:gd name="T40" fmla="*/ 303 w 357"/>
              <a:gd name="T41" fmla="*/ 272 h 317"/>
              <a:gd name="T42" fmla="*/ 224 w 357"/>
              <a:gd name="T43" fmla="*/ 272 h 317"/>
              <a:gd name="T44" fmla="*/ 211 w 357"/>
              <a:gd name="T45" fmla="*/ 304 h 317"/>
              <a:gd name="T46" fmla="*/ 179 w 357"/>
              <a:gd name="T47" fmla="*/ 317 h 317"/>
              <a:gd name="T48" fmla="*/ 147 w 357"/>
              <a:gd name="T49" fmla="*/ 304 h 317"/>
              <a:gd name="T50" fmla="*/ 133 w 357"/>
              <a:gd name="T51" fmla="*/ 272 h 317"/>
              <a:gd name="T52" fmla="*/ 160 w 357"/>
              <a:gd name="T53" fmla="*/ 249 h 317"/>
              <a:gd name="T54" fmla="*/ 294 w 357"/>
              <a:gd name="T55" fmla="*/ 249 h 317"/>
              <a:gd name="T56" fmla="*/ 254 w 357"/>
              <a:gd name="T57" fmla="*/ 168 h 317"/>
              <a:gd name="T58" fmla="*/ 273 w 357"/>
              <a:gd name="T59" fmla="*/ 151 h 317"/>
              <a:gd name="T60" fmla="*/ 326 w 357"/>
              <a:gd name="T61" fmla="*/ 249 h 317"/>
              <a:gd name="T62" fmla="*/ 341 w 357"/>
              <a:gd name="T63" fmla="*/ 3 h 317"/>
              <a:gd name="T64" fmla="*/ 356 w 357"/>
              <a:gd name="T65" fmla="*/ 20 h 317"/>
              <a:gd name="T66" fmla="*/ 357 w 357"/>
              <a:gd name="T67" fmla="*/ 24 h 317"/>
              <a:gd name="T68" fmla="*/ 356 w 357"/>
              <a:gd name="T69" fmla="*/ 28 h 317"/>
              <a:gd name="T70" fmla="*/ 24 w 357"/>
              <a:gd name="T71" fmla="*/ 315 h 317"/>
              <a:gd name="T72" fmla="*/ 20 w 357"/>
              <a:gd name="T73" fmla="*/ 316 h 317"/>
              <a:gd name="T74" fmla="*/ 16 w 357"/>
              <a:gd name="T75" fmla="*/ 314 h 317"/>
              <a:gd name="T76" fmla="*/ 1 w 357"/>
              <a:gd name="T77" fmla="*/ 297 h 317"/>
              <a:gd name="T78" fmla="*/ 0 w 357"/>
              <a:gd name="T79" fmla="*/ 293 h 317"/>
              <a:gd name="T80" fmla="*/ 2 w 357"/>
              <a:gd name="T81" fmla="*/ 289 h 317"/>
              <a:gd name="T82" fmla="*/ 35 w 357"/>
              <a:gd name="T83" fmla="*/ 261 h 317"/>
              <a:gd name="T84" fmla="*/ 31 w 357"/>
              <a:gd name="T85" fmla="*/ 249 h 317"/>
              <a:gd name="T86" fmla="*/ 48 w 357"/>
              <a:gd name="T87" fmla="*/ 234 h 317"/>
              <a:gd name="T88" fmla="*/ 63 w 357"/>
              <a:gd name="T89" fmla="*/ 212 h 317"/>
              <a:gd name="T90" fmla="*/ 76 w 357"/>
              <a:gd name="T91" fmla="*/ 184 h 317"/>
              <a:gd name="T92" fmla="*/ 85 w 357"/>
              <a:gd name="T93" fmla="*/ 148 h 317"/>
              <a:gd name="T94" fmla="*/ 88 w 357"/>
              <a:gd name="T95" fmla="*/ 102 h 317"/>
              <a:gd name="T96" fmla="*/ 109 w 357"/>
              <a:gd name="T97" fmla="*/ 52 h 317"/>
              <a:gd name="T98" fmla="*/ 163 w 357"/>
              <a:gd name="T99" fmla="*/ 24 h 317"/>
              <a:gd name="T100" fmla="*/ 162 w 357"/>
              <a:gd name="T101" fmla="*/ 17 h 317"/>
              <a:gd name="T102" fmla="*/ 167 w 357"/>
              <a:gd name="T103" fmla="*/ 5 h 317"/>
              <a:gd name="T104" fmla="*/ 179 w 357"/>
              <a:gd name="T105" fmla="*/ 0 h 317"/>
              <a:gd name="T106" fmla="*/ 191 w 357"/>
              <a:gd name="T107" fmla="*/ 5 h 317"/>
              <a:gd name="T108" fmla="*/ 196 w 357"/>
              <a:gd name="T109" fmla="*/ 17 h 317"/>
              <a:gd name="T110" fmla="*/ 194 w 357"/>
              <a:gd name="T111" fmla="*/ 24 h 317"/>
              <a:gd name="T112" fmla="*/ 233 w 357"/>
              <a:gd name="T113" fmla="*/ 38 h 317"/>
              <a:gd name="T114" fmla="*/ 259 w 357"/>
              <a:gd name="T115" fmla="*/ 66 h 317"/>
              <a:gd name="T116" fmla="*/ 333 w 357"/>
              <a:gd name="T117" fmla="*/ 2 h 317"/>
              <a:gd name="T118" fmla="*/ 337 w 357"/>
              <a:gd name="T119" fmla="*/ 1 h 317"/>
              <a:gd name="T120" fmla="*/ 341 w 357"/>
              <a:gd name="T121" fmla="*/ 3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7" h="317">
                <a:moveTo>
                  <a:pt x="182" y="300"/>
                </a:moveTo>
                <a:cubicBezTo>
                  <a:pt x="182" y="298"/>
                  <a:pt x="181" y="297"/>
                  <a:pt x="179" y="297"/>
                </a:cubicBezTo>
                <a:cubicBezTo>
                  <a:pt x="172" y="297"/>
                  <a:pt x="166" y="295"/>
                  <a:pt x="161" y="290"/>
                </a:cubicBezTo>
                <a:cubicBezTo>
                  <a:pt x="156" y="285"/>
                  <a:pt x="153" y="279"/>
                  <a:pt x="153" y="272"/>
                </a:cubicBezTo>
                <a:cubicBezTo>
                  <a:pt x="153" y="270"/>
                  <a:pt x="152" y="269"/>
                  <a:pt x="150" y="269"/>
                </a:cubicBezTo>
                <a:cubicBezTo>
                  <a:pt x="149" y="269"/>
                  <a:pt x="148" y="270"/>
                  <a:pt x="148" y="272"/>
                </a:cubicBezTo>
                <a:cubicBezTo>
                  <a:pt x="148" y="280"/>
                  <a:pt x="151" y="288"/>
                  <a:pt x="157" y="294"/>
                </a:cubicBezTo>
                <a:cubicBezTo>
                  <a:pt x="163" y="300"/>
                  <a:pt x="170" y="303"/>
                  <a:pt x="179" y="303"/>
                </a:cubicBezTo>
                <a:cubicBezTo>
                  <a:pt x="181" y="303"/>
                  <a:pt x="182" y="302"/>
                  <a:pt x="182" y="300"/>
                </a:cubicBezTo>
                <a:close/>
                <a:moveTo>
                  <a:pt x="87" y="216"/>
                </a:moveTo>
                <a:cubicBezTo>
                  <a:pt x="242" y="81"/>
                  <a:pt x="242" y="81"/>
                  <a:pt x="242" y="81"/>
                </a:cubicBezTo>
                <a:cubicBezTo>
                  <a:pt x="237" y="71"/>
                  <a:pt x="229" y="62"/>
                  <a:pt x="218" y="56"/>
                </a:cubicBezTo>
                <a:cubicBezTo>
                  <a:pt x="208" y="49"/>
                  <a:pt x="194" y="45"/>
                  <a:pt x="179" y="45"/>
                </a:cubicBezTo>
                <a:cubicBezTo>
                  <a:pt x="168" y="45"/>
                  <a:pt x="158" y="47"/>
                  <a:pt x="149" y="51"/>
                </a:cubicBezTo>
                <a:cubicBezTo>
                  <a:pt x="140" y="55"/>
                  <a:pt x="133" y="59"/>
                  <a:pt x="127" y="65"/>
                </a:cubicBezTo>
                <a:cubicBezTo>
                  <a:pt x="122" y="71"/>
                  <a:pt x="118" y="77"/>
                  <a:pt x="115" y="83"/>
                </a:cubicBezTo>
                <a:cubicBezTo>
                  <a:pt x="112" y="90"/>
                  <a:pt x="111" y="96"/>
                  <a:pt x="111" y="102"/>
                </a:cubicBezTo>
                <a:cubicBezTo>
                  <a:pt x="111" y="147"/>
                  <a:pt x="103" y="185"/>
                  <a:pt x="87" y="216"/>
                </a:cubicBezTo>
                <a:close/>
                <a:moveTo>
                  <a:pt x="326" y="249"/>
                </a:moveTo>
                <a:cubicBezTo>
                  <a:pt x="326" y="255"/>
                  <a:pt x="324" y="261"/>
                  <a:pt x="319" y="265"/>
                </a:cubicBezTo>
                <a:cubicBezTo>
                  <a:pt x="315" y="270"/>
                  <a:pt x="309" y="272"/>
                  <a:pt x="303" y="272"/>
                </a:cubicBezTo>
                <a:cubicBezTo>
                  <a:pt x="224" y="272"/>
                  <a:pt x="224" y="272"/>
                  <a:pt x="224" y="272"/>
                </a:cubicBezTo>
                <a:cubicBezTo>
                  <a:pt x="224" y="284"/>
                  <a:pt x="220" y="295"/>
                  <a:pt x="211" y="304"/>
                </a:cubicBezTo>
                <a:cubicBezTo>
                  <a:pt x="202" y="313"/>
                  <a:pt x="191" y="317"/>
                  <a:pt x="179" y="317"/>
                </a:cubicBezTo>
                <a:cubicBezTo>
                  <a:pt x="166" y="317"/>
                  <a:pt x="156" y="313"/>
                  <a:pt x="147" y="304"/>
                </a:cubicBezTo>
                <a:cubicBezTo>
                  <a:pt x="138" y="295"/>
                  <a:pt x="134" y="284"/>
                  <a:pt x="133" y="272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294" y="249"/>
                  <a:pt x="294" y="249"/>
                  <a:pt x="294" y="249"/>
                </a:cubicBezTo>
                <a:cubicBezTo>
                  <a:pt x="274" y="227"/>
                  <a:pt x="261" y="200"/>
                  <a:pt x="254" y="168"/>
                </a:cubicBezTo>
                <a:cubicBezTo>
                  <a:pt x="273" y="151"/>
                  <a:pt x="273" y="151"/>
                  <a:pt x="273" y="151"/>
                </a:cubicBezTo>
                <a:cubicBezTo>
                  <a:pt x="280" y="193"/>
                  <a:pt x="298" y="225"/>
                  <a:pt x="326" y="249"/>
                </a:cubicBezTo>
                <a:close/>
                <a:moveTo>
                  <a:pt x="341" y="3"/>
                </a:moveTo>
                <a:cubicBezTo>
                  <a:pt x="356" y="20"/>
                  <a:pt x="356" y="20"/>
                  <a:pt x="356" y="20"/>
                </a:cubicBezTo>
                <a:cubicBezTo>
                  <a:pt x="357" y="21"/>
                  <a:pt x="357" y="22"/>
                  <a:pt x="357" y="24"/>
                </a:cubicBezTo>
                <a:cubicBezTo>
                  <a:pt x="357" y="25"/>
                  <a:pt x="357" y="27"/>
                  <a:pt x="356" y="28"/>
                </a:cubicBezTo>
                <a:cubicBezTo>
                  <a:pt x="24" y="315"/>
                  <a:pt x="24" y="315"/>
                  <a:pt x="24" y="315"/>
                </a:cubicBezTo>
                <a:cubicBezTo>
                  <a:pt x="23" y="316"/>
                  <a:pt x="22" y="316"/>
                  <a:pt x="20" y="316"/>
                </a:cubicBezTo>
                <a:cubicBezTo>
                  <a:pt x="18" y="316"/>
                  <a:pt x="17" y="315"/>
                  <a:pt x="16" y="314"/>
                </a:cubicBezTo>
                <a:cubicBezTo>
                  <a:pt x="1" y="297"/>
                  <a:pt x="1" y="297"/>
                  <a:pt x="1" y="297"/>
                </a:cubicBezTo>
                <a:cubicBezTo>
                  <a:pt x="0" y="296"/>
                  <a:pt x="0" y="295"/>
                  <a:pt x="0" y="293"/>
                </a:cubicBezTo>
                <a:cubicBezTo>
                  <a:pt x="0" y="291"/>
                  <a:pt x="1" y="290"/>
                  <a:pt x="2" y="289"/>
                </a:cubicBezTo>
                <a:cubicBezTo>
                  <a:pt x="35" y="261"/>
                  <a:pt x="35" y="261"/>
                  <a:pt x="35" y="261"/>
                </a:cubicBezTo>
                <a:cubicBezTo>
                  <a:pt x="33" y="257"/>
                  <a:pt x="31" y="253"/>
                  <a:pt x="31" y="249"/>
                </a:cubicBezTo>
                <a:cubicBezTo>
                  <a:pt x="37" y="244"/>
                  <a:pt x="43" y="239"/>
                  <a:pt x="48" y="234"/>
                </a:cubicBezTo>
                <a:cubicBezTo>
                  <a:pt x="52" y="228"/>
                  <a:pt x="57" y="221"/>
                  <a:pt x="63" y="212"/>
                </a:cubicBezTo>
                <a:cubicBezTo>
                  <a:pt x="68" y="204"/>
                  <a:pt x="72" y="194"/>
                  <a:pt x="76" y="184"/>
                </a:cubicBezTo>
                <a:cubicBezTo>
                  <a:pt x="79" y="174"/>
                  <a:pt x="82" y="162"/>
                  <a:pt x="85" y="148"/>
                </a:cubicBezTo>
                <a:cubicBezTo>
                  <a:pt x="87" y="134"/>
                  <a:pt x="88" y="118"/>
                  <a:pt x="88" y="102"/>
                </a:cubicBezTo>
                <a:cubicBezTo>
                  <a:pt x="88" y="84"/>
                  <a:pt x="95" y="67"/>
                  <a:pt x="109" y="52"/>
                </a:cubicBezTo>
                <a:cubicBezTo>
                  <a:pt x="123" y="36"/>
                  <a:pt x="141" y="27"/>
                  <a:pt x="163" y="24"/>
                </a:cubicBezTo>
                <a:cubicBezTo>
                  <a:pt x="162" y="22"/>
                  <a:pt x="162" y="19"/>
                  <a:pt x="162" y="17"/>
                </a:cubicBezTo>
                <a:cubicBezTo>
                  <a:pt x="162" y="12"/>
                  <a:pt x="163" y="8"/>
                  <a:pt x="167" y="5"/>
                </a:cubicBezTo>
                <a:cubicBezTo>
                  <a:pt x="170" y="2"/>
                  <a:pt x="174" y="0"/>
                  <a:pt x="179" y="0"/>
                </a:cubicBezTo>
                <a:cubicBezTo>
                  <a:pt x="183" y="0"/>
                  <a:pt x="187" y="2"/>
                  <a:pt x="191" y="5"/>
                </a:cubicBezTo>
                <a:cubicBezTo>
                  <a:pt x="194" y="8"/>
                  <a:pt x="196" y="12"/>
                  <a:pt x="196" y="17"/>
                </a:cubicBezTo>
                <a:cubicBezTo>
                  <a:pt x="196" y="19"/>
                  <a:pt x="195" y="22"/>
                  <a:pt x="194" y="24"/>
                </a:cubicBezTo>
                <a:cubicBezTo>
                  <a:pt x="209" y="26"/>
                  <a:pt x="222" y="31"/>
                  <a:pt x="233" y="38"/>
                </a:cubicBezTo>
                <a:cubicBezTo>
                  <a:pt x="244" y="46"/>
                  <a:pt x="253" y="55"/>
                  <a:pt x="259" y="66"/>
                </a:cubicBezTo>
                <a:cubicBezTo>
                  <a:pt x="333" y="2"/>
                  <a:pt x="333" y="2"/>
                  <a:pt x="333" y="2"/>
                </a:cubicBezTo>
                <a:cubicBezTo>
                  <a:pt x="334" y="1"/>
                  <a:pt x="336" y="1"/>
                  <a:pt x="337" y="1"/>
                </a:cubicBezTo>
                <a:cubicBezTo>
                  <a:pt x="339" y="1"/>
                  <a:pt x="340" y="2"/>
                  <a:pt x="341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66"/>
          <p:cNvSpPr>
            <a:spLocks noEditPoints="1"/>
          </p:cNvSpPr>
          <p:nvPr/>
        </p:nvSpPr>
        <p:spPr bwMode="auto">
          <a:xfrm>
            <a:off x="8021638" y="3762375"/>
            <a:ext cx="439738" cy="246063"/>
          </a:xfrm>
          <a:custGeom>
            <a:avLst/>
            <a:gdLst>
              <a:gd name="T0" fmla="*/ 79 w 407"/>
              <a:gd name="T1" fmla="*/ 159 h 227"/>
              <a:gd name="T2" fmla="*/ 70 w 407"/>
              <a:gd name="T3" fmla="*/ 141 h 227"/>
              <a:gd name="T4" fmla="*/ 79 w 407"/>
              <a:gd name="T5" fmla="*/ 91 h 227"/>
              <a:gd name="T6" fmla="*/ 22 w 407"/>
              <a:gd name="T7" fmla="*/ 147 h 227"/>
              <a:gd name="T8" fmla="*/ 79 w 407"/>
              <a:gd name="T9" fmla="*/ 204 h 227"/>
              <a:gd name="T10" fmla="*/ 135 w 407"/>
              <a:gd name="T11" fmla="*/ 159 h 227"/>
              <a:gd name="T12" fmla="*/ 135 w 407"/>
              <a:gd name="T13" fmla="*/ 136 h 227"/>
              <a:gd name="T14" fmla="*/ 102 w 407"/>
              <a:gd name="T15" fmla="*/ 136 h 227"/>
              <a:gd name="T16" fmla="*/ 238 w 407"/>
              <a:gd name="T17" fmla="*/ 68 h 227"/>
              <a:gd name="T18" fmla="*/ 135 w 407"/>
              <a:gd name="T19" fmla="*/ 92 h 227"/>
              <a:gd name="T20" fmla="*/ 187 w 407"/>
              <a:gd name="T21" fmla="*/ 136 h 227"/>
              <a:gd name="T22" fmla="*/ 368 w 407"/>
              <a:gd name="T23" fmla="*/ 107 h 227"/>
              <a:gd name="T24" fmla="*/ 307 w 407"/>
              <a:gd name="T25" fmla="*/ 95 h 227"/>
              <a:gd name="T26" fmla="*/ 339 w 407"/>
              <a:gd name="T27" fmla="*/ 150 h 227"/>
              <a:gd name="T28" fmla="*/ 328 w 407"/>
              <a:gd name="T29" fmla="*/ 159 h 227"/>
              <a:gd name="T30" fmla="*/ 288 w 407"/>
              <a:gd name="T31" fmla="*/ 108 h 227"/>
              <a:gd name="T32" fmla="*/ 288 w 407"/>
              <a:gd name="T33" fmla="*/ 187 h 227"/>
              <a:gd name="T34" fmla="*/ 368 w 407"/>
              <a:gd name="T35" fmla="*/ 187 h 227"/>
              <a:gd name="T36" fmla="*/ 407 w 407"/>
              <a:gd name="T37" fmla="*/ 147 h 227"/>
              <a:gd name="T38" fmla="*/ 328 w 407"/>
              <a:gd name="T39" fmla="*/ 227 h 227"/>
              <a:gd name="T40" fmla="*/ 249 w 407"/>
              <a:gd name="T41" fmla="*/ 147 h 227"/>
              <a:gd name="T42" fmla="*/ 275 w 407"/>
              <a:gd name="T43" fmla="*/ 89 h 227"/>
              <a:gd name="T44" fmla="*/ 201 w 407"/>
              <a:gd name="T45" fmla="*/ 154 h 227"/>
              <a:gd name="T46" fmla="*/ 157 w 407"/>
              <a:gd name="T47" fmla="*/ 159 h 227"/>
              <a:gd name="T48" fmla="*/ 79 w 407"/>
              <a:gd name="T49" fmla="*/ 227 h 227"/>
              <a:gd name="T50" fmla="*/ 0 w 407"/>
              <a:gd name="T51" fmla="*/ 147 h 227"/>
              <a:gd name="T52" fmla="*/ 79 w 407"/>
              <a:gd name="T53" fmla="*/ 68 h 227"/>
              <a:gd name="T54" fmla="*/ 141 w 407"/>
              <a:gd name="T55" fmla="*/ 46 h 227"/>
              <a:gd name="T56" fmla="*/ 94 w 407"/>
              <a:gd name="T57" fmla="*/ 42 h 227"/>
              <a:gd name="T58" fmla="*/ 94 w 407"/>
              <a:gd name="T59" fmla="*/ 26 h 227"/>
              <a:gd name="T60" fmla="*/ 170 w 407"/>
              <a:gd name="T61" fmla="*/ 23 h 227"/>
              <a:gd name="T62" fmla="*/ 247 w 407"/>
              <a:gd name="T63" fmla="*/ 46 h 227"/>
              <a:gd name="T64" fmla="*/ 192 w 407"/>
              <a:gd name="T65" fmla="*/ 23 h 227"/>
              <a:gd name="T66" fmla="*/ 181 w 407"/>
              <a:gd name="T67" fmla="*/ 12 h 227"/>
              <a:gd name="T68" fmla="*/ 192 w 407"/>
              <a:gd name="T69" fmla="*/ 0 h 227"/>
              <a:gd name="T70" fmla="*/ 247 w 407"/>
              <a:gd name="T71" fmla="*/ 5 h 227"/>
              <a:gd name="T72" fmla="*/ 328 w 407"/>
              <a:gd name="T73" fmla="*/ 68 h 227"/>
              <a:gd name="T74" fmla="*/ 407 w 407"/>
              <a:gd name="T75" fmla="*/ 147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07" h="227">
                <a:moveTo>
                  <a:pt x="135" y="159"/>
                </a:moveTo>
                <a:cubicBezTo>
                  <a:pt x="79" y="159"/>
                  <a:pt x="79" y="159"/>
                  <a:pt x="79" y="159"/>
                </a:cubicBezTo>
                <a:cubicBezTo>
                  <a:pt x="74" y="159"/>
                  <a:pt x="71" y="157"/>
                  <a:pt x="69" y="153"/>
                </a:cubicBezTo>
                <a:cubicBezTo>
                  <a:pt x="67" y="148"/>
                  <a:pt x="67" y="145"/>
                  <a:pt x="70" y="141"/>
                </a:cubicBezTo>
                <a:cubicBezTo>
                  <a:pt x="103" y="96"/>
                  <a:pt x="103" y="96"/>
                  <a:pt x="103" y="96"/>
                </a:cubicBezTo>
                <a:cubicBezTo>
                  <a:pt x="96" y="93"/>
                  <a:pt x="87" y="91"/>
                  <a:pt x="79" y="91"/>
                </a:cubicBezTo>
                <a:cubicBezTo>
                  <a:pt x="63" y="91"/>
                  <a:pt x="50" y="96"/>
                  <a:pt x="39" y="107"/>
                </a:cubicBezTo>
                <a:cubicBezTo>
                  <a:pt x="28" y="119"/>
                  <a:pt x="22" y="132"/>
                  <a:pt x="22" y="147"/>
                </a:cubicBezTo>
                <a:cubicBezTo>
                  <a:pt x="22" y="163"/>
                  <a:pt x="28" y="176"/>
                  <a:pt x="39" y="187"/>
                </a:cubicBezTo>
                <a:cubicBezTo>
                  <a:pt x="50" y="199"/>
                  <a:pt x="63" y="204"/>
                  <a:pt x="79" y="204"/>
                </a:cubicBezTo>
                <a:cubicBezTo>
                  <a:pt x="93" y="204"/>
                  <a:pt x="105" y="200"/>
                  <a:pt x="115" y="191"/>
                </a:cubicBezTo>
                <a:cubicBezTo>
                  <a:pt x="125" y="183"/>
                  <a:pt x="132" y="172"/>
                  <a:pt x="135" y="159"/>
                </a:cubicBezTo>
                <a:close/>
                <a:moveTo>
                  <a:pt x="102" y="136"/>
                </a:moveTo>
                <a:cubicBezTo>
                  <a:pt x="135" y="136"/>
                  <a:pt x="135" y="136"/>
                  <a:pt x="135" y="136"/>
                </a:cubicBezTo>
                <a:cubicBezTo>
                  <a:pt x="132" y="126"/>
                  <a:pt x="128" y="117"/>
                  <a:pt x="121" y="110"/>
                </a:cubicBezTo>
                <a:lnTo>
                  <a:pt x="102" y="136"/>
                </a:lnTo>
                <a:close/>
                <a:moveTo>
                  <a:pt x="187" y="136"/>
                </a:moveTo>
                <a:cubicBezTo>
                  <a:pt x="238" y="68"/>
                  <a:pt x="238" y="68"/>
                  <a:pt x="238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47" y="104"/>
                  <a:pt x="155" y="119"/>
                  <a:pt x="157" y="136"/>
                </a:cubicBezTo>
                <a:lnTo>
                  <a:pt x="187" y="136"/>
                </a:lnTo>
                <a:close/>
                <a:moveTo>
                  <a:pt x="385" y="147"/>
                </a:moveTo>
                <a:cubicBezTo>
                  <a:pt x="385" y="132"/>
                  <a:pt x="379" y="119"/>
                  <a:pt x="368" y="107"/>
                </a:cubicBezTo>
                <a:cubicBezTo>
                  <a:pt x="357" y="96"/>
                  <a:pt x="344" y="91"/>
                  <a:pt x="328" y="91"/>
                </a:cubicBezTo>
                <a:cubicBezTo>
                  <a:pt x="321" y="91"/>
                  <a:pt x="314" y="92"/>
                  <a:pt x="307" y="95"/>
                </a:cubicBezTo>
                <a:cubicBezTo>
                  <a:pt x="338" y="141"/>
                  <a:pt x="338" y="141"/>
                  <a:pt x="338" y="141"/>
                </a:cubicBezTo>
                <a:cubicBezTo>
                  <a:pt x="339" y="144"/>
                  <a:pt x="340" y="147"/>
                  <a:pt x="339" y="150"/>
                </a:cubicBezTo>
                <a:cubicBezTo>
                  <a:pt x="339" y="153"/>
                  <a:pt x="337" y="155"/>
                  <a:pt x="335" y="157"/>
                </a:cubicBezTo>
                <a:cubicBezTo>
                  <a:pt x="333" y="158"/>
                  <a:pt x="331" y="159"/>
                  <a:pt x="328" y="159"/>
                </a:cubicBezTo>
                <a:cubicBezTo>
                  <a:pt x="324" y="159"/>
                  <a:pt x="321" y="157"/>
                  <a:pt x="319" y="154"/>
                </a:cubicBezTo>
                <a:cubicBezTo>
                  <a:pt x="288" y="108"/>
                  <a:pt x="288" y="108"/>
                  <a:pt x="288" y="108"/>
                </a:cubicBezTo>
                <a:cubicBezTo>
                  <a:pt x="277" y="119"/>
                  <a:pt x="272" y="132"/>
                  <a:pt x="272" y="147"/>
                </a:cubicBezTo>
                <a:cubicBezTo>
                  <a:pt x="272" y="163"/>
                  <a:pt x="277" y="176"/>
                  <a:pt x="288" y="187"/>
                </a:cubicBezTo>
                <a:cubicBezTo>
                  <a:pt x="299" y="199"/>
                  <a:pt x="313" y="204"/>
                  <a:pt x="328" y="204"/>
                </a:cubicBezTo>
                <a:cubicBezTo>
                  <a:pt x="344" y="204"/>
                  <a:pt x="357" y="199"/>
                  <a:pt x="368" y="187"/>
                </a:cubicBezTo>
                <a:cubicBezTo>
                  <a:pt x="379" y="176"/>
                  <a:pt x="385" y="163"/>
                  <a:pt x="385" y="147"/>
                </a:cubicBezTo>
                <a:close/>
                <a:moveTo>
                  <a:pt x="407" y="147"/>
                </a:moveTo>
                <a:cubicBezTo>
                  <a:pt x="407" y="169"/>
                  <a:pt x="400" y="188"/>
                  <a:pt x="384" y="203"/>
                </a:cubicBezTo>
                <a:cubicBezTo>
                  <a:pt x="369" y="219"/>
                  <a:pt x="350" y="227"/>
                  <a:pt x="328" y="227"/>
                </a:cubicBezTo>
                <a:cubicBezTo>
                  <a:pt x="306" y="227"/>
                  <a:pt x="288" y="219"/>
                  <a:pt x="272" y="203"/>
                </a:cubicBezTo>
                <a:cubicBezTo>
                  <a:pt x="257" y="188"/>
                  <a:pt x="249" y="169"/>
                  <a:pt x="249" y="147"/>
                </a:cubicBezTo>
                <a:cubicBezTo>
                  <a:pt x="249" y="136"/>
                  <a:pt x="251" y="125"/>
                  <a:pt x="256" y="115"/>
                </a:cubicBezTo>
                <a:cubicBezTo>
                  <a:pt x="261" y="105"/>
                  <a:pt x="267" y="96"/>
                  <a:pt x="275" y="89"/>
                </a:cubicBezTo>
                <a:cubicBezTo>
                  <a:pt x="264" y="71"/>
                  <a:pt x="264" y="71"/>
                  <a:pt x="264" y="71"/>
                </a:cubicBezTo>
                <a:cubicBezTo>
                  <a:pt x="201" y="154"/>
                  <a:pt x="201" y="154"/>
                  <a:pt x="201" y="154"/>
                </a:cubicBezTo>
                <a:cubicBezTo>
                  <a:pt x="199" y="157"/>
                  <a:pt x="196" y="159"/>
                  <a:pt x="192" y="159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55" y="178"/>
                  <a:pt x="146" y="194"/>
                  <a:pt x="131" y="207"/>
                </a:cubicBezTo>
                <a:cubicBezTo>
                  <a:pt x="116" y="220"/>
                  <a:pt x="99" y="227"/>
                  <a:pt x="79" y="227"/>
                </a:cubicBezTo>
                <a:cubicBezTo>
                  <a:pt x="57" y="227"/>
                  <a:pt x="38" y="219"/>
                  <a:pt x="23" y="203"/>
                </a:cubicBezTo>
                <a:cubicBezTo>
                  <a:pt x="7" y="188"/>
                  <a:pt x="0" y="169"/>
                  <a:pt x="0" y="147"/>
                </a:cubicBezTo>
                <a:cubicBezTo>
                  <a:pt x="0" y="126"/>
                  <a:pt x="7" y="107"/>
                  <a:pt x="23" y="91"/>
                </a:cubicBezTo>
                <a:cubicBezTo>
                  <a:pt x="38" y="76"/>
                  <a:pt x="57" y="68"/>
                  <a:pt x="79" y="68"/>
                </a:cubicBezTo>
                <a:cubicBezTo>
                  <a:pt x="92" y="68"/>
                  <a:pt x="105" y="71"/>
                  <a:pt x="117" y="78"/>
                </a:cubicBezTo>
                <a:cubicBezTo>
                  <a:pt x="141" y="46"/>
                  <a:pt x="141" y="46"/>
                  <a:pt x="141" y="46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99" y="46"/>
                  <a:pt x="96" y="44"/>
                  <a:pt x="94" y="42"/>
                </a:cubicBezTo>
                <a:cubicBezTo>
                  <a:pt x="91" y="40"/>
                  <a:pt x="90" y="37"/>
                  <a:pt x="90" y="34"/>
                </a:cubicBezTo>
                <a:cubicBezTo>
                  <a:pt x="90" y="31"/>
                  <a:pt x="91" y="28"/>
                  <a:pt x="94" y="26"/>
                </a:cubicBezTo>
                <a:cubicBezTo>
                  <a:pt x="96" y="24"/>
                  <a:pt x="99" y="23"/>
                  <a:pt x="102" y="23"/>
                </a:cubicBezTo>
                <a:cubicBezTo>
                  <a:pt x="170" y="23"/>
                  <a:pt x="170" y="23"/>
                  <a:pt x="170" y="23"/>
                </a:cubicBezTo>
                <a:cubicBezTo>
                  <a:pt x="170" y="46"/>
                  <a:pt x="170" y="46"/>
                  <a:pt x="170" y="46"/>
                </a:cubicBezTo>
                <a:cubicBezTo>
                  <a:pt x="247" y="46"/>
                  <a:pt x="247" y="46"/>
                  <a:pt x="247" y="46"/>
                </a:cubicBezTo>
                <a:cubicBezTo>
                  <a:pt x="232" y="23"/>
                  <a:pt x="232" y="23"/>
                  <a:pt x="232" y="23"/>
                </a:cubicBezTo>
                <a:cubicBezTo>
                  <a:pt x="192" y="23"/>
                  <a:pt x="192" y="23"/>
                  <a:pt x="192" y="23"/>
                </a:cubicBezTo>
                <a:cubicBezTo>
                  <a:pt x="189" y="23"/>
                  <a:pt x="187" y="22"/>
                  <a:pt x="184" y="20"/>
                </a:cubicBezTo>
                <a:cubicBezTo>
                  <a:pt x="182" y="17"/>
                  <a:pt x="181" y="15"/>
                  <a:pt x="181" y="12"/>
                </a:cubicBezTo>
                <a:cubicBezTo>
                  <a:pt x="181" y="8"/>
                  <a:pt x="182" y="6"/>
                  <a:pt x="184" y="4"/>
                </a:cubicBezTo>
                <a:cubicBezTo>
                  <a:pt x="187" y="1"/>
                  <a:pt x="189" y="0"/>
                  <a:pt x="192" y="0"/>
                </a:cubicBezTo>
                <a:cubicBezTo>
                  <a:pt x="238" y="0"/>
                  <a:pt x="238" y="0"/>
                  <a:pt x="238" y="0"/>
                </a:cubicBezTo>
                <a:cubicBezTo>
                  <a:pt x="241" y="0"/>
                  <a:pt x="245" y="2"/>
                  <a:pt x="247" y="5"/>
                </a:cubicBezTo>
                <a:cubicBezTo>
                  <a:pt x="294" y="76"/>
                  <a:pt x="294" y="76"/>
                  <a:pt x="294" y="76"/>
                </a:cubicBezTo>
                <a:cubicBezTo>
                  <a:pt x="305" y="71"/>
                  <a:pt x="316" y="68"/>
                  <a:pt x="328" y="68"/>
                </a:cubicBezTo>
                <a:cubicBezTo>
                  <a:pt x="350" y="68"/>
                  <a:pt x="369" y="76"/>
                  <a:pt x="384" y="91"/>
                </a:cubicBezTo>
                <a:cubicBezTo>
                  <a:pt x="400" y="107"/>
                  <a:pt x="407" y="126"/>
                  <a:pt x="407" y="1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67"/>
          <p:cNvSpPr>
            <a:spLocks noEditPoints="1"/>
          </p:cNvSpPr>
          <p:nvPr/>
        </p:nvSpPr>
        <p:spPr bwMode="auto">
          <a:xfrm>
            <a:off x="698501" y="1160463"/>
            <a:ext cx="333375" cy="285750"/>
          </a:xfrm>
          <a:custGeom>
            <a:avLst/>
            <a:gdLst>
              <a:gd name="T0" fmla="*/ 110 w 309"/>
              <a:gd name="T1" fmla="*/ 44 h 265"/>
              <a:gd name="T2" fmla="*/ 199 w 309"/>
              <a:gd name="T3" fmla="*/ 44 h 265"/>
              <a:gd name="T4" fmla="*/ 199 w 309"/>
              <a:gd name="T5" fmla="*/ 22 h 265"/>
              <a:gd name="T6" fmla="*/ 110 w 309"/>
              <a:gd name="T7" fmla="*/ 22 h 265"/>
              <a:gd name="T8" fmla="*/ 110 w 309"/>
              <a:gd name="T9" fmla="*/ 44 h 265"/>
              <a:gd name="T10" fmla="*/ 49 w 309"/>
              <a:gd name="T11" fmla="*/ 44 h 265"/>
              <a:gd name="T12" fmla="*/ 49 w 309"/>
              <a:gd name="T13" fmla="*/ 265 h 265"/>
              <a:gd name="T14" fmla="*/ 38 w 309"/>
              <a:gd name="T15" fmla="*/ 265 h 265"/>
              <a:gd name="T16" fmla="*/ 11 w 309"/>
              <a:gd name="T17" fmla="*/ 254 h 265"/>
              <a:gd name="T18" fmla="*/ 0 w 309"/>
              <a:gd name="T19" fmla="*/ 226 h 265"/>
              <a:gd name="T20" fmla="*/ 0 w 309"/>
              <a:gd name="T21" fmla="*/ 83 h 265"/>
              <a:gd name="T22" fmla="*/ 11 w 309"/>
              <a:gd name="T23" fmla="*/ 55 h 265"/>
              <a:gd name="T24" fmla="*/ 38 w 309"/>
              <a:gd name="T25" fmla="*/ 44 h 265"/>
              <a:gd name="T26" fmla="*/ 49 w 309"/>
              <a:gd name="T27" fmla="*/ 44 h 265"/>
              <a:gd name="T28" fmla="*/ 243 w 309"/>
              <a:gd name="T29" fmla="*/ 44 h 265"/>
              <a:gd name="T30" fmla="*/ 243 w 309"/>
              <a:gd name="T31" fmla="*/ 265 h 265"/>
              <a:gd name="T32" fmla="*/ 66 w 309"/>
              <a:gd name="T33" fmla="*/ 265 h 265"/>
              <a:gd name="T34" fmla="*/ 66 w 309"/>
              <a:gd name="T35" fmla="*/ 44 h 265"/>
              <a:gd name="T36" fmla="*/ 88 w 309"/>
              <a:gd name="T37" fmla="*/ 44 h 265"/>
              <a:gd name="T38" fmla="*/ 88 w 309"/>
              <a:gd name="T39" fmla="*/ 16 h 265"/>
              <a:gd name="T40" fmla="*/ 93 w 309"/>
              <a:gd name="T41" fmla="*/ 4 h 265"/>
              <a:gd name="T42" fmla="*/ 105 w 309"/>
              <a:gd name="T43" fmla="*/ 0 h 265"/>
              <a:gd name="T44" fmla="*/ 204 w 309"/>
              <a:gd name="T45" fmla="*/ 0 h 265"/>
              <a:gd name="T46" fmla="*/ 216 w 309"/>
              <a:gd name="T47" fmla="*/ 4 h 265"/>
              <a:gd name="T48" fmla="*/ 221 w 309"/>
              <a:gd name="T49" fmla="*/ 16 h 265"/>
              <a:gd name="T50" fmla="*/ 221 w 309"/>
              <a:gd name="T51" fmla="*/ 44 h 265"/>
              <a:gd name="T52" fmla="*/ 243 w 309"/>
              <a:gd name="T53" fmla="*/ 44 h 265"/>
              <a:gd name="T54" fmla="*/ 309 w 309"/>
              <a:gd name="T55" fmla="*/ 83 h 265"/>
              <a:gd name="T56" fmla="*/ 309 w 309"/>
              <a:gd name="T57" fmla="*/ 226 h 265"/>
              <a:gd name="T58" fmla="*/ 298 w 309"/>
              <a:gd name="T59" fmla="*/ 254 h 265"/>
              <a:gd name="T60" fmla="*/ 270 w 309"/>
              <a:gd name="T61" fmla="*/ 265 h 265"/>
              <a:gd name="T62" fmla="*/ 259 w 309"/>
              <a:gd name="T63" fmla="*/ 265 h 265"/>
              <a:gd name="T64" fmla="*/ 259 w 309"/>
              <a:gd name="T65" fmla="*/ 44 h 265"/>
              <a:gd name="T66" fmla="*/ 270 w 309"/>
              <a:gd name="T67" fmla="*/ 44 h 265"/>
              <a:gd name="T68" fmla="*/ 298 w 309"/>
              <a:gd name="T69" fmla="*/ 55 h 265"/>
              <a:gd name="T70" fmla="*/ 309 w 309"/>
              <a:gd name="T71" fmla="*/ 83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09" h="265">
                <a:moveTo>
                  <a:pt x="110" y="44"/>
                </a:moveTo>
                <a:cubicBezTo>
                  <a:pt x="199" y="44"/>
                  <a:pt x="199" y="44"/>
                  <a:pt x="199" y="44"/>
                </a:cubicBezTo>
                <a:cubicBezTo>
                  <a:pt x="199" y="22"/>
                  <a:pt x="199" y="22"/>
                  <a:pt x="199" y="22"/>
                </a:cubicBezTo>
                <a:cubicBezTo>
                  <a:pt x="110" y="22"/>
                  <a:pt x="110" y="22"/>
                  <a:pt x="110" y="22"/>
                </a:cubicBezTo>
                <a:lnTo>
                  <a:pt x="110" y="44"/>
                </a:lnTo>
                <a:close/>
                <a:moveTo>
                  <a:pt x="49" y="44"/>
                </a:moveTo>
                <a:cubicBezTo>
                  <a:pt x="49" y="265"/>
                  <a:pt x="49" y="265"/>
                  <a:pt x="49" y="265"/>
                </a:cubicBezTo>
                <a:cubicBezTo>
                  <a:pt x="38" y="265"/>
                  <a:pt x="38" y="265"/>
                  <a:pt x="38" y="265"/>
                </a:cubicBezTo>
                <a:cubicBezTo>
                  <a:pt x="28" y="265"/>
                  <a:pt x="19" y="261"/>
                  <a:pt x="11" y="254"/>
                </a:cubicBezTo>
                <a:cubicBezTo>
                  <a:pt x="3" y="246"/>
                  <a:pt x="0" y="237"/>
                  <a:pt x="0" y="226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72"/>
                  <a:pt x="3" y="63"/>
                  <a:pt x="11" y="55"/>
                </a:cubicBezTo>
                <a:cubicBezTo>
                  <a:pt x="19" y="48"/>
                  <a:pt x="28" y="44"/>
                  <a:pt x="38" y="44"/>
                </a:cubicBezTo>
                <a:lnTo>
                  <a:pt x="49" y="44"/>
                </a:lnTo>
                <a:close/>
                <a:moveTo>
                  <a:pt x="243" y="44"/>
                </a:moveTo>
                <a:cubicBezTo>
                  <a:pt x="243" y="265"/>
                  <a:pt x="243" y="265"/>
                  <a:pt x="243" y="265"/>
                </a:cubicBezTo>
                <a:cubicBezTo>
                  <a:pt x="66" y="265"/>
                  <a:pt x="66" y="265"/>
                  <a:pt x="66" y="265"/>
                </a:cubicBezTo>
                <a:cubicBezTo>
                  <a:pt x="66" y="44"/>
                  <a:pt x="66" y="44"/>
                  <a:pt x="66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16"/>
                  <a:pt x="88" y="16"/>
                  <a:pt x="88" y="16"/>
                </a:cubicBezTo>
                <a:cubicBezTo>
                  <a:pt x="88" y="12"/>
                  <a:pt x="90" y="8"/>
                  <a:pt x="93" y="4"/>
                </a:cubicBezTo>
                <a:cubicBezTo>
                  <a:pt x="96" y="1"/>
                  <a:pt x="100" y="0"/>
                  <a:pt x="105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9" y="0"/>
                  <a:pt x="213" y="1"/>
                  <a:pt x="216" y="4"/>
                </a:cubicBezTo>
                <a:cubicBezTo>
                  <a:pt x="219" y="8"/>
                  <a:pt x="221" y="12"/>
                  <a:pt x="221" y="16"/>
                </a:cubicBezTo>
                <a:cubicBezTo>
                  <a:pt x="221" y="44"/>
                  <a:pt x="221" y="44"/>
                  <a:pt x="221" y="44"/>
                </a:cubicBezTo>
                <a:lnTo>
                  <a:pt x="243" y="44"/>
                </a:lnTo>
                <a:close/>
                <a:moveTo>
                  <a:pt x="309" y="83"/>
                </a:moveTo>
                <a:cubicBezTo>
                  <a:pt x="309" y="226"/>
                  <a:pt x="309" y="226"/>
                  <a:pt x="309" y="226"/>
                </a:cubicBezTo>
                <a:cubicBezTo>
                  <a:pt x="309" y="237"/>
                  <a:pt x="305" y="246"/>
                  <a:pt x="298" y="254"/>
                </a:cubicBezTo>
                <a:cubicBezTo>
                  <a:pt x="290" y="261"/>
                  <a:pt x="281" y="265"/>
                  <a:pt x="270" y="265"/>
                </a:cubicBezTo>
                <a:cubicBezTo>
                  <a:pt x="259" y="265"/>
                  <a:pt x="259" y="265"/>
                  <a:pt x="259" y="265"/>
                </a:cubicBezTo>
                <a:cubicBezTo>
                  <a:pt x="259" y="44"/>
                  <a:pt x="259" y="44"/>
                  <a:pt x="259" y="44"/>
                </a:cubicBezTo>
                <a:cubicBezTo>
                  <a:pt x="270" y="44"/>
                  <a:pt x="270" y="44"/>
                  <a:pt x="270" y="44"/>
                </a:cubicBezTo>
                <a:cubicBezTo>
                  <a:pt x="281" y="44"/>
                  <a:pt x="290" y="48"/>
                  <a:pt x="298" y="55"/>
                </a:cubicBezTo>
                <a:cubicBezTo>
                  <a:pt x="305" y="63"/>
                  <a:pt x="309" y="72"/>
                  <a:pt x="309" y="8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8"/>
          <p:cNvSpPr>
            <a:spLocks noEditPoints="1"/>
          </p:cNvSpPr>
          <p:nvPr/>
        </p:nvSpPr>
        <p:spPr bwMode="auto">
          <a:xfrm>
            <a:off x="1135063" y="1136650"/>
            <a:ext cx="320675" cy="333375"/>
          </a:xfrm>
          <a:custGeom>
            <a:avLst/>
            <a:gdLst>
              <a:gd name="T0" fmla="*/ 247 w 296"/>
              <a:gd name="T1" fmla="*/ 154 h 309"/>
              <a:gd name="T2" fmla="*/ 239 w 296"/>
              <a:gd name="T3" fmla="*/ 116 h 309"/>
              <a:gd name="T4" fmla="*/ 218 w 296"/>
              <a:gd name="T5" fmla="*/ 84 h 309"/>
              <a:gd name="T6" fmla="*/ 186 w 296"/>
              <a:gd name="T7" fmla="*/ 63 h 309"/>
              <a:gd name="T8" fmla="*/ 148 w 296"/>
              <a:gd name="T9" fmla="*/ 55 h 309"/>
              <a:gd name="T10" fmla="*/ 109 w 296"/>
              <a:gd name="T11" fmla="*/ 63 h 309"/>
              <a:gd name="T12" fmla="*/ 77 w 296"/>
              <a:gd name="T13" fmla="*/ 84 h 309"/>
              <a:gd name="T14" fmla="*/ 56 w 296"/>
              <a:gd name="T15" fmla="*/ 116 h 309"/>
              <a:gd name="T16" fmla="*/ 48 w 296"/>
              <a:gd name="T17" fmla="*/ 154 h 309"/>
              <a:gd name="T18" fmla="*/ 56 w 296"/>
              <a:gd name="T19" fmla="*/ 193 h 309"/>
              <a:gd name="T20" fmla="*/ 77 w 296"/>
              <a:gd name="T21" fmla="*/ 225 h 309"/>
              <a:gd name="T22" fmla="*/ 109 w 296"/>
              <a:gd name="T23" fmla="*/ 246 h 309"/>
              <a:gd name="T24" fmla="*/ 148 w 296"/>
              <a:gd name="T25" fmla="*/ 254 h 309"/>
              <a:gd name="T26" fmla="*/ 186 w 296"/>
              <a:gd name="T27" fmla="*/ 246 h 309"/>
              <a:gd name="T28" fmla="*/ 218 w 296"/>
              <a:gd name="T29" fmla="*/ 225 h 309"/>
              <a:gd name="T30" fmla="*/ 239 w 296"/>
              <a:gd name="T31" fmla="*/ 193 h 309"/>
              <a:gd name="T32" fmla="*/ 247 w 296"/>
              <a:gd name="T33" fmla="*/ 154 h 309"/>
              <a:gd name="T34" fmla="*/ 295 w 296"/>
              <a:gd name="T35" fmla="*/ 202 h 309"/>
              <a:gd name="T36" fmla="*/ 292 w 296"/>
              <a:gd name="T37" fmla="*/ 206 h 309"/>
              <a:gd name="T38" fmla="*/ 241 w 296"/>
              <a:gd name="T39" fmla="*/ 222 h 309"/>
              <a:gd name="T40" fmla="*/ 241 w 296"/>
              <a:gd name="T41" fmla="*/ 275 h 309"/>
              <a:gd name="T42" fmla="*/ 239 w 296"/>
              <a:gd name="T43" fmla="*/ 280 h 309"/>
              <a:gd name="T44" fmla="*/ 234 w 296"/>
              <a:gd name="T45" fmla="*/ 280 h 309"/>
              <a:gd name="T46" fmla="*/ 183 w 296"/>
              <a:gd name="T47" fmla="*/ 264 h 309"/>
              <a:gd name="T48" fmla="*/ 152 w 296"/>
              <a:gd name="T49" fmla="*/ 307 h 309"/>
              <a:gd name="T50" fmla="*/ 148 w 296"/>
              <a:gd name="T51" fmla="*/ 309 h 309"/>
              <a:gd name="T52" fmla="*/ 143 w 296"/>
              <a:gd name="T53" fmla="*/ 307 h 309"/>
              <a:gd name="T54" fmla="*/ 112 w 296"/>
              <a:gd name="T55" fmla="*/ 264 h 309"/>
              <a:gd name="T56" fmla="*/ 62 w 296"/>
              <a:gd name="T57" fmla="*/ 280 h 309"/>
              <a:gd name="T58" fmla="*/ 57 w 296"/>
              <a:gd name="T59" fmla="*/ 280 h 309"/>
              <a:gd name="T60" fmla="*/ 54 w 296"/>
              <a:gd name="T61" fmla="*/ 275 h 309"/>
              <a:gd name="T62" fmla="*/ 54 w 296"/>
              <a:gd name="T63" fmla="*/ 222 h 309"/>
              <a:gd name="T64" fmla="*/ 4 w 296"/>
              <a:gd name="T65" fmla="*/ 206 h 309"/>
              <a:gd name="T66" fmla="*/ 1 w 296"/>
              <a:gd name="T67" fmla="*/ 202 h 309"/>
              <a:gd name="T68" fmla="*/ 1 w 296"/>
              <a:gd name="T69" fmla="*/ 197 h 309"/>
              <a:gd name="T70" fmla="*/ 32 w 296"/>
              <a:gd name="T71" fmla="*/ 154 h 309"/>
              <a:gd name="T72" fmla="*/ 1 w 296"/>
              <a:gd name="T73" fmla="*/ 111 h 309"/>
              <a:gd name="T74" fmla="*/ 1 w 296"/>
              <a:gd name="T75" fmla="*/ 106 h 309"/>
              <a:gd name="T76" fmla="*/ 4 w 296"/>
              <a:gd name="T77" fmla="*/ 103 h 309"/>
              <a:gd name="T78" fmla="*/ 54 w 296"/>
              <a:gd name="T79" fmla="*/ 86 h 309"/>
              <a:gd name="T80" fmla="*/ 54 w 296"/>
              <a:gd name="T81" fmla="*/ 33 h 309"/>
              <a:gd name="T82" fmla="*/ 57 w 296"/>
              <a:gd name="T83" fmla="*/ 29 h 309"/>
              <a:gd name="T84" fmla="*/ 62 w 296"/>
              <a:gd name="T85" fmla="*/ 28 h 309"/>
              <a:gd name="T86" fmla="*/ 112 w 296"/>
              <a:gd name="T87" fmla="*/ 45 h 309"/>
              <a:gd name="T88" fmla="*/ 143 w 296"/>
              <a:gd name="T89" fmla="*/ 2 h 309"/>
              <a:gd name="T90" fmla="*/ 148 w 296"/>
              <a:gd name="T91" fmla="*/ 0 h 309"/>
              <a:gd name="T92" fmla="*/ 152 w 296"/>
              <a:gd name="T93" fmla="*/ 2 h 309"/>
              <a:gd name="T94" fmla="*/ 183 w 296"/>
              <a:gd name="T95" fmla="*/ 45 h 309"/>
              <a:gd name="T96" fmla="*/ 234 w 296"/>
              <a:gd name="T97" fmla="*/ 28 h 309"/>
              <a:gd name="T98" fmla="*/ 239 w 296"/>
              <a:gd name="T99" fmla="*/ 29 h 309"/>
              <a:gd name="T100" fmla="*/ 241 w 296"/>
              <a:gd name="T101" fmla="*/ 33 h 309"/>
              <a:gd name="T102" fmla="*/ 241 w 296"/>
              <a:gd name="T103" fmla="*/ 86 h 309"/>
              <a:gd name="T104" fmla="*/ 292 w 296"/>
              <a:gd name="T105" fmla="*/ 103 h 309"/>
              <a:gd name="T106" fmla="*/ 295 w 296"/>
              <a:gd name="T107" fmla="*/ 106 h 309"/>
              <a:gd name="T108" fmla="*/ 294 w 296"/>
              <a:gd name="T109" fmla="*/ 111 h 309"/>
              <a:gd name="T110" fmla="*/ 263 w 296"/>
              <a:gd name="T111" fmla="*/ 154 h 309"/>
              <a:gd name="T112" fmla="*/ 294 w 296"/>
              <a:gd name="T113" fmla="*/ 197 h 309"/>
              <a:gd name="T114" fmla="*/ 295 w 296"/>
              <a:gd name="T115" fmla="*/ 202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96" h="309">
                <a:moveTo>
                  <a:pt x="247" y="154"/>
                </a:moveTo>
                <a:cubicBezTo>
                  <a:pt x="247" y="141"/>
                  <a:pt x="245" y="128"/>
                  <a:pt x="239" y="116"/>
                </a:cubicBezTo>
                <a:cubicBezTo>
                  <a:pt x="234" y="103"/>
                  <a:pt x="227" y="93"/>
                  <a:pt x="218" y="84"/>
                </a:cubicBezTo>
                <a:cubicBezTo>
                  <a:pt x="209" y="75"/>
                  <a:pt x="199" y="68"/>
                  <a:pt x="186" y="63"/>
                </a:cubicBezTo>
                <a:cubicBezTo>
                  <a:pt x="174" y="57"/>
                  <a:pt x="161" y="55"/>
                  <a:pt x="148" y="55"/>
                </a:cubicBezTo>
                <a:cubicBezTo>
                  <a:pt x="134" y="55"/>
                  <a:pt x="121" y="57"/>
                  <a:pt x="109" y="63"/>
                </a:cubicBezTo>
                <a:cubicBezTo>
                  <a:pt x="97" y="68"/>
                  <a:pt x="86" y="75"/>
                  <a:pt x="77" y="84"/>
                </a:cubicBezTo>
                <a:cubicBezTo>
                  <a:pt x="68" y="93"/>
                  <a:pt x="61" y="103"/>
                  <a:pt x="56" y="116"/>
                </a:cubicBezTo>
                <a:cubicBezTo>
                  <a:pt x="51" y="128"/>
                  <a:pt x="48" y="141"/>
                  <a:pt x="48" y="154"/>
                </a:cubicBezTo>
                <a:cubicBezTo>
                  <a:pt x="48" y="168"/>
                  <a:pt x="51" y="181"/>
                  <a:pt x="56" y="193"/>
                </a:cubicBezTo>
                <a:cubicBezTo>
                  <a:pt x="61" y="205"/>
                  <a:pt x="68" y="216"/>
                  <a:pt x="77" y="225"/>
                </a:cubicBezTo>
                <a:cubicBezTo>
                  <a:pt x="86" y="234"/>
                  <a:pt x="97" y="241"/>
                  <a:pt x="109" y="246"/>
                </a:cubicBezTo>
                <a:cubicBezTo>
                  <a:pt x="121" y="251"/>
                  <a:pt x="134" y="254"/>
                  <a:pt x="148" y="254"/>
                </a:cubicBezTo>
                <a:cubicBezTo>
                  <a:pt x="161" y="254"/>
                  <a:pt x="174" y="251"/>
                  <a:pt x="186" y="246"/>
                </a:cubicBezTo>
                <a:cubicBezTo>
                  <a:pt x="199" y="241"/>
                  <a:pt x="209" y="234"/>
                  <a:pt x="218" y="225"/>
                </a:cubicBezTo>
                <a:cubicBezTo>
                  <a:pt x="227" y="216"/>
                  <a:pt x="234" y="205"/>
                  <a:pt x="239" y="193"/>
                </a:cubicBezTo>
                <a:cubicBezTo>
                  <a:pt x="245" y="181"/>
                  <a:pt x="247" y="168"/>
                  <a:pt x="247" y="154"/>
                </a:cubicBezTo>
                <a:close/>
                <a:moveTo>
                  <a:pt x="295" y="202"/>
                </a:moveTo>
                <a:cubicBezTo>
                  <a:pt x="295" y="204"/>
                  <a:pt x="293" y="205"/>
                  <a:pt x="292" y="206"/>
                </a:cubicBezTo>
                <a:cubicBezTo>
                  <a:pt x="241" y="222"/>
                  <a:pt x="241" y="222"/>
                  <a:pt x="241" y="222"/>
                </a:cubicBezTo>
                <a:cubicBezTo>
                  <a:pt x="241" y="275"/>
                  <a:pt x="241" y="275"/>
                  <a:pt x="241" y="275"/>
                </a:cubicBezTo>
                <a:cubicBezTo>
                  <a:pt x="241" y="277"/>
                  <a:pt x="240" y="278"/>
                  <a:pt x="239" y="280"/>
                </a:cubicBezTo>
                <a:cubicBezTo>
                  <a:pt x="237" y="281"/>
                  <a:pt x="235" y="281"/>
                  <a:pt x="234" y="280"/>
                </a:cubicBezTo>
                <a:cubicBezTo>
                  <a:pt x="183" y="264"/>
                  <a:pt x="183" y="264"/>
                  <a:pt x="183" y="264"/>
                </a:cubicBezTo>
                <a:cubicBezTo>
                  <a:pt x="152" y="307"/>
                  <a:pt x="152" y="307"/>
                  <a:pt x="152" y="307"/>
                </a:cubicBezTo>
                <a:cubicBezTo>
                  <a:pt x="151" y="308"/>
                  <a:pt x="150" y="309"/>
                  <a:pt x="148" y="309"/>
                </a:cubicBezTo>
                <a:cubicBezTo>
                  <a:pt x="146" y="309"/>
                  <a:pt x="144" y="308"/>
                  <a:pt x="143" y="307"/>
                </a:cubicBezTo>
                <a:cubicBezTo>
                  <a:pt x="112" y="264"/>
                  <a:pt x="112" y="264"/>
                  <a:pt x="112" y="264"/>
                </a:cubicBezTo>
                <a:cubicBezTo>
                  <a:pt x="62" y="280"/>
                  <a:pt x="62" y="280"/>
                  <a:pt x="62" y="280"/>
                </a:cubicBezTo>
                <a:cubicBezTo>
                  <a:pt x="60" y="281"/>
                  <a:pt x="58" y="281"/>
                  <a:pt x="57" y="280"/>
                </a:cubicBezTo>
                <a:cubicBezTo>
                  <a:pt x="55" y="278"/>
                  <a:pt x="54" y="277"/>
                  <a:pt x="54" y="275"/>
                </a:cubicBezTo>
                <a:cubicBezTo>
                  <a:pt x="54" y="222"/>
                  <a:pt x="54" y="222"/>
                  <a:pt x="54" y="222"/>
                </a:cubicBezTo>
                <a:cubicBezTo>
                  <a:pt x="4" y="206"/>
                  <a:pt x="4" y="206"/>
                  <a:pt x="4" y="206"/>
                </a:cubicBezTo>
                <a:cubicBezTo>
                  <a:pt x="2" y="205"/>
                  <a:pt x="1" y="204"/>
                  <a:pt x="1" y="202"/>
                </a:cubicBezTo>
                <a:cubicBezTo>
                  <a:pt x="0" y="200"/>
                  <a:pt x="0" y="199"/>
                  <a:pt x="1" y="197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1" y="111"/>
                  <a:pt x="1" y="111"/>
                  <a:pt x="1" y="111"/>
                </a:cubicBezTo>
                <a:cubicBezTo>
                  <a:pt x="0" y="110"/>
                  <a:pt x="0" y="108"/>
                  <a:pt x="1" y="106"/>
                </a:cubicBezTo>
                <a:cubicBezTo>
                  <a:pt x="1" y="105"/>
                  <a:pt x="2" y="104"/>
                  <a:pt x="4" y="103"/>
                </a:cubicBezTo>
                <a:cubicBezTo>
                  <a:pt x="54" y="86"/>
                  <a:pt x="54" y="86"/>
                  <a:pt x="54" y="86"/>
                </a:cubicBezTo>
                <a:cubicBezTo>
                  <a:pt x="54" y="33"/>
                  <a:pt x="54" y="33"/>
                  <a:pt x="54" y="33"/>
                </a:cubicBezTo>
                <a:cubicBezTo>
                  <a:pt x="54" y="32"/>
                  <a:pt x="55" y="30"/>
                  <a:pt x="57" y="29"/>
                </a:cubicBezTo>
                <a:cubicBezTo>
                  <a:pt x="58" y="28"/>
                  <a:pt x="60" y="28"/>
                  <a:pt x="62" y="28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43" y="2"/>
                  <a:pt x="143" y="2"/>
                  <a:pt x="143" y="2"/>
                </a:cubicBezTo>
                <a:cubicBezTo>
                  <a:pt x="144" y="0"/>
                  <a:pt x="146" y="0"/>
                  <a:pt x="148" y="0"/>
                </a:cubicBezTo>
                <a:cubicBezTo>
                  <a:pt x="150" y="0"/>
                  <a:pt x="151" y="0"/>
                  <a:pt x="152" y="2"/>
                </a:cubicBezTo>
                <a:cubicBezTo>
                  <a:pt x="183" y="45"/>
                  <a:pt x="183" y="45"/>
                  <a:pt x="183" y="45"/>
                </a:cubicBezTo>
                <a:cubicBezTo>
                  <a:pt x="234" y="28"/>
                  <a:pt x="234" y="28"/>
                  <a:pt x="234" y="28"/>
                </a:cubicBezTo>
                <a:cubicBezTo>
                  <a:pt x="235" y="28"/>
                  <a:pt x="237" y="28"/>
                  <a:pt x="239" y="29"/>
                </a:cubicBezTo>
                <a:cubicBezTo>
                  <a:pt x="240" y="30"/>
                  <a:pt x="241" y="32"/>
                  <a:pt x="241" y="33"/>
                </a:cubicBezTo>
                <a:cubicBezTo>
                  <a:pt x="241" y="86"/>
                  <a:pt x="241" y="86"/>
                  <a:pt x="241" y="86"/>
                </a:cubicBezTo>
                <a:cubicBezTo>
                  <a:pt x="292" y="103"/>
                  <a:pt x="292" y="103"/>
                  <a:pt x="292" y="103"/>
                </a:cubicBezTo>
                <a:cubicBezTo>
                  <a:pt x="293" y="104"/>
                  <a:pt x="295" y="105"/>
                  <a:pt x="295" y="106"/>
                </a:cubicBezTo>
                <a:cubicBezTo>
                  <a:pt x="296" y="108"/>
                  <a:pt x="295" y="110"/>
                  <a:pt x="294" y="111"/>
                </a:cubicBezTo>
                <a:cubicBezTo>
                  <a:pt x="263" y="154"/>
                  <a:pt x="263" y="154"/>
                  <a:pt x="263" y="154"/>
                </a:cubicBezTo>
                <a:cubicBezTo>
                  <a:pt x="294" y="197"/>
                  <a:pt x="294" y="197"/>
                  <a:pt x="294" y="197"/>
                </a:cubicBezTo>
                <a:cubicBezTo>
                  <a:pt x="295" y="199"/>
                  <a:pt x="296" y="200"/>
                  <a:pt x="295" y="2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9"/>
          <p:cNvSpPr>
            <a:spLocks noEditPoints="1"/>
          </p:cNvSpPr>
          <p:nvPr/>
        </p:nvSpPr>
        <p:spPr bwMode="auto">
          <a:xfrm>
            <a:off x="1582738" y="1136650"/>
            <a:ext cx="285750" cy="333375"/>
          </a:xfrm>
          <a:custGeom>
            <a:avLst/>
            <a:gdLst>
              <a:gd name="T0" fmla="*/ 188 w 265"/>
              <a:gd name="T1" fmla="*/ 0 h 309"/>
              <a:gd name="T2" fmla="*/ 242 w 265"/>
              <a:gd name="T3" fmla="*/ 16 h 309"/>
              <a:gd name="T4" fmla="*/ 265 w 265"/>
              <a:gd name="T5" fmla="*/ 55 h 309"/>
              <a:gd name="T6" fmla="*/ 265 w 265"/>
              <a:gd name="T7" fmla="*/ 210 h 309"/>
              <a:gd name="T8" fmla="*/ 243 w 265"/>
              <a:gd name="T9" fmla="*/ 248 h 309"/>
              <a:gd name="T10" fmla="*/ 190 w 265"/>
              <a:gd name="T11" fmla="*/ 265 h 309"/>
              <a:gd name="T12" fmla="*/ 227 w 265"/>
              <a:gd name="T13" fmla="*/ 300 h 309"/>
              <a:gd name="T14" fmla="*/ 229 w 265"/>
              <a:gd name="T15" fmla="*/ 306 h 309"/>
              <a:gd name="T16" fmla="*/ 223 w 265"/>
              <a:gd name="T17" fmla="*/ 309 h 309"/>
              <a:gd name="T18" fmla="*/ 41 w 265"/>
              <a:gd name="T19" fmla="*/ 309 h 309"/>
              <a:gd name="T20" fmla="*/ 36 w 265"/>
              <a:gd name="T21" fmla="*/ 306 h 309"/>
              <a:gd name="T22" fmla="*/ 37 w 265"/>
              <a:gd name="T23" fmla="*/ 300 h 309"/>
              <a:gd name="T24" fmla="*/ 74 w 265"/>
              <a:gd name="T25" fmla="*/ 265 h 309"/>
              <a:gd name="T26" fmla="*/ 21 w 265"/>
              <a:gd name="T27" fmla="*/ 248 h 309"/>
              <a:gd name="T28" fmla="*/ 0 w 265"/>
              <a:gd name="T29" fmla="*/ 210 h 309"/>
              <a:gd name="T30" fmla="*/ 0 w 265"/>
              <a:gd name="T31" fmla="*/ 55 h 309"/>
              <a:gd name="T32" fmla="*/ 22 w 265"/>
              <a:gd name="T33" fmla="*/ 16 h 309"/>
              <a:gd name="T34" fmla="*/ 77 w 265"/>
              <a:gd name="T35" fmla="*/ 0 h 309"/>
              <a:gd name="T36" fmla="*/ 188 w 265"/>
              <a:gd name="T37" fmla="*/ 0 h 309"/>
              <a:gd name="T38" fmla="*/ 132 w 265"/>
              <a:gd name="T39" fmla="*/ 232 h 309"/>
              <a:gd name="T40" fmla="*/ 156 w 265"/>
              <a:gd name="T41" fmla="*/ 222 h 309"/>
              <a:gd name="T42" fmla="*/ 165 w 265"/>
              <a:gd name="T43" fmla="*/ 199 h 309"/>
              <a:gd name="T44" fmla="*/ 156 w 265"/>
              <a:gd name="T45" fmla="*/ 175 h 309"/>
              <a:gd name="T46" fmla="*/ 132 w 265"/>
              <a:gd name="T47" fmla="*/ 165 h 309"/>
              <a:gd name="T48" fmla="*/ 109 w 265"/>
              <a:gd name="T49" fmla="*/ 175 h 309"/>
              <a:gd name="T50" fmla="*/ 99 w 265"/>
              <a:gd name="T51" fmla="*/ 199 h 309"/>
              <a:gd name="T52" fmla="*/ 109 w 265"/>
              <a:gd name="T53" fmla="*/ 222 h 309"/>
              <a:gd name="T54" fmla="*/ 132 w 265"/>
              <a:gd name="T55" fmla="*/ 232 h 309"/>
              <a:gd name="T56" fmla="*/ 232 w 265"/>
              <a:gd name="T57" fmla="*/ 132 h 309"/>
              <a:gd name="T58" fmla="*/ 232 w 265"/>
              <a:gd name="T59" fmla="*/ 44 h 309"/>
              <a:gd name="T60" fmla="*/ 33 w 265"/>
              <a:gd name="T61" fmla="*/ 44 h 309"/>
              <a:gd name="T62" fmla="*/ 33 w 265"/>
              <a:gd name="T63" fmla="*/ 132 h 309"/>
              <a:gd name="T64" fmla="*/ 232 w 265"/>
              <a:gd name="T65" fmla="*/ 132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5" h="309">
                <a:moveTo>
                  <a:pt x="188" y="0"/>
                </a:moveTo>
                <a:cubicBezTo>
                  <a:pt x="209" y="0"/>
                  <a:pt x="227" y="5"/>
                  <a:pt x="242" y="16"/>
                </a:cubicBezTo>
                <a:cubicBezTo>
                  <a:pt x="257" y="26"/>
                  <a:pt x="265" y="40"/>
                  <a:pt x="265" y="55"/>
                </a:cubicBezTo>
                <a:cubicBezTo>
                  <a:pt x="265" y="210"/>
                  <a:pt x="265" y="210"/>
                  <a:pt x="265" y="210"/>
                </a:cubicBezTo>
                <a:cubicBezTo>
                  <a:pt x="265" y="225"/>
                  <a:pt x="258" y="237"/>
                  <a:pt x="243" y="248"/>
                </a:cubicBezTo>
                <a:cubicBezTo>
                  <a:pt x="229" y="259"/>
                  <a:pt x="211" y="264"/>
                  <a:pt x="190" y="265"/>
                </a:cubicBezTo>
                <a:cubicBezTo>
                  <a:pt x="227" y="300"/>
                  <a:pt x="227" y="300"/>
                  <a:pt x="227" y="300"/>
                </a:cubicBezTo>
                <a:cubicBezTo>
                  <a:pt x="229" y="301"/>
                  <a:pt x="230" y="303"/>
                  <a:pt x="229" y="306"/>
                </a:cubicBezTo>
                <a:cubicBezTo>
                  <a:pt x="228" y="308"/>
                  <a:pt x="226" y="309"/>
                  <a:pt x="223" y="309"/>
                </a:cubicBezTo>
                <a:cubicBezTo>
                  <a:pt x="41" y="309"/>
                  <a:pt x="41" y="309"/>
                  <a:pt x="41" y="309"/>
                </a:cubicBezTo>
                <a:cubicBezTo>
                  <a:pt x="38" y="309"/>
                  <a:pt x="37" y="308"/>
                  <a:pt x="36" y="306"/>
                </a:cubicBezTo>
                <a:cubicBezTo>
                  <a:pt x="35" y="303"/>
                  <a:pt x="35" y="301"/>
                  <a:pt x="37" y="300"/>
                </a:cubicBezTo>
                <a:cubicBezTo>
                  <a:pt x="74" y="265"/>
                  <a:pt x="74" y="265"/>
                  <a:pt x="74" y="265"/>
                </a:cubicBezTo>
                <a:cubicBezTo>
                  <a:pt x="53" y="264"/>
                  <a:pt x="36" y="259"/>
                  <a:pt x="21" y="248"/>
                </a:cubicBezTo>
                <a:cubicBezTo>
                  <a:pt x="7" y="237"/>
                  <a:pt x="0" y="225"/>
                  <a:pt x="0" y="210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40"/>
                  <a:pt x="7" y="26"/>
                  <a:pt x="22" y="16"/>
                </a:cubicBezTo>
                <a:cubicBezTo>
                  <a:pt x="37" y="5"/>
                  <a:pt x="56" y="0"/>
                  <a:pt x="77" y="0"/>
                </a:cubicBezTo>
                <a:lnTo>
                  <a:pt x="188" y="0"/>
                </a:lnTo>
                <a:close/>
                <a:moveTo>
                  <a:pt x="132" y="232"/>
                </a:moveTo>
                <a:cubicBezTo>
                  <a:pt x="141" y="232"/>
                  <a:pt x="149" y="229"/>
                  <a:pt x="156" y="222"/>
                </a:cubicBezTo>
                <a:cubicBezTo>
                  <a:pt x="162" y="216"/>
                  <a:pt x="165" y="208"/>
                  <a:pt x="165" y="199"/>
                </a:cubicBezTo>
                <a:cubicBezTo>
                  <a:pt x="165" y="189"/>
                  <a:pt x="162" y="182"/>
                  <a:pt x="156" y="175"/>
                </a:cubicBezTo>
                <a:cubicBezTo>
                  <a:pt x="149" y="169"/>
                  <a:pt x="141" y="165"/>
                  <a:pt x="132" y="165"/>
                </a:cubicBezTo>
                <a:cubicBezTo>
                  <a:pt x="123" y="165"/>
                  <a:pt x="115" y="169"/>
                  <a:pt x="109" y="175"/>
                </a:cubicBezTo>
                <a:cubicBezTo>
                  <a:pt x="102" y="182"/>
                  <a:pt x="99" y="189"/>
                  <a:pt x="99" y="199"/>
                </a:cubicBezTo>
                <a:cubicBezTo>
                  <a:pt x="99" y="208"/>
                  <a:pt x="102" y="216"/>
                  <a:pt x="109" y="222"/>
                </a:cubicBezTo>
                <a:cubicBezTo>
                  <a:pt x="115" y="229"/>
                  <a:pt x="123" y="232"/>
                  <a:pt x="132" y="232"/>
                </a:cubicBezTo>
                <a:close/>
                <a:moveTo>
                  <a:pt x="232" y="132"/>
                </a:moveTo>
                <a:cubicBezTo>
                  <a:pt x="232" y="44"/>
                  <a:pt x="232" y="44"/>
                  <a:pt x="232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132"/>
                  <a:pt x="33" y="132"/>
                  <a:pt x="33" y="132"/>
                </a:cubicBezTo>
                <a:lnTo>
                  <a:pt x="232" y="13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70"/>
          <p:cNvSpPr>
            <a:spLocks noEditPoints="1"/>
          </p:cNvSpPr>
          <p:nvPr/>
        </p:nvSpPr>
        <p:spPr bwMode="auto">
          <a:xfrm>
            <a:off x="2000251" y="1173163"/>
            <a:ext cx="311150" cy="261938"/>
          </a:xfrm>
          <a:custGeom>
            <a:avLst/>
            <a:gdLst>
              <a:gd name="T0" fmla="*/ 87 w 287"/>
              <a:gd name="T1" fmla="*/ 178 h 243"/>
              <a:gd name="T2" fmla="*/ 24 w 287"/>
              <a:gd name="T3" fmla="*/ 178 h 243"/>
              <a:gd name="T4" fmla="*/ 24 w 287"/>
              <a:gd name="T5" fmla="*/ 219 h 243"/>
              <a:gd name="T6" fmla="*/ 87 w 287"/>
              <a:gd name="T7" fmla="*/ 219 h 243"/>
              <a:gd name="T8" fmla="*/ 88 w 287"/>
              <a:gd name="T9" fmla="*/ 116 h 243"/>
              <a:gd name="T10" fmla="*/ 28 w 287"/>
              <a:gd name="T11" fmla="*/ 110 h 243"/>
              <a:gd name="T12" fmla="*/ 22 w 287"/>
              <a:gd name="T13" fmla="*/ 149 h 243"/>
              <a:gd name="T14" fmla="*/ 83 w 287"/>
              <a:gd name="T15" fmla="*/ 155 h 243"/>
              <a:gd name="T16" fmla="*/ 177 w 287"/>
              <a:gd name="T17" fmla="*/ 215 h 243"/>
              <a:gd name="T18" fmla="*/ 171 w 287"/>
              <a:gd name="T19" fmla="*/ 177 h 243"/>
              <a:gd name="T20" fmla="*/ 111 w 287"/>
              <a:gd name="T21" fmla="*/ 182 h 243"/>
              <a:gd name="T22" fmla="*/ 116 w 287"/>
              <a:gd name="T23" fmla="*/ 221 h 243"/>
              <a:gd name="T24" fmla="*/ 177 w 287"/>
              <a:gd name="T25" fmla="*/ 215 h 243"/>
              <a:gd name="T26" fmla="*/ 87 w 287"/>
              <a:gd name="T27" fmla="*/ 45 h 243"/>
              <a:gd name="T28" fmla="*/ 24 w 287"/>
              <a:gd name="T29" fmla="*/ 45 h 243"/>
              <a:gd name="T30" fmla="*/ 24 w 287"/>
              <a:gd name="T31" fmla="*/ 87 h 243"/>
              <a:gd name="T32" fmla="*/ 87 w 287"/>
              <a:gd name="T33" fmla="*/ 87 h 243"/>
              <a:gd name="T34" fmla="*/ 177 w 287"/>
              <a:gd name="T35" fmla="*/ 116 h 243"/>
              <a:gd name="T36" fmla="*/ 116 w 287"/>
              <a:gd name="T37" fmla="*/ 110 h 243"/>
              <a:gd name="T38" fmla="*/ 111 w 287"/>
              <a:gd name="T39" fmla="*/ 149 h 243"/>
              <a:gd name="T40" fmla="*/ 171 w 287"/>
              <a:gd name="T41" fmla="*/ 155 h 243"/>
              <a:gd name="T42" fmla="*/ 265 w 287"/>
              <a:gd name="T43" fmla="*/ 215 h 243"/>
              <a:gd name="T44" fmla="*/ 260 w 287"/>
              <a:gd name="T45" fmla="*/ 177 h 243"/>
              <a:gd name="T46" fmla="*/ 199 w 287"/>
              <a:gd name="T47" fmla="*/ 182 h 243"/>
              <a:gd name="T48" fmla="*/ 205 w 287"/>
              <a:gd name="T49" fmla="*/ 221 h 243"/>
              <a:gd name="T50" fmla="*/ 265 w 287"/>
              <a:gd name="T51" fmla="*/ 215 h 243"/>
              <a:gd name="T52" fmla="*/ 175 w 287"/>
              <a:gd name="T53" fmla="*/ 45 h 243"/>
              <a:gd name="T54" fmla="*/ 112 w 287"/>
              <a:gd name="T55" fmla="*/ 45 h 243"/>
              <a:gd name="T56" fmla="*/ 112 w 287"/>
              <a:gd name="T57" fmla="*/ 87 h 243"/>
              <a:gd name="T58" fmla="*/ 175 w 287"/>
              <a:gd name="T59" fmla="*/ 87 h 243"/>
              <a:gd name="T60" fmla="*/ 265 w 287"/>
              <a:gd name="T61" fmla="*/ 116 h 243"/>
              <a:gd name="T62" fmla="*/ 205 w 287"/>
              <a:gd name="T63" fmla="*/ 110 h 243"/>
              <a:gd name="T64" fmla="*/ 199 w 287"/>
              <a:gd name="T65" fmla="*/ 149 h 243"/>
              <a:gd name="T66" fmla="*/ 260 w 287"/>
              <a:gd name="T67" fmla="*/ 155 h 243"/>
              <a:gd name="T68" fmla="*/ 265 w 287"/>
              <a:gd name="T69" fmla="*/ 83 h 243"/>
              <a:gd name="T70" fmla="*/ 260 w 287"/>
              <a:gd name="T71" fmla="*/ 44 h 243"/>
              <a:gd name="T72" fmla="*/ 199 w 287"/>
              <a:gd name="T73" fmla="*/ 49 h 243"/>
              <a:gd name="T74" fmla="*/ 205 w 287"/>
              <a:gd name="T75" fmla="*/ 88 h 243"/>
              <a:gd name="T76" fmla="*/ 265 w 287"/>
              <a:gd name="T77" fmla="*/ 83 h 243"/>
              <a:gd name="T78" fmla="*/ 279 w 287"/>
              <a:gd name="T79" fmla="*/ 235 h 243"/>
              <a:gd name="T80" fmla="*/ 8 w 287"/>
              <a:gd name="T81" fmla="*/ 235 h 243"/>
              <a:gd name="T82" fmla="*/ 8 w 287"/>
              <a:gd name="T83" fmla="*/ 8 h 243"/>
              <a:gd name="T84" fmla="*/ 279 w 287"/>
              <a:gd name="T85" fmla="*/ 8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7" h="243">
                <a:moveTo>
                  <a:pt x="88" y="215"/>
                </a:moveTo>
                <a:cubicBezTo>
                  <a:pt x="88" y="182"/>
                  <a:pt x="88" y="182"/>
                  <a:pt x="88" y="182"/>
                </a:cubicBezTo>
                <a:cubicBezTo>
                  <a:pt x="88" y="181"/>
                  <a:pt x="88" y="179"/>
                  <a:pt x="87" y="178"/>
                </a:cubicBezTo>
                <a:cubicBezTo>
                  <a:pt x="86" y="177"/>
                  <a:pt x="84" y="177"/>
                  <a:pt x="83" y="177"/>
                </a:cubicBezTo>
                <a:cubicBezTo>
                  <a:pt x="28" y="177"/>
                  <a:pt x="28" y="177"/>
                  <a:pt x="28" y="177"/>
                </a:cubicBezTo>
                <a:cubicBezTo>
                  <a:pt x="26" y="177"/>
                  <a:pt x="25" y="177"/>
                  <a:pt x="24" y="178"/>
                </a:cubicBezTo>
                <a:cubicBezTo>
                  <a:pt x="23" y="179"/>
                  <a:pt x="22" y="181"/>
                  <a:pt x="22" y="182"/>
                </a:cubicBezTo>
                <a:cubicBezTo>
                  <a:pt x="22" y="215"/>
                  <a:pt x="22" y="215"/>
                  <a:pt x="22" y="215"/>
                </a:cubicBezTo>
                <a:cubicBezTo>
                  <a:pt x="22" y="217"/>
                  <a:pt x="23" y="218"/>
                  <a:pt x="24" y="219"/>
                </a:cubicBezTo>
                <a:cubicBezTo>
                  <a:pt x="25" y="220"/>
                  <a:pt x="26" y="221"/>
                  <a:pt x="28" y="221"/>
                </a:cubicBezTo>
                <a:cubicBezTo>
                  <a:pt x="83" y="221"/>
                  <a:pt x="83" y="221"/>
                  <a:pt x="83" y="221"/>
                </a:cubicBezTo>
                <a:cubicBezTo>
                  <a:pt x="84" y="221"/>
                  <a:pt x="86" y="220"/>
                  <a:pt x="87" y="219"/>
                </a:cubicBezTo>
                <a:cubicBezTo>
                  <a:pt x="88" y="218"/>
                  <a:pt x="88" y="217"/>
                  <a:pt x="88" y="215"/>
                </a:cubicBezTo>
                <a:close/>
                <a:moveTo>
                  <a:pt x="88" y="149"/>
                </a:moveTo>
                <a:cubicBezTo>
                  <a:pt x="88" y="116"/>
                  <a:pt x="88" y="116"/>
                  <a:pt x="88" y="116"/>
                </a:cubicBezTo>
                <a:cubicBezTo>
                  <a:pt x="88" y="114"/>
                  <a:pt x="88" y="113"/>
                  <a:pt x="87" y="112"/>
                </a:cubicBezTo>
                <a:cubicBezTo>
                  <a:pt x="86" y="111"/>
                  <a:pt x="84" y="110"/>
                  <a:pt x="83" y="110"/>
                </a:cubicBezTo>
                <a:cubicBezTo>
                  <a:pt x="28" y="110"/>
                  <a:pt x="28" y="110"/>
                  <a:pt x="28" y="110"/>
                </a:cubicBezTo>
                <a:cubicBezTo>
                  <a:pt x="26" y="110"/>
                  <a:pt x="25" y="111"/>
                  <a:pt x="24" y="112"/>
                </a:cubicBezTo>
                <a:cubicBezTo>
                  <a:pt x="23" y="113"/>
                  <a:pt x="22" y="114"/>
                  <a:pt x="22" y="116"/>
                </a:cubicBezTo>
                <a:cubicBezTo>
                  <a:pt x="22" y="149"/>
                  <a:pt x="22" y="149"/>
                  <a:pt x="22" y="149"/>
                </a:cubicBezTo>
                <a:cubicBezTo>
                  <a:pt x="22" y="151"/>
                  <a:pt x="23" y="152"/>
                  <a:pt x="24" y="153"/>
                </a:cubicBezTo>
                <a:cubicBezTo>
                  <a:pt x="25" y="154"/>
                  <a:pt x="26" y="155"/>
                  <a:pt x="28" y="155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5"/>
                  <a:pt x="86" y="154"/>
                  <a:pt x="87" y="153"/>
                </a:cubicBezTo>
                <a:cubicBezTo>
                  <a:pt x="88" y="152"/>
                  <a:pt x="88" y="151"/>
                  <a:pt x="88" y="149"/>
                </a:cubicBezTo>
                <a:close/>
                <a:moveTo>
                  <a:pt x="177" y="215"/>
                </a:moveTo>
                <a:cubicBezTo>
                  <a:pt x="177" y="182"/>
                  <a:pt x="177" y="182"/>
                  <a:pt x="177" y="182"/>
                </a:cubicBezTo>
                <a:cubicBezTo>
                  <a:pt x="177" y="181"/>
                  <a:pt x="176" y="179"/>
                  <a:pt x="175" y="178"/>
                </a:cubicBezTo>
                <a:cubicBezTo>
                  <a:pt x="174" y="177"/>
                  <a:pt x="173" y="177"/>
                  <a:pt x="171" y="177"/>
                </a:cubicBezTo>
                <a:cubicBezTo>
                  <a:pt x="116" y="177"/>
                  <a:pt x="116" y="177"/>
                  <a:pt x="116" y="177"/>
                </a:cubicBezTo>
                <a:cubicBezTo>
                  <a:pt x="114" y="177"/>
                  <a:pt x="113" y="177"/>
                  <a:pt x="112" y="178"/>
                </a:cubicBezTo>
                <a:cubicBezTo>
                  <a:pt x="111" y="179"/>
                  <a:pt x="111" y="181"/>
                  <a:pt x="111" y="182"/>
                </a:cubicBezTo>
                <a:cubicBezTo>
                  <a:pt x="111" y="215"/>
                  <a:pt x="111" y="215"/>
                  <a:pt x="111" y="215"/>
                </a:cubicBezTo>
                <a:cubicBezTo>
                  <a:pt x="111" y="217"/>
                  <a:pt x="111" y="218"/>
                  <a:pt x="112" y="219"/>
                </a:cubicBezTo>
                <a:cubicBezTo>
                  <a:pt x="113" y="220"/>
                  <a:pt x="114" y="221"/>
                  <a:pt x="116" y="221"/>
                </a:cubicBezTo>
                <a:cubicBezTo>
                  <a:pt x="171" y="221"/>
                  <a:pt x="171" y="221"/>
                  <a:pt x="171" y="221"/>
                </a:cubicBezTo>
                <a:cubicBezTo>
                  <a:pt x="173" y="221"/>
                  <a:pt x="174" y="220"/>
                  <a:pt x="175" y="219"/>
                </a:cubicBezTo>
                <a:cubicBezTo>
                  <a:pt x="176" y="218"/>
                  <a:pt x="177" y="217"/>
                  <a:pt x="177" y="215"/>
                </a:cubicBezTo>
                <a:close/>
                <a:moveTo>
                  <a:pt x="88" y="83"/>
                </a:moveTo>
                <a:cubicBezTo>
                  <a:pt x="88" y="49"/>
                  <a:pt x="88" y="49"/>
                  <a:pt x="88" y="49"/>
                </a:cubicBezTo>
                <a:cubicBezTo>
                  <a:pt x="88" y="48"/>
                  <a:pt x="88" y="47"/>
                  <a:pt x="87" y="45"/>
                </a:cubicBezTo>
                <a:cubicBezTo>
                  <a:pt x="86" y="44"/>
                  <a:pt x="84" y="44"/>
                  <a:pt x="83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6" y="44"/>
                  <a:pt x="25" y="44"/>
                  <a:pt x="24" y="45"/>
                </a:cubicBezTo>
                <a:cubicBezTo>
                  <a:pt x="23" y="47"/>
                  <a:pt x="22" y="48"/>
                  <a:pt x="22" y="49"/>
                </a:cubicBezTo>
                <a:cubicBezTo>
                  <a:pt x="22" y="83"/>
                  <a:pt x="22" y="83"/>
                  <a:pt x="22" y="83"/>
                </a:cubicBezTo>
                <a:cubicBezTo>
                  <a:pt x="22" y="84"/>
                  <a:pt x="23" y="86"/>
                  <a:pt x="24" y="87"/>
                </a:cubicBezTo>
                <a:cubicBezTo>
                  <a:pt x="25" y="88"/>
                  <a:pt x="26" y="88"/>
                  <a:pt x="28" y="88"/>
                </a:cubicBezTo>
                <a:cubicBezTo>
                  <a:pt x="83" y="88"/>
                  <a:pt x="83" y="88"/>
                  <a:pt x="83" y="88"/>
                </a:cubicBezTo>
                <a:cubicBezTo>
                  <a:pt x="84" y="88"/>
                  <a:pt x="86" y="88"/>
                  <a:pt x="87" y="87"/>
                </a:cubicBezTo>
                <a:cubicBezTo>
                  <a:pt x="88" y="86"/>
                  <a:pt x="88" y="84"/>
                  <a:pt x="88" y="83"/>
                </a:cubicBezTo>
                <a:close/>
                <a:moveTo>
                  <a:pt x="177" y="149"/>
                </a:moveTo>
                <a:cubicBezTo>
                  <a:pt x="177" y="116"/>
                  <a:pt x="177" y="116"/>
                  <a:pt x="177" y="116"/>
                </a:cubicBezTo>
                <a:cubicBezTo>
                  <a:pt x="177" y="114"/>
                  <a:pt x="176" y="113"/>
                  <a:pt x="175" y="112"/>
                </a:cubicBezTo>
                <a:cubicBezTo>
                  <a:pt x="174" y="111"/>
                  <a:pt x="173" y="110"/>
                  <a:pt x="171" y="110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4" y="110"/>
                  <a:pt x="113" y="111"/>
                  <a:pt x="112" y="112"/>
                </a:cubicBezTo>
                <a:cubicBezTo>
                  <a:pt x="111" y="113"/>
                  <a:pt x="111" y="114"/>
                  <a:pt x="111" y="116"/>
                </a:cubicBezTo>
                <a:cubicBezTo>
                  <a:pt x="111" y="149"/>
                  <a:pt x="111" y="149"/>
                  <a:pt x="111" y="149"/>
                </a:cubicBezTo>
                <a:cubicBezTo>
                  <a:pt x="111" y="151"/>
                  <a:pt x="111" y="152"/>
                  <a:pt x="112" y="153"/>
                </a:cubicBezTo>
                <a:cubicBezTo>
                  <a:pt x="113" y="154"/>
                  <a:pt x="114" y="155"/>
                  <a:pt x="116" y="155"/>
                </a:cubicBezTo>
                <a:cubicBezTo>
                  <a:pt x="171" y="155"/>
                  <a:pt x="171" y="155"/>
                  <a:pt x="171" y="155"/>
                </a:cubicBezTo>
                <a:cubicBezTo>
                  <a:pt x="173" y="155"/>
                  <a:pt x="174" y="154"/>
                  <a:pt x="175" y="153"/>
                </a:cubicBezTo>
                <a:cubicBezTo>
                  <a:pt x="176" y="152"/>
                  <a:pt x="177" y="151"/>
                  <a:pt x="177" y="149"/>
                </a:cubicBezTo>
                <a:close/>
                <a:moveTo>
                  <a:pt x="265" y="215"/>
                </a:moveTo>
                <a:cubicBezTo>
                  <a:pt x="265" y="182"/>
                  <a:pt x="265" y="182"/>
                  <a:pt x="265" y="182"/>
                </a:cubicBezTo>
                <a:cubicBezTo>
                  <a:pt x="265" y="181"/>
                  <a:pt x="265" y="179"/>
                  <a:pt x="264" y="178"/>
                </a:cubicBezTo>
                <a:cubicBezTo>
                  <a:pt x="263" y="177"/>
                  <a:pt x="261" y="177"/>
                  <a:pt x="260" y="177"/>
                </a:cubicBezTo>
                <a:cubicBezTo>
                  <a:pt x="205" y="177"/>
                  <a:pt x="205" y="177"/>
                  <a:pt x="205" y="177"/>
                </a:cubicBezTo>
                <a:cubicBezTo>
                  <a:pt x="203" y="177"/>
                  <a:pt x="202" y="177"/>
                  <a:pt x="201" y="178"/>
                </a:cubicBezTo>
                <a:cubicBezTo>
                  <a:pt x="200" y="179"/>
                  <a:pt x="199" y="181"/>
                  <a:pt x="199" y="182"/>
                </a:cubicBezTo>
                <a:cubicBezTo>
                  <a:pt x="199" y="215"/>
                  <a:pt x="199" y="215"/>
                  <a:pt x="199" y="215"/>
                </a:cubicBezTo>
                <a:cubicBezTo>
                  <a:pt x="199" y="217"/>
                  <a:pt x="200" y="218"/>
                  <a:pt x="201" y="219"/>
                </a:cubicBezTo>
                <a:cubicBezTo>
                  <a:pt x="202" y="220"/>
                  <a:pt x="203" y="221"/>
                  <a:pt x="205" y="221"/>
                </a:cubicBezTo>
                <a:cubicBezTo>
                  <a:pt x="260" y="221"/>
                  <a:pt x="260" y="221"/>
                  <a:pt x="260" y="221"/>
                </a:cubicBezTo>
                <a:cubicBezTo>
                  <a:pt x="261" y="221"/>
                  <a:pt x="263" y="220"/>
                  <a:pt x="264" y="219"/>
                </a:cubicBezTo>
                <a:cubicBezTo>
                  <a:pt x="265" y="218"/>
                  <a:pt x="265" y="217"/>
                  <a:pt x="265" y="215"/>
                </a:cubicBezTo>
                <a:close/>
                <a:moveTo>
                  <a:pt x="177" y="83"/>
                </a:moveTo>
                <a:cubicBezTo>
                  <a:pt x="177" y="49"/>
                  <a:pt x="177" y="49"/>
                  <a:pt x="177" y="49"/>
                </a:cubicBezTo>
                <a:cubicBezTo>
                  <a:pt x="177" y="48"/>
                  <a:pt x="176" y="47"/>
                  <a:pt x="175" y="45"/>
                </a:cubicBezTo>
                <a:cubicBezTo>
                  <a:pt x="174" y="44"/>
                  <a:pt x="173" y="44"/>
                  <a:pt x="171" y="44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4" y="44"/>
                  <a:pt x="113" y="44"/>
                  <a:pt x="112" y="45"/>
                </a:cubicBezTo>
                <a:cubicBezTo>
                  <a:pt x="111" y="47"/>
                  <a:pt x="111" y="48"/>
                  <a:pt x="111" y="49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1" y="84"/>
                  <a:pt x="111" y="86"/>
                  <a:pt x="112" y="87"/>
                </a:cubicBezTo>
                <a:cubicBezTo>
                  <a:pt x="113" y="88"/>
                  <a:pt x="114" y="88"/>
                  <a:pt x="116" y="88"/>
                </a:cubicBezTo>
                <a:cubicBezTo>
                  <a:pt x="171" y="88"/>
                  <a:pt x="171" y="88"/>
                  <a:pt x="171" y="88"/>
                </a:cubicBezTo>
                <a:cubicBezTo>
                  <a:pt x="173" y="88"/>
                  <a:pt x="174" y="88"/>
                  <a:pt x="175" y="87"/>
                </a:cubicBezTo>
                <a:cubicBezTo>
                  <a:pt x="176" y="86"/>
                  <a:pt x="177" y="84"/>
                  <a:pt x="177" y="83"/>
                </a:cubicBezTo>
                <a:close/>
                <a:moveTo>
                  <a:pt x="265" y="149"/>
                </a:moveTo>
                <a:cubicBezTo>
                  <a:pt x="265" y="116"/>
                  <a:pt x="265" y="116"/>
                  <a:pt x="265" y="116"/>
                </a:cubicBezTo>
                <a:cubicBezTo>
                  <a:pt x="265" y="114"/>
                  <a:pt x="265" y="113"/>
                  <a:pt x="264" y="112"/>
                </a:cubicBezTo>
                <a:cubicBezTo>
                  <a:pt x="263" y="111"/>
                  <a:pt x="261" y="110"/>
                  <a:pt x="260" y="110"/>
                </a:cubicBezTo>
                <a:cubicBezTo>
                  <a:pt x="205" y="110"/>
                  <a:pt x="205" y="110"/>
                  <a:pt x="205" y="110"/>
                </a:cubicBezTo>
                <a:cubicBezTo>
                  <a:pt x="203" y="110"/>
                  <a:pt x="202" y="111"/>
                  <a:pt x="201" y="112"/>
                </a:cubicBezTo>
                <a:cubicBezTo>
                  <a:pt x="200" y="113"/>
                  <a:pt x="199" y="114"/>
                  <a:pt x="199" y="116"/>
                </a:cubicBezTo>
                <a:cubicBezTo>
                  <a:pt x="199" y="149"/>
                  <a:pt x="199" y="149"/>
                  <a:pt x="199" y="149"/>
                </a:cubicBezTo>
                <a:cubicBezTo>
                  <a:pt x="199" y="151"/>
                  <a:pt x="200" y="152"/>
                  <a:pt x="201" y="153"/>
                </a:cubicBezTo>
                <a:cubicBezTo>
                  <a:pt x="202" y="154"/>
                  <a:pt x="203" y="155"/>
                  <a:pt x="205" y="155"/>
                </a:cubicBezTo>
                <a:cubicBezTo>
                  <a:pt x="260" y="155"/>
                  <a:pt x="260" y="155"/>
                  <a:pt x="260" y="155"/>
                </a:cubicBezTo>
                <a:cubicBezTo>
                  <a:pt x="261" y="155"/>
                  <a:pt x="263" y="154"/>
                  <a:pt x="264" y="153"/>
                </a:cubicBezTo>
                <a:cubicBezTo>
                  <a:pt x="265" y="152"/>
                  <a:pt x="265" y="151"/>
                  <a:pt x="265" y="149"/>
                </a:cubicBezTo>
                <a:close/>
                <a:moveTo>
                  <a:pt x="265" y="83"/>
                </a:moveTo>
                <a:cubicBezTo>
                  <a:pt x="265" y="49"/>
                  <a:pt x="265" y="49"/>
                  <a:pt x="265" y="49"/>
                </a:cubicBezTo>
                <a:cubicBezTo>
                  <a:pt x="265" y="48"/>
                  <a:pt x="265" y="47"/>
                  <a:pt x="264" y="45"/>
                </a:cubicBezTo>
                <a:cubicBezTo>
                  <a:pt x="263" y="44"/>
                  <a:pt x="261" y="44"/>
                  <a:pt x="260" y="44"/>
                </a:cubicBezTo>
                <a:cubicBezTo>
                  <a:pt x="205" y="44"/>
                  <a:pt x="205" y="44"/>
                  <a:pt x="205" y="44"/>
                </a:cubicBezTo>
                <a:cubicBezTo>
                  <a:pt x="203" y="44"/>
                  <a:pt x="202" y="44"/>
                  <a:pt x="201" y="45"/>
                </a:cubicBezTo>
                <a:cubicBezTo>
                  <a:pt x="200" y="47"/>
                  <a:pt x="199" y="48"/>
                  <a:pt x="199" y="49"/>
                </a:cubicBezTo>
                <a:cubicBezTo>
                  <a:pt x="199" y="83"/>
                  <a:pt x="199" y="83"/>
                  <a:pt x="199" y="83"/>
                </a:cubicBezTo>
                <a:cubicBezTo>
                  <a:pt x="199" y="84"/>
                  <a:pt x="200" y="86"/>
                  <a:pt x="201" y="87"/>
                </a:cubicBezTo>
                <a:cubicBezTo>
                  <a:pt x="202" y="88"/>
                  <a:pt x="203" y="88"/>
                  <a:pt x="205" y="88"/>
                </a:cubicBezTo>
                <a:cubicBezTo>
                  <a:pt x="260" y="88"/>
                  <a:pt x="260" y="88"/>
                  <a:pt x="260" y="88"/>
                </a:cubicBezTo>
                <a:cubicBezTo>
                  <a:pt x="261" y="88"/>
                  <a:pt x="263" y="88"/>
                  <a:pt x="264" y="87"/>
                </a:cubicBezTo>
                <a:cubicBezTo>
                  <a:pt x="265" y="86"/>
                  <a:pt x="265" y="84"/>
                  <a:pt x="265" y="83"/>
                </a:cubicBezTo>
                <a:close/>
                <a:moveTo>
                  <a:pt x="287" y="27"/>
                </a:moveTo>
                <a:cubicBezTo>
                  <a:pt x="287" y="215"/>
                  <a:pt x="287" y="215"/>
                  <a:pt x="287" y="215"/>
                </a:cubicBezTo>
                <a:cubicBezTo>
                  <a:pt x="287" y="223"/>
                  <a:pt x="285" y="229"/>
                  <a:pt x="279" y="235"/>
                </a:cubicBezTo>
                <a:cubicBezTo>
                  <a:pt x="274" y="240"/>
                  <a:pt x="267" y="243"/>
                  <a:pt x="260" y="243"/>
                </a:cubicBezTo>
                <a:cubicBezTo>
                  <a:pt x="28" y="243"/>
                  <a:pt x="28" y="243"/>
                  <a:pt x="28" y="243"/>
                </a:cubicBezTo>
                <a:cubicBezTo>
                  <a:pt x="20" y="243"/>
                  <a:pt x="13" y="240"/>
                  <a:pt x="8" y="235"/>
                </a:cubicBezTo>
                <a:cubicBezTo>
                  <a:pt x="3" y="229"/>
                  <a:pt x="0" y="223"/>
                  <a:pt x="0" y="21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0"/>
                  <a:pt x="3" y="13"/>
                  <a:pt x="8" y="8"/>
                </a:cubicBezTo>
                <a:cubicBezTo>
                  <a:pt x="13" y="2"/>
                  <a:pt x="20" y="0"/>
                  <a:pt x="28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7" y="0"/>
                  <a:pt x="274" y="2"/>
                  <a:pt x="279" y="8"/>
                </a:cubicBezTo>
                <a:cubicBezTo>
                  <a:pt x="285" y="13"/>
                  <a:pt x="287" y="20"/>
                  <a:pt x="287" y="2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71"/>
          <p:cNvSpPr>
            <a:spLocks noEditPoints="1"/>
          </p:cNvSpPr>
          <p:nvPr/>
        </p:nvSpPr>
        <p:spPr bwMode="auto">
          <a:xfrm>
            <a:off x="2479676" y="1173163"/>
            <a:ext cx="214313" cy="261938"/>
          </a:xfrm>
          <a:custGeom>
            <a:avLst/>
            <a:gdLst>
              <a:gd name="T0" fmla="*/ 110 w 199"/>
              <a:gd name="T1" fmla="*/ 221 h 243"/>
              <a:gd name="T2" fmla="*/ 107 w 199"/>
              <a:gd name="T3" fmla="*/ 213 h 243"/>
              <a:gd name="T4" fmla="*/ 99 w 199"/>
              <a:gd name="T5" fmla="*/ 210 h 243"/>
              <a:gd name="T6" fmla="*/ 91 w 199"/>
              <a:gd name="T7" fmla="*/ 213 h 243"/>
              <a:gd name="T8" fmla="*/ 88 w 199"/>
              <a:gd name="T9" fmla="*/ 221 h 243"/>
              <a:gd name="T10" fmla="*/ 91 w 199"/>
              <a:gd name="T11" fmla="*/ 229 h 243"/>
              <a:gd name="T12" fmla="*/ 99 w 199"/>
              <a:gd name="T13" fmla="*/ 232 h 243"/>
              <a:gd name="T14" fmla="*/ 107 w 199"/>
              <a:gd name="T15" fmla="*/ 229 h 243"/>
              <a:gd name="T16" fmla="*/ 110 w 199"/>
              <a:gd name="T17" fmla="*/ 221 h 243"/>
              <a:gd name="T18" fmla="*/ 177 w 199"/>
              <a:gd name="T19" fmla="*/ 193 h 243"/>
              <a:gd name="T20" fmla="*/ 177 w 199"/>
              <a:gd name="T21" fmla="*/ 27 h 243"/>
              <a:gd name="T22" fmla="*/ 175 w 199"/>
              <a:gd name="T23" fmla="*/ 23 h 243"/>
              <a:gd name="T24" fmla="*/ 171 w 199"/>
              <a:gd name="T25" fmla="*/ 22 h 243"/>
              <a:gd name="T26" fmla="*/ 27 w 199"/>
              <a:gd name="T27" fmla="*/ 22 h 243"/>
              <a:gd name="T28" fmla="*/ 23 w 199"/>
              <a:gd name="T29" fmla="*/ 23 h 243"/>
              <a:gd name="T30" fmla="*/ 22 w 199"/>
              <a:gd name="T31" fmla="*/ 27 h 243"/>
              <a:gd name="T32" fmla="*/ 22 w 199"/>
              <a:gd name="T33" fmla="*/ 193 h 243"/>
              <a:gd name="T34" fmla="*/ 23 w 199"/>
              <a:gd name="T35" fmla="*/ 197 h 243"/>
              <a:gd name="T36" fmla="*/ 27 w 199"/>
              <a:gd name="T37" fmla="*/ 199 h 243"/>
              <a:gd name="T38" fmla="*/ 171 w 199"/>
              <a:gd name="T39" fmla="*/ 199 h 243"/>
              <a:gd name="T40" fmla="*/ 175 w 199"/>
              <a:gd name="T41" fmla="*/ 197 h 243"/>
              <a:gd name="T42" fmla="*/ 177 w 199"/>
              <a:gd name="T43" fmla="*/ 193 h 243"/>
              <a:gd name="T44" fmla="*/ 199 w 199"/>
              <a:gd name="T45" fmla="*/ 27 h 243"/>
              <a:gd name="T46" fmla="*/ 199 w 199"/>
              <a:gd name="T47" fmla="*/ 215 h 243"/>
              <a:gd name="T48" fmla="*/ 191 w 199"/>
              <a:gd name="T49" fmla="*/ 235 h 243"/>
              <a:gd name="T50" fmla="*/ 171 w 199"/>
              <a:gd name="T51" fmla="*/ 243 h 243"/>
              <a:gd name="T52" fmla="*/ 27 w 199"/>
              <a:gd name="T53" fmla="*/ 243 h 243"/>
              <a:gd name="T54" fmla="*/ 8 w 199"/>
              <a:gd name="T55" fmla="*/ 235 h 243"/>
              <a:gd name="T56" fmla="*/ 0 w 199"/>
              <a:gd name="T57" fmla="*/ 215 h 243"/>
              <a:gd name="T58" fmla="*/ 0 w 199"/>
              <a:gd name="T59" fmla="*/ 27 h 243"/>
              <a:gd name="T60" fmla="*/ 8 w 199"/>
              <a:gd name="T61" fmla="*/ 8 h 243"/>
              <a:gd name="T62" fmla="*/ 27 w 199"/>
              <a:gd name="T63" fmla="*/ 0 h 243"/>
              <a:gd name="T64" fmla="*/ 171 w 199"/>
              <a:gd name="T65" fmla="*/ 0 h 243"/>
              <a:gd name="T66" fmla="*/ 191 w 199"/>
              <a:gd name="T67" fmla="*/ 8 h 243"/>
              <a:gd name="T68" fmla="*/ 199 w 199"/>
              <a:gd name="T69" fmla="*/ 2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9" h="243">
                <a:moveTo>
                  <a:pt x="110" y="221"/>
                </a:moveTo>
                <a:cubicBezTo>
                  <a:pt x="110" y="218"/>
                  <a:pt x="109" y="215"/>
                  <a:pt x="107" y="213"/>
                </a:cubicBezTo>
                <a:cubicBezTo>
                  <a:pt x="105" y="211"/>
                  <a:pt x="102" y="210"/>
                  <a:pt x="99" y="210"/>
                </a:cubicBezTo>
                <a:cubicBezTo>
                  <a:pt x="96" y="210"/>
                  <a:pt x="94" y="211"/>
                  <a:pt x="91" y="213"/>
                </a:cubicBezTo>
                <a:cubicBezTo>
                  <a:pt x="89" y="215"/>
                  <a:pt x="88" y="218"/>
                  <a:pt x="88" y="221"/>
                </a:cubicBezTo>
                <a:cubicBezTo>
                  <a:pt x="88" y="224"/>
                  <a:pt x="89" y="226"/>
                  <a:pt x="91" y="229"/>
                </a:cubicBezTo>
                <a:cubicBezTo>
                  <a:pt x="94" y="231"/>
                  <a:pt x="96" y="232"/>
                  <a:pt x="99" y="232"/>
                </a:cubicBezTo>
                <a:cubicBezTo>
                  <a:pt x="102" y="232"/>
                  <a:pt x="105" y="231"/>
                  <a:pt x="107" y="229"/>
                </a:cubicBezTo>
                <a:cubicBezTo>
                  <a:pt x="109" y="226"/>
                  <a:pt x="110" y="224"/>
                  <a:pt x="110" y="221"/>
                </a:cubicBezTo>
                <a:close/>
                <a:moveTo>
                  <a:pt x="177" y="193"/>
                </a:moveTo>
                <a:cubicBezTo>
                  <a:pt x="177" y="27"/>
                  <a:pt x="177" y="27"/>
                  <a:pt x="177" y="27"/>
                </a:cubicBezTo>
                <a:cubicBezTo>
                  <a:pt x="177" y="26"/>
                  <a:pt x="176" y="25"/>
                  <a:pt x="175" y="23"/>
                </a:cubicBezTo>
                <a:cubicBezTo>
                  <a:pt x="174" y="22"/>
                  <a:pt x="173" y="22"/>
                  <a:pt x="171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6" y="22"/>
                  <a:pt x="24" y="22"/>
                  <a:pt x="23" y="23"/>
                </a:cubicBezTo>
                <a:cubicBezTo>
                  <a:pt x="22" y="25"/>
                  <a:pt x="22" y="26"/>
                  <a:pt x="22" y="27"/>
                </a:cubicBezTo>
                <a:cubicBezTo>
                  <a:pt x="22" y="193"/>
                  <a:pt x="22" y="193"/>
                  <a:pt x="22" y="193"/>
                </a:cubicBezTo>
                <a:cubicBezTo>
                  <a:pt x="22" y="195"/>
                  <a:pt x="22" y="196"/>
                  <a:pt x="23" y="197"/>
                </a:cubicBezTo>
                <a:cubicBezTo>
                  <a:pt x="24" y="198"/>
                  <a:pt x="26" y="199"/>
                  <a:pt x="27" y="199"/>
                </a:cubicBezTo>
                <a:cubicBezTo>
                  <a:pt x="171" y="199"/>
                  <a:pt x="171" y="199"/>
                  <a:pt x="171" y="199"/>
                </a:cubicBezTo>
                <a:cubicBezTo>
                  <a:pt x="173" y="199"/>
                  <a:pt x="174" y="198"/>
                  <a:pt x="175" y="197"/>
                </a:cubicBezTo>
                <a:cubicBezTo>
                  <a:pt x="176" y="196"/>
                  <a:pt x="177" y="195"/>
                  <a:pt x="177" y="193"/>
                </a:cubicBezTo>
                <a:close/>
                <a:moveTo>
                  <a:pt x="199" y="27"/>
                </a:moveTo>
                <a:cubicBezTo>
                  <a:pt x="199" y="215"/>
                  <a:pt x="199" y="215"/>
                  <a:pt x="199" y="215"/>
                </a:cubicBezTo>
                <a:cubicBezTo>
                  <a:pt x="199" y="223"/>
                  <a:pt x="196" y="229"/>
                  <a:pt x="191" y="235"/>
                </a:cubicBezTo>
                <a:cubicBezTo>
                  <a:pt x="185" y="240"/>
                  <a:pt x="179" y="243"/>
                  <a:pt x="171" y="243"/>
                </a:cubicBezTo>
                <a:cubicBezTo>
                  <a:pt x="27" y="243"/>
                  <a:pt x="27" y="243"/>
                  <a:pt x="27" y="243"/>
                </a:cubicBezTo>
                <a:cubicBezTo>
                  <a:pt x="20" y="243"/>
                  <a:pt x="13" y="240"/>
                  <a:pt x="8" y="235"/>
                </a:cubicBezTo>
                <a:cubicBezTo>
                  <a:pt x="2" y="229"/>
                  <a:pt x="0" y="223"/>
                  <a:pt x="0" y="21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0"/>
                  <a:pt x="2" y="13"/>
                  <a:pt x="8" y="8"/>
                </a:cubicBezTo>
                <a:cubicBezTo>
                  <a:pt x="13" y="2"/>
                  <a:pt x="20" y="0"/>
                  <a:pt x="27" y="0"/>
                </a:cubicBezTo>
                <a:cubicBezTo>
                  <a:pt x="171" y="0"/>
                  <a:pt x="171" y="0"/>
                  <a:pt x="171" y="0"/>
                </a:cubicBezTo>
                <a:cubicBezTo>
                  <a:pt x="179" y="0"/>
                  <a:pt x="185" y="2"/>
                  <a:pt x="191" y="8"/>
                </a:cubicBezTo>
                <a:cubicBezTo>
                  <a:pt x="196" y="13"/>
                  <a:pt x="199" y="20"/>
                  <a:pt x="199" y="2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72"/>
          <p:cNvSpPr>
            <a:spLocks noEditPoints="1"/>
          </p:cNvSpPr>
          <p:nvPr/>
        </p:nvSpPr>
        <p:spPr bwMode="auto">
          <a:xfrm>
            <a:off x="2849563" y="1173163"/>
            <a:ext cx="333375" cy="261938"/>
          </a:xfrm>
          <a:custGeom>
            <a:avLst/>
            <a:gdLst>
              <a:gd name="T0" fmla="*/ 60 w 309"/>
              <a:gd name="T1" fmla="*/ 139 h 243"/>
              <a:gd name="T2" fmla="*/ 28 w 309"/>
              <a:gd name="T3" fmla="*/ 139 h 243"/>
              <a:gd name="T4" fmla="*/ 28 w 309"/>
              <a:gd name="T5" fmla="*/ 170 h 243"/>
              <a:gd name="T6" fmla="*/ 60 w 309"/>
              <a:gd name="T7" fmla="*/ 170 h 243"/>
              <a:gd name="T8" fmla="*/ 99 w 309"/>
              <a:gd name="T9" fmla="*/ 77 h 243"/>
              <a:gd name="T10" fmla="*/ 77 w 309"/>
              <a:gd name="T11" fmla="*/ 55 h 243"/>
              <a:gd name="T12" fmla="*/ 55 w 309"/>
              <a:gd name="T13" fmla="*/ 77 h 243"/>
              <a:gd name="T14" fmla="*/ 77 w 309"/>
              <a:gd name="T15" fmla="*/ 99 h 243"/>
              <a:gd name="T16" fmla="*/ 99 w 309"/>
              <a:gd name="T17" fmla="*/ 77 h 243"/>
              <a:gd name="T18" fmla="*/ 191 w 309"/>
              <a:gd name="T19" fmla="*/ 94 h 243"/>
              <a:gd name="T20" fmla="*/ 183 w 309"/>
              <a:gd name="T21" fmla="*/ 81 h 243"/>
              <a:gd name="T22" fmla="*/ 169 w 309"/>
              <a:gd name="T23" fmla="*/ 89 h 243"/>
              <a:gd name="T24" fmla="*/ 133 w 309"/>
              <a:gd name="T25" fmla="*/ 162 h 243"/>
              <a:gd name="T26" fmla="*/ 126 w 309"/>
              <a:gd name="T27" fmla="*/ 204 h 243"/>
              <a:gd name="T28" fmla="*/ 171 w 309"/>
              <a:gd name="T29" fmla="*/ 216 h 243"/>
              <a:gd name="T30" fmla="*/ 186 w 309"/>
              <a:gd name="T31" fmla="*/ 176 h 243"/>
              <a:gd name="T32" fmla="*/ 287 w 309"/>
              <a:gd name="T33" fmla="*/ 155 h 243"/>
              <a:gd name="T34" fmla="*/ 265 w 309"/>
              <a:gd name="T35" fmla="*/ 132 h 243"/>
              <a:gd name="T36" fmla="*/ 243 w 309"/>
              <a:gd name="T37" fmla="*/ 155 h 243"/>
              <a:gd name="T38" fmla="*/ 265 w 309"/>
              <a:gd name="T39" fmla="*/ 177 h 243"/>
              <a:gd name="T40" fmla="*/ 287 w 309"/>
              <a:gd name="T41" fmla="*/ 155 h 243"/>
              <a:gd name="T42" fmla="*/ 170 w 309"/>
              <a:gd name="T43" fmla="*/ 28 h 243"/>
              <a:gd name="T44" fmla="*/ 139 w 309"/>
              <a:gd name="T45" fmla="*/ 28 h 243"/>
              <a:gd name="T46" fmla="*/ 139 w 309"/>
              <a:gd name="T47" fmla="*/ 60 h 243"/>
              <a:gd name="T48" fmla="*/ 170 w 309"/>
              <a:gd name="T49" fmla="*/ 60 h 243"/>
              <a:gd name="T50" fmla="*/ 254 w 309"/>
              <a:gd name="T51" fmla="*/ 77 h 243"/>
              <a:gd name="T52" fmla="*/ 232 w 309"/>
              <a:gd name="T53" fmla="*/ 55 h 243"/>
              <a:gd name="T54" fmla="*/ 210 w 309"/>
              <a:gd name="T55" fmla="*/ 77 h 243"/>
              <a:gd name="T56" fmla="*/ 232 w 309"/>
              <a:gd name="T57" fmla="*/ 99 h 243"/>
              <a:gd name="T58" fmla="*/ 254 w 309"/>
              <a:gd name="T59" fmla="*/ 77 h 243"/>
              <a:gd name="T60" fmla="*/ 285 w 309"/>
              <a:gd name="T61" fmla="*/ 238 h 243"/>
              <a:gd name="T62" fmla="*/ 33 w 309"/>
              <a:gd name="T63" fmla="*/ 243 h 243"/>
              <a:gd name="T64" fmla="*/ 0 w 309"/>
              <a:gd name="T65" fmla="*/ 155 h 243"/>
              <a:gd name="T66" fmla="*/ 45 w 309"/>
              <a:gd name="T67" fmla="*/ 45 h 243"/>
              <a:gd name="T68" fmla="*/ 155 w 309"/>
              <a:gd name="T69" fmla="*/ 0 h 243"/>
              <a:gd name="T70" fmla="*/ 264 w 309"/>
              <a:gd name="T71" fmla="*/ 45 h 243"/>
              <a:gd name="T72" fmla="*/ 309 w 309"/>
              <a:gd name="T73" fmla="*/ 155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9" h="243">
                <a:moveTo>
                  <a:pt x="66" y="155"/>
                </a:moveTo>
                <a:cubicBezTo>
                  <a:pt x="66" y="148"/>
                  <a:pt x="64" y="143"/>
                  <a:pt x="60" y="139"/>
                </a:cubicBezTo>
                <a:cubicBezTo>
                  <a:pt x="55" y="135"/>
                  <a:pt x="50" y="132"/>
                  <a:pt x="44" y="132"/>
                </a:cubicBezTo>
                <a:cubicBezTo>
                  <a:pt x="38" y="132"/>
                  <a:pt x="33" y="135"/>
                  <a:pt x="28" y="139"/>
                </a:cubicBezTo>
                <a:cubicBezTo>
                  <a:pt x="24" y="143"/>
                  <a:pt x="22" y="148"/>
                  <a:pt x="22" y="155"/>
                </a:cubicBezTo>
                <a:cubicBezTo>
                  <a:pt x="22" y="161"/>
                  <a:pt x="24" y="166"/>
                  <a:pt x="28" y="170"/>
                </a:cubicBezTo>
                <a:cubicBezTo>
                  <a:pt x="33" y="174"/>
                  <a:pt x="38" y="177"/>
                  <a:pt x="44" y="177"/>
                </a:cubicBezTo>
                <a:cubicBezTo>
                  <a:pt x="50" y="177"/>
                  <a:pt x="55" y="174"/>
                  <a:pt x="60" y="170"/>
                </a:cubicBezTo>
                <a:cubicBezTo>
                  <a:pt x="64" y="166"/>
                  <a:pt x="66" y="161"/>
                  <a:pt x="66" y="155"/>
                </a:cubicBezTo>
                <a:close/>
                <a:moveTo>
                  <a:pt x="99" y="77"/>
                </a:moveTo>
                <a:cubicBezTo>
                  <a:pt x="99" y="71"/>
                  <a:pt x="97" y="66"/>
                  <a:pt x="93" y="61"/>
                </a:cubicBezTo>
                <a:cubicBezTo>
                  <a:pt x="88" y="57"/>
                  <a:pt x="83" y="55"/>
                  <a:pt x="77" y="55"/>
                </a:cubicBezTo>
                <a:cubicBezTo>
                  <a:pt x="71" y="55"/>
                  <a:pt x="66" y="57"/>
                  <a:pt x="62" y="61"/>
                </a:cubicBezTo>
                <a:cubicBezTo>
                  <a:pt x="57" y="66"/>
                  <a:pt x="55" y="71"/>
                  <a:pt x="55" y="77"/>
                </a:cubicBezTo>
                <a:cubicBezTo>
                  <a:pt x="55" y="83"/>
                  <a:pt x="57" y="88"/>
                  <a:pt x="62" y="93"/>
                </a:cubicBezTo>
                <a:cubicBezTo>
                  <a:pt x="66" y="97"/>
                  <a:pt x="71" y="99"/>
                  <a:pt x="77" y="99"/>
                </a:cubicBezTo>
                <a:cubicBezTo>
                  <a:pt x="83" y="99"/>
                  <a:pt x="88" y="97"/>
                  <a:pt x="93" y="93"/>
                </a:cubicBezTo>
                <a:cubicBezTo>
                  <a:pt x="97" y="88"/>
                  <a:pt x="99" y="83"/>
                  <a:pt x="99" y="77"/>
                </a:cubicBezTo>
                <a:close/>
                <a:moveTo>
                  <a:pt x="173" y="160"/>
                </a:moveTo>
                <a:cubicBezTo>
                  <a:pt x="191" y="94"/>
                  <a:pt x="191" y="94"/>
                  <a:pt x="191" y="94"/>
                </a:cubicBezTo>
                <a:cubicBezTo>
                  <a:pt x="191" y="91"/>
                  <a:pt x="191" y="88"/>
                  <a:pt x="189" y="86"/>
                </a:cubicBezTo>
                <a:cubicBezTo>
                  <a:pt x="188" y="83"/>
                  <a:pt x="186" y="82"/>
                  <a:pt x="183" y="81"/>
                </a:cubicBezTo>
                <a:cubicBezTo>
                  <a:pt x="180" y="80"/>
                  <a:pt x="177" y="80"/>
                  <a:pt x="174" y="82"/>
                </a:cubicBezTo>
                <a:cubicBezTo>
                  <a:pt x="172" y="83"/>
                  <a:pt x="170" y="86"/>
                  <a:pt x="169" y="89"/>
                </a:cubicBezTo>
                <a:cubicBezTo>
                  <a:pt x="152" y="155"/>
                  <a:pt x="152" y="155"/>
                  <a:pt x="152" y="155"/>
                </a:cubicBezTo>
                <a:cubicBezTo>
                  <a:pt x="145" y="155"/>
                  <a:pt x="139" y="158"/>
                  <a:pt x="133" y="162"/>
                </a:cubicBezTo>
                <a:cubicBezTo>
                  <a:pt x="128" y="167"/>
                  <a:pt x="124" y="172"/>
                  <a:pt x="122" y="179"/>
                </a:cubicBezTo>
                <a:cubicBezTo>
                  <a:pt x="120" y="188"/>
                  <a:pt x="121" y="197"/>
                  <a:pt x="126" y="204"/>
                </a:cubicBezTo>
                <a:cubicBezTo>
                  <a:pt x="131" y="212"/>
                  <a:pt x="137" y="218"/>
                  <a:pt x="146" y="220"/>
                </a:cubicBezTo>
                <a:cubicBezTo>
                  <a:pt x="155" y="222"/>
                  <a:pt x="163" y="221"/>
                  <a:pt x="171" y="216"/>
                </a:cubicBezTo>
                <a:cubicBezTo>
                  <a:pt x="179" y="212"/>
                  <a:pt x="184" y="205"/>
                  <a:pt x="187" y="196"/>
                </a:cubicBezTo>
                <a:cubicBezTo>
                  <a:pt x="189" y="189"/>
                  <a:pt x="188" y="183"/>
                  <a:pt x="186" y="176"/>
                </a:cubicBezTo>
                <a:cubicBezTo>
                  <a:pt x="183" y="169"/>
                  <a:pt x="179" y="164"/>
                  <a:pt x="173" y="160"/>
                </a:cubicBezTo>
                <a:close/>
                <a:moveTo>
                  <a:pt x="287" y="155"/>
                </a:moveTo>
                <a:cubicBezTo>
                  <a:pt x="287" y="148"/>
                  <a:pt x="285" y="143"/>
                  <a:pt x="281" y="139"/>
                </a:cubicBezTo>
                <a:cubicBezTo>
                  <a:pt x="277" y="135"/>
                  <a:pt x="271" y="132"/>
                  <a:pt x="265" y="132"/>
                </a:cubicBezTo>
                <a:cubicBezTo>
                  <a:pt x="259" y="132"/>
                  <a:pt x="254" y="135"/>
                  <a:pt x="250" y="139"/>
                </a:cubicBezTo>
                <a:cubicBezTo>
                  <a:pt x="245" y="143"/>
                  <a:pt x="243" y="148"/>
                  <a:pt x="243" y="155"/>
                </a:cubicBezTo>
                <a:cubicBezTo>
                  <a:pt x="243" y="161"/>
                  <a:pt x="245" y="166"/>
                  <a:pt x="250" y="170"/>
                </a:cubicBezTo>
                <a:cubicBezTo>
                  <a:pt x="254" y="174"/>
                  <a:pt x="259" y="177"/>
                  <a:pt x="265" y="177"/>
                </a:cubicBezTo>
                <a:cubicBezTo>
                  <a:pt x="271" y="177"/>
                  <a:pt x="277" y="174"/>
                  <a:pt x="281" y="170"/>
                </a:cubicBezTo>
                <a:cubicBezTo>
                  <a:pt x="285" y="166"/>
                  <a:pt x="287" y="161"/>
                  <a:pt x="287" y="155"/>
                </a:cubicBezTo>
                <a:close/>
                <a:moveTo>
                  <a:pt x="177" y="44"/>
                </a:moveTo>
                <a:cubicBezTo>
                  <a:pt x="177" y="38"/>
                  <a:pt x="175" y="33"/>
                  <a:pt x="170" y="28"/>
                </a:cubicBezTo>
                <a:cubicBezTo>
                  <a:pt x="166" y="24"/>
                  <a:pt x="161" y="22"/>
                  <a:pt x="155" y="22"/>
                </a:cubicBezTo>
                <a:cubicBezTo>
                  <a:pt x="148" y="22"/>
                  <a:pt x="143" y="24"/>
                  <a:pt x="139" y="28"/>
                </a:cubicBezTo>
                <a:cubicBezTo>
                  <a:pt x="135" y="33"/>
                  <a:pt x="132" y="38"/>
                  <a:pt x="132" y="44"/>
                </a:cubicBezTo>
                <a:cubicBezTo>
                  <a:pt x="132" y="50"/>
                  <a:pt x="135" y="55"/>
                  <a:pt x="139" y="60"/>
                </a:cubicBezTo>
                <a:cubicBezTo>
                  <a:pt x="143" y="64"/>
                  <a:pt x="148" y="66"/>
                  <a:pt x="155" y="66"/>
                </a:cubicBezTo>
                <a:cubicBezTo>
                  <a:pt x="161" y="66"/>
                  <a:pt x="166" y="64"/>
                  <a:pt x="170" y="60"/>
                </a:cubicBezTo>
                <a:cubicBezTo>
                  <a:pt x="175" y="55"/>
                  <a:pt x="177" y="50"/>
                  <a:pt x="177" y="44"/>
                </a:cubicBezTo>
                <a:close/>
                <a:moveTo>
                  <a:pt x="254" y="77"/>
                </a:moveTo>
                <a:cubicBezTo>
                  <a:pt x="254" y="71"/>
                  <a:pt x="252" y="66"/>
                  <a:pt x="248" y="61"/>
                </a:cubicBezTo>
                <a:cubicBezTo>
                  <a:pt x="243" y="57"/>
                  <a:pt x="238" y="55"/>
                  <a:pt x="232" y="55"/>
                </a:cubicBezTo>
                <a:cubicBezTo>
                  <a:pt x="226" y="55"/>
                  <a:pt x="221" y="57"/>
                  <a:pt x="216" y="61"/>
                </a:cubicBezTo>
                <a:cubicBezTo>
                  <a:pt x="212" y="66"/>
                  <a:pt x="210" y="71"/>
                  <a:pt x="210" y="77"/>
                </a:cubicBezTo>
                <a:cubicBezTo>
                  <a:pt x="210" y="83"/>
                  <a:pt x="212" y="88"/>
                  <a:pt x="216" y="93"/>
                </a:cubicBezTo>
                <a:cubicBezTo>
                  <a:pt x="221" y="97"/>
                  <a:pt x="226" y="99"/>
                  <a:pt x="232" y="99"/>
                </a:cubicBezTo>
                <a:cubicBezTo>
                  <a:pt x="238" y="99"/>
                  <a:pt x="243" y="97"/>
                  <a:pt x="248" y="93"/>
                </a:cubicBezTo>
                <a:cubicBezTo>
                  <a:pt x="252" y="88"/>
                  <a:pt x="254" y="83"/>
                  <a:pt x="254" y="77"/>
                </a:cubicBezTo>
                <a:close/>
                <a:moveTo>
                  <a:pt x="309" y="155"/>
                </a:moveTo>
                <a:cubicBezTo>
                  <a:pt x="309" y="185"/>
                  <a:pt x="301" y="212"/>
                  <a:pt x="285" y="238"/>
                </a:cubicBezTo>
                <a:cubicBezTo>
                  <a:pt x="283" y="241"/>
                  <a:pt x="280" y="243"/>
                  <a:pt x="276" y="243"/>
                </a:cubicBezTo>
                <a:cubicBezTo>
                  <a:pt x="33" y="243"/>
                  <a:pt x="33" y="243"/>
                  <a:pt x="33" y="243"/>
                </a:cubicBezTo>
                <a:cubicBezTo>
                  <a:pt x="29" y="243"/>
                  <a:pt x="26" y="241"/>
                  <a:pt x="24" y="238"/>
                </a:cubicBezTo>
                <a:cubicBezTo>
                  <a:pt x="8" y="213"/>
                  <a:pt x="0" y="185"/>
                  <a:pt x="0" y="155"/>
                </a:cubicBezTo>
                <a:cubicBezTo>
                  <a:pt x="0" y="134"/>
                  <a:pt x="4" y="114"/>
                  <a:pt x="12" y="94"/>
                </a:cubicBezTo>
                <a:cubicBezTo>
                  <a:pt x="20" y="75"/>
                  <a:pt x="31" y="59"/>
                  <a:pt x="45" y="45"/>
                </a:cubicBezTo>
                <a:cubicBezTo>
                  <a:pt x="59" y="31"/>
                  <a:pt x="75" y="20"/>
                  <a:pt x="94" y="12"/>
                </a:cubicBezTo>
                <a:cubicBezTo>
                  <a:pt x="114" y="4"/>
                  <a:pt x="134" y="0"/>
                  <a:pt x="155" y="0"/>
                </a:cubicBezTo>
                <a:cubicBezTo>
                  <a:pt x="176" y="0"/>
                  <a:pt x="196" y="4"/>
                  <a:pt x="215" y="12"/>
                </a:cubicBezTo>
                <a:cubicBezTo>
                  <a:pt x="234" y="20"/>
                  <a:pt x="250" y="31"/>
                  <a:pt x="264" y="45"/>
                </a:cubicBezTo>
                <a:cubicBezTo>
                  <a:pt x="278" y="59"/>
                  <a:pt x="289" y="75"/>
                  <a:pt x="297" y="94"/>
                </a:cubicBezTo>
                <a:cubicBezTo>
                  <a:pt x="305" y="114"/>
                  <a:pt x="309" y="134"/>
                  <a:pt x="309" y="15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73"/>
          <p:cNvSpPr>
            <a:spLocks noEditPoints="1"/>
          </p:cNvSpPr>
          <p:nvPr/>
        </p:nvSpPr>
        <p:spPr bwMode="auto">
          <a:xfrm>
            <a:off x="3305176" y="1162050"/>
            <a:ext cx="282575" cy="282575"/>
          </a:xfrm>
          <a:custGeom>
            <a:avLst/>
            <a:gdLst>
              <a:gd name="T0" fmla="*/ 78 w 262"/>
              <a:gd name="T1" fmla="*/ 56 h 262"/>
              <a:gd name="T2" fmla="*/ 71 w 262"/>
              <a:gd name="T3" fmla="*/ 40 h 262"/>
              <a:gd name="T4" fmla="*/ 55 w 262"/>
              <a:gd name="T5" fmla="*/ 34 h 262"/>
              <a:gd name="T6" fmla="*/ 40 w 262"/>
              <a:gd name="T7" fmla="*/ 40 h 262"/>
              <a:gd name="T8" fmla="*/ 33 w 262"/>
              <a:gd name="T9" fmla="*/ 56 h 262"/>
              <a:gd name="T10" fmla="*/ 40 w 262"/>
              <a:gd name="T11" fmla="*/ 71 h 262"/>
              <a:gd name="T12" fmla="*/ 55 w 262"/>
              <a:gd name="T13" fmla="*/ 78 h 262"/>
              <a:gd name="T14" fmla="*/ 71 w 262"/>
              <a:gd name="T15" fmla="*/ 71 h 262"/>
              <a:gd name="T16" fmla="*/ 78 w 262"/>
              <a:gd name="T17" fmla="*/ 56 h 262"/>
              <a:gd name="T18" fmla="*/ 262 w 262"/>
              <a:gd name="T19" fmla="*/ 155 h 262"/>
              <a:gd name="T20" fmla="*/ 256 w 262"/>
              <a:gd name="T21" fmla="*/ 171 h 262"/>
              <a:gd name="T22" fmla="*/ 171 w 262"/>
              <a:gd name="T23" fmla="*/ 256 h 262"/>
              <a:gd name="T24" fmla="*/ 155 w 262"/>
              <a:gd name="T25" fmla="*/ 262 h 262"/>
              <a:gd name="T26" fmla="*/ 139 w 262"/>
              <a:gd name="T27" fmla="*/ 256 h 262"/>
              <a:gd name="T28" fmla="*/ 16 w 262"/>
              <a:gd name="T29" fmla="*/ 132 h 262"/>
              <a:gd name="T30" fmla="*/ 5 w 262"/>
              <a:gd name="T31" fmla="*/ 115 h 262"/>
              <a:gd name="T32" fmla="*/ 0 w 262"/>
              <a:gd name="T33" fmla="*/ 94 h 262"/>
              <a:gd name="T34" fmla="*/ 0 w 262"/>
              <a:gd name="T35" fmla="*/ 23 h 262"/>
              <a:gd name="T36" fmla="*/ 7 w 262"/>
              <a:gd name="T37" fmla="*/ 7 h 262"/>
              <a:gd name="T38" fmla="*/ 22 w 262"/>
              <a:gd name="T39" fmla="*/ 0 h 262"/>
              <a:gd name="T40" fmla="*/ 94 w 262"/>
              <a:gd name="T41" fmla="*/ 0 h 262"/>
              <a:gd name="T42" fmla="*/ 114 w 262"/>
              <a:gd name="T43" fmla="*/ 5 h 262"/>
              <a:gd name="T44" fmla="*/ 132 w 262"/>
              <a:gd name="T45" fmla="*/ 16 h 262"/>
              <a:gd name="T46" fmla="*/ 256 w 262"/>
              <a:gd name="T47" fmla="*/ 140 h 262"/>
              <a:gd name="T48" fmla="*/ 262 w 262"/>
              <a:gd name="T49" fmla="*/ 15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2" h="262">
                <a:moveTo>
                  <a:pt x="78" y="56"/>
                </a:moveTo>
                <a:cubicBezTo>
                  <a:pt x="78" y="50"/>
                  <a:pt x="75" y="44"/>
                  <a:pt x="71" y="40"/>
                </a:cubicBezTo>
                <a:cubicBezTo>
                  <a:pt x="67" y="36"/>
                  <a:pt x="62" y="34"/>
                  <a:pt x="55" y="34"/>
                </a:cubicBezTo>
                <a:cubicBezTo>
                  <a:pt x="49" y="34"/>
                  <a:pt x="44" y="36"/>
                  <a:pt x="40" y="40"/>
                </a:cubicBezTo>
                <a:cubicBezTo>
                  <a:pt x="35" y="44"/>
                  <a:pt x="33" y="50"/>
                  <a:pt x="33" y="56"/>
                </a:cubicBezTo>
                <a:cubicBezTo>
                  <a:pt x="33" y="62"/>
                  <a:pt x="35" y="67"/>
                  <a:pt x="40" y="71"/>
                </a:cubicBezTo>
                <a:cubicBezTo>
                  <a:pt x="44" y="76"/>
                  <a:pt x="49" y="78"/>
                  <a:pt x="55" y="78"/>
                </a:cubicBezTo>
                <a:cubicBezTo>
                  <a:pt x="62" y="78"/>
                  <a:pt x="67" y="76"/>
                  <a:pt x="71" y="71"/>
                </a:cubicBezTo>
                <a:cubicBezTo>
                  <a:pt x="75" y="67"/>
                  <a:pt x="78" y="62"/>
                  <a:pt x="78" y="56"/>
                </a:cubicBezTo>
                <a:close/>
                <a:moveTo>
                  <a:pt x="262" y="155"/>
                </a:moveTo>
                <a:cubicBezTo>
                  <a:pt x="262" y="161"/>
                  <a:pt x="260" y="167"/>
                  <a:pt x="256" y="171"/>
                </a:cubicBezTo>
                <a:cubicBezTo>
                  <a:pt x="171" y="256"/>
                  <a:pt x="171" y="256"/>
                  <a:pt x="171" y="256"/>
                </a:cubicBezTo>
                <a:cubicBezTo>
                  <a:pt x="166" y="260"/>
                  <a:pt x="161" y="262"/>
                  <a:pt x="155" y="262"/>
                </a:cubicBezTo>
                <a:cubicBezTo>
                  <a:pt x="149" y="262"/>
                  <a:pt x="144" y="260"/>
                  <a:pt x="139" y="256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1" y="128"/>
                  <a:pt x="8" y="122"/>
                  <a:pt x="5" y="115"/>
                </a:cubicBezTo>
                <a:cubicBezTo>
                  <a:pt x="2" y="107"/>
                  <a:pt x="0" y="101"/>
                  <a:pt x="0" y="9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7"/>
                  <a:pt x="2" y="11"/>
                  <a:pt x="7" y="7"/>
                </a:cubicBezTo>
                <a:cubicBezTo>
                  <a:pt x="11" y="3"/>
                  <a:pt x="16" y="0"/>
                  <a:pt x="22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100" y="0"/>
                  <a:pt x="107" y="2"/>
                  <a:pt x="114" y="5"/>
                </a:cubicBezTo>
                <a:cubicBezTo>
                  <a:pt x="122" y="8"/>
                  <a:pt x="128" y="12"/>
                  <a:pt x="132" y="16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60" y="144"/>
                  <a:pt x="262" y="149"/>
                  <a:pt x="262" y="15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74"/>
          <p:cNvSpPr>
            <a:spLocks noEditPoints="1"/>
          </p:cNvSpPr>
          <p:nvPr/>
        </p:nvSpPr>
        <p:spPr bwMode="auto">
          <a:xfrm>
            <a:off x="3698876" y="1162050"/>
            <a:ext cx="354013" cy="282575"/>
          </a:xfrm>
          <a:custGeom>
            <a:avLst/>
            <a:gdLst>
              <a:gd name="T0" fmla="*/ 77 w 328"/>
              <a:gd name="T1" fmla="*/ 56 h 262"/>
              <a:gd name="T2" fmla="*/ 71 w 328"/>
              <a:gd name="T3" fmla="*/ 40 h 262"/>
              <a:gd name="T4" fmla="*/ 55 w 328"/>
              <a:gd name="T5" fmla="*/ 34 h 262"/>
              <a:gd name="T6" fmla="*/ 39 w 328"/>
              <a:gd name="T7" fmla="*/ 40 h 262"/>
              <a:gd name="T8" fmla="*/ 33 w 328"/>
              <a:gd name="T9" fmla="*/ 56 h 262"/>
              <a:gd name="T10" fmla="*/ 39 w 328"/>
              <a:gd name="T11" fmla="*/ 71 h 262"/>
              <a:gd name="T12" fmla="*/ 55 w 328"/>
              <a:gd name="T13" fmla="*/ 78 h 262"/>
              <a:gd name="T14" fmla="*/ 71 w 328"/>
              <a:gd name="T15" fmla="*/ 71 h 262"/>
              <a:gd name="T16" fmla="*/ 77 w 328"/>
              <a:gd name="T17" fmla="*/ 56 h 262"/>
              <a:gd name="T18" fmla="*/ 262 w 328"/>
              <a:gd name="T19" fmla="*/ 155 h 262"/>
              <a:gd name="T20" fmla="*/ 255 w 328"/>
              <a:gd name="T21" fmla="*/ 171 h 262"/>
              <a:gd name="T22" fmla="*/ 170 w 328"/>
              <a:gd name="T23" fmla="*/ 256 h 262"/>
              <a:gd name="T24" fmla="*/ 155 w 328"/>
              <a:gd name="T25" fmla="*/ 262 h 262"/>
              <a:gd name="T26" fmla="*/ 139 w 328"/>
              <a:gd name="T27" fmla="*/ 256 h 262"/>
              <a:gd name="T28" fmla="*/ 16 w 328"/>
              <a:gd name="T29" fmla="*/ 132 h 262"/>
              <a:gd name="T30" fmla="*/ 4 w 328"/>
              <a:gd name="T31" fmla="*/ 115 h 262"/>
              <a:gd name="T32" fmla="*/ 0 w 328"/>
              <a:gd name="T33" fmla="*/ 94 h 262"/>
              <a:gd name="T34" fmla="*/ 0 w 328"/>
              <a:gd name="T35" fmla="*/ 23 h 262"/>
              <a:gd name="T36" fmla="*/ 6 w 328"/>
              <a:gd name="T37" fmla="*/ 7 h 262"/>
              <a:gd name="T38" fmla="*/ 22 w 328"/>
              <a:gd name="T39" fmla="*/ 0 h 262"/>
              <a:gd name="T40" fmla="*/ 94 w 328"/>
              <a:gd name="T41" fmla="*/ 0 h 262"/>
              <a:gd name="T42" fmla="*/ 114 w 328"/>
              <a:gd name="T43" fmla="*/ 5 h 262"/>
              <a:gd name="T44" fmla="*/ 132 w 328"/>
              <a:gd name="T45" fmla="*/ 16 h 262"/>
              <a:gd name="T46" fmla="*/ 255 w 328"/>
              <a:gd name="T47" fmla="*/ 140 h 262"/>
              <a:gd name="T48" fmla="*/ 262 w 328"/>
              <a:gd name="T49" fmla="*/ 155 h 262"/>
              <a:gd name="T50" fmla="*/ 328 w 328"/>
              <a:gd name="T51" fmla="*/ 155 h 262"/>
              <a:gd name="T52" fmla="*/ 322 w 328"/>
              <a:gd name="T53" fmla="*/ 171 h 262"/>
              <a:gd name="T54" fmla="*/ 237 w 328"/>
              <a:gd name="T55" fmla="*/ 256 h 262"/>
              <a:gd name="T56" fmla="*/ 221 w 328"/>
              <a:gd name="T57" fmla="*/ 262 h 262"/>
              <a:gd name="T58" fmla="*/ 211 w 328"/>
              <a:gd name="T59" fmla="*/ 260 h 262"/>
              <a:gd name="T60" fmla="*/ 202 w 328"/>
              <a:gd name="T61" fmla="*/ 252 h 262"/>
              <a:gd name="T62" fmla="*/ 283 w 328"/>
              <a:gd name="T63" fmla="*/ 171 h 262"/>
              <a:gd name="T64" fmla="*/ 289 w 328"/>
              <a:gd name="T65" fmla="*/ 155 h 262"/>
              <a:gd name="T66" fmla="*/ 283 w 328"/>
              <a:gd name="T67" fmla="*/ 140 h 262"/>
              <a:gd name="T68" fmla="*/ 159 w 328"/>
              <a:gd name="T69" fmla="*/ 16 h 262"/>
              <a:gd name="T70" fmla="*/ 142 w 328"/>
              <a:gd name="T71" fmla="*/ 5 h 262"/>
              <a:gd name="T72" fmla="*/ 121 w 328"/>
              <a:gd name="T73" fmla="*/ 0 h 262"/>
              <a:gd name="T74" fmla="*/ 160 w 328"/>
              <a:gd name="T75" fmla="*/ 0 h 262"/>
              <a:gd name="T76" fmla="*/ 180 w 328"/>
              <a:gd name="T77" fmla="*/ 5 h 262"/>
              <a:gd name="T78" fmla="*/ 198 w 328"/>
              <a:gd name="T79" fmla="*/ 16 h 262"/>
              <a:gd name="T80" fmla="*/ 322 w 328"/>
              <a:gd name="T81" fmla="*/ 140 h 262"/>
              <a:gd name="T82" fmla="*/ 328 w 328"/>
              <a:gd name="T83" fmla="*/ 15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8" h="262">
                <a:moveTo>
                  <a:pt x="77" y="56"/>
                </a:moveTo>
                <a:cubicBezTo>
                  <a:pt x="77" y="50"/>
                  <a:pt x="75" y="44"/>
                  <a:pt x="71" y="40"/>
                </a:cubicBezTo>
                <a:cubicBezTo>
                  <a:pt x="66" y="36"/>
                  <a:pt x="61" y="34"/>
                  <a:pt x="55" y="34"/>
                </a:cubicBezTo>
                <a:cubicBezTo>
                  <a:pt x="49" y="34"/>
                  <a:pt x="44" y="36"/>
                  <a:pt x="39" y="40"/>
                </a:cubicBezTo>
                <a:cubicBezTo>
                  <a:pt x="35" y="44"/>
                  <a:pt x="33" y="50"/>
                  <a:pt x="33" y="56"/>
                </a:cubicBezTo>
                <a:cubicBezTo>
                  <a:pt x="33" y="62"/>
                  <a:pt x="35" y="67"/>
                  <a:pt x="39" y="71"/>
                </a:cubicBezTo>
                <a:cubicBezTo>
                  <a:pt x="44" y="76"/>
                  <a:pt x="49" y="78"/>
                  <a:pt x="55" y="78"/>
                </a:cubicBezTo>
                <a:cubicBezTo>
                  <a:pt x="61" y="78"/>
                  <a:pt x="66" y="76"/>
                  <a:pt x="71" y="71"/>
                </a:cubicBezTo>
                <a:cubicBezTo>
                  <a:pt x="75" y="67"/>
                  <a:pt x="77" y="62"/>
                  <a:pt x="77" y="56"/>
                </a:cubicBezTo>
                <a:close/>
                <a:moveTo>
                  <a:pt x="262" y="155"/>
                </a:moveTo>
                <a:cubicBezTo>
                  <a:pt x="262" y="161"/>
                  <a:pt x="259" y="167"/>
                  <a:pt x="255" y="171"/>
                </a:cubicBezTo>
                <a:cubicBezTo>
                  <a:pt x="170" y="256"/>
                  <a:pt x="170" y="256"/>
                  <a:pt x="170" y="256"/>
                </a:cubicBezTo>
                <a:cubicBezTo>
                  <a:pt x="166" y="260"/>
                  <a:pt x="161" y="262"/>
                  <a:pt x="155" y="262"/>
                </a:cubicBezTo>
                <a:cubicBezTo>
                  <a:pt x="149" y="262"/>
                  <a:pt x="143" y="260"/>
                  <a:pt x="139" y="256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1" y="128"/>
                  <a:pt x="7" y="122"/>
                  <a:pt x="4" y="115"/>
                </a:cubicBezTo>
                <a:cubicBezTo>
                  <a:pt x="1" y="107"/>
                  <a:pt x="0" y="101"/>
                  <a:pt x="0" y="9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7"/>
                  <a:pt x="2" y="11"/>
                  <a:pt x="6" y="7"/>
                </a:cubicBezTo>
                <a:cubicBezTo>
                  <a:pt x="11" y="3"/>
                  <a:pt x="16" y="0"/>
                  <a:pt x="22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100" y="0"/>
                  <a:pt x="107" y="2"/>
                  <a:pt x="114" y="5"/>
                </a:cubicBezTo>
                <a:cubicBezTo>
                  <a:pt x="121" y="8"/>
                  <a:pt x="127" y="12"/>
                  <a:pt x="132" y="16"/>
                </a:cubicBezTo>
                <a:cubicBezTo>
                  <a:pt x="255" y="140"/>
                  <a:pt x="255" y="140"/>
                  <a:pt x="255" y="140"/>
                </a:cubicBezTo>
                <a:cubicBezTo>
                  <a:pt x="259" y="144"/>
                  <a:pt x="262" y="149"/>
                  <a:pt x="262" y="155"/>
                </a:cubicBezTo>
                <a:close/>
                <a:moveTo>
                  <a:pt x="328" y="155"/>
                </a:moveTo>
                <a:cubicBezTo>
                  <a:pt x="328" y="161"/>
                  <a:pt x="326" y="167"/>
                  <a:pt x="322" y="171"/>
                </a:cubicBezTo>
                <a:cubicBezTo>
                  <a:pt x="237" y="256"/>
                  <a:pt x="237" y="256"/>
                  <a:pt x="237" y="256"/>
                </a:cubicBezTo>
                <a:cubicBezTo>
                  <a:pt x="232" y="260"/>
                  <a:pt x="227" y="262"/>
                  <a:pt x="221" y="262"/>
                </a:cubicBezTo>
                <a:cubicBezTo>
                  <a:pt x="217" y="262"/>
                  <a:pt x="213" y="261"/>
                  <a:pt x="211" y="260"/>
                </a:cubicBezTo>
                <a:cubicBezTo>
                  <a:pt x="208" y="258"/>
                  <a:pt x="205" y="256"/>
                  <a:pt x="202" y="252"/>
                </a:cubicBezTo>
                <a:cubicBezTo>
                  <a:pt x="283" y="171"/>
                  <a:pt x="283" y="171"/>
                  <a:pt x="283" y="171"/>
                </a:cubicBezTo>
                <a:cubicBezTo>
                  <a:pt x="287" y="167"/>
                  <a:pt x="289" y="161"/>
                  <a:pt x="289" y="155"/>
                </a:cubicBezTo>
                <a:cubicBezTo>
                  <a:pt x="289" y="149"/>
                  <a:pt x="287" y="144"/>
                  <a:pt x="283" y="140"/>
                </a:cubicBezTo>
                <a:cubicBezTo>
                  <a:pt x="159" y="16"/>
                  <a:pt x="159" y="16"/>
                  <a:pt x="159" y="16"/>
                </a:cubicBezTo>
                <a:cubicBezTo>
                  <a:pt x="155" y="12"/>
                  <a:pt x="149" y="8"/>
                  <a:pt x="142" y="5"/>
                </a:cubicBezTo>
                <a:cubicBezTo>
                  <a:pt x="134" y="2"/>
                  <a:pt x="128" y="0"/>
                  <a:pt x="121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6" y="0"/>
                  <a:pt x="173" y="2"/>
                  <a:pt x="180" y="5"/>
                </a:cubicBezTo>
                <a:cubicBezTo>
                  <a:pt x="188" y="8"/>
                  <a:pt x="194" y="12"/>
                  <a:pt x="198" y="16"/>
                </a:cubicBezTo>
                <a:cubicBezTo>
                  <a:pt x="322" y="140"/>
                  <a:pt x="322" y="140"/>
                  <a:pt x="322" y="140"/>
                </a:cubicBezTo>
                <a:cubicBezTo>
                  <a:pt x="326" y="144"/>
                  <a:pt x="328" y="149"/>
                  <a:pt x="328" y="15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75"/>
          <p:cNvSpPr>
            <a:spLocks noEditPoints="1"/>
          </p:cNvSpPr>
          <p:nvPr/>
        </p:nvSpPr>
        <p:spPr bwMode="auto">
          <a:xfrm>
            <a:off x="698501" y="1601788"/>
            <a:ext cx="333375" cy="261938"/>
          </a:xfrm>
          <a:custGeom>
            <a:avLst/>
            <a:gdLst>
              <a:gd name="T0" fmla="*/ 176 w 309"/>
              <a:gd name="T1" fmla="*/ 221 h 243"/>
              <a:gd name="T2" fmla="*/ 287 w 309"/>
              <a:gd name="T3" fmla="*/ 221 h 243"/>
              <a:gd name="T4" fmla="*/ 287 w 309"/>
              <a:gd name="T5" fmla="*/ 199 h 243"/>
              <a:gd name="T6" fmla="*/ 176 w 309"/>
              <a:gd name="T7" fmla="*/ 199 h 243"/>
              <a:gd name="T8" fmla="*/ 176 w 309"/>
              <a:gd name="T9" fmla="*/ 221 h 243"/>
              <a:gd name="T10" fmla="*/ 110 w 309"/>
              <a:gd name="T11" fmla="*/ 132 h 243"/>
              <a:gd name="T12" fmla="*/ 287 w 309"/>
              <a:gd name="T13" fmla="*/ 132 h 243"/>
              <a:gd name="T14" fmla="*/ 287 w 309"/>
              <a:gd name="T15" fmla="*/ 110 h 243"/>
              <a:gd name="T16" fmla="*/ 110 w 309"/>
              <a:gd name="T17" fmla="*/ 110 h 243"/>
              <a:gd name="T18" fmla="*/ 110 w 309"/>
              <a:gd name="T19" fmla="*/ 132 h 243"/>
              <a:gd name="T20" fmla="*/ 221 w 309"/>
              <a:gd name="T21" fmla="*/ 44 h 243"/>
              <a:gd name="T22" fmla="*/ 287 w 309"/>
              <a:gd name="T23" fmla="*/ 44 h 243"/>
              <a:gd name="T24" fmla="*/ 287 w 309"/>
              <a:gd name="T25" fmla="*/ 22 h 243"/>
              <a:gd name="T26" fmla="*/ 221 w 309"/>
              <a:gd name="T27" fmla="*/ 22 h 243"/>
              <a:gd name="T28" fmla="*/ 221 w 309"/>
              <a:gd name="T29" fmla="*/ 44 h 243"/>
              <a:gd name="T30" fmla="*/ 309 w 309"/>
              <a:gd name="T31" fmla="*/ 188 h 243"/>
              <a:gd name="T32" fmla="*/ 309 w 309"/>
              <a:gd name="T33" fmla="*/ 232 h 243"/>
              <a:gd name="T34" fmla="*/ 306 w 309"/>
              <a:gd name="T35" fmla="*/ 240 h 243"/>
              <a:gd name="T36" fmla="*/ 298 w 309"/>
              <a:gd name="T37" fmla="*/ 243 h 243"/>
              <a:gd name="T38" fmla="*/ 11 w 309"/>
              <a:gd name="T39" fmla="*/ 243 h 243"/>
              <a:gd name="T40" fmla="*/ 3 w 309"/>
              <a:gd name="T41" fmla="*/ 240 h 243"/>
              <a:gd name="T42" fmla="*/ 0 w 309"/>
              <a:gd name="T43" fmla="*/ 232 h 243"/>
              <a:gd name="T44" fmla="*/ 0 w 309"/>
              <a:gd name="T45" fmla="*/ 188 h 243"/>
              <a:gd name="T46" fmla="*/ 3 w 309"/>
              <a:gd name="T47" fmla="*/ 180 h 243"/>
              <a:gd name="T48" fmla="*/ 11 w 309"/>
              <a:gd name="T49" fmla="*/ 177 h 243"/>
              <a:gd name="T50" fmla="*/ 298 w 309"/>
              <a:gd name="T51" fmla="*/ 177 h 243"/>
              <a:gd name="T52" fmla="*/ 306 w 309"/>
              <a:gd name="T53" fmla="*/ 180 h 243"/>
              <a:gd name="T54" fmla="*/ 309 w 309"/>
              <a:gd name="T55" fmla="*/ 188 h 243"/>
              <a:gd name="T56" fmla="*/ 309 w 309"/>
              <a:gd name="T57" fmla="*/ 99 h 243"/>
              <a:gd name="T58" fmla="*/ 309 w 309"/>
              <a:gd name="T59" fmla="*/ 143 h 243"/>
              <a:gd name="T60" fmla="*/ 306 w 309"/>
              <a:gd name="T61" fmla="*/ 151 h 243"/>
              <a:gd name="T62" fmla="*/ 298 w 309"/>
              <a:gd name="T63" fmla="*/ 154 h 243"/>
              <a:gd name="T64" fmla="*/ 11 w 309"/>
              <a:gd name="T65" fmla="*/ 154 h 243"/>
              <a:gd name="T66" fmla="*/ 3 w 309"/>
              <a:gd name="T67" fmla="*/ 151 h 243"/>
              <a:gd name="T68" fmla="*/ 0 w 309"/>
              <a:gd name="T69" fmla="*/ 143 h 243"/>
              <a:gd name="T70" fmla="*/ 0 w 309"/>
              <a:gd name="T71" fmla="*/ 99 h 243"/>
              <a:gd name="T72" fmla="*/ 3 w 309"/>
              <a:gd name="T73" fmla="*/ 91 h 243"/>
              <a:gd name="T74" fmla="*/ 11 w 309"/>
              <a:gd name="T75" fmla="*/ 88 h 243"/>
              <a:gd name="T76" fmla="*/ 298 w 309"/>
              <a:gd name="T77" fmla="*/ 88 h 243"/>
              <a:gd name="T78" fmla="*/ 306 w 309"/>
              <a:gd name="T79" fmla="*/ 91 h 243"/>
              <a:gd name="T80" fmla="*/ 309 w 309"/>
              <a:gd name="T81" fmla="*/ 99 h 243"/>
              <a:gd name="T82" fmla="*/ 309 w 309"/>
              <a:gd name="T83" fmla="*/ 11 h 243"/>
              <a:gd name="T84" fmla="*/ 309 w 309"/>
              <a:gd name="T85" fmla="*/ 55 h 243"/>
              <a:gd name="T86" fmla="*/ 306 w 309"/>
              <a:gd name="T87" fmla="*/ 63 h 243"/>
              <a:gd name="T88" fmla="*/ 298 w 309"/>
              <a:gd name="T89" fmla="*/ 66 h 243"/>
              <a:gd name="T90" fmla="*/ 11 w 309"/>
              <a:gd name="T91" fmla="*/ 66 h 243"/>
              <a:gd name="T92" fmla="*/ 3 w 309"/>
              <a:gd name="T93" fmla="*/ 63 h 243"/>
              <a:gd name="T94" fmla="*/ 0 w 309"/>
              <a:gd name="T95" fmla="*/ 55 h 243"/>
              <a:gd name="T96" fmla="*/ 0 w 309"/>
              <a:gd name="T97" fmla="*/ 11 h 243"/>
              <a:gd name="T98" fmla="*/ 3 w 309"/>
              <a:gd name="T99" fmla="*/ 3 h 243"/>
              <a:gd name="T100" fmla="*/ 11 w 309"/>
              <a:gd name="T101" fmla="*/ 0 h 243"/>
              <a:gd name="T102" fmla="*/ 298 w 309"/>
              <a:gd name="T103" fmla="*/ 0 h 243"/>
              <a:gd name="T104" fmla="*/ 306 w 309"/>
              <a:gd name="T105" fmla="*/ 3 h 243"/>
              <a:gd name="T106" fmla="*/ 309 w 309"/>
              <a:gd name="T107" fmla="*/ 11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9" h="243">
                <a:moveTo>
                  <a:pt x="176" y="221"/>
                </a:moveTo>
                <a:cubicBezTo>
                  <a:pt x="287" y="221"/>
                  <a:pt x="287" y="221"/>
                  <a:pt x="287" y="221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176" y="199"/>
                  <a:pt x="176" y="199"/>
                  <a:pt x="176" y="199"/>
                </a:cubicBezTo>
                <a:lnTo>
                  <a:pt x="176" y="221"/>
                </a:lnTo>
                <a:close/>
                <a:moveTo>
                  <a:pt x="110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7" y="110"/>
                  <a:pt x="287" y="110"/>
                  <a:pt x="287" y="110"/>
                </a:cubicBezTo>
                <a:cubicBezTo>
                  <a:pt x="110" y="110"/>
                  <a:pt x="110" y="110"/>
                  <a:pt x="110" y="110"/>
                </a:cubicBezTo>
                <a:lnTo>
                  <a:pt x="110" y="132"/>
                </a:lnTo>
                <a:close/>
                <a:moveTo>
                  <a:pt x="221" y="44"/>
                </a:moveTo>
                <a:cubicBezTo>
                  <a:pt x="287" y="44"/>
                  <a:pt x="287" y="44"/>
                  <a:pt x="287" y="44"/>
                </a:cubicBezTo>
                <a:cubicBezTo>
                  <a:pt x="287" y="22"/>
                  <a:pt x="287" y="22"/>
                  <a:pt x="287" y="22"/>
                </a:cubicBezTo>
                <a:cubicBezTo>
                  <a:pt x="221" y="22"/>
                  <a:pt x="221" y="22"/>
                  <a:pt x="221" y="22"/>
                </a:cubicBezTo>
                <a:lnTo>
                  <a:pt x="221" y="44"/>
                </a:lnTo>
                <a:close/>
                <a:moveTo>
                  <a:pt x="309" y="188"/>
                </a:moveTo>
                <a:cubicBezTo>
                  <a:pt x="309" y="232"/>
                  <a:pt x="309" y="232"/>
                  <a:pt x="309" y="232"/>
                </a:cubicBezTo>
                <a:cubicBezTo>
                  <a:pt x="309" y="235"/>
                  <a:pt x="308" y="237"/>
                  <a:pt x="306" y="240"/>
                </a:cubicBezTo>
                <a:cubicBezTo>
                  <a:pt x="304" y="242"/>
                  <a:pt x="301" y="243"/>
                  <a:pt x="298" y="243"/>
                </a:cubicBezTo>
                <a:cubicBezTo>
                  <a:pt x="11" y="243"/>
                  <a:pt x="11" y="243"/>
                  <a:pt x="11" y="243"/>
                </a:cubicBezTo>
                <a:cubicBezTo>
                  <a:pt x="8" y="243"/>
                  <a:pt x="5" y="242"/>
                  <a:pt x="3" y="240"/>
                </a:cubicBezTo>
                <a:cubicBezTo>
                  <a:pt x="1" y="237"/>
                  <a:pt x="0" y="235"/>
                  <a:pt x="0" y="232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85"/>
                  <a:pt x="1" y="182"/>
                  <a:pt x="3" y="180"/>
                </a:cubicBezTo>
                <a:cubicBezTo>
                  <a:pt x="5" y="178"/>
                  <a:pt x="8" y="177"/>
                  <a:pt x="11" y="177"/>
                </a:cubicBezTo>
                <a:cubicBezTo>
                  <a:pt x="298" y="177"/>
                  <a:pt x="298" y="177"/>
                  <a:pt x="298" y="177"/>
                </a:cubicBezTo>
                <a:cubicBezTo>
                  <a:pt x="301" y="177"/>
                  <a:pt x="304" y="178"/>
                  <a:pt x="306" y="180"/>
                </a:cubicBezTo>
                <a:cubicBezTo>
                  <a:pt x="308" y="182"/>
                  <a:pt x="309" y="185"/>
                  <a:pt x="309" y="188"/>
                </a:cubicBezTo>
                <a:close/>
                <a:moveTo>
                  <a:pt x="309" y="99"/>
                </a:moveTo>
                <a:cubicBezTo>
                  <a:pt x="309" y="143"/>
                  <a:pt x="309" y="143"/>
                  <a:pt x="309" y="143"/>
                </a:cubicBezTo>
                <a:cubicBezTo>
                  <a:pt x="309" y="146"/>
                  <a:pt x="308" y="149"/>
                  <a:pt x="306" y="151"/>
                </a:cubicBezTo>
                <a:cubicBezTo>
                  <a:pt x="304" y="153"/>
                  <a:pt x="301" y="154"/>
                  <a:pt x="298" y="154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8" y="154"/>
                  <a:pt x="5" y="153"/>
                  <a:pt x="3" y="151"/>
                </a:cubicBezTo>
                <a:cubicBezTo>
                  <a:pt x="1" y="149"/>
                  <a:pt x="0" y="146"/>
                  <a:pt x="0" y="143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6"/>
                  <a:pt x="1" y="94"/>
                  <a:pt x="3" y="91"/>
                </a:cubicBezTo>
                <a:cubicBezTo>
                  <a:pt x="5" y="89"/>
                  <a:pt x="8" y="88"/>
                  <a:pt x="11" y="88"/>
                </a:cubicBezTo>
                <a:cubicBezTo>
                  <a:pt x="298" y="88"/>
                  <a:pt x="298" y="88"/>
                  <a:pt x="298" y="88"/>
                </a:cubicBezTo>
                <a:cubicBezTo>
                  <a:pt x="301" y="88"/>
                  <a:pt x="304" y="89"/>
                  <a:pt x="306" y="91"/>
                </a:cubicBezTo>
                <a:cubicBezTo>
                  <a:pt x="308" y="94"/>
                  <a:pt x="309" y="96"/>
                  <a:pt x="309" y="99"/>
                </a:cubicBezTo>
                <a:close/>
                <a:moveTo>
                  <a:pt x="309" y="11"/>
                </a:moveTo>
                <a:cubicBezTo>
                  <a:pt x="309" y="55"/>
                  <a:pt x="309" y="55"/>
                  <a:pt x="309" y="55"/>
                </a:cubicBezTo>
                <a:cubicBezTo>
                  <a:pt x="309" y="58"/>
                  <a:pt x="308" y="60"/>
                  <a:pt x="306" y="63"/>
                </a:cubicBezTo>
                <a:cubicBezTo>
                  <a:pt x="304" y="65"/>
                  <a:pt x="301" y="66"/>
                  <a:pt x="298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8" y="66"/>
                  <a:pt x="5" y="65"/>
                  <a:pt x="3" y="63"/>
                </a:cubicBezTo>
                <a:cubicBezTo>
                  <a:pt x="1" y="60"/>
                  <a:pt x="0" y="58"/>
                  <a:pt x="0" y="5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298" y="0"/>
                  <a:pt x="298" y="0"/>
                  <a:pt x="298" y="0"/>
                </a:cubicBezTo>
                <a:cubicBezTo>
                  <a:pt x="301" y="0"/>
                  <a:pt x="304" y="1"/>
                  <a:pt x="306" y="3"/>
                </a:cubicBezTo>
                <a:cubicBezTo>
                  <a:pt x="308" y="5"/>
                  <a:pt x="309" y="8"/>
                  <a:pt x="309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76"/>
          <p:cNvSpPr>
            <a:spLocks noEditPoints="1"/>
          </p:cNvSpPr>
          <p:nvPr/>
        </p:nvSpPr>
        <p:spPr bwMode="auto">
          <a:xfrm>
            <a:off x="1104901" y="1565275"/>
            <a:ext cx="381000" cy="334963"/>
          </a:xfrm>
          <a:custGeom>
            <a:avLst/>
            <a:gdLst>
              <a:gd name="T0" fmla="*/ 342 w 354"/>
              <a:gd name="T1" fmla="*/ 167 h 310"/>
              <a:gd name="T2" fmla="*/ 354 w 354"/>
              <a:gd name="T3" fmla="*/ 260 h 310"/>
              <a:gd name="T4" fmla="*/ 348 w 354"/>
              <a:gd name="T5" fmla="*/ 266 h 310"/>
              <a:gd name="T6" fmla="*/ 332 w 354"/>
              <a:gd name="T7" fmla="*/ 277 h 310"/>
              <a:gd name="T8" fmla="*/ 298 w 354"/>
              <a:gd name="T9" fmla="*/ 310 h 310"/>
              <a:gd name="T10" fmla="*/ 265 w 354"/>
              <a:gd name="T11" fmla="*/ 277 h 310"/>
              <a:gd name="T12" fmla="*/ 88 w 354"/>
              <a:gd name="T13" fmla="*/ 266 h 310"/>
              <a:gd name="T14" fmla="*/ 79 w 354"/>
              <a:gd name="T15" fmla="*/ 300 h 310"/>
              <a:gd name="T16" fmla="*/ 32 w 354"/>
              <a:gd name="T17" fmla="*/ 300 h 310"/>
              <a:gd name="T18" fmla="*/ 22 w 354"/>
              <a:gd name="T19" fmla="*/ 266 h 310"/>
              <a:gd name="T20" fmla="*/ 1 w 354"/>
              <a:gd name="T21" fmla="*/ 264 h 310"/>
              <a:gd name="T22" fmla="*/ 0 w 354"/>
              <a:gd name="T23" fmla="*/ 194 h 310"/>
              <a:gd name="T24" fmla="*/ 39 w 354"/>
              <a:gd name="T25" fmla="*/ 155 h 310"/>
              <a:gd name="T26" fmla="*/ 62 w 354"/>
              <a:gd name="T27" fmla="*/ 83 h 310"/>
              <a:gd name="T28" fmla="*/ 110 w 354"/>
              <a:gd name="T29" fmla="*/ 45 h 310"/>
              <a:gd name="T30" fmla="*/ 133 w 354"/>
              <a:gd name="T31" fmla="*/ 6 h 310"/>
              <a:gd name="T32" fmla="*/ 138 w 354"/>
              <a:gd name="T33" fmla="*/ 0 h 310"/>
              <a:gd name="T34" fmla="*/ 219 w 354"/>
              <a:gd name="T35" fmla="*/ 2 h 310"/>
              <a:gd name="T36" fmla="*/ 221 w 354"/>
              <a:gd name="T37" fmla="*/ 45 h 310"/>
              <a:gd name="T38" fmla="*/ 274 w 354"/>
              <a:gd name="T39" fmla="*/ 56 h 310"/>
              <a:gd name="T40" fmla="*/ 310 w 354"/>
              <a:gd name="T41" fmla="*/ 155 h 310"/>
              <a:gd name="T42" fmla="*/ 55 w 354"/>
              <a:gd name="T43" fmla="*/ 238 h 310"/>
              <a:gd name="T44" fmla="*/ 83 w 354"/>
              <a:gd name="T45" fmla="*/ 211 h 310"/>
              <a:gd name="T46" fmla="*/ 55 w 354"/>
              <a:gd name="T47" fmla="*/ 183 h 310"/>
              <a:gd name="T48" fmla="*/ 27 w 354"/>
              <a:gd name="T49" fmla="*/ 211 h 310"/>
              <a:gd name="T50" fmla="*/ 55 w 354"/>
              <a:gd name="T51" fmla="*/ 238 h 310"/>
              <a:gd name="T52" fmla="*/ 265 w 354"/>
              <a:gd name="T53" fmla="*/ 155 h 310"/>
              <a:gd name="T54" fmla="*/ 247 w 354"/>
              <a:gd name="T55" fmla="*/ 91 h 310"/>
              <a:gd name="T56" fmla="*/ 110 w 354"/>
              <a:gd name="T57" fmla="*/ 89 h 310"/>
              <a:gd name="T58" fmla="*/ 104 w 354"/>
              <a:gd name="T59" fmla="*/ 94 h 310"/>
              <a:gd name="T60" fmla="*/ 298 w 354"/>
              <a:gd name="T61" fmla="*/ 238 h 310"/>
              <a:gd name="T62" fmla="*/ 326 w 354"/>
              <a:gd name="T63" fmla="*/ 211 h 310"/>
              <a:gd name="T64" fmla="*/ 298 w 354"/>
              <a:gd name="T65" fmla="*/ 183 h 310"/>
              <a:gd name="T66" fmla="*/ 271 w 354"/>
              <a:gd name="T67" fmla="*/ 211 h 310"/>
              <a:gd name="T68" fmla="*/ 298 w 354"/>
              <a:gd name="T69" fmla="*/ 238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4" h="310">
                <a:moveTo>
                  <a:pt x="315" y="155"/>
                </a:moveTo>
                <a:cubicBezTo>
                  <a:pt x="326" y="155"/>
                  <a:pt x="335" y="159"/>
                  <a:pt x="342" y="167"/>
                </a:cubicBezTo>
                <a:cubicBezTo>
                  <a:pt x="350" y="174"/>
                  <a:pt x="354" y="183"/>
                  <a:pt x="354" y="194"/>
                </a:cubicBezTo>
                <a:cubicBezTo>
                  <a:pt x="354" y="260"/>
                  <a:pt x="354" y="260"/>
                  <a:pt x="354" y="260"/>
                </a:cubicBezTo>
                <a:cubicBezTo>
                  <a:pt x="354" y="262"/>
                  <a:pt x="353" y="263"/>
                  <a:pt x="352" y="264"/>
                </a:cubicBezTo>
                <a:cubicBezTo>
                  <a:pt x="351" y="265"/>
                  <a:pt x="350" y="266"/>
                  <a:pt x="348" y="266"/>
                </a:cubicBezTo>
                <a:cubicBezTo>
                  <a:pt x="332" y="266"/>
                  <a:pt x="332" y="266"/>
                  <a:pt x="332" y="266"/>
                </a:cubicBezTo>
                <a:cubicBezTo>
                  <a:pt x="332" y="277"/>
                  <a:pt x="332" y="277"/>
                  <a:pt x="332" y="277"/>
                </a:cubicBezTo>
                <a:cubicBezTo>
                  <a:pt x="332" y="286"/>
                  <a:pt x="328" y="294"/>
                  <a:pt x="322" y="300"/>
                </a:cubicBezTo>
                <a:cubicBezTo>
                  <a:pt x="315" y="307"/>
                  <a:pt x="308" y="310"/>
                  <a:pt x="298" y="310"/>
                </a:cubicBezTo>
                <a:cubicBezTo>
                  <a:pt x="289" y="310"/>
                  <a:pt x="281" y="307"/>
                  <a:pt x="275" y="300"/>
                </a:cubicBezTo>
                <a:cubicBezTo>
                  <a:pt x="268" y="294"/>
                  <a:pt x="265" y="286"/>
                  <a:pt x="265" y="277"/>
                </a:cubicBezTo>
                <a:cubicBezTo>
                  <a:pt x="265" y="266"/>
                  <a:pt x="265" y="266"/>
                  <a:pt x="265" y="266"/>
                </a:cubicBezTo>
                <a:cubicBezTo>
                  <a:pt x="88" y="266"/>
                  <a:pt x="88" y="266"/>
                  <a:pt x="88" y="266"/>
                </a:cubicBezTo>
                <a:cubicBezTo>
                  <a:pt x="88" y="277"/>
                  <a:pt x="88" y="277"/>
                  <a:pt x="88" y="277"/>
                </a:cubicBezTo>
                <a:cubicBezTo>
                  <a:pt x="88" y="286"/>
                  <a:pt x="85" y="294"/>
                  <a:pt x="79" y="300"/>
                </a:cubicBezTo>
                <a:cubicBezTo>
                  <a:pt x="72" y="307"/>
                  <a:pt x="64" y="310"/>
                  <a:pt x="55" y="310"/>
                </a:cubicBezTo>
                <a:cubicBezTo>
                  <a:pt x="46" y="310"/>
                  <a:pt x="38" y="307"/>
                  <a:pt x="32" y="300"/>
                </a:cubicBezTo>
                <a:cubicBezTo>
                  <a:pt x="25" y="294"/>
                  <a:pt x="22" y="286"/>
                  <a:pt x="22" y="277"/>
                </a:cubicBezTo>
                <a:cubicBezTo>
                  <a:pt x="22" y="266"/>
                  <a:pt x="22" y="266"/>
                  <a:pt x="22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4" y="266"/>
                  <a:pt x="2" y="265"/>
                  <a:pt x="1" y="264"/>
                </a:cubicBezTo>
                <a:cubicBezTo>
                  <a:pt x="0" y="263"/>
                  <a:pt x="0" y="262"/>
                  <a:pt x="0" y="260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83"/>
                  <a:pt x="4" y="174"/>
                  <a:pt x="11" y="167"/>
                </a:cubicBezTo>
                <a:cubicBezTo>
                  <a:pt x="19" y="159"/>
                  <a:pt x="28" y="155"/>
                  <a:pt x="39" y="155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62" y="83"/>
                  <a:pt x="62" y="83"/>
                  <a:pt x="62" y="83"/>
                </a:cubicBezTo>
                <a:cubicBezTo>
                  <a:pt x="64" y="72"/>
                  <a:pt x="70" y="63"/>
                  <a:pt x="80" y="56"/>
                </a:cubicBezTo>
                <a:cubicBezTo>
                  <a:pt x="89" y="48"/>
                  <a:pt x="99" y="45"/>
                  <a:pt x="110" y="45"/>
                </a:cubicBezTo>
                <a:cubicBezTo>
                  <a:pt x="133" y="45"/>
                  <a:pt x="133" y="45"/>
                  <a:pt x="133" y="45"/>
                </a:cubicBezTo>
                <a:cubicBezTo>
                  <a:pt x="133" y="6"/>
                  <a:pt x="133" y="6"/>
                  <a:pt x="133" y="6"/>
                </a:cubicBezTo>
                <a:cubicBezTo>
                  <a:pt x="133" y="4"/>
                  <a:pt x="133" y="3"/>
                  <a:pt x="134" y="2"/>
                </a:cubicBezTo>
                <a:cubicBezTo>
                  <a:pt x="135" y="1"/>
                  <a:pt x="136" y="0"/>
                  <a:pt x="138" y="0"/>
                </a:cubicBezTo>
                <a:cubicBezTo>
                  <a:pt x="215" y="0"/>
                  <a:pt x="215" y="0"/>
                  <a:pt x="215" y="0"/>
                </a:cubicBezTo>
                <a:cubicBezTo>
                  <a:pt x="217" y="0"/>
                  <a:pt x="218" y="1"/>
                  <a:pt x="219" y="2"/>
                </a:cubicBezTo>
                <a:cubicBezTo>
                  <a:pt x="221" y="3"/>
                  <a:pt x="221" y="4"/>
                  <a:pt x="221" y="6"/>
                </a:cubicBezTo>
                <a:cubicBezTo>
                  <a:pt x="221" y="45"/>
                  <a:pt x="221" y="45"/>
                  <a:pt x="221" y="45"/>
                </a:cubicBezTo>
                <a:cubicBezTo>
                  <a:pt x="243" y="45"/>
                  <a:pt x="243" y="45"/>
                  <a:pt x="243" y="45"/>
                </a:cubicBezTo>
                <a:cubicBezTo>
                  <a:pt x="254" y="45"/>
                  <a:pt x="265" y="48"/>
                  <a:pt x="274" y="56"/>
                </a:cubicBezTo>
                <a:cubicBezTo>
                  <a:pt x="283" y="63"/>
                  <a:pt x="289" y="72"/>
                  <a:pt x="292" y="83"/>
                </a:cubicBezTo>
                <a:cubicBezTo>
                  <a:pt x="310" y="155"/>
                  <a:pt x="310" y="155"/>
                  <a:pt x="310" y="155"/>
                </a:cubicBezTo>
                <a:lnTo>
                  <a:pt x="315" y="155"/>
                </a:lnTo>
                <a:close/>
                <a:moveTo>
                  <a:pt x="55" y="238"/>
                </a:moveTo>
                <a:cubicBezTo>
                  <a:pt x="63" y="238"/>
                  <a:pt x="69" y="235"/>
                  <a:pt x="75" y="230"/>
                </a:cubicBezTo>
                <a:cubicBezTo>
                  <a:pt x="80" y="225"/>
                  <a:pt x="83" y="218"/>
                  <a:pt x="83" y="211"/>
                </a:cubicBezTo>
                <a:cubicBezTo>
                  <a:pt x="83" y="203"/>
                  <a:pt x="80" y="196"/>
                  <a:pt x="75" y="191"/>
                </a:cubicBezTo>
                <a:cubicBezTo>
                  <a:pt x="69" y="186"/>
                  <a:pt x="63" y="183"/>
                  <a:pt x="55" y="183"/>
                </a:cubicBezTo>
                <a:cubicBezTo>
                  <a:pt x="48" y="183"/>
                  <a:pt x="41" y="186"/>
                  <a:pt x="36" y="191"/>
                </a:cubicBezTo>
                <a:cubicBezTo>
                  <a:pt x="30" y="196"/>
                  <a:pt x="27" y="203"/>
                  <a:pt x="27" y="211"/>
                </a:cubicBezTo>
                <a:cubicBezTo>
                  <a:pt x="27" y="218"/>
                  <a:pt x="30" y="225"/>
                  <a:pt x="36" y="230"/>
                </a:cubicBezTo>
                <a:cubicBezTo>
                  <a:pt x="41" y="235"/>
                  <a:pt x="48" y="238"/>
                  <a:pt x="55" y="238"/>
                </a:cubicBezTo>
                <a:close/>
                <a:moveTo>
                  <a:pt x="89" y="155"/>
                </a:moveTo>
                <a:cubicBezTo>
                  <a:pt x="265" y="155"/>
                  <a:pt x="265" y="155"/>
                  <a:pt x="265" y="155"/>
                </a:cubicBezTo>
                <a:cubicBezTo>
                  <a:pt x="249" y="94"/>
                  <a:pt x="249" y="94"/>
                  <a:pt x="249" y="94"/>
                </a:cubicBezTo>
                <a:cubicBezTo>
                  <a:pt x="249" y="93"/>
                  <a:pt x="248" y="92"/>
                  <a:pt x="247" y="91"/>
                </a:cubicBezTo>
                <a:cubicBezTo>
                  <a:pt x="245" y="89"/>
                  <a:pt x="244" y="89"/>
                  <a:pt x="243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09" y="89"/>
                  <a:pt x="108" y="89"/>
                  <a:pt x="107" y="91"/>
                </a:cubicBezTo>
                <a:cubicBezTo>
                  <a:pt x="105" y="92"/>
                  <a:pt x="105" y="93"/>
                  <a:pt x="104" y="94"/>
                </a:cubicBezTo>
                <a:lnTo>
                  <a:pt x="89" y="155"/>
                </a:lnTo>
                <a:close/>
                <a:moveTo>
                  <a:pt x="298" y="238"/>
                </a:moveTo>
                <a:cubicBezTo>
                  <a:pt x="306" y="238"/>
                  <a:pt x="313" y="235"/>
                  <a:pt x="318" y="230"/>
                </a:cubicBezTo>
                <a:cubicBezTo>
                  <a:pt x="323" y="225"/>
                  <a:pt x="326" y="218"/>
                  <a:pt x="326" y="211"/>
                </a:cubicBezTo>
                <a:cubicBezTo>
                  <a:pt x="326" y="203"/>
                  <a:pt x="323" y="196"/>
                  <a:pt x="318" y="191"/>
                </a:cubicBezTo>
                <a:cubicBezTo>
                  <a:pt x="313" y="186"/>
                  <a:pt x="306" y="183"/>
                  <a:pt x="298" y="183"/>
                </a:cubicBezTo>
                <a:cubicBezTo>
                  <a:pt x="291" y="183"/>
                  <a:pt x="284" y="186"/>
                  <a:pt x="279" y="191"/>
                </a:cubicBezTo>
                <a:cubicBezTo>
                  <a:pt x="273" y="196"/>
                  <a:pt x="271" y="203"/>
                  <a:pt x="271" y="211"/>
                </a:cubicBezTo>
                <a:cubicBezTo>
                  <a:pt x="271" y="218"/>
                  <a:pt x="273" y="225"/>
                  <a:pt x="279" y="230"/>
                </a:cubicBezTo>
                <a:cubicBezTo>
                  <a:pt x="284" y="235"/>
                  <a:pt x="291" y="238"/>
                  <a:pt x="298" y="23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1" name="Freeform 77"/>
          <p:cNvSpPr>
            <a:spLocks noEditPoints="1"/>
          </p:cNvSpPr>
          <p:nvPr/>
        </p:nvSpPr>
        <p:spPr bwMode="auto">
          <a:xfrm>
            <a:off x="1616076" y="1565275"/>
            <a:ext cx="219075" cy="334963"/>
          </a:xfrm>
          <a:custGeom>
            <a:avLst/>
            <a:gdLst>
              <a:gd name="T0" fmla="*/ 136 w 202"/>
              <a:gd name="T1" fmla="*/ 99 h 310"/>
              <a:gd name="T2" fmla="*/ 126 w 202"/>
              <a:gd name="T3" fmla="*/ 123 h 310"/>
              <a:gd name="T4" fmla="*/ 103 w 202"/>
              <a:gd name="T5" fmla="*/ 133 h 310"/>
              <a:gd name="T6" fmla="*/ 84 w 202"/>
              <a:gd name="T7" fmla="*/ 127 h 310"/>
              <a:gd name="T8" fmla="*/ 64 w 202"/>
              <a:gd name="T9" fmla="*/ 152 h 310"/>
              <a:gd name="T10" fmla="*/ 29 w 202"/>
              <a:gd name="T11" fmla="*/ 300 h 310"/>
              <a:gd name="T12" fmla="*/ 27 w 202"/>
              <a:gd name="T13" fmla="*/ 307 h 310"/>
              <a:gd name="T14" fmla="*/ 21 w 202"/>
              <a:gd name="T15" fmla="*/ 310 h 310"/>
              <a:gd name="T16" fmla="*/ 20 w 202"/>
              <a:gd name="T17" fmla="*/ 310 h 310"/>
              <a:gd name="T18" fmla="*/ 14 w 202"/>
              <a:gd name="T19" fmla="*/ 308 h 310"/>
              <a:gd name="T20" fmla="*/ 11 w 202"/>
              <a:gd name="T21" fmla="*/ 302 h 310"/>
              <a:gd name="T22" fmla="*/ 10 w 202"/>
              <a:gd name="T23" fmla="*/ 259 h 310"/>
              <a:gd name="T24" fmla="*/ 15 w 202"/>
              <a:gd name="T25" fmla="*/ 222 h 310"/>
              <a:gd name="T26" fmla="*/ 25 w 202"/>
              <a:gd name="T27" fmla="*/ 190 h 310"/>
              <a:gd name="T28" fmla="*/ 37 w 202"/>
              <a:gd name="T29" fmla="*/ 163 h 310"/>
              <a:gd name="T30" fmla="*/ 49 w 202"/>
              <a:gd name="T31" fmla="*/ 141 h 310"/>
              <a:gd name="T32" fmla="*/ 72 w 202"/>
              <a:gd name="T33" fmla="*/ 113 h 310"/>
              <a:gd name="T34" fmla="*/ 69 w 202"/>
              <a:gd name="T35" fmla="*/ 99 h 310"/>
              <a:gd name="T36" fmla="*/ 79 w 202"/>
              <a:gd name="T37" fmla="*/ 76 h 310"/>
              <a:gd name="T38" fmla="*/ 103 w 202"/>
              <a:gd name="T39" fmla="*/ 66 h 310"/>
              <a:gd name="T40" fmla="*/ 126 w 202"/>
              <a:gd name="T41" fmla="*/ 76 h 310"/>
              <a:gd name="T42" fmla="*/ 136 w 202"/>
              <a:gd name="T43" fmla="*/ 99 h 310"/>
              <a:gd name="T44" fmla="*/ 202 w 202"/>
              <a:gd name="T45" fmla="*/ 101 h 310"/>
              <a:gd name="T46" fmla="*/ 189 w 202"/>
              <a:gd name="T47" fmla="*/ 152 h 310"/>
              <a:gd name="T48" fmla="*/ 152 w 202"/>
              <a:gd name="T49" fmla="*/ 188 h 310"/>
              <a:gd name="T50" fmla="*/ 101 w 202"/>
              <a:gd name="T51" fmla="*/ 202 h 310"/>
              <a:gd name="T52" fmla="*/ 79 w 202"/>
              <a:gd name="T53" fmla="*/ 199 h 310"/>
              <a:gd name="T54" fmla="*/ 73 w 202"/>
              <a:gd name="T55" fmla="*/ 195 h 310"/>
              <a:gd name="T56" fmla="*/ 72 w 202"/>
              <a:gd name="T57" fmla="*/ 188 h 310"/>
              <a:gd name="T58" fmla="*/ 76 w 202"/>
              <a:gd name="T59" fmla="*/ 183 h 310"/>
              <a:gd name="T60" fmla="*/ 83 w 202"/>
              <a:gd name="T61" fmla="*/ 182 h 310"/>
              <a:gd name="T62" fmla="*/ 101 w 202"/>
              <a:gd name="T63" fmla="*/ 184 h 310"/>
              <a:gd name="T64" fmla="*/ 133 w 202"/>
              <a:gd name="T65" fmla="*/ 177 h 310"/>
              <a:gd name="T66" fmla="*/ 160 w 202"/>
              <a:gd name="T67" fmla="*/ 160 h 310"/>
              <a:gd name="T68" fmla="*/ 177 w 202"/>
              <a:gd name="T69" fmla="*/ 133 h 310"/>
              <a:gd name="T70" fmla="*/ 184 w 202"/>
              <a:gd name="T71" fmla="*/ 101 h 310"/>
              <a:gd name="T72" fmla="*/ 177 w 202"/>
              <a:gd name="T73" fmla="*/ 69 h 310"/>
              <a:gd name="T74" fmla="*/ 160 w 202"/>
              <a:gd name="T75" fmla="*/ 43 h 310"/>
              <a:gd name="T76" fmla="*/ 133 w 202"/>
              <a:gd name="T77" fmla="*/ 25 h 310"/>
              <a:gd name="T78" fmla="*/ 101 w 202"/>
              <a:gd name="T79" fmla="*/ 18 h 310"/>
              <a:gd name="T80" fmla="*/ 69 w 202"/>
              <a:gd name="T81" fmla="*/ 25 h 310"/>
              <a:gd name="T82" fmla="*/ 43 w 202"/>
              <a:gd name="T83" fmla="*/ 43 h 310"/>
              <a:gd name="T84" fmla="*/ 25 w 202"/>
              <a:gd name="T85" fmla="*/ 69 h 310"/>
              <a:gd name="T86" fmla="*/ 18 w 202"/>
              <a:gd name="T87" fmla="*/ 101 h 310"/>
              <a:gd name="T88" fmla="*/ 27 w 202"/>
              <a:gd name="T89" fmla="*/ 139 h 310"/>
              <a:gd name="T90" fmla="*/ 28 w 202"/>
              <a:gd name="T91" fmla="*/ 146 h 310"/>
              <a:gd name="T92" fmla="*/ 24 w 202"/>
              <a:gd name="T93" fmla="*/ 151 h 310"/>
              <a:gd name="T94" fmla="*/ 17 w 202"/>
              <a:gd name="T95" fmla="*/ 151 h 310"/>
              <a:gd name="T96" fmla="*/ 12 w 202"/>
              <a:gd name="T97" fmla="*/ 147 h 310"/>
              <a:gd name="T98" fmla="*/ 0 w 202"/>
              <a:gd name="T99" fmla="*/ 101 h 310"/>
              <a:gd name="T100" fmla="*/ 9 w 202"/>
              <a:gd name="T101" fmla="*/ 62 h 310"/>
              <a:gd name="T102" fmla="*/ 30 w 202"/>
              <a:gd name="T103" fmla="*/ 30 h 310"/>
              <a:gd name="T104" fmla="*/ 62 w 202"/>
              <a:gd name="T105" fmla="*/ 8 h 310"/>
              <a:gd name="T106" fmla="*/ 101 w 202"/>
              <a:gd name="T107" fmla="*/ 0 h 310"/>
              <a:gd name="T108" fmla="*/ 152 w 202"/>
              <a:gd name="T109" fmla="*/ 14 h 310"/>
              <a:gd name="T110" fmla="*/ 189 w 202"/>
              <a:gd name="T111" fmla="*/ 51 h 310"/>
              <a:gd name="T112" fmla="*/ 202 w 202"/>
              <a:gd name="T113" fmla="*/ 101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2" h="310">
                <a:moveTo>
                  <a:pt x="136" y="99"/>
                </a:moveTo>
                <a:cubicBezTo>
                  <a:pt x="136" y="108"/>
                  <a:pt x="133" y="116"/>
                  <a:pt x="126" y="123"/>
                </a:cubicBezTo>
                <a:cubicBezTo>
                  <a:pt x="120" y="129"/>
                  <a:pt x="112" y="133"/>
                  <a:pt x="103" y="133"/>
                </a:cubicBezTo>
                <a:cubicBezTo>
                  <a:pt x="96" y="133"/>
                  <a:pt x="89" y="131"/>
                  <a:pt x="84" y="127"/>
                </a:cubicBezTo>
                <a:cubicBezTo>
                  <a:pt x="76" y="134"/>
                  <a:pt x="70" y="143"/>
                  <a:pt x="64" y="152"/>
                </a:cubicBezTo>
                <a:cubicBezTo>
                  <a:pt x="35" y="195"/>
                  <a:pt x="24" y="244"/>
                  <a:pt x="29" y="300"/>
                </a:cubicBezTo>
                <a:cubicBezTo>
                  <a:pt x="29" y="303"/>
                  <a:pt x="28" y="305"/>
                  <a:pt x="27" y="307"/>
                </a:cubicBezTo>
                <a:cubicBezTo>
                  <a:pt x="25" y="309"/>
                  <a:pt x="23" y="310"/>
                  <a:pt x="21" y="310"/>
                </a:cubicBezTo>
                <a:cubicBezTo>
                  <a:pt x="20" y="310"/>
                  <a:pt x="20" y="310"/>
                  <a:pt x="20" y="310"/>
                </a:cubicBezTo>
                <a:cubicBezTo>
                  <a:pt x="18" y="310"/>
                  <a:pt x="16" y="309"/>
                  <a:pt x="14" y="308"/>
                </a:cubicBezTo>
                <a:cubicBezTo>
                  <a:pt x="12" y="306"/>
                  <a:pt x="11" y="304"/>
                  <a:pt x="11" y="302"/>
                </a:cubicBezTo>
                <a:cubicBezTo>
                  <a:pt x="9" y="287"/>
                  <a:pt x="9" y="273"/>
                  <a:pt x="10" y="259"/>
                </a:cubicBezTo>
                <a:cubicBezTo>
                  <a:pt x="11" y="245"/>
                  <a:pt x="13" y="233"/>
                  <a:pt x="15" y="222"/>
                </a:cubicBezTo>
                <a:cubicBezTo>
                  <a:pt x="18" y="211"/>
                  <a:pt x="21" y="200"/>
                  <a:pt x="25" y="190"/>
                </a:cubicBezTo>
                <a:cubicBezTo>
                  <a:pt x="29" y="179"/>
                  <a:pt x="33" y="170"/>
                  <a:pt x="37" y="163"/>
                </a:cubicBezTo>
                <a:cubicBezTo>
                  <a:pt x="41" y="155"/>
                  <a:pt x="45" y="148"/>
                  <a:pt x="49" y="141"/>
                </a:cubicBezTo>
                <a:cubicBezTo>
                  <a:pt x="56" y="131"/>
                  <a:pt x="64" y="121"/>
                  <a:pt x="72" y="113"/>
                </a:cubicBezTo>
                <a:cubicBezTo>
                  <a:pt x="70" y="109"/>
                  <a:pt x="69" y="104"/>
                  <a:pt x="69" y="99"/>
                </a:cubicBezTo>
                <a:cubicBezTo>
                  <a:pt x="69" y="90"/>
                  <a:pt x="73" y="82"/>
                  <a:pt x="79" y="76"/>
                </a:cubicBezTo>
                <a:cubicBezTo>
                  <a:pt x="86" y="69"/>
                  <a:pt x="94" y="66"/>
                  <a:pt x="103" y="66"/>
                </a:cubicBezTo>
                <a:cubicBezTo>
                  <a:pt x="112" y="66"/>
                  <a:pt x="120" y="69"/>
                  <a:pt x="126" y="76"/>
                </a:cubicBezTo>
                <a:cubicBezTo>
                  <a:pt x="133" y="82"/>
                  <a:pt x="136" y="90"/>
                  <a:pt x="136" y="99"/>
                </a:cubicBezTo>
                <a:close/>
                <a:moveTo>
                  <a:pt x="202" y="101"/>
                </a:moveTo>
                <a:cubicBezTo>
                  <a:pt x="202" y="119"/>
                  <a:pt x="197" y="136"/>
                  <a:pt x="189" y="152"/>
                </a:cubicBezTo>
                <a:cubicBezTo>
                  <a:pt x="180" y="167"/>
                  <a:pt x="167" y="179"/>
                  <a:pt x="152" y="188"/>
                </a:cubicBezTo>
                <a:cubicBezTo>
                  <a:pt x="136" y="197"/>
                  <a:pt x="119" y="202"/>
                  <a:pt x="101" y="202"/>
                </a:cubicBezTo>
                <a:cubicBezTo>
                  <a:pt x="94" y="202"/>
                  <a:pt x="86" y="201"/>
                  <a:pt x="79" y="199"/>
                </a:cubicBezTo>
                <a:cubicBezTo>
                  <a:pt x="76" y="199"/>
                  <a:pt x="74" y="197"/>
                  <a:pt x="73" y="195"/>
                </a:cubicBezTo>
                <a:cubicBezTo>
                  <a:pt x="72" y="193"/>
                  <a:pt x="71" y="191"/>
                  <a:pt x="72" y="188"/>
                </a:cubicBezTo>
                <a:cubicBezTo>
                  <a:pt x="72" y="186"/>
                  <a:pt x="74" y="184"/>
                  <a:pt x="76" y="183"/>
                </a:cubicBezTo>
                <a:cubicBezTo>
                  <a:pt x="78" y="182"/>
                  <a:pt x="80" y="181"/>
                  <a:pt x="83" y="182"/>
                </a:cubicBezTo>
                <a:cubicBezTo>
                  <a:pt x="88" y="183"/>
                  <a:pt x="95" y="184"/>
                  <a:pt x="101" y="184"/>
                </a:cubicBezTo>
                <a:cubicBezTo>
                  <a:pt x="112" y="184"/>
                  <a:pt x="123" y="182"/>
                  <a:pt x="133" y="177"/>
                </a:cubicBezTo>
                <a:cubicBezTo>
                  <a:pt x="144" y="173"/>
                  <a:pt x="152" y="167"/>
                  <a:pt x="160" y="160"/>
                </a:cubicBezTo>
                <a:cubicBezTo>
                  <a:pt x="167" y="152"/>
                  <a:pt x="173" y="144"/>
                  <a:pt x="177" y="133"/>
                </a:cubicBezTo>
                <a:cubicBezTo>
                  <a:pt x="182" y="123"/>
                  <a:pt x="184" y="112"/>
                  <a:pt x="184" y="101"/>
                </a:cubicBezTo>
                <a:cubicBezTo>
                  <a:pt x="184" y="90"/>
                  <a:pt x="182" y="79"/>
                  <a:pt x="177" y="69"/>
                </a:cubicBezTo>
                <a:cubicBezTo>
                  <a:pt x="173" y="59"/>
                  <a:pt x="167" y="50"/>
                  <a:pt x="160" y="43"/>
                </a:cubicBezTo>
                <a:cubicBezTo>
                  <a:pt x="152" y="35"/>
                  <a:pt x="144" y="29"/>
                  <a:pt x="133" y="25"/>
                </a:cubicBezTo>
                <a:cubicBezTo>
                  <a:pt x="123" y="21"/>
                  <a:pt x="112" y="18"/>
                  <a:pt x="101" y="18"/>
                </a:cubicBezTo>
                <a:cubicBezTo>
                  <a:pt x="90" y="18"/>
                  <a:pt x="79" y="21"/>
                  <a:pt x="69" y="25"/>
                </a:cubicBezTo>
                <a:cubicBezTo>
                  <a:pt x="59" y="29"/>
                  <a:pt x="50" y="35"/>
                  <a:pt x="43" y="43"/>
                </a:cubicBezTo>
                <a:cubicBezTo>
                  <a:pt x="35" y="50"/>
                  <a:pt x="29" y="59"/>
                  <a:pt x="25" y="69"/>
                </a:cubicBezTo>
                <a:cubicBezTo>
                  <a:pt x="21" y="79"/>
                  <a:pt x="18" y="90"/>
                  <a:pt x="18" y="101"/>
                </a:cubicBezTo>
                <a:cubicBezTo>
                  <a:pt x="18" y="114"/>
                  <a:pt x="21" y="127"/>
                  <a:pt x="27" y="139"/>
                </a:cubicBezTo>
                <a:cubicBezTo>
                  <a:pt x="29" y="141"/>
                  <a:pt x="29" y="143"/>
                  <a:pt x="28" y="146"/>
                </a:cubicBezTo>
                <a:cubicBezTo>
                  <a:pt x="27" y="148"/>
                  <a:pt x="26" y="150"/>
                  <a:pt x="24" y="151"/>
                </a:cubicBezTo>
                <a:cubicBezTo>
                  <a:pt x="21" y="152"/>
                  <a:pt x="19" y="152"/>
                  <a:pt x="17" y="151"/>
                </a:cubicBezTo>
                <a:cubicBezTo>
                  <a:pt x="14" y="151"/>
                  <a:pt x="13" y="149"/>
                  <a:pt x="12" y="147"/>
                </a:cubicBezTo>
                <a:cubicBezTo>
                  <a:pt x="4" y="133"/>
                  <a:pt x="0" y="117"/>
                  <a:pt x="0" y="101"/>
                </a:cubicBezTo>
                <a:cubicBezTo>
                  <a:pt x="0" y="87"/>
                  <a:pt x="3" y="74"/>
                  <a:pt x="9" y="62"/>
                </a:cubicBezTo>
                <a:cubicBezTo>
                  <a:pt x="14" y="49"/>
                  <a:pt x="21" y="39"/>
                  <a:pt x="30" y="30"/>
                </a:cubicBezTo>
                <a:cubicBezTo>
                  <a:pt x="39" y="21"/>
                  <a:pt x="50" y="14"/>
                  <a:pt x="62" y="8"/>
                </a:cubicBezTo>
                <a:cubicBezTo>
                  <a:pt x="75" y="3"/>
                  <a:pt x="88" y="0"/>
                  <a:pt x="101" y="0"/>
                </a:cubicBezTo>
                <a:cubicBezTo>
                  <a:pt x="119" y="0"/>
                  <a:pt x="136" y="5"/>
                  <a:pt x="152" y="14"/>
                </a:cubicBezTo>
                <a:cubicBezTo>
                  <a:pt x="167" y="23"/>
                  <a:pt x="180" y="35"/>
                  <a:pt x="189" y="51"/>
                </a:cubicBezTo>
                <a:cubicBezTo>
                  <a:pt x="197" y="66"/>
                  <a:pt x="202" y="83"/>
                  <a:pt x="202" y="10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2" name="Freeform 78"/>
          <p:cNvSpPr>
            <a:spLocks noEditPoints="1"/>
          </p:cNvSpPr>
          <p:nvPr/>
        </p:nvSpPr>
        <p:spPr bwMode="auto">
          <a:xfrm>
            <a:off x="2001838" y="1631950"/>
            <a:ext cx="307975" cy="200025"/>
          </a:xfrm>
          <a:custGeom>
            <a:avLst/>
            <a:gdLst>
              <a:gd name="T0" fmla="*/ 99 w 285"/>
              <a:gd name="T1" fmla="*/ 91 h 186"/>
              <a:gd name="T2" fmla="*/ 18 w 285"/>
              <a:gd name="T3" fmla="*/ 171 h 186"/>
              <a:gd name="T4" fmla="*/ 14 w 285"/>
              <a:gd name="T5" fmla="*/ 173 h 186"/>
              <a:gd name="T6" fmla="*/ 10 w 285"/>
              <a:gd name="T7" fmla="*/ 171 h 186"/>
              <a:gd name="T8" fmla="*/ 2 w 285"/>
              <a:gd name="T9" fmla="*/ 162 h 186"/>
              <a:gd name="T10" fmla="*/ 0 w 285"/>
              <a:gd name="T11" fmla="*/ 158 h 186"/>
              <a:gd name="T12" fmla="*/ 2 w 285"/>
              <a:gd name="T13" fmla="*/ 154 h 186"/>
              <a:gd name="T14" fmla="*/ 70 w 285"/>
              <a:gd name="T15" fmla="*/ 87 h 186"/>
              <a:gd name="T16" fmla="*/ 2 w 285"/>
              <a:gd name="T17" fmla="*/ 19 h 186"/>
              <a:gd name="T18" fmla="*/ 0 w 285"/>
              <a:gd name="T19" fmla="*/ 15 h 186"/>
              <a:gd name="T20" fmla="*/ 2 w 285"/>
              <a:gd name="T21" fmla="*/ 11 h 186"/>
              <a:gd name="T22" fmla="*/ 10 w 285"/>
              <a:gd name="T23" fmla="*/ 2 h 186"/>
              <a:gd name="T24" fmla="*/ 14 w 285"/>
              <a:gd name="T25" fmla="*/ 0 h 186"/>
              <a:gd name="T26" fmla="*/ 18 w 285"/>
              <a:gd name="T27" fmla="*/ 2 h 186"/>
              <a:gd name="T28" fmla="*/ 99 w 285"/>
              <a:gd name="T29" fmla="*/ 83 h 186"/>
              <a:gd name="T30" fmla="*/ 101 w 285"/>
              <a:gd name="T31" fmla="*/ 87 h 186"/>
              <a:gd name="T32" fmla="*/ 99 w 285"/>
              <a:gd name="T33" fmla="*/ 91 h 186"/>
              <a:gd name="T34" fmla="*/ 285 w 285"/>
              <a:gd name="T35" fmla="*/ 170 h 186"/>
              <a:gd name="T36" fmla="*/ 285 w 285"/>
              <a:gd name="T37" fmla="*/ 181 h 186"/>
              <a:gd name="T38" fmla="*/ 284 w 285"/>
              <a:gd name="T39" fmla="*/ 185 h 186"/>
              <a:gd name="T40" fmla="*/ 280 w 285"/>
              <a:gd name="T41" fmla="*/ 186 h 186"/>
              <a:gd name="T42" fmla="*/ 114 w 285"/>
              <a:gd name="T43" fmla="*/ 186 h 186"/>
              <a:gd name="T44" fmla="*/ 110 w 285"/>
              <a:gd name="T45" fmla="*/ 185 h 186"/>
              <a:gd name="T46" fmla="*/ 108 w 285"/>
              <a:gd name="T47" fmla="*/ 181 h 186"/>
              <a:gd name="T48" fmla="*/ 108 w 285"/>
              <a:gd name="T49" fmla="*/ 170 h 186"/>
              <a:gd name="T50" fmla="*/ 110 w 285"/>
              <a:gd name="T51" fmla="*/ 166 h 186"/>
              <a:gd name="T52" fmla="*/ 114 w 285"/>
              <a:gd name="T53" fmla="*/ 164 h 186"/>
              <a:gd name="T54" fmla="*/ 280 w 285"/>
              <a:gd name="T55" fmla="*/ 164 h 186"/>
              <a:gd name="T56" fmla="*/ 284 w 285"/>
              <a:gd name="T57" fmla="*/ 166 h 186"/>
              <a:gd name="T58" fmla="*/ 285 w 285"/>
              <a:gd name="T59" fmla="*/ 170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85" h="186">
                <a:moveTo>
                  <a:pt x="99" y="91"/>
                </a:moveTo>
                <a:cubicBezTo>
                  <a:pt x="18" y="171"/>
                  <a:pt x="18" y="171"/>
                  <a:pt x="18" y="171"/>
                </a:cubicBezTo>
                <a:cubicBezTo>
                  <a:pt x="17" y="172"/>
                  <a:pt x="16" y="173"/>
                  <a:pt x="14" y="173"/>
                </a:cubicBezTo>
                <a:cubicBezTo>
                  <a:pt x="13" y="173"/>
                  <a:pt x="12" y="172"/>
                  <a:pt x="10" y="171"/>
                </a:cubicBezTo>
                <a:cubicBezTo>
                  <a:pt x="2" y="162"/>
                  <a:pt x="2" y="162"/>
                  <a:pt x="2" y="162"/>
                </a:cubicBezTo>
                <a:cubicBezTo>
                  <a:pt x="1" y="161"/>
                  <a:pt x="0" y="160"/>
                  <a:pt x="0" y="158"/>
                </a:cubicBezTo>
                <a:cubicBezTo>
                  <a:pt x="0" y="157"/>
                  <a:pt x="1" y="156"/>
                  <a:pt x="2" y="154"/>
                </a:cubicBezTo>
                <a:cubicBezTo>
                  <a:pt x="70" y="87"/>
                  <a:pt x="70" y="87"/>
                  <a:pt x="70" y="87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8"/>
                  <a:pt x="0" y="16"/>
                  <a:pt x="0" y="15"/>
                </a:cubicBezTo>
                <a:cubicBezTo>
                  <a:pt x="0" y="13"/>
                  <a:pt x="1" y="12"/>
                  <a:pt x="2" y="11"/>
                </a:cubicBezTo>
                <a:cubicBezTo>
                  <a:pt x="10" y="2"/>
                  <a:pt x="10" y="2"/>
                  <a:pt x="10" y="2"/>
                </a:cubicBezTo>
                <a:cubicBezTo>
                  <a:pt x="12" y="1"/>
                  <a:pt x="13" y="0"/>
                  <a:pt x="14" y="0"/>
                </a:cubicBezTo>
                <a:cubicBezTo>
                  <a:pt x="16" y="0"/>
                  <a:pt x="17" y="1"/>
                  <a:pt x="18" y="2"/>
                </a:cubicBezTo>
                <a:cubicBezTo>
                  <a:pt x="99" y="83"/>
                  <a:pt x="99" y="83"/>
                  <a:pt x="99" y="83"/>
                </a:cubicBezTo>
                <a:cubicBezTo>
                  <a:pt x="100" y="84"/>
                  <a:pt x="101" y="85"/>
                  <a:pt x="101" y="87"/>
                </a:cubicBezTo>
                <a:cubicBezTo>
                  <a:pt x="101" y="88"/>
                  <a:pt x="100" y="89"/>
                  <a:pt x="99" y="91"/>
                </a:cubicBezTo>
                <a:close/>
                <a:moveTo>
                  <a:pt x="285" y="170"/>
                </a:moveTo>
                <a:cubicBezTo>
                  <a:pt x="285" y="181"/>
                  <a:pt x="285" y="181"/>
                  <a:pt x="285" y="181"/>
                </a:cubicBezTo>
                <a:cubicBezTo>
                  <a:pt x="285" y="182"/>
                  <a:pt x="285" y="184"/>
                  <a:pt x="284" y="185"/>
                </a:cubicBezTo>
                <a:cubicBezTo>
                  <a:pt x="283" y="186"/>
                  <a:pt x="281" y="186"/>
                  <a:pt x="280" y="186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2" y="186"/>
                  <a:pt x="111" y="186"/>
                  <a:pt x="110" y="185"/>
                </a:cubicBezTo>
                <a:cubicBezTo>
                  <a:pt x="109" y="184"/>
                  <a:pt x="108" y="182"/>
                  <a:pt x="108" y="181"/>
                </a:cubicBezTo>
                <a:cubicBezTo>
                  <a:pt x="108" y="170"/>
                  <a:pt x="108" y="170"/>
                  <a:pt x="108" y="170"/>
                </a:cubicBezTo>
                <a:cubicBezTo>
                  <a:pt x="108" y="168"/>
                  <a:pt x="109" y="167"/>
                  <a:pt x="110" y="166"/>
                </a:cubicBezTo>
                <a:cubicBezTo>
                  <a:pt x="111" y="165"/>
                  <a:pt x="112" y="164"/>
                  <a:pt x="114" y="164"/>
                </a:cubicBezTo>
                <a:cubicBezTo>
                  <a:pt x="280" y="164"/>
                  <a:pt x="280" y="164"/>
                  <a:pt x="280" y="164"/>
                </a:cubicBezTo>
                <a:cubicBezTo>
                  <a:pt x="281" y="164"/>
                  <a:pt x="283" y="165"/>
                  <a:pt x="284" y="166"/>
                </a:cubicBezTo>
                <a:cubicBezTo>
                  <a:pt x="285" y="167"/>
                  <a:pt x="285" y="168"/>
                  <a:pt x="285" y="1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3" name="Freeform 79"/>
          <p:cNvSpPr>
            <a:spLocks noEditPoints="1"/>
          </p:cNvSpPr>
          <p:nvPr/>
        </p:nvSpPr>
        <p:spPr bwMode="auto">
          <a:xfrm>
            <a:off x="2419351" y="1589088"/>
            <a:ext cx="333375" cy="287338"/>
          </a:xfrm>
          <a:custGeom>
            <a:avLst/>
            <a:gdLst>
              <a:gd name="T0" fmla="*/ 308 w 309"/>
              <a:gd name="T1" fmla="*/ 225 h 266"/>
              <a:gd name="T2" fmla="*/ 285 w 309"/>
              <a:gd name="T3" fmla="*/ 261 h 266"/>
              <a:gd name="T4" fmla="*/ 268 w 309"/>
              <a:gd name="T5" fmla="*/ 261 h 266"/>
              <a:gd name="T6" fmla="*/ 244 w 309"/>
              <a:gd name="T7" fmla="*/ 225 h 266"/>
              <a:gd name="T8" fmla="*/ 265 w 309"/>
              <a:gd name="T9" fmla="*/ 222 h 266"/>
              <a:gd name="T10" fmla="*/ 251 w 309"/>
              <a:gd name="T11" fmla="*/ 45 h 266"/>
              <a:gd name="T12" fmla="*/ 246 w 309"/>
              <a:gd name="T13" fmla="*/ 34 h 266"/>
              <a:gd name="T14" fmla="*/ 276 w 309"/>
              <a:gd name="T15" fmla="*/ 1 h 266"/>
              <a:gd name="T16" fmla="*/ 306 w 309"/>
              <a:gd name="T17" fmla="*/ 34 h 266"/>
              <a:gd name="T18" fmla="*/ 301 w 309"/>
              <a:gd name="T19" fmla="*/ 45 h 266"/>
              <a:gd name="T20" fmla="*/ 287 w 309"/>
              <a:gd name="T21" fmla="*/ 222 h 266"/>
              <a:gd name="T22" fmla="*/ 14 w 309"/>
              <a:gd name="T23" fmla="*/ 1 h 266"/>
              <a:gd name="T24" fmla="*/ 59 w 309"/>
              <a:gd name="T25" fmla="*/ 6 h 266"/>
              <a:gd name="T26" fmla="*/ 105 w 309"/>
              <a:gd name="T27" fmla="*/ 5 h 266"/>
              <a:gd name="T28" fmla="*/ 142 w 309"/>
              <a:gd name="T29" fmla="*/ 6 h 266"/>
              <a:gd name="T30" fmla="*/ 196 w 309"/>
              <a:gd name="T31" fmla="*/ 6 h 266"/>
              <a:gd name="T32" fmla="*/ 203 w 309"/>
              <a:gd name="T33" fmla="*/ 5 h 266"/>
              <a:gd name="T34" fmla="*/ 208 w 309"/>
              <a:gd name="T35" fmla="*/ 1 h 266"/>
              <a:gd name="T36" fmla="*/ 218 w 309"/>
              <a:gd name="T37" fmla="*/ 1 h 266"/>
              <a:gd name="T38" fmla="*/ 221 w 309"/>
              <a:gd name="T39" fmla="*/ 59 h 266"/>
              <a:gd name="T40" fmla="*/ 208 w 309"/>
              <a:gd name="T41" fmla="*/ 81 h 266"/>
              <a:gd name="T42" fmla="*/ 197 w 309"/>
              <a:gd name="T43" fmla="*/ 50 h 266"/>
              <a:gd name="T44" fmla="*/ 193 w 309"/>
              <a:gd name="T45" fmla="*/ 31 h 266"/>
              <a:gd name="T46" fmla="*/ 188 w 309"/>
              <a:gd name="T47" fmla="*/ 28 h 266"/>
              <a:gd name="T48" fmla="*/ 183 w 309"/>
              <a:gd name="T49" fmla="*/ 28 h 266"/>
              <a:gd name="T50" fmla="*/ 169 w 309"/>
              <a:gd name="T51" fmla="*/ 28 h 266"/>
              <a:gd name="T52" fmla="*/ 145 w 309"/>
              <a:gd name="T53" fmla="*/ 28 h 266"/>
              <a:gd name="T54" fmla="*/ 131 w 309"/>
              <a:gd name="T55" fmla="*/ 52 h 266"/>
              <a:gd name="T56" fmla="*/ 132 w 309"/>
              <a:gd name="T57" fmla="*/ 198 h 266"/>
              <a:gd name="T58" fmla="*/ 131 w 309"/>
              <a:gd name="T59" fmla="*/ 226 h 266"/>
              <a:gd name="T60" fmla="*/ 155 w 309"/>
              <a:gd name="T61" fmla="*/ 246 h 266"/>
              <a:gd name="T62" fmla="*/ 177 w 309"/>
              <a:gd name="T63" fmla="*/ 261 h 266"/>
              <a:gd name="T64" fmla="*/ 170 w 309"/>
              <a:gd name="T65" fmla="*/ 266 h 266"/>
              <a:gd name="T66" fmla="*/ 97 w 309"/>
              <a:gd name="T67" fmla="*/ 263 h 266"/>
              <a:gd name="T68" fmla="*/ 44 w 309"/>
              <a:gd name="T69" fmla="*/ 266 h 266"/>
              <a:gd name="T70" fmla="*/ 44 w 309"/>
              <a:gd name="T71" fmla="*/ 255 h 266"/>
              <a:gd name="T72" fmla="*/ 71 w 309"/>
              <a:gd name="T73" fmla="*/ 243 h 266"/>
              <a:gd name="T74" fmla="*/ 88 w 309"/>
              <a:gd name="T75" fmla="*/ 172 h 266"/>
              <a:gd name="T76" fmla="*/ 87 w 309"/>
              <a:gd name="T77" fmla="*/ 67 h 266"/>
              <a:gd name="T78" fmla="*/ 87 w 309"/>
              <a:gd name="T79" fmla="*/ 44 h 266"/>
              <a:gd name="T80" fmla="*/ 87 w 309"/>
              <a:gd name="T81" fmla="*/ 36 h 266"/>
              <a:gd name="T82" fmla="*/ 86 w 309"/>
              <a:gd name="T83" fmla="*/ 29 h 266"/>
              <a:gd name="T84" fmla="*/ 42 w 309"/>
              <a:gd name="T85" fmla="*/ 29 h 266"/>
              <a:gd name="T86" fmla="*/ 22 w 309"/>
              <a:gd name="T87" fmla="*/ 46 h 266"/>
              <a:gd name="T88" fmla="*/ 9 w 309"/>
              <a:gd name="T89" fmla="*/ 75 h 266"/>
              <a:gd name="T90" fmla="*/ 0 w 309"/>
              <a:gd name="T91" fmla="*/ 1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9" h="266">
                <a:moveTo>
                  <a:pt x="301" y="222"/>
                </a:moveTo>
                <a:cubicBezTo>
                  <a:pt x="305" y="222"/>
                  <a:pt x="307" y="223"/>
                  <a:pt x="308" y="225"/>
                </a:cubicBezTo>
                <a:cubicBezTo>
                  <a:pt x="309" y="227"/>
                  <a:pt x="309" y="230"/>
                  <a:pt x="306" y="233"/>
                </a:cubicBezTo>
                <a:cubicBezTo>
                  <a:pt x="285" y="261"/>
                  <a:pt x="285" y="261"/>
                  <a:pt x="285" y="261"/>
                </a:cubicBezTo>
                <a:cubicBezTo>
                  <a:pt x="282" y="264"/>
                  <a:pt x="279" y="265"/>
                  <a:pt x="276" y="265"/>
                </a:cubicBezTo>
                <a:cubicBezTo>
                  <a:pt x="273" y="265"/>
                  <a:pt x="270" y="264"/>
                  <a:pt x="268" y="261"/>
                </a:cubicBezTo>
                <a:cubicBezTo>
                  <a:pt x="246" y="233"/>
                  <a:pt x="246" y="233"/>
                  <a:pt x="246" y="233"/>
                </a:cubicBezTo>
                <a:cubicBezTo>
                  <a:pt x="244" y="230"/>
                  <a:pt x="243" y="227"/>
                  <a:pt x="244" y="225"/>
                </a:cubicBezTo>
                <a:cubicBezTo>
                  <a:pt x="245" y="223"/>
                  <a:pt x="247" y="222"/>
                  <a:pt x="251" y="222"/>
                </a:cubicBezTo>
                <a:cubicBezTo>
                  <a:pt x="265" y="222"/>
                  <a:pt x="265" y="222"/>
                  <a:pt x="265" y="222"/>
                </a:cubicBezTo>
                <a:cubicBezTo>
                  <a:pt x="265" y="45"/>
                  <a:pt x="265" y="45"/>
                  <a:pt x="265" y="45"/>
                </a:cubicBezTo>
                <a:cubicBezTo>
                  <a:pt x="251" y="45"/>
                  <a:pt x="251" y="45"/>
                  <a:pt x="251" y="45"/>
                </a:cubicBezTo>
                <a:cubicBezTo>
                  <a:pt x="247" y="45"/>
                  <a:pt x="245" y="44"/>
                  <a:pt x="244" y="42"/>
                </a:cubicBezTo>
                <a:cubicBezTo>
                  <a:pt x="243" y="39"/>
                  <a:pt x="244" y="37"/>
                  <a:pt x="246" y="34"/>
                </a:cubicBezTo>
                <a:cubicBezTo>
                  <a:pt x="268" y="6"/>
                  <a:pt x="268" y="6"/>
                  <a:pt x="268" y="6"/>
                </a:cubicBezTo>
                <a:cubicBezTo>
                  <a:pt x="270" y="3"/>
                  <a:pt x="273" y="1"/>
                  <a:pt x="276" y="1"/>
                </a:cubicBezTo>
                <a:cubicBezTo>
                  <a:pt x="279" y="1"/>
                  <a:pt x="282" y="3"/>
                  <a:pt x="285" y="6"/>
                </a:cubicBezTo>
                <a:cubicBezTo>
                  <a:pt x="306" y="34"/>
                  <a:pt x="306" y="34"/>
                  <a:pt x="306" y="34"/>
                </a:cubicBezTo>
                <a:cubicBezTo>
                  <a:pt x="309" y="37"/>
                  <a:pt x="309" y="39"/>
                  <a:pt x="308" y="42"/>
                </a:cubicBezTo>
                <a:cubicBezTo>
                  <a:pt x="307" y="44"/>
                  <a:pt x="305" y="45"/>
                  <a:pt x="301" y="45"/>
                </a:cubicBezTo>
                <a:cubicBezTo>
                  <a:pt x="287" y="45"/>
                  <a:pt x="287" y="45"/>
                  <a:pt x="287" y="45"/>
                </a:cubicBezTo>
                <a:cubicBezTo>
                  <a:pt x="287" y="222"/>
                  <a:pt x="287" y="222"/>
                  <a:pt x="287" y="222"/>
                </a:cubicBezTo>
                <a:lnTo>
                  <a:pt x="301" y="222"/>
                </a:lnTo>
                <a:close/>
                <a:moveTo>
                  <a:pt x="14" y="1"/>
                </a:moveTo>
                <a:cubicBezTo>
                  <a:pt x="23" y="5"/>
                  <a:pt x="23" y="5"/>
                  <a:pt x="23" y="5"/>
                </a:cubicBezTo>
                <a:cubicBezTo>
                  <a:pt x="24" y="6"/>
                  <a:pt x="36" y="6"/>
                  <a:pt x="59" y="6"/>
                </a:cubicBezTo>
                <a:cubicBezTo>
                  <a:pt x="64" y="6"/>
                  <a:pt x="72" y="6"/>
                  <a:pt x="82" y="6"/>
                </a:cubicBezTo>
                <a:cubicBezTo>
                  <a:pt x="92" y="6"/>
                  <a:pt x="100" y="5"/>
                  <a:pt x="105" y="5"/>
                </a:cubicBezTo>
                <a:cubicBezTo>
                  <a:pt x="109" y="5"/>
                  <a:pt x="115" y="6"/>
                  <a:pt x="124" y="6"/>
                </a:cubicBezTo>
                <a:cubicBezTo>
                  <a:pt x="132" y="6"/>
                  <a:pt x="138" y="6"/>
                  <a:pt x="142" y="6"/>
                </a:cubicBezTo>
                <a:cubicBezTo>
                  <a:pt x="193" y="6"/>
                  <a:pt x="193" y="6"/>
                  <a:pt x="193" y="6"/>
                </a:cubicBezTo>
                <a:cubicBezTo>
                  <a:pt x="193" y="6"/>
                  <a:pt x="195" y="6"/>
                  <a:pt x="196" y="6"/>
                </a:cubicBezTo>
                <a:cubicBezTo>
                  <a:pt x="198" y="6"/>
                  <a:pt x="199" y="6"/>
                  <a:pt x="200" y="6"/>
                </a:cubicBezTo>
                <a:cubicBezTo>
                  <a:pt x="201" y="6"/>
                  <a:pt x="202" y="6"/>
                  <a:pt x="203" y="5"/>
                </a:cubicBezTo>
                <a:cubicBezTo>
                  <a:pt x="204" y="5"/>
                  <a:pt x="205" y="4"/>
                  <a:pt x="206" y="4"/>
                </a:cubicBezTo>
                <a:cubicBezTo>
                  <a:pt x="207" y="3"/>
                  <a:pt x="207" y="2"/>
                  <a:pt x="208" y="1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0"/>
                  <a:pt x="217" y="1"/>
                  <a:pt x="218" y="1"/>
                </a:cubicBezTo>
                <a:cubicBezTo>
                  <a:pt x="219" y="1"/>
                  <a:pt x="220" y="1"/>
                  <a:pt x="220" y="1"/>
                </a:cubicBezTo>
                <a:cubicBezTo>
                  <a:pt x="221" y="14"/>
                  <a:pt x="221" y="33"/>
                  <a:pt x="221" y="59"/>
                </a:cubicBezTo>
                <a:cubicBezTo>
                  <a:pt x="221" y="68"/>
                  <a:pt x="220" y="74"/>
                  <a:pt x="220" y="78"/>
                </a:cubicBezTo>
                <a:cubicBezTo>
                  <a:pt x="215" y="79"/>
                  <a:pt x="212" y="80"/>
                  <a:pt x="208" y="81"/>
                </a:cubicBezTo>
                <a:cubicBezTo>
                  <a:pt x="205" y="76"/>
                  <a:pt x="202" y="68"/>
                  <a:pt x="199" y="59"/>
                </a:cubicBezTo>
                <a:cubicBezTo>
                  <a:pt x="198" y="58"/>
                  <a:pt x="198" y="55"/>
                  <a:pt x="197" y="50"/>
                </a:cubicBezTo>
                <a:cubicBezTo>
                  <a:pt x="196" y="46"/>
                  <a:pt x="195" y="42"/>
                  <a:pt x="194" y="38"/>
                </a:cubicBezTo>
                <a:cubicBezTo>
                  <a:pt x="194" y="34"/>
                  <a:pt x="193" y="32"/>
                  <a:pt x="193" y="31"/>
                </a:cubicBezTo>
                <a:cubicBezTo>
                  <a:pt x="192" y="30"/>
                  <a:pt x="192" y="30"/>
                  <a:pt x="191" y="29"/>
                </a:cubicBezTo>
                <a:cubicBezTo>
                  <a:pt x="190" y="29"/>
                  <a:pt x="189" y="28"/>
                  <a:pt x="188" y="28"/>
                </a:cubicBezTo>
                <a:cubicBezTo>
                  <a:pt x="187" y="28"/>
                  <a:pt x="187" y="28"/>
                  <a:pt x="186" y="28"/>
                </a:cubicBezTo>
                <a:cubicBezTo>
                  <a:pt x="186" y="28"/>
                  <a:pt x="185" y="28"/>
                  <a:pt x="183" y="28"/>
                </a:cubicBezTo>
                <a:cubicBezTo>
                  <a:pt x="181" y="28"/>
                  <a:pt x="180" y="28"/>
                  <a:pt x="180" y="28"/>
                </a:cubicBezTo>
                <a:cubicBezTo>
                  <a:pt x="178" y="28"/>
                  <a:pt x="174" y="28"/>
                  <a:pt x="169" y="28"/>
                </a:cubicBezTo>
                <a:cubicBezTo>
                  <a:pt x="163" y="28"/>
                  <a:pt x="159" y="28"/>
                  <a:pt x="156" y="28"/>
                </a:cubicBezTo>
                <a:cubicBezTo>
                  <a:pt x="153" y="28"/>
                  <a:pt x="149" y="28"/>
                  <a:pt x="145" y="28"/>
                </a:cubicBezTo>
                <a:cubicBezTo>
                  <a:pt x="140" y="28"/>
                  <a:pt x="136" y="29"/>
                  <a:pt x="132" y="29"/>
                </a:cubicBezTo>
                <a:cubicBezTo>
                  <a:pt x="131" y="38"/>
                  <a:pt x="131" y="46"/>
                  <a:pt x="131" y="52"/>
                </a:cubicBezTo>
                <a:cubicBezTo>
                  <a:pt x="131" y="63"/>
                  <a:pt x="131" y="86"/>
                  <a:pt x="131" y="120"/>
                </a:cubicBezTo>
                <a:cubicBezTo>
                  <a:pt x="132" y="153"/>
                  <a:pt x="132" y="180"/>
                  <a:pt x="132" y="198"/>
                </a:cubicBezTo>
                <a:cubicBezTo>
                  <a:pt x="132" y="200"/>
                  <a:pt x="132" y="204"/>
                  <a:pt x="131" y="211"/>
                </a:cubicBezTo>
                <a:cubicBezTo>
                  <a:pt x="131" y="217"/>
                  <a:pt x="131" y="222"/>
                  <a:pt x="131" y="226"/>
                </a:cubicBezTo>
                <a:cubicBezTo>
                  <a:pt x="132" y="230"/>
                  <a:pt x="132" y="234"/>
                  <a:pt x="134" y="238"/>
                </a:cubicBezTo>
                <a:cubicBezTo>
                  <a:pt x="138" y="241"/>
                  <a:pt x="145" y="243"/>
                  <a:pt x="155" y="246"/>
                </a:cubicBezTo>
                <a:cubicBezTo>
                  <a:pt x="165" y="248"/>
                  <a:pt x="172" y="250"/>
                  <a:pt x="176" y="252"/>
                </a:cubicBezTo>
                <a:cubicBezTo>
                  <a:pt x="176" y="257"/>
                  <a:pt x="177" y="260"/>
                  <a:pt x="177" y="261"/>
                </a:cubicBezTo>
                <a:cubicBezTo>
                  <a:pt x="177" y="262"/>
                  <a:pt x="176" y="264"/>
                  <a:pt x="176" y="266"/>
                </a:cubicBezTo>
                <a:cubicBezTo>
                  <a:pt x="170" y="266"/>
                  <a:pt x="170" y="266"/>
                  <a:pt x="170" y="266"/>
                </a:cubicBezTo>
                <a:cubicBezTo>
                  <a:pt x="161" y="266"/>
                  <a:pt x="149" y="266"/>
                  <a:pt x="132" y="265"/>
                </a:cubicBezTo>
                <a:cubicBezTo>
                  <a:pt x="116" y="263"/>
                  <a:pt x="104" y="263"/>
                  <a:pt x="97" y="263"/>
                </a:cubicBezTo>
                <a:cubicBezTo>
                  <a:pt x="91" y="263"/>
                  <a:pt x="82" y="263"/>
                  <a:pt x="71" y="264"/>
                </a:cubicBezTo>
                <a:cubicBezTo>
                  <a:pt x="59" y="265"/>
                  <a:pt x="50" y="266"/>
                  <a:pt x="44" y="266"/>
                </a:cubicBezTo>
                <a:cubicBezTo>
                  <a:pt x="44" y="260"/>
                  <a:pt x="44" y="257"/>
                  <a:pt x="44" y="257"/>
                </a:cubicBezTo>
                <a:cubicBezTo>
                  <a:pt x="44" y="255"/>
                  <a:pt x="44" y="255"/>
                  <a:pt x="44" y="255"/>
                </a:cubicBezTo>
                <a:cubicBezTo>
                  <a:pt x="46" y="252"/>
                  <a:pt x="49" y="250"/>
                  <a:pt x="54" y="248"/>
                </a:cubicBezTo>
                <a:cubicBezTo>
                  <a:pt x="60" y="246"/>
                  <a:pt x="65" y="244"/>
                  <a:pt x="71" y="243"/>
                </a:cubicBezTo>
                <a:cubicBezTo>
                  <a:pt x="78" y="241"/>
                  <a:pt x="82" y="240"/>
                  <a:pt x="85" y="238"/>
                </a:cubicBezTo>
                <a:cubicBezTo>
                  <a:pt x="87" y="233"/>
                  <a:pt x="88" y="211"/>
                  <a:pt x="88" y="172"/>
                </a:cubicBezTo>
                <a:cubicBezTo>
                  <a:pt x="88" y="160"/>
                  <a:pt x="88" y="143"/>
                  <a:pt x="88" y="120"/>
                </a:cubicBezTo>
                <a:cubicBezTo>
                  <a:pt x="87" y="96"/>
                  <a:pt x="87" y="79"/>
                  <a:pt x="87" y="67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47"/>
                  <a:pt x="87" y="46"/>
                  <a:pt x="87" y="44"/>
                </a:cubicBezTo>
                <a:cubicBezTo>
                  <a:pt x="87" y="43"/>
                  <a:pt x="87" y="41"/>
                  <a:pt x="87" y="40"/>
                </a:cubicBezTo>
                <a:cubicBezTo>
                  <a:pt x="87" y="39"/>
                  <a:pt x="87" y="37"/>
                  <a:pt x="87" y="36"/>
                </a:cubicBezTo>
                <a:cubicBezTo>
                  <a:pt x="87" y="34"/>
                  <a:pt x="87" y="33"/>
                  <a:pt x="87" y="32"/>
                </a:cubicBezTo>
                <a:cubicBezTo>
                  <a:pt x="86" y="30"/>
                  <a:pt x="86" y="30"/>
                  <a:pt x="86" y="29"/>
                </a:cubicBezTo>
                <a:cubicBezTo>
                  <a:pt x="85" y="28"/>
                  <a:pt x="75" y="27"/>
                  <a:pt x="58" y="27"/>
                </a:cubicBezTo>
                <a:cubicBezTo>
                  <a:pt x="54" y="27"/>
                  <a:pt x="49" y="28"/>
                  <a:pt x="42" y="29"/>
                </a:cubicBezTo>
                <a:cubicBezTo>
                  <a:pt x="35" y="31"/>
                  <a:pt x="30" y="32"/>
                  <a:pt x="28" y="34"/>
                </a:cubicBezTo>
                <a:cubicBezTo>
                  <a:pt x="26" y="35"/>
                  <a:pt x="24" y="39"/>
                  <a:pt x="22" y="46"/>
                </a:cubicBezTo>
                <a:cubicBezTo>
                  <a:pt x="20" y="53"/>
                  <a:pt x="19" y="59"/>
                  <a:pt x="17" y="65"/>
                </a:cubicBezTo>
                <a:cubicBezTo>
                  <a:pt x="15" y="71"/>
                  <a:pt x="12" y="74"/>
                  <a:pt x="9" y="75"/>
                </a:cubicBezTo>
                <a:cubicBezTo>
                  <a:pt x="4" y="72"/>
                  <a:pt x="1" y="69"/>
                  <a:pt x="0" y="67"/>
                </a:cubicBezTo>
                <a:cubicBezTo>
                  <a:pt x="0" y="1"/>
                  <a:pt x="0" y="1"/>
                  <a:pt x="0" y="1"/>
                </a:cubicBezTo>
                <a:lnTo>
                  <a:pt x="14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4" name="Freeform 80"/>
          <p:cNvSpPr>
            <a:spLocks noEditPoints="1"/>
          </p:cNvSpPr>
          <p:nvPr/>
        </p:nvSpPr>
        <p:spPr bwMode="auto">
          <a:xfrm>
            <a:off x="2873376" y="1577975"/>
            <a:ext cx="285750" cy="309563"/>
          </a:xfrm>
          <a:custGeom>
            <a:avLst/>
            <a:gdLst>
              <a:gd name="T0" fmla="*/ 23 w 265"/>
              <a:gd name="T1" fmla="*/ 5 h 287"/>
              <a:gd name="T2" fmla="*/ 82 w 265"/>
              <a:gd name="T3" fmla="*/ 5 h 287"/>
              <a:gd name="T4" fmla="*/ 148 w 265"/>
              <a:gd name="T5" fmla="*/ 5 h 287"/>
              <a:gd name="T6" fmla="*/ 243 w 265"/>
              <a:gd name="T7" fmla="*/ 5 h 287"/>
              <a:gd name="T8" fmla="*/ 260 w 265"/>
              <a:gd name="T9" fmla="*/ 0 h 287"/>
              <a:gd name="T10" fmla="*/ 265 w 265"/>
              <a:gd name="T11" fmla="*/ 0 h 287"/>
              <a:gd name="T12" fmla="*/ 264 w 265"/>
              <a:gd name="T13" fmla="*/ 77 h 287"/>
              <a:gd name="T14" fmla="*/ 243 w 265"/>
              <a:gd name="T15" fmla="*/ 58 h 287"/>
              <a:gd name="T16" fmla="*/ 239 w 265"/>
              <a:gd name="T17" fmla="*/ 37 h 287"/>
              <a:gd name="T18" fmla="*/ 233 w 265"/>
              <a:gd name="T19" fmla="*/ 27 h 287"/>
              <a:gd name="T20" fmla="*/ 206 w 265"/>
              <a:gd name="T21" fmla="*/ 27 h 287"/>
              <a:gd name="T22" fmla="*/ 171 w 265"/>
              <a:gd name="T23" fmla="*/ 27 h 287"/>
              <a:gd name="T24" fmla="*/ 154 w 265"/>
              <a:gd name="T25" fmla="*/ 52 h 287"/>
              <a:gd name="T26" fmla="*/ 154 w 265"/>
              <a:gd name="T27" fmla="*/ 69 h 287"/>
              <a:gd name="T28" fmla="*/ 154 w 265"/>
              <a:gd name="T29" fmla="*/ 127 h 287"/>
              <a:gd name="T30" fmla="*/ 154 w 265"/>
              <a:gd name="T31" fmla="*/ 166 h 287"/>
              <a:gd name="T32" fmla="*/ 156 w 265"/>
              <a:gd name="T33" fmla="*/ 193 h 287"/>
              <a:gd name="T34" fmla="*/ 198 w 265"/>
              <a:gd name="T35" fmla="*/ 207 h 287"/>
              <a:gd name="T36" fmla="*/ 198 w 265"/>
              <a:gd name="T37" fmla="*/ 221 h 287"/>
              <a:gd name="T38" fmla="*/ 155 w 265"/>
              <a:gd name="T39" fmla="*/ 220 h 287"/>
              <a:gd name="T40" fmla="*/ 93 w 265"/>
              <a:gd name="T41" fmla="*/ 219 h 287"/>
              <a:gd name="T42" fmla="*/ 66 w 265"/>
              <a:gd name="T43" fmla="*/ 212 h 287"/>
              <a:gd name="T44" fmla="*/ 77 w 265"/>
              <a:gd name="T45" fmla="*/ 203 h 287"/>
              <a:gd name="T46" fmla="*/ 107 w 265"/>
              <a:gd name="T47" fmla="*/ 193 h 287"/>
              <a:gd name="T48" fmla="*/ 110 w 265"/>
              <a:gd name="T49" fmla="*/ 155 h 287"/>
              <a:gd name="T50" fmla="*/ 111 w 265"/>
              <a:gd name="T51" fmla="*/ 102 h 287"/>
              <a:gd name="T52" fmla="*/ 110 w 265"/>
              <a:gd name="T53" fmla="*/ 83 h 287"/>
              <a:gd name="T54" fmla="*/ 110 w 265"/>
              <a:gd name="T55" fmla="*/ 71 h 287"/>
              <a:gd name="T56" fmla="*/ 110 w 265"/>
              <a:gd name="T57" fmla="*/ 46 h 287"/>
              <a:gd name="T58" fmla="*/ 108 w 265"/>
              <a:gd name="T59" fmla="*/ 28 h 287"/>
              <a:gd name="T60" fmla="*/ 52 w 265"/>
              <a:gd name="T61" fmla="*/ 29 h 287"/>
              <a:gd name="T62" fmla="*/ 22 w 265"/>
              <a:gd name="T63" fmla="*/ 45 h 287"/>
              <a:gd name="T64" fmla="*/ 10 w 265"/>
              <a:gd name="T65" fmla="*/ 74 h 287"/>
              <a:gd name="T66" fmla="*/ 0 w 265"/>
              <a:gd name="T67" fmla="*/ 0 h 287"/>
              <a:gd name="T68" fmla="*/ 226 w 265"/>
              <a:gd name="T69" fmla="*/ 221 h 287"/>
              <a:gd name="T70" fmla="*/ 243 w 265"/>
              <a:gd name="T71" fmla="*/ 232 h 287"/>
              <a:gd name="T72" fmla="*/ 260 w 265"/>
              <a:gd name="T73" fmla="*/ 246 h 287"/>
              <a:gd name="T74" fmla="*/ 260 w 265"/>
              <a:gd name="T75" fmla="*/ 263 h 287"/>
              <a:gd name="T76" fmla="*/ 243 w 265"/>
              <a:gd name="T77" fmla="*/ 276 h 287"/>
              <a:gd name="T78" fmla="*/ 226 w 265"/>
              <a:gd name="T79" fmla="*/ 287 h 287"/>
              <a:gd name="T80" fmla="*/ 221 w 265"/>
              <a:gd name="T81" fmla="*/ 280 h 287"/>
              <a:gd name="T82" fmla="*/ 221 w 265"/>
              <a:gd name="T83" fmla="*/ 268 h 287"/>
              <a:gd name="T84" fmla="*/ 44 w 265"/>
              <a:gd name="T85" fmla="*/ 265 h 287"/>
              <a:gd name="T86" fmla="*/ 45 w 265"/>
              <a:gd name="T87" fmla="*/ 274 h 287"/>
              <a:gd name="T88" fmla="*/ 42 w 265"/>
              <a:gd name="T89" fmla="*/ 285 h 287"/>
              <a:gd name="T90" fmla="*/ 32 w 265"/>
              <a:gd name="T91" fmla="*/ 283 h 287"/>
              <a:gd name="T92" fmla="*/ 11 w 265"/>
              <a:gd name="T93" fmla="*/ 268 h 287"/>
              <a:gd name="T94" fmla="*/ 1 w 265"/>
              <a:gd name="T95" fmla="*/ 254 h 287"/>
              <a:gd name="T96" fmla="*/ 11 w 265"/>
              <a:gd name="T97" fmla="*/ 240 h 287"/>
              <a:gd name="T98" fmla="*/ 32 w 265"/>
              <a:gd name="T99" fmla="*/ 225 h 287"/>
              <a:gd name="T100" fmla="*/ 42 w 265"/>
              <a:gd name="T101" fmla="*/ 223 h 287"/>
              <a:gd name="T102" fmla="*/ 45 w 265"/>
              <a:gd name="T103" fmla="*/ 234 h 287"/>
              <a:gd name="T104" fmla="*/ 44 w 265"/>
              <a:gd name="T105" fmla="*/ 243 h 287"/>
              <a:gd name="T106" fmla="*/ 221 w 265"/>
              <a:gd name="T107" fmla="*/ 240 h 287"/>
              <a:gd name="T108" fmla="*/ 221 w 265"/>
              <a:gd name="T109" fmla="*/ 228 h 287"/>
              <a:gd name="T110" fmla="*/ 226 w 265"/>
              <a:gd name="T111" fmla="*/ 221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65" h="287">
                <a:moveTo>
                  <a:pt x="14" y="0"/>
                </a:moveTo>
                <a:cubicBezTo>
                  <a:pt x="23" y="5"/>
                  <a:pt x="23" y="5"/>
                  <a:pt x="23" y="5"/>
                </a:cubicBezTo>
                <a:cubicBezTo>
                  <a:pt x="25" y="5"/>
                  <a:pt x="37" y="5"/>
                  <a:pt x="60" y="5"/>
                </a:cubicBezTo>
                <a:cubicBezTo>
                  <a:pt x="65" y="5"/>
                  <a:pt x="72" y="5"/>
                  <a:pt x="82" y="5"/>
                </a:cubicBezTo>
                <a:cubicBezTo>
                  <a:pt x="93" y="5"/>
                  <a:pt x="100" y="5"/>
                  <a:pt x="105" y="5"/>
                </a:cubicBezTo>
                <a:cubicBezTo>
                  <a:pt x="113" y="5"/>
                  <a:pt x="128" y="5"/>
                  <a:pt x="148" y="5"/>
                </a:cubicBezTo>
                <a:cubicBezTo>
                  <a:pt x="168" y="4"/>
                  <a:pt x="186" y="4"/>
                  <a:pt x="201" y="4"/>
                </a:cubicBezTo>
                <a:cubicBezTo>
                  <a:pt x="215" y="5"/>
                  <a:pt x="229" y="5"/>
                  <a:pt x="243" y="5"/>
                </a:cubicBezTo>
                <a:cubicBezTo>
                  <a:pt x="247" y="5"/>
                  <a:pt x="250" y="4"/>
                  <a:pt x="253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1" y="0"/>
                  <a:pt x="261" y="0"/>
                  <a:pt x="263" y="0"/>
                </a:cubicBezTo>
                <a:cubicBezTo>
                  <a:pt x="264" y="0"/>
                  <a:pt x="264" y="0"/>
                  <a:pt x="265" y="0"/>
                </a:cubicBezTo>
                <a:cubicBezTo>
                  <a:pt x="265" y="13"/>
                  <a:pt x="265" y="32"/>
                  <a:pt x="265" y="58"/>
                </a:cubicBezTo>
                <a:cubicBezTo>
                  <a:pt x="265" y="67"/>
                  <a:pt x="265" y="73"/>
                  <a:pt x="264" y="77"/>
                </a:cubicBezTo>
                <a:cubicBezTo>
                  <a:pt x="260" y="78"/>
                  <a:pt x="256" y="79"/>
                  <a:pt x="253" y="80"/>
                </a:cubicBezTo>
                <a:cubicBezTo>
                  <a:pt x="250" y="75"/>
                  <a:pt x="247" y="67"/>
                  <a:pt x="243" y="58"/>
                </a:cubicBezTo>
                <a:cubicBezTo>
                  <a:pt x="243" y="57"/>
                  <a:pt x="242" y="54"/>
                  <a:pt x="241" y="50"/>
                </a:cubicBezTo>
                <a:cubicBezTo>
                  <a:pt x="241" y="45"/>
                  <a:pt x="240" y="41"/>
                  <a:pt x="239" y="37"/>
                </a:cubicBezTo>
                <a:cubicBezTo>
                  <a:pt x="238" y="33"/>
                  <a:pt x="238" y="31"/>
                  <a:pt x="238" y="31"/>
                </a:cubicBezTo>
                <a:cubicBezTo>
                  <a:pt x="237" y="29"/>
                  <a:pt x="235" y="28"/>
                  <a:pt x="233" y="27"/>
                </a:cubicBezTo>
                <a:cubicBezTo>
                  <a:pt x="232" y="27"/>
                  <a:pt x="229" y="27"/>
                  <a:pt x="222" y="27"/>
                </a:cubicBezTo>
                <a:cubicBezTo>
                  <a:pt x="218" y="27"/>
                  <a:pt x="213" y="27"/>
                  <a:pt x="206" y="27"/>
                </a:cubicBezTo>
                <a:cubicBezTo>
                  <a:pt x="198" y="27"/>
                  <a:pt x="192" y="27"/>
                  <a:pt x="188" y="27"/>
                </a:cubicBezTo>
                <a:cubicBezTo>
                  <a:pt x="183" y="27"/>
                  <a:pt x="178" y="27"/>
                  <a:pt x="171" y="27"/>
                </a:cubicBezTo>
                <a:cubicBezTo>
                  <a:pt x="165" y="27"/>
                  <a:pt x="160" y="28"/>
                  <a:pt x="155" y="28"/>
                </a:cubicBezTo>
                <a:cubicBezTo>
                  <a:pt x="154" y="38"/>
                  <a:pt x="153" y="45"/>
                  <a:pt x="154" y="52"/>
                </a:cubicBezTo>
                <a:cubicBezTo>
                  <a:pt x="154" y="78"/>
                  <a:pt x="154" y="78"/>
                  <a:pt x="154" y="78"/>
                </a:cubicBezTo>
                <a:cubicBezTo>
                  <a:pt x="154" y="69"/>
                  <a:pt x="154" y="69"/>
                  <a:pt x="154" y="69"/>
                </a:cubicBezTo>
                <a:cubicBezTo>
                  <a:pt x="154" y="75"/>
                  <a:pt x="154" y="84"/>
                  <a:pt x="154" y="96"/>
                </a:cubicBezTo>
                <a:cubicBezTo>
                  <a:pt x="154" y="107"/>
                  <a:pt x="154" y="117"/>
                  <a:pt x="154" y="127"/>
                </a:cubicBezTo>
                <a:cubicBezTo>
                  <a:pt x="154" y="136"/>
                  <a:pt x="154" y="145"/>
                  <a:pt x="154" y="153"/>
                </a:cubicBezTo>
                <a:cubicBezTo>
                  <a:pt x="154" y="155"/>
                  <a:pt x="154" y="159"/>
                  <a:pt x="154" y="166"/>
                </a:cubicBezTo>
                <a:cubicBezTo>
                  <a:pt x="153" y="172"/>
                  <a:pt x="153" y="177"/>
                  <a:pt x="154" y="181"/>
                </a:cubicBezTo>
                <a:cubicBezTo>
                  <a:pt x="154" y="185"/>
                  <a:pt x="155" y="189"/>
                  <a:pt x="156" y="193"/>
                </a:cubicBezTo>
                <a:cubicBezTo>
                  <a:pt x="161" y="196"/>
                  <a:pt x="168" y="198"/>
                  <a:pt x="177" y="201"/>
                </a:cubicBezTo>
                <a:cubicBezTo>
                  <a:pt x="187" y="203"/>
                  <a:pt x="194" y="205"/>
                  <a:pt x="198" y="207"/>
                </a:cubicBezTo>
                <a:cubicBezTo>
                  <a:pt x="199" y="212"/>
                  <a:pt x="199" y="215"/>
                  <a:pt x="199" y="216"/>
                </a:cubicBezTo>
                <a:cubicBezTo>
                  <a:pt x="199" y="217"/>
                  <a:pt x="199" y="219"/>
                  <a:pt x="198" y="221"/>
                </a:cubicBezTo>
                <a:cubicBezTo>
                  <a:pt x="193" y="221"/>
                  <a:pt x="193" y="221"/>
                  <a:pt x="193" y="221"/>
                </a:cubicBezTo>
                <a:cubicBezTo>
                  <a:pt x="184" y="221"/>
                  <a:pt x="171" y="221"/>
                  <a:pt x="155" y="220"/>
                </a:cubicBezTo>
                <a:cubicBezTo>
                  <a:pt x="139" y="218"/>
                  <a:pt x="127" y="218"/>
                  <a:pt x="119" y="218"/>
                </a:cubicBezTo>
                <a:cubicBezTo>
                  <a:pt x="113" y="218"/>
                  <a:pt x="105" y="218"/>
                  <a:pt x="93" y="219"/>
                </a:cubicBezTo>
                <a:cubicBezTo>
                  <a:pt x="81" y="220"/>
                  <a:pt x="73" y="221"/>
                  <a:pt x="67" y="221"/>
                </a:cubicBezTo>
                <a:cubicBezTo>
                  <a:pt x="66" y="215"/>
                  <a:pt x="66" y="212"/>
                  <a:pt x="66" y="212"/>
                </a:cubicBezTo>
                <a:cubicBezTo>
                  <a:pt x="66" y="210"/>
                  <a:pt x="66" y="210"/>
                  <a:pt x="66" y="210"/>
                </a:cubicBezTo>
                <a:cubicBezTo>
                  <a:pt x="68" y="207"/>
                  <a:pt x="72" y="205"/>
                  <a:pt x="77" y="203"/>
                </a:cubicBezTo>
                <a:cubicBezTo>
                  <a:pt x="82" y="201"/>
                  <a:pt x="88" y="199"/>
                  <a:pt x="94" y="198"/>
                </a:cubicBezTo>
                <a:cubicBezTo>
                  <a:pt x="100" y="196"/>
                  <a:pt x="105" y="195"/>
                  <a:pt x="107" y="193"/>
                </a:cubicBezTo>
                <a:cubicBezTo>
                  <a:pt x="108" y="191"/>
                  <a:pt x="109" y="187"/>
                  <a:pt x="109" y="180"/>
                </a:cubicBezTo>
                <a:cubicBezTo>
                  <a:pt x="110" y="174"/>
                  <a:pt x="110" y="165"/>
                  <a:pt x="110" y="155"/>
                </a:cubicBezTo>
                <a:cubicBezTo>
                  <a:pt x="111" y="145"/>
                  <a:pt x="111" y="136"/>
                  <a:pt x="111" y="129"/>
                </a:cubicBezTo>
                <a:cubicBezTo>
                  <a:pt x="111" y="121"/>
                  <a:pt x="111" y="112"/>
                  <a:pt x="111" y="102"/>
                </a:cubicBezTo>
                <a:cubicBezTo>
                  <a:pt x="111" y="92"/>
                  <a:pt x="110" y="87"/>
                  <a:pt x="110" y="87"/>
                </a:cubicBezTo>
                <a:cubicBezTo>
                  <a:pt x="110" y="86"/>
                  <a:pt x="110" y="85"/>
                  <a:pt x="110" y="83"/>
                </a:cubicBezTo>
                <a:cubicBezTo>
                  <a:pt x="110" y="81"/>
                  <a:pt x="110" y="80"/>
                  <a:pt x="110" y="79"/>
                </a:cubicBezTo>
                <a:cubicBezTo>
                  <a:pt x="110" y="78"/>
                  <a:pt x="110" y="76"/>
                  <a:pt x="110" y="71"/>
                </a:cubicBezTo>
                <a:cubicBezTo>
                  <a:pt x="110" y="67"/>
                  <a:pt x="110" y="63"/>
                  <a:pt x="110" y="59"/>
                </a:cubicBezTo>
                <a:cubicBezTo>
                  <a:pt x="110" y="55"/>
                  <a:pt x="110" y="50"/>
                  <a:pt x="110" y="46"/>
                </a:cubicBezTo>
                <a:cubicBezTo>
                  <a:pt x="110" y="41"/>
                  <a:pt x="110" y="37"/>
                  <a:pt x="109" y="34"/>
                </a:cubicBezTo>
                <a:cubicBezTo>
                  <a:pt x="109" y="31"/>
                  <a:pt x="109" y="29"/>
                  <a:pt x="108" y="28"/>
                </a:cubicBezTo>
                <a:cubicBezTo>
                  <a:pt x="107" y="27"/>
                  <a:pt x="98" y="26"/>
                  <a:pt x="80" y="26"/>
                </a:cubicBezTo>
                <a:cubicBezTo>
                  <a:pt x="76" y="26"/>
                  <a:pt x="66" y="27"/>
                  <a:pt x="52" y="29"/>
                </a:cubicBezTo>
                <a:cubicBezTo>
                  <a:pt x="38" y="30"/>
                  <a:pt x="30" y="32"/>
                  <a:pt x="28" y="33"/>
                </a:cubicBezTo>
                <a:cubicBezTo>
                  <a:pt x="26" y="34"/>
                  <a:pt x="24" y="38"/>
                  <a:pt x="22" y="45"/>
                </a:cubicBezTo>
                <a:cubicBezTo>
                  <a:pt x="21" y="52"/>
                  <a:pt x="19" y="59"/>
                  <a:pt x="17" y="65"/>
                </a:cubicBezTo>
                <a:cubicBezTo>
                  <a:pt x="15" y="71"/>
                  <a:pt x="13" y="74"/>
                  <a:pt x="10" y="74"/>
                </a:cubicBezTo>
                <a:cubicBezTo>
                  <a:pt x="5" y="71"/>
                  <a:pt x="1" y="68"/>
                  <a:pt x="0" y="66"/>
                </a:cubicBezTo>
                <a:cubicBezTo>
                  <a:pt x="0" y="0"/>
                  <a:pt x="0" y="0"/>
                  <a:pt x="0" y="0"/>
                </a:cubicBezTo>
                <a:lnTo>
                  <a:pt x="14" y="0"/>
                </a:lnTo>
                <a:close/>
                <a:moveTo>
                  <a:pt x="226" y="221"/>
                </a:moveTo>
                <a:cubicBezTo>
                  <a:pt x="228" y="221"/>
                  <a:pt x="230" y="223"/>
                  <a:pt x="234" y="225"/>
                </a:cubicBezTo>
                <a:cubicBezTo>
                  <a:pt x="237" y="227"/>
                  <a:pt x="240" y="229"/>
                  <a:pt x="243" y="232"/>
                </a:cubicBezTo>
                <a:cubicBezTo>
                  <a:pt x="247" y="234"/>
                  <a:pt x="250" y="237"/>
                  <a:pt x="254" y="240"/>
                </a:cubicBezTo>
                <a:cubicBezTo>
                  <a:pt x="257" y="244"/>
                  <a:pt x="259" y="245"/>
                  <a:pt x="260" y="246"/>
                </a:cubicBezTo>
                <a:cubicBezTo>
                  <a:pt x="263" y="248"/>
                  <a:pt x="264" y="251"/>
                  <a:pt x="264" y="254"/>
                </a:cubicBezTo>
                <a:cubicBezTo>
                  <a:pt x="264" y="257"/>
                  <a:pt x="263" y="260"/>
                  <a:pt x="260" y="263"/>
                </a:cubicBezTo>
                <a:cubicBezTo>
                  <a:pt x="259" y="263"/>
                  <a:pt x="257" y="265"/>
                  <a:pt x="254" y="268"/>
                </a:cubicBezTo>
                <a:cubicBezTo>
                  <a:pt x="250" y="271"/>
                  <a:pt x="247" y="274"/>
                  <a:pt x="243" y="276"/>
                </a:cubicBezTo>
                <a:cubicBezTo>
                  <a:pt x="240" y="279"/>
                  <a:pt x="237" y="281"/>
                  <a:pt x="234" y="283"/>
                </a:cubicBezTo>
                <a:cubicBezTo>
                  <a:pt x="230" y="286"/>
                  <a:pt x="228" y="287"/>
                  <a:pt x="226" y="287"/>
                </a:cubicBezTo>
                <a:cubicBezTo>
                  <a:pt x="225" y="287"/>
                  <a:pt x="224" y="286"/>
                  <a:pt x="223" y="285"/>
                </a:cubicBezTo>
                <a:cubicBezTo>
                  <a:pt x="222" y="284"/>
                  <a:pt x="221" y="282"/>
                  <a:pt x="221" y="280"/>
                </a:cubicBezTo>
                <a:cubicBezTo>
                  <a:pt x="221" y="278"/>
                  <a:pt x="221" y="276"/>
                  <a:pt x="221" y="274"/>
                </a:cubicBezTo>
                <a:cubicBezTo>
                  <a:pt x="221" y="272"/>
                  <a:pt x="221" y="271"/>
                  <a:pt x="221" y="268"/>
                </a:cubicBezTo>
                <a:cubicBezTo>
                  <a:pt x="221" y="266"/>
                  <a:pt x="221" y="265"/>
                  <a:pt x="221" y="265"/>
                </a:cubicBezTo>
                <a:cubicBezTo>
                  <a:pt x="44" y="265"/>
                  <a:pt x="44" y="265"/>
                  <a:pt x="44" y="265"/>
                </a:cubicBezTo>
                <a:cubicBezTo>
                  <a:pt x="44" y="265"/>
                  <a:pt x="44" y="266"/>
                  <a:pt x="44" y="268"/>
                </a:cubicBezTo>
                <a:cubicBezTo>
                  <a:pt x="45" y="271"/>
                  <a:pt x="45" y="272"/>
                  <a:pt x="45" y="274"/>
                </a:cubicBezTo>
                <a:cubicBezTo>
                  <a:pt x="45" y="276"/>
                  <a:pt x="44" y="278"/>
                  <a:pt x="44" y="280"/>
                </a:cubicBezTo>
                <a:cubicBezTo>
                  <a:pt x="44" y="282"/>
                  <a:pt x="43" y="284"/>
                  <a:pt x="42" y="285"/>
                </a:cubicBezTo>
                <a:cubicBezTo>
                  <a:pt x="42" y="286"/>
                  <a:pt x="40" y="287"/>
                  <a:pt x="39" y="287"/>
                </a:cubicBezTo>
                <a:cubicBezTo>
                  <a:pt x="38" y="287"/>
                  <a:pt x="35" y="286"/>
                  <a:pt x="32" y="283"/>
                </a:cubicBezTo>
                <a:cubicBezTo>
                  <a:pt x="28" y="281"/>
                  <a:pt x="25" y="279"/>
                  <a:pt x="22" y="276"/>
                </a:cubicBezTo>
                <a:cubicBezTo>
                  <a:pt x="19" y="274"/>
                  <a:pt x="15" y="271"/>
                  <a:pt x="11" y="268"/>
                </a:cubicBezTo>
                <a:cubicBezTo>
                  <a:pt x="8" y="265"/>
                  <a:pt x="6" y="263"/>
                  <a:pt x="5" y="263"/>
                </a:cubicBezTo>
                <a:cubicBezTo>
                  <a:pt x="2" y="260"/>
                  <a:pt x="1" y="257"/>
                  <a:pt x="1" y="254"/>
                </a:cubicBezTo>
                <a:cubicBezTo>
                  <a:pt x="1" y="251"/>
                  <a:pt x="2" y="248"/>
                  <a:pt x="5" y="246"/>
                </a:cubicBezTo>
                <a:cubicBezTo>
                  <a:pt x="6" y="245"/>
                  <a:pt x="8" y="244"/>
                  <a:pt x="11" y="240"/>
                </a:cubicBezTo>
                <a:cubicBezTo>
                  <a:pt x="15" y="237"/>
                  <a:pt x="19" y="234"/>
                  <a:pt x="22" y="232"/>
                </a:cubicBezTo>
                <a:cubicBezTo>
                  <a:pt x="25" y="229"/>
                  <a:pt x="28" y="227"/>
                  <a:pt x="32" y="225"/>
                </a:cubicBezTo>
                <a:cubicBezTo>
                  <a:pt x="35" y="223"/>
                  <a:pt x="38" y="221"/>
                  <a:pt x="39" y="221"/>
                </a:cubicBezTo>
                <a:cubicBezTo>
                  <a:pt x="40" y="221"/>
                  <a:pt x="42" y="222"/>
                  <a:pt x="42" y="223"/>
                </a:cubicBezTo>
                <a:cubicBezTo>
                  <a:pt x="43" y="224"/>
                  <a:pt x="44" y="226"/>
                  <a:pt x="44" y="228"/>
                </a:cubicBezTo>
                <a:cubicBezTo>
                  <a:pt x="44" y="230"/>
                  <a:pt x="45" y="232"/>
                  <a:pt x="45" y="234"/>
                </a:cubicBezTo>
                <a:cubicBezTo>
                  <a:pt x="45" y="236"/>
                  <a:pt x="45" y="238"/>
                  <a:pt x="44" y="240"/>
                </a:cubicBezTo>
                <a:cubicBezTo>
                  <a:pt x="44" y="242"/>
                  <a:pt x="44" y="243"/>
                  <a:pt x="44" y="243"/>
                </a:cubicBezTo>
                <a:cubicBezTo>
                  <a:pt x="221" y="243"/>
                  <a:pt x="221" y="243"/>
                  <a:pt x="221" y="243"/>
                </a:cubicBezTo>
                <a:cubicBezTo>
                  <a:pt x="221" y="243"/>
                  <a:pt x="221" y="242"/>
                  <a:pt x="221" y="240"/>
                </a:cubicBezTo>
                <a:cubicBezTo>
                  <a:pt x="221" y="238"/>
                  <a:pt x="221" y="236"/>
                  <a:pt x="221" y="234"/>
                </a:cubicBezTo>
                <a:cubicBezTo>
                  <a:pt x="221" y="232"/>
                  <a:pt x="221" y="230"/>
                  <a:pt x="221" y="228"/>
                </a:cubicBezTo>
                <a:cubicBezTo>
                  <a:pt x="221" y="226"/>
                  <a:pt x="222" y="224"/>
                  <a:pt x="223" y="223"/>
                </a:cubicBezTo>
                <a:cubicBezTo>
                  <a:pt x="224" y="222"/>
                  <a:pt x="225" y="221"/>
                  <a:pt x="226" y="22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5" name="Freeform 81"/>
          <p:cNvSpPr>
            <a:spLocks noEditPoints="1"/>
          </p:cNvSpPr>
          <p:nvPr/>
        </p:nvSpPr>
        <p:spPr bwMode="auto">
          <a:xfrm>
            <a:off x="3279776" y="1601788"/>
            <a:ext cx="334963" cy="261938"/>
          </a:xfrm>
          <a:custGeom>
            <a:avLst/>
            <a:gdLst>
              <a:gd name="T0" fmla="*/ 89 w 310"/>
              <a:gd name="T1" fmla="*/ 226 h 243"/>
              <a:gd name="T2" fmla="*/ 72 w 310"/>
              <a:gd name="T3" fmla="*/ 243 h 243"/>
              <a:gd name="T4" fmla="*/ 5 w 310"/>
              <a:gd name="T5" fmla="*/ 238 h 243"/>
              <a:gd name="T6" fmla="*/ 0 w 310"/>
              <a:gd name="T7" fmla="*/ 193 h 243"/>
              <a:gd name="T8" fmla="*/ 17 w 310"/>
              <a:gd name="T9" fmla="*/ 177 h 243"/>
              <a:gd name="T10" fmla="*/ 84 w 310"/>
              <a:gd name="T11" fmla="*/ 181 h 243"/>
              <a:gd name="T12" fmla="*/ 89 w 310"/>
              <a:gd name="T13" fmla="*/ 105 h 243"/>
              <a:gd name="T14" fmla="*/ 84 w 310"/>
              <a:gd name="T15" fmla="*/ 150 h 243"/>
              <a:gd name="T16" fmla="*/ 17 w 310"/>
              <a:gd name="T17" fmla="*/ 154 h 243"/>
              <a:gd name="T18" fmla="*/ 0 w 310"/>
              <a:gd name="T19" fmla="*/ 138 h 243"/>
              <a:gd name="T20" fmla="*/ 5 w 310"/>
              <a:gd name="T21" fmla="*/ 93 h 243"/>
              <a:gd name="T22" fmla="*/ 72 w 310"/>
              <a:gd name="T23" fmla="*/ 88 h 243"/>
              <a:gd name="T24" fmla="*/ 89 w 310"/>
              <a:gd name="T25" fmla="*/ 105 h 243"/>
              <a:gd name="T26" fmla="*/ 199 w 310"/>
              <a:gd name="T27" fmla="*/ 226 h 243"/>
              <a:gd name="T28" fmla="*/ 183 w 310"/>
              <a:gd name="T29" fmla="*/ 243 h 243"/>
              <a:gd name="T30" fmla="*/ 116 w 310"/>
              <a:gd name="T31" fmla="*/ 238 h 243"/>
              <a:gd name="T32" fmla="*/ 111 w 310"/>
              <a:gd name="T33" fmla="*/ 193 h 243"/>
              <a:gd name="T34" fmla="*/ 127 w 310"/>
              <a:gd name="T35" fmla="*/ 177 h 243"/>
              <a:gd name="T36" fmla="*/ 194 w 310"/>
              <a:gd name="T37" fmla="*/ 181 h 243"/>
              <a:gd name="T38" fmla="*/ 89 w 310"/>
              <a:gd name="T39" fmla="*/ 16 h 243"/>
              <a:gd name="T40" fmla="*/ 84 w 310"/>
              <a:gd name="T41" fmla="*/ 61 h 243"/>
              <a:gd name="T42" fmla="*/ 17 w 310"/>
              <a:gd name="T43" fmla="*/ 66 h 243"/>
              <a:gd name="T44" fmla="*/ 0 w 310"/>
              <a:gd name="T45" fmla="*/ 49 h 243"/>
              <a:gd name="T46" fmla="*/ 5 w 310"/>
              <a:gd name="T47" fmla="*/ 4 h 243"/>
              <a:gd name="T48" fmla="*/ 72 w 310"/>
              <a:gd name="T49" fmla="*/ 0 h 243"/>
              <a:gd name="T50" fmla="*/ 89 w 310"/>
              <a:gd name="T51" fmla="*/ 16 h 243"/>
              <a:gd name="T52" fmla="*/ 199 w 310"/>
              <a:gd name="T53" fmla="*/ 138 h 243"/>
              <a:gd name="T54" fmla="*/ 183 w 310"/>
              <a:gd name="T55" fmla="*/ 154 h 243"/>
              <a:gd name="T56" fmla="*/ 116 w 310"/>
              <a:gd name="T57" fmla="*/ 150 h 243"/>
              <a:gd name="T58" fmla="*/ 111 w 310"/>
              <a:gd name="T59" fmla="*/ 105 h 243"/>
              <a:gd name="T60" fmla="*/ 127 w 310"/>
              <a:gd name="T61" fmla="*/ 88 h 243"/>
              <a:gd name="T62" fmla="*/ 194 w 310"/>
              <a:gd name="T63" fmla="*/ 93 h 243"/>
              <a:gd name="T64" fmla="*/ 310 w 310"/>
              <a:gd name="T65" fmla="*/ 193 h 243"/>
              <a:gd name="T66" fmla="*/ 305 w 310"/>
              <a:gd name="T67" fmla="*/ 238 h 243"/>
              <a:gd name="T68" fmla="*/ 238 w 310"/>
              <a:gd name="T69" fmla="*/ 243 h 243"/>
              <a:gd name="T70" fmla="*/ 221 w 310"/>
              <a:gd name="T71" fmla="*/ 226 h 243"/>
              <a:gd name="T72" fmla="*/ 226 w 310"/>
              <a:gd name="T73" fmla="*/ 181 h 243"/>
              <a:gd name="T74" fmla="*/ 293 w 310"/>
              <a:gd name="T75" fmla="*/ 177 h 243"/>
              <a:gd name="T76" fmla="*/ 310 w 310"/>
              <a:gd name="T77" fmla="*/ 193 h 243"/>
              <a:gd name="T78" fmla="*/ 199 w 310"/>
              <a:gd name="T79" fmla="*/ 49 h 243"/>
              <a:gd name="T80" fmla="*/ 183 w 310"/>
              <a:gd name="T81" fmla="*/ 66 h 243"/>
              <a:gd name="T82" fmla="*/ 116 w 310"/>
              <a:gd name="T83" fmla="*/ 61 h 243"/>
              <a:gd name="T84" fmla="*/ 111 w 310"/>
              <a:gd name="T85" fmla="*/ 16 h 243"/>
              <a:gd name="T86" fmla="*/ 127 w 310"/>
              <a:gd name="T87" fmla="*/ 0 h 243"/>
              <a:gd name="T88" fmla="*/ 194 w 310"/>
              <a:gd name="T89" fmla="*/ 4 h 243"/>
              <a:gd name="T90" fmla="*/ 310 w 310"/>
              <a:gd name="T91" fmla="*/ 105 h 243"/>
              <a:gd name="T92" fmla="*/ 305 w 310"/>
              <a:gd name="T93" fmla="*/ 150 h 243"/>
              <a:gd name="T94" fmla="*/ 238 w 310"/>
              <a:gd name="T95" fmla="*/ 154 h 243"/>
              <a:gd name="T96" fmla="*/ 221 w 310"/>
              <a:gd name="T97" fmla="*/ 138 h 243"/>
              <a:gd name="T98" fmla="*/ 226 w 310"/>
              <a:gd name="T99" fmla="*/ 93 h 243"/>
              <a:gd name="T100" fmla="*/ 293 w 310"/>
              <a:gd name="T101" fmla="*/ 88 h 243"/>
              <a:gd name="T102" fmla="*/ 310 w 310"/>
              <a:gd name="T103" fmla="*/ 105 h 243"/>
              <a:gd name="T104" fmla="*/ 310 w 310"/>
              <a:gd name="T105" fmla="*/ 49 h 243"/>
              <a:gd name="T106" fmla="*/ 293 w 310"/>
              <a:gd name="T107" fmla="*/ 66 h 243"/>
              <a:gd name="T108" fmla="*/ 226 w 310"/>
              <a:gd name="T109" fmla="*/ 61 h 243"/>
              <a:gd name="T110" fmla="*/ 221 w 310"/>
              <a:gd name="T111" fmla="*/ 16 h 243"/>
              <a:gd name="T112" fmla="*/ 238 w 310"/>
              <a:gd name="T113" fmla="*/ 0 h 243"/>
              <a:gd name="T114" fmla="*/ 305 w 310"/>
              <a:gd name="T115" fmla="*/ 4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0" h="243">
                <a:moveTo>
                  <a:pt x="89" y="193"/>
                </a:moveTo>
                <a:cubicBezTo>
                  <a:pt x="89" y="226"/>
                  <a:pt x="89" y="226"/>
                  <a:pt x="89" y="226"/>
                </a:cubicBezTo>
                <a:cubicBezTo>
                  <a:pt x="89" y="231"/>
                  <a:pt x="87" y="235"/>
                  <a:pt x="84" y="238"/>
                </a:cubicBezTo>
                <a:cubicBezTo>
                  <a:pt x="81" y="241"/>
                  <a:pt x="77" y="243"/>
                  <a:pt x="72" y="243"/>
                </a:cubicBezTo>
                <a:cubicBezTo>
                  <a:pt x="17" y="243"/>
                  <a:pt x="17" y="243"/>
                  <a:pt x="17" y="243"/>
                </a:cubicBezTo>
                <a:cubicBezTo>
                  <a:pt x="12" y="243"/>
                  <a:pt x="8" y="241"/>
                  <a:pt x="5" y="238"/>
                </a:cubicBezTo>
                <a:cubicBezTo>
                  <a:pt x="2" y="235"/>
                  <a:pt x="0" y="231"/>
                  <a:pt x="0" y="226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188"/>
                  <a:pt x="2" y="185"/>
                  <a:pt x="5" y="181"/>
                </a:cubicBezTo>
                <a:cubicBezTo>
                  <a:pt x="8" y="178"/>
                  <a:pt x="12" y="177"/>
                  <a:pt x="17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77" y="177"/>
                  <a:pt x="81" y="178"/>
                  <a:pt x="84" y="181"/>
                </a:cubicBezTo>
                <a:cubicBezTo>
                  <a:pt x="87" y="185"/>
                  <a:pt x="89" y="188"/>
                  <a:pt x="89" y="193"/>
                </a:cubicBezTo>
                <a:close/>
                <a:moveTo>
                  <a:pt x="89" y="105"/>
                </a:moveTo>
                <a:cubicBezTo>
                  <a:pt x="89" y="138"/>
                  <a:pt x="89" y="138"/>
                  <a:pt x="89" y="138"/>
                </a:cubicBezTo>
                <a:cubicBezTo>
                  <a:pt x="89" y="142"/>
                  <a:pt x="87" y="146"/>
                  <a:pt x="84" y="150"/>
                </a:cubicBezTo>
                <a:cubicBezTo>
                  <a:pt x="81" y="153"/>
                  <a:pt x="77" y="154"/>
                  <a:pt x="72" y="154"/>
                </a:cubicBezTo>
                <a:cubicBezTo>
                  <a:pt x="17" y="154"/>
                  <a:pt x="17" y="154"/>
                  <a:pt x="17" y="154"/>
                </a:cubicBezTo>
                <a:cubicBezTo>
                  <a:pt x="12" y="154"/>
                  <a:pt x="8" y="153"/>
                  <a:pt x="5" y="150"/>
                </a:cubicBezTo>
                <a:cubicBezTo>
                  <a:pt x="2" y="146"/>
                  <a:pt x="0" y="142"/>
                  <a:pt x="0" y="138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00"/>
                  <a:pt x="2" y="96"/>
                  <a:pt x="5" y="93"/>
                </a:cubicBezTo>
                <a:cubicBezTo>
                  <a:pt x="8" y="90"/>
                  <a:pt x="12" y="88"/>
                  <a:pt x="17" y="88"/>
                </a:cubicBezTo>
                <a:cubicBezTo>
                  <a:pt x="72" y="88"/>
                  <a:pt x="72" y="88"/>
                  <a:pt x="72" y="88"/>
                </a:cubicBezTo>
                <a:cubicBezTo>
                  <a:pt x="77" y="88"/>
                  <a:pt x="81" y="90"/>
                  <a:pt x="84" y="93"/>
                </a:cubicBezTo>
                <a:cubicBezTo>
                  <a:pt x="87" y="96"/>
                  <a:pt x="89" y="100"/>
                  <a:pt x="89" y="105"/>
                </a:cubicBezTo>
                <a:close/>
                <a:moveTo>
                  <a:pt x="199" y="193"/>
                </a:moveTo>
                <a:cubicBezTo>
                  <a:pt x="199" y="226"/>
                  <a:pt x="199" y="226"/>
                  <a:pt x="199" y="226"/>
                </a:cubicBezTo>
                <a:cubicBezTo>
                  <a:pt x="199" y="231"/>
                  <a:pt x="198" y="235"/>
                  <a:pt x="194" y="238"/>
                </a:cubicBezTo>
                <a:cubicBezTo>
                  <a:pt x="191" y="241"/>
                  <a:pt x="187" y="243"/>
                  <a:pt x="183" y="243"/>
                </a:cubicBezTo>
                <a:cubicBezTo>
                  <a:pt x="127" y="243"/>
                  <a:pt x="127" y="243"/>
                  <a:pt x="127" y="243"/>
                </a:cubicBezTo>
                <a:cubicBezTo>
                  <a:pt x="123" y="243"/>
                  <a:pt x="119" y="241"/>
                  <a:pt x="116" y="238"/>
                </a:cubicBezTo>
                <a:cubicBezTo>
                  <a:pt x="112" y="235"/>
                  <a:pt x="111" y="231"/>
                  <a:pt x="111" y="226"/>
                </a:cubicBezTo>
                <a:cubicBezTo>
                  <a:pt x="111" y="193"/>
                  <a:pt x="111" y="193"/>
                  <a:pt x="111" y="193"/>
                </a:cubicBezTo>
                <a:cubicBezTo>
                  <a:pt x="111" y="188"/>
                  <a:pt x="112" y="185"/>
                  <a:pt x="116" y="181"/>
                </a:cubicBezTo>
                <a:cubicBezTo>
                  <a:pt x="119" y="178"/>
                  <a:pt x="123" y="177"/>
                  <a:pt x="127" y="177"/>
                </a:cubicBezTo>
                <a:cubicBezTo>
                  <a:pt x="183" y="177"/>
                  <a:pt x="183" y="177"/>
                  <a:pt x="183" y="177"/>
                </a:cubicBezTo>
                <a:cubicBezTo>
                  <a:pt x="187" y="177"/>
                  <a:pt x="191" y="178"/>
                  <a:pt x="194" y="181"/>
                </a:cubicBezTo>
                <a:cubicBezTo>
                  <a:pt x="198" y="185"/>
                  <a:pt x="199" y="188"/>
                  <a:pt x="199" y="193"/>
                </a:cubicBezTo>
                <a:close/>
                <a:moveTo>
                  <a:pt x="89" y="16"/>
                </a:moveTo>
                <a:cubicBezTo>
                  <a:pt x="89" y="49"/>
                  <a:pt x="89" y="49"/>
                  <a:pt x="89" y="49"/>
                </a:cubicBezTo>
                <a:cubicBezTo>
                  <a:pt x="89" y="54"/>
                  <a:pt x="87" y="58"/>
                  <a:pt x="84" y="61"/>
                </a:cubicBezTo>
                <a:cubicBezTo>
                  <a:pt x="81" y="64"/>
                  <a:pt x="77" y="66"/>
                  <a:pt x="72" y="66"/>
                </a:cubicBezTo>
                <a:cubicBezTo>
                  <a:pt x="17" y="66"/>
                  <a:pt x="17" y="66"/>
                  <a:pt x="17" y="66"/>
                </a:cubicBezTo>
                <a:cubicBezTo>
                  <a:pt x="12" y="66"/>
                  <a:pt x="8" y="64"/>
                  <a:pt x="5" y="61"/>
                </a:cubicBezTo>
                <a:cubicBezTo>
                  <a:pt x="2" y="58"/>
                  <a:pt x="0" y="54"/>
                  <a:pt x="0" y="49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2"/>
                  <a:pt x="2" y="8"/>
                  <a:pt x="5" y="4"/>
                </a:cubicBezTo>
                <a:cubicBezTo>
                  <a:pt x="8" y="1"/>
                  <a:pt x="12" y="0"/>
                  <a:pt x="17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7" y="0"/>
                  <a:pt x="81" y="1"/>
                  <a:pt x="84" y="4"/>
                </a:cubicBezTo>
                <a:cubicBezTo>
                  <a:pt x="87" y="8"/>
                  <a:pt x="89" y="12"/>
                  <a:pt x="89" y="16"/>
                </a:cubicBezTo>
                <a:close/>
                <a:moveTo>
                  <a:pt x="199" y="105"/>
                </a:moveTo>
                <a:cubicBezTo>
                  <a:pt x="199" y="138"/>
                  <a:pt x="199" y="138"/>
                  <a:pt x="199" y="138"/>
                </a:cubicBezTo>
                <a:cubicBezTo>
                  <a:pt x="199" y="142"/>
                  <a:pt x="198" y="146"/>
                  <a:pt x="194" y="150"/>
                </a:cubicBezTo>
                <a:cubicBezTo>
                  <a:pt x="191" y="153"/>
                  <a:pt x="187" y="154"/>
                  <a:pt x="183" y="154"/>
                </a:cubicBezTo>
                <a:cubicBezTo>
                  <a:pt x="127" y="154"/>
                  <a:pt x="127" y="154"/>
                  <a:pt x="127" y="154"/>
                </a:cubicBezTo>
                <a:cubicBezTo>
                  <a:pt x="123" y="154"/>
                  <a:pt x="119" y="153"/>
                  <a:pt x="116" y="150"/>
                </a:cubicBezTo>
                <a:cubicBezTo>
                  <a:pt x="112" y="146"/>
                  <a:pt x="111" y="142"/>
                  <a:pt x="111" y="138"/>
                </a:cubicBezTo>
                <a:cubicBezTo>
                  <a:pt x="111" y="105"/>
                  <a:pt x="111" y="105"/>
                  <a:pt x="111" y="105"/>
                </a:cubicBezTo>
                <a:cubicBezTo>
                  <a:pt x="111" y="100"/>
                  <a:pt x="112" y="96"/>
                  <a:pt x="116" y="93"/>
                </a:cubicBezTo>
                <a:cubicBezTo>
                  <a:pt x="119" y="90"/>
                  <a:pt x="123" y="88"/>
                  <a:pt x="127" y="88"/>
                </a:cubicBezTo>
                <a:cubicBezTo>
                  <a:pt x="183" y="88"/>
                  <a:pt x="183" y="88"/>
                  <a:pt x="183" y="88"/>
                </a:cubicBezTo>
                <a:cubicBezTo>
                  <a:pt x="187" y="88"/>
                  <a:pt x="191" y="90"/>
                  <a:pt x="194" y="93"/>
                </a:cubicBezTo>
                <a:cubicBezTo>
                  <a:pt x="198" y="96"/>
                  <a:pt x="199" y="100"/>
                  <a:pt x="199" y="105"/>
                </a:cubicBezTo>
                <a:close/>
                <a:moveTo>
                  <a:pt x="310" y="193"/>
                </a:moveTo>
                <a:cubicBezTo>
                  <a:pt x="310" y="226"/>
                  <a:pt x="310" y="226"/>
                  <a:pt x="310" y="226"/>
                </a:cubicBezTo>
                <a:cubicBezTo>
                  <a:pt x="310" y="231"/>
                  <a:pt x="308" y="235"/>
                  <a:pt x="305" y="238"/>
                </a:cubicBezTo>
                <a:cubicBezTo>
                  <a:pt x="302" y="241"/>
                  <a:pt x="298" y="243"/>
                  <a:pt x="293" y="243"/>
                </a:cubicBezTo>
                <a:cubicBezTo>
                  <a:pt x="238" y="243"/>
                  <a:pt x="238" y="243"/>
                  <a:pt x="238" y="243"/>
                </a:cubicBezTo>
                <a:cubicBezTo>
                  <a:pt x="233" y="243"/>
                  <a:pt x="229" y="241"/>
                  <a:pt x="226" y="238"/>
                </a:cubicBezTo>
                <a:cubicBezTo>
                  <a:pt x="223" y="235"/>
                  <a:pt x="221" y="231"/>
                  <a:pt x="221" y="226"/>
                </a:cubicBezTo>
                <a:cubicBezTo>
                  <a:pt x="221" y="193"/>
                  <a:pt x="221" y="193"/>
                  <a:pt x="221" y="193"/>
                </a:cubicBezTo>
                <a:cubicBezTo>
                  <a:pt x="221" y="188"/>
                  <a:pt x="223" y="185"/>
                  <a:pt x="226" y="181"/>
                </a:cubicBezTo>
                <a:cubicBezTo>
                  <a:pt x="229" y="178"/>
                  <a:pt x="233" y="177"/>
                  <a:pt x="238" y="177"/>
                </a:cubicBezTo>
                <a:cubicBezTo>
                  <a:pt x="293" y="177"/>
                  <a:pt x="293" y="177"/>
                  <a:pt x="293" y="177"/>
                </a:cubicBezTo>
                <a:cubicBezTo>
                  <a:pt x="298" y="177"/>
                  <a:pt x="302" y="178"/>
                  <a:pt x="305" y="181"/>
                </a:cubicBezTo>
                <a:cubicBezTo>
                  <a:pt x="308" y="185"/>
                  <a:pt x="310" y="188"/>
                  <a:pt x="310" y="193"/>
                </a:cubicBezTo>
                <a:close/>
                <a:moveTo>
                  <a:pt x="199" y="16"/>
                </a:moveTo>
                <a:cubicBezTo>
                  <a:pt x="199" y="49"/>
                  <a:pt x="199" y="49"/>
                  <a:pt x="199" y="49"/>
                </a:cubicBezTo>
                <a:cubicBezTo>
                  <a:pt x="199" y="54"/>
                  <a:pt x="198" y="58"/>
                  <a:pt x="194" y="61"/>
                </a:cubicBezTo>
                <a:cubicBezTo>
                  <a:pt x="191" y="64"/>
                  <a:pt x="187" y="66"/>
                  <a:pt x="183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3" y="66"/>
                  <a:pt x="119" y="64"/>
                  <a:pt x="116" y="61"/>
                </a:cubicBezTo>
                <a:cubicBezTo>
                  <a:pt x="112" y="58"/>
                  <a:pt x="111" y="54"/>
                  <a:pt x="111" y="49"/>
                </a:cubicBezTo>
                <a:cubicBezTo>
                  <a:pt x="111" y="16"/>
                  <a:pt x="111" y="16"/>
                  <a:pt x="111" y="16"/>
                </a:cubicBezTo>
                <a:cubicBezTo>
                  <a:pt x="111" y="12"/>
                  <a:pt x="112" y="8"/>
                  <a:pt x="116" y="4"/>
                </a:cubicBezTo>
                <a:cubicBezTo>
                  <a:pt x="119" y="1"/>
                  <a:pt x="123" y="0"/>
                  <a:pt x="127" y="0"/>
                </a:cubicBezTo>
                <a:cubicBezTo>
                  <a:pt x="183" y="0"/>
                  <a:pt x="183" y="0"/>
                  <a:pt x="183" y="0"/>
                </a:cubicBezTo>
                <a:cubicBezTo>
                  <a:pt x="187" y="0"/>
                  <a:pt x="191" y="1"/>
                  <a:pt x="194" y="4"/>
                </a:cubicBezTo>
                <a:cubicBezTo>
                  <a:pt x="198" y="8"/>
                  <a:pt x="199" y="12"/>
                  <a:pt x="199" y="16"/>
                </a:cubicBezTo>
                <a:close/>
                <a:moveTo>
                  <a:pt x="310" y="105"/>
                </a:moveTo>
                <a:cubicBezTo>
                  <a:pt x="310" y="138"/>
                  <a:pt x="310" y="138"/>
                  <a:pt x="310" y="138"/>
                </a:cubicBezTo>
                <a:cubicBezTo>
                  <a:pt x="310" y="142"/>
                  <a:pt x="308" y="146"/>
                  <a:pt x="305" y="150"/>
                </a:cubicBezTo>
                <a:cubicBezTo>
                  <a:pt x="302" y="153"/>
                  <a:pt x="298" y="154"/>
                  <a:pt x="293" y="154"/>
                </a:cubicBezTo>
                <a:cubicBezTo>
                  <a:pt x="238" y="154"/>
                  <a:pt x="238" y="154"/>
                  <a:pt x="238" y="154"/>
                </a:cubicBezTo>
                <a:cubicBezTo>
                  <a:pt x="233" y="154"/>
                  <a:pt x="229" y="153"/>
                  <a:pt x="226" y="150"/>
                </a:cubicBezTo>
                <a:cubicBezTo>
                  <a:pt x="223" y="146"/>
                  <a:pt x="221" y="142"/>
                  <a:pt x="221" y="138"/>
                </a:cubicBezTo>
                <a:cubicBezTo>
                  <a:pt x="221" y="105"/>
                  <a:pt x="221" y="105"/>
                  <a:pt x="221" y="105"/>
                </a:cubicBezTo>
                <a:cubicBezTo>
                  <a:pt x="221" y="100"/>
                  <a:pt x="223" y="96"/>
                  <a:pt x="226" y="93"/>
                </a:cubicBezTo>
                <a:cubicBezTo>
                  <a:pt x="229" y="90"/>
                  <a:pt x="233" y="88"/>
                  <a:pt x="238" y="88"/>
                </a:cubicBezTo>
                <a:cubicBezTo>
                  <a:pt x="293" y="88"/>
                  <a:pt x="293" y="88"/>
                  <a:pt x="293" y="88"/>
                </a:cubicBezTo>
                <a:cubicBezTo>
                  <a:pt x="298" y="88"/>
                  <a:pt x="302" y="90"/>
                  <a:pt x="305" y="93"/>
                </a:cubicBezTo>
                <a:cubicBezTo>
                  <a:pt x="308" y="96"/>
                  <a:pt x="310" y="100"/>
                  <a:pt x="310" y="105"/>
                </a:cubicBezTo>
                <a:close/>
                <a:moveTo>
                  <a:pt x="310" y="16"/>
                </a:moveTo>
                <a:cubicBezTo>
                  <a:pt x="310" y="49"/>
                  <a:pt x="310" y="49"/>
                  <a:pt x="310" y="49"/>
                </a:cubicBezTo>
                <a:cubicBezTo>
                  <a:pt x="310" y="54"/>
                  <a:pt x="308" y="58"/>
                  <a:pt x="305" y="61"/>
                </a:cubicBezTo>
                <a:cubicBezTo>
                  <a:pt x="302" y="64"/>
                  <a:pt x="298" y="66"/>
                  <a:pt x="293" y="66"/>
                </a:cubicBezTo>
                <a:cubicBezTo>
                  <a:pt x="238" y="66"/>
                  <a:pt x="238" y="66"/>
                  <a:pt x="238" y="66"/>
                </a:cubicBezTo>
                <a:cubicBezTo>
                  <a:pt x="233" y="66"/>
                  <a:pt x="229" y="64"/>
                  <a:pt x="226" y="61"/>
                </a:cubicBezTo>
                <a:cubicBezTo>
                  <a:pt x="223" y="58"/>
                  <a:pt x="221" y="54"/>
                  <a:pt x="221" y="49"/>
                </a:cubicBezTo>
                <a:cubicBezTo>
                  <a:pt x="221" y="16"/>
                  <a:pt x="221" y="16"/>
                  <a:pt x="221" y="16"/>
                </a:cubicBezTo>
                <a:cubicBezTo>
                  <a:pt x="221" y="12"/>
                  <a:pt x="223" y="8"/>
                  <a:pt x="226" y="4"/>
                </a:cubicBezTo>
                <a:cubicBezTo>
                  <a:pt x="229" y="1"/>
                  <a:pt x="233" y="0"/>
                  <a:pt x="238" y="0"/>
                </a:cubicBezTo>
                <a:cubicBezTo>
                  <a:pt x="293" y="0"/>
                  <a:pt x="293" y="0"/>
                  <a:pt x="293" y="0"/>
                </a:cubicBezTo>
                <a:cubicBezTo>
                  <a:pt x="298" y="0"/>
                  <a:pt x="302" y="1"/>
                  <a:pt x="305" y="4"/>
                </a:cubicBezTo>
                <a:cubicBezTo>
                  <a:pt x="308" y="8"/>
                  <a:pt x="310" y="12"/>
                  <a:pt x="310" y="1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6" name="Freeform 82"/>
          <p:cNvSpPr>
            <a:spLocks noEditPoints="1"/>
          </p:cNvSpPr>
          <p:nvPr/>
        </p:nvSpPr>
        <p:spPr bwMode="auto">
          <a:xfrm>
            <a:off x="3719513" y="1601788"/>
            <a:ext cx="311150" cy="261938"/>
          </a:xfrm>
          <a:custGeom>
            <a:avLst/>
            <a:gdLst>
              <a:gd name="T0" fmla="*/ 133 w 288"/>
              <a:gd name="T1" fmla="*/ 154 h 243"/>
              <a:gd name="T2" fmla="*/ 133 w 288"/>
              <a:gd name="T3" fmla="*/ 221 h 243"/>
              <a:gd name="T4" fmla="*/ 126 w 288"/>
              <a:gd name="T5" fmla="*/ 236 h 243"/>
              <a:gd name="T6" fmla="*/ 111 w 288"/>
              <a:gd name="T7" fmla="*/ 243 h 243"/>
              <a:gd name="T8" fmla="*/ 22 w 288"/>
              <a:gd name="T9" fmla="*/ 243 h 243"/>
              <a:gd name="T10" fmla="*/ 7 w 288"/>
              <a:gd name="T11" fmla="*/ 236 h 243"/>
              <a:gd name="T12" fmla="*/ 0 w 288"/>
              <a:gd name="T13" fmla="*/ 221 h 243"/>
              <a:gd name="T14" fmla="*/ 0 w 288"/>
              <a:gd name="T15" fmla="*/ 154 h 243"/>
              <a:gd name="T16" fmla="*/ 7 w 288"/>
              <a:gd name="T17" fmla="*/ 139 h 243"/>
              <a:gd name="T18" fmla="*/ 22 w 288"/>
              <a:gd name="T19" fmla="*/ 132 h 243"/>
              <a:gd name="T20" fmla="*/ 111 w 288"/>
              <a:gd name="T21" fmla="*/ 132 h 243"/>
              <a:gd name="T22" fmla="*/ 126 w 288"/>
              <a:gd name="T23" fmla="*/ 139 h 243"/>
              <a:gd name="T24" fmla="*/ 133 w 288"/>
              <a:gd name="T25" fmla="*/ 154 h 243"/>
              <a:gd name="T26" fmla="*/ 133 w 288"/>
              <a:gd name="T27" fmla="*/ 22 h 243"/>
              <a:gd name="T28" fmla="*/ 133 w 288"/>
              <a:gd name="T29" fmla="*/ 88 h 243"/>
              <a:gd name="T30" fmla="*/ 126 w 288"/>
              <a:gd name="T31" fmla="*/ 104 h 243"/>
              <a:gd name="T32" fmla="*/ 111 w 288"/>
              <a:gd name="T33" fmla="*/ 110 h 243"/>
              <a:gd name="T34" fmla="*/ 22 w 288"/>
              <a:gd name="T35" fmla="*/ 110 h 243"/>
              <a:gd name="T36" fmla="*/ 7 w 288"/>
              <a:gd name="T37" fmla="*/ 104 h 243"/>
              <a:gd name="T38" fmla="*/ 0 w 288"/>
              <a:gd name="T39" fmla="*/ 88 h 243"/>
              <a:gd name="T40" fmla="*/ 0 w 288"/>
              <a:gd name="T41" fmla="*/ 22 h 243"/>
              <a:gd name="T42" fmla="*/ 7 w 288"/>
              <a:gd name="T43" fmla="*/ 6 h 243"/>
              <a:gd name="T44" fmla="*/ 22 w 288"/>
              <a:gd name="T45" fmla="*/ 0 h 243"/>
              <a:gd name="T46" fmla="*/ 111 w 288"/>
              <a:gd name="T47" fmla="*/ 0 h 243"/>
              <a:gd name="T48" fmla="*/ 126 w 288"/>
              <a:gd name="T49" fmla="*/ 6 h 243"/>
              <a:gd name="T50" fmla="*/ 133 w 288"/>
              <a:gd name="T51" fmla="*/ 22 h 243"/>
              <a:gd name="T52" fmla="*/ 288 w 288"/>
              <a:gd name="T53" fmla="*/ 154 h 243"/>
              <a:gd name="T54" fmla="*/ 288 w 288"/>
              <a:gd name="T55" fmla="*/ 221 h 243"/>
              <a:gd name="T56" fmla="*/ 281 w 288"/>
              <a:gd name="T57" fmla="*/ 236 h 243"/>
              <a:gd name="T58" fmla="*/ 266 w 288"/>
              <a:gd name="T59" fmla="*/ 243 h 243"/>
              <a:gd name="T60" fmla="*/ 177 w 288"/>
              <a:gd name="T61" fmla="*/ 243 h 243"/>
              <a:gd name="T62" fmla="*/ 162 w 288"/>
              <a:gd name="T63" fmla="*/ 236 h 243"/>
              <a:gd name="T64" fmla="*/ 155 w 288"/>
              <a:gd name="T65" fmla="*/ 221 h 243"/>
              <a:gd name="T66" fmla="*/ 155 w 288"/>
              <a:gd name="T67" fmla="*/ 154 h 243"/>
              <a:gd name="T68" fmla="*/ 162 w 288"/>
              <a:gd name="T69" fmla="*/ 139 h 243"/>
              <a:gd name="T70" fmla="*/ 177 w 288"/>
              <a:gd name="T71" fmla="*/ 132 h 243"/>
              <a:gd name="T72" fmla="*/ 266 w 288"/>
              <a:gd name="T73" fmla="*/ 132 h 243"/>
              <a:gd name="T74" fmla="*/ 281 w 288"/>
              <a:gd name="T75" fmla="*/ 139 h 243"/>
              <a:gd name="T76" fmla="*/ 288 w 288"/>
              <a:gd name="T77" fmla="*/ 154 h 243"/>
              <a:gd name="T78" fmla="*/ 288 w 288"/>
              <a:gd name="T79" fmla="*/ 22 h 243"/>
              <a:gd name="T80" fmla="*/ 288 w 288"/>
              <a:gd name="T81" fmla="*/ 88 h 243"/>
              <a:gd name="T82" fmla="*/ 281 w 288"/>
              <a:gd name="T83" fmla="*/ 104 h 243"/>
              <a:gd name="T84" fmla="*/ 266 w 288"/>
              <a:gd name="T85" fmla="*/ 110 h 243"/>
              <a:gd name="T86" fmla="*/ 177 w 288"/>
              <a:gd name="T87" fmla="*/ 110 h 243"/>
              <a:gd name="T88" fmla="*/ 162 w 288"/>
              <a:gd name="T89" fmla="*/ 104 h 243"/>
              <a:gd name="T90" fmla="*/ 155 w 288"/>
              <a:gd name="T91" fmla="*/ 88 h 243"/>
              <a:gd name="T92" fmla="*/ 155 w 288"/>
              <a:gd name="T93" fmla="*/ 22 h 243"/>
              <a:gd name="T94" fmla="*/ 162 w 288"/>
              <a:gd name="T95" fmla="*/ 6 h 243"/>
              <a:gd name="T96" fmla="*/ 177 w 288"/>
              <a:gd name="T97" fmla="*/ 0 h 243"/>
              <a:gd name="T98" fmla="*/ 266 w 288"/>
              <a:gd name="T99" fmla="*/ 0 h 243"/>
              <a:gd name="T100" fmla="*/ 281 w 288"/>
              <a:gd name="T101" fmla="*/ 6 h 243"/>
              <a:gd name="T102" fmla="*/ 288 w 288"/>
              <a:gd name="T103" fmla="*/ 22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88" h="243">
                <a:moveTo>
                  <a:pt x="133" y="154"/>
                </a:moveTo>
                <a:cubicBezTo>
                  <a:pt x="133" y="221"/>
                  <a:pt x="133" y="221"/>
                  <a:pt x="133" y="221"/>
                </a:cubicBezTo>
                <a:cubicBezTo>
                  <a:pt x="133" y="227"/>
                  <a:pt x="131" y="232"/>
                  <a:pt x="126" y="236"/>
                </a:cubicBezTo>
                <a:cubicBezTo>
                  <a:pt x="122" y="241"/>
                  <a:pt x="117" y="243"/>
                  <a:pt x="111" y="243"/>
                </a:cubicBezTo>
                <a:cubicBezTo>
                  <a:pt x="22" y="243"/>
                  <a:pt x="22" y="243"/>
                  <a:pt x="22" y="243"/>
                </a:cubicBezTo>
                <a:cubicBezTo>
                  <a:pt x="16" y="243"/>
                  <a:pt x="11" y="241"/>
                  <a:pt x="7" y="236"/>
                </a:cubicBezTo>
                <a:cubicBezTo>
                  <a:pt x="2" y="232"/>
                  <a:pt x="0" y="227"/>
                  <a:pt x="0" y="221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48"/>
                  <a:pt x="2" y="143"/>
                  <a:pt x="7" y="139"/>
                </a:cubicBezTo>
                <a:cubicBezTo>
                  <a:pt x="11" y="134"/>
                  <a:pt x="16" y="132"/>
                  <a:pt x="22" y="13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117" y="132"/>
                  <a:pt x="122" y="134"/>
                  <a:pt x="126" y="139"/>
                </a:cubicBezTo>
                <a:cubicBezTo>
                  <a:pt x="131" y="143"/>
                  <a:pt x="133" y="148"/>
                  <a:pt x="133" y="154"/>
                </a:cubicBezTo>
                <a:close/>
                <a:moveTo>
                  <a:pt x="133" y="22"/>
                </a:moveTo>
                <a:cubicBezTo>
                  <a:pt x="133" y="88"/>
                  <a:pt x="133" y="88"/>
                  <a:pt x="133" y="88"/>
                </a:cubicBezTo>
                <a:cubicBezTo>
                  <a:pt x="133" y="94"/>
                  <a:pt x="131" y="99"/>
                  <a:pt x="126" y="104"/>
                </a:cubicBezTo>
                <a:cubicBezTo>
                  <a:pt x="122" y="108"/>
                  <a:pt x="117" y="110"/>
                  <a:pt x="111" y="110"/>
                </a:cubicBezTo>
                <a:cubicBezTo>
                  <a:pt x="22" y="110"/>
                  <a:pt x="22" y="110"/>
                  <a:pt x="22" y="110"/>
                </a:cubicBezTo>
                <a:cubicBezTo>
                  <a:pt x="16" y="110"/>
                  <a:pt x="11" y="108"/>
                  <a:pt x="7" y="104"/>
                </a:cubicBezTo>
                <a:cubicBezTo>
                  <a:pt x="2" y="99"/>
                  <a:pt x="0" y="94"/>
                  <a:pt x="0" y="88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7" y="6"/>
                </a:cubicBezTo>
                <a:cubicBezTo>
                  <a:pt x="11" y="2"/>
                  <a:pt x="16" y="0"/>
                  <a:pt x="22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2" y="2"/>
                  <a:pt x="126" y="6"/>
                </a:cubicBezTo>
                <a:cubicBezTo>
                  <a:pt x="131" y="11"/>
                  <a:pt x="133" y="16"/>
                  <a:pt x="133" y="22"/>
                </a:cubicBezTo>
                <a:close/>
                <a:moveTo>
                  <a:pt x="288" y="154"/>
                </a:moveTo>
                <a:cubicBezTo>
                  <a:pt x="288" y="221"/>
                  <a:pt x="288" y="221"/>
                  <a:pt x="288" y="221"/>
                </a:cubicBezTo>
                <a:cubicBezTo>
                  <a:pt x="288" y="227"/>
                  <a:pt x="285" y="232"/>
                  <a:pt x="281" y="236"/>
                </a:cubicBezTo>
                <a:cubicBezTo>
                  <a:pt x="277" y="241"/>
                  <a:pt x="272" y="243"/>
                  <a:pt x="266" y="243"/>
                </a:cubicBezTo>
                <a:cubicBezTo>
                  <a:pt x="177" y="243"/>
                  <a:pt x="177" y="243"/>
                  <a:pt x="177" y="243"/>
                </a:cubicBezTo>
                <a:cubicBezTo>
                  <a:pt x="171" y="243"/>
                  <a:pt x="166" y="241"/>
                  <a:pt x="162" y="236"/>
                </a:cubicBezTo>
                <a:cubicBezTo>
                  <a:pt x="157" y="232"/>
                  <a:pt x="155" y="227"/>
                  <a:pt x="155" y="221"/>
                </a:cubicBezTo>
                <a:cubicBezTo>
                  <a:pt x="155" y="154"/>
                  <a:pt x="155" y="154"/>
                  <a:pt x="155" y="154"/>
                </a:cubicBezTo>
                <a:cubicBezTo>
                  <a:pt x="155" y="148"/>
                  <a:pt x="157" y="143"/>
                  <a:pt x="162" y="139"/>
                </a:cubicBezTo>
                <a:cubicBezTo>
                  <a:pt x="166" y="134"/>
                  <a:pt x="171" y="132"/>
                  <a:pt x="177" y="132"/>
                </a:cubicBezTo>
                <a:cubicBezTo>
                  <a:pt x="266" y="132"/>
                  <a:pt x="266" y="132"/>
                  <a:pt x="266" y="132"/>
                </a:cubicBezTo>
                <a:cubicBezTo>
                  <a:pt x="272" y="132"/>
                  <a:pt x="277" y="134"/>
                  <a:pt x="281" y="139"/>
                </a:cubicBezTo>
                <a:cubicBezTo>
                  <a:pt x="285" y="143"/>
                  <a:pt x="288" y="148"/>
                  <a:pt x="288" y="154"/>
                </a:cubicBezTo>
                <a:close/>
                <a:moveTo>
                  <a:pt x="288" y="22"/>
                </a:moveTo>
                <a:cubicBezTo>
                  <a:pt x="288" y="88"/>
                  <a:pt x="288" y="88"/>
                  <a:pt x="288" y="88"/>
                </a:cubicBezTo>
                <a:cubicBezTo>
                  <a:pt x="288" y="94"/>
                  <a:pt x="285" y="99"/>
                  <a:pt x="281" y="104"/>
                </a:cubicBezTo>
                <a:cubicBezTo>
                  <a:pt x="277" y="108"/>
                  <a:pt x="272" y="110"/>
                  <a:pt x="266" y="110"/>
                </a:cubicBezTo>
                <a:cubicBezTo>
                  <a:pt x="177" y="110"/>
                  <a:pt x="177" y="110"/>
                  <a:pt x="177" y="110"/>
                </a:cubicBezTo>
                <a:cubicBezTo>
                  <a:pt x="171" y="110"/>
                  <a:pt x="166" y="108"/>
                  <a:pt x="162" y="104"/>
                </a:cubicBezTo>
                <a:cubicBezTo>
                  <a:pt x="157" y="99"/>
                  <a:pt x="155" y="94"/>
                  <a:pt x="155" y="88"/>
                </a:cubicBezTo>
                <a:cubicBezTo>
                  <a:pt x="155" y="22"/>
                  <a:pt x="155" y="22"/>
                  <a:pt x="155" y="22"/>
                </a:cubicBezTo>
                <a:cubicBezTo>
                  <a:pt x="155" y="16"/>
                  <a:pt x="157" y="11"/>
                  <a:pt x="162" y="6"/>
                </a:cubicBezTo>
                <a:cubicBezTo>
                  <a:pt x="166" y="2"/>
                  <a:pt x="171" y="0"/>
                  <a:pt x="177" y="0"/>
                </a:cubicBezTo>
                <a:cubicBezTo>
                  <a:pt x="266" y="0"/>
                  <a:pt x="266" y="0"/>
                  <a:pt x="266" y="0"/>
                </a:cubicBezTo>
                <a:cubicBezTo>
                  <a:pt x="272" y="0"/>
                  <a:pt x="277" y="2"/>
                  <a:pt x="281" y="6"/>
                </a:cubicBezTo>
                <a:cubicBezTo>
                  <a:pt x="285" y="11"/>
                  <a:pt x="288" y="16"/>
                  <a:pt x="288" y="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7" name="Freeform 83"/>
          <p:cNvSpPr>
            <a:spLocks noEditPoints="1"/>
          </p:cNvSpPr>
          <p:nvPr/>
        </p:nvSpPr>
        <p:spPr bwMode="auto">
          <a:xfrm>
            <a:off x="698501" y="2032000"/>
            <a:ext cx="333375" cy="261938"/>
          </a:xfrm>
          <a:custGeom>
            <a:avLst/>
            <a:gdLst>
              <a:gd name="T0" fmla="*/ 88 w 309"/>
              <a:gd name="T1" fmla="*/ 227 h 243"/>
              <a:gd name="T2" fmla="*/ 71 w 309"/>
              <a:gd name="T3" fmla="*/ 243 h 243"/>
              <a:gd name="T4" fmla="*/ 4 w 309"/>
              <a:gd name="T5" fmla="*/ 238 h 243"/>
              <a:gd name="T6" fmla="*/ 0 w 309"/>
              <a:gd name="T7" fmla="*/ 194 h 243"/>
              <a:gd name="T8" fmla="*/ 16 w 309"/>
              <a:gd name="T9" fmla="*/ 177 h 243"/>
              <a:gd name="T10" fmla="*/ 83 w 309"/>
              <a:gd name="T11" fmla="*/ 182 h 243"/>
              <a:gd name="T12" fmla="*/ 88 w 309"/>
              <a:gd name="T13" fmla="*/ 105 h 243"/>
              <a:gd name="T14" fmla="*/ 83 w 309"/>
              <a:gd name="T15" fmla="*/ 150 h 243"/>
              <a:gd name="T16" fmla="*/ 16 w 309"/>
              <a:gd name="T17" fmla="*/ 155 h 243"/>
              <a:gd name="T18" fmla="*/ 0 w 309"/>
              <a:gd name="T19" fmla="*/ 138 h 243"/>
              <a:gd name="T20" fmla="*/ 4 w 309"/>
              <a:gd name="T21" fmla="*/ 93 h 243"/>
              <a:gd name="T22" fmla="*/ 71 w 309"/>
              <a:gd name="T23" fmla="*/ 88 h 243"/>
              <a:gd name="T24" fmla="*/ 88 w 309"/>
              <a:gd name="T25" fmla="*/ 105 h 243"/>
              <a:gd name="T26" fmla="*/ 309 w 309"/>
              <a:gd name="T27" fmla="*/ 227 h 243"/>
              <a:gd name="T28" fmla="*/ 293 w 309"/>
              <a:gd name="T29" fmla="*/ 243 h 243"/>
              <a:gd name="T30" fmla="*/ 115 w 309"/>
              <a:gd name="T31" fmla="*/ 238 h 243"/>
              <a:gd name="T32" fmla="*/ 110 w 309"/>
              <a:gd name="T33" fmla="*/ 194 h 243"/>
              <a:gd name="T34" fmla="*/ 127 w 309"/>
              <a:gd name="T35" fmla="*/ 177 h 243"/>
              <a:gd name="T36" fmla="*/ 304 w 309"/>
              <a:gd name="T37" fmla="*/ 182 h 243"/>
              <a:gd name="T38" fmla="*/ 88 w 309"/>
              <a:gd name="T39" fmla="*/ 17 h 243"/>
              <a:gd name="T40" fmla="*/ 83 w 309"/>
              <a:gd name="T41" fmla="*/ 62 h 243"/>
              <a:gd name="T42" fmla="*/ 16 w 309"/>
              <a:gd name="T43" fmla="*/ 66 h 243"/>
              <a:gd name="T44" fmla="*/ 0 w 309"/>
              <a:gd name="T45" fmla="*/ 50 h 243"/>
              <a:gd name="T46" fmla="*/ 4 w 309"/>
              <a:gd name="T47" fmla="*/ 5 h 243"/>
              <a:gd name="T48" fmla="*/ 71 w 309"/>
              <a:gd name="T49" fmla="*/ 0 h 243"/>
              <a:gd name="T50" fmla="*/ 88 w 309"/>
              <a:gd name="T51" fmla="*/ 17 h 243"/>
              <a:gd name="T52" fmla="*/ 309 w 309"/>
              <a:gd name="T53" fmla="*/ 138 h 243"/>
              <a:gd name="T54" fmla="*/ 293 w 309"/>
              <a:gd name="T55" fmla="*/ 155 h 243"/>
              <a:gd name="T56" fmla="*/ 115 w 309"/>
              <a:gd name="T57" fmla="*/ 150 h 243"/>
              <a:gd name="T58" fmla="*/ 110 w 309"/>
              <a:gd name="T59" fmla="*/ 105 h 243"/>
              <a:gd name="T60" fmla="*/ 127 w 309"/>
              <a:gd name="T61" fmla="*/ 88 h 243"/>
              <a:gd name="T62" fmla="*/ 304 w 309"/>
              <a:gd name="T63" fmla="*/ 93 h 243"/>
              <a:gd name="T64" fmla="*/ 309 w 309"/>
              <a:gd name="T65" fmla="*/ 17 h 243"/>
              <a:gd name="T66" fmla="*/ 304 w 309"/>
              <a:gd name="T67" fmla="*/ 62 h 243"/>
              <a:gd name="T68" fmla="*/ 127 w 309"/>
              <a:gd name="T69" fmla="*/ 66 h 243"/>
              <a:gd name="T70" fmla="*/ 110 w 309"/>
              <a:gd name="T71" fmla="*/ 50 h 243"/>
              <a:gd name="T72" fmla="*/ 115 w 309"/>
              <a:gd name="T73" fmla="*/ 5 h 243"/>
              <a:gd name="T74" fmla="*/ 293 w 309"/>
              <a:gd name="T75" fmla="*/ 0 h 243"/>
              <a:gd name="T76" fmla="*/ 309 w 309"/>
              <a:gd name="T77" fmla="*/ 1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9" h="243">
                <a:moveTo>
                  <a:pt x="88" y="194"/>
                </a:moveTo>
                <a:cubicBezTo>
                  <a:pt x="88" y="227"/>
                  <a:pt x="88" y="227"/>
                  <a:pt x="88" y="227"/>
                </a:cubicBezTo>
                <a:cubicBezTo>
                  <a:pt x="88" y="231"/>
                  <a:pt x="86" y="235"/>
                  <a:pt x="83" y="238"/>
                </a:cubicBezTo>
                <a:cubicBezTo>
                  <a:pt x="80" y="242"/>
                  <a:pt x="76" y="243"/>
                  <a:pt x="71" y="243"/>
                </a:cubicBezTo>
                <a:cubicBezTo>
                  <a:pt x="16" y="243"/>
                  <a:pt x="16" y="243"/>
                  <a:pt x="16" y="243"/>
                </a:cubicBezTo>
                <a:cubicBezTo>
                  <a:pt x="11" y="243"/>
                  <a:pt x="8" y="242"/>
                  <a:pt x="4" y="238"/>
                </a:cubicBezTo>
                <a:cubicBezTo>
                  <a:pt x="1" y="235"/>
                  <a:pt x="0" y="231"/>
                  <a:pt x="0" y="227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89"/>
                  <a:pt x="1" y="185"/>
                  <a:pt x="4" y="182"/>
                </a:cubicBezTo>
                <a:cubicBezTo>
                  <a:pt x="8" y="179"/>
                  <a:pt x="11" y="177"/>
                  <a:pt x="16" y="177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76" y="177"/>
                  <a:pt x="80" y="179"/>
                  <a:pt x="83" y="182"/>
                </a:cubicBezTo>
                <a:cubicBezTo>
                  <a:pt x="86" y="185"/>
                  <a:pt x="88" y="189"/>
                  <a:pt x="88" y="194"/>
                </a:cubicBezTo>
                <a:close/>
                <a:moveTo>
                  <a:pt x="88" y="105"/>
                </a:moveTo>
                <a:cubicBezTo>
                  <a:pt x="88" y="138"/>
                  <a:pt x="88" y="138"/>
                  <a:pt x="88" y="138"/>
                </a:cubicBezTo>
                <a:cubicBezTo>
                  <a:pt x="88" y="143"/>
                  <a:pt x="86" y="147"/>
                  <a:pt x="83" y="150"/>
                </a:cubicBezTo>
                <a:cubicBezTo>
                  <a:pt x="80" y="153"/>
                  <a:pt x="76" y="155"/>
                  <a:pt x="71" y="155"/>
                </a:cubicBezTo>
                <a:cubicBezTo>
                  <a:pt x="16" y="155"/>
                  <a:pt x="16" y="155"/>
                  <a:pt x="16" y="155"/>
                </a:cubicBezTo>
                <a:cubicBezTo>
                  <a:pt x="11" y="155"/>
                  <a:pt x="8" y="153"/>
                  <a:pt x="4" y="150"/>
                </a:cubicBezTo>
                <a:cubicBezTo>
                  <a:pt x="1" y="147"/>
                  <a:pt x="0" y="143"/>
                  <a:pt x="0" y="138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00"/>
                  <a:pt x="1" y="97"/>
                  <a:pt x="4" y="93"/>
                </a:cubicBezTo>
                <a:cubicBezTo>
                  <a:pt x="8" y="90"/>
                  <a:pt x="11" y="88"/>
                  <a:pt x="16" y="88"/>
                </a:cubicBezTo>
                <a:cubicBezTo>
                  <a:pt x="71" y="88"/>
                  <a:pt x="71" y="88"/>
                  <a:pt x="71" y="88"/>
                </a:cubicBezTo>
                <a:cubicBezTo>
                  <a:pt x="76" y="88"/>
                  <a:pt x="80" y="90"/>
                  <a:pt x="83" y="93"/>
                </a:cubicBezTo>
                <a:cubicBezTo>
                  <a:pt x="86" y="97"/>
                  <a:pt x="88" y="100"/>
                  <a:pt x="88" y="105"/>
                </a:cubicBezTo>
                <a:close/>
                <a:moveTo>
                  <a:pt x="309" y="194"/>
                </a:moveTo>
                <a:cubicBezTo>
                  <a:pt x="309" y="227"/>
                  <a:pt x="309" y="227"/>
                  <a:pt x="309" y="227"/>
                </a:cubicBezTo>
                <a:cubicBezTo>
                  <a:pt x="309" y="231"/>
                  <a:pt x="308" y="235"/>
                  <a:pt x="304" y="238"/>
                </a:cubicBezTo>
                <a:cubicBezTo>
                  <a:pt x="301" y="242"/>
                  <a:pt x="297" y="243"/>
                  <a:pt x="293" y="243"/>
                </a:cubicBezTo>
                <a:cubicBezTo>
                  <a:pt x="127" y="243"/>
                  <a:pt x="127" y="243"/>
                  <a:pt x="127" y="243"/>
                </a:cubicBezTo>
                <a:cubicBezTo>
                  <a:pt x="122" y="243"/>
                  <a:pt x="118" y="242"/>
                  <a:pt x="115" y="238"/>
                </a:cubicBezTo>
                <a:cubicBezTo>
                  <a:pt x="112" y="235"/>
                  <a:pt x="110" y="231"/>
                  <a:pt x="110" y="227"/>
                </a:cubicBezTo>
                <a:cubicBezTo>
                  <a:pt x="110" y="194"/>
                  <a:pt x="110" y="194"/>
                  <a:pt x="110" y="194"/>
                </a:cubicBezTo>
                <a:cubicBezTo>
                  <a:pt x="110" y="189"/>
                  <a:pt x="112" y="185"/>
                  <a:pt x="115" y="182"/>
                </a:cubicBezTo>
                <a:cubicBezTo>
                  <a:pt x="118" y="179"/>
                  <a:pt x="122" y="177"/>
                  <a:pt x="127" y="177"/>
                </a:cubicBezTo>
                <a:cubicBezTo>
                  <a:pt x="293" y="177"/>
                  <a:pt x="293" y="177"/>
                  <a:pt x="293" y="177"/>
                </a:cubicBezTo>
                <a:cubicBezTo>
                  <a:pt x="297" y="177"/>
                  <a:pt x="301" y="179"/>
                  <a:pt x="304" y="182"/>
                </a:cubicBezTo>
                <a:cubicBezTo>
                  <a:pt x="308" y="185"/>
                  <a:pt x="309" y="189"/>
                  <a:pt x="309" y="194"/>
                </a:cubicBezTo>
                <a:close/>
                <a:moveTo>
                  <a:pt x="88" y="17"/>
                </a:moveTo>
                <a:cubicBezTo>
                  <a:pt x="88" y="50"/>
                  <a:pt x="88" y="50"/>
                  <a:pt x="88" y="50"/>
                </a:cubicBezTo>
                <a:cubicBezTo>
                  <a:pt x="88" y="54"/>
                  <a:pt x="86" y="58"/>
                  <a:pt x="83" y="62"/>
                </a:cubicBezTo>
                <a:cubicBezTo>
                  <a:pt x="80" y="65"/>
                  <a:pt x="76" y="66"/>
                  <a:pt x="71" y="66"/>
                </a:cubicBezTo>
                <a:cubicBezTo>
                  <a:pt x="16" y="66"/>
                  <a:pt x="16" y="66"/>
                  <a:pt x="16" y="66"/>
                </a:cubicBezTo>
                <a:cubicBezTo>
                  <a:pt x="11" y="66"/>
                  <a:pt x="8" y="65"/>
                  <a:pt x="4" y="62"/>
                </a:cubicBezTo>
                <a:cubicBezTo>
                  <a:pt x="1" y="58"/>
                  <a:pt x="0" y="54"/>
                  <a:pt x="0" y="50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4" y="5"/>
                </a:cubicBezTo>
                <a:cubicBezTo>
                  <a:pt x="8" y="2"/>
                  <a:pt x="11" y="0"/>
                  <a:pt x="1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6" y="0"/>
                  <a:pt x="80" y="2"/>
                  <a:pt x="83" y="5"/>
                </a:cubicBezTo>
                <a:cubicBezTo>
                  <a:pt x="86" y="8"/>
                  <a:pt x="88" y="12"/>
                  <a:pt x="88" y="17"/>
                </a:cubicBezTo>
                <a:close/>
                <a:moveTo>
                  <a:pt x="309" y="105"/>
                </a:moveTo>
                <a:cubicBezTo>
                  <a:pt x="309" y="138"/>
                  <a:pt x="309" y="138"/>
                  <a:pt x="309" y="138"/>
                </a:cubicBezTo>
                <a:cubicBezTo>
                  <a:pt x="309" y="143"/>
                  <a:pt x="308" y="147"/>
                  <a:pt x="304" y="150"/>
                </a:cubicBezTo>
                <a:cubicBezTo>
                  <a:pt x="301" y="153"/>
                  <a:pt x="297" y="155"/>
                  <a:pt x="293" y="155"/>
                </a:cubicBezTo>
                <a:cubicBezTo>
                  <a:pt x="127" y="155"/>
                  <a:pt x="127" y="155"/>
                  <a:pt x="127" y="155"/>
                </a:cubicBezTo>
                <a:cubicBezTo>
                  <a:pt x="122" y="155"/>
                  <a:pt x="118" y="153"/>
                  <a:pt x="115" y="150"/>
                </a:cubicBezTo>
                <a:cubicBezTo>
                  <a:pt x="112" y="147"/>
                  <a:pt x="110" y="143"/>
                  <a:pt x="110" y="138"/>
                </a:cubicBezTo>
                <a:cubicBezTo>
                  <a:pt x="110" y="105"/>
                  <a:pt x="110" y="105"/>
                  <a:pt x="110" y="105"/>
                </a:cubicBezTo>
                <a:cubicBezTo>
                  <a:pt x="110" y="100"/>
                  <a:pt x="112" y="97"/>
                  <a:pt x="115" y="93"/>
                </a:cubicBezTo>
                <a:cubicBezTo>
                  <a:pt x="118" y="90"/>
                  <a:pt x="122" y="88"/>
                  <a:pt x="127" y="88"/>
                </a:cubicBezTo>
                <a:cubicBezTo>
                  <a:pt x="293" y="88"/>
                  <a:pt x="293" y="88"/>
                  <a:pt x="293" y="88"/>
                </a:cubicBezTo>
                <a:cubicBezTo>
                  <a:pt x="297" y="88"/>
                  <a:pt x="301" y="90"/>
                  <a:pt x="304" y="93"/>
                </a:cubicBezTo>
                <a:cubicBezTo>
                  <a:pt x="308" y="97"/>
                  <a:pt x="309" y="100"/>
                  <a:pt x="309" y="105"/>
                </a:cubicBezTo>
                <a:close/>
                <a:moveTo>
                  <a:pt x="309" y="17"/>
                </a:moveTo>
                <a:cubicBezTo>
                  <a:pt x="309" y="50"/>
                  <a:pt x="309" y="50"/>
                  <a:pt x="309" y="50"/>
                </a:cubicBezTo>
                <a:cubicBezTo>
                  <a:pt x="309" y="54"/>
                  <a:pt x="308" y="58"/>
                  <a:pt x="304" y="62"/>
                </a:cubicBezTo>
                <a:cubicBezTo>
                  <a:pt x="301" y="65"/>
                  <a:pt x="297" y="66"/>
                  <a:pt x="293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2" y="66"/>
                  <a:pt x="118" y="65"/>
                  <a:pt x="115" y="62"/>
                </a:cubicBezTo>
                <a:cubicBezTo>
                  <a:pt x="112" y="58"/>
                  <a:pt x="110" y="54"/>
                  <a:pt x="110" y="50"/>
                </a:cubicBezTo>
                <a:cubicBezTo>
                  <a:pt x="110" y="17"/>
                  <a:pt x="110" y="17"/>
                  <a:pt x="110" y="17"/>
                </a:cubicBezTo>
                <a:cubicBezTo>
                  <a:pt x="110" y="12"/>
                  <a:pt x="112" y="8"/>
                  <a:pt x="115" y="5"/>
                </a:cubicBezTo>
                <a:cubicBezTo>
                  <a:pt x="118" y="2"/>
                  <a:pt x="122" y="0"/>
                  <a:pt x="127" y="0"/>
                </a:cubicBezTo>
                <a:cubicBezTo>
                  <a:pt x="293" y="0"/>
                  <a:pt x="293" y="0"/>
                  <a:pt x="293" y="0"/>
                </a:cubicBezTo>
                <a:cubicBezTo>
                  <a:pt x="297" y="0"/>
                  <a:pt x="301" y="2"/>
                  <a:pt x="304" y="5"/>
                </a:cubicBezTo>
                <a:cubicBezTo>
                  <a:pt x="308" y="8"/>
                  <a:pt x="309" y="12"/>
                  <a:pt x="309" y="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8" name="Freeform 84"/>
          <p:cNvSpPr>
            <a:spLocks noEditPoints="1"/>
          </p:cNvSpPr>
          <p:nvPr/>
        </p:nvSpPr>
        <p:spPr bwMode="auto">
          <a:xfrm>
            <a:off x="1146176" y="2019300"/>
            <a:ext cx="298450" cy="287338"/>
          </a:xfrm>
          <a:custGeom>
            <a:avLst/>
            <a:gdLst>
              <a:gd name="T0" fmla="*/ 41 w 276"/>
              <a:gd name="T1" fmla="*/ 63 h 265"/>
              <a:gd name="T2" fmla="*/ 25 w 276"/>
              <a:gd name="T3" fmla="*/ 63 h 265"/>
              <a:gd name="T4" fmla="*/ 25 w 276"/>
              <a:gd name="T5" fmla="*/ 47 h 265"/>
              <a:gd name="T6" fmla="*/ 41 w 276"/>
              <a:gd name="T7" fmla="*/ 47 h 265"/>
              <a:gd name="T8" fmla="*/ 71 w 276"/>
              <a:gd name="T9" fmla="*/ 144 h 265"/>
              <a:gd name="T10" fmla="*/ 68 w 276"/>
              <a:gd name="T11" fmla="*/ 25 h 265"/>
              <a:gd name="T12" fmla="*/ 11 w 276"/>
              <a:gd name="T13" fmla="*/ 22 h 265"/>
              <a:gd name="T14" fmla="*/ 0 w 276"/>
              <a:gd name="T15" fmla="*/ 33 h 265"/>
              <a:gd name="T16" fmla="*/ 3 w 276"/>
              <a:gd name="T17" fmla="*/ 152 h 265"/>
              <a:gd name="T18" fmla="*/ 60 w 276"/>
              <a:gd name="T19" fmla="*/ 155 h 265"/>
              <a:gd name="T20" fmla="*/ 71 w 276"/>
              <a:gd name="T21" fmla="*/ 144 h 265"/>
              <a:gd name="T22" fmla="*/ 276 w 276"/>
              <a:gd name="T23" fmla="*/ 144 h 265"/>
              <a:gd name="T24" fmla="*/ 243 w 276"/>
              <a:gd name="T25" fmla="*/ 177 h 265"/>
              <a:gd name="T26" fmla="*/ 196 w 276"/>
              <a:gd name="T27" fmla="*/ 181 h 265"/>
              <a:gd name="T28" fmla="*/ 200 w 276"/>
              <a:gd name="T29" fmla="*/ 188 h 265"/>
              <a:gd name="T30" fmla="*/ 208 w 276"/>
              <a:gd name="T31" fmla="*/ 208 h 265"/>
              <a:gd name="T32" fmla="*/ 210 w 276"/>
              <a:gd name="T33" fmla="*/ 228 h 265"/>
              <a:gd name="T34" fmla="*/ 207 w 276"/>
              <a:gd name="T35" fmla="*/ 244 h 265"/>
              <a:gd name="T36" fmla="*/ 196 w 276"/>
              <a:gd name="T37" fmla="*/ 259 h 265"/>
              <a:gd name="T38" fmla="*/ 171 w 276"/>
              <a:gd name="T39" fmla="*/ 265 h 265"/>
              <a:gd name="T40" fmla="*/ 157 w 276"/>
              <a:gd name="T41" fmla="*/ 253 h 265"/>
              <a:gd name="T42" fmla="*/ 152 w 276"/>
              <a:gd name="T43" fmla="*/ 234 h 265"/>
              <a:gd name="T44" fmla="*/ 146 w 276"/>
              <a:gd name="T45" fmla="*/ 215 h 265"/>
              <a:gd name="T46" fmla="*/ 124 w 276"/>
              <a:gd name="T47" fmla="*/ 186 h 265"/>
              <a:gd name="T48" fmla="*/ 93 w 276"/>
              <a:gd name="T49" fmla="*/ 155 h 265"/>
              <a:gd name="T50" fmla="*/ 82 w 276"/>
              <a:gd name="T51" fmla="*/ 144 h 265"/>
              <a:gd name="T52" fmla="*/ 86 w 276"/>
              <a:gd name="T53" fmla="*/ 25 h 265"/>
              <a:gd name="T54" fmla="*/ 121 w 276"/>
              <a:gd name="T55" fmla="*/ 14 h 265"/>
              <a:gd name="T56" fmla="*/ 163 w 276"/>
              <a:gd name="T57" fmla="*/ 3 h 265"/>
              <a:gd name="T58" fmla="*/ 210 w 276"/>
              <a:gd name="T59" fmla="*/ 0 h 265"/>
              <a:gd name="T60" fmla="*/ 252 w 276"/>
              <a:gd name="T61" fmla="*/ 45 h 265"/>
              <a:gd name="T62" fmla="*/ 262 w 276"/>
              <a:gd name="T63" fmla="*/ 81 h 265"/>
              <a:gd name="T64" fmla="*/ 267 w 276"/>
              <a:gd name="T65" fmla="*/ 118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76" h="265">
                <a:moveTo>
                  <a:pt x="44" y="55"/>
                </a:moveTo>
                <a:cubicBezTo>
                  <a:pt x="44" y="58"/>
                  <a:pt x="43" y="61"/>
                  <a:pt x="41" y="63"/>
                </a:cubicBezTo>
                <a:cubicBezTo>
                  <a:pt x="38" y="65"/>
                  <a:pt x="36" y="66"/>
                  <a:pt x="33" y="66"/>
                </a:cubicBezTo>
                <a:cubicBezTo>
                  <a:pt x="30" y="66"/>
                  <a:pt x="27" y="65"/>
                  <a:pt x="25" y="63"/>
                </a:cubicBezTo>
                <a:cubicBezTo>
                  <a:pt x="23" y="61"/>
                  <a:pt x="22" y="58"/>
                  <a:pt x="22" y="55"/>
                </a:cubicBezTo>
                <a:cubicBezTo>
                  <a:pt x="22" y="52"/>
                  <a:pt x="23" y="50"/>
                  <a:pt x="25" y="47"/>
                </a:cubicBezTo>
                <a:cubicBezTo>
                  <a:pt x="27" y="45"/>
                  <a:pt x="30" y="44"/>
                  <a:pt x="33" y="44"/>
                </a:cubicBezTo>
                <a:cubicBezTo>
                  <a:pt x="36" y="44"/>
                  <a:pt x="38" y="45"/>
                  <a:pt x="41" y="47"/>
                </a:cubicBezTo>
                <a:cubicBezTo>
                  <a:pt x="43" y="50"/>
                  <a:pt x="44" y="52"/>
                  <a:pt x="44" y="55"/>
                </a:cubicBezTo>
                <a:close/>
                <a:moveTo>
                  <a:pt x="71" y="144"/>
                </a:moveTo>
                <a:cubicBezTo>
                  <a:pt x="71" y="33"/>
                  <a:pt x="71" y="33"/>
                  <a:pt x="71" y="33"/>
                </a:cubicBezTo>
                <a:cubicBezTo>
                  <a:pt x="71" y="30"/>
                  <a:pt x="70" y="28"/>
                  <a:pt x="68" y="25"/>
                </a:cubicBezTo>
                <a:cubicBezTo>
                  <a:pt x="66" y="23"/>
                  <a:pt x="63" y="22"/>
                  <a:pt x="60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8" y="22"/>
                  <a:pt x="5" y="23"/>
                  <a:pt x="3" y="25"/>
                </a:cubicBezTo>
                <a:cubicBezTo>
                  <a:pt x="1" y="28"/>
                  <a:pt x="0" y="30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7"/>
                  <a:pt x="1" y="149"/>
                  <a:pt x="3" y="152"/>
                </a:cubicBezTo>
                <a:cubicBezTo>
                  <a:pt x="5" y="154"/>
                  <a:pt x="8" y="155"/>
                  <a:pt x="11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3" y="155"/>
                  <a:pt x="66" y="154"/>
                  <a:pt x="68" y="152"/>
                </a:cubicBezTo>
                <a:cubicBezTo>
                  <a:pt x="70" y="149"/>
                  <a:pt x="71" y="147"/>
                  <a:pt x="71" y="144"/>
                </a:cubicBezTo>
                <a:close/>
                <a:moveTo>
                  <a:pt x="267" y="118"/>
                </a:moveTo>
                <a:cubicBezTo>
                  <a:pt x="273" y="125"/>
                  <a:pt x="276" y="134"/>
                  <a:pt x="276" y="144"/>
                </a:cubicBezTo>
                <a:cubicBezTo>
                  <a:pt x="276" y="153"/>
                  <a:pt x="273" y="160"/>
                  <a:pt x="266" y="167"/>
                </a:cubicBezTo>
                <a:cubicBezTo>
                  <a:pt x="260" y="174"/>
                  <a:pt x="252" y="177"/>
                  <a:pt x="243" y="177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195" y="179"/>
                  <a:pt x="196" y="180"/>
                  <a:pt x="196" y="181"/>
                </a:cubicBezTo>
                <a:cubicBezTo>
                  <a:pt x="197" y="182"/>
                  <a:pt x="197" y="183"/>
                  <a:pt x="198" y="185"/>
                </a:cubicBezTo>
                <a:cubicBezTo>
                  <a:pt x="199" y="186"/>
                  <a:pt x="200" y="187"/>
                  <a:pt x="200" y="188"/>
                </a:cubicBezTo>
                <a:cubicBezTo>
                  <a:pt x="202" y="192"/>
                  <a:pt x="204" y="196"/>
                  <a:pt x="205" y="198"/>
                </a:cubicBezTo>
                <a:cubicBezTo>
                  <a:pt x="206" y="200"/>
                  <a:pt x="207" y="203"/>
                  <a:pt x="208" y="208"/>
                </a:cubicBezTo>
                <a:cubicBezTo>
                  <a:pt x="209" y="212"/>
                  <a:pt x="210" y="217"/>
                  <a:pt x="210" y="221"/>
                </a:cubicBezTo>
                <a:cubicBezTo>
                  <a:pt x="210" y="224"/>
                  <a:pt x="210" y="226"/>
                  <a:pt x="210" y="228"/>
                </a:cubicBezTo>
                <a:cubicBezTo>
                  <a:pt x="210" y="230"/>
                  <a:pt x="209" y="232"/>
                  <a:pt x="209" y="236"/>
                </a:cubicBezTo>
                <a:cubicBezTo>
                  <a:pt x="208" y="239"/>
                  <a:pt x="208" y="242"/>
                  <a:pt x="207" y="244"/>
                </a:cubicBezTo>
                <a:cubicBezTo>
                  <a:pt x="206" y="247"/>
                  <a:pt x="204" y="249"/>
                  <a:pt x="203" y="252"/>
                </a:cubicBezTo>
                <a:cubicBezTo>
                  <a:pt x="201" y="255"/>
                  <a:pt x="198" y="257"/>
                  <a:pt x="196" y="259"/>
                </a:cubicBezTo>
                <a:cubicBezTo>
                  <a:pt x="193" y="261"/>
                  <a:pt x="189" y="262"/>
                  <a:pt x="185" y="264"/>
                </a:cubicBezTo>
                <a:cubicBezTo>
                  <a:pt x="181" y="265"/>
                  <a:pt x="176" y="265"/>
                  <a:pt x="171" y="265"/>
                </a:cubicBezTo>
                <a:cubicBezTo>
                  <a:pt x="168" y="265"/>
                  <a:pt x="165" y="264"/>
                  <a:pt x="163" y="262"/>
                </a:cubicBezTo>
                <a:cubicBezTo>
                  <a:pt x="161" y="260"/>
                  <a:pt x="159" y="257"/>
                  <a:pt x="157" y="253"/>
                </a:cubicBezTo>
                <a:cubicBezTo>
                  <a:pt x="156" y="250"/>
                  <a:pt x="155" y="247"/>
                  <a:pt x="154" y="244"/>
                </a:cubicBezTo>
                <a:cubicBezTo>
                  <a:pt x="153" y="242"/>
                  <a:pt x="153" y="238"/>
                  <a:pt x="152" y="234"/>
                </a:cubicBezTo>
                <a:cubicBezTo>
                  <a:pt x="151" y="229"/>
                  <a:pt x="150" y="226"/>
                  <a:pt x="149" y="223"/>
                </a:cubicBezTo>
                <a:cubicBezTo>
                  <a:pt x="149" y="221"/>
                  <a:pt x="148" y="219"/>
                  <a:pt x="146" y="215"/>
                </a:cubicBezTo>
                <a:cubicBezTo>
                  <a:pt x="145" y="212"/>
                  <a:pt x="143" y="209"/>
                  <a:pt x="141" y="207"/>
                </a:cubicBezTo>
                <a:cubicBezTo>
                  <a:pt x="137" y="203"/>
                  <a:pt x="131" y="196"/>
                  <a:pt x="124" y="186"/>
                </a:cubicBezTo>
                <a:cubicBezTo>
                  <a:pt x="118" y="179"/>
                  <a:pt x="112" y="172"/>
                  <a:pt x="106" y="165"/>
                </a:cubicBezTo>
                <a:cubicBezTo>
                  <a:pt x="100" y="159"/>
                  <a:pt x="96" y="155"/>
                  <a:pt x="93" y="155"/>
                </a:cubicBezTo>
                <a:cubicBezTo>
                  <a:pt x="90" y="155"/>
                  <a:pt x="88" y="154"/>
                  <a:pt x="86" y="151"/>
                </a:cubicBezTo>
                <a:cubicBezTo>
                  <a:pt x="84" y="149"/>
                  <a:pt x="82" y="147"/>
                  <a:pt x="82" y="144"/>
                </a:cubicBezTo>
                <a:cubicBezTo>
                  <a:pt x="82" y="33"/>
                  <a:pt x="82" y="33"/>
                  <a:pt x="82" y="33"/>
                </a:cubicBezTo>
                <a:cubicBezTo>
                  <a:pt x="82" y="30"/>
                  <a:pt x="84" y="28"/>
                  <a:pt x="86" y="25"/>
                </a:cubicBezTo>
                <a:cubicBezTo>
                  <a:pt x="88" y="23"/>
                  <a:pt x="91" y="22"/>
                  <a:pt x="94" y="22"/>
                </a:cubicBezTo>
                <a:cubicBezTo>
                  <a:pt x="98" y="22"/>
                  <a:pt x="107" y="19"/>
                  <a:pt x="121" y="14"/>
                </a:cubicBezTo>
                <a:cubicBezTo>
                  <a:pt x="130" y="11"/>
                  <a:pt x="137" y="9"/>
                  <a:pt x="142" y="8"/>
                </a:cubicBezTo>
                <a:cubicBezTo>
                  <a:pt x="147" y="6"/>
                  <a:pt x="154" y="4"/>
                  <a:pt x="163" y="3"/>
                </a:cubicBezTo>
                <a:cubicBezTo>
                  <a:pt x="172" y="1"/>
                  <a:pt x="180" y="0"/>
                  <a:pt x="188" y="0"/>
                </a:cubicBezTo>
                <a:cubicBezTo>
                  <a:pt x="210" y="0"/>
                  <a:pt x="210" y="0"/>
                  <a:pt x="210" y="0"/>
                </a:cubicBezTo>
                <a:cubicBezTo>
                  <a:pt x="225" y="0"/>
                  <a:pt x="237" y="5"/>
                  <a:pt x="244" y="13"/>
                </a:cubicBezTo>
                <a:cubicBezTo>
                  <a:pt x="251" y="21"/>
                  <a:pt x="253" y="32"/>
                  <a:pt x="252" y="45"/>
                </a:cubicBezTo>
                <a:cubicBezTo>
                  <a:pt x="257" y="49"/>
                  <a:pt x="260" y="54"/>
                  <a:pt x="262" y="61"/>
                </a:cubicBezTo>
                <a:cubicBezTo>
                  <a:pt x="264" y="68"/>
                  <a:pt x="264" y="75"/>
                  <a:pt x="262" y="81"/>
                </a:cubicBezTo>
                <a:cubicBezTo>
                  <a:pt x="267" y="88"/>
                  <a:pt x="269" y="96"/>
                  <a:pt x="269" y="105"/>
                </a:cubicBezTo>
                <a:cubicBezTo>
                  <a:pt x="269" y="109"/>
                  <a:pt x="268" y="113"/>
                  <a:pt x="267" y="11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85"/>
          <p:cNvSpPr>
            <a:spLocks noEditPoints="1"/>
          </p:cNvSpPr>
          <p:nvPr/>
        </p:nvSpPr>
        <p:spPr bwMode="auto">
          <a:xfrm>
            <a:off x="1582738" y="2008188"/>
            <a:ext cx="285750" cy="309563"/>
          </a:xfrm>
          <a:custGeom>
            <a:avLst/>
            <a:gdLst>
              <a:gd name="T0" fmla="*/ 40 w 265"/>
              <a:gd name="T1" fmla="*/ 47 h 287"/>
              <a:gd name="T2" fmla="*/ 25 w 265"/>
              <a:gd name="T3" fmla="*/ 47 h 287"/>
              <a:gd name="T4" fmla="*/ 25 w 265"/>
              <a:gd name="T5" fmla="*/ 63 h 287"/>
              <a:gd name="T6" fmla="*/ 40 w 265"/>
              <a:gd name="T7" fmla="*/ 63 h 287"/>
              <a:gd name="T8" fmla="*/ 243 w 265"/>
              <a:gd name="T9" fmla="*/ 155 h 287"/>
              <a:gd name="T10" fmla="*/ 230 w 265"/>
              <a:gd name="T11" fmla="*/ 133 h 287"/>
              <a:gd name="T12" fmla="*/ 236 w 265"/>
              <a:gd name="T13" fmla="*/ 115 h 287"/>
              <a:gd name="T14" fmla="*/ 230 w 265"/>
              <a:gd name="T15" fmla="*/ 82 h 287"/>
              <a:gd name="T16" fmla="*/ 219 w 265"/>
              <a:gd name="T17" fmla="*/ 61 h 287"/>
              <a:gd name="T18" fmla="*/ 211 w 265"/>
              <a:gd name="T19" fmla="*/ 29 h 287"/>
              <a:gd name="T20" fmla="*/ 165 w 265"/>
              <a:gd name="T21" fmla="*/ 22 h 287"/>
              <a:gd name="T22" fmla="*/ 101 w 265"/>
              <a:gd name="T23" fmla="*/ 36 h 287"/>
              <a:gd name="T24" fmla="*/ 89 w 265"/>
              <a:gd name="T25" fmla="*/ 41 h 287"/>
              <a:gd name="T26" fmla="*/ 77 w 265"/>
              <a:gd name="T27" fmla="*/ 44 h 287"/>
              <a:gd name="T28" fmla="*/ 66 w 265"/>
              <a:gd name="T29" fmla="*/ 44 h 287"/>
              <a:gd name="T30" fmla="*/ 71 w 265"/>
              <a:gd name="T31" fmla="*/ 155 h 287"/>
              <a:gd name="T32" fmla="*/ 84 w 265"/>
              <a:gd name="T33" fmla="*/ 161 h 287"/>
              <a:gd name="T34" fmla="*/ 98 w 265"/>
              <a:gd name="T35" fmla="*/ 175 h 287"/>
              <a:gd name="T36" fmla="*/ 109 w 265"/>
              <a:gd name="T37" fmla="*/ 189 h 287"/>
              <a:gd name="T38" fmla="*/ 127 w 265"/>
              <a:gd name="T39" fmla="*/ 210 h 287"/>
              <a:gd name="T40" fmla="*/ 142 w 265"/>
              <a:gd name="T41" fmla="*/ 251 h 287"/>
              <a:gd name="T42" fmla="*/ 171 w 265"/>
              <a:gd name="T43" fmla="*/ 257 h 287"/>
              <a:gd name="T44" fmla="*/ 168 w 265"/>
              <a:gd name="T45" fmla="*/ 204 h 287"/>
              <a:gd name="T46" fmla="*/ 221 w 265"/>
              <a:gd name="T47" fmla="*/ 177 h 287"/>
              <a:gd name="T48" fmla="*/ 243 w 265"/>
              <a:gd name="T49" fmla="*/ 155 h 287"/>
              <a:gd name="T50" fmla="*/ 252 w 265"/>
              <a:gd name="T51" fmla="*/ 186 h 287"/>
              <a:gd name="T52" fmla="*/ 190 w 265"/>
              <a:gd name="T53" fmla="*/ 199 h 287"/>
              <a:gd name="T54" fmla="*/ 193 w 265"/>
              <a:gd name="T55" fmla="*/ 264 h 287"/>
              <a:gd name="T56" fmla="*/ 149 w 265"/>
              <a:gd name="T57" fmla="*/ 287 h 287"/>
              <a:gd name="T58" fmla="*/ 124 w 265"/>
              <a:gd name="T59" fmla="*/ 267 h 287"/>
              <a:gd name="T60" fmla="*/ 117 w 265"/>
              <a:gd name="T61" fmla="*/ 237 h 287"/>
              <a:gd name="T62" fmla="*/ 93 w 265"/>
              <a:gd name="T63" fmla="*/ 204 h 287"/>
              <a:gd name="T64" fmla="*/ 22 w 265"/>
              <a:gd name="T65" fmla="*/ 177 h 287"/>
              <a:gd name="T66" fmla="*/ 0 w 265"/>
              <a:gd name="T67" fmla="*/ 155 h 287"/>
              <a:gd name="T68" fmla="*/ 6 w 265"/>
              <a:gd name="T69" fmla="*/ 29 h 287"/>
              <a:gd name="T70" fmla="*/ 71 w 265"/>
              <a:gd name="T71" fmla="*/ 22 h 287"/>
              <a:gd name="T72" fmla="*/ 134 w 265"/>
              <a:gd name="T73" fmla="*/ 4 h 287"/>
              <a:gd name="T74" fmla="*/ 188 w 265"/>
              <a:gd name="T75" fmla="*/ 0 h 287"/>
              <a:gd name="T76" fmla="*/ 242 w 265"/>
              <a:gd name="T77" fmla="*/ 51 h 287"/>
              <a:gd name="T78" fmla="*/ 252 w 265"/>
              <a:gd name="T79" fmla="*/ 83 h 287"/>
              <a:gd name="T80" fmla="*/ 258 w 265"/>
              <a:gd name="T81" fmla="*/ 115 h 287"/>
              <a:gd name="T82" fmla="*/ 265 w 265"/>
              <a:gd name="T83" fmla="*/ 155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5" h="287">
                <a:moveTo>
                  <a:pt x="44" y="55"/>
                </a:moveTo>
                <a:cubicBezTo>
                  <a:pt x="44" y="52"/>
                  <a:pt x="43" y="50"/>
                  <a:pt x="40" y="47"/>
                </a:cubicBezTo>
                <a:cubicBezTo>
                  <a:pt x="38" y="45"/>
                  <a:pt x="36" y="44"/>
                  <a:pt x="33" y="44"/>
                </a:cubicBezTo>
                <a:cubicBezTo>
                  <a:pt x="30" y="44"/>
                  <a:pt x="27" y="45"/>
                  <a:pt x="25" y="47"/>
                </a:cubicBezTo>
                <a:cubicBezTo>
                  <a:pt x="23" y="50"/>
                  <a:pt x="22" y="52"/>
                  <a:pt x="22" y="55"/>
                </a:cubicBezTo>
                <a:cubicBezTo>
                  <a:pt x="22" y="58"/>
                  <a:pt x="23" y="61"/>
                  <a:pt x="25" y="63"/>
                </a:cubicBezTo>
                <a:cubicBezTo>
                  <a:pt x="27" y="65"/>
                  <a:pt x="30" y="66"/>
                  <a:pt x="33" y="66"/>
                </a:cubicBezTo>
                <a:cubicBezTo>
                  <a:pt x="36" y="66"/>
                  <a:pt x="38" y="65"/>
                  <a:pt x="40" y="63"/>
                </a:cubicBezTo>
                <a:cubicBezTo>
                  <a:pt x="43" y="61"/>
                  <a:pt x="44" y="58"/>
                  <a:pt x="44" y="55"/>
                </a:cubicBezTo>
                <a:close/>
                <a:moveTo>
                  <a:pt x="243" y="155"/>
                </a:moveTo>
                <a:cubicBezTo>
                  <a:pt x="243" y="151"/>
                  <a:pt x="242" y="146"/>
                  <a:pt x="239" y="141"/>
                </a:cubicBezTo>
                <a:cubicBezTo>
                  <a:pt x="237" y="135"/>
                  <a:pt x="234" y="133"/>
                  <a:pt x="230" y="133"/>
                </a:cubicBezTo>
                <a:cubicBezTo>
                  <a:pt x="232" y="131"/>
                  <a:pt x="233" y="128"/>
                  <a:pt x="234" y="124"/>
                </a:cubicBezTo>
                <a:cubicBezTo>
                  <a:pt x="235" y="121"/>
                  <a:pt x="236" y="118"/>
                  <a:pt x="236" y="115"/>
                </a:cubicBezTo>
                <a:cubicBezTo>
                  <a:pt x="236" y="107"/>
                  <a:pt x="233" y="100"/>
                  <a:pt x="227" y="94"/>
                </a:cubicBezTo>
                <a:cubicBezTo>
                  <a:pt x="229" y="91"/>
                  <a:pt x="230" y="87"/>
                  <a:pt x="230" y="82"/>
                </a:cubicBezTo>
                <a:cubicBezTo>
                  <a:pt x="230" y="78"/>
                  <a:pt x="229" y="74"/>
                  <a:pt x="227" y="70"/>
                </a:cubicBezTo>
                <a:cubicBezTo>
                  <a:pt x="225" y="65"/>
                  <a:pt x="222" y="62"/>
                  <a:pt x="219" y="61"/>
                </a:cubicBezTo>
                <a:cubicBezTo>
                  <a:pt x="219" y="57"/>
                  <a:pt x="220" y="54"/>
                  <a:pt x="220" y="51"/>
                </a:cubicBezTo>
                <a:cubicBezTo>
                  <a:pt x="220" y="41"/>
                  <a:pt x="217" y="34"/>
                  <a:pt x="211" y="29"/>
                </a:cubicBezTo>
                <a:cubicBezTo>
                  <a:pt x="205" y="24"/>
                  <a:pt x="198" y="22"/>
                  <a:pt x="188" y="22"/>
                </a:cubicBezTo>
                <a:cubicBezTo>
                  <a:pt x="165" y="22"/>
                  <a:pt x="165" y="22"/>
                  <a:pt x="165" y="22"/>
                </a:cubicBezTo>
                <a:cubicBezTo>
                  <a:pt x="150" y="22"/>
                  <a:pt x="131" y="26"/>
                  <a:pt x="106" y="35"/>
                </a:cubicBezTo>
                <a:cubicBezTo>
                  <a:pt x="106" y="35"/>
                  <a:pt x="104" y="35"/>
                  <a:pt x="101" y="36"/>
                </a:cubicBezTo>
                <a:cubicBezTo>
                  <a:pt x="99" y="37"/>
                  <a:pt x="96" y="38"/>
                  <a:pt x="95" y="39"/>
                </a:cubicBezTo>
                <a:cubicBezTo>
                  <a:pt x="94" y="39"/>
                  <a:pt x="92" y="40"/>
                  <a:pt x="89" y="41"/>
                </a:cubicBezTo>
                <a:cubicBezTo>
                  <a:pt x="86" y="41"/>
                  <a:pt x="84" y="42"/>
                  <a:pt x="83" y="42"/>
                </a:cubicBezTo>
                <a:cubicBezTo>
                  <a:pt x="81" y="43"/>
                  <a:pt x="79" y="43"/>
                  <a:pt x="77" y="44"/>
                </a:cubicBezTo>
                <a:cubicBezTo>
                  <a:pt x="75" y="44"/>
                  <a:pt x="73" y="44"/>
                  <a:pt x="71" y="44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155"/>
                  <a:pt x="66" y="155"/>
                  <a:pt x="66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73" y="155"/>
                  <a:pt x="75" y="155"/>
                  <a:pt x="78" y="156"/>
                </a:cubicBezTo>
                <a:cubicBezTo>
                  <a:pt x="80" y="157"/>
                  <a:pt x="82" y="159"/>
                  <a:pt x="84" y="161"/>
                </a:cubicBezTo>
                <a:cubicBezTo>
                  <a:pt x="87" y="163"/>
                  <a:pt x="89" y="165"/>
                  <a:pt x="91" y="167"/>
                </a:cubicBezTo>
                <a:cubicBezTo>
                  <a:pt x="93" y="169"/>
                  <a:pt x="95" y="172"/>
                  <a:pt x="98" y="175"/>
                </a:cubicBezTo>
                <a:cubicBezTo>
                  <a:pt x="101" y="178"/>
                  <a:pt x="103" y="180"/>
                  <a:pt x="104" y="182"/>
                </a:cubicBezTo>
                <a:cubicBezTo>
                  <a:pt x="105" y="184"/>
                  <a:pt x="107" y="186"/>
                  <a:pt x="109" y="189"/>
                </a:cubicBezTo>
                <a:cubicBezTo>
                  <a:pt x="112" y="192"/>
                  <a:pt x="113" y="194"/>
                  <a:pt x="113" y="194"/>
                </a:cubicBezTo>
                <a:cubicBezTo>
                  <a:pt x="120" y="202"/>
                  <a:pt x="124" y="207"/>
                  <a:pt x="127" y="210"/>
                </a:cubicBezTo>
                <a:cubicBezTo>
                  <a:pt x="131" y="215"/>
                  <a:pt x="135" y="221"/>
                  <a:pt x="137" y="229"/>
                </a:cubicBezTo>
                <a:cubicBezTo>
                  <a:pt x="139" y="237"/>
                  <a:pt x="141" y="244"/>
                  <a:pt x="142" y="251"/>
                </a:cubicBezTo>
                <a:cubicBezTo>
                  <a:pt x="144" y="257"/>
                  <a:pt x="146" y="262"/>
                  <a:pt x="149" y="265"/>
                </a:cubicBezTo>
                <a:cubicBezTo>
                  <a:pt x="160" y="265"/>
                  <a:pt x="167" y="263"/>
                  <a:pt x="171" y="257"/>
                </a:cubicBezTo>
                <a:cubicBezTo>
                  <a:pt x="175" y="252"/>
                  <a:pt x="176" y="243"/>
                  <a:pt x="176" y="232"/>
                </a:cubicBezTo>
                <a:cubicBezTo>
                  <a:pt x="176" y="225"/>
                  <a:pt x="174" y="216"/>
                  <a:pt x="168" y="204"/>
                </a:cubicBezTo>
                <a:cubicBezTo>
                  <a:pt x="163" y="193"/>
                  <a:pt x="160" y="184"/>
                  <a:pt x="160" y="177"/>
                </a:cubicBezTo>
                <a:cubicBezTo>
                  <a:pt x="221" y="177"/>
                  <a:pt x="221" y="177"/>
                  <a:pt x="221" y="177"/>
                </a:cubicBezTo>
                <a:cubicBezTo>
                  <a:pt x="226" y="177"/>
                  <a:pt x="232" y="175"/>
                  <a:pt x="236" y="170"/>
                </a:cubicBezTo>
                <a:cubicBezTo>
                  <a:pt x="241" y="166"/>
                  <a:pt x="243" y="161"/>
                  <a:pt x="243" y="155"/>
                </a:cubicBezTo>
                <a:close/>
                <a:moveTo>
                  <a:pt x="265" y="155"/>
                </a:moveTo>
                <a:cubicBezTo>
                  <a:pt x="265" y="167"/>
                  <a:pt x="261" y="177"/>
                  <a:pt x="252" y="186"/>
                </a:cubicBezTo>
                <a:cubicBezTo>
                  <a:pt x="243" y="195"/>
                  <a:pt x="233" y="199"/>
                  <a:pt x="221" y="199"/>
                </a:cubicBezTo>
                <a:cubicBezTo>
                  <a:pt x="190" y="199"/>
                  <a:pt x="190" y="199"/>
                  <a:pt x="190" y="199"/>
                </a:cubicBezTo>
                <a:cubicBezTo>
                  <a:pt x="196" y="210"/>
                  <a:pt x="199" y="221"/>
                  <a:pt x="199" y="232"/>
                </a:cubicBezTo>
                <a:cubicBezTo>
                  <a:pt x="199" y="246"/>
                  <a:pt x="197" y="256"/>
                  <a:pt x="193" y="264"/>
                </a:cubicBezTo>
                <a:cubicBezTo>
                  <a:pt x="189" y="272"/>
                  <a:pt x="183" y="278"/>
                  <a:pt x="175" y="282"/>
                </a:cubicBezTo>
                <a:cubicBezTo>
                  <a:pt x="167" y="286"/>
                  <a:pt x="159" y="287"/>
                  <a:pt x="149" y="287"/>
                </a:cubicBezTo>
                <a:cubicBezTo>
                  <a:pt x="143" y="287"/>
                  <a:pt x="138" y="285"/>
                  <a:pt x="133" y="281"/>
                </a:cubicBezTo>
                <a:cubicBezTo>
                  <a:pt x="129" y="277"/>
                  <a:pt x="126" y="273"/>
                  <a:pt x="124" y="267"/>
                </a:cubicBezTo>
                <a:cubicBezTo>
                  <a:pt x="122" y="261"/>
                  <a:pt x="120" y="256"/>
                  <a:pt x="120" y="251"/>
                </a:cubicBezTo>
                <a:cubicBezTo>
                  <a:pt x="119" y="246"/>
                  <a:pt x="118" y="242"/>
                  <a:pt x="117" y="237"/>
                </a:cubicBezTo>
                <a:cubicBezTo>
                  <a:pt x="115" y="232"/>
                  <a:pt x="113" y="228"/>
                  <a:pt x="111" y="226"/>
                </a:cubicBezTo>
                <a:cubicBezTo>
                  <a:pt x="106" y="220"/>
                  <a:pt x="99" y="213"/>
                  <a:pt x="93" y="204"/>
                </a:cubicBezTo>
                <a:cubicBezTo>
                  <a:pt x="81" y="189"/>
                  <a:pt x="73" y="180"/>
                  <a:pt x="69" y="177"/>
                </a:cubicBezTo>
                <a:cubicBezTo>
                  <a:pt x="22" y="177"/>
                  <a:pt x="22" y="177"/>
                  <a:pt x="22" y="177"/>
                </a:cubicBezTo>
                <a:cubicBezTo>
                  <a:pt x="16" y="177"/>
                  <a:pt x="10" y="175"/>
                  <a:pt x="6" y="170"/>
                </a:cubicBezTo>
                <a:cubicBezTo>
                  <a:pt x="2" y="166"/>
                  <a:pt x="0" y="161"/>
                  <a:pt x="0" y="155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8"/>
                  <a:pt x="2" y="33"/>
                  <a:pt x="6" y="29"/>
                </a:cubicBezTo>
                <a:cubicBezTo>
                  <a:pt x="10" y="24"/>
                  <a:pt x="16" y="22"/>
                  <a:pt x="22" y="22"/>
                </a:cubicBezTo>
                <a:cubicBezTo>
                  <a:pt x="71" y="22"/>
                  <a:pt x="71" y="22"/>
                  <a:pt x="71" y="22"/>
                </a:cubicBezTo>
                <a:cubicBezTo>
                  <a:pt x="74" y="22"/>
                  <a:pt x="82" y="20"/>
                  <a:pt x="95" y="15"/>
                </a:cubicBezTo>
                <a:cubicBezTo>
                  <a:pt x="110" y="10"/>
                  <a:pt x="123" y="6"/>
                  <a:pt x="134" y="4"/>
                </a:cubicBezTo>
                <a:cubicBezTo>
                  <a:pt x="145" y="1"/>
                  <a:pt x="156" y="0"/>
                  <a:pt x="168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204" y="0"/>
                  <a:pt x="217" y="4"/>
                  <a:pt x="227" y="14"/>
                </a:cubicBezTo>
                <a:cubicBezTo>
                  <a:pt x="237" y="23"/>
                  <a:pt x="242" y="35"/>
                  <a:pt x="242" y="51"/>
                </a:cubicBezTo>
                <a:cubicBezTo>
                  <a:pt x="242" y="52"/>
                  <a:pt x="242" y="52"/>
                  <a:pt x="242" y="52"/>
                </a:cubicBezTo>
                <a:cubicBezTo>
                  <a:pt x="249" y="61"/>
                  <a:pt x="252" y="71"/>
                  <a:pt x="252" y="83"/>
                </a:cubicBezTo>
                <a:cubicBezTo>
                  <a:pt x="252" y="85"/>
                  <a:pt x="252" y="88"/>
                  <a:pt x="251" y="90"/>
                </a:cubicBezTo>
                <a:cubicBezTo>
                  <a:pt x="256" y="98"/>
                  <a:pt x="258" y="106"/>
                  <a:pt x="258" y="115"/>
                </a:cubicBezTo>
                <a:cubicBezTo>
                  <a:pt x="258" y="119"/>
                  <a:pt x="258" y="123"/>
                  <a:pt x="256" y="127"/>
                </a:cubicBezTo>
                <a:cubicBezTo>
                  <a:pt x="262" y="135"/>
                  <a:pt x="265" y="145"/>
                  <a:pt x="265" y="15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0" name="Freeform 86"/>
          <p:cNvSpPr>
            <a:spLocks noEditPoints="1"/>
          </p:cNvSpPr>
          <p:nvPr/>
        </p:nvSpPr>
        <p:spPr bwMode="auto">
          <a:xfrm>
            <a:off x="2012951" y="2008188"/>
            <a:ext cx="285750" cy="309563"/>
          </a:xfrm>
          <a:custGeom>
            <a:avLst/>
            <a:gdLst>
              <a:gd name="T0" fmla="*/ 41 w 265"/>
              <a:gd name="T1" fmla="*/ 224 h 287"/>
              <a:gd name="T2" fmla="*/ 25 w 265"/>
              <a:gd name="T3" fmla="*/ 224 h 287"/>
              <a:gd name="T4" fmla="*/ 25 w 265"/>
              <a:gd name="T5" fmla="*/ 240 h 287"/>
              <a:gd name="T6" fmla="*/ 41 w 265"/>
              <a:gd name="T7" fmla="*/ 240 h 287"/>
              <a:gd name="T8" fmla="*/ 243 w 265"/>
              <a:gd name="T9" fmla="*/ 133 h 287"/>
              <a:gd name="T10" fmla="*/ 221 w 265"/>
              <a:gd name="T11" fmla="*/ 110 h 287"/>
              <a:gd name="T12" fmla="*/ 169 w 265"/>
              <a:gd name="T13" fmla="*/ 83 h 287"/>
              <a:gd name="T14" fmla="*/ 171 w 265"/>
              <a:gd name="T15" fmla="*/ 30 h 287"/>
              <a:gd name="T16" fmla="*/ 143 w 265"/>
              <a:gd name="T17" fmla="*/ 37 h 287"/>
              <a:gd name="T18" fmla="*/ 127 w 265"/>
              <a:gd name="T19" fmla="*/ 77 h 287"/>
              <a:gd name="T20" fmla="*/ 110 w 265"/>
              <a:gd name="T21" fmla="*/ 98 h 287"/>
              <a:gd name="T22" fmla="*/ 98 w 265"/>
              <a:gd name="T23" fmla="*/ 113 h 287"/>
              <a:gd name="T24" fmla="*/ 85 w 265"/>
              <a:gd name="T25" fmla="*/ 126 h 287"/>
              <a:gd name="T26" fmla="*/ 72 w 265"/>
              <a:gd name="T27" fmla="*/ 133 h 287"/>
              <a:gd name="T28" fmla="*/ 66 w 265"/>
              <a:gd name="T29" fmla="*/ 243 h 287"/>
              <a:gd name="T30" fmla="*/ 77 w 265"/>
              <a:gd name="T31" fmla="*/ 244 h 287"/>
              <a:gd name="T32" fmla="*/ 90 w 265"/>
              <a:gd name="T33" fmla="*/ 247 h 287"/>
              <a:gd name="T34" fmla="*/ 102 w 265"/>
              <a:gd name="T35" fmla="*/ 251 h 287"/>
              <a:gd name="T36" fmla="*/ 166 w 265"/>
              <a:gd name="T37" fmla="*/ 265 h 287"/>
              <a:gd name="T38" fmla="*/ 220 w 265"/>
              <a:gd name="T39" fmla="*/ 236 h 287"/>
              <a:gd name="T40" fmla="*/ 227 w 265"/>
              <a:gd name="T41" fmla="*/ 218 h 287"/>
              <a:gd name="T42" fmla="*/ 227 w 265"/>
              <a:gd name="T43" fmla="*/ 193 h 287"/>
              <a:gd name="T44" fmla="*/ 235 w 265"/>
              <a:gd name="T45" fmla="*/ 163 h 287"/>
              <a:gd name="T46" fmla="*/ 240 w 265"/>
              <a:gd name="T47" fmla="*/ 147 h 287"/>
              <a:gd name="T48" fmla="*/ 265 w 265"/>
              <a:gd name="T49" fmla="*/ 132 h 287"/>
              <a:gd name="T50" fmla="*/ 258 w 265"/>
              <a:gd name="T51" fmla="*/ 173 h 287"/>
              <a:gd name="T52" fmla="*/ 252 w 265"/>
              <a:gd name="T53" fmla="*/ 205 h 287"/>
              <a:gd name="T54" fmla="*/ 227 w 265"/>
              <a:gd name="T55" fmla="*/ 274 h 287"/>
              <a:gd name="T56" fmla="*/ 166 w 265"/>
              <a:gd name="T57" fmla="*/ 287 h 287"/>
              <a:gd name="T58" fmla="*/ 96 w 265"/>
              <a:gd name="T59" fmla="*/ 272 h 287"/>
              <a:gd name="T60" fmla="*/ 22 w 265"/>
              <a:gd name="T61" fmla="*/ 265 h 287"/>
              <a:gd name="T62" fmla="*/ 0 w 265"/>
              <a:gd name="T63" fmla="*/ 243 h 287"/>
              <a:gd name="T64" fmla="*/ 6 w 265"/>
              <a:gd name="T65" fmla="*/ 117 h 287"/>
              <a:gd name="T66" fmla="*/ 69 w 265"/>
              <a:gd name="T67" fmla="*/ 110 h 287"/>
              <a:gd name="T68" fmla="*/ 112 w 265"/>
              <a:gd name="T69" fmla="*/ 62 h 287"/>
              <a:gd name="T70" fmla="*/ 123 w 265"/>
              <a:gd name="T71" fmla="*/ 25 h 287"/>
              <a:gd name="T72" fmla="*/ 149 w 265"/>
              <a:gd name="T73" fmla="*/ 0 h 287"/>
              <a:gd name="T74" fmla="*/ 193 w 265"/>
              <a:gd name="T75" fmla="*/ 23 h 287"/>
              <a:gd name="T76" fmla="*/ 191 w 265"/>
              <a:gd name="T77" fmla="*/ 88 h 287"/>
              <a:gd name="T78" fmla="*/ 252 w 265"/>
              <a:gd name="T79" fmla="*/ 102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5" h="287">
                <a:moveTo>
                  <a:pt x="44" y="232"/>
                </a:moveTo>
                <a:cubicBezTo>
                  <a:pt x="44" y="229"/>
                  <a:pt x="43" y="227"/>
                  <a:pt x="41" y="224"/>
                </a:cubicBezTo>
                <a:cubicBezTo>
                  <a:pt x="39" y="222"/>
                  <a:pt x="36" y="221"/>
                  <a:pt x="33" y="221"/>
                </a:cubicBezTo>
                <a:cubicBezTo>
                  <a:pt x="30" y="221"/>
                  <a:pt x="28" y="222"/>
                  <a:pt x="25" y="224"/>
                </a:cubicBezTo>
                <a:cubicBezTo>
                  <a:pt x="23" y="227"/>
                  <a:pt x="22" y="229"/>
                  <a:pt x="22" y="232"/>
                </a:cubicBezTo>
                <a:cubicBezTo>
                  <a:pt x="22" y="235"/>
                  <a:pt x="23" y="238"/>
                  <a:pt x="25" y="240"/>
                </a:cubicBezTo>
                <a:cubicBezTo>
                  <a:pt x="28" y="242"/>
                  <a:pt x="30" y="243"/>
                  <a:pt x="33" y="243"/>
                </a:cubicBezTo>
                <a:cubicBezTo>
                  <a:pt x="36" y="243"/>
                  <a:pt x="39" y="242"/>
                  <a:pt x="41" y="240"/>
                </a:cubicBezTo>
                <a:cubicBezTo>
                  <a:pt x="43" y="238"/>
                  <a:pt x="44" y="235"/>
                  <a:pt x="44" y="232"/>
                </a:cubicBezTo>
                <a:close/>
                <a:moveTo>
                  <a:pt x="243" y="133"/>
                </a:moveTo>
                <a:cubicBezTo>
                  <a:pt x="243" y="127"/>
                  <a:pt x="241" y="122"/>
                  <a:pt x="237" y="117"/>
                </a:cubicBezTo>
                <a:cubicBezTo>
                  <a:pt x="232" y="113"/>
                  <a:pt x="227" y="110"/>
                  <a:pt x="221" y="110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60" y="104"/>
                  <a:pt x="163" y="95"/>
                  <a:pt x="169" y="83"/>
                </a:cubicBezTo>
                <a:cubicBezTo>
                  <a:pt x="174" y="71"/>
                  <a:pt x="177" y="62"/>
                  <a:pt x="177" y="55"/>
                </a:cubicBezTo>
                <a:cubicBezTo>
                  <a:pt x="177" y="44"/>
                  <a:pt x="175" y="36"/>
                  <a:pt x="171" y="30"/>
                </a:cubicBezTo>
                <a:cubicBezTo>
                  <a:pt x="168" y="25"/>
                  <a:pt x="160" y="22"/>
                  <a:pt x="149" y="22"/>
                </a:cubicBezTo>
                <a:cubicBezTo>
                  <a:pt x="146" y="25"/>
                  <a:pt x="144" y="30"/>
                  <a:pt x="143" y="37"/>
                </a:cubicBezTo>
                <a:cubicBezTo>
                  <a:pt x="141" y="44"/>
                  <a:pt x="140" y="51"/>
                  <a:pt x="137" y="58"/>
                </a:cubicBezTo>
                <a:cubicBezTo>
                  <a:pt x="135" y="66"/>
                  <a:pt x="132" y="72"/>
                  <a:pt x="127" y="77"/>
                </a:cubicBezTo>
                <a:cubicBezTo>
                  <a:pt x="125" y="80"/>
                  <a:pt x="120" y="85"/>
                  <a:pt x="114" y="93"/>
                </a:cubicBezTo>
                <a:cubicBezTo>
                  <a:pt x="113" y="94"/>
                  <a:pt x="112" y="95"/>
                  <a:pt x="110" y="98"/>
                </a:cubicBezTo>
                <a:cubicBezTo>
                  <a:pt x="108" y="101"/>
                  <a:pt x="106" y="103"/>
                  <a:pt x="104" y="105"/>
                </a:cubicBezTo>
                <a:cubicBezTo>
                  <a:pt x="103" y="107"/>
                  <a:pt x="101" y="110"/>
                  <a:pt x="98" y="113"/>
                </a:cubicBezTo>
                <a:cubicBezTo>
                  <a:pt x="96" y="116"/>
                  <a:pt x="94" y="118"/>
                  <a:pt x="92" y="120"/>
                </a:cubicBezTo>
                <a:cubicBezTo>
                  <a:pt x="89" y="122"/>
                  <a:pt x="87" y="124"/>
                  <a:pt x="85" y="126"/>
                </a:cubicBezTo>
                <a:cubicBezTo>
                  <a:pt x="83" y="128"/>
                  <a:pt x="80" y="130"/>
                  <a:pt x="78" y="131"/>
                </a:cubicBezTo>
                <a:cubicBezTo>
                  <a:pt x="76" y="132"/>
                  <a:pt x="74" y="133"/>
                  <a:pt x="72" y="133"/>
                </a:cubicBezTo>
                <a:cubicBezTo>
                  <a:pt x="66" y="133"/>
                  <a:pt x="66" y="133"/>
                  <a:pt x="66" y="133"/>
                </a:cubicBezTo>
                <a:cubicBezTo>
                  <a:pt x="66" y="243"/>
                  <a:pt x="66" y="243"/>
                  <a:pt x="66" y="243"/>
                </a:cubicBezTo>
                <a:cubicBezTo>
                  <a:pt x="72" y="243"/>
                  <a:pt x="72" y="243"/>
                  <a:pt x="72" y="243"/>
                </a:cubicBezTo>
                <a:cubicBezTo>
                  <a:pt x="73" y="243"/>
                  <a:pt x="75" y="243"/>
                  <a:pt x="77" y="244"/>
                </a:cubicBezTo>
                <a:cubicBezTo>
                  <a:pt x="79" y="244"/>
                  <a:pt x="81" y="244"/>
                  <a:pt x="83" y="245"/>
                </a:cubicBezTo>
                <a:cubicBezTo>
                  <a:pt x="85" y="245"/>
                  <a:pt x="87" y="246"/>
                  <a:pt x="90" y="247"/>
                </a:cubicBezTo>
                <a:cubicBezTo>
                  <a:pt x="92" y="248"/>
                  <a:pt x="94" y="248"/>
                  <a:pt x="96" y="249"/>
                </a:cubicBezTo>
                <a:cubicBezTo>
                  <a:pt x="97" y="249"/>
                  <a:pt x="99" y="250"/>
                  <a:pt x="102" y="251"/>
                </a:cubicBezTo>
                <a:cubicBezTo>
                  <a:pt x="105" y="252"/>
                  <a:pt x="106" y="252"/>
                  <a:pt x="107" y="253"/>
                </a:cubicBezTo>
                <a:cubicBezTo>
                  <a:pt x="131" y="261"/>
                  <a:pt x="151" y="265"/>
                  <a:pt x="166" y="265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209" y="265"/>
                  <a:pt x="220" y="256"/>
                  <a:pt x="220" y="236"/>
                </a:cubicBezTo>
                <a:cubicBezTo>
                  <a:pt x="220" y="233"/>
                  <a:pt x="220" y="230"/>
                  <a:pt x="219" y="227"/>
                </a:cubicBezTo>
                <a:cubicBezTo>
                  <a:pt x="223" y="225"/>
                  <a:pt x="225" y="222"/>
                  <a:pt x="227" y="218"/>
                </a:cubicBezTo>
                <a:cubicBezTo>
                  <a:pt x="229" y="214"/>
                  <a:pt x="230" y="209"/>
                  <a:pt x="230" y="205"/>
                </a:cubicBezTo>
                <a:cubicBezTo>
                  <a:pt x="230" y="201"/>
                  <a:pt x="229" y="197"/>
                  <a:pt x="227" y="193"/>
                </a:cubicBezTo>
                <a:cubicBezTo>
                  <a:pt x="233" y="187"/>
                  <a:pt x="236" y="180"/>
                  <a:pt x="236" y="173"/>
                </a:cubicBezTo>
                <a:cubicBezTo>
                  <a:pt x="236" y="170"/>
                  <a:pt x="236" y="166"/>
                  <a:pt x="235" y="163"/>
                </a:cubicBezTo>
                <a:cubicBezTo>
                  <a:pt x="233" y="159"/>
                  <a:pt x="232" y="157"/>
                  <a:pt x="230" y="155"/>
                </a:cubicBezTo>
                <a:cubicBezTo>
                  <a:pt x="234" y="155"/>
                  <a:pt x="237" y="152"/>
                  <a:pt x="240" y="147"/>
                </a:cubicBezTo>
                <a:cubicBezTo>
                  <a:pt x="242" y="141"/>
                  <a:pt x="243" y="137"/>
                  <a:pt x="243" y="133"/>
                </a:cubicBezTo>
                <a:close/>
                <a:moveTo>
                  <a:pt x="265" y="132"/>
                </a:moveTo>
                <a:cubicBezTo>
                  <a:pt x="265" y="143"/>
                  <a:pt x="263" y="152"/>
                  <a:pt x="257" y="161"/>
                </a:cubicBezTo>
                <a:cubicBezTo>
                  <a:pt x="258" y="164"/>
                  <a:pt x="258" y="168"/>
                  <a:pt x="258" y="173"/>
                </a:cubicBezTo>
                <a:cubicBezTo>
                  <a:pt x="258" y="181"/>
                  <a:pt x="256" y="190"/>
                  <a:pt x="252" y="197"/>
                </a:cubicBezTo>
                <a:cubicBezTo>
                  <a:pt x="252" y="200"/>
                  <a:pt x="252" y="202"/>
                  <a:pt x="252" y="205"/>
                </a:cubicBezTo>
                <a:cubicBezTo>
                  <a:pt x="252" y="216"/>
                  <a:pt x="249" y="227"/>
                  <a:pt x="242" y="236"/>
                </a:cubicBezTo>
                <a:cubicBezTo>
                  <a:pt x="242" y="252"/>
                  <a:pt x="237" y="264"/>
                  <a:pt x="227" y="274"/>
                </a:cubicBezTo>
                <a:cubicBezTo>
                  <a:pt x="217" y="283"/>
                  <a:pt x="204" y="287"/>
                  <a:pt x="188" y="287"/>
                </a:cubicBezTo>
                <a:cubicBezTo>
                  <a:pt x="166" y="287"/>
                  <a:pt x="166" y="287"/>
                  <a:pt x="166" y="287"/>
                </a:cubicBezTo>
                <a:cubicBezTo>
                  <a:pt x="155" y="287"/>
                  <a:pt x="144" y="286"/>
                  <a:pt x="133" y="284"/>
                </a:cubicBezTo>
                <a:cubicBezTo>
                  <a:pt x="122" y="281"/>
                  <a:pt x="110" y="277"/>
                  <a:pt x="96" y="272"/>
                </a:cubicBezTo>
                <a:cubicBezTo>
                  <a:pt x="82" y="268"/>
                  <a:pt x="74" y="265"/>
                  <a:pt x="72" y="265"/>
                </a:cubicBezTo>
                <a:cubicBezTo>
                  <a:pt x="22" y="265"/>
                  <a:pt x="22" y="265"/>
                  <a:pt x="22" y="265"/>
                </a:cubicBezTo>
                <a:cubicBezTo>
                  <a:pt x="16" y="265"/>
                  <a:pt x="11" y="263"/>
                  <a:pt x="6" y="259"/>
                </a:cubicBezTo>
                <a:cubicBezTo>
                  <a:pt x="2" y="255"/>
                  <a:pt x="0" y="249"/>
                  <a:pt x="0" y="24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27"/>
                  <a:pt x="2" y="121"/>
                  <a:pt x="6" y="117"/>
                </a:cubicBezTo>
                <a:cubicBezTo>
                  <a:pt x="11" y="113"/>
                  <a:pt x="16" y="110"/>
                  <a:pt x="22" y="110"/>
                </a:cubicBezTo>
                <a:cubicBezTo>
                  <a:pt x="69" y="110"/>
                  <a:pt x="69" y="110"/>
                  <a:pt x="69" y="110"/>
                </a:cubicBezTo>
                <a:cubicBezTo>
                  <a:pt x="74" y="108"/>
                  <a:pt x="81" y="99"/>
                  <a:pt x="93" y="84"/>
                </a:cubicBezTo>
                <a:cubicBezTo>
                  <a:pt x="100" y="75"/>
                  <a:pt x="106" y="68"/>
                  <a:pt x="112" y="62"/>
                </a:cubicBezTo>
                <a:cubicBezTo>
                  <a:pt x="114" y="59"/>
                  <a:pt x="116" y="54"/>
                  <a:pt x="118" y="47"/>
                </a:cubicBezTo>
                <a:cubicBezTo>
                  <a:pt x="119" y="40"/>
                  <a:pt x="121" y="33"/>
                  <a:pt x="123" y="25"/>
                </a:cubicBezTo>
                <a:cubicBezTo>
                  <a:pt x="125" y="17"/>
                  <a:pt x="129" y="11"/>
                  <a:pt x="134" y="6"/>
                </a:cubicBezTo>
                <a:cubicBezTo>
                  <a:pt x="138" y="2"/>
                  <a:pt x="143" y="0"/>
                  <a:pt x="149" y="0"/>
                </a:cubicBezTo>
                <a:cubicBezTo>
                  <a:pt x="159" y="0"/>
                  <a:pt x="168" y="2"/>
                  <a:pt x="175" y="6"/>
                </a:cubicBezTo>
                <a:cubicBezTo>
                  <a:pt x="183" y="9"/>
                  <a:pt x="189" y="15"/>
                  <a:pt x="193" y="23"/>
                </a:cubicBezTo>
                <a:cubicBezTo>
                  <a:pt x="197" y="31"/>
                  <a:pt x="199" y="42"/>
                  <a:pt x="199" y="55"/>
                </a:cubicBezTo>
                <a:cubicBezTo>
                  <a:pt x="199" y="66"/>
                  <a:pt x="196" y="77"/>
                  <a:pt x="191" y="88"/>
                </a:cubicBezTo>
                <a:cubicBezTo>
                  <a:pt x="221" y="88"/>
                  <a:pt x="221" y="88"/>
                  <a:pt x="221" y="88"/>
                </a:cubicBezTo>
                <a:cubicBezTo>
                  <a:pt x="233" y="88"/>
                  <a:pt x="244" y="93"/>
                  <a:pt x="252" y="102"/>
                </a:cubicBezTo>
                <a:cubicBezTo>
                  <a:pt x="261" y="110"/>
                  <a:pt x="265" y="121"/>
                  <a:pt x="265" y="1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1" name="Freeform 87"/>
          <p:cNvSpPr>
            <a:spLocks noEditPoints="1"/>
          </p:cNvSpPr>
          <p:nvPr/>
        </p:nvSpPr>
        <p:spPr bwMode="auto">
          <a:xfrm>
            <a:off x="2436813" y="2019300"/>
            <a:ext cx="298450" cy="287338"/>
          </a:xfrm>
          <a:custGeom>
            <a:avLst/>
            <a:gdLst>
              <a:gd name="T0" fmla="*/ 41 w 276"/>
              <a:gd name="T1" fmla="*/ 202 h 265"/>
              <a:gd name="T2" fmla="*/ 25 w 276"/>
              <a:gd name="T3" fmla="*/ 202 h 265"/>
              <a:gd name="T4" fmla="*/ 25 w 276"/>
              <a:gd name="T5" fmla="*/ 218 h 265"/>
              <a:gd name="T6" fmla="*/ 41 w 276"/>
              <a:gd name="T7" fmla="*/ 218 h 265"/>
              <a:gd name="T8" fmla="*/ 72 w 276"/>
              <a:gd name="T9" fmla="*/ 122 h 265"/>
              <a:gd name="T10" fmla="*/ 69 w 276"/>
              <a:gd name="T11" fmla="*/ 240 h 265"/>
              <a:gd name="T12" fmla="*/ 11 w 276"/>
              <a:gd name="T13" fmla="*/ 243 h 265"/>
              <a:gd name="T14" fmla="*/ 0 w 276"/>
              <a:gd name="T15" fmla="*/ 232 h 265"/>
              <a:gd name="T16" fmla="*/ 3 w 276"/>
              <a:gd name="T17" fmla="*/ 114 h 265"/>
              <a:gd name="T18" fmla="*/ 61 w 276"/>
              <a:gd name="T19" fmla="*/ 111 h 265"/>
              <a:gd name="T20" fmla="*/ 72 w 276"/>
              <a:gd name="T21" fmla="*/ 122 h 265"/>
              <a:gd name="T22" fmla="*/ 267 w 276"/>
              <a:gd name="T23" fmla="*/ 147 h 265"/>
              <a:gd name="T24" fmla="*/ 262 w 276"/>
              <a:gd name="T25" fmla="*/ 184 h 265"/>
              <a:gd name="T26" fmla="*/ 253 w 276"/>
              <a:gd name="T27" fmla="*/ 221 h 265"/>
              <a:gd name="T28" fmla="*/ 210 w 276"/>
              <a:gd name="T29" fmla="*/ 265 h 265"/>
              <a:gd name="T30" fmla="*/ 163 w 276"/>
              <a:gd name="T31" fmla="*/ 263 h 265"/>
              <a:gd name="T32" fmla="*/ 121 w 276"/>
              <a:gd name="T33" fmla="*/ 251 h 265"/>
              <a:gd name="T34" fmla="*/ 86 w 276"/>
              <a:gd name="T35" fmla="*/ 240 h 265"/>
              <a:gd name="T36" fmla="*/ 83 w 276"/>
              <a:gd name="T37" fmla="*/ 121 h 265"/>
              <a:gd name="T38" fmla="*/ 93 w 276"/>
              <a:gd name="T39" fmla="*/ 110 h 265"/>
              <a:gd name="T40" fmla="*/ 124 w 276"/>
              <a:gd name="T41" fmla="*/ 79 h 265"/>
              <a:gd name="T42" fmla="*/ 147 w 276"/>
              <a:gd name="T43" fmla="*/ 50 h 265"/>
              <a:gd name="T44" fmla="*/ 152 w 276"/>
              <a:gd name="T45" fmla="*/ 31 h 265"/>
              <a:gd name="T46" fmla="*/ 158 w 276"/>
              <a:gd name="T47" fmla="*/ 12 h 265"/>
              <a:gd name="T48" fmla="*/ 171 w 276"/>
              <a:gd name="T49" fmla="*/ 0 h 265"/>
              <a:gd name="T50" fmla="*/ 196 w 276"/>
              <a:gd name="T51" fmla="*/ 6 h 265"/>
              <a:gd name="T52" fmla="*/ 207 w 276"/>
              <a:gd name="T53" fmla="*/ 21 h 265"/>
              <a:gd name="T54" fmla="*/ 210 w 276"/>
              <a:gd name="T55" fmla="*/ 37 h 265"/>
              <a:gd name="T56" fmla="*/ 208 w 276"/>
              <a:gd name="T57" fmla="*/ 57 h 265"/>
              <a:gd name="T58" fmla="*/ 200 w 276"/>
              <a:gd name="T59" fmla="*/ 77 h 265"/>
              <a:gd name="T60" fmla="*/ 197 w 276"/>
              <a:gd name="T61" fmla="*/ 84 h 265"/>
              <a:gd name="T62" fmla="*/ 243 w 276"/>
              <a:gd name="T63" fmla="*/ 88 h 265"/>
              <a:gd name="T64" fmla="*/ 276 w 276"/>
              <a:gd name="T65" fmla="*/ 122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76" h="265">
                <a:moveTo>
                  <a:pt x="44" y="210"/>
                </a:moveTo>
                <a:cubicBezTo>
                  <a:pt x="44" y="207"/>
                  <a:pt x="43" y="204"/>
                  <a:pt x="41" y="202"/>
                </a:cubicBezTo>
                <a:cubicBezTo>
                  <a:pt x="39" y="200"/>
                  <a:pt x="36" y="199"/>
                  <a:pt x="33" y="199"/>
                </a:cubicBezTo>
                <a:cubicBezTo>
                  <a:pt x="30" y="199"/>
                  <a:pt x="27" y="200"/>
                  <a:pt x="25" y="202"/>
                </a:cubicBezTo>
                <a:cubicBezTo>
                  <a:pt x="23" y="204"/>
                  <a:pt x="22" y="207"/>
                  <a:pt x="22" y="210"/>
                </a:cubicBezTo>
                <a:cubicBezTo>
                  <a:pt x="22" y="213"/>
                  <a:pt x="23" y="216"/>
                  <a:pt x="25" y="218"/>
                </a:cubicBezTo>
                <a:cubicBezTo>
                  <a:pt x="27" y="220"/>
                  <a:pt x="30" y="221"/>
                  <a:pt x="33" y="221"/>
                </a:cubicBezTo>
                <a:cubicBezTo>
                  <a:pt x="36" y="221"/>
                  <a:pt x="39" y="220"/>
                  <a:pt x="41" y="218"/>
                </a:cubicBezTo>
                <a:cubicBezTo>
                  <a:pt x="43" y="216"/>
                  <a:pt x="44" y="213"/>
                  <a:pt x="44" y="210"/>
                </a:cubicBezTo>
                <a:close/>
                <a:moveTo>
                  <a:pt x="72" y="122"/>
                </a:moveTo>
                <a:cubicBezTo>
                  <a:pt x="72" y="232"/>
                  <a:pt x="72" y="232"/>
                  <a:pt x="72" y="232"/>
                </a:cubicBezTo>
                <a:cubicBezTo>
                  <a:pt x="72" y="235"/>
                  <a:pt x="71" y="238"/>
                  <a:pt x="69" y="240"/>
                </a:cubicBezTo>
                <a:cubicBezTo>
                  <a:pt x="66" y="242"/>
                  <a:pt x="64" y="243"/>
                  <a:pt x="61" y="243"/>
                </a:cubicBezTo>
                <a:cubicBezTo>
                  <a:pt x="11" y="243"/>
                  <a:pt x="11" y="243"/>
                  <a:pt x="11" y="243"/>
                </a:cubicBezTo>
                <a:cubicBezTo>
                  <a:pt x="8" y="243"/>
                  <a:pt x="5" y="242"/>
                  <a:pt x="3" y="240"/>
                </a:cubicBezTo>
                <a:cubicBezTo>
                  <a:pt x="1" y="238"/>
                  <a:pt x="0" y="235"/>
                  <a:pt x="0" y="232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19"/>
                  <a:pt x="1" y="116"/>
                  <a:pt x="3" y="114"/>
                </a:cubicBezTo>
                <a:cubicBezTo>
                  <a:pt x="5" y="112"/>
                  <a:pt x="8" y="111"/>
                  <a:pt x="11" y="111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4" y="111"/>
                  <a:pt x="66" y="112"/>
                  <a:pt x="69" y="114"/>
                </a:cubicBezTo>
                <a:cubicBezTo>
                  <a:pt x="71" y="116"/>
                  <a:pt x="72" y="119"/>
                  <a:pt x="72" y="122"/>
                </a:cubicBezTo>
                <a:close/>
                <a:moveTo>
                  <a:pt x="276" y="122"/>
                </a:moveTo>
                <a:cubicBezTo>
                  <a:pt x="276" y="132"/>
                  <a:pt x="273" y="140"/>
                  <a:pt x="267" y="147"/>
                </a:cubicBezTo>
                <a:cubicBezTo>
                  <a:pt x="269" y="152"/>
                  <a:pt x="269" y="157"/>
                  <a:pt x="269" y="160"/>
                </a:cubicBezTo>
                <a:cubicBezTo>
                  <a:pt x="270" y="169"/>
                  <a:pt x="267" y="177"/>
                  <a:pt x="262" y="184"/>
                </a:cubicBezTo>
                <a:cubicBezTo>
                  <a:pt x="264" y="191"/>
                  <a:pt x="264" y="197"/>
                  <a:pt x="262" y="204"/>
                </a:cubicBezTo>
                <a:cubicBezTo>
                  <a:pt x="260" y="211"/>
                  <a:pt x="257" y="216"/>
                  <a:pt x="253" y="221"/>
                </a:cubicBezTo>
                <a:cubicBezTo>
                  <a:pt x="254" y="234"/>
                  <a:pt x="251" y="244"/>
                  <a:pt x="244" y="252"/>
                </a:cubicBezTo>
                <a:cubicBezTo>
                  <a:pt x="237" y="261"/>
                  <a:pt x="226" y="265"/>
                  <a:pt x="210" y="265"/>
                </a:cubicBezTo>
                <a:cubicBezTo>
                  <a:pt x="188" y="265"/>
                  <a:pt x="188" y="265"/>
                  <a:pt x="188" y="265"/>
                </a:cubicBezTo>
                <a:cubicBezTo>
                  <a:pt x="180" y="265"/>
                  <a:pt x="172" y="264"/>
                  <a:pt x="163" y="263"/>
                </a:cubicBezTo>
                <a:cubicBezTo>
                  <a:pt x="154" y="261"/>
                  <a:pt x="147" y="259"/>
                  <a:pt x="142" y="258"/>
                </a:cubicBezTo>
                <a:cubicBezTo>
                  <a:pt x="137" y="256"/>
                  <a:pt x="130" y="254"/>
                  <a:pt x="121" y="251"/>
                </a:cubicBezTo>
                <a:cubicBezTo>
                  <a:pt x="107" y="246"/>
                  <a:pt x="98" y="243"/>
                  <a:pt x="94" y="243"/>
                </a:cubicBezTo>
                <a:cubicBezTo>
                  <a:pt x="91" y="243"/>
                  <a:pt x="88" y="242"/>
                  <a:pt x="86" y="240"/>
                </a:cubicBezTo>
                <a:cubicBezTo>
                  <a:pt x="84" y="238"/>
                  <a:pt x="83" y="235"/>
                  <a:pt x="83" y="232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83" y="119"/>
                  <a:pt x="84" y="116"/>
                  <a:pt x="86" y="114"/>
                </a:cubicBezTo>
                <a:cubicBezTo>
                  <a:pt x="88" y="112"/>
                  <a:pt x="91" y="111"/>
                  <a:pt x="93" y="110"/>
                </a:cubicBezTo>
                <a:cubicBezTo>
                  <a:pt x="96" y="110"/>
                  <a:pt x="101" y="107"/>
                  <a:pt x="107" y="100"/>
                </a:cubicBezTo>
                <a:cubicBezTo>
                  <a:pt x="113" y="94"/>
                  <a:pt x="118" y="87"/>
                  <a:pt x="124" y="79"/>
                </a:cubicBezTo>
                <a:cubicBezTo>
                  <a:pt x="132" y="69"/>
                  <a:pt x="138" y="62"/>
                  <a:pt x="141" y="59"/>
                </a:cubicBezTo>
                <a:cubicBezTo>
                  <a:pt x="143" y="56"/>
                  <a:pt x="145" y="54"/>
                  <a:pt x="147" y="50"/>
                </a:cubicBezTo>
                <a:cubicBezTo>
                  <a:pt x="148" y="47"/>
                  <a:pt x="149" y="44"/>
                  <a:pt x="150" y="42"/>
                </a:cubicBezTo>
                <a:cubicBezTo>
                  <a:pt x="150" y="40"/>
                  <a:pt x="151" y="36"/>
                  <a:pt x="152" y="31"/>
                </a:cubicBezTo>
                <a:cubicBezTo>
                  <a:pt x="153" y="27"/>
                  <a:pt x="154" y="23"/>
                  <a:pt x="154" y="21"/>
                </a:cubicBezTo>
                <a:cubicBezTo>
                  <a:pt x="155" y="18"/>
                  <a:pt x="156" y="15"/>
                  <a:pt x="158" y="12"/>
                </a:cubicBezTo>
                <a:cubicBezTo>
                  <a:pt x="159" y="8"/>
                  <a:pt x="161" y="6"/>
                  <a:pt x="164" y="3"/>
                </a:cubicBezTo>
                <a:cubicBezTo>
                  <a:pt x="166" y="1"/>
                  <a:pt x="168" y="0"/>
                  <a:pt x="171" y="0"/>
                </a:cubicBezTo>
                <a:cubicBezTo>
                  <a:pt x="177" y="0"/>
                  <a:pt x="181" y="1"/>
                  <a:pt x="186" y="2"/>
                </a:cubicBezTo>
                <a:cubicBezTo>
                  <a:pt x="190" y="3"/>
                  <a:pt x="193" y="4"/>
                  <a:pt x="196" y="6"/>
                </a:cubicBezTo>
                <a:cubicBezTo>
                  <a:pt x="199" y="8"/>
                  <a:pt x="201" y="10"/>
                  <a:pt x="203" y="13"/>
                </a:cubicBezTo>
                <a:cubicBezTo>
                  <a:pt x="205" y="16"/>
                  <a:pt x="206" y="19"/>
                  <a:pt x="207" y="21"/>
                </a:cubicBezTo>
                <a:cubicBezTo>
                  <a:pt x="208" y="23"/>
                  <a:pt x="209" y="26"/>
                  <a:pt x="209" y="30"/>
                </a:cubicBezTo>
                <a:cubicBezTo>
                  <a:pt x="210" y="33"/>
                  <a:pt x="210" y="36"/>
                  <a:pt x="210" y="37"/>
                </a:cubicBezTo>
                <a:cubicBezTo>
                  <a:pt x="210" y="39"/>
                  <a:pt x="210" y="41"/>
                  <a:pt x="210" y="44"/>
                </a:cubicBezTo>
                <a:cubicBezTo>
                  <a:pt x="210" y="49"/>
                  <a:pt x="209" y="53"/>
                  <a:pt x="208" y="57"/>
                </a:cubicBezTo>
                <a:cubicBezTo>
                  <a:pt x="207" y="62"/>
                  <a:pt x="206" y="65"/>
                  <a:pt x="205" y="68"/>
                </a:cubicBezTo>
                <a:cubicBezTo>
                  <a:pt x="204" y="70"/>
                  <a:pt x="202" y="73"/>
                  <a:pt x="200" y="77"/>
                </a:cubicBezTo>
                <a:cubicBezTo>
                  <a:pt x="200" y="78"/>
                  <a:pt x="199" y="79"/>
                  <a:pt x="199" y="80"/>
                </a:cubicBezTo>
                <a:cubicBezTo>
                  <a:pt x="198" y="82"/>
                  <a:pt x="197" y="83"/>
                  <a:pt x="197" y="84"/>
                </a:cubicBezTo>
                <a:cubicBezTo>
                  <a:pt x="196" y="85"/>
                  <a:pt x="196" y="87"/>
                  <a:pt x="195" y="88"/>
                </a:cubicBezTo>
                <a:cubicBezTo>
                  <a:pt x="243" y="88"/>
                  <a:pt x="243" y="88"/>
                  <a:pt x="243" y="88"/>
                </a:cubicBezTo>
                <a:cubicBezTo>
                  <a:pt x="252" y="88"/>
                  <a:pt x="260" y="92"/>
                  <a:pt x="267" y="98"/>
                </a:cubicBezTo>
                <a:cubicBezTo>
                  <a:pt x="273" y="105"/>
                  <a:pt x="276" y="113"/>
                  <a:pt x="276" y="1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2" name="Freeform 88"/>
          <p:cNvSpPr>
            <a:spLocks noEditPoints="1"/>
          </p:cNvSpPr>
          <p:nvPr/>
        </p:nvSpPr>
        <p:spPr bwMode="auto">
          <a:xfrm>
            <a:off x="2908301" y="2008188"/>
            <a:ext cx="215900" cy="309563"/>
          </a:xfrm>
          <a:custGeom>
            <a:avLst/>
            <a:gdLst>
              <a:gd name="T0" fmla="*/ 83 w 199"/>
              <a:gd name="T1" fmla="*/ 127 h 287"/>
              <a:gd name="T2" fmla="*/ 83 w 199"/>
              <a:gd name="T3" fmla="*/ 50 h 287"/>
              <a:gd name="T4" fmla="*/ 81 w 199"/>
              <a:gd name="T5" fmla="*/ 46 h 287"/>
              <a:gd name="T6" fmla="*/ 77 w 199"/>
              <a:gd name="T7" fmla="*/ 44 h 287"/>
              <a:gd name="T8" fmla="*/ 74 w 199"/>
              <a:gd name="T9" fmla="*/ 46 h 287"/>
              <a:gd name="T10" fmla="*/ 72 w 199"/>
              <a:gd name="T11" fmla="*/ 50 h 287"/>
              <a:gd name="T12" fmla="*/ 72 w 199"/>
              <a:gd name="T13" fmla="*/ 127 h 287"/>
              <a:gd name="T14" fmla="*/ 74 w 199"/>
              <a:gd name="T15" fmla="*/ 131 h 287"/>
              <a:gd name="T16" fmla="*/ 77 w 199"/>
              <a:gd name="T17" fmla="*/ 133 h 287"/>
              <a:gd name="T18" fmla="*/ 81 w 199"/>
              <a:gd name="T19" fmla="*/ 131 h 287"/>
              <a:gd name="T20" fmla="*/ 83 w 199"/>
              <a:gd name="T21" fmla="*/ 127 h 287"/>
              <a:gd name="T22" fmla="*/ 199 w 199"/>
              <a:gd name="T23" fmla="*/ 188 h 287"/>
              <a:gd name="T24" fmla="*/ 196 w 199"/>
              <a:gd name="T25" fmla="*/ 196 h 287"/>
              <a:gd name="T26" fmla="*/ 188 w 199"/>
              <a:gd name="T27" fmla="*/ 199 h 287"/>
              <a:gd name="T28" fmla="*/ 114 w 199"/>
              <a:gd name="T29" fmla="*/ 199 h 287"/>
              <a:gd name="T30" fmla="*/ 105 w 199"/>
              <a:gd name="T31" fmla="*/ 282 h 287"/>
              <a:gd name="T32" fmla="*/ 103 w 199"/>
              <a:gd name="T33" fmla="*/ 286 h 287"/>
              <a:gd name="T34" fmla="*/ 100 w 199"/>
              <a:gd name="T35" fmla="*/ 287 h 287"/>
              <a:gd name="T36" fmla="*/ 100 w 199"/>
              <a:gd name="T37" fmla="*/ 287 h 287"/>
              <a:gd name="T38" fmla="*/ 94 w 199"/>
              <a:gd name="T39" fmla="*/ 283 h 287"/>
              <a:gd name="T40" fmla="*/ 81 w 199"/>
              <a:gd name="T41" fmla="*/ 199 h 287"/>
              <a:gd name="T42" fmla="*/ 11 w 199"/>
              <a:gd name="T43" fmla="*/ 199 h 287"/>
              <a:gd name="T44" fmla="*/ 3 w 199"/>
              <a:gd name="T45" fmla="*/ 196 h 287"/>
              <a:gd name="T46" fmla="*/ 0 w 199"/>
              <a:gd name="T47" fmla="*/ 188 h 287"/>
              <a:gd name="T48" fmla="*/ 14 w 199"/>
              <a:gd name="T49" fmla="*/ 150 h 287"/>
              <a:gd name="T50" fmla="*/ 44 w 199"/>
              <a:gd name="T51" fmla="*/ 133 h 287"/>
              <a:gd name="T52" fmla="*/ 44 w 199"/>
              <a:gd name="T53" fmla="*/ 44 h 287"/>
              <a:gd name="T54" fmla="*/ 29 w 199"/>
              <a:gd name="T55" fmla="*/ 38 h 287"/>
              <a:gd name="T56" fmla="*/ 22 w 199"/>
              <a:gd name="T57" fmla="*/ 22 h 287"/>
              <a:gd name="T58" fmla="*/ 29 w 199"/>
              <a:gd name="T59" fmla="*/ 6 h 287"/>
              <a:gd name="T60" fmla="*/ 44 w 199"/>
              <a:gd name="T61" fmla="*/ 0 h 287"/>
              <a:gd name="T62" fmla="*/ 155 w 199"/>
              <a:gd name="T63" fmla="*/ 0 h 287"/>
              <a:gd name="T64" fmla="*/ 170 w 199"/>
              <a:gd name="T65" fmla="*/ 6 h 287"/>
              <a:gd name="T66" fmla="*/ 177 w 199"/>
              <a:gd name="T67" fmla="*/ 22 h 287"/>
              <a:gd name="T68" fmla="*/ 170 w 199"/>
              <a:gd name="T69" fmla="*/ 38 h 287"/>
              <a:gd name="T70" fmla="*/ 155 w 199"/>
              <a:gd name="T71" fmla="*/ 44 h 287"/>
              <a:gd name="T72" fmla="*/ 155 w 199"/>
              <a:gd name="T73" fmla="*/ 133 h 287"/>
              <a:gd name="T74" fmla="*/ 186 w 199"/>
              <a:gd name="T75" fmla="*/ 150 h 287"/>
              <a:gd name="T76" fmla="*/ 199 w 199"/>
              <a:gd name="T77" fmla="*/ 18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9" h="287">
                <a:moveTo>
                  <a:pt x="83" y="127"/>
                </a:moveTo>
                <a:cubicBezTo>
                  <a:pt x="83" y="50"/>
                  <a:pt x="83" y="50"/>
                  <a:pt x="83" y="50"/>
                </a:cubicBezTo>
                <a:cubicBezTo>
                  <a:pt x="83" y="48"/>
                  <a:pt x="82" y="47"/>
                  <a:pt x="81" y="46"/>
                </a:cubicBezTo>
                <a:cubicBezTo>
                  <a:pt x="80" y="45"/>
                  <a:pt x="79" y="44"/>
                  <a:pt x="77" y="44"/>
                </a:cubicBezTo>
                <a:cubicBezTo>
                  <a:pt x="76" y="44"/>
                  <a:pt x="75" y="45"/>
                  <a:pt x="74" y="46"/>
                </a:cubicBezTo>
                <a:cubicBezTo>
                  <a:pt x="72" y="47"/>
                  <a:pt x="72" y="48"/>
                  <a:pt x="72" y="5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9"/>
                  <a:pt x="72" y="130"/>
                  <a:pt x="74" y="131"/>
                </a:cubicBezTo>
                <a:cubicBezTo>
                  <a:pt x="75" y="132"/>
                  <a:pt x="76" y="133"/>
                  <a:pt x="77" y="133"/>
                </a:cubicBezTo>
                <a:cubicBezTo>
                  <a:pt x="79" y="133"/>
                  <a:pt x="80" y="132"/>
                  <a:pt x="81" y="131"/>
                </a:cubicBezTo>
                <a:cubicBezTo>
                  <a:pt x="82" y="130"/>
                  <a:pt x="83" y="129"/>
                  <a:pt x="83" y="127"/>
                </a:cubicBezTo>
                <a:close/>
                <a:moveTo>
                  <a:pt x="199" y="188"/>
                </a:moveTo>
                <a:cubicBezTo>
                  <a:pt x="199" y="191"/>
                  <a:pt x="198" y="193"/>
                  <a:pt x="196" y="196"/>
                </a:cubicBezTo>
                <a:cubicBezTo>
                  <a:pt x="194" y="198"/>
                  <a:pt x="191" y="199"/>
                  <a:pt x="188" y="199"/>
                </a:cubicBezTo>
                <a:cubicBezTo>
                  <a:pt x="114" y="199"/>
                  <a:pt x="114" y="199"/>
                  <a:pt x="114" y="199"/>
                </a:cubicBezTo>
                <a:cubicBezTo>
                  <a:pt x="105" y="282"/>
                  <a:pt x="105" y="282"/>
                  <a:pt x="105" y="282"/>
                </a:cubicBezTo>
                <a:cubicBezTo>
                  <a:pt x="105" y="284"/>
                  <a:pt x="104" y="285"/>
                  <a:pt x="103" y="286"/>
                </a:cubicBezTo>
                <a:cubicBezTo>
                  <a:pt x="102" y="287"/>
                  <a:pt x="101" y="287"/>
                  <a:pt x="100" y="287"/>
                </a:cubicBezTo>
                <a:cubicBezTo>
                  <a:pt x="100" y="287"/>
                  <a:pt x="100" y="287"/>
                  <a:pt x="100" y="287"/>
                </a:cubicBezTo>
                <a:cubicBezTo>
                  <a:pt x="96" y="287"/>
                  <a:pt x="95" y="286"/>
                  <a:pt x="94" y="283"/>
                </a:cubicBezTo>
                <a:cubicBezTo>
                  <a:pt x="81" y="199"/>
                  <a:pt x="81" y="199"/>
                  <a:pt x="81" y="199"/>
                </a:cubicBezTo>
                <a:cubicBezTo>
                  <a:pt x="11" y="199"/>
                  <a:pt x="11" y="199"/>
                  <a:pt x="11" y="199"/>
                </a:cubicBezTo>
                <a:cubicBezTo>
                  <a:pt x="8" y="199"/>
                  <a:pt x="6" y="198"/>
                  <a:pt x="3" y="196"/>
                </a:cubicBezTo>
                <a:cubicBezTo>
                  <a:pt x="1" y="193"/>
                  <a:pt x="0" y="191"/>
                  <a:pt x="0" y="188"/>
                </a:cubicBezTo>
                <a:cubicBezTo>
                  <a:pt x="0" y="174"/>
                  <a:pt x="5" y="161"/>
                  <a:pt x="14" y="150"/>
                </a:cubicBezTo>
                <a:cubicBezTo>
                  <a:pt x="23" y="138"/>
                  <a:pt x="33" y="133"/>
                  <a:pt x="44" y="133"/>
                </a:cubicBezTo>
                <a:cubicBezTo>
                  <a:pt x="44" y="44"/>
                  <a:pt x="44" y="44"/>
                  <a:pt x="44" y="44"/>
                </a:cubicBezTo>
                <a:cubicBezTo>
                  <a:pt x="38" y="44"/>
                  <a:pt x="33" y="42"/>
                  <a:pt x="29" y="38"/>
                </a:cubicBezTo>
                <a:cubicBezTo>
                  <a:pt x="24" y="33"/>
                  <a:pt x="22" y="28"/>
                  <a:pt x="22" y="22"/>
                </a:cubicBezTo>
                <a:cubicBezTo>
                  <a:pt x="22" y="16"/>
                  <a:pt x="24" y="11"/>
                  <a:pt x="29" y="6"/>
                </a:cubicBezTo>
                <a:cubicBezTo>
                  <a:pt x="33" y="2"/>
                  <a:pt x="38" y="0"/>
                  <a:pt x="44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61" y="0"/>
                  <a:pt x="166" y="2"/>
                  <a:pt x="170" y="6"/>
                </a:cubicBezTo>
                <a:cubicBezTo>
                  <a:pt x="175" y="11"/>
                  <a:pt x="177" y="16"/>
                  <a:pt x="177" y="22"/>
                </a:cubicBezTo>
                <a:cubicBezTo>
                  <a:pt x="177" y="28"/>
                  <a:pt x="175" y="33"/>
                  <a:pt x="170" y="38"/>
                </a:cubicBezTo>
                <a:cubicBezTo>
                  <a:pt x="166" y="42"/>
                  <a:pt x="161" y="44"/>
                  <a:pt x="155" y="44"/>
                </a:cubicBezTo>
                <a:cubicBezTo>
                  <a:pt x="155" y="133"/>
                  <a:pt x="155" y="133"/>
                  <a:pt x="155" y="133"/>
                </a:cubicBezTo>
                <a:cubicBezTo>
                  <a:pt x="166" y="133"/>
                  <a:pt x="177" y="138"/>
                  <a:pt x="186" y="150"/>
                </a:cubicBezTo>
                <a:cubicBezTo>
                  <a:pt x="195" y="161"/>
                  <a:pt x="199" y="174"/>
                  <a:pt x="199" y="1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3" name="Freeform 89"/>
          <p:cNvSpPr>
            <a:spLocks noEditPoints="1"/>
          </p:cNvSpPr>
          <p:nvPr/>
        </p:nvSpPr>
        <p:spPr bwMode="auto">
          <a:xfrm>
            <a:off x="3289301" y="2005013"/>
            <a:ext cx="314325" cy="314325"/>
          </a:xfrm>
          <a:custGeom>
            <a:avLst/>
            <a:gdLst>
              <a:gd name="T0" fmla="*/ 168 w 292"/>
              <a:gd name="T1" fmla="*/ 69 h 291"/>
              <a:gd name="T2" fmla="*/ 223 w 292"/>
              <a:gd name="T3" fmla="*/ 123 h 291"/>
              <a:gd name="T4" fmla="*/ 124 w 292"/>
              <a:gd name="T5" fmla="*/ 222 h 291"/>
              <a:gd name="T6" fmla="*/ 69 w 292"/>
              <a:gd name="T7" fmla="*/ 168 h 291"/>
              <a:gd name="T8" fmla="*/ 168 w 292"/>
              <a:gd name="T9" fmla="*/ 69 h 291"/>
              <a:gd name="T10" fmla="*/ 132 w 292"/>
              <a:gd name="T11" fmla="*/ 238 h 291"/>
              <a:gd name="T12" fmla="*/ 238 w 292"/>
              <a:gd name="T13" fmla="*/ 131 h 291"/>
              <a:gd name="T14" fmla="*/ 242 w 292"/>
              <a:gd name="T15" fmla="*/ 123 h 291"/>
              <a:gd name="T16" fmla="*/ 238 w 292"/>
              <a:gd name="T17" fmla="*/ 116 h 291"/>
              <a:gd name="T18" fmla="*/ 176 w 292"/>
              <a:gd name="T19" fmla="*/ 53 h 291"/>
              <a:gd name="T20" fmla="*/ 168 w 292"/>
              <a:gd name="T21" fmla="*/ 50 h 291"/>
              <a:gd name="T22" fmla="*/ 160 w 292"/>
              <a:gd name="T23" fmla="*/ 53 h 291"/>
              <a:gd name="T24" fmla="*/ 54 w 292"/>
              <a:gd name="T25" fmla="*/ 160 h 291"/>
              <a:gd name="T26" fmla="*/ 50 w 292"/>
              <a:gd name="T27" fmla="*/ 168 h 291"/>
              <a:gd name="T28" fmla="*/ 54 w 292"/>
              <a:gd name="T29" fmla="*/ 175 h 291"/>
              <a:gd name="T30" fmla="*/ 116 w 292"/>
              <a:gd name="T31" fmla="*/ 238 h 291"/>
              <a:gd name="T32" fmla="*/ 124 w 292"/>
              <a:gd name="T33" fmla="*/ 241 h 291"/>
              <a:gd name="T34" fmla="*/ 132 w 292"/>
              <a:gd name="T35" fmla="*/ 238 h 291"/>
              <a:gd name="T36" fmla="*/ 285 w 292"/>
              <a:gd name="T37" fmla="*/ 128 h 291"/>
              <a:gd name="T38" fmla="*/ 129 w 292"/>
              <a:gd name="T39" fmla="*/ 285 h 291"/>
              <a:gd name="T40" fmla="*/ 113 w 292"/>
              <a:gd name="T41" fmla="*/ 291 h 291"/>
              <a:gd name="T42" fmla="*/ 97 w 292"/>
              <a:gd name="T43" fmla="*/ 285 h 291"/>
              <a:gd name="T44" fmla="*/ 75 w 292"/>
              <a:gd name="T45" fmla="*/ 263 h 291"/>
              <a:gd name="T46" fmla="*/ 85 w 292"/>
              <a:gd name="T47" fmla="*/ 240 h 291"/>
              <a:gd name="T48" fmla="*/ 75 w 292"/>
              <a:gd name="T49" fmla="*/ 216 h 291"/>
              <a:gd name="T50" fmla="*/ 52 w 292"/>
              <a:gd name="T51" fmla="*/ 206 h 291"/>
              <a:gd name="T52" fmla="*/ 28 w 292"/>
              <a:gd name="T53" fmla="*/ 216 h 291"/>
              <a:gd name="T54" fmla="*/ 7 w 292"/>
              <a:gd name="T55" fmla="*/ 194 h 291"/>
              <a:gd name="T56" fmla="*/ 0 w 292"/>
              <a:gd name="T57" fmla="*/ 179 h 291"/>
              <a:gd name="T58" fmla="*/ 7 w 292"/>
              <a:gd name="T59" fmla="*/ 163 h 291"/>
              <a:gd name="T60" fmla="*/ 164 w 292"/>
              <a:gd name="T61" fmla="*/ 6 h 291"/>
              <a:gd name="T62" fmla="*/ 179 w 292"/>
              <a:gd name="T63" fmla="*/ 0 h 291"/>
              <a:gd name="T64" fmla="*/ 195 w 292"/>
              <a:gd name="T65" fmla="*/ 6 h 291"/>
              <a:gd name="T66" fmla="*/ 216 w 292"/>
              <a:gd name="T67" fmla="*/ 28 h 291"/>
              <a:gd name="T68" fmla="*/ 207 w 292"/>
              <a:gd name="T69" fmla="*/ 52 h 291"/>
              <a:gd name="T70" fmla="*/ 216 w 292"/>
              <a:gd name="T71" fmla="*/ 75 h 291"/>
              <a:gd name="T72" fmla="*/ 240 w 292"/>
              <a:gd name="T73" fmla="*/ 85 h 291"/>
              <a:gd name="T74" fmla="*/ 263 w 292"/>
              <a:gd name="T75" fmla="*/ 75 h 291"/>
              <a:gd name="T76" fmla="*/ 285 w 292"/>
              <a:gd name="T77" fmla="*/ 97 h 291"/>
              <a:gd name="T78" fmla="*/ 292 w 292"/>
              <a:gd name="T79" fmla="*/ 112 h 291"/>
              <a:gd name="T80" fmla="*/ 285 w 292"/>
              <a:gd name="T81" fmla="*/ 128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2" h="291">
                <a:moveTo>
                  <a:pt x="168" y="69"/>
                </a:moveTo>
                <a:cubicBezTo>
                  <a:pt x="223" y="123"/>
                  <a:pt x="223" y="123"/>
                  <a:pt x="223" y="123"/>
                </a:cubicBezTo>
                <a:cubicBezTo>
                  <a:pt x="124" y="222"/>
                  <a:pt x="124" y="222"/>
                  <a:pt x="124" y="222"/>
                </a:cubicBezTo>
                <a:cubicBezTo>
                  <a:pt x="69" y="168"/>
                  <a:pt x="69" y="168"/>
                  <a:pt x="69" y="168"/>
                </a:cubicBezTo>
                <a:lnTo>
                  <a:pt x="168" y="69"/>
                </a:lnTo>
                <a:close/>
                <a:moveTo>
                  <a:pt x="132" y="238"/>
                </a:moveTo>
                <a:cubicBezTo>
                  <a:pt x="238" y="131"/>
                  <a:pt x="238" y="131"/>
                  <a:pt x="238" y="131"/>
                </a:cubicBezTo>
                <a:cubicBezTo>
                  <a:pt x="241" y="129"/>
                  <a:pt x="242" y="126"/>
                  <a:pt x="242" y="123"/>
                </a:cubicBezTo>
                <a:cubicBezTo>
                  <a:pt x="242" y="120"/>
                  <a:pt x="241" y="118"/>
                  <a:pt x="238" y="116"/>
                </a:cubicBezTo>
                <a:cubicBezTo>
                  <a:pt x="176" y="53"/>
                  <a:pt x="176" y="53"/>
                  <a:pt x="176" y="53"/>
                </a:cubicBezTo>
                <a:cubicBezTo>
                  <a:pt x="174" y="51"/>
                  <a:pt x="171" y="50"/>
                  <a:pt x="168" y="50"/>
                </a:cubicBezTo>
                <a:cubicBezTo>
                  <a:pt x="165" y="50"/>
                  <a:pt x="162" y="51"/>
                  <a:pt x="160" y="53"/>
                </a:cubicBezTo>
                <a:cubicBezTo>
                  <a:pt x="54" y="160"/>
                  <a:pt x="54" y="160"/>
                  <a:pt x="54" y="160"/>
                </a:cubicBezTo>
                <a:cubicBezTo>
                  <a:pt x="51" y="162"/>
                  <a:pt x="50" y="165"/>
                  <a:pt x="50" y="168"/>
                </a:cubicBezTo>
                <a:cubicBezTo>
                  <a:pt x="50" y="171"/>
                  <a:pt x="51" y="173"/>
                  <a:pt x="54" y="175"/>
                </a:cubicBezTo>
                <a:cubicBezTo>
                  <a:pt x="116" y="238"/>
                  <a:pt x="116" y="238"/>
                  <a:pt x="116" y="238"/>
                </a:cubicBezTo>
                <a:cubicBezTo>
                  <a:pt x="118" y="240"/>
                  <a:pt x="121" y="241"/>
                  <a:pt x="124" y="241"/>
                </a:cubicBezTo>
                <a:cubicBezTo>
                  <a:pt x="127" y="241"/>
                  <a:pt x="130" y="240"/>
                  <a:pt x="132" y="238"/>
                </a:cubicBezTo>
                <a:close/>
                <a:moveTo>
                  <a:pt x="285" y="128"/>
                </a:moveTo>
                <a:cubicBezTo>
                  <a:pt x="129" y="285"/>
                  <a:pt x="129" y="285"/>
                  <a:pt x="129" y="285"/>
                </a:cubicBezTo>
                <a:cubicBezTo>
                  <a:pt x="124" y="289"/>
                  <a:pt x="119" y="291"/>
                  <a:pt x="113" y="291"/>
                </a:cubicBezTo>
                <a:cubicBezTo>
                  <a:pt x="107" y="291"/>
                  <a:pt x="101" y="289"/>
                  <a:pt x="97" y="285"/>
                </a:cubicBezTo>
                <a:cubicBezTo>
                  <a:pt x="75" y="263"/>
                  <a:pt x="75" y="263"/>
                  <a:pt x="75" y="263"/>
                </a:cubicBezTo>
                <a:cubicBezTo>
                  <a:pt x="82" y="257"/>
                  <a:pt x="85" y="249"/>
                  <a:pt x="85" y="240"/>
                </a:cubicBezTo>
                <a:cubicBezTo>
                  <a:pt x="85" y="230"/>
                  <a:pt x="82" y="223"/>
                  <a:pt x="75" y="216"/>
                </a:cubicBezTo>
                <a:cubicBezTo>
                  <a:pt x="69" y="210"/>
                  <a:pt x="61" y="206"/>
                  <a:pt x="52" y="206"/>
                </a:cubicBezTo>
                <a:cubicBezTo>
                  <a:pt x="43" y="206"/>
                  <a:pt x="35" y="210"/>
                  <a:pt x="28" y="216"/>
                </a:cubicBezTo>
                <a:cubicBezTo>
                  <a:pt x="7" y="194"/>
                  <a:pt x="7" y="194"/>
                  <a:pt x="7" y="194"/>
                </a:cubicBezTo>
                <a:cubicBezTo>
                  <a:pt x="3" y="190"/>
                  <a:pt x="0" y="185"/>
                  <a:pt x="0" y="179"/>
                </a:cubicBezTo>
                <a:cubicBezTo>
                  <a:pt x="0" y="173"/>
                  <a:pt x="3" y="167"/>
                  <a:pt x="7" y="163"/>
                </a:cubicBezTo>
                <a:cubicBezTo>
                  <a:pt x="164" y="6"/>
                  <a:pt x="164" y="6"/>
                  <a:pt x="164" y="6"/>
                </a:cubicBezTo>
                <a:cubicBezTo>
                  <a:pt x="168" y="2"/>
                  <a:pt x="173" y="0"/>
                  <a:pt x="179" y="0"/>
                </a:cubicBezTo>
                <a:cubicBezTo>
                  <a:pt x="185" y="0"/>
                  <a:pt x="191" y="2"/>
                  <a:pt x="195" y="6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0" y="35"/>
                  <a:pt x="207" y="42"/>
                  <a:pt x="207" y="52"/>
                </a:cubicBezTo>
                <a:cubicBezTo>
                  <a:pt x="207" y="61"/>
                  <a:pt x="210" y="69"/>
                  <a:pt x="216" y="75"/>
                </a:cubicBezTo>
                <a:cubicBezTo>
                  <a:pt x="223" y="82"/>
                  <a:pt x="231" y="85"/>
                  <a:pt x="240" y="85"/>
                </a:cubicBezTo>
                <a:cubicBezTo>
                  <a:pt x="249" y="85"/>
                  <a:pt x="257" y="82"/>
                  <a:pt x="263" y="75"/>
                </a:cubicBezTo>
                <a:cubicBezTo>
                  <a:pt x="285" y="97"/>
                  <a:pt x="285" y="97"/>
                  <a:pt x="285" y="97"/>
                </a:cubicBezTo>
                <a:cubicBezTo>
                  <a:pt x="289" y="101"/>
                  <a:pt x="292" y="106"/>
                  <a:pt x="292" y="112"/>
                </a:cubicBezTo>
                <a:cubicBezTo>
                  <a:pt x="292" y="118"/>
                  <a:pt x="289" y="124"/>
                  <a:pt x="285" y="12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4" name="Freeform 90"/>
          <p:cNvSpPr>
            <a:spLocks/>
          </p:cNvSpPr>
          <p:nvPr/>
        </p:nvSpPr>
        <p:spPr bwMode="auto">
          <a:xfrm>
            <a:off x="3763963" y="2052638"/>
            <a:ext cx="222250" cy="220663"/>
          </a:xfrm>
          <a:custGeom>
            <a:avLst/>
            <a:gdLst>
              <a:gd name="T0" fmla="*/ 206 w 206"/>
              <a:gd name="T1" fmla="*/ 165 h 205"/>
              <a:gd name="T2" fmla="*/ 201 w 206"/>
              <a:gd name="T3" fmla="*/ 177 h 205"/>
              <a:gd name="T4" fmla="*/ 177 w 206"/>
              <a:gd name="T5" fmla="*/ 200 h 205"/>
              <a:gd name="T6" fmla="*/ 165 w 206"/>
              <a:gd name="T7" fmla="*/ 205 h 205"/>
              <a:gd name="T8" fmla="*/ 154 w 206"/>
              <a:gd name="T9" fmla="*/ 200 h 205"/>
              <a:gd name="T10" fmla="*/ 103 w 206"/>
              <a:gd name="T11" fmla="*/ 150 h 205"/>
              <a:gd name="T12" fmla="*/ 52 w 206"/>
              <a:gd name="T13" fmla="*/ 200 h 205"/>
              <a:gd name="T14" fmla="*/ 40 w 206"/>
              <a:gd name="T15" fmla="*/ 205 h 205"/>
              <a:gd name="T16" fmla="*/ 29 w 206"/>
              <a:gd name="T17" fmla="*/ 200 h 205"/>
              <a:gd name="T18" fmla="*/ 5 w 206"/>
              <a:gd name="T19" fmla="*/ 177 h 205"/>
              <a:gd name="T20" fmla="*/ 0 w 206"/>
              <a:gd name="T21" fmla="*/ 165 h 205"/>
              <a:gd name="T22" fmla="*/ 5 w 206"/>
              <a:gd name="T23" fmla="*/ 153 h 205"/>
              <a:gd name="T24" fmla="*/ 56 w 206"/>
              <a:gd name="T25" fmla="*/ 103 h 205"/>
              <a:gd name="T26" fmla="*/ 5 w 206"/>
              <a:gd name="T27" fmla="*/ 52 h 205"/>
              <a:gd name="T28" fmla="*/ 0 w 206"/>
              <a:gd name="T29" fmla="*/ 40 h 205"/>
              <a:gd name="T30" fmla="*/ 5 w 206"/>
              <a:gd name="T31" fmla="*/ 28 h 205"/>
              <a:gd name="T32" fmla="*/ 29 w 206"/>
              <a:gd name="T33" fmla="*/ 5 h 205"/>
              <a:gd name="T34" fmla="*/ 40 w 206"/>
              <a:gd name="T35" fmla="*/ 0 h 205"/>
              <a:gd name="T36" fmla="*/ 52 w 206"/>
              <a:gd name="T37" fmla="*/ 5 h 205"/>
              <a:gd name="T38" fmla="*/ 103 w 206"/>
              <a:gd name="T39" fmla="*/ 56 h 205"/>
              <a:gd name="T40" fmla="*/ 154 w 206"/>
              <a:gd name="T41" fmla="*/ 5 h 205"/>
              <a:gd name="T42" fmla="*/ 165 w 206"/>
              <a:gd name="T43" fmla="*/ 0 h 205"/>
              <a:gd name="T44" fmla="*/ 177 w 206"/>
              <a:gd name="T45" fmla="*/ 5 h 205"/>
              <a:gd name="T46" fmla="*/ 201 w 206"/>
              <a:gd name="T47" fmla="*/ 28 h 205"/>
              <a:gd name="T48" fmla="*/ 206 w 206"/>
              <a:gd name="T49" fmla="*/ 40 h 205"/>
              <a:gd name="T50" fmla="*/ 201 w 206"/>
              <a:gd name="T51" fmla="*/ 52 h 205"/>
              <a:gd name="T52" fmla="*/ 150 w 206"/>
              <a:gd name="T53" fmla="*/ 103 h 205"/>
              <a:gd name="T54" fmla="*/ 201 w 206"/>
              <a:gd name="T55" fmla="*/ 153 h 205"/>
              <a:gd name="T56" fmla="*/ 206 w 206"/>
              <a:gd name="T57" fmla="*/ 165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6" h="205">
                <a:moveTo>
                  <a:pt x="206" y="165"/>
                </a:moveTo>
                <a:cubicBezTo>
                  <a:pt x="206" y="170"/>
                  <a:pt x="204" y="174"/>
                  <a:pt x="201" y="177"/>
                </a:cubicBezTo>
                <a:cubicBezTo>
                  <a:pt x="177" y="200"/>
                  <a:pt x="177" y="200"/>
                  <a:pt x="177" y="200"/>
                </a:cubicBezTo>
                <a:cubicBezTo>
                  <a:pt x="174" y="204"/>
                  <a:pt x="170" y="205"/>
                  <a:pt x="165" y="205"/>
                </a:cubicBezTo>
                <a:cubicBezTo>
                  <a:pt x="161" y="205"/>
                  <a:pt x="157" y="204"/>
                  <a:pt x="154" y="200"/>
                </a:cubicBezTo>
                <a:cubicBezTo>
                  <a:pt x="103" y="150"/>
                  <a:pt x="103" y="150"/>
                  <a:pt x="103" y="150"/>
                </a:cubicBezTo>
                <a:cubicBezTo>
                  <a:pt x="52" y="200"/>
                  <a:pt x="52" y="200"/>
                  <a:pt x="52" y="200"/>
                </a:cubicBezTo>
                <a:cubicBezTo>
                  <a:pt x="49" y="204"/>
                  <a:pt x="45" y="205"/>
                  <a:pt x="40" y="205"/>
                </a:cubicBezTo>
                <a:cubicBezTo>
                  <a:pt x="36" y="205"/>
                  <a:pt x="32" y="204"/>
                  <a:pt x="29" y="200"/>
                </a:cubicBezTo>
                <a:cubicBezTo>
                  <a:pt x="5" y="177"/>
                  <a:pt x="5" y="177"/>
                  <a:pt x="5" y="177"/>
                </a:cubicBezTo>
                <a:cubicBezTo>
                  <a:pt x="2" y="174"/>
                  <a:pt x="0" y="170"/>
                  <a:pt x="0" y="165"/>
                </a:cubicBezTo>
                <a:cubicBezTo>
                  <a:pt x="0" y="161"/>
                  <a:pt x="2" y="157"/>
                  <a:pt x="5" y="153"/>
                </a:cubicBezTo>
                <a:cubicBezTo>
                  <a:pt x="56" y="103"/>
                  <a:pt x="56" y="103"/>
                  <a:pt x="56" y="103"/>
                </a:cubicBezTo>
                <a:cubicBezTo>
                  <a:pt x="5" y="52"/>
                  <a:pt x="5" y="52"/>
                  <a:pt x="5" y="52"/>
                </a:cubicBezTo>
                <a:cubicBezTo>
                  <a:pt x="2" y="49"/>
                  <a:pt x="0" y="45"/>
                  <a:pt x="0" y="40"/>
                </a:cubicBezTo>
                <a:cubicBezTo>
                  <a:pt x="0" y="36"/>
                  <a:pt x="2" y="32"/>
                  <a:pt x="5" y="28"/>
                </a:cubicBezTo>
                <a:cubicBezTo>
                  <a:pt x="29" y="5"/>
                  <a:pt x="29" y="5"/>
                  <a:pt x="29" y="5"/>
                </a:cubicBezTo>
                <a:cubicBezTo>
                  <a:pt x="32" y="2"/>
                  <a:pt x="36" y="0"/>
                  <a:pt x="40" y="0"/>
                </a:cubicBezTo>
                <a:cubicBezTo>
                  <a:pt x="45" y="0"/>
                  <a:pt x="49" y="2"/>
                  <a:pt x="52" y="5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154" y="5"/>
                  <a:pt x="154" y="5"/>
                  <a:pt x="154" y="5"/>
                </a:cubicBezTo>
                <a:cubicBezTo>
                  <a:pt x="157" y="2"/>
                  <a:pt x="161" y="0"/>
                  <a:pt x="165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201" y="28"/>
                  <a:pt x="201" y="28"/>
                  <a:pt x="201" y="28"/>
                </a:cubicBezTo>
                <a:cubicBezTo>
                  <a:pt x="204" y="32"/>
                  <a:pt x="206" y="36"/>
                  <a:pt x="206" y="40"/>
                </a:cubicBezTo>
                <a:cubicBezTo>
                  <a:pt x="206" y="45"/>
                  <a:pt x="204" y="49"/>
                  <a:pt x="201" y="52"/>
                </a:cubicBezTo>
                <a:cubicBezTo>
                  <a:pt x="150" y="103"/>
                  <a:pt x="150" y="103"/>
                  <a:pt x="150" y="103"/>
                </a:cubicBezTo>
                <a:cubicBezTo>
                  <a:pt x="201" y="153"/>
                  <a:pt x="201" y="153"/>
                  <a:pt x="201" y="153"/>
                </a:cubicBezTo>
                <a:cubicBezTo>
                  <a:pt x="204" y="157"/>
                  <a:pt x="206" y="161"/>
                  <a:pt x="206" y="16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Freeform 91"/>
          <p:cNvSpPr>
            <a:spLocks noEditPoints="1"/>
          </p:cNvSpPr>
          <p:nvPr/>
        </p:nvSpPr>
        <p:spPr bwMode="auto">
          <a:xfrm>
            <a:off x="3732213" y="2449513"/>
            <a:ext cx="287338" cy="287338"/>
          </a:xfrm>
          <a:custGeom>
            <a:avLst/>
            <a:gdLst>
              <a:gd name="T0" fmla="*/ 199 w 266"/>
              <a:gd name="T1" fmla="*/ 172 h 266"/>
              <a:gd name="T2" fmla="*/ 195 w 266"/>
              <a:gd name="T3" fmla="*/ 164 h 266"/>
              <a:gd name="T4" fmla="*/ 164 w 266"/>
              <a:gd name="T5" fmla="*/ 133 h 266"/>
              <a:gd name="T6" fmla="*/ 195 w 266"/>
              <a:gd name="T7" fmla="*/ 102 h 266"/>
              <a:gd name="T8" fmla="*/ 199 w 266"/>
              <a:gd name="T9" fmla="*/ 94 h 266"/>
              <a:gd name="T10" fmla="*/ 195 w 266"/>
              <a:gd name="T11" fmla="*/ 86 h 266"/>
              <a:gd name="T12" fmla="*/ 180 w 266"/>
              <a:gd name="T13" fmla="*/ 71 h 266"/>
              <a:gd name="T14" fmla="*/ 172 w 266"/>
              <a:gd name="T15" fmla="*/ 67 h 266"/>
              <a:gd name="T16" fmla="*/ 164 w 266"/>
              <a:gd name="T17" fmla="*/ 71 h 266"/>
              <a:gd name="T18" fmla="*/ 133 w 266"/>
              <a:gd name="T19" fmla="*/ 102 h 266"/>
              <a:gd name="T20" fmla="*/ 102 w 266"/>
              <a:gd name="T21" fmla="*/ 71 h 266"/>
              <a:gd name="T22" fmla="*/ 94 w 266"/>
              <a:gd name="T23" fmla="*/ 67 h 266"/>
              <a:gd name="T24" fmla="*/ 86 w 266"/>
              <a:gd name="T25" fmla="*/ 71 h 266"/>
              <a:gd name="T26" fmla="*/ 70 w 266"/>
              <a:gd name="T27" fmla="*/ 86 h 266"/>
              <a:gd name="T28" fmla="*/ 67 w 266"/>
              <a:gd name="T29" fmla="*/ 94 h 266"/>
              <a:gd name="T30" fmla="*/ 70 w 266"/>
              <a:gd name="T31" fmla="*/ 102 h 266"/>
              <a:gd name="T32" fmla="*/ 102 w 266"/>
              <a:gd name="T33" fmla="*/ 133 h 266"/>
              <a:gd name="T34" fmla="*/ 70 w 266"/>
              <a:gd name="T35" fmla="*/ 164 h 266"/>
              <a:gd name="T36" fmla="*/ 67 w 266"/>
              <a:gd name="T37" fmla="*/ 172 h 266"/>
              <a:gd name="T38" fmla="*/ 70 w 266"/>
              <a:gd name="T39" fmla="*/ 180 h 266"/>
              <a:gd name="T40" fmla="*/ 86 w 266"/>
              <a:gd name="T41" fmla="*/ 196 h 266"/>
              <a:gd name="T42" fmla="*/ 94 w 266"/>
              <a:gd name="T43" fmla="*/ 199 h 266"/>
              <a:gd name="T44" fmla="*/ 102 w 266"/>
              <a:gd name="T45" fmla="*/ 196 h 266"/>
              <a:gd name="T46" fmla="*/ 133 w 266"/>
              <a:gd name="T47" fmla="*/ 164 h 266"/>
              <a:gd name="T48" fmla="*/ 164 w 266"/>
              <a:gd name="T49" fmla="*/ 196 h 266"/>
              <a:gd name="T50" fmla="*/ 172 w 266"/>
              <a:gd name="T51" fmla="*/ 199 h 266"/>
              <a:gd name="T52" fmla="*/ 180 w 266"/>
              <a:gd name="T53" fmla="*/ 196 h 266"/>
              <a:gd name="T54" fmla="*/ 195 w 266"/>
              <a:gd name="T55" fmla="*/ 180 h 266"/>
              <a:gd name="T56" fmla="*/ 199 w 266"/>
              <a:gd name="T57" fmla="*/ 172 h 266"/>
              <a:gd name="T58" fmla="*/ 266 w 266"/>
              <a:gd name="T59" fmla="*/ 133 h 266"/>
              <a:gd name="T60" fmla="*/ 248 w 266"/>
              <a:gd name="T61" fmla="*/ 200 h 266"/>
              <a:gd name="T62" fmla="*/ 200 w 266"/>
              <a:gd name="T63" fmla="*/ 248 h 266"/>
              <a:gd name="T64" fmla="*/ 133 w 266"/>
              <a:gd name="T65" fmla="*/ 266 h 266"/>
              <a:gd name="T66" fmla="*/ 66 w 266"/>
              <a:gd name="T67" fmla="*/ 248 h 266"/>
              <a:gd name="T68" fmla="*/ 18 w 266"/>
              <a:gd name="T69" fmla="*/ 200 h 266"/>
              <a:gd name="T70" fmla="*/ 0 w 266"/>
              <a:gd name="T71" fmla="*/ 133 h 266"/>
              <a:gd name="T72" fmla="*/ 18 w 266"/>
              <a:gd name="T73" fmla="*/ 67 h 266"/>
              <a:gd name="T74" fmla="*/ 66 w 266"/>
              <a:gd name="T75" fmla="*/ 18 h 266"/>
              <a:gd name="T76" fmla="*/ 133 w 266"/>
              <a:gd name="T77" fmla="*/ 0 h 266"/>
              <a:gd name="T78" fmla="*/ 200 w 266"/>
              <a:gd name="T79" fmla="*/ 18 h 266"/>
              <a:gd name="T80" fmla="*/ 248 w 266"/>
              <a:gd name="T81" fmla="*/ 67 h 266"/>
              <a:gd name="T82" fmla="*/ 266 w 266"/>
              <a:gd name="T83" fmla="*/ 13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6" h="266">
                <a:moveTo>
                  <a:pt x="199" y="172"/>
                </a:moveTo>
                <a:cubicBezTo>
                  <a:pt x="199" y="169"/>
                  <a:pt x="198" y="167"/>
                  <a:pt x="195" y="164"/>
                </a:cubicBezTo>
                <a:cubicBezTo>
                  <a:pt x="164" y="133"/>
                  <a:pt x="164" y="133"/>
                  <a:pt x="164" y="133"/>
                </a:cubicBezTo>
                <a:cubicBezTo>
                  <a:pt x="195" y="102"/>
                  <a:pt x="195" y="102"/>
                  <a:pt x="195" y="102"/>
                </a:cubicBezTo>
                <a:cubicBezTo>
                  <a:pt x="198" y="100"/>
                  <a:pt x="199" y="97"/>
                  <a:pt x="199" y="94"/>
                </a:cubicBezTo>
                <a:cubicBezTo>
                  <a:pt x="199" y="91"/>
                  <a:pt x="198" y="88"/>
                  <a:pt x="195" y="86"/>
                </a:cubicBezTo>
                <a:cubicBezTo>
                  <a:pt x="180" y="71"/>
                  <a:pt x="180" y="71"/>
                  <a:pt x="180" y="71"/>
                </a:cubicBezTo>
                <a:cubicBezTo>
                  <a:pt x="178" y="68"/>
                  <a:pt x="175" y="67"/>
                  <a:pt x="172" y="67"/>
                </a:cubicBezTo>
                <a:cubicBezTo>
                  <a:pt x="169" y="67"/>
                  <a:pt x="166" y="68"/>
                  <a:pt x="164" y="71"/>
                </a:cubicBezTo>
                <a:cubicBezTo>
                  <a:pt x="133" y="102"/>
                  <a:pt x="133" y="102"/>
                  <a:pt x="133" y="102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99" y="68"/>
                  <a:pt x="97" y="67"/>
                  <a:pt x="94" y="67"/>
                </a:cubicBezTo>
                <a:cubicBezTo>
                  <a:pt x="91" y="67"/>
                  <a:pt x="88" y="68"/>
                  <a:pt x="86" y="71"/>
                </a:cubicBezTo>
                <a:cubicBezTo>
                  <a:pt x="70" y="86"/>
                  <a:pt x="70" y="86"/>
                  <a:pt x="70" y="86"/>
                </a:cubicBezTo>
                <a:cubicBezTo>
                  <a:pt x="68" y="88"/>
                  <a:pt x="67" y="91"/>
                  <a:pt x="67" y="94"/>
                </a:cubicBezTo>
                <a:cubicBezTo>
                  <a:pt x="67" y="97"/>
                  <a:pt x="68" y="100"/>
                  <a:pt x="70" y="102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70" y="164"/>
                  <a:pt x="70" y="164"/>
                  <a:pt x="70" y="164"/>
                </a:cubicBezTo>
                <a:cubicBezTo>
                  <a:pt x="68" y="167"/>
                  <a:pt x="67" y="169"/>
                  <a:pt x="67" y="172"/>
                </a:cubicBezTo>
                <a:cubicBezTo>
                  <a:pt x="67" y="175"/>
                  <a:pt x="68" y="178"/>
                  <a:pt x="70" y="180"/>
                </a:cubicBezTo>
                <a:cubicBezTo>
                  <a:pt x="86" y="196"/>
                  <a:pt x="86" y="196"/>
                  <a:pt x="86" y="196"/>
                </a:cubicBezTo>
                <a:cubicBezTo>
                  <a:pt x="88" y="198"/>
                  <a:pt x="91" y="199"/>
                  <a:pt x="94" y="199"/>
                </a:cubicBezTo>
                <a:cubicBezTo>
                  <a:pt x="97" y="199"/>
                  <a:pt x="99" y="198"/>
                  <a:pt x="102" y="196"/>
                </a:cubicBezTo>
                <a:cubicBezTo>
                  <a:pt x="133" y="164"/>
                  <a:pt x="133" y="164"/>
                  <a:pt x="133" y="164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6" y="198"/>
                  <a:pt x="169" y="199"/>
                  <a:pt x="172" y="199"/>
                </a:cubicBezTo>
                <a:cubicBezTo>
                  <a:pt x="175" y="199"/>
                  <a:pt x="178" y="198"/>
                  <a:pt x="180" y="196"/>
                </a:cubicBezTo>
                <a:cubicBezTo>
                  <a:pt x="195" y="180"/>
                  <a:pt x="195" y="180"/>
                  <a:pt x="195" y="180"/>
                </a:cubicBezTo>
                <a:cubicBezTo>
                  <a:pt x="198" y="178"/>
                  <a:pt x="199" y="175"/>
                  <a:pt x="199" y="172"/>
                </a:cubicBezTo>
                <a:close/>
                <a:moveTo>
                  <a:pt x="266" y="133"/>
                </a:moveTo>
                <a:cubicBezTo>
                  <a:pt x="266" y="157"/>
                  <a:pt x="260" y="179"/>
                  <a:pt x="248" y="200"/>
                </a:cubicBezTo>
                <a:cubicBezTo>
                  <a:pt x="236" y="220"/>
                  <a:pt x="220" y="236"/>
                  <a:pt x="200" y="248"/>
                </a:cubicBezTo>
                <a:cubicBezTo>
                  <a:pt x="179" y="260"/>
                  <a:pt x="157" y="266"/>
                  <a:pt x="133" y="266"/>
                </a:cubicBezTo>
                <a:cubicBezTo>
                  <a:pt x="109" y="266"/>
                  <a:pt x="87" y="260"/>
                  <a:pt x="66" y="248"/>
                </a:cubicBezTo>
                <a:cubicBezTo>
                  <a:pt x="46" y="236"/>
                  <a:pt x="30" y="220"/>
                  <a:pt x="18" y="200"/>
                </a:cubicBezTo>
                <a:cubicBezTo>
                  <a:pt x="6" y="179"/>
                  <a:pt x="0" y="157"/>
                  <a:pt x="0" y="133"/>
                </a:cubicBezTo>
                <a:cubicBezTo>
                  <a:pt x="0" y="109"/>
                  <a:pt x="6" y="87"/>
                  <a:pt x="18" y="67"/>
                </a:cubicBezTo>
                <a:cubicBezTo>
                  <a:pt x="30" y="46"/>
                  <a:pt x="46" y="30"/>
                  <a:pt x="66" y="18"/>
                </a:cubicBezTo>
                <a:cubicBezTo>
                  <a:pt x="87" y="6"/>
                  <a:pt x="109" y="0"/>
                  <a:pt x="133" y="0"/>
                </a:cubicBezTo>
                <a:cubicBezTo>
                  <a:pt x="157" y="0"/>
                  <a:pt x="179" y="6"/>
                  <a:pt x="200" y="18"/>
                </a:cubicBezTo>
                <a:cubicBezTo>
                  <a:pt x="220" y="30"/>
                  <a:pt x="236" y="46"/>
                  <a:pt x="248" y="67"/>
                </a:cubicBezTo>
                <a:cubicBezTo>
                  <a:pt x="260" y="87"/>
                  <a:pt x="266" y="109"/>
                  <a:pt x="266" y="1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6" name="Freeform 92"/>
          <p:cNvSpPr>
            <a:spLocks noEditPoints="1"/>
          </p:cNvSpPr>
          <p:nvPr/>
        </p:nvSpPr>
        <p:spPr bwMode="auto">
          <a:xfrm>
            <a:off x="3303588" y="2449513"/>
            <a:ext cx="287338" cy="287338"/>
          </a:xfrm>
          <a:custGeom>
            <a:avLst/>
            <a:gdLst>
              <a:gd name="T0" fmla="*/ 190 w 266"/>
              <a:gd name="T1" fmla="*/ 165 h 266"/>
              <a:gd name="T2" fmla="*/ 165 w 266"/>
              <a:gd name="T3" fmla="*/ 190 h 266"/>
              <a:gd name="T4" fmla="*/ 161 w 266"/>
              <a:gd name="T5" fmla="*/ 192 h 266"/>
              <a:gd name="T6" fmla="*/ 157 w 266"/>
              <a:gd name="T7" fmla="*/ 190 h 266"/>
              <a:gd name="T8" fmla="*/ 133 w 266"/>
              <a:gd name="T9" fmla="*/ 166 h 266"/>
              <a:gd name="T10" fmla="*/ 109 w 266"/>
              <a:gd name="T11" fmla="*/ 190 h 266"/>
              <a:gd name="T12" fmla="*/ 105 w 266"/>
              <a:gd name="T13" fmla="*/ 192 h 266"/>
              <a:gd name="T14" fmla="*/ 101 w 266"/>
              <a:gd name="T15" fmla="*/ 190 h 266"/>
              <a:gd name="T16" fmla="*/ 76 w 266"/>
              <a:gd name="T17" fmla="*/ 165 h 266"/>
              <a:gd name="T18" fmla="*/ 74 w 266"/>
              <a:gd name="T19" fmla="*/ 161 h 266"/>
              <a:gd name="T20" fmla="*/ 76 w 266"/>
              <a:gd name="T21" fmla="*/ 157 h 266"/>
              <a:gd name="T22" fmla="*/ 100 w 266"/>
              <a:gd name="T23" fmla="*/ 133 h 266"/>
              <a:gd name="T24" fmla="*/ 76 w 266"/>
              <a:gd name="T25" fmla="*/ 109 h 266"/>
              <a:gd name="T26" fmla="*/ 74 w 266"/>
              <a:gd name="T27" fmla="*/ 105 h 266"/>
              <a:gd name="T28" fmla="*/ 76 w 266"/>
              <a:gd name="T29" fmla="*/ 102 h 266"/>
              <a:gd name="T30" fmla="*/ 101 w 266"/>
              <a:gd name="T31" fmla="*/ 76 h 266"/>
              <a:gd name="T32" fmla="*/ 105 w 266"/>
              <a:gd name="T33" fmla="*/ 75 h 266"/>
              <a:gd name="T34" fmla="*/ 109 w 266"/>
              <a:gd name="T35" fmla="*/ 76 h 266"/>
              <a:gd name="T36" fmla="*/ 133 w 266"/>
              <a:gd name="T37" fmla="*/ 100 h 266"/>
              <a:gd name="T38" fmla="*/ 157 w 266"/>
              <a:gd name="T39" fmla="*/ 76 h 266"/>
              <a:gd name="T40" fmla="*/ 161 w 266"/>
              <a:gd name="T41" fmla="*/ 75 h 266"/>
              <a:gd name="T42" fmla="*/ 165 w 266"/>
              <a:gd name="T43" fmla="*/ 76 h 266"/>
              <a:gd name="T44" fmla="*/ 190 w 266"/>
              <a:gd name="T45" fmla="*/ 102 h 266"/>
              <a:gd name="T46" fmla="*/ 192 w 266"/>
              <a:gd name="T47" fmla="*/ 105 h 266"/>
              <a:gd name="T48" fmla="*/ 190 w 266"/>
              <a:gd name="T49" fmla="*/ 109 h 266"/>
              <a:gd name="T50" fmla="*/ 166 w 266"/>
              <a:gd name="T51" fmla="*/ 133 h 266"/>
              <a:gd name="T52" fmla="*/ 190 w 266"/>
              <a:gd name="T53" fmla="*/ 157 h 266"/>
              <a:gd name="T54" fmla="*/ 192 w 266"/>
              <a:gd name="T55" fmla="*/ 161 h 266"/>
              <a:gd name="T56" fmla="*/ 190 w 266"/>
              <a:gd name="T57" fmla="*/ 165 h 266"/>
              <a:gd name="T58" fmla="*/ 227 w 266"/>
              <a:gd name="T59" fmla="*/ 133 h 266"/>
              <a:gd name="T60" fmla="*/ 214 w 266"/>
              <a:gd name="T61" fmla="*/ 86 h 266"/>
              <a:gd name="T62" fmla="*/ 180 w 266"/>
              <a:gd name="T63" fmla="*/ 52 h 266"/>
              <a:gd name="T64" fmla="*/ 133 w 266"/>
              <a:gd name="T65" fmla="*/ 39 h 266"/>
              <a:gd name="T66" fmla="*/ 86 w 266"/>
              <a:gd name="T67" fmla="*/ 52 h 266"/>
              <a:gd name="T68" fmla="*/ 52 w 266"/>
              <a:gd name="T69" fmla="*/ 86 h 266"/>
              <a:gd name="T70" fmla="*/ 39 w 266"/>
              <a:gd name="T71" fmla="*/ 133 h 266"/>
              <a:gd name="T72" fmla="*/ 52 w 266"/>
              <a:gd name="T73" fmla="*/ 180 h 266"/>
              <a:gd name="T74" fmla="*/ 86 w 266"/>
              <a:gd name="T75" fmla="*/ 215 h 266"/>
              <a:gd name="T76" fmla="*/ 133 w 266"/>
              <a:gd name="T77" fmla="*/ 227 h 266"/>
              <a:gd name="T78" fmla="*/ 180 w 266"/>
              <a:gd name="T79" fmla="*/ 215 h 266"/>
              <a:gd name="T80" fmla="*/ 214 w 266"/>
              <a:gd name="T81" fmla="*/ 180 h 266"/>
              <a:gd name="T82" fmla="*/ 227 w 266"/>
              <a:gd name="T83" fmla="*/ 133 h 266"/>
              <a:gd name="T84" fmla="*/ 266 w 266"/>
              <a:gd name="T85" fmla="*/ 133 h 266"/>
              <a:gd name="T86" fmla="*/ 248 w 266"/>
              <a:gd name="T87" fmla="*/ 200 h 266"/>
              <a:gd name="T88" fmla="*/ 200 w 266"/>
              <a:gd name="T89" fmla="*/ 248 h 266"/>
              <a:gd name="T90" fmla="*/ 133 w 266"/>
              <a:gd name="T91" fmla="*/ 266 h 266"/>
              <a:gd name="T92" fmla="*/ 66 w 266"/>
              <a:gd name="T93" fmla="*/ 248 h 266"/>
              <a:gd name="T94" fmla="*/ 18 w 266"/>
              <a:gd name="T95" fmla="*/ 200 h 266"/>
              <a:gd name="T96" fmla="*/ 0 w 266"/>
              <a:gd name="T97" fmla="*/ 133 h 266"/>
              <a:gd name="T98" fmla="*/ 18 w 266"/>
              <a:gd name="T99" fmla="*/ 67 h 266"/>
              <a:gd name="T100" fmla="*/ 66 w 266"/>
              <a:gd name="T101" fmla="*/ 18 h 266"/>
              <a:gd name="T102" fmla="*/ 133 w 266"/>
              <a:gd name="T103" fmla="*/ 0 h 266"/>
              <a:gd name="T104" fmla="*/ 200 w 266"/>
              <a:gd name="T105" fmla="*/ 18 h 266"/>
              <a:gd name="T106" fmla="*/ 248 w 266"/>
              <a:gd name="T107" fmla="*/ 67 h 266"/>
              <a:gd name="T108" fmla="*/ 266 w 266"/>
              <a:gd name="T109" fmla="*/ 13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6" h="266">
                <a:moveTo>
                  <a:pt x="190" y="165"/>
                </a:moveTo>
                <a:cubicBezTo>
                  <a:pt x="165" y="190"/>
                  <a:pt x="165" y="190"/>
                  <a:pt x="165" y="190"/>
                </a:cubicBezTo>
                <a:cubicBezTo>
                  <a:pt x="164" y="191"/>
                  <a:pt x="162" y="192"/>
                  <a:pt x="161" y="192"/>
                </a:cubicBezTo>
                <a:cubicBezTo>
                  <a:pt x="159" y="192"/>
                  <a:pt x="158" y="191"/>
                  <a:pt x="157" y="190"/>
                </a:cubicBezTo>
                <a:cubicBezTo>
                  <a:pt x="133" y="166"/>
                  <a:pt x="133" y="166"/>
                  <a:pt x="133" y="166"/>
                </a:cubicBezTo>
                <a:cubicBezTo>
                  <a:pt x="109" y="190"/>
                  <a:pt x="109" y="190"/>
                  <a:pt x="109" y="190"/>
                </a:cubicBezTo>
                <a:cubicBezTo>
                  <a:pt x="108" y="191"/>
                  <a:pt x="107" y="192"/>
                  <a:pt x="105" y="192"/>
                </a:cubicBezTo>
                <a:cubicBezTo>
                  <a:pt x="104" y="192"/>
                  <a:pt x="103" y="191"/>
                  <a:pt x="101" y="190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75" y="164"/>
                  <a:pt x="74" y="162"/>
                  <a:pt x="74" y="161"/>
                </a:cubicBezTo>
                <a:cubicBezTo>
                  <a:pt x="74" y="159"/>
                  <a:pt x="75" y="158"/>
                  <a:pt x="76" y="157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76" y="109"/>
                  <a:pt x="76" y="109"/>
                  <a:pt x="76" y="109"/>
                </a:cubicBezTo>
                <a:cubicBezTo>
                  <a:pt x="75" y="108"/>
                  <a:pt x="74" y="107"/>
                  <a:pt x="74" y="105"/>
                </a:cubicBezTo>
                <a:cubicBezTo>
                  <a:pt x="74" y="104"/>
                  <a:pt x="75" y="103"/>
                  <a:pt x="76" y="102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03" y="75"/>
                  <a:pt x="104" y="75"/>
                  <a:pt x="105" y="75"/>
                </a:cubicBezTo>
                <a:cubicBezTo>
                  <a:pt x="107" y="75"/>
                  <a:pt x="108" y="75"/>
                  <a:pt x="109" y="76"/>
                </a:cubicBezTo>
                <a:cubicBezTo>
                  <a:pt x="133" y="100"/>
                  <a:pt x="133" y="100"/>
                  <a:pt x="133" y="100"/>
                </a:cubicBezTo>
                <a:cubicBezTo>
                  <a:pt x="157" y="76"/>
                  <a:pt x="157" y="76"/>
                  <a:pt x="157" y="76"/>
                </a:cubicBezTo>
                <a:cubicBezTo>
                  <a:pt x="158" y="75"/>
                  <a:pt x="159" y="75"/>
                  <a:pt x="161" y="75"/>
                </a:cubicBezTo>
                <a:cubicBezTo>
                  <a:pt x="162" y="75"/>
                  <a:pt x="164" y="75"/>
                  <a:pt x="165" y="76"/>
                </a:cubicBezTo>
                <a:cubicBezTo>
                  <a:pt x="190" y="102"/>
                  <a:pt x="190" y="102"/>
                  <a:pt x="190" y="102"/>
                </a:cubicBezTo>
                <a:cubicBezTo>
                  <a:pt x="191" y="103"/>
                  <a:pt x="192" y="104"/>
                  <a:pt x="192" y="105"/>
                </a:cubicBezTo>
                <a:cubicBezTo>
                  <a:pt x="192" y="107"/>
                  <a:pt x="191" y="108"/>
                  <a:pt x="190" y="109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90" y="157"/>
                  <a:pt x="190" y="157"/>
                  <a:pt x="190" y="157"/>
                </a:cubicBezTo>
                <a:cubicBezTo>
                  <a:pt x="191" y="158"/>
                  <a:pt x="192" y="159"/>
                  <a:pt x="192" y="161"/>
                </a:cubicBezTo>
                <a:cubicBezTo>
                  <a:pt x="192" y="162"/>
                  <a:pt x="191" y="164"/>
                  <a:pt x="190" y="165"/>
                </a:cubicBezTo>
                <a:close/>
                <a:moveTo>
                  <a:pt x="227" y="133"/>
                </a:moveTo>
                <a:cubicBezTo>
                  <a:pt x="227" y="116"/>
                  <a:pt x="223" y="100"/>
                  <a:pt x="214" y="86"/>
                </a:cubicBezTo>
                <a:cubicBezTo>
                  <a:pt x="206" y="72"/>
                  <a:pt x="195" y="60"/>
                  <a:pt x="180" y="52"/>
                </a:cubicBezTo>
                <a:cubicBezTo>
                  <a:pt x="166" y="43"/>
                  <a:pt x="150" y="39"/>
                  <a:pt x="133" y="39"/>
                </a:cubicBezTo>
                <a:cubicBezTo>
                  <a:pt x="116" y="39"/>
                  <a:pt x="100" y="43"/>
                  <a:pt x="86" y="52"/>
                </a:cubicBezTo>
                <a:cubicBezTo>
                  <a:pt x="71" y="60"/>
                  <a:pt x="60" y="72"/>
                  <a:pt x="52" y="86"/>
                </a:cubicBezTo>
                <a:cubicBezTo>
                  <a:pt x="43" y="100"/>
                  <a:pt x="39" y="116"/>
                  <a:pt x="39" y="133"/>
                </a:cubicBezTo>
                <a:cubicBezTo>
                  <a:pt x="39" y="150"/>
                  <a:pt x="43" y="166"/>
                  <a:pt x="52" y="180"/>
                </a:cubicBezTo>
                <a:cubicBezTo>
                  <a:pt x="60" y="195"/>
                  <a:pt x="71" y="206"/>
                  <a:pt x="86" y="215"/>
                </a:cubicBezTo>
                <a:cubicBezTo>
                  <a:pt x="100" y="223"/>
                  <a:pt x="116" y="227"/>
                  <a:pt x="133" y="227"/>
                </a:cubicBezTo>
                <a:cubicBezTo>
                  <a:pt x="150" y="227"/>
                  <a:pt x="166" y="223"/>
                  <a:pt x="180" y="215"/>
                </a:cubicBezTo>
                <a:cubicBezTo>
                  <a:pt x="195" y="206"/>
                  <a:pt x="206" y="195"/>
                  <a:pt x="214" y="180"/>
                </a:cubicBezTo>
                <a:cubicBezTo>
                  <a:pt x="223" y="166"/>
                  <a:pt x="227" y="150"/>
                  <a:pt x="227" y="133"/>
                </a:cubicBezTo>
                <a:close/>
                <a:moveTo>
                  <a:pt x="266" y="133"/>
                </a:moveTo>
                <a:cubicBezTo>
                  <a:pt x="266" y="157"/>
                  <a:pt x="260" y="179"/>
                  <a:pt x="248" y="200"/>
                </a:cubicBezTo>
                <a:cubicBezTo>
                  <a:pt x="236" y="220"/>
                  <a:pt x="220" y="236"/>
                  <a:pt x="200" y="248"/>
                </a:cubicBezTo>
                <a:cubicBezTo>
                  <a:pt x="179" y="260"/>
                  <a:pt x="157" y="266"/>
                  <a:pt x="133" y="266"/>
                </a:cubicBezTo>
                <a:cubicBezTo>
                  <a:pt x="109" y="266"/>
                  <a:pt x="87" y="260"/>
                  <a:pt x="66" y="248"/>
                </a:cubicBezTo>
                <a:cubicBezTo>
                  <a:pt x="46" y="236"/>
                  <a:pt x="30" y="220"/>
                  <a:pt x="18" y="200"/>
                </a:cubicBezTo>
                <a:cubicBezTo>
                  <a:pt x="6" y="179"/>
                  <a:pt x="0" y="157"/>
                  <a:pt x="0" y="133"/>
                </a:cubicBezTo>
                <a:cubicBezTo>
                  <a:pt x="0" y="109"/>
                  <a:pt x="6" y="87"/>
                  <a:pt x="18" y="67"/>
                </a:cubicBezTo>
                <a:cubicBezTo>
                  <a:pt x="30" y="46"/>
                  <a:pt x="46" y="30"/>
                  <a:pt x="66" y="18"/>
                </a:cubicBezTo>
                <a:cubicBezTo>
                  <a:pt x="87" y="6"/>
                  <a:pt x="109" y="0"/>
                  <a:pt x="133" y="0"/>
                </a:cubicBezTo>
                <a:cubicBezTo>
                  <a:pt x="157" y="0"/>
                  <a:pt x="179" y="6"/>
                  <a:pt x="200" y="18"/>
                </a:cubicBezTo>
                <a:cubicBezTo>
                  <a:pt x="220" y="30"/>
                  <a:pt x="236" y="46"/>
                  <a:pt x="248" y="67"/>
                </a:cubicBezTo>
                <a:cubicBezTo>
                  <a:pt x="260" y="87"/>
                  <a:pt x="266" y="109"/>
                  <a:pt x="266" y="1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7" name="Freeform 93"/>
          <p:cNvSpPr>
            <a:spLocks noEditPoints="1"/>
          </p:cNvSpPr>
          <p:nvPr/>
        </p:nvSpPr>
        <p:spPr bwMode="auto">
          <a:xfrm>
            <a:off x="2921001" y="2455863"/>
            <a:ext cx="190500" cy="274638"/>
          </a:xfrm>
          <a:custGeom>
            <a:avLst/>
            <a:gdLst>
              <a:gd name="T0" fmla="*/ 89 w 177"/>
              <a:gd name="T1" fmla="*/ 188 h 254"/>
              <a:gd name="T2" fmla="*/ 85 w 177"/>
              <a:gd name="T3" fmla="*/ 176 h 254"/>
              <a:gd name="T4" fmla="*/ 82 w 177"/>
              <a:gd name="T5" fmla="*/ 172 h 254"/>
              <a:gd name="T6" fmla="*/ 78 w 177"/>
              <a:gd name="T7" fmla="*/ 166 h 254"/>
              <a:gd name="T8" fmla="*/ 74 w 177"/>
              <a:gd name="T9" fmla="*/ 158 h 254"/>
              <a:gd name="T10" fmla="*/ 70 w 177"/>
              <a:gd name="T11" fmla="*/ 149 h 254"/>
              <a:gd name="T12" fmla="*/ 66 w 177"/>
              <a:gd name="T13" fmla="*/ 146 h 254"/>
              <a:gd name="T14" fmla="*/ 63 w 177"/>
              <a:gd name="T15" fmla="*/ 149 h 254"/>
              <a:gd name="T16" fmla="*/ 59 w 177"/>
              <a:gd name="T17" fmla="*/ 158 h 254"/>
              <a:gd name="T18" fmla="*/ 55 w 177"/>
              <a:gd name="T19" fmla="*/ 166 h 254"/>
              <a:gd name="T20" fmla="*/ 50 w 177"/>
              <a:gd name="T21" fmla="*/ 172 h 254"/>
              <a:gd name="T22" fmla="*/ 48 w 177"/>
              <a:gd name="T23" fmla="*/ 176 h 254"/>
              <a:gd name="T24" fmla="*/ 44 w 177"/>
              <a:gd name="T25" fmla="*/ 188 h 254"/>
              <a:gd name="T26" fmla="*/ 51 w 177"/>
              <a:gd name="T27" fmla="*/ 204 h 254"/>
              <a:gd name="T28" fmla="*/ 66 w 177"/>
              <a:gd name="T29" fmla="*/ 210 h 254"/>
              <a:gd name="T30" fmla="*/ 82 w 177"/>
              <a:gd name="T31" fmla="*/ 204 h 254"/>
              <a:gd name="T32" fmla="*/ 89 w 177"/>
              <a:gd name="T33" fmla="*/ 188 h 254"/>
              <a:gd name="T34" fmla="*/ 177 w 177"/>
              <a:gd name="T35" fmla="*/ 166 h 254"/>
              <a:gd name="T36" fmla="*/ 151 w 177"/>
              <a:gd name="T37" fmla="*/ 228 h 254"/>
              <a:gd name="T38" fmla="*/ 89 w 177"/>
              <a:gd name="T39" fmla="*/ 254 h 254"/>
              <a:gd name="T40" fmla="*/ 26 w 177"/>
              <a:gd name="T41" fmla="*/ 228 h 254"/>
              <a:gd name="T42" fmla="*/ 0 w 177"/>
              <a:gd name="T43" fmla="*/ 166 h 254"/>
              <a:gd name="T44" fmla="*/ 14 w 177"/>
              <a:gd name="T45" fmla="*/ 118 h 254"/>
              <a:gd name="T46" fmla="*/ 25 w 177"/>
              <a:gd name="T47" fmla="*/ 103 h 254"/>
              <a:gd name="T48" fmla="*/ 42 w 177"/>
              <a:gd name="T49" fmla="*/ 77 h 254"/>
              <a:gd name="T50" fmla="*/ 60 w 177"/>
              <a:gd name="T51" fmla="*/ 46 h 254"/>
              <a:gd name="T52" fmla="*/ 74 w 177"/>
              <a:gd name="T53" fmla="*/ 11 h 254"/>
              <a:gd name="T54" fmla="*/ 80 w 177"/>
              <a:gd name="T55" fmla="*/ 3 h 254"/>
              <a:gd name="T56" fmla="*/ 89 w 177"/>
              <a:gd name="T57" fmla="*/ 0 h 254"/>
              <a:gd name="T58" fmla="*/ 97 w 177"/>
              <a:gd name="T59" fmla="*/ 3 h 254"/>
              <a:gd name="T60" fmla="*/ 103 w 177"/>
              <a:gd name="T61" fmla="*/ 11 h 254"/>
              <a:gd name="T62" fmla="*/ 118 w 177"/>
              <a:gd name="T63" fmla="*/ 46 h 254"/>
              <a:gd name="T64" fmla="*/ 135 w 177"/>
              <a:gd name="T65" fmla="*/ 77 h 254"/>
              <a:gd name="T66" fmla="*/ 152 w 177"/>
              <a:gd name="T67" fmla="*/ 103 h 254"/>
              <a:gd name="T68" fmla="*/ 163 w 177"/>
              <a:gd name="T69" fmla="*/ 118 h 254"/>
              <a:gd name="T70" fmla="*/ 177 w 177"/>
              <a:gd name="T71" fmla="*/ 166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7" h="254">
                <a:moveTo>
                  <a:pt x="89" y="188"/>
                </a:moveTo>
                <a:cubicBezTo>
                  <a:pt x="89" y="184"/>
                  <a:pt x="87" y="180"/>
                  <a:pt x="85" y="176"/>
                </a:cubicBezTo>
                <a:cubicBezTo>
                  <a:pt x="85" y="176"/>
                  <a:pt x="84" y="175"/>
                  <a:pt x="82" y="172"/>
                </a:cubicBezTo>
                <a:cubicBezTo>
                  <a:pt x="81" y="170"/>
                  <a:pt x="79" y="167"/>
                  <a:pt x="78" y="166"/>
                </a:cubicBezTo>
                <a:cubicBezTo>
                  <a:pt x="77" y="164"/>
                  <a:pt x="75" y="161"/>
                  <a:pt x="74" y="158"/>
                </a:cubicBezTo>
                <a:cubicBezTo>
                  <a:pt x="72" y="155"/>
                  <a:pt x="71" y="152"/>
                  <a:pt x="70" y="149"/>
                </a:cubicBezTo>
                <a:cubicBezTo>
                  <a:pt x="70" y="147"/>
                  <a:pt x="68" y="146"/>
                  <a:pt x="66" y="146"/>
                </a:cubicBezTo>
                <a:cubicBezTo>
                  <a:pt x="65" y="146"/>
                  <a:pt x="63" y="147"/>
                  <a:pt x="63" y="149"/>
                </a:cubicBezTo>
                <a:cubicBezTo>
                  <a:pt x="62" y="152"/>
                  <a:pt x="61" y="155"/>
                  <a:pt x="59" y="158"/>
                </a:cubicBezTo>
                <a:cubicBezTo>
                  <a:pt x="58" y="161"/>
                  <a:pt x="56" y="164"/>
                  <a:pt x="55" y="166"/>
                </a:cubicBezTo>
                <a:cubicBezTo>
                  <a:pt x="54" y="167"/>
                  <a:pt x="52" y="170"/>
                  <a:pt x="50" y="172"/>
                </a:cubicBezTo>
                <a:cubicBezTo>
                  <a:pt x="49" y="175"/>
                  <a:pt x="48" y="176"/>
                  <a:pt x="48" y="176"/>
                </a:cubicBezTo>
                <a:cubicBezTo>
                  <a:pt x="46" y="180"/>
                  <a:pt x="44" y="184"/>
                  <a:pt x="44" y="188"/>
                </a:cubicBezTo>
                <a:cubicBezTo>
                  <a:pt x="44" y="194"/>
                  <a:pt x="47" y="199"/>
                  <a:pt x="51" y="204"/>
                </a:cubicBezTo>
                <a:cubicBezTo>
                  <a:pt x="55" y="208"/>
                  <a:pt x="60" y="210"/>
                  <a:pt x="66" y="210"/>
                </a:cubicBezTo>
                <a:cubicBezTo>
                  <a:pt x="73" y="210"/>
                  <a:pt x="78" y="208"/>
                  <a:pt x="82" y="204"/>
                </a:cubicBezTo>
                <a:cubicBezTo>
                  <a:pt x="86" y="199"/>
                  <a:pt x="89" y="194"/>
                  <a:pt x="89" y="188"/>
                </a:cubicBezTo>
                <a:close/>
                <a:moveTo>
                  <a:pt x="177" y="166"/>
                </a:moveTo>
                <a:cubicBezTo>
                  <a:pt x="177" y="190"/>
                  <a:pt x="168" y="211"/>
                  <a:pt x="151" y="228"/>
                </a:cubicBezTo>
                <a:cubicBezTo>
                  <a:pt x="134" y="246"/>
                  <a:pt x="113" y="254"/>
                  <a:pt x="89" y="254"/>
                </a:cubicBezTo>
                <a:cubicBezTo>
                  <a:pt x="64" y="254"/>
                  <a:pt x="43" y="246"/>
                  <a:pt x="26" y="228"/>
                </a:cubicBezTo>
                <a:cubicBezTo>
                  <a:pt x="9" y="211"/>
                  <a:pt x="0" y="190"/>
                  <a:pt x="0" y="166"/>
                </a:cubicBezTo>
                <a:cubicBezTo>
                  <a:pt x="0" y="149"/>
                  <a:pt x="5" y="133"/>
                  <a:pt x="14" y="118"/>
                </a:cubicBezTo>
                <a:cubicBezTo>
                  <a:pt x="15" y="117"/>
                  <a:pt x="18" y="112"/>
                  <a:pt x="25" y="103"/>
                </a:cubicBezTo>
                <a:cubicBezTo>
                  <a:pt x="31" y="93"/>
                  <a:pt x="37" y="85"/>
                  <a:pt x="42" y="77"/>
                </a:cubicBezTo>
                <a:cubicBezTo>
                  <a:pt x="47" y="69"/>
                  <a:pt x="53" y="58"/>
                  <a:pt x="60" y="46"/>
                </a:cubicBezTo>
                <a:cubicBezTo>
                  <a:pt x="66" y="33"/>
                  <a:pt x="71" y="22"/>
                  <a:pt x="74" y="11"/>
                </a:cubicBezTo>
                <a:cubicBezTo>
                  <a:pt x="75" y="8"/>
                  <a:pt x="77" y="5"/>
                  <a:pt x="80" y="3"/>
                </a:cubicBezTo>
                <a:cubicBezTo>
                  <a:pt x="83" y="1"/>
                  <a:pt x="86" y="0"/>
                  <a:pt x="89" y="0"/>
                </a:cubicBezTo>
                <a:cubicBezTo>
                  <a:pt x="92" y="0"/>
                  <a:pt x="95" y="1"/>
                  <a:pt x="97" y="3"/>
                </a:cubicBezTo>
                <a:cubicBezTo>
                  <a:pt x="100" y="5"/>
                  <a:pt x="102" y="8"/>
                  <a:pt x="103" y="11"/>
                </a:cubicBezTo>
                <a:cubicBezTo>
                  <a:pt x="107" y="22"/>
                  <a:pt x="111" y="33"/>
                  <a:pt x="118" y="46"/>
                </a:cubicBezTo>
                <a:cubicBezTo>
                  <a:pt x="124" y="58"/>
                  <a:pt x="130" y="69"/>
                  <a:pt x="135" y="77"/>
                </a:cubicBezTo>
                <a:cubicBezTo>
                  <a:pt x="140" y="85"/>
                  <a:pt x="146" y="93"/>
                  <a:pt x="152" y="103"/>
                </a:cubicBezTo>
                <a:cubicBezTo>
                  <a:pt x="159" y="112"/>
                  <a:pt x="162" y="117"/>
                  <a:pt x="163" y="118"/>
                </a:cubicBezTo>
                <a:cubicBezTo>
                  <a:pt x="172" y="133"/>
                  <a:pt x="177" y="149"/>
                  <a:pt x="177" y="16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8" name="Freeform 94"/>
          <p:cNvSpPr>
            <a:spLocks noEditPoints="1"/>
          </p:cNvSpPr>
          <p:nvPr/>
        </p:nvSpPr>
        <p:spPr bwMode="auto">
          <a:xfrm>
            <a:off x="2395538" y="2474913"/>
            <a:ext cx="381000" cy="238125"/>
          </a:xfrm>
          <a:custGeom>
            <a:avLst/>
            <a:gdLst>
              <a:gd name="T0" fmla="*/ 199 w 354"/>
              <a:gd name="T1" fmla="*/ 110 h 221"/>
              <a:gd name="T2" fmla="*/ 192 w 354"/>
              <a:gd name="T3" fmla="*/ 76 h 221"/>
              <a:gd name="T4" fmla="*/ 173 w 354"/>
              <a:gd name="T5" fmla="*/ 48 h 221"/>
              <a:gd name="T6" fmla="*/ 145 w 354"/>
              <a:gd name="T7" fmla="*/ 29 h 221"/>
              <a:gd name="T8" fmla="*/ 111 w 354"/>
              <a:gd name="T9" fmla="*/ 22 h 221"/>
              <a:gd name="T10" fmla="*/ 76 w 354"/>
              <a:gd name="T11" fmla="*/ 29 h 221"/>
              <a:gd name="T12" fmla="*/ 48 w 354"/>
              <a:gd name="T13" fmla="*/ 48 h 221"/>
              <a:gd name="T14" fmla="*/ 29 w 354"/>
              <a:gd name="T15" fmla="*/ 76 h 221"/>
              <a:gd name="T16" fmla="*/ 22 w 354"/>
              <a:gd name="T17" fmla="*/ 110 h 221"/>
              <a:gd name="T18" fmla="*/ 29 w 354"/>
              <a:gd name="T19" fmla="*/ 144 h 221"/>
              <a:gd name="T20" fmla="*/ 48 w 354"/>
              <a:gd name="T21" fmla="*/ 173 h 221"/>
              <a:gd name="T22" fmla="*/ 76 w 354"/>
              <a:gd name="T23" fmla="*/ 192 h 221"/>
              <a:gd name="T24" fmla="*/ 111 w 354"/>
              <a:gd name="T25" fmla="*/ 199 h 221"/>
              <a:gd name="T26" fmla="*/ 145 w 354"/>
              <a:gd name="T27" fmla="*/ 192 h 221"/>
              <a:gd name="T28" fmla="*/ 173 w 354"/>
              <a:gd name="T29" fmla="*/ 173 h 221"/>
              <a:gd name="T30" fmla="*/ 192 w 354"/>
              <a:gd name="T31" fmla="*/ 144 h 221"/>
              <a:gd name="T32" fmla="*/ 199 w 354"/>
              <a:gd name="T33" fmla="*/ 110 h 221"/>
              <a:gd name="T34" fmla="*/ 332 w 354"/>
              <a:gd name="T35" fmla="*/ 110 h 221"/>
              <a:gd name="T36" fmla="*/ 325 w 354"/>
              <a:gd name="T37" fmla="*/ 76 h 221"/>
              <a:gd name="T38" fmla="*/ 306 w 354"/>
              <a:gd name="T39" fmla="*/ 48 h 221"/>
              <a:gd name="T40" fmla="*/ 278 w 354"/>
              <a:gd name="T41" fmla="*/ 29 h 221"/>
              <a:gd name="T42" fmla="*/ 243 w 354"/>
              <a:gd name="T43" fmla="*/ 22 h 221"/>
              <a:gd name="T44" fmla="*/ 177 w 354"/>
              <a:gd name="T45" fmla="*/ 22 h 221"/>
              <a:gd name="T46" fmla="*/ 209 w 354"/>
              <a:gd name="T47" fmla="*/ 60 h 221"/>
              <a:gd name="T48" fmla="*/ 221 w 354"/>
              <a:gd name="T49" fmla="*/ 110 h 221"/>
              <a:gd name="T50" fmla="*/ 209 w 354"/>
              <a:gd name="T51" fmla="*/ 160 h 221"/>
              <a:gd name="T52" fmla="*/ 177 w 354"/>
              <a:gd name="T53" fmla="*/ 199 h 221"/>
              <a:gd name="T54" fmla="*/ 243 w 354"/>
              <a:gd name="T55" fmla="*/ 199 h 221"/>
              <a:gd name="T56" fmla="*/ 278 w 354"/>
              <a:gd name="T57" fmla="*/ 192 h 221"/>
              <a:gd name="T58" fmla="*/ 306 w 354"/>
              <a:gd name="T59" fmla="*/ 173 h 221"/>
              <a:gd name="T60" fmla="*/ 325 w 354"/>
              <a:gd name="T61" fmla="*/ 144 h 221"/>
              <a:gd name="T62" fmla="*/ 332 w 354"/>
              <a:gd name="T63" fmla="*/ 110 h 221"/>
              <a:gd name="T64" fmla="*/ 354 w 354"/>
              <a:gd name="T65" fmla="*/ 110 h 221"/>
              <a:gd name="T66" fmla="*/ 345 w 354"/>
              <a:gd name="T67" fmla="*/ 153 h 221"/>
              <a:gd name="T68" fmla="*/ 322 w 354"/>
              <a:gd name="T69" fmla="*/ 188 h 221"/>
              <a:gd name="T70" fmla="*/ 286 w 354"/>
              <a:gd name="T71" fmla="*/ 212 h 221"/>
              <a:gd name="T72" fmla="*/ 243 w 354"/>
              <a:gd name="T73" fmla="*/ 221 h 221"/>
              <a:gd name="T74" fmla="*/ 111 w 354"/>
              <a:gd name="T75" fmla="*/ 221 h 221"/>
              <a:gd name="T76" fmla="*/ 68 w 354"/>
              <a:gd name="T77" fmla="*/ 212 h 221"/>
              <a:gd name="T78" fmla="*/ 33 w 354"/>
              <a:gd name="T79" fmla="*/ 188 h 221"/>
              <a:gd name="T80" fmla="*/ 9 w 354"/>
              <a:gd name="T81" fmla="*/ 153 h 221"/>
              <a:gd name="T82" fmla="*/ 0 w 354"/>
              <a:gd name="T83" fmla="*/ 110 h 221"/>
              <a:gd name="T84" fmla="*/ 9 w 354"/>
              <a:gd name="T85" fmla="*/ 67 h 221"/>
              <a:gd name="T86" fmla="*/ 33 w 354"/>
              <a:gd name="T87" fmla="*/ 32 h 221"/>
              <a:gd name="T88" fmla="*/ 68 w 354"/>
              <a:gd name="T89" fmla="*/ 8 h 221"/>
              <a:gd name="T90" fmla="*/ 111 w 354"/>
              <a:gd name="T91" fmla="*/ 0 h 221"/>
              <a:gd name="T92" fmla="*/ 243 w 354"/>
              <a:gd name="T93" fmla="*/ 0 h 221"/>
              <a:gd name="T94" fmla="*/ 286 w 354"/>
              <a:gd name="T95" fmla="*/ 8 h 221"/>
              <a:gd name="T96" fmla="*/ 322 w 354"/>
              <a:gd name="T97" fmla="*/ 32 h 221"/>
              <a:gd name="T98" fmla="*/ 345 w 354"/>
              <a:gd name="T99" fmla="*/ 67 h 221"/>
              <a:gd name="T100" fmla="*/ 354 w 354"/>
              <a:gd name="T101" fmla="*/ 110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4" h="221">
                <a:moveTo>
                  <a:pt x="199" y="110"/>
                </a:moveTo>
                <a:cubicBezTo>
                  <a:pt x="199" y="98"/>
                  <a:pt x="197" y="87"/>
                  <a:pt x="192" y="76"/>
                </a:cubicBezTo>
                <a:cubicBezTo>
                  <a:pt x="188" y="65"/>
                  <a:pt x="181" y="56"/>
                  <a:pt x="173" y="48"/>
                </a:cubicBezTo>
                <a:cubicBezTo>
                  <a:pt x="165" y="40"/>
                  <a:pt x="156" y="33"/>
                  <a:pt x="145" y="29"/>
                </a:cubicBezTo>
                <a:cubicBezTo>
                  <a:pt x="134" y="24"/>
                  <a:pt x="123" y="22"/>
                  <a:pt x="111" y="22"/>
                </a:cubicBezTo>
                <a:cubicBezTo>
                  <a:pt x="99" y="22"/>
                  <a:pt x="87" y="24"/>
                  <a:pt x="76" y="29"/>
                </a:cubicBezTo>
                <a:cubicBezTo>
                  <a:pt x="66" y="33"/>
                  <a:pt x="56" y="40"/>
                  <a:pt x="48" y="48"/>
                </a:cubicBezTo>
                <a:cubicBezTo>
                  <a:pt x="40" y="56"/>
                  <a:pt x="34" y="65"/>
                  <a:pt x="29" y="76"/>
                </a:cubicBezTo>
                <a:cubicBezTo>
                  <a:pt x="25" y="87"/>
                  <a:pt x="22" y="98"/>
                  <a:pt x="22" y="110"/>
                </a:cubicBezTo>
                <a:cubicBezTo>
                  <a:pt x="22" y="122"/>
                  <a:pt x="25" y="134"/>
                  <a:pt x="29" y="144"/>
                </a:cubicBezTo>
                <a:cubicBezTo>
                  <a:pt x="34" y="155"/>
                  <a:pt x="40" y="165"/>
                  <a:pt x="48" y="173"/>
                </a:cubicBezTo>
                <a:cubicBezTo>
                  <a:pt x="56" y="181"/>
                  <a:pt x="66" y="187"/>
                  <a:pt x="76" y="192"/>
                </a:cubicBezTo>
                <a:cubicBezTo>
                  <a:pt x="87" y="196"/>
                  <a:pt x="99" y="199"/>
                  <a:pt x="111" y="199"/>
                </a:cubicBezTo>
                <a:cubicBezTo>
                  <a:pt x="123" y="199"/>
                  <a:pt x="134" y="196"/>
                  <a:pt x="145" y="192"/>
                </a:cubicBezTo>
                <a:cubicBezTo>
                  <a:pt x="156" y="187"/>
                  <a:pt x="165" y="181"/>
                  <a:pt x="173" y="173"/>
                </a:cubicBezTo>
                <a:cubicBezTo>
                  <a:pt x="181" y="165"/>
                  <a:pt x="188" y="155"/>
                  <a:pt x="192" y="144"/>
                </a:cubicBezTo>
                <a:cubicBezTo>
                  <a:pt x="197" y="134"/>
                  <a:pt x="199" y="122"/>
                  <a:pt x="199" y="110"/>
                </a:cubicBezTo>
                <a:close/>
                <a:moveTo>
                  <a:pt x="332" y="110"/>
                </a:moveTo>
                <a:cubicBezTo>
                  <a:pt x="332" y="98"/>
                  <a:pt x="330" y="87"/>
                  <a:pt x="325" y="76"/>
                </a:cubicBezTo>
                <a:cubicBezTo>
                  <a:pt x="320" y="65"/>
                  <a:pt x="314" y="56"/>
                  <a:pt x="306" y="48"/>
                </a:cubicBezTo>
                <a:cubicBezTo>
                  <a:pt x="298" y="40"/>
                  <a:pt x="289" y="33"/>
                  <a:pt x="278" y="29"/>
                </a:cubicBezTo>
                <a:cubicBezTo>
                  <a:pt x="267" y="24"/>
                  <a:pt x="255" y="22"/>
                  <a:pt x="243" y="22"/>
                </a:cubicBezTo>
                <a:cubicBezTo>
                  <a:pt x="177" y="22"/>
                  <a:pt x="177" y="22"/>
                  <a:pt x="177" y="22"/>
                </a:cubicBezTo>
                <a:cubicBezTo>
                  <a:pt x="191" y="32"/>
                  <a:pt x="201" y="45"/>
                  <a:pt x="209" y="60"/>
                </a:cubicBezTo>
                <a:cubicBezTo>
                  <a:pt x="217" y="76"/>
                  <a:pt x="221" y="92"/>
                  <a:pt x="221" y="110"/>
                </a:cubicBezTo>
                <a:cubicBezTo>
                  <a:pt x="221" y="128"/>
                  <a:pt x="217" y="144"/>
                  <a:pt x="209" y="160"/>
                </a:cubicBezTo>
                <a:cubicBezTo>
                  <a:pt x="201" y="175"/>
                  <a:pt x="191" y="188"/>
                  <a:pt x="177" y="199"/>
                </a:cubicBezTo>
                <a:cubicBezTo>
                  <a:pt x="243" y="199"/>
                  <a:pt x="243" y="199"/>
                  <a:pt x="243" y="199"/>
                </a:cubicBezTo>
                <a:cubicBezTo>
                  <a:pt x="255" y="199"/>
                  <a:pt x="267" y="196"/>
                  <a:pt x="278" y="192"/>
                </a:cubicBezTo>
                <a:cubicBezTo>
                  <a:pt x="289" y="187"/>
                  <a:pt x="298" y="181"/>
                  <a:pt x="306" y="173"/>
                </a:cubicBezTo>
                <a:cubicBezTo>
                  <a:pt x="314" y="165"/>
                  <a:pt x="320" y="155"/>
                  <a:pt x="325" y="144"/>
                </a:cubicBezTo>
                <a:cubicBezTo>
                  <a:pt x="330" y="134"/>
                  <a:pt x="332" y="122"/>
                  <a:pt x="332" y="110"/>
                </a:cubicBezTo>
                <a:close/>
                <a:moveTo>
                  <a:pt x="354" y="110"/>
                </a:moveTo>
                <a:cubicBezTo>
                  <a:pt x="354" y="125"/>
                  <a:pt x="351" y="139"/>
                  <a:pt x="345" y="153"/>
                </a:cubicBezTo>
                <a:cubicBezTo>
                  <a:pt x="339" y="167"/>
                  <a:pt x="332" y="178"/>
                  <a:pt x="322" y="188"/>
                </a:cubicBezTo>
                <a:cubicBezTo>
                  <a:pt x="312" y="198"/>
                  <a:pt x="300" y="206"/>
                  <a:pt x="286" y="212"/>
                </a:cubicBezTo>
                <a:cubicBezTo>
                  <a:pt x="273" y="218"/>
                  <a:pt x="258" y="221"/>
                  <a:pt x="243" y="221"/>
                </a:cubicBezTo>
                <a:cubicBezTo>
                  <a:pt x="111" y="221"/>
                  <a:pt x="111" y="221"/>
                  <a:pt x="111" y="221"/>
                </a:cubicBezTo>
                <a:cubicBezTo>
                  <a:pt x="96" y="221"/>
                  <a:pt x="81" y="218"/>
                  <a:pt x="68" y="212"/>
                </a:cubicBezTo>
                <a:cubicBezTo>
                  <a:pt x="54" y="206"/>
                  <a:pt x="42" y="198"/>
                  <a:pt x="33" y="188"/>
                </a:cubicBezTo>
                <a:cubicBezTo>
                  <a:pt x="23" y="178"/>
                  <a:pt x="15" y="167"/>
                  <a:pt x="9" y="153"/>
                </a:cubicBezTo>
                <a:cubicBezTo>
                  <a:pt x="3" y="139"/>
                  <a:pt x="0" y="125"/>
                  <a:pt x="0" y="110"/>
                </a:cubicBezTo>
                <a:cubicBezTo>
                  <a:pt x="0" y="95"/>
                  <a:pt x="3" y="81"/>
                  <a:pt x="9" y="67"/>
                </a:cubicBezTo>
                <a:cubicBezTo>
                  <a:pt x="15" y="54"/>
                  <a:pt x="23" y="42"/>
                  <a:pt x="33" y="32"/>
                </a:cubicBezTo>
                <a:cubicBezTo>
                  <a:pt x="42" y="22"/>
                  <a:pt x="54" y="14"/>
                  <a:pt x="68" y="8"/>
                </a:cubicBezTo>
                <a:cubicBezTo>
                  <a:pt x="81" y="2"/>
                  <a:pt x="96" y="0"/>
                  <a:pt x="111" y="0"/>
                </a:cubicBezTo>
                <a:cubicBezTo>
                  <a:pt x="243" y="0"/>
                  <a:pt x="243" y="0"/>
                  <a:pt x="243" y="0"/>
                </a:cubicBezTo>
                <a:cubicBezTo>
                  <a:pt x="258" y="0"/>
                  <a:pt x="273" y="2"/>
                  <a:pt x="286" y="8"/>
                </a:cubicBezTo>
                <a:cubicBezTo>
                  <a:pt x="300" y="14"/>
                  <a:pt x="312" y="22"/>
                  <a:pt x="322" y="32"/>
                </a:cubicBezTo>
                <a:cubicBezTo>
                  <a:pt x="332" y="42"/>
                  <a:pt x="339" y="54"/>
                  <a:pt x="345" y="67"/>
                </a:cubicBezTo>
                <a:cubicBezTo>
                  <a:pt x="351" y="81"/>
                  <a:pt x="354" y="95"/>
                  <a:pt x="354" y="11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9" name="Freeform 95"/>
          <p:cNvSpPr>
            <a:spLocks noEditPoints="1"/>
          </p:cNvSpPr>
          <p:nvPr/>
        </p:nvSpPr>
        <p:spPr bwMode="auto">
          <a:xfrm>
            <a:off x="1965326" y="2474913"/>
            <a:ext cx="382588" cy="238125"/>
          </a:xfrm>
          <a:custGeom>
            <a:avLst/>
            <a:gdLst>
              <a:gd name="T0" fmla="*/ 0 w 354"/>
              <a:gd name="T1" fmla="*/ 110 h 221"/>
              <a:gd name="T2" fmla="*/ 9 w 354"/>
              <a:gd name="T3" fmla="*/ 67 h 221"/>
              <a:gd name="T4" fmla="*/ 32 w 354"/>
              <a:gd name="T5" fmla="*/ 32 h 221"/>
              <a:gd name="T6" fmla="*/ 67 w 354"/>
              <a:gd name="T7" fmla="*/ 8 h 221"/>
              <a:gd name="T8" fmla="*/ 110 w 354"/>
              <a:gd name="T9" fmla="*/ 0 h 221"/>
              <a:gd name="T10" fmla="*/ 243 w 354"/>
              <a:gd name="T11" fmla="*/ 0 h 221"/>
              <a:gd name="T12" fmla="*/ 286 w 354"/>
              <a:gd name="T13" fmla="*/ 8 h 221"/>
              <a:gd name="T14" fmla="*/ 321 w 354"/>
              <a:gd name="T15" fmla="*/ 32 h 221"/>
              <a:gd name="T16" fmla="*/ 345 w 354"/>
              <a:gd name="T17" fmla="*/ 67 h 221"/>
              <a:gd name="T18" fmla="*/ 354 w 354"/>
              <a:gd name="T19" fmla="*/ 110 h 221"/>
              <a:gd name="T20" fmla="*/ 345 w 354"/>
              <a:gd name="T21" fmla="*/ 153 h 221"/>
              <a:gd name="T22" fmla="*/ 321 w 354"/>
              <a:gd name="T23" fmla="*/ 188 h 221"/>
              <a:gd name="T24" fmla="*/ 286 w 354"/>
              <a:gd name="T25" fmla="*/ 212 h 221"/>
              <a:gd name="T26" fmla="*/ 243 w 354"/>
              <a:gd name="T27" fmla="*/ 221 h 221"/>
              <a:gd name="T28" fmla="*/ 110 w 354"/>
              <a:gd name="T29" fmla="*/ 221 h 221"/>
              <a:gd name="T30" fmla="*/ 67 w 354"/>
              <a:gd name="T31" fmla="*/ 212 h 221"/>
              <a:gd name="T32" fmla="*/ 32 w 354"/>
              <a:gd name="T33" fmla="*/ 188 h 221"/>
              <a:gd name="T34" fmla="*/ 9 w 354"/>
              <a:gd name="T35" fmla="*/ 153 h 221"/>
              <a:gd name="T36" fmla="*/ 0 w 354"/>
              <a:gd name="T37" fmla="*/ 110 h 221"/>
              <a:gd name="T38" fmla="*/ 243 w 354"/>
              <a:gd name="T39" fmla="*/ 199 h 221"/>
              <a:gd name="T40" fmla="*/ 277 w 354"/>
              <a:gd name="T41" fmla="*/ 192 h 221"/>
              <a:gd name="T42" fmla="*/ 306 w 354"/>
              <a:gd name="T43" fmla="*/ 173 h 221"/>
              <a:gd name="T44" fmla="*/ 325 w 354"/>
              <a:gd name="T45" fmla="*/ 144 h 221"/>
              <a:gd name="T46" fmla="*/ 332 w 354"/>
              <a:gd name="T47" fmla="*/ 110 h 221"/>
              <a:gd name="T48" fmla="*/ 325 w 354"/>
              <a:gd name="T49" fmla="*/ 76 h 221"/>
              <a:gd name="T50" fmla="*/ 306 w 354"/>
              <a:gd name="T51" fmla="*/ 48 h 221"/>
              <a:gd name="T52" fmla="*/ 277 w 354"/>
              <a:gd name="T53" fmla="*/ 29 h 221"/>
              <a:gd name="T54" fmla="*/ 243 w 354"/>
              <a:gd name="T55" fmla="*/ 22 h 221"/>
              <a:gd name="T56" fmla="*/ 209 w 354"/>
              <a:gd name="T57" fmla="*/ 29 h 221"/>
              <a:gd name="T58" fmla="*/ 180 w 354"/>
              <a:gd name="T59" fmla="*/ 48 h 221"/>
              <a:gd name="T60" fmla="*/ 162 w 354"/>
              <a:gd name="T61" fmla="*/ 76 h 221"/>
              <a:gd name="T62" fmla="*/ 155 w 354"/>
              <a:gd name="T63" fmla="*/ 110 h 221"/>
              <a:gd name="T64" fmla="*/ 162 w 354"/>
              <a:gd name="T65" fmla="*/ 144 h 221"/>
              <a:gd name="T66" fmla="*/ 180 w 354"/>
              <a:gd name="T67" fmla="*/ 173 h 221"/>
              <a:gd name="T68" fmla="*/ 209 w 354"/>
              <a:gd name="T69" fmla="*/ 192 h 221"/>
              <a:gd name="T70" fmla="*/ 243 w 354"/>
              <a:gd name="T71" fmla="*/ 199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4" h="221">
                <a:moveTo>
                  <a:pt x="0" y="110"/>
                </a:moveTo>
                <a:cubicBezTo>
                  <a:pt x="0" y="95"/>
                  <a:pt x="3" y="81"/>
                  <a:pt x="9" y="67"/>
                </a:cubicBezTo>
                <a:cubicBezTo>
                  <a:pt x="14" y="54"/>
                  <a:pt x="22" y="42"/>
                  <a:pt x="32" y="32"/>
                </a:cubicBezTo>
                <a:cubicBezTo>
                  <a:pt x="42" y="22"/>
                  <a:pt x="54" y="14"/>
                  <a:pt x="67" y="8"/>
                </a:cubicBezTo>
                <a:cubicBezTo>
                  <a:pt x="81" y="2"/>
                  <a:pt x="95" y="0"/>
                  <a:pt x="110" y="0"/>
                </a:cubicBezTo>
                <a:cubicBezTo>
                  <a:pt x="243" y="0"/>
                  <a:pt x="243" y="0"/>
                  <a:pt x="243" y="0"/>
                </a:cubicBezTo>
                <a:cubicBezTo>
                  <a:pt x="258" y="0"/>
                  <a:pt x="272" y="2"/>
                  <a:pt x="286" y="8"/>
                </a:cubicBezTo>
                <a:cubicBezTo>
                  <a:pt x="300" y="14"/>
                  <a:pt x="311" y="22"/>
                  <a:pt x="321" y="32"/>
                </a:cubicBezTo>
                <a:cubicBezTo>
                  <a:pt x="331" y="42"/>
                  <a:pt x="339" y="54"/>
                  <a:pt x="345" y="67"/>
                </a:cubicBezTo>
                <a:cubicBezTo>
                  <a:pt x="351" y="81"/>
                  <a:pt x="354" y="95"/>
                  <a:pt x="354" y="110"/>
                </a:cubicBezTo>
                <a:cubicBezTo>
                  <a:pt x="354" y="125"/>
                  <a:pt x="351" y="139"/>
                  <a:pt x="345" y="153"/>
                </a:cubicBezTo>
                <a:cubicBezTo>
                  <a:pt x="339" y="167"/>
                  <a:pt x="331" y="178"/>
                  <a:pt x="321" y="188"/>
                </a:cubicBezTo>
                <a:cubicBezTo>
                  <a:pt x="311" y="198"/>
                  <a:pt x="300" y="206"/>
                  <a:pt x="286" y="212"/>
                </a:cubicBezTo>
                <a:cubicBezTo>
                  <a:pt x="272" y="218"/>
                  <a:pt x="258" y="221"/>
                  <a:pt x="243" y="221"/>
                </a:cubicBezTo>
                <a:cubicBezTo>
                  <a:pt x="110" y="221"/>
                  <a:pt x="110" y="221"/>
                  <a:pt x="110" y="221"/>
                </a:cubicBezTo>
                <a:cubicBezTo>
                  <a:pt x="95" y="221"/>
                  <a:pt x="81" y="218"/>
                  <a:pt x="67" y="212"/>
                </a:cubicBezTo>
                <a:cubicBezTo>
                  <a:pt x="54" y="206"/>
                  <a:pt x="42" y="198"/>
                  <a:pt x="32" y="188"/>
                </a:cubicBezTo>
                <a:cubicBezTo>
                  <a:pt x="22" y="178"/>
                  <a:pt x="14" y="167"/>
                  <a:pt x="9" y="153"/>
                </a:cubicBezTo>
                <a:cubicBezTo>
                  <a:pt x="3" y="139"/>
                  <a:pt x="0" y="125"/>
                  <a:pt x="0" y="110"/>
                </a:cubicBezTo>
                <a:close/>
                <a:moveTo>
                  <a:pt x="243" y="199"/>
                </a:moveTo>
                <a:cubicBezTo>
                  <a:pt x="255" y="199"/>
                  <a:pt x="266" y="196"/>
                  <a:pt x="277" y="192"/>
                </a:cubicBezTo>
                <a:cubicBezTo>
                  <a:pt x="288" y="187"/>
                  <a:pt x="298" y="181"/>
                  <a:pt x="306" y="173"/>
                </a:cubicBezTo>
                <a:cubicBezTo>
                  <a:pt x="314" y="165"/>
                  <a:pt x="320" y="155"/>
                  <a:pt x="325" y="144"/>
                </a:cubicBezTo>
                <a:cubicBezTo>
                  <a:pt x="329" y="134"/>
                  <a:pt x="332" y="122"/>
                  <a:pt x="332" y="110"/>
                </a:cubicBezTo>
                <a:cubicBezTo>
                  <a:pt x="332" y="98"/>
                  <a:pt x="329" y="87"/>
                  <a:pt x="325" y="76"/>
                </a:cubicBezTo>
                <a:cubicBezTo>
                  <a:pt x="320" y="65"/>
                  <a:pt x="314" y="56"/>
                  <a:pt x="306" y="48"/>
                </a:cubicBezTo>
                <a:cubicBezTo>
                  <a:pt x="298" y="40"/>
                  <a:pt x="288" y="33"/>
                  <a:pt x="277" y="29"/>
                </a:cubicBezTo>
                <a:cubicBezTo>
                  <a:pt x="266" y="24"/>
                  <a:pt x="255" y="22"/>
                  <a:pt x="243" y="22"/>
                </a:cubicBezTo>
                <a:cubicBezTo>
                  <a:pt x="231" y="22"/>
                  <a:pt x="220" y="24"/>
                  <a:pt x="209" y="29"/>
                </a:cubicBezTo>
                <a:cubicBezTo>
                  <a:pt x="198" y="33"/>
                  <a:pt x="188" y="40"/>
                  <a:pt x="180" y="48"/>
                </a:cubicBezTo>
                <a:cubicBezTo>
                  <a:pt x="173" y="56"/>
                  <a:pt x="166" y="65"/>
                  <a:pt x="162" y="76"/>
                </a:cubicBezTo>
                <a:cubicBezTo>
                  <a:pt x="157" y="87"/>
                  <a:pt x="155" y="98"/>
                  <a:pt x="155" y="110"/>
                </a:cubicBezTo>
                <a:cubicBezTo>
                  <a:pt x="155" y="122"/>
                  <a:pt x="157" y="134"/>
                  <a:pt x="162" y="144"/>
                </a:cubicBezTo>
                <a:cubicBezTo>
                  <a:pt x="166" y="155"/>
                  <a:pt x="173" y="165"/>
                  <a:pt x="180" y="173"/>
                </a:cubicBezTo>
                <a:cubicBezTo>
                  <a:pt x="188" y="181"/>
                  <a:pt x="198" y="187"/>
                  <a:pt x="209" y="192"/>
                </a:cubicBezTo>
                <a:cubicBezTo>
                  <a:pt x="220" y="196"/>
                  <a:pt x="231" y="199"/>
                  <a:pt x="243" y="19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0" name="Freeform 96"/>
          <p:cNvSpPr>
            <a:spLocks noEditPoints="1"/>
          </p:cNvSpPr>
          <p:nvPr/>
        </p:nvSpPr>
        <p:spPr bwMode="auto">
          <a:xfrm>
            <a:off x="1593851" y="2425700"/>
            <a:ext cx="263525" cy="334963"/>
          </a:xfrm>
          <a:custGeom>
            <a:avLst/>
            <a:gdLst>
              <a:gd name="T0" fmla="*/ 178 w 244"/>
              <a:gd name="T1" fmla="*/ 6 h 310"/>
              <a:gd name="T2" fmla="*/ 179 w 244"/>
              <a:gd name="T3" fmla="*/ 2 h 310"/>
              <a:gd name="T4" fmla="*/ 183 w 244"/>
              <a:gd name="T5" fmla="*/ 0 h 310"/>
              <a:gd name="T6" fmla="*/ 233 w 244"/>
              <a:gd name="T7" fmla="*/ 0 h 310"/>
              <a:gd name="T8" fmla="*/ 241 w 244"/>
              <a:gd name="T9" fmla="*/ 4 h 310"/>
              <a:gd name="T10" fmla="*/ 244 w 244"/>
              <a:gd name="T11" fmla="*/ 11 h 310"/>
              <a:gd name="T12" fmla="*/ 244 w 244"/>
              <a:gd name="T13" fmla="*/ 61 h 310"/>
              <a:gd name="T14" fmla="*/ 242 w 244"/>
              <a:gd name="T15" fmla="*/ 65 h 310"/>
              <a:gd name="T16" fmla="*/ 238 w 244"/>
              <a:gd name="T17" fmla="*/ 67 h 310"/>
              <a:gd name="T18" fmla="*/ 227 w 244"/>
              <a:gd name="T19" fmla="*/ 67 h 310"/>
              <a:gd name="T20" fmla="*/ 223 w 244"/>
              <a:gd name="T21" fmla="*/ 65 h 310"/>
              <a:gd name="T22" fmla="*/ 222 w 244"/>
              <a:gd name="T23" fmla="*/ 61 h 310"/>
              <a:gd name="T24" fmla="*/ 222 w 244"/>
              <a:gd name="T25" fmla="*/ 38 h 310"/>
              <a:gd name="T26" fmla="*/ 178 w 244"/>
              <a:gd name="T27" fmla="*/ 82 h 310"/>
              <a:gd name="T28" fmla="*/ 200 w 244"/>
              <a:gd name="T29" fmla="*/ 144 h 310"/>
              <a:gd name="T30" fmla="*/ 174 w 244"/>
              <a:gd name="T31" fmla="*/ 211 h 310"/>
              <a:gd name="T32" fmla="*/ 111 w 244"/>
              <a:gd name="T33" fmla="*/ 243 h 310"/>
              <a:gd name="T34" fmla="*/ 111 w 244"/>
              <a:gd name="T35" fmla="*/ 266 h 310"/>
              <a:gd name="T36" fmla="*/ 128 w 244"/>
              <a:gd name="T37" fmla="*/ 266 h 310"/>
              <a:gd name="T38" fmla="*/ 132 w 244"/>
              <a:gd name="T39" fmla="*/ 267 h 310"/>
              <a:gd name="T40" fmla="*/ 133 w 244"/>
              <a:gd name="T41" fmla="*/ 271 h 310"/>
              <a:gd name="T42" fmla="*/ 133 w 244"/>
              <a:gd name="T43" fmla="*/ 282 h 310"/>
              <a:gd name="T44" fmla="*/ 132 w 244"/>
              <a:gd name="T45" fmla="*/ 286 h 310"/>
              <a:gd name="T46" fmla="*/ 128 w 244"/>
              <a:gd name="T47" fmla="*/ 288 h 310"/>
              <a:gd name="T48" fmla="*/ 111 w 244"/>
              <a:gd name="T49" fmla="*/ 288 h 310"/>
              <a:gd name="T50" fmla="*/ 111 w 244"/>
              <a:gd name="T51" fmla="*/ 304 h 310"/>
              <a:gd name="T52" fmla="*/ 110 w 244"/>
              <a:gd name="T53" fmla="*/ 308 h 310"/>
              <a:gd name="T54" fmla="*/ 106 w 244"/>
              <a:gd name="T55" fmla="*/ 310 h 310"/>
              <a:gd name="T56" fmla="*/ 95 w 244"/>
              <a:gd name="T57" fmla="*/ 310 h 310"/>
              <a:gd name="T58" fmla="*/ 91 w 244"/>
              <a:gd name="T59" fmla="*/ 308 h 310"/>
              <a:gd name="T60" fmla="*/ 89 w 244"/>
              <a:gd name="T61" fmla="*/ 304 h 310"/>
              <a:gd name="T62" fmla="*/ 89 w 244"/>
              <a:gd name="T63" fmla="*/ 288 h 310"/>
              <a:gd name="T64" fmla="*/ 72 w 244"/>
              <a:gd name="T65" fmla="*/ 288 h 310"/>
              <a:gd name="T66" fmla="*/ 68 w 244"/>
              <a:gd name="T67" fmla="*/ 286 h 310"/>
              <a:gd name="T68" fmla="*/ 67 w 244"/>
              <a:gd name="T69" fmla="*/ 282 h 310"/>
              <a:gd name="T70" fmla="*/ 67 w 244"/>
              <a:gd name="T71" fmla="*/ 271 h 310"/>
              <a:gd name="T72" fmla="*/ 68 w 244"/>
              <a:gd name="T73" fmla="*/ 267 h 310"/>
              <a:gd name="T74" fmla="*/ 72 w 244"/>
              <a:gd name="T75" fmla="*/ 266 h 310"/>
              <a:gd name="T76" fmla="*/ 89 w 244"/>
              <a:gd name="T77" fmla="*/ 266 h 310"/>
              <a:gd name="T78" fmla="*/ 89 w 244"/>
              <a:gd name="T79" fmla="*/ 243 h 310"/>
              <a:gd name="T80" fmla="*/ 42 w 244"/>
              <a:gd name="T81" fmla="*/ 225 h 310"/>
              <a:gd name="T82" fmla="*/ 10 w 244"/>
              <a:gd name="T83" fmla="*/ 186 h 310"/>
              <a:gd name="T84" fmla="*/ 1 w 244"/>
              <a:gd name="T85" fmla="*/ 136 h 310"/>
              <a:gd name="T86" fmla="*/ 29 w 244"/>
              <a:gd name="T87" fmla="*/ 75 h 310"/>
              <a:gd name="T88" fmla="*/ 89 w 244"/>
              <a:gd name="T89" fmla="*/ 45 h 310"/>
              <a:gd name="T90" fmla="*/ 128 w 244"/>
              <a:gd name="T91" fmla="*/ 49 h 310"/>
              <a:gd name="T92" fmla="*/ 162 w 244"/>
              <a:gd name="T93" fmla="*/ 66 h 310"/>
              <a:gd name="T94" fmla="*/ 206 w 244"/>
              <a:gd name="T95" fmla="*/ 22 h 310"/>
              <a:gd name="T96" fmla="*/ 183 w 244"/>
              <a:gd name="T97" fmla="*/ 22 h 310"/>
              <a:gd name="T98" fmla="*/ 179 w 244"/>
              <a:gd name="T99" fmla="*/ 21 h 310"/>
              <a:gd name="T100" fmla="*/ 178 w 244"/>
              <a:gd name="T101" fmla="*/ 17 h 310"/>
              <a:gd name="T102" fmla="*/ 178 w 244"/>
              <a:gd name="T103" fmla="*/ 6 h 310"/>
              <a:gd name="T104" fmla="*/ 100 w 244"/>
              <a:gd name="T105" fmla="*/ 221 h 310"/>
              <a:gd name="T106" fmla="*/ 155 w 244"/>
              <a:gd name="T107" fmla="*/ 199 h 310"/>
              <a:gd name="T108" fmla="*/ 178 w 244"/>
              <a:gd name="T109" fmla="*/ 144 h 310"/>
              <a:gd name="T110" fmla="*/ 155 w 244"/>
              <a:gd name="T111" fmla="*/ 89 h 310"/>
              <a:gd name="T112" fmla="*/ 100 w 244"/>
              <a:gd name="T113" fmla="*/ 67 h 310"/>
              <a:gd name="T114" fmla="*/ 45 w 244"/>
              <a:gd name="T115" fmla="*/ 89 h 310"/>
              <a:gd name="T116" fmla="*/ 23 w 244"/>
              <a:gd name="T117" fmla="*/ 144 h 310"/>
              <a:gd name="T118" fmla="*/ 45 w 244"/>
              <a:gd name="T119" fmla="*/ 199 h 310"/>
              <a:gd name="T120" fmla="*/ 100 w 244"/>
              <a:gd name="T121" fmla="*/ 221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4" h="310">
                <a:moveTo>
                  <a:pt x="178" y="6"/>
                </a:moveTo>
                <a:cubicBezTo>
                  <a:pt x="178" y="4"/>
                  <a:pt x="178" y="3"/>
                  <a:pt x="179" y="2"/>
                </a:cubicBezTo>
                <a:cubicBezTo>
                  <a:pt x="180" y="1"/>
                  <a:pt x="181" y="0"/>
                  <a:pt x="183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36" y="0"/>
                  <a:pt x="238" y="1"/>
                  <a:pt x="241" y="4"/>
                </a:cubicBezTo>
                <a:cubicBezTo>
                  <a:pt x="243" y="6"/>
                  <a:pt x="244" y="8"/>
                  <a:pt x="244" y="11"/>
                </a:cubicBezTo>
                <a:cubicBezTo>
                  <a:pt x="244" y="61"/>
                  <a:pt x="244" y="61"/>
                  <a:pt x="244" y="61"/>
                </a:cubicBezTo>
                <a:cubicBezTo>
                  <a:pt x="244" y="63"/>
                  <a:pt x="243" y="64"/>
                  <a:pt x="242" y="65"/>
                </a:cubicBezTo>
                <a:cubicBezTo>
                  <a:pt x="241" y="66"/>
                  <a:pt x="240" y="67"/>
                  <a:pt x="238" y="67"/>
                </a:cubicBezTo>
                <a:cubicBezTo>
                  <a:pt x="227" y="67"/>
                  <a:pt x="227" y="67"/>
                  <a:pt x="227" y="67"/>
                </a:cubicBezTo>
                <a:cubicBezTo>
                  <a:pt x="226" y="67"/>
                  <a:pt x="224" y="66"/>
                  <a:pt x="223" y="65"/>
                </a:cubicBezTo>
                <a:cubicBezTo>
                  <a:pt x="222" y="64"/>
                  <a:pt x="222" y="63"/>
                  <a:pt x="222" y="61"/>
                </a:cubicBezTo>
                <a:cubicBezTo>
                  <a:pt x="222" y="38"/>
                  <a:pt x="222" y="38"/>
                  <a:pt x="222" y="38"/>
                </a:cubicBezTo>
                <a:cubicBezTo>
                  <a:pt x="178" y="82"/>
                  <a:pt x="178" y="82"/>
                  <a:pt x="178" y="82"/>
                </a:cubicBezTo>
                <a:cubicBezTo>
                  <a:pt x="192" y="100"/>
                  <a:pt x="200" y="121"/>
                  <a:pt x="200" y="144"/>
                </a:cubicBezTo>
                <a:cubicBezTo>
                  <a:pt x="200" y="170"/>
                  <a:pt x="191" y="192"/>
                  <a:pt x="174" y="211"/>
                </a:cubicBezTo>
                <a:cubicBezTo>
                  <a:pt x="157" y="229"/>
                  <a:pt x="136" y="240"/>
                  <a:pt x="111" y="243"/>
                </a:cubicBezTo>
                <a:cubicBezTo>
                  <a:pt x="111" y="266"/>
                  <a:pt x="111" y="266"/>
                  <a:pt x="111" y="266"/>
                </a:cubicBezTo>
                <a:cubicBezTo>
                  <a:pt x="128" y="266"/>
                  <a:pt x="128" y="266"/>
                  <a:pt x="128" y="266"/>
                </a:cubicBezTo>
                <a:cubicBezTo>
                  <a:pt x="129" y="266"/>
                  <a:pt x="131" y="266"/>
                  <a:pt x="132" y="267"/>
                </a:cubicBezTo>
                <a:cubicBezTo>
                  <a:pt x="133" y="268"/>
                  <a:pt x="133" y="270"/>
                  <a:pt x="133" y="271"/>
                </a:cubicBezTo>
                <a:cubicBezTo>
                  <a:pt x="133" y="282"/>
                  <a:pt x="133" y="282"/>
                  <a:pt x="133" y="282"/>
                </a:cubicBezTo>
                <a:cubicBezTo>
                  <a:pt x="133" y="284"/>
                  <a:pt x="133" y="285"/>
                  <a:pt x="132" y="286"/>
                </a:cubicBezTo>
                <a:cubicBezTo>
                  <a:pt x="131" y="287"/>
                  <a:pt x="129" y="288"/>
                  <a:pt x="128" y="288"/>
                </a:cubicBezTo>
                <a:cubicBezTo>
                  <a:pt x="111" y="288"/>
                  <a:pt x="111" y="288"/>
                  <a:pt x="111" y="288"/>
                </a:cubicBezTo>
                <a:cubicBezTo>
                  <a:pt x="111" y="304"/>
                  <a:pt x="111" y="304"/>
                  <a:pt x="111" y="304"/>
                </a:cubicBezTo>
                <a:cubicBezTo>
                  <a:pt x="111" y="306"/>
                  <a:pt x="111" y="307"/>
                  <a:pt x="110" y="308"/>
                </a:cubicBezTo>
                <a:cubicBezTo>
                  <a:pt x="109" y="309"/>
                  <a:pt x="107" y="310"/>
                  <a:pt x="106" y="310"/>
                </a:cubicBezTo>
                <a:cubicBezTo>
                  <a:pt x="95" y="310"/>
                  <a:pt x="95" y="310"/>
                  <a:pt x="95" y="310"/>
                </a:cubicBezTo>
                <a:cubicBezTo>
                  <a:pt x="93" y="310"/>
                  <a:pt x="92" y="309"/>
                  <a:pt x="91" y="308"/>
                </a:cubicBezTo>
                <a:cubicBezTo>
                  <a:pt x="90" y="307"/>
                  <a:pt x="89" y="306"/>
                  <a:pt x="89" y="304"/>
                </a:cubicBezTo>
                <a:cubicBezTo>
                  <a:pt x="89" y="288"/>
                  <a:pt x="89" y="288"/>
                  <a:pt x="89" y="288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71" y="288"/>
                  <a:pt x="70" y="287"/>
                  <a:pt x="68" y="286"/>
                </a:cubicBezTo>
                <a:cubicBezTo>
                  <a:pt x="67" y="285"/>
                  <a:pt x="67" y="284"/>
                  <a:pt x="67" y="282"/>
                </a:cubicBezTo>
                <a:cubicBezTo>
                  <a:pt x="67" y="271"/>
                  <a:pt x="67" y="271"/>
                  <a:pt x="67" y="271"/>
                </a:cubicBezTo>
                <a:cubicBezTo>
                  <a:pt x="67" y="270"/>
                  <a:pt x="67" y="268"/>
                  <a:pt x="68" y="267"/>
                </a:cubicBezTo>
                <a:cubicBezTo>
                  <a:pt x="70" y="266"/>
                  <a:pt x="71" y="266"/>
                  <a:pt x="72" y="266"/>
                </a:cubicBezTo>
                <a:cubicBezTo>
                  <a:pt x="89" y="266"/>
                  <a:pt x="89" y="266"/>
                  <a:pt x="89" y="266"/>
                </a:cubicBezTo>
                <a:cubicBezTo>
                  <a:pt x="89" y="243"/>
                  <a:pt x="89" y="243"/>
                  <a:pt x="89" y="243"/>
                </a:cubicBezTo>
                <a:cubicBezTo>
                  <a:pt x="72" y="241"/>
                  <a:pt x="56" y="235"/>
                  <a:pt x="42" y="225"/>
                </a:cubicBezTo>
                <a:cubicBezTo>
                  <a:pt x="28" y="215"/>
                  <a:pt x="18" y="202"/>
                  <a:pt x="10" y="186"/>
                </a:cubicBezTo>
                <a:cubicBezTo>
                  <a:pt x="3" y="171"/>
                  <a:pt x="0" y="154"/>
                  <a:pt x="1" y="136"/>
                </a:cubicBezTo>
                <a:cubicBezTo>
                  <a:pt x="3" y="113"/>
                  <a:pt x="12" y="92"/>
                  <a:pt x="29" y="75"/>
                </a:cubicBezTo>
                <a:cubicBezTo>
                  <a:pt x="45" y="58"/>
                  <a:pt x="65" y="48"/>
                  <a:pt x="89" y="45"/>
                </a:cubicBezTo>
                <a:cubicBezTo>
                  <a:pt x="102" y="44"/>
                  <a:pt x="115" y="45"/>
                  <a:pt x="128" y="49"/>
                </a:cubicBezTo>
                <a:cubicBezTo>
                  <a:pt x="141" y="52"/>
                  <a:pt x="152" y="58"/>
                  <a:pt x="162" y="66"/>
                </a:cubicBezTo>
                <a:cubicBezTo>
                  <a:pt x="206" y="22"/>
                  <a:pt x="206" y="22"/>
                  <a:pt x="206" y="22"/>
                </a:cubicBezTo>
                <a:cubicBezTo>
                  <a:pt x="183" y="22"/>
                  <a:pt x="183" y="22"/>
                  <a:pt x="183" y="22"/>
                </a:cubicBezTo>
                <a:cubicBezTo>
                  <a:pt x="181" y="22"/>
                  <a:pt x="180" y="22"/>
                  <a:pt x="179" y="21"/>
                </a:cubicBezTo>
                <a:cubicBezTo>
                  <a:pt x="178" y="20"/>
                  <a:pt x="178" y="18"/>
                  <a:pt x="178" y="17"/>
                </a:cubicBezTo>
                <a:lnTo>
                  <a:pt x="178" y="6"/>
                </a:lnTo>
                <a:close/>
                <a:moveTo>
                  <a:pt x="100" y="221"/>
                </a:moveTo>
                <a:cubicBezTo>
                  <a:pt x="121" y="221"/>
                  <a:pt x="140" y="214"/>
                  <a:pt x="155" y="199"/>
                </a:cubicBezTo>
                <a:cubicBezTo>
                  <a:pt x="170" y="184"/>
                  <a:pt x="178" y="165"/>
                  <a:pt x="178" y="144"/>
                </a:cubicBezTo>
                <a:cubicBezTo>
                  <a:pt x="178" y="123"/>
                  <a:pt x="170" y="105"/>
                  <a:pt x="155" y="89"/>
                </a:cubicBezTo>
                <a:cubicBezTo>
                  <a:pt x="140" y="74"/>
                  <a:pt x="121" y="67"/>
                  <a:pt x="100" y="67"/>
                </a:cubicBezTo>
                <a:cubicBezTo>
                  <a:pt x="79" y="67"/>
                  <a:pt x="61" y="74"/>
                  <a:pt x="45" y="89"/>
                </a:cubicBezTo>
                <a:cubicBezTo>
                  <a:pt x="30" y="105"/>
                  <a:pt x="23" y="123"/>
                  <a:pt x="23" y="144"/>
                </a:cubicBezTo>
                <a:cubicBezTo>
                  <a:pt x="23" y="165"/>
                  <a:pt x="30" y="184"/>
                  <a:pt x="45" y="199"/>
                </a:cubicBezTo>
                <a:cubicBezTo>
                  <a:pt x="61" y="214"/>
                  <a:pt x="79" y="221"/>
                  <a:pt x="100" y="22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1" name="Freeform 97"/>
          <p:cNvSpPr>
            <a:spLocks noEditPoints="1"/>
          </p:cNvSpPr>
          <p:nvPr/>
        </p:nvSpPr>
        <p:spPr bwMode="auto">
          <a:xfrm>
            <a:off x="1139826" y="2425700"/>
            <a:ext cx="311150" cy="334963"/>
          </a:xfrm>
          <a:custGeom>
            <a:avLst/>
            <a:gdLst>
              <a:gd name="T0" fmla="*/ 223 w 288"/>
              <a:gd name="T1" fmla="*/ 2 h 310"/>
              <a:gd name="T2" fmla="*/ 276 w 288"/>
              <a:gd name="T3" fmla="*/ 0 h 310"/>
              <a:gd name="T4" fmla="*/ 288 w 288"/>
              <a:gd name="T5" fmla="*/ 11 h 310"/>
              <a:gd name="T6" fmla="*/ 286 w 288"/>
              <a:gd name="T7" fmla="*/ 65 h 310"/>
              <a:gd name="T8" fmla="*/ 271 w 288"/>
              <a:gd name="T9" fmla="*/ 67 h 310"/>
              <a:gd name="T10" fmla="*/ 265 w 288"/>
              <a:gd name="T11" fmla="*/ 61 h 310"/>
              <a:gd name="T12" fmla="*/ 222 w 288"/>
              <a:gd name="T13" fmla="*/ 82 h 310"/>
              <a:gd name="T14" fmla="*/ 218 w 288"/>
              <a:gd name="T15" fmla="*/ 211 h 310"/>
              <a:gd name="T16" fmla="*/ 155 w 288"/>
              <a:gd name="T17" fmla="*/ 266 h 310"/>
              <a:gd name="T18" fmla="*/ 175 w 288"/>
              <a:gd name="T19" fmla="*/ 267 h 310"/>
              <a:gd name="T20" fmla="*/ 177 w 288"/>
              <a:gd name="T21" fmla="*/ 282 h 310"/>
              <a:gd name="T22" fmla="*/ 171 w 288"/>
              <a:gd name="T23" fmla="*/ 288 h 310"/>
              <a:gd name="T24" fmla="*/ 155 w 288"/>
              <a:gd name="T25" fmla="*/ 304 h 310"/>
              <a:gd name="T26" fmla="*/ 149 w 288"/>
              <a:gd name="T27" fmla="*/ 310 h 310"/>
              <a:gd name="T28" fmla="*/ 134 w 288"/>
              <a:gd name="T29" fmla="*/ 308 h 310"/>
              <a:gd name="T30" fmla="*/ 133 w 288"/>
              <a:gd name="T31" fmla="*/ 288 h 310"/>
              <a:gd name="T32" fmla="*/ 112 w 288"/>
              <a:gd name="T33" fmla="*/ 286 h 310"/>
              <a:gd name="T34" fmla="*/ 111 w 288"/>
              <a:gd name="T35" fmla="*/ 271 h 310"/>
              <a:gd name="T36" fmla="*/ 116 w 288"/>
              <a:gd name="T37" fmla="*/ 266 h 310"/>
              <a:gd name="T38" fmla="*/ 133 w 288"/>
              <a:gd name="T39" fmla="*/ 243 h 310"/>
              <a:gd name="T40" fmla="*/ 44 w 288"/>
              <a:gd name="T41" fmla="*/ 144 h 310"/>
              <a:gd name="T42" fmla="*/ 57 w 288"/>
              <a:gd name="T43" fmla="*/ 73 h 310"/>
              <a:gd name="T44" fmla="*/ 36 w 288"/>
              <a:gd name="T45" fmla="*/ 94 h 310"/>
              <a:gd name="T46" fmla="*/ 24 w 288"/>
              <a:gd name="T47" fmla="*/ 85 h 310"/>
              <a:gd name="T48" fmla="*/ 23 w 288"/>
              <a:gd name="T49" fmla="*/ 77 h 310"/>
              <a:gd name="T50" fmla="*/ 22 w 288"/>
              <a:gd name="T51" fmla="*/ 38 h 310"/>
              <a:gd name="T52" fmla="*/ 21 w 288"/>
              <a:gd name="T53" fmla="*/ 65 h 310"/>
              <a:gd name="T54" fmla="*/ 6 w 288"/>
              <a:gd name="T55" fmla="*/ 67 h 310"/>
              <a:gd name="T56" fmla="*/ 0 w 288"/>
              <a:gd name="T57" fmla="*/ 61 h 310"/>
              <a:gd name="T58" fmla="*/ 3 w 288"/>
              <a:gd name="T59" fmla="*/ 4 h 310"/>
              <a:gd name="T60" fmla="*/ 61 w 288"/>
              <a:gd name="T61" fmla="*/ 0 h 310"/>
              <a:gd name="T62" fmla="*/ 66 w 288"/>
              <a:gd name="T63" fmla="*/ 6 h 310"/>
              <a:gd name="T64" fmla="*/ 65 w 288"/>
              <a:gd name="T65" fmla="*/ 21 h 310"/>
              <a:gd name="T66" fmla="*/ 38 w 288"/>
              <a:gd name="T67" fmla="*/ 22 h 310"/>
              <a:gd name="T68" fmla="*/ 71 w 288"/>
              <a:gd name="T69" fmla="*/ 25 h 310"/>
              <a:gd name="T70" fmla="*/ 79 w 288"/>
              <a:gd name="T71" fmla="*/ 24 h 310"/>
              <a:gd name="T72" fmla="*/ 89 w 288"/>
              <a:gd name="T73" fmla="*/ 35 h 310"/>
              <a:gd name="T74" fmla="*/ 72 w 288"/>
              <a:gd name="T75" fmla="*/ 57 h 310"/>
              <a:gd name="T76" fmla="*/ 144 w 288"/>
              <a:gd name="T77" fmla="*/ 45 h 310"/>
              <a:gd name="T78" fmla="*/ 250 w 288"/>
              <a:gd name="T79" fmla="*/ 22 h 310"/>
              <a:gd name="T80" fmla="*/ 223 w 288"/>
              <a:gd name="T81" fmla="*/ 21 h 310"/>
              <a:gd name="T82" fmla="*/ 221 w 288"/>
              <a:gd name="T83" fmla="*/ 6 h 310"/>
              <a:gd name="T84" fmla="*/ 198 w 288"/>
              <a:gd name="T85" fmla="*/ 199 h 310"/>
              <a:gd name="T86" fmla="*/ 198 w 288"/>
              <a:gd name="T87" fmla="*/ 89 h 310"/>
              <a:gd name="T88" fmla="*/ 89 w 288"/>
              <a:gd name="T89" fmla="*/ 89 h 310"/>
              <a:gd name="T90" fmla="*/ 89 w 288"/>
              <a:gd name="T91" fmla="*/ 199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8" h="310">
                <a:moveTo>
                  <a:pt x="221" y="6"/>
                </a:moveTo>
                <a:cubicBezTo>
                  <a:pt x="221" y="4"/>
                  <a:pt x="222" y="3"/>
                  <a:pt x="223" y="2"/>
                </a:cubicBezTo>
                <a:cubicBezTo>
                  <a:pt x="224" y="1"/>
                  <a:pt x="225" y="0"/>
                  <a:pt x="227" y="0"/>
                </a:cubicBezTo>
                <a:cubicBezTo>
                  <a:pt x="276" y="0"/>
                  <a:pt x="276" y="0"/>
                  <a:pt x="276" y="0"/>
                </a:cubicBezTo>
                <a:cubicBezTo>
                  <a:pt x="279" y="0"/>
                  <a:pt x="282" y="1"/>
                  <a:pt x="284" y="4"/>
                </a:cubicBezTo>
                <a:cubicBezTo>
                  <a:pt x="286" y="6"/>
                  <a:pt x="288" y="8"/>
                  <a:pt x="288" y="11"/>
                </a:cubicBezTo>
                <a:cubicBezTo>
                  <a:pt x="288" y="61"/>
                  <a:pt x="288" y="61"/>
                  <a:pt x="288" y="61"/>
                </a:cubicBezTo>
                <a:cubicBezTo>
                  <a:pt x="288" y="63"/>
                  <a:pt x="287" y="64"/>
                  <a:pt x="286" y="65"/>
                </a:cubicBezTo>
                <a:cubicBezTo>
                  <a:pt x="285" y="66"/>
                  <a:pt x="284" y="67"/>
                  <a:pt x="282" y="67"/>
                </a:cubicBezTo>
                <a:cubicBezTo>
                  <a:pt x="271" y="67"/>
                  <a:pt x="271" y="67"/>
                  <a:pt x="271" y="67"/>
                </a:cubicBezTo>
                <a:cubicBezTo>
                  <a:pt x="269" y="67"/>
                  <a:pt x="268" y="66"/>
                  <a:pt x="267" y="65"/>
                </a:cubicBezTo>
                <a:cubicBezTo>
                  <a:pt x="266" y="64"/>
                  <a:pt x="265" y="63"/>
                  <a:pt x="265" y="61"/>
                </a:cubicBezTo>
                <a:cubicBezTo>
                  <a:pt x="265" y="38"/>
                  <a:pt x="265" y="38"/>
                  <a:pt x="265" y="38"/>
                </a:cubicBezTo>
                <a:cubicBezTo>
                  <a:pt x="222" y="82"/>
                  <a:pt x="222" y="82"/>
                  <a:pt x="222" y="82"/>
                </a:cubicBezTo>
                <a:cubicBezTo>
                  <a:pt x="236" y="100"/>
                  <a:pt x="243" y="121"/>
                  <a:pt x="243" y="144"/>
                </a:cubicBezTo>
                <a:cubicBezTo>
                  <a:pt x="243" y="170"/>
                  <a:pt x="235" y="192"/>
                  <a:pt x="218" y="211"/>
                </a:cubicBezTo>
                <a:cubicBezTo>
                  <a:pt x="201" y="229"/>
                  <a:pt x="180" y="240"/>
                  <a:pt x="155" y="243"/>
                </a:cubicBezTo>
                <a:cubicBezTo>
                  <a:pt x="155" y="266"/>
                  <a:pt x="155" y="266"/>
                  <a:pt x="155" y="266"/>
                </a:cubicBezTo>
                <a:cubicBezTo>
                  <a:pt x="171" y="266"/>
                  <a:pt x="171" y="266"/>
                  <a:pt x="171" y="266"/>
                </a:cubicBezTo>
                <a:cubicBezTo>
                  <a:pt x="173" y="266"/>
                  <a:pt x="174" y="266"/>
                  <a:pt x="175" y="267"/>
                </a:cubicBezTo>
                <a:cubicBezTo>
                  <a:pt x="176" y="268"/>
                  <a:pt x="177" y="270"/>
                  <a:pt x="177" y="271"/>
                </a:cubicBezTo>
                <a:cubicBezTo>
                  <a:pt x="177" y="282"/>
                  <a:pt x="177" y="282"/>
                  <a:pt x="177" y="282"/>
                </a:cubicBezTo>
                <a:cubicBezTo>
                  <a:pt x="177" y="284"/>
                  <a:pt x="176" y="285"/>
                  <a:pt x="175" y="286"/>
                </a:cubicBezTo>
                <a:cubicBezTo>
                  <a:pt x="174" y="287"/>
                  <a:pt x="173" y="288"/>
                  <a:pt x="171" y="288"/>
                </a:cubicBezTo>
                <a:cubicBezTo>
                  <a:pt x="155" y="288"/>
                  <a:pt x="155" y="288"/>
                  <a:pt x="155" y="288"/>
                </a:cubicBezTo>
                <a:cubicBezTo>
                  <a:pt x="155" y="304"/>
                  <a:pt x="155" y="304"/>
                  <a:pt x="155" y="304"/>
                </a:cubicBezTo>
                <a:cubicBezTo>
                  <a:pt x="155" y="306"/>
                  <a:pt x="154" y="307"/>
                  <a:pt x="153" y="308"/>
                </a:cubicBezTo>
                <a:cubicBezTo>
                  <a:pt x="152" y="309"/>
                  <a:pt x="151" y="310"/>
                  <a:pt x="149" y="310"/>
                </a:cubicBezTo>
                <a:cubicBezTo>
                  <a:pt x="138" y="310"/>
                  <a:pt x="138" y="310"/>
                  <a:pt x="138" y="310"/>
                </a:cubicBezTo>
                <a:cubicBezTo>
                  <a:pt x="137" y="310"/>
                  <a:pt x="135" y="309"/>
                  <a:pt x="134" y="308"/>
                </a:cubicBezTo>
                <a:cubicBezTo>
                  <a:pt x="133" y="307"/>
                  <a:pt x="133" y="306"/>
                  <a:pt x="133" y="304"/>
                </a:cubicBezTo>
                <a:cubicBezTo>
                  <a:pt x="133" y="288"/>
                  <a:pt x="133" y="288"/>
                  <a:pt x="133" y="288"/>
                </a:cubicBezTo>
                <a:cubicBezTo>
                  <a:pt x="116" y="288"/>
                  <a:pt x="116" y="288"/>
                  <a:pt x="116" y="288"/>
                </a:cubicBezTo>
                <a:cubicBezTo>
                  <a:pt x="115" y="288"/>
                  <a:pt x="113" y="287"/>
                  <a:pt x="112" y="286"/>
                </a:cubicBezTo>
                <a:cubicBezTo>
                  <a:pt x="111" y="285"/>
                  <a:pt x="111" y="284"/>
                  <a:pt x="111" y="282"/>
                </a:cubicBezTo>
                <a:cubicBezTo>
                  <a:pt x="111" y="271"/>
                  <a:pt x="111" y="271"/>
                  <a:pt x="111" y="271"/>
                </a:cubicBezTo>
                <a:cubicBezTo>
                  <a:pt x="111" y="270"/>
                  <a:pt x="111" y="268"/>
                  <a:pt x="112" y="267"/>
                </a:cubicBezTo>
                <a:cubicBezTo>
                  <a:pt x="113" y="266"/>
                  <a:pt x="115" y="266"/>
                  <a:pt x="116" y="266"/>
                </a:cubicBezTo>
                <a:cubicBezTo>
                  <a:pt x="133" y="266"/>
                  <a:pt x="133" y="266"/>
                  <a:pt x="133" y="266"/>
                </a:cubicBezTo>
                <a:cubicBezTo>
                  <a:pt x="133" y="243"/>
                  <a:pt x="133" y="243"/>
                  <a:pt x="133" y="243"/>
                </a:cubicBezTo>
                <a:cubicBezTo>
                  <a:pt x="108" y="240"/>
                  <a:pt x="87" y="229"/>
                  <a:pt x="70" y="211"/>
                </a:cubicBezTo>
                <a:cubicBezTo>
                  <a:pt x="53" y="192"/>
                  <a:pt x="44" y="170"/>
                  <a:pt x="44" y="144"/>
                </a:cubicBezTo>
                <a:cubicBezTo>
                  <a:pt x="44" y="121"/>
                  <a:pt x="52" y="100"/>
                  <a:pt x="66" y="82"/>
                </a:cubicBezTo>
                <a:cubicBezTo>
                  <a:pt x="57" y="73"/>
                  <a:pt x="57" y="73"/>
                  <a:pt x="57" y="73"/>
                </a:cubicBezTo>
                <a:cubicBezTo>
                  <a:pt x="40" y="92"/>
                  <a:pt x="40" y="92"/>
                  <a:pt x="40" y="92"/>
                </a:cubicBezTo>
                <a:cubicBezTo>
                  <a:pt x="39" y="93"/>
                  <a:pt x="37" y="94"/>
                  <a:pt x="36" y="94"/>
                </a:cubicBezTo>
                <a:cubicBezTo>
                  <a:pt x="34" y="94"/>
                  <a:pt x="33" y="93"/>
                  <a:pt x="32" y="93"/>
                </a:cubicBezTo>
                <a:cubicBezTo>
                  <a:pt x="24" y="85"/>
                  <a:pt x="24" y="85"/>
                  <a:pt x="24" y="85"/>
                </a:cubicBezTo>
                <a:cubicBezTo>
                  <a:pt x="22" y="84"/>
                  <a:pt x="22" y="83"/>
                  <a:pt x="22" y="81"/>
                </a:cubicBezTo>
                <a:cubicBezTo>
                  <a:pt x="22" y="80"/>
                  <a:pt x="22" y="78"/>
                  <a:pt x="23" y="77"/>
                </a:cubicBezTo>
                <a:cubicBezTo>
                  <a:pt x="41" y="57"/>
                  <a:pt x="41" y="57"/>
                  <a:pt x="41" y="57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61"/>
                  <a:pt x="22" y="61"/>
                  <a:pt x="22" y="61"/>
                </a:cubicBezTo>
                <a:cubicBezTo>
                  <a:pt x="22" y="63"/>
                  <a:pt x="22" y="64"/>
                  <a:pt x="21" y="65"/>
                </a:cubicBezTo>
                <a:cubicBezTo>
                  <a:pt x="20" y="66"/>
                  <a:pt x="18" y="67"/>
                  <a:pt x="17" y="67"/>
                </a:cubicBezTo>
                <a:cubicBezTo>
                  <a:pt x="6" y="67"/>
                  <a:pt x="6" y="67"/>
                  <a:pt x="6" y="67"/>
                </a:cubicBezTo>
                <a:cubicBezTo>
                  <a:pt x="4" y="67"/>
                  <a:pt x="3" y="66"/>
                  <a:pt x="2" y="65"/>
                </a:cubicBezTo>
                <a:cubicBezTo>
                  <a:pt x="1" y="64"/>
                  <a:pt x="0" y="63"/>
                  <a:pt x="0" y="6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4"/>
                </a:cubicBezTo>
                <a:cubicBezTo>
                  <a:pt x="5" y="1"/>
                  <a:pt x="8" y="0"/>
                  <a:pt x="11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2" y="0"/>
                  <a:pt x="64" y="1"/>
                  <a:pt x="65" y="2"/>
                </a:cubicBezTo>
                <a:cubicBezTo>
                  <a:pt x="66" y="3"/>
                  <a:pt x="66" y="4"/>
                  <a:pt x="66" y="6"/>
                </a:cubicBezTo>
                <a:cubicBezTo>
                  <a:pt x="66" y="17"/>
                  <a:pt x="66" y="17"/>
                  <a:pt x="66" y="17"/>
                </a:cubicBezTo>
                <a:cubicBezTo>
                  <a:pt x="66" y="18"/>
                  <a:pt x="66" y="20"/>
                  <a:pt x="65" y="21"/>
                </a:cubicBezTo>
                <a:cubicBezTo>
                  <a:pt x="64" y="22"/>
                  <a:pt x="62" y="22"/>
                  <a:pt x="61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56" y="41"/>
                  <a:pt x="56" y="41"/>
                  <a:pt x="56" y="41"/>
                </a:cubicBezTo>
                <a:cubicBezTo>
                  <a:pt x="71" y="25"/>
                  <a:pt x="71" y="25"/>
                  <a:pt x="71" y="25"/>
                </a:cubicBezTo>
                <a:cubicBezTo>
                  <a:pt x="72" y="24"/>
                  <a:pt x="73" y="23"/>
                  <a:pt x="75" y="23"/>
                </a:cubicBezTo>
                <a:cubicBezTo>
                  <a:pt x="76" y="23"/>
                  <a:pt x="78" y="23"/>
                  <a:pt x="79" y="24"/>
                </a:cubicBezTo>
                <a:cubicBezTo>
                  <a:pt x="87" y="32"/>
                  <a:pt x="87" y="32"/>
                  <a:pt x="87" y="32"/>
                </a:cubicBezTo>
                <a:cubicBezTo>
                  <a:pt x="88" y="33"/>
                  <a:pt x="89" y="34"/>
                  <a:pt x="89" y="35"/>
                </a:cubicBezTo>
                <a:cubicBezTo>
                  <a:pt x="89" y="37"/>
                  <a:pt x="88" y="38"/>
                  <a:pt x="87" y="40"/>
                </a:cubicBezTo>
                <a:cubicBezTo>
                  <a:pt x="72" y="57"/>
                  <a:pt x="72" y="57"/>
                  <a:pt x="72" y="57"/>
                </a:cubicBezTo>
                <a:cubicBezTo>
                  <a:pt x="82" y="66"/>
                  <a:pt x="82" y="66"/>
                  <a:pt x="82" y="66"/>
                </a:cubicBezTo>
                <a:cubicBezTo>
                  <a:pt x="100" y="52"/>
                  <a:pt x="121" y="45"/>
                  <a:pt x="144" y="45"/>
                </a:cubicBezTo>
                <a:cubicBezTo>
                  <a:pt x="167" y="45"/>
                  <a:pt x="188" y="52"/>
                  <a:pt x="206" y="66"/>
                </a:cubicBezTo>
                <a:cubicBezTo>
                  <a:pt x="250" y="22"/>
                  <a:pt x="250" y="22"/>
                  <a:pt x="250" y="22"/>
                </a:cubicBezTo>
                <a:cubicBezTo>
                  <a:pt x="227" y="22"/>
                  <a:pt x="227" y="22"/>
                  <a:pt x="227" y="22"/>
                </a:cubicBezTo>
                <a:cubicBezTo>
                  <a:pt x="225" y="22"/>
                  <a:pt x="224" y="22"/>
                  <a:pt x="223" y="21"/>
                </a:cubicBezTo>
                <a:cubicBezTo>
                  <a:pt x="222" y="20"/>
                  <a:pt x="221" y="18"/>
                  <a:pt x="221" y="17"/>
                </a:cubicBezTo>
                <a:lnTo>
                  <a:pt x="221" y="6"/>
                </a:lnTo>
                <a:close/>
                <a:moveTo>
                  <a:pt x="144" y="221"/>
                </a:moveTo>
                <a:cubicBezTo>
                  <a:pt x="165" y="221"/>
                  <a:pt x="183" y="214"/>
                  <a:pt x="198" y="199"/>
                </a:cubicBezTo>
                <a:cubicBezTo>
                  <a:pt x="214" y="184"/>
                  <a:pt x="221" y="165"/>
                  <a:pt x="221" y="144"/>
                </a:cubicBezTo>
                <a:cubicBezTo>
                  <a:pt x="221" y="123"/>
                  <a:pt x="214" y="105"/>
                  <a:pt x="198" y="89"/>
                </a:cubicBezTo>
                <a:cubicBezTo>
                  <a:pt x="183" y="74"/>
                  <a:pt x="165" y="67"/>
                  <a:pt x="144" y="67"/>
                </a:cubicBezTo>
                <a:cubicBezTo>
                  <a:pt x="122" y="67"/>
                  <a:pt x="104" y="74"/>
                  <a:pt x="89" y="89"/>
                </a:cubicBezTo>
                <a:cubicBezTo>
                  <a:pt x="74" y="105"/>
                  <a:pt x="66" y="123"/>
                  <a:pt x="66" y="144"/>
                </a:cubicBezTo>
                <a:cubicBezTo>
                  <a:pt x="66" y="165"/>
                  <a:pt x="74" y="184"/>
                  <a:pt x="89" y="199"/>
                </a:cubicBezTo>
                <a:cubicBezTo>
                  <a:pt x="104" y="214"/>
                  <a:pt x="122" y="221"/>
                  <a:pt x="144" y="22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2" name="Freeform 98"/>
          <p:cNvSpPr>
            <a:spLocks noEditPoints="1"/>
          </p:cNvSpPr>
          <p:nvPr/>
        </p:nvSpPr>
        <p:spPr bwMode="auto">
          <a:xfrm>
            <a:off x="733426" y="2449513"/>
            <a:ext cx="263525" cy="287338"/>
          </a:xfrm>
          <a:custGeom>
            <a:avLst/>
            <a:gdLst>
              <a:gd name="T0" fmla="*/ 88 w 243"/>
              <a:gd name="T1" fmla="*/ 94 h 266"/>
              <a:gd name="T2" fmla="*/ 83 w 243"/>
              <a:gd name="T3" fmla="*/ 89 h 266"/>
              <a:gd name="T4" fmla="*/ 68 w 243"/>
              <a:gd name="T5" fmla="*/ 90 h 266"/>
              <a:gd name="T6" fmla="*/ 66 w 243"/>
              <a:gd name="T7" fmla="*/ 216 h 266"/>
              <a:gd name="T8" fmla="*/ 72 w 243"/>
              <a:gd name="T9" fmla="*/ 222 h 266"/>
              <a:gd name="T10" fmla="*/ 87 w 243"/>
              <a:gd name="T11" fmla="*/ 220 h 266"/>
              <a:gd name="T12" fmla="*/ 132 w 243"/>
              <a:gd name="T13" fmla="*/ 216 h 266"/>
              <a:gd name="T14" fmla="*/ 131 w 243"/>
              <a:gd name="T15" fmla="*/ 90 h 266"/>
              <a:gd name="T16" fmla="*/ 116 w 243"/>
              <a:gd name="T17" fmla="*/ 89 h 266"/>
              <a:gd name="T18" fmla="*/ 110 w 243"/>
              <a:gd name="T19" fmla="*/ 94 h 266"/>
              <a:gd name="T20" fmla="*/ 112 w 243"/>
              <a:gd name="T21" fmla="*/ 220 h 266"/>
              <a:gd name="T22" fmla="*/ 127 w 243"/>
              <a:gd name="T23" fmla="*/ 222 h 266"/>
              <a:gd name="T24" fmla="*/ 132 w 243"/>
              <a:gd name="T25" fmla="*/ 216 h 266"/>
              <a:gd name="T26" fmla="*/ 177 w 243"/>
              <a:gd name="T27" fmla="*/ 94 h 266"/>
              <a:gd name="T28" fmla="*/ 171 w 243"/>
              <a:gd name="T29" fmla="*/ 89 h 266"/>
              <a:gd name="T30" fmla="*/ 156 w 243"/>
              <a:gd name="T31" fmla="*/ 90 h 266"/>
              <a:gd name="T32" fmla="*/ 155 w 243"/>
              <a:gd name="T33" fmla="*/ 216 h 266"/>
              <a:gd name="T34" fmla="*/ 160 w 243"/>
              <a:gd name="T35" fmla="*/ 222 h 266"/>
              <a:gd name="T36" fmla="*/ 175 w 243"/>
              <a:gd name="T37" fmla="*/ 220 h 266"/>
              <a:gd name="T38" fmla="*/ 83 w 243"/>
              <a:gd name="T39" fmla="*/ 45 h 266"/>
              <a:gd name="T40" fmla="*/ 152 w 243"/>
              <a:gd name="T41" fmla="*/ 24 h 266"/>
              <a:gd name="T42" fmla="*/ 94 w 243"/>
              <a:gd name="T43" fmla="*/ 23 h 266"/>
              <a:gd name="T44" fmla="*/ 83 w 243"/>
              <a:gd name="T45" fmla="*/ 45 h 266"/>
              <a:gd name="T46" fmla="*/ 243 w 243"/>
              <a:gd name="T47" fmla="*/ 61 h 266"/>
              <a:gd name="T48" fmla="*/ 237 w 243"/>
              <a:gd name="T49" fmla="*/ 67 h 266"/>
              <a:gd name="T50" fmla="*/ 221 w 243"/>
              <a:gd name="T51" fmla="*/ 231 h 266"/>
              <a:gd name="T52" fmla="*/ 193 w 243"/>
              <a:gd name="T53" fmla="*/ 266 h 266"/>
              <a:gd name="T54" fmla="*/ 30 w 243"/>
              <a:gd name="T55" fmla="*/ 256 h 266"/>
              <a:gd name="T56" fmla="*/ 22 w 243"/>
              <a:gd name="T57" fmla="*/ 67 h 266"/>
              <a:gd name="T58" fmla="*/ 1 w 243"/>
              <a:gd name="T59" fmla="*/ 65 h 266"/>
              <a:gd name="T60" fmla="*/ 0 w 243"/>
              <a:gd name="T61" fmla="*/ 50 h 266"/>
              <a:gd name="T62" fmla="*/ 5 w 243"/>
              <a:gd name="T63" fmla="*/ 45 h 266"/>
              <a:gd name="T64" fmla="*/ 71 w 243"/>
              <a:gd name="T65" fmla="*/ 16 h 266"/>
              <a:gd name="T66" fmla="*/ 94 w 243"/>
              <a:gd name="T67" fmla="*/ 0 h 266"/>
              <a:gd name="T68" fmla="*/ 163 w 243"/>
              <a:gd name="T69" fmla="*/ 5 h 266"/>
              <a:gd name="T70" fmla="*/ 184 w 243"/>
              <a:gd name="T71" fmla="*/ 45 h 266"/>
              <a:gd name="T72" fmla="*/ 241 w 243"/>
              <a:gd name="T73" fmla="*/ 46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43" h="266">
                <a:moveTo>
                  <a:pt x="88" y="216"/>
                </a:moveTo>
                <a:cubicBezTo>
                  <a:pt x="88" y="94"/>
                  <a:pt x="88" y="94"/>
                  <a:pt x="88" y="94"/>
                </a:cubicBezTo>
                <a:cubicBezTo>
                  <a:pt x="88" y="93"/>
                  <a:pt x="88" y="91"/>
                  <a:pt x="87" y="90"/>
                </a:cubicBezTo>
                <a:cubicBezTo>
                  <a:pt x="86" y="89"/>
                  <a:pt x="84" y="89"/>
                  <a:pt x="83" y="89"/>
                </a:cubicBezTo>
                <a:cubicBezTo>
                  <a:pt x="72" y="89"/>
                  <a:pt x="72" y="89"/>
                  <a:pt x="72" y="89"/>
                </a:cubicBezTo>
                <a:cubicBezTo>
                  <a:pt x="70" y="89"/>
                  <a:pt x="69" y="89"/>
                  <a:pt x="68" y="90"/>
                </a:cubicBezTo>
                <a:cubicBezTo>
                  <a:pt x="67" y="91"/>
                  <a:pt x="66" y="93"/>
                  <a:pt x="66" y="94"/>
                </a:cubicBezTo>
                <a:cubicBezTo>
                  <a:pt x="66" y="216"/>
                  <a:pt x="66" y="216"/>
                  <a:pt x="66" y="216"/>
                </a:cubicBezTo>
                <a:cubicBezTo>
                  <a:pt x="66" y="218"/>
                  <a:pt x="67" y="219"/>
                  <a:pt x="68" y="220"/>
                </a:cubicBezTo>
                <a:cubicBezTo>
                  <a:pt x="69" y="221"/>
                  <a:pt x="70" y="222"/>
                  <a:pt x="72" y="222"/>
                </a:cubicBezTo>
                <a:cubicBezTo>
                  <a:pt x="83" y="222"/>
                  <a:pt x="83" y="222"/>
                  <a:pt x="83" y="222"/>
                </a:cubicBezTo>
                <a:cubicBezTo>
                  <a:pt x="84" y="222"/>
                  <a:pt x="86" y="221"/>
                  <a:pt x="87" y="220"/>
                </a:cubicBezTo>
                <a:cubicBezTo>
                  <a:pt x="88" y="219"/>
                  <a:pt x="88" y="218"/>
                  <a:pt x="88" y="216"/>
                </a:cubicBezTo>
                <a:close/>
                <a:moveTo>
                  <a:pt x="132" y="216"/>
                </a:moveTo>
                <a:cubicBezTo>
                  <a:pt x="132" y="94"/>
                  <a:pt x="132" y="94"/>
                  <a:pt x="132" y="94"/>
                </a:cubicBezTo>
                <a:cubicBezTo>
                  <a:pt x="132" y="93"/>
                  <a:pt x="132" y="91"/>
                  <a:pt x="131" y="90"/>
                </a:cubicBezTo>
                <a:cubicBezTo>
                  <a:pt x="130" y="89"/>
                  <a:pt x="128" y="89"/>
                  <a:pt x="127" y="89"/>
                </a:cubicBezTo>
                <a:cubicBezTo>
                  <a:pt x="116" y="89"/>
                  <a:pt x="116" y="89"/>
                  <a:pt x="116" y="89"/>
                </a:cubicBezTo>
                <a:cubicBezTo>
                  <a:pt x="114" y="89"/>
                  <a:pt x="113" y="89"/>
                  <a:pt x="112" y="90"/>
                </a:cubicBezTo>
                <a:cubicBezTo>
                  <a:pt x="111" y="91"/>
                  <a:pt x="110" y="93"/>
                  <a:pt x="110" y="94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10" y="218"/>
                  <a:pt x="111" y="219"/>
                  <a:pt x="112" y="220"/>
                </a:cubicBezTo>
                <a:cubicBezTo>
                  <a:pt x="113" y="221"/>
                  <a:pt x="114" y="222"/>
                  <a:pt x="116" y="222"/>
                </a:cubicBezTo>
                <a:cubicBezTo>
                  <a:pt x="127" y="222"/>
                  <a:pt x="127" y="222"/>
                  <a:pt x="127" y="222"/>
                </a:cubicBezTo>
                <a:cubicBezTo>
                  <a:pt x="128" y="222"/>
                  <a:pt x="130" y="221"/>
                  <a:pt x="131" y="220"/>
                </a:cubicBezTo>
                <a:cubicBezTo>
                  <a:pt x="132" y="219"/>
                  <a:pt x="132" y="218"/>
                  <a:pt x="132" y="216"/>
                </a:cubicBezTo>
                <a:close/>
                <a:moveTo>
                  <a:pt x="177" y="216"/>
                </a:moveTo>
                <a:cubicBezTo>
                  <a:pt x="177" y="94"/>
                  <a:pt x="177" y="94"/>
                  <a:pt x="177" y="94"/>
                </a:cubicBezTo>
                <a:cubicBezTo>
                  <a:pt x="177" y="93"/>
                  <a:pt x="176" y="91"/>
                  <a:pt x="175" y="90"/>
                </a:cubicBezTo>
                <a:cubicBezTo>
                  <a:pt x="174" y="89"/>
                  <a:pt x="173" y="89"/>
                  <a:pt x="171" y="89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58" y="89"/>
                  <a:pt x="157" y="89"/>
                  <a:pt x="156" y="90"/>
                </a:cubicBezTo>
                <a:cubicBezTo>
                  <a:pt x="155" y="91"/>
                  <a:pt x="155" y="93"/>
                  <a:pt x="155" y="94"/>
                </a:cubicBezTo>
                <a:cubicBezTo>
                  <a:pt x="155" y="216"/>
                  <a:pt x="155" y="216"/>
                  <a:pt x="155" y="216"/>
                </a:cubicBezTo>
                <a:cubicBezTo>
                  <a:pt x="155" y="218"/>
                  <a:pt x="155" y="219"/>
                  <a:pt x="156" y="220"/>
                </a:cubicBezTo>
                <a:cubicBezTo>
                  <a:pt x="157" y="221"/>
                  <a:pt x="158" y="222"/>
                  <a:pt x="160" y="22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3" y="222"/>
                  <a:pt x="174" y="221"/>
                  <a:pt x="175" y="220"/>
                </a:cubicBezTo>
                <a:cubicBezTo>
                  <a:pt x="176" y="219"/>
                  <a:pt x="177" y="218"/>
                  <a:pt x="177" y="216"/>
                </a:cubicBezTo>
                <a:close/>
                <a:moveTo>
                  <a:pt x="83" y="45"/>
                </a:moveTo>
                <a:cubicBezTo>
                  <a:pt x="160" y="45"/>
                  <a:pt x="160" y="45"/>
                  <a:pt x="160" y="45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1" y="23"/>
                  <a:pt x="150" y="23"/>
                  <a:pt x="149" y="23"/>
                </a:cubicBezTo>
                <a:cubicBezTo>
                  <a:pt x="94" y="23"/>
                  <a:pt x="94" y="23"/>
                  <a:pt x="94" y="23"/>
                </a:cubicBezTo>
                <a:cubicBezTo>
                  <a:pt x="93" y="23"/>
                  <a:pt x="92" y="23"/>
                  <a:pt x="91" y="24"/>
                </a:cubicBezTo>
                <a:lnTo>
                  <a:pt x="83" y="45"/>
                </a:lnTo>
                <a:close/>
                <a:moveTo>
                  <a:pt x="243" y="50"/>
                </a:moveTo>
                <a:cubicBezTo>
                  <a:pt x="243" y="61"/>
                  <a:pt x="243" y="61"/>
                  <a:pt x="243" y="61"/>
                </a:cubicBezTo>
                <a:cubicBezTo>
                  <a:pt x="243" y="63"/>
                  <a:pt x="242" y="64"/>
                  <a:pt x="241" y="65"/>
                </a:cubicBezTo>
                <a:cubicBezTo>
                  <a:pt x="240" y="66"/>
                  <a:pt x="239" y="67"/>
                  <a:pt x="237" y="67"/>
                </a:cubicBezTo>
                <a:cubicBezTo>
                  <a:pt x="221" y="67"/>
                  <a:pt x="221" y="67"/>
                  <a:pt x="221" y="67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1" y="240"/>
                  <a:pt x="218" y="248"/>
                  <a:pt x="213" y="255"/>
                </a:cubicBezTo>
                <a:cubicBezTo>
                  <a:pt x="207" y="262"/>
                  <a:pt x="201" y="266"/>
                  <a:pt x="193" y="266"/>
                </a:cubicBezTo>
                <a:cubicBezTo>
                  <a:pt x="49" y="266"/>
                  <a:pt x="49" y="266"/>
                  <a:pt x="49" y="266"/>
                </a:cubicBezTo>
                <a:cubicBezTo>
                  <a:pt x="42" y="266"/>
                  <a:pt x="35" y="262"/>
                  <a:pt x="30" y="256"/>
                </a:cubicBezTo>
                <a:cubicBezTo>
                  <a:pt x="25" y="249"/>
                  <a:pt x="22" y="241"/>
                  <a:pt x="22" y="231"/>
                </a:cubicBezTo>
                <a:cubicBezTo>
                  <a:pt x="22" y="67"/>
                  <a:pt x="22" y="67"/>
                  <a:pt x="22" y="67"/>
                </a:cubicBezTo>
                <a:cubicBezTo>
                  <a:pt x="5" y="67"/>
                  <a:pt x="5" y="67"/>
                  <a:pt x="5" y="67"/>
                </a:cubicBezTo>
                <a:cubicBezTo>
                  <a:pt x="4" y="67"/>
                  <a:pt x="2" y="66"/>
                  <a:pt x="1" y="65"/>
                </a:cubicBezTo>
                <a:cubicBezTo>
                  <a:pt x="0" y="64"/>
                  <a:pt x="0" y="63"/>
                  <a:pt x="0" y="61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49"/>
                  <a:pt x="0" y="47"/>
                  <a:pt x="1" y="46"/>
                </a:cubicBezTo>
                <a:cubicBezTo>
                  <a:pt x="2" y="45"/>
                  <a:pt x="4" y="45"/>
                  <a:pt x="5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71" y="16"/>
                  <a:pt x="71" y="16"/>
                  <a:pt x="71" y="16"/>
                </a:cubicBezTo>
                <a:cubicBezTo>
                  <a:pt x="72" y="12"/>
                  <a:pt x="76" y="8"/>
                  <a:pt x="80" y="5"/>
                </a:cubicBezTo>
                <a:cubicBezTo>
                  <a:pt x="85" y="2"/>
                  <a:pt x="89" y="0"/>
                  <a:pt x="94" y="0"/>
                </a:cubicBezTo>
                <a:cubicBezTo>
                  <a:pt x="149" y="0"/>
                  <a:pt x="149" y="0"/>
                  <a:pt x="149" y="0"/>
                </a:cubicBezTo>
                <a:cubicBezTo>
                  <a:pt x="154" y="0"/>
                  <a:pt x="158" y="2"/>
                  <a:pt x="163" y="5"/>
                </a:cubicBezTo>
                <a:cubicBezTo>
                  <a:pt x="167" y="8"/>
                  <a:pt x="170" y="12"/>
                  <a:pt x="172" y="16"/>
                </a:cubicBezTo>
                <a:cubicBezTo>
                  <a:pt x="184" y="45"/>
                  <a:pt x="184" y="45"/>
                  <a:pt x="184" y="45"/>
                </a:cubicBezTo>
                <a:cubicBezTo>
                  <a:pt x="237" y="45"/>
                  <a:pt x="237" y="45"/>
                  <a:pt x="237" y="45"/>
                </a:cubicBezTo>
                <a:cubicBezTo>
                  <a:pt x="239" y="45"/>
                  <a:pt x="240" y="45"/>
                  <a:pt x="241" y="46"/>
                </a:cubicBezTo>
                <a:cubicBezTo>
                  <a:pt x="242" y="47"/>
                  <a:pt x="243" y="49"/>
                  <a:pt x="243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3" name="Freeform 99"/>
          <p:cNvSpPr>
            <a:spLocks noEditPoints="1"/>
          </p:cNvSpPr>
          <p:nvPr/>
        </p:nvSpPr>
        <p:spPr bwMode="auto">
          <a:xfrm>
            <a:off x="733426" y="2881313"/>
            <a:ext cx="263525" cy="285750"/>
          </a:xfrm>
          <a:custGeom>
            <a:avLst/>
            <a:gdLst>
              <a:gd name="T0" fmla="*/ 88 w 243"/>
              <a:gd name="T1" fmla="*/ 204 h 265"/>
              <a:gd name="T2" fmla="*/ 83 w 243"/>
              <a:gd name="T3" fmla="*/ 210 h 265"/>
              <a:gd name="T4" fmla="*/ 68 w 243"/>
              <a:gd name="T5" fmla="*/ 208 h 265"/>
              <a:gd name="T6" fmla="*/ 66 w 243"/>
              <a:gd name="T7" fmla="*/ 105 h 265"/>
              <a:gd name="T8" fmla="*/ 72 w 243"/>
              <a:gd name="T9" fmla="*/ 99 h 265"/>
              <a:gd name="T10" fmla="*/ 87 w 243"/>
              <a:gd name="T11" fmla="*/ 101 h 265"/>
              <a:gd name="T12" fmla="*/ 132 w 243"/>
              <a:gd name="T13" fmla="*/ 105 h 265"/>
              <a:gd name="T14" fmla="*/ 131 w 243"/>
              <a:gd name="T15" fmla="*/ 208 h 265"/>
              <a:gd name="T16" fmla="*/ 116 w 243"/>
              <a:gd name="T17" fmla="*/ 210 h 265"/>
              <a:gd name="T18" fmla="*/ 110 w 243"/>
              <a:gd name="T19" fmla="*/ 204 h 265"/>
              <a:gd name="T20" fmla="*/ 112 w 243"/>
              <a:gd name="T21" fmla="*/ 101 h 265"/>
              <a:gd name="T22" fmla="*/ 127 w 243"/>
              <a:gd name="T23" fmla="*/ 99 h 265"/>
              <a:gd name="T24" fmla="*/ 132 w 243"/>
              <a:gd name="T25" fmla="*/ 105 h 265"/>
              <a:gd name="T26" fmla="*/ 177 w 243"/>
              <a:gd name="T27" fmla="*/ 204 h 265"/>
              <a:gd name="T28" fmla="*/ 171 w 243"/>
              <a:gd name="T29" fmla="*/ 210 h 265"/>
              <a:gd name="T30" fmla="*/ 156 w 243"/>
              <a:gd name="T31" fmla="*/ 208 h 265"/>
              <a:gd name="T32" fmla="*/ 155 w 243"/>
              <a:gd name="T33" fmla="*/ 105 h 265"/>
              <a:gd name="T34" fmla="*/ 160 w 243"/>
              <a:gd name="T35" fmla="*/ 99 h 265"/>
              <a:gd name="T36" fmla="*/ 175 w 243"/>
              <a:gd name="T37" fmla="*/ 101 h 265"/>
              <a:gd name="T38" fmla="*/ 199 w 243"/>
              <a:gd name="T39" fmla="*/ 230 h 265"/>
              <a:gd name="T40" fmla="*/ 44 w 243"/>
              <a:gd name="T41" fmla="*/ 66 h 265"/>
              <a:gd name="T42" fmla="*/ 45 w 243"/>
              <a:gd name="T43" fmla="*/ 237 h 265"/>
              <a:gd name="T44" fmla="*/ 49 w 243"/>
              <a:gd name="T45" fmla="*/ 243 h 265"/>
              <a:gd name="T46" fmla="*/ 195 w 243"/>
              <a:gd name="T47" fmla="*/ 242 h 265"/>
              <a:gd name="T48" fmla="*/ 199 w 243"/>
              <a:gd name="T49" fmla="*/ 230 h 265"/>
              <a:gd name="T50" fmla="*/ 160 w 243"/>
              <a:gd name="T51" fmla="*/ 44 h 265"/>
              <a:gd name="T52" fmla="*/ 149 w 243"/>
              <a:gd name="T53" fmla="*/ 22 h 265"/>
              <a:gd name="T54" fmla="*/ 91 w 243"/>
              <a:gd name="T55" fmla="*/ 24 h 265"/>
              <a:gd name="T56" fmla="*/ 243 w 243"/>
              <a:gd name="T57" fmla="*/ 50 h 265"/>
              <a:gd name="T58" fmla="*/ 241 w 243"/>
              <a:gd name="T59" fmla="*/ 65 h 265"/>
              <a:gd name="T60" fmla="*/ 221 w 243"/>
              <a:gd name="T61" fmla="*/ 66 h 265"/>
              <a:gd name="T62" fmla="*/ 213 w 243"/>
              <a:gd name="T63" fmla="*/ 255 h 265"/>
              <a:gd name="T64" fmla="*/ 49 w 243"/>
              <a:gd name="T65" fmla="*/ 265 h 265"/>
              <a:gd name="T66" fmla="*/ 22 w 243"/>
              <a:gd name="T67" fmla="*/ 231 h 265"/>
              <a:gd name="T68" fmla="*/ 5 w 243"/>
              <a:gd name="T69" fmla="*/ 66 h 265"/>
              <a:gd name="T70" fmla="*/ 0 w 243"/>
              <a:gd name="T71" fmla="*/ 61 h 265"/>
              <a:gd name="T72" fmla="*/ 1 w 243"/>
              <a:gd name="T73" fmla="*/ 46 h 265"/>
              <a:gd name="T74" fmla="*/ 59 w 243"/>
              <a:gd name="T75" fmla="*/ 44 h 265"/>
              <a:gd name="T76" fmla="*/ 80 w 243"/>
              <a:gd name="T77" fmla="*/ 4 h 265"/>
              <a:gd name="T78" fmla="*/ 149 w 243"/>
              <a:gd name="T79" fmla="*/ 0 h 265"/>
              <a:gd name="T80" fmla="*/ 172 w 243"/>
              <a:gd name="T81" fmla="*/ 15 h 265"/>
              <a:gd name="T82" fmla="*/ 237 w 243"/>
              <a:gd name="T83" fmla="*/ 44 h 265"/>
              <a:gd name="T84" fmla="*/ 243 w 243"/>
              <a:gd name="T85" fmla="*/ 5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3" h="265">
                <a:moveTo>
                  <a:pt x="88" y="105"/>
                </a:moveTo>
                <a:cubicBezTo>
                  <a:pt x="88" y="204"/>
                  <a:pt x="88" y="204"/>
                  <a:pt x="88" y="204"/>
                </a:cubicBezTo>
                <a:cubicBezTo>
                  <a:pt x="88" y="206"/>
                  <a:pt x="88" y="207"/>
                  <a:pt x="87" y="208"/>
                </a:cubicBezTo>
                <a:cubicBezTo>
                  <a:pt x="86" y="209"/>
                  <a:pt x="84" y="210"/>
                  <a:pt x="83" y="210"/>
                </a:cubicBezTo>
                <a:cubicBezTo>
                  <a:pt x="72" y="210"/>
                  <a:pt x="72" y="210"/>
                  <a:pt x="72" y="210"/>
                </a:cubicBezTo>
                <a:cubicBezTo>
                  <a:pt x="70" y="210"/>
                  <a:pt x="69" y="209"/>
                  <a:pt x="68" y="208"/>
                </a:cubicBezTo>
                <a:cubicBezTo>
                  <a:pt x="67" y="207"/>
                  <a:pt x="66" y="206"/>
                  <a:pt x="66" y="204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6" y="103"/>
                  <a:pt x="67" y="102"/>
                  <a:pt x="68" y="101"/>
                </a:cubicBezTo>
                <a:cubicBezTo>
                  <a:pt x="69" y="100"/>
                  <a:pt x="70" y="99"/>
                  <a:pt x="72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4" y="99"/>
                  <a:pt x="86" y="100"/>
                  <a:pt x="87" y="101"/>
                </a:cubicBezTo>
                <a:cubicBezTo>
                  <a:pt x="88" y="102"/>
                  <a:pt x="88" y="103"/>
                  <a:pt x="88" y="105"/>
                </a:cubicBezTo>
                <a:close/>
                <a:moveTo>
                  <a:pt x="132" y="105"/>
                </a:moveTo>
                <a:cubicBezTo>
                  <a:pt x="132" y="204"/>
                  <a:pt x="132" y="204"/>
                  <a:pt x="132" y="204"/>
                </a:cubicBezTo>
                <a:cubicBezTo>
                  <a:pt x="132" y="206"/>
                  <a:pt x="132" y="207"/>
                  <a:pt x="131" y="208"/>
                </a:cubicBezTo>
                <a:cubicBezTo>
                  <a:pt x="130" y="209"/>
                  <a:pt x="128" y="210"/>
                  <a:pt x="127" y="210"/>
                </a:cubicBezTo>
                <a:cubicBezTo>
                  <a:pt x="116" y="210"/>
                  <a:pt x="116" y="210"/>
                  <a:pt x="116" y="210"/>
                </a:cubicBezTo>
                <a:cubicBezTo>
                  <a:pt x="114" y="210"/>
                  <a:pt x="113" y="209"/>
                  <a:pt x="112" y="208"/>
                </a:cubicBezTo>
                <a:cubicBezTo>
                  <a:pt x="111" y="207"/>
                  <a:pt x="110" y="206"/>
                  <a:pt x="110" y="204"/>
                </a:cubicBezTo>
                <a:cubicBezTo>
                  <a:pt x="110" y="105"/>
                  <a:pt x="110" y="105"/>
                  <a:pt x="110" y="105"/>
                </a:cubicBezTo>
                <a:cubicBezTo>
                  <a:pt x="110" y="103"/>
                  <a:pt x="111" y="102"/>
                  <a:pt x="112" y="101"/>
                </a:cubicBezTo>
                <a:cubicBezTo>
                  <a:pt x="113" y="100"/>
                  <a:pt x="114" y="99"/>
                  <a:pt x="116" y="99"/>
                </a:cubicBezTo>
                <a:cubicBezTo>
                  <a:pt x="127" y="99"/>
                  <a:pt x="127" y="99"/>
                  <a:pt x="127" y="99"/>
                </a:cubicBezTo>
                <a:cubicBezTo>
                  <a:pt x="128" y="99"/>
                  <a:pt x="130" y="100"/>
                  <a:pt x="131" y="101"/>
                </a:cubicBezTo>
                <a:cubicBezTo>
                  <a:pt x="132" y="102"/>
                  <a:pt x="132" y="103"/>
                  <a:pt x="132" y="105"/>
                </a:cubicBezTo>
                <a:close/>
                <a:moveTo>
                  <a:pt x="177" y="105"/>
                </a:moveTo>
                <a:cubicBezTo>
                  <a:pt x="177" y="204"/>
                  <a:pt x="177" y="204"/>
                  <a:pt x="177" y="204"/>
                </a:cubicBezTo>
                <a:cubicBezTo>
                  <a:pt x="177" y="206"/>
                  <a:pt x="176" y="207"/>
                  <a:pt x="175" y="208"/>
                </a:cubicBezTo>
                <a:cubicBezTo>
                  <a:pt x="174" y="209"/>
                  <a:pt x="173" y="210"/>
                  <a:pt x="171" y="210"/>
                </a:cubicBezTo>
                <a:cubicBezTo>
                  <a:pt x="160" y="210"/>
                  <a:pt x="160" y="210"/>
                  <a:pt x="160" y="210"/>
                </a:cubicBezTo>
                <a:cubicBezTo>
                  <a:pt x="158" y="210"/>
                  <a:pt x="157" y="209"/>
                  <a:pt x="156" y="208"/>
                </a:cubicBezTo>
                <a:cubicBezTo>
                  <a:pt x="155" y="207"/>
                  <a:pt x="155" y="206"/>
                  <a:pt x="155" y="204"/>
                </a:cubicBezTo>
                <a:cubicBezTo>
                  <a:pt x="155" y="105"/>
                  <a:pt x="155" y="105"/>
                  <a:pt x="155" y="105"/>
                </a:cubicBezTo>
                <a:cubicBezTo>
                  <a:pt x="155" y="103"/>
                  <a:pt x="155" y="102"/>
                  <a:pt x="156" y="101"/>
                </a:cubicBezTo>
                <a:cubicBezTo>
                  <a:pt x="157" y="100"/>
                  <a:pt x="158" y="99"/>
                  <a:pt x="160" y="99"/>
                </a:cubicBezTo>
                <a:cubicBezTo>
                  <a:pt x="171" y="99"/>
                  <a:pt x="171" y="99"/>
                  <a:pt x="171" y="99"/>
                </a:cubicBezTo>
                <a:cubicBezTo>
                  <a:pt x="173" y="99"/>
                  <a:pt x="174" y="100"/>
                  <a:pt x="175" y="101"/>
                </a:cubicBezTo>
                <a:cubicBezTo>
                  <a:pt x="176" y="102"/>
                  <a:pt x="177" y="103"/>
                  <a:pt x="177" y="105"/>
                </a:cubicBezTo>
                <a:close/>
                <a:moveTo>
                  <a:pt x="199" y="230"/>
                </a:moveTo>
                <a:cubicBezTo>
                  <a:pt x="199" y="66"/>
                  <a:pt x="199" y="66"/>
                  <a:pt x="199" y="66"/>
                </a:cubicBezTo>
                <a:cubicBezTo>
                  <a:pt x="44" y="66"/>
                  <a:pt x="44" y="66"/>
                  <a:pt x="44" y="66"/>
                </a:cubicBezTo>
                <a:cubicBezTo>
                  <a:pt x="44" y="230"/>
                  <a:pt x="44" y="230"/>
                  <a:pt x="44" y="230"/>
                </a:cubicBezTo>
                <a:cubicBezTo>
                  <a:pt x="44" y="233"/>
                  <a:pt x="44" y="235"/>
                  <a:pt x="45" y="237"/>
                </a:cubicBezTo>
                <a:cubicBezTo>
                  <a:pt x="46" y="239"/>
                  <a:pt x="47" y="241"/>
                  <a:pt x="48" y="242"/>
                </a:cubicBezTo>
                <a:cubicBezTo>
                  <a:pt x="49" y="243"/>
                  <a:pt x="49" y="243"/>
                  <a:pt x="49" y="243"/>
                </a:cubicBezTo>
                <a:cubicBezTo>
                  <a:pt x="193" y="243"/>
                  <a:pt x="193" y="243"/>
                  <a:pt x="193" y="243"/>
                </a:cubicBezTo>
                <a:cubicBezTo>
                  <a:pt x="194" y="243"/>
                  <a:pt x="194" y="243"/>
                  <a:pt x="195" y="242"/>
                </a:cubicBezTo>
                <a:cubicBezTo>
                  <a:pt x="196" y="241"/>
                  <a:pt x="197" y="239"/>
                  <a:pt x="198" y="237"/>
                </a:cubicBezTo>
                <a:cubicBezTo>
                  <a:pt x="198" y="235"/>
                  <a:pt x="199" y="233"/>
                  <a:pt x="199" y="230"/>
                </a:cubicBezTo>
                <a:close/>
                <a:moveTo>
                  <a:pt x="83" y="44"/>
                </a:moveTo>
                <a:cubicBezTo>
                  <a:pt x="160" y="44"/>
                  <a:pt x="160" y="44"/>
                  <a:pt x="160" y="4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1" y="23"/>
                  <a:pt x="150" y="22"/>
                  <a:pt x="149" y="22"/>
                </a:cubicBezTo>
                <a:cubicBezTo>
                  <a:pt x="94" y="22"/>
                  <a:pt x="94" y="22"/>
                  <a:pt x="94" y="22"/>
                </a:cubicBezTo>
                <a:cubicBezTo>
                  <a:pt x="93" y="22"/>
                  <a:pt x="92" y="23"/>
                  <a:pt x="91" y="24"/>
                </a:cubicBezTo>
                <a:lnTo>
                  <a:pt x="83" y="44"/>
                </a:lnTo>
                <a:close/>
                <a:moveTo>
                  <a:pt x="243" y="50"/>
                </a:moveTo>
                <a:cubicBezTo>
                  <a:pt x="243" y="61"/>
                  <a:pt x="243" y="61"/>
                  <a:pt x="243" y="61"/>
                </a:cubicBezTo>
                <a:cubicBezTo>
                  <a:pt x="243" y="62"/>
                  <a:pt x="242" y="64"/>
                  <a:pt x="241" y="65"/>
                </a:cubicBezTo>
                <a:cubicBezTo>
                  <a:pt x="240" y="66"/>
                  <a:pt x="239" y="66"/>
                  <a:pt x="237" y="66"/>
                </a:cubicBezTo>
                <a:cubicBezTo>
                  <a:pt x="221" y="66"/>
                  <a:pt x="221" y="66"/>
                  <a:pt x="221" y="66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221" y="240"/>
                  <a:pt x="218" y="248"/>
                  <a:pt x="213" y="255"/>
                </a:cubicBezTo>
                <a:cubicBezTo>
                  <a:pt x="207" y="262"/>
                  <a:pt x="201" y="265"/>
                  <a:pt x="193" y="265"/>
                </a:cubicBezTo>
                <a:cubicBezTo>
                  <a:pt x="49" y="265"/>
                  <a:pt x="49" y="265"/>
                  <a:pt x="49" y="265"/>
                </a:cubicBezTo>
                <a:cubicBezTo>
                  <a:pt x="42" y="265"/>
                  <a:pt x="35" y="262"/>
                  <a:pt x="30" y="255"/>
                </a:cubicBezTo>
                <a:cubicBezTo>
                  <a:pt x="25" y="248"/>
                  <a:pt x="22" y="240"/>
                  <a:pt x="22" y="231"/>
                </a:cubicBezTo>
                <a:cubicBezTo>
                  <a:pt x="22" y="66"/>
                  <a:pt x="22" y="66"/>
                  <a:pt x="22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4" y="66"/>
                  <a:pt x="2" y="66"/>
                  <a:pt x="1" y="65"/>
                </a:cubicBezTo>
                <a:cubicBezTo>
                  <a:pt x="0" y="64"/>
                  <a:pt x="0" y="62"/>
                  <a:pt x="0" y="61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48"/>
                  <a:pt x="0" y="47"/>
                  <a:pt x="1" y="46"/>
                </a:cubicBezTo>
                <a:cubicBezTo>
                  <a:pt x="2" y="45"/>
                  <a:pt x="4" y="44"/>
                  <a:pt x="5" y="44"/>
                </a:cubicBezTo>
                <a:cubicBezTo>
                  <a:pt x="59" y="44"/>
                  <a:pt x="59" y="44"/>
                  <a:pt x="59" y="44"/>
                </a:cubicBezTo>
                <a:cubicBezTo>
                  <a:pt x="71" y="15"/>
                  <a:pt x="71" y="15"/>
                  <a:pt x="71" y="15"/>
                </a:cubicBezTo>
                <a:cubicBezTo>
                  <a:pt x="72" y="11"/>
                  <a:pt x="76" y="7"/>
                  <a:pt x="80" y="4"/>
                </a:cubicBezTo>
                <a:cubicBezTo>
                  <a:pt x="85" y="1"/>
                  <a:pt x="89" y="0"/>
                  <a:pt x="94" y="0"/>
                </a:cubicBezTo>
                <a:cubicBezTo>
                  <a:pt x="149" y="0"/>
                  <a:pt x="149" y="0"/>
                  <a:pt x="149" y="0"/>
                </a:cubicBezTo>
                <a:cubicBezTo>
                  <a:pt x="154" y="0"/>
                  <a:pt x="158" y="1"/>
                  <a:pt x="163" y="4"/>
                </a:cubicBezTo>
                <a:cubicBezTo>
                  <a:pt x="167" y="7"/>
                  <a:pt x="170" y="11"/>
                  <a:pt x="172" y="15"/>
                </a:cubicBezTo>
                <a:cubicBezTo>
                  <a:pt x="184" y="44"/>
                  <a:pt x="184" y="44"/>
                  <a:pt x="184" y="44"/>
                </a:cubicBezTo>
                <a:cubicBezTo>
                  <a:pt x="237" y="44"/>
                  <a:pt x="237" y="44"/>
                  <a:pt x="237" y="44"/>
                </a:cubicBezTo>
                <a:cubicBezTo>
                  <a:pt x="239" y="44"/>
                  <a:pt x="240" y="45"/>
                  <a:pt x="241" y="46"/>
                </a:cubicBezTo>
                <a:cubicBezTo>
                  <a:pt x="242" y="47"/>
                  <a:pt x="243" y="48"/>
                  <a:pt x="243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4" name="Freeform 100"/>
          <p:cNvSpPr>
            <a:spLocks/>
          </p:cNvSpPr>
          <p:nvPr/>
        </p:nvSpPr>
        <p:spPr bwMode="auto">
          <a:xfrm>
            <a:off x="1158876" y="2857500"/>
            <a:ext cx="273050" cy="333375"/>
          </a:xfrm>
          <a:custGeom>
            <a:avLst/>
            <a:gdLst>
              <a:gd name="T0" fmla="*/ 254 w 254"/>
              <a:gd name="T1" fmla="*/ 254 h 309"/>
              <a:gd name="T2" fmla="*/ 251 w 254"/>
              <a:gd name="T3" fmla="*/ 262 h 309"/>
              <a:gd name="T4" fmla="*/ 243 w 254"/>
              <a:gd name="T5" fmla="*/ 265 h 309"/>
              <a:gd name="T6" fmla="*/ 163 w 254"/>
              <a:gd name="T7" fmla="*/ 265 h 309"/>
              <a:gd name="T8" fmla="*/ 164 w 254"/>
              <a:gd name="T9" fmla="*/ 280 h 309"/>
              <a:gd name="T10" fmla="*/ 165 w 254"/>
              <a:gd name="T11" fmla="*/ 299 h 309"/>
              <a:gd name="T12" fmla="*/ 162 w 254"/>
              <a:gd name="T13" fmla="*/ 306 h 309"/>
              <a:gd name="T14" fmla="*/ 154 w 254"/>
              <a:gd name="T15" fmla="*/ 309 h 309"/>
              <a:gd name="T16" fmla="*/ 99 w 254"/>
              <a:gd name="T17" fmla="*/ 309 h 309"/>
              <a:gd name="T18" fmla="*/ 92 w 254"/>
              <a:gd name="T19" fmla="*/ 306 h 309"/>
              <a:gd name="T20" fmla="*/ 89 w 254"/>
              <a:gd name="T21" fmla="*/ 299 h 309"/>
              <a:gd name="T22" fmla="*/ 89 w 254"/>
              <a:gd name="T23" fmla="*/ 280 h 309"/>
              <a:gd name="T24" fmla="*/ 91 w 254"/>
              <a:gd name="T25" fmla="*/ 265 h 309"/>
              <a:gd name="T26" fmla="*/ 11 w 254"/>
              <a:gd name="T27" fmla="*/ 265 h 309"/>
              <a:gd name="T28" fmla="*/ 3 w 254"/>
              <a:gd name="T29" fmla="*/ 262 h 309"/>
              <a:gd name="T30" fmla="*/ 0 w 254"/>
              <a:gd name="T31" fmla="*/ 254 h 309"/>
              <a:gd name="T32" fmla="*/ 3 w 254"/>
              <a:gd name="T33" fmla="*/ 246 h 309"/>
              <a:gd name="T34" fmla="*/ 72 w 254"/>
              <a:gd name="T35" fmla="*/ 177 h 309"/>
              <a:gd name="T36" fmla="*/ 33 w 254"/>
              <a:gd name="T37" fmla="*/ 177 h 309"/>
              <a:gd name="T38" fmla="*/ 25 w 254"/>
              <a:gd name="T39" fmla="*/ 173 h 309"/>
              <a:gd name="T40" fmla="*/ 22 w 254"/>
              <a:gd name="T41" fmla="*/ 166 h 309"/>
              <a:gd name="T42" fmla="*/ 25 w 254"/>
              <a:gd name="T43" fmla="*/ 158 h 309"/>
              <a:gd name="T44" fmla="*/ 94 w 254"/>
              <a:gd name="T45" fmla="*/ 88 h 309"/>
              <a:gd name="T46" fmla="*/ 60 w 254"/>
              <a:gd name="T47" fmla="*/ 88 h 309"/>
              <a:gd name="T48" fmla="*/ 53 w 254"/>
              <a:gd name="T49" fmla="*/ 85 h 309"/>
              <a:gd name="T50" fmla="*/ 49 w 254"/>
              <a:gd name="T51" fmla="*/ 77 h 309"/>
              <a:gd name="T52" fmla="*/ 53 w 254"/>
              <a:gd name="T53" fmla="*/ 69 h 309"/>
              <a:gd name="T54" fmla="*/ 119 w 254"/>
              <a:gd name="T55" fmla="*/ 3 h 309"/>
              <a:gd name="T56" fmla="*/ 127 w 254"/>
              <a:gd name="T57" fmla="*/ 0 h 309"/>
              <a:gd name="T58" fmla="*/ 135 w 254"/>
              <a:gd name="T59" fmla="*/ 3 h 309"/>
              <a:gd name="T60" fmla="*/ 201 w 254"/>
              <a:gd name="T61" fmla="*/ 69 h 309"/>
              <a:gd name="T62" fmla="*/ 204 w 254"/>
              <a:gd name="T63" fmla="*/ 77 h 309"/>
              <a:gd name="T64" fmla="*/ 201 w 254"/>
              <a:gd name="T65" fmla="*/ 85 h 309"/>
              <a:gd name="T66" fmla="*/ 193 w 254"/>
              <a:gd name="T67" fmla="*/ 88 h 309"/>
              <a:gd name="T68" fmla="*/ 159 w 254"/>
              <a:gd name="T69" fmla="*/ 88 h 309"/>
              <a:gd name="T70" fmla="*/ 229 w 254"/>
              <a:gd name="T71" fmla="*/ 158 h 309"/>
              <a:gd name="T72" fmla="*/ 232 w 254"/>
              <a:gd name="T73" fmla="*/ 166 h 309"/>
              <a:gd name="T74" fmla="*/ 229 w 254"/>
              <a:gd name="T75" fmla="*/ 173 h 309"/>
              <a:gd name="T76" fmla="*/ 221 w 254"/>
              <a:gd name="T77" fmla="*/ 177 h 309"/>
              <a:gd name="T78" fmla="*/ 181 w 254"/>
              <a:gd name="T79" fmla="*/ 177 h 309"/>
              <a:gd name="T80" fmla="*/ 251 w 254"/>
              <a:gd name="T81" fmla="*/ 246 h 309"/>
              <a:gd name="T82" fmla="*/ 254 w 254"/>
              <a:gd name="T83" fmla="*/ 254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4" h="309">
                <a:moveTo>
                  <a:pt x="254" y="254"/>
                </a:moveTo>
                <a:cubicBezTo>
                  <a:pt x="254" y="257"/>
                  <a:pt x="253" y="260"/>
                  <a:pt x="251" y="262"/>
                </a:cubicBezTo>
                <a:cubicBezTo>
                  <a:pt x="248" y="264"/>
                  <a:pt x="246" y="265"/>
                  <a:pt x="243" y="265"/>
                </a:cubicBezTo>
                <a:cubicBezTo>
                  <a:pt x="163" y="265"/>
                  <a:pt x="163" y="265"/>
                  <a:pt x="163" y="265"/>
                </a:cubicBezTo>
                <a:cubicBezTo>
                  <a:pt x="163" y="267"/>
                  <a:pt x="164" y="272"/>
                  <a:pt x="164" y="280"/>
                </a:cubicBezTo>
                <a:cubicBezTo>
                  <a:pt x="165" y="288"/>
                  <a:pt x="165" y="295"/>
                  <a:pt x="165" y="299"/>
                </a:cubicBezTo>
                <a:cubicBezTo>
                  <a:pt x="165" y="302"/>
                  <a:pt x="164" y="304"/>
                  <a:pt x="162" y="306"/>
                </a:cubicBezTo>
                <a:cubicBezTo>
                  <a:pt x="160" y="308"/>
                  <a:pt x="157" y="309"/>
                  <a:pt x="154" y="309"/>
                </a:cubicBezTo>
                <a:cubicBezTo>
                  <a:pt x="99" y="309"/>
                  <a:pt x="99" y="309"/>
                  <a:pt x="99" y="309"/>
                </a:cubicBezTo>
                <a:cubicBezTo>
                  <a:pt x="96" y="309"/>
                  <a:pt x="94" y="308"/>
                  <a:pt x="92" y="306"/>
                </a:cubicBezTo>
                <a:cubicBezTo>
                  <a:pt x="90" y="304"/>
                  <a:pt x="89" y="302"/>
                  <a:pt x="89" y="299"/>
                </a:cubicBezTo>
                <a:cubicBezTo>
                  <a:pt x="89" y="295"/>
                  <a:pt x="89" y="288"/>
                  <a:pt x="89" y="280"/>
                </a:cubicBezTo>
                <a:cubicBezTo>
                  <a:pt x="90" y="272"/>
                  <a:pt x="90" y="267"/>
                  <a:pt x="91" y="265"/>
                </a:cubicBezTo>
                <a:cubicBezTo>
                  <a:pt x="11" y="265"/>
                  <a:pt x="11" y="265"/>
                  <a:pt x="11" y="265"/>
                </a:cubicBezTo>
                <a:cubicBezTo>
                  <a:pt x="8" y="265"/>
                  <a:pt x="5" y="264"/>
                  <a:pt x="3" y="262"/>
                </a:cubicBezTo>
                <a:cubicBezTo>
                  <a:pt x="1" y="260"/>
                  <a:pt x="0" y="257"/>
                  <a:pt x="0" y="254"/>
                </a:cubicBezTo>
                <a:cubicBezTo>
                  <a:pt x="0" y="251"/>
                  <a:pt x="1" y="249"/>
                  <a:pt x="3" y="246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33" y="177"/>
                  <a:pt x="33" y="177"/>
                  <a:pt x="33" y="177"/>
                </a:cubicBezTo>
                <a:cubicBezTo>
                  <a:pt x="30" y="177"/>
                  <a:pt x="27" y="176"/>
                  <a:pt x="25" y="173"/>
                </a:cubicBezTo>
                <a:cubicBezTo>
                  <a:pt x="23" y="171"/>
                  <a:pt x="22" y="169"/>
                  <a:pt x="22" y="166"/>
                </a:cubicBezTo>
                <a:cubicBezTo>
                  <a:pt x="22" y="163"/>
                  <a:pt x="23" y="160"/>
                  <a:pt x="25" y="158"/>
                </a:cubicBezTo>
                <a:cubicBezTo>
                  <a:pt x="94" y="88"/>
                  <a:pt x="94" y="88"/>
                  <a:pt x="9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7" y="88"/>
                  <a:pt x="55" y="87"/>
                  <a:pt x="53" y="85"/>
                </a:cubicBezTo>
                <a:cubicBezTo>
                  <a:pt x="50" y="83"/>
                  <a:pt x="49" y="80"/>
                  <a:pt x="49" y="77"/>
                </a:cubicBezTo>
                <a:cubicBezTo>
                  <a:pt x="49" y="74"/>
                  <a:pt x="50" y="72"/>
                  <a:pt x="53" y="69"/>
                </a:cubicBezTo>
                <a:cubicBezTo>
                  <a:pt x="119" y="3"/>
                  <a:pt x="119" y="3"/>
                  <a:pt x="119" y="3"/>
                </a:cubicBezTo>
                <a:cubicBezTo>
                  <a:pt x="121" y="1"/>
                  <a:pt x="124" y="0"/>
                  <a:pt x="127" y="0"/>
                </a:cubicBezTo>
                <a:cubicBezTo>
                  <a:pt x="130" y="0"/>
                  <a:pt x="132" y="1"/>
                  <a:pt x="135" y="3"/>
                </a:cubicBezTo>
                <a:cubicBezTo>
                  <a:pt x="201" y="69"/>
                  <a:pt x="201" y="69"/>
                  <a:pt x="201" y="69"/>
                </a:cubicBezTo>
                <a:cubicBezTo>
                  <a:pt x="203" y="72"/>
                  <a:pt x="204" y="74"/>
                  <a:pt x="204" y="77"/>
                </a:cubicBezTo>
                <a:cubicBezTo>
                  <a:pt x="204" y="80"/>
                  <a:pt x="203" y="83"/>
                  <a:pt x="201" y="85"/>
                </a:cubicBezTo>
                <a:cubicBezTo>
                  <a:pt x="199" y="87"/>
                  <a:pt x="196" y="88"/>
                  <a:pt x="193" y="88"/>
                </a:cubicBezTo>
                <a:cubicBezTo>
                  <a:pt x="159" y="88"/>
                  <a:pt x="159" y="88"/>
                  <a:pt x="159" y="88"/>
                </a:cubicBezTo>
                <a:cubicBezTo>
                  <a:pt x="229" y="158"/>
                  <a:pt x="229" y="158"/>
                  <a:pt x="229" y="158"/>
                </a:cubicBezTo>
                <a:cubicBezTo>
                  <a:pt x="231" y="160"/>
                  <a:pt x="232" y="163"/>
                  <a:pt x="232" y="166"/>
                </a:cubicBezTo>
                <a:cubicBezTo>
                  <a:pt x="232" y="169"/>
                  <a:pt x="231" y="171"/>
                  <a:pt x="229" y="173"/>
                </a:cubicBezTo>
                <a:cubicBezTo>
                  <a:pt x="226" y="176"/>
                  <a:pt x="224" y="177"/>
                  <a:pt x="221" y="177"/>
                </a:cubicBezTo>
                <a:cubicBezTo>
                  <a:pt x="181" y="177"/>
                  <a:pt x="181" y="177"/>
                  <a:pt x="181" y="177"/>
                </a:cubicBezTo>
                <a:cubicBezTo>
                  <a:pt x="251" y="246"/>
                  <a:pt x="251" y="246"/>
                  <a:pt x="251" y="246"/>
                </a:cubicBezTo>
                <a:cubicBezTo>
                  <a:pt x="253" y="249"/>
                  <a:pt x="254" y="251"/>
                  <a:pt x="254" y="25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5" name="Freeform 101"/>
          <p:cNvSpPr>
            <a:spLocks noEditPoints="1"/>
          </p:cNvSpPr>
          <p:nvPr/>
        </p:nvSpPr>
        <p:spPr bwMode="auto">
          <a:xfrm>
            <a:off x="1582738" y="2881313"/>
            <a:ext cx="285750" cy="285750"/>
          </a:xfrm>
          <a:custGeom>
            <a:avLst/>
            <a:gdLst>
              <a:gd name="T0" fmla="*/ 121 w 265"/>
              <a:gd name="T1" fmla="*/ 210 h 265"/>
              <a:gd name="T2" fmla="*/ 121 w 265"/>
              <a:gd name="T3" fmla="*/ 33 h 265"/>
              <a:gd name="T4" fmla="*/ 120 w 265"/>
              <a:gd name="T5" fmla="*/ 29 h 265"/>
              <a:gd name="T6" fmla="*/ 116 w 265"/>
              <a:gd name="T7" fmla="*/ 28 h 265"/>
              <a:gd name="T8" fmla="*/ 33 w 265"/>
              <a:gd name="T9" fmla="*/ 28 h 265"/>
              <a:gd name="T10" fmla="*/ 29 w 265"/>
              <a:gd name="T11" fmla="*/ 29 h 265"/>
              <a:gd name="T12" fmla="*/ 27 w 265"/>
              <a:gd name="T13" fmla="*/ 33 h 265"/>
              <a:gd name="T14" fmla="*/ 27 w 265"/>
              <a:gd name="T15" fmla="*/ 210 h 265"/>
              <a:gd name="T16" fmla="*/ 29 w 265"/>
              <a:gd name="T17" fmla="*/ 214 h 265"/>
              <a:gd name="T18" fmla="*/ 33 w 265"/>
              <a:gd name="T19" fmla="*/ 216 h 265"/>
              <a:gd name="T20" fmla="*/ 116 w 265"/>
              <a:gd name="T21" fmla="*/ 216 h 265"/>
              <a:gd name="T22" fmla="*/ 120 w 265"/>
              <a:gd name="T23" fmla="*/ 214 h 265"/>
              <a:gd name="T24" fmla="*/ 121 w 265"/>
              <a:gd name="T25" fmla="*/ 210 h 265"/>
              <a:gd name="T26" fmla="*/ 237 w 265"/>
              <a:gd name="T27" fmla="*/ 144 h 265"/>
              <a:gd name="T28" fmla="*/ 237 w 265"/>
              <a:gd name="T29" fmla="*/ 33 h 265"/>
              <a:gd name="T30" fmla="*/ 236 w 265"/>
              <a:gd name="T31" fmla="*/ 29 h 265"/>
              <a:gd name="T32" fmla="*/ 232 w 265"/>
              <a:gd name="T33" fmla="*/ 28 h 265"/>
              <a:gd name="T34" fmla="*/ 149 w 265"/>
              <a:gd name="T35" fmla="*/ 28 h 265"/>
              <a:gd name="T36" fmla="*/ 145 w 265"/>
              <a:gd name="T37" fmla="*/ 29 h 265"/>
              <a:gd name="T38" fmla="*/ 143 w 265"/>
              <a:gd name="T39" fmla="*/ 33 h 265"/>
              <a:gd name="T40" fmla="*/ 143 w 265"/>
              <a:gd name="T41" fmla="*/ 144 h 265"/>
              <a:gd name="T42" fmla="*/ 145 w 265"/>
              <a:gd name="T43" fmla="*/ 148 h 265"/>
              <a:gd name="T44" fmla="*/ 149 w 265"/>
              <a:gd name="T45" fmla="*/ 149 h 265"/>
              <a:gd name="T46" fmla="*/ 232 w 265"/>
              <a:gd name="T47" fmla="*/ 149 h 265"/>
              <a:gd name="T48" fmla="*/ 236 w 265"/>
              <a:gd name="T49" fmla="*/ 148 h 265"/>
              <a:gd name="T50" fmla="*/ 237 w 265"/>
              <a:gd name="T51" fmla="*/ 144 h 265"/>
              <a:gd name="T52" fmla="*/ 265 w 265"/>
              <a:gd name="T53" fmla="*/ 11 h 265"/>
              <a:gd name="T54" fmla="*/ 265 w 265"/>
              <a:gd name="T55" fmla="*/ 254 h 265"/>
              <a:gd name="T56" fmla="*/ 262 w 265"/>
              <a:gd name="T57" fmla="*/ 262 h 265"/>
              <a:gd name="T58" fmla="*/ 254 w 265"/>
              <a:gd name="T59" fmla="*/ 265 h 265"/>
              <a:gd name="T60" fmla="*/ 11 w 265"/>
              <a:gd name="T61" fmla="*/ 265 h 265"/>
              <a:gd name="T62" fmla="*/ 3 w 265"/>
              <a:gd name="T63" fmla="*/ 262 h 265"/>
              <a:gd name="T64" fmla="*/ 0 w 265"/>
              <a:gd name="T65" fmla="*/ 254 h 265"/>
              <a:gd name="T66" fmla="*/ 0 w 265"/>
              <a:gd name="T67" fmla="*/ 11 h 265"/>
              <a:gd name="T68" fmla="*/ 3 w 265"/>
              <a:gd name="T69" fmla="*/ 3 h 265"/>
              <a:gd name="T70" fmla="*/ 11 w 265"/>
              <a:gd name="T71" fmla="*/ 0 h 265"/>
              <a:gd name="T72" fmla="*/ 254 w 265"/>
              <a:gd name="T73" fmla="*/ 0 h 265"/>
              <a:gd name="T74" fmla="*/ 262 w 265"/>
              <a:gd name="T75" fmla="*/ 3 h 265"/>
              <a:gd name="T76" fmla="*/ 265 w 265"/>
              <a:gd name="T77" fmla="*/ 11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5" h="265">
                <a:moveTo>
                  <a:pt x="121" y="210"/>
                </a:moveTo>
                <a:cubicBezTo>
                  <a:pt x="121" y="33"/>
                  <a:pt x="121" y="33"/>
                  <a:pt x="121" y="33"/>
                </a:cubicBezTo>
                <a:cubicBezTo>
                  <a:pt x="121" y="31"/>
                  <a:pt x="121" y="30"/>
                  <a:pt x="120" y="29"/>
                </a:cubicBezTo>
                <a:cubicBezTo>
                  <a:pt x="119" y="28"/>
                  <a:pt x="117" y="28"/>
                  <a:pt x="116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1" y="28"/>
                  <a:pt x="30" y="28"/>
                  <a:pt x="29" y="29"/>
                </a:cubicBezTo>
                <a:cubicBezTo>
                  <a:pt x="28" y="30"/>
                  <a:pt x="27" y="31"/>
                  <a:pt x="27" y="33"/>
                </a:cubicBezTo>
                <a:cubicBezTo>
                  <a:pt x="27" y="210"/>
                  <a:pt x="27" y="210"/>
                  <a:pt x="27" y="210"/>
                </a:cubicBezTo>
                <a:cubicBezTo>
                  <a:pt x="27" y="212"/>
                  <a:pt x="28" y="213"/>
                  <a:pt x="29" y="214"/>
                </a:cubicBezTo>
                <a:cubicBezTo>
                  <a:pt x="30" y="215"/>
                  <a:pt x="31" y="216"/>
                  <a:pt x="33" y="216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7" y="216"/>
                  <a:pt x="119" y="215"/>
                  <a:pt x="120" y="214"/>
                </a:cubicBezTo>
                <a:cubicBezTo>
                  <a:pt x="121" y="213"/>
                  <a:pt x="121" y="212"/>
                  <a:pt x="121" y="210"/>
                </a:cubicBezTo>
                <a:close/>
                <a:moveTo>
                  <a:pt x="237" y="144"/>
                </a:moveTo>
                <a:cubicBezTo>
                  <a:pt x="237" y="33"/>
                  <a:pt x="237" y="33"/>
                  <a:pt x="237" y="33"/>
                </a:cubicBezTo>
                <a:cubicBezTo>
                  <a:pt x="237" y="31"/>
                  <a:pt x="237" y="30"/>
                  <a:pt x="236" y="29"/>
                </a:cubicBezTo>
                <a:cubicBezTo>
                  <a:pt x="235" y="28"/>
                  <a:pt x="233" y="28"/>
                  <a:pt x="232" y="28"/>
                </a:cubicBezTo>
                <a:cubicBezTo>
                  <a:pt x="149" y="28"/>
                  <a:pt x="149" y="28"/>
                  <a:pt x="149" y="28"/>
                </a:cubicBezTo>
                <a:cubicBezTo>
                  <a:pt x="147" y="28"/>
                  <a:pt x="146" y="28"/>
                  <a:pt x="145" y="29"/>
                </a:cubicBezTo>
                <a:cubicBezTo>
                  <a:pt x="144" y="30"/>
                  <a:pt x="143" y="31"/>
                  <a:pt x="143" y="33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43" y="145"/>
                  <a:pt x="144" y="147"/>
                  <a:pt x="145" y="148"/>
                </a:cubicBezTo>
                <a:cubicBezTo>
                  <a:pt x="146" y="149"/>
                  <a:pt x="147" y="149"/>
                  <a:pt x="149" y="149"/>
                </a:cubicBezTo>
                <a:cubicBezTo>
                  <a:pt x="232" y="149"/>
                  <a:pt x="232" y="149"/>
                  <a:pt x="232" y="149"/>
                </a:cubicBezTo>
                <a:cubicBezTo>
                  <a:pt x="233" y="149"/>
                  <a:pt x="235" y="149"/>
                  <a:pt x="236" y="148"/>
                </a:cubicBezTo>
                <a:cubicBezTo>
                  <a:pt x="237" y="147"/>
                  <a:pt x="237" y="145"/>
                  <a:pt x="237" y="144"/>
                </a:cubicBezTo>
                <a:close/>
                <a:moveTo>
                  <a:pt x="265" y="11"/>
                </a:moveTo>
                <a:cubicBezTo>
                  <a:pt x="265" y="254"/>
                  <a:pt x="265" y="254"/>
                  <a:pt x="265" y="254"/>
                </a:cubicBezTo>
                <a:cubicBezTo>
                  <a:pt x="265" y="257"/>
                  <a:pt x="264" y="260"/>
                  <a:pt x="262" y="262"/>
                </a:cubicBezTo>
                <a:cubicBezTo>
                  <a:pt x="259" y="264"/>
                  <a:pt x="257" y="265"/>
                  <a:pt x="254" y="265"/>
                </a:cubicBezTo>
                <a:cubicBezTo>
                  <a:pt x="11" y="265"/>
                  <a:pt x="11" y="265"/>
                  <a:pt x="11" y="265"/>
                </a:cubicBezTo>
                <a:cubicBezTo>
                  <a:pt x="8" y="265"/>
                  <a:pt x="5" y="264"/>
                  <a:pt x="3" y="262"/>
                </a:cubicBezTo>
                <a:cubicBezTo>
                  <a:pt x="1" y="260"/>
                  <a:pt x="0" y="257"/>
                  <a:pt x="0" y="25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254" y="0"/>
                  <a:pt x="254" y="0"/>
                  <a:pt x="254" y="0"/>
                </a:cubicBezTo>
                <a:cubicBezTo>
                  <a:pt x="257" y="0"/>
                  <a:pt x="259" y="1"/>
                  <a:pt x="262" y="3"/>
                </a:cubicBezTo>
                <a:cubicBezTo>
                  <a:pt x="264" y="5"/>
                  <a:pt x="265" y="8"/>
                  <a:pt x="265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6" name="Freeform 102"/>
          <p:cNvSpPr>
            <a:spLocks noEditPoints="1"/>
          </p:cNvSpPr>
          <p:nvPr/>
        </p:nvSpPr>
        <p:spPr bwMode="auto">
          <a:xfrm>
            <a:off x="2000251" y="2881313"/>
            <a:ext cx="311150" cy="285750"/>
          </a:xfrm>
          <a:custGeom>
            <a:avLst/>
            <a:gdLst>
              <a:gd name="T0" fmla="*/ 79 w 287"/>
              <a:gd name="T1" fmla="*/ 130 h 265"/>
              <a:gd name="T2" fmla="*/ 66 w 287"/>
              <a:gd name="T3" fmla="*/ 66 h 265"/>
              <a:gd name="T4" fmla="*/ 22 w 287"/>
              <a:gd name="T5" fmla="*/ 66 h 265"/>
              <a:gd name="T6" fmla="*/ 22 w 287"/>
              <a:gd name="T7" fmla="*/ 83 h 265"/>
              <a:gd name="T8" fmla="*/ 38 w 287"/>
              <a:gd name="T9" fmla="*/ 111 h 265"/>
              <a:gd name="T10" fmla="*/ 79 w 287"/>
              <a:gd name="T11" fmla="*/ 130 h 265"/>
              <a:gd name="T12" fmla="*/ 265 w 287"/>
              <a:gd name="T13" fmla="*/ 83 h 265"/>
              <a:gd name="T14" fmla="*/ 265 w 287"/>
              <a:gd name="T15" fmla="*/ 66 h 265"/>
              <a:gd name="T16" fmla="*/ 221 w 287"/>
              <a:gd name="T17" fmla="*/ 66 h 265"/>
              <a:gd name="T18" fmla="*/ 208 w 287"/>
              <a:gd name="T19" fmla="*/ 130 h 265"/>
              <a:gd name="T20" fmla="*/ 249 w 287"/>
              <a:gd name="T21" fmla="*/ 111 h 265"/>
              <a:gd name="T22" fmla="*/ 265 w 287"/>
              <a:gd name="T23" fmla="*/ 83 h 265"/>
              <a:gd name="T24" fmla="*/ 287 w 287"/>
              <a:gd name="T25" fmla="*/ 61 h 265"/>
              <a:gd name="T26" fmla="*/ 287 w 287"/>
              <a:gd name="T27" fmla="*/ 83 h 265"/>
              <a:gd name="T28" fmla="*/ 280 w 287"/>
              <a:gd name="T29" fmla="*/ 108 h 265"/>
              <a:gd name="T30" fmla="*/ 261 w 287"/>
              <a:gd name="T31" fmla="*/ 130 h 265"/>
              <a:gd name="T32" fmla="*/ 231 w 287"/>
              <a:gd name="T33" fmla="*/ 147 h 265"/>
              <a:gd name="T34" fmla="*/ 194 w 287"/>
              <a:gd name="T35" fmla="*/ 155 h 265"/>
              <a:gd name="T36" fmla="*/ 177 w 287"/>
              <a:gd name="T37" fmla="*/ 171 h 265"/>
              <a:gd name="T38" fmla="*/ 168 w 287"/>
              <a:gd name="T39" fmla="*/ 183 h 265"/>
              <a:gd name="T40" fmla="*/ 166 w 287"/>
              <a:gd name="T41" fmla="*/ 199 h 265"/>
              <a:gd name="T42" fmla="*/ 171 w 287"/>
              <a:gd name="T43" fmla="*/ 215 h 265"/>
              <a:gd name="T44" fmla="*/ 188 w 287"/>
              <a:gd name="T45" fmla="*/ 221 h 265"/>
              <a:gd name="T46" fmla="*/ 211 w 287"/>
              <a:gd name="T47" fmla="*/ 229 h 265"/>
              <a:gd name="T48" fmla="*/ 221 w 287"/>
              <a:gd name="T49" fmla="*/ 249 h 265"/>
              <a:gd name="T50" fmla="*/ 221 w 287"/>
              <a:gd name="T51" fmla="*/ 260 h 265"/>
              <a:gd name="T52" fmla="*/ 220 w 287"/>
              <a:gd name="T53" fmla="*/ 264 h 265"/>
              <a:gd name="T54" fmla="*/ 216 w 287"/>
              <a:gd name="T55" fmla="*/ 265 h 265"/>
              <a:gd name="T56" fmla="*/ 72 w 287"/>
              <a:gd name="T57" fmla="*/ 265 h 265"/>
              <a:gd name="T58" fmla="*/ 68 w 287"/>
              <a:gd name="T59" fmla="*/ 264 h 265"/>
              <a:gd name="T60" fmla="*/ 66 w 287"/>
              <a:gd name="T61" fmla="*/ 260 h 265"/>
              <a:gd name="T62" fmla="*/ 66 w 287"/>
              <a:gd name="T63" fmla="*/ 249 h 265"/>
              <a:gd name="T64" fmla="*/ 76 w 287"/>
              <a:gd name="T65" fmla="*/ 229 h 265"/>
              <a:gd name="T66" fmla="*/ 99 w 287"/>
              <a:gd name="T67" fmla="*/ 221 h 265"/>
              <a:gd name="T68" fmla="*/ 116 w 287"/>
              <a:gd name="T69" fmla="*/ 215 h 265"/>
              <a:gd name="T70" fmla="*/ 122 w 287"/>
              <a:gd name="T71" fmla="*/ 199 h 265"/>
              <a:gd name="T72" fmla="*/ 119 w 287"/>
              <a:gd name="T73" fmla="*/ 183 h 265"/>
              <a:gd name="T74" fmla="*/ 110 w 287"/>
              <a:gd name="T75" fmla="*/ 171 h 265"/>
              <a:gd name="T76" fmla="*/ 94 w 287"/>
              <a:gd name="T77" fmla="*/ 155 h 265"/>
              <a:gd name="T78" fmla="*/ 56 w 287"/>
              <a:gd name="T79" fmla="*/ 147 h 265"/>
              <a:gd name="T80" fmla="*/ 26 w 287"/>
              <a:gd name="T81" fmla="*/ 130 h 265"/>
              <a:gd name="T82" fmla="*/ 7 w 287"/>
              <a:gd name="T83" fmla="*/ 108 h 265"/>
              <a:gd name="T84" fmla="*/ 0 w 287"/>
              <a:gd name="T85" fmla="*/ 83 h 265"/>
              <a:gd name="T86" fmla="*/ 0 w 287"/>
              <a:gd name="T87" fmla="*/ 61 h 265"/>
              <a:gd name="T88" fmla="*/ 5 w 287"/>
              <a:gd name="T89" fmla="*/ 49 h 265"/>
              <a:gd name="T90" fmla="*/ 17 w 287"/>
              <a:gd name="T91" fmla="*/ 44 h 265"/>
              <a:gd name="T92" fmla="*/ 66 w 287"/>
              <a:gd name="T93" fmla="*/ 44 h 265"/>
              <a:gd name="T94" fmla="*/ 66 w 287"/>
              <a:gd name="T95" fmla="*/ 28 h 265"/>
              <a:gd name="T96" fmla="*/ 74 w 287"/>
              <a:gd name="T97" fmla="*/ 8 h 265"/>
              <a:gd name="T98" fmla="*/ 94 w 287"/>
              <a:gd name="T99" fmla="*/ 0 h 265"/>
              <a:gd name="T100" fmla="*/ 193 w 287"/>
              <a:gd name="T101" fmla="*/ 0 h 265"/>
              <a:gd name="T102" fmla="*/ 213 w 287"/>
              <a:gd name="T103" fmla="*/ 8 h 265"/>
              <a:gd name="T104" fmla="*/ 221 w 287"/>
              <a:gd name="T105" fmla="*/ 28 h 265"/>
              <a:gd name="T106" fmla="*/ 221 w 287"/>
              <a:gd name="T107" fmla="*/ 44 h 265"/>
              <a:gd name="T108" fmla="*/ 271 w 287"/>
              <a:gd name="T109" fmla="*/ 44 h 265"/>
              <a:gd name="T110" fmla="*/ 283 w 287"/>
              <a:gd name="T111" fmla="*/ 49 h 265"/>
              <a:gd name="T112" fmla="*/ 287 w 287"/>
              <a:gd name="T113" fmla="*/ 61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87" h="265">
                <a:moveTo>
                  <a:pt x="79" y="130"/>
                </a:moveTo>
                <a:cubicBezTo>
                  <a:pt x="71" y="112"/>
                  <a:pt x="66" y="90"/>
                  <a:pt x="66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83"/>
                  <a:pt x="22" y="83"/>
                  <a:pt x="22" y="83"/>
                </a:cubicBezTo>
                <a:cubicBezTo>
                  <a:pt x="22" y="92"/>
                  <a:pt x="27" y="101"/>
                  <a:pt x="38" y="111"/>
                </a:cubicBezTo>
                <a:cubicBezTo>
                  <a:pt x="49" y="120"/>
                  <a:pt x="63" y="127"/>
                  <a:pt x="79" y="130"/>
                </a:cubicBezTo>
                <a:close/>
                <a:moveTo>
                  <a:pt x="265" y="83"/>
                </a:moveTo>
                <a:cubicBezTo>
                  <a:pt x="265" y="66"/>
                  <a:pt x="265" y="66"/>
                  <a:pt x="265" y="66"/>
                </a:cubicBezTo>
                <a:cubicBezTo>
                  <a:pt x="221" y="66"/>
                  <a:pt x="221" y="66"/>
                  <a:pt x="221" y="66"/>
                </a:cubicBezTo>
                <a:cubicBezTo>
                  <a:pt x="221" y="90"/>
                  <a:pt x="217" y="112"/>
                  <a:pt x="208" y="130"/>
                </a:cubicBezTo>
                <a:cubicBezTo>
                  <a:pt x="225" y="127"/>
                  <a:pt x="238" y="120"/>
                  <a:pt x="249" y="111"/>
                </a:cubicBezTo>
                <a:cubicBezTo>
                  <a:pt x="260" y="101"/>
                  <a:pt x="265" y="92"/>
                  <a:pt x="265" y="83"/>
                </a:cubicBezTo>
                <a:close/>
                <a:moveTo>
                  <a:pt x="287" y="61"/>
                </a:moveTo>
                <a:cubicBezTo>
                  <a:pt x="287" y="83"/>
                  <a:pt x="287" y="83"/>
                  <a:pt x="287" y="83"/>
                </a:cubicBezTo>
                <a:cubicBezTo>
                  <a:pt x="287" y="91"/>
                  <a:pt x="285" y="99"/>
                  <a:pt x="280" y="108"/>
                </a:cubicBezTo>
                <a:cubicBezTo>
                  <a:pt x="276" y="116"/>
                  <a:pt x="269" y="123"/>
                  <a:pt x="261" y="130"/>
                </a:cubicBezTo>
                <a:cubicBezTo>
                  <a:pt x="253" y="137"/>
                  <a:pt x="243" y="142"/>
                  <a:pt x="231" y="147"/>
                </a:cubicBezTo>
                <a:cubicBezTo>
                  <a:pt x="219" y="151"/>
                  <a:pt x="207" y="154"/>
                  <a:pt x="194" y="155"/>
                </a:cubicBezTo>
                <a:cubicBezTo>
                  <a:pt x="189" y="161"/>
                  <a:pt x="183" y="166"/>
                  <a:pt x="177" y="171"/>
                </a:cubicBezTo>
                <a:cubicBezTo>
                  <a:pt x="173" y="175"/>
                  <a:pt x="170" y="179"/>
                  <a:pt x="168" y="183"/>
                </a:cubicBezTo>
                <a:cubicBezTo>
                  <a:pt x="167" y="188"/>
                  <a:pt x="166" y="193"/>
                  <a:pt x="166" y="199"/>
                </a:cubicBezTo>
                <a:cubicBezTo>
                  <a:pt x="166" y="205"/>
                  <a:pt x="168" y="210"/>
                  <a:pt x="171" y="215"/>
                </a:cubicBezTo>
                <a:cubicBezTo>
                  <a:pt x="175" y="219"/>
                  <a:pt x="180" y="221"/>
                  <a:pt x="188" y="221"/>
                </a:cubicBezTo>
                <a:cubicBezTo>
                  <a:pt x="197" y="221"/>
                  <a:pt x="204" y="224"/>
                  <a:pt x="211" y="229"/>
                </a:cubicBezTo>
                <a:cubicBezTo>
                  <a:pt x="218" y="234"/>
                  <a:pt x="221" y="241"/>
                  <a:pt x="221" y="249"/>
                </a:cubicBezTo>
                <a:cubicBezTo>
                  <a:pt x="221" y="260"/>
                  <a:pt x="221" y="260"/>
                  <a:pt x="221" y="260"/>
                </a:cubicBezTo>
                <a:cubicBezTo>
                  <a:pt x="221" y="261"/>
                  <a:pt x="221" y="263"/>
                  <a:pt x="220" y="264"/>
                </a:cubicBezTo>
                <a:cubicBezTo>
                  <a:pt x="219" y="265"/>
                  <a:pt x="217" y="265"/>
                  <a:pt x="216" y="265"/>
                </a:cubicBezTo>
                <a:cubicBezTo>
                  <a:pt x="72" y="265"/>
                  <a:pt x="72" y="265"/>
                  <a:pt x="72" y="265"/>
                </a:cubicBezTo>
                <a:cubicBezTo>
                  <a:pt x="70" y="265"/>
                  <a:pt x="69" y="265"/>
                  <a:pt x="68" y="264"/>
                </a:cubicBezTo>
                <a:cubicBezTo>
                  <a:pt x="67" y="263"/>
                  <a:pt x="66" y="261"/>
                  <a:pt x="66" y="260"/>
                </a:cubicBezTo>
                <a:cubicBezTo>
                  <a:pt x="66" y="249"/>
                  <a:pt x="66" y="249"/>
                  <a:pt x="66" y="249"/>
                </a:cubicBezTo>
                <a:cubicBezTo>
                  <a:pt x="66" y="241"/>
                  <a:pt x="70" y="234"/>
                  <a:pt x="76" y="229"/>
                </a:cubicBezTo>
                <a:cubicBezTo>
                  <a:pt x="83" y="224"/>
                  <a:pt x="91" y="221"/>
                  <a:pt x="99" y="221"/>
                </a:cubicBezTo>
                <a:cubicBezTo>
                  <a:pt x="107" y="221"/>
                  <a:pt x="113" y="219"/>
                  <a:pt x="116" y="215"/>
                </a:cubicBezTo>
                <a:cubicBezTo>
                  <a:pt x="120" y="210"/>
                  <a:pt x="122" y="205"/>
                  <a:pt x="122" y="199"/>
                </a:cubicBezTo>
                <a:cubicBezTo>
                  <a:pt x="122" y="193"/>
                  <a:pt x="121" y="188"/>
                  <a:pt x="119" y="183"/>
                </a:cubicBezTo>
                <a:cubicBezTo>
                  <a:pt x="117" y="179"/>
                  <a:pt x="114" y="175"/>
                  <a:pt x="110" y="171"/>
                </a:cubicBezTo>
                <a:cubicBezTo>
                  <a:pt x="104" y="166"/>
                  <a:pt x="98" y="161"/>
                  <a:pt x="94" y="155"/>
                </a:cubicBezTo>
                <a:cubicBezTo>
                  <a:pt x="81" y="154"/>
                  <a:pt x="68" y="151"/>
                  <a:pt x="56" y="147"/>
                </a:cubicBezTo>
                <a:cubicBezTo>
                  <a:pt x="45" y="142"/>
                  <a:pt x="35" y="137"/>
                  <a:pt x="26" y="130"/>
                </a:cubicBezTo>
                <a:cubicBezTo>
                  <a:pt x="18" y="123"/>
                  <a:pt x="12" y="116"/>
                  <a:pt x="7" y="108"/>
                </a:cubicBezTo>
                <a:cubicBezTo>
                  <a:pt x="2" y="99"/>
                  <a:pt x="0" y="91"/>
                  <a:pt x="0" y="83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6"/>
                  <a:pt x="2" y="52"/>
                  <a:pt x="5" y="49"/>
                </a:cubicBezTo>
                <a:cubicBezTo>
                  <a:pt x="8" y="46"/>
                  <a:pt x="12" y="44"/>
                  <a:pt x="17" y="44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20"/>
                  <a:pt x="69" y="13"/>
                  <a:pt x="74" y="8"/>
                </a:cubicBezTo>
                <a:cubicBezTo>
                  <a:pt x="80" y="3"/>
                  <a:pt x="86" y="0"/>
                  <a:pt x="94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201" y="0"/>
                  <a:pt x="208" y="3"/>
                  <a:pt x="213" y="8"/>
                </a:cubicBezTo>
                <a:cubicBezTo>
                  <a:pt x="218" y="13"/>
                  <a:pt x="221" y="20"/>
                  <a:pt x="221" y="28"/>
                </a:cubicBezTo>
                <a:cubicBezTo>
                  <a:pt x="221" y="44"/>
                  <a:pt x="221" y="44"/>
                  <a:pt x="221" y="44"/>
                </a:cubicBezTo>
                <a:cubicBezTo>
                  <a:pt x="271" y="44"/>
                  <a:pt x="271" y="44"/>
                  <a:pt x="271" y="44"/>
                </a:cubicBezTo>
                <a:cubicBezTo>
                  <a:pt x="275" y="44"/>
                  <a:pt x="279" y="46"/>
                  <a:pt x="283" y="49"/>
                </a:cubicBezTo>
                <a:cubicBezTo>
                  <a:pt x="286" y="52"/>
                  <a:pt x="287" y="56"/>
                  <a:pt x="287" y="6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7" name="Freeform 103"/>
          <p:cNvSpPr>
            <a:spLocks noEditPoints="1"/>
          </p:cNvSpPr>
          <p:nvPr/>
        </p:nvSpPr>
        <p:spPr bwMode="auto">
          <a:xfrm>
            <a:off x="2425701" y="2892425"/>
            <a:ext cx="320675" cy="263525"/>
          </a:xfrm>
          <a:custGeom>
            <a:avLst/>
            <a:gdLst>
              <a:gd name="T0" fmla="*/ 93 w 298"/>
              <a:gd name="T1" fmla="*/ 183 h 243"/>
              <a:gd name="T2" fmla="*/ 62 w 298"/>
              <a:gd name="T3" fmla="*/ 183 h 243"/>
              <a:gd name="T4" fmla="*/ 62 w 298"/>
              <a:gd name="T5" fmla="*/ 215 h 243"/>
              <a:gd name="T6" fmla="*/ 93 w 298"/>
              <a:gd name="T7" fmla="*/ 215 h 243"/>
              <a:gd name="T8" fmla="*/ 33 w 298"/>
              <a:gd name="T9" fmla="*/ 111 h 243"/>
              <a:gd name="T10" fmla="*/ 99 w 298"/>
              <a:gd name="T11" fmla="*/ 66 h 243"/>
              <a:gd name="T12" fmla="*/ 68 w 298"/>
              <a:gd name="T13" fmla="*/ 68 h 243"/>
              <a:gd name="T14" fmla="*/ 33 w 298"/>
              <a:gd name="T15" fmla="*/ 105 h 243"/>
              <a:gd name="T16" fmla="*/ 254 w 298"/>
              <a:gd name="T17" fmla="*/ 199 h 243"/>
              <a:gd name="T18" fmla="*/ 232 w 298"/>
              <a:gd name="T19" fmla="*/ 177 h 243"/>
              <a:gd name="T20" fmla="*/ 210 w 298"/>
              <a:gd name="T21" fmla="*/ 199 h 243"/>
              <a:gd name="T22" fmla="*/ 232 w 298"/>
              <a:gd name="T23" fmla="*/ 221 h 243"/>
              <a:gd name="T24" fmla="*/ 254 w 298"/>
              <a:gd name="T25" fmla="*/ 199 h 243"/>
              <a:gd name="T26" fmla="*/ 298 w 298"/>
              <a:gd name="T27" fmla="*/ 188 h 243"/>
              <a:gd name="T28" fmla="*/ 295 w 298"/>
              <a:gd name="T29" fmla="*/ 196 h 243"/>
              <a:gd name="T30" fmla="*/ 289 w 298"/>
              <a:gd name="T31" fmla="*/ 199 h 243"/>
              <a:gd name="T32" fmla="*/ 280 w 298"/>
              <a:gd name="T33" fmla="*/ 199 h 243"/>
              <a:gd name="T34" fmla="*/ 263 w 298"/>
              <a:gd name="T35" fmla="*/ 230 h 243"/>
              <a:gd name="T36" fmla="*/ 201 w 298"/>
              <a:gd name="T37" fmla="*/ 230 h 243"/>
              <a:gd name="T38" fmla="*/ 121 w 298"/>
              <a:gd name="T39" fmla="*/ 199 h 243"/>
              <a:gd name="T40" fmla="*/ 77 w 298"/>
              <a:gd name="T41" fmla="*/ 243 h 243"/>
              <a:gd name="T42" fmla="*/ 33 w 298"/>
              <a:gd name="T43" fmla="*/ 199 h 243"/>
              <a:gd name="T44" fmla="*/ 18 w 298"/>
              <a:gd name="T45" fmla="*/ 199 h 243"/>
              <a:gd name="T46" fmla="*/ 10 w 298"/>
              <a:gd name="T47" fmla="*/ 199 h 243"/>
              <a:gd name="T48" fmla="*/ 3 w 298"/>
              <a:gd name="T49" fmla="*/ 196 h 243"/>
              <a:gd name="T50" fmla="*/ 0 w 298"/>
              <a:gd name="T51" fmla="*/ 188 h 243"/>
              <a:gd name="T52" fmla="*/ 11 w 298"/>
              <a:gd name="T53" fmla="*/ 177 h 243"/>
              <a:gd name="T54" fmla="*/ 11 w 298"/>
              <a:gd name="T55" fmla="*/ 116 h 243"/>
              <a:gd name="T56" fmla="*/ 11 w 298"/>
              <a:gd name="T57" fmla="*/ 103 h 243"/>
              <a:gd name="T58" fmla="*/ 15 w 298"/>
              <a:gd name="T59" fmla="*/ 91 h 243"/>
              <a:gd name="T60" fmla="*/ 53 w 298"/>
              <a:gd name="T61" fmla="*/ 52 h 243"/>
              <a:gd name="T62" fmla="*/ 72 w 298"/>
              <a:gd name="T63" fmla="*/ 44 h 243"/>
              <a:gd name="T64" fmla="*/ 99 w 298"/>
              <a:gd name="T65" fmla="*/ 11 h 243"/>
              <a:gd name="T66" fmla="*/ 110 w 298"/>
              <a:gd name="T67" fmla="*/ 0 h 243"/>
              <a:gd name="T68" fmla="*/ 295 w 298"/>
              <a:gd name="T69" fmla="*/ 3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98" h="243">
                <a:moveTo>
                  <a:pt x="99" y="199"/>
                </a:moveTo>
                <a:cubicBezTo>
                  <a:pt x="99" y="193"/>
                  <a:pt x="97" y="188"/>
                  <a:pt x="93" y="183"/>
                </a:cubicBezTo>
                <a:cubicBezTo>
                  <a:pt x="88" y="179"/>
                  <a:pt x="83" y="177"/>
                  <a:pt x="77" y="177"/>
                </a:cubicBezTo>
                <a:cubicBezTo>
                  <a:pt x="71" y="177"/>
                  <a:pt x="66" y="179"/>
                  <a:pt x="62" y="183"/>
                </a:cubicBezTo>
                <a:cubicBezTo>
                  <a:pt x="57" y="188"/>
                  <a:pt x="55" y="193"/>
                  <a:pt x="55" y="199"/>
                </a:cubicBezTo>
                <a:cubicBezTo>
                  <a:pt x="55" y="205"/>
                  <a:pt x="57" y="210"/>
                  <a:pt x="62" y="215"/>
                </a:cubicBezTo>
                <a:cubicBezTo>
                  <a:pt x="66" y="219"/>
                  <a:pt x="71" y="221"/>
                  <a:pt x="77" y="221"/>
                </a:cubicBezTo>
                <a:cubicBezTo>
                  <a:pt x="83" y="221"/>
                  <a:pt x="88" y="219"/>
                  <a:pt x="93" y="215"/>
                </a:cubicBezTo>
                <a:cubicBezTo>
                  <a:pt x="97" y="210"/>
                  <a:pt x="99" y="205"/>
                  <a:pt x="99" y="199"/>
                </a:cubicBezTo>
                <a:close/>
                <a:moveTo>
                  <a:pt x="33" y="111"/>
                </a:moveTo>
                <a:cubicBezTo>
                  <a:pt x="99" y="111"/>
                  <a:pt x="99" y="111"/>
                  <a:pt x="99" y="111"/>
                </a:cubicBezTo>
                <a:cubicBezTo>
                  <a:pt x="99" y="66"/>
                  <a:pt x="99" y="66"/>
                  <a:pt x="99" y="66"/>
                </a:cubicBezTo>
                <a:cubicBezTo>
                  <a:pt x="72" y="66"/>
                  <a:pt x="72" y="66"/>
                  <a:pt x="72" y="66"/>
                </a:cubicBezTo>
                <a:cubicBezTo>
                  <a:pt x="71" y="66"/>
                  <a:pt x="69" y="67"/>
                  <a:pt x="68" y="68"/>
                </a:cubicBezTo>
                <a:cubicBezTo>
                  <a:pt x="35" y="102"/>
                  <a:pt x="35" y="102"/>
                  <a:pt x="35" y="102"/>
                </a:cubicBezTo>
                <a:cubicBezTo>
                  <a:pt x="34" y="103"/>
                  <a:pt x="33" y="104"/>
                  <a:pt x="33" y="105"/>
                </a:cubicBezTo>
                <a:lnTo>
                  <a:pt x="33" y="111"/>
                </a:lnTo>
                <a:close/>
                <a:moveTo>
                  <a:pt x="254" y="199"/>
                </a:moveTo>
                <a:cubicBezTo>
                  <a:pt x="254" y="193"/>
                  <a:pt x="252" y="188"/>
                  <a:pt x="248" y="183"/>
                </a:cubicBezTo>
                <a:cubicBezTo>
                  <a:pt x="243" y="179"/>
                  <a:pt x="238" y="177"/>
                  <a:pt x="232" y="177"/>
                </a:cubicBezTo>
                <a:cubicBezTo>
                  <a:pt x="226" y="177"/>
                  <a:pt x="221" y="179"/>
                  <a:pt x="217" y="183"/>
                </a:cubicBezTo>
                <a:cubicBezTo>
                  <a:pt x="212" y="188"/>
                  <a:pt x="210" y="193"/>
                  <a:pt x="210" y="199"/>
                </a:cubicBezTo>
                <a:cubicBezTo>
                  <a:pt x="210" y="205"/>
                  <a:pt x="212" y="210"/>
                  <a:pt x="217" y="215"/>
                </a:cubicBezTo>
                <a:cubicBezTo>
                  <a:pt x="221" y="219"/>
                  <a:pt x="226" y="221"/>
                  <a:pt x="232" y="221"/>
                </a:cubicBezTo>
                <a:cubicBezTo>
                  <a:pt x="238" y="221"/>
                  <a:pt x="243" y="219"/>
                  <a:pt x="248" y="215"/>
                </a:cubicBezTo>
                <a:cubicBezTo>
                  <a:pt x="252" y="210"/>
                  <a:pt x="254" y="205"/>
                  <a:pt x="254" y="199"/>
                </a:cubicBezTo>
                <a:close/>
                <a:moveTo>
                  <a:pt x="298" y="11"/>
                </a:moveTo>
                <a:cubicBezTo>
                  <a:pt x="298" y="188"/>
                  <a:pt x="298" y="188"/>
                  <a:pt x="298" y="188"/>
                </a:cubicBezTo>
                <a:cubicBezTo>
                  <a:pt x="298" y="190"/>
                  <a:pt x="298" y="191"/>
                  <a:pt x="298" y="193"/>
                </a:cubicBezTo>
                <a:cubicBezTo>
                  <a:pt x="297" y="194"/>
                  <a:pt x="297" y="195"/>
                  <a:pt x="295" y="196"/>
                </a:cubicBezTo>
                <a:cubicBezTo>
                  <a:pt x="294" y="197"/>
                  <a:pt x="293" y="197"/>
                  <a:pt x="293" y="198"/>
                </a:cubicBezTo>
                <a:cubicBezTo>
                  <a:pt x="292" y="198"/>
                  <a:pt x="290" y="199"/>
                  <a:pt x="289" y="199"/>
                </a:cubicBezTo>
                <a:cubicBezTo>
                  <a:pt x="287" y="199"/>
                  <a:pt x="285" y="199"/>
                  <a:pt x="285" y="199"/>
                </a:cubicBezTo>
                <a:cubicBezTo>
                  <a:pt x="284" y="199"/>
                  <a:pt x="282" y="199"/>
                  <a:pt x="280" y="199"/>
                </a:cubicBezTo>
                <a:cubicBezTo>
                  <a:pt x="278" y="199"/>
                  <a:pt x="277" y="199"/>
                  <a:pt x="276" y="199"/>
                </a:cubicBezTo>
                <a:cubicBezTo>
                  <a:pt x="276" y="211"/>
                  <a:pt x="272" y="222"/>
                  <a:pt x="263" y="230"/>
                </a:cubicBezTo>
                <a:cubicBezTo>
                  <a:pt x="255" y="239"/>
                  <a:pt x="244" y="243"/>
                  <a:pt x="232" y="243"/>
                </a:cubicBezTo>
                <a:cubicBezTo>
                  <a:pt x="220" y="243"/>
                  <a:pt x="209" y="239"/>
                  <a:pt x="201" y="230"/>
                </a:cubicBezTo>
                <a:cubicBezTo>
                  <a:pt x="192" y="222"/>
                  <a:pt x="188" y="211"/>
                  <a:pt x="188" y="199"/>
                </a:cubicBezTo>
                <a:cubicBezTo>
                  <a:pt x="121" y="199"/>
                  <a:pt x="121" y="199"/>
                  <a:pt x="121" y="199"/>
                </a:cubicBezTo>
                <a:cubicBezTo>
                  <a:pt x="121" y="211"/>
                  <a:pt x="117" y="222"/>
                  <a:pt x="109" y="230"/>
                </a:cubicBezTo>
                <a:cubicBezTo>
                  <a:pt x="100" y="239"/>
                  <a:pt x="89" y="243"/>
                  <a:pt x="77" y="243"/>
                </a:cubicBezTo>
                <a:cubicBezTo>
                  <a:pt x="65" y="243"/>
                  <a:pt x="55" y="239"/>
                  <a:pt x="46" y="230"/>
                </a:cubicBezTo>
                <a:cubicBezTo>
                  <a:pt x="37" y="222"/>
                  <a:pt x="33" y="211"/>
                  <a:pt x="33" y="199"/>
                </a:cubicBezTo>
                <a:cubicBezTo>
                  <a:pt x="22" y="199"/>
                  <a:pt x="22" y="199"/>
                  <a:pt x="22" y="199"/>
                </a:cubicBezTo>
                <a:cubicBezTo>
                  <a:pt x="22" y="199"/>
                  <a:pt x="20" y="199"/>
                  <a:pt x="18" y="199"/>
                </a:cubicBezTo>
                <a:cubicBezTo>
                  <a:pt x="16" y="199"/>
                  <a:pt x="14" y="199"/>
                  <a:pt x="14" y="199"/>
                </a:cubicBezTo>
                <a:cubicBezTo>
                  <a:pt x="13" y="199"/>
                  <a:pt x="12" y="199"/>
                  <a:pt x="10" y="199"/>
                </a:cubicBezTo>
                <a:cubicBezTo>
                  <a:pt x="8" y="199"/>
                  <a:pt x="7" y="198"/>
                  <a:pt x="6" y="198"/>
                </a:cubicBezTo>
                <a:cubicBezTo>
                  <a:pt x="5" y="197"/>
                  <a:pt x="4" y="197"/>
                  <a:pt x="3" y="196"/>
                </a:cubicBezTo>
                <a:cubicBezTo>
                  <a:pt x="2" y="195"/>
                  <a:pt x="1" y="194"/>
                  <a:pt x="1" y="193"/>
                </a:cubicBezTo>
                <a:cubicBezTo>
                  <a:pt x="0" y="191"/>
                  <a:pt x="0" y="190"/>
                  <a:pt x="0" y="188"/>
                </a:cubicBezTo>
                <a:cubicBezTo>
                  <a:pt x="0" y="185"/>
                  <a:pt x="1" y="182"/>
                  <a:pt x="3" y="180"/>
                </a:cubicBezTo>
                <a:cubicBezTo>
                  <a:pt x="5" y="178"/>
                  <a:pt x="8" y="177"/>
                  <a:pt x="11" y="177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1" y="121"/>
                  <a:pt x="11" y="119"/>
                  <a:pt x="11" y="116"/>
                </a:cubicBezTo>
                <a:cubicBezTo>
                  <a:pt x="11" y="112"/>
                  <a:pt x="11" y="110"/>
                  <a:pt x="11" y="109"/>
                </a:cubicBezTo>
                <a:cubicBezTo>
                  <a:pt x="11" y="108"/>
                  <a:pt x="11" y="106"/>
                  <a:pt x="11" y="103"/>
                </a:cubicBezTo>
                <a:cubicBezTo>
                  <a:pt x="11" y="100"/>
                  <a:pt x="12" y="98"/>
                  <a:pt x="12" y="97"/>
                </a:cubicBezTo>
                <a:cubicBezTo>
                  <a:pt x="13" y="95"/>
                  <a:pt x="14" y="93"/>
                  <a:pt x="15" y="91"/>
                </a:cubicBezTo>
                <a:cubicBezTo>
                  <a:pt x="16" y="89"/>
                  <a:pt x="17" y="88"/>
                  <a:pt x="19" y="86"/>
                </a:cubicBezTo>
                <a:cubicBezTo>
                  <a:pt x="53" y="52"/>
                  <a:pt x="53" y="52"/>
                  <a:pt x="53" y="52"/>
                </a:cubicBezTo>
                <a:cubicBezTo>
                  <a:pt x="55" y="50"/>
                  <a:pt x="58" y="48"/>
                  <a:pt x="62" y="46"/>
                </a:cubicBezTo>
                <a:cubicBezTo>
                  <a:pt x="65" y="45"/>
                  <a:pt x="69" y="44"/>
                  <a:pt x="72" y="44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11"/>
                  <a:pt x="99" y="11"/>
                  <a:pt x="99" y="11"/>
                </a:cubicBezTo>
                <a:cubicBezTo>
                  <a:pt x="99" y="8"/>
                  <a:pt x="100" y="5"/>
                  <a:pt x="103" y="3"/>
                </a:cubicBezTo>
                <a:cubicBezTo>
                  <a:pt x="105" y="1"/>
                  <a:pt x="107" y="0"/>
                  <a:pt x="110" y="0"/>
                </a:cubicBezTo>
                <a:cubicBezTo>
                  <a:pt x="287" y="0"/>
                  <a:pt x="287" y="0"/>
                  <a:pt x="287" y="0"/>
                </a:cubicBezTo>
                <a:cubicBezTo>
                  <a:pt x="290" y="0"/>
                  <a:pt x="293" y="1"/>
                  <a:pt x="295" y="3"/>
                </a:cubicBezTo>
                <a:cubicBezTo>
                  <a:pt x="297" y="5"/>
                  <a:pt x="298" y="8"/>
                  <a:pt x="298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8" name="Freeform 104"/>
          <p:cNvSpPr>
            <a:spLocks/>
          </p:cNvSpPr>
          <p:nvPr/>
        </p:nvSpPr>
        <p:spPr bwMode="auto">
          <a:xfrm>
            <a:off x="2908301" y="2892425"/>
            <a:ext cx="215900" cy="263525"/>
          </a:xfrm>
          <a:custGeom>
            <a:avLst/>
            <a:gdLst>
              <a:gd name="T0" fmla="*/ 199 w 199"/>
              <a:gd name="T1" fmla="*/ 122 h 243"/>
              <a:gd name="T2" fmla="*/ 183 w 199"/>
              <a:gd name="T3" fmla="*/ 183 h 243"/>
              <a:gd name="T4" fmla="*/ 138 w 199"/>
              <a:gd name="T5" fmla="*/ 227 h 243"/>
              <a:gd name="T6" fmla="*/ 77 w 199"/>
              <a:gd name="T7" fmla="*/ 243 h 243"/>
              <a:gd name="T8" fmla="*/ 50 w 199"/>
              <a:gd name="T9" fmla="*/ 243 h 243"/>
              <a:gd name="T10" fmla="*/ 46 w 199"/>
              <a:gd name="T11" fmla="*/ 242 h 243"/>
              <a:gd name="T12" fmla="*/ 44 w 199"/>
              <a:gd name="T13" fmla="*/ 238 h 243"/>
              <a:gd name="T14" fmla="*/ 44 w 199"/>
              <a:gd name="T15" fmla="*/ 132 h 243"/>
              <a:gd name="T16" fmla="*/ 7 w 199"/>
              <a:gd name="T17" fmla="*/ 144 h 243"/>
              <a:gd name="T18" fmla="*/ 6 w 199"/>
              <a:gd name="T19" fmla="*/ 144 h 243"/>
              <a:gd name="T20" fmla="*/ 2 w 199"/>
              <a:gd name="T21" fmla="*/ 143 h 243"/>
              <a:gd name="T22" fmla="*/ 0 w 199"/>
              <a:gd name="T23" fmla="*/ 138 h 243"/>
              <a:gd name="T24" fmla="*/ 0 w 199"/>
              <a:gd name="T25" fmla="*/ 116 h 243"/>
              <a:gd name="T26" fmla="*/ 4 w 199"/>
              <a:gd name="T27" fmla="*/ 111 h 243"/>
              <a:gd name="T28" fmla="*/ 44 w 199"/>
              <a:gd name="T29" fmla="*/ 98 h 243"/>
              <a:gd name="T30" fmla="*/ 44 w 199"/>
              <a:gd name="T31" fmla="*/ 82 h 243"/>
              <a:gd name="T32" fmla="*/ 7 w 199"/>
              <a:gd name="T33" fmla="*/ 94 h 243"/>
              <a:gd name="T34" fmla="*/ 6 w 199"/>
              <a:gd name="T35" fmla="*/ 94 h 243"/>
              <a:gd name="T36" fmla="*/ 2 w 199"/>
              <a:gd name="T37" fmla="*/ 93 h 243"/>
              <a:gd name="T38" fmla="*/ 0 w 199"/>
              <a:gd name="T39" fmla="*/ 88 h 243"/>
              <a:gd name="T40" fmla="*/ 0 w 199"/>
              <a:gd name="T41" fmla="*/ 66 h 243"/>
              <a:gd name="T42" fmla="*/ 4 w 199"/>
              <a:gd name="T43" fmla="*/ 61 h 243"/>
              <a:gd name="T44" fmla="*/ 44 w 199"/>
              <a:gd name="T45" fmla="*/ 49 h 243"/>
              <a:gd name="T46" fmla="*/ 44 w 199"/>
              <a:gd name="T47" fmla="*/ 5 h 243"/>
              <a:gd name="T48" fmla="*/ 46 w 199"/>
              <a:gd name="T49" fmla="*/ 1 h 243"/>
              <a:gd name="T50" fmla="*/ 50 w 199"/>
              <a:gd name="T51" fmla="*/ 0 h 243"/>
              <a:gd name="T52" fmla="*/ 77 w 199"/>
              <a:gd name="T53" fmla="*/ 0 h 243"/>
              <a:gd name="T54" fmla="*/ 81 w 199"/>
              <a:gd name="T55" fmla="*/ 1 h 243"/>
              <a:gd name="T56" fmla="*/ 83 w 199"/>
              <a:gd name="T57" fmla="*/ 5 h 243"/>
              <a:gd name="T58" fmla="*/ 83 w 199"/>
              <a:gd name="T59" fmla="*/ 37 h 243"/>
              <a:gd name="T60" fmla="*/ 148 w 199"/>
              <a:gd name="T61" fmla="*/ 17 h 243"/>
              <a:gd name="T62" fmla="*/ 153 w 199"/>
              <a:gd name="T63" fmla="*/ 18 h 243"/>
              <a:gd name="T64" fmla="*/ 155 w 199"/>
              <a:gd name="T65" fmla="*/ 22 h 243"/>
              <a:gd name="T66" fmla="*/ 155 w 199"/>
              <a:gd name="T67" fmla="*/ 44 h 243"/>
              <a:gd name="T68" fmla="*/ 151 w 199"/>
              <a:gd name="T69" fmla="*/ 50 h 243"/>
              <a:gd name="T70" fmla="*/ 83 w 199"/>
              <a:gd name="T71" fmla="*/ 70 h 243"/>
              <a:gd name="T72" fmla="*/ 83 w 199"/>
              <a:gd name="T73" fmla="*/ 87 h 243"/>
              <a:gd name="T74" fmla="*/ 148 w 199"/>
              <a:gd name="T75" fmla="*/ 66 h 243"/>
              <a:gd name="T76" fmla="*/ 153 w 199"/>
              <a:gd name="T77" fmla="*/ 67 h 243"/>
              <a:gd name="T78" fmla="*/ 155 w 199"/>
              <a:gd name="T79" fmla="*/ 72 h 243"/>
              <a:gd name="T80" fmla="*/ 155 w 199"/>
              <a:gd name="T81" fmla="*/ 94 h 243"/>
              <a:gd name="T82" fmla="*/ 151 w 199"/>
              <a:gd name="T83" fmla="*/ 99 h 243"/>
              <a:gd name="T84" fmla="*/ 83 w 199"/>
              <a:gd name="T85" fmla="*/ 120 h 243"/>
              <a:gd name="T86" fmla="*/ 83 w 199"/>
              <a:gd name="T87" fmla="*/ 204 h 243"/>
              <a:gd name="T88" fmla="*/ 138 w 199"/>
              <a:gd name="T89" fmla="*/ 178 h 243"/>
              <a:gd name="T90" fmla="*/ 160 w 199"/>
              <a:gd name="T91" fmla="*/ 122 h 243"/>
              <a:gd name="T92" fmla="*/ 162 w 199"/>
              <a:gd name="T93" fmla="*/ 118 h 243"/>
              <a:gd name="T94" fmla="*/ 166 w 199"/>
              <a:gd name="T95" fmla="*/ 116 h 243"/>
              <a:gd name="T96" fmla="*/ 194 w 199"/>
              <a:gd name="T97" fmla="*/ 116 h 243"/>
              <a:gd name="T98" fmla="*/ 198 w 199"/>
              <a:gd name="T99" fmla="*/ 118 h 243"/>
              <a:gd name="T100" fmla="*/ 199 w 199"/>
              <a:gd name="T101" fmla="*/ 122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9" h="243">
                <a:moveTo>
                  <a:pt x="199" y="122"/>
                </a:moveTo>
                <a:cubicBezTo>
                  <a:pt x="199" y="144"/>
                  <a:pt x="194" y="164"/>
                  <a:pt x="183" y="183"/>
                </a:cubicBezTo>
                <a:cubicBezTo>
                  <a:pt x="172" y="201"/>
                  <a:pt x="157" y="216"/>
                  <a:pt x="138" y="227"/>
                </a:cubicBezTo>
                <a:cubicBezTo>
                  <a:pt x="120" y="238"/>
                  <a:pt x="99" y="243"/>
                  <a:pt x="77" y="243"/>
                </a:cubicBezTo>
                <a:cubicBezTo>
                  <a:pt x="50" y="243"/>
                  <a:pt x="50" y="243"/>
                  <a:pt x="50" y="243"/>
                </a:cubicBezTo>
                <a:cubicBezTo>
                  <a:pt x="48" y="243"/>
                  <a:pt x="47" y="243"/>
                  <a:pt x="46" y="242"/>
                </a:cubicBezTo>
                <a:cubicBezTo>
                  <a:pt x="45" y="241"/>
                  <a:pt x="44" y="239"/>
                  <a:pt x="44" y="238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7" y="144"/>
                  <a:pt x="7" y="144"/>
                  <a:pt x="7" y="144"/>
                </a:cubicBezTo>
                <a:cubicBezTo>
                  <a:pt x="7" y="144"/>
                  <a:pt x="6" y="144"/>
                  <a:pt x="6" y="144"/>
                </a:cubicBezTo>
                <a:cubicBezTo>
                  <a:pt x="4" y="144"/>
                  <a:pt x="3" y="143"/>
                  <a:pt x="2" y="143"/>
                </a:cubicBezTo>
                <a:cubicBezTo>
                  <a:pt x="1" y="142"/>
                  <a:pt x="0" y="140"/>
                  <a:pt x="0" y="138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3"/>
                  <a:pt x="1" y="112"/>
                  <a:pt x="4" y="111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82"/>
                  <a:pt x="44" y="82"/>
                  <a:pt x="44" y="82"/>
                </a:cubicBezTo>
                <a:cubicBezTo>
                  <a:pt x="7" y="94"/>
                  <a:pt x="7" y="94"/>
                  <a:pt x="7" y="94"/>
                </a:cubicBezTo>
                <a:cubicBezTo>
                  <a:pt x="7" y="94"/>
                  <a:pt x="6" y="94"/>
                  <a:pt x="6" y="94"/>
                </a:cubicBezTo>
                <a:cubicBezTo>
                  <a:pt x="4" y="94"/>
                  <a:pt x="3" y="94"/>
                  <a:pt x="2" y="93"/>
                </a:cubicBezTo>
                <a:cubicBezTo>
                  <a:pt x="1" y="92"/>
                  <a:pt x="0" y="90"/>
                  <a:pt x="0" y="88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4"/>
                  <a:pt x="1" y="62"/>
                  <a:pt x="4" y="61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5" y="3"/>
                  <a:pt x="46" y="1"/>
                </a:cubicBezTo>
                <a:cubicBezTo>
                  <a:pt x="47" y="0"/>
                  <a:pt x="48" y="0"/>
                  <a:pt x="50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79" y="0"/>
                  <a:pt x="80" y="0"/>
                  <a:pt x="81" y="1"/>
                </a:cubicBezTo>
                <a:cubicBezTo>
                  <a:pt x="82" y="3"/>
                  <a:pt x="83" y="4"/>
                  <a:pt x="83" y="5"/>
                </a:cubicBezTo>
                <a:cubicBezTo>
                  <a:pt x="83" y="37"/>
                  <a:pt x="83" y="37"/>
                  <a:pt x="83" y="37"/>
                </a:cubicBezTo>
                <a:cubicBezTo>
                  <a:pt x="148" y="17"/>
                  <a:pt x="148" y="17"/>
                  <a:pt x="148" y="17"/>
                </a:cubicBezTo>
                <a:cubicBezTo>
                  <a:pt x="150" y="16"/>
                  <a:pt x="151" y="16"/>
                  <a:pt x="153" y="18"/>
                </a:cubicBezTo>
                <a:cubicBezTo>
                  <a:pt x="154" y="19"/>
                  <a:pt x="155" y="20"/>
                  <a:pt x="155" y="22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5" y="47"/>
                  <a:pt x="154" y="49"/>
                  <a:pt x="151" y="50"/>
                </a:cubicBezTo>
                <a:cubicBezTo>
                  <a:pt x="83" y="70"/>
                  <a:pt x="83" y="70"/>
                  <a:pt x="83" y="70"/>
                </a:cubicBezTo>
                <a:cubicBezTo>
                  <a:pt x="83" y="87"/>
                  <a:pt x="83" y="87"/>
                  <a:pt x="83" y="87"/>
                </a:cubicBezTo>
                <a:cubicBezTo>
                  <a:pt x="148" y="66"/>
                  <a:pt x="148" y="66"/>
                  <a:pt x="148" y="66"/>
                </a:cubicBezTo>
                <a:cubicBezTo>
                  <a:pt x="150" y="66"/>
                  <a:pt x="151" y="66"/>
                  <a:pt x="153" y="67"/>
                </a:cubicBezTo>
                <a:cubicBezTo>
                  <a:pt x="154" y="68"/>
                  <a:pt x="155" y="70"/>
                  <a:pt x="155" y="72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5" y="97"/>
                  <a:pt x="154" y="98"/>
                  <a:pt x="151" y="99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105" y="203"/>
                  <a:pt x="123" y="194"/>
                  <a:pt x="138" y="178"/>
                </a:cubicBezTo>
                <a:cubicBezTo>
                  <a:pt x="153" y="162"/>
                  <a:pt x="160" y="143"/>
                  <a:pt x="160" y="122"/>
                </a:cubicBezTo>
                <a:cubicBezTo>
                  <a:pt x="160" y="120"/>
                  <a:pt x="161" y="119"/>
                  <a:pt x="162" y="118"/>
                </a:cubicBezTo>
                <a:cubicBezTo>
                  <a:pt x="163" y="117"/>
                  <a:pt x="164" y="116"/>
                  <a:pt x="166" y="116"/>
                </a:cubicBezTo>
                <a:cubicBezTo>
                  <a:pt x="194" y="116"/>
                  <a:pt x="194" y="116"/>
                  <a:pt x="194" y="116"/>
                </a:cubicBezTo>
                <a:cubicBezTo>
                  <a:pt x="195" y="116"/>
                  <a:pt x="197" y="117"/>
                  <a:pt x="198" y="118"/>
                </a:cubicBezTo>
                <a:cubicBezTo>
                  <a:pt x="199" y="119"/>
                  <a:pt x="199" y="120"/>
                  <a:pt x="199" y="1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9" name="Freeform 105"/>
          <p:cNvSpPr>
            <a:spLocks noEditPoints="1"/>
          </p:cNvSpPr>
          <p:nvPr/>
        </p:nvSpPr>
        <p:spPr bwMode="auto">
          <a:xfrm>
            <a:off x="3279776" y="2892425"/>
            <a:ext cx="334963" cy="263525"/>
          </a:xfrm>
          <a:custGeom>
            <a:avLst/>
            <a:gdLst>
              <a:gd name="T0" fmla="*/ 76 w 310"/>
              <a:gd name="T1" fmla="*/ 242 h 243"/>
              <a:gd name="T2" fmla="*/ 35 w 310"/>
              <a:gd name="T3" fmla="*/ 242 h 243"/>
              <a:gd name="T4" fmla="*/ 35 w 310"/>
              <a:gd name="T5" fmla="*/ 201 h 243"/>
              <a:gd name="T6" fmla="*/ 76 w 310"/>
              <a:gd name="T7" fmla="*/ 201 h 243"/>
              <a:gd name="T8" fmla="*/ 44 w 310"/>
              <a:gd name="T9" fmla="*/ 171 h 243"/>
              <a:gd name="T10" fmla="*/ 6 w 310"/>
              <a:gd name="T11" fmla="*/ 177 h 243"/>
              <a:gd name="T12" fmla="*/ 0 w 310"/>
              <a:gd name="T13" fmla="*/ 138 h 243"/>
              <a:gd name="T14" fmla="*/ 39 w 310"/>
              <a:gd name="T15" fmla="*/ 133 h 243"/>
              <a:gd name="T16" fmla="*/ 144 w 310"/>
              <a:gd name="T17" fmla="*/ 205 h 243"/>
              <a:gd name="T18" fmla="*/ 138 w 310"/>
              <a:gd name="T19" fmla="*/ 243 h 243"/>
              <a:gd name="T20" fmla="*/ 100 w 310"/>
              <a:gd name="T21" fmla="*/ 238 h 243"/>
              <a:gd name="T22" fmla="*/ 105 w 310"/>
              <a:gd name="T23" fmla="*/ 199 h 243"/>
              <a:gd name="T24" fmla="*/ 144 w 310"/>
              <a:gd name="T25" fmla="*/ 205 h 243"/>
              <a:gd name="T26" fmla="*/ 109 w 310"/>
              <a:gd name="T27" fmla="*/ 175 h 243"/>
              <a:gd name="T28" fmla="*/ 68 w 310"/>
              <a:gd name="T29" fmla="*/ 175 h 243"/>
              <a:gd name="T30" fmla="*/ 68 w 310"/>
              <a:gd name="T31" fmla="*/ 134 h 243"/>
              <a:gd name="T32" fmla="*/ 109 w 310"/>
              <a:gd name="T33" fmla="*/ 134 h 243"/>
              <a:gd name="T34" fmla="*/ 4 w 310"/>
              <a:gd name="T35" fmla="*/ 107 h 243"/>
              <a:gd name="T36" fmla="*/ 89 w 310"/>
              <a:gd name="T37" fmla="*/ 77 h 243"/>
              <a:gd name="T38" fmla="*/ 78 w 310"/>
              <a:gd name="T39" fmla="*/ 111 h 243"/>
              <a:gd name="T40" fmla="*/ 210 w 310"/>
              <a:gd name="T41" fmla="*/ 238 h 243"/>
              <a:gd name="T42" fmla="*/ 172 w 310"/>
              <a:gd name="T43" fmla="*/ 243 h 243"/>
              <a:gd name="T44" fmla="*/ 166 w 310"/>
              <a:gd name="T45" fmla="*/ 205 h 243"/>
              <a:gd name="T46" fmla="*/ 205 w 310"/>
              <a:gd name="T47" fmla="*/ 199 h 243"/>
              <a:gd name="T48" fmla="*/ 177 w 310"/>
              <a:gd name="T49" fmla="*/ 138 h 243"/>
              <a:gd name="T50" fmla="*/ 172 w 310"/>
              <a:gd name="T51" fmla="*/ 177 h 243"/>
              <a:gd name="T52" fmla="*/ 133 w 310"/>
              <a:gd name="T53" fmla="*/ 171 h 243"/>
              <a:gd name="T54" fmla="*/ 138 w 310"/>
              <a:gd name="T55" fmla="*/ 133 h 243"/>
              <a:gd name="T56" fmla="*/ 177 w 310"/>
              <a:gd name="T57" fmla="*/ 138 h 243"/>
              <a:gd name="T58" fmla="*/ 275 w 310"/>
              <a:gd name="T59" fmla="*/ 242 h 243"/>
              <a:gd name="T60" fmla="*/ 234 w 310"/>
              <a:gd name="T61" fmla="*/ 242 h 243"/>
              <a:gd name="T62" fmla="*/ 234 w 310"/>
              <a:gd name="T63" fmla="*/ 201 h 243"/>
              <a:gd name="T64" fmla="*/ 275 w 310"/>
              <a:gd name="T65" fmla="*/ 201 h 243"/>
              <a:gd name="T66" fmla="*/ 244 w 310"/>
              <a:gd name="T67" fmla="*/ 171 h 243"/>
              <a:gd name="T68" fmla="*/ 205 w 310"/>
              <a:gd name="T69" fmla="*/ 177 h 243"/>
              <a:gd name="T70" fmla="*/ 199 w 310"/>
              <a:gd name="T71" fmla="*/ 138 h 243"/>
              <a:gd name="T72" fmla="*/ 238 w 310"/>
              <a:gd name="T73" fmla="*/ 133 h 243"/>
              <a:gd name="T74" fmla="*/ 310 w 310"/>
              <a:gd name="T75" fmla="*/ 68 h 243"/>
              <a:gd name="T76" fmla="*/ 221 w 310"/>
              <a:gd name="T77" fmla="*/ 68 h 243"/>
              <a:gd name="T78" fmla="*/ 89 w 310"/>
              <a:gd name="T79" fmla="*/ 70 h 243"/>
              <a:gd name="T80" fmla="*/ 2 w 310"/>
              <a:gd name="T81" fmla="*/ 60 h 243"/>
              <a:gd name="T82" fmla="*/ 38 w 310"/>
              <a:gd name="T83" fmla="*/ 23 h 243"/>
              <a:gd name="T84" fmla="*/ 155 w 310"/>
              <a:gd name="T85" fmla="*/ 0 h 243"/>
              <a:gd name="T86" fmla="*/ 272 w 310"/>
              <a:gd name="T87" fmla="*/ 23 h 243"/>
              <a:gd name="T88" fmla="*/ 308 w 310"/>
              <a:gd name="T89" fmla="*/ 60 h 243"/>
              <a:gd name="T90" fmla="*/ 310 w 310"/>
              <a:gd name="T91" fmla="*/ 171 h 243"/>
              <a:gd name="T92" fmla="*/ 271 w 310"/>
              <a:gd name="T93" fmla="*/ 177 h 243"/>
              <a:gd name="T94" fmla="*/ 266 w 310"/>
              <a:gd name="T95" fmla="*/ 138 h 243"/>
              <a:gd name="T96" fmla="*/ 304 w 310"/>
              <a:gd name="T97" fmla="*/ 133 h 243"/>
              <a:gd name="T98" fmla="*/ 310 w 310"/>
              <a:gd name="T99" fmla="*/ 77 h 243"/>
              <a:gd name="T100" fmla="*/ 299 w 310"/>
              <a:gd name="T101" fmla="*/ 111 h 243"/>
              <a:gd name="T102" fmla="*/ 221 w 310"/>
              <a:gd name="T103" fmla="*/ 99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0" h="243">
                <a:moveTo>
                  <a:pt x="78" y="205"/>
                </a:moveTo>
                <a:cubicBezTo>
                  <a:pt x="78" y="238"/>
                  <a:pt x="78" y="238"/>
                  <a:pt x="78" y="238"/>
                </a:cubicBezTo>
                <a:cubicBezTo>
                  <a:pt x="78" y="239"/>
                  <a:pt x="77" y="241"/>
                  <a:pt x="76" y="242"/>
                </a:cubicBezTo>
                <a:cubicBezTo>
                  <a:pt x="75" y="243"/>
                  <a:pt x="74" y="243"/>
                  <a:pt x="72" y="243"/>
                </a:cubicBezTo>
                <a:cubicBezTo>
                  <a:pt x="39" y="243"/>
                  <a:pt x="39" y="243"/>
                  <a:pt x="39" y="243"/>
                </a:cubicBezTo>
                <a:cubicBezTo>
                  <a:pt x="37" y="243"/>
                  <a:pt x="36" y="243"/>
                  <a:pt x="35" y="242"/>
                </a:cubicBezTo>
                <a:cubicBezTo>
                  <a:pt x="34" y="241"/>
                  <a:pt x="33" y="239"/>
                  <a:pt x="33" y="238"/>
                </a:cubicBezTo>
                <a:cubicBezTo>
                  <a:pt x="33" y="205"/>
                  <a:pt x="33" y="205"/>
                  <a:pt x="33" y="205"/>
                </a:cubicBezTo>
                <a:cubicBezTo>
                  <a:pt x="33" y="203"/>
                  <a:pt x="34" y="202"/>
                  <a:pt x="35" y="201"/>
                </a:cubicBezTo>
                <a:cubicBezTo>
                  <a:pt x="36" y="200"/>
                  <a:pt x="37" y="199"/>
                  <a:pt x="39" y="199"/>
                </a:cubicBezTo>
                <a:cubicBezTo>
                  <a:pt x="72" y="199"/>
                  <a:pt x="72" y="199"/>
                  <a:pt x="72" y="199"/>
                </a:cubicBezTo>
                <a:cubicBezTo>
                  <a:pt x="74" y="199"/>
                  <a:pt x="75" y="200"/>
                  <a:pt x="76" y="201"/>
                </a:cubicBezTo>
                <a:cubicBezTo>
                  <a:pt x="77" y="202"/>
                  <a:pt x="78" y="203"/>
                  <a:pt x="78" y="205"/>
                </a:cubicBezTo>
                <a:close/>
                <a:moveTo>
                  <a:pt x="44" y="138"/>
                </a:moveTo>
                <a:cubicBezTo>
                  <a:pt x="44" y="171"/>
                  <a:pt x="44" y="171"/>
                  <a:pt x="44" y="171"/>
                </a:cubicBezTo>
                <a:cubicBezTo>
                  <a:pt x="44" y="173"/>
                  <a:pt x="44" y="174"/>
                  <a:pt x="43" y="175"/>
                </a:cubicBezTo>
                <a:cubicBezTo>
                  <a:pt x="42" y="176"/>
                  <a:pt x="41" y="177"/>
                  <a:pt x="39" y="177"/>
                </a:cubicBezTo>
                <a:cubicBezTo>
                  <a:pt x="6" y="177"/>
                  <a:pt x="6" y="177"/>
                  <a:pt x="6" y="177"/>
                </a:cubicBezTo>
                <a:cubicBezTo>
                  <a:pt x="4" y="177"/>
                  <a:pt x="3" y="176"/>
                  <a:pt x="2" y="175"/>
                </a:cubicBezTo>
                <a:cubicBezTo>
                  <a:pt x="1" y="174"/>
                  <a:pt x="0" y="173"/>
                  <a:pt x="0" y="171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7"/>
                  <a:pt x="1" y="135"/>
                  <a:pt x="2" y="134"/>
                </a:cubicBezTo>
                <a:cubicBezTo>
                  <a:pt x="3" y="133"/>
                  <a:pt x="4" y="133"/>
                  <a:pt x="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41" y="133"/>
                  <a:pt x="42" y="133"/>
                  <a:pt x="43" y="134"/>
                </a:cubicBezTo>
                <a:cubicBezTo>
                  <a:pt x="44" y="135"/>
                  <a:pt x="44" y="137"/>
                  <a:pt x="44" y="138"/>
                </a:cubicBezTo>
                <a:close/>
                <a:moveTo>
                  <a:pt x="144" y="205"/>
                </a:moveTo>
                <a:cubicBezTo>
                  <a:pt x="144" y="238"/>
                  <a:pt x="144" y="238"/>
                  <a:pt x="144" y="238"/>
                </a:cubicBezTo>
                <a:cubicBezTo>
                  <a:pt x="144" y="239"/>
                  <a:pt x="143" y="241"/>
                  <a:pt x="142" y="242"/>
                </a:cubicBezTo>
                <a:cubicBezTo>
                  <a:pt x="141" y="243"/>
                  <a:pt x="140" y="243"/>
                  <a:pt x="138" y="243"/>
                </a:cubicBezTo>
                <a:cubicBezTo>
                  <a:pt x="105" y="243"/>
                  <a:pt x="105" y="243"/>
                  <a:pt x="105" y="243"/>
                </a:cubicBezTo>
                <a:cubicBezTo>
                  <a:pt x="104" y="243"/>
                  <a:pt x="102" y="243"/>
                  <a:pt x="101" y="242"/>
                </a:cubicBezTo>
                <a:cubicBezTo>
                  <a:pt x="100" y="241"/>
                  <a:pt x="100" y="239"/>
                  <a:pt x="100" y="238"/>
                </a:cubicBezTo>
                <a:cubicBezTo>
                  <a:pt x="100" y="205"/>
                  <a:pt x="100" y="205"/>
                  <a:pt x="100" y="205"/>
                </a:cubicBezTo>
                <a:cubicBezTo>
                  <a:pt x="100" y="203"/>
                  <a:pt x="100" y="202"/>
                  <a:pt x="101" y="201"/>
                </a:cubicBezTo>
                <a:cubicBezTo>
                  <a:pt x="102" y="200"/>
                  <a:pt x="104" y="199"/>
                  <a:pt x="105" y="199"/>
                </a:cubicBezTo>
                <a:cubicBezTo>
                  <a:pt x="138" y="199"/>
                  <a:pt x="138" y="199"/>
                  <a:pt x="138" y="199"/>
                </a:cubicBezTo>
                <a:cubicBezTo>
                  <a:pt x="140" y="199"/>
                  <a:pt x="141" y="200"/>
                  <a:pt x="142" y="201"/>
                </a:cubicBezTo>
                <a:cubicBezTo>
                  <a:pt x="143" y="202"/>
                  <a:pt x="144" y="203"/>
                  <a:pt x="144" y="205"/>
                </a:cubicBezTo>
                <a:close/>
                <a:moveTo>
                  <a:pt x="111" y="138"/>
                </a:moveTo>
                <a:cubicBezTo>
                  <a:pt x="111" y="171"/>
                  <a:pt x="111" y="171"/>
                  <a:pt x="111" y="171"/>
                </a:cubicBezTo>
                <a:cubicBezTo>
                  <a:pt x="111" y="173"/>
                  <a:pt x="110" y="174"/>
                  <a:pt x="109" y="175"/>
                </a:cubicBezTo>
                <a:cubicBezTo>
                  <a:pt x="108" y="176"/>
                  <a:pt x="107" y="177"/>
                  <a:pt x="105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70" y="177"/>
                  <a:pt x="69" y="176"/>
                  <a:pt x="68" y="175"/>
                </a:cubicBezTo>
                <a:cubicBezTo>
                  <a:pt x="67" y="174"/>
                  <a:pt x="67" y="173"/>
                  <a:pt x="67" y="171"/>
                </a:cubicBezTo>
                <a:cubicBezTo>
                  <a:pt x="67" y="138"/>
                  <a:pt x="67" y="138"/>
                  <a:pt x="67" y="138"/>
                </a:cubicBezTo>
                <a:cubicBezTo>
                  <a:pt x="67" y="137"/>
                  <a:pt x="67" y="135"/>
                  <a:pt x="68" y="134"/>
                </a:cubicBezTo>
                <a:cubicBezTo>
                  <a:pt x="69" y="133"/>
                  <a:pt x="70" y="133"/>
                  <a:pt x="72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07" y="133"/>
                  <a:pt x="108" y="133"/>
                  <a:pt x="109" y="134"/>
                </a:cubicBezTo>
                <a:cubicBezTo>
                  <a:pt x="110" y="135"/>
                  <a:pt x="111" y="137"/>
                  <a:pt x="111" y="138"/>
                </a:cubicBezTo>
                <a:close/>
                <a:moveTo>
                  <a:pt x="12" y="111"/>
                </a:moveTo>
                <a:cubicBezTo>
                  <a:pt x="8" y="111"/>
                  <a:pt x="6" y="109"/>
                  <a:pt x="4" y="107"/>
                </a:cubicBezTo>
                <a:cubicBezTo>
                  <a:pt x="1" y="105"/>
                  <a:pt x="0" y="102"/>
                  <a:pt x="0" y="99"/>
                </a:cubicBezTo>
                <a:cubicBezTo>
                  <a:pt x="0" y="77"/>
                  <a:pt x="0" y="77"/>
                  <a:pt x="0" y="77"/>
                </a:cubicBezTo>
                <a:cubicBezTo>
                  <a:pt x="89" y="77"/>
                  <a:pt x="89" y="77"/>
                  <a:pt x="89" y="77"/>
                </a:cubicBezTo>
                <a:cubicBezTo>
                  <a:pt x="89" y="99"/>
                  <a:pt x="89" y="99"/>
                  <a:pt x="89" y="99"/>
                </a:cubicBezTo>
                <a:cubicBezTo>
                  <a:pt x="89" y="102"/>
                  <a:pt x="88" y="105"/>
                  <a:pt x="86" y="107"/>
                </a:cubicBezTo>
                <a:cubicBezTo>
                  <a:pt x="84" y="109"/>
                  <a:pt x="81" y="111"/>
                  <a:pt x="78" y="111"/>
                </a:cubicBezTo>
                <a:lnTo>
                  <a:pt x="12" y="111"/>
                </a:lnTo>
                <a:close/>
                <a:moveTo>
                  <a:pt x="210" y="205"/>
                </a:moveTo>
                <a:cubicBezTo>
                  <a:pt x="210" y="238"/>
                  <a:pt x="210" y="238"/>
                  <a:pt x="210" y="238"/>
                </a:cubicBezTo>
                <a:cubicBezTo>
                  <a:pt x="210" y="239"/>
                  <a:pt x="210" y="241"/>
                  <a:pt x="209" y="242"/>
                </a:cubicBezTo>
                <a:cubicBezTo>
                  <a:pt x="208" y="243"/>
                  <a:pt x="206" y="243"/>
                  <a:pt x="205" y="243"/>
                </a:cubicBezTo>
                <a:cubicBezTo>
                  <a:pt x="172" y="243"/>
                  <a:pt x="172" y="243"/>
                  <a:pt x="172" y="243"/>
                </a:cubicBezTo>
                <a:cubicBezTo>
                  <a:pt x="170" y="243"/>
                  <a:pt x="169" y="243"/>
                  <a:pt x="168" y="242"/>
                </a:cubicBezTo>
                <a:cubicBezTo>
                  <a:pt x="167" y="241"/>
                  <a:pt x="166" y="239"/>
                  <a:pt x="166" y="238"/>
                </a:cubicBezTo>
                <a:cubicBezTo>
                  <a:pt x="166" y="205"/>
                  <a:pt x="166" y="205"/>
                  <a:pt x="166" y="205"/>
                </a:cubicBezTo>
                <a:cubicBezTo>
                  <a:pt x="166" y="203"/>
                  <a:pt x="167" y="202"/>
                  <a:pt x="168" y="201"/>
                </a:cubicBezTo>
                <a:cubicBezTo>
                  <a:pt x="169" y="200"/>
                  <a:pt x="170" y="199"/>
                  <a:pt x="172" y="199"/>
                </a:cubicBezTo>
                <a:cubicBezTo>
                  <a:pt x="205" y="199"/>
                  <a:pt x="205" y="199"/>
                  <a:pt x="205" y="199"/>
                </a:cubicBezTo>
                <a:cubicBezTo>
                  <a:pt x="206" y="199"/>
                  <a:pt x="208" y="200"/>
                  <a:pt x="209" y="201"/>
                </a:cubicBezTo>
                <a:cubicBezTo>
                  <a:pt x="210" y="202"/>
                  <a:pt x="210" y="203"/>
                  <a:pt x="210" y="205"/>
                </a:cubicBezTo>
                <a:close/>
                <a:moveTo>
                  <a:pt x="177" y="138"/>
                </a:moveTo>
                <a:cubicBezTo>
                  <a:pt x="177" y="171"/>
                  <a:pt x="177" y="171"/>
                  <a:pt x="177" y="171"/>
                </a:cubicBezTo>
                <a:cubicBezTo>
                  <a:pt x="177" y="173"/>
                  <a:pt x="177" y="174"/>
                  <a:pt x="176" y="175"/>
                </a:cubicBezTo>
                <a:cubicBezTo>
                  <a:pt x="175" y="176"/>
                  <a:pt x="173" y="177"/>
                  <a:pt x="172" y="177"/>
                </a:cubicBezTo>
                <a:cubicBezTo>
                  <a:pt x="138" y="177"/>
                  <a:pt x="138" y="177"/>
                  <a:pt x="138" y="177"/>
                </a:cubicBezTo>
                <a:cubicBezTo>
                  <a:pt x="137" y="177"/>
                  <a:pt x="136" y="176"/>
                  <a:pt x="134" y="175"/>
                </a:cubicBezTo>
                <a:cubicBezTo>
                  <a:pt x="133" y="174"/>
                  <a:pt x="133" y="173"/>
                  <a:pt x="133" y="171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7"/>
                  <a:pt x="133" y="135"/>
                  <a:pt x="134" y="134"/>
                </a:cubicBezTo>
                <a:cubicBezTo>
                  <a:pt x="136" y="133"/>
                  <a:pt x="137" y="133"/>
                  <a:pt x="138" y="133"/>
                </a:cubicBezTo>
                <a:cubicBezTo>
                  <a:pt x="172" y="133"/>
                  <a:pt x="172" y="133"/>
                  <a:pt x="172" y="133"/>
                </a:cubicBezTo>
                <a:cubicBezTo>
                  <a:pt x="173" y="133"/>
                  <a:pt x="175" y="133"/>
                  <a:pt x="176" y="134"/>
                </a:cubicBezTo>
                <a:cubicBezTo>
                  <a:pt x="177" y="135"/>
                  <a:pt x="177" y="137"/>
                  <a:pt x="177" y="138"/>
                </a:cubicBezTo>
                <a:close/>
                <a:moveTo>
                  <a:pt x="277" y="205"/>
                </a:moveTo>
                <a:cubicBezTo>
                  <a:pt x="277" y="238"/>
                  <a:pt x="277" y="238"/>
                  <a:pt x="277" y="238"/>
                </a:cubicBezTo>
                <a:cubicBezTo>
                  <a:pt x="277" y="239"/>
                  <a:pt x="276" y="241"/>
                  <a:pt x="275" y="242"/>
                </a:cubicBezTo>
                <a:cubicBezTo>
                  <a:pt x="274" y="243"/>
                  <a:pt x="273" y="243"/>
                  <a:pt x="271" y="243"/>
                </a:cubicBezTo>
                <a:cubicBezTo>
                  <a:pt x="238" y="243"/>
                  <a:pt x="238" y="243"/>
                  <a:pt x="238" y="243"/>
                </a:cubicBezTo>
                <a:cubicBezTo>
                  <a:pt x="236" y="243"/>
                  <a:pt x="235" y="243"/>
                  <a:pt x="234" y="242"/>
                </a:cubicBezTo>
                <a:cubicBezTo>
                  <a:pt x="233" y="241"/>
                  <a:pt x="232" y="239"/>
                  <a:pt x="232" y="238"/>
                </a:cubicBezTo>
                <a:cubicBezTo>
                  <a:pt x="232" y="205"/>
                  <a:pt x="232" y="205"/>
                  <a:pt x="232" y="205"/>
                </a:cubicBezTo>
                <a:cubicBezTo>
                  <a:pt x="232" y="203"/>
                  <a:pt x="233" y="202"/>
                  <a:pt x="234" y="201"/>
                </a:cubicBezTo>
                <a:cubicBezTo>
                  <a:pt x="235" y="200"/>
                  <a:pt x="236" y="199"/>
                  <a:pt x="238" y="199"/>
                </a:cubicBezTo>
                <a:cubicBezTo>
                  <a:pt x="271" y="199"/>
                  <a:pt x="271" y="199"/>
                  <a:pt x="271" y="199"/>
                </a:cubicBezTo>
                <a:cubicBezTo>
                  <a:pt x="273" y="199"/>
                  <a:pt x="274" y="200"/>
                  <a:pt x="275" y="201"/>
                </a:cubicBezTo>
                <a:cubicBezTo>
                  <a:pt x="276" y="202"/>
                  <a:pt x="277" y="203"/>
                  <a:pt x="277" y="205"/>
                </a:cubicBezTo>
                <a:close/>
                <a:moveTo>
                  <a:pt x="244" y="138"/>
                </a:moveTo>
                <a:cubicBezTo>
                  <a:pt x="244" y="171"/>
                  <a:pt x="244" y="171"/>
                  <a:pt x="244" y="171"/>
                </a:cubicBezTo>
                <a:cubicBezTo>
                  <a:pt x="244" y="173"/>
                  <a:pt x="243" y="174"/>
                  <a:pt x="242" y="175"/>
                </a:cubicBezTo>
                <a:cubicBezTo>
                  <a:pt x="241" y="176"/>
                  <a:pt x="240" y="177"/>
                  <a:pt x="238" y="177"/>
                </a:cubicBezTo>
                <a:cubicBezTo>
                  <a:pt x="205" y="177"/>
                  <a:pt x="205" y="177"/>
                  <a:pt x="205" y="177"/>
                </a:cubicBezTo>
                <a:cubicBezTo>
                  <a:pt x="203" y="177"/>
                  <a:pt x="202" y="176"/>
                  <a:pt x="201" y="175"/>
                </a:cubicBezTo>
                <a:cubicBezTo>
                  <a:pt x="200" y="174"/>
                  <a:pt x="199" y="173"/>
                  <a:pt x="199" y="171"/>
                </a:cubicBezTo>
                <a:cubicBezTo>
                  <a:pt x="199" y="138"/>
                  <a:pt x="199" y="138"/>
                  <a:pt x="199" y="138"/>
                </a:cubicBezTo>
                <a:cubicBezTo>
                  <a:pt x="199" y="137"/>
                  <a:pt x="200" y="135"/>
                  <a:pt x="201" y="134"/>
                </a:cubicBezTo>
                <a:cubicBezTo>
                  <a:pt x="202" y="133"/>
                  <a:pt x="203" y="133"/>
                  <a:pt x="205" y="133"/>
                </a:cubicBezTo>
                <a:cubicBezTo>
                  <a:pt x="238" y="133"/>
                  <a:pt x="238" y="133"/>
                  <a:pt x="238" y="133"/>
                </a:cubicBezTo>
                <a:cubicBezTo>
                  <a:pt x="240" y="133"/>
                  <a:pt x="241" y="133"/>
                  <a:pt x="242" y="134"/>
                </a:cubicBezTo>
                <a:cubicBezTo>
                  <a:pt x="243" y="135"/>
                  <a:pt x="244" y="137"/>
                  <a:pt x="244" y="138"/>
                </a:cubicBezTo>
                <a:close/>
                <a:moveTo>
                  <a:pt x="310" y="68"/>
                </a:moveTo>
                <a:cubicBezTo>
                  <a:pt x="310" y="70"/>
                  <a:pt x="310" y="70"/>
                  <a:pt x="310" y="70"/>
                </a:cubicBezTo>
                <a:cubicBezTo>
                  <a:pt x="221" y="70"/>
                  <a:pt x="221" y="70"/>
                  <a:pt x="221" y="70"/>
                </a:cubicBezTo>
                <a:cubicBezTo>
                  <a:pt x="221" y="68"/>
                  <a:pt x="221" y="68"/>
                  <a:pt x="221" y="68"/>
                </a:cubicBezTo>
                <a:cubicBezTo>
                  <a:pt x="221" y="56"/>
                  <a:pt x="199" y="50"/>
                  <a:pt x="155" y="51"/>
                </a:cubicBezTo>
                <a:cubicBezTo>
                  <a:pt x="111" y="51"/>
                  <a:pt x="89" y="57"/>
                  <a:pt x="89" y="68"/>
                </a:cubicBezTo>
                <a:cubicBezTo>
                  <a:pt x="89" y="70"/>
                  <a:pt x="89" y="70"/>
                  <a:pt x="89" y="70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6"/>
                  <a:pt x="1" y="63"/>
                  <a:pt x="2" y="60"/>
                </a:cubicBezTo>
                <a:cubicBezTo>
                  <a:pt x="3" y="57"/>
                  <a:pt x="5" y="54"/>
                  <a:pt x="8" y="49"/>
                </a:cubicBezTo>
                <a:cubicBezTo>
                  <a:pt x="10" y="45"/>
                  <a:pt x="14" y="40"/>
                  <a:pt x="19" y="36"/>
                </a:cubicBezTo>
                <a:cubicBezTo>
                  <a:pt x="23" y="32"/>
                  <a:pt x="30" y="27"/>
                  <a:pt x="38" y="23"/>
                </a:cubicBezTo>
                <a:cubicBezTo>
                  <a:pt x="46" y="19"/>
                  <a:pt x="55" y="15"/>
                  <a:pt x="66" y="11"/>
                </a:cubicBezTo>
                <a:cubicBezTo>
                  <a:pt x="76" y="8"/>
                  <a:pt x="89" y="5"/>
                  <a:pt x="104" y="3"/>
                </a:cubicBezTo>
                <a:cubicBezTo>
                  <a:pt x="120" y="1"/>
                  <a:pt x="137" y="0"/>
                  <a:pt x="155" y="0"/>
                </a:cubicBezTo>
                <a:cubicBezTo>
                  <a:pt x="173" y="0"/>
                  <a:pt x="190" y="1"/>
                  <a:pt x="206" y="3"/>
                </a:cubicBezTo>
                <a:cubicBezTo>
                  <a:pt x="221" y="5"/>
                  <a:pt x="234" y="8"/>
                  <a:pt x="244" y="11"/>
                </a:cubicBezTo>
                <a:cubicBezTo>
                  <a:pt x="255" y="15"/>
                  <a:pt x="264" y="19"/>
                  <a:pt x="272" y="23"/>
                </a:cubicBezTo>
                <a:cubicBezTo>
                  <a:pt x="280" y="27"/>
                  <a:pt x="287" y="32"/>
                  <a:pt x="291" y="36"/>
                </a:cubicBezTo>
                <a:cubicBezTo>
                  <a:pt x="296" y="40"/>
                  <a:pt x="300" y="45"/>
                  <a:pt x="303" y="49"/>
                </a:cubicBezTo>
                <a:cubicBezTo>
                  <a:pt x="305" y="54"/>
                  <a:pt x="307" y="57"/>
                  <a:pt x="308" y="60"/>
                </a:cubicBezTo>
                <a:cubicBezTo>
                  <a:pt x="309" y="63"/>
                  <a:pt x="310" y="66"/>
                  <a:pt x="310" y="68"/>
                </a:cubicBezTo>
                <a:close/>
                <a:moveTo>
                  <a:pt x="310" y="138"/>
                </a:moveTo>
                <a:cubicBezTo>
                  <a:pt x="310" y="171"/>
                  <a:pt x="310" y="171"/>
                  <a:pt x="310" y="171"/>
                </a:cubicBezTo>
                <a:cubicBezTo>
                  <a:pt x="310" y="173"/>
                  <a:pt x="309" y="174"/>
                  <a:pt x="308" y="175"/>
                </a:cubicBezTo>
                <a:cubicBezTo>
                  <a:pt x="307" y="176"/>
                  <a:pt x="306" y="177"/>
                  <a:pt x="304" y="177"/>
                </a:cubicBezTo>
                <a:cubicBezTo>
                  <a:pt x="271" y="177"/>
                  <a:pt x="271" y="177"/>
                  <a:pt x="271" y="177"/>
                </a:cubicBezTo>
                <a:cubicBezTo>
                  <a:pt x="270" y="177"/>
                  <a:pt x="268" y="176"/>
                  <a:pt x="267" y="175"/>
                </a:cubicBezTo>
                <a:cubicBezTo>
                  <a:pt x="266" y="174"/>
                  <a:pt x="266" y="173"/>
                  <a:pt x="266" y="171"/>
                </a:cubicBezTo>
                <a:cubicBezTo>
                  <a:pt x="266" y="138"/>
                  <a:pt x="266" y="138"/>
                  <a:pt x="266" y="138"/>
                </a:cubicBezTo>
                <a:cubicBezTo>
                  <a:pt x="266" y="137"/>
                  <a:pt x="266" y="135"/>
                  <a:pt x="267" y="134"/>
                </a:cubicBezTo>
                <a:cubicBezTo>
                  <a:pt x="268" y="133"/>
                  <a:pt x="270" y="133"/>
                  <a:pt x="271" y="133"/>
                </a:cubicBezTo>
                <a:cubicBezTo>
                  <a:pt x="304" y="133"/>
                  <a:pt x="304" y="133"/>
                  <a:pt x="304" y="133"/>
                </a:cubicBezTo>
                <a:cubicBezTo>
                  <a:pt x="306" y="133"/>
                  <a:pt x="307" y="133"/>
                  <a:pt x="308" y="134"/>
                </a:cubicBezTo>
                <a:cubicBezTo>
                  <a:pt x="309" y="135"/>
                  <a:pt x="310" y="137"/>
                  <a:pt x="310" y="138"/>
                </a:cubicBezTo>
                <a:close/>
                <a:moveTo>
                  <a:pt x="310" y="77"/>
                </a:moveTo>
                <a:cubicBezTo>
                  <a:pt x="310" y="99"/>
                  <a:pt x="310" y="99"/>
                  <a:pt x="310" y="99"/>
                </a:cubicBezTo>
                <a:cubicBezTo>
                  <a:pt x="310" y="102"/>
                  <a:pt x="309" y="105"/>
                  <a:pt x="307" y="107"/>
                </a:cubicBezTo>
                <a:cubicBezTo>
                  <a:pt x="304" y="109"/>
                  <a:pt x="302" y="111"/>
                  <a:pt x="299" y="111"/>
                </a:cubicBezTo>
                <a:cubicBezTo>
                  <a:pt x="232" y="111"/>
                  <a:pt x="232" y="111"/>
                  <a:pt x="232" y="111"/>
                </a:cubicBezTo>
                <a:cubicBezTo>
                  <a:pt x="229" y="111"/>
                  <a:pt x="227" y="109"/>
                  <a:pt x="224" y="107"/>
                </a:cubicBezTo>
                <a:cubicBezTo>
                  <a:pt x="222" y="105"/>
                  <a:pt x="221" y="102"/>
                  <a:pt x="221" y="99"/>
                </a:cubicBezTo>
                <a:cubicBezTo>
                  <a:pt x="221" y="77"/>
                  <a:pt x="221" y="77"/>
                  <a:pt x="221" y="77"/>
                </a:cubicBezTo>
                <a:lnTo>
                  <a:pt x="310" y="7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0" name="Freeform 106"/>
          <p:cNvSpPr>
            <a:spLocks/>
          </p:cNvSpPr>
          <p:nvPr/>
        </p:nvSpPr>
        <p:spPr bwMode="auto">
          <a:xfrm>
            <a:off x="776288" y="3298825"/>
            <a:ext cx="177800" cy="311150"/>
          </a:xfrm>
          <a:custGeom>
            <a:avLst/>
            <a:gdLst>
              <a:gd name="T0" fmla="*/ 151 w 165"/>
              <a:gd name="T1" fmla="*/ 230 h 288"/>
              <a:gd name="T2" fmla="*/ 165 w 165"/>
              <a:gd name="T3" fmla="*/ 271 h 288"/>
              <a:gd name="T4" fmla="*/ 146 w 165"/>
              <a:gd name="T5" fmla="*/ 282 h 288"/>
              <a:gd name="T6" fmla="*/ 115 w 165"/>
              <a:gd name="T7" fmla="*/ 288 h 288"/>
              <a:gd name="T8" fmla="*/ 82 w 165"/>
              <a:gd name="T9" fmla="*/ 283 h 288"/>
              <a:gd name="T10" fmla="*/ 58 w 165"/>
              <a:gd name="T11" fmla="*/ 271 h 288"/>
              <a:gd name="T12" fmla="*/ 41 w 165"/>
              <a:gd name="T13" fmla="*/ 252 h 288"/>
              <a:gd name="T14" fmla="*/ 32 w 165"/>
              <a:gd name="T15" fmla="*/ 231 h 288"/>
              <a:gd name="T16" fmla="*/ 29 w 165"/>
              <a:gd name="T17" fmla="*/ 211 h 288"/>
              <a:gd name="T18" fmla="*/ 29 w 165"/>
              <a:gd name="T19" fmla="*/ 117 h 288"/>
              <a:gd name="T20" fmla="*/ 0 w 165"/>
              <a:gd name="T21" fmla="*/ 117 h 288"/>
              <a:gd name="T22" fmla="*/ 0 w 165"/>
              <a:gd name="T23" fmla="*/ 80 h 288"/>
              <a:gd name="T24" fmla="*/ 22 w 165"/>
              <a:gd name="T25" fmla="*/ 68 h 288"/>
              <a:gd name="T26" fmla="*/ 38 w 165"/>
              <a:gd name="T27" fmla="*/ 52 h 288"/>
              <a:gd name="T28" fmla="*/ 48 w 165"/>
              <a:gd name="T29" fmla="*/ 35 h 288"/>
              <a:gd name="T30" fmla="*/ 54 w 165"/>
              <a:gd name="T31" fmla="*/ 18 h 288"/>
              <a:gd name="T32" fmla="*/ 56 w 165"/>
              <a:gd name="T33" fmla="*/ 2 h 288"/>
              <a:gd name="T34" fmla="*/ 57 w 165"/>
              <a:gd name="T35" fmla="*/ 1 h 288"/>
              <a:gd name="T36" fmla="*/ 58 w 165"/>
              <a:gd name="T37" fmla="*/ 0 h 288"/>
              <a:gd name="T38" fmla="*/ 100 w 165"/>
              <a:gd name="T39" fmla="*/ 0 h 288"/>
              <a:gd name="T40" fmla="*/ 100 w 165"/>
              <a:gd name="T41" fmla="*/ 74 h 288"/>
              <a:gd name="T42" fmla="*/ 158 w 165"/>
              <a:gd name="T43" fmla="*/ 74 h 288"/>
              <a:gd name="T44" fmla="*/ 158 w 165"/>
              <a:gd name="T45" fmla="*/ 117 h 288"/>
              <a:gd name="T46" fmla="*/ 100 w 165"/>
              <a:gd name="T47" fmla="*/ 117 h 288"/>
              <a:gd name="T48" fmla="*/ 100 w 165"/>
              <a:gd name="T49" fmla="*/ 207 h 288"/>
              <a:gd name="T50" fmla="*/ 101 w 165"/>
              <a:gd name="T51" fmla="*/ 216 h 288"/>
              <a:gd name="T52" fmla="*/ 105 w 165"/>
              <a:gd name="T53" fmla="*/ 225 h 288"/>
              <a:gd name="T54" fmla="*/ 114 w 165"/>
              <a:gd name="T55" fmla="*/ 232 h 288"/>
              <a:gd name="T56" fmla="*/ 128 w 165"/>
              <a:gd name="T57" fmla="*/ 235 h 288"/>
              <a:gd name="T58" fmla="*/ 151 w 165"/>
              <a:gd name="T59" fmla="*/ 23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5" h="288">
                <a:moveTo>
                  <a:pt x="151" y="230"/>
                </a:moveTo>
                <a:cubicBezTo>
                  <a:pt x="165" y="271"/>
                  <a:pt x="165" y="271"/>
                  <a:pt x="165" y="271"/>
                </a:cubicBezTo>
                <a:cubicBezTo>
                  <a:pt x="162" y="275"/>
                  <a:pt x="156" y="279"/>
                  <a:pt x="146" y="282"/>
                </a:cubicBezTo>
                <a:cubicBezTo>
                  <a:pt x="136" y="286"/>
                  <a:pt x="125" y="288"/>
                  <a:pt x="115" y="288"/>
                </a:cubicBezTo>
                <a:cubicBezTo>
                  <a:pt x="103" y="288"/>
                  <a:pt x="92" y="287"/>
                  <a:pt x="82" y="283"/>
                </a:cubicBezTo>
                <a:cubicBezTo>
                  <a:pt x="72" y="280"/>
                  <a:pt x="64" y="276"/>
                  <a:pt x="58" y="271"/>
                </a:cubicBezTo>
                <a:cubicBezTo>
                  <a:pt x="51" y="265"/>
                  <a:pt x="46" y="259"/>
                  <a:pt x="41" y="252"/>
                </a:cubicBezTo>
                <a:cubicBezTo>
                  <a:pt x="37" y="245"/>
                  <a:pt x="34" y="238"/>
                  <a:pt x="32" y="231"/>
                </a:cubicBezTo>
                <a:cubicBezTo>
                  <a:pt x="30" y="225"/>
                  <a:pt x="29" y="218"/>
                  <a:pt x="29" y="211"/>
                </a:cubicBezTo>
                <a:cubicBezTo>
                  <a:pt x="29" y="117"/>
                  <a:pt x="29" y="117"/>
                  <a:pt x="29" y="117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77"/>
                  <a:pt x="15" y="73"/>
                  <a:pt x="22" y="68"/>
                </a:cubicBezTo>
                <a:cubicBezTo>
                  <a:pt x="29" y="63"/>
                  <a:pt x="34" y="58"/>
                  <a:pt x="38" y="52"/>
                </a:cubicBezTo>
                <a:cubicBezTo>
                  <a:pt x="42" y="47"/>
                  <a:pt x="45" y="41"/>
                  <a:pt x="48" y="35"/>
                </a:cubicBezTo>
                <a:cubicBezTo>
                  <a:pt x="51" y="28"/>
                  <a:pt x="53" y="23"/>
                  <a:pt x="54" y="18"/>
                </a:cubicBezTo>
                <a:cubicBezTo>
                  <a:pt x="55" y="13"/>
                  <a:pt x="56" y="8"/>
                  <a:pt x="56" y="2"/>
                </a:cubicBezTo>
                <a:cubicBezTo>
                  <a:pt x="56" y="2"/>
                  <a:pt x="57" y="1"/>
                  <a:pt x="57" y="1"/>
                </a:cubicBezTo>
                <a:cubicBezTo>
                  <a:pt x="57" y="0"/>
                  <a:pt x="58" y="0"/>
                  <a:pt x="58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58" y="74"/>
                  <a:pt x="158" y="74"/>
                  <a:pt x="158" y="74"/>
                </a:cubicBezTo>
                <a:cubicBezTo>
                  <a:pt x="158" y="117"/>
                  <a:pt x="158" y="117"/>
                  <a:pt x="158" y="117"/>
                </a:cubicBezTo>
                <a:cubicBezTo>
                  <a:pt x="100" y="117"/>
                  <a:pt x="100" y="117"/>
                  <a:pt x="100" y="117"/>
                </a:cubicBezTo>
                <a:cubicBezTo>
                  <a:pt x="100" y="207"/>
                  <a:pt x="100" y="207"/>
                  <a:pt x="100" y="207"/>
                </a:cubicBezTo>
                <a:cubicBezTo>
                  <a:pt x="100" y="210"/>
                  <a:pt x="101" y="213"/>
                  <a:pt x="101" y="216"/>
                </a:cubicBezTo>
                <a:cubicBezTo>
                  <a:pt x="102" y="219"/>
                  <a:pt x="103" y="222"/>
                  <a:pt x="105" y="225"/>
                </a:cubicBezTo>
                <a:cubicBezTo>
                  <a:pt x="107" y="228"/>
                  <a:pt x="110" y="231"/>
                  <a:pt x="114" y="232"/>
                </a:cubicBezTo>
                <a:cubicBezTo>
                  <a:pt x="118" y="234"/>
                  <a:pt x="122" y="235"/>
                  <a:pt x="128" y="235"/>
                </a:cubicBezTo>
                <a:cubicBezTo>
                  <a:pt x="137" y="235"/>
                  <a:pt x="145" y="233"/>
                  <a:pt x="151" y="23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1" name="Freeform 107"/>
          <p:cNvSpPr>
            <a:spLocks noEditPoints="1"/>
          </p:cNvSpPr>
          <p:nvPr/>
        </p:nvSpPr>
        <p:spPr bwMode="auto">
          <a:xfrm>
            <a:off x="1152526" y="3311525"/>
            <a:ext cx="285750" cy="287338"/>
          </a:xfrm>
          <a:custGeom>
            <a:avLst/>
            <a:gdLst>
              <a:gd name="T0" fmla="*/ 196 w 265"/>
              <a:gd name="T1" fmla="*/ 231 h 266"/>
              <a:gd name="T2" fmla="*/ 186 w 265"/>
              <a:gd name="T3" fmla="*/ 199 h 266"/>
              <a:gd name="T4" fmla="*/ 168 w 265"/>
              <a:gd name="T5" fmla="*/ 203 h 266"/>
              <a:gd name="T6" fmla="*/ 157 w 265"/>
              <a:gd name="T7" fmla="*/ 201 h 266"/>
              <a:gd name="T8" fmla="*/ 151 w 265"/>
              <a:gd name="T9" fmla="*/ 196 h 266"/>
              <a:gd name="T10" fmla="*/ 147 w 265"/>
              <a:gd name="T11" fmla="*/ 189 h 266"/>
              <a:gd name="T12" fmla="*/ 147 w 265"/>
              <a:gd name="T13" fmla="*/ 181 h 266"/>
              <a:gd name="T14" fmla="*/ 147 w 265"/>
              <a:gd name="T15" fmla="*/ 112 h 266"/>
              <a:gd name="T16" fmla="*/ 191 w 265"/>
              <a:gd name="T17" fmla="*/ 112 h 266"/>
              <a:gd name="T18" fmla="*/ 191 w 265"/>
              <a:gd name="T19" fmla="*/ 79 h 266"/>
              <a:gd name="T20" fmla="*/ 147 w 265"/>
              <a:gd name="T21" fmla="*/ 79 h 266"/>
              <a:gd name="T22" fmla="*/ 147 w 265"/>
              <a:gd name="T23" fmla="*/ 22 h 266"/>
              <a:gd name="T24" fmla="*/ 114 w 265"/>
              <a:gd name="T25" fmla="*/ 22 h 266"/>
              <a:gd name="T26" fmla="*/ 113 w 265"/>
              <a:gd name="T27" fmla="*/ 24 h 266"/>
              <a:gd name="T28" fmla="*/ 110 w 265"/>
              <a:gd name="T29" fmla="*/ 39 h 266"/>
              <a:gd name="T30" fmla="*/ 103 w 265"/>
              <a:gd name="T31" fmla="*/ 56 h 266"/>
              <a:gd name="T32" fmla="*/ 90 w 265"/>
              <a:gd name="T33" fmla="*/ 72 h 266"/>
              <a:gd name="T34" fmla="*/ 69 w 265"/>
              <a:gd name="T35" fmla="*/ 84 h 266"/>
              <a:gd name="T36" fmla="*/ 69 w 265"/>
              <a:gd name="T37" fmla="*/ 112 h 266"/>
              <a:gd name="T38" fmla="*/ 92 w 265"/>
              <a:gd name="T39" fmla="*/ 112 h 266"/>
              <a:gd name="T40" fmla="*/ 92 w 265"/>
              <a:gd name="T41" fmla="*/ 185 h 266"/>
              <a:gd name="T42" fmla="*/ 95 w 265"/>
              <a:gd name="T43" fmla="*/ 204 h 266"/>
              <a:gd name="T44" fmla="*/ 107 w 265"/>
              <a:gd name="T45" fmla="*/ 224 h 266"/>
              <a:gd name="T46" fmla="*/ 128 w 265"/>
              <a:gd name="T47" fmla="*/ 238 h 266"/>
              <a:gd name="T48" fmla="*/ 158 w 265"/>
              <a:gd name="T49" fmla="*/ 244 h 266"/>
              <a:gd name="T50" fmla="*/ 182 w 265"/>
              <a:gd name="T51" fmla="*/ 239 h 266"/>
              <a:gd name="T52" fmla="*/ 196 w 265"/>
              <a:gd name="T53" fmla="*/ 231 h 266"/>
              <a:gd name="T54" fmla="*/ 265 w 265"/>
              <a:gd name="T55" fmla="*/ 50 h 266"/>
              <a:gd name="T56" fmla="*/ 265 w 265"/>
              <a:gd name="T57" fmla="*/ 216 h 266"/>
              <a:gd name="T58" fmla="*/ 251 w 265"/>
              <a:gd name="T59" fmla="*/ 251 h 266"/>
              <a:gd name="T60" fmla="*/ 216 w 265"/>
              <a:gd name="T61" fmla="*/ 266 h 266"/>
              <a:gd name="T62" fmla="*/ 50 w 265"/>
              <a:gd name="T63" fmla="*/ 266 h 266"/>
              <a:gd name="T64" fmla="*/ 15 w 265"/>
              <a:gd name="T65" fmla="*/ 251 h 266"/>
              <a:gd name="T66" fmla="*/ 0 w 265"/>
              <a:gd name="T67" fmla="*/ 216 h 266"/>
              <a:gd name="T68" fmla="*/ 0 w 265"/>
              <a:gd name="T69" fmla="*/ 50 h 266"/>
              <a:gd name="T70" fmla="*/ 15 w 265"/>
              <a:gd name="T71" fmla="*/ 15 h 266"/>
              <a:gd name="T72" fmla="*/ 50 w 265"/>
              <a:gd name="T73" fmla="*/ 0 h 266"/>
              <a:gd name="T74" fmla="*/ 216 w 265"/>
              <a:gd name="T75" fmla="*/ 0 h 266"/>
              <a:gd name="T76" fmla="*/ 251 w 265"/>
              <a:gd name="T77" fmla="*/ 15 h 266"/>
              <a:gd name="T78" fmla="*/ 265 w 265"/>
              <a:gd name="T79" fmla="*/ 5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5" h="266">
                <a:moveTo>
                  <a:pt x="196" y="231"/>
                </a:moveTo>
                <a:cubicBezTo>
                  <a:pt x="186" y="199"/>
                  <a:pt x="186" y="199"/>
                  <a:pt x="186" y="199"/>
                </a:cubicBezTo>
                <a:cubicBezTo>
                  <a:pt x="181" y="202"/>
                  <a:pt x="175" y="203"/>
                  <a:pt x="168" y="203"/>
                </a:cubicBezTo>
                <a:cubicBezTo>
                  <a:pt x="164" y="203"/>
                  <a:pt x="160" y="202"/>
                  <a:pt x="157" y="201"/>
                </a:cubicBezTo>
                <a:cubicBezTo>
                  <a:pt x="154" y="200"/>
                  <a:pt x="152" y="198"/>
                  <a:pt x="151" y="196"/>
                </a:cubicBezTo>
                <a:cubicBezTo>
                  <a:pt x="149" y="193"/>
                  <a:pt x="148" y="191"/>
                  <a:pt x="147" y="189"/>
                </a:cubicBezTo>
                <a:cubicBezTo>
                  <a:pt x="147" y="186"/>
                  <a:pt x="147" y="184"/>
                  <a:pt x="147" y="181"/>
                </a:cubicBezTo>
                <a:cubicBezTo>
                  <a:pt x="147" y="112"/>
                  <a:pt x="147" y="112"/>
                  <a:pt x="147" y="112"/>
                </a:cubicBezTo>
                <a:cubicBezTo>
                  <a:pt x="191" y="112"/>
                  <a:pt x="191" y="112"/>
                  <a:pt x="191" y="112"/>
                </a:cubicBezTo>
                <a:cubicBezTo>
                  <a:pt x="191" y="79"/>
                  <a:pt x="191" y="79"/>
                  <a:pt x="191" y="79"/>
                </a:cubicBezTo>
                <a:cubicBezTo>
                  <a:pt x="147" y="79"/>
                  <a:pt x="147" y="79"/>
                  <a:pt x="147" y="79"/>
                </a:cubicBezTo>
                <a:cubicBezTo>
                  <a:pt x="147" y="22"/>
                  <a:pt x="147" y="22"/>
                  <a:pt x="147" y="22"/>
                </a:cubicBezTo>
                <a:cubicBezTo>
                  <a:pt x="114" y="22"/>
                  <a:pt x="114" y="22"/>
                  <a:pt x="114" y="22"/>
                </a:cubicBezTo>
                <a:cubicBezTo>
                  <a:pt x="113" y="22"/>
                  <a:pt x="113" y="23"/>
                  <a:pt x="113" y="24"/>
                </a:cubicBezTo>
                <a:cubicBezTo>
                  <a:pt x="112" y="29"/>
                  <a:pt x="111" y="34"/>
                  <a:pt x="110" y="39"/>
                </a:cubicBezTo>
                <a:cubicBezTo>
                  <a:pt x="108" y="44"/>
                  <a:pt x="106" y="50"/>
                  <a:pt x="103" y="56"/>
                </a:cubicBezTo>
                <a:cubicBezTo>
                  <a:pt x="100" y="62"/>
                  <a:pt x="95" y="67"/>
                  <a:pt x="90" y="72"/>
                </a:cubicBezTo>
                <a:cubicBezTo>
                  <a:pt x="84" y="77"/>
                  <a:pt x="77" y="81"/>
                  <a:pt x="69" y="84"/>
                </a:cubicBezTo>
                <a:cubicBezTo>
                  <a:pt x="69" y="112"/>
                  <a:pt x="69" y="112"/>
                  <a:pt x="69" y="112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92" y="185"/>
                  <a:pt x="92" y="185"/>
                  <a:pt x="92" y="185"/>
                </a:cubicBezTo>
                <a:cubicBezTo>
                  <a:pt x="92" y="191"/>
                  <a:pt x="93" y="198"/>
                  <a:pt x="95" y="204"/>
                </a:cubicBezTo>
                <a:cubicBezTo>
                  <a:pt x="98" y="211"/>
                  <a:pt x="102" y="217"/>
                  <a:pt x="107" y="224"/>
                </a:cubicBezTo>
                <a:cubicBezTo>
                  <a:pt x="112" y="230"/>
                  <a:pt x="119" y="235"/>
                  <a:pt x="128" y="238"/>
                </a:cubicBezTo>
                <a:cubicBezTo>
                  <a:pt x="136" y="242"/>
                  <a:pt x="147" y="244"/>
                  <a:pt x="158" y="244"/>
                </a:cubicBezTo>
                <a:cubicBezTo>
                  <a:pt x="166" y="244"/>
                  <a:pt x="174" y="242"/>
                  <a:pt x="182" y="239"/>
                </a:cubicBezTo>
                <a:cubicBezTo>
                  <a:pt x="189" y="237"/>
                  <a:pt x="194" y="234"/>
                  <a:pt x="196" y="231"/>
                </a:cubicBezTo>
                <a:close/>
                <a:moveTo>
                  <a:pt x="265" y="50"/>
                </a:moveTo>
                <a:cubicBezTo>
                  <a:pt x="265" y="216"/>
                  <a:pt x="265" y="216"/>
                  <a:pt x="265" y="216"/>
                </a:cubicBezTo>
                <a:cubicBezTo>
                  <a:pt x="265" y="230"/>
                  <a:pt x="261" y="241"/>
                  <a:pt x="251" y="251"/>
                </a:cubicBezTo>
                <a:cubicBezTo>
                  <a:pt x="241" y="261"/>
                  <a:pt x="229" y="266"/>
                  <a:pt x="216" y="266"/>
                </a:cubicBezTo>
                <a:cubicBezTo>
                  <a:pt x="50" y="266"/>
                  <a:pt x="50" y="266"/>
                  <a:pt x="50" y="266"/>
                </a:cubicBezTo>
                <a:cubicBezTo>
                  <a:pt x="36" y="266"/>
                  <a:pt x="24" y="261"/>
                  <a:pt x="15" y="251"/>
                </a:cubicBezTo>
                <a:cubicBezTo>
                  <a:pt x="5" y="241"/>
                  <a:pt x="0" y="230"/>
                  <a:pt x="0" y="216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9" y="0"/>
                  <a:pt x="241" y="5"/>
                  <a:pt x="251" y="15"/>
                </a:cubicBezTo>
                <a:cubicBezTo>
                  <a:pt x="261" y="25"/>
                  <a:pt x="265" y="36"/>
                  <a:pt x="265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2" name="Freeform 108"/>
          <p:cNvSpPr>
            <a:spLocks noEditPoints="1"/>
          </p:cNvSpPr>
          <p:nvPr/>
        </p:nvSpPr>
        <p:spPr bwMode="auto">
          <a:xfrm>
            <a:off x="3725863" y="2868613"/>
            <a:ext cx="296863" cy="311150"/>
          </a:xfrm>
          <a:custGeom>
            <a:avLst/>
            <a:gdLst>
              <a:gd name="T0" fmla="*/ 94 w 187"/>
              <a:gd name="T1" fmla="*/ 51 h 196"/>
              <a:gd name="T2" fmla="*/ 94 w 187"/>
              <a:gd name="T3" fmla="*/ 102 h 196"/>
              <a:gd name="T4" fmla="*/ 77 w 187"/>
              <a:gd name="T5" fmla="*/ 102 h 196"/>
              <a:gd name="T6" fmla="*/ 77 w 187"/>
              <a:gd name="T7" fmla="*/ 51 h 196"/>
              <a:gd name="T8" fmla="*/ 94 w 187"/>
              <a:gd name="T9" fmla="*/ 51 h 196"/>
              <a:gd name="T10" fmla="*/ 141 w 187"/>
              <a:gd name="T11" fmla="*/ 51 h 196"/>
              <a:gd name="T12" fmla="*/ 141 w 187"/>
              <a:gd name="T13" fmla="*/ 102 h 196"/>
              <a:gd name="T14" fmla="*/ 124 w 187"/>
              <a:gd name="T15" fmla="*/ 102 h 196"/>
              <a:gd name="T16" fmla="*/ 124 w 187"/>
              <a:gd name="T17" fmla="*/ 51 h 196"/>
              <a:gd name="T18" fmla="*/ 141 w 187"/>
              <a:gd name="T19" fmla="*/ 51 h 196"/>
              <a:gd name="T20" fmla="*/ 141 w 187"/>
              <a:gd name="T21" fmla="*/ 140 h 196"/>
              <a:gd name="T22" fmla="*/ 170 w 187"/>
              <a:gd name="T23" fmla="*/ 111 h 196"/>
              <a:gd name="T24" fmla="*/ 170 w 187"/>
              <a:gd name="T25" fmla="*/ 17 h 196"/>
              <a:gd name="T26" fmla="*/ 30 w 187"/>
              <a:gd name="T27" fmla="*/ 17 h 196"/>
              <a:gd name="T28" fmla="*/ 30 w 187"/>
              <a:gd name="T29" fmla="*/ 140 h 196"/>
              <a:gd name="T30" fmla="*/ 68 w 187"/>
              <a:gd name="T31" fmla="*/ 140 h 196"/>
              <a:gd name="T32" fmla="*/ 68 w 187"/>
              <a:gd name="T33" fmla="*/ 166 h 196"/>
              <a:gd name="T34" fmla="*/ 94 w 187"/>
              <a:gd name="T35" fmla="*/ 140 h 196"/>
              <a:gd name="T36" fmla="*/ 141 w 187"/>
              <a:gd name="T37" fmla="*/ 140 h 196"/>
              <a:gd name="T38" fmla="*/ 187 w 187"/>
              <a:gd name="T39" fmla="*/ 0 h 196"/>
              <a:gd name="T40" fmla="*/ 187 w 187"/>
              <a:gd name="T41" fmla="*/ 119 h 196"/>
              <a:gd name="T42" fmla="*/ 136 w 187"/>
              <a:gd name="T43" fmla="*/ 170 h 196"/>
              <a:gd name="T44" fmla="*/ 98 w 187"/>
              <a:gd name="T45" fmla="*/ 170 h 196"/>
              <a:gd name="T46" fmla="*/ 73 w 187"/>
              <a:gd name="T47" fmla="*/ 196 h 196"/>
              <a:gd name="T48" fmla="*/ 47 w 187"/>
              <a:gd name="T49" fmla="*/ 196 h 196"/>
              <a:gd name="T50" fmla="*/ 47 w 187"/>
              <a:gd name="T51" fmla="*/ 170 h 196"/>
              <a:gd name="T52" fmla="*/ 0 w 187"/>
              <a:gd name="T53" fmla="*/ 170 h 196"/>
              <a:gd name="T54" fmla="*/ 0 w 187"/>
              <a:gd name="T55" fmla="*/ 34 h 196"/>
              <a:gd name="T56" fmla="*/ 13 w 187"/>
              <a:gd name="T57" fmla="*/ 0 h 196"/>
              <a:gd name="T58" fmla="*/ 187 w 187"/>
              <a:gd name="T59" fmla="*/ 0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87" h="196">
                <a:moveTo>
                  <a:pt x="94" y="51"/>
                </a:moveTo>
                <a:lnTo>
                  <a:pt x="94" y="102"/>
                </a:lnTo>
                <a:lnTo>
                  <a:pt x="77" y="102"/>
                </a:lnTo>
                <a:lnTo>
                  <a:pt x="77" y="51"/>
                </a:lnTo>
                <a:lnTo>
                  <a:pt x="94" y="51"/>
                </a:lnTo>
                <a:close/>
                <a:moveTo>
                  <a:pt x="141" y="51"/>
                </a:moveTo>
                <a:lnTo>
                  <a:pt x="141" y="102"/>
                </a:lnTo>
                <a:lnTo>
                  <a:pt x="124" y="102"/>
                </a:lnTo>
                <a:lnTo>
                  <a:pt x="124" y="51"/>
                </a:lnTo>
                <a:lnTo>
                  <a:pt x="141" y="51"/>
                </a:lnTo>
                <a:close/>
                <a:moveTo>
                  <a:pt x="141" y="140"/>
                </a:moveTo>
                <a:lnTo>
                  <a:pt x="170" y="111"/>
                </a:lnTo>
                <a:lnTo>
                  <a:pt x="170" y="17"/>
                </a:lnTo>
                <a:lnTo>
                  <a:pt x="30" y="17"/>
                </a:lnTo>
                <a:lnTo>
                  <a:pt x="30" y="140"/>
                </a:lnTo>
                <a:lnTo>
                  <a:pt x="68" y="140"/>
                </a:lnTo>
                <a:lnTo>
                  <a:pt x="68" y="166"/>
                </a:lnTo>
                <a:lnTo>
                  <a:pt x="94" y="140"/>
                </a:lnTo>
                <a:lnTo>
                  <a:pt x="141" y="140"/>
                </a:lnTo>
                <a:close/>
                <a:moveTo>
                  <a:pt x="187" y="0"/>
                </a:moveTo>
                <a:lnTo>
                  <a:pt x="187" y="119"/>
                </a:lnTo>
                <a:lnTo>
                  <a:pt x="136" y="170"/>
                </a:lnTo>
                <a:lnTo>
                  <a:pt x="98" y="170"/>
                </a:lnTo>
                <a:lnTo>
                  <a:pt x="73" y="196"/>
                </a:lnTo>
                <a:lnTo>
                  <a:pt x="47" y="196"/>
                </a:lnTo>
                <a:lnTo>
                  <a:pt x="47" y="170"/>
                </a:lnTo>
                <a:lnTo>
                  <a:pt x="0" y="170"/>
                </a:lnTo>
                <a:lnTo>
                  <a:pt x="0" y="34"/>
                </a:lnTo>
                <a:lnTo>
                  <a:pt x="13" y="0"/>
                </a:lnTo>
                <a:lnTo>
                  <a:pt x="187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3" name="Freeform 109"/>
          <p:cNvSpPr>
            <a:spLocks/>
          </p:cNvSpPr>
          <p:nvPr/>
        </p:nvSpPr>
        <p:spPr bwMode="auto">
          <a:xfrm>
            <a:off x="1577976" y="3335338"/>
            <a:ext cx="293688" cy="239713"/>
          </a:xfrm>
          <a:custGeom>
            <a:avLst/>
            <a:gdLst>
              <a:gd name="T0" fmla="*/ 272 w 272"/>
              <a:gd name="T1" fmla="*/ 27 h 222"/>
              <a:gd name="T2" fmla="*/ 244 w 272"/>
              <a:gd name="T3" fmla="*/ 56 h 222"/>
              <a:gd name="T4" fmla="*/ 245 w 272"/>
              <a:gd name="T5" fmla="*/ 63 h 222"/>
              <a:gd name="T6" fmla="*/ 238 w 272"/>
              <a:gd name="T7" fmla="*/ 108 h 222"/>
              <a:gd name="T8" fmla="*/ 218 w 272"/>
              <a:gd name="T9" fmla="*/ 151 h 222"/>
              <a:gd name="T10" fmla="*/ 186 w 272"/>
              <a:gd name="T11" fmla="*/ 187 h 222"/>
              <a:gd name="T12" fmla="*/ 142 w 272"/>
              <a:gd name="T13" fmla="*/ 212 h 222"/>
              <a:gd name="T14" fmla="*/ 86 w 272"/>
              <a:gd name="T15" fmla="*/ 222 h 222"/>
              <a:gd name="T16" fmla="*/ 0 w 272"/>
              <a:gd name="T17" fmla="*/ 197 h 222"/>
              <a:gd name="T18" fmla="*/ 14 w 272"/>
              <a:gd name="T19" fmla="*/ 197 h 222"/>
              <a:gd name="T20" fmla="*/ 83 w 272"/>
              <a:gd name="T21" fmla="*/ 173 h 222"/>
              <a:gd name="T22" fmla="*/ 50 w 272"/>
              <a:gd name="T23" fmla="*/ 162 h 222"/>
              <a:gd name="T24" fmla="*/ 31 w 272"/>
              <a:gd name="T25" fmla="*/ 135 h 222"/>
              <a:gd name="T26" fmla="*/ 41 w 272"/>
              <a:gd name="T27" fmla="*/ 136 h 222"/>
              <a:gd name="T28" fmla="*/ 56 w 272"/>
              <a:gd name="T29" fmla="*/ 134 h 222"/>
              <a:gd name="T30" fmla="*/ 24 w 272"/>
              <a:gd name="T31" fmla="*/ 114 h 222"/>
              <a:gd name="T32" fmla="*/ 11 w 272"/>
              <a:gd name="T33" fmla="*/ 79 h 222"/>
              <a:gd name="T34" fmla="*/ 11 w 272"/>
              <a:gd name="T35" fmla="*/ 78 h 222"/>
              <a:gd name="T36" fmla="*/ 36 w 272"/>
              <a:gd name="T37" fmla="*/ 85 h 222"/>
              <a:gd name="T38" fmla="*/ 18 w 272"/>
              <a:gd name="T39" fmla="*/ 65 h 222"/>
              <a:gd name="T40" fmla="*/ 11 w 272"/>
              <a:gd name="T41" fmla="*/ 39 h 222"/>
              <a:gd name="T42" fmla="*/ 19 w 272"/>
              <a:gd name="T43" fmla="*/ 11 h 222"/>
              <a:gd name="T44" fmla="*/ 70 w 272"/>
              <a:gd name="T45" fmla="*/ 52 h 222"/>
              <a:gd name="T46" fmla="*/ 134 w 272"/>
              <a:gd name="T47" fmla="*/ 69 h 222"/>
              <a:gd name="T48" fmla="*/ 133 w 272"/>
              <a:gd name="T49" fmla="*/ 56 h 222"/>
              <a:gd name="T50" fmla="*/ 149 w 272"/>
              <a:gd name="T51" fmla="*/ 17 h 222"/>
              <a:gd name="T52" fmla="*/ 189 w 272"/>
              <a:gd name="T53" fmla="*/ 0 h 222"/>
              <a:gd name="T54" fmla="*/ 229 w 272"/>
              <a:gd name="T55" fmla="*/ 18 h 222"/>
              <a:gd name="T56" fmla="*/ 265 w 272"/>
              <a:gd name="T57" fmla="*/ 5 h 222"/>
              <a:gd name="T58" fmla="*/ 240 w 272"/>
              <a:gd name="T59" fmla="*/ 35 h 222"/>
              <a:gd name="T60" fmla="*/ 272 w 272"/>
              <a:gd name="T61" fmla="*/ 27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2" h="222">
                <a:moveTo>
                  <a:pt x="272" y="27"/>
                </a:moveTo>
                <a:cubicBezTo>
                  <a:pt x="265" y="38"/>
                  <a:pt x="255" y="48"/>
                  <a:pt x="244" y="56"/>
                </a:cubicBezTo>
                <a:cubicBezTo>
                  <a:pt x="245" y="57"/>
                  <a:pt x="245" y="60"/>
                  <a:pt x="245" y="63"/>
                </a:cubicBezTo>
                <a:cubicBezTo>
                  <a:pt x="245" y="78"/>
                  <a:pt x="242" y="93"/>
                  <a:pt x="238" y="108"/>
                </a:cubicBezTo>
                <a:cubicBezTo>
                  <a:pt x="234" y="123"/>
                  <a:pt x="227" y="137"/>
                  <a:pt x="218" y="151"/>
                </a:cubicBezTo>
                <a:cubicBezTo>
                  <a:pt x="209" y="164"/>
                  <a:pt x="199" y="176"/>
                  <a:pt x="186" y="187"/>
                </a:cubicBezTo>
                <a:cubicBezTo>
                  <a:pt x="174" y="198"/>
                  <a:pt x="159" y="206"/>
                  <a:pt x="142" y="212"/>
                </a:cubicBezTo>
                <a:cubicBezTo>
                  <a:pt x="124" y="218"/>
                  <a:pt x="106" y="222"/>
                  <a:pt x="86" y="222"/>
                </a:cubicBezTo>
                <a:cubicBezTo>
                  <a:pt x="55" y="222"/>
                  <a:pt x="26" y="213"/>
                  <a:pt x="0" y="197"/>
                </a:cubicBezTo>
                <a:cubicBezTo>
                  <a:pt x="4" y="197"/>
                  <a:pt x="9" y="197"/>
                  <a:pt x="14" y="197"/>
                </a:cubicBezTo>
                <a:cubicBezTo>
                  <a:pt x="39" y="197"/>
                  <a:pt x="63" y="189"/>
                  <a:pt x="83" y="173"/>
                </a:cubicBezTo>
                <a:cubicBezTo>
                  <a:pt x="71" y="173"/>
                  <a:pt x="60" y="169"/>
                  <a:pt x="50" y="162"/>
                </a:cubicBezTo>
                <a:cubicBezTo>
                  <a:pt x="41" y="155"/>
                  <a:pt x="34" y="146"/>
                  <a:pt x="31" y="135"/>
                </a:cubicBezTo>
                <a:cubicBezTo>
                  <a:pt x="34" y="135"/>
                  <a:pt x="38" y="136"/>
                  <a:pt x="41" y="136"/>
                </a:cubicBezTo>
                <a:cubicBezTo>
                  <a:pt x="46" y="136"/>
                  <a:pt x="51" y="135"/>
                  <a:pt x="56" y="134"/>
                </a:cubicBezTo>
                <a:cubicBezTo>
                  <a:pt x="43" y="131"/>
                  <a:pt x="32" y="125"/>
                  <a:pt x="24" y="114"/>
                </a:cubicBezTo>
                <a:cubicBezTo>
                  <a:pt x="15" y="104"/>
                  <a:pt x="11" y="92"/>
                  <a:pt x="11" y="79"/>
                </a:cubicBezTo>
                <a:cubicBezTo>
                  <a:pt x="11" y="78"/>
                  <a:pt x="11" y="78"/>
                  <a:pt x="11" y="78"/>
                </a:cubicBezTo>
                <a:cubicBezTo>
                  <a:pt x="19" y="83"/>
                  <a:pt x="27" y="85"/>
                  <a:pt x="36" y="85"/>
                </a:cubicBezTo>
                <a:cubicBezTo>
                  <a:pt x="29" y="80"/>
                  <a:pt x="23" y="74"/>
                  <a:pt x="18" y="65"/>
                </a:cubicBezTo>
                <a:cubicBezTo>
                  <a:pt x="14" y="57"/>
                  <a:pt x="11" y="48"/>
                  <a:pt x="11" y="39"/>
                </a:cubicBezTo>
                <a:cubicBezTo>
                  <a:pt x="11" y="29"/>
                  <a:pt x="14" y="19"/>
                  <a:pt x="19" y="11"/>
                </a:cubicBezTo>
                <a:cubicBezTo>
                  <a:pt x="33" y="28"/>
                  <a:pt x="50" y="42"/>
                  <a:pt x="70" y="52"/>
                </a:cubicBezTo>
                <a:cubicBezTo>
                  <a:pt x="90" y="62"/>
                  <a:pt x="111" y="68"/>
                  <a:pt x="134" y="69"/>
                </a:cubicBezTo>
                <a:cubicBezTo>
                  <a:pt x="133" y="65"/>
                  <a:pt x="133" y="60"/>
                  <a:pt x="133" y="56"/>
                </a:cubicBezTo>
                <a:cubicBezTo>
                  <a:pt x="133" y="41"/>
                  <a:pt x="138" y="28"/>
                  <a:pt x="149" y="17"/>
                </a:cubicBezTo>
                <a:cubicBezTo>
                  <a:pt x="160" y="6"/>
                  <a:pt x="173" y="0"/>
                  <a:pt x="189" y="0"/>
                </a:cubicBezTo>
                <a:cubicBezTo>
                  <a:pt x="205" y="0"/>
                  <a:pt x="218" y="6"/>
                  <a:pt x="229" y="18"/>
                </a:cubicBezTo>
                <a:cubicBezTo>
                  <a:pt x="242" y="16"/>
                  <a:pt x="254" y="11"/>
                  <a:pt x="265" y="5"/>
                </a:cubicBezTo>
                <a:cubicBezTo>
                  <a:pt x="261" y="18"/>
                  <a:pt x="252" y="28"/>
                  <a:pt x="240" y="35"/>
                </a:cubicBezTo>
                <a:cubicBezTo>
                  <a:pt x="251" y="34"/>
                  <a:pt x="262" y="31"/>
                  <a:pt x="272" y="2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4" name="Freeform 110"/>
          <p:cNvSpPr>
            <a:spLocks noEditPoints="1"/>
          </p:cNvSpPr>
          <p:nvPr/>
        </p:nvSpPr>
        <p:spPr bwMode="auto">
          <a:xfrm>
            <a:off x="2012951" y="3311525"/>
            <a:ext cx="285750" cy="287338"/>
          </a:xfrm>
          <a:custGeom>
            <a:avLst/>
            <a:gdLst>
              <a:gd name="T0" fmla="*/ 221 w 265"/>
              <a:gd name="T1" fmla="*/ 84 h 266"/>
              <a:gd name="T2" fmla="*/ 200 w 265"/>
              <a:gd name="T3" fmla="*/ 89 h 266"/>
              <a:gd name="T4" fmla="*/ 216 w 265"/>
              <a:gd name="T5" fmla="*/ 69 h 266"/>
              <a:gd name="T6" fmla="*/ 193 w 265"/>
              <a:gd name="T7" fmla="*/ 78 h 266"/>
              <a:gd name="T8" fmla="*/ 167 w 265"/>
              <a:gd name="T9" fmla="*/ 67 h 266"/>
              <a:gd name="T10" fmla="*/ 141 w 265"/>
              <a:gd name="T11" fmla="*/ 77 h 266"/>
              <a:gd name="T12" fmla="*/ 130 w 265"/>
              <a:gd name="T13" fmla="*/ 103 h 266"/>
              <a:gd name="T14" fmla="*/ 131 w 265"/>
              <a:gd name="T15" fmla="*/ 111 h 266"/>
              <a:gd name="T16" fmla="*/ 89 w 265"/>
              <a:gd name="T17" fmla="*/ 100 h 266"/>
              <a:gd name="T18" fmla="*/ 56 w 265"/>
              <a:gd name="T19" fmla="*/ 73 h 266"/>
              <a:gd name="T20" fmla="*/ 51 w 265"/>
              <a:gd name="T21" fmla="*/ 92 h 266"/>
              <a:gd name="T22" fmla="*/ 67 w 265"/>
              <a:gd name="T23" fmla="*/ 122 h 266"/>
              <a:gd name="T24" fmla="*/ 50 w 265"/>
              <a:gd name="T25" fmla="*/ 117 h 266"/>
              <a:gd name="T26" fmla="*/ 50 w 265"/>
              <a:gd name="T27" fmla="*/ 118 h 266"/>
              <a:gd name="T28" fmla="*/ 58 w 265"/>
              <a:gd name="T29" fmla="*/ 141 h 266"/>
              <a:gd name="T30" fmla="*/ 80 w 265"/>
              <a:gd name="T31" fmla="*/ 153 h 266"/>
              <a:gd name="T32" fmla="*/ 71 w 265"/>
              <a:gd name="T33" fmla="*/ 155 h 266"/>
              <a:gd name="T34" fmla="*/ 64 w 265"/>
              <a:gd name="T35" fmla="*/ 154 h 266"/>
              <a:gd name="T36" fmla="*/ 77 w 265"/>
              <a:gd name="T37" fmla="*/ 172 h 266"/>
              <a:gd name="T38" fmla="*/ 98 w 265"/>
              <a:gd name="T39" fmla="*/ 179 h 266"/>
              <a:gd name="T40" fmla="*/ 53 w 265"/>
              <a:gd name="T41" fmla="*/ 195 h 266"/>
              <a:gd name="T42" fmla="*/ 44 w 265"/>
              <a:gd name="T43" fmla="*/ 194 h 266"/>
              <a:gd name="T44" fmla="*/ 100 w 265"/>
              <a:gd name="T45" fmla="*/ 210 h 266"/>
              <a:gd name="T46" fmla="*/ 136 w 265"/>
              <a:gd name="T47" fmla="*/ 204 h 266"/>
              <a:gd name="T48" fmla="*/ 165 w 265"/>
              <a:gd name="T49" fmla="*/ 188 h 266"/>
              <a:gd name="T50" fmla="*/ 186 w 265"/>
              <a:gd name="T51" fmla="*/ 164 h 266"/>
              <a:gd name="T52" fmla="*/ 199 w 265"/>
              <a:gd name="T53" fmla="*/ 136 h 266"/>
              <a:gd name="T54" fmla="*/ 203 w 265"/>
              <a:gd name="T55" fmla="*/ 107 h 266"/>
              <a:gd name="T56" fmla="*/ 203 w 265"/>
              <a:gd name="T57" fmla="*/ 102 h 266"/>
              <a:gd name="T58" fmla="*/ 221 w 265"/>
              <a:gd name="T59" fmla="*/ 84 h 266"/>
              <a:gd name="T60" fmla="*/ 265 w 265"/>
              <a:gd name="T61" fmla="*/ 50 h 266"/>
              <a:gd name="T62" fmla="*/ 265 w 265"/>
              <a:gd name="T63" fmla="*/ 216 h 266"/>
              <a:gd name="T64" fmla="*/ 251 w 265"/>
              <a:gd name="T65" fmla="*/ 251 h 266"/>
              <a:gd name="T66" fmla="*/ 216 w 265"/>
              <a:gd name="T67" fmla="*/ 266 h 266"/>
              <a:gd name="T68" fmla="*/ 50 w 265"/>
              <a:gd name="T69" fmla="*/ 266 h 266"/>
              <a:gd name="T70" fmla="*/ 15 w 265"/>
              <a:gd name="T71" fmla="*/ 251 h 266"/>
              <a:gd name="T72" fmla="*/ 0 w 265"/>
              <a:gd name="T73" fmla="*/ 216 h 266"/>
              <a:gd name="T74" fmla="*/ 0 w 265"/>
              <a:gd name="T75" fmla="*/ 50 h 266"/>
              <a:gd name="T76" fmla="*/ 15 w 265"/>
              <a:gd name="T77" fmla="*/ 15 h 266"/>
              <a:gd name="T78" fmla="*/ 50 w 265"/>
              <a:gd name="T79" fmla="*/ 0 h 266"/>
              <a:gd name="T80" fmla="*/ 216 w 265"/>
              <a:gd name="T81" fmla="*/ 0 h 266"/>
              <a:gd name="T82" fmla="*/ 251 w 265"/>
              <a:gd name="T83" fmla="*/ 15 h 266"/>
              <a:gd name="T84" fmla="*/ 265 w 265"/>
              <a:gd name="T85" fmla="*/ 5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65" h="266">
                <a:moveTo>
                  <a:pt x="221" y="84"/>
                </a:moveTo>
                <a:cubicBezTo>
                  <a:pt x="215" y="86"/>
                  <a:pt x="208" y="88"/>
                  <a:pt x="200" y="89"/>
                </a:cubicBezTo>
                <a:cubicBezTo>
                  <a:pt x="208" y="85"/>
                  <a:pt x="213" y="78"/>
                  <a:pt x="216" y="69"/>
                </a:cubicBezTo>
                <a:cubicBezTo>
                  <a:pt x="209" y="74"/>
                  <a:pt x="201" y="77"/>
                  <a:pt x="193" y="78"/>
                </a:cubicBezTo>
                <a:cubicBezTo>
                  <a:pt x="186" y="70"/>
                  <a:pt x="177" y="67"/>
                  <a:pt x="167" y="67"/>
                </a:cubicBezTo>
                <a:cubicBezTo>
                  <a:pt x="157" y="67"/>
                  <a:pt x="148" y="70"/>
                  <a:pt x="141" y="77"/>
                </a:cubicBezTo>
                <a:cubicBezTo>
                  <a:pt x="134" y="84"/>
                  <a:pt x="130" y="93"/>
                  <a:pt x="130" y="103"/>
                </a:cubicBezTo>
                <a:cubicBezTo>
                  <a:pt x="130" y="106"/>
                  <a:pt x="131" y="109"/>
                  <a:pt x="131" y="111"/>
                </a:cubicBezTo>
                <a:cubicBezTo>
                  <a:pt x="116" y="110"/>
                  <a:pt x="103" y="107"/>
                  <a:pt x="89" y="100"/>
                </a:cubicBezTo>
                <a:cubicBezTo>
                  <a:pt x="76" y="93"/>
                  <a:pt x="65" y="84"/>
                  <a:pt x="56" y="73"/>
                </a:cubicBezTo>
                <a:cubicBezTo>
                  <a:pt x="53" y="79"/>
                  <a:pt x="51" y="85"/>
                  <a:pt x="51" y="92"/>
                </a:cubicBezTo>
                <a:cubicBezTo>
                  <a:pt x="51" y="105"/>
                  <a:pt x="57" y="115"/>
                  <a:pt x="67" y="122"/>
                </a:cubicBezTo>
                <a:cubicBezTo>
                  <a:pt x="62" y="122"/>
                  <a:pt x="56" y="120"/>
                  <a:pt x="50" y="117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50" y="126"/>
                  <a:pt x="53" y="134"/>
                  <a:pt x="58" y="141"/>
                </a:cubicBezTo>
                <a:cubicBezTo>
                  <a:pt x="64" y="147"/>
                  <a:pt x="71" y="152"/>
                  <a:pt x="80" y="153"/>
                </a:cubicBezTo>
                <a:cubicBezTo>
                  <a:pt x="76" y="154"/>
                  <a:pt x="73" y="155"/>
                  <a:pt x="71" y="155"/>
                </a:cubicBezTo>
                <a:cubicBezTo>
                  <a:pt x="69" y="155"/>
                  <a:pt x="67" y="154"/>
                  <a:pt x="64" y="154"/>
                </a:cubicBezTo>
                <a:cubicBezTo>
                  <a:pt x="67" y="161"/>
                  <a:pt x="71" y="167"/>
                  <a:pt x="77" y="172"/>
                </a:cubicBezTo>
                <a:cubicBezTo>
                  <a:pt x="83" y="177"/>
                  <a:pt x="90" y="179"/>
                  <a:pt x="98" y="179"/>
                </a:cubicBezTo>
                <a:cubicBezTo>
                  <a:pt x="85" y="190"/>
                  <a:pt x="70" y="195"/>
                  <a:pt x="53" y="195"/>
                </a:cubicBezTo>
                <a:cubicBezTo>
                  <a:pt x="50" y="195"/>
                  <a:pt x="47" y="195"/>
                  <a:pt x="44" y="194"/>
                </a:cubicBezTo>
                <a:cubicBezTo>
                  <a:pt x="61" y="205"/>
                  <a:pt x="80" y="210"/>
                  <a:pt x="100" y="210"/>
                </a:cubicBezTo>
                <a:cubicBezTo>
                  <a:pt x="113" y="210"/>
                  <a:pt x="125" y="208"/>
                  <a:pt x="136" y="204"/>
                </a:cubicBezTo>
                <a:cubicBezTo>
                  <a:pt x="147" y="200"/>
                  <a:pt x="157" y="195"/>
                  <a:pt x="165" y="188"/>
                </a:cubicBezTo>
                <a:cubicBezTo>
                  <a:pt x="173" y="181"/>
                  <a:pt x="180" y="173"/>
                  <a:pt x="186" y="164"/>
                </a:cubicBezTo>
                <a:cubicBezTo>
                  <a:pt x="192" y="155"/>
                  <a:pt x="196" y="146"/>
                  <a:pt x="199" y="136"/>
                </a:cubicBezTo>
                <a:cubicBezTo>
                  <a:pt x="202" y="126"/>
                  <a:pt x="203" y="117"/>
                  <a:pt x="203" y="107"/>
                </a:cubicBezTo>
                <a:cubicBezTo>
                  <a:pt x="203" y="105"/>
                  <a:pt x="203" y="103"/>
                  <a:pt x="203" y="102"/>
                </a:cubicBezTo>
                <a:cubicBezTo>
                  <a:pt x="210" y="97"/>
                  <a:pt x="216" y="91"/>
                  <a:pt x="221" y="84"/>
                </a:cubicBezTo>
                <a:close/>
                <a:moveTo>
                  <a:pt x="265" y="50"/>
                </a:moveTo>
                <a:cubicBezTo>
                  <a:pt x="265" y="216"/>
                  <a:pt x="265" y="216"/>
                  <a:pt x="265" y="216"/>
                </a:cubicBezTo>
                <a:cubicBezTo>
                  <a:pt x="265" y="230"/>
                  <a:pt x="261" y="241"/>
                  <a:pt x="251" y="251"/>
                </a:cubicBezTo>
                <a:cubicBezTo>
                  <a:pt x="241" y="261"/>
                  <a:pt x="229" y="266"/>
                  <a:pt x="216" y="266"/>
                </a:cubicBezTo>
                <a:cubicBezTo>
                  <a:pt x="50" y="266"/>
                  <a:pt x="50" y="266"/>
                  <a:pt x="50" y="266"/>
                </a:cubicBezTo>
                <a:cubicBezTo>
                  <a:pt x="36" y="266"/>
                  <a:pt x="24" y="261"/>
                  <a:pt x="15" y="251"/>
                </a:cubicBezTo>
                <a:cubicBezTo>
                  <a:pt x="5" y="241"/>
                  <a:pt x="0" y="230"/>
                  <a:pt x="0" y="216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9" y="0"/>
                  <a:pt x="241" y="5"/>
                  <a:pt x="251" y="15"/>
                </a:cubicBezTo>
                <a:cubicBezTo>
                  <a:pt x="261" y="25"/>
                  <a:pt x="265" y="36"/>
                  <a:pt x="265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5" name="Freeform 111"/>
          <p:cNvSpPr>
            <a:spLocks noEditPoints="1"/>
          </p:cNvSpPr>
          <p:nvPr/>
        </p:nvSpPr>
        <p:spPr bwMode="auto">
          <a:xfrm>
            <a:off x="2401888" y="3325813"/>
            <a:ext cx="368300" cy="260350"/>
          </a:xfrm>
          <a:custGeom>
            <a:avLst/>
            <a:gdLst>
              <a:gd name="T0" fmla="*/ 170 w 340"/>
              <a:gd name="T1" fmla="*/ 241 h 241"/>
              <a:gd name="T2" fmla="*/ 154 w 340"/>
              <a:gd name="T3" fmla="*/ 228 h 241"/>
              <a:gd name="T4" fmla="*/ 141 w 340"/>
              <a:gd name="T5" fmla="*/ 212 h 241"/>
              <a:gd name="T6" fmla="*/ 152 w 340"/>
              <a:gd name="T7" fmla="*/ 202 h 241"/>
              <a:gd name="T8" fmla="*/ 170 w 340"/>
              <a:gd name="T9" fmla="*/ 199 h 241"/>
              <a:gd name="T10" fmla="*/ 188 w 340"/>
              <a:gd name="T11" fmla="*/ 202 h 241"/>
              <a:gd name="T12" fmla="*/ 199 w 340"/>
              <a:gd name="T13" fmla="*/ 212 h 241"/>
              <a:gd name="T14" fmla="*/ 186 w 340"/>
              <a:gd name="T15" fmla="*/ 228 h 241"/>
              <a:gd name="T16" fmla="*/ 170 w 340"/>
              <a:gd name="T17" fmla="*/ 241 h 241"/>
              <a:gd name="T18" fmla="*/ 217 w 340"/>
              <a:gd name="T19" fmla="*/ 194 h 241"/>
              <a:gd name="T20" fmla="*/ 210 w 340"/>
              <a:gd name="T21" fmla="*/ 189 h 241"/>
              <a:gd name="T22" fmla="*/ 192 w 340"/>
              <a:gd name="T23" fmla="*/ 181 h 241"/>
              <a:gd name="T24" fmla="*/ 170 w 340"/>
              <a:gd name="T25" fmla="*/ 176 h 241"/>
              <a:gd name="T26" fmla="*/ 148 w 340"/>
              <a:gd name="T27" fmla="*/ 181 h 241"/>
              <a:gd name="T28" fmla="*/ 130 w 340"/>
              <a:gd name="T29" fmla="*/ 189 h 241"/>
              <a:gd name="T30" fmla="*/ 123 w 340"/>
              <a:gd name="T31" fmla="*/ 194 h 241"/>
              <a:gd name="T32" fmla="*/ 107 w 340"/>
              <a:gd name="T33" fmla="*/ 181 h 241"/>
              <a:gd name="T34" fmla="*/ 94 w 340"/>
              <a:gd name="T35" fmla="*/ 165 h 241"/>
              <a:gd name="T36" fmla="*/ 96 w 340"/>
              <a:gd name="T37" fmla="*/ 161 h 241"/>
              <a:gd name="T38" fmla="*/ 130 w 340"/>
              <a:gd name="T39" fmla="*/ 140 h 241"/>
              <a:gd name="T40" fmla="*/ 170 w 340"/>
              <a:gd name="T41" fmla="*/ 132 h 241"/>
              <a:gd name="T42" fmla="*/ 210 w 340"/>
              <a:gd name="T43" fmla="*/ 140 h 241"/>
              <a:gd name="T44" fmla="*/ 244 w 340"/>
              <a:gd name="T45" fmla="*/ 161 h 241"/>
              <a:gd name="T46" fmla="*/ 246 w 340"/>
              <a:gd name="T47" fmla="*/ 165 h 241"/>
              <a:gd name="T48" fmla="*/ 233 w 340"/>
              <a:gd name="T49" fmla="*/ 181 h 241"/>
              <a:gd name="T50" fmla="*/ 217 w 340"/>
              <a:gd name="T51" fmla="*/ 194 h 241"/>
              <a:gd name="T52" fmla="*/ 264 w 340"/>
              <a:gd name="T53" fmla="*/ 147 h 241"/>
              <a:gd name="T54" fmla="*/ 260 w 340"/>
              <a:gd name="T55" fmla="*/ 145 h 241"/>
              <a:gd name="T56" fmla="*/ 216 w 340"/>
              <a:gd name="T57" fmla="*/ 119 h 241"/>
              <a:gd name="T58" fmla="*/ 170 w 340"/>
              <a:gd name="T59" fmla="*/ 110 h 241"/>
              <a:gd name="T60" fmla="*/ 141 w 340"/>
              <a:gd name="T61" fmla="*/ 114 h 241"/>
              <a:gd name="T62" fmla="*/ 115 w 340"/>
              <a:gd name="T63" fmla="*/ 123 h 241"/>
              <a:gd name="T64" fmla="*/ 95 w 340"/>
              <a:gd name="T65" fmla="*/ 134 h 241"/>
              <a:gd name="T66" fmla="*/ 82 w 340"/>
              <a:gd name="T67" fmla="*/ 143 h 241"/>
              <a:gd name="T68" fmla="*/ 76 w 340"/>
              <a:gd name="T69" fmla="*/ 147 h 241"/>
              <a:gd name="T70" fmla="*/ 60 w 340"/>
              <a:gd name="T71" fmla="*/ 134 h 241"/>
              <a:gd name="T72" fmla="*/ 47 w 340"/>
              <a:gd name="T73" fmla="*/ 118 h 241"/>
              <a:gd name="T74" fmla="*/ 49 w 340"/>
              <a:gd name="T75" fmla="*/ 114 h 241"/>
              <a:gd name="T76" fmla="*/ 104 w 340"/>
              <a:gd name="T77" fmla="*/ 78 h 241"/>
              <a:gd name="T78" fmla="*/ 170 w 340"/>
              <a:gd name="T79" fmla="*/ 66 h 241"/>
              <a:gd name="T80" fmla="*/ 236 w 340"/>
              <a:gd name="T81" fmla="*/ 78 h 241"/>
              <a:gd name="T82" fmla="*/ 291 w 340"/>
              <a:gd name="T83" fmla="*/ 114 h 241"/>
              <a:gd name="T84" fmla="*/ 293 w 340"/>
              <a:gd name="T85" fmla="*/ 118 h 241"/>
              <a:gd name="T86" fmla="*/ 280 w 340"/>
              <a:gd name="T87" fmla="*/ 134 h 241"/>
              <a:gd name="T88" fmla="*/ 264 w 340"/>
              <a:gd name="T89" fmla="*/ 147 h 241"/>
              <a:gd name="T90" fmla="*/ 311 w 340"/>
              <a:gd name="T91" fmla="*/ 100 h 241"/>
              <a:gd name="T92" fmla="*/ 307 w 340"/>
              <a:gd name="T93" fmla="*/ 98 h 241"/>
              <a:gd name="T94" fmla="*/ 243 w 340"/>
              <a:gd name="T95" fmla="*/ 57 h 241"/>
              <a:gd name="T96" fmla="*/ 170 w 340"/>
              <a:gd name="T97" fmla="*/ 44 h 241"/>
              <a:gd name="T98" fmla="*/ 97 w 340"/>
              <a:gd name="T99" fmla="*/ 57 h 241"/>
              <a:gd name="T100" fmla="*/ 33 w 340"/>
              <a:gd name="T101" fmla="*/ 98 h 241"/>
              <a:gd name="T102" fmla="*/ 29 w 340"/>
              <a:gd name="T103" fmla="*/ 100 h 241"/>
              <a:gd name="T104" fmla="*/ 14 w 340"/>
              <a:gd name="T105" fmla="*/ 87 h 241"/>
              <a:gd name="T106" fmla="*/ 0 w 340"/>
              <a:gd name="T107" fmla="*/ 71 h 241"/>
              <a:gd name="T108" fmla="*/ 2 w 340"/>
              <a:gd name="T109" fmla="*/ 67 h 241"/>
              <a:gd name="T110" fmla="*/ 79 w 340"/>
              <a:gd name="T111" fmla="*/ 17 h 241"/>
              <a:gd name="T112" fmla="*/ 170 w 340"/>
              <a:gd name="T113" fmla="*/ 0 h 241"/>
              <a:gd name="T114" fmla="*/ 261 w 340"/>
              <a:gd name="T115" fmla="*/ 17 h 241"/>
              <a:gd name="T116" fmla="*/ 338 w 340"/>
              <a:gd name="T117" fmla="*/ 67 h 241"/>
              <a:gd name="T118" fmla="*/ 340 w 340"/>
              <a:gd name="T119" fmla="*/ 71 h 241"/>
              <a:gd name="T120" fmla="*/ 327 w 340"/>
              <a:gd name="T121" fmla="*/ 87 h 241"/>
              <a:gd name="T122" fmla="*/ 311 w 340"/>
              <a:gd name="T123" fmla="*/ 10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0" h="241">
                <a:moveTo>
                  <a:pt x="170" y="241"/>
                </a:moveTo>
                <a:cubicBezTo>
                  <a:pt x="168" y="241"/>
                  <a:pt x="162" y="236"/>
                  <a:pt x="154" y="228"/>
                </a:cubicBezTo>
                <a:cubicBezTo>
                  <a:pt x="146" y="219"/>
                  <a:pt x="141" y="214"/>
                  <a:pt x="141" y="212"/>
                </a:cubicBezTo>
                <a:cubicBezTo>
                  <a:pt x="141" y="208"/>
                  <a:pt x="145" y="205"/>
                  <a:pt x="152" y="202"/>
                </a:cubicBezTo>
                <a:cubicBezTo>
                  <a:pt x="159" y="200"/>
                  <a:pt x="165" y="199"/>
                  <a:pt x="170" y="199"/>
                </a:cubicBezTo>
                <a:cubicBezTo>
                  <a:pt x="175" y="199"/>
                  <a:pt x="181" y="200"/>
                  <a:pt x="188" y="202"/>
                </a:cubicBezTo>
                <a:cubicBezTo>
                  <a:pt x="195" y="205"/>
                  <a:pt x="199" y="208"/>
                  <a:pt x="199" y="212"/>
                </a:cubicBezTo>
                <a:cubicBezTo>
                  <a:pt x="199" y="214"/>
                  <a:pt x="195" y="219"/>
                  <a:pt x="186" y="228"/>
                </a:cubicBezTo>
                <a:cubicBezTo>
                  <a:pt x="178" y="236"/>
                  <a:pt x="172" y="241"/>
                  <a:pt x="170" y="241"/>
                </a:cubicBezTo>
                <a:close/>
                <a:moveTo>
                  <a:pt x="217" y="194"/>
                </a:moveTo>
                <a:cubicBezTo>
                  <a:pt x="217" y="194"/>
                  <a:pt x="214" y="192"/>
                  <a:pt x="210" y="189"/>
                </a:cubicBezTo>
                <a:cubicBezTo>
                  <a:pt x="206" y="187"/>
                  <a:pt x="200" y="184"/>
                  <a:pt x="192" y="181"/>
                </a:cubicBezTo>
                <a:cubicBezTo>
                  <a:pt x="185" y="178"/>
                  <a:pt x="178" y="176"/>
                  <a:pt x="170" y="176"/>
                </a:cubicBezTo>
                <a:cubicBezTo>
                  <a:pt x="163" y="176"/>
                  <a:pt x="155" y="178"/>
                  <a:pt x="148" y="181"/>
                </a:cubicBezTo>
                <a:cubicBezTo>
                  <a:pt x="141" y="184"/>
                  <a:pt x="135" y="187"/>
                  <a:pt x="130" y="189"/>
                </a:cubicBezTo>
                <a:cubicBezTo>
                  <a:pt x="126" y="192"/>
                  <a:pt x="124" y="194"/>
                  <a:pt x="123" y="194"/>
                </a:cubicBezTo>
                <a:cubicBezTo>
                  <a:pt x="121" y="194"/>
                  <a:pt x="116" y="189"/>
                  <a:pt x="107" y="181"/>
                </a:cubicBezTo>
                <a:cubicBezTo>
                  <a:pt x="99" y="172"/>
                  <a:pt x="94" y="167"/>
                  <a:pt x="94" y="165"/>
                </a:cubicBezTo>
                <a:cubicBezTo>
                  <a:pt x="94" y="163"/>
                  <a:pt x="95" y="162"/>
                  <a:pt x="96" y="161"/>
                </a:cubicBezTo>
                <a:cubicBezTo>
                  <a:pt x="105" y="152"/>
                  <a:pt x="116" y="145"/>
                  <a:pt x="130" y="140"/>
                </a:cubicBezTo>
                <a:cubicBezTo>
                  <a:pt x="143" y="135"/>
                  <a:pt x="157" y="132"/>
                  <a:pt x="170" y="132"/>
                </a:cubicBezTo>
                <a:cubicBezTo>
                  <a:pt x="183" y="132"/>
                  <a:pt x="197" y="135"/>
                  <a:pt x="210" y="140"/>
                </a:cubicBezTo>
                <a:cubicBezTo>
                  <a:pt x="224" y="145"/>
                  <a:pt x="235" y="152"/>
                  <a:pt x="244" y="161"/>
                </a:cubicBezTo>
                <a:cubicBezTo>
                  <a:pt x="245" y="162"/>
                  <a:pt x="246" y="163"/>
                  <a:pt x="246" y="165"/>
                </a:cubicBezTo>
                <a:cubicBezTo>
                  <a:pt x="246" y="167"/>
                  <a:pt x="242" y="172"/>
                  <a:pt x="233" y="181"/>
                </a:cubicBezTo>
                <a:cubicBezTo>
                  <a:pt x="224" y="189"/>
                  <a:pt x="219" y="194"/>
                  <a:pt x="217" y="194"/>
                </a:cubicBezTo>
                <a:close/>
                <a:moveTo>
                  <a:pt x="264" y="147"/>
                </a:moveTo>
                <a:cubicBezTo>
                  <a:pt x="263" y="147"/>
                  <a:pt x="261" y="146"/>
                  <a:pt x="260" y="145"/>
                </a:cubicBezTo>
                <a:cubicBezTo>
                  <a:pt x="244" y="133"/>
                  <a:pt x="230" y="124"/>
                  <a:pt x="216" y="119"/>
                </a:cubicBezTo>
                <a:cubicBezTo>
                  <a:pt x="203" y="113"/>
                  <a:pt x="188" y="110"/>
                  <a:pt x="170" y="110"/>
                </a:cubicBezTo>
                <a:cubicBezTo>
                  <a:pt x="160" y="110"/>
                  <a:pt x="151" y="111"/>
                  <a:pt x="141" y="114"/>
                </a:cubicBezTo>
                <a:cubicBezTo>
                  <a:pt x="131" y="116"/>
                  <a:pt x="122" y="119"/>
                  <a:pt x="115" y="123"/>
                </a:cubicBezTo>
                <a:cubicBezTo>
                  <a:pt x="108" y="127"/>
                  <a:pt x="101" y="130"/>
                  <a:pt x="95" y="134"/>
                </a:cubicBezTo>
                <a:cubicBezTo>
                  <a:pt x="90" y="137"/>
                  <a:pt x="85" y="140"/>
                  <a:pt x="82" y="143"/>
                </a:cubicBezTo>
                <a:cubicBezTo>
                  <a:pt x="78" y="145"/>
                  <a:pt x="77" y="147"/>
                  <a:pt x="76" y="147"/>
                </a:cubicBezTo>
                <a:cubicBezTo>
                  <a:pt x="74" y="147"/>
                  <a:pt x="69" y="142"/>
                  <a:pt x="60" y="134"/>
                </a:cubicBezTo>
                <a:cubicBezTo>
                  <a:pt x="52" y="125"/>
                  <a:pt x="47" y="120"/>
                  <a:pt x="47" y="118"/>
                </a:cubicBezTo>
                <a:cubicBezTo>
                  <a:pt x="47" y="116"/>
                  <a:pt x="48" y="115"/>
                  <a:pt x="49" y="114"/>
                </a:cubicBezTo>
                <a:cubicBezTo>
                  <a:pt x="64" y="99"/>
                  <a:pt x="83" y="87"/>
                  <a:pt x="104" y="78"/>
                </a:cubicBezTo>
                <a:cubicBezTo>
                  <a:pt x="126" y="70"/>
                  <a:pt x="148" y="66"/>
                  <a:pt x="170" y="66"/>
                </a:cubicBezTo>
                <a:cubicBezTo>
                  <a:pt x="192" y="66"/>
                  <a:pt x="214" y="70"/>
                  <a:pt x="236" y="78"/>
                </a:cubicBezTo>
                <a:cubicBezTo>
                  <a:pt x="257" y="87"/>
                  <a:pt x="276" y="99"/>
                  <a:pt x="291" y="114"/>
                </a:cubicBezTo>
                <a:cubicBezTo>
                  <a:pt x="292" y="115"/>
                  <a:pt x="293" y="116"/>
                  <a:pt x="293" y="118"/>
                </a:cubicBezTo>
                <a:cubicBezTo>
                  <a:pt x="293" y="120"/>
                  <a:pt x="289" y="125"/>
                  <a:pt x="280" y="134"/>
                </a:cubicBezTo>
                <a:cubicBezTo>
                  <a:pt x="271" y="142"/>
                  <a:pt x="266" y="147"/>
                  <a:pt x="264" y="147"/>
                </a:cubicBezTo>
                <a:close/>
                <a:moveTo>
                  <a:pt x="311" y="100"/>
                </a:moveTo>
                <a:cubicBezTo>
                  <a:pt x="310" y="100"/>
                  <a:pt x="308" y="99"/>
                  <a:pt x="307" y="98"/>
                </a:cubicBezTo>
                <a:cubicBezTo>
                  <a:pt x="286" y="80"/>
                  <a:pt x="265" y="67"/>
                  <a:pt x="243" y="57"/>
                </a:cubicBezTo>
                <a:cubicBezTo>
                  <a:pt x="221" y="48"/>
                  <a:pt x="196" y="44"/>
                  <a:pt x="170" y="44"/>
                </a:cubicBezTo>
                <a:cubicBezTo>
                  <a:pt x="144" y="44"/>
                  <a:pt x="120" y="48"/>
                  <a:pt x="97" y="57"/>
                </a:cubicBezTo>
                <a:cubicBezTo>
                  <a:pt x="75" y="67"/>
                  <a:pt x="54" y="80"/>
                  <a:pt x="33" y="98"/>
                </a:cubicBezTo>
                <a:cubicBezTo>
                  <a:pt x="32" y="99"/>
                  <a:pt x="31" y="100"/>
                  <a:pt x="29" y="100"/>
                </a:cubicBezTo>
                <a:cubicBezTo>
                  <a:pt x="28" y="100"/>
                  <a:pt x="22" y="96"/>
                  <a:pt x="14" y="87"/>
                </a:cubicBezTo>
                <a:cubicBezTo>
                  <a:pt x="5" y="78"/>
                  <a:pt x="0" y="73"/>
                  <a:pt x="0" y="71"/>
                </a:cubicBezTo>
                <a:cubicBezTo>
                  <a:pt x="0" y="69"/>
                  <a:pt x="1" y="68"/>
                  <a:pt x="2" y="67"/>
                </a:cubicBezTo>
                <a:cubicBezTo>
                  <a:pt x="24" y="45"/>
                  <a:pt x="49" y="29"/>
                  <a:pt x="79" y="17"/>
                </a:cubicBezTo>
                <a:cubicBezTo>
                  <a:pt x="109" y="5"/>
                  <a:pt x="139" y="0"/>
                  <a:pt x="170" y="0"/>
                </a:cubicBezTo>
                <a:cubicBezTo>
                  <a:pt x="201" y="0"/>
                  <a:pt x="231" y="5"/>
                  <a:pt x="261" y="17"/>
                </a:cubicBezTo>
                <a:cubicBezTo>
                  <a:pt x="291" y="29"/>
                  <a:pt x="317" y="45"/>
                  <a:pt x="338" y="67"/>
                </a:cubicBezTo>
                <a:cubicBezTo>
                  <a:pt x="339" y="68"/>
                  <a:pt x="340" y="69"/>
                  <a:pt x="340" y="71"/>
                </a:cubicBezTo>
                <a:cubicBezTo>
                  <a:pt x="340" y="73"/>
                  <a:pt x="335" y="78"/>
                  <a:pt x="327" y="87"/>
                </a:cubicBezTo>
                <a:cubicBezTo>
                  <a:pt x="318" y="96"/>
                  <a:pt x="313" y="100"/>
                  <a:pt x="311" y="1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6" name="Freeform 112"/>
          <p:cNvSpPr>
            <a:spLocks noEditPoints="1"/>
          </p:cNvSpPr>
          <p:nvPr/>
        </p:nvSpPr>
        <p:spPr bwMode="auto">
          <a:xfrm>
            <a:off x="2860676" y="3305175"/>
            <a:ext cx="311150" cy="298450"/>
          </a:xfrm>
          <a:custGeom>
            <a:avLst/>
            <a:gdLst>
              <a:gd name="T0" fmla="*/ 155 w 287"/>
              <a:gd name="T1" fmla="*/ 232 h 276"/>
              <a:gd name="T2" fmla="*/ 110 w 287"/>
              <a:gd name="T3" fmla="*/ 276 h 276"/>
              <a:gd name="T4" fmla="*/ 66 w 287"/>
              <a:gd name="T5" fmla="*/ 232 h 276"/>
              <a:gd name="T6" fmla="*/ 77 w 287"/>
              <a:gd name="T7" fmla="*/ 221 h 276"/>
              <a:gd name="T8" fmla="*/ 88 w 287"/>
              <a:gd name="T9" fmla="*/ 232 h 276"/>
              <a:gd name="T10" fmla="*/ 110 w 287"/>
              <a:gd name="T11" fmla="*/ 254 h 276"/>
              <a:gd name="T12" fmla="*/ 133 w 287"/>
              <a:gd name="T13" fmla="*/ 232 h 276"/>
              <a:gd name="T14" fmla="*/ 144 w 287"/>
              <a:gd name="T15" fmla="*/ 130 h 276"/>
              <a:gd name="T16" fmla="*/ 287 w 287"/>
              <a:gd name="T17" fmla="*/ 136 h 276"/>
              <a:gd name="T18" fmla="*/ 282 w 287"/>
              <a:gd name="T19" fmla="*/ 142 h 276"/>
              <a:gd name="T20" fmla="*/ 262 w 287"/>
              <a:gd name="T21" fmla="*/ 128 h 276"/>
              <a:gd name="T22" fmla="*/ 222 w 287"/>
              <a:gd name="T23" fmla="*/ 131 h 276"/>
              <a:gd name="T24" fmla="*/ 201 w 287"/>
              <a:gd name="T25" fmla="*/ 152 h 276"/>
              <a:gd name="T26" fmla="*/ 194 w 287"/>
              <a:gd name="T27" fmla="*/ 159 h 276"/>
              <a:gd name="T28" fmla="*/ 186 w 287"/>
              <a:gd name="T29" fmla="*/ 152 h 276"/>
              <a:gd name="T30" fmla="*/ 166 w 287"/>
              <a:gd name="T31" fmla="*/ 131 h 276"/>
              <a:gd name="T32" fmla="*/ 122 w 287"/>
              <a:gd name="T33" fmla="*/ 131 h 276"/>
              <a:gd name="T34" fmla="*/ 101 w 287"/>
              <a:gd name="T35" fmla="*/ 152 h 276"/>
              <a:gd name="T36" fmla="*/ 93 w 287"/>
              <a:gd name="T37" fmla="*/ 159 h 276"/>
              <a:gd name="T38" fmla="*/ 86 w 287"/>
              <a:gd name="T39" fmla="*/ 152 h 276"/>
              <a:gd name="T40" fmla="*/ 65 w 287"/>
              <a:gd name="T41" fmla="*/ 131 h 276"/>
              <a:gd name="T42" fmla="*/ 25 w 287"/>
              <a:gd name="T43" fmla="*/ 128 h 276"/>
              <a:gd name="T44" fmla="*/ 5 w 287"/>
              <a:gd name="T45" fmla="*/ 142 h 276"/>
              <a:gd name="T46" fmla="*/ 0 w 287"/>
              <a:gd name="T47" fmla="*/ 136 h 276"/>
              <a:gd name="T48" fmla="*/ 30 w 287"/>
              <a:gd name="T49" fmla="*/ 80 h 276"/>
              <a:gd name="T50" fmla="*/ 144 w 287"/>
              <a:gd name="T51" fmla="*/ 33 h 276"/>
              <a:gd name="T52" fmla="*/ 234 w 287"/>
              <a:gd name="T53" fmla="*/ 59 h 276"/>
              <a:gd name="T54" fmla="*/ 287 w 287"/>
              <a:gd name="T55" fmla="*/ 135 h 276"/>
              <a:gd name="T56" fmla="*/ 155 w 287"/>
              <a:gd name="T57" fmla="*/ 11 h 276"/>
              <a:gd name="T58" fmla="*/ 144 w 287"/>
              <a:gd name="T59" fmla="*/ 27 h 276"/>
              <a:gd name="T60" fmla="*/ 133 w 287"/>
              <a:gd name="T61" fmla="*/ 11 h 276"/>
              <a:gd name="T62" fmla="*/ 144 w 287"/>
              <a:gd name="T63" fmla="*/ 0 h 276"/>
              <a:gd name="T64" fmla="*/ 155 w 287"/>
              <a:gd name="T65" fmla="*/ 11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7" h="276">
                <a:moveTo>
                  <a:pt x="155" y="132"/>
                </a:moveTo>
                <a:cubicBezTo>
                  <a:pt x="155" y="232"/>
                  <a:pt x="155" y="232"/>
                  <a:pt x="155" y="232"/>
                </a:cubicBezTo>
                <a:cubicBezTo>
                  <a:pt x="155" y="244"/>
                  <a:pt x="150" y="254"/>
                  <a:pt x="142" y="263"/>
                </a:cubicBezTo>
                <a:cubicBezTo>
                  <a:pt x="133" y="272"/>
                  <a:pt x="122" y="276"/>
                  <a:pt x="110" y="276"/>
                </a:cubicBezTo>
                <a:cubicBezTo>
                  <a:pt x="98" y="276"/>
                  <a:pt x="88" y="272"/>
                  <a:pt x="79" y="263"/>
                </a:cubicBezTo>
                <a:cubicBezTo>
                  <a:pt x="71" y="254"/>
                  <a:pt x="66" y="244"/>
                  <a:pt x="66" y="232"/>
                </a:cubicBezTo>
                <a:cubicBezTo>
                  <a:pt x="66" y="229"/>
                  <a:pt x="67" y="226"/>
                  <a:pt x="69" y="224"/>
                </a:cubicBezTo>
                <a:cubicBezTo>
                  <a:pt x="72" y="222"/>
                  <a:pt x="74" y="221"/>
                  <a:pt x="77" y="221"/>
                </a:cubicBezTo>
                <a:cubicBezTo>
                  <a:pt x="80" y="221"/>
                  <a:pt x="83" y="222"/>
                  <a:pt x="85" y="224"/>
                </a:cubicBezTo>
                <a:cubicBezTo>
                  <a:pt x="87" y="226"/>
                  <a:pt x="88" y="229"/>
                  <a:pt x="88" y="232"/>
                </a:cubicBezTo>
                <a:cubicBezTo>
                  <a:pt x="88" y="238"/>
                  <a:pt x="91" y="243"/>
                  <a:pt x="95" y="247"/>
                </a:cubicBezTo>
                <a:cubicBezTo>
                  <a:pt x="100" y="252"/>
                  <a:pt x="105" y="254"/>
                  <a:pt x="110" y="254"/>
                </a:cubicBezTo>
                <a:cubicBezTo>
                  <a:pt x="116" y="254"/>
                  <a:pt x="121" y="252"/>
                  <a:pt x="126" y="247"/>
                </a:cubicBezTo>
                <a:cubicBezTo>
                  <a:pt x="130" y="243"/>
                  <a:pt x="133" y="238"/>
                  <a:pt x="133" y="232"/>
                </a:cubicBezTo>
                <a:cubicBezTo>
                  <a:pt x="133" y="132"/>
                  <a:pt x="133" y="132"/>
                  <a:pt x="133" y="132"/>
                </a:cubicBezTo>
                <a:cubicBezTo>
                  <a:pt x="136" y="131"/>
                  <a:pt x="140" y="130"/>
                  <a:pt x="144" y="130"/>
                </a:cubicBezTo>
                <a:cubicBezTo>
                  <a:pt x="147" y="130"/>
                  <a:pt x="151" y="131"/>
                  <a:pt x="155" y="132"/>
                </a:cubicBezTo>
                <a:close/>
                <a:moveTo>
                  <a:pt x="287" y="136"/>
                </a:moveTo>
                <a:cubicBezTo>
                  <a:pt x="287" y="138"/>
                  <a:pt x="287" y="139"/>
                  <a:pt x="286" y="140"/>
                </a:cubicBezTo>
                <a:cubicBezTo>
                  <a:pt x="285" y="141"/>
                  <a:pt x="283" y="142"/>
                  <a:pt x="282" y="142"/>
                </a:cubicBezTo>
                <a:cubicBezTo>
                  <a:pt x="281" y="142"/>
                  <a:pt x="279" y="141"/>
                  <a:pt x="278" y="140"/>
                </a:cubicBezTo>
                <a:cubicBezTo>
                  <a:pt x="272" y="135"/>
                  <a:pt x="267" y="131"/>
                  <a:pt x="262" y="128"/>
                </a:cubicBezTo>
                <a:cubicBezTo>
                  <a:pt x="257" y="126"/>
                  <a:pt x="251" y="124"/>
                  <a:pt x="244" y="124"/>
                </a:cubicBezTo>
                <a:cubicBezTo>
                  <a:pt x="236" y="124"/>
                  <a:pt x="229" y="127"/>
                  <a:pt x="222" y="131"/>
                </a:cubicBezTo>
                <a:cubicBezTo>
                  <a:pt x="215" y="135"/>
                  <a:pt x="209" y="141"/>
                  <a:pt x="204" y="148"/>
                </a:cubicBezTo>
                <a:cubicBezTo>
                  <a:pt x="203" y="149"/>
                  <a:pt x="202" y="150"/>
                  <a:pt x="201" y="152"/>
                </a:cubicBezTo>
                <a:cubicBezTo>
                  <a:pt x="200" y="154"/>
                  <a:pt x="199" y="156"/>
                  <a:pt x="199" y="157"/>
                </a:cubicBezTo>
                <a:cubicBezTo>
                  <a:pt x="197" y="158"/>
                  <a:pt x="196" y="159"/>
                  <a:pt x="194" y="159"/>
                </a:cubicBezTo>
                <a:cubicBezTo>
                  <a:pt x="192" y="159"/>
                  <a:pt x="190" y="158"/>
                  <a:pt x="189" y="157"/>
                </a:cubicBezTo>
                <a:cubicBezTo>
                  <a:pt x="188" y="156"/>
                  <a:pt x="188" y="154"/>
                  <a:pt x="186" y="152"/>
                </a:cubicBezTo>
                <a:cubicBezTo>
                  <a:pt x="185" y="150"/>
                  <a:pt x="184" y="149"/>
                  <a:pt x="183" y="148"/>
                </a:cubicBezTo>
                <a:cubicBezTo>
                  <a:pt x="178" y="141"/>
                  <a:pt x="172" y="135"/>
                  <a:pt x="166" y="131"/>
                </a:cubicBezTo>
                <a:cubicBezTo>
                  <a:pt x="159" y="127"/>
                  <a:pt x="151" y="124"/>
                  <a:pt x="144" y="124"/>
                </a:cubicBezTo>
                <a:cubicBezTo>
                  <a:pt x="136" y="124"/>
                  <a:pt x="128" y="127"/>
                  <a:pt x="122" y="131"/>
                </a:cubicBezTo>
                <a:cubicBezTo>
                  <a:pt x="115" y="135"/>
                  <a:pt x="109" y="141"/>
                  <a:pt x="104" y="148"/>
                </a:cubicBezTo>
                <a:cubicBezTo>
                  <a:pt x="103" y="149"/>
                  <a:pt x="102" y="150"/>
                  <a:pt x="101" y="152"/>
                </a:cubicBezTo>
                <a:cubicBezTo>
                  <a:pt x="100" y="154"/>
                  <a:pt x="99" y="156"/>
                  <a:pt x="98" y="157"/>
                </a:cubicBezTo>
                <a:cubicBezTo>
                  <a:pt x="97" y="158"/>
                  <a:pt x="95" y="159"/>
                  <a:pt x="93" y="159"/>
                </a:cubicBezTo>
                <a:cubicBezTo>
                  <a:pt x="91" y="159"/>
                  <a:pt x="90" y="158"/>
                  <a:pt x="88" y="157"/>
                </a:cubicBezTo>
                <a:cubicBezTo>
                  <a:pt x="88" y="156"/>
                  <a:pt x="87" y="154"/>
                  <a:pt x="86" y="152"/>
                </a:cubicBezTo>
                <a:cubicBezTo>
                  <a:pt x="85" y="150"/>
                  <a:pt x="84" y="149"/>
                  <a:pt x="83" y="148"/>
                </a:cubicBezTo>
                <a:cubicBezTo>
                  <a:pt x="78" y="141"/>
                  <a:pt x="72" y="135"/>
                  <a:pt x="65" y="131"/>
                </a:cubicBezTo>
                <a:cubicBezTo>
                  <a:pt x="58" y="127"/>
                  <a:pt x="51" y="124"/>
                  <a:pt x="43" y="124"/>
                </a:cubicBezTo>
                <a:cubicBezTo>
                  <a:pt x="36" y="124"/>
                  <a:pt x="30" y="126"/>
                  <a:pt x="25" y="128"/>
                </a:cubicBezTo>
                <a:cubicBezTo>
                  <a:pt x="20" y="131"/>
                  <a:pt x="15" y="135"/>
                  <a:pt x="9" y="140"/>
                </a:cubicBezTo>
                <a:cubicBezTo>
                  <a:pt x="8" y="141"/>
                  <a:pt x="7" y="142"/>
                  <a:pt x="5" y="142"/>
                </a:cubicBezTo>
                <a:cubicBezTo>
                  <a:pt x="4" y="142"/>
                  <a:pt x="3" y="141"/>
                  <a:pt x="1" y="140"/>
                </a:cubicBezTo>
                <a:cubicBezTo>
                  <a:pt x="0" y="139"/>
                  <a:pt x="0" y="138"/>
                  <a:pt x="0" y="136"/>
                </a:cubicBezTo>
                <a:cubicBezTo>
                  <a:pt x="0" y="136"/>
                  <a:pt x="0" y="135"/>
                  <a:pt x="0" y="135"/>
                </a:cubicBezTo>
                <a:cubicBezTo>
                  <a:pt x="5" y="114"/>
                  <a:pt x="15" y="96"/>
                  <a:pt x="30" y="80"/>
                </a:cubicBezTo>
                <a:cubicBezTo>
                  <a:pt x="44" y="64"/>
                  <a:pt x="62" y="53"/>
                  <a:pt x="81" y="45"/>
                </a:cubicBezTo>
                <a:cubicBezTo>
                  <a:pt x="101" y="37"/>
                  <a:pt x="122" y="33"/>
                  <a:pt x="144" y="33"/>
                </a:cubicBezTo>
                <a:cubicBezTo>
                  <a:pt x="160" y="33"/>
                  <a:pt x="176" y="35"/>
                  <a:pt x="191" y="40"/>
                </a:cubicBezTo>
                <a:cubicBezTo>
                  <a:pt x="207" y="44"/>
                  <a:pt x="221" y="51"/>
                  <a:pt x="234" y="59"/>
                </a:cubicBezTo>
                <a:cubicBezTo>
                  <a:pt x="247" y="68"/>
                  <a:pt x="258" y="79"/>
                  <a:pt x="267" y="92"/>
                </a:cubicBezTo>
                <a:cubicBezTo>
                  <a:pt x="277" y="105"/>
                  <a:pt x="283" y="119"/>
                  <a:pt x="287" y="135"/>
                </a:cubicBezTo>
                <a:cubicBezTo>
                  <a:pt x="287" y="135"/>
                  <a:pt x="287" y="136"/>
                  <a:pt x="287" y="136"/>
                </a:cubicBezTo>
                <a:close/>
                <a:moveTo>
                  <a:pt x="155" y="11"/>
                </a:moveTo>
                <a:cubicBezTo>
                  <a:pt x="155" y="28"/>
                  <a:pt x="155" y="28"/>
                  <a:pt x="155" y="28"/>
                </a:cubicBezTo>
                <a:cubicBezTo>
                  <a:pt x="150" y="28"/>
                  <a:pt x="146" y="27"/>
                  <a:pt x="144" y="27"/>
                </a:cubicBezTo>
                <a:cubicBezTo>
                  <a:pt x="141" y="27"/>
                  <a:pt x="137" y="28"/>
                  <a:pt x="133" y="28"/>
                </a:cubicBezTo>
                <a:cubicBezTo>
                  <a:pt x="133" y="11"/>
                  <a:pt x="133" y="11"/>
                  <a:pt x="133" y="11"/>
                </a:cubicBezTo>
                <a:cubicBezTo>
                  <a:pt x="133" y="8"/>
                  <a:pt x="134" y="5"/>
                  <a:pt x="136" y="3"/>
                </a:cubicBezTo>
                <a:cubicBezTo>
                  <a:pt x="138" y="1"/>
                  <a:pt x="141" y="0"/>
                  <a:pt x="144" y="0"/>
                </a:cubicBezTo>
                <a:cubicBezTo>
                  <a:pt x="147" y="0"/>
                  <a:pt x="149" y="1"/>
                  <a:pt x="151" y="3"/>
                </a:cubicBezTo>
                <a:cubicBezTo>
                  <a:pt x="154" y="5"/>
                  <a:pt x="155" y="8"/>
                  <a:pt x="155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7" name="Freeform 113"/>
          <p:cNvSpPr>
            <a:spLocks noEditPoints="1"/>
          </p:cNvSpPr>
          <p:nvPr/>
        </p:nvSpPr>
        <p:spPr bwMode="auto">
          <a:xfrm>
            <a:off x="3303588" y="3311525"/>
            <a:ext cx="287338" cy="287338"/>
          </a:xfrm>
          <a:custGeom>
            <a:avLst/>
            <a:gdLst>
              <a:gd name="T0" fmla="*/ 1 w 266"/>
              <a:gd name="T1" fmla="*/ 16 h 266"/>
              <a:gd name="T2" fmla="*/ 7 w 266"/>
              <a:gd name="T3" fmla="*/ 1 h 266"/>
              <a:gd name="T4" fmla="*/ 55 w 266"/>
              <a:gd name="T5" fmla="*/ 3 h 266"/>
              <a:gd name="T6" fmla="*/ 110 w 266"/>
              <a:gd name="T7" fmla="*/ 1 h 266"/>
              <a:gd name="T8" fmla="*/ 124 w 266"/>
              <a:gd name="T9" fmla="*/ 3 h 266"/>
              <a:gd name="T10" fmla="*/ 125 w 266"/>
              <a:gd name="T11" fmla="*/ 16 h 266"/>
              <a:gd name="T12" fmla="*/ 89 w 266"/>
              <a:gd name="T13" fmla="*/ 22 h 266"/>
              <a:gd name="T14" fmla="*/ 87 w 266"/>
              <a:gd name="T15" fmla="*/ 50 h 266"/>
              <a:gd name="T16" fmla="*/ 88 w 266"/>
              <a:gd name="T17" fmla="*/ 94 h 266"/>
              <a:gd name="T18" fmla="*/ 99 w 266"/>
              <a:gd name="T19" fmla="*/ 177 h 266"/>
              <a:gd name="T20" fmla="*/ 146 w 266"/>
              <a:gd name="T21" fmla="*/ 201 h 266"/>
              <a:gd name="T22" fmla="*/ 196 w 266"/>
              <a:gd name="T23" fmla="*/ 188 h 266"/>
              <a:gd name="T24" fmla="*/ 217 w 266"/>
              <a:gd name="T25" fmla="*/ 157 h 266"/>
              <a:gd name="T26" fmla="*/ 220 w 266"/>
              <a:gd name="T27" fmla="*/ 95 h 266"/>
              <a:gd name="T28" fmla="*/ 215 w 266"/>
              <a:gd name="T29" fmla="*/ 47 h 266"/>
              <a:gd name="T30" fmla="*/ 210 w 266"/>
              <a:gd name="T31" fmla="*/ 21 h 266"/>
              <a:gd name="T32" fmla="*/ 180 w 266"/>
              <a:gd name="T33" fmla="*/ 16 h 266"/>
              <a:gd name="T34" fmla="*/ 178 w 266"/>
              <a:gd name="T35" fmla="*/ 0 h 266"/>
              <a:gd name="T36" fmla="*/ 228 w 266"/>
              <a:gd name="T37" fmla="*/ 2 h 266"/>
              <a:gd name="T38" fmla="*/ 265 w 266"/>
              <a:gd name="T39" fmla="*/ 1 h 266"/>
              <a:gd name="T40" fmla="*/ 265 w 266"/>
              <a:gd name="T41" fmla="*/ 15 h 266"/>
              <a:gd name="T42" fmla="*/ 237 w 266"/>
              <a:gd name="T43" fmla="*/ 20 h 266"/>
              <a:gd name="T44" fmla="*/ 235 w 266"/>
              <a:gd name="T45" fmla="*/ 32 h 266"/>
              <a:gd name="T46" fmla="*/ 239 w 266"/>
              <a:gd name="T47" fmla="*/ 106 h 266"/>
              <a:gd name="T48" fmla="*/ 229 w 266"/>
              <a:gd name="T49" fmla="*/ 179 h 266"/>
              <a:gd name="T50" fmla="*/ 178 w 266"/>
              <a:gd name="T51" fmla="*/ 216 h 266"/>
              <a:gd name="T52" fmla="*/ 85 w 266"/>
              <a:gd name="T53" fmla="*/ 214 h 266"/>
              <a:gd name="T54" fmla="*/ 40 w 266"/>
              <a:gd name="T55" fmla="*/ 159 h 266"/>
              <a:gd name="T56" fmla="*/ 37 w 266"/>
              <a:gd name="T57" fmla="*/ 60 h 266"/>
              <a:gd name="T58" fmla="*/ 9 w 266"/>
              <a:gd name="T59" fmla="*/ 17 h 266"/>
              <a:gd name="T60" fmla="*/ 266 w 266"/>
              <a:gd name="T61" fmla="*/ 249 h 266"/>
              <a:gd name="T62" fmla="*/ 260 w 266"/>
              <a:gd name="T63" fmla="*/ 244 h 266"/>
              <a:gd name="T64" fmla="*/ 2 w 266"/>
              <a:gd name="T65" fmla="*/ 245 h 266"/>
              <a:gd name="T66" fmla="*/ 0 w 266"/>
              <a:gd name="T67" fmla="*/ 260 h 266"/>
              <a:gd name="T68" fmla="*/ 6 w 266"/>
              <a:gd name="T69" fmla="*/ 266 h 266"/>
              <a:gd name="T70" fmla="*/ 264 w 266"/>
              <a:gd name="T71" fmla="*/ 264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6" h="266">
                <a:moveTo>
                  <a:pt x="9" y="17"/>
                </a:moveTo>
                <a:cubicBezTo>
                  <a:pt x="4" y="17"/>
                  <a:pt x="2" y="16"/>
                  <a:pt x="1" y="16"/>
                </a:cubicBezTo>
                <a:cubicBezTo>
                  <a:pt x="0" y="1"/>
                  <a:pt x="0" y="1"/>
                  <a:pt x="0" y="1"/>
                </a:cubicBezTo>
                <a:cubicBezTo>
                  <a:pt x="2" y="1"/>
                  <a:pt x="4" y="1"/>
                  <a:pt x="7" y="1"/>
                </a:cubicBezTo>
                <a:cubicBezTo>
                  <a:pt x="14" y="1"/>
                  <a:pt x="21" y="1"/>
                  <a:pt x="27" y="1"/>
                </a:cubicBezTo>
                <a:cubicBezTo>
                  <a:pt x="42" y="2"/>
                  <a:pt x="51" y="3"/>
                  <a:pt x="55" y="3"/>
                </a:cubicBezTo>
                <a:cubicBezTo>
                  <a:pt x="65" y="3"/>
                  <a:pt x="75" y="2"/>
                  <a:pt x="84" y="2"/>
                </a:cubicBezTo>
                <a:cubicBezTo>
                  <a:pt x="98" y="2"/>
                  <a:pt x="106" y="1"/>
                  <a:pt x="110" y="1"/>
                </a:cubicBezTo>
                <a:cubicBezTo>
                  <a:pt x="116" y="1"/>
                  <a:pt x="121" y="1"/>
                  <a:pt x="124" y="1"/>
                </a:cubicBezTo>
                <a:cubicBezTo>
                  <a:pt x="124" y="3"/>
                  <a:pt x="124" y="3"/>
                  <a:pt x="124" y="3"/>
                </a:cubicBezTo>
                <a:cubicBezTo>
                  <a:pt x="125" y="14"/>
                  <a:pt x="125" y="14"/>
                  <a:pt x="125" y="14"/>
                </a:cubicBezTo>
                <a:cubicBezTo>
                  <a:pt x="125" y="16"/>
                  <a:pt x="125" y="16"/>
                  <a:pt x="125" y="16"/>
                </a:cubicBezTo>
                <a:cubicBezTo>
                  <a:pt x="118" y="17"/>
                  <a:pt x="111" y="17"/>
                  <a:pt x="103" y="17"/>
                </a:cubicBezTo>
                <a:cubicBezTo>
                  <a:pt x="96" y="17"/>
                  <a:pt x="92" y="19"/>
                  <a:pt x="89" y="22"/>
                </a:cubicBezTo>
                <a:cubicBezTo>
                  <a:pt x="88" y="23"/>
                  <a:pt x="87" y="31"/>
                  <a:pt x="87" y="45"/>
                </a:cubicBezTo>
                <a:cubicBezTo>
                  <a:pt x="87" y="46"/>
                  <a:pt x="87" y="48"/>
                  <a:pt x="87" y="50"/>
                </a:cubicBezTo>
                <a:cubicBezTo>
                  <a:pt x="87" y="52"/>
                  <a:pt x="87" y="54"/>
                  <a:pt x="87" y="55"/>
                </a:cubicBezTo>
                <a:cubicBezTo>
                  <a:pt x="88" y="94"/>
                  <a:pt x="88" y="94"/>
                  <a:pt x="88" y="94"/>
                </a:cubicBezTo>
                <a:cubicBezTo>
                  <a:pt x="90" y="143"/>
                  <a:pt x="90" y="143"/>
                  <a:pt x="90" y="143"/>
                </a:cubicBezTo>
                <a:cubicBezTo>
                  <a:pt x="91" y="157"/>
                  <a:pt x="94" y="168"/>
                  <a:pt x="99" y="177"/>
                </a:cubicBezTo>
                <a:cubicBezTo>
                  <a:pt x="103" y="184"/>
                  <a:pt x="108" y="190"/>
                  <a:pt x="115" y="193"/>
                </a:cubicBezTo>
                <a:cubicBezTo>
                  <a:pt x="126" y="199"/>
                  <a:pt x="136" y="201"/>
                  <a:pt x="146" y="201"/>
                </a:cubicBezTo>
                <a:cubicBezTo>
                  <a:pt x="158" y="201"/>
                  <a:pt x="169" y="200"/>
                  <a:pt x="179" y="197"/>
                </a:cubicBezTo>
                <a:cubicBezTo>
                  <a:pt x="185" y="195"/>
                  <a:pt x="191" y="192"/>
                  <a:pt x="196" y="188"/>
                </a:cubicBezTo>
                <a:cubicBezTo>
                  <a:pt x="202" y="184"/>
                  <a:pt x="205" y="180"/>
                  <a:pt x="207" y="177"/>
                </a:cubicBezTo>
                <a:cubicBezTo>
                  <a:pt x="211" y="170"/>
                  <a:pt x="215" y="164"/>
                  <a:pt x="217" y="157"/>
                </a:cubicBezTo>
                <a:cubicBezTo>
                  <a:pt x="219" y="149"/>
                  <a:pt x="220" y="135"/>
                  <a:pt x="220" y="117"/>
                </a:cubicBezTo>
                <a:cubicBezTo>
                  <a:pt x="220" y="108"/>
                  <a:pt x="220" y="101"/>
                  <a:pt x="220" y="95"/>
                </a:cubicBezTo>
                <a:cubicBezTo>
                  <a:pt x="219" y="90"/>
                  <a:pt x="218" y="83"/>
                  <a:pt x="218" y="74"/>
                </a:cubicBezTo>
                <a:cubicBezTo>
                  <a:pt x="217" y="66"/>
                  <a:pt x="216" y="57"/>
                  <a:pt x="215" y="47"/>
                </a:cubicBezTo>
                <a:cubicBezTo>
                  <a:pt x="215" y="36"/>
                  <a:pt x="215" y="36"/>
                  <a:pt x="215" y="36"/>
                </a:cubicBezTo>
                <a:cubicBezTo>
                  <a:pt x="214" y="29"/>
                  <a:pt x="213" y="24"/>
                  <a:pt x="210" y="21"/>
                </a:cubicBezTo>
                <a:cubicBezTo>
                  <a:pt x="207" y="17"/>
                  <a:pt x="202" y="15"/>
                  <a:pt x="197" y="15"/>
                </a:cubicBezTo>
                <a:cubicBezTo>
                  <a:pt x="180" y="16"/>
                  <a:pt x="180" y="16"/>
                  <a:pt x="180" y="16"/>
                </a:cubicBezTo>
                <a:cubicBezTo>
                  <a:pt x="177" y="15"/>
                  <a:pt x="177" y="15"/>
                  <a:pt x="177" y="15"/>
                </a:cubicBezTo>
                <a:cubicBezTo>
                  <a:pt x="178" y="0"/>
                  <a:pt x="178" y="0"/>
                  <a:pt x="178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228" y="2"/>
                  <a:pt x="228" y="2"/>
                  <a:pt x="228" y="2"/>
                </a:cubicBezTo>
                <a:cubicBezTo>
                  <a:pt x="236" y="2"/>
                  <a:pt x="248" y="2"/>
                  <a:pt x="262" y="0"/>
                </a:cubicBezTo>
                <a:cubicBezTo>
                  <a:pt x="265" y="1"/>
                  <a:pt x="265" y="1"/>
                  <a:pt x="265" y="1"/>
                </a:cubicBezTo>
                <a:cubicBezTo>
                  <a:pt x="265" y="5"/>
                  <a:pt x="266" y="8"/>
                  <a:pt x="266" y="9"/>
                </a:cubicBezTo>
                <a:cubicBezTo>
                  <a:pt x="266" y="10"/>
                  <a:pt x="266" y="12"/>
                  <a:pt x="265" y="15"/>
                </a:cubicBezTo>
                <a:cubicBezTo>
                  <a:pt x="260" y="16"/>
                  <a:pt x="255" y="17"/>
                  <a:pt x="251" y="17"/>
                </a:cubicBezTo>
                <a:cubicBezTo>
                  <a:pt x="242" y="18"/>
                  <a:pt x="238" y="19"/>
                  <a:pt x="237" y="20"/>
                </a:cubicBezTo>
                <a:cubicBezTo>
                  <a:pt x="235" y="22"/>
                  <a:pt x="234" y="24"/>
                  <a:pt x="234" y="27"/>
                </a:cubicBezTo>
                <a:cubicBezTo>
                  <a:pt x="234" y="28"/>
                  <a:pt x="234" y="29"/>
                  <a:pt x="235" y="32"/>
                </a:cubicBezTo>
                <a:cubicBezTo>
                  <a:pt x="235" y="34"/>
                  <a:pt x="235" y="36"/>
                  <a:pt x="235" y="37"/>
                </a:cubicBezTo>
                <a:cubicBezTo>
                  <a:pt x="236" y="39"/>
                  <a:pt x="237" y="62"/>
                  <a:pt x="239" y="106"/>
                </a:cubicBezTo>
                <a:cubicBezTo>
                  <a:pt x="239" y="128"/>
                  <a:pt x="238" y="146"/>
                  <a:pt x="236" y="158"/>
                </a:cubicBezTo>
                <a:cubicBezTo>
                  <a:pt x="234" y="167"/>
                  <a:pt x="232" y="174"/>
                  <a:pt x="229" y="179"/>
                </a:cubicBezTo>
                <a:cubicBezTo>
                  <a:pt x="225" y="187"/>
                  <a:pt x="218" y="194"/>
                  <a:pt x="210" y="200"/>
                </a:cubicBezTo>
                <a:cubicBezTo>
                  <a:pt x="201" y="207"/>
                  <a:pt x="190" y="212"/>
                  <a:pt x="178" y="216"/>
                </a:cubicBezTo>
                <a:cubicBezTo>
                  <a:pt x="166" y="220"/>
                  <a:pt x="151" y="222"/>
                  <a:pt x="134" y="222"/>
                </a:cubicBezTo>
                <a:cubicBezTo>
                  <a:pt x="115" y="222"/>
                  <a:pt x="98" y="219"/>
                  <a:pt x="85" y="214"/>
                </a:cubicBezTo>
                <a:cubicBezTo>
                  <a:pt x="71" y="208"/>
                  <a:pt x="61" y="201"/>
                  <a:pt x="54" y="192"/>
                </a:cubicBezTo>
                <a:cubicBezTo>
                  <a:pt x="47" y="184"/>
                  <a:pt x="42" y="172"/>
                  <a:pt x="40" y="159"/>
                </a:cubicBezTo>
                <a:cubicBezTo>
                  <a:pt x="38" y="150"/>
                  <a:pt x="37" y="136"/>
                  <a:pt x="37" y="118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39"/>
                  <a:pt x="36" y="26"/>
                  <a:pt x="34" y="23"/>
                </a:cubicBezTo>
                <a:cubicBezTo>
                  <a:pt x="31" y="19"/>
                  <a:pt x="23" y="17"/>
                  <a:pt x="9" y="17"/>
                </a:cubicBezTo>
                <a:close/>
                <a:moveTo>
                  <a:pt x="266" y="260"/>
                </a:moveTo>
                <a:cubicBezTo>
                  <a:pt x="266" y="249"/>
                  <a:pt x="266" y="249"/>
                  <a:pt x="266" y="249"/>
                </a:cubicBezTo>
                <a:cubicBezTo>
                  <a:pt x="266" y="248"/>
                  <a:pt x="265" y="246"/>
                  <a:pt x="264" y="245"/>
                </a:cubicBezTo>
                <a:cubicBezTo>
                  <a:pt x="263" y="244"/>
                  <a:pt x="262" y="244"/>
                  <a:pt x="260" y="244"/>
                </a:cubicBezTo>
                <a:cubicBezTo>
                  <a:pt x="6" y="244"/>
                  <a:pt x="6" y="244"/>
                  <a:pt x="6" y="244"/>
                </a:cubicBezTo>
                <a:cubicBezTo>
                  <a:pt x="4" y="244"/>
                  <a:pt x="3" y="244"/>
                  <a:pt x="2" y="245"/>
                </a:cubicBezTo>
                <a:cubicBezTo>
                  <a:pt x="1" y="246"/>
                  <a:pt x="0" y="248"/>
                  <a:pt x="0" y="249"/>
                </a:cubicBezTo>
                <a:cubicBezTo>
                  <a:pt x="0" y="260"/>
                  <a:pt x="0" y="260"/>
                  <a:pt x="0" y="260"/>
                </a:cubicBezTo>
                <a:cubicBezTo>
                  <a:pt x="0" y="262"/>
                  <a:pt x="1" y="263"/>
                  <a:pt x="2" y="264"/>
                </a:cubicBezTo>
                <a:cubicBezTo>
                  <a:pt x="3" y="265"/>
                  <a:pt x="4" y="266"/>
                  <a:pt x="6" y="266"/>
                </a:cubicBezTo>
                <a:cubicBezTo>
                  <a:pt x="260" y="266"/>
                  <a:pt x="260" y="266"/>
                  <a:pt x="260" y="266"/>
                </a:cubicBezTo>
                <a:cubicBezTo>
                  <a:pt x="262" y="266"/>
                  <a:pt x="263" y="265"/>
                  <a:pt x="264" y="264"/>
                </a:cubicBezTo>
                <a:cubicBezTo>
                  <a:pt x="265" y="263"/>
                  <a:pt x="266" y="262"/>
                  <a:pt x="266" y="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8" name="Freeform 114"/>
          <p:cNvSpPr>
            <a:spLocks/>
          </p:cNvSpPr>
          <p:nvPr/>
        </p:nvSpPr>
        <p:spPr bwMode="auto">
          <a:xfrm>
            <a:off x="3732213" y="3311525"/>
            <a:ext cx="287338" cy="287338"/>
          </a:xfrm>
          <a:custGeom>
            <a:avLst/>
            <a:gdLst>
              <a:gd name="T0" fmla="*/ 266 w 266"/>
              <a:gd name="T1" fmla="*/ 133 h 266"/>
              <a:gd name="T2" fmla="*/ 255 w 266"/>
              <a:gd name="T3" fmla="*/ 185 h 266"/>
              <a:gd name="T4" fmla="*/ 227 w 266"/>
              <a:gd name="T5" fmla="*/ 227 h 266"/>
              <a:gd name="T6" fmla="*/ 184 w 266"/>
              <a:gd name="T7" fmla="*/ 255 h 266"/>
              <a:gd name="T8" fmla="*/ 133 w 266"/>
              <a:gd name="T9" fmla="*/ 266 h 266"/>
              <a:gd name="T10" fmla="*/ 76 w 266"/>
              <a:gd name="T11" fmla="*/ 253 h 266"/>
              <a:gd name="T12" fmla="*/ 31 w 266"/>
              <a:gd name="T13" fmla="*/ 218 h 266"/>
              <a:gd name="T14" fmla="*/ 30 w 266"/>
              <a:gd name="T15" fmla="*/ 214 h 266"/>
              <a:gd name="T16" fmla="*/ 31 w 266"/>
              <a:gd name="T17" fmla="*/ 210 h 266"/>
              <a:gd name="T18" fmla="*/ 55 w 266"/>
              <a:gd name="T19" fmla="*/ 187 h 266"/>
              <a:gd name="T20" fmla="*/ 59 w 266"/>
              <a:gd name="T21" fmla="*/ 185 h 266"/>
              <a:gd name="T22" fmla="*/ 63 w 266"/>
              <a:gd name="T23" fmla="*/ 187 h 266"/>
              <a:gd name="T24" fmla="*/ 94 w 266"/>
              <a:gd name="T25" fmla="*/ 213 h 266"/>
              <a:gd name="T26" fmla="*/ 133 w 266"/>
              <a:gd name="T27" fmla="*/ 222 h 266"/>
              <a:gd name="T28" fmla="*/ 167 w 266"/>
              <a:gd name="T29" fmla="*/ 215 h 266"/>
              <a:gd name="T30" fmla="*/ 195 w 266"/>
              <a:gd name="T31" fmla="*/ 196 h 266"/>
              <a:gd name="T32" fmla="*/ 214 w 266"/>
              <a:gd name="T33" fmla="*/ 167 h 266"/>
              <a:gd name="T34" fmla="*/ 221 w 266"/>
              <a:gd name="T35" fmla="*/ 133 h 266"/>
              <a:gd name="T36" fmla="*/ 214 w 266"/>
              <a:gd name="T37" fmla="*/ 99 h 266"/>
              <a:gd name="T38" fmla="*/ 195 w 266"/>
              <a:gd name="T39" fmla="*/ 70 h 266"/>
              <a:gd name="T40" fmla="*/ 167 w 266"/>
              <a:gd name="T41" fmla="*/ 52 h 266"/>
              <a:gd name="T42" fmla="*/ 133 w 266"/>
              <a:gd name="T43" fmla="*/ 45 h 266"/>
              <a:gd name="T44" fmla="*/ 100 w 266"/>
              <a:gd name="T45" fmla="*/ 51 h 266"/>
              <a:gd name="T46" fmla="*/ 73 w 266"/>
              <a:gd name="T47" fmla="*/ 68 h 266"/>
              <a:gd name="T48" fmla="*/ 96 w 266"/>
              <a:gd name="T49" fmla="*/ 92 h 266"/>
              <a:gd name="T50" fmla="*/ 99 w 266"/>
              <a:gd name="T51" fmla="*/ 104 h 266"/>
              <a:gd name="T52" fmla="*/ 89 w 266"/>
              <a:gd name="T53" fmla="*/ 111 h 266"/>
              <a:gd name="T54" fmla="*/ 11 w 266"/>
              <a:gd name="T55" fmla="*/ 111 h 266"/>
              <a:gd name="T56" fmla="*/ 3 w 266"/>
              <a:gd name="T57" fmla="*/ 108 h 266"/>
              <a:gd name="T58" fmla="*/ 0 w 266"/>
              <a:gd name="T59" fmla="*/ 100 h 266"/>
              <a:gd name="T60" fmla="*/ 0 w 266"/>
              <a:gd name="T61" fmla="*/ 22 h 266"/>
              <a:gd name="T62" fmla="*/ 7 w 266"/>
              <a:gd name="T63" fmla="*/ 12 h 266"/>
              <a:gd name="T64" fmla="*/ 19 w 266"/>
              <a:gd name="T65" fmla="*/ 15 h 266"/>
              <a:gd name="T66" fmla="*/ 41 w 266"/>
              <a:gd name="T67" fmla="*/ 37 h 266"/>
              <a:gd name="T68" fmla="*/ 84 w 266"/>
              <a:gd name="T69" fmla="*/ 10 h 266"/>
              <a:gd name="T70" fmla="*/ 133 w 266"/>
              <a:gd name="T71" fmla="*/ 0 h 266"/>
              <a:gd name="T72" fmla="*/ 184 w 266"/>
              <a:gd name="T73" fmla="*/ 11 h 266"/>
              <a:gd name="T74" fmla="*/ 227 w 266"/>
              <a:gd name="T75" fmla="*/ 39 h 266"/>
              <a:gd name="T76" fmla="*/ 255 w 266"/>
              <a:gd name="T77" fmla="*/ 82 h 266"/>
              <a:gd name="T78" fmla="*/ 266 w 266"/>
              <a:gd name="T79" fmla="*/ 13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6" h="266">
                <a:moveTo>
                  <a:pt x="266" y="133"/>
                </a:moveTo>
                <a:cubicBezTo>
                  <a:pt x="266" y="151"/>
                  <a:pt x="262" y="168"/>
                  <a:pt x="255" y="185"/>
                </a:cubicBezTo>
                <a:cubicBezTo>
                  <a:pt x="248" y="201"/>
                  <a:pt x="239" y="215"/>
                  <a:pt x="227" y="227"/>
                </a:cubicBezTo>
                <a:cubicBezTo>
                  <a:pt x="215" y="239"/>
                  <a:pt x="201" y="248"/>
                  <a:pt x="184" y="255"/>
                </a:cubicBezTo>
                <a:cubicBezTo>
                  <a:pt x="168" y="262"/>
                  <a:pt x="151" y="266"/>
                  <a:pt x="133" y="266"/>
                </a:cubicBezTo>
                <a:cubicBezTo>
                  <a:pt x="113" y="266"/>
                  <a:pt x="94" y="262"/>
                  <a:pt x="76" y="253"/>
                </a:cubicBezTo>
                <a:cubicBezTo>
                  <a:pt x="59" y="245"/>
                  <a:pt x="43" y="233"/>
                  <a:pt x="31" y="218"/>
                </a:cubicBezTo>
                <a:cubicBezTo>
                  <a:pt x="30" y="217"/>
                  <a:pt x="30" y="215"/>
                  <a:pt x="30" y="214"/>
                </a:cubicBezTo>
                <a:cubicBezTo>
                  <a:pt x="30" y="213"/>
                  <a:pt x="30" y="211"/>
                  <a:pt x="31" y="210"/>
                </a:cubicBezTo>
                <a:cubicBezTo>
                  <a:pt x="55" y="187"/>
                  <a:pt x="55" y="187"/>
                  <a:pt x="55" y="187"/>
                </a:cubicBezTo>
                <a:cubicBezTo>
                  <a:pt x="56" y="186"/>
                  <a:pt x="57" y="185"/>
                  <a:pt x="59" y="185"/>
                </a:cubicBezTo>
                <a:cubicBezTo>
                  <a:pt x="61" y="185"/>
                  <a:pt x="62" y="186"/>
                  <a:pt x="63" y="187"/>
                </a:cubicBezTo>
                <a:cubicBezTo>
                  <a:pt x="72" y="198"/>
                  <a:pt x="82" y="207"/>
                  <a:pt x="94" y="213"/>
                </a:cubicBezTo>
                <a:cubicBezTo>
                  <a:pt x="106" y="219"/>
                  <a:pt x="119" y="222"/>
                  <a:pt x="133" y="222"/>
                </a:cubicBezTo>
                <a:cubicBezTo>
                  <a:pt x="145" y="222"/>
                  <a:pt x="156" y="219"/>
                  <a:pt x="167" y="215"/>
                </a:cubicBezTo>
                <a:cubicBezTo>
                  <a:pt x="178" y="210"/>
                  <a:pt x="188" y="204"/>
                  <a:pt x="195" y="196"/>
                </a:cubicBezTo>
                <a:cubicBezTo>
                  <a:pt x="203" y="188"/>
                  <a:pt x="210" y="178"/>
                  <a:pt x="214" y="167"/>
                </a:cubicBezTo>
                <a:cubicBezTo>
                  <a:pt x="219" y="156"/>
                  <a:pt x="221" y="145"/>
                  <a:pt x="221" y="133"/>
                </a:cubicBezTo>
                <a:cubicBezTo>
                  <a:pt x="221" y="121"/>
                  <a:pt x="219" y="110"/>
                  <a:pt x="214" y="99"/>
                </a:cubicBezTo>
                <a:cubicBezTo>
                  <a:pt x="210" y="88"/>
                  <a:pt x="203" y="78"/>
                  <a:pt x="195" y="70"/>
                </a:cubicBezTo>
                <a:cubicBezTo>
                  <a:pt x="188" y="63"/>
                  <a:pt x="178" y="56"/>
                  <a:pt x="167" y="52"/>
                </a:cubicBezTo>
                <a:cubicBezTo>
                  <a:pt x="156" y="47"/>
                  <a:pt x="145" y="45"/>
                  <a:pt x="133" y="45"/>
                </a:cubicBezTo>
                <a:cubicBezTo>
                  <a:pt x="122" y="45"/>
                  <a:pt x="111" y="47"/>
                  <a:pt x="100" y="51"/>
                </a:cubicBezTo>
                <a:cubicBezTo>
                  <a:pt x="90" y="55"/>
                  <a:pt x="81" y="61"/>
                  <a:pt x="73" y="68"/>
                </a:cubicBezTo>
                <a:cubicBezTo>
                  <a:pt x="96" y="92"/>
                  <a:pt x="96" y="92"/>
                  <a:pt x="96" y="92"/>
                </a:cubicBezTo>
                <a:cubicBezTo>
                  <a:pt x="100" y="96"/>
                  <a:pt x="101" y="100"/>
                  <a:pt x="99" y="104"/>
                </a:cubicBezTo>
                <a:cubicBezTo>
                  <a:pt x="97" y="109"/>
                  <a:pt x="94" y="111"/>
                  <a:pt x="89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8" y="111"/>
                  <a:pt x="6" y="110"/>
                  <a:pt x="3" y="108"/>
                </a:cubicBezTo>
                <a:cubicBezTo>
                  <a:pt x="1" y="105"/>
                  <a:pt x="0" y="103"/>
                  <a:pt x="0" y="10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8"/>
                  <a:pt x="3" y="14"/>
                  <a:pt x="7" y="12"/>
                </a:cubicBezTo>
                <a:cubicBezTo>
                  <a:pt x="12" y="10"/>
                  <a:pt x="16" y="11"/>
                  <a:pt x="19" y="15"/>
                </a:cubicBezTo>
                <a:cubicBezTo>
                  <a:pt x="41" y="37"/>
                  <a:pt x="41" y="37"/>
                  <a:pt x="41" y="37"/>
                </a:cubicBezTo>
                <a:cubicBezTo>
                  <a:pt x="54" y="25"/>
                  <a:pt x="68" y="16"/>
                  <a:pt x="84" y="10"/>
                </a:cubicBezTo>
                <a:cubicBezTo>
                  <a:pt x="100" y="4"/>
                  <a:pt x="116" y="0"/>
                  <a:pt x="133" y="0"/>
                </a:cubicBezTo>
                <a:cubicBezTo>
                  <a:pt x="151" y="0"/>
                  <a:pt x="168" y="4"/>
                  <a:pt x="184" y="11"/>
                </a:cubicBezTo>
                <a:cubicBezTo>
                  <a:pt x="201" y="18"/>
                  <a:pt x="215" y="27"/>
                  <a:pt x="227" y="39"/>
                </a:cubicBezTo>
                <a:cubicBezTo>
                  <a:pt x="239" y="51"/>
                  <a:pt x="248" y="65"/>
                  <a:pt x="255" y="82"/>
                </a:cubicBezTo>
                <a:cubicBezTo>
                  <a:pt x="262" y="98"/>
                  <a:pt x="266" y="115"/>
                  <a:pt x="266" y="1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9" name="Freeform 115"/>
          <p:cNvSpPr>
            <a:spLocks noEditPoints="1"/>
          </p:cNvSpPr>
          <p:nvPr/>
        </p:nvSpPr>
        <p:spPr bwMode="auto">
          <a:xfrm>
            <a:off x="685801" y="3717925"/>
            <a:ext cx="358775" cy="334963"/>
          </a:xfrm>
          <a:custGeom>
            <a:avLst/>
            <a:gdLst>
              <a:gd name="T0" fmla="*/ 166 w 332"/>
              <a:gd name="T1" fmla="*/ 0 h 309"/>
              <a:gd name="T2" fmla="*/ 332 w 332"/>
              <a:gd name="T3" fmla="*/ 66 h 309"/>
              <a:gd name="T4" fmla="*/ 332 w 332"/>
              <a:gd name="T5" fmla="*/ 88 h 309"/>
              <a:gd name="T6" fmla="*/ 310 w 332"/>
              <a:gd name="T7" fmla="*/ 88 h 309"/>
              <a:gd name="T8" fmla="*/ 307 w 332"/>
              <a:gd name="T9" fmla="*/ 96 h 309"/>
              <a:gd name="T10" fmla="*/ 298 w 332"/>
              <a:gd name="T11" fmla="*/ 99 h 309"/>
              <a:gd name="T12" fmla="*/ 34 w 332"/>
              <a:gd name="T13" fmla="*/ 99 h 309"/>
              <a:gd name="T14" fmla="*/ 26 w 332"/>
              <a:gd name="T15" fmla="*/ 96 h 309"/>
              <a:gd name="T16" fmla="*/ 23 w 332"/>
              <a:gd name="T17" fmla="*/ 88 h 309"/>
              <a:gd name="T18" fmla="*/ 0 w 332"/>
              <a:gd name="T19" fmla="*/ 88 h 309"/>
              <a:gd name="T20" fmla="*/ 0 w 332"/>
              <a:gd name="T21" fmla="*/ 66 h 309"/>
              <a:gd name="T22" fmla="*/ 166 w 332"/>
              <a:gd name="T23" fmla="*/ 0 h 309"/>
              <a:gd name="T24" fmla="*/ 45 w 332"/>
              <a:gd name="T25" fmla="*/ 110 h 309"/>
              <a:gd name="T26" fmla="*/ 89 w 332"/>
              <a:gd name="T27" fmla="*/ 110 h 309"/>
              <a:gd name="T28" fmla="*/ 89 w 332"/>
              <a:gd name="T29" fmla="*/ 243 h 309"/>
              <a:gd name="T30" fmla="*/ 111 w 332"/>
              <a:gd name="T31" fmla="*/ 243 h 309"/>
              <a:gd name="T32" fmla="*/ 111 w 332"/>
              <a:gd name="T33" fmla="*/ 110 h 309"/>
              <a:gd name="T34" fmla="*/ 155 w 332"/>
              <a:gd name="T35" fmla="*/ 110 h 309"/>
              <a:gd name="T36" fmla="*/ 155 w 332"/>
              <a:gd name="T37" fmla="*/ 243 h 309"/>
              <a:gd name="T38" fmla="*/ 177 w 332"/>
              <a:gd name="T39" fmla="*/ 243 h 309"/>
              <a:gd name="T40" fmla="*/ 177 w 332"/>
              <a:gd name="T41" fmla="*/ 110 h 309"/>
              <a:gd name="T42" fmla="*/ 222 w 332"/>
              <a:gd name="T43" fmla="*/ 110 h 309"/>
              <a:gd name="T44" fmla="*/ 222 w 332"/>
              <a:gd name="T45" fmla="*/ 243 h 309"/>
              <a:gd name="T46" fmla="*/ 244 w 332"/>
              <a:gd name="T47" fmla="*/ 243 h 309"/>
              <a:gd name="T48" fmla="*/ 244 w 332"/>
              <a:gd name="T49" fmla="*/ 110 h 309"/>
              <a:gd name="T50" fmla="*/ 288 w 332"/>
              <a:gd name="T51" fmla="*/ 110 h 309"/>
              <a:gd name="T52" fmla="*/ 288 w 332"/>
              <a:gd name="T53" fmla="*/ 243 h 309"/>
              <a:gd name="T54" fmla="*/ 298 w 332"/>
              <a:gd name="T55" fmla="*/ 243 h 309"/>
              <a:gd name="T56" fmla="*/ 307 w 332"/>
              <a:gd name="T57" fmla="*/ 246 h 309"/>
              <a:gd name="T58" fmla="*/ 310 w 332"/>
              <a:gd name="T59" fmla="*/ 254 h 309"/>
              <a:gd name="T60" fmla="*/ 310 w 332"/>
              <a:gd name="T61" fmla="*/ 265 h 309"/>
              <a:gd name="T62" fmla="*/ 23 w 332"/>
              <a:gd name="T63" fmla="*/ 265 h 309"/>
              <a:gd name="T64" fmla="*/ 23 w 332"/>
              <a:gd name="T65" fmla="*/ 254 h 309"/>
              <a:gd name="T66" fmla="*/ 26 w 332"/>
              <a:gd name="T67" fmla="*/ 246 h 309"/>
              <a:gd name="T68" fmla="*/ 34 w 332"/>
              <a:gd name="T69" fmla="*/ 243 h 309"/>
              <a:gd name="T70" fmla="*/ 45 w 332"/>
              <a:gd name="T71" fmla="*/ 243 h 309"/>
              <a:gd name="T72" fmla="*/ 45 w 332"/>
              <a:gd name="T73" fmla="*/ 110 h 309"/>
              <a:gd name="T74" fmla="*/ 320 w 332"/>
              <a:gd name="T75" fmla="*/ 276 h 309"/>
              <a:gd name="T76" fmla="*/ 329 w 332"/>
              <a:gd name="T77" fmla="*/ 279 h 309"/>
              <a:gd name="T78" fmla="*/ 332 w 332"/>
              <a:gd name="T79" fmla="*/ 287 h 309"/>
              <a:gd name="T80" fmla="*/ 332 w 332"/>
              <a:gd name="T81" fmla="*/ 309 h 309"/>
              <a:gd name="T82" fmla="*/ 0 w 332"/>
              <a:gd name="T83" fmla="*/ 309 h 309"/>
              <a:gd name="T84" fmla="*/ 0 w 332"/>
              <a:gd name="T85" fmla="*/ 287 h 309"/>
              <a:gd name="T86" fmla="*/ 4 w 332"/>
              <a:gd name="T87" fmla="*/ 279 h 309"/>
              <a:gd name="T88" fmla="*/ 12 w 332"/>
              <a:gd name="T89" fmla="*/ 276 h 309"/>
              <a:gd name="T90" fmla="*/ 320 w 332"/>
              <a:gd name="T91" fmla="*/ 276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2" h="309">
                <a:moveTo>
                  <a:pt x="166" y="0"/>
                </a:moveTo>
                <a:cubicBezTo>
                  <a:pt x="332" y="66"/>
                  <a:pt x="332" y="66"/>
                  <a:pt x="332" y="66"/>
                </a:cubicBezTo>
                <a:cubicBezTo>
                  <a:pt x="332" y="88"/>
                  <a:pt x="332" y="88"/>
                  <a:pt x="332" y="88"/>
                </a:cubicBezTo>
                <a:cubicBezTo>
                  <a:pt x="310" y="88"/>
                  <a:pt x="310" y="88"/>
                  <a:pt x="310" y="88"/>
                </a:cubicBezTo>
                <a:cubicBezTo>
                  <a:pt x="310" y="91"/>
                  <a:pt x="309" y="94"/>
                  <a:pt x="307" y="96"/>
                </a:cubicBezTo>
                <a:cubicBezTo>
                  <a:pt x="304" y="98"/>
                  <a:pt x="301" y="99"/>
                  <a:pt x="298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31" y="99"/>
                  <a:pt x="28" y="98"/>
                  <a:pt x="26" y="96"/>
                </a:cubicBezTo>
                <a:cubicBezTo>
                  <a:pt x="24" y="94"/>
                  <a:pt x="23" y="91"/>
                  <a:pt x="23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66"/>
                  <a:pt x="0" y="66"/>
                  <a:pt x="0" y="66"/>
                </a:cubicBezTo>
                <a:lnTo>
                  <a:pt x="166" y="0"/>
                </a:lnTo>
                <a:close/>
                <a:moveTo>
                  <a:pt x="45" y="110"/>
                </a:moveTo>
                <a:cubicBezTo>
                  <a:pt x="89" y="110"/>
                  <a:pt x="89" y="110"/>
                  <a:pt x="89" y="110"/>
                </a:cubicBezTo>
                <a:cubicBezTo>
                  <a:pt x="89" y="243"/>
                  <a:pt x="89" y="243"/>
                  <a:pt x="89" y="243"/>
                </a:cubicBezTo>
                <a:cubicBezTo>
                  <a:pt x="111" y="243"/>
                  <a:pt x="111" y="243"/>
                  <a:pt x="111" y="243"/>
                </a:cubicBezTo>
                <a:cubicBezTo>
                  <a:pt x="111" y="110"/>
                  <a:pt x="111" y="110"/>
                  <a:pt x="111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243"/>
                  <a:pt x="155" y="243"/>
                  <a:pt x="155" y="243"/>
                </a:cubicBezTo>
                <a:cubicBezTo>
                  <a:pt x="177" y="243"/>
                  <a:pt x="177" y="243"/>
                  <a:pt x="177" y="243"/>
                </a:cubicBezTo>
                <a:cubicBezTo>
                  <a:pt x="177" y="110"/>
                  <a:pt x="177" y="110"/>
                  <a:pt x="177" y="110"/>
                </a:cubicBezTo>
                <a:cubicBezTo>
                  <a:pt x="222" y="110"/>
                  <a:pt x="222" y="110"/>
                  <a:pt x="222" y="110"/>
                </a:cubicBezTo>
                <a:cubicBezTo>
                  <a:pt x="222" y="243"/>
                  <a:pt x="222" y="243"/>
                  <a:pt x="222" y="243"/>
                </a:cubicBezTo>
                <a:cubicBezTo>
                  <a:pt x="244" y="243"/>
                  <a:pt x="244" y="243"/>
                  <a:pt x="244" y="243"/>
                </a:cubicBezTo>
                <a:cubicBezTo>
                  <a:pt x="244" y="110"/>
                  <a:pt x="244" y="110"/>
                  <a:pt x="244" y="110"/>
                </a:cubicBezTo>
                <a:cubicBezTo>
                  <a:pt x="288" y="110"/>
                  <a:pt x="288" y="110"/>
                  <a:pt x="288" y="110"/>
                </a:cubicBezTo>
                <a:cubicBezTo>
                  <a:pt x="288" y="243"/>
                  <a:pt x="288" y="243"/>
                  <a:pt x="288" y="243"/>
                </a:cubicBezTo>
                <a:cubicBezTo>
                  <a:pt x="298" y="243"/>
                  <a:pt x="298" y="243"/>
                  <a:pt x="298" y="243"/>
                </a:cubicBezTo>
                <a:cubicBezTo>
                  <a:pt x="301" y="243"/>
                  <a:pt x="304" y="244"/>
                  <a:pt x="307" y="246"/>
                </a:cubicBezTo>
                <a:cubicBezTo>
                  <a:pt x="309" y="248"/>
                  <a:pt x="310" y="251"/>
                  <a:pt x="310" y="254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23" y="265"/>
                  <a:pt x="23" y="265"/>
                  <a:pt x="23" y="265"/>
                </a:cubicBezTo>
                <a:cubicBezTo>
                  <a:pt x="23" y="254"/>
                  <a:pt x="23" y="254"/>
                  <a:pt x="23" y="254"/>
                </a:cubicBezTo>
                <a:cubicBezTo>
                  <a:pt x="23" y="251"/>
                  <a:pt x="24" y="248"/>
                  <a:pt x="26" y="246"/>
                </a:cubicBezTo>
                <a:cubicBezTo>
                  <a:pt x="28" y="244"/>
                  <a:pt x="31" y="243"/>
                  <a:pt x="34" y="243"/>
                </a:cubicBezTo>
                <a:cubicBezTo>
                  <a:pt x="45" y="243"/>
                  <a:pt x="45" y="243"/>
                  <a:pt x="45" y="243"/>
                </a:cubicBezTo>
                <a:lnTo>
                  <a:pt x="45" y="110"/>
                </a:lnTo>
                <a:close/>
                <a:moveTo>
                  <a:pt x="320" y="276"/>
                </a:moveTo>
                <a:cubicBezTo>
                  <a:pt x="324" y="276"/>
                  <a:pt x="326" y="277"/>
                  <a:pt x="329" y="279"/>
                </a:cubicBezTo>
                <a:cubicBezTo>
                  <a:pt x="331" y="282"/>
                  <a:pt x="332" y="284"/>
                  <a:pt x="332" y="287"/>
                </a:cubicBezTo>
                <a:cubicBezTo>
                  <a:pt x="332" y="309"/>
                  <a:pt x="332" y="309"/>
                  <a:pt x="332" y="309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287"/>
                  <a:pt x="0" y="287"/>
                  <a:pt x="0" y="287"/>
                </a:cubicBezTo>
                <a:cubicBezTo>
                  <a:pt x="0" y="284"/>
                  <a:pt x="2" y="282"/>
                  <a:pt x="4" y="279"/>
                </a:cubicBezTo>
                <a:cubicBezTo>
                  <a:pt x="6" y="277"/>
                  <a:pt x="9" y="276"/>
                  <a:pt x="12" y="276"/>
                </a:cubicBezTo>
                <a:lnTo>
                  <a:pt x="320" y="27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0" name="Freeform 116"/>
          <p:cNvSpPr>
            <a:spLocks/>
          </p:cNvSpPr>
          <p:nvPr/>
        </p:nvSpPr>
        <p:spPr bwMode="auto">
          <a:xfrm>
            <a:off x="1139826" y="3754438"/>
            <a:ext cx="311150" cy="261938"/>
          </a:xfrm>
          <a:custGeom>
            <a:avLst/>
            <a:gdLst>
              <a:gd name="T0" fmla="*/ 288 w 288"/>
              <a:gd name="T1" fmla="*/ 77 h 243"/>
              <a:gd name="T2" fmla="*/ 288 w 288"/>
              <a:gd name="T3" fmla="*/ 121 h 243"/>
              <a:gd name="T4" fmla="*/ 284 w 288"/>
              <a:gd name="T5" fmla="*/ 129 h 243"/>
              <a:gd name="T6" fmla="*/ 276 w 288"/>
              <a:gd name="T7" fmla="*/ 133 h 243"/>
              <a:gd name="T8" fmla="*/ 265 w 288"/>
              <a:gd name="T9" fmla="*/ 133 h 243"/>
              <a:gd name="T10" fmla="*/ 258 w 288"/>
              <a:gd name="T11" fmla="*/ 129 h 243"/>
              <a:gd name="T12" fmla="*/ 254 w 288"/>
              <a:gd name="T13" fmla="*/ 121 h 243"/>
              <a:gd name="T14" fmla="*/ 254 w 288"/>
              <a:gd name="T15" fmla="*/ 77 h 243"/>
              <a:gd name="T16" fmla="*/ 241 w 288"/>
              <a:gd name="T17" fmla="*/ 46 h 243"/>
              <a:gd name="T18" fmla="*/ 210 w 288"/>
              <a:gd name="T19" fmla="*/ 33 h 243"/>
              <a:gd name="T20" fmla="*/ 179 w 288"/>
              <a:gd name="T21" fmla="*/ 46 h 243"/>
              <a:gd name="T22" fmla="*/ 166 w 288"/>
              <a:gd name="T23" fmla="*/ 77 h 243"/>
              <a:gd name="T24" fmla="*/ 166 w 288"/>
              <a:gd name="T25" fmla="*/ 110 h 243"/>
              <a:gd name="T26" fmla="*/ 182 w 288"/>
              <a:gd name="T27" fmla="*/ 110 h 243"/>
              <a:gd name="T28" fmla="*/ 194 w 288"/>
              <a:gd name="T29" fmla="*/ 115 h 243"/>
              <a:gd name="T30" fmla="*/ 199 w 288"/>
              <a:gd name="T31" fmla="*/ 127 h 243"/>
              <a:gd name="T32" fmla="*/ 199 w 288"/>
              <a:gd name="T33" fmla="*/ 227 h 243"/>
              <a:gd name="T34" fmla="*/ 194 w 288"/>
              <a:gd name="T35" fmla="*/ 238 h 243"/>
              <a:gd name="T36" fmla="*/ 182 w 288"/>
              <a:gd name="T37" fmla="*/ 243 h 243"/>
              <a:gd name="T38" fmla="*/ 17 w 288"/>
              <a:gd name="T39" fmla="*/ 243 h 243"/>
              <a:gd name="T40" fmla="*/ 5 w 288"/>
              <a:gd name="T41" fmla="*/ 238 h 243"/>
              <a:gd name="T42" fmla="*/ 0 w 288"/>
              <a:gd name="T43" fmla="*/ 227 h 243"/>
              <a:gd name="T44" fmla="*/ 0 w 288"/>
              <a:gd name="T45" fmla="*/ 127 h 243"/>
              <a:gd name="T46" fmla="*/ 5 w 288"/>
              <a:gd name="T47" fmla="*/ 115 h 243"/>
              <a:gd name="T48" fmla="*/ 17 w 288"/>
              <a:gd name="T49" fmla="*/ 110 h 243"/>
              <a:gd name="T50" fmla="*/ 133 w 288"/>
              <a:gd name="T51" fmla="*/ 110 h 243"/>
              <a:gd name="T52" fmla="*/ 133 w 288"/>
              <a:gd name="T53" fmla="*/ 77 h 243"/>
              <a:gd name="T54" fmla="*/ 155 w 288"/>
              <a:gd name="T55" fmla="*/ 23 h 243"/>
              <a:gd name="T56" fmla="*/ 210 w 288"/>
              <a:gd name="T57" fmla="*/ 0 h 243"/>
              <a:gd name="T58" fmla="*/ 265 w 288"/>
              <a:gd name="T59" fmla="*/ 23 h 243"/>
              <a:gd name="T60" fmla="*/ 288 w 288"/>
              <a:gd name="T61" fmla="*/ 7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88" h="243">
                <a:moveTo>
                  <a:pt x="288" y="77"/>
                </a:moveTo>
                <a:cubicBezTo>
                  <a:pt x="288" y="121"/>
                  <a:pt x="288" y="121"/>
                  <a:pt x="288" y="121"/>
                </a:cubicBezTo>
                <a:cubicBezTo>
                  <a:pt x="288" y="124"/>
                  <a:pt x="286" y="127"/>
                  <a:pt x="284" y="129"/>
                </a:cubicBezTo>
                <a:cubicBezTo>
                  <a:pt x="282" y="131"/>
                  <a:pt x="279" y="133"/>
                  <a:pt x="276" y="133"/>
                </a:cubicBezTo>
                <a:cubicBezTo>
                  <a:pt x="265" y="133"/>
                  <a:pt x="265" y="133"/>
                  <a:pt x="265" y="133"/>
                </a:cubicBezTo>
                <a:cubicBezTo>
                  <a:pt x="262" y="133"/>
                  <a:pt x="260" y="131"/>
                  <a:pt x="258" y="129"/>
                </a:cubicBezTo>
                <a:cubicBezTo>
                  <a:pt x="255" y="127"/>
                  <a:pt x="254" y="124"/>
                  <a:pt x="254" y="121"/>
                </a:cubicBezTo>
                <a:cubicBezTo>
                  <a:pt x="254" y="77"/>
                  <a:pt x="254" y="77"/>
                  <a:pt x="254" y="77"/>
                </a:cubicBezTo>
                <a:cubicBezTo>
                  <a:pt x="254" y="65"/>
                  <a:pt x="250" y="55"/>
                  <a:pt x="241" y="46"/>
                </a:cubicBezTo>
                <a:cubicBezTo>
                  <a:pt x="233" y="37"/>
                  <a:pt x="222" y="33"/>
                  <a:pt x="210" y="33"/>
                </a:cubicBezTo>
                <a:cubicBezTo>
                  <a:pt x="198" y="33"/>
                  <a:pt x="188" y="37"/>
                  <a:pt x="179" y="46"/>
                </a:cubicBezTo>
                <a:cubicBezTo>
                  <a:pt x="170" y="55"/>
                  <a:pt x="166" y="65"/>
                  <a:pt x="166" y="77"/>
                </a:cubicBezTo>
                <a:cubicBezTo>
                  <a:pt x="166" y="110"/>
                  <a:pt x="166" y="110"/>
                  <a:pt x="166" y="110"/>
                </a:cubicBezTo>
                <a:cubicBezTo>
                  <a:pt x="182" y="110"/>
                  <a:pt x="182" y="110"/>
                  <a:pt x="182" y="110"/>
                </a:cubicBezTo>
                <a:cubicBezTo>
                  <a:pt x="187" y="110"/>
                  <a:pt x="191" y="112"/>
                  <a:pt x="194" y="115"/>
                </a:cubicBezTo>
                <a:cubicBezTo>
                  <a:pt x="197" y="118"/>
                  <a:pt x="199" y="122"/>
                  <a:pt x="199" y="127"/>
                </a:cubicBezTo>
                <a:cubicBezTo>
                  <a:pt x="199" y="227"/>
                  <a:pt x="199" y="227"/>
                  <a:pt x="199" y="227"/>
                </a:cubicBezTo>
                <a:cubicBezTo>
                  <a:pt x="199" y="231"/>
                  <a:pt x="197" y="235"/>
                  <a:pt x="194" y="238"/>
                </a:cubicBezTo>
                <a:cubicBezTo>
                  <a:pt x="191" y="242"/>
                  <a:pt x="187" y="243"/>
                  <a:pt x="182" y="243"/>
                </a:cubicBezTo>
                <a:cubicBezTo>
                  <a:pt x="17" y="243"/>
                  <a:pt x="17" y="243"/>
                  <a:pt x="17" y="243"/>
                </a:cubicBezTo>
                <a:cubicBezTo>
                  <a:pt x="12" y="243"/>
                  <a:pt x="8" y="242"/>
                  <a:pt x="5" y="238"/>
                </a:cubicBezTo>
                <a:cubicBezTo>
                  <a:pt x="2" y="235"/>
                  <a:pt x="0" y="231"/>
                  <a:pt x="0" y="227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2"/>
                  <a:pt x="2" y="118"/>
                  <a:pt x="5" y="115"/>
                </a:cubicBezTo>
                <a:cubicBezTo>
                  <a:pt x="8" y="112"/>
                  <a:pt x="12" y="110"/>
                  <a:pt x="17" y="110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3" y="77"/>
                  <a:pt x="133" y="77"/>
                  <a:pt x="133" y="77"/>
                </a:cubicBezTo>
                <a:cubicBezTo>
                  <a:pt x="133" y="56"/>
                  <a:pt x="140" y="38"/>
                  <a:pt x="155" y="23"/>
                </a:cubicBezTo>
                <a:cubicBezTo>
                  <a:pt x="171" y="7"/>
                  <a:pt x="189" y="0"/>
                  <a:pt x="210" y="0"/>
                </a:cubicBezTo>
                <a:cubicBezTo>
                  <a:pt x="231" y="0"/>
                  <a:pt x="250" y="7"/>
                  <a:pt x="265" y="23"/>
                </a:cubicBezTo>
                <a:cubicBezTo>
                  <a:pt x="280" y="38"/>
                  <a:pt x="288" y="56"/>
                  <a:pt x="288" y="7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1" name="Freeform 117"/>
          <p:cNvSpPr>
            <a:spLocks/>
          </p:cNvSpPr>
          <p:nvPr/>
        </p:nvSpPr>
        <p:spPr bwMode="auto">
          <a:xfrm>
            <a:off x="1617663" y="3741738"/>
            <a:ext cx="215900" cy="287338"/>
          </a:xfrm>
          <a:custGeom>
            <a:avLst/>
            <a:gdLst>
              <a:gd name="T0" fmla="*/ 182 w 199"/>
              <a:gd name="T1" fmla="*/ 132 h 265"/>
              <a:gd name="T2" fmla="*/ 194 w 199"/>
              <a:gd name="T3" fmla="*/ 137 h 265"/>
              <a:gd name="T4" fmla="*/ 199 w 199"/>
              <a:gd name="T5" fmla="*/ 149 h 265"/>
              <a:gd name="T6" fmla="*/ 199 w 199"/>
              <a:gd name="T7" fmla="*/ 249 h 265"/>
              <a:gd name="T8" fmla="*/ 194 w 199"/>
              <a:gd name="T9" fmla="*/ 260 h 265"/>
              <a:gd name="T10" fmla="*/ 182 w 199"/>
              <a:gd name="T11" fmla="*/ 265 h 265"/>
              <a:gd name="T12" fmla="*/ 16 w 199"/>
              <a:gd name="T13" fmla="*/ 265 h 265"/>
              <a:gd name="T14" fmla="*/ 5 w 199"/>
              <a:gd name="T15" fmla="*/ 260 h 265"/>
              <a:gd name="T16" fmla="*/ 0 w 199"/>
              <a:gd name="T17" fmla="*/ 249 h 265"/>
              <a:gd name="T18" fmla="*/ 0 w 199"/>
              <a:gd name="T19" fmla="*/ 149 h 265"/>
              <a:gd name="T20" fmla="*/ 5 w 199"/>
              <a:gd name="T21" fmla="*/ 137 h 265"/>
              <a:gd name="T22" fmla="*/ 16 w 199"/>
              <a:gd name="T23" fmla="*/ 132 h 265"/>
              <a:gd name="T24" fmla="*/ 22 w 199"/>
              <a:gd name="T25" fmla="*/ 132 h 265"/>
              <a:gd name="T26" fmla="*/ 22 w 199"/>
              <a:gd name="T27" fmla="*/ 77 h 265"/>
              <a:gd name="T28" fmla="*/ 45 w 199"/>
              <a:gd name="T29" fmla="*/ 22 h 265"/>
              <a:gd name="T30" fmla="*/ 99 w 199"/>
              <a:gd name="T31" fmla="*/ 0 h 265"/>
              <a:gd name="T32" fmla="*/ 154 w 199"/>
              <a:gd name="T33" fmla="*/ 22 h 265"/>
              <a:gd name="T34" fmla="*/ 177 w 199"/>
              <a:gd name="T35" fmla="*/ 77 h 265"/>
              <a:gd name="T36" fmla="*/ 173 w 199"/>
              <a:gd name="T37" fmla="*/ 85 h 265"/>
              <a:gd name="T38" fmla="*/ 166 w 199"/>
              <a:gd name="T39" fmla="*/ 88 h 265"/>
              <a:gd name="T40" fmla="*/ 155 w 199"/>
              <a:gd name="T41" fmla="*/ 88 h 265"/>
              <a:gd name="T42" fmla="*/ 147 w 199"/>
              <a:gd name="T43" fmla="*/ 85 h 265"/>
              <a:gd name="T44" fmla="*/ 143 w 199"/>
              <a:gd name="T45" fmla="*/ 77 h 265"/>
              <a:gd name="T46" fmla="*/ 131 w 199"/>
              <a:gd name="T47" fmla="*/ 46 h 265"/>
              <a:gd name="T48" fmla="*/ 99 w 199"/>
              <a:gd name="T49" fmla="*/ 33 h 265"/>
              <a:gd name="T50" fmla="*/ 68 w 199"/>
              <a:gd name="T51" fmla="*/ 46 h 265"/>
              <a:gd name="T52" fmla="*/ 55 w 199"/>
              <a:gd name="T53" fmla="*/ 77 h 265"/>
              <a:gd name="T54" fmla="*/ 55 w 199"/>
              <a:gd name="T55" fmla="*/ 132 h 265"/>
              <a:gd name="T56" fmla="*/ 182 w 199"/>
              <a:gd name="T57" fmla="*/ 132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9" h="265">
                <a:moveTo>
                  <a:pt x="182" y="132"/>
                </a:moveTo>
                <a:cubicBezTo>
                  <a:pt x="187" y="132"/>
                  <a:pt x="191" y="134"/>
                  <a:pt x="194" y="137"/>
                </a:cubicBezTo>
                <a:cubicBezTo>
                  <a:pt x="197" y="141"/>
                  <a:pt x="199" y="144"/>
                  <a:pt x="199" y="149"/>
                </a:cubicBezTo>
                <a:cubicBezTo>
                  <a:pt x="199" y="249"/>
                  <a:pt x="199" y="249"/>
                  <a:pt x="199" y="249"/>
                </a:cubicBezTo>
                <a:cubicBezTo>
                  <a:pt x="199" y="253"/>
                  <a:pt x="197" y="257"/>
                  <a:pt x="194" y="260"/>
                </a:cubicBezTo>
                <a:cubicBezTo>
                  <a:pt x="191" y="264"/>
                  <a:pt x="187" y="265"/>
                  <a:pt x="182" y="265"/>
                </a:cubicBezTo>
                <a:cubicBezTo>
                  <a:pt x="16" y="265"/>
                  <a:pt x="16" y="265"/>
                  <a:pt x="16" y="265"/>
                </a:cubicBezTo>
                <a:cubicBezTo>
                  <a:pt x="12" y="265"/>
                  <a:pt x="8" y="264"/>
                  <a:pt x="5" y="260"/>
                </a:cubicBezTo>
                <a:cubicBezTo>
                  <a:pt x="1" y="257"/>
                  <a:pt x="0" y="253"/>
                  <a:pt x="0" y="249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44"/>
                  <a:pt x="1" y="141"/>
                  <a:pt x="5" y="137"/>
                </a:cubicBezTo>
                <a:cubicBezTo>
                  <a:pt x="8" y="134"/>
                  <a:pt x="12" y="132"/>
                  <a:pt x="16" y="132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2" y="77"/>
                  <a:pt x="22" y="77"/>
                  <a:pt x="22" y="77"/>
                </a:cubicBezTo>
                <a:cubicBezTo>
                  <a:pt x="22" y="56"/>
                  <a:pt x="29" y="38"/>
                  <a:pt x="45" y="22"/>
                </a:cubicBezTo>
                <a:cubicBezTo>
                  <a:pt x="60" y="7"/>
                  <a:pt x="78" y="0"/>
                  <a:pt x="99" y="0"/>
                </a:cubicBezTo>
                <a:cubicBezTo>
                  <a:pt x="121" y="0"/>
                  <a:pt x="139" y="7"/>
                  <a:pt x="154" y="22"/>
                </a:cubicBezTo>
                <a:cubicBezTo>
                  <a:pt x="169" y="38"/>
                  <a:pt x="177" y="56"/>
                  <a:pt x="177" y="77"/>
                </a:cubicBezTo>
                <a:cubicBezTo>
                  <a:pt x="177" y="80"/>
                  <a:pt x="176" y="83"/>
                  <a:pt x="173" y="85"/>
                </a:cubicBezTo>
                <a:cubicBezTo>
                  <a:pt x="171" y="87"/>
                  <a:pt x="169" y="88"/>
                  <a:pt x="166" y="88"/>
                </a:cubicBezTo>
                <a:cubicBezTo>
                  <a:pt x="155" y="88"/>
                  <a:pt x="155" y="88"/>
                  <a:pt x="155" y="88"/>
                </a:cubicBezTo>
                <a:cubicBezTo>
                  <a:pt x="152" y="88"/>
                  <a:pt x="149" y="87"/>
                  <a:pt x="147" y="85"/>
                </a:cubicBezTo>
                <a:cubicBezTo>
                  <a:pt x="145" y="83"/>
                  <a:pt x="143" y="80"/>
                  <a:pt x="143" y="77"/>
                </a:cubicBezTo>
                <a:cubicBezTo>
                  <a:pt x="143" y="65"/>
                  <a:pt x="139" y="55"/>
                  <a:pt x="131" y="46"/>
                </a:cubicBezTo>
                <a:cubicBezTo>
                  <a:pt x="122" y="37"/>
                  <a:pt x="111" y="33"/>
                  <a:pt x="99" y="33"/>
                </a:cubicBezTo>
                <a:cubicBezTo>
                  <a:pt x="87" y="33"/>
                  <a:pt x="77" y="37"/>
                  <a:pt x="68" y="46"/>
                </a:cubicBezTo>
                <a:cubicBezTo>
                  <a:pt x="59" y="55"/>
                  <a:pt x="55" y="65"/>
                  <a:pt x="55" y="77"/>
                </a:cubicBezTo>
                <a:cubicBezTo>
                  <a:pt x="55" y="132"/>
                  <a:pt x="55" y="132"/>
                  <a:pt x="55" y="132"/>
                </a:cubicBezTo>
                <a:lnTo>
                  <a:pt x="182" y="13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2" name="Freeform 118"/>
          <p:cNvSpPr>
            <a:spLocks noEditPoints="1"/>
          </p:cNvSpPr>
          <p:nvPr/>
        </p:nvSpPr>
        <p:spPr bwMode="auto">
          <a:xfrm>
            <a:off x="2000251" y="3735388"/>
            <a:ext cx="311150" cy="300038"/>
          </a:xfrm>
          <a:custGeom>
            <a:avLst/>
            <a:gdLst>
              <a:gd name="T0" fmla="*/ 221 w 287"/>
              <a:gd name="T1" fmla="*/ 244 h 277"/>
              <a:gd name="T2" fmla="*/ 218 w 287"/>
              <a:gd name="T3" fmla="*/ 236 h 277"/>
              <a:gd name="T4" fmla="*/ 210 w 287"/>
              <a:gd name="T5" fmla="*/ 232 h 277"/>
              <a:gd name="T6" fmla="*/ 202 w 287"/>
              <a:gd name="T7" fmla="*/ 236 h 277"/>
              <a:gd name="T8" fmla="*/ 199 w 287"/>
              <a:gd name="T9" fmla="*/ 244 h 277"/>
              <a:gd name="T10" fmla="*/ 202 w 287"/>
              <a:gd name="T11" fmla="*/ 251 h 277"/>
              <a:gd name="T12" fmla="*/ 210 w 287"/>
              <a:gd name="T13" fmla="*/ 255 h 277"/>
              <a:gd name="T14" fmla="*/ 218 w 287"/>
              <a:gd name="T15" fmla="*/ 251 h 277"/>
              <a:gd name="T16" fmla="*/ 221 w 287"/>
              <a:gd name="T17" fmla="*/ 244 h 277"/>
              <a:gd name="T18" fmla="*/ 265 w 287"/>
              <a:gd name="T19" fmla="*/ 244 h 277"/>
              <a:gd name="T20" fmla="*/ 262 w 287"/>
              <a:gd name="T21" fmla="*/ 236 h 277"/>
              <a:gd name="T22" fmla="*/ 254 w 287"/>
              <a:gd name="T23" fmla="*/ 232 h 277"/>
              <a:gd name="T24" fmla="*/ 247 w 287"/>
              <a:gd name="T25" fmla="*/ 236 h 277"/>
              <a:gd name="T26" fmla="*/ 243 w 287"/>
              <a:gd name="T27" fmla="*/ 244 h 277"/>
              <a:gd name="T28" fmla="*/ 247 w 287"/>
              <a:gd name="T29" fmla="*/ 251 h 277"/>
              <a:gd name="T30" fmla="*/ 254 w 287"/>
              <a:gd name="T31" fmla="*/ 255 h 277"/>
              <a:gd name="T32" fmla="*/ 262 w 287"/>
              <a:gd name="T33" fmla="*/ 251 h 277"/>
              <a:gd name="T34" fmla="*/ 265 w 287"/>
              <a:gd name="T35" fmla="*/ 244 h 277"/>
              <a:gd name="T36" fmla="*/ 287 w 287"/>
              <a:gd name="T37" fmla="*/ 205 h 277"/>
              <a:gd name="T38" fmla="*/ 287 w 287"/>
              <a:gd name="T39" fmla="*/ 260 h 277"/>
              <a:gd name="T40" fmla="*/ 283 w 287"/>
              <a:gd name="T41" fmla="*/ 272 h 277"/>
              <a:gd name="T42" fmla="*/ 271 w 287"/>
              <a:gd name="T43" fmla="*/ 277 h 277"/>
              <a:gd name="T44" fmla="*/ 17 w 287"/>
              <a:gd name="T45" fmla="*/ 277 h 277"/>
              <a:gd name="T46" fmla="*/ 5 w 287"/>
              <a:gd name="T47" fmla="*/ 272 h 277"/>
              <a:gd name="T48" fmla="*/ 0 w 287"/>
              <a:gd name="T49" fmla="*/ 260 h 277"/>
              <a:gd name="T50" fmla="*/ 0 w 287"/>
              <a:gd name="T51" fmla="*/ 205 h 277"/>
              <a:gd name="T52" fmla="*/ 5 w 287"/>
              <a:gd name="T53" fmla="*/ 193 h 277"/>
              <a:gd name="T54" fmla="*/ 17 w 287"/>
              <a:gd name="T55" fmla="*/ 188 h 277"/>
              <a:gd name="T56" fmla="*/ 90 w 287"/>
              <a:gd name="T57" fmla="*/ 188 h 277"/>
              <a:gd name="T58" fmla="*/ 102 w 287"/>
              <a:gd name="T59" fmla="*/ 204 h 277"/>
              <a:gd name="T60" fmla="*/ 122 w 287"/>
              <a:gd name="T61" fmla="*/ 210 h 277"/>
              <a:gd name="T62" fmla="*/ 166 w 287"/>
              <a:gd name="T63" fmla="*/ 210 h 277"/>
              <a:gd name="T64" fmla="*/ 185 w 287"/>
              <a:gd name="T65" fmla="*/ 204 h 277"/>
              <a:gd name="T66" fmla="*/ 197 w 287"/>
              <a:gd name="T67" fmla="*/ 188 h 277"/>
              <a:gd name="T68" fmla="*/ 271 w 287"/>
              <a:gd name="T69" fmla="*/ 188 h 277"/>
              <a:gd name="T70" fmla="*/ 283 w 287"/>
              <a:gd name="T71" fmla="*/ 193 h 277"/>
              <a:gd name="T72" fmla="*/ 287 w 287"/>
              <a:gd name="T73" fmla="*/ 205 h 277"/>
              <a:gd name="T74" fmla="*/ 231 w 287"/>
              <a:gd name="T75" fmla="*/ 93 h 277"/>
              <a:gd name="T76" fmla="*/ 221 w 287"/>
              <a:gd name="T77" fmla="*/ 100 h 277"/>
              <a:gd name="T78" fmla="*/ 177 w 287"/>
              <a:gd name="T79" fmla="*/ 100 h 277"/>
              <a:gd name="T80" fmla="*/ 177 w 287"/>
              <a:gd name="T81" fmla="*/ 177 h 277"/>
              <a:gd name="T82" fmla="*/ 174 w 287"/>
              <a:gd name="T83" fmla="*/ 185 h 277"/>
              <a:gd name="T84" fmla="*/ 166 w 287"/>
              <a:gd name="T85" fmla="*/ 188 h 277"/>
              <a:gd name="T86" fmla="*/ 122 w 287"/>
              <a:gd name="T87" fmla="*/ 188 h 277"/>
              <a:gd name="T88" fmla="*/ 114 w 287"/>
              <a:gd name="T89" fmla="*/ 185 h 277"/>
              <a:gd name="T90" fmla="*/ 111 w 287"/>
              <a:gd name="T91" fmla="*/ 177 h 277"/>
              <a:gd name="T92" fmla="*/ 111 w 287"/>
              <a:gd name="T93" fmla="*/ 100 h 277"/>
              <a:gd name="T94" fmla="*/ 66 w 287"/>
              <a:gd name="T95" fmla="*/ 100 h 277"/>
              <a:gd name="T96" fmla="*/ 56 w 287"/>
              <a:gd name="T97" fmla="*/ 93 h 277"/>
              <a:gd name="T98" fmla="*/ 59 w 287"/>
              <a:gd name="T99" fmla="*/ 81 h 277"/>
              <a:gd name="T100" fmla="*/ 136 w 287"/>
              <a:gd name="T101" fmla="*/ 4 h 277"/>
              <a:gd name="T102" fmla="*/ 144 w 287"/>
              <a:gd name="T103" fmla="*/ 0 h 277"/>
              <a:gd name="T104" fmla="*/ 151 w 287"/>
              <a:gd name="T105" fmla="*/ 4 h 277"/>
              <a:gd name="T106" fmla="*/ 229 w 287"/>
              <a:gd name="T107" fmla="*/ 81 h 277"/>
              <a:gd name="T108" fmla="*/ 231 w 287"/>
              <a:gd name="T109" fmla="*/ 93 h 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87" h="277">
                <a:moveTo>
                  <a:pt x="221" y="244"/>
                </a:moveTo>
                <a:cubicBezTo>
                  <a:pt x="221" y="241"/>
                  <a:pt x="220" y="238"/>
                  <a:pt x="218" y="236"/>
                </a:cubicBezTo>
                <a:cubicBezTo>
                  <a:pt x="216" y="234"/>
                  <a:pt x="213" y="232"/>
                  <a:pt x="210" y="232"/>
                </a:cubicBezTo>
                <a:cubicBezTo>
                  <a:pt x="207" y="232"/>
                  <a:pt x="204" y="234"/>
                  <a:pt x="202" y="236"/>
                </a:cubicBezTo>
                <a:cubicBezTo>
                  <a:pt x="200" y="238"/>
                  <a:pt x="199" y="241"/>
                  <a:pt x="199" y="244"/>
                </a:cubicBezTo>
                <a:cubicBezTo>
                  <a:pt x="199" y="247"/>
                  <a:pt x="200" y="249"/>
                  <a:pt x="202" y="251"/>
                </a:cubicBezTo>
                <a:cubicBezTo>
                  <a:pt x="204" y="254"/>
                  <a:pt x="207" y="255"/>
                  <a:pt x="210" y="255"/>
                </a:cubicBezTo>
                <a:cubicBezTo>
                  <a:pt x="213" y="255"/>
                  <a:pt x="216" y="254"/>
                  <a:pt x="218" y="251"/>
                </a:cubicBezTo>
                <a:cubicBezTo>
                  <a:pt x="220" y="249"/>
                  <a:pt x="221" y="247"/>
                  <a:pt x="221" y="244"/>
                </a:cubicBezTo>
                <a:close/>
                <a:moveTo>
                  <a:pt x="265" y="244"/>
                </a:moveTo>
                <a:cubicBezTo>
                  <a:pt x="265" y="241"/>
                  <a:pt x="264" y="238"/>
                  <a:pt x="262" y="236"/>
                </a:cubicBezTo>
                <a:cubicBezTo>
                  <a:pt x="260" y="234"/>
                  <a:pt x="257" y="232"/>
                  <a:pt x="254" y="232"/>
                </a:cubicBezTo>
                <a:cubicBezTo>
                  <a:pt x="251" y="232"/>
                  <a:pt x="249" y="234"/>
                  <a:pt x="247" y="236"/>
                </a:cubicBezTo>
                <a:cubicBezTo>
                  <a:pt x="244" y="238"/>
                  <a:pt x="243" y="241"/>
                  <a:pt x="243" y="244"/>
                </a:cubicBezTo>
                <a:cubicBezTo>
                  <a:pt x="243" y="247"/>
                  <a:pt x="244" y="249"/>
                  <a:pt x="247" y="251"/>
                </a:cubicBezTo>
                <a:cubicBezTo>
                  <a:pt x="249" y="254"/>
                  <a:pt x="251" y="255"/>
                  <a:pt x="254" y="255"/>
                </a:cubicBezTo>
                <a:cubicBezTo>
                  <a:pt x="257" y="255"/>
                  <a:pt x="260" y="254"/>
                  <a:pt x="262" y="251"/>
                </a:cubicBezTo>
                <a:cubicBezTo>
                  <a:pt x="264" y="249"/>
                  <a:pt x="265" y="247"/>
                  <a:pt x="265" y="244"/>
                </a:cubicBezTo>
                <a:close/>
                <a:moveTo>
                  <a:pt x="287" y="205"/>
                </a:moveTo>
                <a:cubicBezTo>
                  <a:pt x="287" y="260"/>
                  <a:pt x="287" y="260"/>
                  <a:pt x="287" y="260"/>
                </a:cubicBezTo>
                <a:cubicBezTo>
                  <a:pt x="287" y="265"/>
                  <a:pt x="286" y="269"/>
                  <a:pt x="283" y="272"/>
                </a:cubicBezTo>
                <a:cubicBezTo>
                  <a:pt x="279" y="275"/>
                  <a:pt x="275" y="277"/>
                  <a:pt x="271" y="277"/>
                </a:cubicBezTo>
                <a:cubicBezTo>
                  <a:pt x="17" y="277"/>
                  <a:pt x="17" y="277"/>
                  <a:pt x="17" y="277"/>
                </a:cubicBezTo>
                <a:cubicBezTo>
                  <a:pt x="12" y="277"/>
                  <a:pt x="8" y="275"/>
                  <a:pt x="5" y="272"/>
                </a:cubicBezTo>
                <a:cubicBezTo>
                  <a:pt x="2" y="269"/>
                  <a:pt x="0" y="265"/>
                  <a:pt x="0" y="260"/>
                </a:cubicBezTo>
                <a:cubicBezTo>
                  <a:pt x="0" y="205"/>
                  <a:pt x="0" y="205"/>
                  <a:pt x="0" y="205"/>
                </a:cubicBezTo>
                <a:cubicBezTo>
                  <a:pt x="0" y="200"/>
                  <a:pt x="2" y="196"/>
                  <a:pt x="5" y="193"/>
                </a:cubicBezTo>
                <a:cubicBezTo>
                  <a:pt x="8" y="190"/>
                  <a:pt x="12" y="188"/>
                  <a:pt x="17" y="188"/>
                </a:cubicBezTo>
                <a:cubicBezTo>
                  <a:pt x="90" y="188"/>
                  <a:pt x="90" y="188"/>
                  <a:pt x="90" y="188"/>
                </a:cubicBezTo>
                <a:cubicBezTo>
                  <a:pt x="93" y="195"/>
                  <a:pt x="97" y="200"/>
                  <a:pt x="102" y="204"/>
                </a:cubicBezTo>
                <a:cubicBezTo>
                  <a:pt x="108" y="208"/>
                  <a:pt x="115" y="210"/>
                  <a:pt x="122" y="210"/>
                </a:cubicBezTo>
                <a:cubicBezTo>
                  <a:pt x="166" y="210"/>
                  <a:pt x="166" y="210"/>
                  <a:pt x="166" y="210"/>
                </a:cubicBezTo>
                <a:cubicBezTo>
                  <a:pt x="173" y="210"/>
                  <a:pt x="179" y="208"/>
                  <a:pt x="185" y="204"/>
                </a:cubicBezTo>
                <a:cubicBezTo>
                  <a:pt x="191" y="200"/>
                  <a:pt x="195" y="195"/>
                  <a:pt x="197" y="188"/>
                </a:cubicBezTo>
                <a:cubicBezTo>
                  <a:pt x="271" y="188"/>
                  <a:pt x="271" y="188"/>
                  <a:pt x="271" y="188"/>
                </a:cubicBezTo>
                <a:cubicBezTo>
                  <a:pt x="275" y="188"/>
                  <a:pt x="279" y="190"/>
                  <a:pt x="283" y="193"/>
                </a:cubicBezTo>
                <a:cubicBezTo>
                  <a:pt x="286" y="196"/>
                  <a:pt x="287" y="200"/>
                  <a:pt x="287" y="205"/>
                </a:cubicBezTo>
                <a:close/>
                <a:moveTo>
                  <a:pt x="231" y="93"/>
                </a:moveTo>
                <a:cubicBezTo>
                  <a:pt x="229" y="97"/>
                  <a:pt x="226" y="100"/>
                  <a:pt x="221" y="100"/>
                </a:cubicBezTo>
                <a:cubicBezTo>
                  <a:pt x="177" y="100"/>
                  <a:pt x="177" y="100"/>
                  <a:pt x="177" y="100"/>
                </a:cubicBezTo>
                <a:cubicBezTo>
                  <a:pt x="177" y="177"/>
                  <a:pt x="177" y="177"/>
                  <a:pt x="177" y="177"/>
                </a:cubicBezTo>
                <a:cubicBezTo>
                  <a:pt x="177" y="180"/>
                  <a:pt x="176" y="183"/>
                  <a:pt x="174" y="185"/>
                </a:cubicBezTo>
                <a:cubicBezTo>
                  <a:pt x="171" y="187"/>
                  <a:pt x="169" y="188"/>
                  <a:pt x="166" y="188"/>
                </a:cubicBezTo>
                <a:cubicBezTo>
                  <a:pt x="122" y="188"/>
                  <a:pt x="122" y="188"/>
                  <a:pt x="122" y="188"/>
                </a:cubicBezTo>
                <a:cubicBezTo>
                  <a:pt x="119" y="188"/>
                  <a:pt x="116" y="187"/>
                  <a:pt x="114" y="185"/>
                </a:cubicBezTo>
                <a:cubicBezTo>
                  <a:pt x="112" y="183"/>
                  <a:pt x="111" y="180"/>
                  <a:pt x="111" y="177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66" y="100"/>
                  <a:pt x="66" y="100"/>
                  <a:pt x="66" y="100"/>
                </a:cubicBezTo>
                <a:cubicBezTo>
                  <a:pt x="61" y="100"/>
                  <a:pt x="58" y="97"/>
                  <a:pt x="56" y="93"/>
                </a:cubicBezTo>
                <a:cubicBezTo>
                  <a:pt x="54" y="88"/>
                  <a:pt x="55" y="84"/>
                  <a:pt x="59" y="81"/>
                </a:cubicBezTo>
                <a:cubicBezTo>
                  <a:pt x="136" y="4"/>
                  <a:pt x="136" y="4"/>
                  <a:pt x="136" y="4"/>
                </a:cubicBezTo>
                <a:cubicBezTo>
                  <a:pt x="138" y="1"/>
                  <a:pt x="141" y="0"/>
                  <a:pt x="144" y="0"/>
                </a:cubicBezTo>
                <a:cubicBezTo>
                  <a:pt x="147" y="0"/>
                  <a:pt x="149" y="1"/>
                  <a:pt x="151" y="4"/>
                </a:cubicBezTo>
                <a:cubicBezTo>
                  <a:pt x="229" y="81"/>
                  <a:pt x="229" y="81"/>
                  <a:pt x="229" y="81"/>
                </a:cubicBezTo>
                <a:cubicBezTo>
                  <a:pt x="232" y="84"/>
                  <a:pt x="233" y="88"/>
                  <a:pt x="231" y="9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3" name="Freeform 119"/>
          <p:cNvSpPr>
            <a:spLocks/>
          </p:cNvSpPr>
          <p:nvPr/>
        </p:nvSpPr>
        <p:spPr bwMode="auto">
          <a:xfrm>
            <a:off x="2498726" y="3717925"/>
            <a:ext cx="174625" cy="334963"/>
          </a:xfrm>
          <a:custGeom>
            <a:avLst/>
            <a:gdLst>
              <a:gd name="T0" fmla="*/ 145 w 162"/>
              <a:gd name="T1" fmla="*/ 250 h 309"/>
              <a:gd name="T2" fmla="*/ 100 w 162"/>
              <a:gd name="T3" fmla="*/ 304 h 309"/>
              <a:gd name="T4" fmla="*/ 94 w 162"/>
              <a:gd name="T5" fmla="*/ 309 h 309"/>
              <a:gd name="T6" fmla="*/ 67 w 162"/>
              <a:gd name="T7" fmla="*/ 308 h 309"/>
              <a:gd name="T8" fmla="*/ 66 w 162"/>
              <a:gd name="T9" fmla="*/ 274 h 309"/>
              <a:gd name="T10" fmla="*/ 26 w 162"/>
              <a:gd name="T11" fmla="*/ 260 h 309"/>
              <a:gd name="T12" fmla="*/ 5 w 162"/>
              <a:gd name="T13" fmla="*/ 246 h 309"/>
              <a:gd name="T14" fmla="*/ 2 w 162"/>
              <a:gd name="T15" fmla="*/ 236 h 309"/>
              <a:gd name="T16" fmla="*/ 24 w 162"/>
              <a:gd name="T17" fmla="*/ 210 h 309"/>
              <a:gd name="T18" fmla="*/ 28 w 162"/>
              <a:gd name="T19" fmla="*/ 212 h 309"/>
              <a:gd name="T20" fmla="*/ 83 w 162"/>
              <a:gd name="T21" fmla="*/ 235 h 309"/>
              <a:gd name="T22" fmla="*/ 118 w 162"/>
              <a:gd name="T23" fmla="*/ 206 h 309"/>
              <a:gd name="T24" fmla="*/ 110 w 162"/>
              <a:gd name="T25" fmla="*/ 190 h 309"/>
              <a:gd name="T26" fmla="*/ 88 w 162"/>
              <a:gd name="T27" fmla="*/ 178 h 309"/>
              <a:gd name="T28" fmla="*/ 64 w 162"/>
              <a:gd name="T29" fmla="*/ 168 h 309"/>
              <a:gd name="T30" fmla="*/ 42 w 162"/>
              <a:gd name="T31" fmla="*/ 158 h 309"/>
              <a:gd name="T32" fmla="*/ 23 w 162"/>
              <a:gd name="T33" fmla="*/ 145 h 309"/>
              <a:gd name="T34" fmla="*/ 10 w 162"/>
              <a:gd name="T35" fmla="*/ 126 h 309"/>
              <a:gd name="T36" fmla="*/ 5 w 162"/>
              <a:gd name="T37" fmla="*/ 101 h 309"/>
              <a:gd name="T38" fmla="*/ 66 w 162"/>
              <a:gd name="T39" fmla="*/ 36 h 309"/>
              <a:gd name="T40" fmla="*/ 67 w 162"/>
              <a:gd name="T41" fmla="*/ 1 h 309"/>
              <a:gd name="T42" fmla="*/ 94 w 162"/>
              <a:gd name="T43" fmla="*/ 0 h 309"/>
              <a:gd name="T44" fmla="*/ 100 w 162"/>
              <a:gd name="T45" fmla="*/ 5 h 309"/>
              <a:gd name="T46" fmla="*/ 119 w 162"/>
              <a:gd name="T47" fmla="*/ 40 h 309"/>
              <a:gd name="T48" fmla="*/ 145 w 162"/>
              <a:gd name="T49" fmla="*/ 52 h 309"/>
              <a:gd name="T50" fmla="*/ 154 w 162"/>
              <a:gd name="T51" fmla="*/ 59 h 309"/>
              <a:gd name="T52" fmla="*/ 141 w 162"/>
              <a:gd name="T53" fmla="*/ 91 h 309"/>
              <a:gd name="T54" fmla="*/ 133 w 162"/>
              <a:gd name="T55" fmla="*/ 93 h 309"/>
              <a:gd name="T56" fmla="*/ 123 w 162"/>
              <a:gd name="T57" fmla="*/ 86 h 309"/>
              <a:gd name="T58" fmla="*/ 100 w 162"/>
              <a:gd name="T59" fmla="*/ 76 h 309"/>
              <a:gd name="T60" fmla="*/ 59 w 162"/>
              <a:gd name="T61" fmla="*/ 81 h 309"/>
              <a:gd name="T62" fmla="*/ 50 w 162"/>
              <a:gd name="T63" fmla="*/ 109 h 309"/>
              <a:gd name="T64" fmla="*/ 62 w 162"/>
              <a:gd name="T65" fmla="*/ 122 h 309"/>
              <a:gd name="T66" fmla="*/ 82 w 162"/>
              <a:gd name="T67" fmla="*/ 132 h 309"/>
              <a:gd name="T68" fmla="*/ 108 w 162"/>
              <a:gd name="T69" fmla="*/ 142 h 309"/>
              <a:gd name="T70" fmla="*/ 134 w 162"/>
              <a:gd name="T71" fmla="*/ 155 h 309"/>
              <a:gd name="T72" fmla="*/ 154 w 162"/>
              <a:gd name="T73" fmla="*/ 175 h 309"/>
              <a:gd name="T74" fmla="*/ 162 w 162"/>
              <a:gd name="T75" fmla="*/ 204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2" h="309">
                <a:moveTo>
                  <a:pt x="162" y="204"/>
                </a:moveTo>
                <a:cubicBezTo>
                  <a:pt x="162" y="222"/>
                  <a:pt x="156" y="237"/>
                  <a:pt x="145" y="250"/>
                </a:cubicBezTo>
                <a:cubicBezTo>
                  <a:pt x="133" y="263"/>
                  <a:pt x="118" y="271"/>
                  <a:pt x="100" y="274"/>
                </a:cubicBezTo>
                <a:cubicBezTo>
                  <a:pt x="100" y="304"/>
                  <a:pt x="100" y="304"/>
                  <a:pt x="100" y="304"/>
                </a:cubicBezTo>
                <a:cubicBezTo>
                  <a:pt x="100" y="305"/>
                  <a:pt x="99" y="307"/>
                  <a:pt x="98" y="308"/>
                </a:cubicBezTo>
                <a:cubicBezTo>
                  <a:pt x="97" y="309"/>
                  <a:pt x="96" y="309"/>
                  <a:pt x="94" y="309"/>
                </a:cubicBezTo>
                <a:cubicBezTo>
                  <a:pt x="71" y="309"/>
                  <a:pt x="71" y="309"/>
                  <a:pt x="71" y="309"/>
                </a:cubicBezTo>
                <a:cubicBezTo>
                  <a:pt x="70" y="309"/>
                  <a:pt x="68" y="309"/>
                  <a:pt x="67" y="308"/>
                </a:cubicBezTo>
                <a:cubicBezTo>
                  <a:pt x="66" y="307"/>
                  <a:pt x="66" y="305"/>
                  <a:pt x="66" y="304"/>
                </a:cubicBezTo>
                <a:cubicBezTo>
                  <a:pt x="66" y="274"/>
                  <a:pt x="66" y="274"/>
                  <a:pt x="66" y="274"/>
                </a:cubicBezTo>
                <a:cubicBezTo>
                  <a:pt x="58" y="272"/>
                  <a:pt x="51" y="271"/>
                  <a:pt x="43" y="268"/>
                </a:cubicBezTo>
                <a:cubicBezTo>
                  <a:pt x="36" y="266"/>
                  <a:pt x="31" y="263"/>
                  <a:pt x="26" y="260"/>
                </a:cubicBezTo>
                <a:cubicBezTo>
                  <a:pt x="21" y="258"/>
                  <a:pt x="17" y="255"/>
                  <a:pt x="13" y="252"/>
                </a:cubicBezTo>
                <a:cubicBezTo>
                  <a:pt x="9" y="249"/>
                  <a:pt x="7" y="247"/>
                  <a:pt x="5" y="246"/>
                </a:cubicBezTo>
                <a:cubicBezTo>
                  <a:pt x="4" y="244"/>
                  <a:pt x="3" y="243"/>
                  <a:pt x="2" y="243"/>
                </a:cubicBezTo>
                <a:cubicBezTo>
                  <a:pt x="0" y="240"/>
                  <a:pt x="0" y="238"/>
                  <a:pt x="2" y="236"/>
                </a:cubicBezTo>
                <a:cubicBezTo>
                  <a:pt x="20" y="212"/>
                  <a:pt x="20" y="212"/>
                  <a:pt x="20" y="212"/>
                </a:cubicBezTo>
                <a:cubicBezTo>
                  <a:pt x="20" y="211"/>
                  <a:pt x="22" y="210"/>
                  <a:pt x="24" y="210"/>
                </a:cubicBezTo>
                <a:cubicBezTo>
                  <a:pt x="25" y="210"/>
                  <a:pt x="27" y="210"/>
                  <a:pt x="28" y="212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41" y="223"/>
                  <a:pt x="55" y="231"/>
                  <a:pt x="70" y="234"/>
                </a:cubicBezTo>
                <a:cubicBezTo>
                  <a:pt x="74" y="235"/>
                  <a:pt x="79" y="235"/>
                  <a:pt x="83" y="235"/>
                </a:cubicBezTo>
                <a:cubicBezTo>
                  <a:pt x="92" y="235"/>
                  <a:pt x="100" y="233"/>
                  <a:pt x="107" y="228"/>
                </a:cubicBezTo>
                <a:cubicBezTo>
                  <a:pt x="114" y="223"/>
                  <a:pt x="118" y="216"/>
                  <a:pt x="118" y="206"/>
                </a:cubicBezTo>
                <a:cubicBezTo>
                  <a:pt x="118" y="203"/>
                  <a:pt x="117" y="200"/>
                  <a:pt x="115" y="197"/>
                </a:cubicBezTo>
                <a:cubicBezTo>
                  <a:pt x="114" y="194"/>
                  <a:pt x="112" y="192"/>
                  <a:pt x="110" y="190"/>
                </a:cubicBezTo>
                <a:cubicBezTo>
                  <a:pt x="108" y="188"/>
                  <a:pt x="104" y="186"/>
                  <a:pt x="100" y="184"/>
                </a:cubicBezTo>
                <a:cubicBezTo>
                  <a:pt x="95" y="181"/>
                  <a:pt x="91" y="179"/>
                  <a:pt x="88" y="178"/>
                </a:cubicBezTo>
                <a:cubicBezTo>
                  <a:pt x="85" y="177"/>
                  <a:pt x="81" y="175"/>
                  <a:pt x="74" y="172"/>
                </a:cubicBezTo>
                <a:cubicBezTo>
                  <a:pt x="70" y="171"/>
                  <a:pt x="66" y="169"/>
                  <a:pt x="64" y="168"/>
                </a:cubicBezTo>
                <a:cubicBezTo>
                  <a:pt x="61" y="167"/>
                  <a:pt x="58" y="166"/>
                  <a:pt x="53" y="164"/>
                </a:cubicBezTo>
                <a:cubicBezTo>
                  <a:pt x="49" y="162"/>
                  <a:pt x="45" y="160"/>
                  <a:pt x="42" y="158"/>
                </a:cubicBezTo>
                <a:cubicBezTo>
                  <a:pt x="40" y="157"/>
                  <a:pt x="36" y="155"/>
                  <a:pt x="33" y="152"/>
                </a:cubicBezTo>
                <a:cubicBezTo>
                  <a:pt x="29" y="150"/>
                  <a:pt x="26" y="147"/>
                  <a:pt x="23" y="145"/>
                </a:cubicBezTo>
                <a:cubicBezTo>
                  <a:pt x="21" y="142"/>
                  <a:pt x="18" y="140"/>
                  <a:pt x="16" y="136"/>
                </a:cubicBezTo>
                <a:cubicBezTo>
                  <a:pt x="13" y="133"/>
                  <a:pt x="11" y="130"/>
                  <a:pt x="10" y="126"/>
                </a:cubicBezTo>
                <a:cubicBezTo>
                  <a:pt x="8" y="123"/>
                  <a:pt x="7" y="119"/>
                  <a:pt x="6" y="115"/>
                </a:cubicBezTo>
                <a:cubicBezTo>
                  <a:pt x="5" y="110"/>
                  <a:pt x="5" y="106"/>
                  <a:pt x="5" y="101"/>
                </a:cubicBezTo>
                <a:cubicBezTo>
                  <a:pt x="5" y="85"/>
                  <a:pt x="10" y="71"/>
                  <a:pt x="21" y="59"/>
                </a:cubicBezTo>
                <a:cubicBezTo>
                  <a:pt x="33" y="47"/>
                  <a:pt x="47" y="40"/>
                  <a:pt x="66" y="36"/>
                </a:cubicBezTo>
                <a:cubicBezTo>
                  <a:pt x="66" y="5"/>
                  <a:pt x="66" y="5"/>
                  <a:pt x="66" y="5"/>
                </a:cubicBezTo>
                <a:cubicBezTo>
                  <a:pt x="66" y="4"/>
                  <a:pt x="66" y="2"/>
                  <a:pt x="67" y="1"/>
                </a:cubicBezTo>
                <a:cubicBezTo>
                  <a:pt x="68" y="0"/>
                  <a:pt x="70" y="0"/>
                  <a:pt x="71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7" y="0"/>
                  <a:pt x="98" y="1"/>
                </a:cubicBezTo>
                <a:cubicBezTo>
                  <a:pt x="99" y="2"/>
                  <a:pt x="100" y="4"/>
                  <a:pt x="100" y="5"/>
                </a:cubicBezTo>
                <a:cubicBezTo>
                  <a:pt x="100" y="36"/>
                  <a:pt x="100" y="36"/>
                  <a:pt x="100" y="36"/>
                </a:cubicBezTo>
                <a:cubicBezTo>
                  <a:pt x="106" y="36"/>
                  <a:pt x="113" y="38"/>
                  <a:pt x="119" y="40"/>
                </a:cubicBezTo>
                <a:cubicBezTo>
                  <a:pt x="125" y="42"/>
                  <a:pt x="130" y="43"/>
                  <a:pt x="134" y="45"/>
                </a:cubicBezTo>
                <a:cubicBezTo>
                  <a:pt x="138" y="47"/>
                  <a:pt x="142" y="49"/>
                  <a:pt x="145" y="52"/>
                </a:cubicBezTo>
                <a:cubicBezTo>
                  <a:pt x="148" y="54"/>
                  <a:pt x="151" y="56"/>
                  <a:pt x="152" y="57"/>
                </a:cubicBezTo>
                <a:cubicBezTo>
                  <a:pt x="153" y="58"/>
                  <a:pt x="154" y="59"/>
                  <a:pt x="154" y="59"/>
                </a:cubicBezTo>
                <a:cubicBezTo>
                  <a:pt x="156" y="61"/>
                  <a:pt x="157" y="64"/>
                  <a:pt x="155" y="66"/>
                </a:cubicBezTo>
                <a:cubicBezTo>
                  <a:pt x="141" y="91"/>
                  <a:pt x="141" y="91"/>
                  <a:pt x="141" y="91"/>
                </a:cubicBezTo>
                <a:cubicBezTo>
                  <a:pt x="140" y="93"/>
                  <a:pt x="139" y="94"/>
                  <a:pt x="137" y="94"/>
                </a:cubicBezTo>
                <a:cubicBezTo>
                  <a:pt x="136" y="94"/>
                  <a:pt x="134" y="94"/>
                  <a:pt x="133" y="93"/>
                </a:cubicBezTo>
                <a:cubicBezTo>
                  <a:pt x="132" y="92"/>
                  <a:pt x="131" y="92"/>
                  <a:pt x="130" y="91"/>
                </a:cubicBezTo>
                <a:cubicBezTo>
                  <a:pt x="129" y="90"/>
                  <a:pt x="126" y="88"/>
                  <a:pt x="123" y="86"/>
                </a:cubicBezTo>
                <a:cubicBezTo>
                  <a:pt x="120" y="84"/>
                  <a:pt x="117" y="82"/>
                  <a:pt x="113" y="80"/>
                </a:cubicBezTo>
                <a:cubicBezTo>
                  <a:pt x="110" y="79"/>
                  <a:pt x="105" y="77"/>
                  <a:pt x="100" y="76"/>
                </a:cubicBezTo>
                <a:cubicBezTo>
                  <a:pt x="95" y="75"/>
                  <a:pt x="90" y="74"/>
                  <a:pt x="86" y="74"/>
                </a:cubicBezTo>
                <a:cubicBezTo>
                  <a:pt x="75" y="74"/>
                  <a:pt x="66" y="76"/>
                  <a:pt x="59" y="81"/>
                </a:cubicBezTo>
                <a:cubicBezTo>
                  <a:pt x="52" y="86"/>
                  <a:pt x="48" y="93"/>
                  <a:pt x="48" y="101"/>
                </a:cubicBezTo>
                <a:cubicBezTo>
                  <a:pt x="48" y="104"/>
                  <a:pt x="49" y="106"/>
                  <a:pt x="50" y="109"/>
                </a:cubicBezTo>
                <a:cubicBezTo>
                  <a:pt x="51" y="111"/>
                  <a:pt x="53" y="114"/>
                  <a:pt x="55" y="116"/>
                </a:cubicBezTo>
                <a:cubicBezTo>
                  <a:pt x="57" y="118"/>
                  <a:pt x="60" y="120"/>
                  <a:pt x="62" y="122"/>
                </a:cubicBezTo>
                <a:cubicBezTo>
                  <a:pt x="64" y="123"/>
                  <a:pt x="67" y="125"/>
                  <a:pt x="71" y="127"/>
                </a:cubicBezTo>
                <a:cubicBezTo>
                  <a:pt x="76" y="129"/>
                  <a:pt x="79" y="131"/>
                  <a:pt x="82" y="132"/>
                </a:cubicBezTo>
                <a:cubicBezTo>
                  <a:pt x="85" y="133"/>
                  <a:pt x="89" y="134"/>
                  <a:pt x="94" y="137"/>
                </a:cubicBezTo>
                <a:cubicBezTo>
                  <a:pt x="100" y="139"/>
                  <a:pt x="105" y="141"/>
                  <a:pt x="108" y="142"/>
                </a:cubicBezTo>
                <a:cubicBezTo>
                  <a:pt x="111" y="143"/>
                  <a:pt x="116" y="145"/>
                  <a:pt x="121" y="148"/>
                </a:cubicBezTo>
                <a:cubicBezTo>
                  <a:pt x="127" y="151"/>
                  <a:pt x="131" y="153"/>
                  <a:pt x="134" y="155"/>
                </a:cubicBezTo>
                <a:cubicBezTo>
                  <a:pt x="137" y="158"/>
                  <a:pt x="141" y="160"/>
                  <a:pt x="145" y="164"/>
                </a:cubicBezTo>
                <a:cubicBezTo>
                  <a:pt x="149" y="168"/>
                  <a:pt x="152" y="171"/>
                  <a:pt x="154" y="175"/>
                </a:cubicBezTo>
                <a:cubicBezTo>
                  <a:pt x="156" y="179"/>
                  <a:pt x="158" y="183"/>
                  <a:pt x="160" y="188"/>
                </a:cubicBezTo>
                <a:cubicBezTo>
                  <a:pt x="161" y="193"/>
                  <a:pt x="162" y="199"/>
                  <a:pt x="162" y="20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4" name="Freeform 120"/>
          <p:cNvSpPr>
            <a:spLocks noEditPoints="1"/>
          </p:cNvSpPr>
          <p:nvPr/>
        </p:nvSpPr>
        <p:spPr bwMode="auto">
          <a:xfrm>
            <a:off x="2884488" y="3741738"/>
            <a:ext cx="263525" cy="287338"/>
          </a:xfrm>
          <a:custGeom>
            <a:avLst/>
            <a:gdLst>
              <a:gd name="T0" fmla="*/ 243 w 243"/>
              <a:gd name="T1" fmla="*/ 220 h 265"/>
              <a:gd name="T2" fmla="*/ 231 w 243"/>
              <a:gd name="T3" fmla="*/ 253 h 265"/>
              <a:gd name="T4" fmla="*/ 197 w 243"/>
              <a:gd name="T5" fmla="*/ 265 h 265"/>
              <a:gd name="T6" fmla="*/ 46 w 243"/>
              <a:gd name="T7" fmla="*/ 265 h 265"/>
              <a:gd name="T8" fmla="*/ 13 w 243"/>
              <a:gd name="T9" fmla="*/ 253 h 265"/>
              <a:gd name="T10" fmla="*/ 0 w 243"/>
              <a:gd name="T11" fmla="*/ 220 h 265"/>
              <a:gd name="T12" fmla="*/ 1 w 243"/>
              <a:gd name="T13" fmla="*/ 203 h 265"/>
              <a:gd name="T14" fmla="*/ 3 w 243"/>
              <a:gd name="T15" fmla="*/ 184 h 265"/>
              <a:gd name="T16" fmla="*/ 8 w 243"/>
              <a:gd name="T17" fmla="*/ 165 h 265"/>
              <a:gd name="T18" fmla="*/ 15 w 243"/>
              <a:gd name="T19" fmla="*/ 148 h 265"/>
              <a:gd name="T20" fmla="*/ 26 w 243"/>
              <a:gd name="T21" fmla="*/ 134 h 265"/>
              <a:gd name="T22" fmla="*/ 40 w 243"/>
              <a:gd name="T23" fmla="*/ 125 h 265"/>
              <a:gd name="T24" fmla="*/ 60 w 243"/>
              <a:gd name="T25" fmla="*/ 121 h 265"/>
              <a:gd name="T26" fmla="*/ 67 w 243"/>
              <a:gd name="T27" fmla="*/ 125 h 265"/>
              <a:gd name="T28" fmla="*/ 80 w 243"/>
              <a:gd name="T29" fmla="*/ 133 h 265"/>
              <a:gd name="T30" fmla="*/ 99 w 243"/>
              <a:gd name="T31" fmla="*/ 142 h 265"/>
              <a:gd name="T32" fmla="*/ 122 w 243"/>
              <a:gd name="T33" fmla="*/ 145 h 265"/>
              <a:gd name="T34" fmla="*/ 145 w 243"/>
              <a:gd name="T35" fmla="*/ 142 h 265"/>
              <a:gd name="T36" fmla="*/ 163 w 243"/>
              <a:gd name="T37" fmla="*/ 133 h 265"/>
              <a:gd name="T38" fmla="*/ 176 w 243"/>
              <a:gd name="T39" fmla="*/ 125 h 265"/>
              <a:gd name="T40" fmla="*/ 183 w 243"/>
              <a:gd name="T41" fmla="*/ 121 h 265"/>
              <a:gd name="T42" fmla="*/ 203 w 243"/>
              <a:gd name="T43" fmla="*/ 125 h 265"/>
              <a:gd name="T44" fmla="*/ 217 w 243"/>
              <a:gd name="T45" fmla="*/ 134 h 265"/>
              <a:gd name="T46" fmla="*/ 228 w 243"/>
              <a:gd name="T47" fmla="*/ 148 h 265"/>
              <a:gd name="T48" fmla="*/ 236 w 243"/>
              <a:gd name="T49" fmla="*/ 165 h 265"/>
              <a:gd name="T50" fmla="*/ 240 w 243"/>
              <a:gd name="T51" fmla="*/ 184 h 265"/>
              <a:gd name="T52" fmla="*/ 243 w 243"/>
              <a:gd name="T53" fmla="*/ 203 h 265"/>
              <a:gd name="T54" fmla="*/ 243 w 243"/>
              <a:gd name="T55" fmla="*/ 220 h 265"/>
              <a:gd name="T56" fmla="*/ 188 w 243"/>
              <a:gd name="T57" fmla="*/ 66 h 265"/>
              <a:gd name="T58" fmla="*/ 169 w 243"/>
              <a:gd name="T59" fmla="*/ 113 h 265"/>
              <a:gd name="T60" fmla="*/ 122 w 243"/>
              <a:gd name="T61" fmla="*/ 132 h 265"/>
              <a:gd name="T62" fmla="*/ 75 w 243"/>
              <a:gd name="T63" fmla="*/ 113 h 265"/>
              <a:gd name="T64" fmla="*/ 55 w 243"/>
              <a:gd name="T65" fmla="*/ 66 h 265"/>
              <a:gd name="T66" fmla="*/ 75 w 243"/>
              <a:gd name="T67" fmla="*/ 19 h 265"/>
              <a:gd name="T68" fmla="*/ 122 w 243"/>
              <a:gd name="T69" fmla="*/ 0 h 265"/>
              <a:gd name="T70" fmla="*/ 169 w 243"/>
              <a:gd name="T71" fmla="*/ 19 h 265"/>
              <a:gd name="T72" fmla="*/ 188 w 243"/>
              <a:gd name="T73" fmla="*/ 66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43" h="265">
                <a:moveTo>
                  <a:pt x="243" y="220"/>
                </a:moveTo>
                <a:cubicBezTo>
                  <a:pt x="243" y="234"/>
                  <a:pt x="239" y="245"/>
                  <a:pt x="231" y="253"/>
                </a:cubicBezTo>
                <a:cubicBezTo>
                  <a:pt x="222" y="261"/>
                  <a:pt x="211" y="265"/>
                  <a:pt x="197" y="265"/>
                </a:cubicBezTo>
                <a:cubicBezTo>
                  <a:pt x="46" y="265"/>
                  <a:pt x="46" y="265"/>
                  <a:pt x="46" y="265"/>
                </a:cubicBezTo>
                <a:cubicBezTo>
                  <a:pt x="32" y="265"/>
                  <a:pt x="21" y="261"/>
                  <a:pt x="13" y="253"/>
                </a:cubicBezTo>
                <a:cubicBezTo>
                  <a:pt x="4" y="245"/>
                  <a:pt x="0" y="234"/>
                  <a:pt x="0" y="220"/>
                </a:cubicBezTo>
                <a:cubicBezTo>
                  <a:pt x="0" y="214"/>
                  <a:pt x="0" y="208"/>
                  <a:pt x="1" y="203"/>
                </a:cubicBezTo>
                <a:cubicBezTo>
                  <a:pt x="1" y="197"/>
                  <a:pt x="2" y="190"/>
                  <a:pt x="3" y="184"/>
                </a:cubicBezTo>
                <a:cubicBezTo>
                  <a:pt x="4" y="177"/>
                  <a:pt x="6" y="171"/>
                  <a:pt x="8" y="165"/>
                </a:cubicBezTo>
                <a:cubicBezTo>
                  <a:pt x="9" y="159"/>
                  <a:pt x="12" y="154"/>
                  <a:pt x="15" y="148"/>
                </a:cubicBezTo>
                <a:cubicBezTo>
                  <a:pt x="18" y="143"/>
                  <a:pt x="22" y="138"/>
                  <a:pt x="26" y="134"/>
                </a:cubicBezTo>
                <a:cubicBezTo>
                  <a:pt x="30" y="130"/>
                  <a:pt x="35" y="127"/>
                  <a:pt x="40" y="125"/>
                </a:cubicBezTo>
                <a:cubicBezTo>
                  <a:pt x="46" y="123"/>
                  <a:pt x="53" y="121"/>
                  <a:pt x="60" y="121"/>
                </a:cubicBezTo>
                <a:cubicBezTo>
                  <a:pt x="61" y="121"/>
                  <a:pt x="63" y="123"/>
                  <a:pt x="67" y="125"/>
                </a:cubicBezTo>
                <a:cubicBezTo>
                  <a:pt x="71" y="128"/>
                  <a:pt x="75" y="130"/>
                  <a:pt x="80" y="133"/>
                </a:cubicBezTo>
                <a:cubicBezTo>
                  <a:pt x="85" y="136"/>
                  <a:pt x="91" y="139"/>
                  <a:pt x="99" y="142"/>
                </a:cubicBezTo>
                <a:cubicBezTo>
                  <a:pt x="106" y="144"/>
                  <a:pt x="114" y="145"/>
                  <a:pt x="122" y="145"/>
                </a:cubicBezTo>
                <a:cubicBezTo>
                  <a:pt x="129" y="145"/>
                  <a:pt x="137" y="144"/>
                  <a:pt x="145" y="142"/>
                </a:cubicBezTo>
                <a:cubicBezTo>
                  <a:pt x="152" y="139"/>
                  <a:pt x="159" y="136"/>
                  <a:pt x="163" y="133"/>
                </a:cubicBezTo>
                <a:cubicBezTo>
                  <a:pt x="168" y="130"/>
                  <a:pt x="172" y="128"/>
                  <a:pt x="176" y="125"/>
                </a:cubicBezTo>
                <a:cubicBezTo>
                  <a:pt x="180" y="123"/>
                  <a:pt x="182" y="121"/>
                  <a:pt x="183" y="121"/>
                </a:cubicBezTo>
                <a:cubicBezTo>
                  <a:pt x="190" y="121"/>
                  <a:pt x="197" y="123"/>
                  <a:pt x="203" y="125"/>
                </a:cubicBezTo>
                <a:cubicBezTo>
                  <a:pt x="209" y="127"/>
                  <a:pt x="213" y="130"/>
                  <a:pt x="217" y="134"/>
                </a:cubicBezTo>
                <a:cubicBezTo>
                  <a:pt x="222" y="138"/>
                  <a:pt x="225" y="143"/>
                  <a:pt x="228" y="148"/>
                </a:cubicBezTo>
                <a:cubicBezTo>
                  <a:pt x="231" y="154"/>
                  <a:pt x="234" y="159"/>
                  <a:pt x="236" y="165"/>
                </a:cubicBezTo>
                <a:cubicBezTo>
                  <a:pt x="237" y="171"/>
                  <a:pt x="239" y="177"/>
                  <a:pt x="240" y="184"/>
                </a:cubicBezTo>
                <a:cubicBezTo>
                  <a:pt x="241" y="190"/>
                  <a:pt x="242" y="197"/>
                  <a:pt x="243" y="203"/>
                </a:cubicBezTo>
                <a:cubicBezTo>
                  <a:pt x="243" y="208"/>
                  <a:pt x="243" y="214"/>
                  <a:pt x="243" y="220"/>
                </a:cubicBezTo>
                <a:close/>
                <a:moveTo>
                  <a:pt x="188" y="66"/>
                </a:moveTo>
                <a:cubicBezTo>
                  <a:pt x="188" y="84"/>
                  <a:pt x="181" y="100"/>
                  <a:pt x="169" y="113"/>
                </a:cubicBezTo>
                <a:cubicBezTo>
                  <a:pt x="156" y="126"/>
                  <a:pt x="140" y="132"/>
                  <a:pt x="122" y="132"/>
                </a:cubicBezTo>
                <a:cubicBezTo>
                  <a:pt x="103" y="132"/>
                  <a:pt x="88" y="126"/>
                  <a:pt x="75" y="113"/>
                </a:cubicBezTo>
                <a:cubicBezTo>
                  <a:pt x="62" y="100"/>
                  <a:pt x="55" y="84"/>
                  <a:pt x="55" y="66"/>
                </a:cubicBezTo>
                <a:cubicBezTo>
                  <a:pt x="55" y="48"/>
                  <a:pt x="62" y="32"/>
                  <a:pt x="75" y="19"/>
                </a:cubicBezTo>
                <a:cubicBezTo>
                  <a:pt x="88" y="6"/>
                  <a:pt x="103" y="0"/>
                  <a:pt x="122" y="0"/>
                </a:cubicBezTo>
                <a:cubicBezTo>
                  <a:pt x="140" y="0"/>
                  <a:pt x="156" y="6"/>
                  <a:pt x="169" y="19"/>
                </a:cubicBezTo>
                <a:cubicBezTo>
                  <a:pt x="181" y="32"/>
                  <a:pt x="188" y="48"/>
                  <a:pt x="188" y="6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5" name="Freeform 121"/>
          <p:cNvSpPr>
            <a:spLocks noEditPoints="1"/>
          </p:cNvSpPr>
          <p:nvPr/>
        </p:nvSpPr>
        <p:spPr bwMode="auto">
          <a:xfrm>
            <a:off x="3314701" y="3741738"/>
            <a:ext cx="263525" cy="287338"/>
          </a:xfrm>
          <a:custGeom>
            <a:avLst/>
            <a:gdLst>
              <a:gd name="T0" fmla="*/ 63 w 244"/>
              <a:gd name="T1" fmla="*/ 218 h 265"/>
              <a:gd name="T2" fmla="*/ 48 w 244"/>
              <a:gd name="T3" fmla="*/ 218 h 265"/>
              <a:gd name="T4" fmla="*/ 48 w 244"/>
              <a:gd name="T5" fmla="*/ 202 h 265"/>
              <a:gd name="T6" fmla="*/ 63 w 244"/>
              <a:gd name="T7" fmla="*/ 202 h 265"/>
              <a:gd name="T8" fmla="*/ 244 w 244"/>
              <a:gd name="T9" fmla="*/ 220 h 265"/>
              <a:gd name="T10" fmla="*/ 198 w 244"/>
              <a:gd name="T11" fmla="*/ 265 h 265"/>
              <a:gd name="T12" fmla="*/ 13 w 244"/>
              <a:gd name="T13" fmla="*/ 253 h 265"/>
              <a:gd name="T14" fmla="*/ 1 w 244"/>
              <a:gd name="T15" fmla="*/ 198 h 265"/>
              <a:gd name="T16" fmla="*/ 14 w 244"/>
              <a:gd name="T17" fmla="*/ 151 h 265"/>
              <a:gd name="T18" fmla="*/ 48 w 244"/>
              <a:gd name="T19" fmla="*/ 123 h 265"/>
              <a:gd name="T20" fmla="*/ 45 w 244"/>
              <a:gd name="T21" fmla="*/ 179 h 265"/>
              <a:gd name="T22" fmla="*/ 23 w 244"/>
              <a:gd name="T23" fmla="*/ 210 h 265"/>
              <a:gd name="T24" fmla="*/ 56 w 244"/>
              <a:gd name="T25" fmla="*/ 243 h 265"/>
              <a:gd name="T26" fmla="*/ 89 w 244"/>
              <a:gd name="T27" fmla="*/ 210 h 265"/>
              <a:gd name="T28" fmla="*/ 67 w 244"/>
              <a:gd name="T29" fmla="*/ 179 h 265"/>
              <a:gd name="T30" fmla="*/ 71 w 244"/>
              <a:gd name="T31" fmla="*/ 127 h 265"/>
              <a:gd name="T32" fmla="*/ 173 w 244"/>
              <a:gd name="T33" fmla="*/ 127 h 265"/>
              <a:gd name="T34" fmla="*/ 177 w 244"/>
              <a:gd name="T35" fmla="*/ 155 h 265"/>
              <a:gd name="T36" fmla="*/ 133 w 244"/>
              <a:gd name="T37" fmla="*/ 199 h 265"/>
              <a:gd name="T38" fmla="*/ 128 w 244"/>
              <a:gd name="T39" fmla="*/ 226 h 265"/>
              <a:gd name="T40" fmla="*/ 144 w 244"/>
              <a:gd name="T41" fmla="*/ 243 h 265"/>
              <a:gd name="T42" fmla="*/ 161 w 244"/>
              <a:gd name="T43" fmla="*/ 226 h 265"/>
              <a:gd name="T44" fmla="*/ 155 w 244"/>
              <a:gd name="T45" fmla="*/ 199 h 265"/>
              <a:gd name="T46" fmla="*/ 177 w 244"/>
              <a:gd name="T47" fmla="*/ 177 h 265"/>
              <a:gd name="T48" fmla="*/ 199 w 244"/>
              <a:gd name="T49" fmla="*/ 199 h 265"/>
              <a:gd name="T50" fmla="*/ 194 w 244"/>
              <a:gd name="T51" fmla="*/ 226 h 265"/>
              <a:gd name="T52" fmla="*/ 211 w 244"/>
              <a:gd name="T53" fmla="*/ 243 h 265"/>
              <a:gd name="T54" fmla="*/ 227 w 244"/>
              <a:gd name="T55" fmla="*/ 226 h 265"/>
              <a:gd name="T56" fmla="*/ 222 w 244"/>
              <a:gd name="T57" fmla="*/ 199 h 265"/>
              <a:gd name="T58" fmla="*/ 199 w 244"/>
              <a:gd name="T59" fmla="*/ 161 h 265"/>
              <a:gd name="T60" fmla="*/ 200 w 244"/>
              <a:gd name="T61" fmla="*/ 145 h 265"/>
              <a:gd name="T62" fmla="*/ 198 w 244"/>
              <a:gd name="T63" fmla="*/ 130 h 265"/>
              <a:gd name="T64" fmla="*/ 216 w 244"/>
              <a:gd name="T65" fmla="*/ 133 h 265"/>
              <a:gd name="T66" fmla="*/ 239 w 244"/>
              <a:gd name="T67" fmla="*/ 174 h 265"/>
              <a:gd name="T68" fmla="*/ 244 w 244"/>
              <a:gd name="T69" fmla="*/ 220 h 265"/>
              <a:gd name="T70" fmla="*/ 169 w 244"/>
              <a:gd name="T71" fmla="*/ 113 h 265"/>
              <a:gd name="T72" fmla="*/ 75 w 244"/>
              <a:gd name="T73" fmla="*/ 113 h 265"/>
              <a:gd name="T74" fmla="*/ 75 w 244"/>
              <a:gd name="T75" fmla="*/ 19 h 265"/>
              <a:gd name="T76" fmla="*/ 169 w 244"/>
              <a:gd name="T77" fmla="*/ 19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4" h="265">
                <a:moveTo>
                  <a:pt x="67" y="210"/>
                </a:moveTo>
                <a:cubicBezTo>
                  <a:pt x="67" y="213"/>
                  <a:pt x="66" y="215"/>
                  <a:pt x="63" y="218"/>
                </a:cubicBezTo>
                <a:cubicBezTo>
                  <a:pt x="61" y="220"/>
                  <a:pt x="59" y="221"/>
                  <a:pt x="56" y="221"/>
                </a:cubicBezTo>
                <a:cubicBezTo>
                  <a:pt x="53" y="221"/>
                  <a:pt x="50" y="220"/>
                  <a:pt x="48" y="218"/>
                </a:cubicBezTo>
                <a:cubicBezTo>
                  <a:pt x="46" y="215"/>
                  <a:pt x="45" y="213"/>
                  <a:pt x="45" y="210"/>
                </a:cubicBezTo>
                <a:cubicBezTo>
                  <a:pt x="45" y="207"/>
                  <a:pt x="46" y="204"/>
                  <a:pt x="48" y="202"/>
                </a:cubicBezTo>
                <a:cubicBezTo>
                  <a:pt x="50" y="200"/>
                  <a:pt x="53" y="199"/>
                  <a:pt x="56" y="199"/>
                </a:cubicBezTo>
                <a:cubicBezTo>
                  <a:pt x="59" y="199"/>
                  <a:pt x="61" y="200"/>
                  <a:pt x="63" y="202"/>
                </a:cubicBezTo>
                <a:cubicBezTo>
                  <a:pt x="66" y="204"/>
                  <a:pt x="67" y="207"/>
                  <a:pt x="67" y="210"/>
                </a:cubicBezTo>
                <a:close/>
                <a:moveTo>
                  <a:pt x="244" y="220"/>
                </a:moveTo>
                <a:cubicBezTo>
                  <a:pt x="244" y="234"/>
                  <a:pt x="239" y="245"/>
                  <a:pt x="231" y="253"/>
                </a:cubicBezTo>
                <a:cubicBezTo>
                  <a:pt x="223" y="261"/>
                  <a:pt x="211" y="265"/>
                  <a:pt x="198" y="265"/>
                </a:cubicBezTo>
                <a:cubicBezTo>
                  <a:pt x="47" y="265"/>
                  <a:pt x="47" y="265"/>
                  <a:pt x="47" y="265"/>
                </a:cubicBezTo>
                <a:cubicBezTo>
                  <a:pt x="33" y="265"/>
                  <a:pt x="21" y="261"/>
                  <a:pt x="13" y="253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213"/>
                  <a:pt x="1" y="205"/>
                  <a:pt x="1" y="198"/>
                </a:cubicBezTo>
                <a:cubicBezTo>
                  <a:pt x="2" y="191"/>
                  <a:pt x="3" y="183"/>
                  <a:pt x="5" y="174"/>
                </a:cubicBezTo>
                <a:cubicBezTo>
                  <a:pt x="8" y="165"/>
                  <a:pt x="10" y="158"/>
                  <a:pt x="14" y="151"/>
                </a:cubicBezTo>
                <a:cubicBezTo>
                  <a:pt x="17" y="144"/>
                  <a:pt x="22" y="138"/>
                  <a:pt x="28" y="133"/>
                </a:cubicBezTo>
                <a:cubicBezTo>
                  <a:pt x="34" y="128"/>
                  <a:pt x="41" y="125"/>
                  <a:pt x="48" y="123"/>
                </a:cubicBezTo>
                <a:cubicBezTo>
                  <a:pt x="46" y="129"/>
                  <a:pt x="45" y="136"/>
                  <a:pt x="45" y="144"/>
                </a:cubicBezTo>
                <a:cubicBezTo>
                  <a:pt x="45" y="179"/>
                  <a:pt x="45" y="179"/>
                  <a:pt x="45" y="179"/>
                </a:cubicBezTo>
                <a:cubicBezTo>
                  <a:pt x="38" y="181"/>
                  <a:pt x="33" y="185"/>
                  <a:pt x="29" y="191"/>
                </a:cubicBezTo>
                <a:cubicBezTo>
                  <a:pt x="25" y="196"/>
                  <a:pt x="23" y="203"/>
                  <a:pt x="23" y="210"/>
                </a:cubicBezTo>
                <a:cubicBezTo>
                  <a:pt x="23" y="219"/>
                  <a:pt x="26" y="227"/>
                  <a:pt x="32" y="233"/>
                </a:cubicBezTo>
                <a:cubicBezTo>
                  <a:pt x="39" y="240"/>
                  <a:pt x="46" y="243"/>
                  <a:pt x="56" y="243"/>
                </a:cubicBezTo>
                <a:cubicBezTo>
                  <a:pt x="65" y="243"/>
                  <a:pt x="73" y="240"/>
                  <a:pt x="79" y="233"/>
                </a:cubicBezTo>
                <a:cubicBezTo>
                  <a:pt x="86" y="227"/>
                  <a:pt x="89" y="219"/>
                  <a:pt x="89" y="210"/>
                </a:cubicBezTo>
                <a:cubicBezTo>
                  <a:pt x="89" y="203"/>
                  <a:pt x="87" y="196"/>
                  <a:pt x="83" y="191"/>
                </a:cubicBezTo>
                <a:cubicBezTo>
                  <a:pt x="79" y="185"/>
                  <a:pt x="73" y="181"/>
                  <a:pt x="67" y="179"/>
                </a:cubicBezTo>
                <a:cubicBezTo>
                  <a:pt x="67" y="144"/>
                  <a:pt x="67" y="144"/>
                  <a:pt x="67" y="144"/>
                </a:cubicBezTo>
                <a:cubicBezTo>
                  <a:pt x="67" y="136"/>
                  <a:pt x="68" y="131"/>
                  <a:pt x="71" y="127"/>
                </a:cubicBezTo>
                <a:cubicBezTo>
                  <a:pt x="86" y="139"/>
                  <a:pt x="103" y="145"/>
                  <a:pt x="122" y="145"/>
                </a:cubicBezTo>
                <a:cubicBezTo>
                  <a:pt x="141" y="145"/>
                  <a:pt x="158" y="139"/>
                  <a:pt x="173" y="127"/>
                </a:cubicBezTo>
                <a:cubicBezTo>
                  <a:pt x="176" y="131"/>
                  <a:pt x="177" y="136"/>
                  <a:pt x="177" y="144"/>
                </a:cubicBezTo>
                <a:cubicBezTo>
                  <a:pt x="177" y="155"/>
                  <a:pt x="177" y="155"/>
                  <a:pt x="177" y="155"/>
                </a:cubicBezTo>
                <a:cubicBezTo>
                  <a:pt x="165" y="155"/>
                  <a:pt x="155" y="159"/>
                  <a:pt x="146" y="168"/>
                </a:cubicBezTo>
                <a:cubicBezTo>
                  <a:pt x="137" y="176"/>
                  <a:pt x="133" y="187"/>
                  <a:pt x="133" y="199"/>
                </a:cubicBezTo>
                <a:cubicBezTo>
                  <a:pt x="133" y="214"/>
                  <a:pt x="133" y="214"/>
                  <a:pt x="133" y="214"/>
                </a:cubicBezTo>
                <a:cubicBezTo>
                  <a:pt x="129" y="218"/>
                  <a:pt x="128" y="222"/>
                  <a:pt x="128" y="226"/>
                </a:cubicBezTo>
                <a:cubicBezTo>
                  <a:pt x="128" y="231"/>
                  <a:pt x="129" y="235"/>
                  <a:pt x="132" y="238"/>
                </a:cubicBezTo>
                <a:cubicBezTo>
                  <a:pt x="136" y="241"/>
                  <a:pt x="140" y="243"/>
                  <a:pt x="144" y="243"/>
                </a:cubicBezTo>
                <a:cubicBezTo>
                  <a:pt x="149" y="243"/>
                  <a:pt x="153" y="241"/>
                  <a:pt x="156" y="238"/>
                </a:cubicBezTo>
                <a:cubicBezTo>
                  <a:pt x="159" y="235"/>
                  <a:pt x="161" y="231"/>
                  <a:pt x="161" y="226"/>
                </a:cubicBezTo>
                <a:cubicBezTo>
                  <a:pt x="161" y="222"/>
                  <a:pt x="159" y="218"/>
                  <a:pt x="155" y="214"/>
                </a:cubicBezTo>
                <a:cubicBezTo>
                  <a:pt x="155" y="199"/>
                  <a:pt x="155" y="199"/>
                  <a:pt x="155" y="199"/>
                </a:cubicBezTo>
                <a:cubicBezTo>
                  <a:pt x="155" y="193"/>
                  <a:pt x="157" y="188"/>
                  <a:pt x="162" y="183"/>
                </a:cubicBezTo>
                <a:cubicBezTo>
                  <a:pt x="166" y="179"/>
                  <a:pt x="171" y="177"/>
                  <a:pt x="177" y="177"/>
                </a:cubicBezTo>
                <a:cubicBezTo>
                  <a:pt x="183" y="177"/>
                  <a:pt x="189" y="179"/>
                  <a:pt x="193" y="183"/>
                </a:cubicBezTo>
                <a:cubicBezTo>
                  <a:pt x="197" y="188"/>
                  <a:pt x="199" y="193"/>
                  <a:pt x="199" y="199"/>
                </a:cubicBezTo>
                <a:cubicBezTo>
                  <a:pt x="199" y="214"/>
                  <a:pt x="199" y="214"/>
                  <a:pt x="199" y="214"/>
                </a:cubicBezTo>
                <a:cubicBezTo>
                  <a:pt x="196" y="218"/>
                  <a:pt x="194" y="222"/>
                  <a:pt x="194" y="226"/>
                </a:cubicBezTo>
                <a:cubicBezTo>
                  <a:pt x="194" y="231"/>
                  <a:pt x="196" y="235"/>
                  <a:pt x="199" y="238"/>
                </a:cubicBezTo>
                <a:cubicBezTo>
                  <a:pt x="202" y="241"/>
                  <a:pt x="206" y="243"/>
                  <a:pt x="211" y="243"/>
                </a:cubicBezTo>
                <a:cubicBezTo>
                  <a:pt x="215" y="243"/>
                  <a:pt x="219" y="241"/>
                  <a:pt x="222" y="238"/>
                </a:cubicBezTo>
                <a:cubicBezTo>
                  <a:pt x="225" y="235"/>
                  <a:pt x="227" y="231"/>
                  <a:pt x="227" y="226"/>
                </a:cubicBezTo>
                <a:cubicBezTo>
                  <a:pt x="227" y="222"/>
                  <a:pt x="225" y="218"/>
                  <a:pt x="222" y="214"/>
                </a:cubicBezTo>
                <a:cubicBezTo>
                  <a:pt x="222" y="199"/>
                  <a:pt x="222" y="199"/>
                  <a:pt x="222" y="199"/>
                </a:cubicBezTo>
                <a:cubicBezTo>
                  <a:pt x="222" y="191"/>
                  <a:pt x="220" y="184"/>
                  <a:pt x="216" y="177"/>
                </a:cubicBezTo>
                <a:cubicBezTo>
                  <a:pt x="212" y="170"/>
                  <a:pt x="206" y="165"/>
                  <a:pt x="199" y="161"/>
                </a:cubicBezTo>
                <a:cubicBezTo>
                  <a:pt x="199" y="159"/>
                  <a:pt x="199" y="157"/>
                  <a:pt x="200" y="153"/>
                </a:cubicBezTo>
                <a:cubicBezTo>
                  <a:pt x="200" y="150"/>
                  <a:pt x="200" y="147"/>
                  <a:pt x="200" y="145"/>
                </a:cubicBezTo>
                <a:cubicBezTo>
                  <a:pt x="199" y="143"/>
                  <a:pt x="199" y="141"/>
                  <a:pt x="199" y="138"/>
                </a:cubicBezTo>
                <a:cubicBezTo>
                  <a:pt x="199" y="135"/>
                  <a:pt x="198" y="132"/>
                  <a:pt x="198" y="130"/>
                </a:cubicBezTo>
                <a:cubicBezTo>
                  <a:pt x="197" y="127"/>
                  <a:pt x="197" y="125"/>
                  <a:pt x="196" y="123"/>
                </a:cubicBezTo>
                <a:cubicBezTo>
                  <a:pt x="203" y="125"/>
                  <a:pt x="210" y="128"/>
                  <a:pt x="216" y="133"/>
                </a:cubicBezTo>
                <a:cubicBezTo>
                  <a:pt x="222" y="138"/>
                  <a:pt x="227" y="144"/>
                  <a:pt x="230" y="151"/>
                </a:cubicBezTo>
                <a:cubicBezTo>
                  <a:pt x="234" y="158"/>
                  <a:pt x="236" y="165"/>
                  <a:pt x="239" y="174"/>
                </a:cubicBezTo>
                <a:cubicBezTo>
                  <a:pt x="241" y="183"/>
                  <a:pt x="242" y="191"/>
                  <a:pt x="243" y="198"/>
                </a:cubicBezTo>
                <a:cubicBezTo>
                  <a:pt x="243" y="205"/>
                  <a:pt x="244" y="213"/>
                  <a:pt x="244" y="220"/>
                </a:cubicBezTo>
                <a:close/>
                <a:moveTo>
                  <a:pt x="188" y="66"/>
                </a:moveTo>
                <a:cubicBezTo>
                  <a:pt x="188" y="84"/>
                  <a:pt x="182" y="100"/>
                  <a:pt x="169" y="113"/>
                </a:cubicBezTo>
                <a:cubicBezTo>
                  <a:pt x="156" y="126"/>
                  <a:pt x="140" y="132"/>
                  <a:pt x="122" y="132"/>
                </a:cubicBezTo>
                <a:cubicBezTo>
                  <a:pt x="104" y="132"/>
                  <a:pt x="88" y="126"/>
                  <a:pt x="75" y="113"/>
                </a:cubicBezTo>
                <a:cubicBezTo>
                  <a:pt x="62" y="100"/>
                  <a:pt x="56" y="84"/>
                  <a:pt x="56" y="66"/>
                </a:cubicBezTo>
                <a:cubicBezTo>
                  <a:pt x="56" y="48"/>
                  <a:pt x="62" y="32"/>
                  <a:pt x="75" y="19"/>
                </a:cubicBezTo>
                <a:cubicBezTo>
                  <a:pt x="88" y="6"/>
                  <a:pt x="104" y="0"/>
                  <a:pt x="122" y="0"/>
                </a:cubicBezTo>
                <a:cubicBezTo>
                  <a:pt x="140" y="0"/>
                  <a:pt x="156" y="6"/>
                  <a:pt x="169" y="19"/>
                </a:cubicBezTo>
                <a:cubicBezTo>
                  <a:pt x="182" y="32"/>
                  <a:pt x="188" y="48"/>
                  <a:pt x="188" y="6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6" name="Freeform 122"/>
          <p:cNvSpPr>
            <a:spLocks noEditPoints="1"/>
          </p:cNvSpPr>
          <p:nvPr/>
        </p:nvSpPr>
        <p:spPr bwMode="auto">
          <a:xfrm>
            <a:off x="3684588" y="3741738"/>
            <a:ext cx="382588" cy="287338"/>
          </a:xfrm>
          <a:custGeom>
            <a:avLst/>
            <a:gdLst>
              <a:gd name="T0" fmla="*/ 75 w 354"/>
              <a:gd name="T1" fmla="*/ 113 h 265"/>
              <a:gd name="T2" fmla="*/ 75 w 354"/>
              <a:gd name="T3" fmla="*/ 19 h 265"/>
              <a:gd name="T4" fmla="*/ 169 w 354"/>
              <a:gd name="T5" fmla="*/ 19 h 265"/>
              <a:gd name="T6" fmla="*/ 169 w 354"/>
              <a:gd name="T7" fmla="*/ 113 h 265"/>
              <a:gd name="T8" fmla="*/ 287 w 354"/>
              <a:gd name="T9" fmla="*/ 155 h 265"/>
              <a:gd name="T10" fmla="*/ 352 w 354"/>
              <a:gd name="T11" fmla="*/ 156 h 265"/>
              <a:gd name="T12" fmla="*/ 354 w 354"/>
              <a:gd name="T13" fmla="*/ 193 h 265"/>
              <a:gd name="T14" fmla="*/ 348 w 354"/>
              <a:gd name="T15" fmla="*/ 199 h 265"/>
              <a:gd name="T16" fmla="*/ 287 w 354"/>
              <a:gd name="T17" fmla="*/ 260 h 265"/>
              <a:gd name="T18" fmla="*/ 282 w 354"/>
              <a:gd name="T19" fmla="*/ 265 h 265"/>
              <a:gd name="T20" fmla="*/ 245 w 354"/>
              <a:gd name="T21" fmla="*/ 264 h 265"/>
              <a:gd name="T22" fmla="*/ 243 w 354"/>
              <a:gd name="T23" fmla="*/ 199 h 265"/>
              <a:gd name="T24" fmla="*/ 179 w 354"/>
              <a:gd name="T25" fmla="*/ 197 h 265"/>
              <a:gd name="T26" fmla="*/ 177 w 354"/>
              <a:gd name="T27" fmla="*/ 160 h 265"/>
              <a:gd name="T28" fmla="*/ 182 w 354"/>
              <a:gd name="T29" fmla="*/ 155 h 265"/>
              <a:gd name="T30" fmla="*/ 243 w 354"/>
              <a:gd name="T31" fmla="*/ 94 h 265"/>
              <a:gd name="T32" fmla="*/ 249 w 354"/>
              <a:gd name="T33" fmla="*/ 88 h 265"/>
              <a:gd name="T34" fmla="*/ 286 w 354"/>
              <a:gd name="T35" fmla="*/ 90 h 265"/>
              <a:gd name="T36" fmla="*/ 287 w 354"/>
              <a:gd name="T37" fmla="*/ 155 h 265"/>
              <a:gd name="T38" fmla="*/ 167 w 354"/>
              <a:gd name="T39" fmla="*/ 209 h 265"/>
              <a:gd name="T40" fmla="*/ 227 w 354"/>
              <a:gd name="T41" fmla="*/ 215 h 265"/>
              <a:gd name="T42" fmla="*/ 197 w 354"/>
              <a:gd name="T43" fmla="*/ 265 h 265"/>
              <a:gd name="T44" fmla="*/ 13 w 354"/>
              <a:gd name="T45" fmla="*/ 253 h 265"/>
              <a:gd name="T46" fmla="*/ 1 w 354"/>
              <a:gd name="T47" fmla="*/ 203 h 265"/>
              <a:gd name="T48" fmla="*/ 8 w 354"/>
              <a:gd name="T49" fmla="*/ 165 h 265"/>
              <a:gd name="T50" fmla="*/ 26 w 354"/>
              <a:gd name="T51" fmla="*/ 134 h 265"/>
              <a:gd name="T52" fmla="*/ 60 w 354"/>
              <a:gd name="T53" fmla="*/ 121 h 265"/>
              <a:gd name="T54" fmla="*/ 93 w 354"/>
              <a:gd name="T55" fmla="*/ 140 h 265"/>
              <a:gd name="T56" fmla="*/ 150 w 354"/>
              <a:gd name="T57" fmla="*/ 140 h 265"/>
              <a:gd name="T58" fmla="*/ 183 w 354"/>
              <a:gd name="T59" fmla="*/ 121 h 265"/>
              <a:gd name="T60" fmla="*/ 182 w 354"/>
              <a:gd name="T61" fmla="*/ 138 h 265"/>
              <a:gd name="T62" fmla="*/ 160 w 354"/>
              <a:gd name="T63" fmla="*/ 16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4" h="265">
                <a:moveTo>
                  <a:pt x="122" y="132"/>
                </a:moveTo>
                <a:cubicBezTo>
                  <a:pt x="103" y="132"/>
                  <a:pt x="88" y="126"/>
                  <a:pt x="75" y="113"/>
                </a:cubicBezTo>
                <a:cubicBezTo>
                  <a:pt x="62" y="100"/>
                  <a:pt x="55" y="84"/>
                  <a:pt x="55" y="66"/>
                </a:cubicBezTo>
                <a:cubicBezTo>
                  <a:pt x="55" y="48"/>
                  <a:pt x="62" y="32"/>
                  <a:pt x="75" y="19"/>
                </a:cubicBezTo>
                <a:cubicBezTo>
                  <a:pt x="88" y="6"/>
                  <a:pt x="103" y="0"/>
                  <a:pt x="122" y="0"/>
                </a:cubicBezTo>
                <a:cubicBezTo>
                  <a:pt x="140" y="0"/>
                  <a:pt x="156" y="6"/>
                  <a:pt x="169" y="19"/>
                </a:cubicBezTo>
                <a:cubicBezTo>
                  <a:pt x="181" y="32"/>
                  <a:pt x="188" y="48"/>
                  <a:pt x="188" y="66"/>
                </a:cubicBezTo>
                <a:cubicBezTo>
                  <a:pt x="188" y="84"/>
                  <a:pt x="181" y="100"/>
                  <a:pt x="169" y="113"/>
                </a:cubicBezTo>
                <a:cubicBezTo>
                  <a:pt x="156" y="126"/>
                  <a:pt x="140" y="132"/>
                  <a:pt x="122" y="132"/>
                </a:cubicBezTo>
                <a:close/>
                <a:moveTo>
                  <a:pt x="287" y="155"/>
                </a:moveTo>
                <a:cubicBezTo>
                  <a:pt x="348" y="155"/>
                  <a:pt x="348" y="155"/>
                  <a:pt x="348" y="155"/>
                </a:cubicBezTo>
                <a:cubicBezTo>
                  <a:pt x="350" y="155"/>
                  <a:pt x="351" y="155"/>
                  <a:pt x="352" y="156"/>
                </a:cubicBezTo>
                <a:cubicBezTo>
                  <a:pt x="353" y="157"/>
                  <a:pt x="354" y="159"/>
                  <a:pt x="354" y="160"/>
                </a:cubicBezTo>
                <a:cubicBezTo>
                  <a:pt x="354" y="193"/>
                  <a:pt x="354" y="193"/>
                  <a:pt x="354" y="193"/>
                </a:cubicBezTo>
                <a:cubicBezTo>
                  <a:pt x="354" y="195"/>
                  <a:pt x="353" y="196"/>
                  <a:pt x="352" y="197"/>
                </a:cubicBezTo>
                <a:cubicBezTo>
                  <a:pt x="351" y="198"/>
                  <a:pt x="350" y="199"/>
                  <a:pt x="348" y="199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7" y="260"/>
                  <a:pt x="287" y="260"/>
                  <a:pt x="287" y="260"/>
                </a:cubicBezTo>
                <a:cubicBezTo>
                  <a:pt x="287" y="261"/>
                  <a:pt x="287" y="262"/>
                  <a:pt x="286" y="264"/>
                </a:cubicBezTo>
                <a:cubicBezTo>
                  <a:pt x="285" y="265"/>
                  <a:pt x="283" y="265"/>
                  <a:pt x="282" y="265"/>
                </a:cubicBezTo>
                <a:cubicBezTo>
                  <a:pt x="249" y="265"/>
                  <a:pt x="249" y="265"/>
                  <a:pt x="249" y="265"/>
                </a:cubicBezTo>
                <a:cubicBezTo>
                  <a:pt x="247" y="265"/>
                  <a:pt x="246" y="265"/>
                  <a:pt x="245" y="264"/>
                </a:cubicBezTo>
                <a:cubicBezTo>
                  <a:pt x="244" y="262"/>
                  <a:pt x="243" y="261"/>
                  <a:pt x="243" y="260"/>
                </a:cubicBezTo>
                <a:cubicBezTo>
                  <a:pt x="243" y="199"/>
                  <a:pt x="243" y="199"/>
                  <a:pt x="243" y="199"/>
                </a:cubicBezTo>
                <a:cubicBezTo>
                  <a:pt x="182" y="199"/>
                  <a:pt x="182" y="199"/>
                  <a:pt x="182" y="199"/>
                </a:cubicBezTo>
                <a:cubicBezTo>
                  <a:pt x="181" y="199"/>
                  <a:pt x="180" y="198"/>
                  <a:pt x="179" y="197"/>
                </a:cubicBezTo>
                <a:cubicBezTo>
                  <a:pt x="177" y="196"/>
                  <a:pt x="177" y="195"/>
                  <a:pt x="177" y="193"/>
                </a:cubicBezTo>
                <a:cubicBezTo>
                  <a:pt x="177" y="160"/>
                  <a:pt x="177" y="160"/>
                  <a:pt x="177" y="160"/>
                </a:cubicBezTo>
                <a:cubicBezTo>
                  <a:pt x="177" y="159"/>
                  <a:pt x="177" y="157"/>
                  <a:pt x="179" y="156"/>
                </a:cubicBezTo>
                <a:cubicBezTo>
                  <a:pt x="180" y="155"/>
                  <a:pt x="181" y="155"/>
                  <a:pt x="182" y="155"/>
                </a:cubicBezTo>
                <a:cubicBezTo>
                  <a:pt x="243" y="155"/>
                  <a:pt x="243" y="155"/>
                  <a:pt x="243" y="155"/>
                </a:cubicBezTo>
                <a:cubicBezTo>
                  <a:pt x="243" y="94"/>
                  <a:pt x="243" y="94"/>
                  <a:pt x="243" y="94"/>
                </a:cubicBezTo>
                <a:cubicBezTo>
                  <a:pt x="243" y="92"/>
                  <a:pt x="244" y="91"/>
                  <a:pt x="245" y="90"/>
                </a:cubicBezTo>
                <a:cubicBezTo>
                  <a:pt x="246" y="89"/>
                  <a:pt x="247" y="88"/>
                  <a:pt x="249" y="88"/>
                </a:cubicBezTo>
                <a:cubicBezTo>
                  <a:pt x="282" y="88"/>
                  <a:pt x="282" y="88"/>
                  <a:pt x="282" y="88"/>
                </a:cubicBezTo>
                <a:cubicBezTo>
                  <a:pt x="283" y="88"/>
                  <a:pt x="285" y="89"/>
                  <a:pt x="286" y="90"/>
                </a:cubicBezTo>
                <a:cubicBezTo>
                  <a:pt x="287" y="91"/>
                  <a:pt x="287" y="92"/>
                  <a:pt x="287" y="94"/>
                </a:cubicBezTo>
                <a:lnTo>
                  <a:pt x="287" y="155"/>
                </a:lnTo>
                <a:close/>
                <a:moveTo>
                  <a:pt x="160" y="193"/>
                </a:moveTo>
                <a:cubicBezTo>
                  <a:pt x="160" y="199"/>
                  <a:pt x="163" y="204"/>
                  <a:pt x="167" y="209"/>
                </a:cubicBezTo>
                <a:cubicBezTo>
                  <a:pt x="171" y="213"/>
                  <a:pt x="176" y="215"/>
                  <a:pt x="182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57"/>
                  <a:pt x="227" y="257"/>
                  <a:pt x="227" y="257"/>
                </a:cubicBezTo>
                <a:cubicBezTo>
                  <a:pt x="219" y="262"/>
                  <a:pt x="209" y="265"/>
                  <a:pt x="197" y="265"/>
                </a:cubicBezTo>
                <a:cubicBezTo>
                  <a:pt x="46" y="265"/>
                  <a:pt x="46" y="265"/>
                  <a:pt x="46" y="265"/>
                </a:cubicBezTo>
                <a:cubicBezTo>
                  <a:pt x="32" y="265"/>
                  <a:pt x="21" y="261"/>
                  <a:pt x="13" y="253"/>
                </a:cubicBezTo>
                <a:cubicBezTo>
                  <a:pt x="4" y="245"/>
                  <a:pt x="0" y="234"/>
                  <a:pt x="0" y="220"/>
                </a:cubicBezTo>
                <a:cubicBezTo>
                  <a:pt x="0" y="214"/>
                  <a:pt x="0" y="208"/>
                  <a:pt x="1" y="203"/>
                </a:cubicBezTo>
                <a:cubicBezTo>
                  <a:pt x="1" y="197"/>
                  <a:pt x="2" y="190"/>
                  <a:pt x="3" y="184"/>
                </a:cubicBezTo>
                <a:cubicBezTo>
                  <a:pt x="4" y="177"/>
                  <a:pt x="6" y="171"/>
                  <a:pt x="8" y="165"/>
                </a:cubicBezTo>
                <a:cubicBezTo>
                  <a:pt x="9" y="159"/>
                  <a:pt x="12" y="154"/>
                  <a:pt x="15" y="148"/>
                </a:cubicBezTo>
                <a:cubicBezTo>
                  <a:pt x="18" y="143"/>
                  <a:pt x="22" y="138"/>
                  <a:pt x="26" y="134"/>
                </a:cubicBezTo>
                <a:cubicBezTo>
                  <a:pt x="30" y="130"/>
                  <a:pt x="35" y="127"/>
                  <a:pt x="40" y="125"/>
                </a:cubicBezTo>
                <a:cubicBezTo>
                  <a:pt x="46" y="123"/>
                  <a:pt x="53" y="121"/>
                  <a:pt x="60" y="121"/>
                </a:cubicBezTo>
                <a:cubicBezTo>
                  <a:pt x="62" y="121"/>
                  <a:pt x="64" y="122"/>
                  <a:pt x="66" y="124"/>
                </a:cubicBezTo>
                <a:cubicBezTo>
                  <a:pt x="76" y="131"/>
                  <a:pt x="84" y="137"/>
                  <a:pt x="93" y="140"/>
                </a:cubicBezTo>
                <a:cubicBezTo>
                  <a:pt x="102" y="144"/>
                  <a:pt x="111" y="145"/>
                  <a:pt x="122" y="145"/>
                </a:cubicBezTo>
                <a:cubicBezTo>
                  <a:pt x="132" y="145"/>
                  <a:pt x="141" y="144"/>
                  <a:pt x="150" y="140"/>
                </a:cubicBezTo>
                <a:cubicBezTo>
                  <a:pt x="159" y="137"/>
                  <a:pt x="168" y="131"/>
                  <a:pt x="177" y="124"/>
                </a:cubicBezTo>
                <a:cubicBezTo>
                  <a:pt x="179" y="122"/>
                  <a:pt x="181" y="121"/>
                  <a:pt x="183" y="121"/>
                </a:cubicBezTo>
                <a:cubicBezTo>
                  <a:pt x="199" y="121"/>
                  <a:pt x="211" y="127"/>
                  <a:pt x="221" y="138"/>
                </a:cubicBezTo>
                <a:cubicBezTo>
                  <a:pt x="182" y="138"/>
                  <a:pt x="182" y="138"/>
                  <a:pt x="182" y="138"/>
                </a:cubicBezTo>
                <a:cubicBezTo>
                  <a:pt x="176" y="138"/>
                  <a:pt x="171" y="140"/>
                  <a:pt x="167" y="145"/>
                </a:cubicBezTo>
                <a:cubicBezTo>
                  <a:pt x="163" y="149"/>
                  <a:pt x="160" y="154"/>
                  <a:pt x="160" y="160"/>
                </a:cubicBezTo>
                <a:lnTo>
                  <a:pt x="160" y="19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7" name="Freeform 123"/>
          <p:cNvSpPr>
            <a:spLocks noEditPoints="1"/>
          </p:cNvSpPr>
          <p:nvPr/>
        </p:nvSpPr>
        <p:spPr bwMode="auto">
          <a:xfrm>
            <a:off x="5551488" y="3284538"/>
            <a:ext cx="217488" cy="338138"/>
          </a:xfrm>
          <a:custGeom>
            <a:avLst/>
            <a:gdLst>
              <a:gd name="T0" fmla="*/ 202 w 202"/>
              <a:gd name="T1" fmla="*/ 101 h 313"/>
              <a:gd name="T2" fmla="*/ 176 w 202"/>
              <a:gd name="T3" fmla="*/ 168 h 313"/>
              <a:gd name="T4" fmla="*/ 113 w 202"/>
              <a:gd name="T5" fmla="*/ 201 h 313"/>
              <a:gd name="T6" fmla="*/ 113 w 202"/>
              <a:gd name="T7" fmla="*/ 246 h 313"/>
              <a:gd name="T8" fmla="*/ 152 w 202"/>
              <a:gd name="T9" fmla="*/ 246 h 313"/>
              <a:gd name="T10" fmla="*/ 156 w 202"/>
              <a:gd name="T11" fmla="*/ 248 h 313"/>
              <a:gd name="T12" fmla="*/ 157 w 202"/>
              <a:gd name="T13" fmla="*/ 252 h 313"/>
              <a:gd name="T14" fmla="*/ 157 w 202"/>
              <a:gd name="T15" fmla="*/ 263 h 313"/>
              <a:gd name="T16" fmla="*/ 156 w 202"/>
              <a:gd name="T17" fmla="*/ 267 h 313"/>
              <a:gd name="T18" fmla="*/ 152 w 202"/>
              <a:gd name="T19" fmla="*/ 268 h 313"/>
              <a:gd name="T20" fmla="*/ 113 w 202"/>
              <a:gd name="T21" fmla="*/ 268 h 313"/>
              <a:gd name="T22" fmla="*/ 113 w 202"/>
              <a:gd name="T23" fmla="*/ 307 h 313"/>
              <a:gd name="T24" fmla="*/ 111 w 202"/>
              <a:gd name="T25" fmla="*/ 311 h 313"/>
              <a:gd name="T26" fmla="*/ 107 w 202"/>
              <a:gd name="T27" fmla="*/ 313 h 313"/>
              <a:gd name="T28" fmla="*/ 96 w 202"/>
              <a:gd name="T29" fmla="*/ 313 h 313"/>
              <a:gd name="T30" fmla="*/ 92 w 202"/>
              <a:gd name="T31" fmla="*/ 311 h 313"/>
              <a:gd name="T32" fmla="*/ 90 w 202"/>
              <a:gd name="T33" fmla="*/ 307 h 313"/>
              <a:gd name="T34" fmla="*/ 90 w 202"/>
              <a:gd name="T35" fmla="*/ 268 h 313"/>
              <a:gd name="T36" fmla="*/ 51 w 202"/>
              <a:gd name="T37" fmla="*/ 268 h 313"/>
              <a:gd name="T38" fmla="*/ 47 w 202"/>
              <a:gd name="T39" fmla="*/ 267 h 313"/>
              <a:gd name="T40" fmla="*/ 46 w 202"/>
              <a:gd name="T41" fmla="*/ 263 h 313"/>
              <a:gd name="T42" fmla="*/ 46 w 202"/>
              <a:gd name="T43" fmla="*/ 252 h 313"/>
              <a:gd name="T44" fmla="*/ 47 w 202"/>
              <a:gd name="T45" fmla="*/ 248 h 313"/>
              <a:gd name="T46" fmla="*/ 51 w 202"/>
              <a:gd name="T47" fmla="*/ 246 h 313"/>
              <a:gd name="T48" fmla="*/ 90 w 202"/>
              <a:gd name="T49" fmla="*/ 246 h 313"/>
              <a:gd name="T50" fmla="*/ 90 w 202"/>
              <a:gd name="T51" fmla="*/ 201 h 313"/>
              <a:gd name="T52" fmla="*/ 43 w 202"/>
              <a:gd name="T53" fmla="*/ 183 h 313"/>
              <a:gd name="T54" fmla="*/ 11 w 202"/>
              <a:gd name="T55" fmla="*/ 144 h 313"/>
              <a:gd name="T56" fmla="*/ 2 w 202"/>
              <a:gd name="T57" fmla="*/ 93 h 313"/>
              <a:gd name="T58" fmla="*/ 16 w 202"/>
              <a:gd name="T59" fmla="*/ 50 h 313"/>
              <a:gd name="T60" fmla="*/ 47 w 202"/>
              <a:gd name="T61" fmla="*/ 17 h 313"/>
              <a:gd name="T62" fmla="*/ 90 w 202"/>
              <a:gd name="T63" fmla="*/ 2 h 313"/>
              <a:gd name="T64" fmla="*/ 145 w 202"/>
              <a:gd name="T65" fmla="*/ 11 h 313"/>
              <a:gd name="T66" fmla="*/ 187 w 202"/>
              <a:gd name="T67" fmla="*/ 48 h 313"/>
              <a:gd name="T68" fmla="*/ 202 w 202"/>
              <a:gd name="T69" fmla="*/ 101 h 313"/>
              <a:gd name="T70" fmla="*/ 23 w 202"/>
              <a:gd name="T71" fmla="*/ 101 h 313"/>
              <a:gd name="T72" fmla="*/ 46 w 202"/>
              <a:gd name="T73" fmla="*/ 156 h 313"/>
              <a:gd name="T74" fmla="*/ 101 w 202"/>
              <a:gd name="T75" fmla="*/ 179 h 313"/>
              <a:gd name="T76" fmla="*/ 157 w 202"/>
              <a:gd name="T77" fmla="*/ 156 h 313"/>
              <a:gd name="T78" fmla="*/ 179 w 202"/>
              <a:gd name="T79" fmla="*/ 101 h 313"/>
              <a:gd name="T80" fmla="*/ 157 w 202"/>
              <a:gd name="T81" fmla="*/ 46 h 313"/>
              <a:gd name="T82" fmla="*/ 101 w 202"/>
              <a:gd name="T83" fmla="*/ 23 h 313"/>
              <a:gd name="T84" fmla="*/ 46 w 202"/>
              <a:gd name="T85" fmla="*/ 46 h 313"/>
              <a:gd name="T86" fmla="*/ 23 w 202"/>
              <a:gd name="T87" fmla="*/ 101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2" h="313">
                <a:moveTo>
                  <a:pt x="202" y="101"/>
                </a:moveTo>
                <a:cubicBezTo>
                  <a:pt x="202" y="127"/>
                  <a:pt x="193" y="149"/>
                  <a:pt x="176" y="168"/>
                </a:cubicBezTo>
                <a:cubicBezTo>
                  <a:pt x="159" y="187"/>
                  <a:pt x="138" y="198"/>
                  <a:pt x="113" y="201"/>
                </a:cubicBezTo>
                <a:cubicBezTo>
                  <a:pt x="113" y="246"/>
                  <a:pt x="113" y="246"/>
                  <a:pt x="113" y="246"/>
                </a:cubicBezTo>
                <a:cubicBezTo>
                  <a:pt x="152" y="246"/>
                  <a:pt x="152" y="246"/>
                  <a:pt x="152" y="246"/>
                </a:cubicBezTo>
                <a:cubicBezTo>
                  <a:pt x="153" y="246"/>
                  <a:pt x="155" y="247"/>
                  <a:pt x="156" y="248"/>
                </a:cubicBezTo>
                <a:cubicBezTo>
                  <a:pt x="157" y="249"/>
                  <a:pt x="157" y="250"/>
                  <a:pt x="157" y="252"/>
                </a:cubicBezTo>
                <a:cubicBezTo>
                  <a:pt x="157" y="263"/>
                  <a:pt x="157" y="263"/>
                  <a:pt x="157" y="263"/>
                </a:cubicBezTo>
                <a:cubicBezTo>
                  <a:pt x="157" y="264"/>
                  <a:pt x="157" y="266"/>
                  <a:pt x="156" y="267"/>
                </a:cubicBezTo>
                <a:cubicBezTo>
                  <a:pt x="155" y="268"/>
                  <a:pt x="153" y="268"/>
                  <a:pt x="152" y="268"/>
                </a:cubicBezTo>
                <a:cubicBezTo>
                  <a:pt x="113" y="268"/>
                  <a:pt x="113" y="268"/>
                  <a:pt x="113" y="268"/>
                </a:cubicBezTo>
                <a:cubicBezTo>
                  <a:pt x="113" y="307"/>
                  <a:pt x="113" y="307"/>
                  <a:pt x="113" y="307"/>
                </a:cubicBezTo>
                <a:cubicBezTo>
                  <a:pt x="113" y="309"/>
                  <a:pt x="112" y="310"/>
                  <a:pt x="111" y="311"/>
                </a:cubicBezTo>
                <a:cubicBezTo>
                  <a:pt x="110" y="312"/>
                  <a:pt x="109" y="313"/>
                  <a:pt x="107" y="31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4" y="313"/>
                  <a:pt x="93" y="312"/>
                  <a:pt x="92" y="311"/>
                </a:cubicBezTo>
                <a:cubicBezTo>
                  <a:pt x="91" y="310"/>
                  <a:pt x="90" y="309"/>
                  <a:pt x="90" y="307"/>
                </a:cubicBezTo>
                <a:cubicBezTo>
                  <a:pt x="90" y="268"/>
                  <a:pt x="90" y="268"/>
                  <a:pt x="90" y="268"/>
                </a:cubicBezTo>
                <a:cubicBezTo>
                  <a:pt x="51" y="268"/>
                  <a:pt x="51" y="268"/>
                  <a:pt x="51" y="268"/>
                </a:cubicBezTo>
                <a:cubicBezTo>
                  <a:pt x="50" y="268"/>
                  <a:pt x="48" y="268"/>
                  <a:pt x="47" y="267"/>
                </a:cubicBezTo>
                <a:cubicBezTo>
                  <a:pt x="46" y="266"/>
                  <a:pt x="46" y="264"/>
                  <a:pt x="46" y="263"/>
                </a:cubicBezTo>
                <a:cubicBezTo>
                  <a:pt x="46" y="252"/>
                  <a:pt x="46" y="252"/>
                  <a:pt x="46" y="252"/>
                </a:cubicBezTo>
                <a:cubicBezTo>
                  <a:pt x="46" y="250"/>
                  <a:pt x="46" y="249"/>
                  <a:pt x="47" y="248"/>
                </a:cubicBezTo>
                <a:cubicBezTo>
                  <a:pt x="48" y="247"/>
                  <a:pt x="50" y="246"/>
                  <a:pt x="51" y="246"/>
                </a:cubicBezTo>
                <a:cubicBezTo>
                  <a:pt x="90" y="246"/>
                  <a:pt x="90" y="246"/>
                  <a:pt x="90" y="246"/>
                </a:cubicBezTo>
                <a:cubicBezTo>
                  <a:pt x="90" y="201"/>
                  <a:pt x="90" y="201"/>
                  <a:pt x="90" y="201"/>
                </a:cubicBezTo>
                <a:cubicBezTo>
                  <a:pt x="73" y="199"/>
                  <a:pt x="57" y="193"/>
                  <a:pt x="43" y="183"/>
                </a:cubicBezTo>
                <a:cubicBezTo>
                  <a:pt x="29" y="173"/>
                  <a:pt x="18" y="160"/>
                  <a:pt x="11" y="144"/>
                </a:cubicBezTo>
                <a:cubicBezTo>
                  <a:pt x="3" y="128"/>
                  <a:pt x="0" y="111"/>
                  <a:pt x="2" y="93"/>
                </a:cubicBezTo>
                <a:cubicBezTo>
                  <a:pt x="3" y="78"/>
                  <a:pt x="7" y="63"/>
                  <a:pt x="16" y="50"/>
                </a:cubicBezTo>
                <a:cubicBezTo>
                  <a:pt x="24" y="36"/>
                  <a:pt x="34" y="26"/>
                  <a:pt x="47" y="17"/>
                </a:cubicBezTo>
                <a:cubicBezTo>
                  <a:pt x="60" y="9"/>
                  <a:pt x="75" y="3"/>
                  <a:pt x="90" y="2"/>
                </a:cubicBezTo>
                <a:cubicBezTo>
                  <a:pt x="110" y="0"/>
                  <a:pt x="128" y="3"/>
                  <a:pt x="145" y="11"/>
                </a:cubicBezTo>
                <a:cubicBezTo>
                  <a:pt x="163" y="20"/>
                  <a:pt x="176" y="32"/>
                  <a:pt x="187" y="48"/>
                </a:cubicBezTo>
                <a:cubicBezTo>
                  <a:pt x="197" y="64"/>
                  <a:pt x="202" y="82"/>
                  <a:pt x="202" y="101"/>
                </a:cubicBezTo>
                <a:close/>
                <a:moveTo>
                  <a:pt x="23" y="101"/>
                </a:moveTo>
                <a:cubicBezTo>
                  <a:pt x="23" y="123"/>
                  <a:pt x="31" y="141"/>
                  <a:pt x="46" y="156"/>
                </a:cubicBezTo>
                <a:cubicBezTo>
                  <a:pt x="62" y="172"/>
                  <a:pt x="80" y="179"/>
                  <a:pt x="101" y="179"/>
                </a:cubicBezTo>
                <a:cubicBezTo>
                  <a:pt x="123" y="179"/>
                  <a:pt x="141" y="172"/>
                  <a:pt x="157" y="156"/>
                </a:cubicBezTo>
                <a:cubicBezTo>
                  <a:pt x="172" y="141"/>
                  <a:pt x="179" y="123"/>
                  <a:pt x="179" y="101"/>
                </a:cubicBezTo>
                <a:cubicBezTo>
                  <a:pt x="179" y="80"/>
                  <a:pt x="172" y="61"/>
                  <a:pt x="157" y="46"/>
                </a:cubicBezTo>
                <a:cubicBezTo>
                  <a:pt x="141" y="31"/>
                  <a:pt x="123" y="23"/>
                  <a:pt x="101" y="23"/>
                </a:cubicBezTo>
                <a:cubicBezTo>
                  <a:pt x="80" y="23"/>
                  <a:pt x="62" y="31"/>
                  <a:pt x="46" y="46"/>
                </a:cubicBezTo>
                <a:cubicBezTo>
                  <a:pt x="31" y="61"/>
                  <a:pt x="23" y="80"/>
                  <a:pt x="23" y="10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8" name="Freeform 124"/>
          <p:cNvSpPr>
            <a:spLocks noEditPoints="1"/>
          </p:cNvSpPr>
          <p:nvPr/>
        </p:nvSpPr>
        <p:spPr bwMode="auto">
          <a:xfrm>
            <a:off x="5491163" y="3714750"/>
            <a:ext cx="339725" cy="338138"/>
          </a:xfrm>
          <a:custGeom>
            <a:avLst/>
            <a:gdLst>
              <a:gd name="T0" fmla="*/ 304 w 314"/>
              <a:gd name="T1" fmla="*/ 144 h 313"/>
              <a:gd name="T2" fmla="*/ 224 w 314"/>
              <a:gd name="T3" fmla="*/ 201 h 313"/>
              <a:gd name="T4" fmla="*/ 263 w 314"/>
              <a:gd name="T5" fmla="*/ 247 h 313"/>
              <a:gd name="T6" fmla="*/ 269 w 314"/>
              <a:gd name="T7" fmla="*/ 252 h 313"/>
              <a:gd name="T8" fmla="*/ 267 w 314"/>
              <a:gd name="T9" fmla="*/ 267 h 313"/>
              <a:gd name="T10" fmla="*/ 224 w 314"/>
              <a:gd name="T11" fmla="*/ 269 h 313"/>
              <a:gd name="T12" fmla="*/ 223 w 314"/>
              <a:gd name="T13" fmla="*/ 312 h 313"/>
              <a:gd name="T14" fmla="*/ 208 w 314"/>
              <a:gd name="T15" fmla="*/ 313 h 313"/>
              <a:gd name="T16" fmla="*/ 202 w 314"/>
              <a:gd name="T17" fmla="*/ 308 h 313"/>
              <a:gd name="T18" fmla="*/ 113 w 314"/>
              <a:gd name="T19" fmla="*/ 269 h 313"/>
              <a:gd name="T20" fmla="*/ 111 w 314"/>
              <a:gd name="T21" fmla="*/ 312 h 313"/>
              <a:gd name="T22" fmla="*/ 96 w 314"/>
              <a:gd name="T23" fmla="*/ 313 h 313"/>
              <a:gd name="T24" fmla="*/ 91 w 314"/>
              <a:gd name="T25" fmla="*/ 308 h 313"/>
              <a:gd name="T26" fmla="*/ 52 w 314"/>
              <a:gd name="T27" fmla="*/ 269 h 313"/>
              <a:gd name="T28" fmla="*/ 46 w 314"/>
              <a:gd name="T29" fmla="*/ 263 h 313"/>
              <a:gd name="T30" fmla="*/ 48 w 314"/>
              <a:gd name="T31" fmla="*/ 248 h 313"/>
              <a:gd name="T32" fmla="*/ 91 w 314"/>
              <a:gd name="T33" fmla="*/ 247 h 313"/>
              <a:gd name="T34" fmla="*/ 43 w 314"/>
              <a:gd name="T35" fmla="*/ 183 h 313"/>
              <a:gd name="T36" fmla="*/ 2 w 314"/>
              <a:gd name="T37" fmla="*/ 94 h 313"/>
              <a:gd name="T38" fmla="*/ 92 w 314"/>
              <a:gd name="T39" fmla="*/ 2 h 313"/>
              <a:gd name="T40" fmla="*/ 223 w 314"/>
              <a:gd name="T41" fmla="*/ 2 h 313"/>
              <a:gd name="T42" fmla="*/ 313 w 314"/>
              <a:gd name="T43" fmla="*/ 94 h 313"/>
              <a:gd name="T44" fmla="*/ 180 w 314"/>
              <a:gd name="T45" fmla="*/ 102 h 313"/>
              <a:gd name="T46" fmla="*/ 135 w 314"/>
              <a:gd name="T47" fmla="*/ 102 h 313"/>
              <a:gd name="T48" fmla="*/ 102 w 314"/>
              <a:gd name="T49" fmla="*/ 180 h 313"/>
              <a:gd name="T50" fmla="*/ 113 w 314"/>
              <a:gd name="T51" fmla="*/ 102 h 313"/>
              <a:gd name="T52" fmla="*/ 102 w 314"/>
              <a:gd name="T53" fmla="*/ 24 h 313"/>
              <a:gd name="T54" fmla="*/ 24 w 314"/>
              <a:gd name="T55" fmla="*/ 102 h 313"/>
              <a:gd name="T56" fmla="*/ 102 w 314"/>
              <a:gd name="T57" fmla="*/ 180 h 313"/>
              <a:gd name="T58" fmla="*/ 202 w 314"/>
              <a:gd name="T59" fmla="*/ 201 h 313"/>
              <a:gd name="T60" fmla="*/ 113 w 314"/>
              <a:gd name="T61" fmla="*/ 201 h 313"/>
              <a:gd name="T62" fmla="*/ 202 w 314"/>
              <a:gd name="T63" fmla="*/ 247 h 313"/>
              <a:gd name="T64" fmla="*/ 268 w 314"/>
              <a:gd name="T65" fmla="*/ 157 h 313"/>
              <a:gd name="T66" fmla="*/ 268 w 314"/>
              <a:gd name="T67" fmla="*/ 47 h 313"/>
              <a:gd name="T68" fmla="*/ 175 w 314"/>
              <a:gd name="T69" fmla="*/ 34 h 313"/>
              <a:gd name="T70" fmla="*/ 175 w 314"/>
              <a:gd name="T71" fmla="*/ 17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4" h="313">
                <a:moveTo>
                  <a:pt x="313" y="94"/>
                </a:moveTo>
                <a:cubicBezTo>
                  <a:pt x="314" y="112"/>
                  <a:pt x="311" y="129"/>
                  <a:pt x="304" y="144"/>
                </a:cubicBezTo>
                <a:cubicBezTo>
                  <a:pt x="296" y="160"/>
                  <a:pt x="286" y="173"/>
                  <a:pt x="272" y="183"/>
                </a:cubicBezTo>
                <a:cubicBezTo>
                  <a:pt x="257" y="194"/>
                  <a:pt x="242" y="200"/>
                  <a:pt x="224" y="201"/>
                </a:cubicBezTo>
                <a:cubicBezTo>
                  <a:pt x="224" y="247"/>
                  <a:pt x="224" y="247"/>
                  <a:pt x="224" y="247"/>
                </a:cubicBezTo>
                <a:cubicBezTo>
                  <a:pt x="263" y="247"/>
                  <a:pt x="263" y="247"/>
                  <a:pt x="263" y="247"/>
                </a:cubicBezTo>
                <a:cubicBezTo>
                  <a:pt x="265" y="247"/>
                  <a:pt x="266" y="247"/>
                  <a:pt x="267" y="248"/>
                </a:cubicBezTo>
                <a:cubicBezTo>
                  <a:pt x="268" y="249"/>
                  <a:pt x="269" y="251"/>
                  <a:pt x="269" y="252"/>
                </a:cubicBezTo>
                <a:cubicBezTo>
                  <a:pt x="269" y="263"/>
                  <a:pt x="269" y="263"/>
                  <a:pt x="269" y="263"/>
                </a:cubicBezTo>
                <a:cubicBezTo>
                  <a:pt x="269" y="265"/>
                  <a:pt x="268" y="266"/>
                  <a:pt x="267" y="267"/>
                </a:cubicBezTo>
                <a:cubicBezTo>
                  <a:pt x="266" y="268"/>
                  <a:pt x="265" y="269"/>
                  <a:pt x="263" y="269"/>
                </a:cubicBezTo>
                <a:cubicBezTo>
                  <a:pt x="224" y="269"/>
                  <a:pt x="224" y="269"/>
                  <a:pt x="224" y="269"/>
                </a:cubicBezTo>
                <a:cubicBezTo>
                  <a:pt x="224" y="308"/>
                  <a:pt x="224" y="308"/>
                  <a:pt x="224" y="308"/>
                </a:cubicBezTo>
                <a:cubicBezTo>
                  <a:pt x="224" y="310"/>
                  <a:pt x="224" y="311"/>
                  <a:pt x="223" y="312"/>
                </a:cubicBezTo>
                <a:cubicBezTo>
                  <a:pt x="222" y="313"/>
                  <a:pt x="220" y="313"/>
                  <a:pt x="219" y="313"/>
                </a:cubicBezTo>
                <a:cubicBezTo>
                  <a:pt x="208" y="313"/>
                  <a:pt x="208" y="313"/>
                  <a:pt x="208" y="313"/>
                </a:cubicBezTo>
                <a:cubicBezTo>
                  <a:pt x="206" y="313"/>
                  <a:pt x="205" y="313"/>
                  <a:pt x="204" y="312"/>
                </a:cubicBezTo>
                <a:cubicBezTo>
                  <a:pt x="203" y="311"/>
                  <a:pt x="202" y="310"/>
                  <a:pt x="202" y="308"/>
                </a:cubicBezTo>
                <a:cubicBezTo>
                  <a:pt x="202" y="269"/>
                  <a:pt x="202" y="269"/>
                  <a:pt x="202" y="269"/>
                </a:cubicBezTo>
                <a:cubicBezTo>
                  <a:pt x="113" y="269"/>
                  <a:pt x="113" y="269"/>
                  <a:pt x="113" y="269"/>
                </a:cubicBezTo>
                <a:cubicBezTo>
                  <a:pt x="113" y="308"/>
                  <a:pt x="113" y="308"/>
                  <a:pt x="113" y="308"/>
                </a:cubicBezTo>
                <a:cubicBezTo>
                  <a:pt x="113" y="310"/>
                  <a:pt x="112" y="311"/>
                  <a:pt x="111" y="312"/>
                </a:cubicBezTo>
                <a:cubicBezTo>
                  <a:pt x="110" y="313"/>
                  <a:pt x="109" y="313"/>
                  <a:pt x="107" y="31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5" y="313"/>
                  <a:pt x="93" y="313"/>
                  <a:pt x="92" y="312"/>
                </a:cubicBezTo>
                <a:cubicBezTo>
                  <a:pt x="91" y="311"/>
                  <a:pt x="91" y="310"/>
                  <a:pt x="91" y="308"/>
                </a:cubicBezTo>
                <a:cubicBezTo>
                  <a:pt x="91" y="269"/>
                  <a:pt x="91" y="269"/>
                  <a:pt x="91" y="269"/>
                </a:cubicBezTo>
                <a:cubicBezTo>
                  <a:pt x="52" y="269"/>
                  <a:pt x="52" y="269"/>
                  <a:pt x="52" y="269"/>
                </a:cubicBezTo>
                <a:cubicBezTo>
                  <a:pt x="50" y="269"/>
                  <a:pt x="49" y="268"/>
                  <a:pt x="48" y="267"/>
                </a:cubicBezTo>
                <a:cubicBezTo>
                  <a:pt x="47" y="266"/>
                  <a:pt x="46" y="265"/>
                  <a:pt x="46" y="263"/>
                </a:cubicBezTo>
                <a:cubicBezTo>
                  <a:pt x="46" y="252"/>
                  <a:pt x="46" y="252"/>
                  <a:pt x="46" y="252"/>
                </a:cubicBezTo>
                <a:cubicBezTo>
                  <a:pt x="46" y="251"/>
                  <a:pt x="47" y="249"/>
                  <a:pt x="48" y="248"/>
                </a:cubicBezTo>
                <a:cubicBezTo>
                  <a:pt x="49" y="247"/>
                  <a:pt x="50" y="247"/>
                  <a:pt x="52" y="247"/>
                </a:cubicBezTo>
                <a:cubicBezTo>
                  <a:pt x="91" y="247"/>
                  <a:pt x="91" y="247"/>
                  <a:pt x="91" y="247"/>
                </a:cubicBezTo>
                <a:cubicBezTo>
                  <a:pt x="91" y="201"/>
                  <a:pt x="91" y="201"/>
                  <a:pt x="91" y="201"/>
                </a:cubicBezTo>
                <a:cubicBezTo>
                  <a:pt x="73" y="200"/>
                  <a:pt x="57" y="194"/>
                  <a:pt x="43" y="183"/>
                </a:cubicBezTo>
                <a:cubicBezTo>
                  <a:pt x="29" y="173"/>
                  <a:pt x="18" y="160"/>
                  <a:pt x="11" y="144"/>
                </a:cubicBezTo>
                <a:cubicBezTo>
                  <a:pt x="3" y="129"/>
                  <a:pt x="0" y="112"/>
                  <a:pt x="2" y="94"/>
                </a:cubicBezTo>
                <a:cubicBezTo>
                  <a:pt x="4" y="70"/>
                  <a:pt x="13" y="49"/>
                  <a:pt x="30" y="32"/>
                </a:cubicBezTo>
                <a:cubicBezTo>
                  <a:pt x="48" y="14"/>
                  <a:pt x="68" y="4"/>
                  <a:pt x="92" y="2"/>
                </a:cubicBezTo>
                <a:cubicBezTo>
                  <a:pt x="116" y="0"/>
                  <a:pt x="138" y="5"/>
                  <a:pt x="157" y="18"/>
                </a:cubicBezTo>
                <a:cubicBezTo>
                  <a:pt x="177" y="5"/>
                  <a:pt x="199" y="0"/>
                  <a:pt x="223" y="2"/>
                </a:cubicBezTo>
                <a:cubicBezTo>
                  <a:pt x="247" y="4"/>
                  <a:pt x="267" y="14"/>
                  <a:pt x="284" y="32"/>
                </a:cubicBezTo>
                <a:cubicBezTo>
                  <a:pt x="302" y="49"/>
                  <a:pt x="311" y="70"/>
                  <a:pt x="313" y="94"/>
                </a:cubicBezTo>
                <a:close/>
                <a:moveTo>
                  <a:pt x="157" y="156"/>
                </a:moveTo>
                <a:cubicBezTo>
                  <a:pt x="172" y="141"/>
                  <a:pt x="180" y="123"/>
                  <a:pt x="180" y="102"/>
                </a:cubicBezTo>
                <a:cubicBezTo>
                  <a:pt x="180" y="81"/>
                  <a:pt x="172" y="63"/>
                  <a:pt x="157" y="47"/>
                </a:cubicBezTo>
                <a:cubicBezTo>
                  <a:pt x="143" y="63"/>
                  <a:pt x="135" y="81"/>
                  <a:pt x="135" y="102"/>
                </a:cubicBezTo>
                <a:cubicBezTo>
                  <a:pt x="135" y="123"/>
                  <a:pt x="143" y="141"/>
                  <a:pt x="157" y="156"/>
                </a:cubicBezTo>
                <a:close/>
                <a:moveTo>
                  <a:pt x="102" y="180"/>
                </a:moveTo>
                <a:cubicBezTo>
                  <a:pt x="115" y="180"/>
                  <a:pt x="128" y="176"/>
                  <a:pt x="140" y="170"/>
                </a:cubicBezTo>
                <a:cubicBezTo>
                  <a:pt x="122" y="151"/>
                  <a:pt x="113" y="128"/>
                  <a:pt x="113" y="102"/>
                </a:cubicBezTo>
                <a:cubicBezTo>
                  <a:pt x="113" y="76"/>
                  <a:pt x="122" y="53"/>
                  <a:pt x="140" y="34"/>
                </a:cubicBezTo>
                <a:cubicBezTo>
                  <a:pt x="128" y="27"/>
                  <a:pt x="115" y="24"/>
                  <a:pt x="102" y="24"/>
                </a:cubicBezTo>
                <a:cubicBezTo>
                  <a:pt x="80" y="24"/>
                  <a:pt x="62" y="31"/>
                  <a:pt x="47" y="47"/>
                </a:cubicBezTo>
                <a:cubicBezTo>
                  <a:pt x="31" y="62"/>
                  <a:pt x="24" y="80"/>
                  <a:pt x="24" y="102"/>
                </a:cubicBezTo>
                <a:cubicBezTo>
                  <a:pt x="24" y="123"/>
                  <a:pt x="31" y="142"/>
                  <a:pt x="47" y="157"/>
                </a:cubicBezTo>
                <a:cubicBezTo>
                  <a:pt x="62" y="172"/>
                  <a:pt x="80" y="180"/>
                  <a:pt x="102" y="180"/>
                </a:cubicBezTo>
                <a:close/>
                <a:moveTo>
                  <a:pt x="202" y="247"/>
                </a:moveTo>
                <a:cubicBezTo>
                  <a:pt x="202" y="201"/>
                  <a:pt x="202" y="201"/>
                  <a:pt x="202" y="201"/>
                </a:cubicBezTo>
                <a:cubicBezTo>
                  <a:pt x="186" y="200"/>
                  <a:pt x="171" y="194"/>
                  <a:pt x="157" y="185"/>
                </a:cubicBezTo>
                <a:cubicBezTo>
                  <a:pt x="144" y="194"/>
                  <a:pt x="129" y="200"/>
                  <a:pt x="113" y="201"/>
                </a:cubicBezTo>
                <a:cubicBezTo>
                  <a:pt x="113" y="247"/>
                  <a:pt x="113" y="247"/>
                  <a:pt x="113" y="247"/>
                </a:cubicBezTo>
                <a:lnTo>
                  <a:pt x="202" y="247"/>
                </a:lnTo>
                <a:close/>
                <a:moveTo>
                  <a:pt x="213" y="180"/>
                </a:moveTo>
                <a:cubicBezTo>
                  <a:pt x="235" y="180"/>
                  <a:pt x="253" y="172"/>
                  <a:pt x="268" y="157"/>
                </a:cubicBezTo>
                <a:cubicBezTo>
                  <a:pt x="284" y="142"/>
                  <a:pt x="291" y="123"/>
                  <a:pt x="291" y="102"/>
                </a:cubicBezTo>
                <a:cubicBezTo>
                  <a:pt x="291" y="80"/>
                  <a:pt x="284" y="62"/>
                  <a:pt x="268" y="47"/>
                </a:cubicBezTo>
                <a:cubicBezTo>
                  <a:pt x="253" y="31"/>
                  <a:pt x="235" y="24"/>
                  <a:pt x="213" y="24"/>
                </a:cubicBezTo>
                <a:cubicBezTo>
                  <a:pt x="200" y="24"/>
                  <a:pt x="187" y="27"/>
                  <a:pt x="175" y="34"/>
                </a:cubicBezTo>
                <a:cubicBezTo>
                  <a:pt x="193" y="53"/>
                  <a:pt x="202" y="76"/>
                  <a:pt x="202" y="102"/>
                </a:cubicBezTo>
                <a:cubicBezTo>
                  <a:pt x="202" y="128"/>
                  <a:pt x="193" y="151"/>
                  <a:pt x="175" y="170"/>
                </a:cubicBezTo>
                <a:cubicBezTo>
                  <a:pt x="187" y="176"/>
                  <a:pt x="200" y="180"/>
                  <a:pt x="213" y="18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97291719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119188" y="2865438"/>
            <a:ext cx="344488" cy="346075"/>
          </a:xfrm>
          <a:custGeom>
            <a:avLst/>
            <a:gdLst>
              <a:gd name="T0" fmla="*/ 126 w 320"/>
              <a:gd name="T1" fmla="*/ 57 h 320"/>
              <a:gd name="T2" fmla="*/ 126 w 320"/>
              <a:gd name="T3" fmla="*/ 194 h 320"/>
              <a:gd name="T4" fmla="*/ 123 w 320"/>
              <a:gd name="T5" fmla="*/ 202 h 320"/>
              <a:gd name="T6" fmla="*/ 115 w 320"/>
              <a:gd name="T7" fmla="*/ 206 h 320"/>
              <a:gd name="T8" fmla="*/ 115 w 320"/>
              <a:gd name="T9" fmla="*/ 309 h 320"/>
              <a:gd name="T10" fmla="*/ 111 w 320"/>
              <a:gd name="T11" fmla="*/ 317 h 320"/>
              <a:gd name="T12" fmla="*/ 103 w 320"/>
              <a:gd name="T13" fmla="*/ 320 h 320"/>
              <a:gd name="T14" fmla="*/ 12 w 320"/>
              <a:gd name="T15" fmla="*/ 320 h 320"/>
              <a:gd name="T16" fmla="*/ 4 w 320"/>
              <a:gd name="T17" fmla="*/ 317 h 320"/>
              <a:gd name="T18" fmla="*/ 0 w 320"/>
              <a:gd name="T19" fmla="*/ 309 h 320"/>
              <a:gd name="T20" fmla="*/ 0 w 320"/>
              <a:gd name="T21" fmla="*/ 217 h 320"/>
              <a:gd name="T22" fmla="*/ 45 w 320"/>
              <a:gd name="T23" fmla="*/ 62 h 320"/>
              <a:gd name="T24" fmla="*/ 50 w 320"/>
              <a:gd name="T25" fmla="*/ 57 h 320"/>
              <a:gd name="T26" fmla="*/ 126 w 320"/>
              <a:gd name="T27" fmla="*/ 57 h 320"/>
              <a:gd name="T28" fmla="*/ 183 w 320"/>
              <a:gd name="T29" fmla="*/ 57 h 320"/>
              <a:gd name="T30" fmla="*/ 183 w 320"/>
              <a:gd name="T31" fmla="*/ 183 h 320"/>
              <a:gd name="T32" fmla="*/ 137 w 320"/>
              <a:gd name="T33" fmla="*/ 183 h 320"/>
              <a:gd name="T34" fmla="*/ 137 w 320"/>
              <a:gd name="T35" fmla="*/ 57 h 320"/>
              <a:gd name="T36" fmla="*/ 183 w 320"/>
              <a:gd name="T37" fmla="*/ 57 h 320"/>
              <a:gd name="T38" fmla="*/ 320 w 320"/>
              <a:gd name="T39" fmla="*/ 217 h 320"/>
              <a:gd name="T40" fmla="*/ 320 w 320"/>
              <a:gd name="T41" fmla="*/ 309 h 320"/>
              <a:gd name="T42" fmla="*/ 317 w 320"/>
              <a:gd name="T43" fmla="*/ 317 h 320"/>
              <a:gd name="T44" fmla="*/ 309 w 320"/>
              <a:gd name="T45" fmla="*/ 320 h 320"/>
              <a:gd name="T46" fmla="*/ 217 w 320"/>
              <a:gd name="T47" fmla="*/ 320 h 320"/>
              <a:gd name="T48" fmla="*/ 209 w 320"/>
              <a:gd name="T49" fmla="*/ 317 h 320"/>
              <a:gd name="T50" fmla="*/ 206 w 320"/>
              <a:gd name="T51" fmla="*/ 309 h 320"/>
              <a:gd name="T52" fmla="*/ 206 w 320"/>
              <a:gd name="T53" fmla="*/ 206 h 320"/>
              <a:gd name="T54" fmla="*/ 198 w 320"/>
              <a:gd name="T55" fmla="*/ 202 h 320"/>
              <a:gd name="T56" fmla="*/ 194 w 320"/>
              <a:gd name="T57" fmla="*/ 194 h 320"/>
              <a:gd name="T58" fmla="*/ 194 w 320"/>
              <a:gd name="T59" fmla="*/ 57 h 320"/>
              <a:gd name="T60" fmla="*/ 270 w 320"/>
              <a:gd name="T61" fmla="*/ 57 h 320"/>
              <a:gd name="T62" fmla="*/ 276 w 320"/>
              <a:gd name="T63" fmla="*/ 62 h 320"/>
              <a:gd name="T64" fmla="*/ 320 w 320"/>
              <a:gd name="T65" fmla="*/ 217 h 320"/>
              <a:gd name="T66" fmla="*/ 132 w 320"/>
              <a:gd name="T67" fmla="*/ 6 h 320"/>
              <a:gd name="T68" fmla="*/ 132 w 320"/>
              <a:gd name="T69" fmla="*/ 46 h 320"/>
              <a:gd name="T70" fmla="*/ 69 w 320"/>
              <a:gd name="T71" fmla="*/ 46 h 320"/>
              <a:gd name="T72" fmla="*/ 69 w 320"/>
              <a:gd name="T73" fmla="*/ 6 h 320"/>
              <a:gd name="T74" fmla="*/ 71 w 320"/>
              <a:gd name="T75" fmla="*/ 2 h 320"/>
              <a:gd name="T76" fmla="*/ 75 w 320"/>
              <a:gd name="T77" fmla="*/ 0 h 320"/>
              <a:gd name="T78" fmla="*/ 126 w 320"/>
              <a:gd name="T79" fmla="*/ 0 h 320"/>
              <a:gd name="T80" fmla="*/ 130 w 320"/>
              <a:gd name="T81" fmla="*/ 2 h 320"/>
              <a:gd name="T82" fmla="*/ 132 w 320"/>
              <a:gd name="T83" fmla="*/ 6 h 320"/>
              <a:gd name="T84" fmla="*/ 252 w 320"/>
              <a:gd name="T85" fmla="*/ 6 h 320"/>
              <a:gd name="T86" fmla="*/ 252 w 320"/>
              <a:gd name="T87" fmla="*/ 46 h 320"/>
              <a:gd name="T88" fmla="*/ 189 w 320"/>
              <a:gd name="T89" fmla="*/ 46 h 320"/>
              <a:gd name="T90" fmla="*/ 189 w 320"/>
              <a:gd name="T91" fmla="*/ 6 h 320"/>
              <a:gd name="T92" fmla="*/ 190 w 320"/>
              <a:gd name="T93" fmla="*/ 2 h 320"/>
              <a:gd name="T94" fmla="*/ 194 w 320"/>
              <a:gd name="T95" fmla="*/ 0 h 320"/>
              <a:gd name="T96" fmla="*/ 246 w 320"/>
              <a:gd name="T97" fmla="*/ 0 h 320"/>
              <a:gd name="T98" fmla="*/ 250 w 320"/>
              <a:gd name="T99" fmla="*/ 2 h 320"/>
              <a:gd name="T100" fmla="*/ 252 w 320"/>
              <a:gd name="T101" fmla="*/ 6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20" h="320">
                <a:moveTo>
                  <a:pt x="126" y="57"/>
                </a:moveTo>
                <a:cubicBezTo>
                  <a:pt x="126" y="194"/>
                  <a:pt x="126" y="194"/>
                  <a:pt x="126" y="194"/>
                </a:cubicBezTo>
                <a:cubicBezTo>
                  <a:pt x="126" y="197"/>
                  <a:pt x="125" y="200"/>
                  <a:pt x="123" y="202"/>
                </a:cubicBezTo>
                <a:cubicBezTo>
                  <a:pt x="120" y="205"/>
                  <a:pt x="118" y="206"/>
                  <a:pt x="115" y="206"/>
                </a:cubicBezTo>
                <a:cubicBezTo>
                  <a:pt x="115" y="309"/>
                  <a:pt x="115" y="309"/>
                  <a:pt x="115" y="309"/>
                </a:cubicBezTo>
                <a:cubicBezTo>
                  <a:pt x="115" y="312"/>
                  <a:pt x="113" y="314"/>
                  <a:pt x="111" y="317"/>
                </a:cubicBezTo>
                <a:cubicBezTo>
                  <a:pt x="109" y="319"/>
                  <a:pt x="106" y="320"/>
                  <a:pt x="103" y="320"/>
                </a:cubicBezTo>
                <a:cubicBezTo>
                  <a:pt x="12" y="320"/>
                  <a:pt x="12" y="320"/>
                  <a:pt x="12" y="320"/>
                </a:cubicBezTo>
                <a:cubicBezTo>
                  <a:pt x="9" y="320"/>
                  <a:pt x="6" y="319"/>
                  <a:pt x="4" y="317"/>
                </a:cubicBezTo>
                <a:cubicBezTo>
                  <a:pt x="2" y="314"/>
                  <a:pt x="0" y="312"/>
                  <a:pt x="0" y="309"/>
                </a:cubicBezTo>
                <a:cubicBezTo>
                  <a:pt x="0" y="217"/>
                  <a:pt x="0" y="217"/>
                  <a:pt x="0" y="217"/>
                </a:cubicBezTo>
                <a:cubicBezTo>
                  <a:pt x="45" y="62"/>
                  <a:pt x="45" y="62"/>
                  <a:pt x="45" y="62"/>
                </a:cubicBezTo>
                <a:cubicBezTo>
                  <a:pt x="46" y="59"/>
                  <a:pt x="48" y="57"/>
                  <a:pt x="50" y="57"/>
                </a:cubicBezTo>
                <a:lnTo>
                  <a:pt x="126" y="57"/>
                </a:lnTo>
                <a:close/>
                <a:moveTo>
                  <a:pt x="183" y="57"/>
                </a:moveTo>
                <a:cubicBezTo>
                  <a:pt x="183" y="183"/>
                  <a:pt x="183" y="183"/>
                  <a:pt x="183" y="183"/>
                </a:cubicBezTo>
                <a:cubicBezTo>
                  <a:pt x="137" y="183"/>
                  <a:pt x="137" y="183"/>
                  <a:pt x="137" y="183"/>
                </a:cubicBezTo>
                <a:cubicBezTo>
                  <a:pt x="137" y="57"/>
                  <a:pt x="137" y="57"/>
                  <a:pt x="137" y="57"/>
                </a:cubicBezTo>
                <a:lnTo>
                  <a:pt x="183" y="57"/>
                </a:lnTo>
                <a:close/>
                <a:moveTo>
                  <a:pt x="320" y="217"/>
                </a:moveTo>
                <a:cubicBezTo>
                  <a:pt x="320" y="309"/>
                  <a:pt x="320" y="309"/>
                  <a:pt x="320" y="309"/>
                </a:cubicBezTo>
                <a:cubicBezTo>
                  <a:pt x="320" y="312"/>
                  <a:pt x="319" y="314"/>
                  <a:pt x="317" y="317"/>
                </a:cubicBezTo>
                <a:cubicBezTo>
                  <a:pt x="314" y="319"/>
                  <a:pt x="312" y="320"/>
                  <a:pt x="309" y="320"/>
                </a:cubicBezTo>
                <a:cubicBezTo>
                  <a:pt x="217" y="320"/>
                  <a:pt x="217" y="320"/>
                  <a:pt x="217" y="320"/>
                </a:cubicBezTo>
                <a:cubicBezTo>
                  <a:pt x="214" y="320"/>
                  <a:pt x="212" y="319"/>
                  <a:pt x="209" y="317"/>
                </a:cubicBezTo>
                <a:cubicBezTo>
                  <a:pt x="207" y="314"/>
                  <a:pt x="206" y="312"/>
                  <a:pt x="206" y="309"/>
                </a:cubicBezTo>
                <a:cubicBezTo>
                  <a:pt x="206" y="206"/>
                  <a:pt x="206" y="206"/>
                  <a:pt x="206" y="206"/>
                </a:cubicBezTo>
                <a:cubicBezTo>
                  <a:pt x="203" y="206"/>
                  <a:pt x="200" y="205"/>
                  <a:pt x="198" y="202"/>
                </a:cubicBezTo>
                <a:cubicBezTo>
                  <a:pt x="196" y="200"/>
                  <a:pt x="194" y="197"/>
                  <a:pt x="194" y="194"/>
                </a:cubicBezTo>
                <a:cubicBezTo>
                  <a:pt x="194" y="57"/>
                  <a:pt x="194" y="57"/>
                  <a:pt x="194" y="57"/>
                </a:cubicBezTo>
                <a:cubicBezTo>
                  <a:pt x="270" y="57"/>
                  <a:pt x="270" y="57"/>
                  <a:pt x="270" y="57"/>
                </a:cubicBezTo>
                <a:cubicBezTo>
                  <a:pt x="273" y="57"/>
                  <a:pt x="275" y="59"/>
                  <a:pt x="276" y="62"/>
                </a:cubicBezTo>
                <a:lnTo>
                  <a:pt x="320" y="217"/>
                </a:lnTo>
                <a:close/>
                <a:moveTo>
                  <a:pt x="132" y="6"/>
                </a:moveTo>
                <a:cubicBezTo>
                  <a:pt x="132" y="46"/>
                  <a:pt x="132" y="46"/>
                  <a:pt x="132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4"/>
                  <a:pt x="69" y="3"/>
                  <a:pt x="71" y="2"/>
                </a:cubicBezTo>
                <a:cubicBezTo>
                  <a:pt x="72" y="1"/>
                  <a:pt x="73" y="0"/>
                  <a:pt x="75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28" y="0"/>
                  <a:pt x="129" y="1"/>
                  <a:pt x="130" y="2"/>
                </a:cubicBezTo>
                <a:cubicBezTo>
                  <a:pt x="131" y="3"/>
                  <a:pt x="132" y="4"/>
                  <a:pt x="132" y="6"/>
                </a:cubicBezTo>
                <a:close/>
                <a:moveTo>
                  <a:pt x="252" y="6"/>
                </a:moveTo>
                <a:cubicBezTo>
                  <a:pt x="252" y="46"/>
                  <a:pt x="252" y="46"/>
                  <a:pt x="252" y="46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89" y="6"/>
                  <a:pt x="189" y="6"/>
                  <a:pt x="189" y="6"/>
                </a:cubicBezTo>
                <a:cubicBezTo>
                  <a:pt x="189" y="4"/>
                  <a:pt x="189" y="3"/>
                  <a:pt x="190" y="2"/>
                </a:cubicBezTo>
                <a:cubicBezTo>
                  <a:pt x="191" y="1"/>
                  <a:pt x="193" y="0"/>
                  <a:pt x="194" y="0"/>
                </a:cubicBezTo>
                <a:cubicBezTo>
                  <a:pt x="246" y="0"/>
                  <a:pt x="246" y="0"/>
                  <a:pt x="246" y="0"/>
                </a:cubicBezTo>
                <a:cubicBezTo>
                  <a:pt x="247" y="0"/>
                  <a:pt x="249" y="1"/>
                  <a:pt x="250" y="2"/>
                </a:cubicBezTo>
                <a:cubicBezTo>
                  <a:pt x="251" y="3"/>
                  <a:pt x="252" y="4"/>
                  <a:pt x="252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685801" y="2432050"/>
            <a:ext cx="344488" cy="344488"/>
          </a:xfrm>
          <a:custGeom>
            <a:avLst/>
            <a:gdLst>
              <a:gd name="T0" fmla="*/ 320 w 320"/>
              <a:gd name="T1" fmla="*/ 319 h 319"/>
              <a:gd name="T2" fmla="*/ 0 w 320"/>
              <a:gd name="T3" fmla="*/ 251 h 319"/>
              <a:gd name="T4" fmla="*/ 26 w 320"/>
              <a:gd name="T5" fmla="*/ 244 h 319"/>
              <a:gd name="T6" fmla="*/ 43 w 320"/>
              <a:gd name="T7" fmla="*/ 230 h 319"/>
              <a:gd name="T8" fmla="*/ 63 w 320"/>
              <a:gd name="T9" fmla="*/ 230 h 319"/>
              <a:gd name="T10" fmla="*/ 81 w 320"/>
              <a:gd name="T11" fmla="*/ 244 h 319"/>
              <a:gd name="T12" fmla="*/ 107 w 320"/>
              <a:gd name="T13" fmla="*/ 251 h 319"/>
              <a:gd name="T14" fmla="*/ 132 w 320"/>
              <a:gd name="T15" fmla="*/ 244 h 319"/>
              <a:gd name="T16" fmla="*/ 146 w 320"/>
              <a:gd name="T17" fmla="*/ 232 h 319"/>
              <a:gd name="T18" fmla="*/ 160 w 320"/>
              <a:gd name="T19" fmla="*/ 228 h 319"/>
              <a:gd name="T20" fmla="*/ 179 w 320"/>
              <a:gd name="T21" fmla="*/ 237 h 319"/>
              <a:gd name="T22" fmla="*/ 198 w 320"/>
              <a:gd name="T23" fmla="*/ 248 h 319"/>
              <a:gd name="T24" fmla="*/ 228 w 320"/>
              <a:gd name="T25" fmla="*/ 248 h 319"/>
              <a:gd name="T26" fmla="*/ 247 w 320"/>
              <a:gd name="T27" fmla="*/ 237 h 319"/>
              <a:gd name="T28" fmla="*/ 266 w 320"/>
              <a:gd name="T29" fmla="*/ 228 h 319"/>
              <a:gd name="T30" fmla="*/ 285 w 320"/>
              <a:gd name="T31" fmla="*/ 237 h 319"/>
              <a:gd name="T32" fmla="*/ 304 w 320"/>
              <a:gd name="T33" fmla="*/ 248 h 319"/>
              <a:gd name="T34" fmla="*/ 320 w 320"/>
              <a:gd name="T35" fmla="*/ 194 h 319"/>
              <a:gd name="T36" fmla="*/ 310 w 320"/>
              <a:gd name="T37" fmla="*/ 226 h 319"/>
              <a:gd name="T38" fmla="*/ 292 w 320"/>
              <a:gd name="T39" fmla="*/ 213 h 319"/>
              <a:gd name="T40" fmla="*/ 266 w 320"/>
              <a:gd name="T41" fmla="*/ 205 h 319"/>
              <a:gd name="T42" fmla="*/ 241 w 320"/>
              <a:gd name="T43" fmla="*/ 213 h 319"/>
              <a:gd name="T44" fmla="*/ 226 w 320"/>
              <a:gd name="T45" fmla="*/ 224 h 319"/>
              <a:gd name="T46" fmla="*/ 213 w 320"/>
              <a:gd name="T47" fmla="*/ 228 h 319"/>
              <a:gd name="T48" fmla="*/ 194 w 320"/>
              <a:gd name="T49" fmla="*/ 219 h 319"/>
              <a:gd name="T50" fmla="*/ 175 w 320"/>
              <a:gd name="T51" fmla="*/ 208 h 319"/>
              <a:gd name="T52" fmla="*/ 145 w 320"/>
              <a:gd name="T53" fmla="*/ 208 h 319"/>
              <a:gd name="T54" fmla="*/ 126 w 320"/>
              <a:gd name="T55" fmla="*/ 219 h 319"/>
              <a:gd name="T56" fmla="*/ 114 w 320"/>
              <a:gd name="T57" fmla="*/ 227 h 319"/>
              <a:gd name="T58" fmla="*/ 96 w 320"/>
              <a:gd name="T59" fmla="*/ 226 h 319"/>
              <a:gd name="T60" fmla="*/ 79 w 320"/>
              <a:gd name="T61" fmla="*/ 213 h 319"/>
              <a:gd name="T62" fmla="*/ 53 w 320"/>
              <a:gd name="T63" fmla="*/ 205 h 319"/>
              <a:gd name="T64" fmla="*/ 28 w 320"/>
              <a:gd name="T65" fmla="*/ 213 h 319"/>
              <a:gd name="T66" fmla="*/ 10 w 320"/>
              <a:gd name="T67" fmla="*/ 226 h 319"/>
              <a:gd name="T68" fmla="*/ 0 w 320"/>
              <a:gd name="T69" fmla="*/ 194 h 319"/>
              <a:gd name="T70" fmla="*/ 34 w 320"/>
              <a:gd name="T71" fmla="*/ 160 h 319"/>
              <a:gd name="T72" fmla="*/ 46 w 320"/>
              <a:gd name="T73" fmla="*/ 80 h 319"/>
              <a:gd name="T74" fmla="*/ 91 w 320"/>
              <a:gd name="T75" fmla="*/ 160 h 319"/>
              <a:gd name="T76" fmla="*/ 137 w 320"/>
              <a:gd name="T77" fmla="*/ 80 h 319"/>
              <a:gd name="T78" fmla="*/ 183 w 320"/>
              <a:gd name="T79" fmla="*/ 160 h 319"/>
              <a:gd name="T80" fmla="*/ 228 w 320"/>
              <a:gd name="T81" fmla="*/ 80 h 319"/>
              <a:gd name="T82" fmla="*/ 274 w 320"/>
              <a:gd name="T83" fmla="*/ 160 h 319"/>
              <a:gd name="T84" fmla="*/ 310 w 320"/>
              <a:gd name="T85" fmla="*/ 170 h 319"/>
              <a:gd name="T86" fmla="*/ 91 w 320"/>
              <a:gd name="T87" fmla="*/ 40 h 319"/>
              <a:gd name="T88" fmla="*/ 68 w 320"/>
              <a:gd name="T89" fmla="*/ 68 h 319"/>
              <a:gd name="T90" fmla="*/ 46 w 320"/>
              <a:gd name="T91" fmla="*/ 45 h 319"/>
              <a:gd name="T92" fmla="*/ 51 w 320"/>
              <a:gd name="T93" fmla="*/ 30 h 319"/>
              <a:gd name="T94" fmla="*/ 63 w 320"/>
              <a:gd name="T95" fmla="*/ 20 h 319"/>
              <a:gd name="T96" fmla="*/ 68 w 320"/>
              <a:gd name="T97" fmla="*/ 0 h 319"/>
              <a:gd name="T98" fmla="*/ 91 w 320"/>
              <a:gd name="T99" fmla="*/ 40 h 319"/>
              <a:gd name="T100" fmla="*/ 176 w 320"/>
              <a:gd name="T101" fmla="*/ 61 h 319"/>
              <a:gd name="T102" fmla="*/ 144 w 320"/>
              <a:gd name="T103" fmla="*/ 62 h 319"/>
              <a:gd name="T104" fmla="*/ 139 w 320"/>
              <a:gd name="T105" fmla="*/ 36 h 319"/>
              <a:gd name="T106" fmla="*/ 148 w 320"/>
              <a:gd name="T107" fmla="*/ 25 h 319"/>
              <a:gd name="T108" fmla="*/ 158 w 320"/>
              <a:gd name="T109" fmla="*/ 12 h 319"/>
              <a:gd name="T110" fmla="*/ 175 w 320"/>
              <a:gd name="T111" fmla="*/ 13 h 319"/>
              <a:gd name="T112" fmla="*/ 274 w 320"/>
              <a:gd name="T113" fmla="*/ 40 h 319"/>
              <a:gd name="T114" fmla="*/ 251 w 320"/>
              <a:gd name="T115" fmla="*/ 68 h 319"/>
              <a:gd name="T116" fmla="*/ 228 w 320"/>
              <a:gd name="T117" fmla="*/ 45 h 319"/>
              <a:gd name="T118" fmla="*/ 234 w 320"/>
              <a:gd name="T119" fmla="*/ 30 h 319"/>
              <a:gd name="T120" fmla="*/ 245 w 320"/>
              <a:gd name="T121" fmla="*/ 20 h 319"/>
              <a:gd name="T122" fmla="*/ 251 w 320"/>
              <a:gd name="T123" fmla="*/ 0 h 319"/>
              <a:gd name="T124" fmla="*/ 274 w 320"/>
              <a:gd name="T125" fmla="*/ 40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0" h="319">
                <a:moveTo>
                  <a:pt x="320" y="251"/>
                </a:moveTo>
                <a:cubicBezTo>
                  <a:pt x="320" y="319"/>
                  <a:pt x="320" y="319"/>
                  <a:pt x="320" y="319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251"/>
                  <a:pt x="0" y="251"/>
                  <a:pt x="0" y="251"/>
                </a:cubicBezTo>
                <a:cubicBezTo>
                  <a:pt x="5" y="251"/>
                  <a:pt x="10" y="250"/>
                  <a:pt x="15" y="248"/>
                </a:cubicBezTo>
                <a:cubicBezTo>
                  <a:pt x="20" y="247"/>
                  <a:pt x="23" y="245"/>
                  <a:pt x="26" y="244"/>
                </a:cubicBezTo>
                <a:cubicBezTo>
                  <a:pt x="28" y="242"/>
                  <a:pt x="31" y="240"/>
                  <a:pt x="34" y="237"/>
                </a:cubicBezTo>
                <a:cubicBezTo>
                  <a:pt x="38" y="234"/>
                  <a:pt x="41" y="231"/>
                  <a:pt x="43" y="230"/>
                </a:cubicBezTo>
                <a:cubicBezTo>
                  <a:pt x="46" y="229"/>
                  <a:pt x="49" y="228"/>
                  <a:pt x="53" y="228"/>
                </a:cubicBezTo>
                <a:cubicBezTo>
                  <a:pt x="57" y="228"/>
                  <a:pt x="61" y="229"/>
                  <a:pt x="63" y="230"/>
                </a:cubicBezTo>
                <a:cubicBezTo>
                  <a:pt x="66" y="231"/>
                  <a:pt x="69" y="234"/>
                  <a:pt x="72" y="237"/>
                </a:cubicBezTo>
                <a:cubicBezTo>
                  <a:pt x="76" y="240"/>
                  <a:pt x="79" y="242"/>
                  <a:pt x="81" y="244"/>
                </a:cubicBezTo>
                <a:cubicBezTo>
                  <a:pt x="83" y="245"/>
                  <a:pt x="86" y="247"/>
                  <a:pt x="91" y="248"/>
                </a:cubicBezTo>
                <a:cubicBezTo>
                  <a:pt x="96" y="250"/>
                  <a:pt x="101" y="251"/>
                  <a:pt x="107" y="251"/>
                </a:cubicBezTo>
                <a:cubicBezTo>
                  <a:pt x="112" y="251"/>
                  <a:pt x="117" y="250"/>
                  <a:pt x="122" y="248"/>
                </a:cubicBezTo>
                <a:cubicBezTo>
                  <a:pt x="126" y="247"/>
                  <a:pt x="130" y="245"/>
                  <a:pt x="132" y="244"/>
                </a:cubicBezTo>
                <a:cubicBezTo>
                  <a:pt x="134" y="242"/>
                  <a:pt x="137" y="240"/>
                  <a:pt x="141" y="237"/>
                </a:cubicBezTo>
                <a:cubicBezTo>
                  <a:pt x="143" y="235"/>
                  <a:pt x="145" y="233"/>
                  <a:pt x="146" y="232"/>
                </a:cubicBezTo>
                <a:cubicBezTo>
                  <a:pt x="148" y="231"/>
                  <a:pt x="150" y="230"/>
                  <a:pt x="152" y="229"/>
                </a:cubicBezTo>
                <a:cubicBezTo>
                  <a:pt x="154" y="229"/>
                  <a:pt x="157" y="228"/>
                  <a:pt x="160" y="228"/>
                </a:cubicBezTo>
                <a:cubicBezTo>
                  <a:pt x="164" y="228"/>
                  <a:pt x="167" y="229"/>
                  <a:pt x="170" y="230"/>
                </a:cubicBezTo>
                <a:cubicBezTo>
                  <a:pt x="172" y="231"/>
                  <a:pt x="175" y="234"/>
                  <a:pt x="179" y="237"/>
                </a:cubicBezTo>
                <a:cubicBezTo>
                  <a:pt x="182" y="240"/>
                  <a:pt x="185" y="242"/>
                  <a:pt x="187" y="244"/>
                </a:cubicBezTo>
                <a:cubicBezTo>
                  <a:pt x="190" y="245"/>
                  <a:pt x="193" y="247"/>
                  <a:pt x="198" y="248"/>
                </a:cubicBezTo>
                <a:cubicBezTo>
                  <a:pt x="203" y="250"/>
                  <a:pt x="208" y="251"/>
                  <a:pt x="213" y="251"/>
                </a:cubicBezTo>
                <a:cubicBezTo>
                  <a:pt x="218" y="251"/>
                  <a:pt x="223" y="250"/>
                  <a:pt x="228" y="248"/>
                </a:cubicBezTo>
                <a:cubicBezTo>
                  <a:pt x="233" y="247"/>
                  <a:pt x="236" y="245"/>
                  <a:pt x="239" y="244"/>
                </a:cubicBezTo>
                <a:cubicBezTo>
                  <a:pt x="241" y="242"/>
                  <a:pt x="244" y="240"/>
                  <a:pt x="247" y="237"/>
                </a:cubicBezTo>
                <a:cubicBezTo>
                  <a:pt x="251" y="234"/>
                  <a:pt x="254" y="231"/>
                  <a:pt x="256" y="230"/>
                </a:cubicBezTo>
                <a:cubicBezTo>
                  <a:pt x="259" y="229"/>
                  <a:pt x="262" y="228"/>
                  <a:pt x="266" y="228"/>
                </a:cubicBezTo>
                <a:cubicBezTo>
                  <a:pt x="270" y="228"/>
                  <a:pt x="274" y="229"/>
                  <a:pt x="276" y="230"/>
                </a:cubicBezTo>
                <a:cubicBezTo>
                  <a:pt x="279" y="231"/>
                  <a:pt x="282" y="234"/>
                  <a:pt x="285" y="237"/>
                </a:cubicBezTo>
                <a:cubicBezTo>
                  <a:pt x="289" y="240"/>
                  <a:pt x="292" y="242"/>
                  <a:pt x="294" y="244"/>
                </a:cubicBezTo>
                <a:cubicBezTo>
                  <a:pt x="296" y="245"/>
                  <a:pt x="300" y="247"/>
                  <a:pt x="304" y="248"/>
                </a:cubicBezTo>
                <a:cubicBezTo>
                  <a:pt x="309" y="250"/>
                  <a:pt x="314" y="251"/>
                  <a:pt x="320" y="251"/>
                </a:cubicBezTo>
                <a:close/>
                <a:moveTo>
                  <a:pt x="320" y="194"/>
                </a:moveTo>
                <a:cubicBezTo>
                  <a:pt x="320" y="228"/>
                  <a:pt x="320" y="228"/>
                  <a:pt x="320" y="228"/>
                </a:cubicBezTo>
                <a:cubicBezTo>
                  <a:pt x="315" y="228"/>
                  <a:pt x="312" y="227"/>
                  <a:pt x="310" y="226"/>
                </a:cubicBezTo>
                <a:cubicBezTo>
                  <a:pt x="307" y="225"/>
                  <a:pt x="304" y="223"/>
                  <a:pt x="300" y="219"/>
                </a:cubicBezTo>
                <a:cubicBezTo>
                  <a:pt x="297" y="216"/>
                  <a:pt x="294" y="214"/>
                  <a:pt x="292" y="213"/>
                </a:cubicBezTo>
                <a:cubicBezTo>
                  <a:pt x="290" y="211"/>
                  <a:pt x="286" y="209"/>
                  <a:pt x="282" y="208"/>
                </a:cubicBezTo>
                <a:cubicBezTo>
                  <a:pt x="277" y="206"/>
                  <a:pt x="272" y="205"/>
                  <a:pt x="266" y="205"/>
                </a:cubicBezTo>
                <a:cubicBezTo>
                  <a:pt x="261" y="205"/>
                  <a:pt x="256" y="206"/>
                  <a:pt x="251" y="208"/>
                </a:cubicBezTo>
                <a:cubicBezTo>
                  <a:pt x="246" y="209"/>
                  <a:pt x="243" y="211"/>
                  <a:pt x="241" y="213"/>
                </a:cubicBezTo>
                <a:cubicBezTo>
                  <a:pt x="239" y="214"/>
                  <a:pt x="236" y="216"/>
                  <a:pt x="232" y="219"/>
                </a:cubicBezTo>
                <a:cubicBezTo>
                  <a:pt x="230" y="222"/>
                  <a:pt x="228" y="223"/>
                  <a:pt x="226" y="224"/>
                </a:cubicBezTo>
                <a:cubicBezTo>
                  <a:pt x="225" y="225"/>
                  <a:pt x="223" y="226"/>
                  <a:pt x="221" y="227"/>
                </a:cubicBezTo>
                <a:cubicBezTo>
                  <a:pt x="218" y="228"/>
                  <a:pt x="216" y="228"/>
                  <a:pt x="213" y="228"/>
                </a:cubicBezTo>
                <a:cubicBezTo>
                  <a:pt x="209" y="228"/>
                  <a:pt x="206" y="227"/>
                  <a:pt x="203" y="226"/>
                </a:cubicBezTo>
                <a:cubicBezTo>
                  <a:pt x="200" y="225"/>
                  <a:pt x="197" y="223"/>
                  <a:pt x="194" y="219"/>
                </a:cubicBezTo>
                <a:cubicBezTo>
                  <a:pt x="190" y="216"/>
                  <a:pt x="188" y="214"/>
                  <a:pt x="185" y="213"/>
                </a:cubicBezTo>
                <a:cubicBezTo>
                  <a:pt x="183" y="211"/>
                  <a:pt x="180" y="209"/>
                  <a:pt x="175" y="208"/>
                </a:cubicBezTo>
                <a:cubicBezTo>
                  <a:pt x="170" y="206"/>
                  <a:pt x="165" y="205"/>
                  <a:pt x="160" y="205"/>
                </a:cubicBezTo>
                <a:cubicBezTo>
                  <a:pt x="154" y="205"/>
                  <a:pt x="149" y="206"/>
                  <a:pt x="145" y="208"/>
                </a:cubicBezTo>
                <a:cubicBezTo>
                  <a:pt x="140" y="210"/>
                  <a:pt x="136" y="211"/>
                  <a:pt x="134" y="213"/>
                </a:cubicBezTo>
                <a:cubicBezTo>
                  <a:pt x="132" y="214"/>
                  <a:pt x="129" y="216"/>
                  <a:pt x="126" y="219"/>
                </a:cubicBezTo>
                <a:cubicBezTo>
                  <a:pt x="123" y="222"/>
                  <a:pt x="121" y="223"/>
                  <a:pt x="120" y="224"/>
                </a:cubicBezTo>
                <a:cubicBezTo>
                  <a:pt x="118" y="225"/>
                  <a:pt x="117" y="226"/>
                  <a:pt x="114" y="227"/>
                </a:cubicBezTo>
                <a:cubicBezTo>
                  <a:pt x="112" y="228"/>
                  <a:pt x="109" y="228"/>
                  <a:pt x="107" y="228"/>
                </a:cubicBezTo>
                <a:cubicBezTo>
                  <a:pt x="102" y="228"/>
                  <a:pt x="99" y="227"/>
                  <a:pt x="96" y="226"/>
                </a:cubicBezTo>
                <a:cubicBezTo>
                  <a:pt x="94" y="225"/>
                  <a:pt x="91" y="223"/>
                  <a:pt x="87" y="219"/>
                </a:cubicBezTo>
                <a:cubicBezTo>
                  <a:pt x="84" y="217"/>
                  <a:pt x="81" y="214"/>
                  <a:pt x="79" y="213"/>
                </a:cubicBezTo>
                <a:cubicBezTo>
                  <a:pt x="77" y="211"/>
                  <a:pt x="73" y="209"/>
                  <a:pt x="68" y="208"/>
                </a:cubicBezTo>
                <a:cubicBezTo>
                  <a:pt x="64" y="206"/>
                  <a:pt x="59" y="205"/>
                  <a:pt x="53" y="205"/>
                </a:cubicBezTo>
                <a:cubicBezTo>
                  <a:pt x="48" y="205"/>
                  <a:pt x="43" y="206"/>
                  <a:pt x="38" y="208"/>
                </a:cubicBezTo>
                <a:cubicBezTo>
                  <a:pt x="33" y="209"/>
                  <a:pt x="30" y="211"/>
                  <a:pt x="28" y="213"/>
                </a:cubicBezTo>
                <a:cubicBezTo>
                  <a:pt x="25" y="214"/>
                  <a:pt x="23" y="216"/>
                  <a:pt x="19" y="219"/>
                </a:cubicBezTo>
                <a:cubicBezTo>
                  <a:pt x="16" y="223"/>
                  <a:pt x="13" y="225"/>
                  <a:pt x="10" y="226"/>
                </a:cubicBezTo>
                <a:cubicBezTo>
                  <a:pt x="7" y="227"/>
                  <a:pt x="4" y="228"/>
                  <a:pt x="0" y="228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84"/>
                  <a:pt x="3" y="176"/>
                  <a:pt x="10" y="170"/>
                </a:cubicBezTo>
                <a:cubicBezTo>
                  <a:pt x="17" y="163"/>
                  <a:pt x="25" y="160"/>
                  <a:pt x="34" y="160"/>
                </a:cubicBezTo>
                <a:cubicBezTo>
                  <a:pt x="46" y="160"/>
                  <a:pt x="46" y="160"/>
                  <a:pt x="46" y="160"/>
                </a:cubicBezTo>
                <a:cubicBezTo>
                  <a:pt x="46" y="80"/>
                  <a:pt x="46" y="80"/>
                  <a:pt x="46" y="80"/>
                </a:cubicBezTo>
                <a:cubicBezTo>
                  <a:pt x="91" y="80"/>
                  <a:pt x="91" y="80"/>
                  <a:pt x="91" y="8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37" y="80"/>
                  <a:pt x="137" y="80"/>
                  <a:pt x="137" y="80"/>
                </a:cubicBezTo>
                <a:cubicBezTo>
                  <a:pt x="183" y="80"/>
                  <a:pt x="183" y="80"/>
                  <a:pt x="183" y="80"/>
                </a:cubicBezTo>
                <a:cubicBezTo>
                  <a:pt x="183" y="160"/>
                  <a:pt x="183" y="160"/>
                  <a:pt x="183" y="160"/>
                </a:cubicBezTo>
                <a:cubicBezTo>
                  <a:pt x="228" y="160"/>
                  <a:pt x="228" y="160"/>
                  <a:pt x="228" y="160"/>
                </a:cubicBezTo>
                <a:cubicBezTo>
                  <a:pt x="228" y="80"/>
                  <a:pt x="228" y="80"/>
                  <a:pt x="228" y="80"/>
                </a:cubicBezTo>
                <a:cubicBezTo>
                  <a:pt x="274" y="80"/>
                  <a:pt x="274" y="80"/>
                  <a:pt x="274" y="80"/>
                </a:cubicBezTo>
                <a:cubicBezTo>
                  <a:pt x="274" y="160"/>
                  <a:pt x="274" y="160"/>
                  <a:pt x="274" y="160"/>
                </a:cubicBezTo>
                <a:cubicBezTo>
                  <a:pt x="285" y="160"/>
                  <a:pt x="285" y="160"/>
                  <a:pt x="285" y="160"/>
                </a:cubicBezTo>
                <a:cubicBezTo>
                  <a:pt x="295" y="160"/>
                  <a:pt x="303" y="163"/>
                  <a:pt x="310" y="170"/>
                </a:cubicBezTo>
                <a:cubicBezTo>
                  <a:pt x="316" y="176"/>
                  <a:pt x="320" y="184"/>
                  <a:pt x="320" y="194"/>
                </a:cubicBezTo>
                <a:close/>
                <a:moveTo>
                  <a:pt x="91" y="40"/>
                </a:moveTo>
                <a:cubicBezTo>
                  <a:pt x="91" y="49"/>
                  <a:pt x="89" y="56"/>
                  <a:pt x="85" y="61"/>
                </a:cubicBezTo>
                <a:cubicBezTo>
                  <a:pt x="81" y="66"/>
                  <a:pt x="75" y="68"/>
                  <a:pt x="68" y="68"/>
                </a:cubicBezTo>
                <a:cubicBezTo>
                  <a:pt x="62" y="68"/>
                  <a:pt x="57" y="66"/>
                  <a:pt x="52" y="62"/>
                </a:cubicBezTo>
                <a:cubicBezTo>
                  <a:pt x="48" y="57"/>
                  <a:pt x="46" y="52"/>
                  <a:pt x="46" y="45"/>
                </a:cubicBezTo>
                <a:cubicBezTo>
                  <a:pt x="46" y="42"/>
                  <a:pt x="46" y="39"/>
                  <a:pt x="47" y="36"/>
                </a:cubicBezTo>
                <a:cubicBezTo>
                  <a:pt x="48" y="34"/>
                  <a:pt x="50" y="32"/>
                  <a:pt x="51" y="30"/>
                </a:cubicBezTo>
                <a:cubicBezTo>
                  <a:pt x="53" y="29"/>
                  <a:pt x="55" y="27"/>
                  <a:pt x="57" y="25"/>
                </a:cubicBezTo>
                <a:cubicBezTo>
                  <a:pt x="59" y="23"/>
                  <a:pt x="61" y="22"/>
                  <a:pt x="63" y="20"/>
                </a:cubicBezTo>
                <a:cubicBezTo>
                  <a:pt x="64" y="18"/>
                  <a:pt x="66" y="15"/>
                  <a:pt x="67" y="12"/>
                </a:cubicBezTo>
                <a:cubicBezTo>
                  <a:pt x="68" y="8"/>
                  <a:pt x="68" y="4"/>
                  <a:pt x="68" y="0"/>
                </a:cubicBezTo>
                <a:cubicBezTo>
                  <a:pt x="73" y="0"/>
                  <a:pt x="78" y="4"/>
                  <a:pt x="83" y="13"/>
                </a:cubicBezTo>
                <a:cubicBezTo>
                  <a:pt x="89" y="22"/>
                  <a:pt x="91" y="31"/>
                  <a:pt x="91" y="40"/>
                </a:cubicBezTo>
                <a:close/>
                <a:moveTo>
                  <a:pt x="183" y="40"/>
                </a:moveTo>
                <a:cubicBezTo>
                  <a:pt x="183" y="49"/>
                  <a:pt x="180" y="56"/>
                  <a:pt x="176" y="61"/>
                </a:cubicBezTo>
                <a:cubicBezTo>
                  <a:pt x="172" y="66"/>
                  <a:pt x="166" y="68"/>
                  <a:pt x="160" y="68"/>
                </a:cubicBezTo>
                <a:cubicBezTo>
                  <a:pt x="153" y="68"/>
                  <a:pt x="148" y="66"/>
                  <a:pt x="144" y="62"/>
                </a:cubicBezTo>
                <a:cubicBezTo>
                  <a:pt x="139" y="57"/>
                  <a:pt x="137" y="52"/>
                  <a:pt x="137" y="45"/>
                </a:cubicBezTo>
                <a:cubicBezTo>
                  <a:pt x="137" y="42"/>
                  <a:pt x="137" y="39"/>
                  <a:pt x="139" y="36"/>
                </a:cubicBezTo>
                <a:cubicBezTo>
                  <a:pt x="140" y="34"/>
                  <a:pt x="141" y="32"/>
                  <a:pt x="143" y="30"/>
                </a:cubicBezTo>
                <a:cubicBezTo>
                  <a:pt x="144" y="29"/>
                  <a:pt x="146" y="27"/>
                  <a:pt x="148" y="25"/>
                </a:cubicBezTo>
                <a:cubicBezTo>
                  <a:pt x="150" y="23"/>
                  <a:pt x="152" y="22"/>
                  <a:pt x="154" y="20"/>
                </a:cubicBezTo>
                <a:cubicBezTo>
                  <a:pt x="155" y="18"/>
                  <a:pt x="157" y="15"/>
                  <a:pt x="158" y="12"/>
                </a:cubicBezTo>
                <a:cubicBezTo>
                  <a:pt x="159" y="8"/>
                  <a:pt x="160" y="4"/>
                  <a:pt x="160" y="0"/>
                </a:cubicBezTo>
                <a:cubicBezTo>
                  <a:pt x="164" y="0"/>
                  <a:pt x="169" y="4"/>
                  <a:pt x="175" y="13"/>
                </a:cubicBezTo>
                <a:cubicBezTo>
                  <a:pt x="180" y="22"/>
                  <a:pt x="183" y="31"/>
                  <a:pt x="183" y="40"/>
                </a:cubicBezTo>
                <a:close/>
                <a:moveTo>
                  <a:pt x="274" y="40"/>
                </a:moveTo>
                <a:cubicBezTo>
                  <a:pt x="274" y="49"/>
                  <a:pt x="272" y="56"/>
                  <a:pt x="267" y="61"/>
                </a:cubicBezTo>
                <a:cubicBezTo>
                  <a:pt x="263" y="66"/>
                  <a:pt x="258" y="68"/>
                  <a:pt x="251" y="68"/>
                </a:cubicBezTo>
                <a:cubicBezTo>
                  <a:pt x="245" y="68"/>
                  <a:pt x="239" y="66"/>
                  <a:pt x="235" y="62"/>
                </a:cubicBezTo>
                <a:cubicBezTo>
                  <a:pt x="230" y="57"/>
                  <a:pt x="228" y="52"/>
                  <a:pt x="228" y="45"/>
                </a:cubicBezTo>
                <a:cubicBezTo>
                  <a:pt x="228" y="42"/>
                  <a:pt x="229" y="39"/>
                  <a:pt x="230" y="36"/>
                </a:cubicBezTo>
                <a:cubicBezTo>
                  <a:pt x="231" y="34"/>
                  <a:pt x="232" y="32"/>
                  <a:pt x="234" y="30"/>
                </a:cubicBezTo>
                <a:cubicBezTo>
                  <a:pt x="236" y="29"/>
                  <a:pt x="238" y="27"/>
                  <a:pt x="240" y="25"/>
                </a:cubicBezTo>
                <a:cubicBezTo>
                  <a:pt x="242" y="23"/>
                  <a:pt x="243" y="22"/>
                  <a:pt x="245" y="20"/>
                </a:cubicBezTo>
                <a:cubicBezTo>
                  <a:pt x="247" y="18"/>
                  <a:pt x="248" y="15"/>
                  <a:pt x="249" y="12"/>
                </a:cubicBezTo>
                <a:cubicBezTo>
                  <a:pt x="250" y="8"/>
                  <a:pt x="251" y="4"/>
                  <a:pt x="251" y="0"/>
                </a:cubicBezTo>
                <a:cubicBezTo>
                  <a:pt x="256" y="0"/>
                  <a:pt x="260" y="4"/>
                  <a:pt x="266" y="13"/>
                </a:cubicBezTo>
                <a:cubicBezTo>
                  <a:pt x="271" y="22"/>
                  <a:pt x="274" y="31"/>
                  <a:pt x="274" y="4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8154988" y="1144588"/>
            <a:ext cx="271463" cy="317500"/>
          </a:xfrm>
          <a:custGeom>
            <a:avLst/>
            <a:gdLst>
              <a:gd name="T0" fmla="*/ 136 w 251"/>
              <a:gd name="T1" fmla="*/ 159 h 293"/>
              <a:gd name="T2" fmla="*/ 107 w 251"/>
              <a:gd name="T3" fmla="*/ 150 h 293"/>
              <a:gd name="T4" fmla="*/ 116 w 251"/>
              <a:gd name="T5" fmla="*/ 125 h 293"/>
              <a:gd name="T6" fmla="*/ 141 w 251"/>
              <a:gd name="T7" fmla="*/ 129 h 293"/>
              <a:gd name="T8" fmla="*/ 165 w 251"/>
              <a:gd name="T9" fmla="*/ 137 h 293"/>
              <a:gd name="T10" fmla="*/ 110 w 251"/>
              <a:gd name="T11" fmla="*/ 106 h 293"/>
              <a:gd name="T12" fmla="*/ 86 w 251"/>
              <a:gd name="T13" fmla="*/ 144 h 293"/>
              <a:gd name="T14" fmla="*/ 129 w 251"/>
              <a:gd name="T15" fmla="*/ 182 h 293"/>
              <a:gd name="T16" fmla="*/ 165 w 251"/>
              <a:gd name="T17" fmla="*/ 137 h 293"/>
              <a:gd name="T18" fmla="*/ 198 w 251"/>
              <a:gd name="T19" fmla="*/ 33 h 293"/>
              <a:gd name="T20" fmla="*/ 175 w 251"/>
              <a:gd name="T21" fmla="*/ 26 h 293"/>
              <a:gd name="T22" fmla="*/ 62 w 251"/>
              <a:gd name="T23" fmla="*/ 29 h 293"/>
              <a:gd name="T24" fmla="*/ 43 w 251"/>
              <a:gd name="T25" fmla="*/ 40 h 293"/>
              <a:gd name="T26" fmla="*/ 70 w 251"/>
              <a:gd name="T27" fmla="*/ 53 h 293"/>
              <a:gd name="T28" fmla="*/ 166 w 251"/>
              <a:gd name="T29" fmla="*/ 55 h 293"/>
              <a:gd name="T30" fmla="*/ 194 w 251"/>
              <a:gd name="T31" fmla="*/ 49 h 293"/>
              <a:gd name="T32" fmla="*/ 218 w 251"/>
              <a:gd name="T33" fmla="*/ 225 h 293"/>
              <a:gd name="T34" fmla="*/ 213 w 251"/>
              <a:gd name="T35" fmla="*/ 254 h 293"/>
              <a:gd name="T36" fmla="*/ 197 w 251"/>
              <a:gd name="T37" fmla="*/ 276 h 293"/>
              <a:gd name="T38" fmla="*/ 127 w 251"/>
              <a:gd name="T39" fmla="*/ 293 h 293"/>
              <a:gd name="T40" fmla="*/ 77 w 251"/>
              <a:gd name="T41" fmla="*/ 286 h 293"/>
              <a:gd name="T42" fmla="*/ 50 w 251"/>
              <a:gd name="T43" fmla="*/ 274 h 293"/>
              <a:gd name="T44" fmla="*/ 31 w 251"/>
              <a:gd name="T45" fmla="*/ 211 h 293"/>
              <a:gd name="T46" fmla="*/ 35 w 251"/>
              <a:gd name="T47" fmla="*/ 206 h 293"/>
              <a:gd name="T48" fmla="*/ 216 w 251"/>
              <a:gd name="T49" fmla="*/ 206 h 293"/>
              <a:gd name="T50" fmla="*/ 219 w 251"/>
              <a:gd name="T51" fmla="*/ 218 h 293"/>
              <a:gd name="T52" fmla="*/ 250 w 251"/>
              <a:gd name="T53" fmla="*/ 54 h 293"/>
              <a:gd name="T54" fmla="*/ 226 w 251"/>
              <a:gd name="T55" fmla="*/ 180 h 293"/>
              <a:gd name="T56" fmla="*/ 208 w 251"/>
              <a:gd name="T57" fmla="*/ 193 h 293"/>
              <a:gd name="T58" fmla="*/ 29 w 251"/>
              <a:gd name="T59" fmla="*/ 184 h 293"/>
              <a:gd name="T60" fmla="*/ 22 w 251"/>
              <a:gd name="T61" fmla="*/ 173 h 293"/>
              <a:gd name="T62" fmla="*/ 19 w 251"/>
              <a:gd name="T63" fmla="*/ 160 h 293"/>
              <a:gd name="T64" fmla="*/ 13 w 251"/>
              <a:gd name="T65" fmla="*/ 127 h 293"/>
              <a:gd name="T66" fmla="*/ 4 w 251"/>
              <a:gd name="T67" fmla="*/ 72 h 293"/>
              <a:gd name="T68" fmla="*/ 3 w 251"/>
              <a:gd name="T69" fmla="*/ 35 h 293"/>
              <a:gd name="T70" fmla="*/ 17 w 251"/>
              <a:gd name="T71" fmla="*/ 23 h 293"/>
              <a:gd name="T72" fmla="*/ 34 w 251"/>
              <a:gd name="T73" fmla="*/ 16 h 293"/>
              <a:gd name="T74" fmla="*/ 210 w 251"/>
              <a:gd name="T75" fmla="*/ 13 h 293"/>
              <a:gd name="T76" fmla="*/ 251 w 251"/>
              <a:gd name="T77" fmla="*/ 44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1" h="293">
                <a:moveTo>
                  <a:pt x="145" y="141"/>
                </a:moveTo>
                <a:cubicBezTo>
                  <a:pt x="146" y="148"/>
                  <a:pt x="143" y="154"/>
                  <a:pt x="136" y="159"/>
                </a:cubicBezTo>
                <a:cubicBezTo>
                  <a:pt x="129" y="163"/>
                  <a:pt x="123" y="164"/>
                  <a:pt x="117" y="160"/>
                </a:cubicBezTo>
                <a:cubicBezTo>
                  <a:pt x="112" y="158"/>
                  <a:pt x="109" y="155"/>
                  <a:pt x="107" y="150"/>
                </a:cubicBezTo>
                <a:cubicBezTo>
                  <a:pt x="105" y="145"/>
                  <a:pt x="105" y="140"/>
                  <a:pt x="107" y="135"/>
                </a:cubicBezTo>
                <a:cubicBezTo>
                  <a:pt x="109" y="130"/>
                  <a:pt x="112" y="127"/>
                  <a:pt x="116" y="125"/>
                </a:cubicBezTo>
                <a:cubicBezTo>
                  <a:pt x="120" y="123"/>
                  <a:pt x="125" y="122"/>
                  <a:pt x="129" y="123"/>
                </a:cubicBezTo>
                <a:cubicBezTo>
                  <a:pt x="133" y="123"/>
                  <a:pt x="137" y="125"/>
                  <a:pt x="141" y="129"/>
                </a:cubicBezTo>
                <a:cubicBezTo>
                  <a:pt x="144" y="132"/>
                  <a:pt x="145" y="136"/>
                  <a:pt x="145" y="141"/>
                </a:cubicBezTo>
                <a:close/>
                <a:moveTo>
                  <a:pt x="165" y="137"/>
                </a:moveTo>
                <a:cubicBezTo>
                  <a:pt x="164" y="124"/>
                  <a:pt x="157" y="115"/>
                  <a:pt x="145" y="108"/>
                </a:cubicBezTo>
                <a:cubicBezTo>
                  <a:pt x="133" y="101"/>
                  <a:pt x="122" y="100"/>
                  <a:pt x="110" y="106"/>
                </a:cubicBezTo>
                <a:cubicBezTo>
                  <a:pt x="102" y="109"/>
                  <a:pt x="96" y="114"/>
                  <a:pt x="92" y="121"/>
                </a:cubicBezTo>
                <a:cubicBezTo>
                  <a:pt x="88" y="129"/>
                  <a:pt x="85" y="136"/>
                  <a:pt x="86" y="144"/>
                </a:cubicBezTo>
                <a:cubicBezTo>
                  <a:pt x="86" y="155"/>
                  <a:pt x="91" y="164"/>
                  <a:pt x="100" y="172"/>
                </a:cubicBezTo>
                <a:cubicBezTo>
                  <a:pt x="108" y="180"/>
                  <a:pt x="118" y="183"/>
                  <a:pt x="129" y="182"/>
                </a:cubicBezTo>
                <a:cubicBezTo>
                  <a:pt x="140" y="181"/>
                  <a:pt x="149" y="176"/>
                  <a:pt x="156" y="167"/>
                </a:cubicBezTo>
                <a:cubicBezTo>
                  <a:pt x="164" y="158"/>
                  <a:pt x="167" y="148"/>
                  <a:pt x="165" y="137"/>
                </a:cubicBezTo>
                <a:close/>
                <a:moveTo>
                  <a:pt x="208" y="40"/>
                </a:moveTo>
                <a:cubicBezTo>
                  <a:pt x="205" y="37"/>
                  <a:pt x="202" y="35"/>
                  <a:pt x="198" y="33"/>
                </a:cubicBezTo>
                <a:cubicBezTo>
                  <a:pt x="194" y="30"/>
                  <a:pt x="190" y="29"/>
                  <a:pt x="187" y="29"/>
                </a:cubicBezTo>
                <a:cubicBezTo>
                  <a:pt x="185" y="28"/>
                  <a:pt x="181" y="27"/>
                  <a:pt x="175" y="26"/>
                </a:cubicBezTo>
                <a:cubicBezTo>
                  <a:pt x="140" y="21"/>
                  <a:pt x="107" y="21"/>
                  <a:pt x="74" y="27"/>
                </a:cubicBezTo>
                <a:cubicBezTo>
                  <a:pt x="69" y="28"/>
                  <a:pt x="65" y="28"/>
                  <a:pt x="62" y="29"/>
                </a:cubicBezTo>
                <a:cubicBezTo>
                  <a:pt x="59" y="29"/>
                  <a:pt x="56" y="31"/>
                  <a:pt x="52" y="33"/>
                </a:cubicBezTo>
                <a:cubicBezTo>
                  <a:pt x="49" y="35"/>
                  <a:pt x="46" y="37"/>
                  <a:pt x="43" y="40"/>
                </a:cubicBezTo>
                <a:cubicBezTo>
                  <a:pt x="47" y="44"/>
                  <a:pt x="51" y="47"/>
                  <a:pt x="57" y="49"/>
                </a:cubicBezTo>
                <a:cubicBezTo>
                  <a:pt x="62" y="51"/>
                  <a:pt x="67" y="52"/>
                  <a:pt x="70" y="53"/>
                </a:cubicBezTo>
                <a:cubicBezTo>
                  <a:pt x="73" y="53"/>
                  <a:pt x="79" y="54"/>
                  <a:pt x="86" y="55"/>
                </a:cubicBezTo>
                <a:cubicBezTo>
                  <a:pt x="113" y="58"/>
                  <a:pt x="139" y="58"/>
                  <a:pt x="166" y="55"/>
                </a:cubicBezTo>
                <a:cubicBezTo>
                  <a:pt x="173" y="54"/>
                  <a:pt x="178" y="53"/>
                  <a:pt x="182" y="53"/>
                </a:cubicBezTo>
                <a:cubicBezTo>
                  <a:pt x="185" y="52"/>
                  <a:pt x="189" y="51"/>
                  <a:pt x="194" y="49"/>
                </a:cubicBezTo>
                <a:cubicBezTo>
                  <a:pt x="200" y="47"/>
                  <a:pt x="204" y="44"/>
                  <a:pt x="208" y="40"/>
                </a:cubicBezTo>
                <a:close/>
                <a:moveTo>
                  <a:pt x="218" y="225"/>
                </a:moveTo>
                <a:cubicBezTo>
                  <a:pt x="217" y="228"/>
                  <a:pt x="216" y="233"/>
                  <a:pt x="215" y="239"/>
                </a:cubicBezTo>
                <a:cubicBezTo>
                  <a:pt x="214" y="245"/>
                  <a:pt x="214" y="250"/>
                  <a:pt x="213" y="254"/>
                </a:cubicBezTo>
                <a:cubicBezTo>
                  <a:pt x="212" y="258"/>
                  <a:pt x="210" y="262"/>
                  <a:pt x="208" y="266"/>
                </a:cubicBezTo>
                <a:cubicBezTo>
                  <a:pt x="205" y="271"/>
                  <a:pt x="202" y="274"/>
                  <a:pt x="197" y="276"/>
                </a:cubicBezTo>
                <a:cubicBezTo>
                  <a:pt x="187" y="282"/>
                  <a:pt x="176" y="286"/>
                  <a:pt x="164" y="289"/>
                </a:cubicBezTo>
                <a:cubicBezTo>
                  <a:pt x="151" y="292"/>
                  <a:pt x="139" y="293"/>
                  <a:pt x="127" y="293"/>
                </a:cubicBezTo>
                <a:cubicBezTo>
                  <a:pt x="116" y="293"/>
                  <a:pt x="104" y="292"/>
                  <a:pt x="92" y="290"/>
                </a:cubicBezTo>
                <a:cubicBezTo>
                  <a:pt x="86" y="289"/>
                  <a:pt x="81" y="288"/>
                  <a:pt x="77" y="286"/>
                </a:cubicBezTo>
                <a:cubicBezTo>
                  <a:pt x="73" y="285"/>
                  <a:pt x="68" y="284"/>
                  <a:pt x="63" y="282"/>
                </a:cubicBezTo>
                <a:cubicBezTo>
                  <a:pt x="58" y="280"/>
                  <a:pt x="54" y="277"/>
                  <a:pt x="50" y="274"/>
                </a:cubicBezTo>
                <a:cubicBezTo>
                  <a:pt x="47" y="271"/>
                  <a:pt x="43" y="267"/>
                  <a:pt x="41" y="263"/>
                </a:cubicBezTo>
                <a:cubicBezTo>
                  <a:pt x="38" y="251"/>
                  <a:pt x="35" y="234"/>
                  <a:pt x="31" y="211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35" y="206"/>
                  <a:pt x="35" y="206"/>
                  <a:pt x="35" y="206"/>
                </a:cubicBezTo>
                <a:cubicBezTo>
                  <a:pt x="62" y="224"/>
                  <a:pt x="92" y="233"/>
                  <a:pt x="126" y="233"/>
                </a:cubicBezTo>
                <a:cubicBezTo>
                  <a:pt x="159" y="233"/>
                  <a:pt x="189" y="224"/>
                  <a:pt x="216" y="206"/>
                </a:cubicBezTo>
                <a:cubicBezTo>
                  <a:pt x="219" y="207"/>
                  <a:pt x="220" y="208"/>
                  <a:pt x="220" y="210"/>
                </a:cubicBezTo>
                <a:cubicBezTo>
                  <a:pt x="221" y="212"/>
                  <a:pt x="220" y="215"/>
                  <a:pt x="219" y="218"/>
                </a:cubicBezTo>
                <a:cubicBezTo>
                  <a:pt x="218" y="222"/>
                  <a:pt x="218" y="224"/>
                  <a:pt x="218" y="225"/>
                </a:cubicBezTo>
                <a:close/>
                <a:moveTo>
                  <a:pt x="250" y="54"/>
                </a:moveTo>
                <a:cubicBezTo>
                  <a:pt x="247" y="74"/>
                  <a:pt x="241" y="112"/>
                  <a:pt x="230" y="170"/>
                </a:cubicBezTo>
                <a:cubicBezTo>
                  <a:pt x="230" y="174"/>
                  <a:pt x="228" y="177"/>
                  <a:pt x="226" y="180"/>
                </a:cubicBezTo>
                <a:cubicBezTo>
                  <a:pt x="223" y="184"/>
                  <a:pt x="220" y="186"/>
                  <a:pt x="218" y="188"/>
                </a:cubicBezTo>
                <a:cubicBezTo>
                  <a:pt x="215" y="189"/>
                  <a:pt x="212" y="191"/>
                  <a:pt x="208" y="193"/>
                </a:cubicBezTo>
                <a:cubicBezTo>
                  <a:pt x="178" y="208"/>
                  <a:pt x="142" y="213"/>
                  <a:pt x="99" y="209"/>
                </a:cubicBezTo>
                <a:cubicBezTo>
                  <a:pt x="70" y="206"/>
                  <a:pt x="46" y="197"/>
                  <a:pt x="29" y="184"/>
                </a:cubicBezTo>
                <a:cubicBezTo>
                  <a:pt x="27" y="183"/>
                  <a:pt x="26" y="181"/>
                  <a:pt x="25" y="179"/>
                </a:cubicBezTo>
                <a:cubicBezTo>
                  <a:pt x="23" y="178"/>
                  <a:pt x="22" y="176"/>
                  <a:pt x="22" y="173"/>
                </a:cubicBezTo>
                <a:cubicBezTo>
                  <a:pt x="21" y="171"/>
                  <a:pt x="20" y="169"/>
                  <a:pt x="20" y="167"/>
                </a:cubicBezTo>
                <a:cubicBezTo>
                  <a:pt x="20" y="165"/>
                  <a:pt x="19" y="163"/>
                  <a:pt x="19" y="160"/>
                </a:cubicBezTo>
                <a:cubicBezTo>
                  <a:pt x="18" y="157"/>
                  <a:pt x="18" y="155"/>
                  <a:pt x="18" y="154"/>
                </a:cubicBezTo>
                <a:cubicBezTo>
                  <a:pt x="17" y="148"/>
                  <a:pt x="15" y="139"/>
                  <a:pt x="13" y="127"/>
                </a:cubicBezTo>
                <a:cubicBezTo>
                  <a:pt x="11" y="115"/>
                  <a:pt x="9" y="105"/>
                  <a:pt x="8" y="98"/>
                </a:cubicBezTo>
                <a:cubicBezTo>
                  <a:pt x="7" y="91"/>
                  <a:pt x="6" y="82"/>
                  <a:pt x="4" y="72"/>
                </a:cubicBezTo>
                <a:cubicBezTo>
                  <a:pt x="2" y="62"/>
                  <a:pt x="1" y="52"/>
                  <a:pt x="0" y="44"/>
                </a:cubicBezTo>
                <a:cubicBezTo>
                  <a:pt x="0" y="41"/>
                  <a:pt x="1" y="38"/>
                  <a:pt x="3" y="35"/>
                </a:cubicBezTo>
                <a:cubicBezTo>
                  <a:pt x="5" y="32"/>
                  <a:pt x="7" y="30"/>
                  <a:pt x="9" y="28"/>
                </a:cubicBezTo>
                <a:cubicBezTo>
                  <a:pt x="11" y="27"/>
                  <a:pt x="13" y="25"/>
                  <a:pt x="17" y="23"/>
                </a:cubicBezTo>
                <a:cubicBezTo>
                  <a:pt x="20" y="21"/>
                  <a:pt x="23" y="20"/>
                  <a:pt x="25" y="19"/>
                </a:cubicBezTo>
                <a:cubicBezTo>
                  <a:pt x="27" y="18"/>
                  <a:pt x="30" y="17"/>
                  <a:pt x="34" y="16"/>
                </a:cubicBezTo>
                <a:cubicBezTo>
                  <a:pt x="48" y="10"/>
                  <a:pt x="67" y="6"/>
                  <a:pt x="89" y="4"/>
                </a:cubicBezTo>
                <a:cubicBezTo>
                  <a:pt x="134" y="0"/>
                  <a:pt x="175" y="3"/>
                  <a:pt x="210" y="13"/>
                </a:cubicBezTo>
                <a:cubicBezTo>
                  <a:pt x="228" y="19"/>
                  <a:pt x="241" y="26"/>
                  <a:pt x="248" y="35"/>
                </a:cubicBezTo>
                <a:cubicBezTo>
                  <a:pt x="250" y="37"/>
                  <a:pt x="251" y="40"/>
                  <a:pt x="251" y="44"/>
                </a:cubicBezTo>
                <a:cubicBezTo>
                  <a:pt x="251" y="48"/>
                  <a:pt x="251" y="51"/>
                  <a:pt x="250" y="5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8143876" y="1600200"/>
            <a:ext cx="295275" cy="296863"/>
          </a:xfrm>
          <a:custGeom>
            <a:avLst/>
            <a:gdLst>
              <a:gd name="T0" fmla="*/ 144 w 274"/>
              <a:gd name="T1" fmla="*/ 120 h 274"/>
              <a:gd name="T2" fmla="*/ 122 w 274"/>
              <a:gd name="T3" fmla="*/ 133 h 274"/>
              <a:gd name="T4" fmla="*/ 145 w 274"/>
              <a:gd name="T5" fmla="*/ 145 h 274"/>
              <a:gd name="T6" fmla="*/ 165 w 274"/>
              <a:gd name="T7" fmla="*/ 129 h 274"/>
              <a:gd name="T8" fmla="*/ 139 w 274"/>
              <a:gd name="T9" fmla="*/ 162 h 274"/>
              <a:gd name="T10" fmla="*/ 108 w 274"/>
              <a:gd name="T11" fmla="*/ 135 h 274"/>
              <a:gd name="T12" fmla="*/ 125 w 274"/>
              <a:gd name="T13" fmla="*/ 107 h 274"/>
              <a:gd name="T14" fmla="*/ 165 w 274"/>
              <a:gd name="T15" fmla="*/ 129 h 274"/>
              <a:gd name="T16" fmla="*/ 186 w 274"/>
              <a:gd name="T17" fmla="*/ 66 h 274"/>
              <a:gd name="T18" fmla="*/ 166 w 274"/>
              <a:gd name="T19" fmla="*/ 70 h 274"/>
              <a:gd name="T20" fmla="*/ 97 w 274"/>
              <a:gd name="T21" fmla="*/ 68 h 274"/>
              <a:gd name="T22" fmla="*/ 77 w 274"/>
              <a:gd name="T23" fmla="*/ 60 h 274"/>
              <a:gd name="T24" fmla="*/ 91 w 274"/>
              <a:gd name="T25" fmla="*/ 51 h 274"/>
              <a:gd name="T26" fmla="*/ 172 w 274"/>
              <a:gd name="T27" fmla="*/ 50 h 274"/>
              <a:gd name="T28" fmla="*/ 189 w 274"/>
              <a:gd name="T29" fmla="*/ 54 h 274"/>
              <a:gd name="T30" fmla="*/ 203 w 274"/>
              <a:gd name="T31" fmla="*/ 193 h 274"/>
              <a:gd name="T32" fmla="*/ 205 w 274"/>
              <a:gd name="T33" fmla="*/ 182 h 274"/>
              <a:gd name="T34" fmla="*/ 137 w 274"/>
              <a:gd name="T35" fmla="*/ 198 h 274"/>
              <a:gd name="T36" fmla="*/ 69 w 274"/>
              <a:gd name="T37" fmla="*/ 180 h 274"/>
              <a:gd name="T38" fmla="*/ 76 w 274"/>
              <a:gd name="T39" fmla="*/ 220 h 274"/>
              <a:gd name="T40" fmla="*/ 188 w 274"/>
              <a:gd name="T41" fmla="*/ 230 h 274"/>
              <a:gd name="T42" fmla="*/ 201 w 274"/>
              <a:gd name="T43" fmla="*/ 205 h 274"/>
              <a:gd name="T44" fmla="*/ 227 w 274"/>
              <a:gd name="T45" fmla="*/ 69 h 274"/>
              <a:gd name="T46" fmla="*/ 197 w 274"/>
              <a:gd name="T47" fmla="*/ 40 h 274"/>
              <a:gd name="T48" fmla="*/ 70 w 274"/>
              <a:gd name="T49" fmla="*/ 42 h 274"/>
              <a:gd name="T50" fmla="*/ 51 w 274"/>
              <a:gd name="T51" fmla="*/ 52 h 274"/>
              <a:gd name="T52" fmla="*/ 49 w 274"/>
              <a:gd name="T53" fmla="*/ 87 h 274"/>
              <a:gd name="T54" fmla="*/ 59 w 274"/>
              <a:gd name="T55" fmla="*/ 141 h 274"/>
              <a:gd name="T56" fmla="*/ 61 w 274"/>
              <a:gd name="T57" fmla="*/ 153 h 274"/>
              <a:gd name="T58" fmla="*/ 67 w 274"/>
              <a:gd name="T59" fmla="*/ 163 h 274"/>
              <a:gd name="T60" fmla="*/ 196 w 274"/>
              <a:gd name="T61" fmla="*/ 170 h 274"/>
              <a:gd name="T62" fmla="*/ 209 w 274"/>
              <a:gd name="T63" fmla="*/ 161 h 274"/>
              <a:gd name="T64" fmla="*/ 227 w 274"/>
              <a:gd name="T65" fmla="*/ 69 h 274"/>
              <a:gd name="T66" fmla="*/ 274 w 274"/>
              <a:gd name="T67" fmla="*/ 222 h 274"/>
              <a:gd name="T68" fmla="*/ 222 w 274"/>
              <a:gd name="T69" fmla="*/ 274 h 274"/>
              <a:gd name="T70" fmla="*/ 15 w 274"/>
              <a:gd name="T71" fmla="*/ 259 h 274"/>
              <a:gd name="T72" fmla="*/ 0 w 274"/>
              <a:gd name="T73" fmla="*/ 51 h 274"/>
              <a:gd name="T74" fmla="*/ 51 w 274"/>
              <a:gd name="T75" fmla="*/ 0 h 274"/>
              <a:gd name="T76" fmla="*/ 259 w 274"/>
              <a:gd name="T77" fmla="*/ 15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4" h="274">
                <a:moveTo>
                  <a:pt x="151" y="132"/>
                </a:moveTo>
                <a:cubicBezTo>
                  <a:pt x="151" y="127"/>
                  <a:pt x="148" y="123"/>
                  <a:pt x="144" y="120"/>
                </a:cubicBezTo>
                <a:cubicBezTo>
                  <a:pt x="139" y="118"/>
                  <a:pt x="134" y="118"/>
                  <a:pt x="130" y="120"/>
                </a:cubicBezTo>
                <a:cubicBezTo>
                  <a:pt x="125" y="123"/>
                  <a:pt x="122" y="127"/>
                  <a:pt x="122" y="133"/>
                </a:cubicBezTo>
                <a:cubicBezTo>
                  <a:pt x="122" y="139"/>
                  <a:pt x="125" y="144"/>
                  <a:pt x="130" y="146"/>
                </a:cubicBezTo>
                <a:cubicBezTo>
                  <a:pt x="135" y="148"/>
                  <a:pt x="140" y="148"/>
                  <a:pt x="145" y="145"/>
                </a:cubicBezTo>
                <a:cubicBezTo>
                  <a:pt x="150" y="142"/>
                  <a:pt x="152" y="138"/>
                  <a:pt x="151" y="132"/>
                </a:cubicBezTo>
                <a:close/>
                <a:moveTo>
                  <a:pt x="165" y="129"/>
                </a:moveTo>
                <a:cubicBezTo>
                  <a:pt x="166" y="137"/>
                  <a:pt x="164" y="144"/>
                  <a:pt x="159" y="151"/>
                </a:cubicBezTo>
                <a:cubicBezTo>
                  <a:pt x="154" y="157"/>
                  <a:pt x="147" y="161"/>
                  <a:pt x="139" y="162"/>
                </a:cubicBezTo>
                <a:cubicBezTo>
                  <a:pt x="131" y="163"/>
                  <a:pt x="124" y="160"/>
                  <a:pt x="118" y="155"/>
                </a:cubicBezTo>
                <a:cubicBezTo>
                  <a:pt x="112" y="149"/>
                  <a:pt x="108" y="142"/>
                  <a:pt x="108" y="135"/>
                </a:cubicBezTo>
                <a:cubicBezTo>
                  <a:pt x="108" y="129"/>
                  <a:pt x="109" y="123"/>
                  <a:pt x="112" y="118"/>
                </a:cubicBezTo>
                <a:cubicBezTo>
                  <a:pt x="116" y="113"/>
                  <a:pt x="120" y="109"/>
                  <a:pt x="125" y="107"/>
                </a:cubicBezTo>
                <a:cubicBezTo>
                  <a:pt x="134" y="103"/>
                  <a:pt x="142" y="103"/>
                  <a:pt x="151" y="108"/>
                </a:cubicBezTo>
                <a:cubicBezTo>
                  <a:pt x="159" y="113"/>
                  <a:pt x="164" y="120"/>
                  <a:pt x="165" y="129"/>
                </a:cubicBezTo>
                <a:close/>
                <a:moveTo>
                  <a:pt x="196" y="60"/>
                </a:moveTo>
                <a:cubicBezTo>
                  <a:pt x="193" y="62"/>
                  <a:pt x="190" y="64"/>
                  <a:pt x="186" y="66"/>
                </a:cubicBezTo>
                <a:cubicBezTo>
                  <a:pt x="182" y="67"/>
                  <a:pt x="179" y="68"/>
                  <a:pt x="177" y="69"/>
                </a:cubicBezTo>
                <a:cubicBezTo>
                  <a:pt x="175" y="69"/>
                  <a:pt x="171" y="69"/>
                  <a:pt x="166" y="70"/>
                </a:cubicBezTo>
                <a:cubicBezTo>
                  <a:pt x="147" y="72"/>
                  <a:pt x="128" y="72"/>
                  <a:pt x="108" y="70"/>
                </a:cubicBezTo>
                <a:cubicBezTo>
                  <a:pt x="103" y="69"/>
                  <a:pt x="99" y="69"/>
                  <a:pt x="97" y="68"/>
                </a:cubicBezTo>
                <a:cubicBezTo>
                  <a:pt x="94" y="68"/>
                  <a:pt x="91" y="67"/>
                  <a:pt x="87" y="65"/>
                </a:cubicBezTo>
                <a:cubicBezTo>
                  <a:pt x="83" y="64"/>
                  <a:pt x="80" y="62"/>
                  <a:pt x="77" y="60"/>
                </a:cubicBezTo>
                <a:cubicBezTo>
                  <a:pt x="79" y="57"/>
                  <a:pt x="81" y="55"/>
                  <a:pt x="84" y="54"/>
                </a:cubicBezTo>
                <a:cubicBezTo>
                  <a:pt x="87" y="53"/>
                  <a:pt x="89" y="52"/>
                  <a:pt x="91" y="51"/>
                </a:cubicBezTo>
                <a:cubicBezTo>
                  <a:pt x="93" y="51"/>
                  <a:pt x="96" y="50"/>
                  <a:pt x="99" y="50"/>
                </a:cubicBezTo>
                <a:cubicBezTo>
                  <a:pt x="123" y="46"/>
                  <a:pt x="147" y="46"/>
                  <a:pt x="172" y="50"/>
                </a:cubicBezTo>
                <a:cubicBezTo>
                  <a:pt x="176" y="50"/>
                  <a:pt x="179" y="51"/>
                  <a:pt x="181" y="51"/>
                </a:cubicBezTo>
                <a:cubicBezTo>
                  <a:pt x="183" y="52"/>
                  <a:pt x="186" y="52"/>
                  <a:pt x="189" y="54"/>
                </a:cubicBezTo>
                <a:cubicBezTo>
                  <a:pt x="192" y="55"/>
                  <a:pt x="194" y="57"/>
                  <a:pt x="196" y="60"/>
                </a:cubicBezTo>
                <a:close/>
                <a:moveTo>
                  <a:pt x="203" y="193"/>
                </a:moveTo>
                <a:cubicBezTo>
                  <a:pt x="203" y="192"/>
                  <a:pt x="204" y="190"/>
                  <a:pt x="204" y="188"/>
                </a:cubicBezTo>
                <a:cubicBezTo>
                  <a:pt x="205" y="186"/>
                  <a:pt x="205" y="184"/>
                  <a:pt x="205" y="182"/>
                </a:cubicBezTo>
                <a:cubicBezTo>
                  <a:pt x="205" y="181"/>
                  <a:pt x="204" y="180"/>
                  <a:pt x="202" y="179"/>
                </a:cubicBezTo>
                <a:cubicBezTo>
                  <a:pt x="183" y="192"/>
                  <a:pt x="161" y="198"/>
                  <a:pt x="137" y="198"/>
                </a:cubicBezTo>
                <a:cubicBezTo>
                  <a:pt x="112" y="198"/>
                  <a:pt x="91" y="192"/>
                  <a:pt x="71" y="179"/>
                </a:cubicBezTo>
                <a:cubicBezTo>
                  <a:pt x="69" y="180"/>
                  <a:pt x="69" y="180"/>
                  <a:pt x="69" y="180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71" y="201"/>
                  <a:pt x="74" y="213"/>
                  <a:pt x="76" y="220"/>
                </a:cubicBezTo>
                <a:cubicBezTo>
                  <a:pt x="81" y="230"/>
                  <a:pt x="93" y="236"/>
                  <a:pt x="112" y="239"/>
                </a:cubicBezTo>
                <a:cubicBezTo>
                  <a:pt x="142" y="245"/>
                  <a:pt x="167" y="242"/>
                  <a:pt x="188" y="230"/>
                </a:cubicBezTo>
                <a:cubicBezTo>
                  <a:pt x="192" y="227"/>
                  <a:pt x="195" y="224"/>
                  <a:pt x="197" y="221"/>
                </a:cubicBezTo>
                <a:cubicBezTo>
                  <a:pt x="199" y="217"/>
                  <a:pt x="200" y="212"/>
                  <a:pt x="201" y="205"/>
                </a:cubicBezTo>
                <a:cubicBezTo>
                  <a:pt x="202" y="199"/>
                  <a:pt x="203" y="195"/>
                  <a:pt x="203" y="193"/>
                </a:cubicBezTo>
                <a:close/>
                <a:moveTo>
                  <a:pt x="227" y="69"/>
                </a:moveTo>
                <a:cubicBezTo>
                  <a:pt x="228" y="63"/>
                  <a:pt x="227" y="58"/>
                  <a:pt x="225" y="56"/>
                </a:cubicBezTo>
                <a:cubicBezTo>
                  <a:pt x="220" y="49"/>
                  <a:pt x="211" y="44"/>
                  <a:pt x="197" y="40"/>
                </a:cubicBezTo>
                <a:cubicBezTo>
                  <a:pt x="172" y="32"/>
                  <a:pt x="143" y="30"/>
                  <a:pt x="111" y="34"/>
                </a:cubicBezTo>
                <a:cubicBezTo>
                  <a:pt x="95" y="35"/>
                  <a:pt x="81" y="38"/>
                  <a:pt x="70" y="42"/>
                </a:cubicBezTo>
                <a:cubicBezTo>
                  <a:pt x="66" y="44"/>
                  <a:pt x="62" y="45"/>
                  <a:pt x="60" y="46"/>
                </a:cubicBezTo>
                <a:cubicBezTo>
                  <a:pt x="57" y="47"/>
                  <a:pt x="54" y="49"/>
                  <a:pt x="51" y="52"/>
                </a:cubicBezTo>
                <a:cubicBezTo>
                  <a:pt x="48" y="55"/>
                  <a:pt x="47" y="58"/>
                  <a:pt x="46" y="62"/>
                </a:cubicBezTo>
                <a:cubicBezTo>
                  <a:pt x="47" y="70"/>
                  <a:pt x="48" y="78"/>
                  <a:pt x="49" y="87"/>
                </a:cubicBezTo>
                <a:cubicBezTo>
                  <a:pt x="51" y="95"/>
                  <a:pt x="52" y="105"/>
                  <a:pt x="55" y="117"/>
                </a:cubicBezTo>
                <a:cubicBezTo>
                  <a:pt x="57" y="129"/>
                  <a:pt x="58" y="137"/>
                  <a:pt x="59" y="141"/>
                </a:cubicBezTo>
                <a:cubicBezTo>
                  <a:pt x="59" y="142"/>
                  <a:pt x="59" y="144"/>
                  <a:pt x="60" y="147"/>
                </a:cubicBezTo>
                <a:cubicBezTo>
                  <a:pt x="60" y="150"/>
                  <a:pt x="61" y="152"/>
                  <a:pt x="61" y="153"/>
                </a:cubicBezTo>
                <a:cubicBezTo>
                  <a:pt x="61" y="155"/>
                  <a:pt x="62" y="156"/>
                  <a:pt x="63" y="158"/>
                </a:cubicBezTo>
                <a:cubicBezTo>
                  <a:pt x="64" y="160"/>
                  <a:pt x="66" y="162"/>
                  <a:pt x="67" y="163"/>
                </a:cubicBezTo>
                <a:cubicBezTo>
                  <a:pt x="80" y="173"/>
                  <a:pt x="96" y="179"/>
                  <a:pt x="118" y="181"/>
                </a:cubicBezTo>
                <a:cubicBezTo>
                  <a:pt x="149" y="184"/>
                  <a:pt x="175" y="181"/>
                  <a:pt x="196" y="170"/>
                </a:cubicBezTo>
                <a:cubicBezTo>
                  <a:pt x="199" y="168"/>
                  <a:pt x="201" y="167"/>
                  <a:pt x="203" y="166"/>
                </a:cubicBezTo>
                <a:cubicBezTo>
                  <a:pt x="205" y="165"/>
                  <a:pt x="207" y="163"/>
                  <a:pt x="209" y="161"/>
                </a:cubicBezTo>
                <a:cubicBezTo>
                  <a:pt x="211" y="158"/>
                  <a:pt x="212" y="156"/>
                  <a:pt x="212" y="153"/>
                </a:cubicBezTo>
                <a:cubicBezTo>
                  <a:pt x="218" y="122"/>
                  <a:pt x="223" y="94"/>
                  <a:pt x="227" y="69"/>
                </a:cubicBezTo>
                <a:close/>
                <a:moveTo>
                  <a:pt x="274" y="51"/>
                </a:moveTo>
                <a:cubicBezTo>
                  <a:pt x="274" y="222"/>
                  <a:pt x="274" y="222"/>
                  <a:pt x="274" y="222"/>
                </a:cubicBezTo>
                <a:cubicBezTo>
                  <a:pt x="274" y="237"/>
                  <a:pt x="269" y="249"/>
                  <a:pt x="259" y="259"/>
                </a:cubicBezTo>
                <a:cubicBezTo>
                  <a:pt x="249" y="269"/>
                  <a:pt x="236" y="274"/>
                  <a:pt x="222" y="274"/>
                </a:cubicBezTo>
                <a:cubicBezTo>
                  <a:pt x="51" y="274"/>
                  <a:pt x="51" y="274"/>
                  <a:pt x="51" y="274"/>
                </a:cubicBezTo>
                <a:cubicBezTo>
                  <a:pt x="37" y="274"/>
                  <a:pt x="25" y="269"/>
                  <a:pt x="15" y="259"/>
                </a:cubicBezTo>
                <a:cubicBezTo>
                  <a:pt x="5" y="249"/>
                  <a:pt x="0" y="237"/>
                  <a:pt x="0" y="222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6" y="0"/>
                  <a:pt x="249" y="5"/>
                  <a:pt x="259" y="15"/>
                </a:cubicBezTo>
                <a:cubicBezTo>
                  <a:pt x="269" y="25"/>
                  <a:pt x="274" y="37"/>
                  <a:pt x="274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8154988" y="2022475"/>
            <a:ext cx="271463" cy="296863"/>
          </a:xfrm>
          <a:custGeom>
            <a:avLst/>
            <a:gdLst>
              <a:gd name="T0" fmla="*/ 124 w 251"/>
              <a:gd name="T1" fmla="*/ 254 h 274"/>
              <a:gd name="T2" fmla="*/ 184 w 251"/>
              <a:gd name="T3" fmla="*/ 162 h 274"/>
              <a:gd name="T4" fmla="*/ 161 w 251"/>
              <a:gd name="T5" fmla="*/ 141 h 274"/>
              <a:gd name="T6" fmla="*/ 131 w 251"/>
              <a:gd name="T7" fmla="*/ 135 h 274"/>
              <a:gd name="T8" fmla="*/ 97 w 251"/>
              <a:gd name="T9" fmla="*/ 136 h 274"/>
              <a:gd name="T10" fmla="*/ 96 w 251"/>
              <a:gd name="T11" fmla="*/ 193 h 274"/>
              <a:gd name="T12" fmla="*/ 96 w 251"/>
              <a:gd name="T13" fmla="*/ 222 h 274"/>
              <a:gd name="T14" fmla="*/ 99 w 251"/>
              <a:gd name="T15" fmla="*/ 249 h 274"/>
              <a:gd name="T16" fmla="*/ 116 w 251"/>
              <a:gd name="T17" fmla="*/ 117 h 274"/>
              <a:gd name="T18" fmla="*/ 161 w 251"/>
              <a:gd name="T19" fmla="*/ 107 h 274"/>
              <a:gd name="T20" fmla="*/ 179 w 251"/>
              <a:gd name="T21" fmla="*/ 65 h 274"/>
              <a:gd name="T22" fmla="*/ 160 w 251"/>
              <a:gd name="T23" fmla="*/ 29 h 274"/>
              <a:gd name="T24" fmla="*/ 118 w 251"/>
              <a:gd name="T25" fmla="*/ 18 h 274"/>
              <a:gd name="T26" fmla="*/ 96 w 251"/>
              <a:gd name="T27" fmla="*/ 48 h 274"/>
              <a:gd name="T28" fmla="*/ 97 w 251"/>
              <a:gd name="T29" fmla="*/ 89 h 274"/>
              <a:gd name="T30" fmla="*/ 97 w 251"/>
              <a:gd name="T31" fmla="*/ 116 h 274"/>
              <a:gd name="T32" fmla="*/ 0 w 251"/>
              <a:gd name="T33" fmla="*/ 257 h 274"/>
              <a:gd name="T34" fmla="*/ 35 w 251"/>
              <a:gd name="T35" fmla="*/ 250 h 274"/>
              <a:gd name="T36" fmla="*/ 38 w 251"/>
              <a:gd name="T37" fmla="*/ 239 h 274"/>
              <a:gd name="T38" fmla="*/ 40 w 251"/>
              <a:gd name="T39" fmla="*/ 226 h 274"/>
              <a:gd name="T40" fmla="*/ 40 w 251"/>
              <a:gd name="T41" fmla="*/ 209 h 274"/>
              <a:gd name="T42" fmla="*/ 32 w 251"/>
              <a:gd name="T43" fmla="*/ 23 h 274"/>
              <a:gd name="T44" fmla="*/ 15 w 251"/>
              <a:gd name="T45" fmla="*/ 20 h 274"/>
              <a:gd name="T46" fmla="*/ 1 w 251"/>
              <a:gd name="T47" fmla="*/ 19 h 274"/>
              <a:gd name="T48" fmla="*/ 61 w 251"/>
              <a:gd name="T49" fmla="*/ 2 h 274"/>
              <a:gd name="T50" fmla="*/ 140 w 251"/>
              <a:gd name="T51" fmla="*/ 0 h 274"/>
              <a:gd name="T52" fmla="*/ 176 w 251"/>
              <a:gd name="T53" fmla="*/ 3 h 274"/>
              <a:gd name="T54" fmla="*/ 218 w 251"/>
              <a:gd name="T55" fmla="*/ 23 h 274"/>
              <a:gd name="T56" fmla="*/ 237 w 251"/>
              <a:gd name="T57" fmla="*/ 66 h 274"/>
              <a:gd name="T58" fmla="*/ 227 w 251"/>
              <a:gd name="T59" fmla="*/ 96 h 274"/>
              <a:gd name="T60" fmla="*/ 202 w 251"/>
              <a:gd name="T61" fmla="*/ 114 h 274"/>
              <a:gd name="T62" fmla="*/ 233 w 251"/>
              <a:gd name="T63" fmla="*/ 145 h 274"/>
              <a:gd name="T64" fmla="*/ 245 w 251"/>
              <a:gd name="T65" fmla="*/ 221 h 274"/>
              <a:gd name="T66" fmla="*/ 204 w 251"/>
              <a:gd name="T67" fmla="*/ 260 h 274"/>
              <a:gd name="T68" fmla="*/ 143 w 251"/>
              <a:gd name="T69" fmla="*/ 271 h 274"/>
              <a:gd name="T70" fmla="*/ 96 w 251"/>
              <a:gd name="T71" fmla="*/ 270 h 274"/>
              <a:gd name="T72" fmla="*/ 0 w 251"/>
              <a:gd name="T73" fmla="*/ 274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1" h="274">
                <a:moveTo>
                  <a:pt x="99" y="249"/>
                </a:moveTo>
                <a:cubicBezTo>
                  <a:pt x="108" y="252"/>
                  <a:pt x="116" y="254"/>
                  <a:pt x="124" y="254"/>
                </a:cubicBezTo>
                <a:cubicBezTo>
                  <a:pt x="169" y="254"/>
                  <a:pt x="191" y="234"/>
                  <a:pt x="191" y="195"/>
                </a:cubicBezTo>
                <a:cubicBezTo>
                  <a:pt x="191" y="181"/>
                  <a:pt x="189" y="170"/>
                  <a:pt x="184" y="162"/>
                </a:cubicBezTo>
                <a:cubicBezTo>
                  <a:pt x="181" y="157"/>
                  <a:pt x="177" y="153"/>
                  <a:pt x="173" y="149"/>
                </a:cubicBezTo>
                <a:cubicBezTo>
                  <a:pt x="169" y="146"/>
                  <a:pt x="165" y="143"/>
                  <a:pt x="161" y="141"/>
                </a:cubicBezTo>
                <a:cubicBezTo>
                  <a:pt x="157" y="139"/>
                  <a:pt x="152" y="137"/>
                  <a:pt x="146" y="136"/>
                </a:cubicBezTo>
                <a:cubicBezTo>
                  <a:pt x="141" y="135"/>
                  <a:pt x="136" y="135"/>
                  <a:pt x="131" y="135"/>
                </a:cubicBezTo>
                <a:cubicBezTo>
                  <a:pt x="127" y="134"/>
                  <a:pt x="121" y="134"/>
                  <a:pt x="115" y="134"/>
                </a:cubicBezTo>
                <a:cubicBezTo>
                  <a:pt x="106" y="134"/>
                  <a:pt x="100" y="135"/>
                  <a:pt x="97" y="136"/>
                </a:cubicBezTo>
                <a:cubicBezTo>
                  <a:pt x="97" y="142"/>
                  <a:pt x="97" y="152"/>
                  <a:pt x="97" y="164"/>
                </a:cubicBezTo>
                <a:cubicBezTo>
                  <a:pt x="96" y="177"/>
                  <a:pt x="96" y="186"/>
                  <a:pt x="96" y="193"/>
                </a:cubicBezTo>
                <a:cubicBezTo>
                  <a:pt x="96" y="194"/>
                  <a:pt x="96" y="198"/>
                  <a:pt x="96" y="205"/>
                </a:cubicBezTo>
                <a:cubicBezTo>
                  <a:pt x="96" y="212"/>
                  <a:pt x="96" y="217"/>
                  <a:pt x="96" y="222"/>
                </a:cubicBezTo>
                <a:cubicBezTo>
                  <a:pt x="96" y="226"/>
                  <a:pt x="96" y="231"/>
                  <a:pt x="97" y="237"/>
                </a:cubicBezTo>
                <a:cubicBezTo>
                  <a:pt x="97" y="242"/>
                  <a:pt x="98" y="246"/>
                  <a:pt x="99" y="249"/>
                </a:cubicBezTo>
                <a:close/>
                <a:moveTo>
                  <a:pt x="97" y="116"/>
                </a:moveTo>
                <a:cubicBezTo>
                  <a:pt x="102" y="116"/>
                  <a:pt x="108" y="117"/>
                  <a:pt x="116" y="117"/>
                </a:cubicBezTo>
                <a:cubicBezTo>
                  <a:pt x="126" y="117"/>
                  <a:pt x="134" y="116"/>
                  <a:pt x="142" y="114"/>
                </a:cubicBezTo>
                <a:cubicBezTo>
                  <a:pt x="149" y="113"/>
                  <a:pt x="155" y="110"/>
                  <a:pt x="161" y="107"/>
                </a:cubicBezTo>
                <a:cubicBezTo>
                  <a:pt x="167" y="103"/>
                  <a:pt x="171" y="97"/>
                  <a:pt x="174" y="91"/>
                </a:cubicBezTo>
                <a:cubicBezTo>
                  <a:pt x="177" y="84"/>
                  <a:pt x="179" y="75"/>
                  <a:pt x="179" y="65"/>
                </a:cubicBezTo>
                <a:cubicBezTo>
                  <a:pt x="179" y="57"/>
                  <a:pt x="177" y="50"/>
                  <a:pt x="174" y="43"/>
                </a:cubicBezTo>
                <a:cubicBezTo>
                  <a:pt x="170" y="37"/>
                  <a:pt x="166" y="32"/>
                  <a:pt x="160" y="29"/>
                </a:cubicBezTo>
                <a:cubicBezTo>
                  <a:pt x="154" y="25"/>
                  <a:pt x="147" y="23"/>
                  <a:pt x="140" y="21"/>
                </a:cubicBezTo>
                <a:cubicBezTo>
                  <a:pt x="134" y="19"/>
                  <a:pt x="126" y="18"/>
                  <a:pt x="118" y="18"/>
                </a:cubicBezTo>
                <a:cubicBezTo>
                  <a:pt x="112" y="18"/>
                  <a:pt x="105" y="19"/>
                  <a:pt x="95" y="21"/>
                </a:cubicBezTo>
                <a:cubicBezTo>
                  <a:pt x="95" y="27"/>
                  <a:pt x="95" y="36"/>
                  <a:pt x="96" y="48"/>
                </a:cubicBezTo>
                <a:cubicBezTo>
                  <a:pt x="96" y="60"/>
                  <a:pt x="97" y="69"/>
                  <a:pt x="97" y="75"/>
                </a:cubicBezTo>
                <a:cubicBezTo>
                  <a:pt x="97" y="78"/>
                  <a:pt x="97" y="83"/>
                  <a:pt x="97" y="89"/>
                </a:cubicBezTo>
                <a:cubicBezTo>
                  <a:pt x="96" y="95"/>
                  <a:pt x="96" y="100"/>
                  <a:pt x="96" y="103"/>
                </a:cubicBezTo>
                <a:cubicBezTo>
                  <a:pt x="96" y="109"/>
                  <a:pt x="96" y="113"/>
                  <a:pt x="97" y="116"/>
                </a:cubicBezTo>
                <a:close/>
                <a:moveTo>
                  <a:pt x="0" y="274"/>
                </a:moveTo>
                <a:cubicBezTo>
                  <a:pt x="0" y="257"/>
                  <a:pt x="0" y="257"/>
                  <a:pt x="0" y="257"/>
                </a:cubicBezTo>
                <a:cubicBezTo>
                  <a:pt x="2" y="257"/>
                  <a:pt x="7" y="256"/>
                  <a:pt x="16" y="254"/>
                </a:cubicBezTo>
                <a:cubicBezTo>
                  <a:pt x="24" y="253"/>
                  <a:pt x="30" y="251"/>
                  <a:pt x="35" y="250"/>
                </a:cubicBezTo>
                <a:cubicBezTo>
                  <a:pt x="35" y="248"/>
                  <a:pt x="36" y="247"/>
                  <a:pt x="37" y="245"/>
                </a:cubicBezTo>
                <a:cubicBezTo>
                  <a:pt x="37" y="243"/>
                  <a:pt x="38" y="241"/>
                  <a:pt x="38" y="239"/>
                </a:cubicBezTo>
                <a:cubicBezTo>
                  <a:pt x="39" y="237"/>
                  <a:pt x="39" y="235"/>
                  <a:pt x="39" y="233"/>
                </a:cubicBezTo>
                <a:cubicBezTo>
                  <a:pt x="40" y="231"/>
                  <a:pt x="40" y="229"/>
                  <a:pt x="40" y="226"/>
                </a:cubicBezTo>
                <a:cubicBezTo>
                  <a:pt x="40" y="224"/>
                  <a:pt x="40" y="222"/>
                  <a:pt x="40" y="220"/>
                </a:cubicBezTo>
                <a:cubicBezTo>
                  <a:pt x="40" y="209"/>
                  <a:pt x="40" y="209"/>
                  <a:pt x="40" y="209"/>
                </a:cubicBezTo>
                <a:cubicBezTo>
                  <a:pt x="40" y="92"/>
                  <a:pt x="39" y="31"/>
                  <a:pt x="36" y="26"/>
                </a:cubicBezTo>
                <a:cubicBezTo>
                  <a:pt x="35" y="25"/>
                  <a:pt x="34" y="24"/>
                  <a:pt x="32" y="23"/>
                </a:cubicBezTo>
                <a:cubicBezTo>
                  <a:pt x="30" y="22"/>
                  <a:pt x="27" y="22"/>
                  <a:pt x="24" y="21"/>
                </a:cubicBezTo>
                <a:cubicBezTo>
                  <a:pt x="21" y="21"/>
                  <a:pt x="18" y="20"/>
                  <a:pt x="15" y="20"/>
                </a:cubicBezTo>
                <a:cubicBezTo>
                  <a:pt x="13" y="20"/>
                  <a:pt x="10" y="19"/>
                  <a:pt x="7" y="19"/>
                </a:cubicBezTo>
                <a:cubicBezTo>
                  <a:pt x="4" y="19"/>
                  <a:pt x="2" y="19"/>
                  <a:pt x="1" y="19"/>
                </a:cubicBezTo>
                <a:cubicBezTo>
                  <a:pt x="0" y="4"/>
                  <a:pt x="0" y="4"/>
                  <a:pt x="0" y="4"/>
                </a:cubicBezTo>
                <a:cubicBezTo>
                  <a:pt x="12" y="4"/>
                  <a:pt x="32" y="3"/>
                  <a:pt x="61" y="2"/>
                </a:cubicBezTo>
                <a:cubicBezTo>
                  <a:pt x="90" y="1"/>
                  <a:pt x="112" y="0"/>
                  <a:pt x="128" y="0"/>
                </a:cubicBezTo>
                <a:cubicBezTo>
                  <a:pt x="130" y="0"/>
                  <a:pt x="134" y="0"/>
                  <a:pt x="140" y="0"/>
                </a:cubicBezTo>
                <a:cubicBezTo>
                  <a:pt x="145" y="0"/>
                  <a:pt x="149" y="0"/>
                  <a:pt x="152" y="0"/>
                </a:cubicBezTo>
                <a:cubicBezTo>
                  <a:pt x="160" y="0"/>
                  <a:pt x="168" y="1"/>
                  <a:pt x="176" y="3"/>
                </a:cubicBezTo>
                <a:cubicBezTo>
                  <a:pt x="184" y="4"/>
                  <a:pt x="192" y="7"/>
                  <a:pt x="199" y="10"/>
                </a:cubicBezTo>
                <a:cubicBezTo>
                  <a:pt x="207" y="14"/>
                  <a:pt x="213" y="18"/>
                  <a:pt x="218" y="23"/>
                </a:cubicBezTo>
                <a:cubicBezTo>
                  <a:pt x="224" y="28"/>
                  <a:pt x="228" y="34"/>
                  <a:pt x="232" y="41"/>
                </a:cubicBezTo>
                <a:cubicBezTo>
                  <a:pt x="235" y="49"/>
                  <a:pt x="237" y="57"/>
                  <a:pt x="237" y="66"/>
                </a:cubicBezTo>
                <a:cubicBezTo>
                  <a:pt x="237" y="72"/>
                  <a:pt x="236" y="78"/>
                  <a:pt x="234" y="83"/>
                </a:cubicBezTo>
                <a:cubicBezTo>
                  <a:pt x="232" y="88"/>
                  <a:pt x="229" y="92"/>
                  <a:pt x="227" y="96"/>
                </a:cubicBezTo>
                <a:cubicBezTo>
                  <a:pt x="224" y="99"/>
                  <a:pt x="220" y="103"/>
                  <a:pt x="215" y="106"/>
                </a:cubicBezTo>
                <a:cubicBezTo>
                  <a:pt x="210" y="110"/>
                  <a:pt x="206" y="112"/>
                  <a:pt x="202" y="114"/>
                </a:cubicBezTo>
                <a:cubicBezTo>
                  <a:pt x="198" y="116"/>
                  <a:pt x="193" y="118"/>
                  <a:pt x="187" y="121"/>
                </a:cubicBezTo>
                <a:cubicBezTo>
                  <a:pt x="206" y="125"/>
                  <a:pt x="221" y="133"/>
                  <a:pt x="233" y="145"/>
                </a:cubicBezTo>
                <a:cubicBezTo>
                  <a:pt x="245" y="157"/>
                  <a:pt x="251" y="172"/>
                  <a:pt x="251" y="189"/>
                </a:cubicBezTo>
                <a:cubicBezTo>
                  <a:pt x="251" y="201"/>
                  <a:pt x="249" y="212"/>
                  <a:pt x="245" y="221"/>
                </a:cubicBezTo>
                <a:cubicBezTo>
                  <a:pt x="241" y="231"/>
                  <a:pt x="235" y="239"/>
                  <a:pt x="228" y="245"/>
                </a:cubicBezTo>
                <a:cubicBezTo>
                  <a:pt x="221" y="251"/>
                  <a:pt x="213" y="256"/>
                  <a:pt x="204" y="260"/>
                </a:cubicBezTo>
                <a:cubicBezTo>
                  <a:pt x="194" y="264"/>
                  <a:pt x="185" y="267"/>
                  <a:pt x="175" y="269"/>
                </a:cubicBezTo>
                <a:cubicBezTo>
                  <a:pt x="165" y="270"/>
                  <a:pt x="154" y="271"/>
                  <a:pt x="143" y="271"/>
                </a:cubicBezTo>
                <a:cubicBezTo>
                  <a:pt x="138" y="271"/>
                  <a:pt x="130" y="271"/>
                  <a:pt x="120" y="270"/>
                </a:cubicBezTo>
                <a:cubicBezTo>
                  <a:pt x="109" y="270"/>
                  <a:pt x="101" y="270"/>
                  <a:pt x="96" y="270"/>
                </a:cubicBezTo>
                <a:cubicBezTo>
                  <a:pt x="83" y="270"/>
                  <a:pt x="65" y="271"/>
                  <a:pt x="41" y="272"/>
                </a:cubicBezTo>
                <a:cubicBezTo>
                  <a:pt x="17" y="273"/>
                  <a:pt x="4" y="274"/>
                  <a:pt x="0" y="27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" name="Freeform 10"/>
          <p:cNvSpPr>
            <a:spLocks/>
          </p:cNvSpPr>
          <p:nvPr/>
        </p:nvSpPr>
        <p:spPr bwMode="auto">
          <a:xfrm>
            <a:off x="8204201" y="2444750"/>
            <a:ext cx="173038" cy="320675"/>
          </a:xfrm>
          <a:custGeom>
            <a:avLst/>
            <a:gdLst>
              <a:gd name="T0" fmla="*/ 159 w 161"/>
              <a:gd name="T1" fmla="*/ 78 h 297"/>
              <a:gd name="T2" fmla="*/ 160 w 161"/>
              <a:gd name="T3" fmla="*/ 86 h 297"/>
              <a:gd name="T4" fmla="*/ 64 w 161"/>
              <a:gd name="T5" fmla="*/ 293 h 297"/>
              <a:gd name="T6" fmla="*/ 56 w 161"/>
              <a:gd name="T7" fmla="*/ 297 h 297"/>
              <a:gd name="T8" fmla="*/ 54 w 161"/>
              <a:gd name="T9" fmla="*/ 297 h 297"/>
              <a:gd name="T10" fmla="*/ 49 w 161"/>
              <a:gd name="T11" fmla="*/ 293 h 297"/>
              <a:gd name="T12" fmla="*/ 48 w 161"/>
              <a:gd name="T13" fmla="*/ 288 h 297"/>
              <a:gd name="T14" fmla="*/ 83 w 161"/>
              <a:gd name="T15" fmla="*/ 144 h 297"/>
              <a:gd name="T16" fmla="*/ 11 w 161"/>
              <a:gd name="T17" fmla="*/ 162 h 297"/>
              <a:gd name="T18" fmla="*/ 9 w 161"/>
              <a:gd name="T19" fmla="*/ 162 h 297"/>
              <a:gd name="T20" fmla="*/ 3 w 161"/>
              <a:gd name="T21" fmla="*/ 160 h 297"/>
              <a:gd name="T22" fmla="*/ 1 w 161"/>
              <a:gd name="T23" fmla="*/ 153 h 297"/>
              <a:gd name="T24" fmla="*/ 37 w 161"/>
              <a:gd name="T25" fmla="*/ 6 h 297"/>
              <a:gd name="T26" fmla="*/ 40 w 161"/>
              <a:gd name="T27" fmla="*/ 2 h 297"/>
              <a:gd name="T28" fmla="*/ 45 w 161"/>
              <a:gd name="T29" fmla="*/ 0 h 297"/>
              <a:gd name="T30" fmla="*/ 103 w 161"/>
              <a:gd name="T31" fmla="*/ 0 h 297"/>
              <a:gd name="T32" fmla="*/ 109 w 161"/>
              <a:gd name="T33" fmla="*/ 2 h 297"/>
              <a:gd name="T34" fmla="*/ 111 w 161"/>
              <a:gd name="T35" fmla="*/ 8 h 297"/>
              <a:gd name="T36" fmla="*/ 110 w 161"/>
              <a:gd name="T37" fmla="*/ 11 h 297"/>
              <a:gd name="T38" fmla="*/ 80 w 161"/>
              <a:gd name="T39" fmla="*/ 94 h 297"/>
              <a:gd name="T40" fmla="*/ 150 w 161"/>
              <a:gd name="T41" fmla="*/ 76 h 297"/>
              <a:gd name="T42" fmla="*/ 153 w 161"/>
              <a:gd name="T43" fmla="*/ 76 h 297"/>
              <a:gd name="T44" fmla="*/ 159 w 161"/>
              <a:gd name="T45" fmla="*/ 78 h 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1" h="297">
                <a:moveTo>
                  <a:pt x="159" y="78"/>
                </a:moveTo>
                <a:cubicBezTo>
                  <a:pt x="161" y="81"/>
                  <a:pt x="161" y="83"/>
                  <a:pt x="160" y="86"/>
                </a:cubicBezTo>
                <a:cubicBezTo>
                  <a:pt x="64" y="293"/>
                  <a:pt x="64" y="293"/>
                  <a:pt x="64" y="293"/>
                </a:cubicBezTo>
                <a:cubicBezTo>
                  <a:pt x="62" y="296"/>
                  <a:pt x="59" y="297"/>
                  <a:pt x="56" y="297"/>
                </a:cubicBezTo>
                <a:cubicBezTo>
                  <a:pt x="56" y="297"/>
                  <a:pt x="55" y="297"/>
                  <a:pt x="54" y="297"/>
                </a:cubicBezTo>
                <a:cubicBezTo>
                  <a:pt x="52" y="296"/>
                  <a:pt x="50" y="295"/>
                  <a:pt x="49" y="293"/>
                </a:cubicBezTo>
                <a:cubicBezTo>
                  <a:pt x="48" y="292"/>
                  <a:pt x="48" y="290"/>
                  <a:pt x="48" y="288"/>
                </a:cubicBezTo>
                <a:cubicBezTo>
                  <a:pt x="83" y="144"/>
                  <a:pt x="83" y="144"/>
                  <a:pt x="83" y="144"/>
                </a:cubicBezTo>
                <a:cubicBezTo>
                  <a:pt x="11" y="162"/>
                  <a:pt x="11" y="162"/>
                  <a:pt x="11" y="162"/>
                </a:cubicBezTo>
                <a:cubicBezTo>
                  <a:pt x="10" y="162"/>
                  <a:pt x="10" y="162"/>
                  <a:pt x="9" y="162"/>
                </a:cubicBezTo>
                <a:cubicBezTo>
                  <a:pt x="7" y="162"/>
                  <a:pt x="5" y="161"/>
                  <a:pt x="3" y="160"/>
                </a:cubicBezTo>
                <a:cubicBezTo>
                  <a:pt x="1" y="158"/>
                  <a:pt x="0" y="156"/>
                  <a:pt x="1" y="153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4"/>
                  <a:pt x="38" y="3"/>
                  <a:pt x="40" y="2"/>
                </a:cubicBezTo>
                <a:cubicBezTo>
                  <a:pt x="41" y="1"/>
                  <a:pt x="43" y="0"/>
                  <a:pt x="45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5" y="0"/>
                  <a:pt x="107" y="1"/>
                  <a:pt x="109" y="2"/>
                </a:cubicBezTo>
                <a:cubicBezTo>
                  <a:pt x="110" y="4"/>
                  <a:pt x="111" y="6"/>
                  <a:pt x="111" y="8"/>
                </a:cubicBezTo>
                <a:cubicBezTo>
                  <a:pt x="111" y="9"/>
                  <a:pt x="111" y="10"/>
                  <a:pt x="110" y="11"/>
                </a:cubicBezTo>
                <a:cubicBezTo>
                  <a:pt x="80" y="94"/>
                  <a:pt x="80" y="94"/>
                  <a:pt x="80" y="94"/>
                </a:cubicBezTo>
                <a:cubicBezTo>
                  <a:pt x="150" y="76"/>
                  <a:pt x="150" y="76"/>
                  <a:pt x="150" y="76"/>
                </a:cubicBezTo>
                <a:cubicBezTo>
                  <a:pt x="151" y="76"/>
                  <a:pt x="152" y="76"/>
                  <a:pt x="153" y="76"/>
                </a:cubicBezTo>
                <a:cubicBezTo>
                  <a:pt x="155" y="76"/>
                  <a:pt x="157" y="77"/>
                  <a:pt x="159" y="7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685801" y="2865438"/>
            <a:ext cx="344488" cy="346075"/>
          </a:xfrm>
          <a:custGeom>
            <a:avLst/>
            <a:gdLst>
              <a:gd name="T0" fmla="*/ 96 w 320"/>
              <a:gd name="T1" fmla="*/ 99 h 320"/>
              <a:gd name="T2" fmla="*/ 53 w 320"/>
              <a:gd name="T3" fmla="*/ 122 h 320"/>
              <a:gd name="T4" fmla="*/ 30 w 320"/>
              <a:gd name="T5" fmla="*/ 165 h 320"/>
              <a:gd name="T6" fmla="*/ 41 w 320"/>
              <a:gd name="T7" fmla="*/ 172 h 320"/>
              <a:gd name="T8" fmla="*/ 69 w 320"/>
              <a:gd name="T9" fmla="*/ 138 h 320"/>
              <a:gd name="T10" fmla="*/ 102 w 320"/>
              <a:gd name="T11" fmla="*/ 114 h 320"/>
              <a:gd name="T12" fmla="*/ 270 w 320"/>
              <a:gd name="T13" fmla="*/ 42 h 320"/>
              <a:gd name="T14" fmla="*/ 234 w 320"/>
              <a:gd name="T15" fmla="*/ 93 h 320"/>
              <a:gd name="T16" fmla="*/ 250 w 320"/>
              <a:gd name="T17" fmla="*/ 114 h 320"/>
              <a:gd name="T18" fmla="*/ 235 w 320"/>
              <a:gd name="T19" fmla="*/ 133 h 320"/>
              <a:gd name="T20" fmla="*/ 241 w 320"/>
              <a:gd name="T21" fmla="*/ 243 h 320"/>
              <a:gd name="T22" fmla="*/ 174 w 320"/>
              <a:gd name="T23" fmla="*/ 310 h 320"/>
              <a:gd name="T24" fmla="*/ 77 w 320"/>
              <a:gd name="T25" fmla="*/ 310 h 320"/>
              <a:gd name="T26" fmla="*/ 10 w 320"/>
              <a:gd name="T27" fmla="*/ 243 h 320"/>
              <a:gd name="T28" fmla="*/ 10 w 320"/>
              <a:gd name="T29" fmla="*/ 146 h 320"/>
              <a:gd name="T30" fmla="*/ 77 w 320"/>
              <a:gd name="T31" fmla="*/ 79 h 320"/>
              <a:gd name="T32" fmla="*/ 187 w 320"/>
              <a:gd name="T33" fmla="*/ 85 h 320"/>
              <a:gd name="T34" fmla="*/ 206 w 320"/>
              <a:gd name="T35" fmla="*/ 70 h 320"/>
              <a:gd name="T36" fmla="*/ 226 w 320"/>
              <a:gd name="T37" fmla="*/ 85 h 320"/>
              <a:gd name="T38" fmla="*/ 271 w 320"/>
              <a:gd name="T39" fmla="*/ 32 h 320"/>
              <a:gd name="T40" fmla="*/ 263 w 320"/>
              <a:gd name="T41" fmla="*/ 32 h 320"/>
              <a:gd name="T42" fmla="*/ 245 w 320"/>
              <a:gd name="T43" fmla="*/ 12 h 320"/>
              <a:gd name="T44" fmla="*/ 251 w 320"/>
              <a:gd name="T45" fmla="*/ 6 h 320"/>
              <a:gd name="T46" fmla="*/ 271 w 320"/>
              <a:gd name="T47" fmla="*/ 24 h 320"/>
              <a:gd name="T48" fmla="*/ 271 w 320"/>
              <a:gd name="T49" fmla="*/ 32 h 320"/>
              <a:gd name="T50" fmla="*/ 308 w 320"/>
              <a:gd name="T51" fmla="*/ 75 h 320"/>
              <a:gd name="T52" fmla="*/ 288 w 320"/>
              <a:gd name="T53" fmla="*/ 57 h 320"/>
              <a:gd name="T54" fmla="*/ 288 w 320"/>
              <a:gd name="T55" fmla="*/ 49 h 320"/>
              <a:gd name="T56" fmla="*/ 296 w 320"/>
              <a:gd name="T57" fmla="*/ 49 h 320"/>
              <a:gd name="T58" fmla="*/ 314 w 320"/>
              <a:gd name="T59" fmla="*/ 69 h 320"/>
              <a:gd name="T60" fmla="*/ 320 w 320"/>
              <a:gd name="T61" fmla="*/ 40 h 320"/>
              <a:gd name="T62" fmla="*/ 314 w 320"/>
              <a:gd name="T63" fmla="*/ 46 h 320"/>
              <a:gd name="T64" fmla="*/ 293 w 320"/>
              <a:gd name="T65" fmla="*/ 44 h 320"/>
              <a:gd name="T66" fmla="*/ 293 w 320"/>
              <a:gd name="T67" fmla="*/ 36 h 320"/>
              <a:gd name="T68" fmla="*/ 314 w 320"/>
              <a:gd name="T69" fmla="*/ 35 h 320"/>
              <a:gd name="T70" fmla="*/ 320 w 320"/>
              <a:gd name="T71" fmla="*/ 40 h 320"/>
              <a:gd name="T72" fmla="*/ 285 w 320"/>
              <a:gd name="T73" fmla="*/ 23 h 320"/>
              <a:gd name="T74" fmla="*/ 280 w 320"/>
              <a:gd name="T75" fmla="*/ 29 h 320"/>
              <a:gd name="T76" fmla="*/ 274 w 320"/>
              <a:gd name="T77" fmla="*/ 23 h 320"/>
              <a:gd name="T78" fmla="*/ 275 w 320"/>
              <a:gd name="T79" fmla="*/ 2 h 320"/>
              <a:gd name="T80" fmla="*/ 284 w 320"/>
              <a:gd name="T81" fmla="*/ 2 h 320"/>
              <a:gd name="T82" fmla="*/ 312 w 320"/>
              <a:gd name="T83" fmla="*/ 16 h 320"/>
              <a:gd name="T84" fmla="*/ 292 w 320"/>
              <a:gd name="T85" fmla="*/ 34 h 320"/>
              <a:gd name="T86" fmla="*/ 286 w 320"/>
              <a:gd name="T87" fmla="*/ 28 h 320"/>
              <a:gd name="T88" fmla="*/ 304 w 320"/>
              <a:gd name="T89" fmla="*/ 8 h 320"/>
              <a:gd name="T90" fmla="*/ 312 w 320"/>
              <a:gd name="T91" fmla="*/ 8 h 320"/>
              <a:gd name="T92" fmla="*/ 312 w 320"/>
              <a:gd name="T93" fmla="*/ 16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0" h="320">
                <a:moveTo>
                  <a:pt x="102" y="105"/>
                </a:moveTo>
                <a:cubicBezTo>
                  <a:pt x="101" y="102"/>
                  <a:pt x="99" y="100"/>
                  <a:pt x="96" y="99"/>
                </a:cubicBezTo>
                <a:cubicBezTo>
                  <a:pt x="93" y="98"/>
                  <a:pt x="90" y="98"/>
                  <a:pt x="87" y="99"/>
                </a:cubicBezTo>
                <a:cubicBezTo>
                  <a:pt x="74" y="104"/>
                  <a:pt x="63" y="112"/>
                  <a:pt x="53" y="122"/>
                </a:cubicBezTo>
                <a:cubicBezTo>
                  <a:pt x="43" y="132"/>
                  <a:pt x="35" y="143"/>
                  <a:pt x="30" y="156"/>
                </a:cubicBezTo>
                <a:cubicBezTo>
                  <a:pt x="29" y="159"/>
                  <a:pt x="29" y="162"/>
                  <a:pt x="30" y="165"/>
                </a:cubicBezTo>
                <a:cubicBezTo>
                  <a:pt x="31" y="167"/>
                  <a:pt x="33" y="169"/>
                  <a:pt x="36" y="171"/>
                </a:cubicBezTo>
                <a:cubicBezTo>
                  <a:pt x="38" y="171"/>
                  <a:pt x="39" y="172"/>
                  <a:pt x="41" y="172"/>
                </a:cubicBezTo>
                <a:cubicBezTo>
                  <a:pt x="46" y="172"/>
                  <a:pt x="49" y="169"/>
                  <a:pt x="51" y="164"/>
                </a:cubicBezTo>
                <a:cubicBezTo>
                  <a:pt x="55" y="154"/>
                  <a:pt x="61" y="146"/>
                  <a:pt x="69" y="138"/>
                </a:cubicBezTo>
                <a:cubicBezTo>
                  <a:pt x="77" y="130"/>
                  <a:pt x="86" y="124"/>
                  <a:pt x="95" y="120"/>
                </a:cubicBezTo>
                <a:cubicBezTo>
                  <a:pt x="98" y="119"/>
                  <a:pt x="101" y="117"/>
                  <a:pt x="102" y="114"/>
                </a:cubicBezTo>
                <a:cubicBezTo>
                  <a:pt x="103" y="111"/>
                  <a:pt x="103" y="108"/>
                  <a:pt x="102" y="105"/>
                </a:cubicBezTo>
                <a:close/>
                <a:moveTo>
                  <a:pt x="270" y="42"/>
                </a:moveTo>
                <a:cubicBezTo>
                  <a:pt x="278" y="50"/>
                  <a:pt x="278" y="50"/>
                  <a:pt x="278" y="50"/>
                </a:cubicBezTo>
                <a:cubicBezTo>
                  <a:pt x="234" y="93"/>
                  <a:pt x="234" y="93"/>
                  <a:pt x="234" y="93"/>
                </a:cubicBezTo>
                <a:cubicBezTo>
                  <a:pt x="247" y="106"/>
                  <a:pt x="247" y="106"/>
                  <a:pt x="247" y="106"/>
                </a:cubicBezTo>
                <a:cubicBezTo>
                  <a:pt x="249" y="108"/>
                  <a:pt x="250" y="111"/>
                  <a:pt x="250" y="114"/>
                </a:cubicBezTo>
                <a:cubicBezTo>
                  <a:pt x="250" y="117"/>
                  <a:pt x="249" y="120"/>
                  <a:pt x="247" y="122"/>
                </a:cubicBezTo>
                <a:cubicBezTo>
                  <a:pt x="235" y="133"/>
                  <a:pt x="235" y="133"/>
                  <a:pt x="235" y="133"/>
                </a:cubicBezTo>
                <a:cubicBezTo>
                  <a:pt x="246" y="152"/>
                  <a:pt x="251" y="173"/>
                  <a:pt x="251" y="194"/>
                </a:cubicBezTo>
                <a:cubicBezTo>
                  <a:pt x="251" y="211"/>
                  <a:pt x="248" y="228"/>
                  <a:pt x="241" y="243"/>
                </a:cubicBezTo>
                <a:cubicBezTo>
                  <a:pt x="235" y="259"/>
                  <a:pt x="226" y="272"/>
                  <a:pt x="214" y="283"/>
                </a:cubicBezTo>
                <a:cubicBezTo>
                  <a:pt x="203" y="295"/>
                  <a:pt x="190" y="303"/>
                  <a:pt x="174" y="310"/>
                </a:cubicBezTo>
                <a:cubicBezTo>
                  <a:pt x="159" y="317"/>
                  <a:pt x="142" y="320"/>
                  <a:pt x="125" y="320"/>
                </a:cubicBezTo>
                <a:cubicBezTo>
                  <a:pt x="108" y="320"/>
                  <a:pt x="92" y="317"/>
                  <a:pt x="77" y="310"/>
                </a:cubicBezTo>
                <a:cubicBezTo>
                  <a:pt x="61" y="303"/>
                  <a:pt x="48" y="295"/>
                  <a:pt x="37" y="283"/>
                </a:cubicBezTo>
                <a:cubicBezTo>
                  <a:pt x="25" y="272"/>
                  <a:pt x="16" y="259"/>
                  <a:pt x="10" y="243"/>
                </a:cubicBezTo>
                <a:cubicBezTo>
                  <a:pt x="3" y="228"/>
                  <a:pt x="0" y="211"/>
                  <a:pt x="0" y="194"/>
                </a:cubicBezTo>
                <a:cubicBezTo>
                  <a:pt x="0" y="177"/>
                  <a:pt x="3" y="161"/>
                  <a:pt x="10" y="146"/>
                </a:cubicBezTo>
                <a:cubicBezTo>
                  <a:pt x="16" y="130"/>
                  <a:pt x="25" y="117"/>
                  <a:pt x="37" y="105"/>
                </a:cubicBezTo>
                <a:cubicBezTo>
                  <a:pt x="48" y="94"/>
                  <a:pt x="61" y="85"/>
                  <a:pt x="77" y="79"/>
                </a:cubicBezTo>
                <a:cubicBezTo>
                  <a:pt x="92" y="72"/>
                  <a:pt x="108" y="69"/>
                  <a:pt x="125" y="69"/>
                </a:cubicBezTo>
                <a:cubicBezTo>
                  <a:pt x="147" y="69"/>
                  <a:pt x="167" y="74"/>
                  <a:pt x="187" y="85"/>
                </a:cubicBezTo>
                <a:cubicBezTo>
                  <a:pt x="198" y="73"/>
                  <a:pt x="198" y="73"/>
                  <a:pt x="198" y="73"/>
                </a:cubicBezTo>
                <a:cubicBezTo>
                  <a:pt x="200" y="71"/>
                  <a:pt x="203" y="70"/>
                  <a:pt x="206" y="70"/>
                </a:cubicBezTo>
                <a:cubicBezTo>
                  <a:pt x="209" y="70"/>
                  <a:pt x="212" y="71"/>
                  <a:pt x="214" y="73"/>
                </a:cubicBezTo>
                <a:cubicBezTo>
                  <a:pt x="226" y="85"/>
                  <a:pt x="226" y="85"/>
                  <a:pt x="226" y="85"/>
                </a:cubicBezTo>
                <a:lnTo>
                  <a:pt x="270" y="42"/>
                </a:lnTo>
                <a:close/>
                <a:moveTo>
                  <a:pt x="271" y="32"/>
                </a:moveTo>
                <a:cubicBezTo>
                  <a:pt x="270" y="33"/>
                  <a:pt x="269" y="34"/>
                  <a:pt x="267" y="34"/>
                </a:cubicBezTo>
                <a:cubicBezTo>
                  <a:pt x="266" y="34"/>
                  <a:pt x="264" y="33"/>
                  <a:pt x="263" y="32"/>
                </a:cubicBezTo>
                <a:cubicBezTo>
                  <a:pt x="247" y="16"/>
                  <a:pt x="247" y="16"/>
                  <a:pt x="247" y="16"/>
                </a:cubicBezTo>
                <a:cubicBezTo>
                  <a:pt x="246" y="15"/>
                  <a:pt x="245" y="13"/>
                  <a:pt x="245" y="12"/>
                </a:cubicBezTo>
                <a:cubicBezTo>
                  <a:pt x="245" y="10"/>
                  <a:pt x="246" y="9"/>
                  <a:pt x="247" y="8"/>
                </a:cubicBezTo>
                <a:cubicBezTo>
                  <a:pt x="248" y="7"/>
                  <a:pt x="249" y="6"/>
                  <a:pt x="251" y="6"/>
                </a:cubicBezTo>
                <a:cubicBezTo>
                  <a:pt x="253" y="6"/>
                  <a:pt x="254" y="7"/>
                  <a:pt x="255" y="8"/>
                </a:cubicBezTo>
                <a:cubicBezTo>
                  <a:pt x="271" y="24"/>
                  <a:pt x="271" y="24"/>
                  <a:pt x="271" y="24"/>
                </a:cubicBezTo>
                <a:cubicBezTo>
                  <a:pt x="272" y="25"/>
                  <a:pt x="273" y="26"/>
                  <a:pt x="273" y="28"/>
                </a:cubicBezTo>
                <a:cubicBezTo>
                  <a:pt x="273" y="30"/>
                  <a:pt x="272" y="31"/>
                  <a:pt x="271" y="32"/>
                </a:cubicBezTo>
                <a:close/>
                <a:moveTo>
                  <a:pt x="312" y="73"/>
                </a:moveTo>
                <a:cubicBezTo>
                  <a:pt x="311" y="74"/>
                  <a:pt x="310" y="75"/>
                  <a:pt x="308" y="75"/>
                </a:cubicBezTo>
                <a:cubicBezTo>
                  <a:pt x="307" y="75"/>
                  <a:pt x="305" y="74"/>
                  <a:pt x="304" y="73"/>
                </a:cubicBezTo>
                <a:cubicBezTo>
                  <a:pt x="288" y="57"/>
                  <a:pt x="288" y="57"/>
                  <a:pt x="288" y="57"/>
                </a:cubicBezTo>
                <a:cubicBezTo>
                  <a:pt x="287" y="56"/>
                  <a:pt x="286" y="54"/>
                  <a:pt x="286" y="53"/>
                </a:cubicBezTo>
                <a:cubicBezTo>
                  <a:pt x="286" y="51"/>
                  <a:pt x="287" y="50"/>
                  <a:pt x="288" y="49"/>
                </a:cubicBezTo>
                <a:cubicBezTo>
                  <a:pt x="289" y="47"/>
                  <a:pt x="290" y="47"/>
                  <a:pt x="292" y="47"/>
                </a:cubicBezTo>
                <a:cubicBezTo>
                  <a:pt x="294" y="47"/>
                  <a:pt x="295" y="47"/>
                  <a:pt x="296" y="49"/>
                </a:cubicBezTo>
                <a:cubicBezTo>
                  <a:pt x="312" y="65"/>
                  <a:pt x="312" y="65"/>
                  <a:pt x="312" y="65"/>
                </a:cubicBezTo>
                <a:cubicBezTo>
                  <a:pt x="313" y="66"/>
                  <a:pt x="314" y="67"/>
                  <a:pt x="314" y="69"/>
                </a:cubicBezTo>
                <a:cubicBezTo>
                  <a:pt x="314" y="70"/>
                  <a:pt x="313" y="72"/>
                  <a:pt x="312" y="73"/>
                </a:cubicBezTo>
                <a:close/>
                <a:moveTo>
                  <a:pt x="320" y="40"/>
                </a:moveTo>
                <a:cubicBezTo>
                  <a:pt x="320" y="42"/>
                  <a:pt x="319" y="43"/>
                  <a:pt x="318" y="44"/>
                </a:cubicBezTo>
                <a:cubicBezTo>
                  <a:pt x="317" y="45"/>
                  <a:pt x="315" y="46"/>
                  <a:pt x="314" y="46"/>
                </a:cubicBezTo>
                <a:cubicBezTo>
                  <a:pt x="297" y="46"/>
                  <a:pt x="297" y="46"/>
                  <a:pt x="297" y="46"/>
                </a:cubicBezTo>
                <a:cubicBezTo>
                  <a:pt x="295" y="46"/>
                  <a:pt x="294" y="45"/>
                  <a:pt x="293" y="44"/>
                </a:cubicBezTo>
                <a:cubicBezTo>
                  <a:pt x="291" y="43"/>
                  <a:pt x="291" y="42"/>
                  <a:pt x="291" y="40"/>
                </a:cubicBezTo>
                <a:cubicBezTo>
                  <a:pt x="291" y="39"/>
                  <a:pt x="291" y="37"/>
                  <a:pt x="293" y="36"/>
                </a:cubicBezTo>
                <a:cubicBezTo>
                  <a:pt x="294" y="35"/>
                  <a:pt x="295" y="35"/>
                  <a:pt x="297" y="35"/>
                </a:cubicBezTo>
                <a:cubicBezTo>
                  <a:pt x="314" y="35"/>
                  <a:pt x="314" y="35"/>
                  <a:pt x="314" y="35"/>
                </a:cubicBezTo>
                <a:cubicBezTo>
                  <a:pt x="315" y="35"/>
                  <a:pt x="317" y="35"/>
                  <a:pt x="318" y="36"/>
                </a:cubicBezTo>
                <a:cubicBezTo>
                  <a:pt x="319" y="37"/>
                  <a:pt x="320" y="39"/>
                  <a:pt x="320" y="40"/>
                </a:cubicBezTo>
                <a:close/>
                <a:moveTo>
                  <a:pt x="285" y="6"/>
                </a:moveTo>
                <a:cubicBezTo>
                  <a:pt x="285" y="23"/>
                  <a:pt x="285" y="23"/>
                  <a:pt x="285" y="23"/>
                </a:cubicBezTo>
                <a:cubicBezTo>
                  <a:pt x="285" y="25"/>
                  <a:pt x="285" y="26"/>
                  <a:pt x="284" y="27"/>
                </a:cubicBezTo>
                <a:cubicBezTo>
                  <a:pt x="283" y="28"/>
                  <a:pt x="281" y="29"/>
                  <a:pt x="280" y="29"/>
                </a:cubicBezTo>
                <a:cubicBezTo>
                  <a:pt x="278" y="29"/>
                  <a:pt x="277" y="28"/>
                  <a:pt x="275" y="27"/>
                </a:cubicBezTo>
                <a:cubicBezTo>
                  <a:pt x="274" y="26"/>
                  <a:pt x="274" y="25"/>
                  <a:pt x="274" y="23"/>
                </a:cubicBezTo>
                <a:cubicBezTo>
                  <a:pt x="274" y="6"/>
                  <a:pt x="274" y="6"/>
                  <a:pt x="274" y="6"/>
                </a:cubicBezTo>
                <a:cubicBezTo>
                  <a:pt x="274" y="4"/>
                  <a:pt x="274" y="3"/>
                  <a:pt x="275" y="2"/>
                </a:cubicBezTo>
                <a:cubicBezTo>
                  <a:pt x="277" y="1"/>
                  <a:pt x="278" y="0"/>
                  <a:pt x="280" y="0"/>
                </a:cubicBezTo>
                <a:cubicBezTo>
                  <a:pt x="281" y="0"/>
                  <a:pt x="283" y="1"/>
                  <a:pt x="284" y="2"/>
                </a:cubicBezTo>
                <a:cubicBezTo>
                  <a:pt x="285" y="3"/>
                  <a:pt x="285" y="4"/>
                  <a:pt x="285" y="6"/>
                </a:cubicBezTo>
                <a:close/>
                <a:moveTo>
                  <a:pt x="312" y="16"/>
                </a:moveTo>
                <a:cubicBezTo>
                  <a:pt x="296" y="32"/>
                  <a:pt x="296" y="32"/>
                  <a:pt x="296" y="32"/>
                </a:cubicBezTo>
                <a:cubicBezTo>
                  <a:pt x="295" y="33"/>
                  <a:pt x="293" y="34"/>
                  <a:pt x="292" y="34"/>
                </a:cubicBezTo>
                <a:cubicBezTo>
                  <a:pt x="290" y="34"/>
                  <a:pt x="289" y="33"/>
                  <a:pt x="288" y="32"/>
                </a:cubicBezTo>
                <a:cubicBezTo>
                  <a:pt x="287" y="31"/>
                  <a:pt x="286" y="30"/>
                  <a:pt x="286" y="28"/>
                </a:cubicBezTo>
                <a:cubicBezTo>
                  <a:pt x="286" y="26"/>
                  <a:pt x="287" y="25"/>
                  <a:pt x="288" y="24"/>
                </a:cubicBezTo>
                <a:cubicBezTo>
                  <a:pt x="304" y="8"/>
                  <a:pt x="304" y="8"/>
                  <a:pt x="304" y="8"/>
                </a:cubicBezTo>
                <a:cubicBezTo>
                  <a:pt x="305" y="7"/>
                  <a:pt x="307" y="6"/>
                  <a:pt x="308" y="6"/>
                </a:cubicBezTo>
                <a:cubicBezTo>
                  <a:pt x="310" y="6"/>
                  <a:pt x="311" y="7"/>
                  <a:pt x="312" y="8"/>
                </a:cubicBezTo>
                <a:cubicBezTo>
                  <a:pt x="313" y="9"/>
                  <a:pt x="314" y="10"/>
                  <a:pt x="314" y="12"/>
                </a:cubicBezTo>
                <a:cubicBezTo>
                  <a:pt x="314" y="13"/>
                  <a:pt x="313" y="15"/>
                  <a:pt x="312" y="1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698501" y="1158875"/>
            <a:ext cx="319088" cy="292100"/>
          </a:xfrm>
          <a:custGeom>
            <a:avLst/>
            <a:gdLst>
              <a:gd name="T0" fmla="*/ 293 w 295"/>
              <a:gd name="T1" fmla="*/ 85 h 271"/>
              <a:gd name="T2" fmla="*/ 231 w 295"/>
              <a:gd name="T3" fmla="*/ 263 h 271"/>
              <a:gd name="T4" fmla="*/ 47 w 295"/>
              <a:gd name="T5" fmla="*/ 271 h 271"/>
              <a:gd name="T6" fmla="*/ 3 w 295"/>
              <a:gd name="T7" fmla="*/ 238 h 271"/>
              <a:gd name="T8" fmla="*/ 4 w 295"/>
              <a:gd name="T9" fmla="*/ 211 h 271"/>
              <a:gd name="T10" fmla="*/ 4 w 295"/>
              <a:gd name="T11" fmla="*/ 201 h 271"/>
              <a:gd name="T12" fmla="*/ 5 w 295"/>
              <a:gd name="T13" fmla="*/ 194 h 271"/>
              <a:gd name="T14" fmla="*/ 10 w 295"/>
              <a:gd name="T15" fmla="*/ 185 h 271"/>
              <a:gd name="T16" fmla="*/ 24 w 295"/>
              <a:gd name="T17" fmla="*/ 153 h 271"/>
              <a:gd name="T18" fmla="*/ 24 w 295"/>
              <a:gd name="T19" fmla="*/ 143 h 271"/>
              <a:gd name="T20" fmla="*/ 30 w 295"/>
              <a:gd name="T21" fmla="*/ 134 h 271"/>
              <a:gd name="T22" fmla="*/ 41 w 295"/>
              <a:gd name="T23" fmla="*/ 102 h 271"/>
              <a:gd name="T24" fmla="*/ 41 w 295"/>
              <a:gd name="T25" fmla="*/ 91 h 271"/>
              <a:gd name="T26" fmla="*/ 49 w 295"/>
              <a:gd name="T27" fmla="*/ 82 h 271"/>
              <a:gd name="T28" fmla="*/ 61 w 295"/>
              <a:gd name="T29" fmla="*/ 50 h 271"/>
              <a:gd name="T30" fmla="*/ 60 w 295"/>
              <a:gd name="T31" fmla="*/ 41 h 271"/>
              <a:gd name="T32" fmla="*/ 65 w 295"/>
              <a:gd name="T33" fmla="*/ 34 h 271"/>
              <a:gd name="T34" fmla="*/ 71 w 295"/>
              <a:gd name="T35" fmla="*/ 25 h 271"/>
              <a:gd name="T36" fmla="*/ 76 w 295"/>
              <a:gd name="T37" fmla="*/ 12 h 271"/>
              <a:gd name="T38" fmla="*/ 84 w 295"/>
              <a:gd name="T39" fmla="*/ 3 h 271"/>
              <a:gd name="T40" fmla="*/ 99 w 295"/>
              <a:gd name="T41" fmla="*/ 2 h 271"/>
              <a:gd name="T42" fmla="*/ 108 w 295"/>
              <a:gd name="T43" fmla="*/ 0 h 271"/>
              <a:gd name="T44" fmla="*/ 262 w 295"/>
              <a:gd name="T45" fmla="*/ 10 h 271"/>
              <a:gd name="T46" fmla="*/ 217 w 295"/>
              <a:gd name="T47" fmla="*/ 193 h 271"/>
              <a:gd name="T48" fmla="*/ 182 w 295"/>
              <a:gd name="T49" fmla="*/ 226 h 271"/>
              <a:gd name="T50" fmla="*/ 22 w 295"/>
              <a:gd name="T51" fmla="*/ 228 h 271"/>
              <a:gd name="T52" fmla="*/ 47 w 295"/>
              <a:gd name="T53" fmla="*/ 248 h 271"/>
              <a:gd name="T54" fmla="*/ 219 w 295"/>
              <a:gd name="T55" fmla="*/ 246 h 271"/>
              <a:gd name="T56" fmla="*/ 278 w 295"/>
              <a:gd name="T57" fmla="*/ 65 h 271"/>
              <a:gd name="T58" fmla="*/ 290 w 295"/>
              <a:gd name="T59" fmla="*/ 62 h 271"/>
              <a:gd name="T60" fmla="*/ 103 w 295"/>
              <a:gd name="T61" fmla="*/ 66 h 271"/>
              <a:gd name="T62" fmla="*/ 213 w 295"/>
              <a:gd name="T63" fmla="*/ 68 h 271"/>
              <a:gd name="T64" fmla="*/ 221 w 295"/>
              <a:gd name="T65" fmla="*/ 62 h 271"/>
              <a:gd name="T66" fmla="*/ 224 w 295"/>
              <a:gd name="T67" fmla="*/ 47 h 271"/>
              <a:gd name="T68" fmla="*/ 114 w 295"/>
              <a:gd name="T69" fmla="*/ 46 h 271"/>
              <a:gd name="T70" fmla="*/ 106 w 295"/>
              <a:gd name="T71" fmla="*/ 51 h 271"/>
              <a:gd name="T72" fmla="*/ 88 w 295"/>
              <a:gd name="T73" fmla="*/ 107 h 271"/>
              <a:gd name="T74" fmla="*/ 92 w 295"/>
              <a:gd name="T75" fmla="*/ 113 h 271"/>
              <a:gd name="T76" fmla="*/ 203 w 295"/>
              <a:gd name="T77" fmla="*/ 111 h 271"/>
              <a:gd name="T78" fmla="*/ 210 w 295"/>
              <a:gd name="T79" fmla="*/ 96 h 271"/>
              <a:gd name="T80" fmla="*/ 206 w 295"/>
              <a:gd name="T81" fmla="*/ 91 h 271"/>
              <a:gd name="T82" fmla="*/ 94 w 295"/>
              <a:gd name="T83" fmla="*/ 92 h 271"/>
              <a:gd name="T84" fmla="*/ 88 w 295"/>
              <a:gd name="T85" fmla="*/ 107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95" h="271">
                <a:moveTo>
                  <a:pt x="290" y="62"/>
                </a:moveTo>
                <a:cubicBezTo>
                  <a:pt x="294" y="69"/>
                  <a:pt x="295" y="76"/>
                  <a:pt x="293" y="85"/>
                </a:cubicBezTo>
                <a:cubicBezTo>
                  <a:pt x="244" y="244"/>
                  <a:pt x="244" y="244"/>
                  <a:pt x="244" y="244"/>
                </a:cubicBezTo>
                <a:cubicBezTo>
                  <a:pt x="242" y="252"/>
                  <a:pt x="238" y="258"/>
                  <a:pt x="231" y="263"/>
                </a:cubicBezTo>
                <a:cubicBezTo>
                  <a:pt x="224" y="268"/>
                  <a:pt x="217" y="271"/>
                  <a:pt x="209" y="271"/>
                </a:cubicBezTo>
                <a:cubicBezTo>
                  <a:pt x="47" y="271"/>
                  <a:pt x="47" y="271"/>
                  <a:pt x="47" y="271"/>
                </a:cubicBezTo>
                <a:cubicBezTo>
                  <a:pt x="38" y="271"/>
                  <a:pt x="29" y="268"/>
                  <a:pt x="21" y="261"/>
                </a:cubicBezTo>
                <a:cubicBezTo>
                  <a:pt x="12" y="255"/>
                  <a:pt x="7" y="247"/>
                  <a:pt x="3" y="238"/>
                </a:cubicBezTo>
                <a:cubicBezTo>
                  <a:pt x="1" y="230"/>
                  <a:pt x="0" y="223"/>
                  <a:pt x="3" y="216"/>
                </a:cubicBezTo>
                <a:cubicBezTo>
                  <a:pt x="3" y="215"/>
                  <a:pt x="3" y="214"/>
                  <a:pt x="4" y="211"/>
                </a:cubicBezTo>
                <a:cubicBezTo>
                  <a:pt x="4" y="208"/>
                  <a:pt x="4" y="206"/>
                  <a:pt x="4" y="205"/>
                </a:cubicBezTo>
                <a:cubicBezTo>
                  <a:pt x="4" y="204"/>
                  <a:pt x="4" y="202"/>
                  <a:pt x="4" y="201"/>
                </a:cubicBezTo>
                <a:cubicBezTo>
                  <a:pt x="3" y="199"/>
                  <a:pt x="3" y="198"/>
                  <a:pt x="3" y="197"/>
                </a:cubicBezTo>
                <a:cubicBezTo>
                  <a:pt x="3" y="196"/>
                  <a:pt x="4" y="195"/>
                  <a:pt x="5" y="194"/>
                </a:cubicBezTo>
                <a:cubicBezTo>
                  <a:pt x="5" y="193"/>
                  <a:pt x="6" y="191"/>
                  <a:pt x="7" y="190"/>
                </a:cubicBezTo>
                <a:cubicBezTo>
                  <a:pt x="9" y="188"/>
                  <a:pt x="10" y="187"/>
                  <a:pt x="10" y="185"/>
                </a:cubicBezTo>
                <a:cubicBezTo>
                  <a:pt x="13" y="181"/>
                  <a:pt x="16" y="176"/>
                  <a:pt x="18" y="169"/>
                </a:cubicBezTo>
                <a:cubicBezTo>
                  <a:pt x="21" y="163"/>
                  <a:pt x="23" y="158"/>
                  <a:pt x="24" y="153"/>
                </a:cubicBezTo>
                <a:cubicBezTo>
                  <a:pt x="24" y="152"/>
                  <a:pt x="24" y="150"/>
                  <a:pt x="24" y="148"/>
                </a:cubicBezTo>
                <a:cubicBezTo>
                  <a:pt x="23" y="146"/>
                  <a:pt x="23" y="144"/>
                  <a:pt x="24" y="143"/>
                </a:cubicBezTo>
                <a:cubicBezTo>
                  <a:pt x="24" y="142"/>
                  <a:pt x="25" y="140"/>
                  <a:pt x="27" y="138"/>
                </a:cubicBezTo>
                <a:cubicBezTo>
                  <a:pt x="28" y="136"/>
                  <a:pt x="29" y="135"/>
                  <a:pt x="30" y="134"/>
                </a:cubicBezTo>
                <a:cubicBezTo>
                  <a:pt x="32" y="130"/>
                  <a:pt x="35" y="124"/>
                  <a:pt x="37" y="118"/>
                </a:cubicBezTo>
                <a:cubicBezTo>
                  <a:pt x="39" y="111"/>
                  <a:pt x="41" y="106"/>
                  <a:pt x="41" y="102"/>
                </a:cubicBezTo>
                <a:cubicBezTo>
                  <a:pt x="41" y="101"/>
                  <a:pt x="41" y="99"/>
                  <a:pt x="41" y="96"/>
                </a:cubicBezTo>
                <a:cubicBezTo>
                  <a:pt x="41" y="94"/>
                  <a:pt x="41" y="92"/>
                  <a:pt x="41" y="91"/>
                </a:cubicBezTo>
                <a:cubicBezTo>
                  <a:pt x="41" y="90"/>
                  <a:pt x="43" y="88"/>
                  <a:pt x="45" y="86"/>
                </a:cubicBezTo>
                <a:cubicBezTo>
                  <a:pt x="47" y="84"/>
                  <a:pt x="48" y="83"/>
                  <a:pt x="49" y="82"/>
                </a:cubicBezTo>
                <a:cubicBezTo>
                  <a:pt x="51" y="79"/>
                  <a:pt x="53" y="74"/>
                  <a:pt x="56" y="67"/>
                </a:cubicBezTo>
                <a:cubicBezTo>
                  <a:pt x="59" y="60"/>
                  <a:pt x="61" y="55"/>
                  <a:pt x="61" y="50"/>
                </a:cubicBezTo>
                <a:cubicBezTo>
                  <a:pt x="61" y="49"/>
                  <a:pt x="61" y="48"/>
                  <a:pt x="61" y="46"/>
                </a:cubicBezTo>
                <a:cubicBezTo>
                  <a:pt x="60" y="44"/>
                  <a:pt x="60" y="42"/>
                  <a:pt x="60" y="41"/>
                </a:cubicBezTo>
                <a:cubicBezTo>
                  <a:pt x="60" y="40"/>
                  <a:pt x="61" y="39"/>
                  <a:pt x="62" y="38"/>
                </a:cubicBezTo>
                <a:cubicBezTo>
                  <a:pt x="63" y="37"/>
                  <a:pt x="64" y="35"/>
                  <a:pt x="65" y="34"/>
                </a:cubicBezTo>
                <a:cubicBezTo>
                  <a:pt x="66" y="32"/>
                  <a:pt x="67" y="31"/>
                  <a:pt x="68" y="30"/>
                </a:cubicBezTo>
                <a:cubicBezTo>
                  <a:pt x="69" y="29"/>
                  <a:pt x="70" y="27"/>
                  <a:pt x="71" y="25"/>
                </a:cubicBezTo>
                <a:cubicBezTo>
                  <a:pt x="72" y="23"/>
                  <a:pt x="73" y="21"/>
                  <a:pt x="73" y="19"/>
                </a:cubicBezTo>
                <a:cubicBezTo>
                  <a:pt x="74" y="17"/>
                  <a:pt x="75" y="15"/>
                  <a:pt x="76" y="12"/>
                </a:cubicBezTo>
                <a:cubicBezTo>
                  <a:pt x="77" y="10"/>
                  <a:pt x="79" y="8"/>
                  <a:pt x="80" y="7"/>
                </a:cubicBezTo>
                <a:cubicBezTo>
                  <a:pt x="81" y="5"/>
                  <a:pt x="82" y="4"/>
                  <a:pt x="84" y="3"/>
                </a:cubicBezTo>
                <a:cubicBezTo>
                  <a:pt x="86" y="1"/>
                  <a:pt x="88" y="1"/>
                  <a:pt x="91" y="1"/>
                </a:cubicBezTo>
                <a:cubicBezTo>
                  <a:pt x="93" y="0"/>
                  <a:pt x="96" y="1"/>
                  <a:pt x="99" y="2"/>
                </a:cubicBezTo>
                <a:cubicBezTo>
                  <a:pt x="99" y="2"/>
                  <a:pt x="99" y="2"/>
                  <a:pt x="99" y="2"/>
                </a:cubicBezTo>
                <a:cubicBezTo>
                  <a:pt x="103" y="1"/>
                  <a:pt x="106" y="0"/>
                  <a:pt x="108" y="0"/>
                </a:cubicBezTo>
                <a:cubicBezTo>
                  <a:pt x="242" y="0"/>
                  <a:pt x="242" y="0"/>
                  <a:pt x="242" y="0"/>
                </a:cubicBezTo>
                <a:cubicBezTo>
                  <a:pt x="251" y="0"/>
                  <a:pt x="257" y="4"/>
                  <a:pt x="262" y="10"/>
                </a:cubicBezTo>
                <a:cubicBezTo>
                  <a:pt x="267" y="17"/>
                  <a:pt x="268" y="25"/>
                  <a:pt x="265" y="33"/>
                </a:cubicBezTo>
                <a:cubicBezTo>
                  <a:pt x="217" y="193"/>
                  <a:pt x="217" y="193"/>
                  <a:pt x="217" y="193"/>
                </a:cubicBezTo>
                <a:cubicBezTo>
                  <a:pt x="213" y="207"/>
                  <a:pt x="208" y="216"/>
                  <a:pt x="204" y="220"/>
                </a:cubicBezTo>
                <a:cubicBezTo>
                  <a:pt x="200" y="224"/>
                  <a:pt x="193" y="226"/>
                  <a:pt x="182" y="226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26" y="226"/>
                  <a:pt x="23" y="227"/>
                  <a:pt x="22" y="228"/>
                </a:cubicBezTo>
                <a:cubicBezTo>
                  <a:pt x="21" y="230"/>
                  <a:pt x="21" y="233"/>
                  <a:pt x="22" y="236"/>
                </a:cubicBezTo>
                <a:cubicBezTo>
                  <a:pt x="25" y="244"/>
                  <a:pt x="33" y="248"/>
                  <a:pt x="47" y="248"/>
                </a:cubicBezTo>
                <a:cubicBezTo>
                  <a:pt x="210" y="248"/>
                  <a:pt x="210" y="248"/>
                  <a:pt x="210" y="248"/>
                </a:cubicBezTo>
                <a:cubicBezTo>
                  <a:pt x="213" y="248"/>
                  <a:pt x="216" y="247"/>
                  <a:pt x="219" y="246"/>
                </a:cubicBezTo>
                <a:cubicBezTo>
                  <a:pt x="223" y="244"/>
                  <a:pt x="225" y="241"/>
                  <a:pt x="226" y="238"/>
                </a:cubicBezTo>
                <a:cubicBezTo>
                  <a:pt x="278" y="65"/>
                  <a:pt x="278" y="65"/>
                  <a:pt x="278" y="65"/>
                </a:cubicBezTo>
                <a:cubicBezTo>
                  <a:pt x="279" y="62"/>
                  <a:pt x="280" y="59"/>
                  <a:pt x="279" y="54"/>
                </a:cubicBezTo>
                <a:cubicBezTo>
                  <a:pt x="284" y="56"/>
                  <a:pt x="287" y="59"/>
                  <a:pt x="290" y="62"/>
                </a:cubicBezTo>
                <a:close/>
                <a:moveTo>
                  <a:pt x="102" y="62"/>
                </a:moveTo>
                <a:cubicBezTo>
                  <a:pt x="102" y="64"/>
                  <a:pt x="102" y="65"/>
                  <a:pt x="103" y="66"/>
                </a:cubicBezTo>
                <a:cubicBezTo>
                  <a:pt x="103" y="67"/>
                  <a:pt x="105" y="68"/>
                  <a:pt x="106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215" y="68"/>
                  <a:pt x="216" y="67"/>
                  <a:pt x="218" y="66"/>
                </a:cubicBezTo>
                <a:cubicBezTo>
                  <a:pt x="219" y="65"/>
                  <a:pt x="220" y="64"/>
                  <a:pt x="221" y="62"/>
                </a:cubicBezTo>
                <a:cubicBezTo>
                  <a:pt x="224" y="51"/>
                  <a:pt x="224" y="51"/>
                  <a:pt x="224" y="51"/>
                </a:cubicBezTo>
                <a:cubicBezTo>
                  <a:pt x="225" y="50"/>
                  <a:pt x="225" y="48"/>
                  <a:pt x="224" y="47"/>
                </a:cubicBezTo>
                <a:cubicBezTo>
                  <a:pt x="223" y="46"/>
                  <a:pt x="222" y="46"/>
                  <a:pt x="221" y="46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12" y="46"/>
                  <a:pt x="111" y="46"/>
                  <a:pt x="109" y="47"/>
                </a:cubicBezTo>
                <a:cubicBezTo>
                  <a:pt x="108" y="48"/>
                  <a:pt x="107" y="50"/>
                  <a:pt x="106" y="51"/>
                </a:cubicBezTo>
                <a:lnTo>
                  <a:pt x="102" y="62"/>
                </a:lnTo>
                <a:close/>
                <a:moveTo>
                  <a:pt x="88" y="107"/>
                </a:moveTo>
                <a:cubicBezTo>
                  <a:pt x="87" y="109"/>
                  <a:pt x="87" y="110"/>
                  <a:pt x="88" y="111"/>
                </a:cubicBezTo>
                <a:cubicBezTo>
                  <a:pt x="89" y="113"/>
                  <a:pt x="90" y="113"/>
                  <a:pt x="92" y="11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00" y="113"/>
                  <a:pt x="202" y="113"/>
                  <a:pt x="203" y="111"/>
                </a:cubicBezTo>
                <a:cubicBezTo>
                  <a:pt x="205" y="110"/>
                  <a:pt x="206" y="109"/>
                  <a:pt x="206" y="107"/>
                </a:cubicBezTo>
                <a:cubicBezTo>
                  <a:pt x="210" y="96"/>
                  <a:pt x="210" y="96"/>
                  <a:pt x="210" y="96"/>
                </a:cubicBezTo>
                <a:cubicBezTo>
                  <a:pt x="210" y="95"/>
                  <a:pt x="210" y="93"/>
                  <a:pt x="209" y="92"/>
                </a:cubicBezTo>
                <a:cubicBezTo>
                  <a:pt x="209" y="91"/>
                  <a:pt x="208" y="91"/>
                  <a:pt x="206" y="91"/>
                </a:cubicBezTo>
                <a:cubicBezTo>
                  <a:pt x="99" y="91"/>
                  <a:pt x="99" y="91"/>
                  <a:pt x="99" y="91"/>
                </a:cubicBezTo>
                <a:cubicBezTo>
                  <a:pt x="97" y="91"/>
                  <a:pt x="96" y="91"/>
                  <a:pt x="94" y="92"/>
                </a:cubicBezTo>
                <a:cubicBezTo>
                  <a:pt x="93" y="93"/>
                  <a:pt x="92" y="95"/>
                  <a:pt x="92" y="96"/>
                </a:cubicBezTo>
                <a:lnTo>
                  <a:pt x="88" y="10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13"/>
          <p:cNvSpPr>
            <a:spLocks/>
          </p:cNvSpPr>
          <p:nvPr/>
        </p:nvSpPr>
        <p:spPr bwMode="auto">
          <a:xfrm>
            <a:off x="1169988" y="1160463"/>
            <a:ext cx="242888" cy="288925"/>
          </a:xfrm>
          <a:custGeom>
            <a:avLst/>
            <a:gdLst>
              <a:gd name="T0" fmla="*/ 204 w 225"/>
              <a:gd name="T1" fmla="*/ 0 h 267"/>
              <a:gd name="T2" fmla="*/ 212 w 225"/>
              <a:gd name="T3" fmla="*/ 2 h 267"/>
              <a:gd name="T4" fmla="*/ 221 w 225"/>
              <a:gd name="T5" fmla="*/ 9 h 267"/>
              <a:gd name="T6" fmla="*/ 225 w 225"/>
              <a:gd name="T7" fmla="*/ 20 h 267"/>
              <a:gd name="T8" fmla="*/ 225 w 225"/>
              <a:gd name="T9" fmla="*/ 247 h 267"/>
              <a:gd name="T10" fmla="*/ 221 w 225"/>
              <a:gd name="T11" fmla="*/ 258 h 267"/>
              <a:gd name="T12" fmla="*/ 212 w 225"/>
              <a:gd name="T13" fmla="*/ 265 h 267"/>
              <a:gd name="T14" fmla="*/ 204 w 225"/>
              <a:gd name="T15" fmla="*/ 267 h 267"/>
              <a:gd name="T16" fmla="*/ 190 w 225"/>
              <a:gd name="T17" fmla="*/ 261 h 267"/>
              <a:gd name="T18" fmla="*/ 112 w 225"/>
              <a:gd name="T19" fmla="*/ 186 h 267"/>
              <a:gd name="T20" fmla="*/ 35 w 225"/>
              <a:gd name="T21" fmla="*/ 261 h 267"/>
              <a:gd name="T22" fmla="*/ 20 w 225"/>
              <a:gd name="T23" fmla="*/ 267 h 267"/>
              <a:gd name="T24" fmla="*/ 12 w 225"/>
              <a:gd name="T25" fmla="*/ 265 h 267"/>
              <a:gd name="T26" fmla="*/ 3 w 225"/>
              <a:gd name="T27" fmla="*/ 258 h 267"/>
              <a:gd name="T28" fmla="*/ 0 w 225"/>
              <a:gd name="T29" fmla="*/ 247 h 267"/>
              <a:gd name="T30" fmla="*/ 0 w 225"/>
              <a:gd name="T31" fmla="*/ 20 h 267"/>
              <a:gd name="T32" fmla="*/ 3 w 225"/>
              <a:gd name="T33" fmla="*/ 9 h 267"/>
              <a:gd name="T34" fmla="*/ 12 w 225"/>
              <a:gd name="T35" fmla="*/ 2 h 267"/>
              <a:gd name="T36" fmla="*/ 20 w 225"/>
              <a:gd name="T37" fmla="*/ 0 h 267"/>
              <a:gd name="T38" fmla="*/ 204 w 225"/>
              <a:gd name="T39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5" h="267">
                <a:moveTo>
                  <a:pt x="204" y="0"/>
                </a:moveTo>
                <a:cubicBezTo>
                  <a:pt x="207" y="0"/>
                  <a:pt x="210" y="1"/>
                  <a:pt x="212" y="2"/>
                </a:cubicBezTo>
                <a:cubicBezTo>
                  <a:pt x="216" y="4"/>
                  <a:pt x="219" y="6"/>
                  <a:pt x="221" y="9"/>
                </a:cubicBezTo>
                <a:cubicBezTo>
                  <a:pt x="224" y="13"/>
                  <a:pt x="225" y="16"/>
                  <a:pt x="225" y="20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5" y="251"/>
                  <a:pt x="224" y="255"/>
                  <a:pt x="221" y="258"/>
                </a:cubicBezTo>
                <a:cubicBezTo>
                  <a:pt x="219" y="261"/>
                  <a:pt x="216" y="264"/>
                  <a:pt x="212" y="265"/>
                </a:cubicBezTo>
                <a:cubicBezTo>
                  <a:pt x="210" y="266"/>
                  <a:pt x="207" y="267"/>
                  <a:pt x="204" y="267"/>
                </a:cubicBezTo>
                <a:cubicBezTo>
                  <a:pt x="199" y="267"/>
                  <a:pt x="194" y="265"/>
                  <a:pt x="190" y="261"/>
                </a:cubicBezTo>
                <a:cubicBezTo>
                  <a:pt x="112" y="186"/>
                  <a:pt x="112" y="186"/>
                  <a:pt x="112" y="186"/>
                </a:cubicBezTo>
                <a:cubicBezTo>
                  <a:pt x="35" y="261"/>
                  <a:pt x="35" y="261"/>
                  <a:pt x="35" y="261"/>
                </a:cubicBezTo>
                <a:cubicBezTo>
                  <a:pt x="30" y="265"/>
                  <a:pt x="26" y="267"/>
                  <a:pt x="20" y="267"/>
                </a:cubicBezTo>
                <a:cubicBezTo>
                  <a:pt x="17" y="267"/>
                  <a:pt x="15" y="266"/>
                  <a:pt x="12" y="265"/>
                </a:cubicBezTo>
                <a:cubicBezTo>
                  <a:pt x="8" y="264"/>
                  <a:pt x="5" y="261"/>
                  <a:pt x="3" y="258"/>
                </a:cubicBezTo>
                <a:cubicBezTo>
                  <a:pt x="1" y="255"/>
                  <a:pt x="0" y="251"/>
                  <a:pt x="0" y="24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6"/>
                  <a:pt x="1" y="13"/>
                  <a:pt x="3" y="9"/>
                </a:cubicBezTo>
                <a:cubicBezTo>
                  <a:pt x="5" y="6"/>
                  <a:pt x="8" y="4"/>
                  <a:pt x="12" y="2"/>
                </a:cubicBezTo>
                <a:cubicBezTo>
                  <a:pt x="15" y="1"/>
                  <a:pt x="17" y="0"/>
                  <a:pt x="20" y="0"/>
                </a:cubicBezTo>
                <a:lnTo>
                  <a:pt x="204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1603376" y="1160463"/>
            <a:ext cx="242888" cy="288925"/>
          </a:xfrm>
          <a:custGeom>
            <a:avLst/>
            <a:gdLst>
              <a:gd name="T0" fmla="*/ 203 w 225"/>
              <a:gd name="T1" fmla="*/ 23 h 267"/>
              <a:gd name="T2" fmla="*/ 23 w 225"/>
              <a:gd name="T3" fmla="*/ 23 h 267"/>
              <a:gd name="T4" fmla="*/ 23 w 225"/>
              <a:gd name="T5" fmla="*/ 242 h 267"/>
              <a:gd name="T6" fmla="*/ 97 w 225"/>
              <a:gd name="T7" fmla="*/ 170 h 267"/>
              <a:gd name="T8" fmla="*/ 113 w 225"/>
              <a:gd name="T9" fmla="*/ 155 h 267"/>
              <a:gd name="T10" fmla="*/ 128 w 225"/>
              <a:gd name="T11" fmla="*/ 170 h 267"/>
              <a:gd name="T12" fmla="*/ 203 w 225"/>
              <a:gd name="T13" fmla="*/ 242 h 267"/>
              <a:gd name="T14" fmla="*/ 203 w 225"/>
              <a:gd name="T15" fmla="*/ 23 h 267"/>
              <a:gd name="T16" fmla="*/ 205 w 225"/>
              <a:gd name="T17" fmla="*/ 0 h 267"/>
              <a:gd name="T18" fmla="*/ 213 w 225"/>
              <a:gd name="T19" fmla="*/ 2 h 267"/>
              <a:gd name="T20" fmla="*/ 222 w 225"/>
              <a:gd name="T21" fmla="*/ 9 h 267"/>
              <a:gd name="T22" fmla="*/ 225 w 225"/>
              <a:gd name="T23" fmla="*/ 20 h 267"/>
              <a:gd name="T24" fmla="*/ 225 w 225"/>
              <a:gd name="T25" fmla="*/ 247 h 267"/>
              <a:gd name="T26" fmla="*/ 222 w 225"/>
              <a:gd name="T27" fmla="*/ 258 h 267"/>
              <a:gd name="T28" fmla="*/ 213 w 225"/>
              <a:gd name="T29" fmla="*/ 265 h 267"/>
              <a:gd name="T30" fmla="*/ 205 w 225"/>
              <a:gd name="T31" fmla="*/ 267 h 267"/>
              <a:gd name="T32" fmla="*/ 190 w 225"/>
              <a:gd name="T33" fmla="*/ 261 h 267"/>
              <a:gd name="T34" fmla="*/ 113 w 225"/>
              <a:gd name="T35" fmla="*/ 186 h 267"/>
              <a:gd name="T36" fmla="*/ 35 w 225"/>
              <a:gd name="T37" fmla="*/ 261 h 267"/>
              <a:gd name="T38" fmla="*/ 21 w 225"/>
              <a:gd name="T39" fmla="*/ 267 h 267"/>
              <a:gd name="T40" fmla="*/ 13 w 225"/>
              <a:gd name="T41" fmla="*/ 265 h 267"/>
              <a:gd name="T42" fmla="*/ 4 w 225"/>
              <a:gd name="T43" fmla="*/ 258 h 267"/>
              <a:gd name="T44" fmla="*/ 0 w 225"/>
              <a:gd name="T45" fmla="*/ 247 h 267"/>
              <a:gd name="T46" fmla="*/ 0 w 225"/>
              <a:gd name="T47" fmla="*/ 20 h 267"/>
              <a:gd name="T48" fmla="*/ 4 w 225"/>
              <a:gd name="T49" fmla="*/ 9 h 267"/>
              <a:gd name="T50" fmla="*/ 13 w 225"/>
              <a:gd name="T51" fmla="*/ 2 h 267"/>
              <a:gd name="T52" fmla="*/ 21 w 225"/>
              <a:gd name="T53" fmla="*/ 0 h 267"/>
              <a:gd name="T54" fmla="*/ 205 w 225"/>
              <a:gd name="T55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25" h="267">
                <a:moveTo>
                  <a:pt x="203" y="23"/>
                </a:moveTo>
                <a:cubicBezTo>
                  <a:pt x="23" y="23"/>
                  <a:pt x="23" y="23"/>
                  <a:pt x="23" y="23"/>
                </a:cubicBezTo>
                <a:cubicBezTo>
                  <a:pt x="23" y="242"/>
                  <a:pt x="23" y="242"/>
                  <a:pt x="23" y="242"/>
                </a:cubicBezTo>
                <a:cubicBezTo>
                  <a:pt x="97" y="170"/>
                  <a:pt x="97" y="170"/>
                  <a:pt x="97" y="170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28" y="170"/>
                  <a:pt x="128" y="170"/>
                  <a:pt x="128" y="170"/>
                </a:cubicBezTo>
                <a:cubicBezTo>
                  <a:pt x="203" y="242"/>
                  <a:pt x="203" y="242"/>
                  <a:pt x="203" y="242"/>
                </a:cubicBezTo>
                <a:lnTo>
                  <a:pt x="203" y="23"/>
                </a:lnTo>
                <a:close/>
                <a:moveTo>
                  <a:pt x="205" y="0"/>
                </a:moveTo>
                <a:cubicBezTo>
                  <a:pt x="208" y="0"/>
                  <a:pt x="210" y="1"/>
                  <a:pt x="213" y="2"/>
                </a:cubicBezTo>
                <a:cubicBezTo>
                  <a:pt x="217" y="4"/>
                  <a:pt x="220" y="6"/>
                  <a:pt x="222" y="9"/>
                </a:cubicBezTo>
                <a:cubicBezTo>
                  <a:pt x="224" y="13"/>
                  <a:pt x="225" y="16"/>
                  <a:pt x="225" y="20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5" y="251"/>
                  <a:pt x="224" y="255"/>
                  <a:pt x="222" y="258"/>
                </a:cubicBezTo>
                <a:cubicBezTo>
                  <a:pt x="220" y="261"/>
                  <a:pt x="217" y="264"/>
                  <a:pt x="213" y="265"/>
                </a:cubicBezTo>
                <a:cubicBezTo>
                  <a:pt x="211" y="266"/>
                  <a:pt x="208" y="267"/>
                  <a:pt x="205" y="267"/>
                </a:cubicBezTo>
                <a:cubicBezTo>
                  <a:pt x="199" y="267"/>
                  <a:pt x="194" y="265"/>
                  <a:pt x="190" y="261"/>
                </a:cubicBezTo>
                <a:cubicBezTo>
                  <a:pt x="113" y="186"/>
                  <a:pt x="113" y="186"/>
                  <a:pt x="113" y="186"/>
                </a:cubicBezTo>
                <a:cubicBezTo>
                  <a:pt x="35" y="261"/>
                  <a:pt x="35" y="261"/>
                  <a:pt x="35" y="261"/>
                </a:cubicBezTo>
                <a:cubicBezTo>
                  <a:pt x="31" y="265"/>
                  <a:pt x="26" y="267"/>
                  <a:pt x="21" y="267"/>
                </a:cubicBezTo>
                <a:cubicBezTo>
                  <a:pt x="18" y="267"/>
                  <a:pt x="15" y="266"/>
                  <a:pt x="13" y="265"/>
                </a:cubicBezTo>
                <a:cubicBezTo>
                  <a:pt x="9" y="264"/>
                  <a:pt x="6" y="261"/>
                  <a:pt x="4" y="258"/>
                </a:cubicBezTo>
                <a:cubicBezTo>
                  <a:pt x="1" y="255"/>
                  <a:pt x="0" y="251"/>
                  <a:pt x="0" y="24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6"/>
                  <a:pt x="1" y="13"/>
                  <a:pt x="4" y="9"/>
                </a:cubicBezTo>
                <a:cubicBezTo>
                  <a:pt x="6" y="6"/>
                  <a:pt x="9" y="4"/>
                  <a:pt x="13" y="2"/>
                </a:cubicBezTo>
                <a:cubicBezTo>
                  <a:pt x="15" y="1"/>
                  <a:pt x="18" y="0"/>
                  <a:pt x="21" y="0"/>
                </a:cubicBezTo>
                <a:lnTo>
                  <a:pt x="20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989138" y="1158875"/>
            <a:ext cx="339725" cy="292100"/>
          </a:xfrm>
          <a:custGeom>
            <a:avLst/>
            <a:gdLst>
              <a:gd name="T0" fmla="*/ 112 w 315"/>
              <a:gd name="T1" fmla="*/ 46 h 271"/>
              <a:gd name="T2" fmla="*/ 202 w 315"/>
              <a:gd name="T3" fmla="*/ 46 h 271"/>
              <a:gd name="T4" fmla="*/ 202 w 315"/>
              <a:gd name="T5" fmla="*/ 23 h 271"/>
              <a:gd name="T6" fmla="*/ 112 w 315"/>
              <a:gd name="T7" fmla="*/ 23 h 271"/>
              <a:gd name="T8" fmla="*/ 112 w 315"/>
              <a:gd name="T9" fmla="*/ 46 h 271"/>
              <a:gd name="T10" fmla="*/ 315 w 315"/>
              <a:gd name="T11" fmla="*/ 158 h 271"/>
              <a:gd name="T12" fmla="*/ 315 w 315"/>
              <a:gd name="T13" fmla="*/ 243 h 271"/>
              <a:gd name="T14" fmla="*/ 307 w 315"/>
              <a:gd name="T15" fmla="*/ 263 h 271"/>
              <a:gd name="T16" fmla="*/ 287 w 315"/>
              <a:gd name="T17" fmla="*/ 271 h 271"/>
              <a:gd name="T18" fmla="*/ 28 w 315"/>
              <a:gd name="T19" fmla="*/ 271 h 271"/>
              <a:gd name="T20" fmla="*/ 8 w 315"/>
              <a:gd name="T21" fmla="*/ 263 h 271"/>
              <a:gd name="T22" fmla="*/ 0 w 315"/>
              <a:gd name="T23" fmla="*/ 243 h 271"/>
              <a:gd name="T24" fmla="*/ 0 w 315"/>
              <a:gd name="T25" fmla="*/ 158 h 271"/>
              <a:gd name="T26" fmla="*/ 118 w 315"/>
              <a:gd name="T27" fmla="*/ 158 h 271"/>
              <a:gd name="T28" fmla="*/ 118 w 315"/>
              <a:gd name="T29" fmla="*/ 186 h 271"/>
              <a:gd name="T30" fmla="*/ 121 w 315"/>
              <a:gd name="T31" fmla="*/ 194 h 271"/>
              <a:gd name="T32" fmla="*/ 129 w 315"/>
              <a:gd name="T33" fmla="*/ 198 h 271"/>
              <a:gd name="T34" fmla="*/ 185 w 315"/>
              <a:gd name="T35" fmla="*/ 198 h 271"/>
              <a:gd name="T36" fmla="*/ 193 w 315"/>
              <a:gd name="T37" fmla="*/ 194 h 271"/>
              <a:gd name="T38" fmla="*/ 197 w 315"/>
              <a:gd name="T39" fmla="*/ 186 h 271"/>
              <a:gd name="T40" fmla="*/ 197 w 315"/>
              <a:gd name="T41" fmla="*/ 158 h 271"/>
              <a:gd name="T42" fmla="*/ 315 w 315"/>
              <a:gd name="T43" fmla="*/ 158 h 271"/>
              <a:gd name="T44" fmla="*/ 180 w 315"/>
              <a:gd name="T45" fmla="*/ 158 h 271"/>
              <a:gd name="T46" fmla="*/ 180 w 315"/>
              <a:gd name="T47" fmla="*/ 181 h 271"/>
              <a:gd name="T48" fmla="*/ 135 w 315"/>
              <a:gd name="T49" fmla="*/ 181 h 271"/>
              <a:gd name="T50" fmla="*/ 135 w 315"/>
              <a:gd name="T51" fmla="*/ 158 h 271"/>
              <a:gd name="T52" fmla="*/ 180 w 315"/>
              <a:gd name="T53" fmla="*/ 158 h 271"/>
              <a:gd name="T54" fmla="*/ 315 w 315"/>
              <a:gd name="T55" fmla="*/ 74 h 271"/>
              <a:gd name="T56" fmla="*/ 315 w 315"/>
              <a:gd name="T57" fmla="*/ 141 h 271"/>
              <a:gd name="T58" fmla="*/ 0 w 315"/>
              <a:gd name="T59" fmla="*/ 141 h 271"/>
              <a:gd name="T60" fmla="*/ 0 w 315"/>
              <a:gd name="T61" fmla="*/ 74 h 271"/>
              <a:gd name="T62" fmla="*/ 8 w 315"/>
              <a:gd name="T63" fmla="*/ 54 h 271"/>
              <a:gd name="T64" fmla="*/ 28 w 315"/>
              <a:gd name="T65" fmla="*/ 46 h 271"/>
              <a:gd name="T66" fmla="*/ 90 w 315"/>
              <a:gd name="T67" fmla="*/ 46 h 271"/>
              <a:gd name="T68" fmla="*/ 90 w 315"/>
              <a:gd name="T69" fmla="*/ 17 h 271"/>
              <a:gd name="T70" fmla="*/ 95 w 315"/>
              <a:gd name="T71" fmla="*/ 5 h 271"/>
              <a:gd name="T72" fmla="*/ 107 w 315"/>
              <a:gd name="T73" fmla="*/ 0 h 271"/>
              <a:gd name="T74" fmla="*/ 208 w 315"/>
              <a:gd name="T75" fmla="*/ 0 h 271"/>
              <a:gd name="T76" fmla="*/ 220 w 315"/>
              <a:gd name="T77" fmla="*/ 5 h 271"/>
              <a:gd name="T78" fmla="*/ 225 w 315"/>
              <a:gd name="T79" fmla="*/ 17 h 271"/>
              <a:gd name="T80" fmla="*/ 225 w 315"/>
              <a:gd name="T81" fmla="*/ 46 h 271"/>
              <a:gd name="T82" fmla="*/ 287 w 315"/>
              <a:gd name="T83" fmla="*/ 46 h 271"/>
              <a:gd name="T84" fmla="*/ 307 w 315"/>
              <a:gd name="T85" fmla="*/ 54 h 271"/>
              <a:gd name="T86" fmla="*/ 315 w 315"/>
              <a:gd name="T87" fmla="*/ 74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15" h="271">
                <a:moveTo>
                  <a:pt x="112" y="46"/>
                </a:moveTo>
                <a:cubicBezTo>
                  <a:pt x="202" y="46"/>
                  <a:pt x="202" y="46"/>
                  <a:pt x="202" y="46"/>
                </a:cubicBezTo>
                <a:cubicBezTo>
                  <a:pt x="202" y="23"/>
                  <a:pt x="202" y="23"/>
                  <a:pt x="202" y="23"/>
                </a:cubicBezTo>
                <a:cubicBezTo>
                  <a:pt x="112" y="23"/>
                  <a:pt x="112" y="23"/>
                  <a:pt x="112" y="23"/>
                </a:cubicBezTo>
                <a:lnTo>
                  <a:pt x="112" y="46"/>
                </a:lnTo>
                <a:close/>
                <a:moveTo>
                  <a:pt x="315" y="158"/>
                </a:moveTo>
                <a:cubicBezTo>
                  <a:pt x="315" y="243"/>
                  <a:pt x="315" y="243"/>
                  <a:pt x="315" y="243"/>
                </a:cubicBezTo>
                <a:cubicBezTo>
                  <a:pt x="315" y="250"/>
                  <a:pt x="312" y="257"/>
                  <a:pt x="307" y="263"/>
                </a:cubicBezTo>
                <a:cubicBezTo>
                  <a:pt x="301" y="268"/>
                  <a:pt x="295" y="271"/>
                  <a:pt x="287" y="271"/>
                </a:cubicBezTo>
                <a:cubicBezTo>
                  <a:pt x="28" y="271"/>
                  <a:pt x="28" y="271"/>
                  <a:pt x="28" y="271"/>
                </a:cubicBezTo>
                <a:cubicBezTo>
                  <a:pt x="20" y="271"/>
                  <a:pt x="13" y="268"/>
                  <a:pt x="8" y="263"/>
                </a:cubicBezTo>
                <a:cubicBezTo>
                  <a:pt x="2" y="257"/>
                  <a:pt x="0" y="250"/>
                  <a:pt x="0" y="243"/>
                </a:cubicBezTo>
                <a:cubicBezTo>
                  <a:pt x="0" y="158"/>
                  <a:pt x="0" y="158"/>
                  <a:pt x="0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8" y="186"/>
                  <a:pt x="118" y="186"/>
                  <a:pt x="118" y="186"/>
                </a:cubicBezTo>
                <a:cubicBezTo>
                  <a:pt x="118" y="189"/>
                  <a:pt x="119" y="192"/>
                  <a:pt x="121" y="194"/>
                </a:cubicBezTo>
                <a:cubicBezTo>
                  <a:pt x="123" y="196"/>
                  <a:pt x="126" y="198"/>
                  <a:pt x="129" y="198"/>
                </a:cubicBezTo>
                <a:cubicBezTo>
                  <a:pt x="185" y="198"/>
                  <a:pt x="185" y="198"/>
                  <a:pt x="185" y="198"/>
                </a:cubicBezTo>
                <a:cubicBezTo>
                  <a:pt x="188" y="198"/>
                  <a:pt x="191" y="196"/>
                  <a:pt x="193" y="194"/>
                </a:cubicBezTo>
                <a:cubicBezTo>
                  <a:pt x="196" y="192"/>
                  <a:pt x="197" y="189"/>
                  <a:pt x="197" y="186"/>
                </a:cubicBezTo>
                <a:cubicBezTo>
                  <a:pt x="197" y="158"/>
                  <a:pt x="197" y="158"/>
                  <a:pt x="197" y="158"/>
                </a:cubicBezTo>
                <a:lnTo>
                  <a:pt x="315" y="158"/>
                </a:lnTo>
                <a:close/>
                <a:moveTo>
                  <a:pt x="180" y="158"/>
                </a:moveTo>
                <a:cubicBezTo>
                  <a:pt x="180" y="181"/>
                  <a:pt x="180" y="181"/>
                  <a:pt x="180" y="181"/>
                </a:cubicBezTo>
                <a:cubicBezTo>
                  <a:pt x="135" y="181"/>
                  <a:pt x="135" y="181"/>
                  <a:pt x="135" y="181"/>
                </a:cubicBezTo>
                <a:cubicBezTo>
                  <a:pt x="135" y="158"/>
                  <a:pt x="135" y="158"/>
                  <a:pt x="135" y="158"/>
                </a:cubicBezTo>
                <a:lnTo>
                  <a:pt x="180" y="158"/>
                </a:lnTo>
                <a:close/>
                <a:moveTo>
                  <a:pt x="315" y="74"/>
                </a:moveTo>
                <a:cubicBezTo>
                  <a:pt x="315" y="141"/>
                  <a:pt x="315" y="141"/>
                  <a:pt x="315" y="14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66"/>
                  <a:pt x="2" y="59"/>
                  <a:pt x="8" y="54"/>
                </a:cubicBezTo>
                <a:cubicBezTo>
                  <a:pt x="13" y="48"/>
                  <a:pt x="20" y="46"/>
                  <a:pt x="28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17"/>
                  <a:pt x="90" y="17"/>
                  <a:pt x="90" y="17"/>
                </a:cubicBezTo>
                <a:cubicBezTo>
                  <a:pt x="90" y="13"/>
                  <a:pt x="91" y="9"/>
                  <a:pt x="95" y="5"/>
                </a:cubicBezTo>
                <a:cubicBezTo>
                  <a:pt x="98" y="2"/>
                  <a:pt x="102" y="0"/>
                  <a:pt x="107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3" y="0"/>
                  <a:pt x="217" y="2"/>
                  <a:pt x="220" y="5"/>
                </a:cubicBezTo>
                <a:cubicBezTo>
                  <a:pt x="223" y="9"/>
                  <a:pt x="225" y="13"/>
                  <a:pt x="225" y="17"/>
                </a:cubicBezTo>
                <a:cubicBezTo>
                  <a:pt x="225" y="46"/>
                  <a:pt x="225" y="46"/>
                  <a:pt x="225" y="46"/>
                </a:cubicBezTo>
                <a:cubicBezTo>
                  <a:pt x="287" y="46"/>
                  <a:pt x="287" y="46"/>
                  <a:pt x="287" y="46"/>
                </a:cubicBezTo>
                <a:cubicBezTo>
                  <a:pt x="295" y="46"/>
                  <a:pt x="301" y="48"/>
                  <a:pt x="307" y="54"/>
                </a:cubicBezTo>
                <a:cubicBezTo>
                  <a:pt x="312" y="59"/>
                  <a:pt x="315" y="66"/>
                  <a:pt x="315" y="7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2478088" y="1146175"/>
            <a:ext cx="230188" cy="317500"/>
          </a:xfrm>
          <a:custGeom>
            <a:avLst/>
            <a:gdLst>
              <a:gd name="T0" fmla="*/ 172 w 213"/>
              <a:gd name="T1" fmla="*/ 136 h 293"/>
              <a:gd name="T2" fmla="*/ 211 w 213"/>
              <a:gd name="T3" fmla="*/ 192 h 293"/>
              <a:gd name="T4" fmla="*/ 194 w 213"/>
              <a:gd name="T5" fmla="*/ 229 h 293"/>
              <a:gd name="T6" fmla="*/ 156 w 213"/>
              <a:gd name="T7" fmla="*/ 246 h 293"/>
              <a:gd name="T8" fmla="*/ 130 w 213"/>
              <a:gd name="T9" fmla="*/ 293 h 293"/>
              <a:gd name="T10" fmla="*/ 103 w 213"/>
              <a:gd name="T11" fmla="*/ 249 h 293"/>
              <a:gd name="T12" fmla="*/ 81 w 213"/>
              <a:gd name="T13" fmla="*/ 293 h 293"/>
              <a:gd name="T14" fmla="*/ 54 w 213"/>
              <a:gd name="T15" fmla="*/ 248 h 293"/>
              <a:gd name="T16" fmla="*/ 35 w 213"/>
              <a:gd name="T17" fmla="*/ 248 h 293"/>
              <a:gd name="T18" fmla="*/ 5 w 213"/>
              <a:gd name="T19" fmla="*/ 216 h 293"/>
              <a:gd name="T20" fmla="*/ 35 w 213"/>
              <a:gd name="T21" fmla="*/ 207 h 293"/>
              <a:gd name="T22" fmla="*/ 38 w 213"/>
              <a:gd name="T23" fmla="*/ 136 h 293"/>
              <a:gd name="T24" fmla="*/ 35 w 213"/>
              <a:gd name="T25" fmla="*/ 85 h 293"/>
              <a:gd name="T26" fmla="*/ 0 w 213"/>
              <a:gd name="T27" fmla="*/ 73 h 293"/>
              <a:gd name="T28" fmla="*/ 37 w 213"/>
              <a:gd name="T29" fmla="*/ 45 h 293"/>
              <a:gd name="T30" fmla="*/ 54 w 213"/>
              <a:gd name="T31" fmla="*/ 0 h 293"/>
              <a:gd name="T32" fmla="*/ 81 w 213"/>
              <a:gd name="T33" fmla="*/ 44 h 293"/>
              <a:gd name="T34" fmla="*/ 103 w 213"/>
              <a:gd name="T35" fmla="*/ 0 h 293"/>
              <a:gd name="T36" fmla="*/ 130 w 213"/>
              <a:gd name="T37" fmla="*/ 45 h 293"/>
              <a:gd name="T38" fmla="*/ 175 w 213"/>
              <a:gd name="T39" fmla="*/ 56 h 293"/>
              <a:gd name="T40" fmla="*/ 196 w 213"/>
              <a:gd name="T41" fmla="*/ 90 h 293"/>
              <a:gd name="T42" fmla="*/ 155 w 213"/>
              <a:gd name="T43" fmla="*/ 175 h 293"/>
              <a:gd name="T44" fmla="*/ 138 w 213"/>
              <a:gd name="T45" fmla="*/ 162 h 293"/>
              <a:gd name="T46" fmla="*/ 114 w 213"/>
              <a:gd name="T47" fmla="*/ 157 h 293"/>
              <a:gd name="T48" fmla="*/ 90 w 213"/>
              <a:gd name="T49" fmla="*/ 156 h 293"/>
              <a:gd name="T50" fmla="*/ 82 w 213"/>
              <a:gd name="T51" fmla="*/ 216 h 293"/>
              <a:gd name="T52" fmla="*/ 97 w 213"/>
              <a:gd name="T53" fmla="*/ 216 h 293"/>
              <a:gd name="T54" fmla="*/ 117 w 213"/>
              <a:gd name="T55" fmla="*/ 215 h 293"/>
              <a:gd name="T56" fmla="*/ 136 w 213"/>
              <a:gd name="T57" fmla="*/ 211 h 293"/>
              <a:gd name="T58" fmla="*/ 152 w 213"/>
              <a:gd name="T59" fmla="*/ 202 h 293"/>
              <a:gd name="T60" fmla="*/ 158 w 213"/>
              <a:gd name="T61" fmla="*/ 186 h 293"/>
              <a:gd name="T62" fmla="*/ 143 w 213"/>
              <a:gd name="T63" fmla="*/ 92 h 293"/>
              <a:gd name="T64" fmla="*/ 129 w 213"/>
              <a:gd name="T65" fmla="*/ 80 h 293"/>
              <a:gd name="T66" fmla="*/ 109 w 213"/>
              <a:gd name="T67" fmla="*/ 76 h 293"/>
              <a:gd name="T68" fmla="*/ 89 w 213"/>
              <a:gd name="T69" fmla="*/ 75 h 293"/>
              <a:gd name="T70" fmla="*/ 82 w 213"/>
              <a:gd name="T71" fmla="*/ 129 h 293"/>
              <a:gd name="T72" fmla="*/ 96 w 213"/>
              <a:gd name="T73" fmla="*/ 129 h 293"/>
              <a:gd name="T74" fmla="*/ 115 w 213"/>
              <a:gd name="T75" fmla="*/ 128 h 293"/>
              <a:gd name="T76" fmla="*/ 132 w 213"/>
              <a:gd name="T77" fmla="*/ 123 h 293"/>
              <a:gd name="T78" fmla="*/ 144 w 213"/>
              <a:gd name="T79" fmla="*/ 111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3" h="293">
                <a:moveTo>
                  <a:pt x="196" y="90"/>
                </a:moveTo>
                <a:cubicBezTo>
                  <a:pt x="198" y="112"/>
                  <a:pt x="190" y="127"/>
                  <a:pt x="172" y="136"/>
                </a:cubicBezTo>
                <a:cubicBezTo>
                  <a:pt x="186" y="139"/>
                  <a:pt x="196" y="145"/>
                  <a:pt x="203" y="154"/>
                </a:cubicBezTo>
                <a:cubicBezTo>
                  <a:pt x="210" y="163"/>
                  <a:pt x="213" y="175"/>
                  <a:pt x="211" y="192"/>
                </a:cubicBezTo>
                <a:cubicBezTo>
                  <a:pt x="210" y="200"/>
                  <a:pt x="208" y="207"/>
                  <a:pt x="205" y="214"/>
                </a:cubicBezTo>
                <a:cubicBezTo>
                  <a:pt x="202" y="220"/>
                  <a:pt x="199" y="225"/>
                  <a:pt x="194" y="229"/>
                </a:cubicBezTo>
                <a:cubicBezTo>
                  <a:pt x="190" y="233"/>
                  <a:pt x="184" y="237"/>
                  <a:pt x="177" y="239"/>
                </a:cubicBezTo>
                <a:cubicBezTo>
                  <a:pt x="170" y="242"/>
                  <a:pt x="163" y="244"/>
                  <a:pt x="156" y="246"/>
                </a:cubicBezTo>
                <a:cubicBezTo>
                  <a:pt x="148" y="247"/>
                  <a:pt x="140" y="248"/>
                  <a:pt x="130" y="248"/>
                </a:cubicBezTo>
                <a:cubicBezTo>
                  <a:pt x="130" y="293"/>
                  <a:pt x="130" y="293"/>
                  <a:pt x="130" y="293"/>
                </a:cubicBezTo>
                <a:cubicBezTo>
                  <a:pt x="103" y="293"/>
                  <a:pt x="103" y="293"/>
                  <a:pt x="103" y="293"/>
                </a:cubicBezTo>
                <a:cubicBezTo>
                  <a:pt x="103" y="249"/>
                  <a:pt x="103" y="249"/>
                  <a:pt x="103" y="249"/>
                </a:cubicBezTo>
                <a:cubicBezTo>
                  <a:pt x="94" y="249"/>
                  <a:pt x="86" y="249"/>
                  <a:pt x="81" y="249"/>
                </a:cubicBezTo>
                <a:cubicBezTo>
                  <a:pt x="81" y="293"/>
                  <a:pt x="81" y="293"/>
                  <a:pt x="81" y="293"/>
                </a:cubicBezTo>
                <a:cubicBezTo>
                  <a:pt x="54" y="293"/>
                  <a:pt x="54" y="293"/>
                  <a:pt x="54" y="293"/>
                </a:cubicBezTo>
                <a:cubicBezTo>
                  <a:pt x="54" y="248"/>
                  <a:pt x="54" y="248"/>
                  <a:pt x="54" y="248"/>
                </a:cubicBezTo>
                <a:cubicBezTo>
                  <a:pt x="52" y="248"/>
                  <a:pt x="49" y="248"/>
                  <a:pt x="45" y="248"/>
                </a:cubicBezTo>
                <a:cubicBezTo>
                  <a:pt x="41" y="248"/>
                  <a:pt x="37" y="248"/>
                  <a:pt x="35" y="248"/>
                </a:cubicBezTo>
                <a:cubicBezTo>
                  <a:pt x="0" y="248"/>
                  <a:pt x="0" y="248"/>
                  <a:pt x="0" y="248"/>
                </a:cubicBezTo>
                <a:cubicBezTo>
                  <a:pt x="5" y="216"/>
                  <a:pt x="5" y="216"/>
                  <a:pt x="5" y="216"/>
                </a:cubicBezTo>
                <a:cubicBezTo>
                  <a:pt x="25" y="216"/>
                  <a:pt x="25" y="216"/>
                  <a:pt x="25" y="216"/>
                </a:cubicBezTo>
                <a:cubicBezTo>
                  <a:pt x="31" y="216"/>
                  <a:pt x="34" y="213"/>
                  <a:pt x="35" y="207"/>
                </a:cubicBezTo>
                <a:cubicBezTo>
                  <a:pt x="35" y="136"/>
                  <a:pt x="35" y="136"/>
                  <a:pt x="35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7" y="136"/>
                  <a:pt x="36" y="136"/>
                  <a:pt x="35" y="136"/>
                </a:cubicBezTo>
                <a:cubicBezTo>
                  <a:pt x="35" y="85"/>
                  <a:pt x="35" y="85"/>
                  <a:pt x="35" y="85"/>
                </a:cubicBezTo>
                <a:cubicBezTo>
                  <a:pt x="34" y="77"/>
                  <a:pt x="28" y="73"/>
                  <a:pt x="20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45"/>
                  <a:pt x="0" y="45"/>
                  <a:pt x="0" y="45"/>
                </a:cubicBezTo>
                <a:cubicBezTo>
                  <a:pt x="37" y="45"/>
                  <a:pt x="37" y="45"/>
                  <a:pt x="37" y="45"/>
                </a:cubicBezTo>
                <a:cubicBezTo>
                  <a:pt x="45" y="45"/>
                  <a:pt x="51" y="45"/>
                  <a:pt x="54" y="45"/>
                </a:cubicBezTo>
                <a:cubicBezTo>
                  <a:pt x="54" y="0"/>
                  <a:pt x="54" y="0"/>
                  <a:pt x="54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1" y="44"/>
                  <a:pt x="81" y="44"/>
                  <a:pt x="81" y="44"/>
                </a:cubicBezTo>
                <a:cubicBezTo>
                  <a:pt x="91" y="43"/>
                  <a:pt x="98" y="43"/>
                  <a:pt x="103" y="43"/>
                </a:cubicBezTo>
                <a:cubicBezTo>
                  <a:pt x="103" y="0"/>
                  <a:pt x="103" y="0"/>
                  <a:pt x="103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139" y="45"/>
                  <a:pt x="148" y="47"/>
                  <a:pt x="155" y="49"/>
                </a:cubicBezTo>
                <a:cubicBezTo>
                  <a:pt x="162" y="50"/>
                  <a:pt x="168" y="53"/>
                  <a:pt x="175" y="56"/>
                </a:cubicBezTo>
                <a:cubicBezTo>
                  <a:pt x="181" y="60"/>
                  <a:pt x="186" y="64"/>
                  <a:pt x="189" y="70"/>
                </a:cubicBezTo>
                <a:cubicBezTo>
                  <a:pt x="193" y="76"/>
                  <a:pt x="195" y="83"/>
                  <a:pt x="196" y="90"/>
                </a:cubicBezTo>
                <a:close/>
                <a:moveTo>
                  <a:pt x="158" y="186"/>
                </a:moveTo>
                <a:cubicBezTo>
                  <a:pt x="158" y="182"/>
                  <a:pt x="157" y="178"/>
                  <a:pt x="155" y="175"/>
                </a:cubicBezTo>
                <a:cubicBezTo>
                  <a:pt x="153" y="172"/>
                  <a:pt x="151" y="169"/>
                  <a:pt x="149" y="167"/>
                </a:cubicBezTo>
                <a:cubicBezTo>
                  <a:pt x="146" y="165"/>
                  <a:pt x="143" y="163"/>
                  <a:pt x="138" y="162"/>
                </a:cubicBezTo>
                <a:cubicBezTo>
                  <a:pt x="134" y="160"/>
                  <a:pt x="130" y="159"/>
                  <a:pt x="127" y="158"/>
                </a:cubicBezTo>
                <a:cubicBezTo>
                  <a:pt x="123" y="158"/>
                  <a:pt x="119" y="157"/>
                  <a:pt x="114" y="157"/>
                </a:cubicBezTo>
                <a:cubicBezTo>
                  <a:pt x="109" y="156"/>
                  <a:pt x="105" y="156"/>
                  <a:pt x="102" y="156"/>
                </a:cubicBezTo>
                <a:cubicBezTo>
                  <a:pt x="99" y="156"/>
                  <a:pt x="95" y="156"/>
                  <a:pt x="90" y="156"/>
                </a:cubicBezTo>
                <a:cubicBezTo>
                  <a:pt x="86" y="156"/>
                  <a:pt x="83" y="156"/>
                  <a:pt x="82" y="156"/>
                </a:cubicBezTo>
                <a:cubicBezTo>
                  <a:pt x="82" y="216"/>
                  <a:pt x="82" y="216"/>
                  <a:pt x="82" y="216"/>
                </a:cubicBezTo>
                <a:cubicBezTo>
                  <a:pt x="83" y="216"/>
                  <a:pt x="85" y="216"/>
                  <a:pt x="89" y="216"/>
                </a:cubicBezTo>
                <a:cubicBezTo>
                  <a:pt x="92" y="216"/>
                  <a:pt x="95" y="216"/>
                  <a:pt x="97" y="216"/>
                </a:cubicBezTo>
                <a:cubicBezTo>
                  <a:pt x="99" y="216"/>
                  <a:pt x="102" y="216"/>
                  <a:pt x="106" y="216"/>
                </a:cubicBezTo>
                <a:cubicBezTo>
                  <a:pt x="110" y="216"/>
                  <a:pt x="114" y="215"/>
                  <a:pt x="117" y="215"/>
                </a:cubicBezTo>
                <a:cubicBezTo>
                  <a:pt x="119" y="215"/>
                  <a:pt x="123" y="214"/>
                  <a:pt x="127" y="214"/>
                </a:cubicBezTo>
                <a:cubicBezTo>
                  <a:pt x="130" y="213"/>
                  <a:pt x="134" y="212"/>
                  <a:pt x="136" y="211"/>
                </a:cubicBezTo>
                <a:cubicBezTo>
                  <a:pt x="139" y="210"/>
                  <a:pt x="142" y="209"/>
                  <a:pt x="145" y="208"/>
                </a:cubicBezTo>
                <a:cubicBezTo>
                  <a:pt x="148" y="206"/>
                  <a:pt x="150" y="204"/>
                  <a:pt x="152" y="202"/>
                </a:cubicBezTo>
                <a:cubicBezTo>
                  <a:pt x="153" y="200"/>
                  <a:pt x="155" y="198"/>
                  <a:pt x="156" y="195"/>
                </a:cubicBezTo>
                <a:cubicBezTo>
                  <a:pt x="157" y="193"/>
                  <a:pt x="158" y="190"/>
                  <a:pt x="158" y="186"/>
                </a:cubicBezTo>
                <a:close/>
                <a:moveTo>
                  <a:pt x="145" y="102"/>
                </a:moveTo>
                <a:cubicBezTo>
                  <a:pt x="145" y="99"/>
                  <a:pt x="144" y="95"/>
                  <a:pt x="143" y="92"/>
                </a:cubicBezTo>
                <a:cubicBezTo>
                  <a:pt x="142" y="89"/>
                  <a:pt x="140" y="87"/>
                  <a:pt x="138" y="85"/>
                </a:cubicBezTo>
                <a:cubicBezTo>
                  <a:pt x="136" y="83"/>
                  <a:pt x="133" y="81"/>
                  <a:pt x="129" y="80"/>
                </a:cubicBezTo>
                <a:cubicBezTo>
                  <a:pt x="126" y="78"/>
                  <a:pt x="122" y="78"/>
                  <a:pt x="120" y="77"/>
                </a:cubicBezTo>
                <a:cubicBezTo>
                  <a:pt x="117" y="76"/>
                  <a:pt x="113" y="76"/>
                  <a:pt x="109" y="76"/>
                </a:cubicBezTo>
                <a:cubicBezTo>
                  <a:pt x="104" y="75"/>
                  <a:pt x="101" y="75"/>
                  <a:pt x="98" y="75"/>
                </a:cubicBezTo>
                <a:cubicBezTo>
                  <a:pt x="96" y="75"/>
                  <a:pt x="93" y="75"/>
                  <a:pt x="89" y="75"/>
                </a:cubicBezTo>
                <a:cubicBezTo>
                  <a:pt x="85" y="75"/>
                  <a:pt x="83" y="75"/>
                  <a:pt x="82" y="75"/>
                </a:cubicBezTo>
                <a:cubicBezTo>
                  <a:pt x="82" y="129"/>
                  <a:pt x="82" y="129"/>
                  <a:pt x="82" y="129"/>
                </a:cubicBezTo>
                <a:cubicBezTo>
                  <a:pt x="83" y="129"/>
                  <a:pt x="85" y="129"/>
                  <a:pt x="88" y="129"/>
                </a:cubicBezTo>
                <a:cubicBezTo>
                  <a:pt x="92" y="130"/>
                  <a:pt x="94" y="130"/>
                  <a:pt x="96" y="129"/>
                </a:cubicBezTo>
                <a:cubicBezTo>
                  <a:pt x="98" y="129"/>
                  <a:pt x="101" y="129"/>
                  <a:pt x="105" y="129"/>
                </a:cubicBezTo>
                <a:cubicBezTo>
                  <a:pt x="109" y="129"/>
                  <a:pt x="112" y="129"/>
                  <a:pt x="115" y="128"/>
                </a:cubicBezTo>
                <a:cubicBezTo>
                  <a:pt x="117" y="128"/>
                  <a:pt x="120" y="127"/>
                  <a:pt x="124" y="126"/>
                </a:cubicBezTo>
                <a:cubicBezTo>
                  <a:pt x="127" y="125"/>
                  <a:pt x="130" y="124"/>
                  <a:pt x="132" y="123"/>
                </a:cubicBezTo>
                <a:cubicBezTo>
                  <a:pt x="135" y="122"/>
                  <a:pt x="137" y="120"/>
                  <a:pt x="139" y="118"/>
                </a:cubicBezTo>
                <a:cubicBezTo>
                  <a:pt x="141" y="116"/>
                  <a:pt x="143" y="114"/>
                  <a:pt x="144" y="111"/>
                </a:cubicBezTo>
                <a:cubicBezTo>
                  <a:pt x="145" y="109"/>
                  <a:pt x="145" y="106"/>
                  <a:pt x="145" y="1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2874963" y="1155700"/>
            <a:ext cx="303213" cy="298450"/>
          </a:xfrm>
          <a:custGeom>
            <a:avLst/>
            <a:gdLst>
              <a:gd name="T0" fmla="*/ 281 w 281"/>
              <a:gd name="T1" fmla="*/ 157 h 276"/>
              <a:gd name="T2" fmla="*/ 278 w 281"/>
              <a:gd name="T3" fmla="*/ 165 h 276"/>
              <a:gd name="T4" fmla="*/ 270 w 281"/>
              <a:gd name="T5" fmla="*/ 169 h 276"/>
              <a:gd name="T6" fmla="*/ 230 w 281"/>
              <a:gd name="T7" fmla="*/ 169 h 276"/>
              <a:gd name="T8" fmla="*/ 219 w 281"/>
              <a:gd name="T9" fmla="*/ 220 h 276"/>
              <a:gd name="T10" fmla="*/ 255 w 281"/>
              <a:gd name="T11" fmla="*/ 256 h 276"/>
              <a:gd name="T12" fmla="*/ 259 w 281"/>
              <a:gd name="T13" fmla="*/ 264 h 276"/>
              <a:gd name="T14" fmla="*/ 255 w 281"/>
              <a:gd name="T15" fmla="*/ 272 h 276"/>
              <a:gd name="T16" fmla="*/ 247 w 281"/>
              <a:gd name="T17" fmla="*/ 276 h 276"/>
              <a:gd name="T18" fmla="*/ 239 w 281"/>
              <a:gd name="T19" fmla="*/ 272 h 276"/>
              <a:gd name="T20" fmla="*/ 205 w 281"/>
              <a:gd name="T21" fmla="*/ 238 h 276"/>
              <a:gd name="T22" fmla="*/ 202 w 281"/>
              <a:gd name="T23" fmla="*/ 240 h 276"/>
              <a:gd name="T24" fmla="*/ 195 w 281"/>
              <a:gd name="T25" fmla="*/ 245 h 276"/>
              <a:gd name="T26" fmla="*/ 183 w 281"/>
              <a:gd name="T27" fmla="*/ 251 h 276"/>
              <a:gd name="T28" fmla="*/ 169 w 281"/>
              <a:gd name="T29" fmla="*/ 256 h 276"/>
              <a:gd name="T30" fmla="*/ 152 w 281"/>
              <a:gd name="T31" fmla="*/ 259 h 276"/>
              <a:gd name="T32" fmla="*/ 152 w 281"/>
              <a:gd name="T33" fmla="*/ 101 h 276"/>
              <a:gd name="T34" fmla="*/ 129 w 281"/>
              <a:gd name="T35" fmla="*/ 101 h 276"/>
              <a:gd name="T36" fmla="*/ 129 w 281"/>
              <a:gd name="T37" fmla="*/ 259 h 276"/>
              <a:gd name="T38" fmla="*/ 111 w 281"/>
              <a:gd name="T39" fmla="*/ 256 h 276"/>
              <a:gd name="T40" fmla="*/ 96 w 281"/>
              <a:gd name="T41" fmla="*/ 251 h 276"/>
              <a:gd name="T42" fmla="*/ 84 w 281"/>
              <a:gd name="T43" fmla="*/ 244 h 276"/>
              <a:gd name="T44" fmla="*/ 77 w 281"/>
              <a:gd name="T45" fmla="*/ 238 h 276"/>
              <a:gd name="T46" fmla="*/ 74 w 281"/>
              <a:gd name="T47" fmla="*/ 235 h 276"/>
              <a:gd name="T48" fmla="*/ 42 w 281"/>
              <a:gd name="T49" fmla="*/ 272 h 276"/>
              <a:gd name="T50" fmla="*/ 33 w 281"/>
              <a:gd name="T51" fmla="*/ 276 h 276"/>
              <a:gd name="T52" fmla="*/ 26 w 281"/>
              <a:gd name="T53" fmla="*/ 273 h 276"/>
              <a:gd name="T54" fmla="*/ 22 w 281"/>
              <a:gd name="T55" fmla="*/ 265 h 276"/>
              <a:gd name="T56" fmla="*/ 25 w 281"/>
              <a:gd name="T57" fmla="*/ 257 h 276"/>
              <a:gd name="T58" fmla="*/ 60 w 281"/>
              <a:gd name="T59" fmla="*/ 217 h 276"/>
              <a:gd name="T60" fmla="*/ 50 w 281"/>
              <a:gd name="T61" fmla="*/ 169 h 276"/>
              <a:gd name="T62" fmla="*/ 11 w 281"/>
              <a:gd name="T63" fmla="*/ 169 h 276"/>
              <a:gd name="T64" fmla="*/ 3 w 281"/>
              <a:gd name="T65" fmla="*/ 165 h 276"/>
              <a:gd name="T66" fmla="*/ 0 w 281"/>
              <a:gd name="T67" fmla="*/ 157 h 276"/>
              <a:gd name="T68" fmla="*/ 3 w 281"/>
              <a:gd name="T69" fmla="*/ 149 h 276"/>
              <a:gd name="T70" fmla="*/ 11 w 281"/>
              <a:gd name="T71" fmla="*/ 146 h 276"/>
              <a:gd name="T72" fmla="*/ 50 w 281"/>
              <a:gd name="T73" fmla="*/ 146 h 276"/>
              <a:gd name="T74" fmla="*/ 50 w 281"/>
              <a:gd name="T75" fmla="*/ 94 h 276"/>
              <a:gd name="T76" fmla="*/ 20 w 281"/>
              <a:gd name="T77" fmla="*/ 64 h 276"/>
              <a:gd name="T78" fmla="*/ 16 w 281"/>
              <a:gd name="T79" fmla="*/ 56 h 276"/>
              <a:gd name="T80" fmla="*/ 20 w 281"/>
              <a:gd name="T81" fmla="*/ 48 h 276"/>
              <a:gd name="T82" fmla="*/ 28 w 281"/>
              <a:gd name="T83" fmla="*/ 45 h 276"/>
              <a:gd name="T84" fmla="*/ 36 w 281"/>
              <a:gd name="T85" fmla="*/ 48 h 276"/>
              <a:gd name="T86" fmla="*/ 66 w 281"/>
              <a:gd name="T87" fmla="*/ 78 h 276"/>
              <a:gd name="T88" fmla="*/ 215 w 281"/>
              <a:gd name="T89" fmla="*/ 78 h 276"/>
              <a:gd name="T90" fmla="*/ 245 w 281"/>
              <a:gd name="T91" fmla="*/ 48 h 276"/>
              <a:gd name="T92" fmla="*/ 253 w 281"/>
              <a:gd name="T93" fmla="*/ 45 h 276"/>
              <a:gd name="T94" fmla="*/ 261 w 281"/>
              <a:gd name="T95" fmla="*/ 48 h 276"/>
              <a:gd name="T96" fmla="*/ 264 w 281"/>
              <a:gd name="T97" fmla="*/ 56 h 276"/>
              <a:gd name="T98" fmla="*/ 261 w 281"/>
              <a:gd name="T99" fmla="*/ 64 h 276"/>
              <a:gd name="T100" fmla="*/ 230 w 281"/>
              <a:gd name="T101" fmla="*/ 94 h 276"/>
              <a:gd name="T102" fmla="*/ 230 w 281"/>
              <a:gd name="T103" fmla="*/ 146 h 276"/>
              <a:gd name="T104" fmla="*/ 270 w 281"/>
              <a:gd name="T105" fmla="*/ 146 h 276"/>
              <a:gd name="T106" fmla="*/ 278 w 281"/>
              <a:gd name="T107" fmla="*/ 149 h 276"/>
              <a:gd name="T108" fmla="*/ 281 w 281"/>
              <a:gd name="T109" fmla="*/ 157 h 276"/>
              <a:gd name="T110" fmla="*/ 197 w 281"/>
              <a:gd name="T111" fmla="*/ 56 h 276"/>
              <a:gd name="T112" fmla="*/ 84 w 281"/>
              <a:gd name="T113" fmla="*/ 56 h 276"/>
              <a:gd name="T114" fmla="*/ 100 w 281"/>
              <a:gd name="T115" fmla="*/ 16 h 276"/>
              <a:gd name="T116" fmla="*/ 140 w 281"/>
              <a:gd name="T117" fmla="*/ 0 h 276"/>
              <a:gd name="T118" fmla="*/ 180 w 281"/>
              <a:gd name="T119" fmla="*/ 16 h 276"/>
              <a:gd name="T120" fmla="*/ 197 w 281"/>
              <a:gd name="T121" fmla="*/ 5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1" h="276">
                <a:moveTo>
                  <a:pt x="281" y="157"/>
                </a:moveTo>
                <a:cubicBezTo>
                  <a:pt x="281" y="160"/>
                  <a:pt x="280" y="163"/>
                  <a:pt x="278" y="165"/>
                </a:cubicBezTo>
                <a:cubicBezTo>
                  <a:pt x="276" y="167"/>
                  <a:pt x="273" y="169"/>
                  <a:pt x="270" y="169"/>
                </a:cubicBezTo>
                <a:cubicBezTo>
                  <a:pt x="230" y="169"/>
                  <a:pt x="230" y="169"/>
                  <a:pt x="230" y="169"/>
                </a:cubicBezTo>
                <a:cubicBezTo>
                  <a:pt x="230" y="189"/>
                  <a:pt x="227" y="206"/>
                  <a:pt x="219" y="220"/>
                </a:cubicBezTo>
                <a:cubicBezTo>
                  <a:pt x="255" y="256"/>
                  <a:pt x="255" y="256"/>
                  <a:pt x="255" y="256"/>
                </a:cubicBezTo>
                <a:cubicBezTo>
                  <a:pt x="258" y="259"/>
                  <a:pt x="259" y="261"/>
                  <a:pt x="259" y="264"/>
                </a:cubicBezTo>
                <a:cubicBezTo>
                  <a:pt x="259" y="267"/>
                  <a:pt x="258" y="270"/>
                  <a:pt x="255" y="272"/>
                </a:cubicBezTo>
                <a:cubicBezTo>
                  <a:pt x="253" y="275"/>
                  <a:pt x="251" y="276"/>
                  <a:pt x="247" y="276"/>
                </a:cubicBezTo>
                <a:cubicBezTo>
                  <a:pt x="244" y="276"/>
                  <a:pt x="242" y="275"/>
                  <a:pt x="239" y="272"/>
                </a:cubicBezTo>
                <a:cubicBezTo>
                  <a:pt x="205" y="238"/>
                  <a:pt x="205" y="238"/>
                  <a:pt x="205" y="238"/>
                </a:cubicBezTo>
                <a:cubicBezTo>
                  <a:pt x="204" y="238"/>
                  <a:pt x="203" y="239"/>
                  <a:pt x="202" y="240"/>
                </a:cubicBezTo>
                <a:cubicBezTo>
                  <a:pt x="201" y="241"/>
                  <a:pt x="198" y="243"/>
                  <a:pt x="195" y="245"/>
                </a:cubicBezTo>
                <a:cubicBezTo>
                  <a:pt x="191" y="247"/>
                  <a:pt x="187" y="249"/>
                  <a:pt x="183" y="251"/>
                </a:cubicBezTo>
                <a:cubicBezTo>
                  <a:pt x="179" y="253"/>
                  <a:pt x="174" y="255"/>
                  <a:pt x="169" y="256"/>
                </a:cubicBezTo>
                <a:cubicBezTo>
                  <a:pt x="163" y="258"/>
                  <a:pt x="157" y="259"/>
                  <a:pt x="152" y="259"/>
                </a:cubicBezTo>
                <a:cubicBezTo>
                  <a:pt x="152" y="101"/>
                  <a:pt x="152" y="101"/>
                  <a:pt x="152" y="101"/>
                </a:cubicBezTo>
                <a:cubicBezTo>
                  <a:pt x="129" y="101"/>
                  <a:pt x="129" y="101"/>
                  <a:pt x="129" y="101"/>
                </a:cubicBezTo>
                <a:cubicBezTo>
                  <a:pt x="129" y="259"/>
                  <a:pt x="129" y="259"/>
                  <a:pt x="129" y="259"/>
                </a:cubicBezTo>
                <a:cubicBezTo>
                  <a:pt x="123" y="259"/>
                  <a:pt x="117" y="258"/>
                  <a:pt x="111" y="256"/>
                </a:cubicBezTo>
                <a:cubicBezTo>
                  <a:pt x="105" y="255"/>
                  <a:pt x="100" y="253"/>
                  <a:pt x="96" y="251"/>
                </a:cubicBezTo>
                <a:cubicBezTo>
                  <a:pt x="92" y="248"/>
                  <a:pt x="88" y="246"/>
                  <a:pt x="84" y="244"/>
                </a:cubicBezTo>
                <a:cubicBezTo>
                  <a:pt x="81" y="241"/>
                  <a:pt x="78" y="239"/>
                  <a:pt x="77" y="238"/>
                </a:cubicBezTo>
                <a:cubicBezTo>
                  <a:pt x="74" y="235"/>
                  <a:pt x="74" y="235"/>
                  <a:pt x="74" y="235"/>
                </a:cubicBezTo>
                <a:cubicBezTo>
                  <a:pt x="42" y="272"/>
                  <a:pt x="42" y="272"/>
                  <a:pt x="42" y="272"/>
                </a:cubicBezTo>
                <a:cubicBezTo>
                  <a:pt x="39" y="274"/>
                  <a:pt x="37" y="276"/>
                  <a:pt x="33" y="276"/>
                </a:cubicBezTo>
                <a:cubicBezTo>
                  <a:pt x="31" y="276"/>
                  <a:pt x="28" y="275"/>
                  <a:pt x="26" y="273"/>
                </a:cubicBezTo>
                <a:cubicBezTo>
                  <a:pt x="24" y="271"/>
                  <a:pt x="22" y="268"/>
                  <a:pt x="22" y="265"/>
                </a:cubicBezTo>
                <a:cubicBezTo>
                  <a:pt x="22" y="262"/>
                  <a:pt x="23" y="259"/>
                  <a:pt x="25" y="257"/>
                </a:cubicBezTo>
                <a:cubicBezTo>
                  <a:pt x="60" y="217"/>
                  <a:pt x="60" y="217"/>
                  <a:pt x="60" y="217"/>
                </a:cubicBezTo>
                <a:cubicBezTo>
                  <a:pt x="54" y="203"/>
                  <a:pt x="50" y="187"/>
                  <a:pt x="50" y="169"/>
                </a:cubicBezTo>
                <a:cubicBezTo>
                  <a:pt x="11" y="169"/>
                  <a:pt x="11" y="169"/>
                  <a:pt x="11" y="169"/>
                </a:cubicBezTo>
                <a:cubicBezTo>
                  <a:pt x="8" y="169"/>
                  <a:pt x="5" y="167"/>
                  <a:pt x="3" y="165"/>
                </a:cubicBezTo>
                <a:cubicBezTo>
                  <a:pt x="1" y="163"/>
                  <a:pt x="0" y="160"/>
                  <a:pt x="0" y="157"/>
                </a:cubicBezTo>
                <a:cubicBezTo>
                  <a:pt x="0" y="154"/>
                  <a:pt x="1" y="152"/>
                  <a:pt x="3" y="149"/>
                </a:cubicBezTo>
                <a:cubicBezTo>
                  <a:pt x="5" y="147"/>
                  <a:pt x="8" y="146"/>
                  <a:pt x="11" y="146"/>
                </a:cubicBezTo>
                <a:cubicBezTo>
                  <a:pt x="50" y="146"/>
                  <a:pt x="50" y="146"/>
                  <a:pt x="50" y="146"/>
                </a:cubicBezTo>
                <a:cubicBezTo>
                  <a:pt x="50" y="94"/>
                  <a:pt x="50" y="94"/>
                  <a:pt x="50" y="94"/>
                </a:cubicBezTo>
                <a:cubicBezTo>
                  <a:pt x="20" y="64"/>
                  <a:pt x="20" y="64"/>
                  <a:pt x="20" y="64"/>
                </a:cubicBezTo>
                <a:cubicBezTo>
                  <a:pt x="18" y="62"/>
                  <a:pt x="16" y="59"/>
                  <a:pt x="16" y="56"/>
                </a:cubicBezTo>
                <a:cubicBezTo>
                  <a:pt x="16" y="53"/>
                  <a:pt x="18" y="50"/>
                  <a:pt x="20" y="48"/>
                </a:cubicBezTo>
                <a:cubicBezTo>
                  <a:pt x="22" y="46"/>
                  <a:pt x="25" y="45"/>
                  <a:pt x="28" y="45"/>
                </a:cubicBezTo>
                <a:cubicBezTo>
                  <a:pt x="31" y="45"/>
                  <a:pt x="33" y="46"/>
                  <a:pt x="36" y="48"/>
                </a:cubicBezTo>
                <a:cubicBezTo>
                  <a:pt x="66" y="78"/>
                  <a:pt x="66" y="78"/>
                  <a:pt x="66" y="78"/>
                </a:cubicBezTo>
                <a:cubicBezTo>
                  <a:pt x="215" y="78"/>
                  <a:pt x="215" y="78"/>
                  <a:pt x="215" y="78"/>
                </a:cubicBezTo>
                <a:cubicBezTo>
                  <a:pt x="245" y="48"/>
                  <a:pt x="245" y="48"/>
                  <a:pt x="245" y="48"/>
                </a:cubicBezTo>
                <a:cubicBezTo>
                  <a:pt x="247" y="46"/>
                  <a:pt x="250" y="45"/>
                  <a:pt x="253" y="45"/>
                </a:cubicBezTo>
                <a:cubicBezTo>
                  <a:pt x="256" y="45"/>
                  <a:pt x="259" y="46"/>
                  <a:pt x="261" y="48"/>
                </a:cubicBezTo>
                <a:cubicBezTo>
                  <a:pt x="263" y="50"/>
                  <a:pt x="264" y="53"/>
                  <a:pt x="264" y="56"/>
                </a:cubicBezTo>
                <a:cubicBezTo>
                  <a:pt x="264" y="59"/>
                  <a:pt x="263" y="62"/>
                  <a:pt x="261" y="64"/>
                </a:cubicBezTo>
                <a:cubicBezTo>
                  <a:pt x="230" y="94"/>
                  <a:pt x="230" y="94"/>
                  <a:pt x="230" y="94"/>
                </a:cubicBezTo>
                <a:cubicBezTo>
                  <a:pt x="230" y="146"/>
                  <a:pt x="230" y="146"/>
                  <a:pt x="230" y="146"/>
                </a:cubicBezTo>
                <a:cubicBezTo>
                  <a:pt x="270" y="146"/>
                  <a:pt x="270" y="146"/>
                  <a:pt x="270" y="146"/>
                </a:cubicBezTo>
                <a:cubicBezTo>
                  <a:pt x="273" y="146"/>
                  <a:pt x="276" y="147"/>
                  <a:pt x="278" y="149"/>
                </a:cubicBezTo>
                <a:cubicBezTo>
                  <a:pt x="280" y="152"/>
                  <a:pt x="281" y="154"/>
                  <a:pt x="281" y="157"/>
                </a:cubicBezTo>
                <a:close/>
                <a:moveTo>
                  <a:pt x="197" y="56"/>
                </a:moveTo>
                <a:cubicBezTo>
                  <a:pt x="84" y="56"/>
                  <a:pt x="84" y="56"/>
                  <a:pt x="84" y="56"/>
                </a:cubicBezTo>
                <a:cubicBezTo>
                  <a:pt x="84" y="40"/>
                  <a:pt x="89" y="27"/>
                  <a:pt x="100" y="16"/>
                </a:cubicBezTo>
                <a:cubicBezTo>
                  <a:pt x="111" y="5"/>
                  <a:pt x="125" y="0"/>
                  <a:pt x="140" y="0"/>
                </a:cubicBezTo>
                <a:cubicBezTo>
                  <a:pt x="156" y="0"/>
                  <a:pt x="169" y="5"/>
                  <a:pt x="180" y="16"/>
                </a:cubicBezTo>
                <a:cubicBezTo>
                  <a:pt x="191" y="27"/>
                  <a:pt x="197" y="40"/>
                  <a:pt x="197" y="5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3325813" y="1135063"/>
            <a:ext cx="268288" cy="339725"/>
          </a:xfrm>
          <a:custGeom>
            <a:avLst/>
            <a:gdLst>
              <a:gd name="T0" fmla="*/ 244 w 248"/>
              <a:gd name="T1" fmla="*/ 312 h 315"/>
              <a:gd name="T2" fmla="*/ 0 w 248"/>
              <a:gd name="T3" fmla="*/ 11 h 315"/>
              <a:gd name="T4" fmla="*/ 90 w 248"/>
              <a:gd name="T5" fmla="*/ 62 h 315"/>
              <a:gd name="T6" fmla="*/ 113 w 248"/>
              <a:gd name="T7" fmla="*/ 62 h 315"/>
              <a:gd name="T8" fmla="*/ 92 w 248"/>
              <a:gd name="T9" fmla="*/ 47 h 315"/>
              <a:gd name="T10" fmla="*/ 96 w 248"/>
              <a:gd name="T11" fmla="*/ 113 h 315"/>
              <a:gd name="T12" fmla="*/ 111 w 248"/>
              <a:gd name="T13" fmla="*/ 92 h 315"/>
              <a:gd name="T14" fmla="*/ 90 w 248"/>
              <a:gd name="T15" fmla="*/ 141 h 315"/>
              <a:gd name="T16" fmla="*/ 111 w 248"/>
              <a:gd name="T17" fmla="*/ 156 h 315"/>
              <a:gd name="T18" fmla="*/ 96 w 248"/>
              <a:gd name="T19" fmla="*/ 135 h 315"/>
              <a:gd name="T20" fmla="*/ 92 w 248"/>
              <a:gd name="T21" fmla="*/ 201 h 315"/>
              <a:gd name="T22" fmla="*/ 113 w 248"/>
              <a:gd name="T23" fmla="*/ 186 h 315"/>
              <a:gd name="T24" fmla="*/ 90 w 248"/>
              <a:gd name="T25" fmla="*/ 186 h 315"/>
              <a:gd name="T26" fmla="*/ 51 w 248"/>
              <a:gd name="T27" fmla="*/ 225 h 315"/>
              <a:gd name="T28" fmla="*/ 51 w 248"/>
              <a:gd name="T29" fmla="*/ 248 h 315"/>
              <a:gd name="T30" fmla="*/ 68 w 248"/>
              <a:gd name="T31" fmla="*/ 186 h 315"/>
              <a:gd name="T32" fmla="*/ 45 w 248"/>
              <a:gd name="T33" fmla="*/ 186 h 315"/>
              <a:gd name="T34" fmla="*/ 66 w 248"/>
              <a:gd name="T35" fmla="*/ 201 h 315"/>
              <a:gd name="T36" fmla="*/ 62 w 248"/>
              <a:gd name="T37" fmla="*/ 135 h 315"/>
              <a:gd name="T38" fmla="*/ 47 w 248"/>
              <a:gd name="T39" fmla="*/ 156 h 315"/>
              <a:gd name="T40" fmla="*/ 68 w 248"/>
              <a:gd name="T41" fmla="*/ 107 h 315"/>
              <a:gd name="T42" fmla="*/ 47 w 248"/>
              <a:gd name="T43" fmla="*/ 92 h 315"/>
              <a:gd name="T44" fmla="*/ 62 w 248"/>
              <a:gd name="T45" fmla="*/ 113 h 315"/>
              <a:gd name="T46" fmla="*/ 66 w 248"/>
              <a:gd name="T47" fmla="*/ 47 h 315"/>
              <a:gd name="T48" fmla="*/ 45 w 248"/>
              <a:gd name="T49" fmla="*/ 62 h 315"/>
              <a:gd name="T50" fmla="*/ 68 w 248"/>
              <a:gd name="T51" fmla="*/ 62 h 315"/>
              <a:gd name="T52" fmla="*/ 96 w 248"/>
              <a:gd name="T53" fmla="*/ 248 h 315"/>
              <a:gd name="T54" fmla="*/ 96 w 248"/>
              <a:gd name="T55" fmla="*/ 293 h 315"/>
              <a:gd name="T56" fmla="*/ 158 w 248"/>
              <a:gd name="T57" fmla="*/ 186 h 315"/>
              <a:gd name="T58" fmla="*/ 135 w 248"/>
              <a:gd name="T59" fmla="*/ 186 h 315"/>
              <a:gd name="T60" fmla="*/ 156 w 248"/>
              <a:gd name="T61" fmla="*/ 201 h 315"/>
              <a:gd name="T62" fmla="*/ 152 w 248"/>
              <a:gd name="T63" fmla="*/ 135 h 315"/>
              <a:gd name="T64" fmla="*/ 137 w 248"/>
              <a:gd name="T65" fmla="*/ 156 h 315"/>
              <a:gd name="T66" fmla="*/ 158 w 248"/>
              <a:gd name="T67" fmla="*/ 107 h 315"/>
              <a:gd name="T68" fmla="*/ 137 w 248"/>
              <a:gd name="T69" fmla="*/ 92 h 315"/>
              <a:gd name="T70" fmla="*/ 152 w 248"/>
              <a:gd name="T71" fmla="*/ 113 h 315"/>
              <a:gd name="T72" fmla="*/ 156 w 248"/>
              <a:gd name="T73" fmla="*/ 47 h 315"/>
              <a:gd name="T74" fmla="*/ 135 w 248"/>
              <a:gd name="T75" fmla="*/ 62 h 315"/>
              <a:gd name="T76" fmla="*/ 158 w 248"/>
              <a:gd name="T77" fmla="*/ 62 h 315"/>
              <a:gd name="T78" fmla="*/ 186 w 248"/>
              <a:gd name="T79" fmla="*/ 225 h 315"/>
              <a:gd name="T80" fmla="*/ 186 w 248"/>
              <a:gd name="T81" fmla="*/ 248 h 315"/>
              <a:gd name="T82" fmla="*/ 203 w 248"/>
              <a:gd name="T83" fmla="*/ 186 h 315"/>
              <a:gd name="T84" fmla="*/ 180 w 248"/>
              <a:gd name="T85" fmla="*/ 186 h 315"/>
              <a:gd name="T86" fmla="*/ 201 w 248"/>
              <a:gd name="T87" fmla="*/ 201 h 315"/>
              <a:gd name="T88" fmla="*/ 197 w 248"/>
              <a:gd name="T89" fmla="*/ 135 h 315"/>
              <a:gd name="T90" fmla="*/ 182 w 248"/>
              <a:gd name="T91" fmla="*/ 156 h 315"/>
              <a:gd name="T92" fmla="*/ 203 w 248"/>
              <a:gd name="T93" fmla="*/ 107 h 315"/>
              <a:gd name="T94" fmla="*/ 182 w 248"/>
              <a:gd name="T95" fmla="*/ 92 h 315"/>
              <a:gd name="T96" fmla="*/ 197 w 248"/>
              <a:gd name="T97" fmla="*/ 113 h 315"/>
              <a:gd name="T98" fmla="*/ 201 w 248"/>
              <a:gd name="T99" fmla="*/ 47 h 315"/>
              <a:gd name="T100" fmla="*/ 180 w 248"/>
              <a:gd name="T101" fmla="*/ 62 h 315"/>
              <a:gd name="T102" fmla="*/ 203 w 248"/>
              <a:gd name="T103" fmla="*/ 6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48" h="315">
                <a:moveTo>
                  <a:pt x="237" y="0"/>
                </a:moveTo>
                <a:cubicBezTo>
                  <a:pt x="240" y="0"/>
                  <a:pt x="242" y="1"/>
                  <a:pt x="244" y="3"/>
                </a:cubicBezTo>
                <a:cubicBezTo>
                  <a:pt x="247" y="5"/>
                  <a:pt x="248" y="8"/>
                  <a:pt x="248" y="11"/>
                </a:cubicBezTo>
                <a:cubicBezTo>
                  <a:pt x="248" y="304"/>
                  <a:pt x="248" y="304"/>
                  <a:pt x="248" y="304"/>
                </a:cubicBezTo>
                <a:cubicBezTo>
                  <a:pt x="248" y="307"/>
                  <a:pt x="247" y="310"/>
                  <a:pt x="244" y="312"/>
                </a:cubicBezTo>
                <a:cubicBezTo>
                  <a:pt x="242" y="314"/>
                  <a:pt x="240" y="315"/>
                  <a:pt x="237" y="315"/>
                </a:cubicBezTo>
                <a:cubicBezTo>
                  <a:pt x="11" y="315"/>
                  <a:pt x="11" y="315"/>
                  <a:pt x="11" y="315"/>
                </a:cubicBezTo>
                <a:cubicBezTo>
                  <a:pt x="8" y="315"/>
                  <a:pt x="6" y="314"/>
                  <a:pt x="3" y="312"/>
                </a:cubicBezTo>
                <a:cubicBezTo>
                  <a:pt x="1" y="310"/>
                  <a:pt x="0" y="307"/>
                  <a:pt x="0" y="30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6" y="1"/>
                  <a:pt x="8" y="0"/>
                  <a:pt x="11" y="0"/>
                </a:cubicBezTo>
                <a:lnTo>
                  <a:pt x="237" y="0"/>
                </a:lnTo>
                <a:close/>
                <a:moveTo>
                  <a:pt x="90" y="51"/>
                </a:moveTo>
                <a:cubicBezTo>
                  <a:pt x="90" y="62"/>
                  <a:pt x="90" y="62"/>
                  <a:pt x="90" y="62"/>
                </a:cubicBezTo>
                <a:cubicBezTo>
                  <a:pt x="90" y="64"/>
                  <a:pt x="91" y="65"/>
                  <a:pt x="92" y="66"/>
                </a:cubicBezTo>
                <a:cubicBezTo>
                  <a:pt x="93" y="67"/>
                  <a:pt x="94" y="68"/>
                  <a:pt x="96" y="68"/>
                </a:cubicBezTo>
                <a:cubicBezTo>
                  <a:pt x="107" y="68"/>
                  <a:pt x="107" y="68"/>
                  <a:pt x="107" y="68"/>
                </a:cubicBezTo>
                <a:cubicBezTo>
                  <a:pt x="109" y="68"/>
                  <a:pt x="110" y="67"/>
                  <a:pt x="111" y="66"/>
                </a:cubicBezTo>
                <a:cubicBezTo>
                  <a:pt x="112" y="65"/>
                  <a:pt x="113" y="64"/>
                  <a:pt x="113" y="62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3" y="49"/>
                  <a:pt x="112" y="48"/>
                  <a:pt x="111" y="47"/>
                </a:cubicBezTo>
                <a:cubicBezTo>
                  <a:pt x="110" y="46"/>
                  <a:pt x="109" y="45"/>
                  <a:pt x="107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4" y="45"/>
                  <a:pt x="93" y="46"/>
                  <a:pt x="92" y="47"/>
                </a:cubicBezTo>
                <a:cubicBezTo>
                  <a:pt x="91" y="48"/>
                  <a:pt x="90" y="49"/>
                  <a:pt x="90" y="51"/>
                </a:cubicBezTo>
                <a:close/>
                <a:moveTo>
                  <a:pt x="90" y="96"/>
                </a:moveTo>
                <a:cubicBezTo>
                  <a:pt x="90" y="107"/>
                  <a:pt x="90" y="107"/>
                  <a:pt x="90" y="107"/>
                </a:cubicBezTo>
                <a:cubicBezTo>
                  <a:pt x="90" y="109"/>
                  <a:pt x="91" y="110"/>
                  <a:pt x="92" y="111"/>
                </a:cubicBezTo>
                <a:cubicBezTo>
                  <a:pt x="93" y="112"/>
                  <a:pt x="94" y="113"/>
                  <a:pt x="96" y="113"/>
                </a:cubicBezTo>
                <a:cubicBezTo>
                  <a:pt x="107" y="113"/>
                  <a:pt x="107" y="113"/>
                  <a:pt x="107" y="113"/>
                </a:cubicBezTo>
                <a:cubicBezTo>
                  <a:pt x="109" y="113"/>
                  <a:pt x="110" y="112"/>
                  <a:pt x="111" y="111"/>
                </a:cubicBezTo>
                <a:cubicBezTo>
                  <a:pt x="112" y="110"/>
                  <a:pt x="113" y="109"/>
                  <a:pt x="113" y="107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94"/>
                  <a:pt x="112" y="93"/>
                  <a:pt x="111" y="92"/>
                </a:cubicBezTo>
                <a:cubicBezTo>
                  <a:pt x="110" y="91"/>
                  <a:pt x="109" y="90"/>
                  <a:pt x="107" y="90"/>
                </a:cubicBezTo>
                <a:cubicBezTo>
                  <a:pt x="96" y="90"/>
                  <a:pt x="96" y="90"/>
                  <a:pt x="96" y="90"/>
                </a:cubicBezTo>
                <a:cubicBezTo>
                  <a:pt x="94" y="90"/>
                  <a:pt x="93" y="91"/>
                  <a:pt x="92" y="92"/>
                </a:cubicBezTo>
                <a:cubicBezTo>
                  <a:pt x="91" y="93"/>
                  <a:pt x="90" y="94"/>
                  <a:pt x="90" y="96"/>
                </a:cubicBezTo>
                <a:close/>
                <a:moveTo>
                  <a:pt x="90" y="141"/>
                </a:moveTo>
                <a:cubicBezTo>
                  <a:pt x="90" y="152"/>
                  <a:pt x="90" y="152"/>
                  <a:pt x="90" y="152"/>
                </a:cubicBezTo>
                <a:cubicBezTo>
                  <a:pt x="90" y="154"/>
                  <a:pt x="91" y="155"/>
                  <a:pt x="92" y="156"/>
                </a:cubicBezTo>
                <a:cubicBezTo>
                  <a:pt x="93" y="157"/>
                  <a:pt x="94" y="158"/>
                  <a:pt x="96" y="158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09" y="158"/>
                  <a:pt x="110" y="157"/>
                  <a:pt x="111" y="156"/>
                </a:cubicBezTo>
                <a:cubicBezTo>
                  <a:pt x="112" y="155"/>
                  <a:pt x="113" y="154"/>
                  <a:pt x="113" y="152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39"/>
                  <a:pt x="112" y="138"/>
                  <a:pt x="111" y="137"/>
                </a:cubicBezTo>
                <a:cubicBezTo>
                  <a:pt x="110" y="136"/>
                  <a:pt x="109" y="135"/>
                  <a:pt x="107" y="135"/>
                </a:cubicBezTo>
                <a:cubicBezTo>
                  <a:pt x="96" y="135"/>
                  <a:pt x="96" y="135"/>
                  <a:pt x="96" y="135"/>
                </a:cubicBezTo>
                <a:cubicBezTo>
                  <a:pt x="94" y="135"/>
                  <a:pt x="93" y="136"/>
                  <a:pt x="92" y="137"/>
                </a:cubicBezTo>
                <a:cubicBezTo>
                  <a:pt x="91" y="138"/>
                  <a:pt x="90" y="139"/>
                  <a:pt x="90" y="141"/>
                </a:cubicBezTo>
                <a:close/>
                <a:moveTo>
                  <a:pt x="90" y="186"/>
                </a:moveTo>
                <a:cubicBezTo>
                  <a:pt x="90" y="197"/>
                  <a:pt x="90" y="197"/>
                  <a:pt x="90" y="197"/>
                </a:cubicBezTo>
                <a:cubicBezTo>
                  <a:pt x="90" y="199"/>
                  <a:pt x="91" y="200"/>
                  <a:pt x="92" y="201"/>
                </a:cubicBezTo>
                <a:cubicBezTo>
                  <a:pt x="93" y="202"/>
                  <a:pt x="94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09" y="203"/>
                  <a:pt x="110" y="202"/>
                  <a:pt x="111" y="201"/>
                </a:cubicBezTo>
                <a:cubicBezTo>
                  <a:pt x="112" y="200"/>
                  <a:pt x="113" y="199"/>
                  <a:pt x="113" y="197"/>
                </a:cubicBezTo>
                <a:cubicBezTo>
                  <a:pt x="113" y="186"/>
                  <a:pt x="113" y="186"/>
                  <a:pt x="113" y="186"/>
                </a:cubicBezTo>
                <a:cubicBezTo>
                  <a:pt x="113" y="184"/>
                  <a:pt x="112" y="183"/>
                  <a:pt x="111" y="182"/>
                </a:cubicBezTo>
                <a:cubicBezTo>
                  <a:pt x="110" y="181"/>
                  <a:pt x="109" y="180"/>
                  <a:pt x="107" y="180"/>
                </a:cubicBezTo>
                <a:cubicBezTo>
                  <a:pt x="96" y="180"/>
                  <a:pt x="96" y="180"/>
                  <a:pt x="96" y="180"/>
                </a:cubicBezTo>
                <a:cubicBezTo>
                  <a:pt x="94" y="180"/>
                  <a:pt x="93" y="181"/>
                  <a:pt x="92" y="182"/>
                </a:cubicBezTo>
                <a:cubicBezTo>
                  <a:pt x="91" y="183"/>
                  <a:pt x="90" y="184"/>
                  <a:pt x="90" y="186"/>
                </a:cubicBezTo>
                <a:close/>
                <a:moveTo>
                  <a:pt x="68" y="242"/>
                </a:moveTo>
                <a:cubicBezTo>
                  <a:pt x="68" y="231"/>
                  <a:pt x="68" y="231"/>
                  <a:pt x="68" y="231"/>
                </a:cubicBezTo>
                <a:cubicBezTo>
                  <a:pt x="68" y="229"/>
                  <a:pt x="67" y="228"/>
                  <a:pt x="66" y="227"/>
                </a:cubicBezTo>
                <a:cubicBezTo>
                  <a:pt x="65" y="226"/>
                  <a:pt x="64" y="225"/>
                  <a:pt x="62" y="225"/>
                </a:cubicBezTo>
                <a:cubicBezTo>
                  <a:pt x="51" y="225"/>
                  <a:pt x="51" y="225"/>
                  <a:pt x="51" y="225"/>
                </a:cubicBezTo>
                <a:cubicBezTo>
                  <a:pt x="49" y="225"/>
                  <a:pt x="48" y="226"/>
                  <a:pt x="47" y="227"/>
                </a:cubicBezTo>
                <a:cubicBezTo>
                  <a:pt x="46" y="228"/>
                  <a:pt x="45" y="229"/>
                  <a:pt x="45" y="231"/>
                </a:cubicBezTo>
                <a:cubicBezTo>
                  <a:pt x="45" y="242"/>
                  <a:pt x="45" y="242"/>
                  <a:pt x="45" y="242"/>
                </a:cubicBezTo>
                <a:cubicBezTo>
                  <a:pt x="45" y="244"/>
                  <a:pt x="46" y="245"/>
                  <a:pt x="47" y="246"/>
                </a:cubicBezTo>
                <a:cubicBezTo>
                  <a:pt x="48" y="247"/>
                  <a:pt x="49" y="248"/>
                  <a:pt x="51" y="248"/>
                </a:cubicBezTo>
                <a:cubicBezTo>
                  <a:pt x="62" y="248"/>
                  <a:pt x="62" y="248"/>
                  <a:pt x="62" y="248"/>
                </a:cubicBezTo>
                <a:cubicBezTo>
                  <a:pt x="64" y="248"/>
                  <a:pt x="65" y="247"/>
                  <a:pt x="66" y="246"/>
                </a:cubicBezTo>
                <a:cubicBezTo>
                  <a:pt x="67" y="245"/>
                  <a:pt x="68" y="244"/>
                  <a:pt x="68" y="242"/>
                </a:cubicBezTo>
                <a:close/>
                <a:moveTo>
                  <a:pt x="68" y="197"/>
                </a:moveTo>
                <a:cubicBezTo>
                  <a:pt x="68" y="186"/>
                  <a:pt x="68" y="186"/>
                  <a:pt x="68" y="186"/>
                </a:cubicBezTo>
                <a:cubicBezTo>
                  <a:pt x="68" y="184"/>
                  <a:pt x="67" y="183"/>
                  <a:pt x="66" y="182"/>
                </a:cubicBezTo>
                <a:cubicBezTo>
                  <a:pt x="65" y="181"/>
                  <a:pt x="64" y="180"/>
                  <a:pt x="62" y="180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49" y="180"/>
                  <a:pt x="48" y="181"/>
                  <a:pt x="47" y="182"/>
                </a:cubicBezTo>
                <a:cubicBezTo>
                  <a:pt x="46" y="183"/>
                  <a:pt x="45" y="184"/>
                  <a:pt x="45" y="186"/>
                </a:cubicBezTo>
                <a:cubicBezTo>
                  <a:pt x="45" y="197"/>
                  <a:pt x="45" y="197"/>
                  <a:pt x="45" y="197"/>
                </a:cubicBezTo>
                <a:cubicBezTo>
                  <a:pt x="45" y="199"/>
                  <a:pt x="46" y="200"/>
                  <a:pt x="47" y="201"/>
                </a:cubicBezTo>
                <a:cubicBezTo>
                  <a:pt x="48" y="202"/>
                  <a:pt x="49" y="203"/>
                  <a:pt x="51" y="203"/>
                </a:cubicBezTo>
                <a:cubicBezTo>
                  <a:pt x="62" y="203"/>
                  <a:pt x="62" y="203"/>
                  <a:pt x="62" y="203"/>
                </a:cubicBezTo>
                <a:cubicBezTo>
                  <a:pt x="64" y="203"/>
                  <a:pt x="65" y="202"/>
                  <a:pt x="66" y="201"/>
                </a:cubicBezTo>
                <a:cubicBezTo>
                  <a:pt x="67" y="200"/>
                  <a:pt x="68" y="199"/>
                  <a:pt x="68" y="197"/>
                </a:cubicBezTo>
                <a:close/>
                <a:moveTo>
                  <a:pt x="68" y="152"/>
                </a:moveTo>
                <a:cubicBezTo>
                  <a:pt x="68" y="141"/>
                  <a:pt x="68" y="141"/>
                  <a:pt x="68" y="141"/>
                </a:cubicBezTo>
                <a:cubicBezTo>
                  <a:pt x="68" y="139"/>
                  <a:pt x="67" y="138"/>
                  <a:pt x="66" y="137"/>
                </a:cubicBezTo>
                <a:cubicBezTo>
                  <a:pt x="65" y="136"/>
                  <a:pt x="64" y="135"/>
                  <a:pt x="62" y="135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49" y="135"/>
                  <a:pt x="48" y="136"/>
                  <a:pt x="47" y="137"/>
                </a:cubicBezTo>
                <a:cubicBezTo>
                  <a:pt x="46" y="138"/>
                  <a:pt x="45" y="139"/>
                  <a:pt x="45" y="141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4"/>
                  <a:pt x="46" y="155"/>
                  <a:pt x="47" y="156"/>
                </a:cubicBezTo>
                <a:cubicBezTo>
                  <a:pt x="48" y="157"/>
                  <a:pt x="49" y="158"/>
                  <a:pt x="51" y="158"/>
                </a:cubicBezTo>
                <a:cubicBezTo>
                  <a:pt x="62" y="158"/>
                  <a:pt x="62" y="158"/>
                  <a:pt x="62" y="158"/>
                </a:cubicBezTo>
                <a:cubicBezTo>
                  <a:pt x="64" y="158"/>
                  <a:pt x="65" y="157"/>
                  <a:pt x="66" y="156"/>
                </a:cubicBezTo>
                <a:cubicBezTo>
                  <a:pt x="67" y="155"/>
                  <a:pt x="68" y="154"/>
                  <a:pt x="68" y="152"/>
                </a:cubicBezTo>
                <a:close/>
                <a:moveTo>
                  <a:pt x="68" y="107"/>
                </a:moveTo>
                <a:cubicBezTo>
                  <a:pt x="68" y="96"/>
                  <a:pt x="68" y="96"/>
                  <a:pt x="68" y="96"/>
                </a:cubicBezTo>
                <a:cubicBezTo>
                  <a:pt x="68" y="94"/>
                  <a:pt x="67" y="93"/>
                  <a:pt x="66" y="92"/>
                </a:cubicBezTo>
                <a:cubicBezTo>
                  <a:pt x="65" y="91"/>
                  <a:pt x="64" y="90"/>
                  <a:pt x="62" y="90"/>
                </a:cubicBezTo>
                <a:cubicBezTo>
                  <a:pt x="51" y="90"/>
                  <a:pt x="51" y="90"/>
                  <a:pt x="51" y="90"/>
                </a:cubicBezTo>
                <a:cubicBezTo>
                  <a:pt x="49" y="90"/>
                  <a:pt x="48" y="91"/>
                  <a:pt x="47" y="92"/>
                </a:cubicBezTo>
                <a:cubicBezTo>
                  <a:pt x="46" y="93"/>
                  <a:pt x="45" y="94"/>
                  <a:pt x="45" y="96"/>
                </a:cubicBezTo>
                <a:cubicBezTo>
                  <a:pt x="45" y="107"/>
                  <a:pt x="45" y="107"/>
                  <a:pt x="45" y="107"/>
                </a:cubicBezTo>
                <a:cubicBezTo>
                  <a:pt x="45" y="109"/>
                  <a:pt x="46" y="110"/>
                  <a:pt x="47" y="111"/>
                </a:cubicBezTo>
                <a:cubicBezTo>
                  <a:pt x="48" y="112"/>
                  <a:pt x="49" y="113"/>
                  <a:pt x="51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4" y="113"/>
                  <a:pt x="65" y="112"/>
                  <a:pt x="66" y="111"/>
                </a:cubicBezTo>
                <a:cubicBezTo>
                  <a:pt x="67" y="110"/>
                  <a:pt x="68" y="109"/>
                  <a:pt x="68" y="107"/>
                </a:cubicBezTo>
                <a:close/>
                <a:moveTo>
                  <a:pt x="68" y="62"/>
                </a:moveTo>
                <a:cubicBezTo>
                  <a:pt x="68" y="51"/>
                  <a:pt x="68" y="51"/>
                  <a:pt x="68" y="51"/>
                </a:cubicBezTo>
                <a:cubicBezTo>
                  <a:pt x="68" y="49"/>
                  <a:pt x="67" y="48"/>
                  <a:pt x="66" y="47"/>
                </a:cubicBezTo>
                <a:cubicBezTo>
                  <a:pt x="65" y="46"/>
                  <a:pt x="64" y="45"/>
                  <a:pt x="62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49" y="45"/>
                  <a:pt x="48" y="46"/>
                  <a:pt x="47" y="47"/>
                </a:cubicBezTo>
                <a:cubicBezTo>
                  <a:pt x="46" y="48"/>
                  <a:pt x="45" y="49"/>
                  <a:pt x="45" y="51"/>
                </a:cubicBezTo>
                <a:cubicBezTo>
                  <a:pt x="45" y="62"/>
                  <a:pt x="45" y="62"/>
                  <a:pt x="45" y="62"/>
                </a:cubicBezTo>
                <a:cubicBezTo>
                  <a:pt x="45" y="64"/>
                  <a:pt x="46" y="65"/>
                  <a:pt x="47" y="66"/>
                </a:cubicBezTo>
                <a:cubicBezTo>
                  <a:pt x="48" y="67"/>
                  <a:pt x="49" y="68"/>
                  <a:pt x="51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4" y="68"/>
                  <a:pt x="65" y="67"/>
                  <a:pt x="66" y="66"/>
                </a:cubicBezTo>
                <a:cubicBezTo>
                  <a:pt x="67" y="65"/>
                  <a:pt x="68" y="64"/>
                  <a:pt x="68" y="62"/>
                </a:cubicBezTo>
                <a:close/>
                <a:moveTo>
                  <a:pt x="158" y="287"/>
                </a:moveTo>
                <a:cubicBezTo>
                  <a:pt x="158" y="253"/>
                  <a:pt x="158" y="253"/>
                  <a:pt x="158" y="253"/>
                </a:cubicBezTo>
                <a:cubicBezTo>
                  <a:pt x="158" y="252"/>
                  <a:pt x="157" y="250"/>
                  <a:pt x="156" y="249"/>
                </a:cubicBezTo>
                <a:cubicBezTo>
                  <a:pt x="155" y="248"/>
                  <a:pt x="154" y="248"/>
                  <a:pt x="152" y="248"/>
                </a:cubicBezTo>
                <a:cubicBezTo>
                  <a:pt x="96" y="248"/>
                  <a:pt x="96" y="248"/>
                  <a:pt x="96" y="248"/>
                </a:cubicBezTo>
                <a:cubicBezTo>
                  <a:pt x="94" y="248"/>
                  <a:pt x="93" y="248"/>
                  <a:pt x="92" y="249"/>
                </a:cubicBezTo>
                <a:cubicBezTo>
                  <a:pt x="91" y="250"/>
                  <a:pt x="90" y="252"/>
                  <a:pt x="90" y="253"/>
                </a:cubicBezTo>
                <a:cubicBezTo>
                  <a:pt x="90" y="287"/>
                  <a:pt x="90" y="287"/>
                  <a:pt x="90" y="287"/>
                </a:cubicBezTo>
                <a:cubicBezTo>
                  <a:pt x="90" y="289"/>
                  <a:pt x="91" y="290"/>
                  <a:pt x="92" y="291"/>
                </a:cubicBezTo>
                <a:cubicBezTo>
                  <a:pt x="93" y="292"/>
                  <a:pt x="94" y="293"/>
                  <a:pt x="96" y="293"/>
                </a:cubicBezTo>
                <a:cubicBezTo>
                  <a:pt x="152" y="293"/>
                  <a:pt x="152" y="293"/>
                  <a:pt x="152" y="293"/>
                </a:cubicBezTo>
                <a:cubicBezTo>
                  <a:pt x="154" y="293"/>
                  <a:pt x="155" y="292"/>
                  <a:pt x="156" y="291"/>
                </a:cubicBezTo>
                <a:cubicBezTo>
                  <a:pt x="157" y="290"/>
                  <a:pt x="158" y="289"/>
                  <a:pt x="158" y="287"/>
                </a:cubicBezTo>
                <a:close/>
                <a:moveTo>
                  <a:pt x="158" y="197"/>
                </a:moveTo>
                <a:cubicBezTo>
                  <a:pt x="158" y="186"/>
                  <a:pt x="158" y="186"/>
                  <a:pt x="158" y="186"/>
                </a:cubicBezTo>
                <a:cubicBezTo>
                  <a:pt x="158" y="184"/>
                  <a:pt x="157" y="183"/>
                  <a:pt x="156" y="182"/>
                </a:cubicBezTo>
                <a:cubicBezTo>
                  <a:pt x="155" y="181"/>
                  <a:pt x="154" y="180"/>
                  <a:pt x="152" y="180"/>
                </a:cubicBezTo>
                <a:cubicBezTo>
                  <a:pt x="141" y="180"/>
                  <a:pt x="141" y="180"/>
                  <a:pt x="141" y="180"/>
                </a:cubicBezTo>
                <a:cubicBezTo>
                  <a:pt x="139" y="180"/>
                  <a:pt x="138" y="181"/>
                  <a:pt x="137" y="182"/>
                </a:cubicBezTo>
                <a:cubicBezTo>
                  <a:pt x="136" y="183"/>
                  <a:pt x="135" y="184"/>
                  <a:pt x="135" y="186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9"/>
                  <a:pt x="136" y="200"/>
                  <a:pt x="137" y="201"/>
                </a:cubicBezTo>
                <a:cubicBezTo>
                  <a:pt x="138" y="202"/>
                  <a:pt x="139" y="203"/>
                  <a:pt x="141" y="203"/>
                </a:cubicBezTo>
                <a:cubicBezTo>
                  <a:pt x="152" y="203"/>
                  <a:pt x="152" y="203"/>
                  <a:pt x="152" y="203"/>
                </a:cubicBezTo>
                <a:cubicBezTo>
                  <a:pt x="154" y="203"/>
                  <a:pt x="155" y="202"/>
                  <a:pt x="156" y="201"/>
                </a:cubicBezTo>
                <a:cubicBezTo>
                  <a:pt x="157" y="200"/>
                  <a:pt x="158" y="199"/>
                  <a:pt x="158" y="197"/>
                </a:cubicBezTo>
                <a:close/>
                <a:moveTo>
                  <a:pt x="158" y="152"/>
                </a:moveTo>
                <a:cubicBezTo>
                  <a:pt x="158" y="141"/>
                  <a:pt x="158" y="141"/>
                  <a:pt x="158" y="141"/>
                </a:cubicBezTo>
                <a:cubicBezTo>
                  <a:pt x="158" y="139"/>
                  <a:pt x="157" y="138"/>
                  <a:pt x="156" y="137"/>
                </a:cubicBezTo>
                <a:cubicBezTo>
                  <a:pt x="155" y="136"/>
                  <a:pt x="154" y="135"/>
                  <a:pt x="152" y="135"/>
                </a:cubicBezTo>
                <a:cubicBezTo>
                  <a:pt x="141" y="135"/>
                  <a:pt x="141" y="135"/>
                  <a:pt x="141" y="135"/>
                </a:cubicBezTo>
                <a:cubicBezTo>
                  <a:pt x="139" y="135"/>
                  <a:pt x="138" y="136"/>
                  <a:pt x="137" y="137"/>
                </a:cubicBezTo>
                <a:cubicBezTo>
                  <a:pt x="136" y="138"/>
                  <a:pt x="135" y="139"/>
                  <a:pt x="135" y="141"/>
                </a:cubicBezTo>
                <a:cubicBezTo>
                  <a:pt x="135" y="152"/>
                  <a:pt x="135" y="152"/>
                  <a:pt x="135" y="152"/>
                </a:cubicBezTo>
                <a:cubicBezTo>
                  <a:pt x="135" y="154"/>
                  <a:pt x="136" y="155"/>
                  <a:pt x="137" y="156"/>
                </a:cubicBezTo>
                <a:cubicBezTo>
                  <a:pt x="138" y="157"/>
                  <a:pt x="139" y="158"/>
                  <a:pt x="141" y="158"/>
                </a:cubicBezTo>
                <a:cubicBezTo>
                  <a:pt x="152" y="158"/>
                  <a:pt x="152" y="158"/>
                  <a:pt x="152" y="158"/>
                </a:cubicBezTo>
                <a:cubicBezTo>
                  <a:pt x="154" y="158"/>
                  <a:pt x="155" y="157"/>
                  <a:pt x="156" y="156"/>
                </a:cubicBezTo>
                <a:cubicBezTo>
                  <a:pt x="157" y="155"/>
                  <a:pt x="158" y="154"/>
                  <a:pt x="158" y="152"/>
                </a:cubicBezTo>
                <a:close/>
                <a:moveTo>
                  <a:pt x="158" y="107"/>
                </a:moveTo>
                <a:cubicBezTo>
                  <a:pt x="158" y="96"/>
                  <a:pt x="158" y="96"/>
                  <a:pt x="158" y="96"/>
                </a:cubicBezTo>
                <a:cubicBezTo>
                  <a:pt x="158" y="94"/>
                  <a:pt x="157" y="93"/>
                  <a:pt x="156" y="92"/>
                </a:cubicBezTo>
                <a:cubicBezTo>
                  <a:pt x="155" y="91"/>
                  <a:pt x="154" y="90"/>
                  <a:pt x="152" y="90"/>
                </a:cubicBezTo>
                <a:cubicBezTo>
                  <a:pt x="141" y="90"/>
                  <a:pt x="141" y="90"/>
                  <a:pt x="141" y="90"/>
                </a:cubicBezTo>
                <a:cubicBezTo>
                  <a:pt x="139" y="90"/>
                  <a:pt x="138" y="91"/>
                  <a:pt x="137" y="92"/>
                </a:cubicBezTo>
                <a:cubicBezTo>
                  <a:pt x="136" y="93"/>
                  <a:pt x="135" y="94"/>
                  <a:pt x="135" y="96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35" y="109"/>
                  <a:pt x="136" y="110"/>
                  <a:pt x="137" y="111"/>
                </a:cubicBezTo>
                <a:cubicBezTo>
                  <a:pt x="138" y="112"/>
                  <a:pt x="139" y="113"/>
                  <a:pt x="141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4" y="113"/>
                  <a:pt x="155" y="112"/>
                  <a:pt x="156" y="111"/>
                </a:cubicBezTo>
                <a:cubicBezTo>
                  <a:pt x="157" y="110"/>
                  <a:pt x="158" y="109"/>
                  <a:pt x="158" y="107"/>
                </a:cubicBezTo>
                <a:close/>
                <a:moveTo>
                  <a:pt x="158" y="62"/>
                </a:moveTo>
                <a:cubicBezTo>
                  <a:pt x="158" y="51"/>
                  <a:pt x="158" y="51"/>
                  <a:pt x="158" y="51"/>
                </a:cubicBezTo>
                <a:cubicBezTo>
                  <a:pt x="158" y="49"/>
                  <a:pt x="157" y="48"/>
                  <a:pt x="156" y="47"/>
                </a:cubicBezTo>
                <a:cubicBezTo>
                  <a:pt x="155" y="46"/>
                  <a:pt x="154" y="45"/>
                  <a:pt x="152" y="45"/>
                </a:cubicBezTo>
                <a:cubicBezTo>
                  <a:pt x="141" y="45"/>
                  <a:pt x="141" y="45"/>
                  <a:pt x="141" y="45"/>
                </a:cubicBezTo>
                <a:cubicBezTo>
                  <a:pt x="139" y="45"/>
                  <a:pt x="138" y="46"/>
                  <a:pt x="137" y="47"/>
                </a:cubicBezTo>
                <a:cubicBezTo>
                  <a:pt x="136" y="48"/>
                  <a:pt x="135" y="49"/>
                  <a:pt x="135" y="51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35" y="64"/>
                  <a:pt x="136" y="65"/>
                  <a:pt x="137" y="66"/>
                </a:cubicBezTo>
                <a:cubicBezTo>
                  <a:pt x="138" y="67"/>
                  <a:pt x="139" y="68"/>
                  <a:pt x="141" y="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4" y="68"/>
                  <a:pt x="155" y="67"/>
                  <a:pt x="156" y="66"/>
                </a:cubicBezTo>
                <a:cubicBezTo>
                  <a:pt x="157" y="65"/>
                  <a:pt x="158" y="64"/>
                  <a:pt x="158" y="62"/>
                </a:cubicBezTo>
                <a:close/>
                <a:moveTo>
                  <a:pt x="203" y="242"/>
                </a:moveTo>
                <a:cubicBezTo>
                  <a:pt x="203" y="231"/>
                  <a:pt x="203" y="231"/>
                  <a:pt x="203" y="231"/>
                </a:cubicBezTo>
                <a:cubicBezTo>
                  <a:pt x="203" y="229"/>
                  <a:pt x="202" y="228"/>
                  <a:pt x="201" y="227"/>
                </a:cubicBezTo>
                <a:cubicBezTo>
                  <a:pt x="200" y="226"/>
                  <a:pt x="199" y="225"/>
                  <a:pt x="197" y="225"/>
                </a:cubicBezTo>
                <a:cubicBezTo>
                  <a:pt x="186" y="225"/>
                  <a:pt x="186" y="225"/>
                  <a:pt x="186" y="225"/>
                </a:cubicBezTo>
                <a:cubicBezTo>
                  <a:pt x="184" y="225"/>
                  <a:pt x="183" y="226"/>
                  <a:pt x="182" y="227"/>
                </a:cubicBezTo>
                <a:cubicBezTo>
                  <a:pt x="181" y="228"/>
                  <a:pt x="180" y="229"/>
                  <a:pt x="180" y="231"/>
                </a:cubicBezTo>
                <a:cubicBezTo>
                  <a:pt x="180" y="242"/>
                  <a:pt x="180" y="242"/>
                  <a:pt x="180" y="242"/>
                </a:cubicBezTo>
                <a:cubicBezTo>
                  <a:pt x="180" y="244"/>
                  <a:pt x="181" y="245"/>
                  <a:pt x="182" y="246"/>
                </a:cubicBezTo>
                <a:cubicBezTo>
                  <a:pt x="183" y="247"/>
                  <a:pt x="184" y="248"/>
                  <a:pt x="186" y="248"/>
                </a:cubicBezTo>
                <a:cubicBezTo>
                  <a:pt x="197" y="248"/>
                  <a:pt x="197" y="248"/>
                  <a:pt x="197" y="248"/>
                </a:cubicBezTo>
                <a:cubicBezTo>
                  <a:pt x="199" y="248"/>
                  <a:pt x="200" y="247"/>
                  <a:pt x="201" y="246"/>
                </a:cubicBezTo>
                <a:cubicBezTo>
                  <a:pt x="202" y="245"/>
                  <a:pt x="203" y="244"/>
                  <a:pt x="203" y="242"/>
                </a:cubicBezTo>
                <a:close/>
                <a:moveTo>
                  <a:pt x="203" y="197"/>
                </a:moveTo>
                <a:cubicBezTo>
                  <a:pt x="203" y="186"/>
                  <a:pt x="203" y="186"/>
                  <a:pt x="203" y="186"/>
                </a:cubicBezTo>
                <a:cubicBezTo>
                  <a:pt x="203" y="184"/>
                  <a:pt x="202" y="183"/>
                  <a:pt x="201" y="182"/>
                </a:cubicBezTo>
                <a:cubicBezTo>
                  <a:pt x="200" y="181"/>
                  <a:pt x="199" y="180"/>
                  <a:pt x="197" y="180"/>
                </a:cubicBezTo>
                <a:cubicBezTo>
                  <a:pt x="186" y="180"/>
                  <a:pt x="186" y="180"/>
                  <a:pt x="186" y="180"/>
                </a:cubicBezTo>
                <a:cubicBezTo>
                  <a:pt x="184" y="180"/>
                  <a:pt x="183" y="181"/>
                  <a:pt x="182" y="182"/>
                </a:cubicBezTo>
                <a:cubicBezTo>
                  <a:pt x="181" y="183"/>
                  <a:pt x="180" y="184"/>
                  <a:pt x="180" y="186"/>
                </a:cubicBezTo>
                <a:cubicBezTo>
                  <a:pt x="180" y="197"/>
                  <a:pt x="180" y="197"/>
                  <a:pt x="180" y="197"/>
                </a:cubicBezTo>
                <a:cubicBezTo>
                  <a:pt x="180" y="199"/>
                  <a:pt x="181" y="200"/>
                  <a:pt x="182" y="201"/>
                </a:cubicBezTo>
                <a:cubicBezTo>
                  <a:pt x="183" y="202"/>
                  <a:pt x="184" y="203"/>
                  <a:pt x="186" y="203"/>
                </a:cubicBezTo>
                <a:cubicBezTo>
                  <a:pt x="197" y="203"/>
                  <a:pt x="197" y="203"/>
                  <a:pt x="197" y="203"/>
                </a:cubicBezTo>
                <a:cubicBezTo>
                  <a:pt x="199" y="203"/>
                  <a:pt x="200" y="202"/>
                  <a:pt x="201" y="201"/>
                </a:cubicBezTo>
                <a:cubicBezTo>
                  <a:pt x="202" y="200"/>
                  <a:pt x="203" y="199"/>
                  <a:pt x="203" y="197"/>
                </a:cubicBezTo>
                <a:close/>
                <a:moveTo>
                  <a:pt x="203" y="152"/>
                </a:moveTo>
                <a:cubicBezTo>
                  <a:pt x="203" y="141"/>
                  <a:pt x="203" y="141"/>
                  <a:pt x="203" y="141"/>
                </a:cubicBezTo>
                <a:cubicBezTo>
                  <a:pt x="203" y="139"/>
                  <a:pt x="202" y="138"/>
                  <a:pt x="201" y="137"/>
                </a:cubicBezTo>
                <a:cubicBezTo>
                  <a:pt x="200" y="136"/>
                  <a:pt x="199" y="135"/>
                  <a:pt x="197" y="135"/>
                </a:cubicBezTo>
                <a:cubicBezTo>
                  <a:pt x="186" y="135"/>
                  <a:pt x="186" y="135"/>
                  <a:pt x="186" y="135"/>
                </a:cubicBezTo>
                <a:cubicBezTo>
                  <a:pt x="184" y="135"/>
                  <a:pt x="183" y="136"/>
                  <a:pt x="182" y="137"/>
                </a:cubicBezTo>
                <a:cubicBezTo>
                  <a:pt x="181" y="138"/>
                  <a:pt x="180" y="139"/>
                  <a:pt x="180" y="141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80" y="154"/>
                  <a:pt x="181" y="155"/>
                  <a:pt x="182" y="156"/>
                </a:cubicBezTo>
                <a:cubicBezTo>
                  <a:pt x="183" y="157"/>
                  <a:pt x="184" y="158"/>
                  <a:pt x="186" y="158"/>
                </a:cubicBezTo>
                <a:cubicBezTo>
                  <a:pt x="197" y="158"/>
                  <a:pt x="197" y="158"/>
                  <a:pt x="197" y="158"/>
                </a:cubicBezTo>
                <a:cubicBezTo>
                  <a:pt x="199" y="158"/>
                  <a:pt x="200" y="157"/>
                  <a:pt x="201" y="156"/>
                </a:cubicBezTo>
                <a:cubicBezTo>
                  <a:pt x="202" y="155"/>
                  <a:pt x="203" y="154"/>
                  <a:pt x="203" y="152"/>
                </a:cubicBezTo>
                <a:close/>
                <a:moveTo>
                  <a:pt x="203" y="107"/>
                </a:moveTo>
                <a:cubicBezTo>
                  <a:pt x="203" y="96"/>
                  <a:pt x="203" y="96"/>
                  <a:pt x="203" y="96"/>
                </a:cubicBezTo>
                <a:cubicBezTo>
                  <a:pt x="203" y="94"/>
                  <a:pt x="202" y="93"/>
                  <a:pt x="201" y="92"/>
                </a:cubicBezTo>
                <a:cubicBezTo>
                  <a:pt x="200" y="91"/>
                  <a:pt x="199" y="90"/>
                  <a:pt x="197" y="90"/>
                </a:cubicBezTo>
                <a:cubicBezTo>
                  <a:pt x="186" y="90"/>
                  <a:pt x="186" y="90"/>
                  <a:pt x="186" y="90"/>
                </a:cubicBezTo>
                <a:cubicBezTo>
                  <a:pt x="184" y="90"/>
                  <a:pt x="183" y="91"/>
                  <a:pt x="182" y="92"/>
                </a:cubicBezTo>
                <a:cubicBezTo>
                  <a:pt x="181" y="93"/>
                  <a:pt x="180" y="94"/>
                  <a:pt x="180" y="96"/>
                </a:cubicBezTo>
                <a:cubicBezTo>
                  <a:pt x="180" y="107"/>
                  <a:pt x="180" y="107"/>
                  <a:pt x="180" y="107"/>
                </a:cubicBezTo>
                <a:cubicBezTo>
                  <a:pt x="180" y="109"/>
                  <a:pt x="181" y="110"/>
                  <a:pt x="182" y="111"/>
                </a:cubicBezTo>
                <a:cubicBezTo>
                  <a:pt x="183" y="112"/>
                  <a:pt x="184" y="113"/>
                  <a:pt x="186" y="113"/>
                </a:cubicBezTo>
                <a:cubicBezTo>
                  <a:pt x="197" y="113"/>
                  <a:pt x="197" y="113"/>
                  <a:pt x="197" y="113"/>
                </a:cubicBezTo>
                <a:cubicBezTo>
                  <a:pt x="199" y="113"/>
                  <a:pt x="200" y="112"/>
                  <a:pt x="201" y="111"/>
                </a:cubicBezTo>
                <a:cubicBezTo>
                  <a:pt x="202" y="110"/>
                  <a:pt x="203" y="109"/>
                  <a:pt x="203" y="107"/>
                </a:cubicBezTo>
                <a:close/>
                <a:moveTo>
                  <a:pt x="203" y="62"/>
                </a:moveTo>
                <a:cubicBezTo>
                  <a:pt x="203" y="51"/>
                  <a:pt x="203" y="51"/>
                  <a:pt x="203" y="51"/>
                </a:cubicBezTo>
                <a:cubicBezTo>
                  <a:pt x="203" y="49"/>
                  <a:pt x="202" y="48"/>
                  <a:pt x="201" y="47"/>
                </a:cubicBezTo>
                <a:cubicBezTo>
                  <a:pt x="200" y="46"/>
                  <a:pt x="199" y="45"/>
                  <a:pt x="197" y="45"/>
                </a:cubicBezTo>
                <a:cubicBezTo>
                  <a:pt x="186" y="45"/>
                  <a:pt x="186" y="45"/>
                  <a:pt x="186" y="45"/>
                </a:cubicBezTo>
                <a:cubicBezTo>
                  <a:pt x="184" y="45"/>
                  <a:pt x="183" y="46"/>
                  <a:pt x="182" y="47"/>
                </a:cubicBezTo>
                <a:cubicBezTo>
                  <a:pt x="181" y="48"/>
                  <a:pt x="180" y="49"/>
                  <a:pt x="180" y="51"/>
                </a:cubicBezTo>
                <a:cubicBezTo>
                  <a:pt x="180" y="62"/>
                  <a:pt x="180" y="62"/>
                  <a:pt x="180" y="62"/>
                </a:cubicBezTo>
                <a:cubicBezTo>
                  <a:pt x="180" y="64"/>
                  <a:pt x="181" y="65"/>
                  <a:pt x="182" y="66"/>
                </a:cubicBezTo>
                <a:cubicBezTo>
                  <a:pt x="183" y="67"/>
                  <a:pt x="184" y="68"/>
                  <a:pt x="186" y="68"/>
                </a:cubicBezTo>
                <a:cubicBezTo>
                  <a:pt x="197" y="68"/>
                  <a:pt x="197" y="68"/>
                  <a:pt x="197" y="68"/>
                </a:cubicBezTo>
                <a:cubicBezTo>
                  <a:pt x="199" y="68"/>
                  <a:pt x="200" y="67"/>
                  <a:pt x="201" y="66"/>
                </a:cubicBezTo>
                <a:cubicBezTo>
                  <a:pt x="202" y="65"/>
                  <a:pt x="203" y="64"/>
                  <a:pt x="203" y="6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3757613" y="1135063"/>
            <a:ext cx="268288" cy="339725"/>
          </a:xfrm>
          <a:custGeom>
            <a:avLst/>
            <a:gdLst>
              <a:gd name="T0" fmla="*/ 244 w 248"/>
              <a:gd name="T1" fmla="*/ 312 h 315"/>
              <a:gd name="T2" fmla="*/ 0 w 248"/>
              <a:gd name="T3" fmla="*/ 11 h 315"/>
              <a:gd name="T4" fmla="*/ 90 w 248"/>
              <a:gd name="T5" fmla="*/ 62 h 315"/>
              <a:gd name="T6" fmla="*/ 113 w 248"/>
              <a:gd name="T7" fmla="*/ 62 h 315"/>
              <a:gd name="T8" fmla="*/ 92 w 248"/>
              <a:gd name="T9" fmla="*/ 47 h 315"/>
              <a:gd name="T10" fmla="*/ 96 w 248"/>
              <a:gd name="T11" fmla="*/ 113 h 315"/>
              <a:gd name="T12" fmla="*/ 111 w 248"/>
              <a:gd name="T13" fmla="*/ 92 h 315"/>
              <a:gd name="T14" fmla="*/ 90 w 248"/>
              <a:gd name="T15" fmla="*/ 141 h 315"/>
              <a:gd name="T16" fmla="*/ 111 w 248"/>
              <a:gd name="T17" fmla="*/ 156 h 315"/>
              <a:gd name="T18" fmla="*/ 96 w 248"/>
              <a:gd name="T19" fmla="*/ 135 h 315"/>
              <a:gd name="T20" fmla="*/ 92 w 248"/>
              <a:gd name="T21" fmla="*/ 201 h 315"/>
              <a:gd name="T22" fmla="*/ 113 w 248"/>
              <a:gd name="T23" fmla="*/ 186 h 315"/>
              <a:gd name="T24" fmla="*/ 90 w 248"/>
              <a:gd name="T25" fmla="*/ 186 h 315"/>
              <a:gd name="T26" fmla="*/ 51 w 248"/>
              <a:gd name="T27" fmla="*/ 225 h 315"/>
              <a:gd name="T28" fmla="*/ 51 w 248"/>
              <a:gd name="T29" fmla="*/ 248 h 315"/>
              <a:gd name="T30" fmla="*/ 67 w 248"/>
              <a:gd name="T31" fmla="*/ 186 h 315"/>
              <a:gd name="T32" fmla="*/ 45 w 248"/>
              <a:gd name="T33" fmla="*/ 186 h 315"/>
              <a:gd name="T34" fmla="*/ 66 w 248"/>
              <a:gd name="T35" fmla="*/ 201 h 315"/>
              <a:gd name="T36" fmla="*/ 62 w 248"/>
              <a:gd name="T37" fmla="*/ 135 h 315"/>
              <a:gd name="T38" fmla="*/ 47 w 248"/>
              <a:gd name="T39" fmla="*/ 156 h 315"/>
              <a:gd name="T40" fmla="*/ 67 w 248"/>
              <a:gd name="T41" fmla="*/ 107 h 315"/>
              <a:gd name="T42" fmla="*/ 47 w 248"/>
              <a:gd name="T43" fmla="*/ 92 h 315"/>
              <a:gd name="T44" fmla="*/ 62 w 248"/>
              <a:gd name="T45" fmla="*/ 113 h 315"/>
              <a:gd name="T46" fmla="*/ 66 w 248"/>
              <a:gd name="T47" fmla="*/ 47 h 315"/>
              <a:gd name="T48" fmla="*/ 45 w 248"/>
              <a:gd name="T49" fmla="*/ 62 h 315"/>
              <a:gd name="T50" fmla="*/ 67 w 248"/>
              <a:gd name="T51" fmla="*/ 62 h 315"/>
              <a:gd name="T52" fmla="*/ 96 w 248"/>
              <a:gd name="T53" fmla="*/ 248 h 315"/>
              <a:gd name="T54" fmla="*/ 96 w 248"/>
              <a:gd name="T55" fmla="*/ 293 h 315"/>
              <a:gd name="T56" fmla="*/ 158 w 248"/>
              <a:gd name="T57" fmla="*/ 186 h 315"/>
              <a:gd name="T58" fmla="*/ 135 w 248"/>
              <a:gd name="T59" fmla="*/ 186 h 315"/>
              <a:gd name="T60" fmla="*/ 156 w 248"/>
              <a:gd name="T61" fmla="*/ 201 h 315"/>
              <a:gd name="T62" fmla="*/ 152 w 248"/>
              <a:gd name="T63" fmla="*/ 135 h 315"/>
              <a:gd name="T64" fmla="*/ 137 w 248"/>
              <a:gd name="T65" fmla="*/ 156 h 315"/>
              <a:gd name="T66" fmla="*/ 158 w 248"/>
              <a:gd name="T67" fmla="*/ 107 h 315"/>
              <a:gd name="T68" fmla="*/ 137 w 248"/>
              <a:gd name="T69" fmla="*/ 92 h 315"/>
              <a:gd name="T70" fmla="*/ 152 w 248"/>
              <a:gd name="T71" fmla="*/ 113 h 315"/>
              <a:gd name="T72" fmla="*/ 156 w 248"/>
              <a:gd name="T73" fmla="*/ 47 h 315"/>
              <a:gd name="T74" fmla="*/ 135 w 248"/>
              <a:gd name="T75" fmla="*/ 62 h 315"/>
              <a:gd name="T76" fmla="*/ 158 w 248"/>
              <a:gd name="T77" fmla="*/ 62 h 315"/>
              <a:gd name="T78" fmla="*/ 186 w 248"/>
              <a:gd name="T79" fmla="*/ 225 h 315"/>
              <a:gd name="T80" fmla="*/ 186 w 248"/>
              <a:gd name="T81" fmla="*/ 248 h 315"/>
              <a:gd name="T82" fmla="*/ 203 w 248"/>
              <a:gd name="T83" fmla="*/ 186 h 315"/>
              <a:gd name="T84" fmla="*/ 180 w 248"/>
              <a:gd name="T85" fmla="*/ 186 h 315"/>
              <a:gd name="T86" fmla="*/ 201 w 248"/>
              <a:gd name="T87" fmla="*/ 201 h 315"/>
              <a:gd name="T88" fmla="*/ 197 w 248"/>
              <a:gd name="T89" fmla="*/ 135 h 315"/>
              <a:gd name="T90" fmla="*/ 182 w 248"/>
              <a:gd name="T91" fmla="*/ 156 h 315"/>
              <a:gd name="T92" fmla="*/ 203 w 248"/>
              <a:gd name="T93" fmla="*/ 107 h 315"/>
              <a:gd name="T94" fmla="*/ 182 w 248"/>
              <a:gd name="T95" fmla="*/ 92 h 315"/>
              <a:gd name="T96" fmla="*/ 197 w 248"/>
              <a:gd name="T97" fmla="*/ 113 h 315"/>
              <a:gd name="T98" fmla="*/ 201 w 248"/>
              <a:gd name="T99" fmla="*/ 47 h 315"/>
              <a:gd name="T100" fmla="*/ 180 w 248"/>
              <a:gd name="T101" fmla="*/ 62 h 315"/>
              <a:gd name="T102" fmla="*/ 203 w 248"/>
              <a:gd name="T103" fmla="*/ 6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48" h="315">
                <a:moveTo>
                  <a:pt x="236" y="0"/>
                </a:moveTo>
                <a:cubicBezTo>
                  <a:pt x="239" y="0"/>
                  <a:pt x="242" y="1"/>
                  <a:pt x="244" y="3"/>
                </a:cubicBezTo>
                <a:cubicBezTo>
                  <a:pt x="247" y="5"/>
                  <a:pt x="248" y="8"/>
                  <a:pt x="248" y="11"/>
                </a:cubicBezTo>
                <a:cubicBezTo>
                  <a:pt x="248" y="304"/>
                  <a:pt x="248" y="304"/>
                  <a:pt x="248" y="304"/>
                </a:cubicBezTo>
                <a:cubicBezTo>
                  <a:pt x="248" y="307"/>
                  <a:pt x="247" y="310"/>
                  <a:pt x="244" y="312"/>
                </a:cubicBezTo>
                <a:cubicBezTo>
                  <a:pt x="242" y="314"/>
                  <a:pt x="239" y="315"/>
                  <a:pt x="236" y="315"/>
                </a:cubicBezTo>
                <a:cubicBezTo>
                  <a:pt x="11" y="315"/>
                  <a:pt x="11" y="315"/>
                  <a:pt x="11" y="315"/>
                </a:cubicBezTo>
                <a:cubicBezTo>
                  <a:pt x="8" y="315"/>
                  <a:pt x="5" y="314"/>
                  <a:pt x="3" y="312"/>
                </a:cubicBezTo>
                <a:cubicBezTo>
                  <a:pt x="1" y="310"/>
                  <a:pt x="0" y="307"/>
                  <a:pt x="0" y="30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lnTo>
                  <a:pt x="236" y="0"/>
                </a:lnTo>
                <a:close/>
                <a:moveTo>
                  <a:pt x="90" y="51"/>
                </a:moveTo>
                <a:cubicBezTo>
                  <a:pt x="90" y="62"/>
                  <a:pt x="90" y="62"/>
                  <a:pt x="90" y="62"/>
                </a:cubicBezTo>
                <a:cubicBezTo>
                  <a:pt x="90" y="64"/>
                  <a:pt x="91" y="65"/>
                  <a:pt x="92" y="66"/>
                </a:cubicBezTo>
                <a:cubicBezTo>
                  <a:pt x="93" y="67"/>
                  <a:pt x="94" y="68"/>
                  <a:pt x="96" y="68"/>
                </a:cubicBezTo>
                <a:cubicBezTo>
                  <a:pt x="107" y="68"/>
                  <a:pt x="107" y="68"/>
                  <a:pt x="107" y="68"/>
                </a:cubicBezTo>
                <a:cubicBezTo>
                  <a:pt x="109" y="68"/>
                  <a:pt x="110" y="67"/>
                  <a:pt x="111" y="66"/>
                </a:cubicBezTo>
                <a:cubicBezTo>
                  <a:pt x="112" y="65"/>
                  <a:pt x="113" y="64"/>
                  <a:pt x="113" y="62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3" y="49"/>
                  <a:pt x="112" y="48"/>
                  <a:pt x="111" y="47"/>
                </a:cubicBezTo>
                <a:cubicBezTo>
                  <a:pt x="110" y="46"/>
                  <a:pt x="109" y="45"/>
                  <a:pt x="107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4" y="45"/>
                  <a:pt x="93" y="46"/>
                  <a:pt x="92" y="47"/>
                </a:cubicBezTo>
                <a:cubicBezTo>
                  <a:pt x="91" y="48"/>
                  <a:pt x="90" y="49"/>
                  <a:pt x="90" y="51"/>
                </a:cubicBezTo>
                <a:close/>
                <a:moveTo>
                  <a:pt x="90" y="96"/>
                </a:moveTo>
                <a:cubicBezTo>
                  <a:pt x="90" y="107"/>
                  <a:pt x="90" y="107"/>
                  <a:pt x="90" y="107"/>
                </a:cubicBezTo>
                <a:cubicBezTo>
                  <a:pt x="90" y="109"/>
                  <a:pt x="91" y="110"/>
                  <a:pt x="92" y="111"/>
                </a:cubicBezTo>
                <a:cubicBezTo>
                  <a:pt x="93" y="112"/>
                  <a:pt x="94" y="113"/>
                  <a:pt x="96" y="113"/>
                </a:cubicBezTo>
                <a:cubicBezTo>
                  <a:pt x="107" y="113"/>
                  <a:pt x="107" y="113"/>
                  <a:pt x="107" y="113"/>
                </a:cubicBezTo>
                <a:cubicBezTo>
                  <a:pt x="109" y="113"/>
                  <a:pt x="110" y="112"/>
                  <a:pt x="111" y="111"/>
                </a:cubicBezTo>
                <a:cubicBezTo>
                  <a:pt x="112" y="110"/>
                  <a:pt x="113" y="109"/>
                  <a:pt x="113" y="107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94"/>
                  <a:pt x="112" y="93"/>
                  <a:pt x="111" y="92"/>
                </a:cubicBezTo>
                <a:cubicBezTo>
                  <a:pt x="110" y="91"/>
                  <a:pt x="109" y="90"/>
                  <a:pt x="107" y="90"/>
                </a:cubicBezTo>
                <a:cubicBezTo>
                  <a:pt x="96" y="90"/>
                  <a:pt x="96" y="90"/>
                  <a:pt x="96" y="90"/>
                </a:cubicBezTo>
                <a:cubicBezTo>
                  <a:pt x="94" y="90"/>
                  <a:pt x="93" y="91"/>
                  <a:pt x="92" y="92"/>
                </a:cubicBezTo>
                <a:cubicBezTo>
                  <a:pt x="91" y="93"/>
                  <a:pt x="90" y="94"/>
                  <a:pt x="90" y="96"/>
                </a:cubicBezTo>
                <a:close/>
                <a:moveTo>
                  <a:pt x="90" y="141"/>
                </a:moveTo>
                <a:cubicBezTo>
                  <a:pt x="90" y="152"/>
                  <a:pt x="90" y="152"/>
                  <a:pt x="90" y="152"/>
                </a:cubicBezTo>
                <a:cubicBezTo>
                  <a:pt x="90" y="154"/>
                  <a:pt x="91" y="155"/>
                  <a:pt x="92" y="156"/>
                </a:cubicBezTo>
                <a:cubicBezTo>
                  <a:pt x="93" y="157"/>
                  <a:pt x="94" y="158"/>
                  <a:pt x="96" y="158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09" y="158"/>
                  <a:pt x="110" y="157"/>
                  <a:pt x="111" y="156"/>
                </a:cubicBezTo>
                <a:cubicBezTo>
                  <a:pt x="112" y="155"/>
                  <a:pt x="113" y="154"/>
                  <a:pt x="113" y="152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39"/>
                  <a:pt x="112" y="138"/>
                  <a:pt x="111" y="137"/>
                </a:cubicBezTo>
                <a:cubicBezTo>
                  <a:pt x="110" y="136"/>
                  <a:pt x="109" y="135"/>
                  <a:pt x="107" y="135"/>
                </a:cubicBezTo>
                <a:cubicBezTo>
                  <a:pt x="96" y="135"/>
                  <a:pt x="96" y="135"/>
                  <a:pt x="96" y="135"/>
                </a:cubicBezTo>
                <a:cubicBezTo>
                  <a:pt x="94" y="135"/>
                  <a:pt x="93" y="136"/>
                  <a:pt x="92" y="137"/>
                </a:cubicBezTo>
                <a:cubicBezTo>
                  <a:pt x="91" y="138"/>
                  <a:pt x="90" y="139"/>
                  <a:pt x="90" y="141"/>
                </a:cubicBezTo>
                <a:close/>
                <a:moveTo>
                  <a:pt x="90" y="186"/>
                </a:moveTo>
                <a:cubicBezTo>
                  <a:pt x="90" y="197"/>
                  <a:pt x="90" y="197"/>
                  <a:pt x="90" y="197"/>
                </a:cubicBezTo>
                <a:cubicBezTo>
                  <a:pt x="90" y="199"/>
                  <a:pt x="91" y="200"/>
                  <a:pt x="92" y="201"/>
                </a:cubicBezTo>
                <a:cubicBezTo>
                  <a:pt x="93" y="202"/>
                  <a:pt x="94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09" y="203"/>
                  <a:pt x="110" y="202"/>
                  <a:pt x="111" y="201"/>
                </a:cubicBezTo>
                <a:cubicBezTo>
                  <a:pt x="112" y="200"/>
                  <a:pt x="113" y="199"/>
                  <a:pt x="113" y="197"/>
                </a:cubicBezTo>
                <a:cubicBezTo>
                  <a:pt x="113" y="186"/>
                  <a:pt x="113" y="186"/>
                  <a:pt x="113" y="186"/>
                </a:cubicBezTo>
                <a:cubicBezTo>
                  <a:pt x="113" y="184"/>
                  <a:pt x="112" y="183"/>
                  <a:pt x="111" y="182"/>
                </a:cubicBezTo>
                <a:cubicBezTo>
                  <a:pt x="110" y="181"/>
                  <a:pt x="109" y="180"/>
                  <a:pt x="107" y="180"/>
                </a:cubicBezTo>
                <a:cubicBezTo>
                  <a:pt x="96" y="180"/>
                  <a:pt x="96" y="180"/>
                  <a:pt x="96" y="180"/>
                </a:cubicBezTo>
                <a:cubicBezTo>
                  <a:pt x="94" y="180"/>
                  <a:pt x="93" y="181"/>
                  <a:pt x="92" y="182"/>
                </a:cubicBezTo>
                <a:cubicBezTo>
                  <a:pt x="91" y="183"/>
                  <a:pt x="90" y="184"/>
                  <a:pt x="90" y="186"/>
                </a:cubicBezTo>
                <a:close/>
                <a:moveTo>
                  <a:pt x="67" y="242"/>
                </a:moveTo>
                <a:cubicBezTo>
                  <a:pt x="67" y="231"/>
                  <a:pt x="67" y="231"/>
                  <a:pt x="67" y="231"/>
                </a:cubicBezTo>
                <a:cubicBezTo>
                  <a:pt x="67" y="229"/>
                  <a:pt x="67" y="228"/>
                  <a:pt x="66" y="227"/>
                </a:cubicBezTo>
                <a:cubicBezTo>
                  <a:pt x="65" y="226"/>
                  <a:pt x="63" y="225"/>
                  <a:pt x="62" y="225"/>
                </a:cubicBezTo>
                <a:cubicBezTo>
                  <a:pt x="51" y="225"/>
                  <a:pt x="51" y="225"/>
                  <a:pt x="51" y="225"/>
                </a:cubicBezTo>
                <a:cubicBezTo>
                  <a:pt x="49" y="225"/>
                  <a:pt x="48" y="226"/>
                  <a:pt x="47" y="227"/>
                </a:cubicBezTo>
                <a:cubicBezTo>
                  <a:pt x="45" y="228"/>
                  <a:pt x="45" y="229"/>
                  <a:pt x="45" y="231"/>
                </a:cubicBezTo>
                <a:cubicBezTo>
                  <a:pt x="45" y="242"/>
                  <a:pt x="45" y="242"/>
                  <a:pt x="45" y="242"/>
                </a:cubicBezTo>
                <a:cubicBezTo>
                  <a:pt x="45" y="244"/>
                  <a:pt x="45" y="245"/>
                  <a:pt x="47" y="246"/>
                </a:cubicBezTo>
                <a:cubicBezTo>
                  <a:pt x="48" y="247"/>
                  <a:pt x="49" y="248"/>
                  <a:pt x="51" y="248"/>
                </a:cubicBezTo>
                <a:cubicBezTo>
                  <a:pt x="62" y="248"/>
                  <a:pt x="62" y="248"/>
                  <a:pt x="62" y="248"/>
                </a:cubicBezTo>
                <a:cubicBezTo>
                  <a:pt x="63" y="248"/>
                  <a:pt x="65" y="247"/>
                  <a:pt x="66" y="246"/>
                </a:cubicBezTo>
                <a:cubicBezTo>
                  <a:pt x="67" y="245"/>
                  <a:pt x="67" y="244"/>
                  <a:pt x="67" y="242"/>
                </a:cubicBezTo>
                <a:close/>
                <a:moveTo>
                  <a:pt x="67" y="197"/>
                </a:moveTo>
                <a:cubicBezTo>
                  <a:pt x="67" y="186"/>
                  <a:pt x="67" y="186"/>
                  <a:pt x="67" y="186"/>
                </a:cubicBezTo>
                <a:cubicBezTo>
                  <a:pt x="67" y="184"/>
                  <a:pt x="67" y="183"/>
                  <a:pt x="66" y="182"/>
                </a:cubicBezTo>
                <a:cubicBezTo>
                  <a:pt x="65" y="181"/>
                  <a:pt x="63" y="180"/>
                  <a:pt x="62" y="180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49" y="180"/>
                  <a:pt x="48" y="181"/>
                  <a:pt x="47" y="182"/>
                </a:cubicBezTo>
                <a:cubicBezTo>
                  <a:pt x="45" y="183"/>
                  <a:pt x="45" y="184"/>
                  <a:pt x="45" y="186"/>
                </a:cubicBezTo>
                <a:cubicBezTo>
                  <a:pt x="45" y="197"/>
                  <a:pt x="45" y="197"/>
                  <a:pt x="45" y="197"/>
                </a:cubicBezTo>
                <a:cubicBezTo>
                  <a:pt x="45" y="199"/>
                  <a:pt x="45" y="200"/>
                  <a:pt x="47" y="201"/>
                </a:cubicBezTo>
                <a:cubicBezTo>
                  <a:pt x="48" y="202"/>
                  <a:pt x="49" y="203"/>
                  <a:pt x="51" y="203"/>
                </a:cubicBezTo>
                <a:cubicBezTo>
                  <a:pt x="62" y="203"/>
                  <a:pt x="62" y="203"/>
                  <a:pt x="62" y="203"/>
                </a:cubicBezTo>
                <a:cubicBezTo>
                  <a:pt x="63" y="203"/>
                  <a:pt x="65" y="202"/>
                  <a:pt x="66" y="201"/>
                </a:cubicBezTo>
                <a:cubicBezTo>
                  <a:pt x="67" y="200"/>
                  <a:pt x="67" y="199"/>
                  <a:pt x="67" y="197"/>
                </a:cubicBezTo>
                <a:close/>
                <a:moveTo>
                  <a:pt x="67" y="152"/>
                </a:moveTo>
                <a:cubicBezTo>
                  <a:pt x="67" y="141"/>
                  <a:pt x="67" y="141"/>
                  <a:pt x="67" y="141"/>
                </a:cubicBezTo>
                <a:cubicBezTo>
                  <a:pt x="67" y="139"/>
                  <a:pt x="67" y="138"/>
                  <a:pt x="66" y="137"/>
                </a:cubicBezTo>
                <a:cubicBezTo>
                  <a:pt x="65" y="136"/>
                  <a:pt x="63" y="135"/>
                  <a:pt x="62" y="135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49" y="135"/>
                  <a:pt x="48" y="136"/>
                  <a:pt x="47" y="137"/>
                </a:cubicBezTo>
                <a:cubicBezTo>
                  <a:pt x="45" y="138"/>
                  <a:pt x="45" y="139"/>
                  <a:pt x="45" y="141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4"/>
                  <a:pt x="45" y="155"/>
                  <a:pt x="47" y="156"/>
                </a:cubicBezTo>
                <a:cubicBezTo>
                  <a:pt x="48" y="157"/>
                  <a:pt x="49" y="158"/>
                  <a:pt x="51" y="158"/>
                </a:cubicBezTo>
                <a:cubicBezTo>
                  <a:pt x="62" y="158"/>
                  <a:pt x="62" y="158"/>
                  <a:pt x="62" y="158"/>
                </a:cubicBezTo>
                <a:cubicBezTo>
                  <a:pt x="63" y="158"/>
                  <a:pt x="65" y="157"/>
                  <a:pt x="66" y="156"/>
                </a:cubicBezTo>
                <a:cubicBezTo>
                  <a:pt x="67" y="155"/>
                  <a:pt x="67" y="154"/>
                  <a:pt x="67" y="152"/>
                </a:cubicBezTo>
                <a:close/>
                <a:moveTo>
                  <a:pt x="67" y="107"/>
                </a:moveTo>
                <a:cubicBezTo>
                  <a:pt x="67" y="96"/>
                  <a:pt x="67" y="96"/>
                  <a:pt x="67" y="96"/>
                </a:cubicBezTo>
                <a:cubicBezTo>
                  <a:pt x="67" y="94"/>
                  <a:pt x="67" y="93"/>
                  <a:pt x="66" y="92"/>
                </a:cubicBezTo>
                <a:cubicBezTo>
                  <a:pt x="65" y="91"/>
                  <a:pt x="63" y="90"/>
                  <a:pt x="62" y="90"/>
                </a:cubicBezTo>
                <a:cubicBezTo>
                  <a:pt x="51" y="90"/>
                  <a:pt x="51" y="90"/>
                  <a:pt x="51" y="90"/>
                </a:cubicBezTo>
                <a:cubicBezTo>
                  <a:pt x="49" y="90"/>
                  <a:pt x="48" y="91"/>
                  <a:pt x="47" y="92"/>
                </a:cubicBezTo>
                <a:cubicBezTo>
                  <a:pt x="45" y="93"/>
                  <a:pt x="45" y="94"/>
                  <a:pt x="45" y="96"/>
                </a:cubicBezTo>
                <a:cubicBezTo>
                  <a:pt x="45" y="107"/>
                  <a:pt x="45" y="107"/>
                  <a:pt x="45" y="107"/>
                </a:cubicBezTo>
                <a:cubicBezTo>
                  <a:pt x="45" y="109"/>
                  <a:pt x="45" y="110"/>
                  <a:pt x="47" y="111"/>
                </a:cubicBezTo>
                <a:cubicBezTo>
                  <a:pt x="48" y="112"/>
                  <a:pt x="49" y="113"/>
                  <a:pt x="51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3" y="113"/>
                  <a:pt x="65" y="112"/>
                  <a:pt x="66" y="111"/>
                </a:cubicBezTo>
                <a:cubicBezTo>
                  <a:pt x="67" y="110"/>
                  <a:pt x="67" y="109"/>
                  <a:pt x="67" y="107"/>
                </a:cubicBezTo>
                <a:close/>
                <a:moveTo>
                  <a:pt x="67" y="62"/>
                </a:moveTo>
                <a:cubicBezTo>
                  <a:pt x="67" y="51"/>
                  <a:pt x="67" y="51"/>
                  <a:pt x="67" y="51"/>
                </a:cubicBezTo>
                <a:cubicBezTo>
                  <a:pt x="67" y="49"/>
                  <a:pt x="67" y="48"/>
                  <a:pt x="66" y="47"/>
                </a:cubicBezTo>
                <a:cubicBezTo>
                  <a:pt x="65" y="46"/>
                  <a:pt x="63" y="45"/>
                  <a:pt x="62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49" y="45"/>
                  <a:pt x="48" y="46"/>
                  <a:pt x="47" y="47"/>
                </a:cubicBezTo>
                <a:cubicBezTo>
                  <a:pt x="45" y="48"/>
                  <a:pt x="45" y="49"/>
                  <a:pt x="45" y="51"/>
                </a:cubicBezTo>
                <a:cubicBezTo>
                  <a:pt x="45" y="62"/>
                  <a:pt x="45" y="62"/>
                  <a:pt x="45" y="62"/>
                </a:cubicBezTo>
                <a:cubicBezTo>
                  <a:pt x="45" y="64"/>
                  <a:pt x="45" y="65"/>
                  <a:pt x="47" y="66"/>
                </a:cubicBezTo>
                <a:cubicBezTo>
                  <a:pt x="48" y="67"/>
                  <a:pt x="49" y="68"/>
                  <a:pt x="51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3" y="68"/>
                  <a:pt x="65" y="67"/>
                  <a:pt x="66" y="66"/>
                </a:cubicBezTo>
                <a:cubicBezTo>
                  <a:pt x="67" y="65"/>
                  <a:pt x="67" y="64"/>
                  <a:pt x="67" y="62"/>
                </a:cubicBezTo>
                <a:close/>
                <a:moveTo>
                  <a:pt x="158" y="287"/>
                </a:moveTo>
                <a:cubicBezTo>
                  <a:pt x="158" y="253"/>
                  <a:pt x="158" y="253"/>
                  <a:pt x="158" y="253"/>
                </a:cubicBezTo>
                <a:cubicBezTo>
                  <a:pt x="158" y="252"/>
                  <a:pt x="157" y="250"/>
                  <a:pt x="156" y="249"/>
                </a:cubicBezTo>
                <a:cubicBezTo>
                  <a:pt x="155" y="248"/>
                  <a:pt x="154" y="248"/>
                  <a:pt x="152" y="248"/>
                </a:cubicBezTo>
                <a:cubicBezTo>
                  <a:pt x="96" y="248"/>
                  <a:pt x="96" y="248"/>
                  <a:pt x="96" y="248"/>
                </a:cubicBezTo>
                <a:cubicBezTo>
                  <a:pt x="94" y="248"/>
                  <a:pt x="93" y="248"/>
                  <a:pt x="92" y="249"/>
                </a:cubicBezTo>
                <a:cubicBezTo>
                  <a:pt x="91" y="250"/>
                  <a:pt x="90" y="252"/>
                  <a:pt x="90" y="253"/>
                </a:cubicBezTo>
                <a:cubicBezTo>
                  <a:pt x="90" y="287"/>
                  <a:pt x="90" y="287"/>
                  <a:pt x="90" y="287"/>
                </a:cubicBezTo>
                <a:cubicBezTo>
                  <a:pt x="90" y="289"/>
                  <a:pt x="91" y="290"/>
                  <a:pt x="92" y="291"/>
                </a:cubicBezTo>
                <a:cubicBezTo>
                  <a:pt x="93" y="292"/>
                  <a:pt x="94" y="293"/>
                  <a:pt x="96" y="293"/>
                </a:cubicBezTo>
                <a:cubicBezTo>
                  <a:pt x="152" y="293"/>
                  <a:pt x="152" y="293"/>
                  <a:pt x="152" y="293"/>
                </a:cubicBezTo>
                <a:cubicBezTo>
                  <a:pt x="154" y="293"/>
                  <a:pt x="155" y="292"/>
                  <a:pt x="156" y="291"/>
                </a:cubicBezTo>
                <a:cubicBezTo>
                  <a:pt x="157" y="290"/>
                  <a:pt x="158" y="289"/>
                  <a:pt x="158" y="287"/>
                </a:cubicBezTo>
                <a:close/>
                <a:moveTo>
                  <a:pt x="158" y="197"/>
                </a:moveTo>
                <a:cubicBezTo>
                  <a:pt x="158" y="186"/>
                  <a:pt x="158" y="186"/>
                  <a:pt x="158" y="186"/>
                </a:cubicBezTo>
                <a:cubicBezTo>
                  <a:pt x="158" y="184"/>
                  <a:pt x="157" y="183"/>
                  <a:pt x="156" y="182"/>
                </a:cubicBezTo>
                <a:cubicBezTo>
                  <a:pt x="155" y="181"/>
                  <a:pt x="154" y="180"/>
                  <a:pt x="152" y="180"/>
                </a:cubicBezTo>
                <a:cubicBezTo>
                  <a:pt x="141" y="180"/>
                  <a:pt x="141" y="180"/>
                  <a:pt x="141" y="180"/>
                </a:cubicBezTo>
                <a:cubicBezTo>
                  <a:pt x="139" y="180"/>
                  <a:pt x="138" y="181"/>
                  <a:pt x="137" y="182"/>
                </a:cubicBezTo>
                <a:cubicBezTo>
                  <a:pt x="136" y="183"/>
                  <a:pt x="135" y="184"/>
                  <a:pt x="135" y="186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9"/>
                  <a:pt x="136" y="200"/>
                  <a:pt x="137" y="201"/>
                </a:cubicBezTo>
                <a:cubicBezTo>
                  <a:pt x="138" y="202"/>
                  <a:pt x="139" y="203"/>
                  <a:pt x="141" y="203"/>
                </a:cubicBezTo>
                <a:cubicBezTo>
                  <a:pt x="152" y="203"/>
                  <a:pt x="152" y="203"/>
                  <a:pt x="152" y="203"/>
                </a:cubicBezTo>
                <a:cubicBezTo>
                  <a:pt x="154" y="203"/>
                  <a:pt x="155" y="202"/>
                  <a:pt x="156" y="201"/>
                </a:cubicBezTo>
                <a:cubicBezTo>
                  <a:pt x="157" y="200"/>
                  <a:pt x="158" y="199"/>
                  <a:pt x="158" y="197"/>
                </a:cubicBezTo>
                <a:close/>
                <a:moveTo>
                  <a:pt x="158" y="152"/>
                </a:moveTo>
                <a:cubicBezTo>
                  <a:pt x="158" y="141"/>
                  <a:pt x="158" y="141"/>
                  <a:pt x="158" y="141"/>
                </a:cubicBezTo>
                <a:cubicBezTo>
                  <a:pt x="158" y="139"/>
                  <a:pt x="157" y="138"/>
                  <a:pt x="156" y="137"/>
                </a:cubicBezTo>
                <a:cubicBezTo>
                  <a:pt x="155" y="136"/>
                  <a:pt x="154" y="135"/>
                  <a:pt x="152" y="135"/>
                </a:cubicBezTo>
                <a:cubicBezTo>
                  <a:pt x="141" y="135"/>
                  <a:pt x="141" y="135"/>
                  <a:pt x="141" y="135"/>
                </a:cubicBezTo>
                <a:cubicBezTo>
                  <a:pt x="139" y="135"/>
                  <a:pt x="138" y="136"/>
                  <a:pt x="137" y="137"/>
                </a:cubicBezTo>
                <a:cubicBezTo>
                  <a:pt x="136" y="138"/>
                  <a:pt x="135" y="139"/>
                  <a:pt x="135" y="141"/>
                </a:cubicBezTo>
                <a:cubicBezTo>
                  <a:pt x="135" y="152"/>
                  <a:pt x="135" y="152"/>
                  <a:pt x="135" y="152"/>
                </a:cubicBezTo>
                <a:cubicBezTo>
                  <a:pt x="135" y="154"/>
                  <a:pt x="136" y="155"/>
                  <a:pt x="137" y="156"/>
                </a:cubicBezTo>
                <a:cubicBezTo>
                  <a:pt x="138" y="157"/>
                  <a:pt x="139" y="158"/>
                  <a:pt x="141" y="158"/>
                </a:cubicBezTo>
                <a:cubicBezTo>
                  <a:pt x="152" y="158"/>
                  <a:pt x="152" y="158"/>
                  <a:pt x="152" y="158"/>
                </a:cubicBezTo>
                <a:cubicBezTo>
                  <a:pt x="154" y="158"/>
                  <a:pt x="155" y="157"/>
                  <a:pt x="156" y="156"/>
                </a:cubicBezTo>
                <a:cubicBezTo>
                  <a:pt x="157" y="155"/>
                  <a:pt x="158" y="154"/>
                  <a:pt x="158" y="152"/>
                </a:cubicBezTo>
                <a:close/>
                <a:moveTo>
                  <a:pt x="158" y="107"/>
                </a:moveTo>
                <a:cubicBezTo>
                  <a:pt x="158" y="96"/>
                  <a:pt x="158" y="96"/>
                  <a:pt x="158" y="96"/>
                </a:cubicBezTo>
                <a:cubicBezTo>
                  <a:pt x="158" y="94"/>
                  <a:pt x="157" y="93"/>
                  <a:pt x="156" y="92"/>
                </a:cubicBezTo>
                <a:cubicBezTo>
                  <a:pt x="155" y="91"/>
                  <a:pt x="154" y="90"/>
                  <a:pt x="152" y="90"/>
                </a:cubicBezTo>
                <a:cubicBezTo>
                  <a:pt x="141" y="90"/>
                  <a:pt x="141" y="90"/>
                  <a:pt x="141" y="90"/>
                </a:cubicBezTo>
                <a:cubicBezTo>
                  <a:pt x="139" y="90"/>
                  <a:pt x="138" y="91"/>
                  <a:pt x="137" y="92"/>
                </a:cubicBezTo>
                <a:cubicBezTo>
                  <a:pt x="136" y="93"/>
                  <a:pt x="135" y="94"/>
                  <a:pt x="135" y="96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35" y="109"/>
                  <a:pt x="136" y="110"/>
                  <a:pt x="137" y="111"/>
                </a:cubicBezTo>
                <a:cubicBezTo>
                  <a:pt x="138" y="112"/>
                  <a:pt x="139" y="113"/>
                  <a:pt x="141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4" y="113"/>
                  <a:pt x="155" y="112"/>
                  <a:pt x="156" y="111"/>
                </a:cubicBezTo>
                <a:cubicBezTo>
                  <a:pt x="157" y="110"/>
                  <a:pt x="158" y="109"/>
                  <a:pt x="158" y="107"/>
                </a:cubicBezTo>
                <a:close/>
                <a:moveTo>
                  <a:pt x="158" y="62"/>
                </a:moveTo>
                <a:cubicBezTo>
                  <a:pt x="158" y="51"/>
                  <a:pt x="158" y="51"/>
                  <a:pt x="158" y="51"/>
                </a:cubicBezTo>
                <a:cubicBezTo>
                  <a:pt x="158" y="49"/>
                  <a:pt x="157" y="48"/>
                  <a:pt x="156" y="47"/>
                </a:cubicBezTo>
                <a:cubicBezTo>
                  <a:pt x="155" y="46"/>
                  <a:pt x="154" y="45"/>
                  <a:pt x="152" y="45"/>
                </a:cubicBezTo>
                <a:cubicBezTo>
                  <a:pt x="141" y="45"/>
                  <a:pt x="141" y="45"/>
                  <a:pt x="141" y="45"/>
                </a:cubicBezTo>
                <a:cubicBezTo>
                  <a:pt x="139" y="45"/>
                  <a:pt x="138" y="46"/>
                  <a:pt x="137" y="47"/>
                </a:cubicBezTo>
                <a:cubicBezTo>
                  <a:pt x="136" y="48"/>
                  <a:pt x="135" y="49"/>
                  <a:pt x="135" y="51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35" y="64"/>
                  <a:pt x="136" y="65"/>
                  <a:pt x="137" y="66"/>
                </a:cubicBezTo>
                <a:cubicBezTo>
                  <a:pt x="138" y="67"/>
                  <a:pt x="139" y="68"/>
                  <a:pt x="141" y="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4" y="68"/>
                  <a:pt x="155" y="67"/>
                  <a:pt x="156" y="66"/>
                </a:cubicBezTo>
                <a:cubicBezTo>
                  <a:pt x="157" y="65"/>
                  <a:pt x="158" y="64"/>
                  <a:pt x="158" y="62"/>
                </a:cubicBezTo>
                <a:close/>
                <a:moveTo>
                  <a:pt x="203" y="242"/>
                </a:moveTo>
                <a:cubicBezTo>
                  <a:pt x="203" y="231"/>
                  <a:pt x="203" y="231"/>
                  <a:pt x="203" y="231"/>
                </a:cubicBezTo>
                <a:cubicBezTo>
                  <a:pt x="203" y="229"/>
                  <a:pt x="202" y="228"/>
                  <a:pt x="201" y="227"/>
                </a:cubicBezTo>
                <a:cubicBezTo>
                  <a:pt x="200" y="226"/>
                  <a:pt x="199" y="225"/>
                  <a:pt x="197" y="225"/>
                </a:cubicBezTo>
                <a:cubicBezTo>
                  <a:pt x="186" y="225"/>
                  <a:pt x="186" y="225"/>
                  <a:pt x="186" y="225"/>
                </a:cubicBezTo>
                <a:cubicBezTo>
                  <a:pt x="184" y="225"/>
                  <a:pt x="183" y="226"/>
                  <a:pt x="182" y="227"/>
                </a:cubicBezTo>
                <a:cubicBezTo>
                  <a:pt x="181" y="228"/>
                  <a:pt x="180" y="229"/>
                  <a:pt x="180" y="231"/>
                </a:cubicBezTo>
                <a:cubicBezTo>
                  <a:pt x="180" y="242"/>
                  <a:pt x="180" y="242"/>
                  <a:pt x="180" y="242"/>
                </a:cubicBezTo>
                <a:cubicBezTo>
                  <a:pt x="180" y="244"/>
                  <a:pt x="181" y="245"/>
                  <a:pt x="182" y="246"/>
                </a:cubicBezTo>
                <a:cubicBezTo>
                  <a:pt x="183" y="247"/>
                  <a:pt x="184" y="248"/>
                  <a:pt x="186" y="248"/>
                </a:cubicBezTo>
                <a:cubicBezTo>
                  <a:pt x="197" y="248"/>
                  <a:pt x="197" y="248"/>
                  <a:pt x="197" y="248"/>
                </a:cubicBezTo>
                <a:cubicBezTo>
                  <a:pt x="199" y="248"/>
                  <a:pt x="200" y="247"/>
                  <a:pt x="201" y="246"/>
                </a:cubicBezTo>
                <a:cubicBezTo>
                  <a:pt x="202" y="245"/>
                  <a:pt x="203" y="244"/>
                  <a:pt x="203" y="242"/>
                </a:cubicBezTo>
                <a:close/>
                <a:moveTo>
                  <a:pt x="203" y="197"/>
                </a:moveTo>
                <a:cubicBezTo>
                  <a:pt x="203" y="186"/>
                  <a:pt x="203" y="186"/>
                  <a:pt x="203" y="186"/>
                </a:cubicBezTo>
                <a:cubicBezTo>
                  <a:pt x="203" y="184"/>
                  <a:pt x="202" y="183"/>
                  <a:pt x="201" y="182"/>
                </a:cubicBezTo>
                <a:cubicBezTo>
                  <a:pt x="200" y="181"/>
                  <a:pt x="199" y="180"/>
                  <a:pt x="197" y="180"/>
                </a:cubicBezTo>
                <a:cubicBezTo>
                  <a:pt x="186" y="180"/>
                  <a:pt x="186" y="180"/>
                  <a:pt x="186" y="180"/>
                </a:cubicBezTo>
                <a:cubicBezTo>
                  <a:pt x="184" y="180"/>
                  <a:pt x="183" y="181"/>
                  <a:pt x="182" y="182"/>
                </a:cubicBezTo>
                <a:cubicBezTo>
                  <a:pt x="181" y="183"/>
                  <a:pt x="180" y="184"/>
                  <a:pt x="180" y="186"/>
                </a:cubicBezTo>
                <a:cubicBezTo>
                  <a:pt x="180" y="197"/>
                  <a:pt x="180" y="197"/>
                  <a:pt x="180" y="197"/>
                </a:cubicBezTo>
                <a:cubicBezTo>
                  <a:pt x="180" y="199"/>
                  <a:pt x="181" y="200"/>
                  <a:pt x="182" y="201"/>
                </a:cubicBezTo>
                <a:cubicBezTo>
                  <a:pt x="183" y="202"/>
                  <a:pt x="184" y="203"/>
                  <a:pt x="186" y="203"/>
                </a:cubicBezTo>
                <a:cubicBezTo>
                  <a:pt x="197" y="203"/>
                  <a:pt x="197" y="203"/>
                  <a:pt x="197" y="203"/>
                </a:cubicBezTo>
                <a:cubicBezTo>
                  <a:pt x="199" y="203"/>
                  <a:pt x="200" y="202"/>
                  <a:pt x="201" y="201"/>
                </a:cubicBezTo>
                <a:cubicBezTo>
                  <a:pt x="202" y="200"/>
                  <a:pt x="203" y="199"/>
                  <a:pt x="203" y="197"/>
                </a:cubicBezTo>
                <a:close/>
                <a:moveTo>
                  <a:pt x="203" y="152"/>
                </a:moveTo>
                <a:cubicBezTo>
                  <a:pt x="203" y="141"/>
                  <a:pt x="203" y="141"/>
                  <a:pt x="203" y="141"/>
                </a:cubicBezTo>
                <a:cubicBezTo>
                  <a:pt x="203" y="139"/>
                  <a:pt x="202" y="138"/>
                  <a:pt x="201" y="137"/>
                </a:cubicBezTo>
                <a:cubicBezTo>
                  <a:pt x="200" y="136"/>
                  <a:pt x="199" y="135"/>
                  <a:pt x="197" y="135"/>
                </a:cubicBezTo>
                <a:cubicBezTo>
                  <a:pt x="186" y="135"/>
                  <a:pt x="186" y="135"/>
                  <a:pt x="186" y="135"/>
                </a:cubicBezTo>
                <a:cubicBezTo>
                  <a:pt x="184" y="135"/>
                  <a:pt x="183" y="136"/>
                  <a:pt x="182" y="137"/>
                </a:cubicBezTo>
                <a:cubicBezTo>
                  <a:pt x="181" y="138"/>
                  <a:pt x="180" y="139"/>
                  <a:pt x="180" y="141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80" y="154"/>
                  <a:pt x="181" y="155"/>
                  <a:pt x="182" y="156"/>
                </a:cubicBezTo>
                <a:cubicBezTo>
                  <a:pt x="183" y="157"/>
                  <a:pt x="184" y="158"/>
                  <a:pt x="186" y="158"/>
                </a:cubicBezTo>
                <a:cubicBezTo>
                  <a:pt x="197" y="158"/>
                  <a:pt x="197" y="158"/>
                  <a:pt x="197" y="158"/>
                </a:cubicBezTo>
                <a:cubicBezTo>
                  <a:pt x="199" y="158"/>
                  <a:pt x="200" y="157"/>
                  <a:pt x="201" y="156"/>
                </a:cubicBezTo>
                <a:cubicBezTo>
                  <a:pt x="202" y="155"/>
                  <a:pt x="203" y="154"/>
                  <a:pt x="203" y="152"/>
                </a:cubicBezTo>
                <a:close/>
                <a:moveTo>
                  <a:pt x="203" y="107"/>
                </a:moveTo>
                <a:cubicBezTo>
                  <a:pt x="203" y="96"/>
                  <a:pt x="203" y="96"/>
                  <a:pt x="203" y="96"/>
                </a:cubicBezTo>
                <a:cubicBezTo>
                  <a:pt x="203" y="94"/>
                  <a:pt x="202" y="93"/>
                  <a:pt x="201" y="92"/>
                </a:cubicBezTo>
                <a:cubicBezTo>
                  <a:pt x="200" y="91"/>
                  <a:pt x="199" y="90"/>
                  <a:pt x="197" y="90"/>
                </a:cubicBezTo>
                <a:cubicBezTo>
                  <a:pt x="186" y="90"/>
                  <a:pt x="186" y="90"/>
                  <a:pt x="186" y="90"/>
                </a:cubicBezTo>
                <a:cubicBezTo>
                  <a:pt x="184" y="90"/>
                  <a:pt x="183" y="91"/>
                  <a:pt x="182" y="92"/>
                </a:cubicBezTo>
                <a:cubicBezTo>
                  <a:pt x="181" y="93"/>
                  <a:pt x="180" y="94"/>
                  <a:pt x="180" y="96"/>
                </a:cubicBezTo>
                <a:cubicBezTo>
                  <a:pt x="180" y="107"/>
                  <a:pt x="180" y="107"/>
                  <a:pt x="180" y="107"/>
                </a:cubicBezTo>
                <a:cubicBezTo>
                  <a:pt x="180" y="109"/>
                  <a:pt x="181" y="110"/>
                  <a:pt x="182" y="111"/>
                </a:cubicBezTo>
                <a:cubicBezTo>
                  <a:pt x="183" y="112"/>
                  <a:pt x="184" y="113"/>
                  <a:pt x="186" y="113"/>
                </a:cubicBezTo>
                <a:cubicBezTo>
                  <a:pt x="197" y="113"/>
                  <a:pt x="197" y="113"/>
                  <a:pt x="197" y="113"/>
                </a:cubicBezTo>
                <a:cubicBezTo>
                  <a:pt x="199" y="113"/>
                  <a:pt x="200" y="112"/>
                  <a:pt x="201" y="111"/>
                </a:cubicBezTo>
                <a:cubicBezTo>
                  <a:pt x="202" y="110"/>
                  <a:pt x="203" y="109"/>
                  <a:pt x="203" y="107"/>
                </a:cubicBezTo>
                <a:close/>
                <a:moveTo>
                  <a:pt x="203" y="62"/>
                </a:moveTo>
                <a:cubicBezTo>
                  <a:pt x="203" y="51"/>
                  <a:pt x="203" y="51"/>
                  <a:pt x="203" y="51"/>
                </a:cubicBezTo>
                <a:cubicBezTo>
                  <a:pt x="203" y="49"/>
                  <a:pt x="202" y="48"/>
                  <a:pt x="201" y="47"/>
                </a:cubicBezTo>
                <a:cubicBezTo>
                  <a:pt x="200" y="46"/>
                  <a:pt x="199" y="45"/>
                  <a:pt x="197" y="45"/>
                </a:cubicBezTo>
                <a:cubicBezTo>
                  <a:pt x="186" y="45"/>
                  <a:pt x="186" y="45"/>
                  <a:pt x="186" y="45"/>
                </a:cubicBezTo>
                <a:cubicBezTo>
                  <a:pt x="184" y="45"/>
                  <a:pt x="183" y="46"/>
                  <a:pt x="182" y="47"/>
                </a:cubicBezTo>
                <a:cubicBezTo>
                  <a:pt x="181" y="48"/>
                  <a:pt x="180" y="49"/>
                  <a:pt x="180" y="51"/>
                </a:cubicBezTo>
                <a:cubicBezTo>
                  <a:pt x="180" y="62"/>
                  <a:pt x="180" y="62"/>
                  <a:pt x="180" y="62"/>
                </a:cubicBezTo>
                <a:cubicBezTo>
                  <a:pt x="180" y="64"/>
                  <a:pt x="181" y="65"/>
                  <a:pt x="182" y="66"/>
                </a:cubicBezTo>
                <a:cubicBezTo>
                  <a:pt x="183" y="67"/>
                  <a:pt x="184" y="68"/>
                  <a:pt x="186" y="68"/>
                </a:cubicBezTo>
                <a:cubicBezTo>
                  <a:pt x="197" y="68"/>
                  <a:pt x="197" y="68"/>
                  <a:pt x="197" y="68"/>
                </a:cubicBezTo>
                <a:cubicBezTo>
                  <a:pt x="199" y="68"/>
                  <a:pt x="200" y="67"/>
                  <a:pt x="201" y="66"/>
                </a:cubicBezTo>
                <a:cubicBezTo>
                  <a:pt x="202" y="65"/>
                  <a:pt x="203" y="64"/>
                  <a:pt x="203" y="6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687388" y="1590675"/>
            <a:ext cx="339725" cy="293688"/>
          </a:xfrm>
          <a:custGeom>
            <a:avLst/>
            <a:gdLst>
              <a:gd name="T0" fmla="*/ 293 w 315"/>
              <a:gd name="T1" fmla="*/ 90 h 272"/>
              <a:gd name="T2" fmla="*/ 309 w 315"/>
              <a:gd name="T3" fmla="*/ 97 h 272"/>
              <a:gd name="T4" fmla="*/ 315 w 315"/>
              <a:gd name="T5" fmla="*/ 113 h 272"/>
              <a:gd name="T6" fmla="*/ 309 w 315"/>
              <a:gd name="T7" fmla="*/ 129 h 272"/>
              <a:gd name="T8" fmla="*/ 293 w 315"/>
              <a:gd name="T9" fmla="*/ 135 h 272"/>
              <a:gd name="T10" fmla="*/ 293 w 315"/>
              <a:gd name="T11" fmla="*/ 203 h 272"/>
              <a:gd name="T12" fmla="*/ 286 w 315"/>
              <a:gd name="T13" fmla="*/ 219 h 272"/>
              <a:gd name="T14" fmla="*/ 270 w 315"/>
              <a:gd name="T15" fmla="*/ 226 h 272"/>
              <a:gd name="T16" fmla="*/ 127 w 315"/>
              <a:gd name="T17" fmla="*/ 159 h 272"/>
              <a:gd name="T18" fmla="*/ 111 w 315"/>
              <a:gd name="T19" fmla="*/ 170 h 272"/>
              <a:gd name="T20" fmla="*/ 106 w 315"/>
              <a:gd name="T21" fmla="*/ 188 h 272"/>
              <a:gd name="T22" fmla="*/ 113 w 315"/>
              <a:gd name="T23" fmla="*/ 204 h 272"/>
              <a:gd name="T24" fmla="*/ 109 w 315"/>
              <a:gd name="T25" fmla="*/ 216 h 272"/>
              <a:gd name="T26" fmla="*/ 110 w 315"/>
              <a:gd name="T27" fmla="*/ 226 h 272"/>
              <a:gd name="T28" fmla="*/ 116 w 315"/>
              <a:gd name="T29" fmla="*/ 236 h 272"/>
              <a:gd name="T30" fmla="*/ 124 w 315"/>
              <a:gd name="T31" fmla="*/ 244 h 272"/>
              <a:gd name="T32" fmla="*/ 135 w 315"/>
              <a:gd name="T33" fmla="*/ 253 h 272"/>
              <a:gd name="T34" fmla="*/ 116 w 315"/>
              <a:gd name="T35" fmla="*/ 268 h 272"/>
              <a:gd name="T36" fmla="*/ 86 w 315"/>
              <a:gd name="T37" fmla="*/ 270 h 272"/>
              <a:gd name="T38" fmla="*/ 63 w 315"/>
              <a:gd name="T39" fmla="*/ 260 h 272"/>
              <a:gd name="T40" fmla="*/ 57 w 315"/>
              <a:gd name="T41" fmla="*/ 245 h 272"/>
              <a:gd name="T42" fmla="*/ 52 w 315"/>
              <a:gd name="T43" fmla="*/ 228 h 272"/>
              <a:gd name="T44" fmla="*/ 48 w 315"/>
              <a:gd name="T45" fmla="*/ 213 h 272"/>
              <a:gd name="T46" fmla="*/ 45 w 315"/>
              <a:gd name="T47" fmla="*/ 195 h 272"/>
              <a:gd name="T48" fmla="*/ 46 w 315"/>
              <a:gd name="T49" fmla="*/ 177 h 272"/>
              <a:gd name="T50" fmla="*/ 50 w 315"/>
              <a:gd name="T51" fmla="*/ 158 h 272"/>
              <a:gd name="T52" fmla="*/ 28 w 315"/>
              <a:gd name="T53" fmla="*/ 158 h 272"/>
              <a:gd name="T54" fmla="*/ 8 w 315"/>
              <a:gd name="T55" fmla="*/ 150 h 272"/>
              <a:gd name="T56" fmla="*/ 0 w 315"/>
              <a:gd name="T57" fmla="*/ 130 h 272"/>
              <a:gd name="T58" fmla="*/ 0 w 315"/>
              <a:gd name="T59" fmla="*/ 96 h 272"/>
              <a:gd name="T60" fmla="*/ 8 w 315"/>
              <a:gd name="T61" fmla="*/ 76 h 272"/>
              <a:gd name="T62" fmla="*/ 28 w 315"/>
              <a:gd name="T63" fmla="*/ 68 h 272"/>
              <a:gd name="T64" fmla="*/ 113 w 315"/>
              <a:gd name="T65" fmla="*/ 68 h 272"/>
              <a:gd name="T66" fmla="*/ 270 w 315"/>
              <a:gd name="T67" fmla="*/ 0 h 272"/>
              <a:gd name="T68" fmla="*/ 286 w 315"/>
              <a:gd name="T69" fmla="*/ 7 h 272"/>
              <a:gd name="T70" fmla="*/ 293 w 315"/>
              <a:gd name="T71" fmla="*/ 23 h 272"/>
              <a:gd name="T72" fmla="*/ 293 w 315"/>
              <a:gd name="T73" fmla="*/ 90 h 272"/>
              <a:gd name="T74" fmla="*/ 270 w 315"/>
              <a:gd name="T75" fmla="*/ 197 h 272"/>
              <a:gd name="T76" fmla="*/ 270 w 315"/>
              <a:gd name="T77" fmla="*/ 29 h 272"/>
              <a:gd name="T78" fmla="*/ 135 w 315"/>
              <a:gd name="T79" fmla="*/ 89 h 272"/>
              <a:gd name="T80" fmla="*/ 135 w 315"/>
              <a:gd name="T81" fmla="*/ 137 h 272"/>
              <a:gd name="T82" fmla="*/ 270 w 315"/>
              <a:gd name="T83" fmla="*/ 197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15" h="272">
                <a:moveTo>
                  <a:pt x="293" y="90"/>
                </a:moveTo>
                <a:cubicBezTo>
                  <a:pt x="299" y="90"/>
                  <a:pt x="304" y="93"/>
                  <a:pt x="309" y="97"/>
                </a:cubicBezTo>
                <a:cubicBezTo>
                  <a:pt x="313" y="101"/>
                  <a:pt x="315" y="107"/>
                  <a:pt x="315" y="113"/>
                </a:cubicBezTo>
                <a:cubicBezTo>
                  <a:pt x="315" y="119"/>
                  <a:pt x="313" y="124"/>
                  <a:pt x="309" y="129"/>
                </a:cubicBezTo>
                <a:cubicBezTo>
                  <a:pt x="304" y="133"/>
                  <a:pt x="299" y="135"/>
                  <a:pt x="293" y="135"/>
                </a:cubicBezTo>
                <a:cubicBezTo>
                  <a:pt x="293" y="203"/>
                  <a:pt x="293" y="203"/>
                  <a:pt x="293" y="203"/>
                </a:cubicBezTo>
                <a:cubicBezTo>
                  <a:pt x="293" y="209"/>
                  <a:pt x="291" y="214"/>
                  <a:pt x="286" y="219"/>
                </a:cubicBezTo>
                <a:cubicBezTo>
                  <a:pt x="282" y="223"/>
                  <a:pt x="276" y="226"/>
                  <a:pt x="270" y="226"/>
                </a:cubicBezTo>
                <a:cubicBezTo>
                  <a:pt x="221" y="185"/>
                  <a:pt x="174" y="163"/>
                  <a:pt x="127" y="159"/>
                </a:cubicBezTo>
                <a:cubicBezTo>
                  <a:pt x="121" y="161"/>
                  <a:pt x="115" y="165"/>
                  <a:pt x="111" y="170"/>
                </a:cubicBezTo>
                <a:cubicBezTo>
                  <a:pt x="108" y="176"/>
                  <a:pt x="106" y="182"/>
                  <a:pt x="106" y="188"/>
                </a:cubicBezTo>
                <a:cubicBezTo>
                  <a:pt x="106" y="194"/>
                  <a:pt x="109" y="200"/>
                  <a:pt x="113" y="204"/>
                </a:cubicBezTo>
                <a:cubicBezTo>
                  <a:pt x="111" y="208"/>
                  <a:pt x="109" y="212"/>
                  <a:pt x="109" y="216"/>
                </a:cubicBezTo>
                <a:cubicBezTo>
                  <a:pt x="109" y="220"/>
                  <a:pt x="109" y="223"/>
                  <a:pt x="110" y="226"/>
                </a:cubicBezTo>
                <a:cubicBezTo>
                  <a:pt x="111" y="229"/>
                  <a:pt x="113" y="232"/>
                  <a:pt x="116" y="236"/>
                </a:cubicBezTo>
                <a:cubicBezTo>
                  <a:pt x="119" y="239"/>
                  <a:pt x="122" y="242"/>
                  <a:pt x="124" y="244"/>
                </a:cubicBezTo>
                <a:cubicBezTo>
                  <a:pt x="127" y="247"/>
                  <a:pt x="131" y="250"/>
                  <a:pt x="135" y="253"/>
                </a:cubicBezTo>
                <a:cubicBezTo>
                  <a:pt x="132" y="260"/>
                  <a:pt x="125" y="265"/>
                  <a:pt x="116" y="268"/>
                </a:cubicBezTo>
                <a:cubicBezTo>
                  <a:pt x="106" y="271"/>
                  <a:pt x="96" y="272"/>
                  <a:pt x="86" y="270"/>
                </a:cubicBezTo>
                <a:cubicBezTo>
                  <a:pt x="76" y="268"/>
                  <a:pt x="68" y="265"/>
                  <a:pt x="63" y="260"/>
                </a:cubicBezTo>
                <a:cubicBezTo>
                  <a:pt x="62" y="258"/>
                  <a:pt x="60" y="252"/>
                  <a:pt x="57" y="245"/>
                </a:cubicBezTo>
                <a:cubicBezTo>
                  <a:pt x="55" y="237"/>
                  <a:pt x="53" y="232"/>
                  <a:pt x="52" y="228"/>
                </a:cubicBezTo>
                <a:cubicBezTo>
                  <a:pt x="51" y="225"/>
                  <a:pt x="49" y="219"/>
                  <a:pt x="48" y="213"/>
                </a:cubicBezTo>
                <a:cubicBezTo>
                  <a:pt x="46" y="206"/>
                  <a:pt x="45" y="200"/>
                  <a:pt x="45" y="195"/>
                </a:cubicBezTo>
                <a:cubicBezTo>
                  <a:pt x="45" y="190"/>
                  <a:pt x="45" y="184"/>
                  <a:pt x="46" y="177"/>
                </a:cubicBezTo>
                <a:cubicBezTo>
                  <a:pt x="46" y="171"/>
                  <a:pt x="48" y="164"/>
                  <a:pt x="50" y="158"/>
                </a:cubicBezTo>
                <a:cubicBezTo>
                  <a:pt x="28" y="158"/>
                  <a:pt x="28" y="158"/>
                  <a:pt x="28" y="158"/>
                </a:cubicBezTo>
                <a:cubicBezTo>
                  <a:pt x="20" y="158"/>
                  <a:pt x="14" y="155"/>
                  <a:pt x="8" y="150"/>
                </a:cubicBezTo>
                <a:cubicBezTo>
                  <a:pt x="3" y="144"/>
                  <a:pt x="0" y="138"/>
                  <a:pt x="0" y="130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3" y="82"/>
                  <a:pt x="8" y="76"/>
                </a:cubicBezTo>
                <a:cubicBezTo>
                  <a:pt x="14" y="71"/>
                  <a:pt x="20" y="68"/>
                  <a:pt x="28" y="68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64" y="68"/>
                  <a:pt x="216" y="45"/>
                  <a:pt x="270" y="0"/>
                </a:cubicBezTo>
                <a:cubicBezTo>
                  <a:pt x="276" y="0"/>
                  <a:pt x="282" y="3"/>
                  <a:pt x="286" y="7"/>
                </a:cubicBezTo>
                <a:cubicBezTo>
                  <a:pt x="291" y="11"/>
                  <a:pt x="293" y="17"/>
                  <a:pt x="293" y="23"/>
                </a:cubicBezTo>
                <a:lnTo>
                  <a:pt x="293" y="90"/>
                </a:lnTo>
                <a:close/>
                <a:moveTo>
                  <a:pt x="270" y="197"/>
                </a:moveTo>
                <a:cubicBezTo>
                  <a:pt x="270" y="29"/>
                  <a:pt x="270" y="29"/>
                  <a:pt x="270" y="29"/>
                </a:cubicBezTo>
                <a:cubicBezTo>
                  <a:pt x="224" y="64"/>
                  <a:pt x="179" y="84"/>
                  <a:pt x="135" y="89"/>
                </a:cubicBezTo>
                <a:cubicBezTo>
                  <a:pt x="135" y="137"/>
                  <a:pt x="135" y="137"/>
                  <a:pt x="135" y="137"/>
                </a:cubicBezTo>
                <a:cubicBezTo>
                  <a:pt x="179" y="142"/>
                  <a:pt x="224" y="162"/>
                  <a:pt x="270" y="19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146176" y="1590675"/>
            <a:ext cx="290513" cy="292100"/>
          </a:xfrm>
          <a:custGeom>
            <a:avLst/>
            <a:gdLst>
              <a:gd name="T0" fmla="*/ 180 w 270"/>
              <a:gd name="T1" fmla="*/ 136 h 271"/>
              <a:gd name="T2" fmla="*/ 167 w 270"/>
              <a:gd name="T3" fmla="*/ 167 h 271"/>
              <a:gd name="T4" fmla="*/ 135 w 270"/>
              <a:gd name="T5" fmla="*/ 181 h 271"/>
              <a:gd name="T6" fmla="*/ 103 w 270"/>
              <a:gd name="T7" fmla="*/ 167 h 271"/>
              <a:gd name="T8" fmla="*/ 90 w 270"/>
              <a:gd name="T9" fmla="*/ 136 h 271"/>
              <a:gd name="T10" fmla="*/ 103 w 270"/>
              <a:gd name="T11" fmla="*/ 104 h 271"/>
              <a:gd name="T12" fmla="*/ 135 w 270"/>
              <a:gd name="T13" fmla="*/ 90 h 271"/>
              <a:gd name="T14" fmla="*/ 167 w 270"/>
              <a:gd name="T15" fmla="*/ 104 h 271"/>
              <a:gd name="T16" fmla="*/ 180 w 270"/>
              <a:gd name="T17" fmla="*/ 136 h 271"/>
              <a:gd name="T18" fmla="*/ 203 w 270"/>
              <a:gd name="T19" fmla="*/ 136 h 271"/>
              <a:gd name="T20" fmla="*/ 183 w 270"/>
              <a:gd name="T21" fmla="*/ 88 h 271"/>
              <a:gd name="T22" fmla="*/ 135 w 270"/>
              <a:gd name="T23" fmla="*/ 68 h 271"/>
              <a:gd name="T24" fmla="*/ 87 w 270"/>
              <a:gd name="T25" fmla="*/ 88 h 271"/>
              <a:gd name="T26" fmla="*/ 68 w 270"/>
              <a:gd name="T27" fmla="*/ 136 h 271"/>
              <a:gd name="T28" fmla="*/ 87 w 270"/>
              <a:gd name="T29" fmla="*/ 183 h 271"/>
              <a:gd name="T30" fmla="*/ 135 w 270"/>
              <a:gd name="T31" fmla="*/ 203 h 271"/>
              <a:gd name="T32" fmla="*/ 183 w 270"/>
              <a:gd name="T33" fmla="*/ 183 h 271"/>
              <a:gd name="T34" fmla="*/ 203 w 270"/>
              <a:gd name="T35" fmla="*/ 136 h 271"/>
              <a:gd name="T36" fmla="*/ 225 w 270"/>
              <a:gd name="T37" fmla="*/ 136 h 271"/>
              <a:gd name="T38" fmla="*/ 199 w 270"/>
              <a:gd name="T39" fmla="*/ 199 h 271"/>
              <a:gd name="T40" fmla="*/ 135 w 270"/>
              <a:gd name="T41" fmla="*/ 226 h 271"/>
              <a:gd name="T42" fmla="*/ 72 w 270"/>
              <a:gd name="T43" fmla="*/ 199 h 271"/>
              <a:gd name="T44" fmla="*/ 45 w 270"/>
              <a:gd name="T45" fmla="*/ 136 h 271"/>
              <a:gd name="T46" fmla="*/ 72 w 270"/>
              <a:gd name="T47" fmla="*/ 72 h 271"/>
              <a:gd name="T48" fmla="*/ 135 w 270"/>
              <a:gd name="T49" fmla="*/ 45 h 271"/>
              <a:gd name="T50" fmla="*/ 199 w 270"/>
              <a:gd name="T51" fmla="*/ 72 h 271"/>
              <a:gd name="T52" fmla="*/ 225 w 270"/>
              <a:gd name="T53" fmla="*/ 136 h 271"/>
              <a:gd name="T54" fmla="*/ 248 w 270"/>
              <a:gd name="T55" fmla="*/ 136 h 271"/>
              <a:gd name="T56" fmla="*/ 239 w 270"/>
              <a:gd name="T57" fmla="*/ 92 h 271"/>
              <a:gd name="T58" fmla="*/ 215 w 270"/>
              <a:gd name="T59" fmla="*/ 56 h 271"/>
              <a:gd name="T60" fmla="*/ 179 w 270"/>
              <a:gd name="T61" fmla="*/ 32 h 271"/>
              <a:gd name="T62" fmla="*/ 135 w 270"/>
              <a:gd name="T63" fmla="*/ 23 h 271"/>
              <a:gd name="T64" fmla="*/ 91 w 270"/>
              <a:gd name="T65" fmla="*/ 32 h 271"/>
              <a:gd name="T66" fmla="*/ 56 w 270"/>
              <a:gd name="T67" fmla="*/ 56 h 271"/>
              <a:gd name="T68" fmla="*/ 32 w 270"/>
              <a:gd name="T69" fmla="*/ 92 h 271"/>
              <a:gd name="T70" fmla="*/ 23 w 270"/>
              <a:gd name="T71" fmla="*/ 136 h 271"/>
              <a:gd name="T72" fmla="*/ 32 w 270"/>
              <a:gd name="T73" fmla="*/ 179 h 271"/>
              <a:gd name="T74" fmla="*/ 56 w 270"/>
              <a:gd name="T75" fmla="*/ 215 h 271"/>
              <a:gd name="T76" fmla="*/ 91 w 270"/>
              <a:gd name="T77" fmla="*/ 239 h 271"/>
              <a:gd name="T78" fmla="*/ 135 w 270"/>
              <a:gd name="T79" fmla="*/ 248 h 271"/>
              <a:gd name="T80" fmla="*/ 179 w 270"/>
              <a:gd name="T81" fmla="*/ 239 h 271"/>
              <a:gd name="T82" fmla="*/ 215 w 270"/>
              <a:gd name="T83" fmla="*/ 215 h 271"/>
              <a:gd name="T84" fmla="*/ 239 w 270"/>
              <a:gd name="T85" fmla="*/ 179 h 271"/>
              <a:gd name="T86" fmla="*/ 248 w 270"/>
              <a:gd name="T87" fmla="*/ 136 h 271"/>
              <a:gd name="T88" fmla="*/ 270 w 270"/>
              <a:gd name="T89" fmla="*/ 136 h 271"/>
              <a:gd name="T90" fmla="*/ 252 w 270"/>
              <a:gd name="T91" fmla="*/ 203 h 271"/>
              <a:gd name="T92" fmla="*/ 203 w 270"/>
              <a:gd name="T93" fmla="*/ 253 h 271"/>
              <a:gd name="T94" fmla="*/ 135 w 270"/>
              <a:gd name="T95" fmla="*/ 271 h 271"/>
              <a:gd name="T96" fmla="*/ 67 w 270"/>
              <a:gd name="T97" fmla="*/ 253 h 271"/>
              <a:gd name="T98" fmla="*/ 18 w 270"/>
              <a:gd name="T99" fmla="*/ 203 h 271"/>
              <a:gd name="T100" fmla="*/ 0 w 270"/>
              <a:gd name="T101" fmla="*/ 136 h 271"/>
              <a:gd name="T102" fmla="*/ 18 w 270"/>
              <a:gd name="T103" fmla="*/ 68 h 271"/>
              <a:gd name="T104" fmla="*/ 67 w 270"/>
              <a:gd name="T105" fmla="*/ 19 h 271"/>
              <a:gd name="T106" fmla="*/ 135 w 270"/>
              <a:gd name="T107" fmla="*/ 0 h 271"/>
              <a:gd name="T108" fmla="*/ 203 w 270"/>
              <a:gd name="T109" fmla="*/ 19 h 271"/>
              <a:gd name="T110" fmla="*/ 252 w 270"/>
              <a:gd name="T111" fmla="*/ 68 h 271"/>
              <a:gd name="T112" fmla="*/ 270 w 270"/>
              <a:gd name="T113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0" h="271">
                <a:moveTo>
                  <a:pt x="180" y="136"/>
                </a:moveTo>
                <a:cubicBezTo>
                  <a:pt x="180" y="148"/>
                  <a:pt x="176" y="159"/>
                  <a:pt x="167" y="167"/>
                </a:cubicBezTo>
                <a:cubicBezTo>
                  <a:pt x="158" y="176"/>
                  <a:pt x="148" y="181"/>
                  <a:pt x="135" y="181"/>
                </a:cubicBezTo>
                <a:cubicBezTo>
                  <a:pt x="123" y="181"/>
                  <a:pt x="112" y="176"/>
                  <a:pt x="103" y="167"/>
                </a:cubicBezTo>
                <a:cubicBezTo>
                  <a:pt x="95" y="159"/>
                  <a:pt x="90" y="148"/>
                  <a:pt x="90" y="136"/>
                </a:cubicBezTo>
                <a:cubicBezTo>
                  <a:pt x="90" y="123"/>
                  <a:pt x="95" y="113"/>
                  <a:pt x="103" y="104"/>
                </a:cubicBezTo>
                <a:cubicBezTo>
                  <a:pt x="112" y="95"/>
                  <a:pt x="123" y="90"/>
                  <a:pt x="135" y="90"/>
                </a:cubicBezTo>
                <a:cubicBezTo>
                  <a:pt x="148" y="90"/>
                  <a:pt x="158" y="95"/>
                  <a:pt x="167" y="104"/>
                </a:cubicBezTo>
                <a:cubicBezTo>
                  <a:pt x="176" y="113"/>
                  <a:pt x="180" y="123"/>
                  <a:pt x="180" y="136"/>
                </a:cubicBezTo>
                <a:close/>
                <a:moveTo>
                  <a:pt x="203" y="136"/>
                </a:moveTo>
                <a:cubicBezTo>
                  <a:pt x="203" y="117"/>
                  <a:pt x="196" y="101"/>
                  <a:pt x="183" y="88"/>
                </a:cubicBezTo>
                <a:cubicBezTo>
                  <a:pt x="170" y="75"/>
                  <a:pt x="154" y="68"/>
                  <a:pt x="135" y="68"/>
                </a:cubicBezTo>
                <a:cubicBezTo>
                  <a:pt x="117" y="68"/>
                  <a:pt x="101" y="75"/>
                  <a:pt x="87" y="88"/>
                </a:cubicBezTo>
                <a:cubicBezTo>
                  <a:pt x="74" y="101"/>
                  <a:pt x="68" y="117"/>
                  <a:pt x="68" y="136"/>
                </a:cubicBezTo>
                <a:cubicBezTo>
                  <a:pt x="68" y="154"/>
                  <a:pt x="74" y="170"/>
                  <a:pt x="87" y="183"/>
                </a:cubicBezTo>
                <a:cubicBezTo>
                  <a:pt x="101" y="197"/>
                  <a:pt x="117" y="203"/>
                  <a:pt x="135" y="203"/>
                </a:cubicBezTo>
                <a:cubicBezTo>
                  <a:pt x="154" y="203"/>
                  <a:pt x="170" y="197"/>
                  <a:pt x="183" y="183"/>
                </a:cubicBezTo>
                <a:cubicBezTo>
                  <a:pt x="196" y="170"/>
                  <a:pt x="203" y="154"/>
                  <a:pt x="203" y="136"/>
                </a:cubicBezTo>
                <a:close/>
                <a:moveTo>
                  <a:pt x="225" y="136"/>
                </a:moveTo>
                <a:cubicBezTo>
                  <a:pt x="225" y="160"/>
                  <a:pt x="217" y="182"/>
                  <a:pt x="199" y="199"/>
                </a:cubicBezTo>
                <a:cubicBezTo>
                  <a:pt x="181" y="217"/>
                  <a:pt x="160" y="226"/>
                  <a:pt x="135" y="226"/>
                </a:cubicBezTo>
                <a:cubicBezTo>
                  <a:pt x="110" y="226"/>
                  <a:pt x="89" y="217"/>
                  <a:pt x="72" y="199"/>
                </a:cubicBezTo>
                <a:cubicBezTo>
                  <a:pt x="54" y="182"/>
                  <a:pt x="45" y="160"/>
                  <a:pt x="45" y="136"/>
                </a:cubicBezTo>
                <a:cubicBezTo>
                  <a:pt x="45" y="111"/>
                  <a:pt x="54" y="89"/>
                  <a:pt x="72" y="72"/>
                </a:cubicBezTo>
                <a:cubicBezTo>
                  <a:pt x="89" y="54"/>
                  <a:pt x="110" y="45"/>
                  <a:pt x="135" y="45"/>
                </a:cubicBezTo>
                <a:cubicBezTo>
                  <a:pt x="160" y="45"/>
                  <a:pt x="181" y="54"/>
                  <a:pt x="199" y="72"/>
                </a:cubicBezTo>
                <a:cubicBezTo>
                  <a:pt x="217" y="89"/>
                  <a:pt x="225" y="111"/>
                  <a:pt x="225" y="136"/>
                </a:cubicBezTo>
                <a:close/>
                <a:moveTo>
                  <a:pt x="248" y="136"/>
                </a:moveTo>
                <a:cubicBezTo>
                  <a:pt x="248" y="120"/>
                  <a:pt x="245" y="106"/>
                  <a:pt x="239" y="92"/>
                </a:cubicBezTo>
                <a:cubicBezTo>
                  <a:pt x="233" y="78"/>
                  <a:pt x="225" y="66"/>
                  <a:pt x="215" y="56"/>
                </a:cubicBezTo>
                <a:cubicBezTo>
                  <a:pt x="205" y="46"/>
                  <a:pt x="193" y="38"/>
                  <a:pt x="179" y="32"/>
                </a:cubicBezTo>
                <a:cubicBezTo>
                  <a:pt x="165" y="26"/>
                  <a:pt x="150" y="23"/>
                  <a:pt x="135" y="23"/>
                </a:cubicBezTo>
                <a:cubicBezTo>
                  <a:pt x="120" y="23"/>
                  <a:pt x="105" y="26"/>
                  <a:pt x="91" y="32"/>
                </a:cubicBezTo>
                <a:cubicBezTo>
                  <a:pt x="78" y="38"/>
                  <a:pt x="66" y="46"/>
                  <a:pt x="56" y="56"/>
                </a:cubicBezTo>
                <a:cubicBezTo>
                  <a:pt x="46" y="66"/>
                  <a:pt x="38" y="78"/>
                  <a:pt x="32" y="92"/>
                </a:cubicBezTo>
                <a:cubicBezTo>
                  <a:pt x="26" y="106"/>
                  <a:pt x="23" y="120"/>
                  <a:pt x="23" y="136"/>
                </a:cubicBezTo>
                <a:cubicBezTo>
                  <a:pt x="23" y="151"/>
                  <a:pt x="26" y="165"/>
                  <a:pt x="32" y="179"/>
                </a:cubicBezTo>
                <a:cubicBezTo>
                  <a:pt x="38" y="193"/>
                  <a:pt x="46" y="205"/>
                  <a:pt x="56" y="215"/>
                </a:cubicBezTo>
                <a:cubicBezTo>
                  <a:pt x="66" y="225"/>
                  <a:pt x="78" y="233"/>
                  <a:pt x="91" y="239"/>
                </a:cubicBezTo>
                <a:cubicBezTo>
                  <a:pt x="105" y="245"/>
                  <a:pt x="120" y="248"/>
                  <a:pt x="135" y="248"/>
                </a:cubicBezTo>
                <a:cubicBezTo>
                  <a:pt x="150" y="248"/>
                  <a:pt x="165" y="245"/>
                  <a:pt x="179" y="239"/>
                </a:cubicBezTo>
                <a:cubicBezTo>
                  <a:pt x="193" y="233"/>
                  <a:pt x="205" y="225"/>
                  <a:pt x="215" y="215"/>
                </a:cubicBezTo>
                <a:cubicBezTo>
                  <a:pt x="225" y="205"/>
                  <a:pt x="233" y="193"/>
                  <a:pt x="239" y="179"/>
                </a:cubicBezTo>
                <a:cubicBezTo>
                  <a:pt x="245" y="165"/>
                  <a:pt x="248" y="151"/>
                  <a:pt x="248" y="136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3"/>
                </a:cubicBezTo>
                <a:cubicBezTo>
                  <a:pt x="240" y="224"/>
                  <a:pt x="224" y="241"/>
                  <a:pt x="203" y="253"/>
                </a:cubicBezTo>
                <a:cubicBezTo>
                  <a:pt x="182" y="265"/>
                  <a:pt x="160" y="271"/>
                  <a:pt x="135" y="271"/>
                </a:cubicBezTo>
                <a:cubicBezTo>
                  <a:pt x="111" y="271"/>
                  <a:pt x="88" y="265"/>
                  <a:pt x="67" y="253"/>
                </a:cubicBezTo>
                <a:cubicBezTo>
                  <a:pt x="47" y="241"/>
                  <a:pt x="30" y="224"/>
                  <a:pt x="18" y="203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6"/>
                  <a:pt x="111" y="0"/>
                  <a:pt x="135" y="0"/>
                </a:cubicBezTo>
                <a:cubicBezTo>
                  <a:pt x="160" y="0"/>
                  <a:pt x="182" y="6"/>
                  <a:pt x="203" y="19"/>
                </a:cubicBezTo>
                <a:cubicBezTo>
                  <a:pt x="224" y="31"/>
                  <a:pt x="240" y="47"/>
                  <a:pt x="252" y="68"/>
                </a:cubicBezTo>
                <a:cubicBezTo>
                  <a:pt x="264" y="88"/>
                  <a:pt x="270" y="111"/>
                  <a:pt x="270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579563" y="1566863"/>
            <a:ext cx="292100" cy="339725"/>
          </a:xfrm>
          <a:custGeom>
            <a:avLst/>
            <a:gdLst>
              <a:gd name="T0" fmla="*/ 61 w 270"/>
              <a:gd name="T1" fmla="*/ 198 h 315"/>
              <a:gd name="T2" fmla="*/ 29 w 270"/>
              <a:gd name="T3" fmla="*/ 198 h 315"/>
              <a:gd name="T4" fmla="*/ 29 w 270"/>
              <a:gd name="T5" fmla="*/ 230 h 315"/>
              <a:gd name="T6" fmla="*/ 61 w 270"/>
              <a:gd name="T7" fmla="*/ 230 h 315"/>
              <a:gd name="T8" fmla="*/ 247 w 270"/>
              <a:gd name="T9" fmla="*/ 214 h 315"/>
              <a:gd name="T10" fmla="*/ 225 w 270"/>
              <a:gd name="T11" fmla="*/ 191 h 315"/>
              <a:gd name="T12" fmla="*/ 202 w 270"/>
              <a:gd name="T13" fmla="*/ 214 h 315"/>
              <a:gd name="T14" fmla="*/ 225 w 270"/>
              <a:gd name="T15" fmla="*/ 236 h 315"/>
              <a:gd name="T16" fmla="*/ 247 w 270"/>
              <a:gd name="T17" fmla="*/ 214 h 315"/>
              <a:gd name="T18" fmla="*/ 227 w 270"/>
              <a:gd name="T19" fmla="*/ 77 h 315"/>
              <a:gd name="T20" fmla="*/ 216 w 270"/>
              <a:gd name="T21" fmla="*/ 67 h 315"/>
              <a:gd name="T22" fmla="*/ 47 w 270"/>
              <a:gd name="T23" fmla="*/ 70 h 315"/>
              <a:gd name="T24" fmla="*/ 30 w 270"/>
              <a:gd name="T25" fmla="*/ 144 h 315"/>
              <a:gd name="T26" fmla="*/ 41 w 270"/>
              <a:gd name="T27" fmla="*/ 158 h 315"/>
              <a:gd name="T28" fmla="*/ 237 w 270"/>
              <a:gd name="T29" fmla="*/ 154 h 315"/>
              <a:gd name="T30" fmla="*/ 200 w 270"/>
              <a:gd name="T31" fmla="*/ 36 h 315"/>
              <a:gd name="T32" fmla="*/ 191 w 270"/>
              <a:gd name="T33" fmla="*/ 28 h 315"/>
              <a:gd name="T34" fmla="*/ 72 w 270"/>
              <a:gd name="T35" fmla="*/ 30 h 315"/>
              <a:gd name="T36" fmla="*/ 72 w 270"/>
              <a:gd name="T37" fmla="*/ 42 h 315"/>
              <a:gd name="T38" fmla="*/ 191 w 270"/>
              <a:gd name="T39" fmla="*/ 45 h 315"/>
              <a:gd name="T40" fmla="*/ 200 w 270"/>
              <a:gd name="T41" fmla="*/ 36 h 315"/>
              <a:gd name="T42" fmla="*/ 270 w 270"/>
              <a:gd name="T43" fmla="*/ 270 h 315"/>
              <a:gd name="T44" fmla="*/ 247 w 270"/>
              <a:gd name="T45" fmla="*/ 293 h 315"/>
              <a:gd name="T46" fmla="*/ 225 w 270"/>
              <a:gd name="T47" fmla="*/ 315 h 315"/>
              <a:gd name="T48" fmla="*/ 202 w 270"/>
              <a:gd name="T49" fmla="*/ 293 h 315"/>
              <a:gd name="T50" fmla="*/ 67 w 270"/>
              <a:gd name="T51" fmla="*/ 270 h 315"/>
              <a:gd name="T52" fmla="*/ 61 w 270"/>
              <a:gd name="T53" fmla="*/ 309 h 315"/>
              <a:gd name="T54" fmla="*/ 29 w 270"/>
              <a:gd name="T55" fmla="*/ 309 h 315"/>
              <a:gd name="T56" fmla="*/ 22 w 270"/>
              <a:gd name="T57" fmla="*/ 270 h 315"/>
              <a:gd name="T58" fmla="*/ 0 w 270"/>
              <a:gd name="T59" fmla="*/ 164 h 315"/>
              <a:gd name="T60" fmla="*/ 22 w 270"/>
              <a:gd name="T61" fmla="*/ 45 h 315"/>
              <a:gd name="T62" fmla="*/ 80 w 270"/>
              <a:gd name="T63" fmla="*/ 5 h 315"/>
              <a:gd name="T64" fmla="*/ 190 w 270"/>
              <a:gd name="T65" fmla="*/ 5 h 315"/>
              <a:gd name="T66" fmla="*/ 247 w 270"/>
              <a:gd name="T67" fmla="*/ 45 h 315"/>
              <a:gd name="T68" fmla="*/ 270 w 270"/>
              <a:gd name="T69" fmla="*/ 164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0" h="315">
                <a:moveTo>
                  <a:pt x="67" y="214"/>
                </a:moveTo>
                <a:cubicBezTo>
                  <a:pt x="67" y="208"/>
                  <a:pt x="65" y="202"/>
                  <a:pt x="61" y="198"/>
                </a:cubicBezTo>
                <a:cubicBezTo>
                  <a:pt x="56" y="194"/>
                  <a:pt x="51" y="191"/>
                  <a:pt x="45" y="191"/>
                </a:cubicBezTo>
                <a:cubicBezTo>
                  <a:pt x="38" y="191"/>
                  <a:pt x="33" y="194"/>
                  <a:pt x="29" y="198"/>
                </a:cubicBezTo>
                <a:cubicBezTo>
                  <a:pt x="24" y="202"/>
                  <a:pt x="22" y="208"/>
                  <a:pt x="22" y="214"/>
                </a:cubicBezTo>
                <a:cubicBezTo>
                  <a:pt x="22" y="220"/>
                  <a:pt x="24" y="225"/>
                  <a:pt x="29" y="230"/>
                </a:cubicBezTo>
                <a:cubicBezTo>
                  <a:pt x="33" y="234"/>
                  <a:pt x="38" y="236"/>
                  <a:pt x="45" y="236"/>
                </a:cubicBezTo>
                <a:cubicBezTo>
                  <a:pt x="51" y="236"/>
                  <a:pt x="56" y="234"/>
                  <a:pt x="61" y="230"/>
                </a:cubicBezTo>
                <a:cubicBezTo>
                  <a:pt x="65" y="225"/>
                  <a:pt x="67" y="220"/>
                  <a:pt x="67" y="214"/>
                </a:cubicBezTo>
                <a:close/>
                <a:moveTo>
                  <a:pt x="247" y="214"/>
                </a:moveTo>
                <a:cubicBezTo>
                  <a:pt x="247" y="208"/>
                  <a:pt x="245" y="202"/>
                  <a:pt x="241" y="198"/>
                </a:cubicBezTo>
                <a:cubicBezTo>
                  <a:pt x="236" y="194"/>
                  <a:pt x="231" y="191"/>
                  <a:pt x="225" y="191"/>
                </a:cubicBezTo>
                <a:cubicBezTo>
                  <a:pt x="219" y="191"/>
                  <a:pt x="213" y="194"/>
                  <a:pt x="209" y="198"/>
                </a:cubicBezTo>
                <a:cubicBezTo>
                  <a:pt x="205" y="202"/>
                  <a:pt x="202" y="208"/>
                  <a:pt x="202" y="214"/>
                </a:cubicBezTo>
                <a:cubicBezTo>
                  <a:pt x="202" y="220"/>
                  <a:pt x="205" y="225"/>
                  <a:pt x="209" y="230"/>
                </a:cubicBezTo>
                <a:cubicBezTo>
                  <a:pt x="213" y="234"/>
                  <a:pt x="219" y="236"/>
                  <a:pt x="225" y="236"/>
                </a:cubicBezTo>
                <a:cubicBezTo>
                  <a:pt x="231" y="236"/>
                  <a:pt x="236" y="234"/>
                  <a:pt x="241" y="230"/>
                </a:cubicBezTo>
                <a:cubicBezTo>
                  <a:pt x="245" y="225"/>
                  <a:pt x="247" y="220"/>
                  <a:pt x="247" y="214"/>
                </a:cubicBezTo>
                <a:close/>
                <a:moveTo>
                  <a:pt x="239" y="144"/>
                </a:moveTo>
                <a:cubicBezTo>
                  <a:pt x="227" y="77"/>
                  <a:pt x="227" y="77"/>
                  <a:pt x="227" y="77"/>
                </a:cubicBezTo>
                <a:cubicBezTo>
                  <a:pt x="226" y="74"/>
                  <a:pt x="225" y="72"/>
                  <a:pt x="223" y="70"/>
                </a:cubicBezTo>
                <a:cubicBezTo>
                  <a:pt x="221" y="68"/>
                  <a:pt x="218" y="67"/>
                  <a:pt x="216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1" y="67"/>
                  <a:pt x="49" y="68"/>
                  <a:pt x="47" y="70"/>
                </a:cubicBezTo>
                <a:cubicBezTo>
                  <a:pt x="45" y="72"/>
                  <a:pt x="43" y="74"/>
                  <a:pt x="43" y="77"/>
                </a:cubicBezTo>
                <a:cubicBezTo>
                  <a:pt x="30" y="144"/>
                  <a:pt x="30" y="144"/>
                  <a:pt x="30" y="144"/>
                </a:cubicBezTo>
                <a:cubicBezTo>
                  <a:pt x="30" y="148"/>
                  <a:pt x="30" y="151"/>
                  <a:pt x="33" y="154"/>
                </a:cubicBezTo>
                <a:cubicBezTo>
                  <a:pt x="35" y="156"/>
                  <a:pt x="38" y="158"/>
                  <a:pt x="41" y="158"/>
                </a:cubicBezTo>
                <a:cubicBezTo>
                  <a:pt x="228" y="158"/>
                  <a:pt x="228" y="158"/>
                  <a:pt x="228" y="158"/>
                </a:cubicBezTo>
                <a:cubicBezTo>
                  <a:pt x="232" y="158"/>
                  <a:pt x="235" y="156"/>
                  <a:pt x="237" y="154"/>
                </a:cubicBezTo>
                <a:cubicBezTo>
                  <a:pt x="239" y="151"/>
                  <a:pt x="240" y="148"/>
                  <a:pt x="239" y="144"/>
                </a:cubicBezTo>
                <a:close/>
                <a:moveTo>
                  <a:pt x="200" y="36"/>
                </a:moveTo>
                <a:cubicBezTo>
                  <a:pt x="200" y="34"/>
                  <a:pt x="199" y="32"/>
                  <a:pt x="197" y="30"/>
                </a:cubicBezTo>
                <a:cubicBezTo>
                  <a:pt x="195" y="29"/>
                  <a:pt x="193" y="28"/>
                  <a:pt x="191" y="28"/>
                </a:cubicBezTo>
                <a:cubicBezTo>
                  <a:pt x="78" y="28"/>
                  <a:pt x="78" y="28"/>
                  <a:pt x="78" y="28"/>
                </a:cubicBezTo>
                <a:cubicBezTo>
                  <a:pt x="76" y="28"/>
                  <a:pt x="74" y="29"/>
                  <a:pt x="72" y="30"/>
                </a:cubicBezTo>
                <a:cubicBezTo>
                  <a:pt x="71" y="32"/>
                  <a:pt x="70" y="34"/>
                  <a:pt x="70" y="36"/>
                </a:cubicBezTo>
                <a:cubicBezTo>
                  <a:pt x="70" y="39"/>
                  <a:pt x="71" y="41"/>
                  <a:pt x="72" y="42"/>
                </a:cubicBezTo>
                <a:cubicBezTo>
                  <a:pt x="74" y="44"/>
                  <a:pt x="76" y="45"/>
                  <a:pt x="78" y="45"/>
                </a:cubicBezTo>
                <a:cubicBezTo>
                  <a:pt x="191" y="45"/>
                  <a:pt x="191" y="45"/>
                  <a:pt x="191" y="45"/>
                </a:cubicBezTo>
                <a:cubicBezTo>
                  <a:pt x="193" y="45"/>
                  <a:pt x="195" y="44"/>
                  <a:pt x="197" y="42"/>
                </a:cubicBezTo>
                <a:cubicBezTo>
                  <a:pt x="199" y="41"/>
                  <a:pt x="200" y="39"/>
                  <a:pt x="200" y="36"/>
                </a:cubicBezTo>
                <a:close/>
                <a:moveTo>
                  <a:pt x="270" y="164"/>
                </a:moveTo>
                <a:cubicBezTo>
                  <a:pt x="270" y="270"/>
                  <a:pt x="270" y="270"/>
                  <a:pt x="270" y="270"/>
                </a:cubicBezTo>
                <a:cubicBezTo>
                  <a:pt x="247" y="270"/>
                  <a:pt x="247" y="270"/>
                  <a:pt x="247" y="270"/>
                </a:cubicBezTo>
                <a:cubicBezTo>
                  <a:pt x="247" y="293"/>
                  <a:pt x="247" y="293"/>
                  <a:pt x="247" y="293"/>
                </a:cubicBezTo>
                <a:cubicBezTo>
                  <a:pt x="247" y="299"/>
                  <a:pt x="245" y="304"/>
                  <a:pt x="241" y="309"/>
                </a:cubicBezTo>
                <a:cubicBezTo>
                  <a:pt x="236" y="313"/>
                  <a:pt x="231" y="315"/>
                  <a:pt x="225" y="315"/>
                </a:cubicBezTo>
                <a:cubicBezTo>
                  <a:pt x="219" y="315"/>
                  <a:pt x="213" y="313"/>
                  <a:pt x="209" y="309"/>
                </a:cubicBezTo>
                <a:cubicBezTo>
                  <a:pt x="205" y="304"/>
                  <a:pt x="202" y="299"/>
                  <a:pt x="202" y="293"/>
                </a:cubicBezTo>
                <a:cubicBezTo>
                  <a:pt x="202" y="270"/>
                  <a:pt x="202" y="270"/>
                  <a:pt x="202" y="270"/>
                </a:cubicBezTo>
                <a:cubicBezTo>
                  <a:pt x="67" y="270"/>
                  <a:pt x="67" y="270"/>
                  <a:pt x="67" y="270"/>
                </a:cubicBezTo>
                <a:cubicBezTo>
                  <a:pt x="67" y="293"/>
                  <a:pt x="67" y="293"/>
                  <a:pt x="67" y="293"/>
                </a:cubicBezTo>
                <a:cubicBezTo>
                  <a:pt x="67" y="299"/>
                  <a:pt x="65" y="304"/>
                  <a:pt x="61" y="309"/>
                </a:cubicBezTo>
                <a:cubicBezTo>
                  <a:pt x="56" y="313"/>
                  <a:pt x="51" y="315"/>
                  <a:pt x="45" y="315"/>
                </a:cubicBezTo>
                <a:cubicBezTo>
                  <a:pt x="38" y="315"/>
                  <a:pt x="33" y="313"/>
                  <a:pt x="29" y="309"/>
                </a:cubicBezTo>
                <a:cubicBezTo>
                  <a:pt x="24" y="304"/>
                  <a:pt x="22" y="299"/>
                  <a:pt x="22" y="293"/>
                </a:cubicBezTo>
                <a:cubicBezTo>
                  <a:pt x="22" y="270"/>
                  <a:pt x="22" y="270"/>
                  <a:pt x="22" y="270"/>
                </a:cubicBezTo>
                <a:cubicBezTo>
                  <a:pt x="0" y="270"/>
                  <a:pt x="0" y="270"/>
                  <a:pt x="0" y="270"/>
                </a:cubicBezTo>
                <a:cubicBezTo>
                  <a:pt x="0" y="164"/>
                  <a:pt x="0" y="164"/>
                  <a:pt x="0" y="164"/>
                </a:cubicBezTo>
                <a:cubicBezTo>
                  <a:pt x="0" y="151"/>
                  <a:pt x="1" y="138"/>
                  <a:pt x="4" y="125"/>
                </a:cubicBezTo>
                <a:cubicBezTo>
                  <a:pt x="22" y="45"/>
                  <a:pt x="22" y="45"/>
                  <a:pt x="22" y="45"/>
                </a:cubicBezTo>
                <a:cubicBezTo>
                  <a:pt x="23" y="36"/>
                  <a:pt x="29" y="28"/>
                  <a:pt x="39" y="21"/>
                </a:cubicBezTo>
                <a:cubicBezTo>
                  <a:pt x="50" y="14"/>
                  <a:pt x="63" y="9"/>
                  <a:pt x="80" y="5"/>
                </a:cubicBezTo>
                <a:cubicBezTo>
                  <a:pt x="96" y="2"/>
                  <a:pt x="115" y="0"/>
                  <a:pt x="135" y="0"/>
                </a:cubicBezTo>
                <a:cubicBezTo>
                  <a:pt x="155" y="0"/>
                  <a:pt x="173" y="2"/>
                  <a:pt x="190" y="5"/>
                </a:cubicBezTo>
                <a:cubicBezTo>
                  <a:pt x="206" y="9"/>
                  <a:pt x="220" y="14"/>
                  <a:pt x="230" y="21"/>
                </a:cubicBezTo>
                <a:cubicBezTo>
                  <a:pt x="241" y="28"/>
                  <a:pt x="246" y="36"/>
                  <a:pt x="247" y="45"/>
                </a:cubicBezTo>
                <a:cubicBezTo>
                  <a:pt x="266" y="125"/>
                  <a:pt x="266" y="125"/>
                  <a:pt x="266" y="125"/>
                </a:cubicBezTo>
                <a:cubicBezTo>
                  <a:pt x="269" y="137"/>
                  <a:pt x="270" y="150"/>
                  <a:pt x="270" y="16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2024063" y="1566863"/>
            <a:ext cx="268288" cy="339725"/>
          </a:xfrm>
          <a:custGeom>
            <a:avLst/>
            <a:gdLst>
              <a:gd name="T0" fmla="*/ 113 w 248"/>
              <a:gd name="T1" fmla="*/ 11 h 315"/>
              <a:gd name="T2" fmla="*/ 113 w 248"/>
              <a:gd name="T3" fmla="*/ 124 h 315"/>
              <a:gd name="T4" fmla="*/ 107 w 248"/>
              <a:gd name="T5" fmla="*/ 143 h 315"/>
              <a:gd name="T6" fmla="*/ 90 w 248"/>
              <a:gd name="T7" fmla="*/ 156 h 315"/>
              <a:gd name="T8" fmla="*/ 90 w 248"/>
              <a:gd name="T9" fmla="*/ 293 h 315"/>
              <a:gd name="T10" fmla="*/ 84 w 248"/>
              <a:gd name="T11" fmla="*/ 309 h 315"/>
              <a:gd name="T12" fmla="*/ 68 w 248"/>
              <a:gd name="T13" fmla="*/ 315 h 315"/>
              <a:gd name="T14" fmla="*/ 45 w 248"/>
              <a:gd name="T15" fmla="*/ 315 h 315"/>
              <a:gd name="T16" fmla="*/ 30 w 248"/>
              <a:gd name="T17" fmla="*/ 309 h 315"/>
              <a:gd name="T18" fmla="*/ 23 w 248"/>
              <a:gd name="T19" fmla="*/ 293 h 315"/>
              <a:gd name="T20" fmla="*/ 23 w 248"/>
              <a:gd name="T21" fmla="*/ 156 h 315"/>
              <a:gd name="T22" fmla="*/ 7 w 248"/>
              <a:gd name="T23" fmla="*/ 143 h 315"/>
              <a:gd name="T24" fmla="*/ 0 w 248"/>
              <a:gd name="T25" fmla="*/ 124 h 315"/>
              <a:gd name="T26" fmla="*/ 0 w 248"/>
              <a:gd name="T27" fmla="*/ 11 h 315"/>
              <a:gd name="T28" fmla="*/ 4 w 248"/>
              <a:gd name="T29" fmla="*/ 3 h 315"/>
              <a:gd name="T30" fmla="*/ 12 w 248"/>
              <a:gd name="T31" fmla="*/ 0 h 315"/>
              <a:gd name="T32" fmla="*/ 20 w 248"/>
              <a:gd name="T33" fmla="*/ 3 h 315"/>
              <a:gd name="T34" fmla="*/ 23 w 248"/>
              <a:gd name="T35" fmla="*/ 11 h 315"/>
              <a:gd name="T36" fmla="*/ 23 w 248"/>
              <a:gd name="T37" fmla="*/ 84 h 315"/>
              <a:gd name="T38" fmla="*/ 26 w 248"/>
              <a:gd name="T39" fmla="*/ 92 h 315"/>
              <a:gd name="T40" fmla="*/ 34 w 248"/>
              <a:gd name="T41" fmla="*/ 96 h 315"/>
              <a:gd name="T42" fmla="*/ 42 w 248"/>
              <a:gd name="T43" fmla="*/ 92 h 315"/>
              <a:gd name="T44" fmla="*/ 45 w 248"/>
              <a:gd name="T45" fmla="*/ 84 h 315"/>
              <a:gd name="T46" fmla="*/ 45 w 248"/>
              <a:gd name="T47" fmla="*/ 11 h 315"/>
              <a:gd name="T48" fmla="*/ 49 w 248"/>
              <a:gd name="T49" fmla="*/ 3 h 315"/>
              <a:gd name="T50" fmla="*/ 57 w 248"/>
              <a:gd name="T51" fmla="*/ 0 h 315"/>
              <a:gd name="T52" fmla="*/ 65 w 248"/>
              <a:gd name="T53" fmla="*/ 3 h 315"/>
              <a:gd name="T54" fmla="*/ 68 w 248"/>
              <a:gd name="T55" fmla="*/ 11 h 315"/>
              <a:gd name="T56" fmla="*/ 68 w 248"/>
              <a:gd name="T57" fmla="*/ 84 h 315"/>
              <a:gd name="T58" fmla="*/ 71 w 248"/>
              <a:gd name="T59" fmla="*/ 92 h 315"/>
              <a:gd name="T60" fmla="*/ 79 w 248"/>
              <a:gd name="T61" fmla="*/ 96 h 315"/>
              <a:gd name="T62" fmla="*/ 87 w 248"/>
              <a:gd name="T63" fmla="*/ 92 h 315"/>
              <a:gd name="T64" fmla="*/ 90 w 248"/>
              <a:gd name="T65" fmla="*/ 84 h 315"/>
              <a:gd name="T66" fmla="*/ 90 w 248"/>
              <a:gd name="T67" fmla="*/ 11 h 315"/>
              <a:gd name="T68" fmla="*/ 94 w 248"/>
              <a:gd name="T69" fmla="*/ 3 h 315"/>
              <a:gd name="T70" fmla="*/ 102 w 248"/>
              <a:gd name="T71" fmla="*/ 0 h 315"/>
              <a:gd name="T72" fmla="*/ 110 w 248"/>
              <a:gd name="T73" fmla="*/ 3 h 315"/>
              <a:gd name="T74" fmla="*/ 113 w 248"/>
              <a:gd name="T75" fmla="*/ 11 h 315"/>
              <a:gd name="T76" fmla="*/ 248 w 248"/>
              <a:gd name="T77" fmla="*/ 11 h 315"/>
              <a:gd name="T78" fmla="*/ 248 w 248"/>
              <a:gd name="T79" fmla="*/ 293 h 315"/>
              <a:gd name="T80" fmla="*/ 242 w 248"/>
              <a:gd name="T81" fmla="*/ 309 h 315"/>
              <a:gd name="T82" fmla="*/ 226 w 248"/>
              <a:gd name="T83" fmla="*/ 315 h 315"/>
              <a:gd name="T84" fmla="*/ 203 w 248"/>
              <a:gd name="T85" fmla="*/ 315 h 315"/>
              <a:gd name="T86" fmla="*/ 187 w 248"/>
              <a:gd name="T87" fmla="*/ 309 h 315"/>
              <a:gd name="T88" fmla="*/ 181 w 248"/>
              <a:gd name="T89" fmla="*/ 293 h 315"/>
              <a:gd name="T90" fmla="*/ 181 w 248"/>
              <a:gd name="T91" fmla="*/ 203 h 315"/>
              <a:gd name="T92" fmla="*/ 141 w 248"/>
              <a:gd name="T93" fmla="*/ 203 h 315"/>
              <a:gd name="T94" fmla="*/ 137 w 248"/>
              <a:gd name="T95" fmla="*/ 201 h 315"/>
              <a:gd name="T96" fmla="*/ 136 w 248"/>
              <a:gd name="T97" fmla="*/ 197 h 315"/>
              <a:gd name="T98" fmla="*/ 136 w 248"/>
              <a:gd name="T99" fmla="*/ 56 h 315"/>
              <a:gd name="T100" fmla="*/ 152 w 248"/>
              <a:gd name="T101" fmla="*/ 16 h 315"/>
              <a:gd name="T102" fmla="*/ 192 w 248"/>
              <a:gd name="T103" fmla="*/ 0 h 315"/>
              <a:gd name="T104" fmla="*/ 237 w 248"/>
              <a:gd name="T105" fmla="*/ 0 h 315"/>
              <a:gd name="T106" fmla="*/ 245 w 248"/>
              <a:gd name="T107" fmla="*/ 3 h 315"/>
              <a:gd name="T108" fmla="*/ 248 w 248"/>
              <a:gd name="T109" fmla="*/ 11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48" h="315">
                <a:moveTo>
                  <a:pt x="113" y="11"/>
                </a:moveTo>
                <a:cubicBezTo>
                  <a:pt x="113" y="124"/>
                  <a:pt x="113" y="124"/>
                  <a:pt x="113" y="124"/>
                </a:cubicBezTo>
                <a:cubicBezTo>
                  <a:pt x="113" y="131"/>
                  <a:pt x="111" y="137"/>
                  <a:pt x="107" y="143"/>
                </a:cubicBezTo>
                <a:cubicBezTo>
                  <a:pt x="103" y="149"/>
                  <a:pt x="97" y="153"/>
                  <a:pt x="90" y="156"/>
                </a:cubicBezTo>
                <a:cubicBezTo>
                  <a:pt x="90" y="293"/>
                  <a:pt x="90" y="293"/>
                  <a:pt x="90" y="293"/>
                </a:cubicBezTo>
                <a:cubicBezTo>
                  <a:pt x="90" y="299"/>
                  <a:pt x="88" y="304"/>
                  <a:pt x="84" y="309"/>
                </a:cubicBezTo>
                <a:cubicBezTo>
                  <a:pt x="79" y="313"/>
                  <a:pt x="74" y="315"/>
                  <a:pt x="68" y="315"/>
                </a:cubicBezTo>
                <a:cubicBezTo>
                  <a:pt x="45" y="315"/>
                  <a:pt x="45" y="315"/>
                  <a:pt x="45" y="315"/>
                </a:cubicBezTo>
                <a:cubicBezTo>
                  <a:pt x="39" y="315"/>
                  <a:pt x="34" y="313"/>
                  <a:pt x="30" y="309"/>
                </a:cubicBezTo>
                <a:cubicBezTo>
                  <a:pt x="25" y="304"/>
                  <a:pt x="23" y="299"/>
                  <a:pt x="23" y="293"/>
                </a:cubicBezTo>
                <a:cubicBezTo>
                  <a:pt x="23" y="156"/>
                  <a:pt x="23" y="156"/>
                  <a:pt x="23" y="156"/>
                </a:cubicBezTo>
                <a:cubicBezTo>
                  <a:pt x="16" y="153"/>
                  <a:pt x="11" y="149"/>
                  <a:pt x="7" y="143"/>
                </a:cubicBezTo>
                <a:cubicBezTo>
                  <a:pt x="2" y="137"/>
                  <a:pt x="0" y="131"/>
                  <a:pt x="0" y="12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15" y="0"/>
                  <a:pt x="17" y="1"/>
                  <a:pt x="20" y="3"/>
                </a:cubicBezTo>
                <a:cubicBezTo>
                  <a:pt x="22" y="5"/>
                  <a:pt x="23" y="8"/>
                  <a:pt x="23" y="11"/>
                </a:cubicBezTo>
                <a:cubicBezTo>
                  <a:pt x="23" y="84"/>
                  <a:pt x="23" y="84"/>
                  <a:pt x="23" y="84"/>
                </a:cubicBezTo>
                <a:cubicBezTo>
                  <a:pt x="23" y="87"/>
                  <a:pt x="24" y="90"/>
                  <a:pt x="26" y="92"/>
                </a:cubicBezTo>
                <a:cubicBezTo>
                  <a:pt x="28" y="94"/>
                  <a:pt x="31" y="96"/>
                  <a:pt x="34" y="96"/>
                </a:cubicBezTo>
                <a:cubicBezTo>
                  <a:pt x="37" y="96"/>
                  <a:pt x="40" y="94"/>
                  <a:pt x="42" y="92"/>
                </a:cubicBezTo>
                <a:cubicBezTo>
                  <a:pt x="44" y="90"/>
                  <a:pt x="45" y="87"/>
                  <a:pt x="45" y="84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8"/>
                  <a:pt x="47" y="5"/>
                  <a:pt x="49" y="3"/>
                </a:cubicBezTo>
                <a:cubicBezTo>
                  <a:pt x="51" y="1"/>
                  <a:pt x="54" y="0"/>
                  <a:pt x="57" y="0"/>
                </a:cubicBezTo>
                <a:cubicBezTo>
                  <a:pt x="60" y="0"/>
                  <a:pt x="62" y="1"/>
                  <a:pt x="65" y="3"/>
                </a:cubicBezTo>
                <a:cubicBezTo>
                  <a:pt x="67" y="5"/>
                  <a:pt x="68" y="8"/>
                  <a:pt x="68" y="11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7"/>
                  <a:pt x="69" y="90"/>
                  <a:pt x="71" y="92"/>
                </a:cubicBezTo>
                <a:cubicBezTo>
                  <a:pt x="74" y="94"/>
                  <a:pt x="76" y="96"/>
                  <a:pt x="79" y="96"/>
                </a:cubicBezTo>
                <a:cubicBezTo>
                  <a:pt x="82" y="96"/>
                  <a:pt x="85" y="94"/>
                  <a:pt x="87" y="92"/>
                </a:cubicBezTo>
                <a:cubicBezTo>
                  <a:pt x="89" y="90"/>
                  <a:pt x="90" y="87"/>
                  <a:pt x="90" y="84"/>
                </a:cubicBezTo>
                <a:cubicBezTo>
                  <a:pt x="90" y="11"/>
                  <a:pt x="90" y="11"/>
                  <a:pt x="90" y="11"/>
                </a:cubicBezTo>
                <a:cubicBezTo>
                  <a:pt x="90" y="8"/>
                  <a:pt x="92" y="5"/>
                  <a:pt x="94" y="3"/>
                </a:cubicBezTo>
                <a:cubicBezTo>
                  <a:pt x="96" y="1"/>
                  <a:pt x="99" y="0"/>
                  <a:pt x="102" y="0"/>
                </a:cubicBezTo>
                <a:cubicBezTo>
                  <a:pt x="105" y="0"/>
                  <a:pt x="107" y="1"/>
                  <a:pt x="110" y="3"/>
                </a:cubicBezTo>
                <a:cubicBezTo>
                  <a:pt x="112" y="5"/>
                  <a:pt x="113" y="8"/>
                  <a:pt x="113" y="11"/>
                </a:cubicBezTo>
                <a:close/>
                <a:moveTo>
                  <a:pt x="248" y="11"/>
                </a:moveTo>
                <a:cubicBezTo>
                  <a:pt x="248" y="293"/>
                  <a:pt x="248" y="293"/>
                  <a:pt x="248" y="293"/>
                </a:cubicBezTo>
                <a:cubicBezTo>
                  <a:pt x="248" y="299"/>
                  <a:pt x="246" y="304"/>
                  <a:pt x="242" y="309"/>
                </a:cubicBezTo>
                <a:cubicBezTo>
                  <a:pt x="237" y="313"/>
                  <a:pt x="232" y="315"/>
                  <a:pt x="226" y="315"/>
                </a:cubicBezTo>
                <a:cubicBezTo>
                  <a:pt x="203" y="315"/>
                  <a:pt x="203" y="315"/>
                  <a:pt x="203" y="315"/>
                </a:cubicBezTo>
                <a:cubicBezTo>
                  <a:pt x="197" y="315"/>
                  <a:pt x="192" y="313"/>
                  <a:pt x="187" y="309"/>
                </a:cubicBezTo>
                <a:cubicBezTo>
                  <a:pt x="183" y="304"/>
                  <a:pt x="181" y="299"/>
                  <a:pt x="181" y="293"/>
                </a:cubicBezTo>
                <a:cubicBezTo>
                  <a:pt x="181" y="203"/>
                  <a:pt x="181" y="203"/>
                  <a:pt x="181" y="203"/>
                </a:cubicBezTo>
                <a:cubicBezTo>
                  <a:pt x="141" y="203"/>
                  <a:pt x="141" y="203"/>
                  <a:pt x="141" y="203"/>
                </a:cubicBezTo>
                <a:cubicBezTo>
                  <a:pt x="140" y="203"/>
                  <a:pt x="138" y="202"/>
                  <a:pt x="137" y="201"/>
                </a:cubicBezTo>
                <a:cubicBezTo>
                  <a:pt x="136" y="200"/>
                  <a:pt x="136" y="199"/>
                  <a:pt x="136" y="197"/>
                </a:cubicBezTo>
                <a:cubicBezTo>
                  <a:pt x="136" y="56"/>
                  <a:pt x="136" y="56"/>
                  <a:pt x="136" y="56"/>
                </a:cubicBezTo>
                <a:cubicBezTo>
                  <a:pt x="136" y="41"/>
                  <a:pt x="141" y="27"/>
                  <a:pt x="152" y="16"/>
                </a:cubicBezTo>
                <a:cubicBezTo>
                  <a:pt x="163" y="5"/>
                  <a:pt x="176" y="0"/>
                  <a:pt x="192" y="0"/>
                </a:cubicBezTo>
                <a:cubicBezTo>
                  <a:pt x="237" y="0"/>
                  <a:pt x="237" y="0"/>
                  <a:pt x="237" y="0"/>
                </a:cubicBezTo>
                <a:cubicBezTo>
                  <a:pt x="240" y="0"/>
                  <a:pt x="243" y="1"/>
                  <a:pt x="245" y="3"/>
                </a:cubicBezTo>
                <a:cubicBezTo>
                  <a:pt x="247" y="5"/>
                  <a:pt x="248" y="8"/>
                  <a:pt x="248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433638" y="1566863"/>
            <a:ext cx="315913" cy="339725"/>
          </a:xfrm>
          <a:custGeom>
            <a:avLst/>
            <a:gdLst>
              <a:gd name="T0" fmla="*/ 61 w 293"/>
              <a:gd name="T1" fmla="*/ 254 h 315"/>
              <a:gd name="T2" fmla="*/ 29 w 293"/>
              <a:gd name="T3" fmla="*/ 254 h 315"/>
              <a:gd name="T4" fmla="*/ 29 w 293"/>
              <a:gd name="T5" fmla="*/ 286 h 315"/>
              <a:gd name="T6" fmla="*/ 61 w 293"/>
              <a:gd name="T7" fmla="*/ 286 h 315"/>
              <a:gd name="T8" fmla="*/ 136 w 293"/>
              <a:gd name="T9" fmla="*/ 270 h 315"/>
              <a:gd name="T10" fmla="*/ 113 w 293"/>
              <a:gd name="T11" fmla="*/ 248 h 315"/>
              <a:gd name="T12" fmla="*/ 90 w 293"/>
              <a:gd name="T13" fmla="*/ 270 h 315"/>
              <a:gd name="T14" fmla="*/ 113 w 293"/>
              <a:gd name="T15" fmla="*/ 293 h 315"/>
              <a:gd name="T16" fmla="*/ 136 w 293"/>
              <a:gd name="T17" fmla="*/ 270 h 315"/>
              <a:gd name="T18" fmla="*/ 61 w 293"/>
              <a:gd name="T19" fmla="*/ 187 h 315"/>
              <a:gd name="T20" fmla="*/ 29 w 293"/>
              <a:gd name="T21" fmla="*/ 187 h 315"/>
              <a:gd name="T22" fmla="*/ 29 w 293"/>
              <a:gd name="T23" fmla="*/ 219 h 315"/>
              <a:gd name="T24" fmla="*/ 61 w 293"/>
              <a:gd name="T25" fmla="*/ 219 h 315"/>
              <a:gd name="T26" fmla="*/ 203 w 293"/>
              <a:gd name="T27" fmla="*/ 270 h 315"/>
              <a:gd name="T28" fmla="*/ 181 w 293"/>
              <a:gd name="T29" fmla="*/ 248 h 315"/>
              <a:gd name="T30" fmla="*/ 158 w 293"/>
              <a:gd name="T31" fmla="*/ 270 h 315"/>
              <a:gd name="T32" fmla="*/ 181 w 293"/>
              <a:gd name="T33" fmla="*/ 293 h 315"/>
              <a:gd name="T34" fmla="*/ 203 w 293"/>
              <a:gd name="T35" fmla="*/ 270 h 315"/>
              <a:gd name="T36" fmla="*/ 129 w 293"/>
              <a:gd name="T37" fmla="*/ 187 h 315"/>
              <a:gd name="T38" fmla="*/ 97 w 293"/>
              <a:gd name="T39" fmla="*/ 187 h 315"/>
              <a:gd name="T40" fmla="*/ 97 w 293"/>
              <a:gd name="T41" fmla="*/ 219 h 315"/>
              <a:gd name="T42" fmla="*/ 129 w 293"/>
              <a:gd name="T43" fmla="*/ 219 h 315"/>
              <a:gd name="T44" fmla="*/ 68 w 293"/>
              <a:gd name="T45" fmla="*/ 135 h 315"/>
              <a:gd name="T46" fmla="*/ 45 w 293"/>
              <a:gd name="T47" fmla="*/ 113 h 315"/>
              <a:gd name="T48" fmla="*/ 23 w 293"/>
              <a:gd name="T49" fmla="*/ 135 h 315"/>
              <a:gd name="T50" fmla="*/ 45 w 293"/>
              <a:gd name="T51" fmla="*/ 158 h 315"/>
              <a:gd name="T52" fmla="*/ 68 w 293"/>
              <a:gd name="T53" fmla="*/ 135 h 315"/>
              <a:gd name="T54" fmla="*/ 197 w 293"/>
              <a:gd name="T55" fmla="*/ 187 h 315"/>
              <a:gd name="T56" fmla="*/ 165 w 293"/>
              <a:gd name="T57" fmla="*/ 187 h 315"/>
              <a:gd name="T58" fmla="*/ 165 w 293"/>
              <a:gd name="T59" fmla="*/ 219 h 315"/>
              <a:gd name="T60" fmla="*/ 197 w 293"/>
              <a:gd name="T61" fmla="*/ 219 h 315"/>
              <a:gd name="T62" fmla="*/ 136 w 293"/>
              <a:gd name="T63" fmla="*/ 135 h 315"/>
              <a:gd name="T64" fmla="*/ 113 w 293"/>
              <a:gd name="T65" fmla="*/ 113 h 315"/>
              <a:gd name="T66" fmla="*/ 90 w 293"/>
              <a:gd name="T67" fmla="*/ 135 h 315"/>
              <a:gd name="T68" fmla="*/ 113 w 293"/>
              <a:gd name="T69" fmla="*/ 158 h 315"/>
              <a:gd name="T70" fmla="*/ 136 w 293"/>
              <a:gd name="T71" fmla="*/ 135 h 315"/>
              <a:gd name="T72" fmla="*/ 271 w 293"/>
              <a:gd name="T73" fmla="*/ 203 h 315"/>
              <a:gd name="T74" fmla="*/ 248 w 293"/>
              <a:gd name="T75" fmla="*/ 180 h 315"/>
              <a:gd name="T76" fmla="*/ 226 w 293"/>
              <a:gd name="T77" fmla="*/ 203 h 315"/>
              <a:gd name="T78" fmla="*/ 232 w 293"/>
              <a:gd name="T79" fmla="*/ 286 h 315"/>
              <a:gd name="T80" fmla="*/ 264 w 293"/>
              <a:gd name="T81" fmla="*/ 286 h 315"/>
              <a:gd name="T82" fmla="*/ 203 w 293"/>
              <a:gd name="T83" fmla="*/ 135 h 315"/>
              <a:gd name="T84" fmla="*/ 181 w 293"/>
              <a:gd name="T85" fmla="*/ 113 h 315"/>
              <a:gd name="T86" fmla="*/ 158 w 293"/>
              <a:gd name="T87" fmla="*/ 135 h 315"/>
              <a:gd name="T88" fmla="*/ 181 w 293"/>
              <a:gd name="T89" fmla="*/ 158 h 315"/>
              <a:gd name="T90" fmla="*/ 203 w 293"/>
              <a:gd name="T91" fmla="*/ 135 h 315"/>
              <a:gd name="T92" fmla="*/ 271 w 293"/>
              <a:gd name="T93" fmla="*/ 34 h 315"/>
              <a:gd name="T94" fmla="*/ 259 w 293"/>
              <a:gd name="T95" fmla="*/ 22 h 315"/>
              <a:gd name="T96" fmla="*/ 26 w 293"/>
              <a:gd name="T97" fmla="*/ 26 h 315"/>
              <a:gd name="T98" fmla="*/ 23 w 293"/>
              <a:gd name="T99" fmla="*/ 79 h 315"/>
              <a:gd name="T100" fmla="*/ 34 w 293"/>
              <a:gd name="T101" fmla="*/ 90 h 315"/>
              <a:gd name="T102" fmla="*/ 267 w 293"/>
              <a:gd name="T103" fmla="*/ 87 h 315"/>
              <a:gd name="T104" fmla="*/ 271 w 293"/>
              <a:gd name="T105" fmla="*/ 135 h 315"/>
              <a:gd name="T106" fmla="*/ 248 w 293"/>
              <a:gd name="T107" fmla="*/ 113 h 315"/>
              <a:gd name="T108" fmla="*/ 226 w 293"/>
              <a:gd name="T109" fmla="*/ 135 h 315"/>
              <a:gd name="T110" fmla="*/ 248 w 293"/>
              <a:gd name="T111" fmla="*/ 158 h 315"/>
              <a:gd name="T112" fmla="*/ 271 w 293"/>
              <a:gd name="T113" fmla="*/ 135 h 315"/>
              <a:gd name="T114" fmla="*/ 293 w 293"/>
              <a:gd name="T115" fmla="*/ 293 h 315"/>
              <a:gd name="T116" fmla="*/ 271 w 293"/>
              <a:gd name="T117" fmla="*/ 315 h 315"/>
              <a:gd name="T118" fmla="*/ 7 w 293"/>
              <a:gd name="T119" fmla="*/ 309 h 315"/>
              <a:gd name="T120" fmla="*/ 0 w 293"/>
              <a:gd name="T121" fmla="*/ 22 h 315"/>
              <a:gd name="T122" fmla="*/ 23 w 293"/>
              <a:gd name="T123" fmla="*/ 0 h 315"/>
              <a:gd name="T124" fmla="*/ 287 w 293"/>
              <a:gd name="T125" fmla="*/ 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3" h="315">
                <a:moveTo>
                  <a:pt x="68" y="270"/>
                </a:moveTo>
                <a:cubicBezTo>
                  <a:pt x="68" y="264"/>
                  <a:pt x="66" y="259"/>
                  <a:pt x="61" y="254"/>
                </a:cubicBezTo>
                <a:cubicBezTo>
                  <a:pt x="57" y="250"/>
                  <a:pt x="52" y="248"/>
                  <a:pt x="45" y="248"/>
                </a:cubicBezTo>
                <a:cubicBezTo>
                  <a:pt x="39" y="248"/>
                  <a:pt x="34" y="250"/>
                  <a:pt x="29" y="254"/>
                </a:cubicBezTo>
                <a:cubicBezTo>
                  <a:pt x="25" y="259"/>
                  <a:pt x="23" y="264"/>
                  <a:pt x="23" y="270"/>
                </a:cubicBezTo>
                <a:cubicBezTo>
                  <a:pt x="23" y="276"/>
                  <a:pt x="25" y="282"/>
                  <a:pt x="29" y="286"/>
                </a:cubicBezTo>
                <a:cubicBezTo>
                  <a:pt x="34" y="291"/>
                  <a:pt x="39" y="293"/>
                  <a:pt x="45" y="293"/>
                </a:cubicBezTo>
                <a:cubicBezTo>
                  <a:pt x="52" y="293"/>
                  <a:pt x="57" y="291"/>
                  <a:pt x="61" y="286"/>
                </a:cubicBezTo>
                <a:cubicBezTo>
                  <a:pt x="66" y="282"/>
                  <a:pt x="68" y="276"/>
                  <a:pt x="68" y="270"/>
                </a:cubicBezTo>
                <a:close/>
                <a:moveTo>
                  <a:pt x="136" y="270"/>
                </a:moveTo>
                <a:cubicBezTo>
                  <a:pt x="136" y="264"/>
                  <a:pt x="133" y="259"/>
                  <a:pt x="129" y="254"/>
                </a:cubicBezTo>
                <a:cubicBezTo>
                  <a:pt x="125" y="250"/>
                  <a:pt x="119" y="248"/>
                  <a:pt x="113" y="248"/>
                </a:cubicBezTo>
                <a:cubicBezTo>
                  <a:pt x="107" y="248"/>
                  <a:pt x="101" y="250"/>
                  <a:pt x="97" y="254"/>
                </a:cubicBezTo>
                <a:cubicBezTo>
                  <a:pt x="93" y="259"/>
                  <a:pt x="90" y="264"/>
                  <a:pt x="90" y="270"/>
                </a:cubicBezTo>
                <a:cubicBezTo>
                  <a:pt x="90" y="276"/>
                  <a:pt x="93" y="282"/>
                  <a:pt x="97" y="286"/>
                </a:cubicBezTo>
                <a:cubicBezTo>
                  <a:pt x="101" y="291"/>
                  <a:pt x="107" y="293"/>
                  <a:pt x="113" y="293"/>
                </a:cubicBezTo>
                <a:cubicBezTo>
                  <a:pt x="119" y="293"/>
                  <a:pt x="125" y="291"/>
                  <a:pt x="129" y="286"/>
                </a:cubicBezTo>
                <a:cubicBezTo>
                  <a:pt x="133" y="282"/>
                  <a:pt x="136" y="276"/>
                  <a:pt x="136" y="270"/>
                </a:cubicBezTo>
                <a:close/>
                <a:moveTo>
                  <a:pt x="68" y="203"/>
                </a:moveTo>
                <a:cubicBezTo>
                  <a:pt x="68" y="196"/>
                  <a:pt x="66" y="191"/>
                  <a:pt x="61" y="187"/>
                </a:cubicBezTo>
                <a:cubicBezTo>
                  <a:pt x="57" y="182"/>
                  <a:pt x="52" y="180"/>
                  <a:pt x="45" y="180"/>
                </a:cubicBezTo>
                <a:cubicBezTo>
                  <a:pt x="39" y="180"/>
                  <a:pt x="34" y="182"/>
                  <a:pt x="29" y="187"/>
                </a:cubicBezTo>
                <a:cubicBezTo>
                  <a:pt x="25" y="191"/>
                  <a:pt x="23" y="196"/>
                  <a:pt x="23" y="203"/>
                </a:cubicBezTo>
                <a:cubicBezTo>
                  <a:pt x="23" y="209"/>
                  <a:pt x="25" y="214"/>
                  <a:pt x="29" y="219"/>
                </a:cubicBezTo>
                <a:cubicBezTo>
                  <a:pt x="34" y="223"/>
                  <a:pt x="39" y="225"/>
                  <a:pt x="45" y="225"/>
                </a:cubicBezTo>
                <a:cubicBezTo>
                  <a:pt x="52" y="225"/>
                  <a:pt x="57" y="223"/>
                  <a:pt x="61" y="219"/>
                </a:cubicBezTo>
                <a:cubicBezTo>
                  <a:pt x="66" y="214"/>
                  <a:pt x="68" y="209"/>
                  <a:pt x="68" y="203"/>
                </a:cubicBezTo>
                <a:close/>
                <a:moveTo>
                  <a:pt x="203" y="270"/>
                </a:moveTo>
                <a:cubicBezTo>
                  <a:pt x="203" y="264"/>
                  <a:pt x="201" y="259"/>
                  <a:pt x="197" y="254"/>
                </a:cubicBezTo>
                <a:cubicBezTo>
                  <a:pt x="192" y="250"/>
                  <a:pt x="187" y="248"/>
                  <a:pt x="181" y="248"/>
                </a:cubicBezTo>
                <a:cubicBezTo>
                  <a:pt x="174" y="248"/>
                  <a:pt x="169" y="250"/>
                  <a:pt x="165" y="254"/>
                </a:cubicBezTo>
                <a:cubicBezTo>
                  <a:pt x="160" y="259"/>
                  <a:pt x="158" y="264"/>
                  <a:pt x="158" y="270"/>
                </a:cubicBezTo>
                <a:cubicBezTo>
                  <a:pt x="158" y="276"/>
                  <a:pt x="160" y="282"/>
                  <a:pt x="165" y="286"/>
                </a:cubicBezTo>
                <a:cubicBezTo>
                  <a:pt x="169" y="291"/>
                  <a:pt x="174" y="293"/>
                  <a:pt x="181" y="293"/>
                </a:cubicBezTo>
                <a:cubicBezTo>
                  <a:pt x="187" y="293"/>
                  <a:pt x="192" y="291"/>
                  <a:pt x="197" y="286"/>
                </a:cubicBezTo>
                <a:cubicBezTo>
                  <a:pt x="201" y="282"/>
                  <a:pt x="203" y="276"/>
                  <a:pt x="203" y="270"/>
                </a:cubicBezTo>
                <a:close/>
                <a:moveTo>
                  <a:pt x="136" y="203"/>
                </a:moveTo>
                <a:cubicBezTo>
                  <a:pt x="136" y="196"/>
                  <a:pt x="133" y="191"/>
                  <a:pt x="129" y="187"/>
                </a:cubicBezTo>
                <a:cubicBezTo>
                  <a:pt x="125" y="182"/>
                  <a:pt x="119" y="180"/>
                  <a:pt x="113" y="180"/>
                </a:cubicBezTo>
                <a:cubicBezTo>
                  <a:pt x="107" y="180"/>
                  <a:pt x="101" y="182"/>
                  <a:pt x="97" y="187"/>
                </a:cubicBezTo>
                <a:cubicBezTo>
                  <a:pt x="93" y="191"/>
                  <a:pt x="90" y="196"/>
                  <a:pt x="90" y="203"/>
                </a:cubicBezTo>
                <a:cubicBezTo>
                  <a:pt x="90" y="209"/>
                  <a:pt x="93" y="214"/>
                  <a:pt x="97" y="219"/>
                </a:cubicBezTo>
                <a:cubicBezTo>
                  <a:pt x="101" y="223"/>
                  <a:pt x="107" y="225"/>
                  <a:pt x="113" y="225"/>
                </a:cubicBezTo>
                <a:cubicBezTo>
                  <a:pt x="119" y="225"/>
                  <a:pt x="125" y="223"/>
                  <a:pt x="129" y="219"/>
                </a:cubicBezTo>
                <a:cubicBezTo>
                  <a:pt x="133" y="214"/>
                  <a:pt x="136" y="209"/>
                  <a:pt x="136" y="203"/>
                </a:cubicBezTo>
                <a:close/>
                <a:moveTo>
                  <a:pt x="68" y="135"/>
                </a:moveTo>
                <a:cubicBezTo>
                  <a:pt x="68" y="129"/>
                  <a:pt x="66" y="124"/>
                  <a:pt x="61" y="119"/>
                </a:cubicBezTo>
                <a:cubicBezTo>
                  <a:pt x="57" y="115"/>
                  <a:pt x="52" y="113"/>
                  <a:pt x="45" y="113"/>
                </a:cubicBezTo>
                <a:cubicBezTo>
                  <a:pt x="39" y="113"/>
                  <a:pt x="34" y="115"/>
                  <a:pt x="29" y="119"/>
                </a:cubicBezTo>
                <a:cubicBezTo>
                  <a:pt x="25" y="124"/>
                  <a:pt x="23" y="129"/>
                  <a:pt x="23" y="135"/>
                </a:cubicBezTo>
                <a:cubicBezTo>
                  <a:pt x="23" y="141"/>
                  <a:pt x="25" y="147"/>
                  <a:pt x="29" y="151"/>
                </a:cubicBezTo>
                <a:cubicBezTo>
                  <a:pt x="34" y="155"/>
                  <a:pt x="39" y="158"/>
                  <a:pt x="45" y="158"/>
                </a:cubicBezTo>
                <a:cubicBezTo>
                  <a:pt x="52" y="158"/>
                  <a:pt x="57" y="155"/>
                  <a:pt x="61" y="151"/>
                </a:cubicBezTo>
                <a:cubicBezTo>
                  <a:pt x="66" y="147"/>
                  <a:pt x="68" y="141"/>
                  <a:pt x="68" y="135"/>
                </a:cubicBezTo>
                <a:close/>
                <a:moveTo>
                  <a:pt x="203" y="203"/>
                </a:moveTo>
                <a:cubicBezTo>
                  <a:pt x="203" y="196"/>
                  <a:pt x="201" y="191"/>
                  <a:pt x="197" y="187"/>
                </a:cubicBezTo>
                <a:cubicBezTo>
                  <a:pt x="192" y="182"/>
                  <a:pt x="187" y="180"/>
                  <a:pt x="181" y="180"/>
                </a:cubicBezTo>
                <a:cubicBezTo>
                  <a:pt x="174" y="180"/>
                  <a:pt x="169" y="182"/>
                  <a:pt x="165" y="187"/>
                </a:cubicBezTo>
                <a:cubicBezTo>
                  <a:pt x="160" y="191"/>
                  <a:pt x="158" y="196"/>
                  <a:pt x="158" y="203"/>
                </a:cubicBezTo>
                <a:cubicBezTo>
                  <a:pt x="158" y="209"/>
                  <a:pt x="160" y="214"/>
                  <a:pt x="165" y="219"/>
                </a:cubicBezTo>
                <a:cubicBezTo>
                  <a:pt x="169" y="223"/>
                  <a:pt x="174" y="225"/>
                  <a:pt x="181" y="225"/>
                </a:cubicBezTo>
                <a:cubicBezTo>
                  <a:pt x="187" y="225"/>
                  <a:pt x="192" y="223"/>
                  <a:pt x="197" y="219"/>
                </a:cubicBezTo>
                <a:cubicBezTo>
                  <a:pt x="201" y="214"/>
                  <a:pt x="203" y="209"/>
                  <a:pt x="203" y="203"/>
                </a:cubicBezTo>
                <a:close/>
                <a:moveTo>
                  <a:pt x="136" y="135"/>
                </a:moveTo>
                <a:cubicBezTo>
                  <a:pt x="136" y="129"/>
                  <a:pt x="133" y="124"/>
                  <a:pt x="129" y="119"/>
                </a:cubicBezTo>
                <a:cubicBezTo>
                  <a:pt x="125" y="115"/>
                  <a:pt x="119" y="113"/>
                  <a:pt x="113" y="113"/>
                </a:cubicBezTo>
                <a:cubicBezTo>
                  <a:pt x="107" y="113"/>
                  <a:pt x="101" y="115"/>
                  <a:pt x="97" y="119"/>
                </a:cubicBezTo>
                <a:cubicBezTo>
                  <a:pt x="93" y="124"/>
                  <a:pt x="90" y="129"/>
                  <a:pt x="90" y="135"/>
                </a:cubicBezTo>
                <a:cubicBezTo>
                  <a:pt x="90" y="141"/>
                  <a:pt x="93" y="147"/>
                  <a:pt x="97" y="151"/>
                </a:cubicBezTo>
                <a:cubicBezTo>
                  <a:pt x="101" y="155"/>
                  <a:pt x="107" y="158"/>
                  <a:pt x="113" y="158"/>
                </a:cubicBezTo>
                <a:cubicBezTo>
                  <a:pt x="119" y="158"/>
                  <a:pt x="125" y="155"/>
                  <a:pt x="129" y="151"/>
                </a:cubicBezTo>
                <a:cubicBezTo>
                  <a:pt x="133" y="147"/>
                  <a:pt x="136" y="141"/>
                  <a:pt x="136" y="135"/>
                </a:cubicBezTo>
                <a:close/>
                <a:moveTo>
                  <a:pt x="271" y="270"/>
                </a:moveTo>
                <a:cubicBezTo>
                  <a:pt x="271" y="203"/>
                  <a:pt x="271" y="203"/>
                  <a:pt x="271" y="203"/>
                </a:cubicBezTo>
                <a:cubicBezTo>
                  <a:pt x="271" y="197"/>
                  <a:pt x="268" y="191"/>
                  <a:pt x="264" y="187"/>
                </a:cubicBezTo>
                <a:cubicBezTo>
                  <a:pt x="260" y="182"/>
                  <a:pt x="254" y="180"/>
                  <a:pt x="248" y="180"/>
                </a:cubicBezTo>
                <a:cubicBezTo>
                  <a:pt x="242" y="180"/>
                  <a:pt x="237" y="182"/>
                  <a:pt x="232" y="187"/>
                </a:cubicBezTo>
                <a:cubicBezTo>
                  <a:pt x="228" y="191"/>
                  <a:pt x="226" y="197"/>
                  <a:pt x="226" y="203"/>
                </a:cubicBezTo>
                <a:cubicBezTo>
                  <a:pt x="226" y="270"/>
                  <a:pt x="226" y="270"/>
                  <a:pt x="226" y="270"/>
                </a:cubicBezTo>
                <a:cubicBezTo>
                  <a:pt x="226" y="276"/>
                  <a:pt x="228" y="282"/>
                  <a:pt x="232" y="286"/>
                </a:cubicBezTo>
                <a:cubicBezTo>
                  <a:pt x="237" y="291"/>
                  <a:pt x="242" y="293"/>
                  <a:pt x="248" y="293"/>
                </a:cubicBezTo>
                <a:cubicBezTo>
                  <a:pt x="254" y="293"/>
                  <a:pt x="260" y="291"/>
                  <a:pt x="264" y="286"/>
                </a:cubicBezTo>
                <a:cubicBezTo>
                  <a:pt x="268" y="282"/>
                  <a:pt x="271" y="276"/>
                  <a:pt x="271" y="270"/>
                </a:cubicBezTo>
                <a:close/>
                <a:moveTo>
                  <a:pt x="203" y="135"/>
                </a:moveTo>
                <a:cubicBezTo>
                  <a:pt x="203" y="129"/>
                  <a:pt x="201" y="124"/>
                  <a:pt x="197" y="119"/>
                </a:cubicBezTo>
                <a:cubicBezTo>
                  <a:pt x="192" y="115"/>
                  <a:pt x="187" y="113"/>
                  <a:pt x="181" y="113"/>
                </a:cubicBezTo>
                <a:cubicBezTo>
                  <a:pt x="174" y="113"/>
                  <a:pt x="169" y="115"/>
                  <a:pt x="165" y="119"/>
                </a:cubicBezTo>
                <a:cubicBezTo>
                  <a:pt x="160" y="124"/>
                  <a:pt x="158" y="129"/>
                  <a:pt x="158" y="135"/>
                </a:cubicBezTo>
                <a:cubicBezTo>
                  <a:pt x="158" y="141"/>
                  <a:pt x="160" y="147"/>
                  <a:pt x="165" y="151"/>
                </a:cubicBezTo>
                <a:cubicBezTo>
                  <a:pt x="169" y="155"/>
                  <a:pt x="174" y="158"/>
                  <a:pt x="181" y="158"/>
                </a:cubicBezTo>
                <a:cubicBezTo>
                  <a:pt x="187" y="158"/>
                  <a:pt x="192" y="155"/>
                  <a:pt x="197" y="151"/>
                </a:cubicBezTo>
                <a:cubicBezTo>
                  <a:pt x="201" y="147"/>
                  <a:pt x="203" y="141"/>
                  <a:pt x="203" y="135"/>
                </a:cubicBezTo>
                <a:close/>
                <a:moveTo>
                  <a:pt x="271" y="79"/>
                </a:moveTo>
                <a:cubicBezTo>
                  <a:pt x="271" y="34"/>
                  <a:pt x="271" y="34"/>
                  <a:pt x="271" y="34"/>
                </a:cubicBezTo>
                <a:cubicBezTo>
                  <a:pt x="271" y="31"/>
                  <a:pt x="270" y="28"/>
                  <a:pt x="267" y="26"/>
                </a:cubicBezTo>
                <a:cubicBezTo>
                  <a:pt x="265" y="23"/>
                  <a:pt x="263" y="22"/>
                  <a:pt x="259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1" y="22"/>
                  <a:pt x="28" y="23"/>
                  <a:pt x="26" y="26"/>
                </a:cubicBezTo>
                <a:cubicBezTo>
                  <a:pt x="24" y="28"/>
                  <a:pt x="23" y="31"/>
                  <a:pt x="23" y="34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82"/>
                  <a:pt x="24" y="84"/>
                  <a:pt x="26" y="87"/>
                </a:cubicBezTo>
                <a:cubicBezTo>
                  <a:pt x="28" y="89"/>
                  <a:pt x="31" y="90"/>
                  <a:pt x="34" y="90"/>
                </a:cubicBezTo>
                <a:cubicBezTo>
                  <a:pt x="259" y="90"/>
                  <a:pt x="259" y="90"/>
                  <a:pt x="259" y="90"/>
                </a:cubicBezTo>
                <a:cubicBezTo>
                  <a:pt x="263" y="90"/>
                  <a:pt x="265" y="89"/>
                  <a:pt x="267" y="87"/>
                </a:cubicBezTo>
                <a:cubicBezTo>
                  <a:pt x="270" y="84"/>
                  <a:pt x="271" y="82"/>
                  <a:pt x="271" y="79"/>
                </a:cubicBezTo>
                <a:close/>
                <a:moveTo>
                  <a:pt x="271" y="135"/>
                </a:moveTo>
                <a:cubicBezTo>
                  <a:pt x="271" y="129"/>
                  <a:pt x="269" y="124"/>
                  <a:pt x="264" y="119"/>
                </a:cubicBezTo>
                <a:cubicBezTo>
                  <a:pt x="260" y="115"/>
                  <a:pt x="254" y="113"/>
                  <a:pt x="248" y="113"/>
                </a:cubicBezTo>
                <a:cubicBezTo>
                  <a:pt x="242" y="113"/>
                  <a:pt x="237" y="115"/>
                  <a:pt x="232" y="119"/>
                </a:cubicBezTo>
                <a:cubicBezTo>
                  <a:pt x="228" y="124"/>
                  <a:pt x="226" y="129"/>
                  <a:pt x="226" y="135"/>
                </a:cubicBezTo>
                <a:cubicBezTo>
                  <a:pt x="226" y="141"/>
                  <a:pt x="228" y="147"/>
                  <a:pt x="232" y="151"/>
                </a:cubicBezTo>
                <a:cubicBezTo>
                  <a:pt x="237" y="155"/>
                  <a:pt x="242" y="158"/>
                  <a:pt x="248" y="158"/>
                </a:cubicBezTo>
                <a:cubicBezTo>
                  <a:pt x="254" y="158"/>
                  <a:pt x="260" y="155"/>
                  <a:pt x="264" y="151"/>
                </a:cubicBezTo>
                <a:cubicBezTo>
                  <a:pt x="269" y="147"/>
                  <a:pt x="271" y="141"/>
                  <a:pt x="271" y="135"/>
                </a:cubicBezTo>
                <a:close/>
                <a:moveTo>
                  <a:pt x="293" y="22"/>
                </a:moveTo>
                <a:cubicBezTo>
                  <a:pt x="293" y="293"/>
                  <a:pt x="293" y="293"/>
                  <a:pt x="293" y="293"/>
                </a:cubicBezTo>
                <a:cubicBezTo>
                  <a:pt x="293" y="299"/>
                  <a:pt x="291" y="304"/>
                  <a:pt x="287" y="309"/>
                </a:cubicBezTo>
                <a:cubicBezTo>
                  <a:pt x="282" y="313"/>
                  <a:pt x="277" y="315"/>
                  <a:pt x="271" y="315"/>
                </a:cubicBezTo>
                <a:cubicBezTo>
                  <a:pt x="23" y="315"/>
                  <a:pt x="23" y="315"/>
                  <a:pt x="23" y="315"/>
                </a:cubicBezTo>
                <a:cubicBezTo>
                  <a:pt x="17" y="315"/>
                  <a:pt x="12" y="313"/>
                  <a:pt x="7" y="309"/>
                </a:cubicBezTo>
                <a:cubicBezTo>
                  <a:pt x="3" y="304"/>
                  <a:pt x="0" y="299"/>
                  <a:pt x="0" y="293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3" y="11"/>
                  <a:pt x="7" y="7"/>
                </a:cubicBezTo>
                <a:cubicBezTo>
                  <a:pt x="12" y="2"/>
                  <a:pt x="17" y="0"/>
                  <a:pt x="23" y="0"/>
                </a:cubicBezTo>
                <a:cubicBezTo>
                  <a:pt x="271" y="0"/>
                  <a:pt x="271" y="0"/>
                  <a:pt x="271" y="0"/>
                </a:cubicBezTo>
                <a:cubicBezTo>
                  <a:pt x="277" y="0"/>
                  <a:pt x="282" y="2"/>
                  <a:pt x="287" y="7"/>
                </a:cubicBezTo>
                <a:cubicBezTo>
                  <a:pt x="291" y="11"/>
                  <a:pt x="293" y="16"/>
                  <a:pt x="293" y="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2868613" y="1566863"/>
            <a:ext cx="315913" cy="339725"/>
          </a:xfrm>
          <a:custGeom>
            <a:avLst/>
            <a:gdLst>
              <a:gd name="T0" fmla="*/ 73 w 293"/>
              <a:gd name="T1" fmla="*/ 293 h 315"/>
              <a:gd name="T2" fmla="*/ 22 w 293"/>
              <a:gd name="T3" fmla="*/ 242 h 315"/>
              <a:gd name="T4" fmla="*/ 84 w 293"/>
              <a:gd name="T5" fmla="*/ 293 h 315"/>
              <a:gd name="T6" fmla="*/ 141 w 293"/>
              <a:gd name="T7" fmla="*/ 242 h 315"/>
              <a:gd name="T8" fmla="*/ 84 w 293"/>
              <a:gd name="T9" fmla="*/ 293 h 315"/>
              <a:gd name="T10" fmla="*/ 73 w 293"/>
              <a:gd name="T11" fmla="*/ 231 h 315"/>
              <a:gd name="T12" fmla="*/ 22 w 293"/>
              <a:gd name="T13" fmla="*/ 174 h 315"/>
              <a:gd name="T14" fmla="*/ 84 w 293"/>
              <a:gd name="T15" fmla="*/ 231 h 315"/>
              <a:gd name="T16" fmla="*/ 141 w 293"/>
              <a:gd name="T17" fmla="*/ 174 h 315"/>
              <a:gd name="T18" fmla="*/ 84 w 293"/>
              <a:gd name="T19" fmla="*/ 231 h 315"/>
              <a:gd name="T20" fmla="*/ 73 w 293"/>
              <a:gd name="T21" fmla="*/ 163 h 315"/>
              <a:gd name="T22" fmla="*/ 22 w 293"/>
              <a:gd name="T23" fmla="*/ 112 h 315"/>
              <a:gd name="T24" fmla="*/ 152 w 293"/>
              <a:gd name="T25" fmla="*/ 293 h 315"/>
              <a:gd name="T26" fmla="*/ 208 w 293"/>
              <a:gd name="T27" fmla="*/ 242 h 315"/>
              <a:gd name="T28" fmla="*/ 152 w 293"/>
              <a:gd name="T29" fmla="*/ 293 h 315"/>
              <a:gd name="T30" fmla="*/ 141 w 293"/>
              <a:gd name="T31" fmla="*/ 163 h 315"/>
              <a:gd name="T32" fmla="*/ 84 w 293"/>
              <a:gd name="T33" fmla="*/ 112 h 315"/>
              <a:gd name="T34" fmla="*/ 220 w 293"/>
              <a:gd name="T35" fmla="*/ 293 h 315"/>
              <a:gd name="T36" fmla="*/ 270 w 293"/>
              <a:gd name="T37" fmla="*/ 242 h 315"/>
              <a:gd name="T38" fmla="*/ 220 w 293"/>
              <a:gd name="T39" fmla="*/ 293 h 315"/>
              <a:gd name="T40" fmla="*/ 208 w 293"/>
              <a:gd name="T41" fmla="*/ 231 h 315"/>
              <a:gd name="T42" fmla="*/ 152 w 293"/>
              <a:gd name="T43" fmla="*/ 174 h 315"/>
              <a:gd name="T44" fmla="*/ 90 w 293"/>
              <a:gd name="T45" fmla="*/ 79 h 315"/>
              <a:gd name="T46" fmla="*/ 88 w 293"/>
              <a:gd name="T47" fmla="*/ 24 h 315"/>
              <a:gd name="T48" fmla="*/ 73 w 293"/>
              <a:gd name="T49" fmla="*/ 22 h 315"/>
              <a:gd name="T50" fmla="*/ 67 w 293"/>
              <a:gd name="T51" fmla="*/ 28 h 315"/>
              <a:gd name="T52" fmla="*/ 69 w 293"/>
              <a:gd name="T53" fmla="*/ 83 h 315"/>
              <a:gd name="T54" fmla="*/ 84 w 293"/>
              <a:gd name="T55" fmla="*/ 84 h 315"/>
              <a:gd name="T56" fmla="*/ 90 w 293"/>
              <a:gd name="T57" fmla="*/ 79 h 315"/>
              <a:gd name="T58" fmla="*/ 270 w 293"/>
              <a:gd name="T59" fmla="*/ 231 h 315"/>
              <a:gd name="T60" fmla="*/ 220 w 293"/>
              <a:gd name="T61" fmla="*/ 174 h 315"/>
              <a:gd name="T62" fmla="*/ 152 w 293"/>
              <a:gd name="T63" fmla="*/ 163 h 315"/>
              <a:gd name="T64" fmla="*/ 208 w 293"/>
              <a:gd name="T65" fmla="*/ 112 h 315"/>
              <a:gd name="T66" fmla="*/ 152 w 293"/>
              <a:gd name="T67" fmla="*/ 163 h 315"/>
              <a:gd name="T68" fmla="*/ 270 w 293"/>
              <a:gd name="T69" fmla="*/ 163 h 315"/>
              <a:gd name="T70" fmla="*/ 220 w 293"/>
              <a:gd name="T71" fmla="*/ 112 h 315"/>
              <a:gd name="T72" fmla="*/ 225 w 293"/>
              <a:gd name="T73" fmla="*/ 79 h 315"/>
              <a:gd name="T74" fmla="*/ 224 w 293"/>
              <a:gd name="T75" fmla="*/ 24 h 315"/>
              <a:gd name="T76" fmla="*/ 208 w 293"/>
              <a:gd name="T77" fmla="*/ 22 h 315"/>
              <a:gd name="T78" fmla="*/ 203 w 293"/>
              <a:gd name="T79" fmla="*/ 28 h 315"/>
              <a:gd name="T80" fmla="*/ 204 w 293"/>
              <a:gd name="T81" fmla="*/ 83 h 315"/>
              <a:gd name="T82" fmla="*/ 220 w 293"/>
              <a:gd name="T83" fmla="*/ 84 h 315"/>
              <a:gd name="T84" fmla="*/ 225 w 293"/>
              <a:gd name="T85" fmla="*/ 79 h 315"/>
              <a:gd name="T86" fmla="*/ 293 w 293"/>
              <a:gd name="T87" fmla="*/ 293 h 315"/>
              <a:gd name="T88" fmla="*/ 270 w 293"/>
              <a:gd name="T89" fmla="*/ 315 h 315"/>
              <a:gd name="T90" fmla="*/ 7 w 293"/>
              <a:gd name="T91" fmla="*/ 309 h 315"/>
              <a:gd name="T92" fmla="*/ 0 w 293"/>
              <a:gd name="T93" fmla="*/ 67 h 315"/>
              <a:gd name="T94" fmla="*/ 22 w 293"/>
              <a:gd name="T95" fmla="*/ 45 h 315"/>
              <a:gd name="T96" fmla="*/ 45 w 293"/>
              <a:gd name="T97" fmla="*/ 28 h 315"/>
              <a:gd name="T98" fmla="*/ 73 w 293"/>
              <a:gd name="T99" fmla="*/ 0 h 315"/>
              <a:gd name="T100" fmla="*/ 104 w 293"/>
              <a:gd name="T101" fmla="*/ 8 h 315"/>
              <a:gd name="T102" fmla="*/ 113 w 293"/>
              <a:gd name="T103" fmla="*/ 45 h 315"/>
              <a:gd name="T104" fmla="*/ 180 w 293"/>
              <a:gd name="T105" fmla="*/ 28 h 315"/>
              <a:gd name="T106" fmla="*/ 208 w 293"/>
              <a:gd name="T107" fmla="*/ 0 h 315"/>
              <a:gd name="T108" fmla="*/ 239 w 293"/>
              <a:gd name="T109" fmla="*/ 8 h 315"/>
              <a:gd name="T110" fmla="*/ 248 w 293"/>
              <a:gd name="T111" fmla="*/ 45 h 315"/>
              <a:gd name="T112" fmla="*/ 286 w 293"/>
              <a:gd name="T113" fmla="*/ 5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3" h="315">
                <a:moveTo>
                  <a:pt x="22" y="293"/>
                </a:moveTo>
                <a:cubicBezTo>
                  <a:pt x="73" y="293"/>
                  <a:pt x="73" y="293"/>
                  <a:pt x="73" y="293"/>
                </a:cubicBezTo>
                <a:cubicBezTo>
                  <a:pt x="73" y="242"/>
                  <a:pt x="73" y="242"/>
                  <a:pt x="73" y="242"/>
                </a:cubicBezTo>
                <a:cubicBezTo>
                  <a:pt x="22" y="242"/>
                  <a:pt x="22" y="242"/>
                  <a:pt x="22" y="242"/>
                </a:cubicBezTo>
                <a:lnTo>
                  <a:pt x="22" y="293"/>
                </a:lnTo>
                <a:close/>
                <a:moveTo>
                  <a:pt x="84" y="293"/>
                </a:moveTo>
                <a:cubicBezTo>
                  <a:pt x="141" y="293"/>
                  <a:pt x="141" y="293"/>
                  <a:pt x="141" y="293"/>
                </a:cubicBezTo>
                <a:cubicBezTo>
                  <a:pt x="141" y="242"/>
                  <a:pt x="141" y="242"/>
                  <a:pt x="141" y="242"/>
                </a:cubicBezTo>
                <a:cubicBezTo>
                  <a:pt x="84" y="242"/>
                  <a:pt x="84" y="242"/>
                  <a:pt x="84" y="242"/>
                </a:cubicBezTo>
                <a:lnTo>
                  <a:pt x="84" y="293"/>
                </a:lnTo>
                <a:close/>
                <a:moveTo>
                  <a:pt x="22" y="231"/>
                </a:moveTo>
                <a:cubicBezTo>
                  <a:pt x="73" y="231"/>
                  <a:pt x="73" y="231"/>
                  <a:pt x="73" y="231"/>
                </a:cubicBezTo>
                <a:cubicBezTo>
                  <a:pt x="73" y="174"/>
                  <a:pt x="73" y="174"/>
                  <a:pt x="73" y="174"/>
                </a:cubicBezTo>
                <a:cubicBezTo>
                  <a:pt x="22" y="174"/>
                  <a:pt x="22" y="174"/>
                  <a:pt x="22" y="174"/>
                </a:cubicBezTo>
                <a:lnTo>
                  <a:pt x="22" y="231"/>
                </a:lnTo>
                <a:close/>
                <a:moveTo>
                  <a:pt x="84" y="231"/>
                </a:moveTo>
                <a:cubicBezTo>
                  <a:pt x="141" y="231"/>
                  <a:pt x="141" y="231"/>
                  <a:pt x="141" y="231"/>
                </a:cubicBezTo>
                <a:cubicBezTo>
                  <a:pt x="141" y="174"/>
                  <a:pt x="141" y="174"/>
                  <a:pt x="141" y="174"/>
                </a:cubicBezTo>
                <a:cubicBezTo>
                  <a:pt x="84" y="174"/>
                  <a:pt x="84" y="174"/>
                  <a:pt x="84" y="174"/>
                </a:cubicBezTo>
                <a:lnTo>
                  <a:pt x="84" y="231"/>
                </a:lnTo>
                <a:close/>
                <a:moveTo>
                  <a:pt x="22" y="163"/>
                </a:moveTo>
                <a:cubicBezTo>
                  <a:pt x="73" y="163"/>
                  <a:pt x="73" y="163"/>
                  <a:pt x="73" y="163"/>
                </a:cubicBezTo>
                <a:cubicBezTo>
                  <a:pt x="73" y="112"/>
                  <a:pt x="73" y="112"/>
                  <a:pt x="73" y="112"/>
                </a:cubicBezTo>
                <a:cubicBezTo>
                  <a:pt x="22" y="112"/>
                  <a:pt x="22" y="112"/>
                  <a:pt x="22" y="112"/>
                </a:cubicBezTo>
                <a:lnTo>
                  <a:pt x="22" y="163"/>
                </a:lnTo>
                <a:close/>
                <a:moveTo>
                  <a:pt x="152" y="293"/>
                </a:moveTo>
                <a:cubicBezTo>
                  <a:pt x="208" y="293"/>
                  <a:pt x="208" y="293"/>
                  <a:pt x="208" y="293"/>
                </a:cubicBezTo>
                <a:cubicBezTo>
                  <a:pt x="208" y="242"/>
                  <a:pt x="208" y="242"/>
                  <a:pt x="208" y="242"/>
                </a:cubicBezTo>
                <a:cubicBezTo>
                  <a:pt x="152" y="242"/>
                  <a:pt x="152" y="242"/>
                  <a:pt x="152" y="242"/>
                </a:cubicBezTo>
                <a:lnTo>
                  <a:pt x="152" y="293"/>
                </a:lnTo>
                <a:close/>
                <a:moveTo>
                  <a:pt x="84" y="163"/>
                </a:moveTo>
                <a:cubicBezTo>
                  <a:pt x="141" y="163"/>
                  <a:pt x="141" y="163"/>
                  <a:pt x="141" y="163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63"/>
                </a:lnTo>
                <a:close/>
                <a:moveTo>
                  <a:pt x="220" y="293"/>
                </a:moveTo>
                <a:cubicBezTo>
                  <a:pt x="270" y="293"/>
                  <a:pt x="270" y="293"/>
                  <a:pt x="270" y="293"/>
                </a:cubicBezTo>
                <a:cubicBezTo>
                  <a:pt x="270" y="242"/>
                  <a:pt x="270" y="242"/>
                  <a:pt x="270" y="242"/>
                </a:cubicBezTo>
                <a:cubicBezTo>
                  <a:pt x="220" y="242"/>
                  <a:pt x="220" y="242"/>
                  <a:pt x="220" y="242"/>
                </a:cubicBezTo>
                <a:lnTo>
                  <a:pt x="220" y="293"/>
                </a:lnTo>
                <a:close/>
                <a:moveTo>
                  <a:pt x="152" y="231"/>
                </a:moveTo>
                <a:cubicBezTo>
                  <a:pt x="208" y="231"/>
                  <a:pt x="208" y="231"/>
                  <a:pt x="208" y="231"/>
                </a:cubicBezTo>
                <a:cubicBezTo>
                  <a:pt x="208" y="174"/>
                  <a:pt x="208" y="174"/>
                  <a:pt x="208" y="174"/>
                </a:cubicBezTo>
                <a:cubicBezTo>
                  <a:pt x="152" y="174"/>
                  <a:pt x="152" y="174"/>
                  <a:pt x="152" y="174"/>
                </a:cubicBezTo>
                <a:lnTo>
                  <a:pt x="152" y="231"/>
                </a:lnTo>
                <a:close/>
                <a:moveTo>
                  <a:pt x="90" y="79"/>
                </a:moveTo>
                <a:cubicBezTo>
                  <a:pt x="90" y="28"/>
                  <a:pt x="90" y="28"/>
                  <a:pt x="90" y="28"/>
                </a:cubicBezTo>
                <a:cubicBezTo>
                  <a:pt x="90" y="26"/>
                  <a:pt x="89" y="25"/>
                  <a:pt x="88" y="24"/>
                </a:cubicBezTo>
                <a:cubicBezTo>
                  <a:pt x="87" y="23"/>
                  <a:pt x="86" y="22"/>
                  <a:pt x="84" y="22"/>
                </a:cubicBezTo>
                <a:cubicBezTo>
                  <a:pt x="73" y="22"/>
                  <a:pt x="73" y="22"/>
                  <a:pt x="73" y="22"/>
                </a:cubicBezTo>
                <a:cubicBezTo>
                  <a:pt x="72" y="22"/>
                  <a:pt x="70" y="23"/>
                  <a:pt x="69" y="24"/>
                </a:cubicBezTo>
                <a:cubicBezTo>
                  <a:pt x="68" y="25"/>
                  <a:pt x="67" y="26"/>
                  <a:pt x="67" y="28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80"/>
                  <a:pt x="68" y="82"/>
                  <a:pt x="69" y="83"/>
                </a:cubicBezTo>
                <a:cubicBezTo>
                  <a:pt x="70" y="84"/>
                  <a:pt x="72" y="84"/>
                  <a:pt x="73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6" y="84"/>
                  <a:pt x="87" y="84"/>
                  <a:pt x="88" y="83"/>
                </a:cubicBezTo>
                <a:cubicBezTo>
                  <a:pt x="89" y="82"/>
                  <a:pt x="90" y="80"/>
                  <a:pt x="90" y="79"/>
                </a:cubicBezTo>
                <a:close/>
                <a:moveTo>
                  <a:pt x="220" y="231"/>
                </a:moveTo>
                <a:cubicBezTo>
                  <a:pt x="270" y="231"/>
                  <a:pt x="270" y="231"/>
                  <a:pt x="270" y="231"/>
                </a:cubicBezTo>
                <a:cubicBezTo>
                  <a:pt x="270" y="174"/>
                  <a:pt x="270" y="174"/>
                  <a:pt x="270" y="174"/>
                </a:cubicBezTo>
                <a:cubicBezTo>
                  <a:pt x="220" y="174"/>
                  <a:pt x="220" y="174"/>
                  <a:pt x="220" y="174"/>
                </a:cubicBezTo>
                <a:lnTo>
                  <a:pt x="220" y="231"/>
                </a:lnTo>
                <a:close/>
                <a:moveTo>
                  <a:pt x="152" y="163"/>
                </a:moveTo>
                <a:cubicBezTo>
                  <a:pt x="208" y="163"/>
                  <a:pt x="208" y="163"/>
                  <a:pt x="208" y="163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152" y="112"/>
                  <a:pt x="152" y="112"/>
                  <a:pt x="152" y="112"/>
                </a:cubicBezTo>
                <a:lnTo>
                  <a:pt x="152" y="163"/>
                </a:lnTo>
                <a:close/>
                <a:moveTo>
                  <a:pt x="220" y="163"/>
                </a:moveTo>
                <a:cubicBezTo>
                  <a:pt x="270" y="163"/>
                  <a:pt x="270" y="163"/>
                  <a:pt x="270" y="163"/>
                </a:cubicBezTo>
                <a:cubicBezTo>
                  <a:pt x="270" y="112"/>
                  <a:pt x="270" y="112"/>
                  <a:pt x="270" y="112"/>
                </a:cubicBezTo>
                <a:cubicBezTo>
                  <a:pt x="220" y="112"/>
                  <a:pt x="220" y="112"/>
                  <a:pt x="220" y="112"/>
                </a:cubicBezTo>
                <a:lnTo>
                  <a:pt x="220" y="163"/>
                </a:lnTo>
                <a:close/>
                <a:moveTo>
                  <a:pt x="225" y="79"/>
                </a:moveTo>
                <a:cubicBezTo>
                  <a:pt x="225" y="28"/>
                  <a:pt x="225" y="28"/>
                  <a:pt x="225" y="28"/>
                </a:cubicBezTo>
                <a:cubicBezTo>
                  <a:pt x="225" y="26"/>
                  <a:pt x="225" y="25"/>
                  <a:pt x="224" y="24"/>
                </a:cubicBezTo>
                <a:cubicBezTo>
                  <a:pt x="222" y="23"/>
                  <a:pt x="221" y="22"/>
                  <a:pt x="220" y="22"/>
                </a:cubicBezTo>
                <a:cubicBezTo>
                  <a:pt x="208" y="22"/>
                  <a:pt x="208" y="22"/>
                  <a:pt x="208" y="22"/>
                </a:cubicBezTo>
                <a:cubicBezTo>
                  <a:pt x="207" y="22"/>
                  <a:pt x="205" y="23"/>
                  <a:pt x="204" y="24"/>
                </a:cubicBezTo>
                <a:cubicBezTo>
                  <a:pt x="203" y="25"/>
                  <a:pt x="203" y="26"/>
                  <a:pt x="203" y="28"/>
                </a:cubicBezTo>
                <a:cubicBezTo>
                  <a:pt x="203" y="79"/>
                  <a:pt x="203" y="79"/>
                  <a:pt x="203" y="79"/>
                </a:cubicBezTo>
                <a:cubicBezTo>
                  <a:pt x="203" y="80"/>
                  <a:pt x="203" y="82"/>
                  <a:pt x="204" y="83"/>
                </a:cubicBezTo>
                <a:cubicBezTo>
                  <a:pt x="205" y="84"/>
                  <a:pt x="207" y="84"/>
                  <a:pt x="208" y="84"/>
                </a:cubicBezTo>
                <a:cubicBezTo>
                  <a:pt x="220" y="84"/>
                  <a:pt x="220" y="84"/>
                  <a:pt x="220" y="84"/>
                </a:cubicBezTo>
                <a:cubicBezTo>
                  <a:pt x="221" y="84"/>
                  <a:pt x="222" y="84"/>
                  <a:pt x="224" y="83"/>
                </a:cubicBezTo>
                <a:cubicBezTo>
                  <a:pt x="225" y="82"/>
                  <a:pt x="225" y="80"/>
                  <a:pt x="225" y="79"/>
                </a:cubicBezTo>
                <a:close/>
                <a:moveTo>
                  <a:pt x="293" y="67"/>
                </a:moveTo>
                <a:cubicBezTo>
                  <a:pt x="293" y="293"/>
                  <a:pt x="293" y="293"/>
                  <a:pt x="293" y="293"/>
                </a:cubicBezTo>
                <a:cubicBezTo>
                  <a:pt x="293" y="299"/>
                  <a:pt x="291" y="304"/>
                  <a:pt x="286" y="309"/>
                </a:cubicBezTo>
                <a:cubicBezTo>
                  <a:pt x="282" y="313"/>
                  <a:pt x="276" y="315"/>
                  <a:pt x="270" y="315"/>
                </a:cubicBezTo>
                <a:cubicBezTo>
                  <a:pt x="22" y="315"/>
                  <a:pt x="22" y="315"/>
                  <a:pt x="22" y="315"/>
                </a:cubicBezTo>
                <a:cubicBezTo>
                  <a:pt x="16" y="315"/>
                  <a:pt x="11" y="313"/>
                  <a:pt x="7" y="309"/>
                </a:cubicBezTo>
                <a:cubicBezTo>
                  <a:pt x="2" y="304"/>
                  <a:pt x="0" y="299"/>
                  <a:pt x="0" y="293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1"/>
                  <a:pt x="2" y="56"/>
                  <a:pt x="7" y="52"/>
                </a:cubicBezTo>
                <a:cubicBezTo>
                  <a:pt x="11" y="47"/>
                  <a:pt x="16" y="45"/>
                  <a:pt x="22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0"/>
                  <a:pt x="48" y="14"/>
                  <a:pt x="53" y="8"/>
                </a:cubicBezTo>
                <a:cubicBezTo>
                  <a:pt x="59" y="3"/>
                  <a:pt x="65" y="0"/>
                  <a:pt x="73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2" y="0"/>
                  <a:pt x="99" y="3"/>
                  <a:pt x="104" y="8"/>
                </a:cubicBezTo>
                <a:cubicBezTo>
                  <a:pt x="110" y="14"/>
                  <a:pt x="113" y="20"/>
                  <a:pt x="113" y="28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80" y="45"/>
                  <a:pt x="180" y="45"/>
                  <a:pt x="180" y="45"/>
                </a:cubicBezTo>
                <a:cubicBezTo>
                  <a:pt x="180" y="28"/>
                  <a:pt x="180" y="28"/>
                  <a:pt x="180" y="28"/>
                </a:cubicBezTo>
                <a:cubicBezTo>
                  <a:pt x="180" y="20"/>
                  <a:pt x="183" y="14"/>
                  <a:pt x="188" y="8"/>
                </a:cubicBezTo>
                <a:cubicBezTo>
                  <a:pt x="194" y="3"/>
                  <a:pt x="201" y="0"/>
                  <a:pt x="208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4" y="3"/>
                  <a:pt x="239" y="8"/>
                </a:cubicBezTo>
                <a:cubicBezTo>
                  <a:pt x="245" y="14"/>
                  <a:pt x="248" y="20"/>
                  <a:pt x="248" y="28"/>
                </a:cubicBezTo>
                <a:cubicBezTo>
                  <a:pt x="248" y="45"/>
                  <a:pt x="248" y="45"/>
                  <a:pt x="248" y="45"/>
                </a:cubicBezTo>
                <a:cubicBezTo>
                  <a:pt x="270" y="45"/>
                  <a:pt x="270" y="45"/>
                  <a:pt x="270" y="45"/>
                </a:cubicBezTo>
                <a:cubicBezTo>
                  <a:pt x="276" y="45"/>
                  <a:pt x="282" y="47"/>
                  <a:pt x="286" y="52"/>
                </a:cubicBezTo>
                <a:cubicBezTo>
                  <a:pt x="291" y="56"/>
                  <a:pt x="293" y="61"/>
                  <a:pt x="293" y="6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300413" y="1566863"/>
            <a:ext cx="317500" cy="339725"/>
          </a:xfrm>
          <a:custGeom>
            <a:avLst/>
            <a:gdLst>
              <a:gd name="T0" fmla="*/ 23 w 293"/>
              <a:gd name="T1" fmla="*/ 293 h 315"/>
              <a:gd name="T2" fmla="*/ 271 w 293"/>
              <a:gd name="T3" fmla="*/ 293 h 315"/>
              <a:gd name="T4" fmla="*/ 271 w 293"/>
              <a:gd name="T5" fmla="*/ 113 h 315"/>
              <a:gd name="T6" fmla="*/ 23 w 293"/>
              <a:gd name="T7" fmla="*/ 113 h 315"/>
              <a:gd name="T8" fmla="*/ 23 w 293"/>
              <a:gd name="T9" fmla="*/ 293 h 315"/>
              <a:gd name="T10" fmla="*/ 91 w 293"/>
              <a:gd name="T11" fmla="*/ 79 h 315"/>
              <a:gd name="T12" fmla="*/ 91 w 293"/>
              <a:gd name="T13" fmla="*/ 28 h 315"/>
              <a:gd name="T14" fmla="*/ 89 w 293"/>
              <a:gd name="T15" fmla="*/ 24 h 315"/>
              <a:gd name="T16" fmla="*/ 85 w 293"/>
              <a:gd name="T17" fmla="*/ 22 h 315"/>
              <a:gd name="T18" fmla="*/ 74 w 293"/>
              <a:gd name="T19" fmla="*/ 22 h 315"/>
              <a:gd name="T20" fmla="*/ 70 w 293"/>
              <a:gd name="T21" fmla="*/ 24 h 315"/>
              <a:gd name="T22" fmla="*/ 68 w 293"/>
              <a:gd name="T23" fmla="*/ 28 h 315"/>
              <a:gd name="T24" fmla="*/ 68 w 293"/>
              <a:gd name="T25" fmla="*/ 79 h 315"/>
              <a:gd name="T26" fmla="*/ 70 w 293"/>
              <a:gd name="T27" fmla="*/ 83 h 315"/>
              <a:gd name="T28" fmla="*/ 74 w 293"/>
              <a:gd name="T29" fmla="*/ 84 h 315"/>
              <a:gd name="T30" fmla="*/ 85 w 293"/>
              <a:gd name="T31" fmla="*/ 84 h 315"/>
              <a:gd name="T32" fmla="*/ 89 w 293"/>
              <a:gd name="T33" fmla="*/ 83 h 315"/>
              <a:gd name="T34" fmla="*/ 91 w 293"/>
              <a:gd name="T35" fmla="*/ 79 h 315"/>
              <a:gd name="T36" fmla="*/ 226 w 293"/>
              <a:gd name="T37" fmla="*/ 79 h 315"/>
              <a:gd name="T38" fmla="*/ 226 w 293"/>
              <a:gd name="T39" fmla="*/ 28 h 315"/>
              <a:gd name="T40" fmla="*/ 224 w 293"/>
              <a:gd name="T41" fmla="*/ 24 h 315"/>
              <a:gd name="T42" fmla="*/ 220 w 293"/>
              <a:gd name="T43" fmla="*/ 22 h 315"/>
              <a:gd name="T44" fmla="*/ 209 w 293"/>
              <a:gd name="T45" fmla="*/ 22 h 315"/>
              <a:gd name="T46" fmla="*/ 205 w 293"/>
              <a:gd name="T47" fmla="*/ 24 h 315"/>
              <a:gd name="T48" fmla="*/ 203 w 293"/>
              <a:gd name="T49" fmla="*/ 28 h 315"/>
              <a:gd name="T50" fmla="*/ 203 w 293"/>
              <a:gd name="T51" fmla="*/ 79 h 315"/>
              <a:gd name="T52" fmla="*/ 205 w 293"/>
              <a:gd name="T53" fmla="*/ 83 h 315"/>
              <a:gd name="T54" fmla="*/ 209 w 293"/>
              <a:gd name="T55" fmla="*/ 84 h 315"/>
              <a:gd name="T56" fmla="*/ 220 w 293"/>
              <a:gd name="T57" fmla="*/ 84 h 315"/>
              <a:gd name="T58" fmla="*/ 224 w 293"/>
              <a:gd name="T59" fmla="*/ 83 h 315"/>
              <a:gd name="T60" fmla="*/ 226 w 293"/>
              <a:gd name="T61" fmla="*/ 79 h 315"/>
              <a:gd name="T62" fmla="*/ 293 w 293"/>
              <a:gd name="T63" fmla="*/ 67 h 315"/>
              <a:gd name="T64" fmla="*/ 293 w 293"/>
              <a:gd name="T65" fmla="*/ 293 h 315"/>
              <a:gd name="T66" fmla="*/ 287 w 293"/>
              <a:gd name="T67" fmla="*/ 309 h 315"/>
              <a:gd name="T68" fmla="*/ 271 w 293"/>
              <a:gd name="T69" fmla="*/ 315 h 315"/>
              <a:gd name="T70" fmla="*/ 23 w 293"/>
              <a:gd name="T71" fmla="*/ 315 h 315"/>
              <a:gd name="T72" fmla="*/ 7 w 293"/>
              <a:gd name="T73" fmla="*/ 309 h 315"/>
              <a:gd name="T74" fmla="*/ 0 w 293"/>
              <a:gd name="T75" fmla="*/ 293 h 315"/>
              <a:gd name="T76" fmla="*/ 0 w 293"/>
              <a:gd name="T77" fmla="*/ 67 h 315"/>
              <a:gd name="T78" fmla="*/ 7 w 293"/>
              <a:gd name="T79" fmla="*/ 52 h 315"/>
              <a:gd name="T80" fmla="*/ 23 w 293"/>
              <a:gd name="T81" fmla="*/ 45 h 315"/>
              <a:gd name="T82" fmla="*/ 45 w 293"/>
              <a:gd name="T83" fmla="*/ 45 h 315"/>
              <a:gd name="T84" fmla="*/ 45 w 293"/>
              <a:gd name="T85" fmla="*/ 28 h 315"/>
              <a:gd name="T86" fmla="*/ 54 w 293"/>
              <a:gd name="T87" fmla="*/ 8 h 315"/>
              <a:gd name="T88" fmla="*/ 74 w 293"/>
              <a:gd name="T89" fmla="*/ 0 h 315"/>
              <a:gd name="T90" fmla="*/ 85 w 293"/>
              <a:gd name="T91" fmla="*/ 0 h 315"/>
              <a:gd name="T92" fmla="*/ 105 w 293"/>
              <a:gd name="T93" fmla="*/ 8 h 315"/>
              <a:gd name="T94" fmla="*/ 113 w 293"/>
              <a:gd name="T95" fmla="*/ 28 h 315"/>
              <a:gd name="T96" fmla="*/ 113 w 293"/>
              <a:gd name="T97" fmla="*/ 45 h 315"/>
              <a:gd name="T98" fmla="*/ 181 w 293"/>
              <a:gd name="T99" fmla="*/ 45 h 315"/>
              <a:gd name="T100" fmla="*/ 181 w 293"/>
              <a:gd name="T101" fmla="*/ 28 h 315"/>
              <a:gd name="T102" fmla="*/ 189 w 293"/>
              <a:gd name="T103" fmla="*/ 8 h 315"/>
              <a:gd name="T104" fmla="*/ 209 w 293"/>
              <a:gd name="T105" fmla="*/ 0 h 315"/>
              <a:gd name="T106" fmla="*/ 220 w 293"/>
              <a:gd name="T107" fmla="*/ 0 h 315"/>
              <a:gd name="T108" fmla="*/ 240 w 293"/>
              <a:gd name="T109" fmla="*/ 8 h 315"/>
              <a:gd name="T110" fmla="*/ 248 w 293"/>
              <a:gd name="T111" fmla="*/ 28 h 315"/>
              <a:gd name="T112" fmla="*/ 248 w 293"/>
              <a:gd name="T113" fmla="*/ 45 h 315"/>
              <a:gd name="T114" fmla="*/ 271 w 293"/>
              <a:gd name="T115" fmla="*/ 45 h 315"/>
              <a:gd name="T116" fmla="*/ 287 w 293"/>
              <a:gd name="T117" fmla="*/ 52 h 315"/>
              <a:gd name="T118" fmla="*/ 293 w 293"/>
              <a:gd name="T119" fmla="*/ 6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3" h="315">
                <a:moveTo>
                  <a:pt x="23" y="293"/>
                </a:moveTo>
                <a:cubicBezTo>
                  <a:pt x="271" y="293"/>
                  <a:pt x="271" y="293"/>
                  <a:pt x="271" y="293"/>
                </a:cubicBezTo>
                <a:cubicBezTo>
                  <a:pt x="271" y="113"/>
                  <a:pt x="271" y="113"/>
                  <a:pt x="271" y="113"/>
                </a:cubicBezTo>
                <a:cubicBezTo>
                  <a:pt x="23" y="113"/>
                  <a:pt x="23" y="113"/>
                  <a:pt x="23" y="113"/>
                </a:cubicBezTo>
                <a:lnTo>
                  <a:pt x="23" y="293"/>
                </a:lnTo>
                <a:close/>
                <a:moveTo>
                  <a:pt x="91" y="79"/>
                </a:moveTo>
                <a:cubicBezTo>
                  <a:pt x="91" y="28"/>
                  <a:pt x="91" y="28"/>
                  <a:pt x="91" y="28"/>
                </a:cubicBezTo>
                <a:cubicBezTo>
                  <a:pt x="91" y="26"/>
                  <a:pt x="90" y="25"/>
                  <a:pt x="89" y="24"/>
                </a:cubicBezTo>
                <a:cubicBezTo>
                  <a:pt x="88" y="23"/>
                  <a:pt x="87" y="22"/>
                  <a:pt x="85" y="22"/>
                </a:cubicBezTo>
                <a:cubicBezTo>
                  <a:pt x="74" y="22"/>
                  <a:pt x="74" y="22"/>
                  <a:pt x="74" y="22"/>
                </a:cubicBezTo>
                <a:cubicBezTo>
                  <a:pt x="72" y="22"/>
                  <a:pt x="71" y="23"/>
                  <a:pt x="70" y="24"/>
                </a:cubicBezTo>
                <a:cubicBezTo>
                  <a:pt x="69" y="25"/>
                  <a:pt x="68" y="26"/>
                  <a:pt x="68" y="28"/>
                </a:cubicBezTo>
                <a:cubicBezTo>
                  <a:pt x="68" y="79"/>
                  <a:pt x="68" y="79"/>
                  <a:pt x="68" y="79"/>
                </a:cubicBezTo>
                <a:cubicBezTo>
                  <a:pt x="68" y="80"/>
                  <a:pt x="69" y="82"/>
                  <a:pt x="70" y="83"/>
                </a:cubicBezTo>
                <a:cubicBezTo>
                  <a:pt x="71" y="84"/>
                  <a:pt x="72" y="84"/>
                  <a:pt x="74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87" y="84"/>
                  <a:pt x="88" y="84"/>
                  <a:pt x="89" y="83"/>
                </a:cubicBezTo>
                <a:cubicBezTo>
                  <a:pt x="90" y="82"/>
                  <a:pt x="91" y="80"/>
                  <a:pt x="91" y="79"/>
                </a:cubicBezTo>
                <a:close/>
                <a:moveTo>
                  <a:pt x="226" y="79"/>
                </a:moveTo>
                <a:cubicBezTo>
                  <a:pt x="226" y="28"/>
                  <a:pt x="226" y="28"/>
                  <a:pt x="226" y="28"/>
                </a:cubicBezTo>
                <a:cubicBezTo>
                  <a:pt x="226" y="26"/>
                  <a:pt x="225" y="25"/>
                  <a:pt x="224" y="24"/>
                </a:cubicBezTo>
                <a:cubicBezTo>
                  <a:pt x="223" y="23"/>
                  <a:pt x="222" y="22"/>
                  <a:pt x="220" y="22"/>
                </a:cubicBezTo>
                <a:cubicBezTo>
                  <a:pt x="209" y="22"/>
                  <a:pt x="209" y="22"/>
                  <a:pt x="209" y="22"/>
                </a:cubicBezTo>
                <a:cubicBezTo>
                  <a:pt x="207" y="22"/>
                  <a:pt x="206" y="23"/>
                  <a:pt x="205" y="24"/>
                </a:cubicBezTo>
                <a:cubicBezTo>
                  <a:pt x="204" y="25"/>
                  <a:pt x="203" y="26"/>
                  <a:pt x="203" y="28"/>
                </a:cubicBezTo>
                <a:cubicBezTo>
                  <a:pt x="203" y="79"/>
                  <a:pt x="203" y="79"/>
                  <a:pt x="203" y="79"/>
                </a:cubicBezTo>
                <a:cubicBezTo>
                  <a:pt x="203" y="80"/>
                  <a:pt x="204" y="82"/>
                  <a:pt x="205" y="83"/>
                </a:cubicBezTo>
                <a:cubicBezTo>
                  <a:pt x="206" y="84"/>
                  <a:pt x="207" y="84"/>
                  <a:pt x="209" y="84"/>
                </a:cubicBezTo>
                <a:cubicBezTo>
                  <a:pt x="220" y="84"/>
                  <a:pt x="220" y="84"/>
                  <a:pt x="220" y="84"/>
                </a:cubicBezTo>
                <a:cubicBezTo>
                  <a:pt x="222" y="84"/>
                  <a:pt x="223" y="84"/>
                  <a:pt x="224" y="83"/>
                </a:cubicBezTo>
                <a:cubicBezTo>
                  <a:pt x="225" y="82"/>
                  <a:pt x="226" y="80"/>
                  <a:pt x="226" y="79"/>
                </a:cubicBezTo>
                <a:close/>
                <a:moveTo>
                  <a:pt x="293" y="67"/>
                </a:moveTo>
                <a:cubicBezTo>
                  <a:pt x="293" y="293"/>
                  <a:pt x="293" y="293"/>
                  <a:pt x="293" y="293"/>
                </a:cubicBezTo>
                <a:cubicBezTo>
                  <a:pt x="293" y="299"/>
                  <a:pt x="291" y="304"/>
                  <a:pt x="287" y="309"/>
                </a:cubicBezTo>
                <a:cubicBezTo>
                  <a:pt x="282" y="313"/>
                  <a:pt x="277" y="315"/>
                  <a:pt x="271" y="315"/>
                </a:cubicBezTo>
                <a:cubicBezTo>
                  <a:pt x="23" y="315"/>
                  <a:pt x="23" y="315"/>
                  <a:pt x="23" y="315"/>
                </a:cubicBezTo>
                <a:cubicBezTo>
                  <a:pt x="17" y="315"/>
                  <a:pt x="12" y="313"/>
                  <a:pt x="7" y="309"/>
                </a:cubicBezTo>
                <a:cubicBezTo>
                  <a:pt x="3" y="304"/>
                  <a:pt x="0" y="299"/>
                  <a:pt x="0" y="293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1"/>
                  <a:pt x="3" y="56"/>
                  <a:pt x="7" y="52"/>
                </a:cubicBezTo>
                <a:cubicBezTo>
                  <a:pt x="12" y="47"/>
                  <a:pt x="17" y="45"/>
                  <a:pt x="23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0"/>
                  <a:pt x="48" y="14"/>
                  <a:pt x="54" y="8"/>
                </a:cubicBezTo>
                <a:cubicBezTo>
                  <a:pt x="59" y="3"/>
                  <a:pt x="66" y="0"/>
                  <a:pt x="7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93" y="0"/>
                  <a:pt x="99" y="3"/>
                  <a:pt x="105" y="8"/>
                </a:cubicBezTo>
                <a:cubicBezTo>
                  <a:pt x="110" y="14"/>
                  <a:pt x="113" y="20"/>
                  <a:pt x="113" y="28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28"/>
                  <a:pt x="181" y="28"/>
                  <a:pt x="181" y="28"/>
                </a:cubicBezTo>
                <a:cubicBezTo>
                  <a:pt x="181" y="20"/>
                  <a:pt x="183" y="14"/>
                  <a:pt x="189" y="8"/>
                </a:cubicBezTo>
                <a:cubicBezTo>
                  <a:pt x="194" y="3"/>
                  <a:pt x="201" y="0"/>
                  <a:pt x="209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8" y="0"/>
                  <a:pt x="234" y="3"/>
                  <a:pt x="240" y="8"/>
                </a:cubicBezTo>
                <a:cubicBezTo>
                  <a:pt x="245" y="14"/>
                  <a:pt x="248" y="20"/>
                  <a:pt x="248" y="28"/>
                </a:cubicBezTo>
                <a:cubicBezTo>
                  <a:pt x="248" y="45"/>
                  <a:pt x="248" y="45"/>
                  <a:pt x="248" y="45"/>
                </a:cubicBezTo>
                <a:cubicBezTo>
                  <a:pt x="271" y="45"/>
                  <a:pt x="271" y="45"/>
                  <a:pt x="271" y="45"/>
                </a:cubicBezTo>
                <a:cubicBezTo>
                  <a:pt x="277" y="45"/>
                  <a:pt x="282" y="47"/>
                  <a:pt x="287" y="52"/>
                </a:cubicBezTo>
                <a:cubicBezTo>
                  <a:pt x="291" y="56"/>
                  <a:pt x="293" y="61"/>
                  <a:pt x="293" y="6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3709988" y="1577975"/>
            <a:ext cx="363538" cy="317500"/>
          </a:xfrm>
          <a:custGeom>
            <a:avLst/>
            <a:gdLst>
              <a:gd name="T0" fmla="*/ 169 w 338"/>
              <a:gd name="T1" fmla="*/ 118 h 293"/>
              <a:gd name="T2" fmla="*/ 205 w 338"/>
              <a:gd name="T3" fmla="*/ 133 h 293"/>
              <a:gd name="T4" fmla="*/ 219 w 338"/>
              <a:gd name="T5" fmla="*/ 169 h 293"/>
              <a:gd name="T6" fmla="*/ 205 w 338"/>
              <a:gd name="T7" fmla="*/ 205 h 293"/>
              <a:gd name="T8" fmla="*/ 169 w 338"/>
              <a:gd name="T9" fmla="*/ 220 h 293"/>
              <a:gd name="T10" fmla="*/ 133 w 338"/>
              <a:gd name="T11" fmla="*/ 205 h 293"/>
              <a:gd name="T12" fmla="*/ 118 w 338"/>
              <a:gd name="T13" fmla="*/ 169 h 293"/>
              <a:gd name="T14" fmla="*/ 133 w 338"/>
              <a:gd name="T15" fmla="*/ 133 h 293"/>
              <a:gd name="T16" fmla="*/ 169 w 338"/>
              <a:gd name="T17" fmla="*/ 118 h 293"/>
              <a:gd name="T18" fmla="*/ 293 w 338"/>
              <a:gd name="T19" fmla="*/ 45 h 293"/>
              <a:gd name="T20" fmla="*/ 325 w 338"/>
              <a:gd name="T21" fmla="*/ 58 h 293"/>
              <a:gd name="T22" fmla="*/ 338 w 338"/>
              <a:gd name="T23" fmla="*/ 90 h 293"/>
              <a:gd name="T24" fmla="*/ 338 w 338"/>
              <a:gd name="T25" fmla="*/ 248 h 293"/>
              <a:gd name="T26" fmla="*/ 325 w 338"/>
              <a:gd name="T27" fmla="*/ 280 h 293"/>
              <a:gd name="T28" fmla="*/ 293 w 338"/>
              <a:gd name="T29" fmla="*/ 293 h 293"/>
              <a:gd name="T30" fmla="*/ 45 w 338"/>
              <a:gd name="T31" fmla="*/ 293 h 293"/>
              <a:gd name="T32" fmla="*/ 13 w 338"/>
              <a:gd name="T33" fmla="*/ 280 h 293"/>
              <a:gd name="T34" fmla="*/ 0 w 338"/>
              <a:gd name="T35" fmla="*/ 248 h 293"/>
              <a:gd name="T36" fmla="*/ 0 w 338"/>
              <a:gd name="T37" fmla="*/ 90 h 293"/>
              <a:gd name="T38" fmla="*/ 13 w 338"/>
              <a:gd name="T39" fmla="*/ 58 h 293"/>
              <a:gd name="T40" fmla="*/ 45 w 338"/>
              <a:gd name="T41" fmla="*/ 45 h 293"/>
              <a:gd name="T42" fmla="*/ 84 w 338"/>
              <a:gd name="T43" fmla="*/ 45 h 293"/>
              <a:gd name="T44" fmla="*/ 93 w 338"/>
              <a:gd name="T45" fmla="*/ 21 h 293"/>
              <a:gd name="T46" fmla="*/ 106 w 338"/>
              <a:gd name="T47" fmla="*/ 6 h 293"/>
              <a:gd name="T48" fmla="*/ 124 w 338"/>
              <a:gd name="T49" fmla="*/ 0 h 293"/>
              <a:gd name="T50" fmla="*/ 214 w 338"/>
              <a:gd name="T51" fmla="*/ 0 h 293"/>
              <a:gd name="T52" fmla="*/ 232 w 338"/>
              <a:gd name="T53" fmla="*/ 6 h 293"/>
              <a:gd name="T54" fmla="*/ 244 w 338"/>
              <a:gd name="T55" fmla="*/ 21 h 293"/>
              <a:gd name="T56" fmla="*/ 253 w 338"/>
              <a:gd name="T57" fmla="*/ 45 h 293"/>
              <a:gd name="T58" fmla="*/ 293 w 338"/>
              <a:gd name="T59" fmla="*/ 45 h 293"/>
              <a:gd name="T60" fmla="*/ 169 w 338"/>
              <a:gd name="T61" fmla="*/ 248 h 293"/>
              <a:gd name="T62" fmla="*/ 224 w 338"/>
              <a:gd name="T63" fmla="*/ 225 h 293"/>
              <a:gd name="T64" fmla="*/ 248 w 338"/>
              <a:gd name="T65" fmla="*/ 169 h 293"/>
              <a:gd name="T66" fmla="*/ 224 w 338"/>
              <a:gd name="T67" fmla="*/ 113 h 293"/>
              <a:gd name="T68" fmla="*/ 169 w 338"/>
              <a:gd name="T69" fmla="*/ 90 h 293"/>
              <a:gd name="T70" fmla="*/ 113 w 338"/>
              <a:gd name="T71" fmla="*/ 113 h 293"/>
              <a:gd name="T72" fmla="*/ 90 w 338"/>
              <a:gd name="T73" fmla="*/ 169 h 293"/>
              <a:gd name="T74" fmla="*/ 113 w 338"/>
              <a:gd name="T75" fmla="*/ 225 h 293"/>
              <a:gd name="T76" fmla="*/ 169 w 338"/>
              <a:gd name="T77" fmla="*/ 248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38" h="293">
                <a:moveTo>
                  <a:pt x="169" y="118"/>
                </a:moveTo>
                <a:cubicBezTo>
                  <a:pt x="183" y="118"/>
                  <a:pt x="195" y="123"/>
                  <a:pt x="205" y="133"/>
                </a:cubicBezTo>
                <a:cubicBezTo>
                  <a:pt x="215" y="143"/>
                  <a:pt x="219" y="155"/>
                  <a:pt x="219" y="169"/>
                </a:cubicBezTo>
                <a:cubicBezTo>
                  <a:pt x="219" y="183"/>
                  <a:pt x="215" y="195"/>
                  <a:pt x="205" y="205"/>
                </a:cubicBezTo>
                <a:cubicBezTo>
                  <a:pt x="195" y="215"/>
                  <a:pt x="183" y="220"/>
                  <a:pt x="169" y="220"/>
                </a:cubicBezTo>
                <a:cubicBezTo>
                  <a:pt x="155" y="220"/>
                  <a:pt x="143" y="215"/>
                  <a:pt x="133" y="205"/>
                </a:cubicBezTo>
                <a:cubicBezTo>
                  <a:pt x="123" y="195"/>
                  <a:pt x="118" y="183"/>
                  <a:pt x="118" y="169"/>
                </a:cubicBezTo>
                <a:cubicBezTo>
                  <a:pt x="118" y="155"/>
                  <a:pt x="123" y="143"/>
                  <a:pt x="133" y="133"/>
                </a:cubicBezTo>
                <a:cubicBezTo>
                  <a:pt x="143" y="123"/>
                  <a:pt x="155" y="118"/>
                  <a:pt x="169" y="118"/>
                </a:cubicBezTo>
                <a:close/>
                <a:moveTo>
                  <a:pt x="293" y="45"/>
                </a:moveTo>
                <a:cubicBezTo>
                  <a:pt x="305" y="45"/>
                  <a:pt x="316" y="50"/>
                  <a:pt x="325" y="58"/>
                </a:cubicBezTo>
                <a:cubicBezTo>
                  <a:pt x="333" y="67"/>
                  <a:pt x="338" y="78"/>
                  <a:pt x="338" y="90"/>
                </a:cubicBezTo>
                <a:cubicBezTo>
                  <a:pt x="338" y="248"/>
                  <a:pt x="338" y="248"/>
                  <a:pt x="338" y="248"/>
                </a:cubicBezTo>
                <a:cubicBezTo>
                  <a:pt x="338" y="260"/>
                  <a:pt x="333" y="271"/>
                  <a:pt x="325" y="280"/>
                </a:cubicBezTo>
                <a:cubicBezTo>
                  <a:pt x="316" y="289"/>
                  <a:pt x="305" y="293"/>
                  <a:pt x="293" y="293"/>
                </a:cubicBezTo>
                <a:cubicBezTo>
                  <a:pt x="45" y="293"/>
                  <a:pt x="45" y="293"/>
                  <a:pt x="45" y="293"/>
                </a:cubicBezTo>
                <a:cubicBezTo>
                  <a:pt x="32" y="293"/>
                  <a:pt x="22" y="289"/>
                  <a:pt x="13" y="280"/>
                </a:cubicBezTo>
                <a:cubicBezTo>
                  <a:pt x="4" y="271"/>
                  <a:pt x="0" y="260"/>
                  <a:pt x="0" y="24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78"/>
                  <a:pt x="4" y="67"/>
                  <a:pt x="13" y="58"/>
                </a:cubicBezTo>
                <a:cubicBezTo>
                  <a:pt x="22" y="50"/>
                  <a:pt x="32" y="45"/>
                  <a:pt x="45" y="45"/>
                </a:cubicBezTo>
                <a:cubicBezTo>
                  <a:pt x="84" y="45"/>
                  <a:pt x="84" y="45"/>
                  <a:pt x="84" y="45"/>
                </a:cubicBezTo>
                <a:cubicBezTo>
                  <a:pt x="93" y="21"/>
                  <a:pt x="93" y="21"/>
                  <a:pt x="93" y="21"/>
                </a:cubicBezTo>
                <a:cubicBezTo>
                  <a:pt x="96" y="15"/>
                  <a:pt x="100" y="11"/>
                  <a:pt x="106" y="6"/>
                </a:cubicBezTo>
                <a:cubicBezTo>
                  <a:pt x="111" y="2"/>
                  <a:pt x="118" y="0"/>
                  <a:pt x="124" y="0"/>
                </a:cubicBezTo>
                <a:cubicBezTo>
                  <a:pt x="214" y="0"/>
                  <a:pt x="214" y="0"/>
                  <a:pt x="214" y="0"/>
                </a:cubicBezTo>
                <a:cubicBezTo>
                  <a:pt x="220" y="0"/>
                  <a:pt x="226" y="2"/>
                  <a:pt x="232" y="6"/>
                </a:cubicBezTo>
                <a:cubicBezTo>
                  <a:pt x="238" y="11"/>
                  <a:pt x="242" y="15"/>
                  <a:pt x="244" y="21"/>
                </a:cubicBezTo>
                <a:cubicBezTo>
                  <a:pt x="253" y="45"/>
                  <a:pt x="253" y="45"/>
                  <a:pt x="253" y="45"/>
                </a:cubicBezTo>
                <a:lnTo>
                  <a:pt x="293" y="45"/>
                </a:lnTo>
                <a:close/>
                <a:moveTo>
                  <a:pt x="169" y="248"/>
                </a:moveTo>
                <a:cubicBezTo>
                  <a:pt x="190" y="248"/>
                  <a:pt x="209" y="240"/>
                  <a:pt x="224" y="225"/>
                </a:cubicBezTo>
                <a:cubicBezTo>
                  <a:pt x="240" y="209"/>
                  <a:pt x="248" y="191"/>
                  <a:pt x="248" y="169"/>
                </a:cubicBezTo>
                <a:cubicBezTo>
                  <a:pt x="248" y="147"/>
                  <a:pt x="240" y="129"/>
                  <a:pt x="224" y="113"/>
                </a:cubicBezTo>
                <a:cubicBezTo>
                  <a:pt x="209" y="98"/>
                  <a:pt x="190" y="90"/>
                  <a:pt x="169" y="90"/>
                </a:cubicBezTo>
                <a:cubicBezTo>
                  <a:pt x="147" y="90"/>
                  <a:pt x="129" y="98"/>
                  <a:pt x="113" y="113"/>
                </a:cubicBezTo>
                <a:cubicBezTo>
                  <a:pt x="98" y="129"/>
                  <a:pt x="90" y="147"/>
                  <a:pt x="90" y="169"/>
                </a:cubicBezTo>
                <a:cubicBezTo>
                  <a:pt x="90" y="191"/>
                  <a:pt x="98" y="209"/>
                  <a:pt x="113" y="225"/>
                </a:cubicBezTo>
                <a:cubicBezTo>
                  <a:pt x="129" y="240"/>
                  <a:pt x="147" y="248"/>
                  <a:pt x="169" y="24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687388" y="2024063"/>
            <a:ext cx="339725" cy="292100"/>
          </a:xfrm>
          <a:custGeom>
            <a:avLst/>
            <a:gdLst>
              <a:gd name="T0" fmla="*/ 163 w 315"/>
              <a:gd name="T1" fmla="*/ 124 h 270"/>
              <a:gd name="T2" fmla="*/ 162 w 315"/>
              <a:gd name="T3" fmla="*/ 120 h 270"/>
              <a:gd name="T4" fmla="*/ 158 w 315"/>
              <a:gd name="T5" fmla="*/ 118 h 270"/>
              <a:gd name="T6" fmla="*/ 138 w 315"/>
              <a:gd name="T7" fmla="*/ 126 h 270"/>
              <a:gd name="T8" fmla="*/ 130 w 315"/>
              <a:gd name="T9" fmla="*/ 146 h 270"/>
              <a:gd name="T10" fmla="*/ 131 w 315"/>
              <a:gd name="T11" fmla="*/ 150 h 270"/>
              <a:gd name="T12" fmla="*/ 135 w 315"/>
              <a:gd name="T13" fmla="*/ 152 h 270"/>
              <a:gd name="T14" fmla="*/ 139 w 315"/>
              <a:gd name="T15" fmla="*/ 150 h 270"/>
              <a:gd name="T16" fmla="*/ 141 w 315"/>
              <a:gd name="T17" fmla="*/ 146 h 270"/>
              <a:gd name="T18" fmla="*/ 146 w 315"/>
              <a:gd name="T19" fmla="*/ 134 h 270"/>
              <a:gd name="T20" fmla="*/ 158 w 315"/>
              <a:gd name="T21" fmla="*/ 129 h 270"/>
              <a:gd name="T22" fmla="*/ 162 w 315"/>
              <a:gd name="T23" fmla="*/ 128 h 270"/>
              <a:gd name="T24" fmla="*/ 163 w 315"/>
              <a:gd name="T25" fmla="*/ 124 h 270"/>
              <a:gd name="T26" fmla="*/ 203 w 315"/>
              <a:gd name="T27" fmla="*/ 147 h 270"/>
              <a:gd name="T28" fmla="*/ 190 w 315"/>
              <a:gd name="T29" fmla="*/ 179 h 270"/>
              <a:gd name="T30" fmla="*/ 158 w 315"/>
              <a:gd name="T31" fmla="*/ 192 h 270"/>
              <a:gd name="T32" fmla="*/ 126 w 315"/>
              <a:gd name="T33" fmla="*/ 179 h 270"/>
              <a:gd name="T34" fmla="*/ 113 w 315"/>
              <a:gd name="T35" fmla="*/ 147 h 270"/>
              <a:gd name="T36" fmla="*/ 126 w 315"/>
              <a:gd name="T37" fmla="*/ 115 h 270"/>
              <a:gd name="T38" fmla="*/ 158 w 315"/>
              <a:gd name="T39" fmla="*/ 102 h 270"/>
              <a:gd name="T40" fmla="*/ 190 w 315"/>
              <a:gd name="T41" fmla="*/ 115 h 270"/>
              <a:gd name="T42" fmla="*/ 203 w 315"/>
              <a:gd name="T43" fmla="*/ 147 h 270"/>
              <a:gd name="T44" fmla="*/ 23 w 315"/>
              <a:gd name="T45" fmla="*/ 248 h 270"/>
              <a:gd name="T46" fmla="*/ 293 w 315"/>
              <a:gd name="T47" fmla="*/ 248 h 270"/>
              <a:gd name="T48" fmla="*/ 293 w 315"/>
              <a:gd name="T49" fmla="*/ 225 h 270"/>
              <a:gd name="T50" fmla="*/ 23 w 315"/>
              <a:gd name="T51" fmla="*/ 225 h 270"/>
              <a:gd name="T52" fmla="*/ 23 w 315"/>
              <a:gd name="T53" fmla="*/ 248 h 270"/>
              <a:gd name="T54" fmla="*/ 225 w 315"/>
              <a:gd name="T55" fmla="*/ 147 h 270"/>
              <a:gd name="T56" fmla="*/ 205 w 315"/>
              <a:gd name="T57" fmla="*/ 99 h 270"/>
              <a:gd name="T58" fmla="*/ 158 w 315"/>
              <a:gd name="T59" fmla="*/ 79 h 270"/>
              <a:gd name="T60" fmla="*/ 110 w 315"/>
              <a:gd name="T61" fmla="*/ 99 h 270"/>
              <a:gd name="T62" fmla="*/ 90 w 315"/>
              <a:gd name="T63" fmla="*/ 147 h 270"/>
              <a:gd name="T64" fmla="*/ 110 w 315"/>
              <a:gd name="T65" fmla="*/ 194 h 270"/>
              <a:gd name="T66" fmla="*/ 158 w 315"/>
              <a:gd name="T67" fmla="*/ 214 h 270"/>
              <a:gd name="T68" fmla="*/ 205 w 315"/>
              <a:gd name="T69" fmla="*/ 194 h 270"/>
              <a:gd name="T70" fmla="*/ 225 w 315"/>
              <a:gd name="T71" fmla="*/ 147 h 270"/>
              <a:gd name="T72" fmla="*/ 45 w 315"/>
              <a:gd name="T73" fmla="*/ 34 h 270"/>
              <a:gd name="T74" fmla="*/ 113 w 315"/>
              <a:gd name="T75" fmla="*/ 34 h 270"/>
              <a:gd name="T76" fmla="*/ 113 w 315"/>
              <a:gd name="T77" fmla="*/ 11 h 270"/>
              <a:gd name="T78" fmla="*/ 45 w 315"/>
              <a:gd name="T79" fmla="*/ 11 h 270"/>
              <a:gd name="T80" fmla="*/ 45 w 315"/>
              <a:gd name="T81" fmla="*/ 34 h 270"/>
              <a:gd name="T82" fmla="*/ 23 w 315"/>
              <a:gd name="T83" fmla="*/ 67 h 270"/>
              <a:gd name="T84" fmla="*/ 293 w 315"/>
              <a:gd name="T85" fmla="*/ 67 h 270"/>
              <a:gd name="T86" fmla="*/ 293 w 315"/>
              <a:gd name="T87" fmla="*/ 22 h 270"/>
              <a:gd name="T88" fmla="*/ 147 w 315"/>
              <a:gd name="T89" fmla="*/ 22 h 270"/>
              <a:gd name="T90" fmla="*/ 136 w 315"/>
              <a:gd name="T91" fmla="*/ 45 h 270"/>
              <a:gd name="T92" fmla="*/ 23 w 315"/>
              <a:gd name="T93" fmla="*/ 45 h 270"/>
              <a:gd name="T94" fmla="*/ 23 w 315"/>
              <a:gd name="T95" fmla="*/ 67 h 270"/>
              <a:gd name="T96" fmla="*/ 315 w 315"/>
              <a:gd name="T97" fmla="*/ 22 h 270"/>
              <a:gd name="T98" fmla="*/ 315 w 315"/>
              <a:gd name="T99" fmla="*/ 248 h 270"/>
              <a:gd name="T100" fmla="*/ 309 w 315"/>
              <a:gd name="T101" fmla="*/ 264 h 270"/>
              <a:gd name="T102" fmla="*/ 293 w 315"/>
              <a:gd name="T103" fmla="*/ 270 h 270"/>
              <a:gd name="T104" fmla="*/ 23 w 315"/>
              <a:gd name="T105" fmla="*/ 270 h 270"/>
              <a:gd name="T106" fmla="*/ 7 w 315"/>
              <a:gd name="T107" fmla="*/ 264 h 270"/>
              <a:gd name="T108" fmla="*/ 0 w 315"/>
              <a:gd name="T109" fmla="*/ 248 h 270"/>
              <a:gd name="T110" fmla="*/ 0 w 315"/>
              <a:gd name="T111" fmla="*/ 22 h 270"/>
              <a:gd name="T112" fmla="*/ 7 w 315"/>
              <a:gd name="T113" fmla="*/ 7 h 270"/>
              <a:gd name="T114" fmla="*/ 23 w 315"/>
              <a:gd name="T115" fmla="*/ 0 h 270"/>
              <a:gd name="T116" fmla="*/ 293 w 315"/>
              <a:gd name="T117" fmla="*/ 0 h 270"/>
              <a:gd name="T118" fmla="*/ 309 w 315"/>
              <a:gd name="T119" fmla="*/ 7 h 270"/>
              <a:gd name="T120" fmla="*/ 315 w 315"/>
              <a:gd name="T121" fmla="*/ 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5" h="270">
                <a:moveTo>
                  <a:pt x="163" y="124"/>
                </a:moveTo>
                <a:cubicBezTo>
                  <a:pt x="163" y="122"/>
                  <a:pt x="163" y="121"/>
                  <a:pt x="162" y="120"/>
                </a:cubicBezTo>
                <a:cubicBezTo>
                  <a:pt x="161" y="119"/>
                  <a:pt x="159" y="118"/>
                  <a:pt x="158" y="118"/>
                </a:cubicBezTo>
                <a:cubicBezTo>
                  <a:pt x="150" y="118"/>
                  <a:pt x="143" y="121"/>
                  <a:pt x="138" y="126"/>
                </a:cubicBezTo>
                <a:cubicBezTo>
                  <a:pt x="132" y="132"/>
                  <a:pt x="130" y="139"/>
                  <a:pt x="130" y="146"/>
                </a:cubicBezTo>
                <a:cubicBezTo>
                  <a:pt x="130" y="148"/>
                  <a:pt x="130" y="149"/>
                  <a:pt x="131" y="150"/>
                </a:cubicBezTo>
                <a:cubicBezTo>
                  <a:pt x="132" y="151"/>
                  <a:pt x="134" y="152"/>
                  <a:pt x="135" y="152"/>
                </a:cubicBezTo>
                <a:cubicBezTo>
                  <a:pt x="137" y="152"/>
                  <a:pt x="138" y="151"/>
                  <a:pt x="139" y="150"/>
                </a:cubicBezTo>
                <a:cubicBezTo>
                  <a:pt x="140" y="149"/>
                  <a:pt x="141" y="148"/>
                  <a:pt x="141" y="146"/>
                </a:cubicBezTo>
                <a:cubicBezTo>
                  <a:pt x="141" y="142"/>
                  <a:pt x="142" y="138"/>
                  <a:pt x="146" y="134"/>
                </a:cubicBezTo>
                <a:cubicBezTo>
                  <a:pt x="149" y="131"/>
                  <a:pt x="153" y="129"/>
                  <a:pt x="158" y="129"/>
                </a:cubicBezTo>
                <a:cubicBezTo>
                  <a:pt x="159" y="129"/>
                  <a:pt x="161" y="129"/>
                  <a:pt x="162" y="128"/>
                </a:cubicBezTo>
                <a:cubicBezTo>
                  <a:pt x="163" y="127"/>
                  <a:pt x="163" y="125"/>
                  <a:pt x="163" y="124"/>
                </a:cubicBezTo>
                <a:close/>
                <a:moveTo>
                  <a:pt x="203" y="147"/>
                </a:moveTo>
                <a:cubicBezTo>
                  <a:pt x="203" y="159"/>
                  <a:pt x="198" y="170"/>
                  <a:pt x="190" y="179"/>
                </a:cubicBezTo>
                <a:cubicBezTo>
                  <a:pt x="181" y="187"/>
                  <a:pt x="170" y="192"/>
                  <a:pt x="158" y="192"/>
                </a:cubicBezTo>
                <a:cubicBezTo>
                  <a:pt x="145" y="192"/>
                  <a:pt x="135" y="187"/>
                  <a:pt x="126" y="179"/>
                </a:cubicBezTo>
                <a:cubicBezTo>
                  <a:pt x="117" y="170"/>
                  <a:pt x="113" y="159"/>
                  <a:pt x="113" y="147"/>
                </a:cubicBezTo>
                <a:cubicBezTo>
                  <a:pt x="113" y="134"/>
                  <a:pt x="117" y="124"/>
                  <a:pt x="126" y="115"/>
                </a:cubicBezTo>
                <a:cubicBezTo>
                  <a:pt x="135" y="106"/>
                  <a:pt x="145" y="102"/>
                  <a:pt x="158" y="102"/>
                </a:cubicBezTo>
                <a:cubicBezTo>
                  <a:pt x="170" y="102"/>
                  <a:pt x="181" y="106"/>
                  <a:pt x="190" y="115"/>
                </a:cubicBezTo>
                <a:cubicBezTo>
                  <a:pt x="198" y="124"/>
                  <a:pt x="203" y="134"/>
                  <a:pt x="203" y="147"/>
                </a:cubicBezTo>
                <a:close/>
                <a:moveTo>
                  <a:pt x="23" y="248"/>
                </a:moveTo>
                <a:cubicBezTo>
                  <a:pt x="293" y="248"/>
                  <a:pt x="293" y="248"/>
                  <a:pt x="293" y="248"/>
                </a:cubicBezTo>
                <a:cubicBezTo>
                  <a:pt x="293" y="225"/>
                  <a:pt x="293" y="225"/>
                  <a:pt x="293" y="225"/>
                </a:cubicBezTo>
                <a:cubicBezTo>
                  <a:pt x="23" y="225"/>
                  <a:pt x="23" y="225"/>
                  <a:pt x="23" y="225"/>
                </a:cubicBezTo>
                <a:lnTo>
                  <a:pt x="23" y="248"/>
                </a:lnTo>
                <a:close/>
                <a:moveTo>
                  <a:pt x="225" y="147"/>
                </a:moveTo>
                <a:cubicBezTo>
                  <a:pt x="225" y="128"/>
                  <a:pt x="219" y="112"/>
                  <a:pt x="205" y="99"/>
                </a:cubicBezTo>
                <a:cubicBezTo>
                  <a:pt x="192" y="86"/>
                  <a:pt x="176" y="79"/>
                  <a:pt x="158" y="79"/>
                </a:cubicBezTo>
                <a:cubicBezTo>
                  <a:pt x="139" y="79"/>
                  <a:pt x="123" y="86"/>
                  <a:pt x="110" y="99"/>
                </a:cubicBezTo>
                <a:cubicBezTo>
                  <a:pt x="97" y="112"/>
                  <a:pt x="90" y="128"/>
                  <a:pt x="90" y="147"/>
                </a:cubicBezTo>
                <a:cubicBezTo>
                  <a:pt x="90" y="165"/>
                  <a:pt x="97" y="181"/>
                  <a:pt x="110" y="194"/>
                </a:cubicBezTo>
                <a:cubicBezTo>
                  <a:pt x="123" y="208"/>
                  <a:pt x="139" y="214"/>
                  <a:pt x="158" y="214"/>
                </a:cubicBezTo>
                <a:cubicBezTo>
                  <a:pt x="176" y="214"/>
                  <a:pt x="192" y="208"/>
                  <a:pt x="205" y="194"/>
                </a:cubicBezTo>
                <a:cubicBezTo>
                  <a:pt x="219" y="181"/>
                  <a:pt x="225" y="165"/>
                  <a:pt x="225" y="147"/>
                </a:cubicBezTo>
                <a:close/>
                <a:moveTo>
                  <a:pt x="45" y="34"/>
                </a:moveTo>
                <a:cubicBezTo>
                  <a:pt x="113" y="34"/>
                  <a:pt x="113" y="34"/>
                  <a:pt x="113" y="34"/>
                </a:cubicBezTo>
                <a:cubicBezTo>
                  <a:pt x="113" y="11"/>
                  <a:pt x="113" y="11"/>
                  <a:pt x="113" y="11"/>
                </a:cubicBezTo>
                <a:cubicBezTo>
                  <a:pt x="45" y="11"/>
                  <a:pt x="45" y="11"/>
                  <a:pt x="45" y="11"/>
                </a:cubicBezTo>
                <a:lnTo>
                  <a:pt x="45" y="34"/>
                </a:lnTo>
                <a:close/>
                <a:moveTo>
                  <a:pt x="23" y="67"/>
                </a:moveTo>
                <a:cubicBezTo>
                  <a:pt x="293" y="67"/>
                  <a:pt x="293" y="67"/>
                  <a:pt x="293" y="67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147" y="22"/>
                  <a:pt x="147" y="22"/>
                  <a:pt x="147" y="22"/>
                </a:cubicBezTo>
                <a:cubicBezTo>
                  <a:pt x="136" y="45"/>
                  <a:pt x="136" y="45"/>
                  <a:pt x="136" y="45"/>
                </a:cubicBezTo>
                <a:cubicBezTo>
                  <a:pt x="23" y="45"/>
                  <a:pt x="23" y="45"/>
                  <a:pt x="23" y="45"/>
                </a:cubicBezTo>
                <a:lnTo>
                  <a:pt x="23" y="67"/>
                </a:lnTo>
                <a:close/>
                <a:moveTo>
                  <a:pt x="315" y="22"/>
                </a:moveTo>
                <a:cubicBezTo>
                  <a:pt x="315" y="248"/>
                  <a:pt x="315" y="248"/>
                  <a:pt x="315" y="248"/>
                </a:cubicBezTo>
                <a:cubicBezTo>
                  <a:pt x="315" y="254"/>
                  <a:pt x="313" y="259"/>
                  <a:pt x="309" y="264"/>
                </a:cubicBezTo>
                <a:cubicBezTo>
                  <a:pt x="304" y="268"/>
                  <a:pt x="299" y="270"/>
                  <a:pt x="293" y="270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16" y="270"/>
                  <a:pt x="11" y="268"/>
                  <a:pt x="7" y="264"/>
                </a:cubicBezTo>
                <a:cubicBezTo>
                  <a:pt x="2" y="259"/>
                  <a:pt x="0" y="254"/>
                  <a:pt x="0" y="248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7" y="7"/>
                </a:cubicBezTo>
                <a:cubicBezTo>
                  <a:pt x="11" y="2"/>
                  <a:pt x="16" y="0"/>
                  <a:pt x="23" y="0"/>
                </a:cubicBezTo>
                <a:cubicBezTo>
                  <a:pt x="293" y="0"/>
                  <a:pt x="293" y="0"/>
                  <a:pt x="293" y="0"/>
                </a:cubicBezTo>
                <a:cubicBezTo>
                  <a:pt x="299" y="0"/>
                  <a:pt x="304" y="2"/>
                  <a:pt x="309" y="7"/>
                </a:cubicBezTo>
                <a:cubicBezTo>
                  <a:pt x="313" y="11"/>
                  <a:pt x="315" y="16"/>
                  <a:pt x="315" y="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096963" y="2017713"/>
            <a:ext cx="388938" cy="304800"/>
          </a:xfrm>
          <a:custGeom>
            <a:avLst/>
            <a:gdLst>
              <a:gd name="T0" fmla="*/ 84 w 360"/>
              <a:gd name="T1" fmla="*/ 169 h 282"/>
              <a:gd name="T2" fmla="*/ 76 w 360"/>
              <a:gd name="T3" fmla="*/ 149 h 282"/>
              <a:gd name="T4" fmla="*/ 56 w 360"/>
              <a:gd name="T5" fmla="*/ 141 h 282"/>
              <a:gd name="T6" fmla="*/ 36 w 360"/>
              <a:gd name="T7" fmla="*/ 149 h 282"/>
              <a:gd name="T8" fmla="*/ 28 w 360"/>
              <a:gd name="T9" fmla="*/ 169 h 282"/>
              <a:gd name="T10" fmla="*/ 36 w 360"/>
              <a:gd name="T11" fmla="*/ 189 h 282"/>
              <a:gd name="T12" fmla="*/ 56 w 360"/>
              <a:gd name="T13" fmla="*/ 197 h 282"/>
              <a:gd name="T14" fmla="*/ 76 w 360"/>
              <a:gd name="T15" fmla="*/ 189 h 282"/>
              <a:gd name="T16" fmla="*/ 84 w 360"/>
              <a:gd name="T17" fmla="*/ 169 h 282"/>
              <a:gd name="T18" fmla="*/ 91 w 360"/>
              <a:gd name="T19" fmla="*/ 113 h 282"/>
              <a:gd name="T20" fmla="*/ 270 w 360"/>
              <a:gd name="T21" fmla="*/ 113 h 282"/>
              <a:gd name="T22" fmla="*/ 254 w 360"/>
              <a:gd name="T23" fmla="*/ 50 h 282"/>
              <a:gd name="T24" fmla="*/ 252 w 360"/>
              <a:gd name="T25" fmla="*/ 47 h 282"/>
              <a:gd name="T26" fmla="*/ 248 w 360"/>
              <a:gd name="T27" fmla="*/ 45 h 282"/>
              <a:gd name="T28" fmla="*/ 113 w 360"/>
              <a:gd name="T29" fmla="*/ 45 h 282"/>
              <a:gd name="T30" fmla="*/ 109 w 360"/>
              <a:gd name="T31" fmla="*/ 47 h 282"/>
              <a:gd name="T32" fmla="*/ 106 w 360"/>
              <a:gd name="T33" fmla="*/ 50 h 282"/>
              <a:gd name="T34" fmla="*/ 91 w 360"/>
              <a:gd name="T35" fmla="*/ 113 h 282"/>
              <a:gd name="T36" fmla="*/ 332 w 360"/>
              <a:gd name="T37" fmla="*/ 169 h 282"/>
              <a:gd name="T38" fmla="*/ 324 w 360"/>
              <a:gd name="T39" fmla="*/ 149 h 282"/>
              <a:gd name="T40" fmla="*/ 304 w 360"/>
              <a:gd name="T41" fmla="*/ 141 h 282"/>
              <a:gd name="T42" fmla="*/ 284 w 360"/>
              <a:gd name="T43" fmla="*/ 149 h 282"/>
              <a:gd name="T44" fmla="*/ 276 w 360"/>
              <a:gd name="T45" fmla="*/ 169 h 282"/>
              <a:gd name="T46" fmla="*/ 284 w 360"/>
              <a:gd name="T47" fmla="*/ 189 h 282"/>
              <a:gd name="T48" fmla="*/ 304 w 360"/>
              <a:gd name="T49" fmla="*/ 197 h 282"/>
              <a:gd name="T50" fmla="*/ 324 w 360"/>
              <a:gd name="T51" fmla="*/ 189 h 282"/>
              <a:gd name="T52" fmla="*/ 332 w 360"/>
              <a:gd name="T53" fmla="*/ 169 h 282"/>
              <a:gd name="T54" fmla="*/ 360 w 360"/>
              <a:gd name="T55" fmla="*/ 152 h 282"/>
              <a:gd name="T56" fmla="*/ 360 w 360"/>
              <a:gd name="T57" fmla="*/ 220 h 282"/>
              <a:gd name="T58" fmla="*/ 359 w 360"/>
              <a:gd name="T59" fmla="*/ 224 h 282"/>
              <a:gd name="T60" fmla="*/ 355 w 360"/>
              <a:gd name="T61" fmla="*/ 226 h 282"/>
              <a:gd name="T62" fmla="*/ 338 w 360"/>
              <a:gd name="T63" fmla="*/ 226 h 282"/>
              <a:gd name="T64" fmla="*/ 338 w 360"/>
              <a:gd name="T65" fmla="*/ 248 h 282"/>
              <a:gd name="T66" fmla="*/ 328 w 360"/>
              <a:gd name="T67" fmla="*/ 272 h 282"/>
              <a:gd name="T68" fmla="*/ 304 w 360"/>
              <a:gd name="T69" fmla="*/ 282 h 282"/>
              <a:gd name="T70" fmla="*/ 280 w 360"/>
              <a:gd name="T71" fmla="*/ 272 h 282"/>
              <a:gd name="T72" fmla="*/ 270 w 360"/>
              <a:gd name="T73" fmla="*/ 248 h 282"/>
              <a:gd name="T74" fmla="*/ 270 w 360"/>
              <a:gd name="T75" fmla="*/ 226 h 282"/>
              <a:gd name="T76" fmla="*/ 90 w 360"/>
              <a:gd name="T77" fmla="*/ 226 h 282"/>
              <a:gd name="T78" fmla="*/ 90 w 360"/>
              <a:gd name="T79" fmla="*/ 248 h 282"/>
              <a:gd name="T80" fmla="*/ 80 w 360"/>
              <a:gd name="T81" fmla="*/ 272 h 282"/>
              <a:gd name="T82" fmla="*/ 56 w 360"/>
              <a:gd name="T83" fmla="*/ 282 h 282"/>
              <a:gd name="T84" fmla="*/ 32 w 360"/>
              <a:gd name="T85" fmla="*/ 272 h 282"/>
              <a:gd name="T86" fmla="*/ 23 w 360"/>
              <a:gd name="T87" fmla="*/ 248 h 282"/>
              <a:gd name="T88" fmla="*/ 23 w 360"/>
              <a:gd name="T89" fmla="*/ 226 h 282"/>
              <a:gd name="T90" fmla="*/ 6 w 360"/>
              <a:gd name="T91" fmla="*/ 226 h 282"/>
              <a:gd name="T92" fmla="*/ 2 w 360"/>
              <a:gd name="T93" fmla="*/ 224 h 282"/>
              <a:gd name="T94" fmla="*/ 0 w 360"/>
              <a:gd name="T95" fmla="*/ 220 h 282"/>
              <a:gd name="T96" fmla="*/ 0 w 360"/>
              <a:gd name="T97" fmla="*/ 152 h 282"/>
              <a:gd name="T98" fmla="*/ 12 w 360"/>
              <a:gd name="T99" fmla="*/ 124 h 282"/>
              <a:gd name="T100" fmla="*/ 39 w 360"/>
              <a:gd name="T101" fmla="*/ 113 h 282"/>
              <a:gd name="T102" fmla="*/ 44 w 360"/>
              <a:gd name="T103" fmla="*/ 113 h 282"/>
              <a:gd name="T104" fmla="*/ 63 w 360"/>
              <a:gd name="T105" fmla="*/ 39 h 282"/>
              <a:gd name="T106" fmla="*/ 81 w 360"/>
              <a:gd name="T107" fmla="*/ 11 h 282"/>
              <a:gd name="T108" fmla="*/ 113 w 360"/>
              <a:gd name="T109" fmla="*/ 0 h 282"/>
              <a:gd name="T110" fmla="*/ 248 w 360"/>
              <a:gd name="T111" fmla="*/ 0 h 282"/>
              <a:gd name="T112" fmla="*/ 279 w 360"/>
              <a:gd name="T113" fmla="*/ 11 h 282"/>
              <a:gd name="T114" fmla="*/ 298 w 360"/>
              <a:gd name="T115" fmla="*/ 39 h 282"/>
              <a:gd name="T116" fmla="*/ 316 w 360"/>
              <a:gd name="T117" fmla="*/ 113 h 282"/>
              <a:gd name="T118" fmla="*/ 321 w 360"/>
              <a:gd name="T119" fmla="*/ 113 h 282"/>
              <a:gd name="T120" fmla="*/ 349 w 360"/>
              <a:gd name="T121" fmla="*/ 124 h 282"/>
              <a:gd name="T122" fmla="*/ 360 w 360"/>
              <a:gd name="T123" fmla="*/ 152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0" h="282">
                <a:moveTo>
                  <a:pt x="84" y="169"/>
                </a:moveTo>
                <a:cubicBezTo>
                  <a:pt x="84" y="162"/>
                  <a:pt x="82" y="155"/>
                  <a:pt x="76" y="149"/>
                </a:cubicBezTo>
                <a:cubicBezTo>
                  <a:pt x="71" y="144"/>
                  <a:pt x="64" y="141"/>
                  <a:pt x="56" y="141"/>
                </a:cubicBezTo>
                <a:cubicBezTo>
                  <a:pt x="49" y="141"/>
                  <a:pt x="42" y="144"/>
                  <a:pt x="36" y="149"/>
                </a:cubicBezTo>
                <a:cubicBezTo>
                  <a:pt x="31" y="155"/>
                  <a:pt x="28" y="162"/>
                  <a:pt x="28" y="169"/>
                </a:cubicBezTo>
                <a:cubicBezTo>
                  <a:pt x="28" y="177"/>
                  <a:pt x="31" y="184"/>
                  <a:pt x="36" y="189"/>
                </a:cubicBezTo>
                <a:cubicBezTo>
                  <a:pt x="42" y="195"/>
                  <a:pt x="49" y="197"/>
                  <a:pt x="56" y="197"/>
                </a:cubicBezTo>
                <a:cubicBezTo>
                  <a:pt x="64" y="197"/>
                  <a:pt x="71" y="195"/>
                  <a:pt x="76" y="189"/>
                </a:cubicBezTo>
                <a:cubicBezTo>
                  <a:pt x="82" y="184"/>
                  <a:pt x="84" y="177"/>
                  <a:pt x="84" y="169"/>
                </a:cubicBezTo>
                <a:close/>
                <a:moveTo>
                  <a:pt x="91" y="113"/>
                </a:moveTo>
                <a:cubicBezTo>
                  <a:pt x="270" y="113"/>
                  <a:pt x="270" y="113"/>
                  <a:pt x="270" y="113"/>
                </a:cubicBezTo>
                <a:cubicBezTo>
                  <a:pt x="254" y="50"/>
                  <a:pt x="254" y="50"/>
                  <a:pt x="254" y="50"/>
                </a:cubicBezTo>
                <a:cubicBezTo>
                  <a:pt x="254" y="49"/>
                  <a:pt x="253" y="48"/>
                  <a:pt x="252" y="47"/>
                </a:cubicBezTo>
                <a:cubicBezTo>
                  <a:pt x="250" y="46"/>
                  <a:pt x="249" y="45"/>
                  <a:pt x="248" y="45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2" y="45"/>
                  <a:pt x="110" y="46"/>
                  <a:pt x="109" y="47"/>
                </a:cubicBezTo>
                <a:cubicBezTo>
                  <a:pt x="108" y="48"/>
                  <a:pt x="107" y="49"/>
                  <a:pt x="106" y="50"/>
                </a:cubicBezTo>
                <a:lnTo>
                  <a:pt x="91" y="113"/>
                </a:lnTo>
                <a:close/>
                <a:moveTo>
                  <a:pt x="332" y="169"/>
                </a:moveTo>
                <a:cubicBezTo>
                  <a:pt x="332" y="162"/>
                  <a:pt x="330" y="155"/>
                  <a:pt x="324" y="149"/>
                </a:cubicBezTo>
                <a:cubicBezTo>
                  <a:pt x="319" y="144"/>
                  <a:pt x="312" y="141"/>
                  <a:pt x="304" y="141"/>
                </a:cubicBezTo>
                <a:cubicBezTo>
                  <a:pt x="296" y="141"/>
                  <a:pt x="290" y="144"/>
                  <a:pt x="284" y="149"/>
                </a:cubicBezTo>
                <a:cubicBezTo>
                  <a:pt x="279" y="155"/>
                  <a:pt x="276" y="162"/>
                  <a:pt x="276" y="169"/>
                </a:cubicBezTo>
                <a:cubicBezTo>
                  <a:pt x="276" y="177"/>
                  <a:pt x="279" y="184"/>
                  <a:pt x="284" y="189"/>
                </a:cubicBezTo>
                <a:cubicBezTo>
                  <a:pt x="290" y="195"/>
                  <a:pt x="296" y="197"/>
                  <a:pt x="304" y="197"/>
                </a:cubicBezTo>
                <a:cubicBezTo>
                  <a:pt x="312" y="197"/>
                  <a:pt x="319" y="195"/>
                  <a:pt x="324" y="189"/>
                </a:cubicBezTo>
                <a:cubicBezTo>
                  <a:pt x="330" y="184"/>
                  <a:pt x="332" y="177"/>
                  <a:pt x="332" y="169"/>
                </a:cubicBezTo>
                <a:close/>
                <a:moveTo>
                  <a:pt x="360" y="152"/>
                </a:moveTo>
                <a:cubicBezTo>
                  <a:pt x="360" y="220"/>
                  <a:pt x="360" y="220"/>
                  <a:pt x="360" y="220"/>
                </a:cubicBezTo>
                <a:cubicBezTo>
                  <a:pt x="360" y="222"/>
                  <a:pt x="360" y="223"/>
                  <a:pt x="359" y="224"/>
                </a:cubicBezTo>
                <a:cubicBezTo>
                  <a:pt x="358" y="225"/>
                  <a:pt x="356" y="226"/>
                  <a:pt x="355" y="226"/>
                </a:cubicBezTo>
                <a:cubicBezTo>
                  <a:pt x="338" y="226"/>
                  <a:pt x="338" y="226"/>
                  <a:pt x="338" y="226"/>
                </a:cubicBezTo>
                <a:cubicBezTo>
                  <a:pt x="338" y="248"/>
                  <a:pt x="338" y="248"/>
                  <a:pt x="338" y="248"/>
                </a:cubicBezTo>
                <a:cubicBezTo>
                  <a:pt x="338" y="257"/>
                  <a:pt x="335" y="265"/>
                  <a:pt x="328" y="272"/>
                </a:cubicBezTo>
                <a:cubicBezTo>
                  <a:pt x="322" y="279"/>
                  <a:pt x="314" y="282"/>
                  <a:pt x="304" y="282"/>
                </a:cubicBezTo>
                <a:cubicBezTo>
                  <a:pt x="295" y="282"/>
                  <a:pt x="287" y="279"/>
                  <a:pt x="280" y="272"/>
                </a:cubicBezTo>
                <a:cubicBezTo>
                  <a:pt x="274" y="265"/>
                  <a:pt x="270" y="257"/>
                  <a:pt x="270" y="248"/>
                </a:cubicBezTo>
                <a:cubicBezTo>
                  <a:pt x="270" y="226"/>
                  <a:pt x="270" y="226"/>
                  <a:pt x="270" y="226"/>
                </a:cubicBezTo>
                <a:cubicBezTo>
                  <a:pt x="90" y="226"/>
                  <a:pt x="90" y="226"/>
                  <a:pt x="90" y="226"/>
                </a:cubicBezTo>
                <a:cubicBezTo>
                  <a:pt x="90" y="248"/>
                  <a:pt x="90" y="248"/>
                  <a:pt x="90" y="248"/>
                </a:cubicBezTo>
                <a:cubicBezTo>
                  <a:pt x="90" y="257"/>
                  <a:pt x="87" y="265"/>
                  <a:pt x="80" y="272"/>
                </a:cubicBezTo>
                <a:cubicBezTo>
                  <a:pt x="74" y="279"/>
                  <a:pt x="66" y="282"/>
                  <a:pt x="56" y="282"/>
                </a:cubicBezTo>
                <a:cubicBezTo>
                  <a:pt x="47" y="282"/>
                  <a:pt x="39" y="279"/>
                  <a:pt x="32" y="272"/>
                </a:cubicBezTo>
                <a:cubicBezTo>
                  <a:pt x="26" y="265"/>
                  <a:pt x="23" y="257"/>
                  <a:pt x="23" y="248"/>
                </a:cubicBezTo>
                <a:cubicBezTo>
                  <a:pt x="23" y="226"/>
                  <a:pt x="23" y="226"/>
                  <a:pt x="23" y="226"/>
                </a:cubicBezTo>
                <a:cubicBezTo>
                  <a:pt x="6" y="226"/>
                  <a:pt x="6" y="226"/>
                  <a:pt x="6" y="226"/>
                </a:cubicBezTo>
                <a:cubicBezTo>
                  <a:pt x="4" y="226"/>
                  <a:pt x="3" y="225"/>
                  <a:pt x="2" y="224"/>
                </a:cubicBezTo>
                <a:cubicBezTo>
                  <a:pt x="1" y="223"/>
                  <a:pt x="0" y="222"/>
                  <a:pt x="0" y="220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41"/>
                  <a:pt x="4" y="132"/>
                  <a:pt x="12" y="124"/>
                </a:cubicBezTo>
                <a:cubicBezTo>
                  <a:pt x="19" y="117"/>
                  <a:pt x="29" y="113"/>
                  <a:pt x="39" y="113"/>
                </a:cubicBezTo>
                <a:cubicBezTo>
                  <a:pt x="44" y="113"/>
                  <a:pt x="44" y="113"/>
                  <a:pt x="44" y="113"/>
                </a:cubicBezTo>
                <a:cubicBezTo>
                  <a:pt x="63" y="39"/>
                  <a:pt x="63" y="39"/>
                  <a:pt x="63" y="39"/>
                </a:cubicBezTo>
                <a:cubicBezTo>
                  <a:pt x="66" y="28"/>
                  <a:pt x="72" y="19"/>
                  <a:pt x="81" y="11"/>
                </a:cubicBezTo>
                <a:cubicBezTo>
                  <a:pt x="91" y="4"/>
                  <a:pt x="101" y="0"/>
                  <a:pt x="113" y="0"/>
                </a:cubicBezTo>
                <a:cubicBezTo>
                  <a:pt x="248" y="0"/>
                  <a:pt x="248" y="0"/>
                  <a:pt x="248" y="0"/>
                </a:cubicBezTo>
                <a:cubicBezTo>
                  <a:pt x="259" y="0"/>
                  <a:pt x="270" y="4"/>
                  <a:pt x="279" y="11"/>
                </a:cubicBezTo>
                <a:cubicBezTo>
                  <a:pt x="289" y="19"/>
                  <a:pt x="295" y="28"/>
                  <a:pt x="298" y="39"/>
                </a:cubicBezTo>
                <a:cubicBezTo>
                  <a:pt x="316" y="113"/>
                  <a:pt x="316" y="113"/>
                  <a:pt x="316" y="113"/>
                </a:cubicBezTo>
                <a:cubicBezTo>
                  <a:pt x="321" y="113"/>
                  <a:pt x="321" y="113"/>
                  <a:pt x="321" y="113"/>
                </a:cubicBezTo>
                <a:cubicBezTo>
                  <a:pt x="332" y="113"/>
                  <a:pt x="341" y="117"/>
                  <a:pt x="349" y="124"/>
                </a:cubicBezTo>
                <a:cubicBezTo>
                  <a:pt x="357" y="132"/>
                  <a:pt x="360" y="141"/>
                  <a:pt x="360" y="15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"/>
          <p:cNvSpPr>
            <a:spLocks/>
          </p:cNvSpPr>
          <p:nvPr/>
        </p:nvSpPr>
        <p:spPr bwMode="auto">
          <a:xfrm>
            <a:off x="1628776" y="2116138"/>
            <a:ext cx="193675" cy="109538"/>
          </a:xfrm>
          <a:custGeom>
            <a:avLst/>
            <a:gdLst>
              <a:gd name="T0" fmla="*/ 180 w 180"/>
              <a:gd name="T1" fmla="*/ 12 h 102"/>
              <a:gd name="T2" fmla="*/ 177 w 180"/>
              <a:gd name="T3" fmla="*/ 20 h 102"/>
              <a:gd name="T4" fmla="*/ 98 w 180"/>
              <a:gd name="T5" fmla="*/ 98 h 102"/>
              <a:gd name="T6" fmla="*/ 90 w 180"/>
              <a:gd name="T7" fmla="*/ 102 h 102"/>
              <a:gd name="T8" fmla="*/ 82 w 180"/>
              <a:gd name="T9" fmla="*/ 98 h 102"/>
              <a:gd name="T10" fmla="*/ 3 w 180"/>
              <a:gd name="T11" fmla="*/ 20 h 102"/>
              <a:gd name="T12" fmla="*/ 0 w 180"/>
              <a:gd name="T13" fmla="*/ 12 h 102"/>
              <a:gd name="T14" fmla="*/ 3 w 180"/>
              <a:gd name="T15" fmla="*/ 4 h 102"/>
              <a:gd name="T16" fmla="*/ 11 w 180"/>
              <a:gd name="T17" fmla="*/ 0 h 102"/>
              <a:gd name="T18" fmla="*/ 169 w 180"/>
              <a:gd name="T19" fmla="*/ 0 h 102"/>
              <a:gd name="T20" fmla="*/ 177 w 180"/>
              <a:gd name="T21" fmla="*/ 4 h 102"/>
              <a:gd name="T22" fmla="*/ 180 w 180"/>
              <a:gd name="T23" fmla="*/ 12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0" h="102">
                <a:moveTo>
                  <a:pt x="180" y="12"/>
                </a:moveTo>
                <a:cubicBezTo>
                  <a:pt x="180" y="15"/>
                  <a:pt x="179" y="17"/>
                  <a:pt x="177" y="20"/>
                </a:cubicBezTo>
                <a:cubicBezTo>
                  <a:pt x="98" y="98"/>
                  <a:pt x="98" y="98"/>
                  <a:pt x="98" y="98"/>
                </a:cubicBezTo>
                <a:cubicBezTo>
                  <a:pt x="95" y="101"/>
                  <a:pt x="93" y="102"/>
                  <a:pt x="90" y="102"/>
                </a:cubicBezTo>
                <a:cubicBezTo>
                  <a:pt x="87" y="102"/>
                  <a:pt x="84" y="101"/>
                  <a:pt x="82" y="98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7"/>
                  <a:pt x="0" y="15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5" y="2"/>
                  <a:pt x="8" y="0"/>
                  <a:pt x="11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72" y="0"/>
                  <a:pt x="174" y="2"/>
                  <a:pt x="177" y="4"/>
                </a:cubicBezTo>
                <a:cubicBezTo>
                  <a:pt x="179" y="6"/>
                  <a:pt x="180" y="9"/>
                  <a:pt x="180" y="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31"/>
          <p:cNvSpPr>
            <a:spLocks/>
          </p:cNvSpPr>
          <p:nvPr/>
        </p:nvSpPr>
        <p:spPr bwMode="auto">
          <a:xfrm>
            <a:off x="2105026" y="2073275"/>
            <a:ext cx="107950" cy="195263"/>
          </a:xfrm>
          <a:custGeom>
            <a:avLst/>
            <a:gdLst>
              <a:gd name="T0" fmla="*/ 101 w 101"/>
              <a:gd name="T1" fmla="*/ 11 h 180"/>
              <a:gd name="T2" fmla="*/ 101 w 101"/>
              <a:gd name="T3" fmla="*/ 169 h 180"/>
              <a:gd name="T4" fmla="*/ 98 w 101"/>
              <a:gd name="T5" fmla="*/ 177 h 180"/>
              <a:gd name="T6" fmla="*/ 90 w 101"/>
              <a:gd name="T7" fmla="*/ 180 h 180"/>
              <a:gd name="T8" fmla="*/ 82 w 101"/>
              <a:gd name="T9" fmla="*/ 177 h 180"/>
              <a:gd name="T10" fmla="*/ 3 w 101"/>
              <a:gd name="T11" fmla="*/ 98 h 180"/>
              <a:gd name="T12" fmla="*/ 0 w 101"/>
              <a:gd name="T13" fmla="*/ 90 h 180"/>
              <a:gd name="T14" fmla="*/ 3 w 101"/>
              <a:gd name="T15" fmla="*/ 82 h 180"/>
              <a:gd name="T16" fmla="*/ 82 w 101"/>
              <a:gd name="T17" fmla="*/ 3 h 180"/>
              <a:gd name="T18" fmla="*/ 90 w 101"/>
              <a:gd name="T19" fmla="*/ 0 h 180"/>
              <a:gd name="T20" fmla="*/ 98 w 101"/>
              <a:gd name="T21" fmla="*/ 3 h 180"/>
              <a:gd name="T22" fmla="*/ 101 w 101"/>
              <a:gd name="T23" fmla="*/ 11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1" h="180">
                <a:moveTo>
                  <a:pt x="101" y="11"/>
                </a:moveTo>
                <a:cubicBezTo>
                  <a:pt x="101" y="169"/>
                  <a:pt x="101" y="169"/>
                  <a:pt x="101" y="169"/>
                </a:cubicBezTo>
                <a:cubicBezTo>
                  <a:pt x="101" y="172"/>
                  <a:pt x="100" y="175"/>
                  <a:pt x="98" y="177"/>
                </a:cubicBezTo>
                <a:cubicBezTo>
                  <a:pt x="95" y="179"/>
                  <a:pt x="93" y="180"/>
                  <a:pt x="90" y="180"/>
                </a:cubicBezTo>
                <a:cubicBezTo>
                  <a:pt x="87" y="180"/>
                  <a:pt x="84" y="179"/>
                  <a:pt x="82" y="177"/>
                </a:cubicBezTo>
                <a:cubicBezTo>
                  <a:pt x="3" y="98"/>
                  <a:pt x="3" y="98"/>
                  <a:pt x="3" y="98"/>
                </a:cubicBezTo>
                <a:cubicBezTo>
                  <a:pt x="1" y="96"/>
                  <a:pt x="0" y="93"/>
                  <a:pt x="0" y="90"/>
                </a:cubicBezTo>
                <a:cubicBezTo>
                  <a:pt x="0" y="87"/>
                  <a:pt x="1" y="84"/>
                  <a:pt x="3" y="82"/>
                </a:cubicBezTo>
                <a:cubicBezTo>
                  <a:pt x="82" y="3"/>
                  <a:pt x="82" y="3"/>
                  <a:pt x="82" y="3"/>
                </a:cubicBezTo>
                <a:cubicBezTo>
                  <a:pt x="84" y="1"/>
                  <a:pt x="87" y="0"/>
                  <a:pt x="90" y="0"/>
                </a:cubicBezTo>
                <a:cubicBezTo>
                  <a:pt x="93" y="0"/>
                  <a:pt x="95" y="1"/>
                  <a:pt x="98" y="3"/>
                </a:cubicBezTo>
                <a:cubicBezTo>
                  <a:pt x="100" y="6"/>
                  <a:pt x="101" y="8"/>
                  <a:pt x="101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32"/>
          <p:cNvSpPr>
            <a:spLocks/>
          </p:cNvSpPr>
          <p:nvPr/>
        </p:nvSpPr>
        <p:spPr bwMode="auto">
          <a:xfrm>
            <a:off x="2105026" y="2073275"/>
            <a:ext cx="107950" cy="195263"/>
          </a:xfrm>
          <a:custGeom>
            <a:avLst/>
            <a:gdLst>
              <a:gd name="T0" fmla="*/ 101 w 101"/>
              <a:gd name="T1" fmla="*/ 90 h 180"/>
              <a:gd name="T2" fmla="*/ 98 w 101"/>
              <a:gd name="T3" fmla="*/ 98 h 180"/>
              <a:gd name="T4" fmla="*/ 19 w 101"/>
              <a:gd name="T5" fmla="*/ 177 h 180"/>
              <a:gd name="T6" fmla="*/ 11 w 101"/>
              <a:gd name="T7" fmla="*/ 180 h 180"/>
              <a:gd name="T8" fmla="*/ 3 w 101"/>
              <a:gd name="T9" fmla="*/ 177 h 180"/>
              <a:gd name="T10" fmla="*/ 0 w 101"/>
              <a:gd name="T11" fmla="*/ 169 h 180"/>
              <a:gd name="T12" fmla="*/ 0 w 101"/>
              <a:gd name="T13" fmla="*/ 11 h 180"/>
              <a:gd name="T14" fmla="*/ 3 w 101"/>
              <a:gd name="T15" fmla="*/ 3 h 180"/>
              <a:gd name="T16" fmla="*/ 11 w 101"/>
              <a:gd name="T17" fmla="*/ 0 h 180"/>
              <a:gd name="T18" fmla="*/ 19 w 101"/>
              <a:gd name="T19" fmla="*/ 3 h 180"/>
              <a:gd name="T20" fmla="*/ 98 w 101"/>
              <a:gd name="T21" fmla="*/ 82 h 180"/>
              <a:gd name="T22" fmla="*/ 101 w 101"/>
              <a:gd name="T23" fmla="*/ 9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1" h="180">
                <a:moveTo>
                  <a:pt x="101" y="90"/>
                </a:moveTo>
                <a:cubicBezTo>
                  <a:pt x="101" y="93"/>
                  <a:pt x="100" y="96"/>
                  <a:pt x="98" y="98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17" y="179"/>
                  <a:pt x="14" y="180"/>
                  <a:pt x="11" y="180"/>
                </a:cubicBezTo>
                <a:cubicBezTo>
                  <a:pt x="8" y="180"/>
                  <a:pt x="5" y="179"/>
                  <a:pt x="3" y="177"/>
                </a:cubicBezTo>
                <a:cubicBezTo>
                  <a:pt x="1" y="175"/>
                  <a:pt x="0" y="172"/>
                  <a:pt x="0" y="169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14" y="0"/>
                  <a:pt x="17" y="1"/>
                  <a:pt x="19" y="3"/>
                </a:cubicBezTo>
                <a:cubicBezTo>
                  <a:pt x="98" y="82"/>
                  <a:pt x="98" y="82"/>
                  <a:pt x="98" y="82"/>
                </a:cubicBezTo>
                <a:cubicBezTo>
                  <a:pt x="100" y="84"/>
                  <a:pt x="101" y="87"/>
                  <a:pt x="101" y="9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2446338" y="2024063"/>
            <a:ext cx="292100" cy="292100"/>
          </a:xfrm>
          <a:custGeom>
            <a:avLst/>
            <a:gdLst>
              <a:gd name="T0" fmla="*/ 201 w 270"/>
              <a:gd name="T1" fmla="*/ 96 h 270"/>
              <a:gd name="T2" fmla="*/ 200 w 270"/>
              <a:gd name="T3" fmla="*/ 108 h 270"/>
              <a:gd name="T4" fmla="*/ 144 w 270"/>
              <a:gd name="T5" fmla="*/ 187 h 270"/>
              <a:gd name="T6" fmla="*/ 135 w 270"/>
              <a:gd name="T7" fmla="*/ 191 h 270"/>
              <a:gd name="T8" fmla="*/ 126 w 270"/>
              <a:gd name="T9" fmla="*/ 187 h 270"/>
              <a:gd name="T10" fmla="*/ 69 w 270"/>
              <a:gd name="T11" fmla="*/ 108 h 270"/>
              <a:gd name="T12" fmla="*/ 68 w 270"/>
              <a:gd name="T13" fmla="*/ 96 h 270"/>
              <a:gd name="T14" fmla="*/ 78 w 270"/>
              <a:gd name="T15" fmla="*/ 90 h 270"/>
              <a:gd name="T16" fmla="*/ 191 w 270"/>
              <a:gd name="T17" fmla="*/ 90 h 270"/>
              <a:gd name="T18" fmla="*/ 201 w 270"/>
              <a:gd name="T19" fmla="*/ 96 h 270"/>
              <a:gd name="T20" fmla="*/ 225 w 270"/>
              <a:gd name="T21" fmla="*/ 220 h 270"/>
              <a:gd name="T22" fmla="*/ 225 w 270"/>
              <a:gd name="T23" fmla="*/ 51 h 270"/>
              <a:gd name="T24" fmla="*/ 223 w 270"/>
              <a:gd name="T25" fmla="*/ 47 h 270"/>
              <a:gd name="T26" fmla="*/ 219 w 270"/>
              <a:gd name="T27" fmla="*/ 45 h 270"/>
              <a:gd name="T28" fmla="*/ 50 w 270"/>
              <a:gd name="T29" fmla="*/ 45 h 270"/>
              <a:gd name="T30" fmla="*/ 46 w 270"/>
              <a:gd name="T31" fmla="*/ 47 h 270"/>
              <a:gd name="T32" fmla="*/ 45 w 270"/>
              <a:gd name="T33" fmla="*/ 51 h 270"/>
              <a:gd name="T34" fmla="*/ 45 w 270"/>
              <a:gd name="T35" fmla="*/ 220 h 270"/>
              <a:gd name="T36" fmla="*/ 46 w 270"/>
              <a:gd name="T37" fmla="*/ 224 h 270"/>
              <a:gd name="T38" fmla="*/ 50 w 270"/>
              <a:gd name="T39" fmla="*/ 225 h 270"/>
              <a:gd name="T40" fmla="*/ 219 w 270"/>
              <a:gd name="T41" fmla="*/ 225 h 270"/>
              <a:gd name="T42" fmla="*/ 223 w 270"/>
              <a:gd name="T43" fmla="*/ 224 h 270"/>
              <a:gd name="T44" fmla="*/ 225 w 270"/>
              <a:gd name="T45" fmla="*/ 220 h 270"/>
              <a:gd name="T46" fmla="*/ 270 w 270"/>
              <a:gd name="T47" fmla="*/ 51 h 270"/>
              <a:gd name="T48" fmla="*/ 270 w 270"/>
              <a:gd name="T49" fmla="*/ 220 h 270"/>
              <a:gd name="T50" fmla="*/ 255 w 270"/>
              <a:gd name="T51" fmla="*/ 255 h 270"/>
              <a:gd name="T52" fmla="*/ 219 w 270"/>
              <a:gd name="T53" fmla="*/ 270 h 270"/>
              <a:gd name="T54" fmla="*/ 50 w 270"/>
              <a:gd name="T55" fmla="*/ 270 h 270"/>
              <a:gd name="T56" fmla="*/ 15 w 270"/>
              <a:gd name="T57" fmla="*/ 255 h 270"/>
              <a:gd name="T58" fmla="*/ 0 w 270"/>
              <a:gd name="T59" fmla="*/ 220 h 270"/>
              <a:gd name="T60" fmla="*/ 0 w 270"/>
              <a:gd name="T61" fmla="*/ 51 h 270"/>
              <a:gd name="T62" fmla="*/ 15 w 270"/>
              <a:gd name="T63" fmla="*/ 15 h 270"/>
              <a:gd name="T64" fmla="*/ 50 w 270"/>
              <a:gd name="T65" fmla="*/ 0 h 270"/>
              <a:gd name="T66" fmla="*/ 219 w 270"/>
              <a:gd name="T67" fmla="*/ 0 h 270"/>
              <a:gd name="T68" fmla="*/ 255 w 270"/>
              <a:gd name="T69" fmla="*/ 15 h 270"/>
              <a:gd name="T70" fmla="*/ 270 w 270"/>
              <a:gd name="T7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270">
                <a:moveTo>
                  <a:pt x="201" y="96"/>
                </a:moveTo>
                <a:cubicBezTo>
                  <a:pt x="203" y="100"/>
                  <a:pt x="203" y="104"/>
                  <a:pt x="200" y="108"/>
                </a:cubicBezTo>
                <a:cubicBezTo>
                  <a:pt x="144" y="187"/>
                  <a:pt x="144" y="187"/>
                  <a:pt x="144" y="187"/>
                </a:cubicBezTo>
                <a:cubicBezTo>
                  <a:pt x="142" y="190"/>
                  <a:pt x="139" y="191"/>
                  <a:pt x="135" y="191"/>
                </a:cubicBezTo>
                <a:cubicBezTo>
                  <a:pt x="131" y="191"/>
                  <a:pt x="128" y="190"/>
                  <a:pt x="126" y="187"/>
                </a:cubicBezTo>
                <a:cubicBezTo>
                  <a:pt x="69" y="108"/>
                  <a:pt x="69" y="108"/>
                  <a:pt x="69" y="108"/>
                </a:cubicBezTo>
                <a:cubicBezTo>
                  <a:pt x="67" y="104"/>
                  <a:pt x="66" y="100"/>
                  <a:pt x="68" y="96"/>
                </a:cubicBezTo>
                <a:cubicBezTo>
                  <a:pt x="70" y="92"/>
                  <a:pt x="74" y="90"/>
                  <a:pt x="78" y="90"/>
                </a:cubicBezTo>
                <a:cubicBezTo>
                  <a:pt x="191" y="90"/>
                  <a:pt x="191" y="90"/>
                  <a:pt x="191" y="90"/>
                </a:cubicBezTo>
                <a:cubicBezTo>
                  <a:pt x="196" y="90"/>
                  <a:pt x="199" y="92"/>
                  <a:pt x="201" y="96"/>
                </a:cubicBezTo>
                <a:close/>
                <a:moveTo>
                  <a:pt x="225" y="220"/>
                </a:moveTo>
                <a:cubicBezTo>
                  <a:pt x="225" y="51"/>
                  <a:pt x="225" y="51"/>
                  <a:pt x="225" y="51"/>
                </a:cubicBezTo>
                <a:cubicBezTo>
                  <a:pt x="225" y="49"/>
                  <a:pt x="224" y="48"/>
                  <a:pt x="223" y="47"/>
                </a:cubicBezTo>
                <a:cubicBezTo>
                  <a:pt x="222" y="46"/>
                  <a:pt x="221" y="45"/>
                  <a:pt x="219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49" y="45"/>
                  <a:pt x="47" y="46"/>
                  <a:pt x="46" y="47"/>
                </a:cubicBezTo>
                <a:cubicBezTo>
                  <a:pt x="45" y="48"/>
                  <a:pt x="45" y="49"/>
                  <a:pt x="45" y="51"/>
                </a:cubicBezTo>
                <a:cubicBezTo>
                  <a:pt x="45" y="220"/>
                  <a:pt x="45" y="220"/>
                  <a:pt x="45" y="220"/>
                </a:cubicBezTo>
                <a:cubicBezTo>
                  <a:pt x="45" y="221"/>
                  <a:pt x="45" y="222"/>
                  <a:pt x="46" y="224"/>
                </a:cubicBezTo>
                <a:cubicBezTo>
                  <a:pt x="47" y="225"/>
                  <a:pt x="49" y="225"/>
                  <a:pt x="50" y="225"/>
                </a:cubicBezTo>
                <a:cubicBezTo>
                  <a:pt x="219" y="225"/>
                  <a:pt x="219" y="225"/>
                  <a:pt x="219" y="225"/>
                </a:cubicBezTo>
                <a:cubicBezTo>
                  <a:pt x="221" y="225"/>
                  <a:pt x="222" y="225"/>
                  <a:pt x="223" y="224"/>
                </a:cubicBezTo>
                <a:cubicBezTo>
                  <a:pt x="224" y="222"/>
                  <a:pt x="225" y="221"/>
                  <a:pt x="225" y="220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5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2879726" y="2024063"/>
            <a:ext cx="292100" cy="292100"/>
          </a:xfrm>
          <a:custGeom>
            <a:avLst/>
            <a:gdLst>
              <a:gd name="T0" fmla="*/ 180 w 271"/>
              <a:gd name="T1" fmla="*/ 79 h 270"/>
              <a:gd name="T2" fmla="*/ 180 w 271"/>
              <a:gd name="T3" fmla="*/ 191 h 270"/>
              <a:gd name="T4" fmla="*/ 177 w 271"/>
              <a:gd name="T5" fmla="*/ 199 h 270"/>
              <a:gd name="T6" fmla="*/ 169 w 271"/>
              <a:gd name="T7" fmla="*/ 203 h 270"/>
              <a:gd name="T8" fmla="*/ 163 w 271"/>
              <a:gd name="T9" fmla="*/ 201 h 270"/>
              <a:gd name="T10" fmla="*/ 84 w 271"/>
              <a:gd name="T11" fmla="*/ 144 h 270"/>
              <a:gd name="T12" fmla="*/ 79 w 271"/>
              <a:gd name="T13" fmla="*/ 135 h 270"/>
              <a:gd name="T14" fmla="*/ 84 w 271"/>
              <a:gd name="T15" fmla="*/ 126 h 270"/>
              <a:gd name="T16" fmla="*/ 163 w 271"/>
              <a:gd name="T17" fmla="*/ 70 h 270"/>
              <a:gd name="T18" fmla="*/ 169 w 271"/>
              <a:gd name="T19" fmla="*/ 67 h 270"/>
              <a:gd name="T20" fmla="*/ 177 w 271"/>
              <a:gd name="T21" fmla="*/ 71 h 270"/>
              <a:gd name="T22" fmla="*/ 180 w 271"/>
              <a:gd name="T23" fmla="*/ 79 h 270"/>
              <a:gd name="T24" fmla="*/ 225 w 271"/>
              <a:gd name="T25" fmla="*/ 220 h 270"/>
              <a:gd name="T26" fmla="*/ 225 w 271"/>
              <a:gd name="T27" fmla="*/ 51 h 270"/>
              <a:gd name="T28" fmla="*/ 224 w 271"/>
              <a:gd name="T29" fmla="*/ 47 h 270"/>
              <a:gd name="T30" fmla="*/ 220 w 271"/>
              <a:gd name="T31" fmla="*/ 45 h 270"/>
              <a:gd name="T32" fmla="*/ 51 w 271"/>
              <a:gd name="T33" fmla="*/ 45 h 270"/>
              <a:gd name="T34" fmla="*/ 47 w 271"/>
              <a:gd name="T35" fmla="*/ 47 h 270"/>
              <a:gd name="T36" fmla="*/ 45 w 271"/>
              <a:gd name="T37" fmla="*/ 51 h 270"/>
              <a:gd name="T38" fmla="*/ 45 w 271"/>
              <a:gd name="T39" fmla="*/ 220 h 270"/>
              <a:gd name="T40" fmla="*/ 47 w 271"/>
              <a:gd name="T41" fmla="*/ 224 h 270"/>
              <a:gd name="T42" fmla="*/ 51 w 271"/>
              <a:gd name="T43" fmla="*/ 225 h 270"/>
              <a:gd name="T44" fmla="*/ 220 w 271"/>
              <a:gd name="T45" fmla="*/ 225 h 270"/>
              <a:gd name="T46" fmla="*/ 224 w 271"/>
              <a:gd name="T47" fmla="*/ 224 h 270"/>
              <a:gd name="T48" fmla="*/ 225 w 271"/>
              <a:gd name="T49" fmla="*/ 220 h 270"/>
              <a:gd name="T50" fmla="*/ 271 w 271"/>
              <a:gd name="T51" fmla="*/ 51 h 270"/>
              <a:gd name="T52" fmla="*/ 271 w 271"/>
              <a:gd name="T53" fmla="*/ 220 h 270"/>
              <a:gd name="T54" fmla="*/ 256 w 271"/>
              <a:gd name="T55" fmla="*/ 255 h 270"/>
              <a:gd name="T56" fmla="*/ 220 w 271"/>
              <a:gd name="T57" fmla="*/ 270 h 270"/>
              <a:gd name="T58" fmla="*/ 51 w 271"/>
              <a:gd name="T59" fmla="*/ 270 h 270"/>
              <a:gd name="T60" fmla="*/ 15 w 271"/>
              <a:gd name="T61" fmla="*/ 255 h 270"/>
              <a:gd name="T62" fmla="*/ 0 w 271"/>
              <a:gd name="T63" fmla="*/ 220 h 270"/>
              <a:gd name="T64" fmla="*/ 0 w 271"/>
              <a:gd name="T65" fmla="*/ 51 h 270"/>
              <a:gd name="T66" fmla="*/ 15 w 271"/>
              <a:gd name="T67" fmla="*/ 15 h 270"/>
              <a:gd name="T68" fmla="*/ 51 w 271"/>
              <a:gd name="T69" fmla="*/ 0 h 270"/>
              <a:gd name="T70" fmla="*/ 220 w 271"/>
              <a:gd name="T71" fmla="*/ 0 h 270"/>
              <a:gd name="T72" fmla="*/ 256 w 271"/>
              <a:gd name="T73" fmla="*/ 15 h 270"/>
              <a:gd name="T74" fmla="*/ 271 w 271"/>
              <a:gd name="T75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1" h="270">
                <a:moveTo>
                  <a:pt x="180" y="79"/>
                </a:moveTo>
                <a:cubicBezTo>
                  <a:pt x="180" y="191"/>
                  <a:pt x="180" y="191"/>
                  <a:pt x="180" y="191"/>
                </a:cubicBezTo>
                <a:cubicBezTo>
                  <a:pt x="180" y="194"/>
                  <a:pt x="179" y="197"/>
                  <a:pt x="177" y="199"/>
                </a:cubicBezTo>
                <a:cubicBezTo>
                  <a:pt x="175" y="202"/>
                  <a:pt x="172" y="203"/>
                  <a:pt x="169" y="203"/>
                </a:cubicBezTo>
                <a:cubicBezTo>
                  <a:pt x="167" y="203"/>
                  <a:pt x="165" y="202"/>
                  <a:pt x="163" y="201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1" y="142"/>
                  <a:pt x="79" y="139"/>
                  <a:pt x="79" y="135"/>
                </a:cubicBezTo>
                <a:cubicBezTo>
                  <a:pt x="79" y="131"/>
                  <a:pt x="81" y="128"/>
                  <a:pt x="84" y="126"/>
                </a:cubicBezTo>
                <a:cubicBezTo>
                  <a:pt x="163" y="70"/>
                  <a:pt x="163" y="70"/>
                  <a:pt x="163" y="70"/>
                </a:cubicBezTo>
                <a:cubicBezTo>
                  <a:pt x="165" y="68"/>
                  <a:pt x="167" y="67"/>
                  <a:pt x="169" y="67"/>
                </a:cubicBezTo>
                <a:cubicBezTo>
                  <a:pt x="172" y="67"/>
                  <a:pt x="175" y="69"/>
                  <a:pt x="177" y="71"/>
                </a:cubicBezTo>
                <a:cubicBezTo>
                  <a:pt x="179" y="73"/>
                  <a:pt x="180" y="76"/>
                  <a:pt x="180" y="79"/>
                </a:cubicBezTo>
                <a:close/>
                <a:moveTo>
                  <a:pt x="225" y="220"/>
                </a:moveTo>
                <a:cubicBezTo>
                  <a:pt x="225" y="51"/>
                  <a:pt x="225" y="51"/>
                  <a:pt x="225" y="51"/>
                </a:cubicBezTo>
                <a:cubicBezTo>
                  <a:pt x="225" y="49"/>
                  <a:pt x="225" y="48"/>
                  <a:pt x="224" y="47"/>
                </a:cubicBezTo>
                <a:cubicBezTo>
                  <a:pt x="223" y="46"/>
                  <a:pt x="221" y="45"/>
                  <a:pt x="220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49" y="45"/>
                  <a:pt x="48" y="46"/>
                  <a:pt x="47" y="47"/>
                </a:cubicBezTo>
                <a:cubicBezTo>
                  <a:pt x="46" y="48"/>
                  <a:pt x="45" y="49"/>
                  <a:pt x="45" y="51"/>
                </a:cubicBezTo>
                <a:cubicBezTo>
                  <a:pt x="45" y="220"/>
                  <a:pt x="45" y="220"/>
                  <a:pt x="45" y="220"/>
                </a:cubicBezTo>
                <a:cubicBezTo>
                  <a:pt x="45" y="221"/>
                  <a:pt x="46" y="222"/>
                  <a:pt x="47" y="224"/>
                </a:cubicBezTo>
                <a:cubicBezTo>
                  <a:pt x="48" y="225"/>
                  <a:pt x="49" y="225"/>
                  <a:pt x="51" y="225"/>
                </a:cubicBezTo>
                <a:cubicBezTo>
                  <a:pt x="220" y="225"/>
                  <a:pt x="220" y="225"/>
                  <a:pt x="220" y="225"/>
                </a:cubicBezTo>
                <a:cubicBezTo>
                  <a:pt x="221" y="225"/>
                  <a:pt x="223" y="225"/>
                  <a:pt x="224" y="224"/>
                </a:cubicBezTo>
                <a:cubicBezTo>
                  <a:pt x="225" y="222"/>
                  <a:pt x="225" y="221"/>
                  <a:pt x="225" y="220"/>
                </a:cubicBezTo>
                <a:close/>
                <a:moveTo>
                  <a:pt x="271" y="51"/>
                </a:moveTo>
                <a:cubicBezTo>
                  <a:pt x="271" y="220"/>
                  <a:pt x="271" y="220"/>
                  <a:pt x="271" y="220"/>
                </a:cubicBezTo>
                <a:cubicBezTo>
                  <a:pt x="271" y="234"/>
                  <a:pt x="266" y="245"/>
                  <a:pt x="256" y="255"/>
                </a:cubicBezTo>
                <a:cubicBezTo>
                  <a:pt x="246" y="265"/>
                  <a:pt x="234" y="270"/>
                  <a:pt x="220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34" y="0"/>
                  <a:pt x="246" y="5"/>
                  <a:pt x="256" y="15"/>
                </a:cubicBezTo>
                <a:cubicBezTo>
                  <a:pt x="266" y="25"/>
                  <a:pt x="271" y="37"/>
                  <a:pt x="271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3314701" y="2024063"/>
            <a:ext cx="290513" cy="292100"/>
          </a:xfrm>
          <a:custGeom>
            <a:avLst/>
            <a:gdLst>
              <a:gd name="T0" fmla="*/ 191 w 270"/>
              <a:gd name="T1" fmla="*/ 135 h 270"/>
              <a:gd name="T2" fmla="*/ 186 w 270"/>
              <a:gd name="T3" fmla="*/ 144 h 270"/>
              <a:gd name="T4" fmla="*/ 108 w 270"/>
              <a:gd name="T5" fmla="*/ 201 h 270"/>
              <a:gd name="T6" fmla="*/ 96 w 270"/>
              <a:gd name="T7" fmla="*/ 201 h 270"/>
              <a:gd name="T8" fmla="*/ 90 w 270"/>
              <a:gd name="T9" fmla="*/ 191 h 270"/>
              <a:gd name="T10" fmla="*/ 90 w 270"/>
              <a:gd name="T11" fmla="*/ 79 h 270"/>
              <a:gd name="T12" fmla="*/ 96 w 270"/>
              <a:gd name="T13" fmla="*/ 69 h 270"/>
              <a:gd name="T14" fmla="*/ 108 w 270"/>
              <a:gd name="T15" fmla="*/ 70 h 270"/>
              <a:gd name="T16" fmla="*/ 186 w 270"/>
              <a:gd name="T17" fmla="*/ 126 h 270"/>
              <a:gd name="T18" fmla="*/ 191 w 270"/>
              <a:gd name="T19" fmla="*/ 135 h 270"/>
              <a:gd name="T20" fmla="*/ 225 w 270"/>
              <a:gd name="T21" fmla="*/ 220 h 270"/>
              <a:gd name="T22" fmla="*/ 225 w 270"/>
              <a:gd name="T23" fmla="*/ 51 h 270"/>
              <a:gd name="T24" fmla="*/ 223 w 270"/>
              <a:gd name="T25" fmla="*/ 47 h 270"/>
              <a:gd name="T26" fmla="*/ 219 w 270"/>
              <a:gd name="T27" fmla="*/ 45 h 270"/>
              <a:gd name="T28" fmla="*/ 50 w 270"/>
              <a:gd name="T29" fmla="*/ 45 h 270"/>
              <a:gd name="T30" fmla="*/ 46 w 270"/>
              <a:gd name="T31" fmla="*/ 47 h 270"/>
              <a:gd name="T32" fmla="*/ 45 w 270"/>
              <a:gd name="T33" fmla="*/ 51 h 270"/>
              <a:gd name="T34" fmla="*/ 45 w 270"/>
              <a:gd name="T35" fmla="*/ 220 h 270"/>
              <a:gd name="T36" fmla="*/ 46 w 270"/>
              <a:gd name="T37" fmla="*/ 224 h 270"/>
              <a:gd name="T38" fmla="*/ 50 w 270"/>
              <a:gd name="T39" fmla="*/ 225 h 270"/>
              <a:gd name="T40" fmla="*/ 219 w 270"/>
              <a:gd name="T41" fmla="*/ 225 h 270"/>
              <a:gd name="T42" fmla="*/ 223 w 270"/>
              <a:gd name="T43" fmla="*/ 224 h 270"/>
              <a:gd name="T44" fmla="*/ 225 w 270"/>
              <a:gd name="T45" fmla="*/ 220 h 270"/>
              <a:gd name="T46" fmla="*/ 270 w 270"/>
              <a:gd name="T47" fmla="*/ 51 h 270"/>
              <a:gd name="T48" fmla="*/ 270 w 270"/>
              <a:gd name="T49" fmla="*/ 220 h 270"/>
              <a:gd name="T50" fmla="*/ 255 w 270"/>
              <a:gd name="T51" fmla="*/ 255 h 270"/>
              <a:gd name="T52" fmla="*/ 219 w 270"/>
              <a:gd name="T53" fmla="*/ 270 h 270"/>
              <a:gd name="T54" fmla="*/ 50 w 270"/>
              <a:gd name="T55" fmla="*/ 270 h 270"/>
              <a:gd name="T56" fmla="*/ 15 w 270"/>
              <a:gd name="T57" fmla="*/ 255 h 270"/>
              <a:gd name="T58" fmla="*/ 0 w 270"/>
              <a:gd name="T59" fmla="*/ 220 h 270"/>
              <a:gd name="T60" fmla="*/ 0 w 270"/>
              <a:gd name="T61" fmla="*/ 51 h 270"/>
              <a:gd name="T62" fmla="*/ 15 w 270"/>
              <a:gd name="T63" fmla="*/ 15 h 270"/>
              <a:gd name="T64" fmla="*/ 50 w 270"/>
              <a:gd name="T65" fmla="*/ 0 h 270"/>
              <a:gd name="T66" fmla="*/ 219 w 270"/>
              <a:gd name="T67" fmla="*/ 0 h 270"/>
              <a:gd name="T68" fmla="*/ 255 w 270"/>
              <a:gd name="T69" fmla="*/ 15 h 270"/>
              <a:gd name="T70" fmla="*/ 270 w 270"/>
              <a:gd name="T7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270">
                <a:moveTo>
                  <a:pt x="191" y="135"/>
                </a:moveTo>
                <a:cubicBezTo>
                  <a:pt x="191" y="139"/>
                  <a:pt x="190" y="142"/>
                  <a:pt x="186" y="144"/>
                </a:cubicBezTo>
                <a:cubicBezTo>
                  <a:pt x="108" y="201"/>
                  <a:pt x="108" y="201"/>
                  <a:pt x="108" y="201"/>
                </a:cubicBezTo>
                <a:cubicBezTo>
                  <a:pt x="104" y="203"/>
                  <a:pt x="100" y="204"/>
                  <a:pt x="96" y="201"/>
                </a:cubicBezTo>
                <a:cubicBezTo>
                  <a:pt x="92" y="199"/>
                  <a:pt x="90" y="196"/>
                  <a:pt x="90" y="191"/>
                </a:cubicBezTo>
                <a:cubicBezTo>
                  <a:pt x="90" y="79"/>
                  <a:pt x="90" y="79"/>
                  <a:pt x="90" y="79"/>
                </a:cubicBezTo>
                <a:cubicBezTo>
                  <a:pt x="90" y="74"/>
                  <a:pt x="92" y="71"/>
                  <a:pt x="96" y="69"/>
                </a:cubicBezTo>
                <a:cubicBezTo>
                  <a:pt x="100" y="67"/>
                  <a:pt x="104" y="67"/>
                  <a:pt x="108" y="70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190" y="128"/>
                  <a:pt x="191" y="131"/>
                  <a:pt x="191" y="135"/>
                </a:cubicBezTo>
                <a:close/>
                <a:moveTo>
                  <a:pt x="225" y="220"/>
                </a:moveTo>
                <a:cubicBezTo>
                  <a:pt x="225" y="51"/>
                  <a:pt x="225" y="51"/>
                  <a:pt x="225" y="51"/>
                </a:cubicBezTo>
                <a:cubicBezTo>
                  <a:pt x="225" y="49"/>
                  <a:pt x="224" y="48"/>
                  <a:pt x="223" y="47"/>
                </a:cubicBezTo>
                <a:cubicBezTo>
                  <a:pt x="222" y="45"/>
                  <a:pt x="221" y="45"/>
                  <a:pt x="219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49" y="45"/>
                  <a:pt x="47" y="45"/>
                  <a:pt x="46" y="47"/>
                </a:cubicBezTo>
                <a:cubicBezTo>
                  <a:pt x="45" y="48"/>
                  <a:pt x="45" y="49"/>
                  <a:pt x="45" y="51"/>
                </a:cubicBezTo>
                <a:cubicBezTo>
                  <a:pt x="45" y="220"/>
                  <a:pt x="45" y="220"/>
                  <a:pt x="45" y="220"/>
                </a:cubicBezTo>
                <a:cubicBezTo>
                  <a:pt x="45" y="221"/>
                  <a:pt x="45" y="223"/>
                  <a:pt x="46" y="224"/>
                </a:cubicBezTo>
                <a:cubicBezTo>
                  <a:pt x="47" y="225"/>
                  <a:pt x="49" y="225"/>
                  <a:pt x="50" y="225"/>
                </a:cubicBezTo>
                <a:cubicBezTo>
                  <a:pt x="219" y="225"/>
                  <a:pt x="219" y="225"/>
                  <a:pt x="219" y="225"/>
                </a:cubicBezTo>
                <a:cubicBezTo>
                  <a:pt x="221" y="225"/>
                  <a:pt x="222" y="225"/>
                  <a:pt x="223" y="224"/>
                </a:cubicBezTo>
                <a:cubicBezTo>
                  <a:pt x="224" y="223"/>
                  <a:pt x="225" y="221"/>
                  <a:pt x="225" y="220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5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3746501" y="2024063"/>
            <a:ext cx="290513" cy="292100"/>
          </a:xfrm>
          <a:custGeom>
            <a:avLst/>
            <a:gdLst>
              <a:gd name="T0" fmla="*/ 201 w 270"/>
              <a:gd name="T1" fmla="*/ 174 h 270"/>
              <a:gd name="T2" fmla="*/ 191 w 270"/>
              <a:gd name="T3" fmla="*/ 180 h 270"/>
              <a:gd name="T4" fmla="*/ 78 w 270"/>
              <a:gd name="T5" fmla="*/ 180 h 270"/>
              <a:gd name="T6" fmla="*/ 68 w 270"/>
              <a:gd name="T7" fmla="*/ 174 h 270"/>
              <a:gd name="T8" fmla="*/ 69 w 270"/>
              <a:gd name="T9" fmla="*/ 162 h 270"/>
              <a:gd name="T10" fmla="*/ 126 w 270"/>
              <a:gd name="T11" fmla="*/ 84 h 270"/>
              <a:gd name="T12" fmla="*/ 135 w 270"/>
              <a:gd name="T13" fmla="*/ 79 h 270"/>
              <a:gd name="T14" fmla="*/ 144 w 270"/>
              <a:gd name="T15" fmla="*/ 84 h 270"/>
              <a:gd name="T16" fmla="*/ 200 w 270"/>
              <a:gd name="T17" fmla="*/ 162 h 270"/>
              <a:gd name="T18" fmla="*/ 201 w 270"/>
              <a:gd name="T19" fmla="*/ 174 h 270"/>
              <a:gd name="T20" fmla="*/ 225 w 270"/>
              <a:gd name="T21" fmla="*/ 220 h 270"/>
              <a:gd name="T22" fmla="*/ 225 w 270"/>
              <a:gd name="T23" fmla="*/ 51 h 270"/>
              <a:gd name="T24" fmla="*/ 223 w 270"/>
              <a:gd name="T25" fmla="*/ 47 h 270"/>
              <a:gd name="T26" fmla="*/ 219 w 270"/>
              <a:gd name="T27" fmla="*/ 45 h 270"/>
              <a:gd name="T28" fmla="*/ 50 w 270"/>
              <a:gd name="T29" fmla="*/ 45 h 270"/>
              <a:gd name="T30" fmla="*/ 46 w 270"/>
              <a:gd name="T31" fmla="*/ 47 h 270"/>
              <a:gd name="T32" fmla="*/ 45 w 270"/>
              <a:gd name="T33" fmla="*/ 51 h 270"/>
              <a:gd name="T34" fmla="*/ 45 w 270"/>
              <a:gd name="T35" fmla="*/ 220 h 270"/>
              <a:gd name="T36" fmla="*/ 46 w 270"/>
              <a:gd name="T37" fmla="*/ 224 h 270"/>
              <a:gd name="T38" fmla="*/ 50 w 270"/>
              <a:gd name="T39" fmla="*/ 225 h 270"/>
              <a:gd name="T40" fmla="*/ 219 w 270"/>
              <a:gd name="T41" fmla="*/ 225 h 270"/>
              <a:gd name="T42" fmla="*/ 223 w 270"/>
              <a:gd name="T43" fmla="*/ 224 h 270"/>
              <a:gd name="T44" fmla="*/ 225 w 270"/>
              <a:gd name="T45" fmla="*/ 220 h 270"/>
              <a:gd name="T46" fmla="*/ 270 w 270"/>
              <a:gd name="T47" fmla="*/ 51 h 270"/>
              <a:gd name="T48" fmla="*/ 270 w 270"/>
              <a:gd name="T49" fmla="*/ 220 h 270"/>
              <a:gd name="T50" fmla="*/ 255 w 270"/>
              <a:gd name="T51" fmla="*/ 255 h 270"/>
              <a:gd name="T52" fmla="*/ 219 w 270"/>
              <a:gd name="T53" fmla="*/ 270 h 270"/>
              <a:gd name="T54" fmla="*/ 50 w 270"/>
              <a:gd name="T55" fmla="*/ 270 h 270"/>
              <a:gd name="T56" fmla="*/ 14 w 270"/>
              <a:gd name="T57" fmla="*/ 255 h 270"/>
              <a:gd name="T58" fmla="*/ 0 w 270"/>
              <a:gd name="T59" fmla="*/ 220 h 270"/>
              <a:gd name="T60" fmla="*/ 0 w 270"/>
              <a:gd name="T61" fmla="*/ 51 h 270"/>
              <a:gd name="T62" fmla="*/ 14 w 270"/>
              <a:gd name="T63" fmla="*/ 15 h 270"/>
              <a:gd name="T64" fmla="*/ 50 w 270"/>
              <a:gd name="T65" fmla="*/ 0 h 270"/>
              <a:gd name="T66" fmla="*/ 219 w 270"/>
              <a:gd name="T67" fmla="*/ 0 h 270"/>
              <a:gd name="T68" fmla="*/ 255 w 270"/>
              <a:gd name="T69" fmla="*/ 15 h 270"/>
              <a:gd name="T70" fmla="*/ 270 w 270"/>
              <a:gd name="T7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270">
                <a:moveTo>
                  <a:pt x="201" y="174"/>
                </a:moveTo>
                <a:cubicBezTo>
                  <a:pt x="199" y="178"/>
                  <a:pt x="196" y="180"/>
                  <a:pt x="191" y="180"/>
                </a:cubicBezTo>
                <a:cubicBezTo>
                  <a:pt x="78" y="180"/>
                  <a:pt x="78" y="180"/>
                  <a:pt x="78" y="180"/>
                </a:cubicBezTo>
                <a:cubicBezTo>
                  <a:pt x="74" y="180"/>
                  <a:pt x="70" y="178"/>
                  <a:pt x="68" y="174"/>
                </a:cubicBezTo>
                <a:cubicBezTo>
                  <a:pt x="66" y="170"/>
                  <a:pt x="67" y="166"/>
                  <a:pt x="69" y="162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8" y="80"/>
                  <a:pt x="131" y="79"/>
                  <a:pt x="135" y="79"/>
                </a:cubicBezTo>
                <a:cubicBezTo>
                  <a:pt x="139" y="79"/>
                  <a:pt x="142" y="80"/>
                  <a:pt x="144" y="84"/>
                </a:cubicBezTo>
                <a:cubicBezTo>
                  <a:pt x="200" y="162"/>
                  <a:pt x="200" y="162"/>
                  <a:pt x="200" y="162"/>
                </a:cubicBezTo>
                <a:cubicBezTo>
                  <a:pt x="203" y="166"/>
                  <a:pt x="203" y="170"/>
                  <a:pt x="201" y="174"/>
                </a:cubicBezTo>
                <a:close/>
                <a:moveTo>
                  <a:pt x="225" y="220"/>
                </a:moveTo>
                <a:cubicBezTo>
                  <a:pt x="225" y="51"/>
                  <a:pt x="225" y="51"/>
                  <a:pt x="225" y="51"/>
                </a:cubicBezTo>
                <a:cubicBezTo>
                  <a:pt x="225" y="49"/>
                  <a:pt x="224" y="48"/>
                  <a:pt x="223" y="47"/>
                </a:cubicBezTo>
                <a:cubicBezTo>
                  <a:pt x="222" y="46"/>
                  <a:pt x="221" y="45"/>
                  <a:pt x="219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49" y="45"/>
                  <a:pt x="47" y="46"/>
                  <a:pt x="46" y="47"/>
                </a:cubicBezTo>
                <a:cubicBezTo>
                  <a:pt x="45" y="48"/>
                  <a:pt x="45" y="49"/>
                  <a:pt x="45" y="51"/>
                </a:cubicBezTo>
                <a:cubicBezTo>
                  <a:pt x="45" y="220"/>
                  <a:pt x="45" y="220"/>
                  <a:pt x="45" y="220"/>
                </a:cubicBezTo>
                <a:cubicBezTo>
                  <a:pt x="45" y="221"/>
                  <a:pt x="45" y="222"/>
                  <a:pt x="46" y="224"/>
                </a:cubicBezTo>
                <a:cubicBezTo>
                  <a:pt x="47" y="225"/>
                  <a:pt x="49" y="225"/>
                  <a:pt x="50" y="225"/>
                </a:cubicBezTo>
                <a:cubicBezTo>
                  <a:pt x="219" y="225"/>
                  <a:pt x="219" y="225"/>
                  <a:pt x="219" y="225"/>
                </a:cubicBezTo>
                <a:cubicBezTo>
                  <a:pt x="221" y="225"/>
                  <a:pt x="222" y="225"/>
                  <a:pt x="223" y="224"/>
                </a:cubicBezTo>
                <a:cubicBezTo>
                  <a:pt x="224" y="222"/>
                  <a:pt x="225" y="221"/>
                  <a:pt x="225" y="220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4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37"/>
          <p:cNvSpPr>
            <a:spLocks/>
          </p:cNvSpPr>
          <p:nvPr/>
        </p:nvSpPr>
        <p:spPr bwMode="auto">
          <a:xfrm>
            <a:off x="1193801" y="2549525"/>
            <a:ext cx="195263" cy="109538"/>
          </a:xfrm>
          <a:custGeom>
            <a:avLst/>
            <a:gdLst>
              <a:gd name="T0" fmla="*/ 180 w 180"/>
              <a:gd name="T1" fmla="*/ 90 h 101"/>
              <a:gd name="T2" fmla="*/ 177 w 180"/>
              <a:gd name="T3" fmla="*/ 98 h 101"/>
              <a:gd name="T4" fmla="*/ 169 w 180"/>
              <a:gd name="T5" fmla="*/ 101 h 101"/>
              <a:gd name="T6" fmla="*/ 11 w 180"/>
              <a:gd name="T7" fmla="*/ 101 h 101"/>
              <a:gd name="T8" fmla="*/ 3 w 180"/>
              <a:gd name="T9" fmla="*/ 98 h 101"/>
              <a:gd name="T10" fmla="*/ 0 w 180"/>
              <a:gd name="T11" fmla="*/ 90 h 101"/>
              <a:gd name="T12" fmla="*/ 3 w 180"/>
              <a:gd name="T13" fmla="*/ 82 h 101"/>
              <a:gd name="T14" fmla="*/ 82 w 180"/>
              <a:gd name="T15" fmla="*/ 3 h 101"/>
              <a:gd name="T16" fmla="*/ 90 w 180"/>
              <a:gd name="T17" fmla="*/ 0 h 101"/>
              <a:gd name="T18" fmla="*/ 98 w 180"/>
              <a:gd name="T19" fmla="*/ 3 h 101"/>
              <a:gd name="T20" fmla="*/ 177 w 180"/>
              <a:gd name="T21" fmla="*/ 82 h 101"/>
              <a:gd name="T22" fmla="*/ 180 w 180"/>
              <a:gd name="T23" fmla="*/ 9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0" h="101">
                <a:moveTo>
                  <a:pt x="180" y="90"/>
                </a:moveTo>
                <a:cubicBezTo>
                  <a:pt x="180" y="93"/>
                  <a:pt x="179" y="96"/>
                  <a:pt x="177" y="98"/>
                </a:cubicBezTo>
                <a:cubicBezTo>
                  <a:pt x="175" y="100"/>
                  <a:pt x="172" y="101"/>
                  <a:pt x="169" y="101"/>
                </a:cubicBezTo>
                <a:cubicBezTo>
                  <a:pt x="11" y="101"/>
                  <a:pt x="11" y="101"/>
                  <a:pt x="11" y="101"/>
                </a:cubicBezTo>
                <a:cubicBezTo>
                  <a:pt x="8" y="101"/>
                  <a:pt x="6" y="100"/>
                  <a:pt x="3" y="98"/>
                </a:cubicBezTo>
                <a:cubicBezTo>
                  <a:pt x="1" y="96"/>
                  <a:pt x="0" y="93"/>
                  <a:pt x="0" y="90"/>
                </a:cubicBezTo>
                <a:cubicBezTo>
                  <a:pt x="0" y="87"/>
                  <a:pt x="1" y="84"/>
                  <a:pt x="3" y="82"/>
                </a:cubicBezTo>
                <a:cubicBezTo>
                  <a:pt x="82" y="3"/>
                  <a:pt x="82" y="3"/>
                  <a:pt x="82" y="3"/>
                </a:cubicBezTo>
                <a:cubicBezTo>
                  <a:pt x="85" y="1"/>
                  <a:pt x="87" y="0"/>
                  <a:pt x="90" y="0"/>
                </a:cubicBezTo>
                <a:cubicBezTo>
                  <a:pt x="93" y="0"/>
                  <a:pt x="96" y="1"/>
                  <a:pt x="98" y="3"/>
                </a:cubicBezTo>
                <a:cubicBezTo>
                  <a:pt x="177" y="82"/>
                  <a:pt x="177" y="82"/>
                  <a:pt x="177" y="82"/>
                </a:cubicBezTo>
                <a:cubicBezTo>
                  <a:pt x="179" y="84"/>
                  <a:pt x="180" y="87"/>
                  <a:pt x="180" y="9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1566863" y="2471738"/>
            <a:ext cx="315913" cy="266700"/>
          </a:xfrm>
          <a:custGeom>
            <a:avLst/>
            <a:gdLst>
              <a:gd name="T0" fmla="*/ 222 w 293"/>
              <a:gd name="T1" fmla="*/ 71 h 248"/>
              <a:gd name="T2" fmla="*/ 206 w 293"/>
              <a:gd name="T3" fmla="*/ 71 h 248"/>
              <a:gd name="T4" fmla="*/ 181 w 293"/>
              <a:gd name="T5" fmla="*/ 45 h 248"/>
              <a:gd name="T6" fmla="*/ 169 w 293"/>
              <a:gd name="T7" fmla="*/ 33 h 248"/>
              <a:gd name="T8" fmla="*/ 158 w 293"/>
              <a:gd name="T9" fmla="*/ 45 h 248"/>
              <a:gd name="T10" fmla="*/ 132 w 293"/>
              <a:gd name="T11" fmla="*/ 71 h 248"/>
              <a:gd name="T12" fmla="*/ 116 w 293"/>
              <a:gd name="T13" fmla="*/ 71 h 248"/>
              <a:gd name="T14" fmla="*/ 116 w 293"/>
              <a:gd name="T15" fmla="*/ 86 h 248"/>
              <a:gd name="T16" fmla="*/ 169 w 293"/>
              <a:gd name="T17" fmla="*/ 135 h 248"/>
              <a:gd name="T18" fmla="*/ 222 w 293"/>
              <a:gd name="T19" fmla="*/ 86 h 248"/>
              <a:gd name="T20" fmla="*/ 113 w 293"/>
              <a:gd name="T21" fmla="*/ 225 h 248"/>
              <a:gd name="T22" fmla="*/ 90 w 293"/>
              <a:gd name="T23" fmla="*/ 248 h 248"/>
              <a:gd name="T24" fmla="*/ 68 w 293"/>
              <a:gd name="T25" fmla="*/ 225 h 248"/>
              <a:gd name="T26" fmla="*/ 90 w 293"/>
              <a:gd name="T27" fmla="*/ 202 h 248"/>
              <a:gd name="T28" fmla="*/ 113 w 293"/>
              <a:gd name="T29" fmla="*/ 225 h 248"/>
              <a:gd name="T30" fmla="*/ 264 w 293"/>
              <a:gd name="T31" fmla="*/ 241 h 248"/>
              <a:gd name="T32" fmla="*/ 232 w 293"/>
              <a:gd name="T33" fmla="*/ 241 h 248"/>
              <a:gd name="T34" fmla="*/ 232 w 293"/>
              <a:gd name="T35" fmla="*/ 209 h 248"/>
              <a:gd name="T36" fmla="*/ 264 w 293"/>
              <a:gd name="T37" fmla="*/ 209 h 248"/>
              <a:gd name="T38" fmla="*/ 293 w 293"/>
              <a:gd name="T39" fmla="*/ 33 h 248"/>
              <a:gd name="T40" fmla="*/ 290 w 293"/>
              <a:gd name="T41" fmla="*/ 131 h 248"/>
              <a:gd name="T42" fmla="*/ 99 w 293"/>
              <a:gd name="T43" fmla="*/ 156 h 248"/>
              <a:gd name="T44" fmla="*/ 101 w 293"/>
              <a:gd name="T45" fmla="*/ 165 h 248"/>
              <a:gd name="T46" fmla="*/ 97 w 293"/>
              <a:gd name="T47" fmla="*/ 180 h 248"/>
              <a:gd name="T48" fmla="*/ 267 w 293"/>
              <a:gd name="T49" fmla="*/ 183 h 248"/>
              <a:gd name="T50" fmla="*/ 267 w 293"/>
              <a:gd name="T51" fmla="*/ 199 h 248"/>
              <a:gd name="T52" fmla="*/ 79 w 293"/>
              <a:gd name="T53" fmla="*/ 202 h 248"/>
              <a:gd name="T54" fmla="*/ 68 w 293"/>
              <a:gd name="T55" fmla="*/ 191 h 248"/>
              <a:gd name="T56" fmla="*/ 75 w 293"/>
              <a:gd name="T57" fmla="*/ 174 h 248"/>
              <a:gd name="T58" fmla="*/ 47 w 293"/>
              <a:gd name="T59" fmla="*/ 22 h 248"/>
              <a:gd name="T60" fmla="*/ 4 w 293"/>
              <a:gd name="T61" fmla="*/ 19 h 248"/>
              <a:gd name="T62" fmla="*/ 4 w 293"/>
              <a:gd name="T63" fmla="*/ 3 h 248"/>
              <a:gd name="T64" fmla="*/ 57 w 293"/>
              <a:gd name="T65" fmla="*/ 0 h 248"/>
              <a:gd name="T66" fmla="*/ 65 w 293"/>
              <a:gd name="T67" fmla="*/ 4 h 248"/>
              <a:gd name="T68" fmla="*/ 69 w 293"/>
              <a:gd name="T69" fmla="*/ 13 h 248"/>
              <a:gd name="T70" fmla="*/ 71 w 293"/>
              <a:gd name="T71" fmla="*/ 22 h 248"/>
              <a:gd name="T72" fmla="*/ 290 w 293"/>
              <a:gd name="T73" fmla="*/ 26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93" h="248">
                <a:moveTo>
                  <a:pt x="226" y="79"/>
                </a:moveTo>
                <a:cubicBezTo>
                  <a:pt x="226" y="76"/>
                  <a:pt x="224" y="73"/>
                  <a:pt x="222" y="71"/>
                </a:cubicBezTo>
                <a:cubicBezTo>
                  <a:pt x="220" y="68"/>
                  <a:pt x="217" y="67"/>
                  <a:pt x="214" y="67"/>
                </a:cubicBezTo>
                <a:cubicBezTo>
                  <a:pt x="211" y="67"/>
                  <a:pt x="209" y="68"/>
                  <a:pt x="206" y="71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2"/>
                  <a:pt x="179" y="39"/>
                  <a:pt x="177" y="37"/>
                </a:cubicBezTo>
                <a:cubicBezTo>
                  <a:pt x="175" y="35"/>
                  <a:pt x="172" y="33"/>
                  <a:pt x="169" y="33"/>
                </a:cubicBezTo>
                <a:cubicBezTo>
                  <a:pt x="166" y="33"/>
                  <a:pt x="164" y="35"/>
                  <a:pt x="161" y="37"/>
                </a:cubicBezTo>
                <a:cubicBezTo>
                  <a:pt x="159" y="39"/>
                  <a:pt x="158" y="42"/>
                  <a:pt x="158" y="45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32" y="71"/>
                  <a:pt x="132" y="71"/>
                  <a:pt x="132" y="71"/>
                </a:cubicBezTo>
                <a:cubicBezTo>
                  <a:pt x="130" y="68"/>
                  <a:pt x="127" y="67"/>
                  <a:pt x="124" y="67"/>
                </a:cubicBezTo>
                <a:cubicBezTo>
                  <a:pt x="121" y="67"/>
                  <a:pt x="119" y="68"/>
                  <a:pt x="116" y="71"/>
                </a:cubicBezTo>
                <a:cubicBezTo>
                  <a:pt x="114" y="73"/>
                  <a:pt x="113" y="76"/>
                  <a:pt x="113" y="79"/>
                </a:cubicBezTo>
                <a:cubicBezTo>
                  <a:pt x="113" y="82"/>
                  <a:pt x="114" y="84"/>
                  <a:pt x="116" y="86"/>
                </a:cubicBezTo>
                <a:cubicBezTo>
                  <a:pt x="161" y="132"/>
                  <a:pt x="161" y="132"/>
                  <a:pt x="161" y="132"/>
                </a:cubicBezTo>
                <a:cubicBezTo>
                  <a:pt x="164" y="134"/>
                  <a:pt x="166" y="135"/>
                  <a:pt x="169" y="135"/>
                </a:cubicBezTo>
                <a:cubicBezTo>
                  <a:pt x="172" y="135"/>
                  <a:pt x="175" y="134"/>
                  <a:pt x="177" y="132"/>
                </a:cubicBezTo>
                <a:cubicBezTo>
                  <a:pt x="222" y="86"/>
                  <a:pt x="222" y="86"/>
                  <a:pt x="222" y="86"/>
                </a:cubicBezTo>
                <a:cubicBezTo>
                  <a:pt x="224" y="84"/>
                  <a:pt x="226" y="82"/>
                  <a:pt x="226" y="79"/>
                </a:cubicBezTo>
                <a:close/>
                <a:moveTo>
                  <a:pt x="113" y="225"/>
                </a:moveTo>
                <a:cubicBezTo>
                  <a:pt x="113" y="231"/>
                  <a:pt x="111" y="237"/>
                  <a:pt x="106" y="241"/>
                </a:cubicBezTo>
                <a:cubicBezTo>
                  <a:pt x="102" y="245"/>
                  <a:pt x="97" y="248"/>
                  <a:pt x="90" y="248"/>
                </a:cubicBezTo>
                <a:cubicBezTo>
                  <a:pt x="84" y="248"/>
                  <a:pt x="79" y="245"/>
                  <a:pt x="75" y="241"/>
                </a:cubicBezTo>
                <a:cubicBezTo>
                  <a:pt x="70" y="237"/>
                  <a:pt x="68" y="231"/>
                  <a:pt x="68" y="225"/>
                </a:cubicBezTo>
                <a:cubicBezTo>
                  <a:pt x="68" y="219"/>
                  <a:pt x="70" y="213"/>
                  <a:pt x="75" y="209"/>
                </a:cubicBezTo>
                <a:cubicBezTo>
                  <a:pt x="79" y="205"/>
                  <a:pt x="84" y="202"/>
                  <a:pt x="90" y="202"/>
                </a:cubicBezTo>
                <a:cubicBezTo>
                  <a:pt x="97" y="202"/>
                  <a:pt x="102" y="205"/>
                  <a:pt x="106" y="209"/>
                </a:cubicBezTo>
                <a:cubicBezTo>
                  <a:pt x="111" y="213"/>
                  <a:pt x="113" y="219"/>
                  <a:pt x="113" y="225"/>
                </a:cubicBezTo>
                <a:close/>
                <a:moveTo>
                  <a:pt x="271" y="225"/>
                </a:moveTo>
                <a:cubicBezTo>
                  <a:pt x="271" y="231"/>
                  <a:pt x="268" y="237"/>
                  <a:pt x="264" y="241"/>
                </a:cubicBezTo>
                <a:cubicBezTo>
                  <a:pt x="260" y="245"/>
                  <a:pt x="254" y="248"/>
                  <a:pt x="248" y="248"/>
                </a:cubicBezTo>
                <a:cubicBezTo>
                  <a:pt x="242" y="248"/>
                  <a:pt x="237" y="245"/>
                  <a:pt x="232" y="241"/>
                </a:cubicBezTo>
                <a:cubicBezTo>
                  <a:pt x="228" y="237"/>
                  <a:pt x="226" y="231"/>
                  <a:pt x="226" y="225"/>
                </a:cubicBezTo>
                <a:cubicBezTo>
                  <a:pt x="226" y="219"/>
                  <a:pt x="228" y="213"/>
                  <a:pt x="232" y="209"/>
                </a:cubicBezTo>
                <a:cubicBezTo>
                  <a:pt x="237" y="205"/>
                  <a:pt x="242" y="202"/>
                  <a:pt x="248" y="202"/>
                </a:cubicBezTo>
                <a:cubicBezTo>
                  <a:pt x="254" y="202"/>
                  <a:pt x="260" y="205"/>
                  <a:pt x="264" y="209"/>
                </a:cubicBezTo>
                <a:cubicBezTo>
                  <a:pt x="268" y="213"/>
                  <a:pt x="271" y="219"/>
                  <a:pt x="271" y="225"/>
                </a:cubicBezTo>
                <a:close/>
                <a:moveTo>
                  <a:pt x="293" y="33"/>
                </a:moveTo>
                <a:cubicBezTo>
                  <a:pt x="293" y="124"/>
                  <a:pt x="293" y="124"/>
                  <a:pt x="293" y="124"/>
                </a:cubicBezTo>
                <a:cubicBezTo>
                  <a:pt x="293" y="126"/>
                  <a:pt x="292" y="129"/>
                  <a:pt x="290" y="131"/>
                </a:cubicBezTo>
                <a:cubicBezTo>
                  <a:pt x="289" y="133"/>
                  <a:pt x="286" y="135"/>
                  <a:pt x="283" y="135"/>
                </a:cubicBezTo>
                <a:cubicBezTo>
                  <a:pt x="99" y="156"/>
                  <a:pt x="99" y="156"/>
                  <a:pt x="99" y="156"/>
                </a:cubicBezTo>
                <a:cubicBezTo>
                  <a:pt x="100" y="157"/>
                  <a:pt x="100" y="158"/>
                  <a:pt x="100" y="160"/>
                </a:cubicBezTo>
                <a:cubicBezTo>
                  <a:pt x="101" y="162"/>
                  <a:pt x="101" y="163"/>
                  <a:pt x="101" y="165"/>
                </a:cubicBezTo>
                <a:cubicBezTo>
                  <a:pt x="102" y="166"/>
                  <a:pt x="102" y="168"/>
                  <a:pt x="102" y="169"/>
                </a:cubicBezTo>
                <a:cubicBezTo>
                  <a:pt x="102" y="171"/>
                  <a:pt x="100" y="174"/>
                  <a:pt x="97" y="180"/>
                </a:cubicBezTo>
                <a:cubicBezTo>
                  <a:pt x="259" y="180"/>
                  <a:pt x="259" y="180"/>
                  <a:pt x="259" y="180"/>
                </a:cubicBezTo>
                <a:cubicBezTo>
                  <a:pt x="262" y="180"/>
                  <a:pt x="265" y="181"/>
                  <a:pt x="267" y="183"/>
                </a:cubicBezTo>
                <a:cubicBezTo>
                  <a:pt x="270" y="186"/>
                  <a:pt x="271" y="188"/>
                  <a:pt x="271" y="191"/>
                </a:cubicBezTo>
                <a:cubicBezTo>
                  <a:pt x="271" y="194"/>
                  <a:pt x="270" y="197"/>
                  <a:pt x="267" y="199"/>
                </a:cubicBezTo>
                <a:cubicBezTo>
                  <a:pt x="265" y="201"/>
                  <a:pt x="262" y="202"/>
                  <a:pt x="259" y="202"/>
                </a:cubicBezTo>
                <a:cubicBezTo>
                  <a:pt x="79" y="202"/>
                  <a:pt x="79" y="202"/>
                  <a:pt x="79" y="202"/>
                </a:cubicBezTo>
                <a:cubicBezTo>
                  <a:pt x="76" y="202"/>
                  <a:pt x="73" y="201"/>
                  <a:pt x="71" y="199"/>
                </a:cubicBezTo>
                <a:cubicBezTo>
                  <a:pt x="69" y="197"/>
                  <a:pt x="68" y="194"/>
                  <a:pt x="68" y="191"/>
                </a:cubicBezTo>
                <a:cubicBezTo>
                  <a:pt x="68" y="190"/>
                  <a:pt x="69" y="187"/>
                  <a:pt x="70" y="184"/>
                </a:cubicBezTo>
                <a:cubicBezTo>
                  <a:pt x="71" y="181"/>
                  <a:pt x="73" y="178"/>
                  <a:pt x="75" y="174"/>
                </a:cubicBezTo>
                <a:cubicBezTo>
                  <a:pt x="77" y="170"/>
                  <a:pt x="78" y="168"/>
                  <a:pt x="79" y="167"/>
                </a:cubicBezTo>
                <a:cubicBezTo>
                  <a:pt x="47" y="22"/>
                  <a:pt x="47" y="22"/>
                  <a:pt x="47" y="22"/>
                </a:cubicBezTo>
                <a:cubicBezTo>
                  <a:pt x="12" y="22"/>
                  <a:pt x="12" y="22"/>
                  <a:pt x="12" y="22"/>
                </a:cubicBezTo>
                <a:cubicBezTo>
                  <a:pt x="9" y="22"/>
                  <a:pt x="6" y="21"/>
                  <a:pt x="4" y="19"/>
                </a:cubicBezTo>
                <a:cubicBezTo>
                  <a:pt x="1" y="17"/>
                  <a:pt x="0" y="14"/>
                  <a:pt x="0" y="11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9" y="0"/>
                  <a:pt x="60" y="0"/>
                  <a:pt x="62" y="1"/>
                </a:cubicBezTo>
                <a:cubicBezTo>
                  <a:pt x="63" y="2"/>
                  <a:pt x="64" y="3"/>
                  <a:pt x="65" y="4"/>
                </a:cubicBezTo>
                <a:cubicBezTo>
                  <a:pt x="66" y="5"/>
                  <a:pt x="67" y="6"/>
                  <a:pt x="67" y="8"/>
                </a:cubicBezTo>
                <a:cubicBezTo>
                  <a:pt x="68" y="10"/>
                  <a:pt x="69" y="11"/>
                  <a:pt x="69" y="13"/>
                </a:cubicBezTo>
                <a:cubicBezTo>
                  <a:pt x="69" y="14"/>
                  <a:pt x="69" y="16"/>
                  <a:pt x="70" y="18"/>
                </a:cubicBezTo>
                <a:cubicBezTo>
                  <a:pt x="70" y="20"/>
                  <a:pt x="70" y="21"/>
                  <a:pt x="71" y="22"/>
                </a:cubicBezTo>
                <a:cubicBezTo>
                  <a:pt x="282" y="22"/>
                  <a:pt x="282" y="22"/>
                  <a:pt x="282" y="22"/>
                </a:cubicBezTo>
                <a:cubicBezTo>
                  <a:pt x="285" y="22"/>
                  <a:pt x="288" y="23"/>
                  <a:pt x="290" y="26"/>
                </a:cubicBezTo>
                <a:cubicBezTo>
                  <a:pt x="292" y="28"/>
                  <a:pt x="293" y="30"/>
                  <a:pt x="293" y="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2000251" y="2471738"/>
            <a:ext cx="317500" cy="266700"/>
          </a:xfrm>
          <a:custGeom>
            <a:avLst/>
            <a:gdLst>
              <a:gd name="T0" fmla="*/ 211 w 293"/>
              <a:gd name="T1" fmla="*/ 71 h 248"/>
              <a:gd name="T2" fmla="*/ 180 w 293"/>
              <a:gd name="T3" fmla="*/ 67 h 248"/>
              <a:gd name="T4" fmla="*/ 177 w 293"/>
              <a:gd name="T5" fmla="*/ 37 h 248"/>
              <a:gd name="T6" fmla="*/ 161 w 293"/>
              <a:gd name="T7" fmla="*/ 37 h 248"/>
              <a:gd name="T8" fmla="*/ 158 w 293"/>
              <a:gd name="T9" fmla="*/ 67 h 248"/>
              <a:gd name="T10" fmla="*/ 127 w 293"/>
              <a:gd name="T11" fmla="*/ 71 h 248"/>
              <a:gd name="T12" fmla="*/ 127 w 293"/>
              <a:gd name="T13" fmla="*/ 86 h 248"/>
              <a:gd name="T14" fmla="*/ 158 w 293"/>
              <a:gd name="T15" fmla="*/ 90 h 248"/>
              <a:gd name="T16" fmla="*/ 161 w 293"/>
              <a:gd name="T17" fmla="*/ 120 h 248"/>
              <a:gd name="T18" fmla="*/ 177 w 293"/>
              <a:gd name="T19" fmla="*/ 120 h 248"/>
              <a:gd name="T20" fmla="*/ 180 w 293"/>
              <a:gd name="T21" fmla="*/ 90 h 248"/>
              <a:gd name="T22" fmla="*/ 211 w 293"/>
              <a:gd name="T23" fmla="*/ 86 h 248"/>
              <a:gd name="T24" fmla="*/ 112 w 293"/>
              <a:gd name="T25" fmla="*/ 225 h 248"/>
              <a:gd name="T26" fmla="*/ 90 w 293"/>
              <a:gd name="T27" fmla="*/ 248 h 248"/>
              <a:gd name="T28" fmla="*/ 67 w 293"/>
              <a:gd name="T29" fmla="*/ 225 h 248"/>
              <a:gd name="T30" fmla="*/ 90 w 293"/>
              <a:gd name="T31" fmla="*/ 202 h 248"/>
              <a:gd name="T32" fmla="*/ 112 w 293"/>
              <a:gd name="T33" fmla="*/ 225 h 248"/>
              <a:gd name="T34" fmla="*/ 264 w 293"/>
              <a:gd name="T35" fmla="*/ 241 h 248"/>
              <a:gd name="T36" fmla="*/ 232 w 293"/>
              <a:gd name="T37" fmla="*/ 241 h 248"/>
              <a:gd name="T38" fmla="*/ 232 w 293"/>
              <a:gd name="T39" fmla="*/ 209 h 248"/>
              <a:gd name="T40" fmla="*/ 264 w 293"/>
              <a:gd name="T41" fmla="*/ 209 h 248"/>
              <a:gd name="T42" fmla="*/ 293 w 293"/>
              <a:gd name="T43" fmla="*/ 33 h 248"/>
              <a:gd name="T44" fmla="*/ 290 w 293"/>
              <a:gd name="T45" fmla="*/ 131 h 248"/>
              <a:gd name="T46" fmla="*/ 99 w 293"/>
              <a:gd name="T47" fmla="*/ 156 h 248"/>
              <a:gd name="T48" fmla="*/ 101 w 293"/>
              <a:gd name="T49" fmla="*/ 165 h 248"/>
              <a:gd name="T50" fmla="*/ 97 w 293"/>
              <a:gd name="T51" fmla="*/ 180 h 248"/>
              <a:gd name="T52" fmla="*/ 267 w 293"/>
              <a:gd name="T53" fmla="*/ 183 h 248"/>
              <a:gd name="T54" fmla="*/ 267 w 293"/>
              <a:gd name="T55" fmla="*/ 199 h 248"/>
              <a:gd name="T56" fmla="*/ 79 w 293"/>
              <a:gd name="T57" fmla="*/ 202 h 248"/>
              <a:gd name="T58" fmla="*/ 67 w 293"/>
              <a:gd name="T59" fmla="*/ 191 h 248"/>
              <a:gd name="T60" fmla="*/ 75 w 293"/>
              <a:gd name="T61" fmla="*/ 174 h 248"/>
              <a:gd name="T62" fmla="*/ 47 w 293"/>
              <a:gd name="T63" fmla="*/ 22 h 248"/>
              <a:gd name="T64" fmla="*/ 3 w 293"/>
              <a:gd name="T65" fmla="*/ 19 h 248"/>
              <a:gd name="T66" fmla="*/ 3 w 293"/>
              <a:gd name="T67" fmla="*/ 3 h 248"/>
              <a:gd name="T68" fmla="*/ 56 w 293"/>
              <a:gd name="T69" fmla="*/ 0 h 248"/>
              <a:gd name="T70" fmla="*/ 65 w 293"/>
              <a:gd name="T71" fmla="*/ 4 h 248"/>
              <a:gd name="T72" fmla="*/ 68 w 293"/>
              <a:gd name="T73" fmla="*/ 13 h 248"/>
              <a:gd name="T74" fmla="*/ 70 w 293"/>
              <a:gd name="T75" fmla="*/ 22 h 248"/>
              <a:gd name="T76" fmla="*/ 289 w 293"/>
              <a:gd name="T77" fmla="*/ 26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3" h="248">
                <a:moveTo>
                  <a:pt x="214" y="79"/>
                </a:moveTo>
                <a:cubicBezTo>
                  <a:pt x="214" y="76"/>
                  <a:pt x="213" y="73"/>
                  <a:pt x="211" y="71"/>
                </a:cubicBezTo>
                <a:cubicBezTo>
                  <a:pt x="208" y="68"/>
                  <a:pt x="206" y="67"/>
                  <a:pt x="203" y="67"/>
                </a:cubicBezTo>
                <a:cubicBezTo>
                  <a:pt x="180" y="67"/>
                  <a:pt x="180" y="67"/>
                  <a:pt x="180" y="67"/>
                </a:cubicBezTo>
                <a:cubicBezTo>
                  <a:pt x="180" y="45"/>
                  <a:pt x="180" y="45"/>
                  <a:pt x="180" y="45"/>
                </a:cubicBezTo>
                <a:cubicBezTo>
                  <a:pt x="180" y="42"/>
                  <a:pt x="179" y="39"/>
                  <a:pt x="177" y="37"/>
                </a:cubicBezTo>
                <a:cubicBezTo>
                  <a:pt x="175" y="35"/>
                  <a:pt x="172" y="33"/>
                  <a:pt x="169" y="33"/>
                </a:cubicBezTo>
                <a:cubicBezTo>
                  <a:pt x="166" y="33"/>
                  <a:pt x="163" y="35"/>
                  <a:pt x="161" y="37"/>
                </a:cubicBezTo>
                <a:cubicBezTo>
                  <a:pt x="159" y="39"/>
                  <a:pt x="158" y="42"/>
                  <a:pt x="158" y="45"/>
                </a:cubicBezTo>
                <a:cubicBezTo>
                  <a:pt x="158" y="67"/>
                  <a:pt x="158" y="67"/>
                  <a:pt x="158" y="67"/>
                </a:cubicBezTo>
                <a:cubicBezTo>
                  <a:pt x="135" y="67"/>
                  <a:pt x="135" y="67"/>
                  <a:pt x="135" y="67"/>
                </a:cubicBezTo>
                <a:cubicBezTo>
                  <a:pt x="132" y="67"/>
                  <a:pt x="129" y="68"/>
                  <a:pt x="127" y="71"/>
                </a:cubicBezTo>
                <a:cubicBezTo>
                  <a:pt x="125" y="73"/>
                  <a:pt x="124" y="76"/>
                  <a:pt x="124" y="79"/>
                </a:cubicBezTo>
                <a:cubicBezTo>
                  <a:pt x="124" y="82"/>
                  <a:pt x="125" y="84"/>
                  <a:pt x="127" y="86"/>
                </a:cubicBezTo>
                <a:cubicBezTo>
                  <a:pt x="129" y="89"/>
                  <a:pt x="132" y="90"/>
                  <a:pt x="135" y="90"/>
                </a:cubicBezTo>
                <a:cubicBezTo>
                  <a:pt x="158" y="90"/>
                  <a:pt x="158" y="90"/>
                  <a:pt x="158" y="90"/>
                </a:cubicBezTo>
                <a:cubicBezTo>
                  <a:pt x="158" y="112"/>
                  <a:pt x="158" y="112"/>
                  <a:pt x="158" y="112"/>
                </a:cubicBezTo>
                <a:cubicBezTo>
                  <a:pt x="158" y="115"/>
                  <a:pt x="159" y="118"/>
                  <a:pt x="161" y="120"/>
                </a:cubicBezTo>
                <a:cubicBezTo>
                  <a:pt x="163" y="122"/>
                  <a:pt x="166" y="124"/>
                  <a:pt x="169" y="124"/>
                </a:cubicBezTo>
                <a:cubicBezTo>
                  <a:pt x="172" y="124"/>
                  <a:pt x="175" y="122"/>
                  <a:pt x="177" y="120"/>
                </a:cubicBezTo>
                <a:cubicBezTo>
                  <a:pt x="179" y="118"/>
                  <a:pt x="180" y="115"/>
                  <a:pt x="180" y="112"/>
                </a:cubicBezTo>
                <a:cubicBezTo>
                  <a:pt x="180" y="90"/>
                  <a:pt x="180" y="90"/>
                  <a:pt x="180" y="90"/>
                </a:cubicBezTo>
                <a:cubicBezTo>
                  <a:pt x="203" y="90"/>
                  <a:pt x="203" y="90"/>
                  <a:pt x="203" y="90"/>
                </a:cubicBezTo>
                <a:cubicBezTo>
                  <a:pt x="206" y="90"/>
                  <a:pt x="208" y="89"/>
                  <a:pt x="211" y="86"/>
                </a:cubicBezTo>
                <a:cubicBezTo>
                  <a:pt x="213" y="84"/>
                  <a:pt x="214" y="82"/>
                  <a:pt x="214" y="79"/>
                </a:cubicBezTo>
                <a:close/>
                <a:moveTo>
                  <a:pt x="112" y="225"/>
                </a:moveTo>
                <a:cubicBezTo>
                  <a:pt x="112" y="231"/>
                  <a:pt x="110" y="237"/>
                  <a:pt x="106" y="241"/>
                </a:cubicBezTo>
                <a:cubicBezTo>
                  <a:pt x="101" y="245"/>
                  <a:pt x="96" y="248"/>
                  <a:pt x="90" y="248"/>
                </a:cubicBezTo>
                <a:cubicBezTo>
                  <a:pt x="84" y="248"/>
                  <a:pt x="78" y="245"/>
                  <a:pt x="74" y="241"/>
                </a:cubicBezTo>
                <a:cubicBezTo>
                  <a:pt x="70" y="237"/>
                  <a:pt x="67" y="231"/>
                  <a:pt x="67" y="225"/>
                </a:cubicBezTo>
                <a:cubicBezTo>
                  <a:pt x="67" y="219"/>
                  <a:pt x="70" y="213"/>
                  <a:pt x="74" y="209"/>
                </a:cubicBezTo>
                <a:cubicBezTo>
                  <a:pt x="78" y="205"/>
                  <a:pt x="84" y="202"/>
                  <a:pt x="90" y="202"/>
                </a:cubicBezTo>
                <a:cubicBezTo>
                  <a:pt x="96" y="202"/>
                  <a:pt x="101" y="205"/>
                  <a:pt x="106" y="209"/>
                </a:cubicBezTo>
                <a:cubicBezTo>
                  <a:pt x="110" y="213"/>
                  <a:pt x="112" y="219"/>
                  <a:pt x="112" y="225"/>
                </a:cubicBezTo>
                <a:close/>
                <a:moveTo>
                  <a:pt x="270" y="225"/>
                </a:moveTo>
                <a:cubicBezTo>
                  <a:pt x="270" y="231"/>
                  <a:pt x="268" y="237"/>
                  <a:pt x="264" y="241"/>
                </a:cubicBezTo>
                <a:cubicBezTo>
                  <a:pt x="259" y="245"/>
                  <a:pt x="254" y="248"/>
                  <a:pt x="248" y="248"/>
                </a:cubicBezTo>
                <a:cubicBezTo>
                  <a:pt x="241" y="248"/>
                  <a:pt x="236" y="245"/>
                  <a:pt x="232" y="241"/>
                </a:cubicBezTo>
                <a:cubicBezTo>
                  <a:pt x="227" y="237"/>
                  <a:pt x="225" y="231"/>
                  <a:pt x="225" y="225"/>
                </a:cubicBezTo>
                <a:cubicBezTo>
                  <a:pt x="225" y="219"/>
                  <a:pt x="227" y="213"/>
                  <a:pt x="232" y="209"/>
                </a:cubicBezTo>
                <a:cubicBezTo>
                  <a:pt x="236" y="205"/>
                  <a:pt x="241" y="202"/>
                  <a:pt x="248" y="202"/>
                </a:cubicBezTo>
                <a:cubicBezTo>
                  <a:pt x="254" y="202"/>
                  <a:pt x="259" y="205"/>
                  <a:pt x="264" y="209"/>
                </a:cubicBezTo>
                <a:cubicBezTo>
                  <a:pt x="268" y="213"/>
                  <a:pt x="270" y="219"/>
                  <a:pt x="270" y="225"/>
                </a:cubicBezTo>
                <a:close/>
                <a:moveTo>
                  <a:pt x="293" y="33"/>
                </a:moveTo>
                <a:cubicBezTo>
                  <a:pt x="293" y="124"/>
                  <a:pt x="293" y="124"/>
                  <a:pt x="293" y="124"/>
                </a:cubicBezTo>
                <a:cubicBezTo>
                  <a:pt x="293" y="126"/>
                  <a:pt x="292" y="129"/>
                  <a:pt x="290" y="131"/>
                </a:cubicBezTo>
                <a:cubicBezTo>
                  <a:pt x="288" y="133"/>
                  <a:pt x="286" y="135"/>
                  <a:pt x="283" y="135"/>
                </a:cubicBezTo>
                <a:cubicBezTo>
                  <a:pt x="99" y="156"/>
                  <a:pt x="99" y="156"/>
                  <a:pt x="99" y="156"/>
                </a:cubicBezTo>
                <a:cubicBezTo>
                  <a:pt x="99" y="157"/>
                  <a:pt x="99" y="158"/>
                  <a:pt x="100" y="160"/>
                </a:cubicBezTo>
                <a:cubicBezTo>
                  <a:pt x="100" y="162"/>
                  <a:pt x="100" y="163"/>
                  <a:pt x="101" y="165"/>
                </a:cubicBezTo>
                <a:cubicBezTo>
                  <a:pt x="101" y="166"/>
                  <a:pt x="101" y="168"/>
                  <a:pt x="101" y="169"/>
                </a:cubicBezTo>
                <a:cubicBezTo>
                  <a:pt x="101" y="171"/>
                  <a:pt x="100" y="174"/>
                  <a:pt x="97" y="180"/>
                </a:cubicBezTo>
                <a:cubicBezTo>
                  <a:pt x="259" y="180"/>
                  <a:pt x="259" y="180"/>
                  <a:pt x="259" y="180"/>
                </a:cubicBezTo>
                <a:cubicBezTo>
                  <a:pt x="262" y="180"/>
                  <a:pt x="265" y="181"/>
                  <a:pt x="267" y="183"/>
                </a:cubicBezTo>
                <a:cubicBezTo>
                  <a:pt x="269" y="186"/>
                  <a:pt x="270" y="188"/>
                  <a:pt x="270" y="191"/>
                </a:cubicBezTo>
                <a:cubicBezTo>
                  <a:pt x="270" y="194"/>
                  <a:pt x="269" y="197"/>
                  <a:pt x="267" y="199"/>
                </a:cubicBezTo>
                <a:cubicBezTo>
                  <a:pt x="265" y="201"/>
                  <a:pt x="262" y="202"/>
                  <a:pt x="259" y="202"/>
                </a:cubicBezTo>
                <a:cubicBezTo>
                  <a:pt x="79" y="202"/>
                  <a:pt x="79" y="202"/>
                  <a:pt x="79" y="202"/>
                </a:cubicBezTo>
                <a:cubicBezTo>
                  <a:pt x="76" y="202"/>
                  <a:pt x="73" y="201"/>
                  <a:pt x="71" y="199"/>
                </a:cubicBezTo>
                <a:cubicBezTo>
                  <a:pt x="69" y="197"/>
                  <a:pt x="67" y="194"/>
                  <a:pt x="67" y="191"/>
                </a:cubicBezTo>
                <a:cubicBezTo>
                  <a:pt x="67" y="190"/>
                  <a:pt x="68" y="187"/>
                  <a:pt x="69" y="184"/>
                </a:cubicBezTo>
                <a:cubicBezTo>
                  <a:pt x="71" y="181"/>
                  <a:pt x="72" y="178"/>
                  <a:pt x="75" y="174"/>
                </a:cubicBezTo>
                <a:cubicBezTo>
                  <a:pt x="77" y="170"/>
                  <a:pt x="78" y="168"/>
                  <a:pt x="78" y="167"/>
                </a:cubicBezTo>
                <a:cubicBezTo>
                  <a:pt x="47" y="22"/>
                  <a:pt x="47" y="22"/>
                  <a:pt x="47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8" y="22"/>
                  <a:pt x="5" y="21"/>
                  <a:pt x="3" y="19"/>
                </a:cubicBezTo>
                <a:cubicBezTo>
                  <a:pt x="1" y="17"/>
                  <a:pt x="0" y="14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60" y="0"/>
                  <a:pt x="61" y="1"/>
                </a:cubicBezTo>
                <a:cubicBezTo>
                  <a:pt x="63" y="2"/>
                  <a:pt x="64" y="3"/>
                  <a:pt x="65" y="4"/>
                </a:cubicBezTo>
                <a:cubicBezTo>
                  <a:pt x="66" y="5"/>
                  <a:pt x="66" y="6"/>
                  <a:pt x="67" y="8"/>
                </a:cubicBezTo>
                <a:cubicBezTo>
                  <a:pt x="68" y="10"/>
                  <a:pt x="68" y="11"/>
                  <a:pt x="68" y="13"/>
                </a:cubicBezTo>
                <a:cubicBezTo>
                  <a:pt x="69" y="14"/>
                  <a:pt x="69" y="16"/>
                  <a:pt x="69" y="18"/>
                </a:cubicBezTo>
                <a:cubicBezTo>
                  <a:pt x="70" y="20"/>
                  <a:pt x="70" y="21"/>
                  <a:pt x="70" y="22"/>
                </a:cubicBezTo>
                <a:cubicBezTo>
                  <a:pt x="281" y="22"/>
                  <a:pt x="281" y="22"/>
                  <a:pt x="281" y="22"/>
                </a:cubicBezTo>
                <a:cubicBezTo>
                  <a:pt x="285" y="22"/>
                  <a:pt x="287" y="23"/>
                  <a:pt x="289" y="26"/>
                </a:cubicBezTo>
                <a:cubicBezTo>
                  <a:pt x="292" y="28"/>
                  <a:pt x="293" y="30"/>
                  <a:pt x="293" y="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40"/>
          <p:cNvSpPr>
            <a:spLocks/>
          </p:cNvSpPr>
          <p:nvPr/>
        </p:nvSpPr>
        <p:spPr bwMode="auto">
          <a:xfrm>
            <a:off x="3744913" y="2457450"/>
            <a:ext cx="293688" cy="295275"/>
          </a:xfrm>
          <a:custGeom>
            <a:avLst/>
            <a:gdLst>
              <a:gd name="T0" fmla="*/ 243 w 272"/>
              <a:gd name="T1" fmla="*/ 136 h 272"/>
              <a:gd name="T2" fmla="*/ 267 w 272"/>
              <a:gd name="T3" fmla="*/ 159 h 272"/>
              <a:gd name="T4" fmla="*/ 271 w 272"/>
              <a:gd name="T5" fmla="*/ 172 h 272"/>
              <a:gd name="T6" fmla="*/ 261 w 272"/>
              <a:gd name="T7" fmla="*/ 181 h 272"/>
              <a:gd name="T8" fmla="*/ 228 w 272"/>
              <a:gd name="T9" fmla="*/ 189 h 272"/>
              <a:gd name="T10" fmla="*/ 238 w 272"/>
              <a:gd name="T11" fmla="*/ 222 h 272"/>
              <a:gd name="T12" fmla="*/ 234 w 272"/>
              <a:gd name="T13" fmla="*/ 234 h 272"/>
              <a:gd name="T14" fmla="*/ 222 w 272"/>
              <a:gd name="T15" fmla="*/ 238 h 272"/>
              <a:gd name="T16" fmla="*/ 189 w 272"/>
              <a:gd name="T17" fmla="*/ 228 h 272"/>
              <a:gd name="T18" fmla="*/ 181 w 272"/>
              <a:gd name="T19" fmla="*/ 261 h 272"/>
              <a:gd name="T20" fmla="*/ 172 w 272"/>
              <a:gd name="T21" fmla="*/ 270 h 272"/>
              <a:gd name="T22" fmla="*/ 169 w 272"/>
              <a:gd name="T23" fmla="*/ 271 h 272"/>
              <a:gd name="T24" fmla="*/ 160 w 272"/>
              <a:gd name="T25" fmla="*/ 267 h 272"/>
              <a:gd name="T26" fmla="*/ 136 w 272"/>
              <a:gd name="T27" fmla="*/ 243 h 272"/>
              <a:gd name="T28" fmla="*/ 112 w 272"/>
              <a:gd name="T29" fmla="*/ 267 h 272"/>
              <a:gd name="T30" fmla="*/ 100 w 272"/>
              <a:gd name="T31" fmla="*/ 270 h 272"/>
              <a:gd name="T32" fmla="*/ 91 w 272"/>
              <a:gd name="T33" fmla="*/ 261 h 272"/>
              <a:gd name="T34" fmla="*/ 82 w 272"/>
              <a:gd name="T35" fmla="*/ 228 h 272"/>
              <a:gd name="T36" fmla="*/ 50 w 272"/>
              <a:gd name="T37" fmla="*/ 238 h 272"/>
              <a:gd name="T38" fmla="*/ 37 w 272"/>
              <a:gd name="T39" fmla="*/ 234 h 272"/>
              <a:gd name="T40" fmla="*/ 34 w 272"/>
              <a:gd name="T41" fmla="*/ 222 h 272"/>
              <a:gd name="T42" fmla="*/ 43 w 272"/>
              <a:gd name="T43" fmla="*/ 189 h 272"/>
              <a:gd name="T44" fmla="*/ 10 w 272"/>
              <a:gd name="T45" fmla="*/ 181 h 272"/>
              <a:gd name="T46" fmla="*/ 1 w 272"/>
              <a:gd name="T47" fmla="*/ 172 h 272"/>
              <a:gd name="T48" fmla="*/ 4 w 272"/>
              <a:gd name="T49" fmla="*/ 159 h 272"/>
              <a:gd name="T50" fmla="*/ 29 w 272"/>
              <a:gd name="T51" fmla="*/ 136 h 272"/>
              <a:gd name="T52" fmla="*/ 4 w 272"/>
              <a:gd name="T53" fmla="*/ 112 h 272"/>
              <a:gd name="T54" fmla="*/ 1 w 272"/>
              <a:gd name="T55" fmla="*/ 100 h 272"/>
              <a:gd name="T56" fmla="*/ 10 w 272"/>
              <a:gd name="T57" fmla="*/ 91 h 272"/>
              <a:gd name="T58" fmla="*/ 43 w 272"/>
              <a:gd name="T59" fmla="*/ 82 h 272"/>
              <a:gd name="T60" fmla="*/ 34 w 272"/>
              <a:gd name="T61" fmla="*/ 49 h 272"/>
              <a:gd name="T62" fmla="*/ 37 w 272"/>
              <a:gd name="T63" fmla="*/ 37 h 272"/>
              <a:gd name="T64" fmla="*/ 50 w 272"/>
              <a:gd name="T65" fmla="*/ 34 h 272"/>
              <a:gd name="T66" fmla="*/ 82 w 272"/>
              <a:gd name="T67" fmla="*/ 43 h 272"/>
              <a:gd name="T68" fmla="*/ 91 w 272"/>
              <a:gd name="T69" fmla="*/ 10 h 272"/>
              <a:gd name="T70" fmla="*/ 100 w 272"/>
              <a:gd name="T71" fmla="*/ 1 h 272"/>
              <a:gd name="T72" fmla="*/ 112 w 272"/>
              <a:gd name="T73" fmla="*/ 4 h 272"/>
              <a:gd name="T74" fmla="*/ 136 w 272"/>
              <a:gd name="T75" fmla="*/ 29 h 272"/>
              <a:gd name="T76" fmla="*/ 160 w 272"/>
              <a:gd name="T77" fmla="*/ 4 h 272"/>
              <a:gd name="T78" fmla="*/ 172 w 272"/>
              <a:gd name="T79" fmla="*/ 1 h 272"/>
              <a:gd name="T80" fmla="*/ 181 w 272"/>
              <a:gd name="T81" fmla="*/ 10 h 272"/>
              <a:gd name="T82" fmla="*/ 189 w 272"/>
              <a:gd name="T83" fmla="*/ 43 h 272"/>
              <a:gd name="T84" fmla="*/ 222 w 272"/>
              <a:gd name="T85" fmla="*/ 34 h 272"/>
              <a:gd name="T86" fmla="*/ 234 w 272"/>
              <a:gd name="T87" fmla="*/ 37 h 272"/>
              <a:gd name="T88" fmla="*/ 238 w 272"/>
              <a:gd name="T89" fmla="*/ 49 h 272"/>
              <a:gd name="T90" fmla="*/ 228 w 272"/>
              <a:gd name="T91" fmla="*/ 82 h 272"/>
              <a:gd name="T92" fmla="*/ 261 w 272"/>
              <a:gd name="T93" fmla="*/ 91 h 272"/>
              <a:gd name="T94" fmla="*/ 271 w 272"/>
              <a:gd name="T95" fmla="*/ 100 h 272"/>
              <a:gd name="T96" fmla="*/ 267 w 272"/>
              <a:gd name="T97" fmla="*/ 112 h 272"/>
              <a:gd name="T98" fmla="*/ 243 w 272"/>
              <a:gd name="T99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72" h="272">
                <a:moveTo>
                  <a:pt x="243" y="136"/>
                </a:moveTo>
                <a:cubicBezTo>
                  <a:pt x="267" y="159"/>
                  <a:pt x="267" y="159"/>
                  <a:pt x="267" y="159"/>
                </a:cubicBezTo>
                <a:cubicBezTo>
                  <a:pt x="271" y="163"/>
                  <a:pt x="272" y="167"/>
                  <a:pt x="271" y="172"/>
                </a:cubicBezTo>
                <a:cubicBezTo>
                  <a:pt x="269" y="176"/>
                  <a:pt x="266" y="179"/>
                  <a:pt x="261" y="181"/>
                </a:cubicBezTo>
                <a:cubicBezTo>
                  <a:pt x="228" y="189"/>
                  <a:pt x="228" y="189"/>
                  <a:pt x="228" y="189"/>
                </a:cubicBezTo>
                <a:cubicBezTo>
                  <a:pt x="238" y="222"/>
                  <a:pt x="238" y="222"/>
                  <a:pt x="238" y="222"/>
                </a:cubicBezTo>
                <a:cubicBezTo>
                  <a:pt x="239" y="227"/>
                  <a:pt x="238" y="231"/>
                  <a:pt x="234" y="234"/>
                </a:cubicBezTo>
                <a:cubicBezTo>
                  <a:pt x="231" y="238"/>
                  <a:pt x="227" y="239"/>
                  <a:pt x="222" y="238"/>
                </a:cubicBezTo>
                <a:cubicBezTo>
                  <a:pt x="189" y="228"/>
                  <a:pt x="189" y="228"/>
                  <a:pt x="189" y="228"/>
                </a:cubicBezTo>
                <a:cubicBezTo>
                  <a:pt x="181" y="261"/>
                  <a:pt x="181" y="261"/>
                  <a:pt x="181" y="261"/>
                </a:cubicBezTo>
                <a:cubicBezTo>
                  <a:pt x="180" y="266"/>
                  <a:pt x="177" y="269"/>
                  <a:pt x="172" y="270"/>
                </a:cubicBezTo>
                <a:cubicBezTo>
                  <a:pt x="170" y="271"/>
                  <a:pt x="169" y="271"/>
                  <a:pt x="169" y="271"/>
                </a:cubicBezTo>
                <a:cubicBezTo>
                  <a:pt x="165" y="271"/>
                  <a:pt x="162" y="269"/>
                  <a:pt x="160" y="267"/>
                </a:cubicBezTo>
                <a:cubicBezTo>
                  <a:pt x="136" y="243"/>
                  <a:pt x="136" y="243"/>
                  <a:pt x="136" y="243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09" y="270"/>
                  <a:pt x="105" y="272"/>
                  <a:pt x="100" y="270"/>
                </a:cubicBezTo>
                <a:cubicBezTo>
                  <a:pt x="95" y="269"/>
                  <a:pt x="92" y="266"/>
                  <a:pt x="91" y="261"/>
                </a:cubicBezTo>
                <a:cubicBezTo>
                  <a:pt x="82" y="228"/>
                  <a:pt x="82" y="228"/>
                  <a:pt x="82" y="228"/>
                </a:cubicBezTo>
                <a:cubicBezTo>
                  <a:pt x="50" y="238"/>
                  <a:pt x="50" y="238"/>
                  <a:pt x="50" y="238"/>
                </a:cubicBezTo>
                <a:cubicBezTo>
                  <a:pt x="45" y="239"/>
                  <a:pt x="41" y="238"/>
                  <a:pt x="37" y="234"/>
                </a:cubicBezTo>
                <a:cubicBezTo>
                  <a:pt x="34" y="231"/>
                  <a:pt x="32" y="227"/>
                  <a:pt x="34" y="222"/>
                </a:cubicBezTo>
                <a:cubicBezTo>
                  <a:pt x="43" y="189"/>
                  <a:pt x="43" y="189"/>
                  <a:pt x="43" y="189"/>
                </a:cubicBezTo>
                <a:cubicBezTo>
                  <a:pt x="10" y="181"/>
                  <a:pt x="10" y="181"/>
                  <a:pt x="10" y="181"/>
                </a:cubicBezTo>
                <a:cubicBezTo>
                  <a:pt x="5" y="179"/>
                  <a:pt x="2" y="176"/>
                  <a:pt x="1" y="172"/>
                </a:cubicBezTo>
                <a:cubicBezTo>
                  <a:pt x="0" y="167"/>
                  <a:pt x="1" y="163"/>
                  <a:pt x="4" y="159"/>
                </a:cubicBezTo>
                <a:cubicBezTo>
                  <a:pt x="29" y="136"/>
                  <a:pt x="29" y="136"/>
                  <a:pt x="29" y="136"/>
                </a:cubicBezTo>
                <a:cubicBezTo>
                  <a:pt x="4" y="112"/>
                  <a:pt x="4" y="112"/>
                  <a:pt x="4" y="112"/>
                </a:cubicBezTo>
                <a:cubicBezTo>
                  <a:pt x="1" y="109"/>
                  <a:pt x="0" y="104"/>
                  <a:pt x="1" y="100"/>
                </a:cubicBezTo>
                <a:cubicBezTo>
                  <a:pt x="2" y="95"/>
                  <a:pt x="5" y="92"/>
                  <a:pt x="10" y="91"/>
                </a:cubicBezTo>
                <a:cubicBezTo>
                  <a:pt x="43" y="82"/>
                  <a:pt x="43" y="82"/>
                  <a:pt x="43" y="82"/>
                </a:cubicBezTo>
                <a:cubicBezTo>
                  <a:pt x="34" y="49"/>
                  <a:pt x="34" y="49"/>
                  <a:pt x="34" y="49"/>
                </a:cubicBezTo>
                <a:cubicBezTo>
                  <a:pt x="32" y="45"/>
                  <a:pt x="34" y="40"/>
                  <a:pt x="37" y="37"/>
                </a:cubicBezTo>
                <a:cubicBezTo>
                  <a:pt x="41" y="33"/>
                  <a:pt x="45" y="32"/>
                  <a:pt x="50" y="34"/>
                </a:cubicBezTo>
                <a:cubicBezTo>
                  <a:pt x="82" y="43"/>
                  <a:pt x="82" y="43"/>
                  <a:pt x="82" y="43"/>
                </a:cubicBezTo>
                <a:cubicBezTo>
                  <a:pt x="91" y="10"/>
                  <a:pt x="91" y="10"/>
                  <a:pt x="91" y="10"/>
                </a:cubicBezTo>
                <a:cubicBezTo>
                  <a:pt x="92" y="5"/>
                  <a:pt x="95" y="2"/>
                  <a:pt x="100" y="1"/>
                </a:cubicBezTo>
                <a:cubicBezTo>
                  <a:pt x="105" y="0"/>
                  <a:pt x="109" y="1"/>
                  <a:pt x="112" y="4"/>
                </a:cubicBezTo>
                <a:cubicBezTo>
                  <a:pt x="136" y="29"/>
                  <a:pt x="136" y="29"/>
                  <a:pt x="136" y="29"/>
                </a:cubicBezTo>
                <a:cubicBezTo>
                  <a:pt x="160" y="4"/>
                  <a:pt x="160" y="4"/>
                  <a:pt x="160" y="4"/>
                </a:cubicBezTo>
                <a:cubicBezTo>
                  <a:pt x="163" y="1"/>
                  <a:pt x="167" y="0"/>
                  <a:pt x="172" y="1"/>
                </a:cubicBezTo>
                <a:cubicBezTo>
                  <a:pt x="177" y="2"/>
                  <a:pt x="180" y="5"/>
                  <a:pt x="181" y="10"/>
                </a:cubicBezTo>
                <a:cubicBezTo>
                  <a:pt x="189" y="43"/>
                  <a:pt x="189" y="43"/>
                  <a:pt x="189" y="43"/>
                </a:cubicBezTo>
                <a:cubicBezTo>
                  <a:pt x="222" y="34"/>
                  <a:pt x="222" y="34"/>
                  <a:pt x="222" y="34"/>
                </a:cubicBezTo>
                <a:cubicBezTo>
                  <a:pt x="227" y="32"/>
                  <a:pt x="231" y="33"/>
                  <a:pt x="234" y="37"/>
                </a:cubicBezTo>
                <a:cubicBezTo>
                  <a:pt x="238" y="40"/>
                  <a:pt x="239" y="45"/>
                  <a:pt x="238" y="49"/>
                </a:cubicBezTo>
                <a:cubicBezTo>
                  <a:pt x="228" y="82"/>
                  <a:pt x="228" y="82"/>
                  <a:pt x="228" y="82"/>
                </a:cubicBezTo>
                <a:cubicBezTo>
                  <a:pt x="261" y="91"/>
                  <a:pt x="261" y="91"/>
                  <a:pt x="261" y="91"/>
                </a:cubicBezTo>
                <a:cubicBezTo>
                  <a:pt x="266" y="92"/>
                  <a:pt x="269" y="95"/>
                  <a:pt x="271" y="100"/>
                </a:cubicBezTo>
                <a:cubicBezTo>
                  <a:pt x="272" y="104"/>
                  <a:pt x="271" y="109"/>
                  <a:pt x="267" y="112"/>
                </a:cubicBezTo>
                <a:lnTo>
                  <a:pt x="243" y="1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3300413" y="2881313"/>
            <a:ext cx="317500" cy="315913"/>
          </a:xfrm>
          <a:custGeom>
            <a:avLst/>
            <a:gdLst>
              <a:gd name="T0" fmla="*/ 33 w 293"/>
              <a:gd name="T1" fmla="*/ 268 h 293"/>
              <a:gd name="T2" fmla="*/ 25 w 293"/>
              <a:gd name="T3" fmla="*/ 268 h 293"/>
              <a:gd name="T4" fmla="*/ 25 w 293"/>
              <a:gd name="T5" fmla="*/ 260 h 293"/>
              <a:gd name="T6" fmla="*/ 74 w 293"/>
              <a:gd name="T7" fmla="*/ 214 h 293"/>
              <a:gd name="T8" fmla="*/ 79 w 293"/>
              <a:gd name="T9" fmla="*/ 219 h 293"/>
              <a:gd name="T10" fmla="*/ 107 w 293"/>
              <a:gd name="T11" fmla="*/ 231 h 293"/>
              <a:gd name="T12" fmla="*/ 106 w 293"/>
              <a:gd name="T13" fmla="*/ 291 h 293"/>
              <a:gd name="T14" fmla="*/ 98 w 293"/>
              <a:gd name="T15" fmla="*/ 291 h 293"/>
              <a:gd name="T16" fmla="*/ 96 w 293"/>
              <a:gd name="T17" fmla="*/ 231 h 293"/>
              <a:gd name="T18" fmla="*/ 102 w 293"/>
              <a:gd name="T19" fmla="*/ 225 h 293"/>
              <a:gd name="T20" fmla="*/ 107 w 293"/>
              <a:gd name="T21" fmla="*/ 231 h 293"/>
              <a:gd name="T22" fmla="*/ 66 w 293"/>
              <a:gd name="T23" fmla="*/ 195 h 293"/>
              <a:gd name="T24" fmla="*/ 6 w 293"/>
              <a:gd name="T25" fmla="*/ 197 h 293"/>
              <a:gd name="T26" fmla="*/ 0 w 293"/>
              <a:gd name="T27" fmla="*/ 191 h 293"/>
              <a:gd name="T28" fmla="*/ 6 w 293"/>
              <a:gd name="T29" fmla="*/ 186 h 293"/>
              <a:gd name="T30" fmla="*/ 66 w 293"/>
              <a:gd name="T31" fmla="*/ 187 h 293"/>
              <a:gd name="T32" fmla="*/ 290 w 293"/>
              <a:gd name="T33" fmla="*/ 214 h 293"/>
              <a:gd name="T34" fmla="*/ 250 w 293"/>
              <a:gd name="T35" fmla="*/ 275 h 293"/>
              <a:gd name="T36" fmla="*/ 178 w 293"/>
              <a:gd name="T37" fmla="*/ 275 h 293"/>
              <a:gd name="T38" fmla="*/ 112 w 293"/>
              <a:gd name="T39" fmla="*/ 206 h 293"/>
              <a:gd name="T40" fmla="*/ 202 w 293"/>
              <a:gd name="T41" fmla="*/ 251 h 293"/>
              <a:gd name="T42" fmla="*/ 226 w 293"/>
              <a:gd name="T43" fmla="*/ 251 h 293"/>
              <a:gd name="T44" fmla="*/ 257 w 293"/>
              <a:gd name="T45" fmla="*/ 214 h 293"/>
              <a:gd name="T46" fmla="*/ 204 w 293"/>
              <a:gd name="T47" fmla="*/ 153 h 293"/>
              <a:gd name="T48" fmla="*/ 217 w 293"/>
              <a:gd name="T49" fmla="*/ 119 h 293"/>
              <a:gd name="T50" fmla="*/ 290 w 293"/>
              <a:gd name="T51" fmla="*/ 214 h 293"/>
              <a:gd name="T52" fmla="*/ 140 w 293"/>
              <a:gd name="T53" fmla="*/ 89 h 293"/>
              <a:gd name="T54" fmla="*/ 80 w 293"/>
              <a:gd name="T55" fmla="*/ 36 h 293"/>
              <a:gd name="T56" fmla="*/ 42 w 293"/>
              <a:gd name="T57" fmla="*/ 67 h 293"/>
              <a:gd name="T58" fmla="*/ 42 w 293"/>
              <a:gd name="T59" fmla="*/ 91 h 293"/>
              <a:gd name="T60" fmla="*/ 87 w 293"/>
              <a:gd name="T61" fmla="*/ 181 h 293"/>
              <a:gd name="T62" fmla="*/ 18 w 293"/>
              <a:gd name="T63" fmla="*/ 114 h 293"/>
              <a:gd name="T64" fmla="*/ 18 w 293"/>
              <a:gd name="T65" fmla="*/ 43 h 293"/>
              <a:gd name="T66" fmla="*/ 80 w 293"/>
              <a:gd name="T67" fmla="*/ 3 h 293"/>
              <a:gd name="T68" fmla="*/ 174 w 293"/>
              <a:gd name="T69" fmla="*/ 76 h 293"/>
              <a:gd name="T70" fmla="*/ 293 w 293"/>
              <a:gd name="T71" fmla="*/ 101 h 293"/>
              <a:gd name="T72" fmla="*/ 288 w 293"/>
              <a:gd name="T73" fmla="*/ 107 h 293"/>
              <a:gd name="T74" fmla="*/ 227 w 293"/>
              <a:gd name="T75" fmla="*/ 105 h 293"/>
              <a:gd name="T76" fmla="*/ 227 w 293"/>
              <a:gd name="T77" fmla="*/ 97 h 293"/>
              <a:gd name="T78" fmla="*/ 288 w 293"/>
              <a:gd name="T79" fmla="*/ 95 h 293"/>
              <a:gd name="T80" fmla="*/ 293 w 293"/>
              <a:gd name="T81" fmla="*/ 101 h 293"/>
              <a:gd name="T82" fmla="*/ 198 w 293"/>
              <a:gd name="T83" fmla="*/ 62 h 293"/>
              <a:gd name="T84" fmla="*/ 192 w 293"/>
              <a:gd name="T85" fmla="*/ 67 h 293"/>
              <a:gd name="T86" fmla="*/ 186 w 293"/>
              <a:gd name="T87" fmla="*/ 62 h 293"/>
              <a:gd name="T88" fmla="*/ 188 w 293"/>
              <a:gd name="T89" fmla="*/ 1 h 293"/>
              <a:gd name="T90" fmla="*/ 196 w 293"/>
              <a:gd name="T91" fmla="*/ 1 h 293"/>
              <a:gd name="T92" fmla="*/ 269 w 293"/>
              <a:gd name="T93" fmla="*/ 32 h 293"/>
              <a:gd name="T94" fmla="*/ 220 w 293"/>
              <a:gd name="T95" fmla="*/ 79 h 293"/>
              <a:gd name="T96" fmla="*/ 214 w 293"/>
              <a:gd name="T97" fmla="*/ 73 h 293"/>
              <a:gd name="T98" fmla="*/ 261 w 293"/>
              <a:gd name="T99" fmla="*/ 24 h 293"/>
              <a:gd name="T100" fmla="*/ 269 w 293"/>
              <a:gd name="T101" fmla="*/ 24 h 293"/>
              <a:gd name="T102" fmla="*/ 269 w 293"/>
              <a:gd name="T103" fmla="*/ 32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3" h="293">
                <a:moveTo>
                  <a:pt x="78" y="223"/>
                </a:moveTo>
                <a:cubicBezTo>
                  <a:pt x="33" y="268"/>
                  <a:pt x="33" y="268"/>
                  <a:pt x="33" y="268"/>
                </a:cubicBezTo>
                <a:cubicBezTo>
                  <a:pt x="31" y="270"/>
                  <a:pt x="30" y="270"/>
                  <a:pt x="29" y="270"/>
                </a:cubicBezTo>
                <a:cubicBezTo>
                  <a:pt x="27" y="270"/>
                  <a:pt x="26" y="270"/>
                  <a:pt x="25" y="268"/>
                </a:cubicBezTo>
                <a:cubicBezTo>
                  <a:pt x="23" y="267"/>
                  <a:pt x="23" y="266"/>
                  <a:pt x="23" y="264"/>
                </a:cubicBezTo>
                <a:cubicBezTo>
                  <a:pt x="23" y="263"/>
                  <a:pt x="23" y="262"/>
                  <a:pt x="25" y="260"/>
                </a:cubicBezTo>
                <a:cubicBezTo>
                  <a:pt x="70" y="215"/>
                  <a:pt x="70" y="215"/>
                  <a:pt x="70" y="215"/>
                </a:cubicBezTo>
                <a:cubicBezTo>
                  <a:pt x="71" y="214"/>
                  <a:pt x="72" y="214"/>
                  <a:pt x="74" y="214"/>
                </a:cubicBezTo>
                <a:cubicBezTo>
                  <a:pt x="75" y="214"/>
                  <a:pt x="77" y="214"/>
                  <a:pt x="78" y="215"/>
                </a:cubicBezTo>
                <a:cubicBezTo>
                  <a:pt x="79" y="216"/>
                  <a:pt x="79" y="218"/>
                  <a:pt x="79" y="219"/>
                </a:cubicBezTo>
                <a:cubicBezTo>
                  <a:pt x="79" y="221"/>
                  <a:pt x="79" y="222"/>
                  <a:pt x="78" y="223"/>
                </a:cubicBezTo>
                <a:close/>
                <a:moveTo>
                  <a:pt x="107" y="231"/>
                </a:moveTo>
                <a:cubicBezTo>
                  <a:pt x="107" y="287"/>
                  <a:pt x="107" y="287"/>
                  <a:pt x="107" y="287"/>
                </a:cubicBezTo>
                <a:cubicBezTo>
                  <a:pt x="107" y="289"/>
                  <a:pt x="107" y="290"/>
                  <a:pt x="106" y="291"/>
                </a:cubicBezTo>
                <a:cubicBezTo>
                  <a:pt x="105" y="292"/>
                  <a:pt x="103" y="293"/>
                  <a:pt x="102" y="293"/>
                </a:cubicBezTo>
                <a:cubicBezTo>
                  <a:pt x="100" y="293"/>
                  <a:pt x="99" y="292"/>
                  <a:pt x="98" y="291"/>
                </a:cubicBezTo>
                <a:cubicBezTo>
                  <a:pt x="97" y="290"/>
                  <a:pt x="96" y="289"/>
                  <a:pt x="96" y="287"/>
                </a:cubicBezTo>
                <a:cubicBezTo>
                  <a:pt x="96" y="231"/>
                  <a:pt x="96" y="231"/>
                  <a:pt x="96" y="231"/>
                </a:cubicBezTo>
                <a:cubicBezTo>
                  <a:pt x="96" y="229"/>
                  <a:pt x="97" y="228"/>
                  <a:pt x="98" y="227"/>
                </a:cubicBezTo>
                <a:cubicBezTo>
                  <a:pt x="99" y="226"/>
                  <a:pt x="100" y="225"/>
                  <a:pt x="102" y="225"/>
                </a:cubicBezTo>
                <a:cubicBezTo>
                  <a:pt x="103" y="225"/>
                  <a:pt x="105" y="226"/>
                  <a:pt x="106" y="227"/>
                </a:cubicBezTo>
                <a:cubicBezTo>
                  <a:pt x="107" y="228"/>
                  <a:pt x="107" y="229"/>
                  <a:pt x="107" y="231"/>
                </a:cubicBezTo>
                <a:close/>
                <a:moveTo>
                  <a:pt x="68" y="191"/>
                </a:moveTo>
                <a:cubicBezTo>
                  <a:pt x="68" y="193"/>
                  <a:pt x="67" y="194"/>
                  <a:pt x="66" y="195"/>
                </a:cubicBezTo>
                <a:cubicBezTo>
                  <a:pt x="65" y="196"/>
                  <a:pt x="64" y="197"/>
                  <a:pt x="62" y="197"/>
                </a:cubicBezTo>
                <a:cubicBezTo>
                  <a:pt x="6" y="197"/>
                  <a:pt x="6" y="197"/>
                  <a:pt x="6" y="197"/>
                </a:cubicBezTo>
                <a:cubicBezTo>
                  <a:pt x="4" y="197"/>
                  <a:pt x="3" y="196"/>
                  <a:pt x="2" y="195"/>
                </a:cubicBezTo>
                <a:cubicBezTo>
                  <a:pt x="1" y="194"/>
                  <a:pt x="0" y="193"/>
                  <a:pt x="0" y="191"/>
                </a:cubicBezTo>
                <a:cubicBezTo>
                  <a:pt x="0" y="190"/>
                  <a:pt x="1" y="188"/>
                  <a:pt x="2" y="187"/>
                </a:cubicBezTo>
                <a:cubicBezTo>
                  <a:pt x="3" y="186"/>
                  <a:pt x="4" y="186"/>
                  <a:pt x="6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4" y="186"/>
                  <a:pt x="65" y="186"/>
                  <a:pt x="66" y="187"/>
                </a:cubicBezTo>
                <a:cubicBezTo>
                  <a:pt x="67" y="188"/>
                  <a:pt x="68" y="190"/>
                  <a:pt x="68" y="191"/>
                </a:cubicBezTo>
                <a:close/>
                <a:moveTo>
                  <a:pt x="290" y="214"/>
                </a:moveTo>
                <a:cubicBezTo>
                  <a:pt x="290" y="228"/>
                  <a:pt x="286" y="240"/>
                  <a:pt x="276" y="249"/>
                </a:cubicBezTo>
                <a:cubicBezTo>
                  <a:pt x="250" y="275"/>
                  <a:pt x="250" y="275"/>
                  <a:pt x="250" y="275"/>
                </a:cubicBezTo>
                <a:cubicBezTo>
                  <a:pt x="240" y="285"/>
                  <a:pt x="228" y="290"/>
                  <a:pt x="214" y="290"/>
                </a:cubicBezTo>
                <a:cubicBezTo>
                  <a:pt x="200" y="290"/>
                  <a:pt x="188" y="285"/>
                  <a:pt x="178" y="275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7" y="213"/>
                  <a:pt x="114" y="210"/>
                  <a:pt x="112" y="206"/>
                </a:cubicBezTo>
                <a:cubicBezTo>
                  <a:pt x="154" y="203"/>
                  <a:pt x="154" y="203"/>
                  <a:pt x="154" y="203"/>
                </a:cubicBezTo>
                <a:cubicBezTo>
                  <a:pt x="202" y="251"/>
                  <a:pt x="202" y="251"/>
                  <a:pt x="202" y="251"/>
                </a:cubicBezTo>
                <a:cubicBezTo>
                  <a:pt x="205" y="254"/>
                  <a:pt x="209" y="256"/>
                  <a:pt x="214" y="256"/>
                </a:cubicBezTo>
                <a:cubicBezTo>
                  <a:pt x="219" y="256"/>
                  <a:pt x="223" y="254"/>
                  <a:pt x="226" y="251"/>
                </a:cubicBezTo>
                <a:cubicBezTo>
                  <a:pt x="252" y="226"/>
                  <a:pt x="252" y="226"/>
                  <a:pt x="252" y="226"/>
                </a:cubicBezTo>
                <a:cubicBezTo>
                  <a:pt x="255" y="222"/>
                  <a:pt x="257" y="218"/>
                  <a:pt x="257" y="214"/>
                </a:cubicBezTo>
                <a:cubicBezTo>
                  <a:pt x="257" y="209"/>
                  <a:pt x="255" y="205"/>
                  <a:pt x="252" y="202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7" y="111"/>
                  <a:pt x="207" y="111"/>
                  <a:pt x="207" y="111"/>
                </a:cubicBezTo>
                <a:cubicBezTo>
                  <a:pt x="211" y="114"/>
                  <a:pt x="214" y="116"/>
                  <a:pt x="217" y="119"/>
                </a:cubicBezTo>
                <a:cubicBezTo>
                  <a:pt x="276" y="178"/>
                  <a:pt x="276" y="178"/>
                  <a:pt x="276" y="178"/>
                </a:cubicBezTo>
                <a:cubicBezTo>
                  <a:pt x="286" y="188"/>
                  <a:pt x="290" y="200"/>
                  <a:pt x="290" y="214"/>
                </a:cubicBezTo>
                <a:close/>
                <a:moveTo>
                  <a:pt x="182" y="86"/>
                </a:moveTo>
                <a:cubicBezTo>
                  <a:pt x="140" y="89"/>
                  <a:pt x="140" y="89"/>
                  <a:pt x="140" y="89"/>
                </a:cubicBezTo>
                <a:cubicBezTo>
                  <a:pt x="92" y="41"/>
                  <a:pt x="92" y="41"/>
                  <a:pt x="92" y="41"/>
                </a:cubicBezTo>
                <a:cubicBezTo>
                  <a:pt x="88" y="38"/>
                  <a:pt x="84" y="36"/>
                  <a:pt x="80" y="36"/>
                </a:cubicBezTo>
                <a:cubicBezTo>
                  <a:pt x="75" y="36"/>
                  <a:pt x="71" y="38"/>
                  <a:pt x="68" y="41"/>
                </a:cubicBezTo>
                <a:cubicBezTo>
                  <a:pt x="42" y="67"/>
                  <a:pt x="42" y="67"/>
                  <a:pt x="42" y="67"/>
                </a:cubicBezTo>
                <a:cubicBezTo>
                  <a:pt x="39" y="70"/>
                  <a:pt x="37" y="74"/>
                  <a:pt x="37" y="79"/>
                </a:cubicBezTo>
                <a:cubicBezTo>
                  <a:pt x="37" y="83"/>
                  <a:pt x="39" y="87"/>
                  <a:pt x="42" y="91"/>
                </a:cubicBezTo>
                <a:cubicBezTo>
                  <a:pt x="90" y="139"/>
                  <a:pt x="90" y="139"/>
                  <a:pt x="90" y="139"/>
                </a:cubicBezTo>
                <a:cubicBezTo>
                  <a:pt x="87" y="181"/>
                  <a:pt x="87" y="181"/>
                  <a:pt x="87" y="181"/>
                </a:cubicBezTo>
                <a:cubicBezTo>
                  <a:pt x="83" y="179"/>
                  <a:pt x="80" y="176"/>
                  <a:pt x="77" y="174"/>
                </a:cubicBezTo>
                <a:cubicBezTo>
                  <a:pt x="18" y="114"/>
                  <a:pt x="18" y="114"/>
                  <a:pt x="18" y="114"/>
                </a:cubicBezTo>
                <a:cubicBezTo>
                  <a:pt x="8" y="104"/>
                  <a:pt x="3" y="92"/>
                  <a:pt x="3" y="79"/>
                </a:cubicBezTo>
                <a:cubicBezTo>
                  <a:pt x="3" y="64"/>
                  <a:pt x="8" y="53"/>
                  <a:pt x="18" y="43"/>
                </a:cubicBezTo>
                <a:cubicBezTo>
                  <a:pt x="44" y="17"/>
                  <a:pt x="44" y="17"/>
                  <a:pt x="44" y="17"/>
                </a:cubicBezTo>
                <a:cubicBezTo>
                  <a:pt x="54" y="7"/>
                  <a:pt x="66" y="3"/>
                  <a:pt x="80" y="3"/>
                </a:cubicBezTo>
                <a:cubicBezTo>
                  <a:pt x="94" y="3"/>
                  <a:pt x="106" y="8"/>
                  <a:pt x="116" y="17"/>
                </a:cubicBezTo>
                <a:cubicBezTo>
                  <a:pt x="174" y="76"/>
                  <a:pt x="174" y="76"/>
                  <a:pt x="174" y="76"/>
                </a:cubicBezTo>
                <a:cubicBezTo>
                  <a:pt x="177" y="79"/>
                  <a:pt x="179" y="82"/>
                  <a:pt x="182" y="86"/>
                </a:cubicBezTo>
                <a:close/>
                <a:moveTo>
                  <a:pt x="293" y="101"/>
                </a:moveTo>
                <a:cubicBezTo>
                  <a:pt x="293" y="103"/>
                  <a:pt x="293" y="104"/>
                  <a:pt x="292" y="105"/>
                </a:cubicBezTo>
                <a:cubicBezTo>
                  <a:pt x="291" y="106"/>
                  <a:pt x="289" y="107"/>
                  <a:pt x="288" y="107"/>
                </a:cubicBezTo>
                <a:cubicBezTo>
                  <a:pt x="231" y="107"/>
                  <a:pt x="231" y="107"/>
                  <a:pt x="231" y="107"/>
                </a:cubicBezTo>
                <a:cubicBezTo>
                  <a:pt x="230" y="107"/>
                  <a:pt x="228" y="106"/>
                  <a:pt x="227" y="105"/>
                </a:cubicBezTo>
                <a:cubicBezTo>
                  <a:pt x="226" y="104"/>
                  <a:pt x="226" y="103"/>
                  <a:pt x="226" y="101"/>
                </a:cubicBezTo>
                <a:cubicBezTo>
                  <a:pt x="226" y="99"/>
                  <a:pt x="226" y="98"/>
                  <a:pt x="227" y="97"/>
                </a:cubicBezTo>
                <a:cubicBezTo>
                  <a:pt x="228" y="96"/>
                  <a:pt x="230" y="95"/>
                  <a:pt x="231" y="95"/>
                </a:cubicBezTo>
                <a:cubicBezTo>
                  <a:pt x="288" y="95"/>
                  <a:pt x="288" y="95"/>
                  <a:pt x="288" y="95"/>
                </a:cubicBezTo>
                <a:cubicBezTo>
                  <a:pt x="289" y="95"/>
                  <a:pt x="291" y="96"/>
                  <a:pt x="292" y="97"/>
                </a:cubicBezTo>
                <a:cubicBezTo>
                  <a:pt x="293" y="98"/>
                  <a:pt x="293" y="99"/>
                  <a:pt x="293" y="101"/>
                </a:cubicBezTo>
                <a:close/>
                <a:moveTo>
                  <a:pt x="198" y="5"/>
                </a:moveTo>
                <a:cubicBezTo>
                  <a:pt x="198" y="62"/>
                  <a:pt x="198" y="62"/>
                  <a:pt x="198" y="62"/>
                </a:cubicBezTo>
                <a:cubicBezTo>
                  <a:pt x="198" y="63"/>
                  <a:pt x="197" y="65"/>
                  <a:pt x="196" y="66"/>
                </a:cubicBezTo>
                <a:cubicBezTo>
                  <a:pt x="195" y="67"/>
                  <a:pt x="194" y="67"/>
                  <a:pt x="192" y="67"/>
                </a:cubicBezTo>
                <a:cubicBezTo>
                  <a:pt x="190" y="67"/>
                  <a:pt x="189" y="67"/>
                  <a:pt x="188" y="66"/>
                </a:cubicBezTo>
                <a:cubicBezTo>
                  <a:pt x="187" y="65"/>
                  <a:pt x="186" y="63"/>
                  <a:pt x="186" y="62"/>
                </a:cubicBezTo>
                <a:cubicBezTo>
                  <a:pt x="186" y="5"/>
                  <a:pt x="186" y="5"/>
                  <a:pt x="186" y="5"/>
                </a:cubicBezTo>
                <a:cubicBezTo>
                  <a:pt x="186" y="4"/>
                  <a:pt x="187" y="2"/>
                  <a:pt x="188" y="1"/>
                </a:cubicBezTo>
                <a:cubicBezTo>
                  <a:pt x="189" y="0"/>
                  <a:pt x="190" y="0"/>
                  <a:pt x="192" y="0"/>
                </a:cubicBezTo>
                <a:cubicBezTo>
                  <a:pt x="194" y="0"/>
                  <a:pt x="195" y="0"/>
                  <a:pt x="196" y="1"/>
                </a:cubicBezTo>
                <a:cubicBezTo>
                  <a:pt x="197" y="2"/>
                  <a:pt x="198" y="4"/>
                  <a:pt x="198" y="5"/>
                </a:cubicBezTo>
                <a:close/>
                <a:moveTo>
                  <a:pt x="269" y="32"/>
                </a:moveTo>
                <a:cubicBezTo>
                  <a:pt x="224" y="77"/>
                  <a:pt x="224" y="77"/>
                  <a:pt x="224" y="77"/>
                </a:cubicBezTo>
                <a:cubicBezTo>
                  <a:pt x="223" y="78"/>
                  <a:pt x="221" y="79"/>
                  <a:pt x="220" y="79"/>
                </a:cubicBezTo>
                <a:cubicBezTo>
                  <a:pt x="219" y="79"/>
                  <a:pt x="217" y="78"/>
                  <a:pt x="216" y="77"/>
                </a:cubicBezTo>
                <a:cubicBezTo>
                  <a:pt x="215" y="76"/>
                  <a:pt x="214" y="74"/>
                  <a:pt x="214" y="73"/>
                </a:cubicBezTo>
                <a:cubicBezTo>
                  <a:pt x="214" y="71"/>
                  <a:pt x="215" y="70"/>
                  <a:pt x="216" y="69"/>
                </a:cubicBezTo>
                <a:cubicBezTo>
                  <a:pt x="261" y="24"/>
                  <a:pt x="261" y="24"/>
                  <a:pt x="261" y="24"/>
                </a:cubicBezTo>
                <a:cubicBezTo>
                  <a:pt x="262" y="23"/>
                  <a:pt x="264" y="22"/>
                  <a:pt x="265" y="22"/>
                </a:cubicBezTo>
                <a:cubicBezTo>
                  <a:pt x="267" y="22"/>
                  <a:pt x="268" y="23"/>
                  <a:pt x="269" y="24"/>
                </a:cubicBezTo>
                <a:cubicBezTo>
                  <a:pt x="270" y="25"/>
                  <a:pt x="271" y="26"/>
                  <a:pt x="271" y="28"/>
                </a:cubicBezTo>
                <a:cubicBezTo>
                  <a:pt x="271" y="29"/>
                  <a:pt x="270" y="31"/>
                  <a:pt x="269" y="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42"/>
          <p:cNvSpPr>
            <a:spLocks/>
          </p:cNvSpPr>
          <p:nvPr/>
        </p:nvSpPr>
        <p:spPr bwMode="auto">
          <a:xfrm>
            <a:off x="3743326" y="2925763"/>
            <a:ext cx="295275" cy="225425"/>
          </a:xfrm>
          <a:custGeom>
            <a:avLst/>
            <a:gdLst>
              <a:gd name="T0" fmla="*/ 273 w 273"/>
              <a:gd name="T1" fmla="*/ 40 h 209"/>
              <a:gd name="T2" fmla="*/ 268 w 273"/>
              <a:gd name="T3" fmla="*/ 52 h 209"/>
              <a:gd name="T4" fmla="*/ 141 w 273"/>
              <a:gd name="T5" fmla="*/ 180 h 209"/>
              <a:gd name="T6" fmla="*/ 117 w 273"/>
              <a:gd name="T7" fmla="*/ 204 h 209"/>
              <a:gd name="T8" fmla="*/ 105 w 273"/>
              <a:gd name="T9" fmla="*/ 209 h 209"/>
              <a:gd name="T10" fmla="*/ 93 w 273"/>
              <a:gd name="T11" fmla="*/ 204 h 209"/>
              <a:gd name="T12" fmla="*/ 69 w 273"/>
              <a:gd name="T13" fmla="*/ 180 h 209"/>
              <a:gd name="T14" fmla="*/ 5 w 273"/>
              <a:gd name="T15" fmla="*/ 116 h 209"/>
              <a:gd name="T16" fmla="*/ 0 w 273"/>
              <a:gd name="T17" fmla="*/ 104 h 209"/>
              <a:gd name="T18" fmla="*/ 5 w 273"/>
              <a:gd name="T19" fmla="*/ 92 h 209"/>
              <a:gd name="T20" fmla="*/ 29 w 273"/>
              <a:gd name="T21" fmla="*/ 68 h 209"/>
              <a:gd name="T22" fmla="*/ 41 w 273"/>
              <a:gd name="T23" fmla="*/ 63 h 209"/>
              <a:gd name="T24" fmla="*/ 53 w 273"/>
              <a:gd name="T25" fmla="*/ 68 h 209"/>
              <a:gd name="T26" fmla="*/ 105 w 273"/>
              <a:gd name="T27" fmla="*/ 120 h 209"/>
              <a:gd name="T28" fmla="*/ 220 w 273"/>
              <a:gd name="T29" fmla="*/ 5 h 209"/>
              <a:gd name="T30" fmla="*/ 232 w 273"/>
              <a:gd name="T31" fmla="*/ 0 h 209"/>
              <a:gd name="T32" fmla="*/ 244 w 273"/>
              <a:gd name="T33" fmla="*/ 5 h 209"/>
              <a:gd name="T34" fmla="*/ 268 w 273"/>
              <a:gd name="T35" fmla="*/ 28 h 209"/>
              <a:gd name="T36" fmla="*/ 273 w 273"/>
              <a:gd name="T37" fmla="*/ 4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73" h="209">
                <a:moveTo>
                  <a:pt x="273" y="40"/>
                </a:moveTo>
                <a:cubicBezTo>
                  <a:pt x="273" y="45"/>
                  <a:pt x="272" y="49"/>
                  <a:pt x="268" y="52"/>
                </a:cubicBezTo>
                <a:cubicBezTo>
                  <a:pt x="141" y="180"/>
                  <a:pt x="141" y="180"/>
                  <a:pt x="141" y="180"/>
                </a:cubicBezTo>
                <a:cubicBezTo>
                  <a:pt x="117" y="204"/>
                  <a:pt x="117" y="204"/>
                  <a:pt x="117" y="204"/>
                </a:cubicBezTo>
                <a:cubicBezTo>
                  <a:pt x="114" y="207"/>
                  <a:pt x="110" y="209"/>
                  <a:pt x="105" y="209"/>
                </a:cubicBezTo>
                <a:cubicBezTo>
                  <a:pt x="100" y="209"/>
                  <a:pt x="96" y="207"/>
                  <a:pt x="93" y="204"/>
                </a:cubicBezTo>
                <a:cubicBezTo>
                  <a:pt x="69" y="180"/>
                  <a:pt x="69" y="180"/>
                  <a:pt x="69" y="180"/>
                </a:cubicBezTo>
                <a:cubicBezTo>
                  <a:pt x="5" y="116"/>
                  <a:pt x="5" y="116"/>
                  <a:pt x="5" y="116"/>
                </a:cubicBezTo>
                <a:cubicBezTo>
                  <a:pt x="2" y="113"/>
                  <a:pt x="0" y="109"/>
                  <a:pt x="0" y="104"/>
                </a:cubicBezTo>
                <a:cubicBezTo>
                  <a:pt x="0" y="99"/>
                  <a:pt x="2" y="95"/>
                  <a:pt x="5" y="92"/>
                </a:cubicBezTo>
                <a:cubicBezTo>
                  <a:pt x="29" y="68"/>
                  <a:pt x="29" y="68"/>
                  <a:pt x="29" y="68"/>
                </a:cubicBezTo>
                <a:cubicBezTo>
                  <a:pt x="33" y="65"/>
                  <a:pt x="37" y="63"/>
                  <a:pt x="41" y="63"/>
                </a:cubicBezTo>
                <a:cubicBezTo>
                  <a:pt x="46" y="63"/>
                  <a:pt x="50" y="65"/>
                  <a:pt x="53" y="68"/>
                </a:cubicBezTo>
                <a:cubicBezTo>
                  <a:pt x="105" y="120"/>
                  <a:pt x="105" y="120"/>
                  <a:pt x="105" y="120"/>
                </a:cubicBezTo>
                <a:cubicBezTo>
                  <a:pt x="220" y="5"/>
                  <a:pt x="220" y="5"/>
                  <a:pt x="220" y="5"/>
                </a:cubicBezTo>
                <a:cubicBezTo>
                  <a:pt x="224" y="1"/>
                  <a:pt x="228" y="0"/>
                  <a:pt x="232" y="0"/>
                </a:cubicBezTo>
                <a:cubicBezTo>
                  <a:pt x="237" y="0"/>
                  <a:pt x="241" y="1"/>
                  <a:pt x="244" y="5"/>
                </a:cubicBezTo>
                <a:cubicBezTo>
                  <a:pt x="268" y="28"/>
                  <a:pt x="268" y="28"/>
                  <a:pt x="268" y="28"/>
                </a:cubicBezTo>
                <a:cubicBezTo>
                  <a:pt x="272" y="32"/>
                  <a:pt x="273" y="36"/>
                  <a:pt x="273" y="4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712788" y="3325813"/>
            <a:ext cx="290513" cy="292100"/>
          </a:xfrm>
          <a:custGeom>
            <a:avLst/>
            <a:gdLst>
              <a:gd name="T0" fmla="*/ 226 w 270"/>
              <a:gd name="T1" fmla="*/ 107 h 271"/>
              <a:gd name="T2" fmla="*/ 222 w 270"/>
              <a:gd name="T3" fmla="*/ 99 h 271"/>
              <a:gd name="T4" fmla="*/ 206 w 270"/>
              <a:gd name="T5" fmla="*/ 83 h 271"/>
              <a:gd name="T6" fmla="*/ 198 w 270"/>
              <a:gd name="T7" fmla="*/ 80 h 271"/>
              <a:gd name="T8" fmla="*/ 190 w 270"/>
              <a:gd name="T9" fmla="*/ 83 h 271"/>
              <a:gd name="T10" fmla="*/ 119 w 270"/>
              <a:gd name="T11" fmla="*/ 155 h 271"/>
              <a:gd name="T12" fmla="*/ 79 w 270"/>
              <a:gd name="T13" fmla="*/ 115 h 271"/>
              <a:gd name="T14" fmla="*/ 71 w 270"/>
              <a:gd name="T15" fmla="*/ 112 h 271"/>
              <a:gd name="T16" fmla="*/ 63 w 270"/>
              <a:gd name="T17" fmla="*/ 115 h 271"/>
              <a:gd name="T18" fmla="*/ 47 w 270"/>
              <a:gd name="T19" fmla="*/ 131 h 271"/>
              <a:gd name="T20" fmla="*/ 44 w 270"/>
              <a:gd name="T21" fmla="*/ 139 h 271"/>
              <a:gd name="T22" fmla="*/ 47 w 270"/>
              <a:gd name="T23" fmla="*/ 147 h 271"/>
              <a:gd name="T24" fmla="*/ 111 w 270"/>
              <a:gd name="T25" fmla="*/ 211 h 271"/>
              <a:gd name="T26" fmla="*/ 119 w 270"/>
              <a:gd name="T27" fmla="*/ 214 h 271"/>
              <a:gd name="T28" fmla="*/ 127 w 270"/>
              <a:gd name="T29" fmla="*/ 211 h 271"/>
              <a:gd name="T30" fmla="*/ 222 w 270"/>
              <a:gd name="T31" fmla="*/ 115 h 271"/>
              <a:gd name="T32" fmla="*/ 226 w 270"/>
              <a:gd name="T33" fmla="*/ 107 h 271"/>
              <a:gd name="T34" fmla="*/ 270 w 270"/>
              <a:gd name="T35" fmla="*/ 136 h 271"/>
              <a:gd name="T36" fmla="*/ 252 w 270"/>
              <a:gd name="T37" fmla="*/ 204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4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226" y="107"/>
                </a:moveTo>
                <a:cubicBezTo>
                  <a:pt x="226" y="104"/>
                  <a:pt x="224" y="101"/>
                  <a:pt x="222" y="99"/>
                </a:cubicBezTo>
                <a:cubicBezTo>
                  <a:pt x="206" y="83"/>
                  <a:pt x="206" y="83"/>
                  <a:pt x="206" y="83"/>
                </a:cubicBezTo>
                <a:cubicBezTo>
                  <a:pt x="204" y="81"/>
                  <a:pt x="201" y="80"/>
                  <a:pt x="198" y="80"/>
                </a:cubicBezTo>
                <a:cubicBezTo>
                  <a:pt x="195" y="80"/>
                  <a:pt x="193" y="81"/>
                  <a:pt x="190" y="83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77" y="113"/>
                  <a:pt x="74" y="112"/>
                  <a:pt x="71" y="112"/>
                </a:cubicBezTo>
                <a:cubicBezTo>
                  <a:pt x="68" y="112"/>
                  <a:pt x="65" y="113"/>
                  <a:pt x="63" y="115"/>
                </a:cubicBezTo>
                <a:cubicBezTo>
                  <a:pt x="47" y="131"/>
                  <a:pt x="47" y="131"/>
                  <a:pt x="47" y="131"/>
                </a:cubicBezTo>
                <a:cubicBezTo>
                  <a:pt x="45" y="133"/>
                  <a:pt x="44" y="136"/>
                  <a:pt x="44" y="139"/>
                </a:cubicBezTo>
                <a:cubicBezTo>
                  <a:pt x="44" y="142"/>
                  <a:pt x="45" y="145"/>
                  <a:pt x="47" y="147"/>
                </a:cubicBezTo>
                <a:cubicBezTo>
                  <a:pt x="111" y="211"/>
                  <a:pt x="111" y="211"/>
                  <a:pt x="111" y="211"/>
                </a:cubicBezTo>
                <a:cubicBezTo>
                  <a:pt x="113" y="213"/>
                  <a:pt x="116" y="214"/>
                  <a:pt x="119" y="214"/>
                </a:cubicBezTo>
                <a:cubicBezTo>
                  <a:pt x="122" y="214"/>
                  <a:pt x="125" y="213"/>
                  <a:pt x="127" y="211"/>
                </a:cubicBezTo>
                <a:cubicBezTo>
                  <a:pt x="222" y="115"/>
                  <a:pt x="222" y="115"/>
                  <a:pt x="222" y="115"/>
                </a:cubicBezTo>
                <a:cubicBezTo>
                  <a:pt x="224" y="113"/>
                  <a:pt x="226" y="110"/>
                  <a:pt x="226" y="107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1146176" y="3325813"/>
            <a:ext cx="290513" cy="292100"/>
          </a:xfrm>
          <a:custGeom>
            <a:avLst/>
            <a:gdLst>
              <a:gd name="T0" fmla="*/ 206 w 270"/>
              <a:gd name="T1" fmla="*/ 121 h 271"/>
              <a:gd name="T2" fmla="*/ 132 w 270"/>
              <a:gd name="T3" fmla="*/ 195 h 271"/>
              <a:gd name="T4" fmla="*/ 124 w 270"/>
              <a:gd name="T5" fmla="*/ 199 h 271"/>
              <a:gd name="T6" fmla="*/ 116 w 270"/>
              <a:gd name="T7" fmla="*/ 195 h 271"/>
              <a:gd name="T8" fmla="*/ 64 w 270"/>
              <a:gd name="T9" fmla="*/ 144 h 271"/>
              <a:gd name="T10" fmla="*/ 61 w 270"/>
              <a:gd name="T11" fmla="*/ 136 h 271"/>
              <a:gd name="T12" fmla="*/ 64 w 270"/>
              <a:gd name="T13" fmla="*/ 128 h 271"/>
              <a:gd name="T14" fmla="*/ 82 w 270"/>
              <a:gd name="T15" fmla="*/ 110 h 271"/>
              <a:gd name="T16" fmla="*/ 90 w 270"/>
              <a:gd name="T17" fmla="*/ 106 h 271"/>
              <a:gd name="T18" fmla="*/ 98 w 270"/>
              <a:gd name="T19" fmla="*/ 110 h 271"/>
              <a:gd name="T20" fmla="*/ 124 w 270"/>
              <a:gd name="T21" fmla="*/ 136 h 271"/>
              <a:gd name="T22" fmla="*/ 172 w 270"/>
              <a:gd name="T23" fmla="*/ 87 h 271"/>
              <a:gd name="T24" fmla="*/ 180 w 270"/>
              <a:gd name="T25" fmla="*/ 84 h 271"/>
              <a:gd name="T26" fmla="*/ 188 w 270"/>
              <a:gd name="T27" fmla="*/ 87 h 271"/>
              <a:gd name="T28" fmla="*/ 206 w 270"/>
              <a:gd name="T29" fmla="*/ 105 h 271"/>
              <a:gd name="T30" fmla="*/ 210 w 270"/>
              <a:gd name="T31" fmla="*/ 113 h 271"/>
              <a:gd name="T32" fmla="*/ 206 w 270"/>
              <a:gd name="T33" fmla="*/ 121 h 271"/>
              <a:gd name="T34" fmla="*/ 231 w 270"/>
              <a:gd name="T35" fmla="*/ 136 h 271"/>
              <a:gd name="T36" fmla="*/ 218 w 270"/>
              <a:gd name="T37" fmla="*/ 88 h 271"/>
              <a:gd name="T38" fmla="*/ 183 w 270"/>
              <a:gd name="T39" fmla="*/ 53 h 271"/>
              <a:gd name="T40" fmla="*/ 135 w 270"/>
              <a:gd name="T41" fmla="*/ 40 h 271"/>
              <a:gd name="T42" fmla="*/ 87 w 270"/>
              <a:gd name="T43" fmla="*/ 53 h 271"/>
              <a:gd name="T44" fmla="*/ 52 w 270"/>
              <a:gd name="T45" fmla="*/ 88 h 271"/>
              <a:gd name="T46" fmla="*/ 39 w 270"/>
              <a:gd name="T47" fmla="*/ 136 h 271"/>
              <a:gd name="T48" fmla="*/ 52 w 270"/>
              <a:gd name="T49" fmla="*/ 184 h 271"/>
              <a:gd name="T50" fmla="*/ 87 w 270"/>
              <a:gd name="T51" fmla="*/ 219 h 271"/>
              <a:gd name="T52" fmla="*/ 135 w 270"/>
              <a:gd name="T53" fmla="*/ 231 h 271"/>
              <a:gd name="T54" fmla="*/ 183 w 270"/>
              <a:gd name="T55" fmla="*/ 219 h 271"/>
              <a:gd name="T56" fmla="*/ 218 w 270"/>
              <a:gd name="T57" fmla="*/ 184 h 271"/>
              <a:gd name="T58" fmla="*/ 231 w 270"/>
              <a:gd name="T59" fmla="*/ 136 h 271"/>
              <a:gd name="T60" fmla="*/ 270 w 270"/>
              <a:gd name="T61" fmla="*/ 136 h 271"/>
              <a:gd name="T62" fmla="*/ 252 w 270"/>
              <a:gd name="T63" fmla="*/ 204 h 271"/>
              <a:gd name="T64" fmla="*/ 203 w 270"/>
              <a:gd name="T65" fmla="*/ 253 h 271"/>
              <a:gd name="T66" fmla="*/ 135 w 270"/>
              <a:gd name="T67" fmla="*/ 271 h 271"/>
              <a:gd name="T68" fmla="*/ 67 w 270"/>
              <a:gd name="T69" fmla="*/ 253 h 271"/>
              <a:gd name="T70" fmla="*/ 18 w 270"/>
              <a:gd name="T71" fmla="*/ 204 h 271"/>
              <a:gd name="T72" fmla="*/ 0 w 270"/>
              <a:gd name="T73" fmla="*/ 136 h 271"/>
              <a:gd name="T74" fmla="*/ 18 w 270"/>
              <a:gd name="T75" fmla="*/ 68 h 271"/>
              <a:gd name="T76" fmla="*/ 67 w 270"/>
              <a:gd name="T77" fmla="*/ 19 h 271"/>
              <a:gd name="T78" fmla="*/ 135 w 270"/>
              <a:gd name="T79" fmla="*/ 0 h 271"/>
              <a:gd name="T80" fmla="*/ 203 w 270"/>
              <a:gd name="T81" fmla="*/ 19 h 271"/>
              <a:gd name="T82" fmla="*/ 252 w 270"/>
              <a:gd name="T83" fmla="*/ 68 h 271"/>
              <a:gd name="T84" fmla="*/ 270 w 270"/>
              <a:gd name="T85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0" h="271">
                <a:moveTo>
                  <a:pt x="206" y="121"/>
                </a:moveTo>
                <a:cubicBezTo>
                  <a:pt x="132" y="195"/>
                  <a:pt x="132" y="195"/>
                  <a:pt x="132" y="195"/>
                </a:cubicBezTo>
                <a:cubicBezTo>
                  <a:pt x="130" y="198"/>
                  <a:pt x="127" y="199"/>
                  <a:pt x="124" y="199"/>
                </a:cubicBezTo>
                <a:cubicBezTo>
                  <a:pt x="121" y="199"/>
                  <a:pt x="118" y="198"/>
                  <a:pt x="116" y="195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2" y="141"/>
                  <a:pt x="61" y="139"/>
                  <a:pt x="61" y="136"/>
                </a:cubicBezTo>
                <a:cubicBezTo>
                  <a:pt x="61" y="133"/>
                  <a:pt x="62" y="130"/>
                  <a:pt x="64" y="128"/>
                </a:cubicBezTo>
                <a:cubicBezTo>
                  <a:pt x="82" y="110"/>
                  <a:pt x="82" y="110"/>
                  <a:pt x="82" y="110"/>
                </a:cubicBezTo>
                <a:cubicBezTo>
                  <a:pt x="84" y="108"/>
                  <a:pt x="87" y="106"/>
                  <a:pt x="90" y="106"/>
                </a:cubicBezTo>
                <a:cubicBezTo>
                  <a:pt x="93" y="106"/>
                  <a:pt x="96" y="108"/>
                  <a:pt x="98" y="110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172" y="87"/>
                  <a:pt x="172" y="87"/>
                  <a:pt x="172" y="87"/>
                </a:cubicBezTo>
                <a:cubicBezTo>
                  <a:pt x="175" y="85"/>
                  <a:pt x="177" y="84"/>
                  <a:pt x="180" y="84"/>
                </a:cubicBezTo>
                <a:cubicBezTo>
                  <a:pt x="183" y="84"/>
                  <a:pt x="186" y="85"/>
                  <a:pt x="188" y="87"/>
                </a:cubicBezTo>
                <a:cubicBezTo>
                  <a:pt x="206" y="105"/>
                  <a:pt x="206" y="105"/>
                  <a:pt x="206" y="105"/>
                </a:cubicBezTo>
                <a:cubicBezTo>
                  <a:pt x="208" y="107"/>
                  <a:pt x="210" y="110"/>
                  <a:pt x="210" y="113"/>
                </a:cubicBezTo>
                <a:cubicBezTo>
                  <a:pt x="210" y="116"/>
                  <a:pt x="208" y="119"/>
                  <a:pt x="206" y="121"/>
                </a:cubicBezTo>
                <a:close/>
                <a:moveTo>
                  <a:pt x="231" y="136"/>
                </a:moveTo>
                <a:cubicBezTo>
                  <a:pt x="231" y="118"/>
                  <a:pt x="227" y="102"/>
                  <a:pt x="218" y="88"/>
                </a:cubicBezTo>
                <a:cubicBezTo>
                  <a:pt x="210" y="73"/>
                  <a:pt x="198" y="61"/>
                  <a:pt x="183" y="53"/>
                </a:cubicBezTo>
                <a:cubicBezTo>
                  <a:pt x="169" y="44"/>
                  <a:pt x="153" y="40"/>
                  <a:pt x="135" y="40"/>
                </a:cubicBezTo>
                <a:cubicBezTo>
                  <a:pt x="118" y="40"/>
                  <a:pt x="102" y="44"/>
                  <a:pt x="87" y="53"/>
                </a:cubicBezTo>
                <a:cubicBezTo>
                  <a:pt x="73" y="61"/>
                  <a:pt x="61" y="73"/>
                  <a:pt x="52" y="88"/>
                </a:cubicBezTo>
                <a:cubicBezTo>
                  <a:pt x="44" y="102"/>
                  <a:pt x="39" y="118"/>
                  <a:pt x="39" y="136"/>
                </a:cubicBezTo>
                <a:cubicBezTo>
                  <a:pt x="39" y="153"/>
                  <a:pt x="44" y="169"/>
                  <a:pt x="52" y="184"/>
                </a:cubicBezTo>
                <a:cubicBezTo>
                  <a:pt x="61" y="198"/>
                  <a:pt x="73" y="210"/>
                  <a:pt x="87" y="219"/>
                </a:cubicBezTo>
                <a:cubicBezTo>
                  <a:pt x="102" y="227"/>
                  <a:pt x="118" y="231"/>
                  <a:pt x="135" y="231"/>
                </a:cubicBezTo>
                <a:cubicBezTo>
                  <a:pt x="153" y="231"/>
                  <a:pt x="169" y="227"/>
                  <a:pt x="183" y="219"/>
                </a:cubicBezTo>
                <a:cubicBezTo>
                  <a:pt x="198" y="210"/>
                  <a:pt x="210" y="198"/>
                  <a:pt x="218" y="184"/>
                </a:cubicBezTo>
                <a:cubicBezTo>
                  <a:pt x="227" y="169"/>
                  <a:pt x="231" y="153"/>
                  <a:pt x="231" y="136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4" y="241"/>
                  <a:pt x="203" y="253"/>
                </a:cubicBezTo>
                <a:cubicBezTo>
                  <a:pt x="182" y="265"/>
                  <a:pt x="160" y="271"/>
                  <a:pt x="135" y="271"/>
                </a:cubicBezTo>
                <a:cubicBezTo>
                  <a:pt x="111" y="271"/>
                  <a:pt x="88" y="265"/>
                  <a:pt x="67" y="253"/>
                </a:cubicBezTo>
                <a:cubicBezTo>
                  <a:pt x="47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7"/>
                  <a:pt x="111" y="0"/>
                  <a:pt x="135" y="0"/>
                </a:cubicBezTo>
                <a:cubicBezTo>
                  <a:pt x="160" y="0"/>
                  <a:pt x="182" y="7"/>
                  <a:pt x="203" y="19"/>
                </a:cubicBezTo>
                <a:cubicBezTo>
                  <a:pt x="224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579563" y="3325813"/>
            <a:ext cx="292100" cy="292100"/>
          </a:xfrm>
          <a:custGeom>
            <a:avLst/>
            <a:gdLst>
              <a:gd name="T0" fmla="*/ 120 w 270"/>
              <a:gd name="T1" fmla="*/ 207 h 271"/>
              <a:gd name="T2" fmla="*/ 228 w 270"/>
              <a:gd name="T3" fmla="*/ 99 h 271"/>
              <a:gd name="T4" fmla="*/ 232 w 270"/>
              <a:gd name="T5" fmla="*/ 91 h 271"/>
              <a:gd name="T6" fmla="*/ 228 w 270"/>
              <a:gd name="T7" fmla="*/ 83 h 271"/>
              <a:gd name="T8" fmla="*/ 210 w 270"/>
              <a:gd name="T9" fmla="*/ 65 h 271"/>
              <a:gd name="T10" fmla="*/ 202 w 270"/>
              <a:gd name="T11" fmla="*/ 61 h 271"/>
              <a:gd name="T12" fmla="*/ 194 w 270"/>
              <a:gd name="T13" fmla="*/ 65 h 271"/>
              <a:gd name="T14" fmla="*/ 112 w 270"/>
              <a:gd name="T15" fmla="*/ 147 h 271"/>
              <a:gd name="T16" fmla="*/ 75 w 270"/>
              <a:gd name="T17" fmla="*/ 110 h 271"/>
              <a:gd name="T18" fmla="*/ 67 w 270"/>
              <a:gd name="T19" fmla="*/ 106 h 271"/>
              <a:gd name="T20" fmla="*/ 59 w 270"/>
              <a:gd name="T21" fmla="*/ 110 h 271"/>
              <a:gd name="T22" fmla="*/ 41 w 270"/>
              <a:gd name="T23" fmla="*/ 128 h 271"/>
              <a:gd name="T24" fmla="*/ 38 w 270"/>
              <a:gd name="T25" fmla="*/ 136 h 271"/>
              <a:gd name="T26" fmla="*/ 41 w 270"/>
              <a:gd name="T27" fmla="*/ 144 h 271"/>
              <a:gd name="T28" fmla="*/ 104 w 270"/>
              <a:gd name="T29" fmla="*/ 207 h 271"/>
              <a:gd name="T30" fmla="*/ 112 w 270"/>
              <a:gd name="T31" fmla="*/ 210 h 271"/>
              <a:gd name="T32" fmla="*/ 120 w 270"/>
              <a:gd name="T33" fmla="*/ 207 h 271"/>
              <a:gd name="T34" fmla="*/ 270 w 270"/>
              <a:gd name="T35" fmla="*/ 51 h 271"/>
              <a:gd name="T36" fmla="*/ 270 w 270"/>
              <a:gd name="T37" fmla="*/ 220 h 271"/>
              <a:gd name="T38" fmla="*/ 255 w 270"/>
              <a:gd name="T39" fmla="*/ 256 h 271"/>
              <a:gd name="T40" fmla="*/ 219 w 270"/>
              <a:gd name="T41" fmla="*/ 271 h 271"/>
              <a:gd name="T42" fmla="*/ 50 w 270"/>
              <a:gd name="T43" fmla="*/ 271 h 271"/>
              <a:gd name="T44" fmla="*/ 14 w 270"/>
              <a:gd name="T45" fmla="*/ 256 h 271"/>
              <a:gd name="T46" fmla="*/ 0 w 270"/>
              <a:gd name="T47" fmla="*/ 220 h 271"/>
              <a:gd name="T48" fmla="*/ 0 w 270"/>
              <a:gd name="T49" fmla="*/ 51 h 271"/>
              <a:gd name="T50" fmla="*/ 14 w 270"/>
              <a:gd name="T51" fmla="*/ 15 h 271"/>
              <a:gd name="T52" fmla="*/ 50 w 270"/>
              <a:gd name="T53" fmla="*/ 0 h 271"/>
              <a:gd name="T54" fmla="*/ 219 w 270"/>
              <a:gd name="T55" fmla="*/ 0 h 271"/>
              <a:gd name="T56" fmla="*/ 255 w 270"/>
              <a:gd name="T57" fmla="*/ 15 h 271"/>
              <a:gd name="T58" fmla="*/ 270 w 270"/>
              <a:gd name="T59" fmla="*/ 5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120" y="207"/>
                </a:moveTo>
                <a:cubicBezTo>
                  <a:pt x="228" y="99"/>
                  <a:pt x="228" y="99"/>
                  <a:pt x="228" y="99"/>
                </a:cubicBezTo>
                <a:cubicBezTo>
                  <a:pt x="230" y="96"/>
                  <a:pt x="232" y="94"/>
                  <a:pt x="232" y="91"/>
                </a:cubicBezTo>
                <a:cubicBezTo>
                  <a:pt x="232" y="88"/>
                  <a:pt x="230" y="85"/>
                  <a:pt x="228" y="83"/>
                </a:cubicBezTo>
                <a:cubicBezTo>
                  <a:pt x="210" y="65"/>
                  <a:pt x="210" y="65"/>
                  <a:pt x="210" y="65"/>
                </a:cubicBezTo>
                <a:cubicBezTo>
                  <a:pt x="208" y="63"/>
                  <a:pt x="205" y="61"/>
                  <a:pt x="202" y="61"/>
                </a:cubicBezTo>
                <a:cubicBezTo>
                  <a:pt x="199" y="61"/>
                  <a:pt x="197" y="63"/>
                  <a:pt x="194" y="65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75" y="110"/>
                  <a:pt x="75" y="110"/>
                  <a:pt x="75" y="110"/>
                </a:cubicBezTo>
                <a:cubicBezTo>
                  <a:pt x="73" y="108"/>
                  <a:pt x="70" y="106"/>
                  <a:pt x="67" y="106"/>
                </a:cubicBezTo>
                <a:cubicBezTo>
                  <a:pt x="64" y="106"/>
                  <a:pt x="61" y="108"/>
                  <a:pt x="59" y="110"/>
                </a:cubicBezTo>
                <a:cubicBezTo>
                  <a:pt x="41" y="128"/>
                  <a:pt x="41" y="128"/>
                  <a:pt x="41" y="128"/>
                </a:cubicBezTo>
                <a:cubicBezTo>
                  <a:pt x="39" y="130"/>
                  <a:pt x="38" y="133"/>
                  <a:pt x="38" y="136"/>
                </a:cubicBezTo>
                <a:cubicBezTo>
                  <a:pt x="38" y="139"/>
                  <a:pt x="39" y="141"/>
                  <a:pt x="41" y="144"/>
                </a:cubicBezTo>
                <a:cubicBezTo>
                  <a:pt x="104" y="207"/>
                  <a:pt x="104" y="207"/>
                  <a:pt x="104" y="207"/>
                </a:cubicBezTo>
                <a:cubicBezTo>
                  <a:pt x="107" y="209"/>
                  <a:pt x="109" y="210"/>
                  <a:pt x="112" y="210"/>
                </a:cubicBezTo>
                <a:cubicBezTo>
                  <a:pt x="115" y="210"/>
                  <a:pt x="118" y="209"/>
                  <a:pt x="120" y="207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6"/>
                </a:cubicBezTo>
                <a:cubicBezTo>
                  <a:pt x="245" y="266"/>
                  <a:pt x="233" y="271"/>
                  <a:pt x="219" y="271"/>
                </a:cubicBezTo>
                <a:cubicBezTo>
                  <a:pt x="50" y="271"/>
                  <a:pt x="50" y="271"/>
                  <a:pt x="50" y="271"/>
                </a:cubicBezTo>
                <a:cubicBezTo>
                  <a:pt x="36" y="271"/>
                  <a:pt x="24" y="266"/>
                  <a:pt x="14" y="256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2000251" y="3338513"/>
            <a:ext cx="317500" cy="268288"/>
          </a:xfrm>
          <a:custGeom>
            <a:avLst/>
            <a:gdLst>
              <a:gd name="T0" fmla="*/ 248 w 293"/>
              <a:gd name="T1" fmla="*/ 141 h 248"/>
              <a:gd name="T2" fmla="*/ 248 w 293"/>
              <a:gd name="T3" fmla="*/ 197 h 248"/>
              <a:gd name="T4" fmla="*/ 233 w 293"/>
              <a:gd name="T5" fmla="*/ 233 h 248"/>
              <a:gd name="T6" fmla="*/ 197 w 293"/>
              <a:gd name="T7" fmla="*/ 248 h 248"/>
              <a:gd name="T8" fmla="*/ 51 w 293"/>
              <a:gd name="T9" fmla="*/ 248 h 248"/>
              <a:gd name="T10" fmla="*/ 15 w 293"/>
              <a:gd name="T11" fmla="*/ 233 h 248"/>
              <a:gd name="T12" fmla="*/ 0 w 293"/>
              <a:gd name="T13" fmla="*/ 197 h 248"/>
              <a:gd name="T14" fmla="*/ 0 w 293"/>
              <a:gd name="T15" fmla="*/ 50 h 248"/>
              <a:gd name="T16" fmla="*/ 15 w 293"/>
              <a:gd name="T17" fmla="*/ 15 h 248"/>
              <a:gd name="T18" fmla="*/ 51 w 293"/>
              <a:gd name="T19" fmla="*/ 0 h 248"/>
              <a:gd name="T20" fmla="*/ 197 w 293"/>
              <a:gd name="T21" fmla="*/ 0 h 248"/>
              <a:gd name="T22" fmla="*/ 218 w 293"/>
              <a:gd name="T23" fmla="*/ 4 h 248"/>
              <a:gd name="T24" fmla="*/ 221 w 293"/>
              <a:gd name="T25" fmla="*/ 8 h 248"/>
              <a:gd name="T26" fmla="*/ 219 w 293"/>
              <a:gd name="T27" fmla="*/ 13 h 248"/>
              <a:gd name="T28" fmla="*/ 211 w 293"/>
              <a:gd name="T29" fmla="*/ 22 h 248"/>
              <a:gd name="T30" fmla="*/ 207 w 293"/>
              <a:gd name="T31" fmla="*/ 24 h 248"/>
              <a:gd name="T32" fmla="*/ 205 w 293"/>
              <a:gd name="T33" fmla="*/ 23 h 248"/>
              <a:gd name="T34" fmla="*/ 197 w 293"/>
              <a:gd name="T35" fmla="*/ 22 h 248"/>
              <a:gd name="T36" fmla="*/ 51 w 293"/>
              <a:gd name="T37" fmla="*/ 22 h 248"/>
              <a:gd name="T38" fmla="*/ 31 w 293"/>
              <a:gd name="T39" fmla="*/ 31 h 248"/>
              <a:gd name="T40" fmla="*/ 22 w 293"/>
              <a:gd name="T41" fmla="*/ 50 h 248"/>
              <a:gd name="T42" fmla="*/ 22 w 293"/>
              <a:gd name="T43" fmla="*/ 197 h 248"/>
              <a:gd name="T44" fmla="*/ 31 w 293"/>
              <a:gd name="T45" fmla="*/ 217 h 248"/>
              <a:gd name="T46" fmla="*/ 51 w 293"/>
              <a:gd name="T47" fmla="*/ 225 h 248"/>
              <a:gd name="T48" fmla="*/ 197 w 293"/>
              <a:gd name="T49" fmla="*/ 225 h 248"/>
              <a:gd name="T50" fmla="*/ 217 w 293"/>
              <a:gd name="T51" fmla="*/ 217 h 248"/>
              <a:gd name="T52" fmla="*/ 225 w 293"/>
              <a:gd name="T53" fmla="*/ 197 h 248"/>
              <a:gd name="T54" fmla="*/ 225 w 293"/>
              <a:gd name="T55" fmla="*/ 152 h 248"/>
              <a:gd name="T56" fmla="*/ 227 w 293"/>
              <a:gd name="T57" fmla="*/ 148 h 248"/>
              <a:gd name="T58" fmla="*/ 238 w 293"/>
              <a:gd name="T59" fmla="*/ 137 h 248"/>
              <a:gd name="T60" fmla="*/ 242 w 293"/>
              <a:gd name="T61" fmla="*/ 135 h 248"/>
              <a:gd name="T62" fmla="*/ 244 w 293"/>
              <a:gd name="T63" fmla="*/ 136 h 248"/>
              <a:gd name="T64" fmla="*/ 248 w 293"/>
              <a:gd name="T65" fmla="*/ 141 h 248"/>
              <a:gd name="T66" fmla="*/ 288 w 293"/>
              <a:gd name="T67" fmla="*/ 55 h 248"/>
              <a:gd name="T68" fmla="*/ 145 w 293"/>
              <a:gd name="T69" fmla="*/ 198 h 248"/>
              <a:gd name="T70" fmla="*/ 135 w 293"/>
              <a:gd name="T71" fmla="*/ 202 h 248"/>
              <a:gd name="T72" fmla="*/ 125 w 293"/>
              <a:gd name="T73" fmla="*/ 198 h 248"/>
              <a:gd name="T74" fmla="*/ 49 w 293"/>
              <a:gd name="T75" fmla="*/ 122 h 248"/>
              <a:gd name="T76" fmla="*/ 45 w 293"/>
              <a:gd name="T77" fmla="*/ 112 h 248"/>
              <a:gd name="T78" fmla="*/ 49 w 293"/>
              <a:gd name="T79" fmla="*/ 102 h 248"/>
              <a:gd name="T80" fmla="*/ 69 w 293"/>
              <a:gd name="T81" fmla="*/ 83 h 248"/>
              <a:gd name="T82" fmla="*/ 79 w 293"/>
              <a:gd name="T83" fmla="*/ 79 h 248"/>
              <a:gd name="T84" fmla="*/ 89 w 293"/>
              <a:gd name="T85" fmla="*/ 83 h 248"/>
              <a:gd name="T86" fmla="*/ 135 w 293"/>
              <a:gd name="T87" fmla="*/ 129 h 248"/>
              <a:gd name="T88" fmla="*/ 249 w 293"/>
              <a:gd name="T89" fmla="*/ 15 h 248"/>
              <a:gd name="T90" fmla="*/ 259 w 293"/>
              <a:gd name="T91" fmla="*/ 11 h 248"/>
              <a:gd name="T92" fmla="*/ 269 w 293"/>
              <a:gd name="T93" fmla="*/ 15 h 248"/>
              <a:gd name="T94" fmla="*/ 288 w 293"/>
              <a:gd name="T95" fmla="*/ 35 h 248"/>
              <a:gd name="T96" fmla="*/ 293 w 293"/>
              <a:gd name="T97" fmla="*/ 45 h 248"/>
              <a:gd name="T98" fmla="*/ 288 w 293"/>
              <a:gd name="T99" fmla="*/ 5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93" h="248">
                <a:moveTo>
                  <a:pt x="248" y="141"/>
                </a:moveTo>
                <a:cubicBezTo>
                  <a:pt x="248" y="197"/>
                  <a:pt x="248" y="197"/>
                  <a:pt x="248" y="197"/>
                </a:cubicBezTo>
                <a:cubicBezTo>
                  <a:pt x="248" y="211"/>
                  <a:pt x="243" y="223"/>
                  <a:pt x="233" y="233"/>
                </a:cubicBezTo>
                <a:cubicBezTo>
                  <a:pt x="223" y="243"/>
                  <a:pt x="211" y="248"/>
                  <a:pt x="197" y="248"/>
                </a:cubicBezTo>
                <a:cubicBezTo>
                  <a:pt x="51" y="248"/>
                  <a:pt x="51" y="248"/>
                  <a:pt x="51" y="248"/>
                </a:cubicBezTo>
                <a:cubicBezTo>
                  <a:pt x="37" y="248"/>
                  <a:pt x="25" y="243"/>
                  <a:pt x="15" y="233"/>
                </a:cubicBezTo>
                <a:cubicBezTo>
                  <a:pt x="5" y="223"/>
                  <a:pt x="0" y="211"/>
                  <a:pt x="0" y="197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4" y="0"/>
                  <a:pt x="211" y="1"/>
                  <a:pt x="218" y="4"/>
                </a:cubicBezTo>
                <a:cubicBezTo>
                  <a:pt x="219" y="5"/>
                  <a:pt x="220" y="6"/>
                  <a:pt x="221" y="8"/>
                </a:cubicBezTo>
                <a:cubicBezTo>
                  <a:pt x="221" y="10"/>
                  <a:pt x="221" y="12"/>
                  <a:pt x="219" y="13"/>
                </a:cubicBezTo>
                <a:cubicBezTo>
                  <a:pt x="211" y="22"/>
                  <a:pt x="211" y="22"/>
                  <a:pt x="211" y="22"/>
                </a:cubicBezTo>
                <a:cubicBezTo>
                  <a:pt x="209" y="23"/>
                  <a:pt x="208" y="24"/>
                  <a:pt x="207" y="24"/>
                </a:cubicBezTo>
                <a:cubicBezTo>
                  <a:pt x="206" y="24"/>
                  <a:pt x="206" y="24"/>
                  <a:pt x="205" y="23"/>
                </a:cubicBezTo>
                <a:cubicBezTo>
                  <a:pt x="202" y="23"/>
                  <a:pt x="200" y="22"/>
                  <a:pt x="197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43" y="22"/>
                  <a:pt x="36" y="25"/>
                  <a:pt x="31" y="31"/>
                </a:cubicBezTo>
                <a:cubicBezTo>
                  <a:pt x="25" y="36"/>
                  <a:pt x="22" y="43"/>
                  <a:pt x="22" y="50"/>
                </a:cubicBezTo>
                <a:cubicBezTo>
                  <a:pt x="22" y="197"/>
                  <a:pt x="22" y="197"/>
                  <a:pt x="22" y="197"/>
                </a:cubicBezTo>
                <a:cubicBezTo>
                  <a:pt x="22" y="205"/>
                  <a:pt x="25" y="211"/>
                  <a:pt x="31" y="217"/>
                </a:cubicBezTo>
                <a:cubicBezTo>
                  <a:pt x="36" y="222"/>
                  <a:pt x="43" y="225"/>
                  <a:pt x="51" y="225"/>
                </a:cubicBezTo>
                <a:cubicBezTo>
                  <a:pt x="197" y="225"/>
                  <a:pt x="197" y="225"/>
                  <a:pt x="197" y="225"/>
                </a:cubicBezTo>
                <a:cubicBezTo>
                  <a:pt x="205" y="225"/>
                  <a:pt x="211" y="222"/>
                  <a:pt x="217" y="217"/>
                </a:cubicBezTo>
                <a:cubicBezTo>
                  <a:pt x="222" y="211"/>
                  <a:pt x="225" y="205"/>
                  <a:pt x="225" y="197"/>
                </a:cubicBezTo>
                <a:cubicBezTo>
                  <a:pt x="225" y="152"/>
                  <a:pt x="225" y="152"/>
                  <a:pt x="225" y="152"/>
                </a:cubicBezTo>
                <a:cubicBezTo>
                  <a:pt x="225" y="151"/>
                  <a:pt x="226" y="149"/>
                  <a:pt x="227" y="148"/>
                </a:cubicBezTo>
                <a:cubicBezTo>
                  <a:pt x="238" y="137"/>
                  <a:pt x="238" y="137"/>
                  <a:pt x="238" y="137"/>
                </a:cubicBezTo>
                <a:cubicBezTo>
                  <a:pt x="239" y="136"/>
                  <a:pt x="241" y="135"/>
                  <a:pt x="242" y="135"/>
                </a:cubicBezTo>
                <a:cubicBezTo>
                  <a:pt x="243" y="135"/>
                  <a:pt x="244" y="135"/>
                  <a:pt x="244" y="136"/>
                </a:cubicBezTo>
                <a:cubicBezTo>
                  <a:pt x="247" y="137"/>
                  <a:pt x="248" y="138"/>
                  <a:pt x="248" y="141"/>
                </a:cubicBezTo>
                <a:close/>
                <a:moveTo>
                  <a:pt x="288" y="55"/>
                </a:moveTo>
                <a:cubicBezTo>
                  <a:pt x="145" y="198"/>
                  <a:pt x="145" y="198"/>
                  <a:pt x="145" y="198"/>
                </a:cubicBezTo>
                <a:cubicBezTo>
                  <a:pt x="142" y="201"/>
                  <a:pt x="139" y="202"/>
                  <a:pt x="135" y="202"/>
                </a:cubicBezTo>
                <a:cubicBezTo>
                  <a:pt x="131" y="202"/>
                  <a:pt x="128" y="201"/>
                  <a:pt x="125" y="198"/>
                </a:cubicBezTo>
                <a:cubicBezTo>
                  <a:pt x="49" y="122"/>
                  <a:pt x="49" y="122"/>
                  <a:pt x="49" y="122"/>
                </a:cubicBezTo>
                <a:cubicBezTo>
                  <a:pt x="47" y="120"/>
                  <a:pt x="45" y="116"/>
                  <a:pt x="45" y="112"/>
                </a:cubicBezTo>
                <a:cubicBezTo>
                  <a:pt x="45" y="109"/>
                  <a:pt x="47" y="105"/>
                  <a:pt x="49" y="102"/>
                </a:cubicBezTo>
                <a:cubicBezTo>
                  <a:pt x="69" y="83"/>
                  <a:pt x="69" y="83"/>
                  <a:pt x="69" y="83"/>
                </a:cubicBezTo>
                <a:cubicBezTo>
                  <a:pt x="72" y="80"/>
                  <a:pt x="75" y="79"/>
                  <a:pt x="79" y="79"/>
                </a:cubicBezTo>
                <a:cubicBezTo>
                  <a:pt x="83" y="79"/>
                  <a:pt x="86" y="80"/>
                  <a:pt x="89" y="83"/>
                </a:cubicBezTo>
                <a:cubicBezTo>
                  <a:pt x="135" y="129"/>
                  <a:pt x="135" y="129"/>
                  <a:pt x="135" y="129"/>
                </a:cubicBezTo>
                <a:cubicBezTo>
                  <a:pt x="249" y="15"/>
                  <a:pt x="249" y="15"/>
                  <a:pt x="249" y="15"/>
                </a:cubicBezTo>
                <a:cubicBezTo>
                  <a:pt x="252" y="13"/>
                  <a:pt x="255" y="11"/>
                  <a:pt x="259" y="11"/>
                </a:cubicBezTo>
                <a:cubicBezTo>
                  <a:pt x="263" y="11"/>
                  <a:pt x="266" y="13"/>
                  <a:pt x="269" y="15"/>
                </a:cubicBezTo>
                <a:cubicBezTo>
                  <a:pt x="288" y="35"/>
                  <a:pt x="288" y="35"/>
                  <a:pt x="288" y="35"/>
                </a:cubicBezTo>
                <a:cubicBezTo>
                  <a:pt x="291" y="38"/>
                  <a:pt x="293" y="41"/>
                  <a:pt x="293" y="45"/>
                </a:cubicBezTo>
                <a:cubicBezTo>
                  <a:pt x="293" y="49"/>
                  <a:pt x="291" y="52"/>
                  <a:pt x="288" y="5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2446338" y="3325813"/>
            <a:ext cx="292100" cy="292100"/>
          </a:xfrm>
          <a:custGeom>
            <a:avLst/>
            <a:gdLst>
              <a:gd name="T0" fmla="*/ 143 w 270"/>
              <a:gd name="T1" fmla="*/ 207 h 271"/>
              <a:gd name="T2" fmla="*/ 223 w 270"/>
              <a:gd name="T3" fmla="*/ 127 h 271"/>
              <a:gd name="T4" fmla="*/ 226 w 270"/>
              <a:gd name="T5" fmla="*/ 119 h 271"/>
              <a:gd name="T6" fmla="*/ 223 w 270"/>
              <a:gd name="T7" fmla="*/ 111 h 271"/>
              <a:gd name="T8" fmla="*/ 205 w 270"/>
              <a:gd name="T9" fmla="*/ 93 h 271"/>
              <a:gd name="T10" fmla="*/ 197 w 270"/>
              <a:gd name="T11" fmla="*/ 90 h 271"/>
              <a:gd name="T12" fmla="*/ 189 w 270"/>
              <a:gd name="T13" fmla="*/ 93 h 271"/>
              <a:gd name="T14" fmla="*/ 135 w 270"/>
              <a:gd name="T15" fmla="*/ 147 h 271"/>
              <a:gd name="T16" fmla="*/ 81 w 270"/>
              <a:gd name="T17" fmla="*/ 93 h 271"/>
              <a:gd name="T18" fmla="*/ 73 w 270"/>
              <a:gd name="T19" fmla="*/ 90 h 271"/>
              <a:gd name="T20" fmla="*/ 65 w 270"/>
              <a:gd name="T21" fmla="*/ 93 h 271"/>
              <a:gd name="T22" fmla="*/ 47 w 270"/>
              <a:gd name="T23" fmla="*/ 111 h 271"/>
              <a:gd name="T24" fmla="*/ 44 w 270"/>
              <a:gd name="T25" fmla="*/ 119 h 271"/>
              <a:gd name="T26" fmla="*/ 47 w 270"/>
              <a:gd name="T27" fmla="*/ 127 h 271"/>
              <a:gd name="T28" fmla="*/ 127 w 270"/>
              <a:gd name="T29" fmla="*/ 207 h 271"/>
              <a:gd name="T30" fmla="*/ 135 w 270"/>
              <a:gd name="T31" fmla="*/ 210 h 271"/>
              <a:gd name="T32" fmla="*/ 143 w 270"/>
              <a:gd name="T33" fmla="*/ 207 h 271"/>
              <a:gd name="T34" fmla="*/ 270 w 270"/>
              <a:gd name="T35" fmla="*/ 136 h 271"/>
              <a:gd name="T36" fmla="*/ 252 w 270"/>
              <a:gd name="T37" fmla="*/ 204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4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143" y="207"/>
                </a:moveTo>
                <a:cubicBezTo>
                  <a:pt x="223" y="127"/>
                  <a:pt x="223" y="127"/>
                  <a:pt x="223" y="127"/>
                </a:cubicBezTo>
                <a:cubicBezTo>
                  <a:pt x="225" y="124"/>
                  <a:pt x="226" y="122"/>
                  <a:pt x="226" y="119"/>
                </a:cubicBezTo>
                <a:cubicBezTo>
                  <a:pt x="226" y="116"/>
                  <a:pt x="225" y="113"/>
                  <a:pt x="223" y="111"/>
                </a:cubicBezTo>
                <a:cubicBezTo>
                  <a:pt x="205" y="93"/>
                  <a:pt x="205" y="93"/>
                  <a:pt x="205" y="93"/>
                </a:cubicBezTo>
                <a:cubicBezTo>
                  <a:pt x="202" y="91"/>
                  <a:pt x="200" y="90"/>
                  <a:pt x="197" y="90"/>
                </a:cubicBezTo>
                <a:cubicBezTo>
                  <a:pt x="194" y="90"/>
                  <a:pt x="191" y="91"/>
                  <a:pt x="189" y="93"/>
                </a:cubicBezTo>
                <a:cubicBezTo>
                  <a:pt x="135" y="147"/>
                  <a:pt x="135" y="147"/>
                  <a:pt x="135" y="147"/>
                </a:cubicBezTo>
                <a:cubicBezTo>
                  <a:pt x="81" y="93"/>
                  <a:pt x="81" y="93"/>
                  <a:pt x="81" y="93"/>
                </a:cubicBezTo>
                <a:cubicBezTo>
                  <a:pt x="79" y="91"/>
                  <a:pt x="76" y="90"/>
                  <a:pt x="73" y="90"/>
                </a:cubicBezTo>
                <a:cubicBezTo>
                  <a:pt x="70" y="90"/>
                  <a:pt x="67" y="91"/>
                  <a:pt x="65" y="93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5" y="113"/>
                  <a:pt x="44" y="116"/>
                  <a:pt x="44" y="119"/>
                </a:cubicBezTo>
                <a:cubicBezTo>
                  <a:pt x="44" y="122"/>
                  <a:pt x="45" y="124"/>
                  <a:pt x="47" y="127"/>
                </a:cubicBezTo>
                <a:cubicBezTo>
                  <a:pt x="127" y="207"/>
                  <a:pt x="127" y="207"/>
                  <a:pt x="127" y="207"/>
                </a:cubicBezTo>
                <a:cubicBezTo>
                  <a:pt x="129" y="209"/>
                  <a:pt x="132" y="210"/>
                  <a:pt x="135" y="210"/>
                </a:cubicBezTo>
                <a:cubicBezTo>
                  <a:pt x="138" y="210"/>
                  <a:pt x="140" y="209"/>
                  <a:pt x="143" y="207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2879726" y="3325813"/>
            <a:ext cx="292100" cy="292100"/>
          </a:xfrm>
          <a:custGeom>
            <a:avLst/>
            <a:gdLst>
              <a:gd name="T0" fmla="*/ 160 w 271"/>
              <a:gd name="T1" fmla="*/ 223 h 271"/>
              <a:gd name="T2" fmla="*/ 178 w 271"/>
              <a:gd name="T3" fmla="*/ 206 h 271"/>
              <a:gd name="T4" fmla="*/ 181 w 271"/>
              <a:gd name="T5" fmla="*/ 198 h 271"/>
              <a:gd name="T6" fmla="*/ 178 w 271"/>
              <a:gd name="T7" fmla="*/ 190 h 271"/>
              <a:gd name="T8" fmla="*/ 124 w 271"/>
              <a:gd name="T9" fmla="*/ 136 h 271"/>
              <a:gd name="T10" fmla="*/ 178 w 271"/>
              <a:gd name="T11" fmla="*/ 82 h 271"/>
              <a:gd name="T12" fmla="*/ 181 w 271"/>
              <a:gd name="T13" fmla="*/ 74 h 271"/>
              <a:gd name="T14" fmla="*/ 178 w 271"/>
              <a:gd name="T15" fmla="*/ 66 h 271"/>
              <a:gd name="T16" fmla="*/ 160 w 271"/>
              <a:gd name="T17" fmla="*/ 48 h 271"/>
              <a:gd name="T18" fmla="*/ 152 w 271"/>
              <a:gd name="T19" fmla="*/ 44 h 271"/>
              <a:gd name="T20" fmla="*/ 144 w 271"/>
              <a:gd name="T21" fmla="*/ 48 h 271"/>
              <a:gd name="T22" fmla="*/ 64 w 271"/>
              <a:gd name="T23" fmla="*/ 128 h 271"/>
              <a:gd name="T24" fmla="*/ 61 w 271"/>
              <a:gd name="T25" fmla="*/ 136 h 271"/>
              <a:gd name="T26" fmla="*/ 64 w 271"/>
              <a:gd name="T27" fmla="*/ 144 h 271"/>
              <a:gd name="T28" fmla="*/ 144 w 271"/>
              <a:gd name="T29" fmla="*/ 223 h 271"/>
              <a:gd name="T30" fmla="*/ 152 w 271"/>
              <a:gd name="T31" fmla="*/ 227 h 271"/>
              <a:gd name="T32" fmla="*/ 160 w 271"/>
              <a:gd name="T33" fmla="*/ 223 h 271"/>
              <a:gd name="T34" fmla="*/ 271 w 271"/>
              <a:gd name="T35" fmla="*/ 136 h 271"/>
              <a:gd name="T36" fmla="*/ 252 w 271"/>
              <a:gd name="T37" fmla="*/ 204 h 271"/>
              <a:gd name="T38" fmla="*/ 203 w 271"/>
              <a:gd name="T39" fmla="*/ 253 h 271"/>
              <a:gd name="T40" fmla="*/ 135 w 271"/>
              <a:gd name="T41" fmla="*/ 271 h 271"/>
              <a:gd name="T42" fmla="*/ 67 w 271"/>
              <a:gd name="T43" fmla="*/ 253 h 271"/>
              <a:gd name="T44" fmla="*/ 18 w 271"/>
              <a:gd name="T45" fmla="*/ 204 h 271"/>
              <a:gd name="T46" fmla="*/ 0 w 271"/>
              <a:gd name="T47" fmla="*/ 136 h 271"/>
              <a:gd name="T48" fmla="*/ 18 w 271"/>
              <a:gd name="T49" fmla="*/ 68 h 271"/>
              <a:gd name="T50" fmla="*/ 67 w 271"/>
              <a:gd name="T51" fmla="*/ 19 h 271"/>
              <a:gd name="T52" fmla="*/ 135 w 271"/>
              <a:gd name="T53" fmla="*/ 0 h 271"/>
              <a:gd name="T54" fmla="*/ 203 w 271"/>
              <a:gd name="T55" fmla="*/ 19 h 271"/>
              <a:gd name="T56" fmla="*/ 252 w 271"/>
              <a:gd name="T57" fmla="*/ 68 h 271"/>
              <a:gd name="T58" fmla="*/ 271 w 271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1" h="271">
                <a:moveTo>
                  <a:pt x="160" y="223"/>
                </a:moveTo>
                <a:cubicBezTo>
                  <a:pt x="178" y="206"/>
                  <a:pt x="178" y="206"/>
                  <a:pt x="178" y="206"/>
                </a:cubicBezTo>
                <a:cubicBezTo>
                  <a:pt x="180" y="203"/>
                  <a:pt x="181" y="201"/>
                  <a:pt x="181" y="198"/>
                </a:cubicBezTo>
                <a:cubicBezTo>
                  <a:pt x="181" y="195"/>
                  <a:pt x="180" y="192"/>
                  <a:pt x="178" y="190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178" y="82"/>
                  <a:pt x="178" y="82"/>
                  <a:pt x="178" y="82"/>
                </a:cubicBezTo>
                <a:cubicBezTo>
                  <a:pt x="180" y="79"/>
                  <a:pt x="181" y="77"/>
                  <a:pt x="181" y="74"/>
                </a:cubicBezTo>
                <a:cubicBezTo>
                  <a:pt x="181" y="71"/>
                  <a:pt x="180" y="68"/>
                  <a:pt x="178" y="6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8" y="46"/>
                  <a:pt x="155" y="44"/>
                  <a:pt x="152" y="44"/>
                </a:cubicBezTo>
                <a:cubicBezTo>
                  <a:pt x="149" y="44"/>
                  <a:pt x="147" y="46"/>
                  <a:pt x="144" y="48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2" y="130"/>
                  <a:pt x="61" y="133"/>
                  <a:pt x="61" y="136"/>
                </a:cubicBezTo>
                <a:cubicBezTo>
                  <a:pt x="61" y="139"/>
                  <a:pt x="62" y="141"/>
                  <a:pt x="64" y="144"/>
                </a:cubicBezTo>
                <a:cubicBezTo>
                  <a:pt x="144" y="223"/>
                  <a:pt x="144" y="223"/>
                  <a:pt x="144" y="223"/>
                </a:cubicBezTo>
                <a:cubicBezTo>
                  <a:pt x="147" y="226"/>
                  <a:pt x="149" y="227"/>
                  <a:pt x="152" y="227"/>
                </a:cubicBezTo>
                <a:cubicBezTo>
                  <a:pt x="155" y="227"/>
                  <a:pt x="158" y="226"/>
                  <a:pt x="160" y="223"/>
                </a:cubicBezTo>
                <a:close/>
                <a:moveTo>
                  <a:pt x="271" y="136"/>
                </a:moveTo>
                <a:cubicBezTo>
                  <a:pt x="271" y="160"/>
                  <a:pt x="264" y="183"/>
                  <a:pt x="252" y="204"/>
                </a:cubicBezTo>
                <a:cubicBezTo>
                  <a:pt x="240" y="224"/>
                  <a:pt x="224" y="241"/>
                  <a:pt x="203" y="253"/>
                </a:cubicBezTo>
                <a:cubicBezTo>
                  <a:pt x="182" y="265"/>
                  <a:pt x="160" y="271"/>
                  <a:pt x="135" y="271"/>
                </a:cubicBezTo>
                <a:cubicBezTo>
                  <a:pt x="111" y="271"/>
                  <a:pt x="88" y="265"/>
                  <a:pt x="67" y="253"/>
                </a:cubicBezTo>
                <a:cubicBezTo>
                  <a:pt x="47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7"/>
                  <a:pt x="111" y="0"/>
                  <a:pt x="135" y="0"/>
                </a:cubicBezTo>
                <a:cubicBezTo>
                  <a:pt x="160" y="0"/>
                  <a:pt x="182" y="7"/>
                  <a:pt x="203" y="19"/>
                </a:cubicBezTo>
                <a:cubicBezTo>
                  <a:pt x="224" y="31"/>
                  <a:pt x="240" y="47"/>
                  <a:pt x="252" y="68"/>
                </a:cubicBezTo>
                <a:cubicBezTo>
                  <a:pt x="264" y="89"/>
                  <a:pt x="271" y="111"/>
                  <a:pt x="271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3314701" y="3325813"/>
            <a:ext cx="290513" cy="292100"/>
          </a:xfrm>
          <a:custGeom>
            <a:avLst/>
            <a:gdLst>
              <a:gd name="T0" fmla="*/ 126 w 270"/>
              <a:gd name="T1" fmla="*/ 223 h 271"/>
              <a:gd name="T2" fmla="*/ 206 w 270"/>
              <a:gd name="T3" fmla="*/ 144 h 271"/>
              <a:gd name="T4" fmla="*/ 209 w 270"/>
              <a:gd name="T5" fmla="*/ 136 h 271"/>
              <a:gd name="T6" fmla="*/ 206 w 270"/>
              <a:gd name="T7" fmla="*/ 128 h 271"/>
              <a:gd name="T8" fmla="*/ 126 w 270"/>
              <a:gd name="T9" fmla="*/ 48 h 271"/>
              <a:gd name="T10" fmla="*/ 118 w 270"/>
              <a:gd name="T11" fmla="*/ 44 h 271"/>
              <a:gd name="T12" fmla="*/ 110 w 270"/>
              <a:gd name="T13" fmla="*/ 48 h 271"/>
              <a:gd name="T14" fmla="*/ 92 w 270"/>
              <a:gd name="T15" fmla="*/ 66 h 271"/>
              <a:gd name="T16" fmla="*/ 89 w 270"/>
              <a:gd name="T17" fmla="*/ 74 h 271"/>
              <a:gd name="T18" fmla="*/ 92 w 270"/>
              <a:gd name="T19" fmla="*/ 82 h 271"/>
              <a:gd name="T20" fmla="*/ 146 w 270"/>
              <a:gd name="T21" fmla="*/ 136 h 271"/>
              <a:gd name="T22" fmla="*/ 92 w 270"/>
              <a:gd name="T23" fmla="*/ 190 h 271"/>
              <a:gd name="T24" fmla="*/ 89 w 270"/>
              <a:gd name="T25" fmla="*/ 198 h 271"/>
              <a:gd name="T26" fmla="*/ 92 w 270"/>
              <a:gd name="T27" fmla="*/ 206 h 271"/>
              <a:gd name="T28" fmla="*/ 110 w 270"/>
              <a:gd name="T29" fmla="*/ 223 h 271"/>
              <a:gd name="T30" fmla="*/ 118 w 270"/>
              <a:gd name="T31" fmla="*/ 227 h 271"/>
              <a:gd name="T32" fmla="*/ 126 w 270"/>
              <a:gd name="T33" fmla="*/ 223 h 271"/>
              <a:gd name="T34" fmla="*/ 270 w 270"/>
              <a:gd name="T35" fmla="*/ 136 h 271"/>
              <a:gd name="T36" fmla="*/ 252 w 270"/>
              <a:gd name="T37" fmla="*/ 204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4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126" y="223"/>
                </a:moveTo>
                <a:cubicBezTo>
                  <a:pt x="206" y="144"/>
                  <a:pt x="206" y="144"/>
                  <a:pt x="206" y="144"/>
                </a:cubicBezTo>
                <a:cubicBezTo>
                  <a:pt x="208" y="141"/>
                  <a:pt x="209" y="139"/>
                  <a:pt x="209" y="136"/>
                </a:cubicBezTo>
                <a:cubicBezTo>
                  <a:pt x="209" y="133"/>
                  <a:pt x="208" y="130"/>
                  <a:pt x="206" y="128"/>
                </a:cubicBezTo>
                <a:cubicBezTo>
                  <a:pt x="126" y="48"/>
                  <a:pt x="126" y="48"/>
                  <a:pt x="126" y="48"/>
                </a:cubicBezTo>
                <a:cubicBezTo>
                  <a:pt x="124" y="46"/>
                  <a:pt x="121" y="44"/>
                  <a:pt x="118" y="44"/>
                </a:cubicBezTo>
                <a:cubicBezTo>
                  <a:pt x="115" y="44"/>
                  <a:pt x="112" y="46"/>
                  <a:pt x="110" y="48"/>
                </a:cubicBezTo>
                <a:cubicBezTo>
                  <a:pt x="92" y="66"/>
                  <a:pt x="92" y="66"/>
                  <a:pt x="92" y="66"/>
                </a:cubicBezTo>
                <a:cubicBezTo>
                  <a:pt x="90" y="68"/>
                  <a:pt x="89" y="71"/>
                  <a:pt x="89" y="74"/>
                </a:cubicBezTo>
                <a:cubicBezTo>
                  <a:pt x="89" y="77"/>
                  <a:pt x="90" y="79"/>
                  <a:pt x="92" y="82"/>
                </a:cubicBezTo>
                <a:cubicBezTo>
                  <a:pt x="146" y="136"/>
                  <a:pt x="146" y="136"/>
                  <a:pt x="146" y="136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0" y="192"/>
                  <a:pt x="89" y="195"/>
                  <a:pt x="89" y="198"/>
                </a:cubicBezTo>
                <a:cubicBezTo>
                  <a:pt x="89" y="201"/>
                  <a:pt x="90" y="203"/>
                  <a:pt x="92" y="206"/>
                </a:cubicBezTo>
                <a:cubicBezTo>
                  <a:pt x="110" y="223"/>
                  <a:pt x="110" y="223"/>
                  <a:pt x="110" y="223"/>
                </a:cubicBezTo>
                <a:cubicBezTo>
                  <a:pt x="112" y="226"/>
                  <a:pt x="115" y="227"/>
                  <a:pt x="118" y="227"/>
                </a:cubicBezTo>
                <a:cubicBezTo>
                  <a:pt x="121" y="227"/>
                  <a:pt x="124" y="226"/>
                  <a:pt x="126" y="223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3746501" y="3325813"/>
            <a:ext cx="290513" cy="292100"/>
          </a:xfrm>
          <a:custGeom>
            <a:avLst/>
            <a:gdLst>
              <a:gd name="T0" fmla="*/ 205 w 270"/>
              <a:gd name="T1" fmla="*/ 178 h 271"/>
              <a:gd name="T2" fmla="*/ 223 w 270"/>
              <a:gd name="T3" fmla="*/ 160 h 271"/>
              <a:gd name="T4" fmla="*/ 226 w 270"/>
              <a:gd name="T5" fmla="*/ 153 h 271"/>
              <a:gd name="T6" fmla="*/ 223 w 270"/>
              <a:gd name="T7" fmla="*/ 145 h 271"/>
              <a:gd name="T8" fmla="*/ 143 w 270"/>
              <a:gd name="T9" fmla="*/ 65 h 271"/>
              <a:gd name="T10" fmla="*/ 135 w 270"/>
              <a:gd name="T11" fmla="*/ 61 h 271"/>
              <a:gd name="T12" fmla="*/ 127 w 270"/>
              <a:gd name="T13" fmla="*/ 65 h 271"/>
              <a:gd name="T14" fmla="*/ 47 w 270"/>
              <a:gd name="T15" fmla="*/ 145 h 271"/>
              <a:gd name="T16" fmla="*/ 44 w 270"/>
              <a:gd name="T17" fmla="*/ 153 h 271"/>
              <a:gd name="T18" fmla="*/ 47 w 270"/>
              <a:gd name="T19" fmla="*/ 160 h 271"/>
              <a:gd name="T20" fmla="*/ 65 w 270"/>
              <a:gd name="T21" fmla="*/ 178 h 271"/>
              <a:gd name="T22" fmla="*/ 73 w 270"/>
              <a:gd name="T23" fmla="*/ 182 h 271"/>
              <a:gd name="T24" fmla="*/ 81 w 270"/>
              <a:gd name="T25" fmla="*/ 178 h 271"/>
              <a:gd name="T26" fmla="*/ 135 w 270"/>
              <a:gd name="T27" fmla="*/ 124 h 271"/>
              <a:gd name="T28" fmla="*/ 189 w 270"/>
              <a:gd name="T29" fmla="*/ 178 h 271"/>
              <a:gd name="T30" fmla="*/ 197 w 270"/>
              <a:gd name="T31" fmla="*/ 182 h 271"/>
              <a:gd name="T32" fmla="*/ 205 w 270"/>
              <a:gd name="T33" fmla="*/ 178 h 271"/>
              <a:gd name="T34" fmla="*/ 270 w 270"/>
              <a:gd name="T35" fmla="*/ 136 h 271"/>
              <a:gd name="T36" fmla="*/ 252 w 270"/>
              <a:gd name="T37" fmla="*/ 204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4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205" y="178"/>
                </a:moveTo>
                <a:cubicBezTo>
                  <a:pt x="223" y="160"/>
                  <a:pt x="223" y="160"/>
                  <a:pt x="223" y="160"/>
                </a:cubicBezTo>
                <a:cubicBezTo>
                  <a:pt x="225" y="158"/>
                  <a:pt x="226" y="156"/>
                  <a:pt x="226" y="153"/>
                </a:cubicBezTo>
                <a:cubicBezTo>
                  <a:pt x="226" y="150"/>
                  <a:pt x="225" y="147"/>
                  <a:pt x="223" y="145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0" y="63"/>
                  <a:pt x="138" y="61"/>
                  <a:pt x="135" y="61"/>
                </a:cubicBezTo>
                <a:cubicBezTo>
                  <a:pt x="132" y="61"/>
                  <a:pt x="129" y="63"/>
                  <a:pt x="127" y="65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45" y="147"/>
                  <a:pt x="44" y="150"/>
                  <a:pt x="44" y="153"/>
                </a:cubicBezTo>
                <a:cubicBezTo>
                  <a:pt x="44" y="156"/>
                  <a:pt x="45" y="158"/>
                  <a:pt x="47" y="160"/>
                </a:cubicBezTo>
                <a:cubicBezTo>
                  <a:pt x="65" y="178"/>
                  <a:pt x="65" y="178"/>
                  <a:pt x="65" y="178"/>
                </a:cubicBezTo>
                <a:cubicBezTo>
                  <a:pt x="67" y="181"/>
                  <a:pt x="70" y="182"/>
                  <a:pt x="73" y="182"/>
                </a:cubicBezTo>
                <a:cubicBezTo>
                  <a:pt x="76" y="182"/>
                  <a:pt x="79" y="181"/>
                  <a:pt x="81" y="178"/>
                </a:cubicBezTo>
                <a:cubicBezTo>
                  <a:pt x="135" y="124"/>
                  <a:pt x="135" y="124"/>
                  <a:pt x="135" y="124"/>
                </a:cubicBezTo>
                <a:cubicBezTo>
                  <a:pt x="189" y="178"/>
                  <a:pt x="189" y="178"/>
                  <a:pt x="189" y="178"/>
                </a:cubicBezTo>
                <a:cubicBezTo>
                  <a:pt x="191" y="181"/>
                  <a:pt x="194" y="182"/>
                  <a:pt x="197" y="182"/>
                </a:cubicBezTo>
                <a:cubicBezTo>
                  <a:pt x="200" y="182"/>
                  <a:pt x="202" y="181"/>
                  <a:pt x="205" y="178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51"/>
          <p:cNvSpPr>
            <a:spLocks/>
          </p:cNvSpPr>
          <p:nvPr/>
        </p:nvSpPr>
        <p:spPr bwMode="auto">
          <a:xfrm>
            <a:off x="704851" y="3808413"/>
            <a:ext cx="306388" cy="195263"/>
          </a:xfrm>
          <a:custGeom>
            <a:avLst/>
            <a:gdLst>
              <a:gd name="T0" fmla="*/ 280 w 284"/>
              <a:gd name="T1" fmla="*/ 49 h 182"/>
              <a:gd name="T2" fmla="*/ 150 w 284"/>
              <a:gd name="T3" fmla="*/ 179 h 182"/>
              <a:gd name="T4" fmla="*/ 142 w 284"/>
              <a:gd name="T5" fmla="*/ 182 h 182"/>
              <a:gd name="T6" fmla="*/ 134 w 284"/>
              <a:gd name="T7" fmla="*/ 179 h 182"/>
              <a:gd name="T8" fmla="*/ 3 w 284"/>
              <a:gd name="T9" fmla="*/ 49 h 182"/>
              <a:gd name="T10" fmla="*/ 0 w 284"/>
              <a:gd name="T11" fmla="*/ 41 h 182"/>
              <a:gd name="T12" fmla="*/ 3 w 284"/>
              <a:gd name="T13" fmla="*/ 32 h 182"/>
              <a:gd name="T14" fmla="*/ 32 w 284"/>
              <a:gd name="T15" fmla="*/ 3 h 182"/>
              <a:gd name="T16" fmla="*/ 40 w 284"/>
              <a:gd name="T17" fmla="*/ 0 h 182"/>
              <a:gd name="T18" fmla="*/ 48 w 284"/>
              <a:gd name="T19" fmla="*/ 3 h 182"/>
              <a:gd name="T20" fmla="*/ 142 w 284"/>
              <a:gd name="T21" fmla="*/ 97 h 182"/>
              <a:gd name="T22" fmla="*/ 235 w 284"/>
              <a:gd name="T23" fmla="*/ 3 h 182"/>
              <a:gd name="T24" fmla="*/ 243 w 284"/>
              <a:gd name="T25" fmla="*/ 0 h 182"/>
              <a:gd name="T26" fmla="*/ 251 w 284"/>
              <a:gd name="T27" fmla="*/ 3 h 182"/>
              <a:gd name="T28" fmla="*/ 280 w 284"/>
              <a:gd name="T29" fmla="*/ 32 h 182"/>
              <a:gd name="T30" fmla="*/ 284 w 284"/>
              <a:gd name="T31" fmla="*/ 41 h 182"/>
              <a:gd name="T32" fmla="*/ 280 w 284"/>
              <a:gd name="T33" fmla="*/ 49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4" h="182">
                <a:moveTo>
                  <a:pt x="280" y="49"/>
                </a:moveTo>
                <a:cubicBezTo>
                  <a:pt x="150" y="179"/>
                  <a:pt x="150" y="179"/>
                  <a:pt x="150" y="179"/>
                </a:cubicBezTo>
                <a:cubicBezTo>
                  <a:pt x="147" y="181"/>
                  <a:pt x="145" y="182"/>
                  <a:pt x="142" y="182"/>
                </a:cubicBezTo>
                <a:cubicBezTo>
                  <a:pt x="139" y="182"/>
                  <a:pt x="136" y="181"/>
                  <a:pt x="134" y="179"/>
                </a:cubicBezTo>
                <a:cubicBezTo>
                  <a:pt x="3" y="49"/>
                  <a:pt x="3" y="49"/>
                  <a:pt x="3" y="49"/>
                </a:cubicBezTo>
                <a:cubicBezTo>
                  <a:pt x="1" y="46"/>
                  <a:pt x="0" y="44"/>
                  <a:pt x="0" y="41"/>
                </a:cubicBezTo>
                <a:cubicBezTo>
                  <a:pt x="0" y="37"/>
                  <a:pt x="1" y="35"/>
                  <a:pt x="3" y="32"/>
                </a:cubicBezTo>
                <a:cubicBezTo>
                  <a:pt x="32" y="3"/>
                  <a:pt x="32" y="3"/>
                  <a:pt x="32" y="3"/>
                </a:cubicBezTo>
                <a:cubicBezTo>
                  <a:pt x="35" y="1"/>
                  <a:pt x="37" y="0"/>
                  <a:pt x="40" y="0"/>
                </a:cubicBezTo>
                <a:cubicBezTo>
                  <a:pt x="43" y="0"/>
                  <a:pt x="46" y="1"/>
                  <a:pt x="48" y="3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235" y="3"/>
                  <a:pt x="235" y="3"/>
                  <a:pt x="235" y="3"/>
                </a:cubicBezTo>
                <a:cubicBezTo>
                  <a:pt x="237" y="1"/>
                  <a:pt x="240" y="0"/>
                  <a:pt x="243" y="0"/>
                </a:cubicBezTo>
                <a:cubicBezTo>
                  <a:pt x="246" y="0"/>
                  <a:pt x="249" y="1"/>
                  <a:pt x="251" y="3"/>
                </a:cubicBezTo>
                <a:cubicBezTo>
                  <a:pt x="280" y="32"/>
                  <a:pt x="280" y="32"/>
                  <a:pt x="280" y="32"/>
                </a:cubicBezTo>
                <a:cubicBezTo>
                  <a:pt x="282" y="35"/>
                  <a:pt x="284" y="37"/>
                  <a:pt x="284" y="41"/>
                </a:cubicBezTo>
                <a:cubicBezTo>
                  <a:pt x="284" y="44"/>
                  <a:pt x="282" y="46"/>
                  <a:pt x="280" y="4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52"/>
          <p:cNvSpPr>
            <a:spLocks/>
          </p:cNvSpPr>
          <p:nvPr/>
        </p:nvSpPr>
        <p:spPr bwMode="auto">
          <a:xfrm>
            <a:off x="1192213" y="3752850"/>
            <a:ext cx="196850" cy="306388"/>
          </a:xfrm>
          <a:custGeom>
            <a:avLst/>
            <a:gdLst>
              <a:gd name="T0" fmla="*/ 179 w 182"/>
              <a:gd name="T1" fmla="*/ 49 h 284"/>
              <a:gd name="T2" fmla="*/ 86 w 182"/>
              <a:gd name="T3" fmla="*/ 142 h 284"/>
              <a:gd name="T4" fmla="*/ 179 w 182"/>
              <a:gd name="T5" fmla="*/ 236 h 284"/>
              <a:gd name="T6" fmla="*/ 182 w 182"/>
              <a:gd name="T7" fmla="*/ 244 h 284"/>
              <a:gd name="T8" fmla="*/ 179 w 182"/>
              <a:gd name="T9" fmla="*/ 251 h 284"/>
              <a:gd name="T10" fmla="*/ 150 w 182"/>
              <a:gd name="T11" fmla="*/ 281 h 284"/>
              <a:gd name="T12" fmla="*/ 142 w 182"/>
              <a:gd name="T13" fmla="*/ 284 h 284"/>
              <a:gd name="T14" fmla="*/ 134 w 182"/>
              <a:gd name="T15" fmla="*/ 281 h 284"/>
              <a:gd name="T16" fmla="*/ 3 w 182"/>
              <a:gd name="T17" fmla="*/ 150 h 284"/>
              <a:gd name="T18" fmla="*/ 0 w 182"/>
              <a:gd name="T19" fmla="*/ 142 h 284"/>
              <a:gd name="T20" fmla="*/ 3 w 182"/>
              <a:gd name="T21" fmla="*/ 134 h 284"/>
              <a:gd name="T22" fmla="*/ 134 w 182"/>
              <a:gd name="T23" fmla="*/ 4 h 284"/>
              <a:gd name="T24" fmla="*/ 142 w 182"/>
              <a:gd name="T25" fmla="*/ 0 h 284"/>
              <a:gd name="T26" fmla="*/ 150 w 182"/>
              <a:gd name="T27" fmla="*/ 4 h 284"/>
              <a:gd name="T28" fmla="*/ 179 w 182"/>
              <a:gd name="T29" fmla="*/ 33 h 284"/>
              <a:gd name="T30" fmla="*/ 182 w 182"/>
              <a:gd name="T31" fmla="*/ 41 h 284"/>
              <a:gd name="T32" fmla="*/ 179 w 182"/>
              <a:gd name="T33" fmla="*/ 49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82" h="284">
                <a:moveTo>
                  <a:pt x="179" y="49"/>
                </a:moveTo>
                <a:cubicBezTo>
                  <a:pt x="86" y="142"/>
                  <a:pt x="86" y="142"/>
                  <a:pt x="86" y="142"/>
                </a:cubicBezTo>
                <a:cubicBezTo>
                  <a:pt x="179" y="236"/>
                  <a:pt x="179" y="236"/>
                  <a:pt x="179" y="236"/>
                </a:cubicBez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1" y="249"/>
                  <a:pt x="179" y="251"/>
                </a:cubicBezTo>
                <a:cubicBezTo>
                  <a:pt x="150" y="281"/>
                  <a:pt x="150" y="281"/>
                  <a:pt x="150" y="281"/>
                </a:cubicBezTo>
                <a:cubicBezTo>
                  <a:pt x="148" y="283"/>
                  <a:pt x="145" y="284"/>
                  <a:pt x="142" y="284"/>
                </a:cubicBezTo>
                <a:cubicBezTo>
                  <a:pt x="139" y="284"/>
                  <a:pt x="136" y="283"/>
                  <a:pt x="134" y="281"/>
                </a:cubicBezTo>
                <a:cubicBezTo>
                  <a:pt x="3" y="150"/>
                  <a:pt x="3" y="150"/>
                  <a:pt x="3" y="150"/>
                </a:cubicBezTo>
                <a:cubicBezTo>
                  <a:pt x="1" y="148"/>
                  <a:pt x="0" y="145"/>
                  <a:pt x="0" y="142"/>
                </a:cubicBezTo>
                <a:cubicBezTo>
                  <a:pt x="0" y="139"/>
                  <a:pt x="1" y="137"/>
                  <a:pt x="3" y="134"/>
                </a:cubicBezTo>
                <a:cubicBezTo>
                  <a:pt x="134" y="4"/>
                  <a:pt x="134" y="4"/>
                  <a:pt x="134" y="4"/>
                </a:cubicBezTo>
                <a:cubicBezTo>
                  <a:pt x="136" y="1"/>
                  <a:pt x="139" y="0"/>
                  <a:pt x="142" y="0"/>
                </a:cubicBezTo>
                <a:cubicBezTo>
                  <a:pt x="145" y="0"/>
                  <a:pt x="148" y="1"/>
                  <a:pt x="150" y="4"/>
                </a:cubicBezTo>
                <a:cubicBezTo>
                  <a:pt x="179" y="33"/>
                  <a:pt x="179" y="33"/>
                  <a:pt x="179" y="33"/>
                </a:cubicBezTo>
                <a:cubicBezTo>
                  <a:pt x="181" y="35"/>
                  <a:pt x="182" y="38"/>
                  <a:pt x="182" y="41"/>
                </a:cubicBezTo>
                <a:cubicBezTo>
                  <a:pt x="182" y="44"/>
                  <a:pt x="181" y="47"/>
                  <a:pt x="179" y="4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53"/>
          <p:cNvSpPr>
            <a:spLocks/>
          </p:cNvSpPr>
          <p:nvPr/>
        </p:nvSpPr>
        <p:spPr bwMode="auto">
          <a:xfrm>
            <a:off x="1627188" y="3752850"/>
            <a:ext cx="196850" cy="306388"/>
          </a:xfrm>
          <a:custGeom>
            <a:avLst/>
            <a:gdLst>
              <a:gd name="T0" fmla="*/ 179 w 182"/>
              <a:gd name="T1" fmla="*/ 150 h 284"/>
              <a:gd name="T2" fmla="*/ 48 w 182"/>
              <a:gd name="T3" fmla="*/ 281 h 284"/>
              <a:gd name="T4" fmla="*/ 40 w 182"/>
              <a:gd name="T5" fmla="*/ 284 h 284"/>
              <a:gd name="T6" fmla="*/ 32 w 182"/>
              <a:gd name="T7" fmla="*/ 281 h 284"/>
              <a:gd name="T8" fmla="*/ 3 w 182"/>
              <a:gd name="T9" fmla="*/ 251 h 284"/>
              <a:gd name="T10" fmla="*/ 0 w 182"/>
              <a:gd name="T11" fmla="*/ 244 h 284"/>
              <a:gd name="T12" fmla="*/ 3 w 182"/>
              <a:gd name="T13" fmla="*/ 236 h 284"/>
              <a:gd name="T14" fmla="*/ 96 w 182"/>
              <a:gd name="T15" fmla="*/ 142 h 284"/>
              <a:gd name="T16" fmla="*/ 3 w 182"/>
              <a:gd name="T17" fmla="*/ 49 h 284"/>
              <a:gd name="T18" fmla="*/ 0 w 182"/>
              <a:gd name="T19" fmla="*/ 41 h 284"/>
              <a:gd name="T20" fmla="*/ 3 w 182"/>
              <a:gd name="T21" fmla="*/ 33 h 284"/>
              <a:gd name="T22" fmla="*/ 32 w 182"/>
              <a:gd name="T23" fmla="*/ 4 h 284"/>
              <a:gd name="T24" fmla="*/ 40 w 182"/>
              <a:gd name="T25" fmla="*/ 0 h 284"/>
              <a:gd name="T26" fmla="*/ 48 w 182"/>
              <a:gd name="T27" fmla="*/ 4 h 284"/>
              <a:gd name="T28" fmla="*/ 179 w 182"/>
              <a:gd name="T29" fmla="*/ 134 h 284"/>
              <a:gd name="T30" fmla="*/ 182 w 182"/>
              <a:gd name="T31" fmla="*/ 142 h 284"/>
              <a:gd name="T32" fmla="*/ 179 w 182"/>
              <a:gd name="T33" fmla="*/ 150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82" h="284">
                <a:moveTo>
                  <a:pt x="179" y="150"/>
                </a:moveTo>
                <a:cubicBezTo>
                  <a:pt x="48" y="281"/>
                  <a:pt x="48" y="281"/>
                  <a:pt x="48" y="281"/>
                </a:cubicBezTo>
                <a:cubicBezTo>
                  <a:pt x="46" y="283"/>
                  <a:pt x="43" y="284"/>
                  <a:pt x="40" y="284"/>
                </a:cubicBezTo>
                <a:cubicBezTo>
                  <a:pt x="37" y="284"/>
                  <a:pt x="34" y="283"/>
                  <a:pt x="32" y="281"/>
                </a:cubicBezTo>
                <a:cubicBezTo>
                  <a:pt x="3" y="251"/>
                  <a:pt x="3" y="251"/>
                  <a:pt x="3" y="251"/>
                </a:cubicBezTo>
                <a:cubicBezTo>
                  <a:pt x="1" y="249"/>
                  <a:pt x="0" y="247"/>
                  <a:pt x="0" y="244"/>
                </a:cubicBezTo>
                <a:cubicBezTo>
                  <a:pt x="0" y="241"/>
                  <a:pt x="1" y="238"/>
                  <a:pt x="3" y="236"/>
                </a:cubicBezTo>
                <a:cubicBezTo>
                  <a:pt x="96" y="142"/>
                  <a:pt x="96" y="142"/>
                  <a:pt x="96" y="142"/>
                </a:cubicBezTo>
                <a:cubicBezTo>
                  <a:pt x="3" y="49"/>
                  <a:pt x="3" y="49"/>
                  <a:pt x="3" y="49"/>
                </a:cubicBezTo>
                <a:cubicBezTo>
                  <a:pt x="1" y="47"/>
                  <a:pt x="0" y="44"/>
                  <a:pt x="0" y="41"/>
                </a:cubicBezTo>
                <a:cubicBezTo>
                  <a:pt x="0" y="38"/>
                  <a:pt x="1" y="35"/>
                  <a:pt x="3" y="33"/>
                </a:cubicBezTo>
                <a:cubicBezTo>
                  <a:pt x="32" y="4"/>
                  <a:pt x="32" y="4"/>
                  <a:pt x="32" y="4"/>
                </a:cubicBezTo>
                <a:cubicBezTo>
                  <a:pt x="34" y="1"/>
                  <a:pt x="37" y="0"/>
                  <a:pt x="40" y="0"/>
                </a:cubicBezTo>
                <a:cubicBezTo>
                  <a:pt x="43" y="0"/>
                  <a:pt x="46" y="1"/>
                  <a:pt x="48" y="4"/>
                </a:cubicBezTo>
                <a:cubicBezTo>
                  <a:pt x="179" y="134"/>
                  <a:pt x="179" y="134"/>
                  <a:pt x="179" y="134"/>
                </a:cubicBezTo>
                <a:cubicBezTo>
                  <a:pt x="181" y="137"/>
                  <a:pt x="182" y="139"/>
                  <a:pt x="182" y="142"/>
                </a:cubicBezTo>
                <a:cubicBezTo>
                  <a:pt x="182" y="145"/>
                  <a:pt x="181" y="148"/>
                  <a:pt x="179" y="1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54"/>
          <p:cNvSpPr>
            <a:spLocks/>
          </p:cNvSpPr>
          <p:nvPr/>
        </p:nvSpPr>
        <p:spPr bwMode="auto">
          <a:xfrm>
            <a:off x="2005013" y="3808413"/>
            <a:ext cx="306388" cy="195263"/>
          </a:xfrm>
          <a:custGeom>
            <a:avLst/>
            <a:gdLst>
              <a:gd name="T0" fmla="*/ 281 w 284"/>
              <a:gd name="T1" fmla="*/ 150 h 182"/>
              <a:gd name="T2" fmla="*/ 252 w 284"/>
              <a:gd name="T3" fmla="*/ 179 h 182"/>
              <a:gd name="T4" fmla="*/ 244 w 284"/>
              <a:gd name="T5" fmla="*/ 182 h 182"/>
              <a:gd name="T6" fmla="*/ 236 w 284"/>
              <a:gd name="T7" fmla="*/ 179 h 182"/>
              <a:gd name="T8" fmla="*/ 142 w 284"/>
              <a:gd name="T9" fmla="*/ 85 h 182"/>
              <a:gd name="T10" fmla="*/ 49 w 284"/>
              <a:gd name="T11" fmla="*/ 179 h 182"/>
              <a:gd name="T12" fmla="*/ 41 w 284"/>
              <a:gd name="T13" fmla="*/ 182 h 182"/>
              <a:gd name="T14" fmla="*/ 33 w 284"/>
              <a:gd name="T15" fmla="*/ 179 h 182"/>
              <a:gd name="T16" fmla="*/ 4 w 284"/>
              <a:gd name="T17" fmla="*/ 150 h 182"/>
              <a:gd name="T18" fmla="*/ 0 w 284"/>
              <a:gd name="T19" fmla="*/ 142 h 182"/>
              <a:gd name="T20" fmla="*/ 4 w 284"/>
              <a:gd name="T21" fmla="*/ 134 h 182"/>
              <a:gd name="T22" fmla="*/ 134 w 284"/>
              <a:gd name="T23" fmla="*/ 3 h 182"/>
              <a:gd name="T24" fmla="*/ 142 w 284"/>
              <a:gd name="T25" fmla="*/ 0 h 182"/>
              <a:gd name="T26" fmla="*/ 150 w 284"/>
              <a:gd name="T27" fmla="*/ 3 h 182"/>
              <a:gd name="T28" fmla="*/ 281 w 284"/>
              <a:gd name="T29" fmla="*/ 134 h 182"/>
              <a:gd name="T30" fmla="*/ 284 w 284"/>
              <a:gd name="T31" fmla="*/ 142 h 182"/>
              <a:gd name="T32" fmla="*/ 281 w 284"/>
              <a:gd name="T33" fmla="*/ 15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4" h="182">
                <a:moveTo>
                  <a:pt x="281" y="150"/>
                </a:moveTo>
                <a:cubicBezTo>
                  <a:pt x="252" y="179"/>
                  <a:pt x="252" y="179"/>
                  <a:pt x="252" y="179"/>
                </a:cubicBezTo>
                <a:cubicBezTo>
                  <a:pt x="249" y="181"/>
                  <a:pt x="247" y="182"/>
                  <a:pt x="244" y="182"/>
                </a:cubicBezTo>
                <a:cubicBezTo>
                  <a:pt x="241" y="182"/>
                  <a:pt x="238" y="181"/>
                  <a:pt x="236" y="179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49" y="179"/>
                  <a:pt x="49" y="179"/>
                  <a:pt x="49" y="179"/>
                </a:cubicBezTo>
                <a:cubicBezTo>
                  <a:pt x="47" y="181"/>
                  <a:pt x="44" y="182"/>
                  <a:pt x="41" y="182"/>
                </a:cubicBezTo>
                <a:cubicBezTo>
                  <a:pt x="38" y="182"/>
                  <a:pt x="35" y="181"/>
                  <a:pt x="33" y="179"/>
                </a:cubicBezTo>
                <a:cubicBezTo>
                  <a:pt x="4" y="150"/>
                  <a:pt x="4" y="150"/>
                  <a:pt x="4" y="150"/>
                </a:cubicBezTo>
                <a:cubicBezTo>
                  <a:pt x="2" y="148"/>
                  <a:pt x="0" y="145"/>
                  <a:pt x="0" y="142"/>
                </a:cubicBezTo>
                <a:cubicBezTo>
                  <a:pt x="0" y="139"/>
                  <a:pt x="2" y="136"/>
                  <a:pt x="4" y="134"/>
                </a:cubicBezTo>
                <a:cubicBezTo>
                  <a:pt x="134" y="3"/>
                  <a:pt x="134" y="3"/>
                  <a:pt x="134" y="3"/>
                </a:cubicBezTo>
                <a:cubicBezTo>
                  <a:pt x="137" y="1"/>
                  <a:pt x="139" y="0"/>
                  <a:pt x="142" y="0"/>
                </a:cubicBezTo>
                <a:cubicBezTo>
                  <a:pt x="145" y="0"/>
                  <a:pt x="148" y="1"/>
                  <a:pt x="150" y="3"/>
                </a:cubicBezTo>
                <a:cubicBezTo>
                  <a:pt x="281" y="134"/>
                  <a:pt x="281" y="134"/>
                  <a:pt x="281" y="134"/>
                </a:cubicBezTo>
                <a:cubicBezTo>
                  <a:pt x="283" y="136"/>
                  <a:pt x="284" y="139"/>
                  <a:pt x="284" y="142"/>
                </a:cubicBezTo>
                <a:cubicBezTo>
                  <a:pt x="284" y="145"/>
                  <a:pt x="283" y="148"/>
                  <a:pt x="281" y="1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55"/>
          <p:cNvSpPr>
            <a:spLocks noEditPoints="1"/>
          </p:cNvSpPr>
          <p:nvPr/>
        </p:nvSpPr>
        <p:spPr bwMode="auto">
          <a:xfrm>
            <a:off x="2482851" y="3752850"/>
            <a:ext cx="219075" cy="306388"/>
          </a:xfrm>
          <a:custGeom>
            <a:avLst/>
            <a:gdLst>
              <a:gd name="T0" fmla="*/ 198 w 203"/>
              <a:gd name="T1" fmla="*/ 68 h 284"/>
              <a:gd name="T2" fmla="*/ 147 w 203"/>
              <a:gd name="T3" fmla="*/ 120 h 284"/>
              <a:gd name="T4" fmla="*/ 147 w 203"/>
              <a:gd name="T5" fmla="*/ 265 h 284"/>
              <a:gd name="T6" fmla="*/ 141 w 203"/>
              <a:gd name="T7" fmla="*/ 279 h 284"/>
              <a:gd name="T8" fmla="*/ 127 w 203"/>
              <a:gd name="T9" fmla="*/ 284 h 284"/>
              <a:gd name="T10" fmla="*/ 113 w 203"/>
              <a:gd name="T11" fmla="*/ 279 h 284"/>
              <a:gd name="T12" fmla="*/ 107 w 203"/>
              <a:gd name="T13" fmla="*/ 265 h 284"/>
              <a:gd name="T14" fmla="*/ 107 w 203"/>
              <a:gd name="T15" fmla="*/ 197 h 284"/>
              <a:gd name="T16" fmla="*/ 96 w 203"/>
              <a:gd name="T17" fmla="*/ 197 h 284"/>
              <a:gd name="T18" fmla="*/ 96 w 203"/>
              <a:gd name="T19" fmla="*/ 265 h 284"/>
              <a:gd name="T20" fmla="*/ 90 w 203"/>
              <a:gd name="T21" fmla="*/ 279 h 284"/>
              <a:gd name="T22" fmla="*/ 76 w 203"/>
              <a:gd name="T23" fmla="*/ 284 h 284"/>
              <a:gd name="T24" fmla="*/ 63 w 203"/>
              <a:gd name="T25" fmla="*/ 279 h 284"/>
              <a:gd name="T26" fmla="*/ 57 w 203"/>
              <a:gd name="T27" fmla="*/ 265 h 284"/>
              <a:gd name="T28" fmla="*/ 57 w 203"/>
              <a:gd name="T29" fmla="*/ 120 h 284"/>
              <a:gd name="T30" fmla="*/ 5 w 203"/>
              <a:gd name="T31" fmla="*/ 68 h 284"/>
              <a:gd name="T32" fmla="*/ 0 w 203"/>
              <a:gd name="T33" fmla="*/ 56 h 284"/>
              <a:gd name="T34" fmla="*/ 5 w 203"/>
              <a:gd name="T35" fmla="*/ 44 h 284"/>
              <a:gd name="T36" fmla="*/ 17 w 203"/>
              <a:gd name="T37" fmla="*/ 39 h 284"/>
              <a:gd name="T38" fmla="*/ 29 w 203"/>
              <a:gd name="T39" fmla="*/ 44 h 284"/>
              <a:gd name="T40" fmla="*/ 69 w 203"/>
              <a:gd name="T41" fmla="*/ 84 h 284"/>
              <a:gd name="T42" fmla="*/ 134 w 203"/>
              <a:gd name="T43" fmla="*/ 84 h 284"/>
              <a:gd name="T44" fmla="*/ 174 w 203"/>
              <a:gd name="T45" fmla="*/ 44 h 284"/>
              <a:gd name="T46" fmla="*/ 186 w 203"/>
              <a:gd name="T47" fmla="*/ 39 h 284"/>
              <a:gd name="T48" fmla="*/ 198 w 203"/>
              <a:gd name="T49" fmla="*/ 44 h 284"/>
              <a:gd name="T50" fmla="*/ 203 w 203"/>
              <a:gd name="T51" fmla="*/ 56 h 284"/>
              <a:gd name="T52" fmla="*/ 198 w 203"/>
              <a:gd name="T53" fmla="*/ 68 h 284"/>
              <a:gd name="T54" fmla="*/ 141 w 203"/>
              <a:gd name="T55" fmla="*/ 39 h 284"/>
              <a:gd name="T56" fmla="*/ 130 w 203"/>
              <a:gd name="T57" fmla="*/ 67 h 284"/>
              <a:gd name="T58" fmla="*/ 102 w 203"/>
              <a:gd name="T59" fmla="*/ 79 h 284"/>
              <a:gd name="T60" fmla="*/ 74 w 203"/>
              <a:gd name="T61" fmla="*/ 67 h 284"/>
              <a:gd name="T62" fmla="*/ 62 w 203"/>
              <a:gd name="T63" fmla="*/ 39 h 284"/>
              <a:gd name="T64" fmla="*/ 74 w 203"/>
              <a:gd name="T65" fmla="*/ 12 h 284"/>
              <a:gd name="T66" fmla="*/ 102 w 203"/>
              <a:gd name="T67" fmla="*/ 0 h 284"/>
              <a:gd name="T68" fmla="*/ 130 w 203"/>
              <a:gd name="T69" fmla="*/ 12 h 284"/>
              <a:gd name="T70" fmla="*/ 141 w 203"/>
              <a:gd name="T71" fmla="*/ 39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3" h="284">
                <a:moveTo>
                  <a:pt x="198" y="68"/>
                </a:moveTo>
                <a:cubicBezTo>
                  <a:pt x="147" y="120"/>
                  <a:pt x="147" y="120"/>
                  <a:pt x="147" y="120"/>
                </a:cubicBezTo>
                <a:cubicBezTo>
                  <a:pt x="147" y="265"/>
                  <a:pt x="147" y="265"/>
                  <a:pt x="147" y="265"/>
                </a:cubicBezTo>
                <a:cubicBezTo>
                  <a:pt x="147" y="270"/>
                  <a:pt x="145" y="275"/>
                  <a:pt x="141" y="279"/>
                </a:cubicBezTo>
                <a:cubicBezTo>
                  <a:pt x="137" y="282"/>
                  <a:pt x="133" y="284"/>
                  <a:pt x="127" y="284"/>
                </a:cubicBezTo>
                <a:cubicBezTo>
                  <a:pt x="122" y="284"/>
                  <a:pt x="117" y="282"/>
                  <a:pt x="113" y="279"/>
                </a:cubicBezTo>
                <a:cubicBezTo>
                  <a:pt x="109" y="275"/>
                  <a:pt x="107" y="270"/>
                  <a:pt x="107" y="265"/>
                </a:cubicBezTo>
                <a:cubicBezTo>
                  <a:pt x="107" y="197"/>
                  <a:pt x="107" y="197"/>
                  <a:pt x="107" y="197"/>
                </a:cubicBezTo>
                <a:cubicBezTo>
                  <a:pt x="96" y="197"/>
                  <a:pt x="96" y="197"/>
                  <a:pt x="96" y="197"/>
                </a:cubicBezTo>
                <a:cubicBezTo>
                  <a:pt x="96" y="265"/>
                  <a:pt x="96" y="265"/>
                  <a:pt x="96" y="265"/>
                </a:cubicBezTo>
                <a:cubicBezTo>
                  <a:pt x="96" y="270"/>
                  <a:pt x="94" y="275"/>
                  <a:pt x="90" y="279"/>
                </a:cubicBezTo>
                <a:cubicBezTo>
                  <a:pt x="86" y="282"/>
                  <a:pt x="82" y="284"/>
                  <a:pt x="76" y="284"/>
                </a:cubicBezTo>
                <a:cubicBezTo>
                  <a:pt x="71" y="284"/>
                  <a:pt x="66" y="282"/>
                  <a:pt x="63" y="279"/>
                </a:cubicBezTo>
                <a:cubicBezTo>
                  <a:pt x="59" y="275"/>
                  <a:pt x="57" y="270"/>
                  <a:pt x="57" y="265"/>
                </a:cubicBezTo>
                <a:cubicBezTo>
                  <a:pt x="57" y="120"/>
                  <a:pt x="57" y="120"/>
                  <a:pt x="57" y="120"/>
                </a:cubicBezTo>
                <a:cubicBezTo>
                  <a:pt x="5" y="68"/>
                  <a:pt x="5" y="68"/>
                  <a:pt x="5" y="68"/>
                </a:cubicBezTo>
                <a:cubicBezTo>
                  <a:pt x="2" y="65"/>
                  <a:pt x="0" y="61"/>
                  <a:pt x="0" y="56"/>
                </a:cubicBezTo>
                <a:cubicBezTo>
                  <a:pt x="0" y="52"/>
                  <a:pt x="2" y="48"/>
                  <a:pt x="5" y="44"/>
                </a:cubicBezTo>
                <a:cubicBezTo>
                  <a:pt x="9" y="41"/>
                  <a:pt x="13" y="39"/>
                  <a:pt x="17" y="39"/>
                </a:cubicBezTo>
                <a:cubicBezTo>
                  <a:pt x="22" y="39"/>
                  <a:pt x="26" y="41"/>
                  <a:pt x="29" y="44"/>
                </a:cubicBezTo>
                <a:cubicBezTo>
                  <a:pt x="69" y="84"/>
                  <a:pt x="69" y="84"/>
                  <a:pt x="69" y="84"/>
                </a:cubicBezTo>
                <a:cubicBezTo>
                  <a:pt x="134" y="84"/>
                  <a:pt x="134" y="84"/>
                  <a:pt x="134" y="84"/>
                </a:cubicBezTo>
                <a:cubicBezTo>
                  <a:pt x="174" y="44"/>
                  <a:pt x="174" y="44"/>
                  <a:pt x="174" y="44"/>
                </a:cubicBezTo>
                <a:cubicBezTo>
                  <a:pt x="178" y="41"/>
                  <a:pt x="182" y="39"/>
                  <a:pt x="186" y="39"/>
                </a:cubicBezTo>
                <a:cubicBezTo>
                  <a:pt x="191" y="39"/>
                  <a:pt x="195" y="41"/>
                  <a:pt x="198" y="44"/>
                </a:cubicBezTo>
                <a:cubicBezTo>
                  <a:pt x="202" y="48"/>
                  <a:pt x="203" y="52"/>
                  <a:pt x="203" y="56"/>
                </a:cubicBezTo>
                <a:cubicBezTo>
                  <a:pt x="203" y="61"/>
                  <a:pt x="202" y="65"/>
                  <a:pt x="198" y="68"/>
                </a:cubicBezTo>
                <a:close/>
                <a:moveTo>
                  <a:pt x="141" y="39"/>
                </a:moveTo>
                <a:cubicBezTo>
                  <a:pt x="141" y="50"/>
                  <a:pt x="137" y="60"/>
                  <a:pt x="130" y="67"/>
                </a:cubicBezTo>
                <a:cubicBezTo>
                  <a:pt x="122" y="75"/>
                  <a:pt x="113" y="79"/>
                  <a:pt x="102" y="79"/>
                </a:cubicBezTo>
                <a:cubicBezTo>
                  <a:pt x="91" y="79"/>
                  <a:pt x="82" y="75"/>
                  <a:pt x="74" y="67"/>
                </a:cubicBezTo>
                <a:cubicBezTo>
                  <a:pt x="66" y="60"/>
                  <a:pt x="62" y="50"/>
                  <a:pt x="62" y="39"/>
                </a:cubicBezTo>
                <a:cubicBezTo>
                  <a:pt x="62" y="28"/>
                  <a:pt x="66" y="19"/>
                  <a:pt x="74" y="12"/>
                </a:cubicBezTo>
                <a:cubicBezTo>
                  <a:pt x="82" y="4"/>
                  <a:pt x="91" y="0"/>
                  <a:pt x="102" y="0"/>
                </a:cubicBezTo>
                <a:cubicBezTo>
                  <a:pt x="113" y="0"/>
                  <a:pt x="122" y="4"/>
                  <a:pt x="130" y="12"/>
                </a:cubicBezTo>
                <a:cubicBezTo>
                  <a:pt x="137" y="19"/>
                  <a:pt x="141" y="28"/>
                  <a:pt x="141" y="3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56"/>
          <p:cNvSpPr>
            <a:spLocks/>
          </p:cNvSpPr>
          <p:nvPr/>
        </p:nvSpPr>
        <p:spPr bwMode="auto">
          <a:xfrm>
            <a:off x="2879726" y="3760788"/>
            <a:ext cx="292100" cy="290513"/>
          </a:xfrm>
          <a:custGeom>
            <a:avLst/>
            <a:gdLst>
              <a:gd name="T0" fmla="*/ 271 w 271"/>
              <a:gd name="T1" fmla="*/ 135 h 270"/>
              <a:gd name="T2" fmla="*/ 252 w 271"/>
              <a:gd name="T3" fmla="*/ 203 h 270"/>
              <a:gd name="T4" fmla="*/ 203 w 271"/>
              <a:gd name="T5" fmla="*/ 252 h 270"/>
              <a:gd name="T6" fmla="*/ 135 w 271"/>
              <a:gd name="T7" fmla="*/ 270 h 270"/>
              <a:gd name="T8" fmla="*/ 67 w 271"/>
              <a:gd name="T9" fmla="*/ 252 h 270"/>
              <a:gd name="T10" fmla="*/ 18 w 271"/>
              <a:gd name="T11" fmla="*/ 203 h 270"/>
              <a:gd name="T12" fmla="*/ 0 w 271"/>
              <a:gd name="T13" fmla="*/ 135 h 270"/>
              <a:gd name="T14" fmla="*/ 18 w 271"/>
              <a:gd name="T15" fmla="*/ 67 h 270"/>
              <a:gd name="T16" fmla="*/ 67 w 271"/>
              <a:gd name="T17" fmla="*/ 18 h 270"/>
              <a:gd name="T18" fmla="*/ 135 w 271"/>
              <a:gd name="T19" fmla="*/ 0 h 270"/>
              <a:gd name="T20" fmla="*/ 203 w 271"/>
              <a:gd name="T21" fmla="*/ 18 h 270"/>
              <a:gd name="T22" fmla="*/ 252 w 271"/>
              <a:gd name="T23" fmla="*/ 67 h 270"/>
              <a:gd name="T24" fmla="*/ 271 w 271"/>
              <a:gd name="T25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1" h="270">
                <a:moveTo>
                  <a:pt x="271" y="135"/>
                </a:moveTo>
                <a:cubicBezTo>
                  <a:pt x="271" y="160"/>
                  <a:pt x="264" y="182"/>
                  <a:pt x="252" y="203"/>
                </a:cubicBezTo>
                <a:cubicBezTo>
                  <a:pt x="240" y="224"/>
                  <a:pt x="224" y="240"/>
                  <a:pt x="203" y="252"/>
                </a:cubicBezTo>
                <a:cubicBezTo>
                  <a:pt x="182" y="264"/>
                  <a:pt x="160" y="270"/>
                  <a:pt x="135" y="270"/>
                </a:cubicBezTo>
                <a:cubicBezTo>
                  <a:pt x="111" y="270"/>
                  <a:pt x="88" y="264"/>
                  <a:pt x="67" y="252"/>
                </a:cubicBezTo>
                <a:cubicBezTo>
                  <a:pt x="47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7" y="30"/>
                  <a:pt x="67" y="18"/>
                </a:cubicBezTo>
                <a:cubicBezTo>
                  <a:pt x="88" y="6"/>
                  <a:pt x="111" y="0"/>
                  <a:pt x="135" y="0"/>
                </a:cubicBezTo>
                <a:cubicBezTo>
                  <a:pt x="160" y="0"/>
                  <a:pt x="182" y="6"/>
                  <a:pt x="203" y="18"/>
                </a:cubicBezTo>
                <a:cubicBezTo>
                  <a:pt x="224" y="30"/>
                  <a:pt x="240" y="47"/>
                  <a:pt x="252" y="67"/>
                </a:cubicBezTo>
                <a:cubicBezTo>
                  <a:pt x="264" y="88"/>
                  <a:pt x="271" y="111"/>
                  <a:pt x="271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57"/>
          <p:cNvSpPr>
            <a:spLocks noEditPoints="1"/>
          </p:cNvSpPr>
          <p:nvPr/>
        </p:nvSpPr>
        <p:spPr bwMode="auto">
          <a:xfrm>
            <a:off x="3314701" y="3760788"/>
            <a:ext cx="290513" cy="290513"/>
          </a:xfrm>
          <a:custGeom>
            <a:avLst/>
            <a:gdLst>
              <a:gd name="T0" fmla="*/ 135 w 270"/>
              <a:gd name="T1" fmla="*/ 39 h 270"/>
              <a:gd name="T2" fmla="*/ 87 w 270"/>
              <a:gd name="T3" fmla="*/ 52 h 270"/>
              <a:gd name="T4" fmla="*/ 52 w 270"/>
              <a:gd name="T5" fmla="*/ 87 h 270"/>
              <a:gd name="T6" fmla="*/ 39 w 270"/>
              <a:gd name="T7" fmla="*/ 135 h 270"/>
              <a:gd name="T8" fmla="*/ 52 w 270"/>
              <a:gd name="T9" fmla="*/ 183 h 270"/>
              <a:gd name="T10" fmla="*/ 87 w 270"/>
              <a:gd name="T11" fmla="*/ 218 h 270"/>
              <a:gd name="T12" fmla="*/ 135 w 270"/>
              <a:gd name="T13" fmla="*/ 231 h 270"/>
              <a:gd name="T14" fmla="*/ 183 w 270"/>
              <a:gd name="T15" fmla="*/ 218 h 270"/>
              <a:gd name="T16" fmla="*/ 218 w 270"/>
              <a:gd name="T17" fmla="*/ 183 h 270"/>
              <a:gd name="T18" fmla="*/ 231 w 270"/>
              <a:gd name="T19" fmla="*/ 135 h 270"/>
              <a:gd name="T20" fmla="*/ 218 w 270"/>
              <a:gd name="T21" fmla="*/ 87 h 270"/>
              <a:gd name="T22" fmla="*/ 183 w 270"/>
              <a:gd name="T23" fmla="*/ 52 h 270"/>
              <a:gd name="T24" fmla="*/ 135 w 270"/>
              <a:gd name="T25" fmla="*/ 39 h 270"/>
              <a:gd name="T26" fmla="*/ 270 w 270"/>
              <a:gd name="T27" fmla="*/ 135 h 270"/>
              <a:gd name="T28" fmla="*/ 252 w 270"/>
              <a:gd name="T29" fmla="*/ 203 h 270"/>
              <a:gd name="T30" fmla="*/ 203 w 270"/>
              <a:gd name="T31" fmla="*/ 252 h 270"/>
              <a:gd name="T32" fmla="*/ 135 w 270"/>
              <a:gd name="T33" fmla="*/ 270 h 270"/>
              <a:gd name="T34" fmla="*/ 67 w 270"/>
              <a:gd name="T35" fmla="*/ 252 h 270"/>
              <a:gd name="T36" fmla="*/ 18 w 270"/>
              <a:gd name="T37" fmla="*/ 203 h 270"/>
              <a:gd name="T38" fmla="*/ 0 w 270"/>
              <a:gd name="T39" fmla="*/ 135 h 270"/>
              <a:gd name="T40" fmla="*/ 18 w 270"/>
              <a:gd name="T41" fmla="*/ 67 h 270"/>
              <a:gd name="T42" fmla="*/ 67 w 270"/>
              <a:gd name="T43" fmla="*/ 18 h 270"/>
              <a:gd name="T44" fmla="*/ 135 w 270"/>
              <a:gd name="T45" fmla="*/ 0 h 270"/>
              <a:gd name="T46" fmla="*/ 203 w 270"/>
              <a:gd name="T47" fmla="*/ 18 h 270"/>
              <a:gd name="T48" fmla="*/ 252 w 270"/>
              <a:gd name="T49" fmla="*/ 67 h 270"/>
              <a:gd name="T50" fmla="*/ 270 w 270"/>
              <a:gd name="T51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70" h="270">
                <a:moveTo>
                  <a:pt x="135" y="39"/>
                </a:moveTo>
                <a:cubicBezTo>
                  <a:pt x="117" y="39"/>
                  <a:pt x="101" y="44"/>
                  <a:pt x="87" y="52"/>
                </a:cubicBezTo>
                <a:cubicBezTo>
                  <a:pt x="72" y="61"/>
                  <a:pt x="61" y="72"/>
                  <a:pt x="52" y="87"/>
                </a:cubicBezTo>
                <a:cubicBezTo>
                  <a:pt x="43" y="102"/>
                  <a:pt x="39" y="118"/>
                  <a:pt x="39" y="135"/>
                </a:cubicBezTo>
                <a:cubicBezTo>
                  <a:pt x="39" y="153"/>
                  <a:pt x="43" y="169"/>
                  <a:pt x="52" y="183"/>
                </a:cubicBezTo>
                <a:cubicBezTo>
                  <a:pt x="61" y="198"/>
                  <a:pt x="72" y="210"/>
                  <a:pt x="87" y="218"/>
                </a:cubicBezTo>
                <a:cubicBezTo>
                  <a:pt x="101" y="227"/>
                  <a:pt x="117" y="231"/>
                  <a:pt x="135" y="231"/>
                </a:cubicBezTo>
                <a:cubicBezTo>
                  <a:pt x="152" y="231"/>
                  <a:pt x="168" y="227"/>
                  <a:pt x="183" y="218"/>
                </a:cubicBezTo>
                <a:cubicBezTo>
                  <a:pt x="198" y="210"/>
                  <a:pt x="209" y="198"/>
                  <a:pt x="218" y="183"/>
                </a:cubicBezTo>
                <a:cubicBezTo>
                  <a:pt x="226" y="169"/>
                  <a:pt x="231" y="153"/>
                  <a:pt x="231" y="135"/>
                </a:cubicBezTo>
                <a:cubicBezTo>
                  <a:pt x="231" y="118"/>
                  <a:pt x="226" y="102"/>
                  <a:pt x="218" y="87"/>
                </a:cubicBezTo>
                <a:cubicBezTo>
                  <a:pt x="209" y="72"/>
                  <a:pt x="198" y="61"/>
                  <a:pt x="183" y="52"/>
                </a:cubicBezTo>
                <a:cubicBezTo>
                  <a:pt x="168" y="44"/>
                  <a:pt x="152" y="39"/>
                  <a:pt x="135" y="39"/>
                </a:cubicBezTo>
                <a:close/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6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7"/>
                  <a:pt x="252" y="67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2" name="Freeform 58"/>
          <p:cNvSpPr>
            <a:spLocks/>
          </p:cNvSpPr>
          <p:nvPr/>
        </p:nvSpPr>
        <p:spPr bwMode="auto">
          <a:xfrm>
            <a:off x="3721101" y="3736975"/>
            <a:ext cx="339725" cy="338138"/>
          </a:xfrm>
          <a:custGeom>
            <a:avLst/>
            <a:gdLst>
              <a:gd name="T0" fmla="*/ 315 w 315"/>
              <a:gd name="T1" fmla="*/ 156 h 314"/>
              <a:gd name="T2" fmla="*/ 303 w 315"/>
              <a:gd name="T3" fmla="*/ 218 h 314"/>
              <a:gd name="T4" fmla="*/ 269 w 315"/>
              <a:gd name="T5" fmla="*/ 268 h 314"/>
              <a:gd name="T6" fmla="*/ 219 w 315"/>
              <a:gd name="T7" fmla="*/ 302 h 314"/>
              <a:gd name="T8" fmla="*/ 158 w 315"/>
              <a:gd name="T9" fmla="*/ 314 h 314"/>
              <a:gd name="T10" fmla="*/ 97 w 315"/>
              <a:gd name="T11" fmla="*/ 302 h 314"/>
              <a:gd name="T12" fmla="*/ 46 w 315"/>
              <a:gd name="T13" fmla="*/ 268 h 314"/>
              <a:gd name="T14" fmla="*/ 13 w 315"/>
              <a:gd name="T15" fmla="*/ 218 h 314"/>
              <a:gd name="T16" fmla="*/ 0 w 315"/>
              <a:gd name="T17" fmla="*/ 156 h 314"/>
              <a:gd name="T18" fmla="*/ 18 w 315"/>
              <a:gd name="T19" fmla="*/ 83 h 314"/>
              <a:gd name="T20" fmla="*/ 67 w 315"/>
              <a:gd name="T21" fmla="*/ 28 h 314"/>
              <a:gd name="T22" fmla="*/ 135 w 315"/>
              <a:gd name="T23" fmla="*/ 0 h 314"/>
              <a:gd name="T24" fmla="*/ 135 w 315"/>
              <a:gd name="T25" fmla="*/ 46 h 314"/>
              <a:gd name="T26" fmla="*/ 71 w 315"/>
              <a:gd name="T27" fmla="*/ 85 h 314"/>
              <a:gd name="T28" fmla="*/ 45 w 315"/>
              <a:gd name="T29" fmla="*/ 156 h 314"/>
              <a:gd name="T30" fmla="*/ 54 w 315"/>
              <a:gd name="T31" fmla="*/ 200 h 314"/>
              <a:gd name="T32" fmla="*/ 78 w 315"/>
              <a:gd name="T33" fmla="*/ 236 h 314"/>
              <a:gd name="T34" fmla="*/ 114 w 315"/>
              <a:gd name="T35" fmla="*/ 260 h 314"/>
              <a:gd name="T36" fmla="*/ 158 w 315"/>
              <a:gd name="T37" fmla="*/ 269 h 314"/>
              <a:gd name="T38" fmla="*/ 202 w 315"/>
              <a:gd name="T39" fmla="*/ 260 h 314"/>
              <a:gd name="T40" fmla="*/ 237 w 315"/>
              <a:gd name="T41" fmla="*/ 236 h 314"/>
              <a:gd name="T42" fmla="*/ 261 w 315"/>
              <a:gd name="T43" fmla="*/ 200 h 314"/>
              <a:gd name="T44" fmla="*/ 270 w 315"/>
              <a:gd name="T45" fmla="*/ 156 h 314"/>
              <a:gd name="T46" fmla="*/ 245 w 315"/>
              <a:gd name="T47" fmla="*/ 85 h 314"/>
              <a:gd name="T48" fmla="*/ 180 w 315"/>
              <a:gd name="T49" fmla="*/ 46 h 314"/>
              <a:gd name="T50" fmla="*/ 180 w 315"/>
              <a:gd name="T51" fmla="*/ 0 h 314"/>
              <a:gd name="T52" fmla="*/ 249 w 315"/>
              <a:gd name="T53" fmla="*/ 28 h 314"/>
              <a:gd name="T54" fmla="*/ 298 w 315"/>
              <a:gd name="T55" fmla="*/ 83 h 314"/>
              <a:gd name="T56" fmla="*/ 315 w 315"/>
              <a:gd name="T57" fmla="*/ 156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15" h="314">
                <a:moveTo>
                  <a:pt x="315" y="156"/>
                </a:moveTo>
                <a:cubicBezTo>
                  <a:pt x="315" y="178"/>
                  <a:pt x="311" y="198"/>
                  <a:pt x="303" y="218"/>
                </a:cubicBezTo>
                <a:cubicBezTo>
                  <a:pt x="295" y="237"/>
                  <a:pt x="283" y="254"/>
                  <a:pt x="269" y="268"/>
                </a:cubicBezTo>
                <a:cubicBezTo>
                  <a:pt x="255" y="282"/>
                  <a:pt x="239" y="293"/>
                  <a:pt x="219" y="302"/>
                </a:cubicBezTo>
                <a:cubicBezTo>
                  <a:pt x="200" y="310"/>
                  <a:pt x="179" y="314"/>
                  <a:pt x="158" y="314"/>
                </a:cubicBezTo>
                <a:cubicBezTo>
                  <a:pt x="136" y="314"/>
                  <a:pt x="116" y="310"/>
                  <a:pt x="97" y="302"/>
                </a:cubicBezTo>
                <a:cubicBezTo>
                  <a:pt x="77" y="293"/>
                  <a:pt x="60" y="282"/>
                  <a:pt x="46" y="268"/>
                </a:cubicBezTo>
                <a:cubicBezTo>
                  <a:pt x="32" y="254"/>
                  <a:pt x="21" y="237"/>
                  <a:pt x="13" y="218"/>
                </a:cubicBezTo>
                <a:cubicBezTo>
                  <a:pt x="4" y="198"/>
                  <a:pt x="0" y="178"/>
                  <a:pt x="0" y="156"/>
                </a:cubicBezTo>
                <a:cubicBezTo>
                  <a:pt x="0" y="130"/>
                  <a:pt x="6" y="106"/>
                  <a:pt x="18" y="83"/>
                </a:cubicBezTo>
                <a:cubicBezTo>
                  <a:pt x="30" y="61"/>
                  <a:pt x="46" y="42"/>
                  <a:pt x="67" y="28"/>
                </a:cubicBezTo>
                <a:cubicBezTo>
                  <a:pt x="87" y="13"/>
                  <a:pt x="110" y="4"/>
                  <a:pt x="135" y="0"/>
                </a:cubicBezTo>
                <a:cubicBezTo>
                  <a:pt x="135" y="46"/>
                  <a:pt x="135" y="46"/>
                  <a:pt x="135" y="46"/>
                </a:cubicBezTo>
                <a:cubicBezTo>
                  <a:pt x="109" y="51"/>
                  <a:pt x="88" y="64"/>
                  <a:pt x="71" y="85"/>
                </a:cubicBezTo>
                <a:cubicBezTo>
                  <a:pt x="54" y="106"/>
                  <a:pt x="45" y="129"/>
                  <a:pt x="45" y="156"/>
                </a:cubicBezTo>
                <a:cubicBezTo>
                  <a:pt x="45" y="172"/>
                  <a:pt x="48" y="186"/>
                  <a:pt x="54" y="200"/>
                </a:cubicBezTo>
                <a:cubicBezTo>
                  <a:pt x="60" y="214"/>
                  <a:pt x="68" y="226"/>
                  <a:pt x="78" y="236"/>
                </a:cubicBezTo>
                <a:cubicBezTo>
                  <a:pt x="88" y="246"/>
                  <a:pt x="100" y="254"/>
                  <a:pt x="114" y="260"/>
                </a:cubicBezTo>
                <a:cubicBezTo>
                  <a:pt x="128" y="266"/>
                  <a:pt x="143" y="269"/>
                  <a:pt x="158" y="269"/>
                </a:cubicBezTo>
                <a:cubicBezTo>
                  <a:pt x="173" y="269"/>
                  <a:pt x="188" y="266"/>
                  <a:pt x="202" y="260"/>
                </a:cubicBezTo>
                <a:cubicBezTo>
                  <a:pt x="215" y="254"/>
                  <a:pt x="227" y="246"/>
                  <a:pt x="237" y="236"/>
                </a:cubicBezTo>
                <a:cubicBezTo>
                  <a:pt x="247" y="226"/>
                  <a:pt x="255" y="214"/>
                  <a:pt x="261" y="200"/>
                </a:cubicBezTo>
                <a:cubicBezTo>
                  <a:pt x="267" y="186"/>
                  <a:pt x="270" y="172"/>
                  <a:pt x="270" y="156"/>
                </a:cubicBezTo>
                <a:cubicBezTo>
                  <a:pt x="270" y="129"/>
                  <a:pt x="262" y="106"/>
                  <a:pt x="245" y="85"/>
                </a:cubicBezTo>
                <a:cubicBezTo>
                  <a:pt x="228" y="64"/>
                  <a:pt x="206" y="51"/>
                  <a:pt x="180" y="46"/>
                </a:cubicBezTo>
                <a:cubicBezTo>
                  <a:pt x="180" y="0"/>
                  <a:pt x="180" y="0"/>
                  <a:pt x="180" y="0"/>
                </a:cubicBezTo>
                <a:cubicBezTo>
                  <a:pt x="206" y="4"/>
                  <a:pt x="228" y="13"/>
                  <a:pt x="249" y="28"/>
                </a:cubicBezTo>
                <a:cubicBezTo>
                  <a:pt x="270" y="42"/>
                  <a:pt x="286" y="61"/>
                  <a:pt x="298" y="83"/>
                </a:cubicBezTo>
                <a:cubicBezTo>
                  <a:pt x="310" y="106"/>
                  <a:pt x="315" y="130"/>
                  <a:pt x="315" y="15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3" name="Freeform 59"/>
          <p:cNvSpPr>
            <a:spLocks noEditPoints="1"/>
          </p:cNvSpPr>
          <p:nvPr/>
        </p:nvSpPr>
        <p:spPr bwMode="auto">
          <a:xfrm>
            <a:off x="3314701" y="2457450"/>
            <a:ext cx="290513" cy="293688"/>
          </a:xfrm>
          <a:custGeom>
            <a:avLst/>
            <a:gdLst>
              <a:gd name="T0" fmla="*/ 135 w 270"/>
              <a:gd name="T1" fmla="*/ 23 h 271"/>
              <a:gd name="T2" fmla="*/ 91 w 270"/>
              <a:gd name="T3" fmla="*/ 32 h 271"/>
              <a:gd name="T4" fmla="*/ 55 w 270"/>
              <a:gd name="T5" fmla="*/ 56 h 271"/>
              <a:gd name="T6" fmla="*/ 31 w 270"/>
              <a:gd name="T7" fmla="*/ 92 h 271"/>
              <a:gd name="T8" fmla="*/ 22 w 270"/>
              <a:gd name="T9" fmla="*/ 136 h 271"/>
              <a:gd name="T10" fmla="*/ 31 w 270"/>
              <a:gd name="T11" fmla="*/ 179 h 271"/>
              <a:gd name="T12" fmla="*/ 55 w 270"/>
              <a:gd name="T13" fmla="*/ 215 h 271"/>
              <a:gd name="T14" fmla="*/ 91 w 270"/>
              <a:gd name="T15" fmla="*/ 239 h 271"/>
              <a:gd name="T16" fmla="*/ 135 w 270"/>
              <a:gd name="T17" fmla="*/ 248 h 271"/>
              <a:gd name="T18" fmla="*/ 179 w 270"/>
              <a:gd name="T19" fmla="*/ 239 h 271"/>
              <a:gd name="T20" fmla="*/ 215 w 270"/>
              <a:gd name="T21" fmla="*/ 215 h 271"/>
              <a:gd name="T22" fmla="*/ 239 w 270"/>
              <a:gd name="T23" fmla="*/ 179 h 271"/>
              <a:gd name="T24" fmla="*/ 248 w 270"/>
              <a:gd name="T25" fmla="*/ 136 h 271"/>
              <a:gd name="T26" fmla="*/ 239 w 270"/>
              <a:gd name="T27" fmla="*/ 92 h 271"/>
              <a:gd name="T28" fmla="*/ 215 w 270"/>
              <a:gd name="T29" fmla="*/ 56 h 271"/>
              <a:gd name="T30" fmla="*/ 179 w 270"/>
              <a:gd name="T31" fmla="*/ 32 h 271"/>
              <a:gd name="T32" fmla="*/ 135 w 270"/>
              <a:gd name="T33" fmla="*/ 23 h 271"/>
              <a:gd name="T34" fmla="*/ 270 w 270"/>
              <a:gd name="T35" fmla="*/ 136 h 271"/>
              <a:gd name="T36" fmla="*/ 252 w 270"/>
              <a:gd name="T37" fmla="*/ 203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3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135" y="23"/>
                </a:moveTo>
                <a:cubicBezTo>
                  <a:pt x="120" y="23"/>
                  <a:pt x="105" y="26"/>
                  <a:pt x="91" y="32"/>
                </a:cubicBezTo>
                <a:cubicBezTo>
                  <a:pt x="77" y="38"/>
                  <a:pt x="65" y="46"/>
                  <a:pt x="55" y="56"/>
                </a:cubicBezTo>
                <a:cubicBezTo>
                  <a:pt x="45" y="66"/>
                  <a:pt x="37" y="78"/>
                  <a:pt x="31" y="92"/>
                </a:cubicBezTo>
                <a:cubicBezTo>
                  <a:pt x="25" y="106"/>
                  <a:pt x="22" y="120"/>
                  <a:pt x="22" y="136"/>
                </a:cubicBezTo>
                <a:cubicBezTo>
                  <a:pt x="22" y="151"/>
                  <a:pt x="25" y="165"/>
                  <a:pt x="31" y="179"/>
                </a:cubicBezTo>
                <a:cubicBezTo>
                  <a:pt x="37" y="193"/>
                  <a:pt x="45" y="205"/>
                  <a:pt x="55" y="215"/>
                </a:cubicBezTo>
                <a:cubicBezTo>
                  <a:pt x="65" y="225"/>
                  <a:pt x="77" y="233"/>
                  <a:pt x="91" y="239"/>
                </a:cubicBezTo>
                <a:cubicBezTo>
                  <a:pt x="105" y="245"/>
                  <a:pt x="120" y="248"/>
                  <a:pt x="135" y="248"/>
                </a:cubicBezTo>
                <a:cubicBezTo>
                  <a:pt x="150" y="248"/>
                  <a:pt x="165" y="245"/>
                  <a:pt x="179" y="239"/>
                </a:cubicBezTo>
                <a:cubicBezTo>
                  <a:pt x="193" y="233"/>
                  <a:pt x="204" y="225"/>
                  <a:pt x="215" y="215"/>
                </a:cubicBezTo>
                <a:cubicBezTo>
                  <a:pt x="225" y="205"/>
                  <a:pt x="233" y="193"/>
                  <a:pt x="239" y="179"/>
                </a:cubicBezTo>
                <a:cubicBezTo>
                  <a:pt x="245" y="165"/>
                  <a:pt x="248" y="151"/>
                  <a:pt x="248" y="136"/>
                </a:cubicBezTo>
                <a:cubicBezTo>
                  <a:pt x="248" y="120"/>
                  <a:pt x="245" y="106"/>
                  <a:pt x="239" y="92"/>
                </a:cubicBezTo>
                <a:cubicBezTo>
                  <a:pt x="233" y="78"/>
                  <a:pt x="225" y="66"/>
                  <a:pt x="215" y="56"/>
                </a:cubicBezTo>
                <a:cubicBezTo>
                  <a:pt x="204" y="46"/>
                  <a:pt x="193" y="38"/>
                  <a:pt x="179" y="32"/>
                </a:cubicBezTo>
                <a:cubicBezTo>
                  <a:pt x="165" y="26"/>
                  <a:pt x="150" y="23"/>
                  <a:pt x="135" y="23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3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3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8"/>
                  <a:pt x="270" y="111"/>
                  <a:pt x="270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4" name="Freeform 60"/>
          <p:cNvSpPr>
            <a:spLocks noEditPoints="1"/>
          </p:cNvSpPr>
          <p:nvPr/>
        </p:nvSpPr>
        <p:spPr bwMode="auto">
          <a:xfrm>
            <a:off x="2855913" y="2433638"/>
            <a:ext cx="339725" cy="341313"/>
          </a:xfrm>
          <a:custGeom>
            <a:avLst/>
            <a:gdLst>
              <a:gd name="T0" fmla="*/ 135 w 315"/>
              <a:gd name="T1" fmla="*/ 293 h 315"/>
              <a:gd name="T2" fmla="*/ 293 w 315"/>
              <a:gd name="T3" fmla="*/ 293 h 315"/>
              <a:gd name="T4" fmla="*/ 293 w 315"/>
              <a:gd name="T5" fmla="*/ 180 h 315"/>
              <a:gd name="T6" fmla="*/ 219 w 315"/>
              <a:gd name="T7" fmla="*/ 180 h 315"/>
              <a:gd name="T8" fmla="*/ 207 w 315"/>
              <a:gd name="T9" fmla="*/ 175 h 315"/>
              <a:gd name="T10" fmla="*/ 202 w 315"/>
              <a:gd name="T11" fmla="*/ 163 h 315"/>
              <a:gd name="T12" fmla="*/ 202 w 315"/>
              <a:gd name="T13" fmla="*/ 90 h 315"/>
              <a:gd name="T14" fmla="*/ 135 w 315"/>
              <a:gd name="T15" fmla="*/ 90 h 315"/>
              <a:gd name="T16" fmla="*/ 135 w 315"/>
              <a:gd name="T17" fmla="*/ 293 h 315"/>
              <a:gd name="T18" fmla="*/ 180 w 315"/>
              <a:gd name="T19" fmla="*/ 39 h 315"/>
              <a:gd name="T20" fmla="*/ 180 w 315"/>
              <a:gd name="T21" fmla="*/ 28 h 315"/>
              <a:gd name="T22" fmla="*/ 178 w 315"/>
              <a:gd name="T23" fmla="*/ 24 h 315"/>
              <a:gd name="T24" fmla="*/ 174 w 315"/>
              <a:gd name="T25" fmla="*/ 22 h 315"/>
              <a:gd name="T26" fmla="*/ 50 w 315"/>
              <a:gd name="T27" fmla="*/ 22 h 315"/>
              <a:gd name="T28" fmla="*/ 46 w 315"/>
              <a:gd name="T29" fmla="*/ 24 h 315"/>
              <a:gd name="T30" fmla="*/ 45 w 315"/>
              <a:gd name="T31" fmla="*/ 28 h 315"/>
              <a:gd name="T32" fmla="*/ 45 w 315"/>
              <a:gd name="T33" fmla="*/ 39 h 315"/>
              <a:gd name="T34" fmla="*/ 46 w 315"/>
              <a:gd name="T35" fmla="*/ 43 h 315"/>
              <a:gd name="T36" fmla="*/ 50 w 315"/>
              <a:gd name="T37" fmla="*/ 45 h 315"/>
              <a:gd name="T38" fmla="*/ 174 w 315"/>
              <a:gd name="T39" fmla="*/ 45 h 315"/>
              <a:gd name="T40" fmla="*/ 178 w 315"/>
              <a:gd name="T41" fmla="*/ 43 h 315"/>
              <a:gd name="T42" fmla="*/ 180 w 315"/>
              <a:gd name="T43" fmla="*/ 39 h 315"/>
              <a:gd name="T44" fmla="*/ 225 w 315"/>
              <a:gd name="T45" fmla="*/ 158 h 315"/>
              <a:gd name="T46" fmla="*/ 278 w 315"/>
              <a:gd name="T47" fmla="*/ 158 h 315"/>
              <a:gd name="T48" fmla="*/ 225 w 315"/>
              <a:gd name="T49" fmla="*/ 105 h 315"/>
              <a:gd name="T50" fmla="*/ 225 w 315"/>
              <a:gd name="T51" fmla="*/ 158 h 315"/>
              <a:gd name="T52" fmla="*/ 315 w 315"/>
              <a:gd name="T53" fmla="*/ 180 h 315"/>
              <a:gd name="T54" fmla="*/ 315 w 315"/>
              <a:gd name="T55" fmla="*/ 298 h 315"/>
              <a:gd name="T56" fmla="*/ 310 w 315"/>
              <a:gd name="T57" fmla="*/ 310 h 315"/>
              <a:gd name="T58" fmla="*/ 298 w 315"/>
              <a:gd name="T59" fmla="*/ 315 h 315"/>
              <a:gd name="T60" fmla="*/ 129 w 315"/>
              <a:gd name="T61" fmla="*/ 315 h 315"/>
              <a:gd name="T62" fmla="*/ 117 w 315"/>
              <a:gd name="T63" fmla="*/ 310 h 315"/>
              <a:gd name="T64" fmla="*/ 112 w 315"/>
              <a:gd name="T65" fmla="*/ 298 h 315"/>
              <a:gd name="T66" fmla="*/ 112 w 315"/>
              <a:gd name="T67" fmla="*/ 270 h 315"/>
              <a:gd name="T68" fmla="*/ 17 w 315"/>
              <a:gd name="T69" fmla="*/ 270 h 315"/>
              <a:gd name="T70" fmla="*/ 5 w 315"/>
              <a:gd name="T71" fmla="*/ 265 h 315"/>
              <a:gd name="T72" fmla="*/ 0 w 315"/>
              <a:gd name="T73" fmla="*/ 253 h 315"/>
              <a:gd name="T74" fmla="*/ 0 w 315"/>
              <a:gd name="T75" fmla="*/ 17 h 315"/>
              <a:gd name="T76" fmla="*/ 5 w 315"/>
              <a:gd name="T77" fmla="*/ 5 h 315"/>
              <a:gd name="T78" fmla="*/ 17 w 315"/>
              <a:gd name="T79" fmla="*/ 0 h 315"/>
              <a:gd name="T80" fmla="*/ 208 w 315"/>
              <a:gd name="T81" fmla="*/ 0 h 315"/>
              <a:gd name="T82" fmla="*/ 220 w 315"/>
              <a:gd name="T83" fmla="*/ 5 h 315"/>
              <a:gd name="T84" fmla="*/ 225 w 315"/>
              <a:gd name="T85" fmla="*/ 17 h 315"/>
              <a:gd name="T86" fmla="*/ 225 w 315"/>
              <a:gd name="T87" fmla="*/ 75 h 315"/>
              <a:gd name="T88" fmla="*/ 231 w 315"/>
              <a:gd name="T89" fmla="*/ 79 h 315"/>
              <a:gd name="T90" fmla="*/ 303 w 315"/>
              <a:gd name="T91" fmla="*/ 151 h 315"/>
              <a:gd name="T92" fmla="*/ 312 w 315"/>
              <a:gd name="T93" fmla="*/ 165 h 315"/>
              <a:gd name="T94" fmla="*/ 315 w 315"/>
              <a:gd name="T95" fmla="*/ 180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5" h="315">
                <a:moveTo>
                  <a:pt x="135" y="293"/>
                </a:moveTo>
                <a:cubicBezTo>
                  <a:pt x="293" y="293"/>
                  <a:pt x="293" y="293"/>
                  <a:pt x="293" y="293"/>
                </a:cubicBezTo>
                <a:cubicBezTo>
                  <a:pt x="293" y="180"/>
                  <a:pt x="293" y="180"/>
                  <a:pt x="293" y="180"/>
                </a:cubicBezTo>
                <a:cubicBezTo>
                  <a:pt x="219" y="180"/>
                  <a:pt x="219" y="180"/>
                  <a:pt x="219" y="180"/>
                </a:cubicBezTo>
                <a:cubicBezTo>
                  <a:pt x="215" y="180"/>
                  <a:pt x="211" y="179"/>
                  <a:pt x="207" y="175"/>
                </a:cubicBezTo>
                <a:cubicBezTo>
                  <a:pt x="204" y="172"/>
                  <a:pt x="202" y="168"/>
                  <a:pt x="202" y="163"/>
                </a:cubicBezTo>
                <a:cubicBezTo>
                  <a:pt x="202" y="90"/>
                  <a:pt x="202" y="90"/>
                  <a:pt x="202" y="90"/>
                </a:cubicBezTo>
                <a:cubicBezTo>
                  <a:pt x="135" y="90"/>
                  <a:pt x="135" y="90"/>
                  <a:pt x="135" y="90"/>
                </a:cubicBezTo>
                <a:lnTo>
                  <a:pt x="135" y="293"/>
                </a:lnTo>
                <a:close/>
                <a:moveTo>
                  <a:pt x="180" y="39"/>
                </a:moveTo>
                <a:cubicBezTo>
                  <a:pt x="180" y="28"/>
                  <a:pt x="180" y="28"/>
                  <a:pt x="180" y="28"/>
                </a:cubicBezTo>
                <a:cubicBezTo>
                  <a:pt x="180" y="27"/>
                  <a:pt x="179" y="25"/>
                  <a:pt x="178" y="24"/>
                </a:cubicBezTo>
                <a:cubicBezTo>
                  <a:pt x="177" y="23"/>
                  <a:pt x="176" y="22"/>
                  <a:pt x="174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49" y="22"/>
                  <a:pt x="47" y="23"/>
                  <a:pt x="46" y="24"/>
                </a:cubicBezTo>
                <a:cubicBezTo>
                  <a:pt x="45" y="25"/>
                  <a:pt x="45" y="27"/>
                  <a:pt x="45" y="28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2"/>
                  <a:pt x="46" y="43"/>
                </a:cubicBezTo>
                <a:cubicBezTo>
                  <a:pt x="47" y="44"/>
                  <a:pt x="49" y="45"/>
                  <a:pt x="50" y="45"/>
                </a:cubicBezTo>
                <a:cubicBezTo>
                  <a:pt x="174" y="45"/>
                  <a:pt x="174" y="45"/>
                  <a:pt x="174" y="45"/>
                </a:cubicBezTo>
                <a:cubicBezTo>
                  <a:pt x="176" y="45"/>
                  <a:pt x="177" y="44"/>
                  <a:pt x="178" y="43"/>
                </a:cubicBezTo>
                <a:cubicBezTo>
                  <a:pt x="179" y="42"/>
                  <a:pt x="180" y="41"/>
                  <a:pt x="180" y="39"/>
                </a:cubicBezTo>
                <a:close/>
                <a:moveTo>
                  <a:pt x="225" y="158"/>
                </a:moveTo>
                <a:cubicBezTo>
                  <a:pt x="278" y="158"/>
                  <a:pt x="278" y="158"/>
                  <a:pt x="278" y="158"/>
                </a:cubicBezTo>
                <a:cubicBezTo>
                  <a:pt x="225" y="105"/>
                  <a:pt x="225" y="105"/>
                  <a:pt x="225" y="105"/>
                </a:cubicBezTo>
                <a:lnTo>
                  <a:pt x="225" y="158"/>
                </a:lnTo>
                <a:close/>
                <a:moveTo>
                  <a:pt x="315" y="180"/>
                </a:moveTo>
                <a:cubicBezTo>
                  <a:pt x="315" y="298"/>
                  <a:pt x="315" y="298"/>
                  <a:pt x="315" y="298"/>
                </a:cubicBezTo>
                <a:cubicBezTo>
                  <a:pt x="315" y="303"/>
                  <a:pt x="313" y="307"/>
                  <a:pt x="310" y="310"/>
                </a:cubicBezTo>
                <a:cubicBezTo>
                  <a:pt x="307" y="314"/>
                  <a:pt x="303" y="315"/>
                  <a:pt x="298" y="315"/>
                </a:cubicBezTo>
                <a:cubicBezTo>
                  <a:pt x="129" y="315"/>
                  <a:pt x="129" y="315"/>
                  <a:pt x="129" y="315"/>
                </a:cubicBezTo>
                <a:cubicBezTo>
                  <a:pt x="124" y="315"/>
                  <a:pt x="120" y="314"/>
                  <a:pt x="117" y="310"/>
                </a:cubicBezTo>
                <a:cubicBezTo>
                  <a:pt x="114" y="307"/>
                  <a:pt x="112" y="303"/>
                  <a:pt x="112" y="298"/>
                </a:cubicBezTo>
                <a:cubicBezTo>
                  <a:pt x="112" y="270"/>
                  <a:pt x="112" y="270"/>
                  <a:pt x="112" y="270"/>
                </a:cubicBezTo>
                <a:cubicBezTo>
                  <a:pt x="17" y="270"/>
                  <a:pt x="17" y="270"/>
                  <a:pt x="17" y="270"/>
                </a:cubicBezTo>
                <a:cubicBezTo>
                  <a:pt x="12" y="270"/>
                  <a:pt x="8" y="269"/>
                  <a:pt x="5" y="265"/>
                </a:cubicBezTo>
                <a:cubicBezTo>
                  <a:pt x="1" y="262"/>
                  <a:pt x="0" y="258"/>
                  <a:pt x="0" y="253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3" y="0"/>
                  <a:pt x="217" y="2"/>
                  <a:pt x="220" y="5"/>
                </a:cubicBezTo>
                <a:cubicBezTo>
                  <a:pt x="223" y="8"/>
                  <a:pt x="225" y="12"/>
                  <a:pt x="225" y="17"/>
                </a:cubicBezTo>
                <a:cubicBezTo>
                  <a:pt x="225" y="75"/>
                  <a:pt x="225" y="75"/>
                  <a:pt x="225" y="75"/>
                </a:cubicBezTo>
                <a:cubicBezTo>
                  <a:pt x="227" y="76"/>
                  <a:pt x="230" y="78"/>
                  <a:pt x="231" y="79"/>
                </a:cubicBezTo>
                <a:cubicBezTo>
                  <a:pt x="303" y="151"/>
                  <a:pt x="303" y="151"/>
                  <a:pt x="303" y="151"/>
                </a:cubicBezTo>
                <a:cubicBezTo>
                  <a:pt x="306" y="155"/>
                  <a:pt x="309" y="159"/>
                  <a:pt x="312" y="165"/>
                </a:cubicBezTo>
                <a:cubicBezTo>
                  <a:pt x="314" y="170"/>
                  <a:pt x="315" y="175"/>
                  <a:pt x="315" y="18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61"/>
          <p:cNvSpPr>
            <a:spLocks noEditPoints="1"/>
          </p:cNvSpPr>
          <p:nvPr/>
        </p:nvSpPr>
        <p:spPr bwMode="auto">
          <a:xfrm>
            <a:off x="2446338" y="2457450"/>
            <a:ext cx="292100" cy="293688"/>
          </a:xfrm>
          <a:custGeom>
            <a:avLst/>
            <a:gdLst>
              <a:gd name="T0" fmla="*/ 157 w 270"/>
              <a:gd name="T1" fmla="*/ 74 h 271"/>
              <a:gd name="T2" fmla="*/ 157 w 270"/>
              <a:gd name="T3" fmla="*/ 153 h 271"/>
              <a:gd name="T4" fmla="*/ 156 w 270"/>
              <a:gd name="T5" fmla="*/ 157 h 271"/>
              <a:gd name="T6" fmla="*/ 152 w 270"/>
              <a:gd name="T7" fmla="*/ 158 h 271"/>
              <a:gd name="T8" fmla="*/ 95 w 270"/>
              <a:gd name="T9" fmla="*/ 158 h 271"/>
              <a:gd name="T10" fmla="*/ 91 w 270"/>
              <a:gd name="T11" fmla="*/ 157 h 271"/>
              <a:gd name="T12" fmla="*/ 90 w 270"/>
              <a:gd name="T13" fmla="*/ 153 h 271"/>
              <a:gd name="T14" fmla="*/ 90 w 270"/>
              <a:gd name="T15" fmla="*/ 141 h 271"/>
              <a:gd name="T16" fmla="*/ 91 w 270"/>
              <a:gd name="T17" fmla="*/ 137 h 271"/>
              <a:gd name="T18" fmla="*/ 95 w 270"/>
              <a:gd name="T19" fmla="*/ 136 h 271"/>
              <a:gd name="T20" fmla="*/ 135 w 270"/>
              <a:gd name="T21" fmla="*/ 136 h 271"/>
              <a:gd name="T22" fmla="*/ 135 w 270"/>
              <a:gd name="T23" fmla="*/ 74 h 271"/>
              <a:gd name="T24" fmla="*/ 136 w 270"/>
              <a:gd name="T25" fmla="*/ 70 h 271"/>
              <a:gd name="T26" fmla="*/ 140 w 270"/>
              <a:gd name="T27" fmla="*/ 68 h 271"/>
              <a:gd name="T28" fmla="*/ 152 w 270"/>
              <a:gd name="T29" fmla="*/ 68 h 271"/>
              <a:gd name="T30" fmla="*/ 156 w 270"/>
              <a:gd name="T31" fmla="*/ 70 h 271"/>
              <a:gd name="T32" fmla="*/ 157 w 270"/>
              <a:gd name="T33" fmla="*/ 74 h 271"/>
              <a:gd name="T34" fmla="*/ 231 w 270"/>
              <a:gd name="T35" fmla="*/ 136 h 271"/>
              <a:gd name="T36" fmla="*/ 218 w 270"/>
              <a:gd name="T37" fmla="*/ 88 h 271"/>
              <a:gd name="T38" fmla="*/ 183 w 270"/>
              <a:gd name="T39" fmla="*/ 53 h 271"/>
              <a:gd name="T40" fmla="*/ 135 w 270"/>
              <a:gd name="T41" fmla="*/ 40 h 271"/>
              <a:gd name="T42" fmla="*/ 87 w 270"/>
              <a:gd name="T43" fmla="*/ 53 h 271"/>
              <a:gd name="T44" fmla="*/ 52 w 270"/>
              <a:gd name="T45" fmla="*/ 88 h 271"/>
              <a:gd name="T46" fmla="*/ 39 w 270"/>
              <a:gd name="T47" fmla="*/ 136 h 271"/>
              <a:gd name="T48" fmla="*/ 52 w 270"/>
              <a:gd name="T49" fmla="*/ 184 h 271"/>
              <a:gd name="T50" fmla="*/ 87 w 270"/>
              <a:gd name="T51" fmla="*/ 219 h 271"/>
              <a:gd name="T52" fmla="*/ 135 w 270"/>
              <a:gd name="T53" fmla="*/ 231 h 271"/>
              <a:gd name="T54" fmla="*/ 183 w 270"/>
              <a:gd name="T55" fmla="*/ 219 h 271"/>
              <a:gd name="T56" fmla="*/ 218 w 270"/>
              <a:gd name="T57" fmla="*/ 184 h 271"/>
              <a:gd name="T58" fmla="*/ 231 w 270"/>
              <a:gd name="T59" fmla="*/ 136 h 271"/>
              <a:gd name="T60" fmla="*/ 270 w 270"/>
              <a:gd name="T61" fmla="*/ 136 h 271"/>
              <a:gd name="T62" fmla="*/ 252 w 270"/>
              <a:gd name="T63" fmla="*/ 203 h 271"/>
              <a:gd name="T64" fmla="*/ 203 w 270"/>
              <a:gd name="T65" fmla="*/ 253 h 271"/>
              <a:gd name="T66" fmla="*/ 135 w 270"/>
              <a:gd name="T67" fmla="*/ 271 h 271"/>
              <a:gd name="T68" fmla="*/ 67 w 270"/>
              <a:gd name="T69" fmla="*/ 253 h 271"/>
              <a:gd name="T70" fmla="*/ 18 w 270"/>
              <a:gd name="T71" fmla="*/ 203 h 271"/>
              <a:gd name="T72" fmla="*/ 0 w 270"/>
              <a:gd name="T73" fmla="*/ 136 h 271"/>
              <a:gd name="T74" fmla="*/ 18 w 270"/>
              <a:gd name="T75" fmla="*/ 68 h 271"/>
              <a:gd name="T76" fmla="*/ 67 w 270"/>
              <a:gd name="T77" fmla="*/ 19 h 271"/>
              <a:gd name="T78" fmla="*/ 135 w 270"/>
              <a:gd name="T79" fmla="*/ 0 h 271"/>
              <a:gd name="T80" fmla="*/ 203 w 270"/>
              <a:gd name="T81" fmla="*/ 19 h 271"/>
              <a:gd name="T82" fmla="*/ 252 w 270"/>
              <a:gd name="T83" fmla="*/ 68 h 271"/>
              <a:gd name="T84" fmla="*/ 270 w 270"/>
              <a:gd name="T85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0" h="271">
                <a:moveTo>
                  <a:pt x="157" y="74"/>
                </a:moveTo>
                <a:cubicBezTo>
                  <a:pt x="157" y="153"/>
                  <a:pt x="157" y="153"/>
                  <a:pt x="157" y="153"/>
                </a:cubicBezTo>
                <a:cubicBezTo>
                  <a:pt x="157" y="154"/>
                  <a:pt x="157" y="156"/>
                  <a:pt x="156" y="157"/>
                </a:cubicBezTo>
                <a:cubicBezTo>
                  <a:pt x="155" y="158"/>
                  <a:pt x="153" y="158"/>
                  <a:pt x="152" y="158"/>
                </a:cubicBezTo>
                <a:cubicBezTo>
                  <a:pt x="95" y="158"/>
                  <a:pt x="95" y="158"/>
                  <a:pt x="95" y="158"/>
                </a:cubicBezTo>
                <a:cubicBezTo>
                  <a:pt x="94" y="158"/>
                  <a:pt x="92" y="158"/>
                  <a:pt x="91" y="157"/>
                </a:cubicBezTo>
                <a:cubicBezTo>
                  <a:pt x="90" y="156"/>
                  <a:pt x="90" y="154"/>
                  <a:pt x="90" y="153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0" y="140"/>
                  <a:pt x="90" y="138"/>
                  <a:pt x="91" y="137"/>
                </a:cubicBezTo>
                <a:cubicBezTo>
                  <a:pt x="92" y="136"/>
                  <a:pt x="94" y="136"/>
                  <a:pt x="95" y="136"/>
                </a:cubicBezTo>
                <a:cubicBezTo>
                  <a:pt x="135" y="136"/>
                  <a:pt x="135" y="136"/>
                  <a:pt x="135" y="136"/>
                </a:cubicBezTo>
                <a:cubicBezTo>
                  <a:pt x="135" y="74"/>
                  <a:pt x="135" y="74"/>
                  <a:pt x="135" y="74"/>
                </a:cubicBezTo>
                <a:cubicBezTo>
                  <a:pt x="135" y="72"/>
                  <a:pt x="135" y="71"/>
                  <a:pt x="136" y="70"/>
                </a:cubicBezTo>
                <a:cubicBezTo>
                  <a:pt x="137" y="69"/>
                  <a:pt x="139" y="68"/>
                  <a:pt x="140" y="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3" y="68"/>
                  <a:pt x="155" y="69"/>
                  <a:pt x="156" y="70"/>
                </a:cubicBezTo>
                <a:cubicBezTo>
                  <a:pt x="157" y="71"/>
                  <a:pt x="157" y="72"/>
                  <a:pt x="157" y="74"/>
                </a:cubicBezTo>
                <a:close/>
                <a:moveTo>
                  <a:pt x="231" y="136"/>
                </a:moveTo>
                <a:cubicBezTo>
                  <a:pt x="231" y="118"/>
                  <a:pt x="226" y="102"/>
                  <a:pt x="218" y="88"/>
                </a:cubicBezTo>
                <a:cubicBezTo>
                  <a:pt x="209" y="73"/>
                  <a:pt x="198" y="61"/>
                  <a:pt x="183" y="53"/>
                </a:cubicBezTo>
                <a:cubicBezTo>
                  <a:pt x="168" y="44"/>
                  <a:pt x="152" y="40"/>
                  <a:pt x="135" y="40"/>
                </a:cubicBezTo>
                <a:cubicBezTo>
                  <a:pt x="117" y="40"/>
                  <a:pt x="101" y="44"/>
                  <a:pt x="87" y="53"/>
                </a:cubicBezTo>
                <a:cubicBezTo>
                  <a:pt x="72" y="61"/>
                  <a:pt x="60" y="73"/>
                  <a:pt x="52" y="88"/>
                </a:cubicBezTo>
                <a:cubicBezTo>
                  <a:pt x="43" y="102"/>
                  <a:pt x="39" y="118"/>
                  <a:pt x="39" y="136"/>
                </a:cubicBezTo>
                <a:cubicBezTo>
                  <a:pt x="39" y="153"/>
                  <a:pt x="43" y="169"/>
                  <a:pt x="52" y="184"/>
                </a:cubicBezTo>
                <a:cubicBezTo>
                  <a:pt x="60" y="198"/>
                  <a:pt x="72" y="210"/>
                  <a:pt x="87" y="219"/>
                </a:cubicBezTo>
                <a:cubicBezTo>
                  <a:pt x="101" y="227"/>
                  <a:pt x="117" y="231"/>
                  <a:pt x="135" y="231"/>
                </a:cubicBezTo>
                <a:cubicBezTo>
                  <a:pt x="152" y="231"/>
                  <a:pt x="168" y="227"/>
                  <a:pt x="183" y="219"/>
                </a:cubicBezTo>
                <a:cubicBezTo>
                  <a:pt x="198" y="210"/>
                  <a:pt x="209" y="198"/>
                  <a:pt x="218" y="184"/>
                </a:cubicBezTo>
                <a:cubicBezTo>
                  <a:pt x="226" y="169"/>
                  <a:pt x="231" y="153"/>
                  <a:pt x="231" y="136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3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3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8"/>
                  <a:pt x="270" y="111"/>
                  <a:pt x="270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62"/>
          <p:cNvSpPr>
            <a:spLocks/>
          </p:cNvSpPr>
          <p:nvPr/>
        </p:nvSpPr>
        <p:spPr bwMode="auto">
          <a:xfrm>
            <a:off x="2843213" y="2905125"/>
            <a:ext cx="365125" cy="266700"/>
          </a:xfrm>
          <a:custGeom>
            <a:avLst/>
            <a:gdLst>
              <a:gd name="T0" fmla="*/ 338 w 338"/>
              <a:gd name="T1" fmla="*/ 180 h 248"/>
              <a:gd name="T2" fmla="*/ 319 w 338"/>
              <a:gd name="T3" fmla="*/ 228 h 248"/>
              <a:gd name="T4" fmla="*/ 271 w 338"/>
              <a:gd name="T5" fmla="*/ 248 h 248"/>
              <a:gd name="T6" fmla="*/ 79 w 338"/>
              <a:gd name="T7" fmla="*/ 248 h 248"/>
              <a:gd name="T8" fmla="*/ 24 w 338"/>
              <a:gd name="T9" fmla="*/ 225 h 248"/>
              <a:gd name="T10" fmla="*/ 0 w 338"/>
              <a:gd name="T11" fmla="*/ 169 h 248"/>
              <a:gd name="T12" fmla="*/ 13 w 338"/>
              <a:gd name="T13" fmla="*/ 127 h 248"/>
              <a:gd name="T14" fmla="*/ 46 w 338"/>
              <a:gd name="T15" fmla="*/ 98 h 248"/>
              <a:gd name="T16" fmla="*/ 45 w 338"/>
              <a:gd name="T17" fmla="*/ 90 h 248"/>
              <a:gd name="T18" fmla="*/ 72 w 338"/>
              <a:gd name="T19" fmla="*/ 27 h 248"/>
              <a:gd name="T20" fmla="*/ 136 w 338"/>
              <a:gd name="T21" fmla="*/ 0 h 248"/>
              <a:gd name="T22" fmla="*/ 186 w 338"/>
              <a:gd name="T23" fmla="*/ 16 h 248"/>
              <a:gd name="T24" fmla="*/ 219 w 338"/>
              <a:gd name="T25" fmla="*/ 56 h 248"/>
              <a:gd name="T26" fmla="*/ 248 w 338"/>
              <a:gd name="T27" fmla="*/ 45 h 248"/>
              <a:gd name="T28" fmla="*/ 280 w 338"/>
              <a:gd name="T29" fmla="*/ 58 h 248"/>
              <a:gd name="T30" fmla="*/ 293 w 338"/>
              <a:gd name="T31" fmla="*/ 90 h 248"/>
              <a:gd name="T32" fmla="*/ 286 w 338"/>
              <a:gd name="T33" fmla="*/ 115 h 248"/>
              <a:gd name="T34" fmla="*/ 324 w 338"/>
              <a:gd name="T35" fmla="*/ 138 h 248"/>
              <a:gd name="T36" fmla="*/ 338 w 338"/>
              <a:gd name="T37" fmla="*/ 18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38" h="248">
                <a:moveTo>
                  <a:pt x="338" y="180"/>
                </a:moveTo>
                <a:cubicBezTo>
                  <a:pt x="338" y="199"/>
                  <a:pt x="332" y="215"/>
                  <a:pt x="319" y="228"/>
                </a:cubicBezTo>
                <a:cubicBezTo>
                  <a:pt x="305" y="241"/>
                  <a:pt x="289" y="248"/>
                  <a:pt x="271" y="248"/>
                </a:cubicBezTo>
                <a:cubicBezTo>
                  <a:pt x="79" y="248"/>
                  <a:pt x="79" y="248"/>
                  <a:pt x="79" y="248"/>
                </a:cubicBezTo>
                <a:cubicBezTo>
                  <a:pt x="58" y="248"/>
                  <a:pt x="39" y="240"/>
                  <a:pt x="24" y="225"/>
                </a:cubicBezTo>
                <a:cubicBezTo>
                  <a:pt x="8" y="209"/>
                  <a:pt x="0" y="191"/>
                  <a:pt x="0" y="169"/>
                </a:cubicBezTo>
                <a:cubicBezTo>
                  <a:pt x="0" y="154"/>
                  <a:pt x="5" y="140"/>
                  <a:pt x="13" y="127"/>
                </a:cubicBezTo>
                <a:cubicBezTo>
                  <a:pt x="21" y="114"/>
                  <a:pt x="32" y="104"/>
                  <a:pt x="46" y="98"/>
                </a:cubicBezTo>
                <a:cubicBezTo>
                  <a:pt x="46" y="95"/>
                  <a:pt x="45" y="92"/>
                  <a:pt x="45" y="90"/>
                </a:cubicBezTo>
                <a:cubicBezTo>
                  <a:pt x="45" y="65"/>
                  <a:pt x="54" y="44"/>
                  <a:pt x="72" y="27"/>
                </a:cubicBezTo>
                <a:cubicBezTo>
                  <a:pt x="89" y="9"/>
                  <a:pt x="111" y="0"/>
                  <a:pt x="136" y="0"/>
                </a:cubicBezTo>
                <a:cubicBezTo>
                  <a:pt x="154" y="0"/>
                  <a:pt x="171" y="5"/>
                  <a:pt x="186" y="16"/>
                </a:cubicBezTo>
                <a:cubicBezTo>
                  <a:pt x="201" y="26"/>
                  <a:pt x="212" y="40"/>
                  <a:pt x="219" y="56"/>
                </a:cubicBezTo>
                <a:cubicBezTo>
                  <a:pt x="227" y="49"/>
                  <a:pt x="237" y="45"/>
                  <a:pt x="248" y="45"/>
                </a:cubicBezTo>
                <a:cubicBezTo>
                  <a:pt x="261" y="45"/>
                  <a:pt x="271" y="50"/>
                  <a:pt x="280" y="58"/>
                </a:cubicBezTo>
                <a:cubicBezTo>
                  <a:pt x="289" y="67"/>
                  <a:pt x="293" y="78"/>
                  <a:pt x="293" y="90"/>
                </a:cubicBezTo>
                <a:cubicBezTo>
                  <a:pt x="293" y="99"/>
                  <a:pt x="291" y="107"/>
                  <a:pt x="286" y="115"/>
                </a:cubicBezTo>
                <a:cubicBezTo>
                  <a:pt x="301" y="118"/>
                  <a:pt x="314" y="126"/>
                  <a:pt x="324" y="138"/>
                </a:cubicBezTo>
                <a:cubicBezTo>
                  <a:pt x="333" y="151"/>
                  <a:pt x="338" y="165"/>
                  <a:pt x="338" y="18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63"/>
          <p:cNvSpPr>
            <a:spLocks noEditPoints="1"/>
          </p:cNvSpPr>
          <p:nvPr/>
        </p:nvSpPr>
        <p:spPr bwMode="auto">
          <a:xfrm>
            <a:off x="2409826" y="2905125"/>
            <a:ext cx="365125" cy="266700"/>
          </a:xfrm>
          <a:custGeom>
            <a:avLst/>
            <a:gdLst>
              <a:gd name="T0" fmla="*/ 225 w 338"/>
              <a:gd name="T1" fmla="*/ 141 h 248"/>
              <a:gd name="T2" fmla="*/ 224 w 338"/>
              <a:gd name="T3" fmla="*/ 137 h 248"/>
              <a:gd name="T4" fmla="*/ 220 w 338"/>
              <a:gd name="T5" fmla="*/ 135 h 248"/>
              <a:gd name="T6" fmla="*/ 180 w 338"/>
              <a:gd name="T7" fmla="*/ 135 h 248"/>
              <a:gd name="T8" fmla="*/ 180 w 338"/>
              <a:gd name="T9" fmla="*/ 73 h 248"/>
              <a:gd name="T10" fmla="*/ 178 w 338"/>
              <a:gd name="T11" fmla="*/ 69 h 248"/>
              <a:gd name="T12" fmla="*/ 174 w 338"/>
              <a:gd name="T13" fmla="*/ 68 h 248"/>
              <a:gd name="T14" fmla="*/ 141 w 338"/>
              <a:gd name="T15" fmla="*/ 68 h 248"/>
              <a:gd name="T16" fmla="*/ 137 w 338"/>
              <a:gd name="T17" fmla="*/ 69 h 248"/>
              <a:gd name="T18" fmla="*/ 135 w 338"/>
              <a:gd name="T19" fmla="*/ 73 h 248"/>
              <a:gd name="T20" fmla="*/ 135 w 338"/>
              <a:gd name="T21" fmla="*/ 135 h 248"/>
              <a:gd name="T22" fmla="*/ 96 w 338"/>
              <a:gd name="T23" fmla="*/ 135 h 248"/>
              <a:gd name="T24" fmla="*/ 92 w 338"/>
              <a:gd name="T25" fmla="*/ 137 h 248"/>
              <a:gd name="T26" fmla="*/ 90 w 338"/>
              <a:gd name="T27" fmla="*/ 141 h 248"/>
              <a:gd name="T28" fmla="*/ 92 w 338"/>
              <a:gd name="T29" fmla="*/ 145 h 248"/>
              <a:gd name="T30" fmla="*/ 153 w 338"/>
              <a:gd name="T31" fmla="*/ 207 h 248"/>
              <a:gd name="T32" fmla="*/ 158 w 338"/>
              <a:gd name="T33" fmla="*/ 209 h 248"/>
              <a:gd name="T34" fmla="*/ 162 w 338"/>
              <a:gd name="T35" fmla="*/ 207 h 248"/>
              <a:gd name="T36" fmla="*/ 223 w 338"/>
              <a:gd name="T37" fmla="*/ 145 h 248"/>
              <a:gd name="T38" fmla="*/ 225 w 338"/>
              <a:gd name="T39" fmla="*/ 141 h 248"/>
              <a:gd name="T40" fmla="*/ 338 w 338"/>
              <a:gd name="T41" fmla="*/ 180 h 248"/>
              <a:gd name="T42" fmla="*/ 318 w 338"/>
              <a:gd name="T43" fmla="*/ 228 h 248"/>
              <a:gd name="T44" fmla="*/ 270 w 338"/>
              <a:gd name="T45" fmla="*/ 248 h 248"/>
              <a:gd name="T46" fmla="*/ 79 w 338"/>
              <a:gd name="T47" fmla="*/ 248 h 248"/>
              <a:gd name="T48" fmla="*/ 23 w 338"/>
              <a:gd name="T49" fmla="*/ 225 h 248"/>
              <a:gd name="T50" fmla="*/ 0 w 338"/>
              <a:gd name="T51" fmla="*/ 169 h 248"/>
              <a:gd name="T52" fmla="*/ 12 w 338"/>
              <a:gd name="T53" fmla="*/ 127 h 248"/>
              <a:gd name="T54" fmla="*/ 45 w 338"/>
              <a:gd name="T55" fmla="*/ 98 h 248"/>
              <a:gd name="T56" fmla="*/ 45 w 338"/>
              <a:gd name="T57" fmla="*/ 90 h 248"/>
              <a:gd name="T58" fmla="*/ 71 w 338"/>
              <a:gd name="T59" fmla="*/ 27 h 248"/>
              <a:gd name="T60" fmla="*/ 135 w 338"/>
              <a:gd name="T61" fmla="*/ 0 h 248"/>
              <a:gd name="T62" fmla="*/ 185 w 338"/>
              <a:gd name="T63" fmla="*/ 16 h 248"/>
              <a:gd name="T64" fmla="*/ 218 w 338"/>
              <a:gd name="T65" fmla="*/ 56 h 248"/>
              <a:gd name="T66" fmla="*/ 248 w 338"/>
              <a:gd name="T67" fmla="*/ 45 h 248"/>
              <a:gd name="T68" fmla="*/ 280 w 338"/>
              <a:gd name="T69" fmla="*/ 58 h 248"/>
              <a:gd name="T70" fmla="*/ 293 w 338"/>
              <a:gd name="T71" fmla="*/ 90 h 248"/>
              <a:gd name="T72" fmla="*/ 286 w 338"/>
              <a:gd name="T73" fmla="*/ 115 h 248"/>
              <a:gd name="T74" fmla="*/ 323 w 338"/>
              <a:gd name="T75" fmla="*/ 138 h 248"/>
              <a:gd name="T76" fmla="*/ 338 w 338"/>
              <a:gd name="T77" fmla="*/ 18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38" h="248">
                <a:moveTo>
                  <a:pt x="225" y="141"/>
                </a:moveTo>
                <a:cubicBezTo>
                  <a:pt x="225" y="139"/>
                  <a:pt x="225" y="138"/>
                  <a:pt x="224" y="137"/>
                </a:cubicBezTo>
                <a:cubicBezTo>
                  <a:pt x="222" y="136"/>
                  <a:pt x="221" y="135"/>
                  <a:pt x="220" y="135"/>
                </a:cubicBezTo>
                <a:cubicBezTo>
                  <a:pt x="180" y="135"/>
                  <a:pt x="180" y="135"/>
                  <a:pt x="180" y="135"/>
                </a:cubicBezTo>
                <a:cubicBezTo>
                  <a:pt x="180" y="73"/>
                  <a:pt x="180" y="73"/>
                  <a:pt x="180" y="73"/>
                </a:cubicBezTo>
                <a:cubicBezTo>
                  <a:pt x="180" y="72"/>
                  <a:pt x="180" y="71"/>
                  <a:pt x="178" y="69"/>
                </a:cubicBezTo>
                <a:cubicBezTo>
                  <a:pt x="177" y="68"/>
                  <a:pt x="176" y="68"/>
                  <a:pt x="174" y="68"/>
                </a:cubicBezTo>
                <a:cubicBezTo>
                  <a:pt x="141" y="68"/>
                  <a:pt x="141" y="68"/>
                  <a:pt x="141" y="68"/>
                </a:cubicBezTo>
                <a:cubicBezTo>
                  <a:pt x="139" y="68"/>
                  <a:pt x="138" y="68"/>
                  <a:pt x="137" y="69"/>
                </a:cubicBezTo>
                <a:cubicBezTo>
                  <a:pt x="136" y="71"/>
                  <a:pt x="135" y="72"/>
                  <a:pt x="135" y="73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96" y="135"/>
                  <a:pt x="96" y="135"/>
                  <a:pt x="96" y="135"/>
                </a:cubicBezTo>
                <a:cubicBezTo>
                  <a:pt x="94" y="135"/>
                  <a:pt x="93" y="136"/>
                  <a:pt x="92" y="137"/>
                </a:cubicBezTo>
                <a:cubicBezTo>
                  <a:pt x="91" y="138"/>
                  <a:pt x="90" y="140"/>
                  <a:pt x="90" y="141"/>
                </a:cubicBezTo>
                <a:cubicBezTo>
                  <a:pt x="90" y="143"/>
                  <a:pt x="90" y="144"/>
                  <a:pt x="92" y="145"/>
                </a:cubicBezTo>
                <a:cubicBezTo>
                  <a:pt x="153" y="207"/>
                  <a:pt x="153" y="207"/>
                  <a:pt x="153" y="207"/>
                </a:cubicBezTo>
                <a:cubicBezTo>
                  <a:pt x="155" y="208"/>
                  <a:pt x="156" y="209"/>
                  <a:pt x="158" y="209"/>
                </a:cubicBezTo>
                <a:cubicBezTo>
                  <a:pt x="159" y="209"/>
                  <a:pt x="161" y="208"/>
                  <a:pt x="162" y="207"/>
                </a:cubicBezTo>
                <a:cubicBezTo>
                  <a:pt x="223" y="145"/>
                  <a:pt x="223" y="145"/>
                  <a:pt x="223" y="145"/>
                </a:cubicBezTo>
                <a:cubicBezTo>
                  <a:pt x="225" y="144"/>
                  <a:pt x="225" y="142"/>
                  <a:pt x="225" y="141"/>
                </a:cubicBezTo>
                <a:close/>
                <a:moveTo>
                  <a:pt x="338" y="180"/>
                </a:moveTo>
                <a:cubicBezTo>
                  <a:pt x="338" y="199"/>
                  <a:pt x="331" y="215"/>
                  <a:pt x="318" y="228"/>
                </a:cubicBezTo>
                <a:cubicBezTo>
                  <a:pt x="305" y="241"/>
                  <a:pt x="289" y="248"/>
                  <a:pt x="270" y="248"/>
                </a:cubicBezTo>
                <a:cubicBezTo>
                  <a:pt x="79" y="248"/>
                  <a:pt x="79" y="248"/>
                  <a:pt x="79" y="248"/>
                </a:cubicBezTo>
                <a:cubicBezTo>
                  <a:pt x="57" y="248"/>
                  <a:pt x="38" y="240"/>
                  <a:pt x="23" y="225"/>
                </a:cubicBezTo>
                <a:cubicBezTo>
                  <a:pt x="8" y="209"/>
                  <a:pt x="0" y="191"/>
                  <a:pt x="0" y="169"/>
                </a:cubicBezTo>
                <a:cubicBezTo>
                  <a:pt x="0" y="154"/>
                  <a:pt x="4" y="140"/>
                  <a:pt x="12" y="127"/>
                </a:cubicBezTo>
                <a:cubicBezTo>
                  <a:pt x="20" y="114"/>
                  <a:pt x="31" y="104"/>
                  <a:pt x="45" y="98"/>
                </a:cubicBezTo>
                <a:cubicBezTo>
                  <a:pt x="45" y="94"/>
                  <a:pt x="45" y="92"/>
                  <a:pt x="45" y="90"/>
                </a:cubicBezTo>
                <a:cubicBezTo>
                  <a:pt x="45" y="65"/>
                  <a:pt x="54" y="44"/>
                  <a:pt x="71" y="27"/>
                </a:cubicBezTo>
                <a:cubicBezTo>
                  <a:pt x="89" y="9"/>
                  <a:pt x="110" y="0"/>
                  <a:pt x="135" y="0"/>
                </a:cubicBezTo>
                <a:cubicBezTo>
                  <a:pt x="153" y="0"/>
                  <a:pt x="170" y="5"/>
                  <a:pt x="185" y="16"/>
                </a:cubicBezTo>
                <a:cubicBezTo>
                  <a:pt x="200" y="26"/>
                  <a:pt x="212" y="39"/>
                  <a:pt x="218" y="56"/>
                </a:cubicBezTo>
                <a:cubicBezTo>
                  <a:pt x="227" y="49"/>
                  <a:pt x="237" y="45"/>
                  <a:pt x="248" y="45"/>
                </a:cubicBezTo>
                <a:cubicBezTo>
                  <a:pt x="260" y="45"/>
                  <a:pt x="271" y="50"/>
                  <a:pt x="280" y="58"/>
                </a:cubicBezTo>
                <a:cubicBezTo>
                  <a:pt x="288" y="67"/>
                  <a:pt x="293" y="78"/>
                  <a:pt x="293" y="90"/>
                </a:cubicBezTo>
                <a:cubicBezTo>
                  <a:pt x="293" y="99"/>
                  <a:pt x="290" y="107"/>
                  <a:pt x="286" y="115"/>
                </a:cubicBezTo>
                <a:cubicBezTo>
                  <a:pt x="301" y="118"/>
                  <a:pt x="313" y="126"/>
                  <a:pt x="323" y="138"/>
                </a:cubicBezTo>
                <a:cubicBezTo>
                  <a:pt x="333" y="151"/>
                  <a:pt x="338" y="165"/>
                  <a:pt x="338" y="18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64"/>
          <p:cNvSpPr>
            <a:spLocks noEditPoints="1"/>
          </p:cNvSpPr>
          <p:nvPr/>
        </p:nvSpPr>
        <p:spPr bwMode="auto">
          <a:xfrm>
            <a:off x="1976438" y="2905125"/>
            <a:ext cx="365125" cy="266700"/>
          </a:xfrm>
          <a:custGeom>
            <a:avLst/>
            <a:gdLst>
              <a:gd name="T0" fmla="*/ 226 w 338"/>
              <a:gd name="T1" fmla="*/ 130 h 248"/>
              <a:gd name="T2" fmla="*/ 224 w 338"/>
              <a:gd name="T3" fmla="*/ 126 h 248"/>
              <a:gd name="T4" fmla="*/ 162 w 338"/>
              <a:gd name="T5" fmla="*/ 64 h 248"/>
              <a:gd name="T6" fmla="*/ 158 w 338"/>
              <a:gd name="T7" fmla="*/ 62 h 248"/>
              <a:gd name="T8" fmla="*/ 154 w 338"/>
              <a:gd name="T9" fmla="*/ 64 h 248"/>
              <a:gd name="T10" fmla="*/ 92 w 338"/>
              <a:gd name="T11" fmla="*/ 126 h 248"/>
              <a:gd name="T12" fmla="*/ 90 w 338"/>
              <a:gd name="T13" fmla="*/ 130 h 248"/>
              <a:gd name="T14" fmla="*/ 92 w 338"/>
              <a:gd name="T15" fmla="*/ 134 h 248"/>
              <a:gd name="T16" fmla="*/ 96 w 338"/>
              <a:gd name="T17" fmla="*/ 135 h 248"/>
              <a:gd name="T18" fmla="*/ 135 w 338"/>
              <a:gd name="T19" fmla="*/ 135 h 248"/>
              <a:gd name="T20" fmla="*/ 135 w 338"/>
              <a:gd name="T21" fmla="*/ 197 h 248"/>
              <a:gd name="T22" fmla="*/ 137 w 338"/>
              <a:gd name="T23" fmla="*/ 201 h 248"/>
              <a:gd name="T24" fmla="*/ 141 w 338"/>
              <a:gd name="T25" fmla="*/ 203 h 248"/>
              <a:gd name="T26" fmla="*/ 175 w 338"/>
              <a:gd name="T27" fmla="*/ 203 h 248"/>
              <a:gd name="T28" fmla="*/ 179 w 338"/>
              <a:gd name="T29" fmla="*/ 201 h 248"/>
              <a:gd name="T30" fmla="*/ 181 w 338"/>
              <a:gd name="T31" fmla="*/ 197 h 248"/>
              <a:gd name="T32" fmla="*/ 181 w 338"/>
              <a:gd name="T33" fmla="*/ 135 h 248"/>
              <a:gd name="T34" fmla="*/ 220 w 338"/>
              <a:gd name="T35" fmla="*/ 135 h 248"/>
              <a:gd name="T36" fmla="*/ 224 w 338"/>
              <a:gd name="T37" fmla="*/ 134 h 248"/>
              <a:gd name="T38" fmla="*/ 226 w 338"/>
              <a:gd name="T39" fmla="*/ 130 h 248"/>
              <a:gd name="T40" fmla="*/ 338 w 338"/>
              <a:gd name="T41" fmla="*/ 180 h 248"/>
              <a:gd name="T42" fmla="*/ 318 w 338"/>
              <a:gd name="T43" fmla="*/ 228 h 248"/>
              <a:gd name="T44" fmla="*/ 271 w 338"/>
              <a:gd name="T45" fmla="*/ 248 h 248"/>
              <a:gd name="T46" fmla="*/ 79 w 338"/>
              <a:gd name="T47" fmla="*/ 248 h 248"/>
              <a:gd name="T48" fmla="*/ 23 w 338"/>
              <a:gd name="T49" fmla="*/ 225 h 248"/>
              <a:gd name="T50" fmla="*/ 0 w 338"/>
              <a:gd name="T51" fmla="*/ 169 h 248"/>
              <a:gd name="T52" fmla="*/ 13 w 338"/>
              <a:gd name="T53" fmla="*/ 127 h 248"/>
              <a:gd name="T54" fmla="*/ 46 w 338"/>
              <a:gd name="T55" fmla="*/ 98 h 248"/>
              <a:gd name="T56" fmla="*/ 45 w 338"/>
              <a:gd name="T57" fmla="*/ 90 h 248"/>
              <a:gd name="T58" fmla="*/ 72 w 338"/>
              <a:gd name="T59" fmla="*/ 27 h 248"/>
              <a:gd name="T60" fmla="*/ 135 w 338"/>
              <a:gd name="T61" fmla="*/ 0 h 248"/>
              <a:gd name="T62" fmla="*/ 186 w 338"/>
              <a:gd name="T63" fmla="*/ 16 h 248"/>
              <a:gd name="T64" fmla="*/ 219 w 338"/>
              <a:gd name="T65" fmla="*/ 56 h 248"/>
              <a:gd name="T66" fmla="*/ 248 w 338"/>
              <a:gd name="T67" fmla="*/ 45 h 248"/>
              <a:gd name="T68" fmla="*/ 280 w 338"/>
              <a:gd name="T69" fmla="*/ 58 h 248"/>
              <a:gd name="T70" fmla="*/ 293 w 338"/>
              <a:gd name="T71" fmla="*/ 90 h 248"/>
              <a:gd name="T72" fmla="*/ 286 w 338"/>
              <a:gd name="T73" fmla="*/ 115 h 248"/>
              <a:gd name="T74" fmla="*/ 324 w 338"/>
              <a:gd name="T75" fmla="*/ 138 h 248"/>
              <a:gd name="T76" fmla="*/ 338 w 338"/>
              <a:gd name="T77" fmla="*/ 18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38" h="248">
                <a:moveTo>
                  <a:pt x="226" y="130"/>
                </a:moveTo>
                <a:cubicBezTo>
                  <a:pt x="226" y="128"/>
                  <a:pt x="225" y="127"/>
                  <a:pt x="224" y="126"/>
                </a:cubicBezTo>
                <a:cubicBezTo>
                  <a:pt x="162" y="64"/>
                  <a:pt x="162" y="64"/>
                  <a:pt x="162" y="64"/>
                </a:cubicBezTo>
                <a:cubicBezTo>
                  <a:pt x="161" y="63"/>
                  <a:pt x="160" y="62"/>
                  <a:pt x="158" y="62"/>
                </a:cubicBezTo>
                <a:cubicBezTo>
                  <a:pt x="156" y="62"/>
                  <a:pt x="155" y="63"/>
                  <a:pt x="154" y="64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1" y="127"/>
                  <a:pt x="90" y="128"/>
                  <a:pt x="90" y="130"/>
                </a:cubicBezTo>
                <a:cubicBezTo>
                  <a:pt x="90" y="131"/>
                  <a:pt x="91" y="133"/>
                  <a:pt x="92" y="134"/>
                </a:cubicBezTo>
                <a:cubicBezTo>
                  <a:pt x="93" y="135"/>
                  <a:pt x="94" y="135"/>
                  <a:pt x="96" y="135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9"/>
                  <a:pt x="136" y="200"/>
                  <a:pt x="137" y="201"/>
                </a:cubicBezTo>
                <a:cubicBezTo>
                  <a:pt x="138" y="202"/>
                  <a:pt x="140" y="203"/>
                  <a:pt x="141" y="203"/>
                </a:cubicBezTo>
                <a:cubicBezTo>
                  <a:pt x="175" y="203"/>
                  <a:pt x="175" y="203"/>
                  <a:pt x="175" y="203"/>
                </a:cubicBezTo>
                <a:cubicBezTo>
                  <a:pt x="176" y="203"/>
                  <a:pt x="178" y="202"/>
                  <a:pt x="179" y="201"/>
                </a:cubicBezTo>
                <a:cubicBezTo>
                  <a:pt x="180" y="200"/>
                  <a:pt x="181" y="199"/>
                  <a:pt x="181" y="197"/>
                </a:cubicBezTo>
                <a:cubicBezTo>
                  <a:pt x="181" y="135"/>
                  <a:pt x="181" y="135"/>
                  <a:pt x="181" y="135"/>
                </a:cubicBezTo>
                <a:cubicBezTo>
                  <a:pt x="220" y="135"/>
                  <a:pt x="220" y="135"/>
                  <a:pt x="220" y="135"/>
                </a:cubicBezTo>
                <a:cubicBezTo>
                  <a:pt x="221" y="135"/>
                  <a:pt x="223" y="135"/>
                  <a:pt x="224" y="134"/>
                </a:cubicBezTo>
                <a:cubicBezTo>
                  <a:pt x="225" y="133"/>
                  <a:pt x="226" y="131"/>
                  <a:pt x="226" y="130"/>
                </a:cubicBezTo>
                <a:close/>
                <a:moveTo>
                  <a:pt x="338" y="180"/>
                </a:moveTo>
                <a:cubicBezTo>
                  <a:pt x="338" y="199"/>
                  <a:pt x="332" y="215"/>
                  <a:pt x="318" y="228"/>
                </a:cubicBezTo>
                <a:cubicBezTo>
                  <a:pt x="305" y="241"/>
                  <a:pt x="289" y="248"/>
                  <a:pt x="271" y="248"/>
                </a:cubicBezTo>
                <a:cubicBezTo>
                  <a:pt x="79" y="248"/>
                  <a:pt x="79" y="248"/>
                  <a:pt x="79" y="248"/>
                </a:cubicBezTo>
                <a:cubicBezTo>
                  <a:pt x="57" y="248"/>
                  <a:pt x="39" y="240"/>
                  <a:pt x="23" y="225"/>
                </a:cubicBezTo>
                <a:cubicBezTo>
                  <a:pt x="8" y="209"/>
                  <a:pt x="0" y="191"/>
                  <a:pt x="0" y="169"/>
                </a:cubicBezTo>
                <a:cubicBezTo>
                  <a:pt x="0" y="154"/>
                  <a:pt x="4" y="140"/>
                  <a:pt x="13" y="127"/>
                </a:cubicBezTo>
                <a:cubicBezTo>
                  <a:pt x="21" y="114"/>
                  <a:pt x="32" y="104"/>
                  <a:pt x="46" y="98"/>
                </a:cubicBezTo>
                <a:cubicBezTo>
                  <a:pt x="45" y="94"/>
                  <a:pt x="45" y="92"/>
                  <a:pt x="45" y="90"/>
                </a:cubicBezTo>
                <a:cubicBezTo>
                  <a:pt x="45" y="65"/>
                  <a:pt x="54" y="44"/>
                  <a:pt x="72" y="27"/>
                </a:cubicBezTo>
                <a:cubicBezTo>
                  <a:pt x="89" y="9"/>
                  <a:pt x="111" y="0"/>
                  <a:pt x="135" y="0"/>
                </a:cubicBezTo>
                <a:cubicBezTo>
                  <a:pt x="154" y="0"/>
                  <a:pt x="171" y="5"/>
                  <a:pt x="186" y="16"/>
                </a:cubicBezTo>
                <a:cubicBezTo>
                  <a:pt x="201" y="26"/>
                  <a:pt x="212" y="39"/>
                  <a:pt x="219" y="56"/>
                </a:cubicBezTo>
                <a:cubicBezTo>
                  <a:pt x="227" y="49"/>
                  <a:pt x="237" y="45"/>
                  <a:pt x="248" y="45"/>
                </a:cubicBezTo>
                <a:cubicBezTo>
                  <a:pt x="261" y="45"/>
                  <a:pt x="271" y="50"/>
                  <a:pt x="280" y="58"/>
                </a:cubicBezTo>
                <a:cubicBezTo>
                  <a:pt x="289" y="67"/>
                  <a:pt x="293" y="78"/>
                  <a:pt x="293" y="90"/>
                </a:cubicBezTo>
                <a:cubicBezTo>
                  <a:pt x="293" y="99"/>
                  <a:pt x="291" y="107"/>
                  <a:pt x="286" y="115"/>
                </a:cubicBezTo>
                <a:cubicBezTo>
                  <a:pt x="301" y="118"/>
                  <a:pt x="314" y="126"/>
                  <a:pt x="324" y="138"/>
                </a:cubicBezTo>
                <a:cubicBezTo>
                  <a:pt x="333" y="151"/>
                  <a:pt x="338" y="165"/>
                  <a:pt x="338" y="18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65"/>
          <p:cNvSpPr>
            <a:spLocks noEditPoints="1"/>
          </p:cNvSpPr>
          <p:nvPr/>
        </p:nvSpPr>
        <p:spPr bwMode="auto">
          <a:xfrm>
            <a:off x="1550988" y="2908300"/>
            <a:ext cx="347663" cy="260350"/>
          </a:xfrm>
          <a:custGeom>
            <a:avLst/>
            <a:gdLst>
              <a:gd name="T0" fmla="*/ 100 w 322"/>
              <a:gd name="T1" fmla="*/ 198 h 242"/>
              <a:gd name="T2" fmla="*/ 92 w 322"/>
              <a:gd name="T3" fmla="*/ 207 h 242"/>
              <a:gd name="T4" fmla="*/ 88 w 322"/>
              <a:gd name="T5" fmla="*/ 209 h 242"/>
              <a:gd name="T6" fmla="*/ 83 w 322"/>
              <a:gd name="T7" fmla="*/ 207 h 242"/>
              <a:gd name="T8" fmla="*/ 1 w 322"/>
              <a:gd name="T9" fmla="*/ 125 h 242"/>
              <a:gd name="T10" fmla="*/ 0 w 322"/>
              <a:gd name="T11" fmla="*/ 121 h 242"/>
              <a:gd name="T12" fmla="*/ 1 w 322"/>
              <a:gd name="T13" fmla="*/ 117 h 242"/>
              <a:gd name="T14" fmla="*/ 83 w 322"/>
              <a:gd name="T15" fmla="*/ 35 h 242"/>
              <a:gd name="T16" fmla="*/ 88 w 322"/>
              <a:gd name="T17" fmla="*/ 33 h 242"/>
              <a:gd name="T18" fmla="*/ 92 w 322"/>
              <a:gd name="T19" fmla="*/ 35 h 242"/>
              <a:gd name="T20" fmla="*/ 100 w 322"/>
              <a:gd name="T21" fmla="*/ 44 h 242"/>
              <a:gd name="T22" fmla="*/ 102 w 322"/>
              <a:gd name="T23" fmla="*/ 48 h 242"/>
              <a:gd name="T24" fmla="*/ 100 w 322"/>
              <a:gd name="T25" fmla="*/ 52 h 242"/>
              <a:gd name="T26" fmla="*/ 31 w 322"/>
              <a:gd name="T27" fmla="*/ 121 h 242"/>
              <a:gd name="T28" fmla="*/ 100 w 322"/>
              <a:gd name="T29" fmla="*/ 190 h 242"/>
              <a:gd name="T30" fmla="*/ 102 w 322"/>
              <a:gd name="T31" fmla="*/ 194 h 242"/>
              <a:gd name="T32" fmla="*/ 100 w 322"/>
              <a:gd name="T33" fmla="*/ 198 h 242"/>
              <a:gd name="T34" fmla="*/ 204 w 322"/>
              <a:gd name="T35" fmla="*/ 11 h 242"/>
              <a:gd name="T36" fmla="*/ 139 w 322"/>
              <a:gd name="T37" fmla="*/ 238 h 242"/>
              <a:gd name="T38" fmla="*/ 136 w 322"/>
              <a:gd name="T39" fmla="*/ 241 h 242"/>
              <a:gd name="T40" fmla="*/ 132 w 322"/>
              <a:gd name="T41" fmla="*/ 242 h 242"/>
              <a:gd name="T42" fmla="*/ 121 w 322"/>
              <a:gd name="T43" fmla="*/ 239 h 242"/>
              <a:gd name="T44" fmla="*/ 118 w 322"/>
              <a:gd name="T45" fmla="*/ 236 h 242"/>
              <a:gd name="T46" fmla="*/ 117 w 322"/>
              <a:gd name="T47" fmla="*/ 232 h 242"/>
              <a:gd name="T48" fmla="*/ 183 w 322"/>
              <a:gd name="T49" fmla="*/ 4 h 242"/>
              <a:gd name="T50" fmla="*/ 185 w 322"/>
              <a:gd name="T51" fmla="*/ 1 h 242"/>
              <a:gd name="T52" fmla="*/ 190 w 322"/>
              <a:gd name="T53" fmla="*/ 1 h 242"/>
              <a:gd name="T54" fmla="*/ 201 w 322"/>
              <a:gd name="T55" fmla="*/ 4 h 242"/>
              <a:gd name="T56" fmla="*/ 204 w 322"/>
              <a:gd name="T57" fmla="*/ 6 h 242"/>
              <a:gd name="T58" fmla="*/ 204 w 322"/>
              <a:gd name="T59" fmla="*/ 11 h 242"/>
              <a:gd name="T60" fmla="*/ 320 w 322"/>
              <a:gd name="T61" fmla="*/ 125 h 242"/>
              <a:gd name="T62" fmla="*/ 238 w 322"/>
              <a:gd name="T63" fmla="*/ 207 h 242"/>
              <a:gd name="T64" fmla="*/ 234 w 322"/>
              <a:gd name="T65" fmla="*/ 209 h 242"/>
              <a:gd name="T66" fmla="*/ 230 w 322"/>
              <a:gd name="T67" fmla="*/ 207 h 242"/>
              <a:gd name="T68" fmla="*/ 221 w 322"/>
              <a:gd name="T69" fmla="*/ 198 h 242"/>
              <a:gd name="T70" fmla="*/ 219 w 322"/>
              <a:gd name="T71" fmla="*/ 194 h 242"/>
              <a:gd name="T72" fmla="*/ 221 w 322"/>
              <a:gd name="T73" fmla="*/ 190 h 242"/>
              <a:gd name="T74" fmla="*/ 290 w 322"/>
              <a:gd name="T75" fmla="*/ 121 h 242"/>
              <a:gd name="T76" fmla="*/ 221 w 322"/>
              <a:gd name="T77" fmla="*/ 52 h 242"/>
              <a:gd name="T78" fmla="*/ 219 w 322"/>
              <a:gd name="T79" fmla="*/ 48 h 242"/>
              <a:gd name="T80" fmla="*/ 221 w 322"/>
              <a:gd name="T81" fmla="*/ 44 h 242"/>
              <a:gd name="T82" fmla="*/ 230 w 322"/>
              <a:gd name="T83" fmla="*/ 35 h 242"/>
              <a:gd name="T84" fmla="*/ 234 w 322"/>
              <a:gd name="T85" fmla="*/ 33 h 242"/>
              <a:gd name="T86" fmla="*/ 238 w 322"/>
              <a:gd name="T87" fmla="*/ 35 h 242"/>
              <a:gd name="T88" fmla="*/ 320 w 322"/>
              <a:gd name="T89" fmla="*/ 117 h 242"/>
              <a:gd name="T90" fmla="*/ 322 w 322"/>
              <a:gd name="T91" fmla="*/ 121 h 242"/>
              <a:gd name="T92" fmla="*/ 320 w 322"/>
              <a:gd name="T93" fmla="*/ 125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2" h="242">
                <a:moveTo>
                  <a:pt x="100" y="198"/>
                </a:moveTo>
                <a:cubicBezTo>
                  <a:pt x="92" y="207"/>
                  <a:pt x="92" y="207"/>
                  <a:pt x="92" y="207"/>
                </a:cubicBezTo>
                <a:cubicBezTo>
                  <a:pt x="90" y="208"/>
                  <a:pt x="89" y="209"/>
                  <a:pt x="88" y="209"/>
                </a:cubicBezTo>
                <a:cubicBezTo>
                  <a:pt x="86" y="209"/>
                  <a:pt x="85" y="208"/>
                  <a:pt x="83" y="207"/>
                </a:cubicBezTo>
                <a:cubicBezTo>
                  <a:pt x="1" y="125"/>
                  <a:pt x="1" y="125"/>
                  <a:pt x="1" y="125"/>
                </a:cubicBezTo>
                <a:cubicBezTo>
                  <a:pt x="0" y="124"/>
                  <a:pt x="0" y="123"/>
                  <a:pt x="0" y="121"/>
                </a:cubicBezTo>
                <a:cubicBezTo>
                  <a:pt x="0" y="120"/>
                  <a:pt x="0" y="118"/>
                  <a:pt x="1" y="117"/>
                </a:cubicBezTo>
                <a:cubicBezTo>
                  <a:pt x="83" y="35"/>
                  <a:pt x="83" y="35"/>
                  <a:pt x="83" y="35"/>
                </a:cubicBezTo>
                <a:cubicBezTo>
                  <a:pt x="85" y="34"/>
                  <a:pt x="86" y="33"/>
                  <a:pt x="88" y="33"/>
                </a:cubicBezTo>
                <a:cubicBezTo>
                  <a:pt x="89" y="33"/>
                  <a:pt x="90" y="34"/>
                  <a:pt x="92" y="35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2" y="45"/>
                  <a:pt x="102" y="46"/>
                  <a:pt x="102" y="48"/>
                </a:cubicBezTo>
                <a:cubicBezTo>
                  <a:pt x="102" y="49"/>
                  <a:pt x="102" y="51"/>
                  <a:pt x="100" y="52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100" y="190"/>
                  <a:pt x="100" y="190"/>
                  <a:pt x="100" y="190"/>
                </a:cubicBezTo>
                <a:cubicBezTo>
                  <a:pt x="102" y="191"/>
                  <a:pt x="102" y="193"/>
                  <a:pt x="102" y="194"/>
                </a:cubicBezTo>
                <a:cubicBezTo>
                  <a:pt x="102" y="196"/>
                  <a:pt x="102" y="197"/>
                  <a:pt x="100" y="198"/>
                </a:cubicBezTo>
                <a:close/>
                <a:moveTo>
                  <a:pt x="204" y="11"/>
                </a:moveTo>
                <a:cubicBezTo>
                  <a:pt x="139" y="238"/>
                  <a:pt x="139" y="238"/>
                  <a:pt x="139" y="238"/>
                </a:cubicBezTo>
                <a:cubicBezTo>
                  <a:pt x="138" y="239"/>
                  <a:pt x="137" y="241"/>
                  <a:pt x="136" y="241"/>
                </a:cubicBezTo>
                <a:cubicBezTo>
                  <a:pt x="135" y="242"/>
                  <a:pt x="133" y="242"/>
                  <a:pt x="132" y="242"/>
                </a:cubicBezTo>
                <a:cubicBezTo>
                  <a:pt x="121" y="239"/>
                  <a:pt x="121" y="239"/>
                  <a:pt x="121" y="239"/>
                </a:cubicBezTo>
                <a:cubicBezTo>
                  <a:pt x="119" y="238"/>
                  <a:pt x="118" y="237"/>
                  <a:pt x="118" y="236"/>
                </a:cubicBezTo>
                <a:cubicBezTo>
                  <a:pt x="117" y="235"/>
                  <a:pt x="117" y="233"/>
                  <a:pt x="117" y="232"/>
                </a:cubicBezTo>
                <a:cubicBezTo>
                  <a:pt x="183" y="4"/>
                  <a:pt x="183" y="4"/>
                  <a:pt x="183" y="4"/>
                </a:cubicBezTo>
                <a:cubicBezTo>
                  <a:pt x="183" y="3"/>
                  <a:pt x="184" y="2"/>
                  <a:pt x="185" y="1"/>
                </a:cubicBezTo>
                <a:cubicBezTo>
                  <a:pt x="187" y="0"/>
                  <a:pt x="188" y="0"/>
                  <a:pt x="190" y="1"/>
                </a:cubicBezTo>
                <a:cubicBezTo>
                  <a:pt x="201" y="4"/>
                  <a:pt x="201" y="4"/>
                  <a:pt x="201" y="4"/>
                </a:cubicBezTo>
                <a:cubicBezTo>
                  <a:pt x="202" y="4"/>
                  <a:pt x="203" y="5"/>
                  <a:pt x="204" y="6"/>
                </a:cubicBezTo>
                <a:cubicBezTo>
                  <a:pt x="205" y="8"/>
                  <a:pt x="205" y="9"/>
                  <a:pt x="204" y="11"/>
                </a:cubicBezTo>
                <a:close/>
                <a:moveTo>
                  <a:pt x="320" y="125"/>
                </a:moveTo>
                <a:cubicBezTo>
                  <a:pt x="238" y="207"/>
                  <a:pt x="238" y="207"/>
                  <a:pt x="238" y="207"/>
                </a:cubicBezTo>
                <a:cubicBezTo>
                  <a:pt x="237" y="208"/>
                  <a:pt x="236" y="209"/>
                  <a:pt x="234" y="209"/>
                </a:cubicBezTo>
                <a:cubicBezTo>
                  <a:pt x="232" y="209"/>
                  <a:pt x="231" y="208"/>
                  <a:pt x="230" y="207"/>
                </a:cubicBezTo>
                <a:cubicBezTo>
                  <a:pt x="221" y="198"/>
                  <a:pt x="221" y="198"/>
                  <a:pt x="221" y="198"/>
                </a:cubicBezTo>
                <a:cubicBezTo>
                  <a:pt x="220" y="197"/>
                  <a:pt x="219" y="196"/>
                  <a:pt x="219" y="194"/>
                </a:cubicBezTo>
                <a:cubicBezTo>
                  <a:pt x="219" y="193"/>
                  <a:pt x="220" y="191"/>
                  <a:pt x="221" y="190"/>
                </a:cubicBezTo>
                <a:cubicBezTo>
                  <a:pt x="290" y="121"/>
                  <a:pt x="290" y="121"/>
                  <a:pt x="290" y="121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0" y="51"/>
                  <a:pt x="219" y="49"/>
                  <a:pt x="219" y="48"/>
                </a:cubicBezTo>
                <a:cubicBezTo>
                  <a:pt x="219" y="46"/>
                  <a:pt x="220" y="45"/>
                  <a:pt x="221" y="44"/>
                </a:cubicBezTo>
                <a:cubicBezTo>
                  <a:pt x="230" y="35"/>
                  <a:pt x="230" y="35"/>
                  <a:pt x="230" y="35"/>
                </a:cubicBezTo>
                <a:cubicBezTo>
                  <a:pt x="231" y="34"/>
                  <a:pt x="232" y="33"/>
                  <a:pt x="234" y="33"/>
                </a:cubicBezTo>
                <a:cubicBezTo>
                  <a:pt x="236" y="33"/>
                  <a:pt x="237" y="34"/>
                  <a:pt x="238" y="35"/>
                </a:cubicBezTo>
                <a:cubicBezTo>
                  <a:pt x="320" y="117"/>
                  <a:pt x="320" y="117"/>
                  <a:pt x="320" y="117"/>
                </a:cubicBezTo>
                <a:cubicBezTo>
                  <a:pt x="321" y="118"/>
                  <a:pt x="322" y="120"/>
                  <a:pt x="322" y="121"/>
                </a:cubicBezTo>
                <a:cubicBezTo>
                  <a:pt x="322" y="123"/>
                  <a:pt x="321" y="124"/>
                  <a:pt x="320" y="12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66"/>
          <p:cNvSpPr>
            <a:spLocks noEditPoints="1"/>
          </p:cNvSpPr>
          <p:nvPr/>
        </p:nvSpPr>
        <p:spPr bwMode="auto">
          <a:xfrm>
            <a:off x="5157788" y="1157288"/>
            <a:ext cx="198438" cy="295275"/>
          </a:xfrm>
          <a:custGeom>
            <a:avLst/>
            <a:gdLst>
              <a:gd name="T0" fmla="*/ 47 w 183"/>
              <a:gd name="T1" fmla="*/ 227 h 273"/>
              <a:gd name="T2" fmla="*/ 23 w 183"/>
              <a:gd name="T3" fmla="*/ 227 h 273"/>
              <a:gd name="T4" fmla="*/ 23 w 183"/>
              <a:gd name="T5" fmla="*/ 251 h 273"/>
              <a:gd name="T6" fmla="*/ 47 w 183"/>
              <a:gd name="T7" fmla="*/ 251 h 273"/>
              <a:gd name="T8" fmla="*/ 52 w 183"/>
              <a:gd name="T9" fmla="*/ 34 h 273"/>
              <a:gd name="T10" fmla="*/ 35 w 183"/>
              <a:gd name="T11" fmla="*/ 17 h 273"/>
              <a:gd name="T12" fmla="*/ 18 w 183"/>
              <a:gd name="T13" fmla="*/ 34 h 273"/>
              <a:gd name="T14" fmla="*/ 35 w 183"/>
              <a:gd name="T15" fmla="*/ 51 h 273"/>
              <a:gd name="T16" fmla="*/ 52 w 183"/>
              <a:gd name="T17" fmla="*/ 34 h 273"/>
              <a:gd name="T18" fmla="*/ 161 w 183"/>
              <a:gd name="T19" fmla="*/ 45 h 273"/>
              <a:gd name="T20" fmla="*/ 136 w 183"/>
              <a:gd name="T21" fmla="*/ 45 h 273"/>
              <a:gd name="T22" fmla="*/ 136 w 183"/>
              <a:gd name="T23" fmla="*/ 69 h 273"/>
              <a:gd name="T24" fmla="*/ 161 w 183"/>
              <a:gd name="T25" fmla="*/ 69 h 273"/>
              <a:gd name="T26" fmla="*/ 183 w 183"/>
              <a:gd name="T27" fmla="*/ 57 h 273"/>
              <a:gd name="T28" fmla="*/ 166 w 183"/>
              <a:gd name="T29" fmla="*/ 86 h 273"/>
              <a:gd name="T30" fmla="*/ 89 w 183"/>
              <a:gd name="T31" fmla="*/ 175 h 273"/>
              <a:gd name="T32" fmla="*/ 52 w 183"/>
              <a:gd name="T33" fmla="*/ 205 h 273"/>
              <a:gd name="T34" fmla="*/ 64 w 183"/>
              <a:gd name="T35" fmla="*/ 222 h 273"/>
              <a:gd name="T36" fmla="*/ 59 w 183"/>
              <a:gd name="T37" fmla="*/ 263 h 273"/>
              <a:gd name="T38" fmla="*/ 10 w 183"/>
              <a:gd name="T39" fmla="*/ 263 h 273"/>
              <a:gd name="T40" fmla="*/ 5 w 183"/>
              <a:gd name="T41" fmla="*/ 222 h 273"/>
              <a:gd name="T42" fmla="*/ 18 w 183"/>
              <a:gd name="T43" fmla="*/ 64 h 273"/>
              <a:gd name="T44" fmla="*/ 0 w 183"/>
              <a:gd name="T45" fmla="*/ 34 h 273"/>
              <a:gd name="T46" fmla="*/ 35 w 183"/>
              <a:gd name="T47" fmla="*/ 0 h 273"/>
              <a:gd name="T48" fmla="*/ 69 w 183"/>
              <a:gd name="T49" fmla="*/ 34 h 273"/>
              <a:gd name="T50" fmla="*/ 52 w 183"/>
              <a:gd name="T51" fmla="*/ 64 h 273"/>
              <a:gd name="T52" fmla="*/ 79 w 183"/>
              <a:gd name="T53" fmla="*/ 142 h 273"/>
              <a:gd name="T54" fmla="*/ 107 w 183"/>
              <a:gd name="T55" fmla="*/ 131 h 273"/>
              <a:gd name="T56" fmla="*/ 125 w 183"/>
              <a:gd name="T57" fmla="*/ 115 h 273"/>
              <a:gd name="T58" fmla="*/ 131 w 183"/>
              <a:gd name="T59" fmla="*/ 86 h 273"/>
              <a:gd name="T60" fmla="*/ 114 w 183"/>
              <a:gd name="T61" fmla="*/ 57 h 273"/>
              <a:gd name="T62" fmla="*/ 149 w 183"/>
              <a:gd name="T63" fmla="*/ 23 h 273"/>
              <a:gd name="T64" fmla="*/ 183 w 183"/>
              <a:gd name="T65" fmla="*/ 57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3" h="273">
                <a:moveTo>
                  <a:pt x="52" y="239"/>
                </a:moveTo>
                <a:cubicBezTo>
                  <a:pt x="52" y="234"/>
                  <a:pt x="50" y="230"/>
                  <a:pt x="47" y="227"/>
                </a:cubicBezTo>
                <a:cubicBezTo>
                  <a:pt x="43" y="224"/>
                  <a:pt x="39" y="222"/>
                  <a:pt x="35" y="222"/>
                </a:cubicBezTo>
                <a:cubicBezTo>
                  <a:pt x="30" y="222"/>
                  <a:pt x="26" y="224"/>
                  <a:pt x="23" y="227"/>
                </a:cubicBezTo>
                <a:cubicBezTo>
                  <a:pt x="19" y="230"/>
                  <a:pt x="18" y="234"/>
                  <a:pt x="18" y="239"/>
                </a:cubicBezTo>
                <a:cubicBezTo>
                  <a:pt x="18" y="244"/>
                  <a:pt x="19" y="248"/>
                  <a:pt x="23" y="251"/>
                </a:cubicBezTo>
                <a:cubicBezTo>
                  <a:pt x="26" y="255"/>
                  <a:pt x="30" y="256"/>
                  <a:pt x="35" y="256"/>
                </a:cubicBezTo>
                <a:cubicBezTo>
                  <a:pt x="39" y="256"/>
                  <a:pt x="43" y="255"/>
                  <a:pt x="47" y="251"/>
                </a:cubicBezTo>
                <a:cubicBezTo>
                  <a:pt x="50" y="248"/>
                  <a:pt x="52" y="244"/>
                  <a:pt x="52" y="239"/>
                </a:cubicBezTo>
                <a:close/>
                <a:moveTo>
                  <a:pt x="52" y="34"/>
                </a:moveTo>
                <a:cubicBezTo>
                  <a:pt x="52" y="29"/>
                  <a:pt x="50" y="25"/>
                  <a:pt x="47" y="22"/>
                </a:cubicBezTo>
                <a:cubicBezTo>
                  <a:pt x="43" y="19"/>
                  <a:pt x="39" y="17"/>
                  <a:pt x="35" y="17"/>
                </a:cubicBezTo>
                <a:cubicBezTo>
                  <a:pt x="30" y="17"/>
                  <a:pt x="26" y="19"/>
                  <a:pt x="23" y="22"/>
                </a:cubicBezTo>
                <a:cubicBezTo>
                  <a:pt x="19" y="25"/>
                  <a:pt x="18" y="29"/>
                  <a:pt x="18" y="34"/>
                </a:cubicBezTo>
                <a:cubicBezTo>
                  <a:pt x="18" y="39"/>
                  <a:pt x="19" y="43"/>
                  <a:pt x="23" y="46"/>
                </a:cubicBezTo>
                <a:cubicBezTo>
                  <a:pt x="26" y="50"/>
                  <a:pt x="30" y="51"/>
                  <a:pt x="35" y="51"/>
                </a:cubicBezTo>
                <a:cubicBezTo>
                  <a:pt x="39" y="51"/>
                  <a:pt x="43" y="50"/>
                  <a:pt x="47" y="46"/>
                </a:cubicBezTo>
                <a:cubicBezTo>
                  <a:pt x="50" y="43"/>
                  <a:pt x="52" y="39"/>
                  <a:pt x="52" y="34"/>
                </a:cubicBezTo>
                <a:close/>
                <a:moveTo>
                  <a:pt x="166" y="57"/>
                </a:moveTo>
                <a:cubicBezTo>
                  <a:pt x="166" y="52"/>
                  <a:pt x="164" y="48"/>
                  <a:pt x="161" y="45"/>
                </a:cubicBezTo>
                <a:cubicBezTo>
                  <a:pt x="157" y="41"/>
                  <a:pt x="153" y="40"/>
                  <a:pt x="149" y="40"/>
                </a:cubicBezTo>
                <a:cubicBezTo>
                  <a:pt x="144" y="40"/>
                  <a:pt x="140" y="41"/>
                  <a:pt x="136" y="45"/>
                </a:cubicBezTo>
                <a:cubicBezTo>
                  <a:pt x="133" y="48"/>
                  <a:pt x="131" y="52"/>
                  <a:pt x="131" y="57"/>
                </a:cubicBezTo>
                <a:cubicBezTo>
                  <a:pt x="131" y="62"/>
                  <a:pt x="133" y="66"/>
                  <a:pt x="136" y="69"/>
                </a:cubicBezTo>
                <a:cubicBezTo>
                  <a:pt x="140" y="72"/>
                  <a:pt x="144" y="74"/>
                  <a:pt x="149" y="74"/>
                </a:cubicBezTo>
                <a:cubicBezTo>
                  <a:pt x="153" y="74"/>
                  <a:pt x="157" y="72"/>
                  <a:pt x="161" y="69"/>
                </a:cubicBezTo>
                <a:cubicBezTo>
                  <a:pt x="164" y="66"/>
                  <a:pt x="166" y="62"/>
                  <a:pt x="166" y="57"/>
                </a:cubicBezTo>
                <a:close/>
                <a:moveTo>
                  <a:pt x="183" y="57"/>
                </a:moveTo>
                <a:cubicBezTo>
                  <a:pt x="183" y="63"/>
                  <a:pt x="181" y="69"/>
                  <a:pt x="178" y="74"/>
                </a:cubicBezTo>
                <a:cubicBezTo>
                  <a:pt x="175" y="79"/>
                  <a:pt x="171" y="83"/>
                  <a:pt x="166" y="86"/>
                </a:cubicBezTo>
                <a:cubicBezTo>
                  <a:pt x="165" y="120"/>
                  <a:pt x="152" y="145"/>
                  <a:pt x="125" y="160"/>
                </a:cubicBezTo>
                <a:cubicBezTo>
                  <a:pt x="117" y="165"/>
                  <a:pt x="105" y="169"/>
                  <a:pt x="89" y="175"/>
                </a:cubicBezTo>
                <a:cubicBezTo>
                  <a:pt x="74" y="179"/>
                  <a:pt x="64" y="184"/>
                  <a:pt x="59" y="187"/>
                </a:cubicBezTo>
                <a:cubicBezTo>
                  <a:pt x="54" y="191"/>
                  <a:pt x="52" y="197"/>
                  <a:pt x="52" y="205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57" y="213"/>
                  <a:pt x="61" y="217"/>
                  <a:pt x="64" y="222"/>
                </a:cubicBezTo>
                <a:cubicBezTo>
                  <a:pt x="67" y="227"/>
                  <a:pt x="69" y="233"/>
                  <a:pt x="69" y="239"/>
                </a:cubicBezTo>
                <a:cubicBezTo>
                  <a:pt x="69" y="249"/>
                  <a:pt x="65" y="257"/>
                  <a:pt x="59" y="263"/>
                </a:cubicBezTo>
                <a:cubicBezTo>
                  <a:pt x="52" y="270"/>
                  <a:pt x="44" y="273"/>
                  <a:pt x="35" y="273"/>
                </a:cubicBezTo>
                <a:cubicBezTo>
                  <a:pt x="25" y="273"/>
                  <a:pt x="17" y="270"/>
                  <a:pt x="10" y="263"/>
                </a:cubicBezTo>
                <a:cubicBezTo>
                  <a:pt x="4" y="257"/>
                  <a:pt x="0" y="249"/>
                  <a:pt x="0" y="239"/>
                </a:cubicBezTo>
                <a:cubicBezTo>
                  <a:pt x="0" y="233"/>
                  <a:pt x="2" y="227"/>
                  <a:pt x="5" y="222"/>
                </a:cubicBezTo>
                <a:cubicBezTo>
                  <a:pt x="8" y="217"/>
                  <a:pt x="12" y="213"/>
                  <a:pt x="18" y="210"/>
                </a:cubicBezTo>
                <a:cubicBezTo>
                  <a:pt x="18" y="64"/>
                  <a:pt x="18" y="64"/>
                  <a:pt x="18" y="64"/>
                </a:cubicBezTo>
                <a:cubicBezTo>
                  <a:pt x="12" y="61"/>
                  <a:pt x="8" y="57"/>
                  <a:pt x="5" y="51"/>
                </a:cubicBezTo>
                <a:cubicBezTo>
                  <a:pt x="2" y="46"/>
                  <a:pt x="0" y="40"/>
                  <a:pt x="0" y="34"/>
                </a:cubicBezTo>
                <a:cubicBezTo>
                  <a:pt x="0" y="25"/>
                  <a:pt x="4" y="17"/>
                  <a:pt x="10" y="10"/>
                </a:cubicBezTo>
                <a:cubicBezTo>
                  <a:pt x="17" y="3"/>
                  <a:pt x="25" y="0"/>
                  <a:pt x="35" y="0"/>
                </a:cubicBezTo>
                <a:cubicBezTo>
                  <a:pt x="44" y="0"/>
                  <a:pt x="52" y="3"/>
                  <a:pt x="59" y="10"/>
                </a:cubicBezTo>
                <a:cubicBezTo>
                  <a:pt x="65" y="17"/>
                  <a:pt x="69" y="25"/>
                  <a:pt x="69" y="34"/>
                </a:cubicBezTo>
                <a:cubicBezTo>
                  <a:pt x="69" y="40"/>
                  <a:pt x="67" y="46"/>
                  <a:pt x="64" y="51"/>
                </a:cubicBezTo>
                <a:cubicBezTo>
                  <a:pt x="61" y="57"/>
                  <a:pt x="57" y="61"/>
                  <a:pt x="52" y="64"/>
                </a:cubicBezTo>
                <a:cubicBezTo>
                  <a:pt x="52" y="152"/>
                  <a:pt x="52" y="152"/>
                  <a:pt x="52" y="152"/>
                </a:cubicBezTo>
                <a:cubicBezTo>
                  <a:pt x="58" y="149"/>
                  <a:pt x="67" y="146"/>
                  <a:pt x="79" y="142"/>
                </a:cubicBezTo>
                <a:cubicBezTo>
                  <a:pt x="86" y="140"/>
                  <a:pt x="91" y="138"/>
                  <a:pt x="95" y="137"/>
                </a:cubicBezTo>
                <a:cubicBezTo>
                  <a:pt x="99" y="135"/>
                  <a:pt x="103" y="133"/>
                  <a:pt x="107" y="131"/>
                </a:cubicBezTo>
                <a:cubicBezTo>
                  <a:pt x="112" y="129"/>
                  <a:pt x="115" y="127"/>
                  <a:pt x="118" y="124"/>
                </a:cubicBezTo>
                <a:cubicBezTo>
                  <a:pt x="120" y="122"/>
                  <a:pt x="123" y="119"/>
                  <a:pt x="125" y="115"/>
                </a:cubicBezTo>
                <a:cubicBezTo>
                  <a:pt x="127" y="112"/>
                  <a:pt x="129" y="107"/>
                  <a:pt x="130" y="103"/>
                </a:cubicBezTo>
                <a:cubicBezTo>
                  <a:pt x="131" y="98"/>
                  <a:pt x="131" y="93"/>
                  <a:pt x="131" y="86"/>
                </a:cubicBezTo>
                <a:cubicBezTo>
                  <a:pt x="126" y="83"/>
                  <a:pt x="122" y="79"/>
                  <a:pt x="119" y="74"/>
                </a:cubicBezTo>
                <a:cubicBezTo>
                  <a:pt x="116" y="69"/>
                  <a:pt x="114" y="63"/>
                  <a:pt x="114" y="57"/>
                </a:cubicBezTo>
                <a:cubicBezTo>
                  <a:pt x="114" y="47"/>
                  <a:pt x="118" y="39"/>
                  <a:pt x="124" y="33"/>
                </a:cubicBezTo>
                <a:cubicBezTo>
                  <a:pt x="131" y="26"/>
                  <a:pt x="139" y="23"/>
                  <a:pt x="149" y="23"/>
                </a:cubicBezTo>
                <a:cubicBezTo>
                  <a:pt x="158" y="23"/>
                  <a:pt x="166" y="26"/>
                  <a:pt x="173" y="33"/>
                </a:cubicBezTo>
                <a:cubicBezTo>
                  <a:pt x="179" y="39"/>
                  <a:pt x="183" y="47"/>
                  <a:pt x="183" y="5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67"/>
          <p:cNvSpPr>
            <a:spLocks noEditPoints="1"/>
          </p:cNvSpPr>
          <p:nvPr/>
        </p:nvSpPr>
        <p:spPr bwMode="auto">
          <a:xfrm>
            <a:off x="5519738" y="1131888"/>
            <a:ext cx="344488" cy="344488"/>
          </a:xfrm>
          <a:custGeom>
            <a:avLst/>
            <a:gdLst>
              <a:gd name="T0" fmla="*/ 38 w 319"/>
              <a:gd name="T1" fmla="*/ 208 h 319"/>
              <a:gd name="T2" fmla="*/ 145 w 319"/>
              <a:gd name="T3" fmla="*/ 280 h 319"/>
              <a:gd name="T4" fmla="*/ 145 w 319"/>
              <a:gd name="T5" fmla="*/ 216 h 319"/>
              <a:gd name="T6" fmla="*/ 86 w 319"/>
              <a:gd name="T7" fmla="*/ 176 h 319"/>
              <a:gd name="T8" fmla="*/ 38 w 319"/>
              <a:gd name="T9" fmla="*/ 208 h 319"/>
              <a:gd name="T10" fmla="*/ 27 w 319"/>
              <a:gd name="T11" fmla="*/ 183 h 319"/>
              <a:gd name="T12" fmla="*/ 61 w 319"/>
              <a:gd name="T13" fmla="*/ 160 h 319"/>
              <a:gd name="T14" fmla="*/ 27 w 319"/>
              <a:gd name="T15" fmla="*/ 137 h 319"/>
              <a:gd name="T16" fmla="*/ 27 w 319"/>
              <a:gd name="T17" fmla="*/ 183 h 319"/>
              <a:gd name="T18" fmla="*/ 173 w 319"/>
              <a:gd name="T19" fmla="*/ 280 h 319"/>
              <a:gd name="T20" fmla="*/ 280 w 319"/>
              <a:gd name="T21" fmla="*/ 208 h 319"/>
              <a:gd name="T22" fmla="*/ 232 w 319"/>
              <a:gd name="T23" fmla="*/ 176 h 319"/>
              <a:gd name="T24" fmla="*/ 173 w 319"/>
              <a:gd name="T25" fmla="*/ 216 h 319"/>
              <a:gd name="T26" fmla="*/ 173 w 319"/>
              <a:gd name="T27" fmla="*/ 280 h 319"/>
              <a:gd name="T28" fmla="*/ 159 w 319"/>
              <a:gd name="T29" fmla="*/ 192 h 319"/>
              <a:gd name="T30" fmla="*/ 208 w 319"/>
              <a:gd name="T31" fmla="*/ 160 h 319"/>
              <a:gd name="T32" fmla="*/ 159 w 319"/>
              <a:gd name="T33" fmla="*/ 127 h 319"/>
              <a:gd name="T34" fmla="*/ 111 w 319"/>
              <a:gd name="T35" fmla="*/ 160 h 319"/>
              <a:gd name="T36" fmla="*/ 159 w 319"/>
              <a:gd name="T37" fmla="*/ 192 h 319"/>
              <a:gd name="T38" fmla="*/ 86 w 319"/>
              <a:gd name="T39" fmla="*/ 143 h 319"/>
              <a:gd name="T40" fmla="*/ 145 w 319"/>
              <a:gd name="T41" fmla="*/ 103 h 319"/>
              <a:gd name="T42" fmla="*/ 145 w 319"/>
              <a:gd name="T43" fmla="*/ 39 h 319"/>
              <a:gd name="T44" fmla="*/ 38 w 319"/>
              <a:gd name="T45" fmla="*/ 111 h 319"/>
              <a:gd name="T46" fmla="*/ 86 w 319"/>
              <a:gd name="T47" fmla="*/ 143 h 319"/>
              <a:gd name="T48" fmla="*/ 257 w 319"/>
              <a:gd name="T49" fmla="*/ 160 h 319"/>
              <a:gd name="T50" fmla="*/ 291 w 319"/>
              <a:gd name="T51" fmla="*/ 183 h 319"/>
              <a:gd name="T52" fmla="*/ 291 w 319"/>
              <a:gd name="T53" fmla="*/ 137 h 319"/>
              <a:gd name="T54" fmla="*/ 257 w 319"/>
              <a:gd name="T55" fmla="*/ 160 h 319"/>
              <a:gd name="T56" fmla="*/ 232 w 319"/>
              <a:gd name="T57" fmla="*/ 143 h 319"/>
              <a:gd name="T58" fmla="*/ 280 w 319"/>
              <a:gd name="T59" fmla="*/ 111 h 319"/>
              <a:gd name="T60" fmla="*/ 173 w 319"/>
              <a:gd name="T61" fmla="*/ 39 h 319"/>
              <a:gd name="T62" fmla="*/ 173 w 319"/>
              <a:gd name="T63" fmla="*/ 103 h 319"/>
              <a:gd name="T64" fmla="*/ 232 w 319"/>
              <a:gd name="T65" fmla="*/ 143 h 319"/>
              <a:gd name="T66" fmla="*/ 319 w 319"/>
              <a:gd name="T67" fmla="*/ 111 h 319"/>
              <a:gd name="T68" fmla="*/ 319 w 319"/>
              <a:gd name="T69" fmla="*/ 208 h 319"/>
              <a:gd name="T70" fmla="*/ 313 w 319"/>
              <a:gd name="T71" fmla="*/ 220 h 319"/>
              <a:gd name="T72" fmla="*/ 167 w 319"/>
              <a:gd name="T73" fmla="*/ 317 h 319"/>
              <a:gd name="T74" fmla="*/ 159 w 319"/>
              <a:gd name="T75" fmla="*/ 319 h 319"/>
              <a:gd name="T76" fmla="*/ 151 w 319"/>
              <a:gd name="T77" fmla="*/ 317 h 319"/>
              <a:gd name="T78" fmla="*/ 6 w 319"/>
              <a:gd name="T79" fmla="*/ 220 h 319"/>
              <a:gd name="T80" fmla="*/ 0 w 319"/>
              <a:gd name="T81" fmla="*/ 208 h 319"/>
              <a:gd name="T82" fmla="*/ 0 w 319"/>
              <a:gd name="T83" fmla="*/ 111 h 319"/>
              <a:gd name="T84" fmla="*/ 6 w 319"/>
              <a:gd name="T85" fmla="*/ 100 h 319"/>
              <a:gd name="T86" fmla="*/ 151 w 319"/>
              <a:gd name="T87" fmla="*/ 2 h 319"/>
              <a:gd name="T88" fmla="*/ 159 w 319"/>
              <a:gd name="T89" fmla="*/ 0 h 319"/>
              <a:gd name="T90" fmla="*/ 167 w 319"/>
              <a:gd name="T91" fmla="*/ 2 h 319"/>
              <a:gd name="T92" fmla="*/ 313 w 319"/>
              <a:gd name="T93" fmla="*/ 100 h 319"/>
              <a:gd name="T94" fmla="*/ 319 w 319"/>
              <a:gd name="T95" fmla="*/ 111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9" h="319">
                <a:moveTo>
                  <a:pt x="38" y="208"/>
                </a:moveTo>
                <a:cubicBezTo>
                  <a:pt x="145" y="280"/>
                  <a:pt x="145" y="280"/>
                  <a:pt x="145" y="280"/>
                </a:cubicBezTo>
                <a:cubicBezTo>
                  <a:pt x="145" y="216"/>
                  <a:pt x="145" y="216"/>
                  <a:pt x="145" y="216"/>
                </a:cubicBezTo>
                <a:cubicBezTo>
                  <a:pt x="86" y="176"/>
                  <a:pt x="86" y="176"/>
                  <a:pt x="86" y="176"/>
                </a:cubicBezTo>
                <a:lnTo>
                  <a:pt x="38" y="208"/>
                </a:lnTo>
                <a:close/>
                <a:moveTo>
                  <a:pt x="27" y="183"/>
                </a:moveTo>
                <a:cubicBezTo>
                  <a:pt x="61" y="160"/>
                  <a:pt x="61" y="160"/>
                  <a:pt x="61" y="160"/>
                </a:cubicBezTo>
                <a:cubicBezTo>
                  <a:pt x="27" y="137"/>
                  <a:pt x="27" y="137"/>
                  <a:pt x="27" y="137"/>
                </a:cubicBezTo>
                <a:lnTo>
                  <a:pt x="27" y="183"/>
                </a:lnTo>
                <a:close/>
                <a:moveTo>
                  <a:pt x="173" y="280"/>
                </a:moveTo>
                <a:cubicBezTo>
                  <a:pt x="280" y="208"/>
                  <a:pt x="280" y="208"/>
                  <a:pt x="280" y="208"/>
                </a:cubicBezTo>
                <a:cubicBezTo>
                  <a:pt x="232" y="176"/>
                  <a:pt x="232" y="176"/>
                  <a:pt x="232" y="176"/>
                </a:cubicBezTo>
                <a:cubicBezTo>
                  <a:pt x="173" y="216"/>
                  <a:pt x="173" y="216"/>
                  <a:pt x="173" y="216"/>
                </a:cubicBezTo>
                <a:lnTo>
                  <a:pt x="173" y="280"/>
                </a:lnTo>
                <a:close/>
                <a:moveTo>
                  <a:pt x="159" y="192"/>
                </a:moveTo>
                <a:cubicBezTo>
                  <a:pt x="208" y="160"/>
                  <a:pt x="208" y="160"/>
                  <a:pt x="208" y="160"/>
                </a:cubicBezTo>
                <a:cubicBezTo>
                  <a:pt x="159" y="127"/>
                  <a:pt x="159" y="127"/>
                  <a:pt x="159" y="127"/>
                </a:cubicBezTo>
                <a:cubicBezTo>
                  <a:pt x="111" y="160"/>
                  <a:pt x="111" y="160"/>
                  <a:pt x="111" y="160"/>
                </a:cubicBezTo>
                <a:lnTo>
                  <a:pt x="159" y="192"/>
                </a:lnTo>
                <a:close/>
                <a:moveTo>
                  <a:pt x="86" y="143"/>
                </a:moveTo>
                <a:cubicBezTo>
                  <a:pt x="145" y="103"/>
                  <a:pt x="145" y="103"/>
                  <a:pt x="145" y="103"/>
                </a:cubicBezTo>
                <a:cubicBezTo>
                  <a:pt x="145" y="39"/>
                  <a:pt x="145" y="39"/>
                  <a:pt x="145" y="39"/>
                </a:cubicBezTo>
                <a:cubicBezTo>
                  <a:pt x="38" y="111"/>
                  <a:pt x="38" y="111"/>
                  <a:pt x="38" y="111"/>
                </a:cubicBezTo>
                <a:lnTo>
                  <a:pt x="86" y="143"/>
                </a:lnTo>
                <a:close/>
                <a:moveTo>
                  <a:pt x="257" y="160"/>
                </a:moveTo>
                <a:cubicBezTo>
                  <a:pt x="291" y="183"/>
                  <a:pt x="291" y="183"/>
                  <a:pt x="291" y="183"/>
                </a:cubicBezTo>
                <a:cubicBezTo>
                  <a:pt x="291" y="137"/>
                  <a:pt x="291" y="137"/>
                  <a:pt x="291" y="137"/>
                </a:cubicBezTo>
                <a:lnTo>
                  <a:pt x="257" y="160"/>
                </a:lnTo>
                <a:close/>
                <a:moveTo>
                  <a:pt x="232" y="143"/>
                </a:moveTo>
                <a:cubicBezTo>
                  <a:pt x="280" y="111"/>
                  <a:pt x="280" y="111"/>
                  <a:pt x="280" y="111"/>
                </a:cubicBezTo>
                <a:cubicBezTo>
                  <a:pt x="173" y="39"/>
                  <a:pt x="173" y="39"/>
                  <a:pt x="173" y="39"/>
                </a:cubicBezTo>
                <a:cubicBezTo>
                  <a:pt x="173" y="103"/>
                  <a:pt x="173" y="103"/>
                  <a:pt x="173" y="103"/>
                </a:cubicBezTo>
                <a:lnTo>
                  <a:pt x="232" y="143"/>
                </a:lnTo>
                <a:close/>
                <a:moveTo>
                  <a:pt x="319" y="111"/>
                </a:moveTo>
                <a:cubicBezTo>
                  <a:pt x="319" y="208"/>
                  <a:pt x="319" y="208"/>
                  <a:pt x="319" y="208"/>
                </a:cubicBezTo>
                <a:cubicBezTo>
                  <a:pt x="319" y="213"/>
                  <a:pt x="317" y="217"/>
                  <a:pt x="313" y="220"/>
                </a:cubicBezTo>
                <a:cubicBezTo>
                  <a:pt x="167" y="317"/>
                  <a:pt x="167" y="317"/>
                  <a:pt x="167" y="317"/>
                </a:cubicBezTo>
                <a:cubicBezTo>
                  <a:pt x="164" y="318"/>
                  <a:pt x="162" y="319"/>
                  <a:pt x="159" y="319"/>
                </a:cubicBezTo>
                <a:cubicBezTo>
                  <a:pt x="156" y="319"/>
                  <a:pt x="154" y="318"/>
                  <a:pt x="151" y="317"/>
                </a:cubicBezTo>
                <a:cubicBezTo>
                  <a:pt x="6" y="220"/>
                  <a:pt x="6" y="220"/>
                  <a:pt x="6" y="220"/>
                </a:cubicBezTo>
                <a:cubicBezTo>
                  <a:pt x="2" y="217"/>
                  <a:pt x="0" y="213"/>
                  <a:pt x="0" y="208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06"/>
                  <a:pt x="2" y="102"/>
                  <a:pt x="6" y="100"/>
                </a:cubicBezTo>
                <a:cubicBezTo>
                  <a:pt x="151" y="2"/>
                  <a:pt x="151" y="2"/>
                  <a:pt x="151" y="2"/>
                </a:cubicBezTo>
                <a:cubicBezTo>
                  <a:pt x="154" y="1"/>
                  <a:pt x="156" y="0"/>
                  <a:pt x="159" y="0"/>
                </a:cubicBezTo>
                <a:cubicBezTo>
                  <a:pt x="162" y="0"/>
                  <a:pt x="164" y="1"/>
                  <a:pt x="167" y="2"/>
                </a:cubicBezTo>
                <a:cubicBezTo>
                  <a:pt x="313" y="100"/>
                  <a:pt x="313" y="100"/>
                  <a:pt x="313" y="100"/>
                </a:cubicBezTo>
                <a:cubicBezTo>
                  <a:pt x="317" y="102"/>
                  <a:pt x="319" y="106"/>
                  <a:pt x="319" y="1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8"/>
          <p:cNvSpPr>
            <a:spLocks noEditPoints="1"/>
          </p:cNvSpPr>
          <p:nvPr/>
        </p:nvSpPr>
        <p:spPr bwMode="auto">
          <a:xfrm>
            <a:off x="5945188" y="1168400"/>
            <a:ext cx="358775" cy="271463"/>
          </a:xfrm>
          <a:custGeom>
            <a:avLst/>
            <a:gdLst>
              <a:gd name="T0" fmla="*/ 297 w 331"/>
              <a:gd name="T1" fmla="*/ 69 h 251"/>
              <a:gd name="T2" fmla="*/ 287 w 331"/>
              <a:gd name="T3" fmla="*/ 44 h 251"/>
              <a:gd name="T4" fmla="*/ 262 w 331"/>
              <a:gd name="T5" fmla="*/ 34 h 251"/>
              <a:gd name="T6" fmla="*/ 251 w 331"/>
              <a:gd name="T7" fmla="*/ 34 h 251"/>
              <a:gd name="T8" fmla="*/ 251 w 331"/>
              <a:gd name="T9" fmla="*/ 103 h 251"/>
              <a:gd name="T10" fmla="*/ 262 w 331"/>
              <a:gd name="T11" fmla="*/ 103 h 251"/>
              <a:gd name="T12" fmla="*/ 287 w 331"/>
              <a:gd name="T13" fmla="*/ 93 h 251"/>
              <a:gd name="T14" fmla="*/ 297 w 331"/>
              <a:gd name="T15" fmla="*/ 69 h 251"/>
              <a:gd name="T16" fmla="*/ 0 w 331"/>
              <a:gd name="T17" fmla="*/ 205 h 251"/>
              <a:gd name="T18" fmla="*/ 319 w 331"/>
              <a:gd name="T19" fmla="*/ 205 h 251"/>
              <a:gd name="T20" fmla="*/ 306 w 331"/>
              <a:gd name="T21" fmla="*/ 238 h 251"/>
              <a:gd name="T22" fmla="*/ 274 w 331"/>
              <a:gd name="T23" fmla="*/ 251 h 251"/>
              <a:gd name="T24" fmla="*/ 46 w 331"/>
              <a:gd name="T25" fmla="*/ 251 h 251"/>
              <a:gd name="T26" fmla="*/ 14 w 331"/>
              <a:gd name="T27" fmla="*/ 238 h 251"/>
              <a:gd name="T28" fmla="*/ 0 w 331"/>
              <a:gd name="T29" fmla="*/ 205 h 251"/>
              <a:gd name="T30" fmla="*/ 331 w 331"/>
              <a:gd name="T31" fmla="*/ 69 h 251"/>
              <a:gd name="T32" fmla="*/ 311 w 331"/>
              <a:gd name="T33" fmla="*/ 117 h 251"/>
              <a:gd name="T34" fmla="*/ 262 w 331"/>
              <a:gd name="T35" fmla="*/ 137 h 251"/>
              <a:gd name="T36" fmla="*/ 251 w 331"/>
              <a:gd name="T37" fmla="*/ 137 h 251"/>
              <a:gd name="T38" fmla="*/ 251 w 331"/>
              <a:gd name="T39" fmla="*/ 143 h 251"/>
              <a:gd name="T40" fmla="*/ 239 w 331"/>
              <a:gd name="T41" fmla="*/ 171 h 251"/>
              <a:gd name="T42" fmla="*/ 211 w 331"/>
              <a:gd name="T43" fmla="*/ 183 h 251"/>
              <a:gd name="T44" fmla="*/ 86 w 331"/>
              <a:gd name="T45" fmla="*/ 183 h 251"/>
              <a:gd name="T46" fmla="*/ 58 w 331"/>
              <a:gd name="T47" fmla="*/ 171 h 251"/>
              <a:gd name="T48" fmla="*/ 46 w 331"/>
              <a:gd name="T49" fmla="*/ 143 h 251"/>
              <a:gd name="T50" fmla="*/ 46 w 331"/>
              <a:gd name="T51" fmla="*/ 12 h 251"/>
              <a:gd name="T52" fmla="*/ 49 w 331"/>
              <a:gd name="T53" fmla="*/ 4 h 251"/>
              <a:gd name="T54" fmla="*/ 57 w 331"/>
              <a:gd name="T55" fmla="*/ 0 h 251"/>
              <a:gd name="T56" fmla="*/ 262 w 331"/>
              <a:gd name="T57" fmla="*/ 0 h 251"/>
              <a:gd name="T58" fmla="*/ 311 w 331"/>
              <a:gd name="T59" fmla="*/ 20 h 251"/>
              <a:gd name="T60" fmla="*/ 331 w 331"/>
              <a:gd name="T61" fmla="*/ 69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31" h="251">
                <a:moveTo>
                  <a:pt x="297" y="69"/>
                </a:moveTo>
                <a:cubicBezTo>
                  <a:pt x="297" y="59"/>
                  <a:pt x="293" y="51"/>
                  <a:pt x="287" y="44"/>
                </a:cubicBezTo>
                <a:cubicBezTo>
                  <a:pt x="280" y="38"/>
                  <a:pt x="272" y="34"/>
                  <a:pt x="262" y="34"/>
                </a:cubicBezTo>
                <a:cubicBezTo>
                  <a:pt x="251" y="34"/>
                  <a:pt x="251" y="34"/>
                  <a:pt x="251" y="34"/>
                </a:cubicBezTo>
                <a:cubicBezTo>
                  <a:pt x="251" y="103"/>
                  <a:pt x="251" y="103"/>
                  <a:pt x="251" y="103"/>
                </a:cubicBezTo>
                <a:cubicBezTo>
                  <a:pt x="262" y="103"/>
                  <a:pt x="262" y="103"/>
                  <a:pt x="262" y="103"/>
                </a:cubicBezTo>
                <a:cubicBezTo>
                  <a:pt x="272" y="103"/>
                  <a:pt x="280" y="100"/>
                  <a:pt x="287" y="93"/>
                </a:cubicBezTo>
                <a:cubicBezTo>
                  <a:pt x="293" y="86"/>
                  <a:pt x="297" y="78"/>
                  <a:pt x="297" y="69"/>
                </a:cubicBezTo>
                <a:close/>
                <a:moveTo>
                  <a:pt x="0" y="205"/>
                </a:moveTo>
                <a:cubicBezTo>
                  <a:pt x="319" y="205"/>
                  <a:pt x="319" y="205"/>
                  <a:pt x="319" y="205"/>
                </a:cubicBezTo>
                <a:cubicBezTo>
                  <a:pt x="319" y="218"/>
                  <a:pt x="315" y="229"/>
                  <a:pt x="306" y="238"/>
                </a:cubicBezTo>
                <a:cubicBezTo>
                  <a:pt x="297" y="246"/>
                  <a:pt x="286" y="251"/>
                  <a:pt x="274" y="251"/>
                </a:cubicBezTo>
                <a:cubicBezTo>
                  <a:pt x="46" y="251"/>
                  <a:pt x="46" y="251"/>
                  <a:pt x="46" y="251"/>
                </a:cubicBezTo>
                <a:cubicBezTo>
                  <a:pt x="33" y="251"/>
                  <a:pt x="23" y="246"/>
                  <a:pt x="14" y="238"/>
                </a:cubicBezTo>
                <a:cubicBezTo>
                  <a:pt x="5" y="229"/>
                  <a:pt x="0" y="218"/>
                  <a:pt x="0" y="205"/>
                </a:cubicBezTo>
                <a:close/>
                <a:moveTo>
                  <a:pt x="331" y="69"/>
                </a:moveTo>
                <a:cubicBezTo>
                  <a:pt x="331" y="88"/>
                  <a:pt x="324" y="104"/>
                  <a:pt x="311" y="117"/>
                </a:cubicBezTo>
                <a:cubicBezTo>
                  <a:pt x="297" y="130"/>
                  <a:pt x="281" y="137"/>
                  <a:pt x="262" y="137"/>
                </a:cubicBezTo>
                <a:cubicBezTo>
                  <a:pt x="251" y="137"/>
                  <a:pt x="251" y="137"/>
                  <a:pt x="251" y="137"/>
                </a:cubicBezTo>
                <a:cubicBezTo>
                  <a:pt x="251" y="143"/>
                  <a:pt x="251" y="143"/>
                  <a:pt x="251" y="143"/>
                </a:cubicBezTo>
                <a:cubicBezTo>
                  <a:pt x="251" y="154"/>
                  <a:pt x="247" y="163"/>
                  <a:pt x="239" y="171"/>
                </a:cubicBezTo>
                <a:cubicBezTo>
                  <a:pt x="231" y="179"/>
                  <a:pt x="222" y="183"/>
                  <a:pt x="211" y="183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75" y="183"/>
                  <a:pt x="66" y="179"/>
                  <a:pt x="58" y="171"/>
                </a:cubicBezTo>
                <a:cubicBezTo>
                  <a:pt x="50" y="163"/>
                  <a:pt x="46" y="154"/>
                  <a:pt x="46" y="143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9"/>
                  <a:pt x="47" y="6"/>
                  <a:pt x="49" y="4"/>
                </a:cubicBezTo>
                <a:cubicBezTo>
                  <a:pt x="52" y="1"/>
                  <a:pt x="54" y="0"/>
                  <a:pt x="57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81" y="0"/>
                  <a:pt x="297" y="7"/>
                  <a:pt x="311" y="20"/>
                </a:cubicBezTo>
                <a:cubicBezTo>
                  <a:pt x="324" y="34"/>
                  <a:pt x="331" y="50"/>
                  <a:pt x="331" y="6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9"/>
          <p:cNvSpPr>
            <a:spLocks noEditPoints="1"/>
          </p:cNvSpPr>
          <p:nvPr/>
        </p:nvSpPr>
        <p:spPr bwMode="auto">
          <a:xfrm>
            <a:off x="6410326" y="1157288"/>
            <a:ext cx="295275" cy="295275"/>
          </a:xfrm>
          <a:custGeom>
            <a:avLst/>
            <a:gdLst>
              <a:gd name="T0" fmla="*/ 169 w 274"/>
              <a:gd name="T1" fmla="*/ 104 h 273"/>
              <a:gd name="T2" fmla="*/ 105 w 274"/>
              <a:gd name="T3" fmla="*/ 104 h 273"/>
              <a:gd name="T4" fmla="*/ 105 w 274"/>
              <a:gd name="T5" fmla="*/ 169 h 273"/>
              <a:gd name="T6" fmla="*/ 169 w 274"/>
              <a:gd name="T7" fmla="*/ 169 h 273"/>
              <a:gd name="T8" fmla="*/ 274 w 274"/>
              <a:gd name="T9" fmla="*/ 117 h 273"/>
              <a:gd name="T10" fmla="*/ 272 w 274"/>
              <a:gd name="T11" fmla="*/ 161 h 273"/>
              <a:gd name="T12" fmla="*/ 236 w 274"/>
              <a:gd name="T13" fmla="*/ 168 h 273"/>
              <a:gd name="T14" fmla="*/ 248 w 274"/>
              <a:gd name="T15" fmla="*/ 209 h 273"/>
              <a:gd name="T16" fmla="*/ 248 w 274"/>
              <a:gd name="T17" fmla="*/ 217 h 273"/>
              <a:gd name="T18" fmla="*/ 214 w 274"/>
              <a:gd name="T19" fmla="*/ 249 h 273"/>
              <a:gd name="T20" fmla="*/ 185 w 274"/>
              <a:gd name="T21" fmla="*/ 228 h 273"/>
              <a:gd name="T22" fmla="*/ 163 w 274"/>
              <a:gd name="T23" fmla="*/ 268 h 273"/>
              <a:gd name="T24" fmla="*/ 117 w 274"/>
              <a:gd name="T25" fmla="*/ 273 h 273"/>
              <a:gd name="T26" fmla="*/ 111 w 274"/>
              <a:gd name="T27" fmla="*/ 268 h 273"/>
              <a:gd name="T28" fmla="*/ 90 w 274"/>
              <a:gd name="T29" fmla="*/ 229 h 273"/>
              <a:gd name="T30" fmla="*/ 60 w 274"/>
              <a:gd name="T31" fmla="*/ 249 h 273"/>
              <a:gd name="T32" fmla="*/ 27 w 274"/>
              <a:gd name="T33" fmla="*/ 217 h 273"/>
              <a:gd name="T34" fmla="*/ 27 w 274"/>
              <a:gd name="T35" fmla="*/ 209 h 273"/>
              <a:gd name="T36" fmla="*/ 45 w 274"/>
              <a:gd name="T37" fmla="*/ 185 h 273"/>
              <a:gd name="T38" fmla="*/ 6 w 274"/>
              <a:gd name="T39" fmla="*/ 162 h 273"/>
              <a:gd name="T40" fmla="*/ 0 w 274"/>
              <a:gd name="T41" fmla="*/ 156 h 273"/>
              <a:gd name="T42" fmla="*/ 2 w 274"/>
              <a:gd name="T43" fmla="*/ 112 h 273"/>
              <a:gd name="T44" fmla="*/ 38 w 274"/>
              <a:gd name="T45" fmla="*/ 105 h 273"/>
              <a:gd name="T46" fmla="*/ 26 w 274"/>
              <a:gd name="T47" fmla="*/ 64 h 273"/>
              <a:gd name="T48" fmla="*/ 26 w 274"/>
              <a:gd name="T49" fmla="*/ 56 h 273"/>
              <a:gd name="T50" fmla="*/ 60 w 274"/>
              <a:gd name="T51" fmla="*/ 24 h 273"/>
              <a:gd name="T52" fmla="*/ 90 w 274"/>
              <a:gd name="T53" fmla="*/ 45 h 273"/>
              <a:gd name="T54" fmla="*/ 111 w 274"/>
              <a:gd name="T55" fmla="*/ 5 h 273"/>
              <a:gd name="T56" fmla="*/ 157 w 274"/>
              <a:gd name="T57" fmla="*/ 0 h 273"/>
              <a:gd name="T58" fmla="*/ 163 w 274"/>
              <a:gd name="T59" fmla="*/ 5 h 273"/>
              <a:gd name="T60" fmla="*/ 184 w 274"/>
              <a:gd name="T61" fmla="*/ 45 h 273"/>
              <a:gd name="T62" fmla="*/ 214 w 274"/>
              <a:gd name="T63" fmla="*/ 24 h 273"/>
              <a:gd name="T64" fmla="*/ 248 w 274"/>
              <a:gd name="T65" fmla="*/ 56 h 273"/>
              <a:gd name="T66" fmla="*/ 248 w 274"/>
              <a:gd name="T67" fmla="*/ 64 h 273"/>
              <a:gd name="T68" fmla="*/ 229 w 274"/>
              <a:gd name="T69" fmla="*/ 88 h 273"/>
              <a:gd name="T70" fmla="*/ 269 w 274"/>
              <a:gd name="T71" fmla="*/ 111 h 273"/>
              <a:gd name="T72" fmla="*/ 274 w 274"/>
              <a:gd name="T73" fmla="*/ 117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4" h="273">
                <a:moveTo>
                  <a:pt x="183" y="137"/>
                </a:moveTo>
                <a:cubicBezTo>
                  <a:pt x="183" y="124"/>
                  <a:pt x="178" y="113"/>
                  <a:pt x="169" y="104"/>
                </a:cubicBezTo>
                <a:cubicBezTo>
                  <a:pt x="160" y="96"/>
                  <a:pt x="150" y="91"/>
                  <a:pt x="137" y="91"/>
                </a:cubicBezTo>
                <a:cubicBezTo>
                  <a:pt x="125" y="91"/>
                  <a:pt x="114" y="96"/>
                  <a:pt x="105" y="104"/>
                </a:cubicBezTo>
                <a:cubicBezTo>
                  <a:pt x="96" y="113"/>
                  <a:pt x="92" y="124"/>
                  <a:pt x="92" y="137"/>
                </a:cubicBezTo>
                <a:cubicBezTo>
                  <a:pt x="92" y="149"/>
                  <a:pt x="96" y="160"/>
                  <a:pt x="105" y="169"/>
                </a:cubicBezTo>
                <a:cubicBezTo>
                  <a:pt x="114" y="178"/>
                  <a:pt x="125" y="182"/>
                  <a:pt x="137" y="182"/>
                </a:cubicBezTo>
                <a:cubicBezTo>
                  <a:pt x="150" y="182"/>
                  <a:pt x="160" y="178"/>
                  <a:pt x="169" y="169"/>
                </a:cubicBezTo>
                <a:cubicBezTo>
                  <a:pt x="178" y="160"/>
                  <a:pt x="183" y="149"/>
                  <a:pt x="183" y="137"/>
                </a:cubicBezTo>
                <a:close/>
                <a:moveTo>
                  <a:pt x="274" y="117"/>
                </a:moveTo>
                <a:cubicBezTo>
                  <a:pt x="274" y="157"/>
                  <a:pt x="274" y="157"/>
                  <a:pt x="274" y="157"/>
                </a:cubicBezTo>
                <a:cubicBezTo>
                  <a:pt x="274" y="158"/>
                  <a:pt x="273" y="160"/>
                  <a:pt x="272" y="161"/>
                </a:cubicBezTo>
                <a:cubicBezTo>
                  <a:pt x="271" y="162"/>
                  <a:pt x="270" y="163"/>
                  <a:pt x="269" y="163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4" y="175"/>
                  <a:pt x="231" y="180"/>
                  <a:pt x="229" y="184"/>
                </a:cubicBezTo>
                <a:cubicBezTo>
                  <a:pt x="233" y="190"/>
                  <a:pt x="240" y="198"/>
                  <a:pt x="248" y="209"/>
                </a:cubicBezTo>
                <a:cubicBezTo>
                  <a:pt x="249" y="210"/>
                  <a:pt x="250" y="212"/>
                  <a:pt x="250" y="213"/>
                </a:cubicBezTo>
                <a:cubicBezTo>
                  <a:pt x="250" y="215"/>
                  <a:pt x="249" y="216"/>
                  <a:pt x="248" y="217"/>
                </a:cubicBezTo>
                <a:cubicBezTo>
                  <a:pt x="245" y="222"/>
                  <a:pt x="239" y="228"/>
                  <a:pt x="231" y="237"/>
                </a:cubicBezTo>
                <a:cubicBezTo>
                  <a:pt x="222" y="245"/>
                  <a:pt x="216" y="249"/>
                  <a:pt x="214" y="249"/>
                </a:cubicBezTo>
                <a:cubicBezTo>
                  <a:pt x="212" y="249"/>
                  <a:pt x="211" y="249"/>
                  <a:pt x="209" y="248"/>
                </a:cubicBezTo>
                <a:cubicBezTo>
                  <a:pt x="185" y="228"/>
                  <a:pt x="185" y="228"/>
                  <a:pt x="185" y="228"/>
                </a:cubicBezTo>
                <a:cubicBezTo>
                  <a:pt x="179" y="231"/>
                  <a:pt x="174" y="233"/>
                  <a:pt x="168" y="235"/>
                </a:cubicBezTo>
                <a:cubicBezTo>
                  <a:pt x="167" y="251"/>
                  <a:pt x="165" y="262"/>
                  <a:pt x="163" y="268"/>
                </a:cubicBezTo>
                <a:cubicBezTo>
                  <a:pt x="162" y="272"/>
                  <a:pt x="160" y="273"/>
                  <a:pt x="157" y="273"/>
                </a:cubicBezTo>
                <a:cubicBezTo>
                  <a:pt x="117" y="273"/>
                  <a:pt x="117" y="273"/>
                  <a:pt x="117" y="273"/>
                </a:cubicBezTo>
                <a:cubicBezTo>
                  <a:pt x="116" y="273"/>
                  <a:pt x="114" y="273"/>
                  <a:pt x="113" y="272"/>
                </a:cubicBezTo>
                <a:cubicBezTo>
                  <a:pt x="112" y="271"/>
                  <a:pt x="111" y="270"/>
                  <a:pt x="111" y="268"/>
                </a:cubicBezTo>
                <a:cubicBezTo>
                  <a:pt x="106" y="235"/>
                  <a:pt x="106" y="235"/>
                  <a:pt x="106" y="235"/>
                </a:cubicBezTo>
                <a:cubicBezTo>
                  <a:pt x="100" y="233"/>
                  <a:pt x="95" y="231"/>
                  <a:pt x="90" y="229"/>
                </a:cubicBezTo>
                <a:cubicBezTo>
                  <a:pt x="65" y="248"/>
                  <a:pt x="65" y="248"/>
                  <a:pt x="65" y="248"/>
                </a:cubicBezTo>
                <a:cubicBezTo>
                  <a:pt x="64" y="249"/>
                  <a:pt x="62" y="249"/>
                  <a:pt x="60" y="249"/>
                </a:cubicBezTo>
                <a:cubicBezTo>
                  <a:pt x="59" y="249"/>
                  <a:pt x="57" y="249"/>
                  <a:pt x="56" y="247"/>
                </a:cubicBezTo>
                <a:cubicBezTo>
                  <a:pt x="41" y="234"/>
                  <a:pt x="31" y="224"/>
                  <a:pt x="27" y="217"/>
                </a:cubicBezTo>
                <a:cubicBezTo>
                  <a:pt x="26" y="216"/>
                  <a:pt x="25" y="215"/>
                  <a:pt x="25" y="213"/>
                </a:cubicBezTo>
                <a:cubicBezTo>
                  <a:pt x="25" y="212"/>
                  <a:pt x="26" y="211"/>
                  <a:pt x="27" y="209"/>
                </a:cubicBezTo>
                <a:cubicBezTo>
                  <a:pt x="29" y="207"/>
                  <a:pt x="32" y="203"/>
                  <a:pt x="36" y="197"/>
                </a:cubicBezTo>
                <a:cubicBezTo>
                  <a:pt x="40" y="192"/>
                  <a:pt x="43" y="188"/>
                  <a:pt x="45" y="185"/>
                </a:cubicBezTo>
                <a:cubicBezTo>
                  <a:pt x="42" y="179"/>
                  <a:pt x="40" y="173"/>
                  <a:pt x="38" y="167"/>
                </a:cubicBezTo>
                <a:cubicBezTo>
                  <a:pt x="6" y="162"/>
                  <a:pt x="6" y="162"/>
                  <a:pt x="6" y="162"/>
                </a:cubicBezTo>
                <a:cubicBezTo>
                  <a:pt x="4" y="162"/>
                  <a:pt x="3" y="161"/>
                  <a:pt x="2" y="160"/>
                </a:cubicBezTo>
                <a:cubicBezTo>
                  <a:pt x="1" y="159"/>
                  <a:pt x="0" y="158"/>
                  <a:pt x="0" y="156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5"/>
                  <a:pt x="1" y="114"/>
                  <a:pt x="2" y="112"/>
                </a:cubicBezTo>
                <a:cubicBezTo>
                  <a:pt x="3" y="111"/>
                  <a:pt x="4" y="110"/>
                  <a:pt x="5" y="110"/>
                </a:cubicBezTo>
                <a:cubicBezTo>
                  <a:pt x="38" y="105"/>
                  <a:pt x="38" y="105"/>
                  <a:pt x="38" y="105"/>
                </a:cubicBezTo>
                <a:cubicBezTo>
                  <a:pt x="40" y="100"/>
                  <a:pt x="42" y="94"/>
                  <a:pt x="45" y="89"/>
                </a:cubicBezTo>
                <a:cubicBezTo>
                  <a:pt x="41" y="82"/>
                  <a:pt x="34" y="74"/>
                  <a:pt x="26" y="64"/>
                </a:cubicBezTo>
                <a:cubicBezTo>
                  <a:pt x="25" y="63"/>
                  <a:pt x="24" y="61"/>
                  <a:pt x="24" y="60"/>
                </a:cubicBezTo>
                <a:cubicBezTo>
                  <a:pt x="24" y="59"/>
                  <a:pt x="25" y="57"/>
                  <a:pt x="26" y="56"/>
                </a:cubicBezTo>
                <a:cubicBezTo>
                  <a:pt x="29" y="52"/>
                  <a:pt x="35" y="45"/>
                  <a:pt x="44" y="37"/>
                </a:cubicBezTo>
                <a:cubicBezTo>
                  <a:pt x="52" y="28"/>
                  <a:pt x="58" y="24"/>
                  <a:pt x="60" y="24"/>
                </a:cubicBezTo>
                <a:cubicBezTo>
                  <a:pt x="62" y="24"/>
                  <a:pt x="64" y="25"/>
                  <a:pt x="65" y="26"/>
                </a:cubicBezTo>
                <a:cubicBezTo>
                  <a:pt x="90" y="45"/>
                  <a:pt x="90" y="45"/>
                  <a:pt x="90" y="45"/>
                </a:cubicBezTo>
                <a:cubicBezTo>
                  <a:pt x="95" y="42"/>
                  <a:pt x="100" y="40"/>
                  <a:pt x="106" y="38"/>
                </a:cubicBezTo>
                <a:cubicBezTo>
                  <a:pt x="108" y="22"/>
                  <a:pt x="109" y="11"/>
                  <a:pt x="111" y="5"/>
                </a:cubicBezTo>
                <a:cubicBezTo>
                  <a:pt x="112" y="2"/>
                  <a:pt x="114" y="0"/>
                  <a:pt x="117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9" y="0"/>
                  <a:pt x="160" y="0"/>
                  <a:pt x="161" y="1"/>
                </a:cubicBezTo>
                <a:cubicBezTo>
                  <a:pt x="163" y="2"/>
                  <a:pt x="163" y="4"/>
                  <a:pt x="163" y="5"/>
                </a:cubicBezTo>
                <a:cubicBezTo>
                  <a:pt x="168" y="38"/>
                  <a:pt x="168" y="38"/>
                  <a:pt x="168" y="38"/>
                </a:cubicBezTo>
                <a:cubicBezTo>
                  <a:pt x="174" y="40"/>
                  <a:pt x="179" y="42"/>
                  <a:pt x="184" y="45"/>
                </a:cubicBezTo>
                <a:cubicBezTo>
                  <a:pt x="210" y="26"/>
                  <a:pt x="210" y="26"/>
                  <a:pt x="210" y="26"/>
                </a:cubicBezTo>
                <a:cubicBezTo>
                  <a:pt x="211" y="24"/>
                  <a:pt x="212" y="24"/>
                  <a:pt x="214" y="24"/>
                </a:cubicBezTo>
                <a:cubicBezTo>
                  <a:pt x="215" y="24"/>
                  <a:pt x="217" y="25"/>
                  <a:pt x="218" y="26"/>
                </a:cubicBezTo>
                <a:cubicBezTo>
                  <a:pt x="234" y="40"/>
                  <a:pt x="243" y="50"/>
                  <a:pt x="248" y="56"/>
                </a:cubicBezTo>
                <a:cubicBezTo>
                  <a:pt x="249" y="57"/>
                  <a:pt x="249" y="58"/>
                  <a:pt x="249" y="60"/>
                </a:cubicBezTo>
                <a:cubicBezTo>
                  <a:pt x="249" y="61"/>
                  <a:pt x="248" y="63"/>
                  <a:pt x="248" y="64"/>
                </a:cubicBezTo>
                <a:cubicBezTo>
                  <a:pt x="246" y="66"/>
                  <a:pt x="243" y="70"/>
                  <a:pt x="238" y="76"/>
                </a:cubicBezTo>
                <a:cubicBezTo>
                  <a:pt x="234" y="81"/>
                  <a:pt x="231" y="85"/>
                  <a:pt x="229" y="88"/>
                </a:cubicBezTo>
                <a:cubicBezTo>
                  <a:pt x="232" y="94"/>
                  <a:pt x="234" y="100"/>
                  <a:pt x="236" y="106"/>
                </a:cubicBezTo>
                <a:cubicBezTo>
                  <a:pt x="269" y="111"/>
                  <a:pt x="269" y="111"/>
                  <a:pt x="269" y="111"/>
                </a:cubicBezTo>
                <a:cubicBezTo>
                  <a:pt x="270" y="111"/>
                  <a:pt x="271" y="112"/>
                  <a:pt x="272" y="113"/>
                </a:cubicBezTo>
                <a:cubicBezTo>
                  <a:pt x="273" y="114"/>
                  <a:pt x="274" y="116"/>
                  <a:pt x="274" y="1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70"/>
          <p:cNvSpPr>
            <a:spLocks noEditPoints="1"/>
          </p:cNvSpPr>
          <p:nvPr/>
        </p:nvSpPr>
        <p:spPr bwMode="auto">
          <a:xfrm>
            <a:off x="6807201" y="1135063"/>
            <a:ext cx="369888" cy="338138"/>
          </a:xfrm>
          <a:custGeom>
            <a:avLst/>
            <a:gdLst>
              <a:gd name="T0" fmla="*/ 114 w 342"/>
              <a:gd name="T1" fmla="*/ 111 h 313"/>
              <a:gd name="T2" fmla="*/ 81 w 342"/>
              <a:gd name="T3" fmla="*/ 189 h 313"/>
              <a:gd name="T4" fmla="*/ 159 w 342"/>
              <a:gd name="T5" fmla="*/ 157 h 313"/>
              <a:gd name="T6" fmla="*/ 273 w 342"/>
              <a:gd name="T7" fmla="*/ 225 h 313"/>
              <a:gd name="T8" fmla="*/ 257 w 342"/>
              <a:gd name="T9" fmla="*/ 264 h 313"/>
              <a:gd name="T10" fmla="*/ 296 w 342"/>
              <a:gd name="T11" fmla="*/ 248 h 313"/>
              <a:gd name="T12" fmla="*/ 273 w 342"/>
              <a:gd name="T13" fmla="*/ 43 h 313"/>
              <a:gd name="T14" fmla="*/ 257 w 342"/>
              <a:gd name="T15" fmla="*/ 82 h 313"/>
              <a:gd name="T16" fmla="*/ 296 w 342"/>
              <a:gd name="T17" fmla="*/ 65 h 313"/>
              <a:gd name="T18" fmla="*/ 226 w 342"/>
              <a:gd name="T19" fmla="*/ 177 h 313"/>
              <a:gd name="T20" fmla="*/ 190 w 342"/>
              <a:gd name="T21" fmla="*/ 196 h 313"/>
              <a:gd name="T22" fmla="*/ 206 w 342"/>
              <a:gd name="T23" fmla="*/ 224 h 313"/>
              <a:gd name="T24" fmla="*/ 174 w 342"/>
              <a:gd name="T25" fmla="*/ 249 h 313"/>
              <a:gd name="T26" fmla="*/ 136 w 342"/>
              <a:gd name="T27" fmla="*/ 266 h 313"/>
              <a:gd name="T28" fmla="*/ 94 w 342"/>
              <a:gd name="T29" fmla="*/ 269 h 313"/>
              <a:gd name="T30" fmla="*/ 74 w 342"/>
              <a:gd name="T31" fmla="*/ 233 h 313"/>
              <a:gd name="T32" fmla="*/ 46 w 342"/>
              <a:gd name="T33" fmla="*/ 249 h 313"/>
              <a:gd name="T34" fmla="*/ 29 w 342"/>
              <a:gd name="T35" fmla="*/ 208 h 313"/>
              <a:gd name="T36" fmla="*/ 4 w 342"/>
              <a:gd name="T37" fmla="*/ 178 h 313"/>
              <a:gd name="T38" fmla="*/ 0 w 342"/>
              <a:gd name="T39" fmla="*/ 140 h 313"/>
              <a:gd name="T40" fmla="*/ 31 w 342"/>
              <a:gd name="T41" fmla="*/ 130 h 313"/>
              <a:gd name="T42" fmla="*/ 20 w 342"/>
              <a:gd name="T43" fmla="*/ 93 h 313"/>
              <a:gd name="T44" fmla="*/ 50 w 342"/>
              <a:gd name="T45" fmla="*/ 63 h 313"/>
              <a:gd name="T46" fmla="*/ 88 w 342"/>
              <a:gd name="T47" fmla="*/ 74 h 313"/>
              <a:gd name="T48" fmla="*/ 130 w 342"/>
              <a:gd name="T49" fmla="*/ 43 h 313"/>
              <a:gd name="T50" fmla="*/ 140 w 342"/>
              <a:gd name="T51" fmla="*/ 74 h 313"/>
              <a:gd name="T52" fmla="*/ 178 w 342"/>
              <a:gd name="T53" fmla="*/ 63 h 313"/>
              <a:gd name="T54" fmla="*/ 206 w 342"/>
              <a:gd name="T55" fmla="*/ 96 h 313"/>
              <a:gd name="T56" fmla="*/ 196 w 342"/>
              <a:gd name="T57" fmla="*/ 131 h 313"/>
              <a:gd name="T58" fmla="*/ 228 w 342"/>
              <a:gd name="T59" fmla="*/ 140 h 313"/>
              <a:gd name="T60" fmla="*/ 315 w 342"/>
              <a:gd name="T61" fmla="*/ 266 h 313"/>
              <a:gd name="T62" fmla="*/ 318 w 342"/>
              <a:gd name="T63" fmla="*/ 301 h 313"/>
              <a:gd name="T64" fmla="*/ 279 w 342"/>
              <a:gd name="T65" fmla="*/ 293 h 313"/>
              <a:gd name="T66" fmla="*/ 259 w 342"/>
              <a:gd name="T67" fmla="*/ 305 h 313"/>
              <a:gd name="T68" fmla="*/ 228 w 342"/>
              <a:gd name="T69" fmla="*/ 299 h 313"/>
              <a:gd name="T70" fmla="*/ 205 w 342"/>
              <a:gd name="T71" fmla="*/ 260 h 313"/>
              <a:gd name="T72" fmla="*/ 237 w 342"/>
              <a:gd name="T73" fmla="*/ 220 h 313"/>
              <a:gd name="T74" fmla="*/ 235 w 342"/>
              <a:gd name="T75" fmla="*/ 191 h 313"/>
              <a:gd name="T76" fmla="*/ 259 w 342"/>
              <a:gd name="T77" fmla="*/ 190 h 313"/>
              <a:gd name="T78" fmla="*/ 279 w 342"/>
              <a:gd name="T79" fmla="*/ 202 h 313"/>
              <a:gd name="T80" fmla="*/ 318 w 342"/>
              <a:gd name="T81" fmla="*/ 195 h 313"/>
              <a:gd name="T82" fmla="*/ 315 w 342"/>
              <a:gd name="T83" fmla="*/ 230 h 313"/>
              <a:gd name="T84" fmla="*/ 342 w 342"/>
              <a:gd name="T85" fmla="*/ 78 h 313"/>
              <a:gd name="T86" fmla="*/ 319 w 342"/>
              <a:gd name="T87" fmla="*/ 117 h 313"/>
              <a:gd name="T88" fmla="*/ 288 w 342"/>
              <a:gd name="T89" fmla="*/ 123 h 313"/>
              <a:gd name="T90" fmla="*/ 268 w 342"/>
              <a:gd name="T91" fmla="*/ 111 h 313"/>
              <a:gd name="T92" fmla="*/ 228 w 342"/>
              <a:gd name="T93" fmla="*/ 118 h 313"/>
              <a:gd name="T94" fmla="*/ 231 w 342"/>
              <a:gd name="T95" fmla="*/ 83 h 313"/>
              <a:gd name="T96" fmla="*/ 231 w 342"/>
              <a:gd name="T97" fmla="*/ 47 h 313"/>
              <a:gd name="T98" fmla="*/ 228 w 342"/>
              <a:gd name="T99" fmla="*/ 12 h 313"/>
              <a:gd name="T100" fmla="*/ 250 w 342"/>
              <a:gd name="T101" fmla="*/ 0 h 313"/>
              <a:gd name="T102" fmla="*/ 273 w 342"/>
              <a:gd name="T103" fmla="*/ 20 h 313"/>
              <a:gd name="T104" fmla="*/ 296 w 342"/>
              <a:gd name="T105" fmla="*/ 0 h 313"/>
              <a:gd name="T106" fmla="*/ 310 w 342"/>
              <a:gd name="T107" fmla="*/ 38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2" h="313">
                <a:moveTo>
                  <a:pt x="159" y="157"/>
                </a:moveTo>
                <a:cubicBezTo>
                  <a:pt x="159" y="144"/>
                  <a:pt x="155" y="133"/>
                  <a:pt x="146" y="124"/>
                </a:cubicBezTo>
                <a:cubicBezTo>
                  <a:pt x="137" y="115"/>
                  <a:pt x="126" y="111"/>
                  <a:pt x="114" y="111"/>
                </a:cubicBezTo>
                <a:cubicBezTo>
                  <a:pt x="101" y="111"/>
                  <a:pt x="90" y="115"/>
                  <a:pt x="81" y="124"/>
                </a:cubicBezTo>
                <a:cubicBezTo>
                  <a:pt x="73" y="133"/>
                  <a:pt x="68" y="144"/>
                  <a:pt x="68" y="157"/>
                </a:cubicBezTo>
                <a:cubicBezTo>
                  <a:pt x="68" y="169"/>
                  <a:pt x="73" y="180"/>
                  <a:pt x="81" y="189"/>
                </a:cubicBezTo>
                <a:cubicBezTo>
                  <a:pt x="90" y="198"/>
                  <a:pt x="101" y="202"/>
                  <a:pt x="114" y="202"/>
                </a:cubicBezTo>
                <a:cubicBezTo>
                  <a:pt x="126" y="202"/>
                  <a:pt x="137" y="198"/>
                  <a:pt x="146" y="189"/>
                </a:cubicBezTo>
                <a:cubicBezTo>
                  <a:pt x="155" y="180"/>
                  <a:pt x="159" y="169"/>
                  <a:pt x="159" y="157"/>
                </a:cubicBezTo>
                <a:close/>
                <a:moveTo>
                  <a:pt x="296" y="248"/>
                </a:moveTo>
                <a:cubicBezTo>
                  <a:pt x="296" y="242"/>
                  <a:pt x="294" y="236"/>
                  <a:pt x="289" y="232"/>
                </a:cubicBezTo>
                <a:cubicBezTo>
                  <a:pt x="285" y="227"/>
                  <a:pt x="279" y="225"/>
                  <a:pt x="273" y="225"/>
                </a:cubicBezTo>
                <a:cubicBezTo>
                  <a:pt x="267" y="225"/>
                  <a:pt x="262" y="227"/>
                  <a:pt x="257" y="232"/>
                </a:cubicBezTo>
                <a:cubicBezTo>
                  <a:pt x="253" y="236"/>
                  <a:pt x="250" y="242"/>
                  <a:pt x="250" y="248"/>
                </a:cubicBezTo>
                <a:cubicBezTo>
                  <a:pt x="250" y="254"/>
                  <a:pt x="253" y="259"/>
                  <a:pt x="257" y="264"/>
                </a:cubicBezTo>
                <a:cubicBezTo>
                  <a:pt x="262" y="268"/>
                  <a:pt x="267" y="270"/>
                  <a:pt x="273" y="270"/>
                </a:cubicBezTo>
                <a:cubicBezTo>
                  <a:pt x="279" y="270"/>
                  <a:pt x="285" y="268"/>
                  <a:pt x="289" y="264"/>
                </a:cubicBezTo>
                <a:cubicBezTo>
                  <a:pt x="294" y="259"/>
                  <a:pt x="296" y="254"/>
                  <a:pt x="296" y="248"/>
                </a:cubicBezTo>
                <a:close/>
                <a:moveTo>
                  <a:pt x="296" y="65"/>
                </a:moveTo>
                <a:cubicBezTo>
                  <a:pt x="296" y="59"/>
                  <a:pt x="294" y="54"/>
                  <a:pt x="289" y="49"/>
                </a:cubicBezTo>
                <a:cubicBezTo>
                  <a:pt x="285" y="45"/>
                  <a:pt x="279" y="43"/>
                  <a:pt x="273" y="43"/>
                </a:cubicBezTo>
                <a:cubicBezTo>
                  <a:pt x="267" y="43"/>
                  <a:pt x="262" y="45"/>
                  <a:pt x="257" y="49"/>
                </a:cubicBezTo>
                <a:cubicBezTo>
                  <a:pt x="253" y="54"/>
                  <a:pt x="250" y="59"/>
                  <a:pt x="250" y="65"/>
                </a:cubicBezTo>
                <a:cubicBezTo>
                  <a:pt x="250" y="72"/>
                  <a:pt x="253" y="77"/>
                  <a:pt x="257" y="82"/>
                </a:cubicBezTo>
                <a:cubicBezTo>
                  <a:pt x="262" y="86"/>
                  <a:pt x="267" y="88"/>
                  <a:pt x="273" y="88"/>
                </a:cubicBezTo>
                <a:cubicBezTo>
                  <a:pt x="279" y="88"/>
                  <a:pt x="285" y="86"/>
                  <a:pt x="289" y="82"/>
                </a:cubicBezTo>
                <a:cubicBezTo>
                  <a:pt x="294" y="77"/>
                  <a:pt x="296" y="72"/>
                  <a:pt x="296" y="65"/>
                </a:cubicBezTo>
                <a:close/>
                <a:moveTo>
                  <a:pt x="228" y="140"/>
                </a:moveTo>
                <a:cubicBezTo>
                  <a:pt x="228" y="173"/>
                  <a:pt x="228" y="173"/>
                  <a:pt x="228" y="173"/>
                </a:cubicBezTo>
                <a:cubicBezTo>
                  <a:pt x="228" y="174"/>
                  <a:pt x="227" y="176"/>
                  <a:pt x="226" y="177"/>
                </a:cubicBezTo>
                <a:cubicBezTo>
                  <a:pt x="226" y="178"/>
                  <a:pt x="225" y="178"/>
                  <a:pt x="224" y="179"/>
                </a:cubicBezTo>
                <a:cubicBezTo>
                  <a:pt x="196" y="183"/>
                  <a:pt x="196" y="183"/>
                  <a:pt x="196" y="183"/>
                </a:cubicBezTo>
                <a:cubicBezTo>
                  <a:pt x="195" y="187"/>
                  <a:pt x="193" y="192"/>
                  <a:pt x="190" y="196"/>
                </a:cubicBezTo>
                <a:cubicBezTo>
                  <a:pt x="194" y="202"/>
                  <a:pt x="200" y="209"/>
                  <a:pt x="206" y="217"/>
                </a:cubicBezTo>
                <a:cubicBezTo>
                  <a:pt x="207" y="218"/>
                  <a:pt x="208" y="219"/>
                  <a:pt x="208" y="220"/>
                </a:cubicBezTo>
                <a:cubicBezTo>
                  <a:pt x="208" y="222"/>
                  <a:pt x="207" y="223"/>
                  <a:pt x="206" y="224"/>
                </a:cubicBezTo>
                <a:cubicBezTo>
                  <a:pt x="204" y="227"/>
                  <a:pt x="199" y="233"/>
                  <a:pt x="192" y="240"/>
                </a:cubicBezTo>
                <a:cubicBezTo>
                  <a:pt x="185" y="247"/>
                  <a:pt x="180" y="250"/>
                  <a:pt x="178" y="250"/>
                </a:cubicBezTo>
                <a:cubicBezTo>
                  <a:pt x="176" y="250"/>
                  <a:pt x="175" y="250"/>
                  <a:pt x="174" y="249"/>
                </a:cubicBezTo>
                <a:cubicBezTo>
                  <a:pt x="153" y="233"/>
                  <a:pt x="153" y="233"/>
                  <a:pt x="153" y="233"/>
                </a:cubicBezTo>
                <a:cubicBezTo>
                  <a:pt x="149" y="235"/>
                  <a:pt x="144" y="237"/>
                  <a:pt x="140" y="239"/>
                </a:cubicBezTo>
                <a:cubicBezTo>
                  <a:pt x="138" y="251"/>
                  <a:pt x="137" y="261"/>
                  <a:pt x="136" y="266"/>
                </a:cubicBezTo>
                <a:cubicBezTo>
                  <a:pt x="135" y="269"/>
                  <a:pt x="133" y="270"/>
                  <a:pt x="130" y="270"/>
                </a:cubicBezTo>
                <a:cubicBezTo>
                  <a:pt x="97" y="270"/>
                  <a:pt x="97" y="270"/>
                  <a:pt x="97" y="270"/>
                </a:cubicBezTo>
                <a:cubicBezTo>
                  <a:pt x="96" y="270"/>
                  <a:pt x="95" y="270"/>
                  <a:pt x="94" y="269"/>
                </a:cubicBezTo>
                <a:cubicBezTo>
                  <a:pt x="93" y="268"/>
                  <a:pt x="92" y="267"/>
                  <a:pt x="92" y="266"/>
                </a:cubicBezTo>
                <a:cubicBezTo>
                  <a:pt x="88" y="239"/>
                  <a:pt x="88" y="239"/>
                  <a:pt x="88" y="239"/>
                </a:cubicBezTo>
                <a:cubicBezTo>
                  <a:pt x="84" y="238"/>
                  <a:pt x="79" y="236"/>
                  <a:pt x="74" y="233"/>
                </a:cubicBezTo>
                <a:cubicBezTo>
                  <a:pt x="53" y="249"/>
                  <a:pt x="53" y="249"/>
                  <a:pt x="53" y="249"/>
                </a:cubicBezTo>
                <a:cubicBezTo>
                  <a:pt x="53" y="250"/>
                  <a:pt x="51" y="250"/>
                  <a:pt x="50" y="250"/>
                </a:cubicBezTo>
                <a:cubicBezTo>
                  <a:pt x="49" y="250"/>
                  <a:pt x="47" y="250"/>
                  <a:pt x="46" y="249"/>
                </a:cubicBezTo>
                <a:cubicBezTo>
                  <a:pt x="29" y="233"/>
                  <a:pt x="20" y="224"/>
                  <a:pt x="20" y="220"/>
                </a:cubicBezTo>
                <a:cubicBezTo>
                  <a:pt x="20" y="219"/>
                  <a:pt x="21" y="218"/>
                  <a:pt x="22" y="217"/>
                </a:cubicBezTo>
                <a:cubicBezTo>
                  <a:pt x="23" y="215"/>
                  <a:pt x="25" y="212"/>
                  <a:pt x="29" y="208"/>
                </a:cubicBezTo>
                <a:cubicBezTo>
                  <a:pt x="33" y="203"/>
                  <a:pt x="35" y="199"/>
                  <a:pt x="37" y="197"/>
                </a:cubicBezTo>
                <a:cubicBezTo>
                  <a:pt x="35" y="192"/>
                  <a:pt x="33" y="187"/>
                  <a:pt x="31" y="182"/>
                </a:cubicBezTo>
                <a:cubicBezTo>
                  <a:pt x="4" y="178"/>
                  <a:pt x="4" y="178"/>
                  <a:pt x="4" y="178"/>
                </a:cubicBezTo>
                <a:cubicBezTo>
                  <a:pt x="3" y="178"/>
                  <a:pt x="2" y="177"/>
                  <a:pt x="1" y="176"/>
                </a:cubicBezTo>
                <a:cubicBezTo>
                  <a:pt x="0" y="175"/>
                  <a:pt x="0" y="174"/>
                  <a:pt x="0" y="173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9"/>
                  <a:pt x="0" y="137"/>
                  <a:pt x="1" y="136"/>
                </a:cubicBezTo>
                <a:cubicBezTo>
                  <a:pt x="2" y="135"/>
                  <a:pt x="3" y="135"/>
                  <a:pt x="4" y="134"/>
                </a:cubicBezTo>
                <a:cubicBezTo>
                  <a:pt x="31" y="130"/>
                  <a:pt x="31" y="130"/>
                  <a:pt x="31" y="130"/>
                </a:cubicBezTo>
                <a:cubicBezTo>
                  <a:pt x="33" y="126"/>
                  <a:pt x="35" y="122"/>
                  <a:pt x="37" y="117"/>
                </a:cubicBezTo>
                <a:cubicBezTo>
                  <a:pt x="33" y="111"/>
                  <a:pt x="28" y="104"/>
                  <a:pt x="21" y="96"/>
                </a:cubicBezTo>
                <a:cubicBezTo>
                  <a:pt x="20" y="95"/>
                  <a:pt x="20" y="94"/>
                  <a:pt x="20" y="93"/>
                </a:cubicBezTo>
                <a:cubicBezTo>
                  <a:pt x="20" y="91"/>
                  <a:pt x="20" y="90"/>
                  <a:pt x="21" y="89"/>
                </a:cubicBezTo>
                <a:cubicBezTo>
                  <a:pt x="24" y="86"/>
                  <a:pt x="29" y="80"/>
                  <a:pt x="36" y="73"/>
                </a:cubicBezTo>
                <a:cubicBezTo>
                  <a:pt x="43" y="66"/>
                  <a:pt x="48" y="63"/>
                  <a:pt x="50" y="63"/>
                </a:cubicBezTo>
                <a:cubicBezTo>
                  <a:pt x="51" y="63"/>
                  <a:pt x="52" y="63"/>
                  <a:pt x="54" y="64"/>
                </a:cubicBezTo>
                <a:cubicBezTo>
                  <a:pt x="74" y="80"/>
                  <a:pt x="74" y="80"/>
                  <a:pt x="74" y="80"/>
                </a:cubicBezTo>
                <a:cubicBezTo>
                  <a:pt x="78" y="78"/>
                  <a:pt x="83" y="76"/>
                  <a:pt x="88" y="74"/>
                </a:cubicBezTo>
                <a:cubicBezTo>
                  <a:pt x="89" y="61"/>
                  <a:pt x="90" y="52"/>
                  <a:pt x="92" y="47"/>
                </a:cubicBezTo>
                <a:cubicBezTo>
                  <a:pt x="93" y="44"/>
                  <a:pt x="94" y="43"/>
                  <a:pt x="97" y="43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2" y="43"/>
                  <a:pt x="133" y="43"/>
                  <a:pt x="134" y="44"/>
                </a:cubicBezTo>
                <a:cubicBezTo>
                  <a:pt x="135" y="45"/>
                  <a:pt x="135" y="46"/>
                  <a:pt x="136" y="47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4" y="75"/>
                  <a:pt x="148" y="77"/>
                  <a:pt x="153" y="80"/>
                </a:cubicBezTo>
                <a:cubicBezTo>
                  <a:pt x="174" y="64"/>
                  <a:pt x="174" y="64"/>
                  <a:pt x="174" y="64"/>
                </a:cubicBezTo>
                <a:cubicBezTo>
                  <a:pt x="175" y="63"/>
                  <a:pt x="176" y="63"/>
                  <a:pt x="178" y="63"/>
                </a:cubicBezTo>
                <a:cubicBezTo>
                  <a:pt x="179" y="63"/>
                  <a:pt x="180" y="63"/>
                  <a:pt x="181" y="64"/>
                </a:cubicBezTo>
                <a:cubicBezTo>
                  <a:pt x="198" y="80"/>
                  <a:pt x="207" y="89"/>
                  <a:pt x="207" y="93"/>
                </a:cubicBezTo>
                <a:cubicBezTo>
                  <a:pt x="207" y="94"/>
                  <a:pt x="207" y="95"/>
                  <a:pt x="206" y="96"/>
                </a:cubicBezTo>
                <a:cubicBezTo>
                  <a:pt x="204" y="98"/>
                  <a:pt x="202" y="101"/>
                  <a:pt x="198" y="106"/>
                </a:cubicBezTo>
                <a:cubicBezTo>
                  <a:pt x="195" y="110"/>
                  <a:pt x="192" y="114"/>
                  <a:pt x="190" y="116"/>
                </a:cubicBezTo>
                <a:cubicBezTo>
                  <a:pt x="193" y="122"/>
                  <a:pt x="195" y="127"/>
                  <a:pt x="196" y="131"/>
                </a:cubicBezTo>
                <a:cubicBezTo>
                  <a:pt x="223" y="135"/>
                  <a:pt x="223" y="135"/>
                  <a:pt x="223" y="135"/>
                </a:cubicBezTo>
                <a:cubicBezTo>
                  <a:pt x="225" y="135"/>
                  <a:pt x="226" y="136"/>
                  <a:pt x="226" y="137"/>
                </a:cubicBezTo>
                <a:cubicBezTo>
                  <a:pt x="227" y="138"/>
                  <a:pt x="228" y="139"/>
                  <a:pt x="228" y="140"/>
                </a:cubicBezTo>
                <a:close/>
                <a:moveTo>
                  <a:pt x="342" y="235"/>
                </a:moveTo>
                <a:cubicBezTo>
                  <a:pt x="342" y="260"/>
                  <a:pt x="342" y="260"/>
                  <a:pt x="342" y="260"/>
                </a:cubicBezTo>
                <a:cubicBezTo>
                  <a:pt x="342" y="262"/>
                  <a:pt x="333" y="264"/>
                  <a:pt x="315" y="266"/>
                </a:cubicBezTo>
                <a:cubicBezTo>
                  <a:pt x="314" y="269"/>
                  <a:pt x="312" y="272"/>
                  <a:pt x="310" y="275"/>
                </a:cubicBezTo>
                <a:cubicBezTo>
                  <a:pt x="316" y="288"/>
                  <a:pt x="319" y="297"/>
                  <a:pt x="319" y="299"/>
                </a:cubicBezTo>
                <a:cubicBezTo>
                  <a:pt x="319" y="300"/>
                  <a:pt x="319" y="300"/>
                  <a:pt x="318" y="301"/>
                </a:cubicBezTo>
                <a:cubicBezTo>
                  <a:pt x="304" y="309"/>
                  <a:pt x="296" y="313"/>
                  <a:pt x="296" y="313"/>
                </a:cubicBezTo>
                <a:cubicBezTo>
                  <a:pt x="295" y="313"/>
                  <a:pt x="292" y="311"/>
                  <a:pt x="288" y="305"/>
                </a:cubicBezTo>
                <a:cubicBezTo>
                  <a:pt x="283" y="299"/>
                  <a:pt x="280" y="295"/>
                  <a:pt x="279" y="293"/>
                </a:cubicBezTo>
                <a:cubicBezTo>
                  <a:pt x="276" y="293"/>
                  <a:pt x="274" y="293"/>
                  <a:pt x="273" y="293"/>
                </a:cubicBezTo>
                <a:cubicBezTo>
                  <a:pt x="272" y="293"/>
                  <a:pt x="270" y="293"/>
                  <a:pt x="268" y="293"/>
                </a:cubicBezTo>
                <a:cubicBezTo>
                  <a:pt x="266" y="295"/>
                  <a:pt x="263" y="299"/>
                  <a:pt x="259" y="305"/>
                </a:cubicBezTo>
                <a:cubicBezTo>
                  <a:pt x="254" y="311"/>
                  <a:pt x="251" y="313"/>
                  <a:pt x="250" y="313"/>
                </a:cubicBezTo>
                <a:cubicBezTo>
                  <a:pt x="250" y="313"/>
                  <a:pt x="243" y="309"/>
                  <a:pt x="228" y="301"/>
                </a:cubicBezTo>
                <a:cubicBezTo>
                  <a:pt x="228" y="300"/>
                  <a:pt x="228" y="300"/>
                  <a:pt x="228" y="299"/>
                </a:cubicBezTo>
                <a:cubicBezTo>
                  <a:pt x="228" y="297"/>
                  <a:pt x="231" y="288"/>
                  <a:pt x="237" y="275"/>
                </a:cubicBezTo>
                <a:cubicBezTo>
                  <a:pt x="235" y="272"/>
                  <a:pt x="233" y="269"/>
                  <a:pt x="231" y="266"/>
                </a:cubicBezTo>
                <a:cubicBezTo>
                  <a:pt x="214" y="264"/>
                  <a:pt x="205" y="262"/>
                  <a:pt x="205" y="260"/>
                </a:cubicBezTo>
                <a:cubicBezTo>
                  <a:pt x="205" y="235"/>
                  <a:pt x="205" y="235"/>
                  <a:pt x="205" y="235"/>
                </a:cubicBezTo>
                <a:cubicBezTo>
                  <a:pt x="205" y="233"/>
                  <a:pt x="214" y="231"/>
                  <a:pt x="231" y="230"/>
                </a:cubicBezTo>
                <a:cubicBezTo>
                  <a:pt x="233" y="226"/>
                  <a:pt x="235" y="223"/>
                  <a:pt x="237" y="220"/>
                </a:cubicBezTo>
                <a:cubicBezTo>
                  <a:pt x="231" y="207"/>
                  <a:pt x="228" y="199"/>
                  <a:pt x="228" y="196"/>
                </a:cubicBezTo>
                <a:cubicBezTo>
                  <a:pt x="228" y="195"/>
                  <a:pt x="228" y="195"/>
                  <a:pt x="228" y="195"/>
                </a:cubicBezTo>
                <a:cubicBezTo>
                  <a:pt x="229" y="194"/>
                  <a:pt x="231" y="193"/>
                  <a:pt x="235" y="191"/>
                </a:cubicBezTo>
                <a:cubicBezTo>
                  <a:pt x="238" y="189"/>
                  <a:pt x="242" y="187"/>
                  <a:pt x="245" y="185"/>
                </a:cubicBezTo>
                <a:cubicBezTo>
                  <a:pt x="248" y="183"/>
                  <a:pt x="250" y="182"/>
                  <a:pt x="250" y="182"/>
                </a:cubicBezTo>
                <a:cubicBezTo>
                  <a:pt x="251" y="182"/>
                  <a:pt x="254" y="185"/>
                  <a:pt x="259" y="190"/>
                </a:cubicBezTo>
                <a:cubicBezTo>
                  <a:pt x="263" y="196"/>
                  <a:pt x="266" y="200"/>
                  <a:pt x="268" y="202"/>
                </a:cubicBezTo>
                <a:cubicBezTo>
                  <a:pt x="270" y="202"/>
                  <a:pt x="272" y="202"/>
                  <a:pt x="273" y="202"/>
                </a:cubicBezTo>
                <a:cubicBezTo>
                  <a:pt x="274" y="202"/>
                  <a:pt x="276" y="202"/>
                  <a:pt x="279" y="202"/>
                </a:cubicBezTo>
                <a:cubicBezTo>
                  <a:pt x="285" y="194"/>
                  <a:pt x="290" y="187"/>
                  <a:pt x="295" y="183"/>
                </a:cubicBezTo>
                <a:cubicBezTo>
                  <a:pt x="296" y="182"/>
                  <a:pt x="296" y="182"/>
                  <a:pt x="296" y="182"/>
                </a:cubicBezTo>
                <a:cubicBezTo>
                  <a:pt x="296" y="182"/>
                  <a:pt x="304" y="186"/>
                  <a:pt x="318" y="195"/>
                </a:cubicBezTo>
                <a:cubicBezTo>
                  <a:pt x="319" y="195"/>
                  <a:pt x="319" y="195"/>
                  <a:pt x="319" y="196"/>
                </a:cubicBezTo>
                <a:cubicBezTo>
                  <a:pt x="319" y="199"/>
                  <a:pt x="316" y="207"/>
                  <a:pt x="310" y="220"/>
                </a:cubicBezTo>
                <a:cubicBezTo>
                  <a:pt x="312" y="223"/>
                  <a:pt x="313" y="226"/>
                  <a:pt x="315" y="230"/>
                </a:cubicBezTo>
                <a:cubicBezTo>
                  <a:pt x="333" y="231"/>
                  <a:pt x="342" y="233"/>
                  <a:pt x="342" y="235"/>
                </a:cubicBezTo>
                <a:close/>
                <a:moveTo>
                  <a:pt x="342" y="53"/>
                </a:moveTo>
                <a:cubicBezTo>
                  <a:pt x="342" y="78"/>
                  <a:pt x="342" y="78"/>
                  <a:pt x="342" y="78"/>
                </a:cubicBezTo>
                <a:cubicBezTo>
                  <a:pt x="342" y="80"/>
                  <a:pt x="333" y="82"/>
                  <a:pt x="315" y="83"/>
                </a:cubicBezTo>
                <a:cubicBezTo>
                  <a:pt x="314" y="87"/>
                  <a:pt x="312" y="90"/>
                  <a:pt x="310" y="93"/>
                </a:cubicBezTo>
                <a:cubicBezTo>
                  <a:pt x="316" y="106"/>
                  <a:pt x="319" y="114"/>
                  <a:pt x="319" y="117"/>
                </a:cubicBezTo>
                <a:cubicBezTo>
                  <a:pt x="319" y="118"/>
                  <a:pt x="319" y="118"/>
                  <a:pt x="318" y="118"/>
                </a:cubicBezTo>
                <a:cubicBezTo>
                  <a:pt x="304" y="127"/>
                  <a:pt x="296" y="131"/>
                  <a:pt x="296" y="131"/>
                </a:cubicBezTo>
                <a:cubicBezTo>
                  <a:pt x="295" y="131"/>
                  <a:pt x="292" y="128"/>
                  <a:pt x="288" y="123"/>
                </a:cubicBezTo>
                <a:cubicBezTo>
                  <a:pt x="283" y="117"/>
                  <a:pt x="280" y="113"/>
                  <a:pt x="279" y="111"/>
                </a:cubicBezTo>
                <a:cubicBezTo>
                  <a:pt x="276" y="111"/>
                  <a:pt x="274" y="111"/>
                  <a:pt x="273" y="111"/>
                </a:cubicBezTo>
                <a:cubicBezTo>
                  <a:pt x="272" y="111"/>
                  <a:pt x="270" y="111"/>
                  <a:pt x="268" y="111"/>
                </a:cubicBezTo>
                <a:cubicBezTo>
                  <a:pt x="266" y="113"/>
                  <a:pt x="263" y="117"/>
                  <a:pt x="259" y="123"/>
                </a:cubicBezTo>
                <a:cubicBezTo>
                  <a:pt x="254" y="128"/>
                  <a:pt x="251" y="131"/>
                  <a:pt x="250" y="131"/>
                </a:cubicBezTo>
                <a:cubicBezTo>
                  <a:pt x="250" y="131"/>
                  <a:pt x="243" y="127"/>
                  <a:pt x="228" y="118"/>
                </a:cubicBezTo>
                <a:cubicBezTo>
                  <a:pt x="228" y="118"/>
                  <a:pt x="228" y="118"/>
                  <a:pt x="228" y="117"/>
                </a:cubicBezTo>
                <a:cubicBezTo>
                  <a:pt x="228" y="114"/>
                  <a:pt x="231" y="106"/>
                  <a:pt x="237" y="93"/>
                </a:cubicBezTo>
                <a:cubicBezTo>
                  <a:pt x="235" y="90"/>
                  <a:pt x="233" y="87"/>
                  <a:pt x="231" y="83"/>
                </a:cubicBezTo>
                <a:cubicBezTo>
                  <a:pt x="214" y="82"/>
                  <a:pt x="205" y="80"/>
                  <a:pt x="205" y="78"/>
                </a:cubicBezTo>
                <a:cubicBezTo>
                  <a:pt x="205" y="53"/>
                  <a:pt x="205" y="53"/>
                  <a:pt x="205" y="53"/>
                </a:cubicBezTo>
                <a:cubicBezTo>
                  <a:pt x="205" y="51"/>
                  <a:pt x="214" y="49"/>
                  <a:pt x="231" y="47"/>
                </a:cubicBezTo>
                <a:cubicBezTo>
                  <a:pt x="233" y="44"/>
                  <a:pt x="235" y="41"/>
                  <a:pt x="237" y="38"/>
                </a:cubicBezTo>
                <a:cubicBezTo>
                  <a:pt x="231" y="25"/>
                  <a:pt x="228" y="17"/>
                  <a:pt x="228" y="14"/>
                </a:cubicBezTo>
                <a:cubicBezTo>
                  <a:pt x="228" y="13"/>
                  <a:pt x="228" y="13"/>
                  <a:pt x="228" y="12"/>
                </a:cubicBezTo>
                <a:cubicBezTo>
                  <a:pt x="229" y="12"/>
                  <a:pt x="231" y="11"/>
                  <a:pt x="235" y="9"/>
                </a:cubicBezTo>
                <a:cubicBezTo>
                  <a:pt x="238" y="7"/>
                  <a:pt x="242" y="5"/>
                  <a:pt x="245" y="3"/>
                </a:cubicBezTo>
                <a:cubicBezTo>
                  <a:pt x="248" y="1"/>
                  <a:pt x="250" y="0"/>
                  <a:pt x="250" y="0"/>
                </a:cubicBezTo>
                <a:cubicBezTo>
                  <a:pt x="251" y="0"/>
                  <a:pt x="254" y="3"/>
                  <a:pt x="259" y="8"/>
                </a:cubicBezTo>
                <a:cubicBezTo>
                  <a:pt x="263" y="14"/>
                  <a:pt x="266" y="18"/>
                  <a:pt x="268" y="20"/>
                </a:cubicBezTo>
                <a:cubicBezTo>
                  <a:pt x="270" y="20"/>
                  <a:pt x="272" y="20"/>
                  <a:pt x="273" y="20"/>
                </a:cubicBezTo>
                <a:cubicBezTo>
                  <a:pt x="274" y="20"/>
                  <a:pt x="276" y="20"/>
                  <a:pt x="279" y="20"/>
                </a:cubicBezTo>
                <a:cubicBezTo>
                  <a:pt x="285" y="12"/>
                  <a:pt x="290" y="5"/>
                  <a:pt x="295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296" y="0"/>
                  <a:pt x="304" y="4"/>
                  <a:pt x="318" y="12"/>
                </a:cubicBezTo>
                <a:cubicBezTo>
                  <a:pt x="319" y="13"/>
                  <a:pt x="319" y="13"/>
                  <a:pt x="319" y="14"/>
                </a:cubicBezTo>
                <a:cubicBezTo>
                  <a:pt x="319" y="17"/>
                  <a:pt x="316" y="25"/>
                  <a:pt x="310" y="38"/>
                </a:cubicBezTo>
                <a:cubicBezTo>
                  <a:pt x="312" y="41"/>
                  <a:pt x="313" y="44"/>
                  <a:pt x="315" y="47"/>
                </a:cubicBezTo>
                <a:cubicBezTo>
                  <a:pt x="333" y="49"/>
                  <a:pt x="342" y="51"/>
                  <a:pt x="34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71"/>
          <p:cNvSpPr>
            <a:spLocks noEditPoints="1"/>
          </p:cNvSpPr>
          <p:nvPr/>
        </p:nvSpPr>
        <p:spPr bwMode="auto">
          <a:xfrm>
            <a:off x="7265988" y="1157288"/>
            <a:ext cx="319088" cy="295275"/>
          </a:xfrm>
          <a:custGeom>
            <a:avLst/>
            <a:gdLst>
              <a:gd name="T0" fmla="*/ 29 w 296"/>
              <a:gd name="T1" fmla="*/ 251 h 273"/>
              <a:gd name="T2" fmla="*/ 137 w 296"/>
              <a:gd name="T3" fmla="*/ 251 h 273"/>
              <a:gd name="T4" fmla="*/ 137 w 296"/>
              <a:gd name="T5" fmla="*/ 45 h 273"/>
              <a:gd name="T6" fmla="*/ 23 w 296"/>
              <a:gd name="T7" fmla="*/ 45 h 273"/>
              <a:gd name="T8" fmla="*/ 23 w 296"/>
              <a:gd name="T9" fmla="*/ 245 h 273"/>
              <a:gd name="T10" fmla="*/ 25 w 296"/>
              <a:gd name="T11" fmla="*/ 249 h 273"/>
              <a:gd name="T12" fmla="*/ 29 w 296"/>
              <a:gd name="T13" fmla="*/ 251 h 273"/>
              <a:gd name="T14" fmla="*/ 274 w 296"/>
              <a:gd name="T15" fmla="*/ 245 h 273"/>
              <a:gd name="T16" fmla="*/ 274 w 296"/>
              <a:gd name="T17" fmla="*/ 45 h 273"/>
              <a:gd name="T18" fmla="*/ 160 w 296"/>
              <a:gd name="T19" fmla="*/ 45 h 273"/>
              <a:gd name="T20" fmla="*/ 160 w 296"/>
              <a:gd name="T21" fmla="*/ 251 h 273"/>
              <a:gd name="T22" fmla="*/ 268 w 296"/>
              <a:gd name="T23" fmla="*/ 251 h 273"/>
              <a:gd name="T24" fmla="*/ 272 w 296"/>
              <a:gd name="T25" fmla="*/ 249 h 273"/>
              <a:gd name="T26" fmla="*/ 274 w 296"/>
              <a:gd name="T27" fmla="*/ 245 h 273"/>
              <a:gd name="T28" fmla="*/ 296 w 296"/>
              <a:gd name="T29" fmla="*/ 28 h 273"/>
              <a:gd name="T30" fmla="*/ 296 w 296"/>
              <a:gd name="T31" fmla="*/ 245 h 273"/>
              <a:gd name="T32" fmla="*/ 288 w 296"/>
              <a:gd name="T33" fmla="*/ 265 h 273"/>
              <a:gd name="T34" fmla="*/ 268 w 296"/>
              <a:gd name="T35" fmla="*/ 273 h 273"/>
              <a:gd name="T36" fmla="*/ 29 w 296"/>
              <a:gd name="T37" fmla="*/ 273 h 273"/>
              <a:gd name="T38" fmla="*/ 8 w 296"/>
              <a:gd name="T39" fmla="*/ 265 h 273"/>
              <a:gd name="T40" fmla="*/ 0 w 296"/>
              <a:gd name="T41" fmla="*/ 245 h 273"/>
              <a:gd name="T42" fmla="*/ 0 w 296"/>
              <a:gd name="T43" fmla="*/ 28 h 273"/>
              <a:gd name="T44" fmla="*/ 8 w 296"/>
              <a:gd name="T45" fmla="*/ 8 h 273"/>
              <a:gd name="T46" fmla="*/ 29 w 296"/>
              <a:gd name="T47" fmla="*/ 0 h 273"/>
              <a:gd name="T48" fmla="*/ 268 w 296"/>
              <a:gd name="T49" fmla="*/ 0 h 273"/>
              <a:gd name="T50" fmla="*/ 288 w 296"/>
              <a:gd name="T51" fmla="*/ 8 h 273"/>
              <a:gd name="T52" fmla="*/ 296 w 296"/>
              <a:gd name="T53" fmla="*/ 28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96" h="273">
                <a:moveTo>
                  <a:pt x="29" y="251"/>
                </a:moveTo>
                <a:cubicBezTo>
                  <a:pt x="137" y="251"/>
                  <a:pt x="137" y="251"/>
                  <a:pt x="137" y="251"/>
                </a:cubicBezTo>
                <a:cubicBezTo>
                  <a:pt x="137" y="45"/>
                  <a:pt x="137" y="45"/>
                  <a:pt x="137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245"/>
                  <a:pt x="23" y="245"/>
                  <a:pt x="23" y="245"/>
                </a:cubicBezTo>
                <a:cubicBezTo>
                  <a:pt x="23" y="246"/>
                  <a:pt x="23" y="248"/>
                  <a:pt x="25" y="249"/>
                </a:cubicBezTo>
                <a:cubicBezTo>
                  <a:pt x="26" y="250"/>
                  <a:pt x="27" y="251"/>
                  <a:pt x="29" y="251"/>
                </a:cubicBezTo>
                <a:close/>
                <a:moveTo>
                  <a:pt x="274" y="245"/>
                </a:moveTo>
                <a:cubicBezTo>
                  <a:pt x="274" y="45"/>
                  <a:pt x="274" y="45"/>
                  <a:pt x="274" y="45"/>
                </a:cubicBezTo>
                <a:cubicBezTo>
                  <a:pt x="160" y="45"/>
                  <a:pt x="160" y="45"/>
                  <a:pt x="160" y="45"/>
                </a:cubicBezTo>
                <a:cubicBezTo>
                  <a:pt x="160" y="251"/>
                  <a:pt x="160" y="251"/>
                  <a:pt x="160" y="251"/>
                </a:cubicBezTo>
                <a:cubicBezTo>
                  <a:pt x="268" y="251"/>
                  <a:pt x="268" y="251"/>
                  <a:pt x="268" y="251"/>
                </a:cubicBezTo>
                <a:cubicBezTo>
                  <a:pt x="269" y="251"/>
                  <a:pt x="271" y="250"/>
                  <a:pt x="272" y="249"/>
                </a:cubicBezTo>
                <a:cubicBezTo>
                  <a:pt x="273" y="248"/>
                  <a:pt x="274" y="246"/>
                  <a:pt x="274" y="245"/>
                </a:cubicBezTo>
                <a:close/>
                <a:moveTo>
                  <a:pt x="296" y="28"/>
                </a:moveTo>
                <a:cubicBezTo>
                  <a:pt x="296" y="245"/>
                  <a:pt x="296" y="245"/>
                  <a:pt x="296" y="245"/>
                </a:cubicBezTo>
                <a:cubicBezTo>
                  <a:pt x="296" y="253"/>
                  <a:pt x="294" y="259"/>
                  <a:pt x="288" y="265"/>
                </a:cubicBezTo>
                <a:cubicBezTo>
                  <a:pt x="282" y="271"/>
                  <a:pt x="276" y="273"/>
                  <a:pt x="268" y="273"/>
                </a:cubicBezTo>
                <a:cubicBezTo>
                  <a:pt x="29" y="273"/>
                  <a:pt x="29" y="273"/>
                  <a:pt x="29" y="273"/>
                </a:cubicBezTo>
                <a:cubicBezTo>
                  <a:pt x="21" y="273"/>
                  <a:pt x="14" y="271"/>
                  <a:pt x="8" y="265"/>
                </a:cubicBezTo>
                <a:cubicBezTo>
                  <a:pt x="3" y="259"/>
                  <a:pt x="0" y="253"/>
                  <a:pt x="0" y="24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3" y="14"/>
                  <a:pt x="8" y="8"/>
                </a:cubicBezTo>
                <a:cubicBezTo>
                  <a:pt x="14" y="3"/>
                  <a:pt x="21" y="0"/>
                  <a:pt x="29" y="0"/>
                </a:cubicBezTo>
                <a:cubicBezTo>
                  <a:pt x="268" y="0"/>
                  <a:pt x="268" y="0"/>
                  <a:pt x="268" y="0"/>
                </a:cubicBezTo>
                <a:cubicBezTo>
                  <a:pt x="276" y="0"/>
                  <a:pt x="282" y="3"/>
                  <a:pt x="288" y="8"/>
                </a:cubicBezTo>
                <a:cubicBezTo>
                  <a:pt x="294" y="14"/>
                  <a:pt x="296" y="21"/>
                  <a:pt x="296" y="2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72"/>
          <p:cNvSpPr>
            <a:spLocks/>
          </p:cNvSpPr>
          <p:nvPr/>
        </p:nvSpPr>
        <p:spPr bwMode="auto">
          <a:xfrm>
            <a:off x="7686676" y="1157288"/>
            <a:ext cx="344488" cy="295275"/>
          </a:xfrm>
          <a:custGeom>
            <a:avLst/>
            <a:gdLst>
              <a:gd name="T0" fmla="*/ 319 w 319"/>
              <a:gd name="T1" fmla="*/ 114 h 274"/>
              <a:gd name="T2" fmla="*/ 298 w 319"/>
              <a:gd name="T3" fmla="*/ 171 h 274"/>
              <a:gd name="T4" fmla="*/ 240 w 319"/>
              <a:gd name="T5" fmla="*/ 213 h 274"/>
              <a:gd name="T6" fmla="*/ 160 w 319"/>
              <a:gd name="T7" fmla="*/ 228 h 274"/>
              <a:gd name="T8" fmla="*/ 134 w 319"/>
              <a:gd name="T9" fmla="*/ 226 h 274"/>
              <a:gd name="T10" fmla="*/ 52 w 319"/>
              <a:gd name="T11" fmla="*/ 269 h 274"/>
              <a:gd name="T12" fmla="*/ 32 w 319"/>
              <a:gd name="T13" fmla="*/ 273 h 274"/>
              <a:gd name="T14" fmla="*/ 26 w 319"/>
              <a:gd name="T15" fmla="*/ 272 h 274"/>
              <a:gd name="T16" fmla="*/ 23 w 319"/>
              <a:gd name="T17" fmla="*/ 267 h 274"/>
              <a:gd name="T18" fmla="*/ 23 w 319"/>
              <a:gd name="T19" fmla="*/ 266 h 274"/>
              <a:gd name="T20" fmla="*/ 23 w 319"/>
              <a:gd name="T21" fmla="*/ 264 h 274"/>
              <a:gd name="T22" fmla="*/ 23 w 319"/>
              <a:gd name="T23" fmla="*/ 262 h 274"/>
              <a:gd name="T24" fmla="*/ 24 w 319"/>
              <a:gd name="T25" fmla="*/ 261 h 274"/>
              <a:gd name="T26" fmla="*/ 25 w 319"/>
              <a:gd name="T27" fmla="*/ 259 h 274"/>
              <a:gd name="T28" fmla="*/ 27 w 319"/>
              <a:gd name="T29" fmla="*/ 258 h 274"/>
              <a:gd name="T30" fmla="*/ 28 w 319"/>
              <a:gd name="T31" fmla="*/ 256 h 274"/>
              <a:gd name="T32" fmla="*/ 34 w 319"/>
              <a:gd name="T33" fmla="*/ 250 h 274"/>
              <a:gd name="T34" fmla="*/ 40 w 319"/>
              <a:gd name="T35" fmla="*/ 243 h 274"/>
              <a:gd name="T36" fmla="*/ 45 w 319"/>
              <a:gd name="T37" fmla="*/ 236 h 274"/>
              <a:gd name="T38" fmla="*/ 51 w 319"/>
              <a:gd name="T39" fmla="*/ 227 h 274"/>
              <a:gd name="T40" fmla="*/ 56 w 319"/>
              <a:gd name="T41" fmla="*/ 217 h 274"/>
              <a:gd name="T42" fmla="*/ 60 w 319"/>
              <a:gd name="T43" fmla="*/ 203 h 274"/>
              <a:gd name="T44" fmla="*/ 16 w 319"/>
              <a:gd name="T45" fmla="*/ 164 h 274"/>
              <a:gd name="T46" fmla="*/ 0 w 319"/>
              <a:gd name="T47" fmla="*/ 114 h 274"/>
              <a:gd name="T48" fmla="*/ 13 w 319"/>
              <a:gd name="T49" fmla="*/ 70 h 274"/>
              <a:gd name="T50" fmla="*/ 47 w 319"/>
              <a:gd name="T51" fmla="*/ 33 h 274"/>
              <a:gd name="T52" fmla="*/ 98 w 319"/>
              <a:gd name="T53" fmla="*/ 9 h 274"/>
              <a:gd name="T54" fmla="*/ 160 w 319"/>
              <a:gd name="T55" fmla="*/ 0 h 274"/>
              <a:gd name="T56" fmla="*/ 240 w 319"/>
              <a:gd name="T57" fmla="*/ 15 h 274"/>
              <a:gd name="T58" fmla="*/ 298 w 319"/>
              <a:gd name="T59" fmla="*/ 57 h 274"/>
              <a:gd name="T60" fmla="*/ 319 w 319"/>
              <a:gd name="T61" fmla="*/ 114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19" h="274">
                <a:moveTo>
                  <a:pt x="319" y="114"/>
                </a:moveTo>
                <a:cubicBezTo>
                  <a:pt x="319" y="134"/>
                  <a:pt x="312" y="154"/>
                  <a:pt x="298" y="171"/>
                </a:cubicBezTo>
                <a:cubicBezTo>
                  <a:pt x="284" y="189"/>
                  <a:pt x="264" y="202"/>
                  <a:pt x="240" y="213"/>
                </a:cubicBezTo>
                <a:cubicBezTo>
                  <a:pt x="215" y="223"/>
                  <a:pt x="189" y="228"/>
                  <a:pt x="160" y="228"/>
                </a:cubicBezTo>
                <a:cubicBezTo>
                  <a:pt x="151" y="228"/>
                  <a:pt x="143" y="227"/>
                  <a:pt x="134" y="226"/>
                </a:cubicBezTo>
                <a:cubicBezTo>
                  <a:pt x="110" y="247"/>
                  <a:pt x="83" y="261"/>
                  <a:pt x="52" y="269"/>
                </a:cubicBezTo>
                <a:cubicBezTo>
                  <a:pt x="46" y="271"/>
                  <a:pt x="39" y="272"/>
                  <a:pt x="32" y="273"/>
                </a:cubicBezTo>
                <a:cubicBezTo>
                  <a:pt x="30" y="274"/>
                  <a:pt x="28" y="273"/>
                  <a:pt x="26" y="272"/>
                </a:cubicBezTo>
                <a:cubicBezTo>
                  <a:pt x="25" y="270"/>
                  <a:pt x="24" y="269"/>
                  <a:pt x="23" y="267"/>
                </a:cubicBezTo>
                <a:cubicBezTo>
                  <a:pt x="23" y="266"/>
                  <a:pt x="23" y="266"/>
                  <a:pt x="23" y="266"/>
                </a:cubicBezTo>
                <a:cubicBezTo>
                  <a:pt x="23" y="266"/>
                  <a:pt x="23" y="265"/>
                  <a:pt x="23" y="264"/>
                </a:cubicBezTo>
                <a:cubicBezTo>
                  <a:pt x="23" y="263"/>
                  <a:pt x="24" y="263"/>
                  <a:pt x="23" y="262"/>
                </a:cubicBezTo>
                <a:cubicBezTo>
                  <a:pt x="23" y="262"/>
                  <a:pt x="24" y="262"/>
                  <a:pt x="24" y="261"/>
                </a:cubicBezTo>
                <a:cubicBezTo>
                  <a:pt x="25" y="259"/>
                  <a:pt x="25" y="259"/>
                  <a:pt x="25" y="259"/>
                </a:cubicBezTo>
                <a:cubicBezTo>
                  <a:pt x="27" y="258"/>
                  <a:pt x="27" y="258"/>
                  <a:pt x="27" y="258"/>
                </a:cubicBezTo>
                <a:cubicBezTo>
                  <a:pt x="28" y="256"/>
                  <a:pt x="28" y="256"/>
                  <a:pt x="28" y="256"/>
                </a:cubicBezTo>
                <a:cubicBezTo>
                  <a:pt x="29" y="255"/>
                  <a:pt x="31" y="253"/>
                  <a:pt x="34" y="250"/>
                </a:cubicBezTo>
                <a:cubicBezTo>
                  <a:pt x="36" y="247"/>
                  <a:pt x="38" y="245"/>
                  <a:pt x="40" y="243"/>
                </a:cubicBezTo>
                <a:cubicBezTo>
                  <a:pt x="41" y="242"/>
                  <a:pt x="43" y="239"/>
                  <a:pt x="45" y="236"/>
                </a:cubicBezTo>
                <a:cubicBezTo>
                  <a:pt x="48" y="233"/>
                  <a:pt x="50" y="230"/>
                  <a:pt x="51" y="227"/>
                </a:cubicBezTo>
                <a:cubicBezTo>
                  <a:pt x="52" y="224"/>
                  <a:pt x="54" y="221"/>
                  <a:pt x="56" y="217"/>
                </a:cubicBezTo>
                <a:cubicBezTo>
                  <a:pt x="58" y="212"/>
                  <a:pt x="59" y="208"/>
                  <a:pt x="60" y="203"/>
                </a:cubicBezTo>
                <a:cubicBezTo>
                  <a:pt x="42" y="192"/>
                  <a:pt x="27" y="179"/>
                  <a:pt x="16" y="164"/>
                </a:cubicBezTo>
                <a:cubicBezTo>
                  <a:pt x="6" y="148"/>
                  <a:pt x="0" y="132"/>
                  <a:pt x="0" y="114"/>
                </a:cubicBezTo>
                <a:cubicBezTo>
                  <a:pt x="0" y="98"/>
                  <a:pt x="4" y="84"/>
                  <a:pt x="13" y="70"/>
                </a:cubicBezTo>
                <a:cubicBezTo>
                  <a:pt x="21" y="56"/>
                  <a:pt x="33" y="43"/>
                  <a:pt x="47" y="33"/>
                </a:cubicBezTo>
                <a:cubicBezTo>
                  <a:pt x="61" y="23"/>
                  <a:pt x="78" y="15"/>
                  <a:pt x="98" y="9"/>
                </a:cubicBezTo>
                <a:cubicBezTo>
                  <a:pt x="117" y="3"/>
                  <a:pt x="138" y="0"/>
                  <a:pt x="160" y="0"/>
                </a:cubicBezTo>
                <a:cubicBezTo>
                  <a:pt x="189" y="0"/>
                  <a:pt x="215" y="5"/>
                  <a:pt x="240" y="15"/>
                </a:cubicBezTo>
                <a:cubicBezTo>
                  <a:pt x="264" y="25"/>
                  <a:pt x="284" y="39"/>
                  <a:pt x="298" y="57"/>
                </a:cubicBezTo>
                <a:cubicBezTo>
                  <a:pt x="312" y="74"/>
                  <a:pt x="319" y="93"/>
                  <a:pt x="319" y="11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73"/>
          <p:cNvSpPr>
            <a:spLocks noEditPoints="1"/>
          </p:cNvSpPr>
          <p:nvPr/>
        </p:nvSpPr>
        <p:spPr bwMode="auto">
          <a:xfrm>
            <a:off x="5084763" y="1557338"/>
            <a:ext cx="344488" cy="295275"/>
          </a:xfrm>
          <a:custGeom>
            <a:avLst/>
            <a:gdLst>
              <a:gd name="T0" fmla="*/ 160 w 319"/>
              <a:gd name="T1" fmla="*/ 22 h 273"/>
              <a:gd name="T2" fmla="*/ 92 w 319"/>
              <a:gd name="T3" fmla="*/ 35 h 273"/>
              <a:gd name="T4" fmla="*/ 41 w 319"/>
              <a:gd name="T5" fmla="*/ 68 h 273"/>
              <a:gd name="T6" fmla="*/ 23 w 319"/>
              <a:gd name="T7" fmla="*/ 113 h 273"/>
              <a:gd name="T8" fmla="*/ 36 w 319"/>
              <a:gd name="T9" fmla="*/ 151 h 273"/>
              <a:gd name="T10" fmla="*/ 71 w 319"/>
              <a:gd name="T11" fmla="*/ 183 h 273"/>
              <a:gd name="T12" fmla="*/ 87 w 319"/>
              <a:gd name="T13" fmla="*/ 192 h 273"/>
              <a:gd name="T14" fmla="*/ 82 w 319"/>
              <a:gd name="T15" fmla="*/ 209 h 273"/>
              <a:gd name="T16" fmla="*/ 70 w 319"/>
              <a:gd name="T17" fmla="*/ 239 h 273"/>
              <a:gd name="T18" fmla="*/ 119 w 319"/>
              <a:gd name="T19" fmla="*/ 209 h 273"/>
              <a:gd name="T20" fmla="*/ 126 w 319"/>
              <a:gd name="T21" fmla="*/ 202 h 273"/>
              <a:gd name="T22" fmla="*/ 136 w 319"/>
              <a:gd name="T23" fmla="*/ 203 h 273"/>
              <a:gd name="T24" fmla="*/ 160 w 319"/>
              <a:gd name="T25" fmla="*/ 205 h 273"/>
              <a:gd name="T26" fmla="*/ 227 w 319"/>
              <a:gd name="T27" fmla="*/ 192 h 273"/>
              <a:gd name="T28" fmla="*/ 278 w 319"/>
              <a:gd name="T29" fmla="*/ 159 h 273"/>
              <a:gd name="T30" fmla="*/ 296 w 319"/>
              <a:gd name="T31" fmla="*/ 113 h 273"/>
              <a:gd name="T32" fmla="*/ 278 w 319"/>
              <a:gd name="T33" fmla="*/ 68 h 273"/>
              <a:gd name="T34" fmla="*/ 227 w 319"/>
              <a:gd name="T35" fmla="*/ 35 h 273"/>
              <a:gd name="T36" fmla="*/ 160 w 319"/>
              <a:gd name="T37" fmla="*/ 22 h 273"/>
              <a:gd name="T38" fmla="*/ 319 w 319"/>
              <a:gd name="T39" fmla="*/ 113 h 273"/>
              <a:gd name="T40" fmla="*/ 298 w 319"/>
              <a:gd name="T41" fmla="*/ 171 h 273"/>
              <a:gd name="T42" fmla="*/ 240 w 319"/>
              <a:gd name="T43" fmla="*/ 212 h 273"/>
              <a:gd name="T44" fmla="*/ 160 w 319"/>
              <a:gd name="T45" fmla="*/ 227 h 273"/>
              <a:gd name="T46" fmla="*/ 134 w 319"/>
              <a:gd name="T47" fmla="*/ 226 h 273"/>
              <a:gd name="T48" fmla="*/ 52 w 319"/>
              <a:gd name="T49" fmla="*/ 269 h 273"/>
              <a:gd name="T50" fmla="*/ 32 w 319"/>
              <a:gd name="T51" fmla="*/ 273 h 273"/>
              <a:gd name="T52" fmla="*/ 31 w 319"/>
              <a:gd name="T53" fmla="*/ 273 h 273"/>
              <a:gd name="T54" fmla="*/ 26 w 319"/>
              <a:gd name="T55" fmla="*/ 271 h 273"/>
              <a:gd name="T56" fmla="*/ 23 w 319"/>
              <a:gd name="T57" fmla="*/ 266 h 273"/>
              <a:gd name="T58" fmla="*/ 23 w 319"/>
              <a:gd name="T59" fmla="*/ 266 h 273"/>
              <a:gd name="T60" fmla="*/ 23 w 319"/>
              <a:gd name="T61" fmla="*/ 264 h 273"/>
              <a:gd name="T62" fmla="*/ 23 w 319"/>
              <a:gd name="T63" fmla="*/ 262 h 273"/>
              <a:gd name="T64" fmla="*/ 24 w 319"/>
              <a:gd name="T65" fmla="*/ 260 h 273"/>
              <a:gd name="T66" fmla="*/ 25 w 319"/>
              <a:gd name="T67" fmla="*/ 259 h 273"/>
              <a:gd name="T68" fmla="*/ 26 w 319"/>
              <a:gd name="T69" fmla="*/ 257 h 273"/>
              <a:gd name="T70" fmla="*/ 28 w 319"/>
              <a:gd name="T71" fmla="*/ 256 h 273"/>
              <a:gd name="T72" fmla="*/ 33 w 319"/>
              <a:gd name="T73" fmla="*/ 250 h 273"/>
              <a:gd name="T74" fmla="*/ 40 w 319"/>
              <a:gd name="T75" fmla="*/ 243 h 273"/>
              <a:gd name="T76" fmla="*/ 45 w 319"/>
              <a:gd name="T77" fmla="*/ 236 h 273"/>
              <a:gd name="T78" fmla="*/ 51 w 319"/>
              <a:gd name="T79" fmla="*/ 227 h 273"/>
              <a:gd name="T80" fmla="*/ 56 w 319"/>
              <a:gd name="T81" fmla="*/ 216 h 273"/>
              <a:gd name="T82" fmla="*/ 60 w 319"/>
              <a:gd name="T83" fmla="*/ 203 h 273"/>
              <a:gd name="T84" fmla="*/ 16 w 319"/>
              <a:gd name="T85" fmla="*/ 164 h 273"/>
              <a:gd name="T86" fmla="*/ 0 w 319"/>
              <a:gd name="T87" fmla="*/ 113 h 273"/>
              <a:gd name="T88" fmla="*/ 21 w 319"/>
              <a:gd name="T89" fmla="*/ 56 h 273"/>
              <a:gd name="T90" fmla="*/ 79 w 319"/>
              <a:gd name="T91" fmla="*/ 15 h 273"/>
              <a:gd name="T92" fmla="*/ 160 w 319"/>
              <a:gd name="T93" fmla="*/ 0 h 273"/>
              <a:gd name="T94" fmla="*/ 240 w 319"/>
              <a:gd name="T95" fmla="*/ 15 h 273"/>
              <a:gd name="T96" fmla="*/ 298 w 319"/>
              <a:gd name="T97" fmla="*/ 56 h 273"/>
              <a:gd name="T98" fmla="*/ 319 w 319"/>
              <a:gd name="T99" fmla="*/ 113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9" h="273">
                <a:moveTo>
                  <a:pt x="160" y="22"/>
                </a:moveTo>
                <a:cubicBezTo>
                  <a:pt x="135" y="22"/>
                  <a:pt x="113" y="26"/>
                  <a:pt x="92" y="35"/>
                </a:cubicBezTo>
                <a:cubicBezTo>
                  <a:pt x="71" y="43"/>
                  <a:pt x="54" y="54"/>
                  <a:pt x="41" y="68"/>
                </a:cubicBezTo>
                <a:cubicBezTo>
                  <a:pt x="29" y="82"/>
                  <a:pt x="23" y="97"/>
                  <a:pt x="23" y="113"/>
                </a:cubicBezTo>
                <a:cubicBezTo>
                  <a:pt x="23" y="127"/>
                  <a:pt x="27" y="139"/>
                  <a:pt x="36" y="151"/>
                </a:cubicBezTo>
                <a:cubicBezTo>
                  <a:pt x="44" y="164"/>
                  <a:pt x="56" y="174"/>
                  <a:pt x="71" y="183"/>
                </a:cubicBezTo>
                <a:cubicBezTo>
                  <a:pt x="87" y="192"/>
                  <a:pt x="87" y="192"/>
                  <a:pt x="87" y="192"/>
                </a:cubicBezTo>
                <a:cubicBezTo>
                  <a:pt x="82" y="209"/>
                  <a:pt x="82" y="209"/>
                  <a:pt x="82" y="209"/>
                </a:cubicBezTo>
                <a:cubicBezTo>
                  <a:pt x="79" y="220"/>
                  <a:pt x="75" y="230"/>
                  <a:pt x="70" y="239"/>
                </a:cubicBezTo>
                <a:cubicBezTo>
                  <a:pt x="88" y="232"/>
                  <a:pt x="104" y="222"/>
                  <a:pt x="119" y="209"/>
                </a:cubicBezTo>
                <a:cubicBezTo>
                  <a:pt x="126" y="202"/>
                  <a:pt x="126" y="202"/>
                  <a:pt x="126" y="202"/>
                </a:cubicBezTo>
                <a:cubicBezTo>
                  <a:pt x="136" y="203"/>
                  <a:pt x="136" y="203"/>
                  <a:pt x="136" y="203"/>
                </a:cubicBezTo>
                <a:cubicBezTo>
                  <a:pt x="145" y="204"/>
                  <a:pt x="152" y="205"/>
                  <a:pt x="160" y="205"/>
                </a:cubicBezTo>
                <a:cubicBezTo>
                  <a:pt x="184" y="205"/>
                  <a:pt x="206" y="201"/>
                  <a:pt x="227" y="192"/>
                </a:cubicBezTo>
                <a:cubicBezTo>
                  <a:pt x="249" y="184"/>
                  <a:pt x="265" y="173"/>
                  <a:pt x="278" y="159"/>
                </a:cubicBezTo>
                <a:cubicBezTo>
                  <a:pt x="290" y="145"/>
                  <a:pt x="296" y="130"/>
                  <a:pt x="296" y="113"/>
                </a:cubicBezTo>
                <a:cubicBezTo>
                  <a:pt x="296" y="97"/>
                  <a:pt x="290" y="82"/>
                  <a:pt x="278" y="68"/>
                </a:cubicBezTo>
                <a:cubicBezTo>
                  <a:pt x="265" y="54"/>
                  <a:pt x="249" y="43"/>
                  <a:pt x="227" y="35"/>
                </a:cubicBezTo>
                <a:cubicBezTo>
                  <a:pt x="206" y="26"/>
                  <a:pt x="184" y="22"/>
                  <a:pt x="160" y="22"/>
                </a:cubicBezTo>
                <a:close/>
                <a:moveTo>
                  <a:pt x="319" y="113"/>
                </a:moveTo>
                <a:cubicBezTo>
                  <a:pt x="319" y="134"/>
                  <a:pt x="312" y="153"/>
                  <a:pt x="298" y="171"/>
                </a:cubicBezTo>
                <a:cubicBezTo>
                  <a:pt x="283" y="188"/>
                  <a:pt x="264" y="202"/>
                  <a:pt x="240" y="212"/>
                </a:cubicBezTo>
                <a:cubicBezTo>
                  <a:pt x="215" y="222"/>
                  <a:pt x="189" y="227"/>
                  <a:pt x="160" y="227"/>
                </a:cubicBezTo>
                <a:cubicBezTo>
                  <a:pt x="151" y="227"/>
                  <a:pt x="143" y="227"/>
                  <a:pt x="134" y="226"/>
                </a:cubicBezTo>
                <a:cubicBezTo>
                  <a:pt x="110" y="247"/>
                  <a:pt x="83" y="261"/>
                  <a:pt x="52" y="269"/>
                </a:cubicBezTo>
                <a:cubicBezTo>
                  <a:pt x="46" y="271"/>
                  <a:pt x="39" y="272"/>
                  <a:pt x="32" y="273"/>
                </a:cubicBezTo>
                <a:cubicBezTo>
                  <a:pt x="31" y="273"/>
                  <a:pt x="31" y="273"/>
                  <a:pt x="31" y="273"/>
                </a:cubicBezTo>
                <a:cubicBezTo>
                  <a:pt x="29" y="273"/>
                  <a:pt x="27" y="272"/>
                  <a:pt x="26" y="271"/>
                </a:cubicBezTo>
                <a:cubicBezTo>
                  <a:pt x="24" y="270"/>
                  <a:pt x="24" y="268"/>
                  <a:pt x="23" y="266"/>
                </a:cubicBezTo>
                <a:cubicBezTo>
                  <a:pt x="23" y="266"/>
                  <a:pt x="23" y="266"/>
                  <a:pt x="23" y="266"/>
                </a:cubicBezTo>
                <a:cubicBezTo>
                  <a:pt x="23" y="266"/>
                  <a:pt x="23" y="265"/>
                  <a:pt x="23" y="264"/>
                </a:cubicBezTo>
                <a:cubicBezTo>
                  <a:pt x="23" y="263"/>
                  <a:pt x="23" y="262"/>
                  <a:pt x="23" y="262"/>
                </a:cubicBezTo>
                <a:cubicBezTo>
                  <a:pt x="23" y="262"/>
                  <a:pt x="24" y="261"/>
                  <a:pt x="24" y="260"/>
                </a:cubicBezTo>
                <a:cubicBezTo>
                  <a:pt x="25" y="259"/>
                  <a:pt x="25" y="259"/>
                  <a:pt x="25" y="259"/>
                </a:cubicBezTo>
                <a:cubicBezTo>
                  <a:pt x="26" y="257"/>
                  <a:pt x="26" y="257"/>
                  <a:pt x="26" y="257"/>
                </a:cubicBezTo>
                <a:cubicBezTo>
                  <a:pt x="28" y="256"/>
                  <a:pt x="28" y="256"/>
                  <a:pt x="28" y="256"/>
                </a:cubicBezTo>
                <a:cubicBezTo>
                  <a:pt x="29" y="255"/>
                  <a:pt x="31" y="253"/>
                  <a:pt x="33" y="250"/>
                </a:cubicBezTo>
                <a:cubicBezTo>
                  <a:pt x="36" y="246"/>
                  <a:pt x="38" y="244"/>
                  <a:pt x="40" y="243"/>
                </a:cubicBezTo>
                <a:cubicBezTo>
                  <a:pt x="41" y="241"/>
                  <a:pt x="43" y="239"/>
                  <a:pt x="45" y="236"/>
                </a:cubicBezTo>
                <a:cubicBezTo>
                  <a:pt x="47" y="232"/>
                  <a:pt x="49" y="229"/>
                  <a:pt x="51" y="227"/>
                </a:cubicBezTo>
                <a:cubicBezTo>
                  <a:pt x="52" y="224"/>
                  <a:pt x="54" y="220"/>
                  <a:pt x="56" y="216"/>
                </a:cubicBezTo>
                <a:cubicBezTo>
                  <a:pt x="57" y="212"/>
                  <a:pt x="59" y="207"/>
                  <a:pt x="60" y="203"/>
                </a:cubicBezTo>
                <a:cubicBezTo>
                  <a:pt x="42" y="192"/>
                  <a:pt x="27" y="179"/>
                  <a:pt x="16" y="164"/>
                </a:cubicBezTo>
                <a:cubicBezTo>
                  <a:pt x="5" y="148"/>
                  <a:pt x="0" y="131"/>
                  <a:pt x="0" y="113"/>
                </a:cubicBezTo>
                <a:cubicBezTo>
                  <a:pt x="0" y="93"/>
                  <a:pt x="7" y="74"/>
                  <a:pt x="21" y="56"/>
                </a:cubicBezTo>
                <a:cubicBezTo>
                  <a:pt x="36" y="39"/>
                  <a:pt x="55" y="25"/>
                  <a:pt x="79" y="15"/>
                </a:cubicBezTo>
                <a:cubicBezTo>
                  <a:pt x="104" y="5"/>
                  <a:pt x="131" y="0"/>
                  <a:pt x="160" y="0"/>
                </a:cubicBezTo>
                <a:cubicBezTo>
                  <a:pt x="189" y="0"/>
                  <a:pt x="215" y="5"/>
                  <a:pt x="240" y="15"/>
                </a:cubicBezTo>
                <a:cubicBezTo>
                  <a:pt x="264" y="25"/>
                  <a:pt x="283" y="39"/>
                  <a:pt x="298" y="56"/>
                </a:cubicBezTo>
                <a:cubicBezTo>
                  <a:pt x="312" y="74"/>
                  <a:pt x="319" y="93"/>
                  <a:pt x="319" y="11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74"/>
          <p:cNvSpPr>
            <a:spLocks noEditPoints="1"/>
          </p:cNvSpPr>
          <p:nvPr/>
        </p:nvSpPr>
        <p:spPr bwMode="auto">
          <a:xfrm>
            <a:off x="5519738" y="1581150"/>
            <a:ext cx="344488" cy="271463"/>
          </a:xfrm>
          <a:custGeom>
            <a:avLst/>
            <a:gdLst>
              <a:gd name="T0" fmla="*/ 250 w 319"/>
              <a:gd name="T1" fmla="*/ 91 h 251"/>
              <a:gd name="T2" fmla="*/ 234 w 319"/>
              <a:gd name="T3" fmla="*/ 137 h 251"/>
              <a:gd name="T4" fmla="*/ 188 w 319"/>
              <a:gd name="T5" fmla="*/ 170 h 251"/>
              <a:gd name="T6" fmla="*/ 125 w 319"/>
              <a:gd name="T7" fmla="*/ 183 h 251"/>
              <a:gd name="T8" fmla="*/ 94 w 319"/>
              <a:gd name="T9" fmla="*/ 180 h 251"/>
              <a:gd name="T10" fmla="*/ 44 w 319"/>
              <a:gd name="T11" fmla="*/ 203 h 251"/>
              <a:gd name="T12" fmla="*/ 29 w 319"/>
              <a:gd name="T13" fmla="*/ 205 h 251"/>
              <a:gd name="T14" fmla="*/ 28 w 319"/>
              <a:gd name="T15" fmla="*/ 205 h 251"/>
              <a:gd name="T16" fmla="*/ 25 w 319"/>
              <a:gd name="T17" fmla="*/ 204 h 251"/>
              <a:gd name="T18" fmla="*/ 23 w 319"/>
              <a:gd name="T19" fmla="*/ 200 h 251"/>
              <a:gd name="T20" fmla="*/ 22 w 319"/>
              <a:gd name="T21" fmla="*/ 199 h 251"/>
              <a:gd name="T22" fmla="*/ 22 w 319"/>
              <a:gd name="T23" fmla="*/ 198 h 251"/>
              <a:gd name="T24" fmla="*/ 23 w 319"/>
              <a:gd name="T25" fmla="*/ 197 h 251"/>
              <a:gd name="T26" fmla="*/ 23 w 319"/>
              <a:gd name="T27" fmla="*/ 196 h 251"/>
              <a:gd name="T28" fmla="*/ 24 w 319"/>
              <a:gd name="T29" fmla="*/ 195 h 251"/>
              <a:gd name="T30" fmla="*/ 25 w 319"/>
              <a:gd name="T31" fmla="*/ 194 h 251"/>
              <a:gd name="T32" fmla="*/ 25 w 319"/>
              <a:gd name="T33" fmla="*/ 193 h 251"/>
              <a:gd name="T34" fmla="*/ 26 w 319"/>
              <a:gd name="T35" fmla="*/ 192 h 251"/>
              <a:gd name="T36" fmla="*/ 30 w 319"/>
              <a:gd name="T37" fmla="*/ 188 h 251"/>
              <a:gd name="T38" fmla="*/ 35 w 319"/>
              <a:gd name="T39" fmla="*/ 183 h 251"/>
              <a:gd name="T40" fmla="*/ 39 w 319"/>
              <a:gd name="T41" fmla="*/ 178 h 251"/>
              <a:gd name="T42" fmla="*/ 43 w 319"/>
              <a:gd name="T43" fmla="*/ 171 h 251"/>
              <a:gd name="T44" fmla="*/ 47 w 319"/>
              <a:gd name="T45" fmla="*/ 163 h 251"/>
              <a:gd name="T46" fmla="*/ 12 w 319"/>
              <a:gd name="T47" fmla="*/ 131 h 251"/>
              <a:gd name="T48" fmla="*/ 0 w 319"/>
              <a:gd name="T49" fmla="*/ 91 h 251"/>
              <a:gd name="T50" fmla="*/ 16 w 319"/>
              <a:gd name="T51" fmla="*/ 46 h 251"/>
              <a:gd name="T52" fmla="*/ 62 w 319"/>
              <a:gd name="T53" fmla="*/ 13 h 251"/>
              <a:gd name="T54" fmla="*/ 125 w 319"/>
              <a:gd name="T55" fmla="*/ 0 h 251"/>
              <a:gd name="T56" fmla="*/ 188 w 319"/>
              <a:gd name="T57" fmla="*/ 13 h 251"/>
              <a:gd name="T58" fmla="*/ 234 w 319"/>
              <a:gd name="T59" fmla="*/ 46 h 251"/>
              <a:gd name="T60" fmla="*/ 250 w 319"/>
              <a:gd name="T61" fmla="*/ 91 h 251"/>
              <a:gd name="T62" fmla="*/ 319 w 319"/>
              <a:gd name="T63" fmla="*/ 137 h 251"/>
              <a:gd name="T64" fmla="*/ 306 w 319"/>
              <a:gd name="T65" fmla="*/ 177 h 251"/>
              <a:gd name="T66" fmla="*/ 271 w 319"/>
              <a:gd name="T67" fmla="*/ 208 h 251"/>
              <a:gd name="T68" fmla="*/ 275 w 319"/>
              <a:gd name="T69" fmla="*/ 216 h 251"/>
              <a:gd name="T70" fmla="*/ 279 w 319"/>
              <a:gd name="T71" fmla="*/ 223 h 251"/>
              <a:gd name="T72" fmla="*/ 283 w 319"/>
              <a:gd name="T73" fmla="*/ 228 h 251"/>
              <a:gd name="T74" fmla="*/ 288 w 319"/>
              <a:gd name="T75" fmla="*/ 234 h 251"/>
              <a:gd name="T76" fmla="*/ 292 w 319"/>
              <a:gd name="T77" fmla="*/ 238 h 251"/>
              <a:gd name="T78" fmla="*/ 293 w 319"/>
              <a:gd name="T79" fmla="*/ 239 h 251"/>
              <a:gd name="T80" fmla="*/ 294 w 319"/>
              <a:gd name="T81" fmla="*/ 240 h 251"/>
              <a:gd name="T82" fmla="*/ 294 w 319"/>
              <a:gd name="T83" fmla="*/ 241 h 251"/>
              <a:gd name="T84" fmla="*/ 295 w 319"/>
              <a:gd name="T85" fmla="*/ 242 h 251"/>
              <a:gd name="T86" fmla="*/ 295 w 319"/>
              <a:gd name="T87" fmla="*/ 242 h 251"/>
              <a:gd name="T88" fmla="*/ 296 w 319"/>
              <a:gd name="T89" fmla="*/ 243 h 251"/>
              <a:gd name="T90" fmla="*/ 296 w 319"/>
              <a:gd name="T91" fmla="*/ 245 h 251"/>
              <a:gd name="T92" fmla="*/ 296 w 319"/>
              <a:gd name="T93" fmla="*/ 246 h 251"/>
              <a:gd name="T94" fmla="*/ 293 w 319"/>
              <a:gd name="T95" fmla="*/ 250 h 251"/>
              <a:gd name="T96" fmla="*/ 289 w 319"/>
              <a:gd name="T97" fmla="*/ 251 h 251"/>
              <a:gd name="T98" fmla="*/ 274 w 319"/>
              <a:gd name="T99" fmla="*/ 248 h 251"/>
              <a:gd name="T100" fmla="*/ 225 w 319"/>
              <a:gd name="T101" fmla="*/ 225 h 251"/>
              <a:gd name="T102" fmla="*/ 193 w 319"/>
              <a:gd name="T103" fmla="*/ 228 h 251"/>
              <a:gd name="T104" fmla="*/ 109 w 319"/>
              <a:gd name="T105" fmla="*/ 205 h 251"/>
              <a:gd name="T106" fmla="*/ 125 w 319"/>
              <a:gd name="T107" fmla="*/ 205 h 251"/>
              <a:gd name="T108" fmla="*/ 180 w 319"/>
              <a:gd name="T109" fmla="*/ 197 h 251"/>
              <a:gd name="T110" fmla="*/ 227 w 319"/>
              <a:gd name="T111" fmla="*/ 174 h 251"/>
              <a:gd name="T112" fmla="*/ 261 w 319"/>
              <a:gd name="T113" fmla="*/ 137 h 251"/>
              <a:gd name="T114" fmla="*/ 273 w 319"/>
              <a:gd name="T115" fmla="*/ 91 h 251"/>
              <a:gd name="T116" fmla="*/ 269 w 319"/>
              <a:gd name="T117" fmla="*/ 64 h 251"/>
              <a:gd name="T118" fmla="*/ 305 w 319"/>
              <a:gd name="T119" fmla="*/ 96 h 251"/>
              <a:gd name="T120" fmla="*/ 319 w 319"/>
              <a:gd name="T121" fmla="*/ 137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9" h="251">
                <a:moveTo>
                  <a:pt x="250" y="91"/>
                </a:moveTo>
                <a:cubicBezTo>
                  <a:pt x="250" y="108"/>
                  <a:pt x="245" y="123"/>
                  <a:pt x="234" y="137"/>
                </a:cubicBezTo>
                <a:cubicBezTo>
                  <a:pt x="222" y="151"/>
                  <a:pt x="207" y="162"/>
                  <a:pt x="188" y="170"/>
                </a:cubicBezTo>
                <a:cubicBezTo>
                  <a:pt x="169" y="179"/>
                  <a:pt x="148" y="183"/>
                  <a:pt x="125" y="183"/>
                </a:cubicBezTo>
                <a:cubicBezTo>
                  <a:pt x="115" y="183"/>
                  <a:pt x="104" y="182"/>
                  <a:pt x="94" y="180"/>
                </a:cubicBezTo>
                <a:cubicBezTo>
                  <a:pt x="79" y="190"/>
                  <a:pt x="62" y="198"/>
                  <a:pt x="44" y="203"/>
                </a:cubicBezTo>
                <a:cubicBezTo>
                  <a:pt x="40" y="204"/>
                  <a:pt x="35" y="205"/>
                  <a:pt x="29" y="205"/>
                </a:cubicBezTo>
                <a:cubicBezTo>
                  <a:pt x="28" y="205"/>
                  <a:pt x="28" y="205"/>
                  <a:pt x="28" y="205"/>
                </a:cubicBezTo>
                <a:cubicBezTo>
                  <a:pt x="27" y="205"/>
                  <a:pt x="26" y="205"/>
                  <a:pt x="25" y="204"/>
                </a:cubicBezTo>
                <a:cubicBezTo>
                  <a:pt x="23" y="203"/>
                  <a:pt x="23" y="202"/>
                  <a:pt x="23" y="200"/>
                </a:cubicBezTo>
                <a:cubicBezTo>
                  <a:pt x="22" y="200"/>
                  <a:pt x="22" y="199"/>
                  <a:pt x="22" y="199"/>
                </a:cubicBezTo>
                <a:cubicBezTo>
                  <a:pt x="22" y="199"/>
                  <a:pt x="22" y="198"/>
                  <a:pt x="22" y="198"/>
                </a:cubicBezTo>
                <a:cubicBezTo>
                  <a:pt x="23" y="198"/>
                  <a:pt x="23" y="197"/>
                  <a:pt x="23" y="197"/>
                </a:cubicBezTo>
                <a:cubicBezTo>
                  <a:pt x="23" y="196"/>
                  <a:pt x="23" y="196"/>
                  <a:pt x="23" y="196"/>
                </a:cubicBezTo>
                <a:cubicBezTo>
                  <a:pt x="24" y="195"/>
                  <a:pt x="24" y="195"/>
                  <a:pt x="24" y="195"/>
                </a:cubicBezTo>
                <a:cubicBezTo>
                  <a:pt x="25" y="194"/>
                  <a:pt x="25" y="194"/>
                  <a:pt x="25" y="194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26" y="192"/>
                  <a:pt x="26" y="192"/>
                  <a:pt x="26" y="192"/>
                </a:cubicBezTo>
                <a:cubicBezTo>
                  <a:pt x="27" y="192"/>
                  <a:pt x="28" y="190"/>
                  <a:pt x="30" y="188"/>
                </a:cubicBezTo>
                <a:cubicBezTo>
                  <a:pt x="32" y="186"/>
                  <a:pt x="34" y="184"/>
                  <a:pt x="35" y="183"/>
                </a:cubicBezTo>
                <a:cubicBezTo>
                  <a:pt x="36" y="181"/>
                  <a:pt x="37" y="180"/>
                  <a:pt x="39" y="178"/>
                </a:cubicBezTo>
                <a:cubicBezTo>
                  <a:pt x="41" y="175"/>
                  <a:pt x="42" y="173"/>
                  <a:pt x="43" y="171"/>
                </a:cubicBezTo>
                <a:cubicBezTo>
                  <a:pt x="45" y="168"/>
                  <a:pt x="46" y="166"/>
                  <a:pt x="47" y="163"/>
                </a:cubicBezTo>
                <a:cubicBezTo>
                  <a:pt x="32" y="154"/>
                  <a:pt x="21" y="144"/>
                  <a:pt x="12" y="131"/>
                </a:cubicBezTo>
                <a:cubicBezTo>
                  <a:pt x="4" y="119"/>
                  <a:pt x="0" y="106"/>
                  <a:pt x="0" y="91"/>
                </a:cubicBezTo>
                <a:cubicBezTo>
                  <a:pt x="0" y="75"/>
                  <a:pt x="5" y="60"/>
                  <a:pt x="16" y="46"/>
                </a:cubicBezTo>
                <a:cubicBezTo>
                  <a:pt x="27" y="32"/>
                  <a:pt x="43" y="21"/>
                  <a:pt x="62" y="13"/>
                </a:cubicBezTo>
                <a:cubicBezTo>
                  <a:pt x="81" y="4"/>
                  <a:pt x="102" y="0"/>
                  <a:pt x="125" y="0"/>
                </a:cubicBezTo>
                <a:cubicBezTo>
                  <a:pt x="148" y="0"/>
                  <a:pt x="169" y="4"/>
                  <a:pt x="188" y="13"/>
                </a:cubicBezTo>
                <a:cubicBezTo>
                  <a:pt x="207" y="21"/>
                  <a:pt x="222" y="32"/>
                  <a:pt x="234" y="46"/>
                </a:cubicBezTo>
                <a:cubicBezTo>
                  <a:pt x="245" y="60"/>
                  <a:pt x="250" y="75"/>
                  <a:pt x="250" y="91"/>
                </a:cubicBezTo>
                <a:close/>
                <a:moveTo>
                  <a:pt x="319" y="137"/>
                </a:moveTo>
                <a:cubicBezTo>
                  <a:pt x="319" y="151"/>
                  <a:pt x="314" y="165"/>
                  <a:pt x="306" y="177"/>
                </a:cubicBezTo>
                <a:cubicBezTo>
                  <a:pt x="298" y="189"/>
                  <a:pt x="286" y="200"/>
                  <a:pt x="271" y="208"/>
                </a:cubicBezTo>
                <a:cubicBezTo>
                  <a:pt x="272" y="211"/>
                  <a:pt x="274" y="214"/>
                  <a:pt x="275" y="216"/>
                </a:cubicBezTo>
                <a:cubicBezTo>
                  <a:pt x="276" y="219"/>
                  <a:pt x="278" y="221"/>
                  <a:pt x="279" y="223"/>
                </a:cubicBezTo>
                <a:cubicBezTo>
                  <a:pt x="281" y="225"/>
                  <a:pt x="282" y="227"/>
                  <a:pt x="283" y="228"/>
                </a:cubicBezTo>
                <a:cubicBezTo>
                  <a:pt x="284" y="230"/>
                  <a:pt x="286" y="231"/>
                  <a:pt x="288" y="234"/>
                </a:cubicBezTo>
                <a:cubicBezTo>
                  <a:pt x="290" y="236"/>
                  <a:pt x="291" y="237"/>
                  <a:pt x="292" y="238"/>
                </a:cubicBezTo>
                <a:cubicBezTo>
                  <a:pt x="292" y="238"/>
                  <a:pt x="292" y="238"/>
                  <a:pt x="293" y="239"/>
                </a:cubicBezTo>
                <a:cubicBezTo>
                  <a:pt x="293" y="239"/>
                  <a:pt x="293" y="239"/>
                  <a:pt x="294" y="240"/>
                </a:cubicBezTo>
                <a:cubicBezTo>
                  <a:pt x="294" y="240"/>
                  <a:pt x="294" y="240"/>
                  <a:pt x="294" y="241"/>
                </a:cubicBezTo>
                <a:cubicBezTo>
                  <a:pt x="295" y="241"/>
                  <a:pt x="295" y="241"/>
                  <a:pt x="295" y="242"/>
                </a:cubicBezTo>
                <a:cubicBezTo>
                  <a:pt x="295" y="242"/>
                  <a:pt x="295" y="242"/>
                  <a:pt x="295" y="242"/>
                </a:cubicBezTo>
                <a:cubicBezTo>
                  <a:pt x="296" y="243"/>
                  <a:pt x="296" y="243"/>
                  <a:pt x="296" y="243"/>
                </a:cubicBezTo>
                <a:cubicBezTo>
                  <a:pt x="296" y="245"/>
                  <a:pt x="296" y="245"/>
                  <a:pt x="296" y="245"/>
                </a:cubicBezTo>
                <a:cubicBezTo>
                  <a:pt x="296" y="246"/>
                  <a:pt x="296" y="246"/>
                  <a:pt x="296" y="246"/>
                </a:cubicBezTo>
                <a:cubicBezTo>
                  <a:pt x="295" y="247"/>
                  <a:pt x="295" y="249"/>
                  <a:pt x="293" y="250"/>
                </a:cubicBezTo>
                <a:cubicBezTo>
                  <a:pt x="292" y="251"/>
                  <a:pt x="291" y="251"/>
                  <a:pt x="289" y="251"/>
                </a:cubicBezTo>
                <a:cubicBezTo>
                  <a:pt x="283" y="250"/>
                  <a:pt x="278" y="249"/>
                  <a:pt x="274" y="248"/>
                </a:cubicBezTo>
                <a:cubicBezTo>
                  <a:pt x="256" y="243"/>
                  <a:pt x="239" y="236"/>
                  <a:pt x="225" y="225"/>
                </a:cubicBezTo>
                <a:cubicBezTo>
                  <a:pt x="214" y="227"/>
                  <a:pt x="203" y="228"/>
                  <a:pt x="193" y="228"/>
                </a:cubicBezTo>
                <a:cubicBezTo>
                  <a:pt x="161" y="228"/>
                  <a:pt x="133" y="220"/>
                  <a:pt x="109" y="205"/>
                </a:cubicBezTo>
                <a:cubicBezTo>
                  <a:pt x="116" y="205"/>
                  <a:pt x="121" y="205"/>
                  <a:pt x="125" y="205"/>
                </a:cubicBezTo>
                <a:cubicBezTo>
                  <a:pt x="144" y="205"/>
                  <a:pt x="162" y="203"/>
                  <a:pt x="180" y="197"/>
                </a:cubicBezTo>
                <a:cubicBezTo>
                  <a:pt x="197" y="192"/>
                  <a:pt x="213" y="184"/>
                  <a:pt x="227" y="174"/>
                </a:cubicBezTo>
                <a:cubicBezTo>
                  <a:pt x="242" y="164"/>
                  <a:pt x="253" y="151"/>
                  <a:pt x="261" y="137"/>
                </a:cubicBezTo>
                <a:cubicBezTo>
                  <a:pt x="269" y="122"/>
                  <a:pt x="273" y="107"/>
                  <a:pt x="273" y="91"/>
                </a:cubicBezTo>
                <a:cubicBezTo>
                  <a:pt x="273" y="82"/>
                  <a:pt x="272" y="73"/>
                  <a:pt x="269" y="64"/>
                </a:cubicBezTo>
                <a:cubicBezTo>
                  <a:pt x="284" y="73"/>
                  <a:pt x="296" y="83"/>
                  <a:pt x="305" y="96"/>
                </a:cubicBezTo>
                <a:cubicBezTo>
                  <a:pt x="314" y="109"/>
                  <a:pt x="319" y="122"/>
                  <a:pt x="319" y="13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75"/>
          <p:cNvSpPr>
            <a:spLocks noEditPoints="1"/>
          </p:cNvSpPr>
          <p:nvPr/>
        </p:nvSpPr>
        <p:spPr bwMode="auto">
          <a:xfrm>
            <a:off x="5951538" y="1581150"/>
            <a:ext cx="344488" cy="271463"/>
          </a:xfrm>
          <a:custGeom>
            <a:avLst/>
            <a:gdLst>
              <a:gd name="T0" fmla="*/ 75 w 319"/>
              <a:gd name="T1" fmla="*/ 32 h 251"/>
              <a:gd name="T2" fmla="*/ 23 w 319"/>
              <a:gd name="T3" fmla="*/ 91 h 251"/>
              <a:gd name="T4" fmla="*/ 59 w 319"/>
              <a:gd name="T5" fmla="*/ 143 h 251"/>
              <a:gd name="T6" fmla="*/ 70 w 319"/>
              <a:gd name="T7" fmla="*/ 168 h 251"/>
              <a:gd name="T8" fmla="*/ 89 w 319"/>
              <a:gd name="T9" fmla="*/ 156 h 251"/>
              <a:gd name="T10" fmla="*/ 125 w 319"/>
              <a:gd name="T11" fmla="*/ 160 h 251"/>
              <a:gd name="T12" fmla="*/ 214 w 319"/>
              <a:gd name="T13" fmla="*/ 125 h 251"/>
              <a:gd name="T14" fmla="*/ 214 w 319"/>
              <a:gd name="T15" fmla="*/ 57 h 251"/>
              <a:gd name="T16" fmla="*/ 125 w 319"/>
              <a:gd name="T17" fmla="*/ 23 h 251"/>
              <a:gd name="T18" fmla="*/ 188 w 319"/>
              <a:gd name="T19" fmla="*/ 13 h 251"/>
              <a:gd name="T20" fmla="*/ 251 w 319"/>
              <a:gd name="T21" fmla="*/ 91 h 251"/>
              <a:gd name="T22" fmla="*/ 188 w 319"/>
              <a:gd name="T23" fmla="*/ 170 h 251"/>
              <a:gd name="T24" fmla="*/ 94 w 319"/>
              <a:gd name="T25" fmla="*/ 180 h 251"/>
              <a:gd name="T26" fmla="*/ 29 w 319"/>
              <a:gd name="T27" fmla="*/ 205 h 251"/>
              <a:gd name="T28" fmla="*/ 25 w 319"/>
              <a:gd name="T29" fmla="*/ 204 h 251"/>
              <a:gd name="T30" fmla="*/ 23 w 319"/>
              <a:gd name="T31" fmla="*/ 199 h 251"/>
              <a:gd name="T32" fmla="*/ 23 w 319"/>
              <a:gd name="T33" fmla="*/ 197 h 251"/>
              <a:gd name="T34" fmla="*/ 24 w 319"/>
              <a:gd name="T35" fmla="*/ 195 h 251"/>
              <a:gd name="T36" fmla="*/ 26 w 319"/>
              <a:gd name="T37" fmla="*/ 193 h 251"/>
              <a:gd name="T38" fmla="*/ 31 w 319"/>
              <a:gd name="T39" fmla="*/ 188 h 251"/>
              <a:gd name="T40" fmla="*/ 39 w 319"/>
              <a:gd name="T41" fmla="*/ 178 h 251"/>
              <a:gd name="T42" fmla="*/ 47 w 319"/>
              <a:gd name="T43" fmla="*/ 163 h 251"/>
              <a:gd name="T44" fmla="*/ 0 w 319"/>
              <a:gd name="T45" fmla="*/ 91 h 251"/>
              <a:gd name="T46" fmla="*/ 63 w 319"/>
              <a:gd name="T47" fmla="*/ 13 h 251"/>
              <a:gd name="T48" fmla="*/ 272 w 319"/>
              <a:gd name="T49" fmla="*/ 208 h 251"/>
              <a:gd name="T50" fmla="*/ 280 w 319"/>
              <a:gd name="T51" fmla="*/ 223 h 251"/>
              <a:gd name="T52" fmla="*/ 289 w 319"/>
              <a:gd name="T53" fmla="*/ 234 h 251"/>
              <a:gd name="T54" fmla="*/ 293 w 319"/>
              <a:gd name="T55" fmla="*/ 239 h 251"/>
              <a:gd name="T56" fmla="*/ 295 w 319"/>
              <a:gd name="T57" fmla="*/ 241 h 251"/>
              <a:gd name="T58" fmla="*/ 296 w 319"/>
              <a:gd name="T59" fmla="*/ 242 h 251"/>
              <a:gd name="T60" fmla="*/ 296 w 319"/>
              <a:gd name="T61" fmla="*/ 245 h 251"/>
              <a:gd name="T62" fmla="*/ 294 w 319"/>
              <a:gd name="T63" fmla="*/ 250 h 251"/>
              <a:gd name="T64" fmla="*/ 275 w 319"/>
              <a:gd name="T65" fmla="*/ 248 h 251"/>
              <a:gd name="T66" fmla="*/ 194 w 319"/>
              <a:gd name="T67" fmla="*/ 228 h 251"/>
              <a:gd name="T68" fmla="*/ 125 w 319"/>
              <a:gd name="T69" fmla="*/ 205 h 251"/>
              <a:gd name="T70" fmla="*/ 227 w 319"/>
              <a:gd name="T71" fmla="*/ 174 h 251"/>
              <a:gd name="T72" fmla="*/ 274 w 319"/>
              <a:gd name="T73" fmla="*/ 91 h 251"/>
              <a:gd name="T74" fmla="*/ 306 w 319"/>
              <a:gd name="T75" fmla="*/ 96 h 251"/>
              <a:gd name="T76" fmla="*/ 306 w 319"/>
              <a:gd name="T77" fmla="*/ 177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9" h="251">
                <a:moveTo>
                  <a:pt x="125" y="23"/>
                </a:moveTo>
                <a:cubicBezTo>
                  <a:pt x="107" y="23"/>
                  <a:pt x="90" y="26"/>
                  <a:pt x="75" y="32"/>
                </a:cubicBezTo>
                <a:cubicBezTo>
                  <a:pt x="59" y="39"/>
                  <a:pt x="46" y="47"/>
                  <a:pt x="37" y="57"/>
                </a:cubicBezTo>
                <a:cubicBezTo>
                  <a:pt x="28" y="68"/>
                  <a:pt x="23" y="79"/>
                  <a:pt x="23" y="91"/>
                </a:cubicBezTo>
                <a:cubicBezTo>
                  <a:pt x="23" y="101"/>
                  <a:pt x="26" y="111"/>
                  <a:pt x="32" y="120"/>
                </a:cubicBezTo>
                <a:cubicBezTo>
                  <a:pt x="39" y="129"/>
                  <a:pt x="47" y="136"/>
                  <a:pt x="59" y="143"/>
                </a:cubicBezTo>
                <a:cubicBezTo>
                  <a:pt x="76" y="153"/>
                  <a:pt x="76" y="153"/>
                  <a:pt x="76" y="153"/>
                </a:cubicBezTo>
                <a:cubicBezTo>
                  <a:pt x="70" y="168"/>
                  <a:pt x="70" y="168"/>
                  <a:pt x="70" y="168"/>
                </a:cubicBezTo>
                <a:cubicBezTo>
                  <a:pt x="74" y="166"/>
                  <a:pt x="78" y="163"/>
                  <a:pt x="81" y="161"/>
                </a:cubicBezTo>
                <a:cubicBezTo>
                  <a:pt x="89" y="156"/>
                  <a:pt x="89" y="156"/>
                  <a:pt x="89" y="156"/>
                </a:cubicBezTo>
                <a:cubicBezTo>
                  <a:pt x="98" y="157"/>
                  <a:pt x="98" y="157"/>
                  <a:pt x="98" y="157"/>
                </a:cubicBezTo>
                <a:cubicBezTo>
                  <a:pt x="107" y="159"/>
                  <a:pt x="117" y="160"/>
                  <a:pt x="125" y="160"/>
                </a:cubicBezTo>
                <a:cubicBezTo>
                  <a:pt x="144" y="160"/>
                  <a:pt x="161" y="157"/>
                  <a:pt x="176" y="151"/>
                </a:cubicBezTo>
                <a:cubicBezTo>
                  <a:pt x="192" y="144"/>
                  <a:pt x="205" y="136"/>
                  <a:pt x="214" y="125"/>
                </a:cubicBezTo>
                <a:cubicBezTo>
                  <a:pt x="223" y="115"/>
                  <a:pt x="228" y="104"/>
                  <a:pt x="228" y="91"/>
                </a:cubicBezTo>
                <a:cubicBezTo>
                  <a:pt x="228" y="79"/>
                  <a:pt x="223" y="68"/>
                  <a:pt x="214" y="57"/>
                </a:cubicBezTo>
                <a:cubicBezTo>
                  <a:pt x="205" y="47"/>
                  <a:pt x="192" y="39"/>
                  <a:pt x="176" y="32"/>
                </a:cubicBezTo>
                <a:cubicBezTo>
                  <a:pt x="161" y="26"/>
                  <a:pt x="144" y="23"/>
                  <a:pt x="125" y="23"/>
                </a:cubicBezTo>
                <a:close/>
                <a:moveTo>
                  <a:pt x="125" y="0"/>
                </a:moveTo>
                <a:cubicBezTo>
                  <a:pt x="148" y="0"/>
                  <a:pt x="169" y="4"/>
                  <a:pt x="188" y="13"/>
                </a:cubicBezTo>
                <a:cubicBezTo>
                  <a:pt x="208" y="21"/>
                  <a:pt x="223" y="32"/>
                  <a:pt x="234" y="46"/>
                </a:cubicBezTo>
                <a:cubicBezTo>
                  <a:pt x="245" y="60"/>
                  <a:pt x="251" y="75"/>
                  <a:pt x="251" y="91"/>
                </a:cubicBezTo>
                <a:cubicBezTo>
                  <a:pt x="251" y="108"/>
                  <a:pt x="245" y="123"/>
                  <a:pt x="234" y="137"/>
                </a:cubicBezTo>
                <a:cubicBezTo>
                  <a:pt x="223" y="151"/>
                  <a:pt x="208" y="162"/>
                  <a:pt x="188" y="170"/>
                </a:cubicBezTo>
                <a:cubicBezTo>
                  <a:pt x="169" y="179"/>
                  <a:pt x="148" y="183"/>
                  <a:pt x="125" y="183"/>
                </a:cubicBezTo>
                <a:cubicBezTo>
                  <a:pt x="115" y="183"/>
                  <a:pt x="105" y="182"/>
                  <a:pt x="94" y="180"/>
                </a:cubicBezTo>
                <a:cubicBezTo>
                  <a:pt x="79" y="190"/>
                  <a:pt x="63" y="198"/>
                  <a:pt x="45" y="203"/>
                </a:cubicBezTo>
                <a:cubicBezTo>
                  <a:pt x="40" y="204"/>
                  <a:pt x="35" y="205"/>
                  <a:pt x="29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27" y="205"/>
                  <a:pt x="26" y="205"/>
                  <a:pt x="25" y="204"/>
                </a:cubicBezTo>
                <a:cubicBezTo>
                  <a:pt x="24" y="203"/>
                  <a:pt x="23" y="202"/>
                  <a:pt x="23" y="200"/>
                </a:cubicBezTo>
                <a:cubicBezTo>
                  <a:pt x="23" y="200"/>
                  <a:pt x="23" y="199"/>
                  <a:pt x="23" y="199"/>
                </a:cubicBezTo>
                <a:cubicBezTo>
                  <a:pt x="23" y="199"/>
                  <a:pt x="23" y="198"/>
                  <a:pt x="23" y="198"/>
                </a:cubicBezTo>
                <a:cubicBezTo>
                  <a:pt x="23" y="198"/>
                  <a:pt x="23" y="197"/>
                  <a:pt x="23" y="197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24" y="195"/>
                  <a:pt x="24" y="195"/>
                  <a:pt x="24" y="195"/>
                </a:cubicBezTo>
                <a:cubicBezTo>
                  <a:pt x="25" y="194"/>
                  <a:pt x="25" y="194"/>
                  <a:pt x="25" y="194"/>
                </a:cubicBezTo>
                <a:cubicBezTo>
                  <a:pt x="26" y="193"/>
                  <a:pt x="26" y="193"/>
                  <a:pt x="26" y="193"/>
                </a:cubicBezTo>
                <a:cubicBezTo>
                  <a:pt x="27" y="192"/>
                  <a:pt x="27" y="192"/>
                  <a:pt x="27" y="192"/>
                </a:cubicBezTo>
                <a:cubicBezTo>
                  <a:pt x="27" y="192"/>
                  <a:pt x="29" y="190"/>
                  <a:pt x="31" y="188"/>
                </a:cubicBezTo>
                <a:cubicBezTo>
                  <a:pt x="33" y="186"/>
                  <a:pt x="34" y="184"/>
                  <a:pt x="35" y="183"/>
                </a:cubicBezTo>
                <a:cubicBezTo>
                  <a:pt x="36" y="181"/>
                  <a:pt x="38" y="180"/>
                  <a:pt x="39" y="178"/>
                </a:cubicBezTo>
                <a:cubicBezTo>
                  <a:pt x="41" y="175"/>
                  <a:pt x="43" y="173"/>
                  <a:pt x="44" y="171"/>
                </a:cubicBezTo>
                <a:cubicBezTo>
                  <a:pt x="45" y="168"/>
                  <a:pt x="46" y="166"/>
                  <a:pt x="47" y="163"/>
                </a:cubicBezTo>
                <a:cubicBezTo>
                  <a:pt x="33" y="154"/>
                  <a:pt x="21" y="144"/>
                  <a:pt x="13" y="131"/>
                </a:cubicBezTo>
                <a:cubicBezTo>
                  <a:pt x="4" y="119"/>
                  <a:pt x="0" y="106"/>
                  <a:pt x="0" y="91"/>
                </a:cubicBezTo>
                <a:cubicBezTo>
                  <a:pt x="0" y="75"/>
                  <a:pt x="6" y="60"/>
                  <a:pt x="17" y="46"/>
                </a:cubicBezTo>
                <a:cubicBezTo>
                  <a:pt x="28" y="32"/>
                  <a:pt x="43" y="21"/>
                  <a:pt x="63" y="13"/>
                </a:cubicBezTo>
                <a:cubicBezTo>
                  <a:pt x="82" y="4"/>
                  <a:pt x="103" y="0"/>
                  <a:pt x="125" y="0"/>
                </a:cubicBezTo>
                <a:close/>
                <a:moveTo>
                  <a:pt x="272" y="208"/>
                </a:moveTo>
                <a:cubicBezTo>
                  <a:pt x="273" y="211"/>
                  <a:pt x="274" y="214"/>
                  <a:pt x="275" y="216"/>
                </a:cubicBezTo>
                <a:cubicBezTo>
                  <a:pt x="277" y="219"/>
                  <a:pt x="278" y="221"/>
                  <a:pt x="280" y="223"/>
                </a:cubicBezTo>
                <a:cubicBezTo>
                  <a:pt x="282" y="225"/>
                  <a:pt x="283" y="227"/>
                  <a:pt x="284" y="228"/>
                </a:cubicBezTo>
                <a:cubicBezTo>
                  <a:pt x="285" y="230"/>
                  <a:pt x="286" y="231"/>
                  <a:pt x="289" y="234"/>
                </a:cubicBezTo>
                <a:cubicBezTo>
                  <a:pt x="291" y="236"/>
                  <a:pt x="292" y="237"/>
                  <a:pt x="293" y="238"/>
                </a:cubicBezTo>
                <a:cubicBezTo>
                  <a:pt x="293" y="238"/>
                  <a:pt x="293" y="238"/>
                  <a:pt x="293" y="239"/>
                </a:cubicBezTo>
                <a:cubicBezTo>
                  <a:pt x="294" y="239"/>
                  <a:pt x="294" y="239"/>
                  <a:pt x="294" y="240"/>
                </a:cubicBezTo>
                <a:cubicBezTo>
                  <a:pt x="294" y="240"/>
                  <a:pt x="295" y="240"/>
                  <a:pt x="295" y="241"/>
                </a:cubicBezTo>
                <a:cubicBezTo>
                  <a:pt x="295" y="241"/>
                  <a:pt x="295" y="241"/>
                  <a:pt x="295" y="242"/>
                </a:cubicBezTo>
                <a:cubicBezTo>
                  <a:pt x="296" y="242"/>
                  <a:pt x="296" y="242"/>
                  <a:pt x="296" y="242"/>
                </a:cubicBezTo>
                <a:cubicBezTo>
                  <a:pt x="296" y="243"/>
                  <a:pt x="296" y="243"/>
                  <a:pt x="296" y="243"/>
                </a:cubicBezTo>
                <a:cubicBezTo>
                  <a:pt x="296" y="245"/>
                  <a:pt x="296" y="245"/>
                  <a:pt x="296" y="245"/>
                </a:cubicBezTo>
                <a:cubicBezTo>
                  <a:pt x="296" y="246"/>
                  <a:pt x="296" y="246"/>
                  <a:pt x="296" y="246"/>
                </a:cubicBezTo>
                <a:cubicBezTo>
                  <a:pt x="296" y="247"/>
                  <a:pt x="295" y="249"/>
                  <a:pt x="294" y="250"/>
                </a:cubicBezTo>
                <a:cubicBezTo>
                  <a:pt x="293" y="251"/>
                  <a:pt x="291" y="251"/>
                  <a:pt x="290" y="251"/>
                </a:cubicBezTo>
                <a:cubicBezTo>
                  <a:pt x="284" y="250"/>
                  <a:pt x="279" y="249"/>
                  <a:pt x="275" y="248"/>
                </a:cubicBezTo>
                <a:cubicBezTo>
                  <a:pt x="256" y="243"/>
                  <a:pt x="240" y="236"/>
                  <a:pt x="225" y="225"/>
                </a:cubicBezTo>
                <a:cubicBezTo>
                  <a:pt x="214" y="227"/>
                  <a:pt x="204" y="228"/>
                  <a:pt x="194" y="228"/>
                </a:cubicBezTo>
                <a:cubicBezTo>
                  <a:pt x="162" y="228"/>
                  <a:pt x="134" y="220"/>
                  <a:pt x="110" y="205"/>
                </a:cubicBezTo>
                <a:cubicBezTo>
                  <a:pt x="117" y="205"/>
                  <a:pt x="122" y="205"/>
                  <a:pt x="125" y="205"/>
                </a:cubicBezTo>
                <a:cubicBezTo>
                  <a:pt x="145" y="205"/>
                  <a:pt x="163" y="203"/>
                  <a:pt x="180" y="197"/>
                </a:cubicBezTo>
                <a:cubicBezTo>
                  <a:pt x="198" y="192"/>
                  <a:pt x="214" y="184"/>
                  <a:pt x="227" y="174"/>
                </a:cubicBezTo>
                <a:cubicBezTo>
                  <a:pt x="242" y="164"/>
                  <a:pt x="254" y="151"/>
                  <a:pt x="262" y="137"/>
                </a:cubicBezTo>
                <a:cubicBezTo>
                  <a:pt x="270" y="122"/>
                  <a:pt x="274" y="107"/>
                  <a:pt x="274" y="91"/>
                </a:cubicBezTo>
                <a:cubicBezTo>
                  <a:pt x="274" y="82"/>
                  <a:pt x="272" y="73"/>
                  <a:pt x="269" y="64"/>
                </a:cubicBezTo>
                <a:cubicBezTo>
                  <a:pt x="285" y="73"/>
                  <a:pt x="297" y="83"/>
                  <a:pt x="306" y="96"/>
                </a:cubicBezTo>
                <a:cubicBezTo>
                  <a:pt x="315" y="109"/>
                  <a:pt x="319" y="122"/>
                  <a:pt x="319" y="137"/>
                </a:cubicBezTo>
                <a:cubicBezTo>
                  <a:pt x="319" y="151"/>
                  <a:pt x="315" y="165"/>
                  <a:pt x="306" y="177"/>
                </a:cubicBezTo>
                <a:cubicBezTo>
                  <a:pt x="298" y="189"/>
                  <a:pt x="286" y="200"/>
                  <a:pt x="272" y="20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76"/>
          <p:cNvSpPr>
            <a:spLocks noEditPoints="1"/>
          </p:cNvSpPr>
          <p:nvPr/>
        </p:nvSpPr>
        <p:spPr bwMode="auto">
          <a:xfrm>
            <a:off x="6410326" y="1570038"/>
            <a:ext cx="295275" cy="295275"/>
          </a:xfrm>
          <a:custGeom>
            <a:avLst/>
            <a:gdLst>
              <a:gd name="T0" fmla="*/ 114 w 274"/>
              <a:gd name="T1" fmla="*/ 171 h 273"/>
              <a:gd name="T2" fmla="*/ 160 w 274"/>
              <a:gd name="T3" fmla="*/ 148 h 273"/>
              <a:gd name="T4" fmla="*/ 114 w 274"/>
              <a:gd name="T5" fmla="*/ 125 h 273"/>
              <a:gd name="T6" fmla="*/ 114 w 274"/>
              <a:gd name="T7" fmla="*/ 171 h 273"/>
              <a:gd name="T8" fmla="*/ 183 w 274"/>
              <a:gd name="T9" fmla="*/ 66 h 273"/>
              <a:gd name="T10" fmla="*/ 183 w 274"/>
              <a:gd name="T11" fmla="*/ 162 h 273"/>
              <a:gd name="T12" fmla="*/ 92 w 274"/>
              <a:gd name="T13" fmla="*/ 208 h 273"/>
              <a:gd name="T14" fmla="*/ 92 w 274"/>
              <a:gd name="T15" fmla="*/ 111 h 273"/>
              <a:gd name="T16" fmla="*/ 183 w 274"/>
              <a:gd name="T17" fmla="*/ 66 h 273"/>
              <a:gd name="T18" fmla="*/ 234 w 274"/>
              <a:gd name="T19" fmla="*/ 137 h 273"/>
              <a:gd name="T20" fmla="*/ 221 w 274"/>
              <a:gd name="T21" fmla="*/ 88 h 273"/>
              <a:gd name="T22" fmla="*/ 186 w 274"/>
              <a:gd name="T23" fmla="*/ 53 h 273"/>
              <a:gd name="T24" fmla="*/ 137 w 274"/>
              <a:gd name="T25" fmla="*/ 40 h 273"/>
              <a:gd name="T26" fmla="*/ 89 w 274"/>
              <a:gd name="T27" fmla="*/ 53 h 273"/>
              <a:gd name="T28" fmla="*/ 53 w 274"/>
              <a:gd name="T29" fmla="*/ 88 h 273"/>
              <a:gd name="T30" fmla="*/ 40 w 274"/>
              <a:gd name="T31" fmla="*/ 137 h 273"/>
              <a:gd name="T32" fmla="*/ 53 w 274"/>
              <a:gd name="T33" fmla="*/ 185 h 273"/>
              <a:gd name="T34" fmla="*/ 89 w 274"/>
              <a:gd name="T35" fmla="*/ 220 h 273"/>
              <a:gd name="T36" fmla="*/ 137 w 274"/>
              <a:gd name="T37" fmla="*/ 233 h 273"/>
              <a:gd name="T38" fmla="*/ 186 w 274"/>
              <a:gd name="T39" fmla="*/ 220 h 273"/>
              <a:gd name="T40" fmla="*/ 221 w 274"/>
              <a:gd name="T41" fmla="*/ 185 h 273"/>
              <a:gd name="T42" fmla="*/ 234 w 274"/>
              <a:gd name="T43" fmla="*/ 137 h 273"/>
              <a:gd name="T44" fmla="*/ 274 w 274"/>
              <a:gd name="T45" fmla="*/ 137 h 273"/>
              <a:gd name="T46" fmla="*/ 256 w 274"/>
              <a:gd name="T47" fmla="*/ 205 h 273"/>
              <a:gd name="T48" fmla="*/ 206 w 274"/>
              <a:gd name="T49" fmla="*/ 255 h 273"/>
              <a:gd name="T50" fmla="*/ 137 w 274"/>
              <a:gd name="T51" fmla="*/ 273 h 273"/>
              <a:gd name="T52" fmla="*/ 69 w 274"/>
              <a:gd name="T53" fmla="*/ 255 h 273"/>
              <a:gd name="T54" fmla="*/ 19 w 274"/>
              <a:gd name="T55" fmla="*/ 205 h 273"/>
              <a:gd name="T56" fmla="*/ 0 w 274"/>
              <a:gd name="T57" fmla="*/ 137 h 273"/>
              <a:gd name="T58" fmla="*/ 19 w 274"/>
              <a:gd name="T59" fmla="*/ 68 h 273"/>
              <a:gd name="T60" fmla="*/ 69 w 274"/>
              <a:gd name="T61" fmla="*/ 18 h 273"/>
              <a:gd name="T62" fmla="*/ 137 w 274"/>
              <a:gd name="T63" fmla="*/ 0 h 273"/>
              <a:gd name="T64" fmla="*/ 206 w 274"/>
              <a:gd name="T65" fmla="*/ 18 h 273"/>
              <a:gd name="T66" fmla="*/ 256 w 274"/>
              <a:gd name="T67" fmla="*/ 68 h 273"/>
              <a:gd name="T68" fmla="*/ 274 w 274"/>
              <a:gd name="T69" fmla="*/ 137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4" h="273">
                <a:moveTo>
                  <a:pt x="114" y="171"/>
                </a:moveTo>
                <a:cubicBezTo>
                  <a:pt x="160" y="148"/>
                  <a:pt x="160" y="148"/>
                  <a:pt x="160" y="148"/>
                </a:cubicBezTo>
                <a:cubicBezTo>
                  <a:pt x="114" y="125"/>
                  <a:pt x="114" y="125"/>
                  <a:pt x="114" y="125"/>
                </a:cubicBezTo>
                <a:lnTo>
                  <a:pt x="114" y="171"/>
                </a:lnTo>
                <a:close/>
                <a:moveTo>
                  <a:pt x="183" y="66"/>
                </a:moveTo>
                <a:cubicBezTo>
                  <a:pt x="183" y="162"/>
                  <a:pt x="183" y="162"/>
                  <a:pt x="183" y="162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92" y="111"/>
                  <a:pt x="92" y="111"/>
                  <a:pt x="92" y="111"/>
                </a:cubicBezTo>
                <a:lnTo>
                  <a:pt x="183" y="66"/>
                </a:lnTo>
                <a:close/>
                <a:moveTo>
                  <a:pt x="234" y="137"/>
                </a:moveTo>
                <a:cubicBezTo>
                  <a:pt x="234" y="119"/>
                  <a:pt x="230" y="103"/>
                  <a:pt x="221" y="88"/>
                </a:cubicBezTo>
                <a:cubicBezTo>
                  <a:pt x="212" y="73"/>
                  <a:pt x="201" y="61"/>
                  <a:pt x="186" y="53"/>
                </a:cubicBezTo>
                <a:cubicBezTo>
                  <a:pt x="171" y="44"/>
                  <a:pt x="155" y="40"/>
                  <a:pt x="137" y="40"/>
                </a:cubicBezTo>
                <a:cubicBezTo>
                  <a:pt x="120" y="40"/>
                  <a:pt x="103" y="44"/>
                  <a:pt x="89" y="53"/>
                </a:cubicBezTo>
                <a:cubicBezTo>
                  <a:pt x="74" y="61"/>
                  <a:pt x="62" y="73"/>
                  <a:pt x="53" y="88"/>
                </a:cubicBezTo>
                <a:cubicBezTo>
                  <a:pt x="45" y="103"/>
                  <a:pt x="40" y="119"/>
                  <a:pt x="40" y="137"/>
                </a:cubicBezTo>
                <a:cubicBezTo>
                  <a:pt x="40" y="154"/>
                  <a:pt x="45" y="170"/>
                  <a:pt x="53" y="185"/>
                </a:cubicBezTo>
                <a:cubicBezTo>
                  <a:pt x="62" y="200"/>
                  <a:pt x="74" y="212"/>
                  <a:pt x="89" y="220"/>
                </a:cubicBezTo>
                <a:cubicBezTo>
                  <a:pt x="103" y="229"/>
                  <a:pt x="120" y="233"/>
                  <a:pt x="137" y="233"/>
                </a:cubicBezTo>
                <a:cubicBezTo>
                  <a:pt x="155" y="233"/>
                  <a:pt x="171" y="229"/>
                  <a:pt x="186" y="220"/>
                </a:cubicBezTo>
                <a:cubicBezTo>
                  <a:pt x="201" y="212"/>
                  <a:pt x="212" y="200"/>
                  <a:pt x="221" y="185"/>
                </a:cubicBezTo>
                <a:cubicBezTo>
                  <a:pt x="230" y="170"/>
                  <a:pt x="234" y="154"/>
                  <a:pt x="234" y="137"/>
                </a:cubicBezTo>
                <a:close/>
                <a:moveTo>
                  <a:pt x="274" y="137"/>
                </a:moveTo>
                <a:cubicBezTo>
                  <a:pt x="274" y="161"/>
                  <a:pt x="268" y="184"/>
                  <a:pt x="256" y="205"/>
                </a:cubicBezTo>
                <a:cubicBezTo>
                  <a:pt x="243" y="226"/>
                  <a:pt x="227" y="243"/>
                  <a:pt x="206" y="255"/>
                </a:cubicBezTo>
                <a:cubicBezTo>
                  <a:pt x="185" y="267"/>
                  <a:pt x="162" y="273"/>
                  <a:pt x="137" y="273"/>
                </a:cubicBezTo>
                <a:cubicBezTo>
                  <a:pt x="112" y="273"/>
                  <a:pt x="89" y="267"/>
                  <a:pt x="69" y="255"/>
                </a:cubicBezTo>
                <a:cubicBezTo>
                  <a:pt x="48" y="243"/>
                  <a:pt x="31" y="226"/>
                  <a:pt x="19" y="205"/>
                </a:cubicBezTo>
                <a:cubicBezTo>
                  <a:pt x="7" y="184"/>
                  <a:pt x="0" y="161"/>
                  <a:pt x="0" y="137"/>
                </a:cubicBezTo>
                <a:cubicBezTo>
                  <a:pt x="0" y="112"/>
                  <a:pt x="7" y="89"/>
                  <a:pt x="19" y="68"/>
                </a:cubicBezTo>
                <a:cubicBezTo>
                  <a:pt x="31" y="47"/>
                  <a:pt x="48" y="31"/>
                  <a:pt x="69" y="18"/>
                </a:cubicBezTo>
                <a:cubicBezTo>
                  <a:pt x="89" y="6"/>
                  <a:pt x="112" y="0"/>
                  <a:pt x="137" y="0"/>
                </a:cubicBezTo>
                <a:cubicBezTo>
                  <a:pt x="162" y="0"/>
                  <a:pt x="185" y="6"/>
                  <a:pt x="206" y="18"/>
                </a:cubicBezTo>
                <a:cubicBezTo>
                  <a:pt x="227" y="31"/>
                  <a:pt x="243" y="47"/>
                  <a:pt x="256" y="68"/>
                </a:cubicBezTo>
                <a:cubicBezTo>
                  <a:pt x="268" y="89"/>
                  <a:pt x="274" y="112"/>
                  <a:pt x="274" y="13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1" name="Freeform 77"/>
          <p:cNvSpPr>
            <a:spLocks noEditPoints="1"/>
          </p:cNvSpPr>
          <p:nvPr/>
        </p:nvSpPr>
        <p:spPr bwMode="auto">
          <a:xfrm>
            <a:off x="6846888" y="1601788"/>
            <a:ext cx="290513" cy="290513"/>
          </a:xfrm>
          <a:custGeom>
            <a:avLst/>
            <a:gdLst>
              <a:gd name="T0" fmla="*/ 135 w 269"/>
              <a:gd name="T1" fmla="*/ 146 h 269"/>
              <a:gd name="T2" fmla="*/ 135 w 269"/>
              <a:gd name="T3" fmla="*/ 226 h 269"/>
              <a:gd name="T4" fmla="*/ 131 w 269"/>
              <a:gd name="T5" fmla="*/ 234 h 269"/>
              <a:gd name="T6" fmla="*/ 123 w 269"/>
              <a:gd name="T7" fmla="*/ 237 h 269"/>
              <a:gd name="T8" fmla="*/ 115 w 269"/>
              <a:gd name="T9" fmla="*/ 234 h 269"/>
              <a:gd name="T10" fmla="*/ 90 w 269"/>
              <a:gd name="T11" fmla="*/ 208 h 269"/>
              <a:gd name="T12" fmla="*/ 31 w 269"/>
              <a:gd name="T13" fmla="*/ 267 h 269"/>
              <a:gd name="T14" fmla="*/ 26 w 269"/>
              <a:gd name="T15" fmla="*/ 269 h 269"/>
              <a:gd name="T16" fmla="*/ 22 w 269"/>
              <a:gd name="T17" fmla="*/ 267 h 269"/>
              <a:gd name="T18" fmla="*/ 2 w 269"/>
              <a:gd name="T19" fmla="*/ 247 h 269"/>
              <a:gd name="T20" fmla="*/ 0 w 269"/>
              <a:gd name="T21" fmla="*/ 243 h 269"/>
              <a:gd name="T22" fmla="*/ 2 w 269"/>
              <a:gd name="T23" fmla="*/ 239 h 269"/>
              <a:gd name="T24" fmla="*/ 61 w 269"/>
              <a:gd name="T25" fmla="*/ 180 h 269"/>
              <a:gd name="T26" fmla="*/ 36 w 269"/>
              <a:gd name="T27" fmla="*/ 154 h 269"/>
              <a:gd name="T28" fmla="*/ 32 w 269"/>
              <a:gd name="T29" fmla="*/ 146 h 269"/>
              <a:gd name="T30" fmla="*/ 36 w 269"/>
              <a:gd name="T31" fmla="*/ 138 h 269"/>
              <a:gd name="T32" fmla="*/ 44 w 269"/>
              <a:gd name="T33" fmla="*/ 135 h 269"/>
              <a:gd name="T34" fmla="*/ 123 w 269"/>
              <a:gd name="T35" fmla="*/ 135 h 269"/>
              <a:gd name="T36" fmla="*/ 131 w 269"/>
              <a:gd name="T37" fmla="*/ 138 h 269"/>
              <a:gd name="T38" fmla="*/ 135 w 269"/>
              <a:gd name="T39" fmla="*/ 146 h 269"/>
              <a:gd name="T40" fmla="*/ 269 w 269"/>
              <a:gd name="T41" fmla="*/ 27 h 269"/>
              <a:gd name="T42" fmla="*/ 267 w 269"/>
              <a:gd name="T43" fmla="*/ 31 h 269"/>
              <a:gd name="T44" fmla="*/ 208 w 269"/>
              <a:gd name="T45" fmla="*/ 90 h 269"/>
              <a:gd name="T46" fmla="*/ 234 w 269"/>
              <a:gd name="T47" fmla="*/ 115 h 269"/>
              <a:gd name="T48" fmla="*/ 237 w 269"/>
              <a:gd name="T49" fmla="*/ 123 h 269"/>
              <a:gd name="T50" fmla="*/ 234 w 269"/>
              <a:gd name="T51" fmla="*/ 131 h 269"/>
              <a:gd name="T52" fmla="*/ 226 w 269"/>
              <a:gd name="T53" fmla="*/ 135 h 269"/>
              <a:gd name="T54" fmla="*/ 146 w 269"/>
              <a:gd name="T55" fmla="*/ 135 h 269"/>
              <a:gd name="T56" fmla="*/ 138 w 269"/>
              <a:gd name="T57" fmla="*/ 131 h 269"/>
              <a:gd name="T58" fmla="*/ 135 w 269"/>
              <a:gd name="T59" fmla="*/ 123 h 269"/>
              <a:gd name="T60" fmla="*/ 135 w 269"/>
              <a:gd name="T61" fmla="*/ 44 h 269"/>
              <a:gd name="T62" fmla="*/ 138 w 269"/>
              <a:gd name="T63" fmla="*/ 36 h 269"/>
              <a:gd name="T64" fmla="*/ 146 w 269"/>
              <a:gd name="T65" fmla="*/ 32 h 269"/>
              <a:gd name="T66" fmla="*/ 154 w 269"/>
              <a:gd name="T67" fmla="*/ 36 h 269"/>
              <a:gd name="T68" fmla="*/ 180 w 269"/>
              <a:gd name="T69" fmla="*/ 61 h 269"/>
              <a:gd name="T70" fmla="*/ 239 w 269"/>
              <a:gd name="T71" fmla="*/ 2 h 269"/>
              <a:gd name="T72" fmla="*/ 243 w 269"/>
              <a:gd name="T73" fmla="*/ 0 h 269"/>
              <a:gd name="T74" fmla="*/ 247 w 269"/>
              <a:gd name="T75" fmla="*/ 2 h 269"/>
              <a:gd name="T76" fmla="*/ 267 w 269"/>
              <a:gd name="T77" fmla="*/ 22 h 269"/>
              <a:gd name="T78" fmla="*/ 269 w 269"/>
              <a:gd name="T79" fmla="*/ 27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9" h="269">
                <a:moveTo>
                  <a:pt x="135" y="146"/>
                </a:moveTo>
                <a:cubicBezTo>
                  <a:pt x="135" y="226"/>
                  <a:pt x="135" y="226"/>
                  <a:pt x="135" y="226"/>
                </a:cubicBezTo>
                <a:cubicBezTo>
                  <a:pt x="135" y="229"/>
                  <a:pt x="134" y="232"/>
                  <a:pt x="131" y="234"/>
                </a:cubicBezTo>
                <a:cubicBezTo>
                  <a:pt x="129" y="236"/>
                  <a:pt x="126" y="237"/>
                  <a:pt x="123" y="237"/>
                </a:cubicBezTo>
                <a:cubicBezTo>
                  <a:pt x="120" y="237"/>
                  <a:pt x="118" y="236"/>
                  <a:pt x="115" y="234"/>
                </a:cubicBezTo>
                <a:cubicBezTo>
                  <a:pt x="90" y="208"/>
                  <a:pt x="90" y="208"/>
                  <a:pt x="90" y="208"/>
                </a:cubicBezTo>
                <a:cubicBezTo>
                  <a:pt x="31" y="267"/>
                  <a:pt x="31" y="267"/>
                  <a:pt x="31" y="267"/>
                </a:cubicBezTo>
                <a:cubicBezTo>
                  <a:pt x="29" y="269"/>
                  <a:pt x="28" y="269"/>
                  <a:pt x="26" y="269"/>
                </a:cubicBezTo>
                <a:cubicBezTo>
                  <a:pt x="25" y="269"/>
                  <a:pt x="24" y="269"/>
                  <a:pt x="22" y="267"/>
                </a:cubicBezTo>
                <a:cubicBezTo>
                  <a:pt x="2" y="247"/>
                  <a:pt x="2" y="247"/>
                  <a:pt x="2" y="247"/>
                </a:cubicBezTo>
                <a:cubicBezTo>
                  <a:pt x="1" y="246"/>
                  <a:pt x="0" y="245"/>
                  <a:pt x="0" y="243"/>
                </a:cubicBezTo>
                <a:cubicBezTo>
                  <a:pt x="0" y="242"/>
                  <a:pt x="1" y="240"/>
                  <a:pt x="2" y="239"/>
                </a:cubicBezTo>
                <a:cubicBezTo>
                  <a:pt x="61" y="180"/>
                  <a:pt x="61" y="180"/>
                  <a:pt x="61" y="180"/>
                </a:cubicBezTo>
                <a:cubicBezTo>
                  <a:pt x="36" y="154"/>
                  <a:pt x="36" y="154"/>
                  <a:pt x="36" y="154"/>
                </a:cubicBezTo>
                <a:cubicBezTo>
                  <a:pt x="33" y="152"/>
                  <a:pt x="32" y="149"/>
                  <a:pt x="32" y="146"/>
                </a:cubicBezTo>
                <a:cubicBezTo>
                  <a:pt x="32" y="143"/>
                  <a:pt x="33" y="140"/>
                  <a:pt x="36" y="138"/>
                </a:cubicBezTo>
                <a:cubicBezTo>
                  <a:pt x="38" y="136"/>
                  <a:pt x="40" y="135"/>
                  <a:pt x="44" y="135"/>
                </a:cubicBezTo>
                <a:cubicBezTo>
                  <a:pt x="123" y="135"/>
                  <a:pt x="123" y="135"/>
                  <a:pt x="123" y="135"/>
                </a:cubicBezTo>
                <a:cubicBezTo>
                  <a:pt x="126" y="135"/>
                  <a:pt x="129" y="136"/>
                  <a:pt x="131" y="138"/>
                </a:cubicBezTo>
                <a:cubicBezTo>
                  <a:pt x="134" y="140"/>
                  <a:pt x="135" y="143"/>
                  <a:pt x="135" y="146"/>
                </a:cubicBezTo>
                <a:close/>
                <a:moveTo>
                  <a:pt x="269" y="27"/>
                </a:moveTo>
                <a:cubicBezTo>
                  <a:pt x="269" y="28"/>
                  <a:pt x="268" y="29"/>
                  <a:pt x="267" y="31"/>
                </a:cubicBezTo>
                <a:cubicBezTo>
                  <a:pt x="208" y="90"/>
                  <a:pt x="208" y="90"/>
                  <a:pt x="208" y="90"/>
                </a:cubicBezTo>
                <a:cubicBezTo>
                  <a:pt x="234" y="115"/>
                  <a:pt x="234" y="115"/>
                  <a:pt x="234" y="115"/>
                </a:cubicBezTo>
                <a:cubicBezTo>
                  <a:pt x="236" y="118"/>
                  <a:pt x="237" y="120"/>
                  <a:pt x="237" y="123"/>
                </a:cubicBezTo>
                <a:cubicBezTo>
                  <a:pt x="237" y="127"/>
                  <a:pt x="236" y="129"/>
                  <a:pt x="234" y="131"/>
                </a:cubicBezTo>
                <a:cubicBezTo>
                  <a:pt x="232" y="134"/>
                  <a:pt x="229" y="135"/>
                  <a:pt x="226" y="135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43" y="135"/>
                  <a:pt x="140" y="134"/>
                  <a:pt x="138" y="131"/>
                </a:cubicBezTo>
                <a:cubicBezTo>
                  <a:pt x="136" y="129"/>
                  <a:pt x="135" y="127"/>
                  <a:pt x="135" y="123"/>
                </a:cubicBezTo>
                <a:cubicBezTo>
                  <a:pt x="135" y="44"/>
                  <a:pt x="135" y="44"/>
                  <a:pt x="135" y="44"/>
                </a:cubicBezTo>
                <a:cubicBezTo>
                  <a:pt x="135" y="41"/>
                  <a:pt x="136" y="38"/>
                  <a:pt x="138" y="36"/>
                </a:cubicBezTo>
                <a:cubicBezTo>
                  <a:pt x="140" y="33"/>
                  <a:pt x="143" y="32"/>
                  <a:pt x="146" y="32"/>
                </a:cubicBezTo>
                <a:cubicBezTo>
                  <a:pt x="149" y="32"/>
                  <a:pt x="152" y="33"/>
                  <a:pt x="154" y="36"/>
                </a:cubicBezTo>
                <a:cubicBezTo>
                  <a:pt x="180" y="61"/>
                  <a:pt x="180" y="61"/>
                  <a:pt x="180" y="61"/>
                </a:cubicBezTo>
                <a:cubicBezTo>
                  <a:pt x="239" y="2"/>
                  <a:pt x="239" y="2"/>
                  <a:pt x="239" y="2"/>
                </a:cubicBezTo>
                <a:cubicBezTo>
                  <a:pt x="240" y="1"/>
                  <a:pt x="241" y="0"/>
                  <a:pt x="243" y="0"/>
                </a:cubicBezTo>
                <a:cubicBezTo>
                  <a:pt x="244" y="0"/>
                  <a:pt x="246" y="1"/>
                  <a:pt x="247" y="2"/>
                </a:cubicBezTo>
                <a:cubicBezTo>
                  <a:pt x="267" y="22"/>
                  <a:pt x="267" y="22"/>
                  <a:pt x="267" y="22"/>
                </a:cubicBezTo>
                <a:cubicBezTo>
                  <a:pt x="268" y="24"/>
                  <a:pt x="269" y="25"/>
                  <a:pt x="269" y="2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2" name="Freeform 78"/>
          <p:cNvSpPr>
            <a:spLocks noEditPoints="1"/>
          </p:cNvSpPr>
          <p:nvPr/>
        </p:nvSpPr>
        <p:spPr bwMode="auto">
          <a:xfrm>
            <a:off x="7229476" y="1533525"/>
            <a:ext cx="392113" cy="344488"/>
          </a:xfrm>
          <a:custGeom>
            <a:avLst/>
            <a:gdLst>
              <a:gd name="T0" fmla="*/ 356 w 364"/>
              <a:gd name="T1" fmla="*/ 169 h 319"/>
              <a:gd name="T2" fmla="*/ 318 w 364"/>
              <a:gd name="T3" fmla="*/ 242 h 319"/>
              <a:gd name="T4" fmla="*/ 279 w 364"/>
              <a:gd name="T5" fmla="*/ 308 h 319"/>
              <a:gd name="T6" fmla="*/ 261 w 364"/>
              <a:gd name="T7" fmla="*/ 315 h 319"/>
              <a:gd name="T8" fmla="*/ 175 w 364"/>
              <a:gd name="T9" fmla="*/ 315 h 319"/>
              <a:gd name="T10" fmla="*/ 89 w 364"/>
              <a:gd name="T11" fmla="*/ 316 h 319"/>
              <a:gd name="T12" fmla="*/ 52 w 364"/>
              <a:gd name="T13" fmla="*/ 245 h 319"/>
              <a:gd name="T14" fmla="*/ 45 w 364"/>
              <a:gd name="T15" fmla="*/ 232 h 319"/>
              <a:gd name="T16" fmla="*/ 0 w 364"/>
              <a:gd name="T17" fmla="*/ 159 h 319"/>
              <a:gd name="T18" fmla="*/ 44 w 364"/>
              <a:gd name="T19" fmla="*/ 88 h 319"/>
              <a:gd name="T20" fmla="*/ 50 w 364"/>
              <a:gd name="T21" fmla="*/ 78 h 319"/>
              <a:gd name="T22" fmla="*/ 89 w 364"/>
              <a:gd name="T23" fmla="*/ 3 h 319"/>
              <a:gd name="T24" fmla="*/ 175 w 364"/>
              <a:gd name="T25" fmla="*/ 4 h 319"/>
              <a:gd name="T26" fmla="*/ 261 w 364"/>
              <a:gd name="T27" fmla="*/ 4 h 319"/>
              <a:gd name="T28" fmla="*/ 279 w 364"/>
              <a:gd name="T29" fmla="*/ 10 h 319"/>
              <a:gd name="T30" fmla="*/ 322 w 364"/>
              <a:gd name="T31" fmla="*/ 80 h 319"/>
              <a:gd name="T32" fmla="*/ 357 w 364"/>
              <a:gd name="T33" fmla="*/ 149 h 319"/>
              <a:gd name="T34" fmla="*/ 189 w 364"/>
              <a:gd name="T35" fmla="*/ 301 h 319"/>
              <a:gd name="T36" fmla="*/ 172 w 364"/>
              <a:gd name="T37" fmla="*/ 238 h 319"/>
              <a:gd name="T38" fmla="*/ 182 w 364"/>
              <a:gd name="T39" fmla="*/ 298 h 319"/>
              <a:gd name="T40" fmla="*/ 20 w 364"/>
              <a:gd name="T41" fmla="*/ 159 h 319"/>
              <a:gd name="T42" fmla="*/ 58 w 364"/>
              <a:gd name="T43" fmla="*/ 226 h 319"/>
              <a:gd name="T44" fmla="*/ 93 w 364"/>
              <a:gd name="T45" fmla="*/ 191 h 319"/>
              <a:gd name="T46" fmla="*/ 54 w 364"/>
              <a:gd name="T47" fmla="*/ 97 h 319"/>
              <a:gd name="T48" fmla="*/ 106 w 364"/>
              <a:gd name="T49" fmla="*/ 17 h 319"/>
              <a:gd name="T50" fmla="*/ 189 w 364"/>
              <a:gd name="T51" fmla="*/ 17 h 319"/>
              <a:gd name="T52" fmla="*/ 301 w 364"/>
              <a:gd name="T53" fmla="*/ 233 h 319"/>
              <a:gd name="T54" fmla="*/ 287 w 364"/>
              <a:gd name="T55" fmla="*/ 233 h 319"/>
              <a:gd name="T56" fmla="*/ 286 w 364"/>
              <a:gd name="T57" fmla="*/ 214 h 319"/>
              <a:gd name="T58" fmla="*/ 199 w 364"/>
              <a:gd name="T59" fmla="*/ 233 h 319"/>
              <a:gd name="T60" fmla="*/ 269 w 364"/>
              <a:gd name="T61" fmla="*/ 293 h 319"/>
              <a:gd name="T62" fmla="*/ 264 w 364"/>
              <a:gd name="T63" fmla="*/ 299 h 319"/>
              <a:gd name="T64" fmla="*/ 104 w 364"/>
              <a:gd name="T65" fmla="*/ 301 h 319"/>
              <a:gd name="T66" fmla="*/ 98 w 364"/>
              <a:gd name="T67" fmla="*/ 298 h 319"/>
              <a:gd name="T68" fmla="*/ 98 w 364"/>
              <a:gd name="T69" fmla="*/ 233 h 319"/>
              <a:gd name="T70" fmla="*/ 126 w 364"/>
              <a:gd name="T71" fmla="*/ 164 h 319"/>
              <a:gd name="T72" fmla="*/ 64 w 364"/>
              <a:gd name="T73" fmla="*/ 233 h 319"/>
              <a:gd name="T74" fmla="*/ 63 w 364"/>
              <a:gd name="T75" fmla="*/ 231 h 319"/>
              <a:gd name="T76" fmla="*/ 64 w 364"/>
              <a:gd name="T77" fmla="*/ 86 h 319"/>
              <a:gd name="T78" fmla="*/ 93 w 364"/>
              <a:gd name="T79" fmla="*/ 123 h 319"/>
              <a:gd name="T80" fmla="*/ 98 w 364"/>
              <a:gd name="T81" fmla="*/ 74 h 319"/>
              <a:gd name="T82" fmla="*/ 178 w 364"/>
              <a:gd name="T83" fmla="*/ 101 h 319"/>
              <a:gd name="T84" fmla="*/ 99 w 364"/>
              <a:gd name="T85" fmla="*/ 20 h 319"/>
              <a:gd name="T86" fmla="*/ 135 w 364"/>
              <a:gd name="T87" fmla="*/ 55 h 319"/>
              <a:gd name="T88" fmla="*/ 258 w 364"/>
              <a:gd name="T89" fmla="*/ 17 h 319"/>
              <a:gd name="T90" fmla="*/ 182 w 364"/>
              <a:gd name="T91" fmla="*/ 97 h 319"/>
              <a:gd name="T92" fmla="*/ 129 w 364"/>
              <a:gd name="T93" fmla="*/ 161 h 319"/>
              <a:gd name="T94" fmla="*/ 182 w 364"/>
              <a:gd name="T95" fmla="*/ 105 h 319"/>
              <a:gd name="T96" fmla="*/ 98 w 364"/>
              <a:gd name="T97" fmla="*/ 186 h 319"/>
              <a:gd name="T98" fmla="*/ 177 w 364"/>
              <a:gd name="T99" fmla="*/ 233 h 319"/>
              <a:gd name="T100" fmla="*/ 245 w 364"/>
              <a:gd name="T101" fmla="*/ 163 h 319"/>
              <a:gd name="T102" fmla="*/ 310 w 364"/>
              <a:gd name="T103" fmla="*/ 96 h 319"/>
              <a:gd name="T104" fmla="*/ 306 w 364"/>
              <a:gd name="T105" fmla="*/ 92 h 319"/>
              <a:gd name="T106" fmla="*/ 266 w 364"/>
              <a:gd name="T107" fmla="*/ 20 h 319"/>
              <a:gd name="T108" fmla="*/ 241 w 364"/>
              <a:gd name="T109" fmla="*/ 159 h 319"/>
              <a:gd name="T110" fmla="*/ 93 w 364"/>
              <a:gd name="T111" fmla="*/ 30 h 319"/>
              <a:gd name="T112" fmla="*/ 93 w 364"/>
              <a:gd name="T113" fmla="*/ 238 h 319"/>
              <a:gd name="T114" fmla="*/ 93 w 364"/>
              <a:gd name="T115" fmla="*/ 238 h 319"/>
              <a:gd name="T116" fmla="*/ 301 w 364"/>
              <a:gd name="T117" fmla="*/ 238 h 319"/>
              <a:gd name="T118" fmla="*/ 345 w 364"/>
              <a:gd name="T119" fmla="*/ 162 h 319"/>
              <a:gd name="T120" fmla="*/ 314 w 364"/>
              <a:gd name="T121" fmla="*/ 104 h 319"/>
              <a:gd name="T122" fmla="*/ 308 w 364"/>
              <a:gd name="T123" fmla="*/ 226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4" h="319">
                <a:moveTo>
                  <a:pt x="364" y="159"/>
                </a:moveTo>
                <a:cubicBezTo>
                  <a:pt x="364" y="162"/>
                  <a:pt x="364" y="164"/>
                  <a:pt x="362" y="166"/>
                </a:cubicBezTo>
                <a:cubicBezTo>
                  <a:pt x="361" y="167"/>
                  <a:pt x="359" y="169"/>
                  <a:pt x="356" y="169"/>
                </a:cubicBezTo>
                <a:cubicBezTo>
                  <a:pt x="320" y="232"/>
                  <a:pt x="320" y="232"/>
                  <a:pt x="320" y="232"/>
                </a:cubicBezTo>
                <a:cubicBezTo>
                  <a:pt x="320" y="234"/>
                  <a:pt x="320" y="235"/>
                  <a:pt x="320" y="236"/>
                </a:cubicBezTo>
                <a:cubicBezTo>
                  <a:pt x="320" y="238"/>
                  <a:pt x="320" y="240"/>
                  <a:pt x="318" y="242"/>
                </a:cubicBezTo>
                <a:cubicBezTo>
                  <a:pt x="317" y="244"/>
                  <a:pt x="315" y="245"/>
                  <a:pt x="312" y="245"/>
                </a:cubicBezTo>
                <a:cubicBezTo>
                  <a:pt x="278" y="305"/>
                  <a:pt x="278" y="305"/>
                  <a:pt x="278" y="305"/>
                </a:cubicBezTo>
                <a:cubicBezTo>
                  <a:pt x="278" y="306"/>
                  <a:pt x="279" y="307"/>
                  <a:pt x="279" y="308"/>
                </a:cubicBezTo>
                <a:cubicBezTo>
                  <a:pt x="279" y="311"/>
                  <a:pt x="278" y="313"/>
                  <a:pt x="276" y="315"/>
                </a:cubicBezTo>
                <a:cubicBezTo>
                  <a:pt x="274" y="317"/>
                  <a:pt x="271" y="318"/>
                  <a:pt x="268" y="318"/>
                </a:cubicBezTo>
                <a:cubicBezTo>
                  <a:pt x="265" y="318"/>
                  <a:pt x="263" y="317"/>
                  <a:pt x="261" y="315"/>
                </a:cubicBezTo>
                <a:cubicBezTo>
                  <a:pt x="190" y="315"/>
                  <a:pt x="190" y="315"/>
                  <a:pt x="190" y="315"/>
                </a:cubicBezTo>
                <a:cubicBezTo>
                  <a:pt x="188" y="318"/>
                  <a:pt x="185" y="319"/>
                  <a:pt x="182" y="319"/>
                </a:cubicBezTo>
                <a:cubicBezTo>
                  <a:pt x="179" y="319"/>
                  <a:pt x="177" y="318"/>
                  <a:pt x="175" y="315"/>
                </a:cubicBezTo>
                <a:cubicBezTo>
                  <a:pt x="104" y="315"/>
                  <a:pt x="104" y="315"/>
                  <a:pt x="104" y="315"/>
                </a:cubicBezTo>
                <a:cubicBezTo>
                  <a:pt x="102" y="318"/>
                  <a:pt x="99" y="319"/>
                  <a:pt x="96" y="319"/>
                </a:cubicBezTo>
                <a:cubicBezTo>
                  <a:pt x="93" y="319"/>
                  <a:pt x="91" y="318"/>
                  <a:pt x="89" y="316"/>
                </a:cubicBezTo>
                <a:cubicBezTo>
                  <a:pt x="87" y="314"/>
                  <a:pt x="86" y="311"/>
                  <a:pt x="86" y="309"/>
                </a:cubicBezTo>
                <a:cubicBezTo>
                  <a:pt x="86" y="308"/>
                  <a:pt x="86" y="306"/>
                  <a:pt x="86" y="305"/>
                </a:cubicBezTo>
                <a:cubicBezTo>
                  <a:pt x="52" y="245"/>
                  <a:pt x="52" y="245"/>
                  <a:pt x="52" y="245"/>
                </a:cubicBezTo>
                <a:cubicBezTo>
                  <a:pt x="50" y="245"/>
                  <a:pt x="48" y="244"/>
                  <a:pt x="46" y="242"/>
                </a:cubicBezTo>
                <a:cubicBezTo>
                  <a:pt x="45" y="240"/>
                  <a:pt x="44" y="238"/>
                  <a:pt x="44" y="236"/>
                </a:cubicBezTo>
                <a:cubicBezTo>
                  <a:pt x="44" y="235"/>
                  <a:pt x="44" y="234"/>
                  <a:pt x="45" y="232"/>
                </a:cubicBezTo>
                <a:cubicBezTo>
                  <a:pt x="8" y="169"/>
                  <a:pt x="8" y="169"/>
                  <a:pt x="8" y="169"/>
                </a:cubicBezTo>
                <a:cubicBezTo>
                  <a:pt x="6" y="168"/>
                  <a:pt x="4" y="167"/>
                  <a:pt x="2" y="165"/>
                </a:cubicBezTo>
                <a:cubicBezTo>
                  <a:pt x="1" y="164"/>
                  <a:pt x="0" y="161"/>
                  <a:pt x="0" y="159"/>
                </a:cubicBezTo>
                <a:cubicBezTo>
                  <a:pt x="0" y="157"/>
                  <a:pt x="1" y="154"/>
                  <a:pt x="2" y="153"/>
                </a:cubicBezTo>
                <a:cubicBezTo>
                  <a:pt x="4" y="151"/>
                  <a:pt x="6" y="150"/>
                  <a:pt x="8" y="149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8"/>
                  <a:pt x="44" y="87"/>
                </a:cubicBezTo>
                <a:cubicBezTo>
                  <a:pt x="44" y="87"/>
                  <a:pt x="44" y="87"/>
                  <a:pt x="44" y="87"/>
                </a:cubicBezTo>
                <a:cubicBezTo>
                  <a:pt x="44" y="83"/>
                  <a:pt x="46" y="80"/>
                  <a:pt x="50" y="78"/>
                </a:cubicBezTo>
                <a:cubicBezTo>
                  <a:pt x="87" y="13"/>
                  <a:pt x="87" y="13"/>
                  <a:pt x="87" y="13"/>
                </a:cubicBezTo>
                <a:cubicBezTo>
                  <a:pt x="86" y="12"/>
                  <a:pt x="86" y="11"/>
                  <a:pt x="86" y="10"/>
                </a:cubicBezTo>
                <a:cubicBezTo>
                  <a:pt x="86" y="7"/>
                  <a:pt x="87" y="5"/>
                  <a:pt x="89" y="3"/>
                </a:cubicBezTo>
                <a:cubicBezTo>
                  <a:pt x="91" y="1"/>
                  <a:pt x="93" y="0"/>
                  <a:pt x="96" y="0"/>
                </a:cubicBezTo>
                <a:cubicBezTo>
                  <a:pt x="99" y="0"/>
                  <a:pt x="102" y="1"/>
                  <a:pt x="104" y="4"/>
                </a:cubicBezTo>
                <a:cubicBezTo>
                  <a:pt x="175" y="4"/>
                  <a:pt x="175" y="4"/>
                  <a:pt x="175" y="4"/>
                </a:cubicBezTo>
                <a:cubicBezTo>
                  <a:pt x="176" y="1"/>
                  <a:pt x="179" y="0"/>
                  <a:pt x="182" y="0"/>
                </a:cubicBezTo>
                <a:cubicBezTo>
                  <a:pt x="185" y="0"/>
                  <a:pt x="188" y="1"/>
                  <a:pt x="190" y="4"/>
                </a:cubicBezTo>
                <a:cubicBezTo>
                  <a:pt x="261" y="4"/>
                  <a:pt x="261" y="4"/>
                  <a:pt x="261" y="4"/>
                </a:cubicBezTo>
                <a:cubicBezTo>
                  <a:pt x="263" y="1"/>
                  <a:pt x="265" y="0"/>
                  <a:pt x="269" y="0"/>
                </a:cubicBezTo>
                <a:cubicBezTo>
                  <a:pt x="271" y="0"/>
                  <a:pt x="274" y="1"/>
                  <a:pt x="276" y="3"/>
                </a:cubicBezTo>
                <a:cubicBezTo>
                  <a:pt x="278" y="5"/>
                  <a:pt x="279" y="7"/>
                  <a:pt x="279" y="10"/>
                </a:cubicBezTo>
                <a:cubicBezTo>
                  <a:pt x="279" y="11"/>
                  <a:pt x="278" y="12"/>
                  <a:pt x="278" y="13"/>
                </a:cubicBezTo>
                <a:cubicBezTo>
                  <a:pt x="315" y="77"/>
                  <a:pt x="315" y="77"/>
                  <a:pt x="315" y="77"/>
                </a:cubicBezTo>
                <a:cubicBezTo>
                  <a:pt x="318" y="77"/>
                  <a:pt x="320" y="78"/>
                  <a:pt x="322" y="80"/>
                </a:cubicBezTo>
                <a:cubicBezTo>
                  <a:pt x="324" y="82"/>
                  <a:pt x="325" y="84"/>
                  <a:pt x="325" y="87"/>
                </a:cubicBezTo>
                <a:cubicBezTo>
                  <a:pt x="325" y="88"/>
                  <a:pt x="324" y="90"/>
                  <a:pt x="323" y="92"/>
                </a:cubicBezTo>
                <a:cubicBezTo>
                  <a:pt x="357" y="149"/>
                  <a:pt x="357" y="149"/>
                  <a:pt x="357" y="149"/>
                </a:cubicBezTo>
                <a:cubicBezTo>
                  <a:pt x="359" y="150"/>
                  <a:pt x="361" y="151"/>
                  <a:pt x="362" y="153"/>
                </a:cubicBezTo>
                <a:cubicBezTo>
                  <a:pt x="364" y="155"/>
                  <a:pt x="364" y="157"/>
                  <a:pt x="364" y="159"/>
                </a:cubicBezTo>
                <a:close/>
                <a:moveTo>
                  <a:pt x="189" y="301"/>
                </a:moveTo>
                <a:cubicBezTo>
                  <a:pt x="258" y="301"/>
                  <a:pt x="258" y="301"/>
                  <a:pt x="258" y="301"/>
                </a:cubicBezTo>
                <a:cubicBezTo>
                  <a:pt x="198" y="238"/>
                  <a:pt x="198" y="238"/>
                  <a:pt x="198" y="238"/>
                </a:cubicBezTo>
                <a:cubicBezTo>
                  <a:pt x="172" y="238"/>
                  <a:pt x="172" y="238"/>
                  <a:pt x="172" y="238"/>
                </a:cubicBezTo>
                <a:cubicBezTo>
                  <a:pt x="111" y="301"/>
                  <a:pt x="111" y="301"/>
                  <a:pt x="111" y="301"/>
                </a:cubicBezTo>
                <a:cubicBezTo>
                  <a:pt x="175" y="301"/>
                  <a:pt x="175" y="301"/>
                  <a:pt x="175" y="301"/>
                </a:cubicBezTo>
                <a:cubicBezTo>
                  <a:pt x="177" y="299"/>
                  <a:pt x="180" y="298"/>
                  <a:pt x="182" y="298"/>
                </a:cubicBezTo>
                <a:cubicBezTo>
                  <a:pt x="185" y="298"/>
                  <a:pt x="187" y="299"/>
                  <a:pt x="189" y="301"/>
                </a:cubicBezTo>
                <a:close/>
                <a:moveTo>
                  <a:pt x="20" y="157"/>
                </a:moveTo>
                <a:cubicBezTo>
                  <a:pt x="20" y="157"/>
                  <a:pt x="20" y="158"/>
                  <a:pt x="20" y="159"/>
                </a:cubicBezTo>
                <a:cubicBezTo>
                  <a:pt x="20" y="160"/>
                  <a:pt x="20" y="161"/>
                  <a:pt x="20" y="162"/>
                </a:cubicBezTo>
                <a:cubicBezTo>
                  <a:pt x="57" y="226"/>
                  <a:pt x="57" y="226"/>
                  <a:pt x="57" y="226"/>
                </a:cubicBezTo>
                <a:cubicBezTo>
                  <a:pt x="57" y="226"/>
                  <a:pt x="57" y="226"/>
                  <a:pt x="58" y="226"/>
                </a:cubicBezTo>
                <a:cubicBezTo>
                  <a:pt x="58" y="226"/>
                  <a:pt x="58" y="226"/>
                  <a:pt x="58" y="226"/>
                </a:cubicBezTo>
                <a:cubicBezTo>
                  <a:pt x="59" y="227"/>
                  <a:pt x="59" y="227"/>
                  <a:pt x="59" y="227"/>
                </a:cubicBezTo>
                <a:cubicBezTo>
                  <a:pt x="93" y="191"/>
                  <a:pt x="93" y="191"/>
                  <a:pt x="93" y="191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60" y="95"/>
                  <a:pt x="60" y="95"/>
                  <a:pt x="60" y="95"/>
                </a:cubicBezTo>
                <a:cubicBezTo>
                  <a:pt x="58" y="96"/>
                  <a:pt x="56" y="97"/>
                  <a:pt x="54" y="97"/>
                </a:cubicBezTo>
                <a:lnTo>
                  <a:pt x="20" y="157"/>
                </a:lnTo>
                <a:close/>
                <a:moveTo>
                  <a:pt x="175" y="17"/>
                </a:moveTo>
                <a:cubicBezTo>
                  <a:pt x="106" y="17"/>
                  <a:pt x="106" y="17"/>
                  <a:pt x="106" y="17"/>
                </a:cubicBezTo>
                <a:cubicBezTo>
                  <a:pt x="140" y="53"/>
                  <a:pt x="140" y="53"/>
                  <a:pt x="140" y="53"/>
                </a:cubicBezTo>
                <a:cubicBezTo>
                  <a:pt x="239" y="17"/>
                  <a:pt x="239" y="17"/>
                  <a:pt x="239" y="17"/>
                </a:cubicBezTo>
                <a:cubicBezTo>
                  <a:pt x="189" y="17"/>
                  <a:pt x="189" y="17"/>
                  <a:pt x="189" y="17"/>
                </a:cubicBezTo>
                <a:cubicBezTo>
                  <a:pt x="187" y="19"/>
                  <a:pt x="185" y="20"/>
                  <a:pt x="182" y="20"/>
                </a:cubicBezTo>
                <a:cubicBezTo>
                  <a:pt x="180" y="20"/>
                  <a:pt x="177" y="19"/>
                  <a:pt x="175" y="17"/>
                </a:cubicBezTo>
                <a:close/>
                <a:moveTo>
                  <a:pt x="301" y="233"/>
                </a:moveTo>
                <a:cubicBezTo>
                  <a:pt x="301" y="232"/>
                  <a:pt x="301" y="232"/>
                  <a:pt x="301" y="231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287" y="233"/>
                  <a:pt x="287" y="233"/>
                  <a:pt x="287" y="233"/>
                </a:cubicBezTo>
                <a:lnTo>
                  <a:pt x="301" y="233"/>
                </a:lnTo>
                <a:close/>
                <a:moveTo>
                  <a:pt x="282" y="233"/>
                </a:moveTo>
                <a:cubicBezTo>
                  <a:pt x="286" y="214"/>
                  <a:pt x="286" y="214"/>
                  <a:pt x="286" y="214"/>
                </a:cubicBezTo>
                <a:cubicBezTo>
                  <a:pt x="241" y="167"/>
                  <a:pt x="241" y="167"/>
                  <a:pt x="241" y="167"/>
                </a:cubicBezTo>
                <a:cubicBezTo>
                  <a:pt x="188" y="222"/>
                  <a:pt x="188" y="222"/>
                  <a:pt x="188" y="222"/>
                </a:cubicBezTo>
                <a:cubicBezTo>
                  <a:pt x="199" y="233"/>
                  <a:pt x="199" y="233"/>
                  <a:pt x="199" y="233"/>
                </a:cubicBezTo>
                <a:lnTo>
                  <a:pt x="282" y="233"/>
                </a:lnTo>
                <a:close/>
                <a:moveTo>
                  <a:pt x="266" y="298"/>
                </a:moveTo>
                <a:cubicBezTo>
                  <a:pt x="269" y="293"/>
                  <a:pt x="269" y="293"/>
                  <a:pt x="269" y="293"/>
                </a:cubicBezTo>
                <a:cubicBezTo>
                  <a:pt x="280" y="238"/>
                  <a:pt x="280" y="238"/>
                  <a:pt x="280" y="238"/>
                </a:cubicBezTo>
                <a:cubicBezTo>
                  <a:pt x="204" y="238"/>
                  <a:pt x="204" y="238"/>
                  <a:pt x="204" y="238"/>
                </a:cubicBezTo>
                <a:cubicBezTo>
                  <a:pt x="264" y="299"/>
                  <a:pt x="264" y="299"/>
                  <a:pt x="264" y="299"/>
                </a:cubicBezTo>
                <a:cubicBezTo>
                  <a:pt x="265" y="299"/>
                  <a:pt x="265" y="299"/>
                  <a:pt x="266" y="298"/>
                </a:cubicBezTo>
                <a:close/>
                <a:moveTo>
                  <a:pt x="103" y="301"/>
                </a:moveTo>
                <a:cubicBezTo>
                  <a:pt x="104" y="301"/>
                  <a:pt x="104" y="301"/>
                  <a:pt x="104" y="301"/>
                </a:cubicBezTo>
                <a:cubicBezTo>
                  <a:pt x="165" y="238"/>
                  <a:pt x="165" y="238"/>
                  <a:pt x="165" y="238"/>
                </a:cubicBezTo>
                <a:cubicBezTo>
                  <a:pt x="98" y="238"/>
                  <a:pt x="98" y="238"/>
                  <a:pt x="98" y="238"/>
                </a:cubicBezTo>
                <a:cubicBezTo>
                  <a:pt x="98" y="298"/>
                  <a:pt x="98" y="298"/>
                  <a:pt x="98" y="298"/>
                </a:cubicBezTo>
                <a:cubicBezTo>
                  <a:pt x="99" y="299"/>
                  <a:pt x="99" y="299"/>
                  <a:pt x="99" y="299"/>
                </a:cubicBezTo>
                <a:cubicBezTo>
                  <a:pt x="101" y="300"/>
                  <a:pt x="102" y="300"/>
                  <a:pt x="103" y="301"/>
                </a:cubicBezTo>
                <a:close/>
                <a:moveTo>
                  <a:pt x="98" y="233"/>
                </a:moveTo>
                <a:cubicBezTo>
                  <a:pt x="170" y="233"/>
                  <a:pt x="170" y="233"/>
                  <a:pt x="170" y="233"/>
                </a:cubicBezTo>
                <a:cubicBezTo>
                  <a:pt x="181" y="221"/>
                  <a:pt x="181" y="221"/>
                  <a:pt x="181" y="221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98" y="194"/>
                  <a:pt x="98" y="194"/>
                  <a:pt x="98" y="194"/>
                </a:cubicBezTo>
                <a:lnTo>
                  <a:pt x="98" y="233"/>
                </a:lnTo>
                <a:close/>
                <a:moveTo>
                  <a:pt x="64" y="233"/>
                </a:moveTo>
                <a:cubicBezTo>
                  <a:pt x="93" y="233"/>
                  <a:pt x="93" y="233"/>
                  <a:pt x="93" y="233"/>
                </a:cubicBezTo>
                <a:cubicBezTo>
                  <a:pt x="93" y="199"/>
                  <a:pt x="93" y="199"/>
                  <a:pt x="93" y="199"/>
                </a:cubicBezTo>
                <a:cubicBezTo>
                  <a:pt x="63" y="231"/>
                  <a:pt x="63" y="231"/>
                  <a:pt x="63" y="231"/>
                </a:cubicBezTo>
                <a:cubicBezTo>
                  <a:pt x="63" y="232"/>
                  <a:pt x="64" y="232"/>
                  <a:pt x="64" y="233"/>
                </a:cubicBezTo>
                <a:close/>
                <a:moveTo>
                  <a:pt x="64" y="86"/>
                </a:moveTo>
                <a:cubicBezTo>
                  <a:pt x="64" y="86"/>
                  <a:pt x="64" y="86"/>
                  <a:pt x="64" y="86"/>
                </a:cubicBezTo>
                <a:cubicBezTo>
                  <a:pt x="64" y="87"/>
                  <a:pt x="64" y="87"/>
                  <a:pt x="64" y="87"/>
                </a:cubicBezTo>
                <a:cubicBezTo>
                  <a:pt x="64" y="89"/>
                  <a:pt x="63" y="90"/>
                  <a:pt x="62" y="92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93" y="76"/>
                  <a:pt x="93" y="76"/>
                  <a:pt x="93" y="76"/>
                </a:cubicBezTo>
                <a:lnTo>
                  <a:pt x="64" y="86"/>
                </a:lnTo>
                <a:close/>
                <a:moveTo>
                  <a:pt x="98" y="74"/>
                </a:moveTo>
                <a:cubicBezTo>
                  <a:pt x="98" y="129"/>
                  <a:pt x="98" y="129"/>
                  <a:pt x="98" y="129"/>
                </a:cubicBezTo>
                <a:cubicBezTo>
                  <a:pt x="125" y="157"/>
                  <a:pt x="125" y="157"/>
                  <a:pt x="125" y="157"/>
                </a:cubicBezTo>
                <a:cubicBezTo>
                  <a:pt x="178" y="101"/>
                  <a:pt x="178" y="101"/>
                  <a:pt x="178" y="101"/>
                </a:cubicBezTo>
                <a:cubicBezTo>
                  <a:pt x="139" y="59"/>
                  <a:pt x="139" y="59"/>
                  <a:pt x="139" y="59"/>
                </a:cubicBezTo>
                <a:lnTo>
                  <a:pt x="98" y="74"/>
                </a:lnTo>
                <a:close/>
                <a:moveTo>
                  <a:pt x="99" y="20"/>
                </a:moveTo>
                <a:cubicBezTo>
                  <a:pt x="98" y="21"/>
                  <a:pt x="98" y="21"/>
                  <a:pt x="98" y="21"/>
                </a:cubicBezTo>
                <a:cubicBezTo>
                  <a:pt x="98" y="68"/>
                  <a:pt x="98" y="68"/>
                  <a:pt x="98" y="68"/>
                </a:cubicBezTo>
                <a:cubicBezTo>
                  <a:pt x="135" y="55"/>
                  <a:pt x="135" y="55"/>
                  <a:pt x="135" y="55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0" y="19"/>
                  <a:pt x="99" y="19"/>
                  <a:pt x="99" y="20"/>
                </a:cubicBezTo>
                <a:close/>
                <a:moveTo>
                  <a:pt x="258" y="17"/>
                </a:moveTo>
                <a:cubicBezTo>
                  <a:pt x="255" y="17"/>
                  <a:pt x="255" y="17"/>
                  <a:pt x="255" y="17"/>
                </a:cubicBezTo>
                <a:cubicBezTo>
                  <a:pt x="144" y="57"/>
                  <a:pt x="144" y="57"/>
                  <a:pt x="144" y="57"/>
                </a:cubicBezTo>
                <a:cubicBezTo>
                  <a:pt x="182" y="97"/>
                  <a:pt x="182" y="97"/>
                  <a:pt x="182" y="97"/>
                </a:cubicBezTo>
                <a:lnTo>
                  <a:pt x="258" y="17"/>
                </a:lnTo>
                <a:close/>
                <a:moveTo>
                  <a:pt x="182" y="105"/>
                </a:moveTo>
                <a:cubicBezTo>
                  <a:pt x="129" y="161"/>
                  <a:pt x="129" y="161"/>
                  <a:pt x="129" y="161"/>
                </a:cubicBezTo>
                <a:cubicBezTo>
                  <a:pt x="185" y="218"/>
                  <a:pt x="185" y="218"/>
                  <a:pt x="185" y="218"/>
                </a:cubicBezTo>
                <a:cubicBezTo>
                  <a:pt x="237" y="163"/>
                  <a:pt x="237" y="163"/>
                  <a:pt x="237" y="163"/>
                </a:cubicBezTo>
                <a:lnTo>
                  <a:pt x="182" y="105"/>
                </a:lnTo>
                <a:close/>
                <a:moveTo>
                  <a:pt x="122" y="160"/>
                </a:moveTo>
                <a:cubicBezTo>
                  <a:pt x="98" y="135"/>
                  <a:pt x="98" y="135"/>
                  <a:pt x="98" y="135"/>
                </a:cubicBezTo>
                <a:cubicBezTo>
                  <a:pt x="98" y="186"/>
                  <a:pt x="98" y="186"/>
                  <a:pt x="98" y="186"/>
                </a:cubicBezTo>
                <a:lnTo>
                  <a:pt x="122" y="160"/>
                </a:lnTo>
                <a:close/>
                <a:moveTo>
                  <a:pt x="185" y="225"/>
                </a:moveTo>
                <a:cubicBezTo>
                  <a:pt x="177" y="233"/>
                  <a:pt x="177" y="233"/>
                  <a:pt x="177" y="233"/>
                </a:cubicBezTo>
                <a:cubicBezTo>
                  <a:pt x="192" y="233"/>
                  <a:pt x="192" y="233"/>
                  <a:pt x="192" y="233"/>
                </a:cubicBezTo>
                <a:lnTo>
                  <a:pt x="185" y="225"/>
                </a:lnTo>
                <a:close/>
                <a:moveTo>
                  <a:pt x="245" y="163"/>
                </a:moveTo>
                <a:cubicBezTo>
                  <a:pt x="287" y="208"/>
                  <a:pt x="287" y="208"/>
                  <a:pt x="287" y="208"/>
                </a:cubicBezTo>
                <a:cubicBezTo>
                  <a:pt x="310" y="97"/>
                  <a:pt x="310" y="97"/>
                  <a:pt x="310" y="97"/>
                </a:cubicBezTo>
                <a:cubicBezTo>
                  <a:pt x="310" y="96"/>
                  <a:pt x="310" y="96"/>
                  <a:pt x="310" y="96"/>
                </a:cubicBezTo>
                <a:cubicBezTo>
                  <a:pt x="310" y="96"/>
                  <a:pt x="310" y="96"/>
                  <a:pt x="310" y="96"/>
                </a:cubicBezTo>
                <a:lnTo>
                  <a:pt x="245" y="163"/>
                </a:lnTo>
                <a:close/>
                <a:moveTo>
                  <a:pt x="306" y="92"/>
                </a:moveTo>
                <a:cubicBezTo>
                  <a:pt x="305" y="90"/>
                  <a:pt x="304" y="89"/>
                  <a:pt x="304" y="87"/>
                </a:cubicBezTo>
                <a:cubicBezTo>
                  <a:pt x="304" y="86"/>
                  <a:pt x="304" y="86"/>
                  <a:pt x="304" y="86"/>
                </a:cubicBezTo>
                <a:cubicBezTo>
                  <a:pt x="266" y="20"/>
                  <a:pt x="266" y="20"/>
                  <a:pt x="266" y="20"/>
                </a:cubicBezTo>
                <a:cubicBezTo>
                  <a:pt x="265" y="19"/>
                  <a:pt x="265" y="19"/>
                  <a:pt x="264" y="19"/>
                </a:cubicBezTo>
                <a:cubicBezTo>
                  <a:pt x="186" y="101"/>
                  <a:pt x="186" y="101"/>
                  <a:pt x="186" y="101"/>
                </a:cubicBezTo>
                <a:cubicBezTo>
                  <a:pt x="241" y="159"/>
                  <a:pt x="241" y="159"/>
                  <a:pt x="241" y="159"/>
                </a:cubicBezTo>
                <a:lnTo>
                  <a:pt x="306" y="92"/>
                </a:lnTo>
                <a:close/>
                <a:moveTo>
                  <a:pt x="93" y="70"/>
                </a:moveTo>
                <a:cubicBezTo>
                  <a:pt x="93" y="30"/>
                  <a:pt x="93" y="30"/>
                  <a:pt x="93" y="30"/>
                </a:cubicBezTo>
                <a:cubicBezTo>
                  <a:pt x="64" y="80"/>
                  <a:pt x="64" y="80"/>
                  <a:pt x="64" y="80"/>
                </a:cubicBezTo>
                <a:lnTo>
                  <a:pt x="93" y="70"/>
                </a:lnTo>
                <a:close/>
                <a:moveTo>
                  <a:pt x="93" y="238"/>
                </a:moveTo>
                <a:cubicBezTo>
                  <a:pt x="64" y="238"/>
                  <a:pt x="64" y="238"/>
                  <a:pt x="64" y="238"/>
                </a:cubicBezTo>
                <a:cubicBezTo>
                  <a:pt x="93" y="289"/>
                  <a:pt x="93" y="289"/>
                  <a:pt x="93" y="289"/>
                </a:cubicBezTo>
                <a:lnTo>
                  <a:pt x="93" y="238"/>
                </a:lnTo>
                <a:close/>
                <a:moveTo>
                  <a:pt x="286" y="238"/>
                </a:moveTo>
                <a:cubicBezTo>
                  <a:pt x="277" y="279"/>
                  <a:pt x="277" y="279"/>
                  <a:pt x="277" y="279"/>
                </a:cubicBezTo>
                <a:cubicBezTo>
                  <a:pt x="301" y="238"/>
                  <a:pt x="301" y="238"/>
                  <a:pt x="301" y="238"/>
                </a:cubicBezTo>
                <a:lnTo>
                  <a:pt x="286" y="238"/>
                </a:lnTo>
                <a:close/>
                <a:moveTo>
                  <a:pt x="308" y="226"/>
                </a:moveTo>
                <a:cubicBezTo>
                  <a:pt x="345" y="162"/>
                  <a:pt x="345" y="162"/>
                  <a:pt x="345" y="162"/>
                </a:cubicBezTo>
                <a:cubicBezTo>
                  <a:pt x="344" y="160"/>
                  <a:pt x="344" y="160"/>
                  <a:pt x="344" y="159"/>
                </a:cubicBezTo>
                <a:cubicBezTo>
                  <a:pt x="344" y="159"/>
                  <a:pt x="344" y="158"/>
                  <a:pt x="345" y="156"/>
                </a:cubicBezTo>
                <a:cubicBezTo>
                  <a:pt x="314" y="104"/>
                  <a:pt x="314" y="104"/>
                  <a:pt x="314" y="104"/>
                </a:cubicBezTo>
                <a:cubicBezTo>
                  <a:pt x="291" y="212"/>
                  <a:pt x="291" y="212"/>
                  <a:pt x="291" y="212"/>
                </a:cubicBezTo>
                <a:cubicBezTo>
                  <a:pt x="305" y="227"/>
                  <a:pt x="305" y="227"/>
                  <a:pt x="305" y="227"/>
                </a:cubicBezTo>
                <a:cubicBezTo>
                  <a:pt x="306" y="227"/>
                  <a:pt x="307" y="226"/>
                  <a:pt x="308" y="22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3" name="Freeform 79"/>
          <p:cNvSpPr>
            <a:spLocks noEditPoints="1"/>
          </p:cNvSpPr>
          <p:nvPr/>
        </p:nvSpPr>
        <p:spPr bwMode="auto">
          <a:xfrm>
            <a:off x="7712076" y="1585913"/>
            <a:ext cx="293688" cy="295275"/>
          </a:xfrm>
          <a:custGeom>
            <a:avLst/>
            <a:gdLst>
              <a:gd name="T0" fmla="*/ 205 w 273"/>
              <a:gd name="T1" fmla="*/ 188 h 273"/>
              <a:gd name="T2" fmla="*/ 182 w 273"/>
              <a:gd name="T3" fmla="*/ 214 h 273"/>
              <a:gd name="T4" fmla="*/ 140 w 273"/>
              <a:gd name="T5" fmla="*/ 222 h 273"/>
              <a:gd name="T6" fmla="*/ 54 w 273"/>
              <a:gd name="T7" fmla="*/ 136 h 273"/>
              <a:gd name="T8" fmla="*/ 139 w 273"/>
              <a:gd name="T9" fmla="*/ 51 h 273"/>
              <a:gd name="T10" fmla="*/ 169 w 273"/>
              <a:gd name="T11" fmla="*/ 55 h 273"/>
              <a:gd name="T12" fmla="*/ 197 w 273"/>
              <a:gd name="T13" fmla="*/ 71 h 273"/>
              <a:gd name="T14" fmla="*/ 202 w 273"/>
              <a:gd name="T15" fmla="*/ 105 h 273"/>
              <a:gd name="T16" fmla="*/ 179 w 273"/>
              <a:gd name="T17" fmla="*/ 108 h 273"/>
              <a:gd name="T18" fmla="*/ 176 w 273"/>
              <a:gd name="T19" fmla="*/ 93 h 273"/>
              <a:gd name="T20" fmla="*/ 140 w 273"/>
              <a:gd name="T21" fmla="*/ 76 h 273"/>
              <a:gd name="T22" fmla="*/ 83 w 273"/>
              <a:gd name="T23" fmla="*/ 135 h 273"/>
              <a:gd name="T24" fmla="*/ 141 w 273"/>
              <a:gd name="T25" fmla="*/ 197 h 273"/>
              <a:gd name="T26" fmla="*/ 178 w 273"/>
              <a:gd name="T27" fmla="*/ 181 h 273"/>
              <a:gd name="T28" fmla="*/ 179 w 273"/>
              <a:gd name="T29" fmla="*/ 166 h 273"/>
              <a:gd name="T30" fmla="*/ 202 w 273"/>
              <a:gd name="T31" fmla="*/ 166 h 273"/>
              <a:gd name="T32" fmla="*/ 205 w 273"/>
              <a:gd name="T33" fmla="*/ 168 h 273"/>
              <a:gd name="T34" fmla="*/ 92 w 273"/>
              <a:gd name="T35" fmla="*/ 32 h 273"/>
              <a:gd name="T36" fmla="*/ 32 w 273"/>
              <a:gd name="T37" fmla="*/ 92 h 273"/>
              <a:gd name="T38" fmla="*/ 32 w 273"/>
              <a:gd name="T39" fmla="*/ 181 h 273"/>
              <a:gd name="T40" fmla="*/ 92 w 273"/>
              <a:gd name="T41" fmla="*/ 242 h 273"/>
              <a:gd name="T42" fmla="*/ 181 w 273"/>
              <a:gd name="T43" fmla="*/ 242 h 273"/>
              <a:gd name="T44" fmla="*/ 242 w 273"/>
              <a:gd name="T45" fmla="*/ 181 h 273"/>
              <a:gd name="T46" fmla="*/ 242 w 273"/>
              <a:gd name="T47" fmla="*/ 92 h 273"/>
              <a:gd name="T48" fmla="*/ 181 w 273"/>
              <a:gd name="T49" fmla="*/ 32 h 273"/>
              <a:gd name="T50" fmla="*/ 273 w 273"/>
              <a:gd name="T51" fmla="*/ 137 h 273"/>
              <a:gd name="T52" fmla="*/ 205 w 273"/>
              <a:gd name="T53" fmla="*/ 255 h 273"/>
              <a:gd name="T54" fmla="*/ 68 w 273"/>
              <a:gd name="T55" fmla="*/ 255 h 273"/>
              <a:gd name="T56" fmla="*/ 0 w 273"/>
              <a:gd name="T57" fmla="*/ 137 h 273"/>
              <a:gd name="T58" fmla="*/ 68 w 273"/>
              <a:gd name="T59" fmla="*/ 18 h 273"/>
              <a:gd name="T60" fmla="*/ 205 w 273"/>
              <a:gd name="T61" fmla="*/ 18 h 273"/>
              <a:gd name="T62" fmla="*/ 273 w 273"/>
              <a:gd name="T63" fmla="*/ 137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3" h="273">
                <a:moveTo>
                  <a:pt x="205" y="168"/>
                </a:moveTo>
                <a:cubicBezTo>
                  <a:pt x="205" y="188"/>
                  <a:pt x="205" y="188"/>
                  <a:pt x="205" y="188"/>
                </a:cubicBezTo>
                <a:cubicBezTo>
                  <a:pt x="205" y="194"/>
                  <a:pt x="203" y="199"/>
                  <a:pt x="198" y="204"/>
                </a:cubicBezTo>
                <a:cubicBezTo>
                  <a:pt x="194" y="208"/>
                  <a:pt x="188" y="212"/>
                  <a:pt x="182" y="214"/>
                </a:cubicBezTo>
                <a:cubicBezTo>
                  <a:pt x="175" y="217"/>
                  <a:pt x="168" y="219"/>
                  <a:pt x="160" y="220"/>
                </a:cubicBezTo>
                <a:cubicBezTo>
                  <a:pt x="153" y="221"/>
                  <a:pt x="146" y="222"/>
                  <a:pt x="140" y="222"/>
                </a:cubicBezTo>
                <a:cubicBezTo>
                  <a:pt x="115" y="222"/>
                  <a:pt x="95" y="214"/>
                  <a:pt x="79" y="197"/>
                </a:cubicBezTo>
                <a:cubicBezTo>
                  <a:pt x="62" y="181"/>
                  <a:pt x="54" y="160"/>
                  <a:pt x="54" y="136"/>
                </a:cubicBezTo>
                <a:cubicBezTo>
                  <a:pt x="54" y="112"/>
                  <a:pt x="62" y="92"/>
                  <a:pt x="78" y="75"/>
                </a:cubicBezTo>
                <a:cubicBezTo>
                  <a:pt x="94" y="59"/>
                  <a:pt x="115" y="51"/>
                  <a:pt x="139" y="51"/>
                </a:cubicBezTo>
                <a:cubicBezTo>
                  <a:pt x="143" y="51"/>
                  <a:pt x="147" y="51"/>
                  <a:pt x="152" y="52"/>
                </a:cubicBezTo>
                <a:cubicBezTo>
                  <a:pt x="157" y="53"/>
                  <a:pt x="163" y="54"/>
                  <a:pt x="169" y="55"/>
                </a:cubicBezTo>
                <a:cubicBezTo>
                  <a:pt x="175" y="57"/>
                  <a:pt x="180" y="59"/>
                  <a:pt x="185" y="61"/>
                </a:cubicBezTo>
                <a:cubicBezTo>
                  <a:pt x="190" y="64"/>
                  <a:pt x="194" y="67"/>
                  <a:pt x="197" y="71"/>
                </a:cubicBezTo>
                <a:cubicBezTo>
                  <a:pt x="201" y="76"/>
                  <a:pt x="202" y="80"/>
                  <a:pt x="202" y="86"/>
                </a:cubicBezTo>
                <a:cubicBezTo>
                  <a:pt x="202" y="105"/>
                  <a:pt x="202" y="105"/>
                  <a:pt x="202" y="105"/>
                </a:cubicBezTo>
                <a:cubicBezTo>
                  <a:pt x="202" y="107"/>
                  <a:pt x="201" y="108"/>
                  <a:pt x="200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7" y="108"/>
                  <a:pt x="176" y="107"/>
                  <a:pt x="176" y="105"/>
                </a:cubicBezTo>
                <a:cubicBezTo>
                  <a:pt x="176" y="93"/>
                  <a:pt x="176" y="93"/>
                  <a:pt x="176" y="93"/>
                </a:cubicBezTo>
                <a:cubicBezTo>
                  <a:pt x="176" y="88"/>
                  <a:pt x="172" y="84"/>
                  <a:pt x="164" y="81"/>
                </a:cubicBezTo>
                <a:cubicBezTo>
                  <a:pt x="156" y="78"/>
                  <a:pt x="148" y="76"/>
                  <a:pt x="140" y="76"/>
                </a:cubicBezTo>
                <a:cubicBezTo>
                  <a:pt x="123" y="76"/>
                  <a:pt x="109" y="82"/>
                  <a:pt x="99" y="93"/>
                </a:cubicBezTo>
                <a:cubicBezTo>
                  <a:pt x="88" y="103"/>
                  <a:pt x="83" y="118"/>
                  <a:pt x="83" y="135"/>
                </a:cubicBezTo>
                <a:cubicBezTo>
                  <a:pt x="83" y="153"/>
                  <a:pt x="89" y="168"/>
                  <a:pt x="99" y="179"/>
                </a:cubicBezTo>
                <a:cubicBezTo>
                  <a:pt x="110" y="191"/>
                  <a:pt x="124" y="197"/>
                  <a:pt x="141" y="197"/>
                </a:cubicBezTo>
                <a:cubicBezTo>
                  <a:pt x="149" y="197"/>
                  <a:pt x="157" y="195"/>
                  <a:pt x="166" y="193"/>
                </a:cubicBezTo>
                <a:cubicBezTo>
                  <a:pt x="174" y="190"/>
                  <a:pt x="178" y="186"/>
                  <a:pt x="178" y="181"/>
                </a:cubicBezTo>
                <a:cubicBezTo>
                  <a:pt x="178" y="168"/>
                  <a:pt x="178" y="168"/>
                  <a:pt x="178" y="168"/>
                </a:cubicBezTo>
                <a:cubicBezTo>
                  <a:pt x="178" y="168"/>
                  <a:pt x="178" y="167"/>
                  <a:pt x="179" y="166"/>
                </a:cubicBezTo>
                <a:cubicBezTo>
                  <a:pt x="179" y="166"/>
                  <a:pt x="180" y="166"/>
                  <a:pt x="181" y="166"/>
                </a:cubicBezTo>
                <a:cubicBezTo>
                  <a:pt x="202" y="166"/>
                  <a:pt x="202" y="166"/>
                  <a:pt x="202" y="166"/>
                </a:cubicBezTo>
                <a:cubicBezTo>
                  <a:pt x="203" y="166"/>
                  <a:pt x="203" y="166"/>
                  <a:pt x="204" y="166"/>
                </a:cubicBezTo>
                <a:cubicBezTo>
                  <a:pt x="204" y="167"/>
                  <a:pt x="205" y="168"/>
                  <a:pt x="205" y="168"/>
                </a:cubicBezTo>
                <a:close/>
                <a:moveTo>
                  <a:pt x="137" y="23"/>
                </a:moveTo>
                <a:cubicBezTo>
                  <a:pt x="121" y="23"/>
                  <a:pt x="107" y="26"/>
                  <a:pt x="92" y="32"/>
                </a:cubicBezTo>
                <a:cubicBezTo>
                  <a:pt x="78" y="38"/>
                  <a:pt x="66" y="46"/>
                  <a:pt x="56" y="56"/>
                </a:cubicBezTo>
                <a:cubicBezTo>
                  <a:pt x="46" y="66"/>
                  <a:pt x="38" y="78"/>
                  <a:pt x="32" y="92"/>
                </a:cubicBezTo>
                <a:cubicBezTo>
                  <a:pt x="26" y="106"/>
                  <a:pt x="23" y="121"/>
                  <a:pt x="23" y="137"/>
                </a:cubicBezTo>
                <a:cubicBezTo>
                  <a:pt x="23" y="152"/>
                  <a:pt x="26" y="167"/>
                  <a:pt x="32" y="181"/>
                </a:cubicBezTo>
                <a:cubicBezTo>
                  <a:pt x="38" y="195"/>
                  <a:pt x="46" y="207"/>
                  <a:pt x="56" y="217"/>
                </a:cubicBezTo>
                <a:cubicBezTo>
                  <a:pt x="66" y="227"/>
                  <a:pt x="78" y="235"/>
                  <a:pt x="92" y="242"/>
                </a:cubicBezTo>
                <a:cubicBezTo>
                  <a:pt x="107" y="248"/>
                  <a:pt x="121" y="251"/>
                  <a:pt x="137" y="251"/>
                </a:cubicBezTo>
                <a:cubicBezTo>
                  <a:pt x="152" y="251"/>
                  <a:pt x="167" y="248"/>
                  <a:pt x="181" y="242"/>
                </a:cubicBezTo>
                <a:cubicBezTo>
                  <a:pt x="195" y="235"/>
                  <a:pt x="207" y="227"/>
                  <a:pt x="217" y="217"/>
                </a:cubicBezTo>
                <a:cubicBezTo>
                  <a:pt x="227" y="207"/>
                  <a:pt x="236" y="195"/>
                  <a:pt x="242" y="181"/>
                </a:cubicBezTo>
                <a:cubicBezTo>
                  <a:pt x="248" y="167"/>
                  <a:pt x="251" y="152"/>
                  <a:pt x="251" y="137"/>
                </a:cubicBezTo>
                <a:cubicBezTo>
                  <a:pt x="251" y="121"/>
                  <a:pt x="248" y="106"/>
                  <a:pt x="242" y="92"/>
                </a:cubicBezTo>
                <a:cubicBezTo>
                  <a:pt x="236" y="78"/>
                  <a:pt x="227" y="66"/>
                  <a:pt x="217" y="56"/>
                </a:cubicBezTo>
                <a:cubicBezTo>
                  <a:pt x="207" y="46"/>
                  <a:pt x="195" y="38"/>
                  <a:pt x="181" y="32"/>
                </a:cubicBezTo>
                <a:cubicBezTo>
                  <a:pt x="167" y="26"/>
                  <a:pt x="152" y="23"/>
                  <a:pt x="137" y="23"/>
                </a:cubicBezTo>
                <a:close/>
                <a:moveTo>
                  <a:pt x="273" y="137"/>
                </a:moveTo>
                <a:cubicBezTo>
                  <a:pt x="273" y="161"/>
                  <a:pt x="267" y="184"/>
                  <a:pt x="255" y="205"/>
                </a:cubicBezTo>
                <a:cubicBezTo>
                  <a:pt x="243" y="226"/>
                  <a:pt x="226" y="243"/>
                  <a:pt x="205" y="255"/>
                </a:cubicBezTo>
                <a:cubicBezTo>
                  <a:pt x="184" y="267"/>
                  <a:pt x="162" y="273"/>
                  <a:pt x="137" y="273"/>
                </a:cubicBezTo>
                <a:cubicBezTo>
                  <a:pt x="112" y="273"/>
                  <a:pt x="89" y="267"/>
                  <a:pt x="68" y="255"/>
                </a:cubicBezTo>
                <a:cubicBezTo>
                  <a:pt x="47" y="243"/>
                  <a:pt x="31" y="226"/>
                  <a:pt x="18" y="205"/>
                </a:cubicBezTo>
                <a:cubicBezTo>
                  <a:pt x="6" y="184"/>
                  <a:pt x="0" y="161"/>
                  <a:pt x="0" y="137"/>
                </a:cubicBezTo>
                <a:cubicBezTo>
                  <a:pt x="0" y="112"/>
                  <a:pt x="6" y="89"/>
                  <a:pt x="18" y="68"/>
                </a:cubicBezTo>
                <a:cubicBezTo>
                  <a:pt x="31" y="47"/>
                  <a:pt x="47" y="31"/>
                  <a:pt x="68" y="18"/>
                </a:cubicBezTo>
                <a:cubicBezTo>
                  <a:pt x="89" y="6"/>
                  <a:pt x="112" y="0"/>
                  <a:pt x="137" y="0"/>
                </a:cubicBezTo>
                <a:cubicBezTo>
                  <a:pt x="162" y="0"/>
                  <a:pt x="184" y="6"/>
                  <a:pt x="205" y="18"/>
                </a:cubicBezTo>
                <a:cubicBezTo>
                  <a:pt x="226" y="31"/>
                  <a:pt x="243" y="47"/>
                  <a:pt x="255" y="68"/>
                </a:cubicBezTo>
                <a:cubicBezTo>
                  <a:pt x="267" y="89"/>
                  <a:pt x="273" y="112"/>
                  <a:pt x="273" y="13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4" name="Freeform 80"/>
          <p:cNvSpPr>
            <a:spLocks noEditPoints="1"/>
          </p:cNvSpPr>
          <p:nvPr/>
        </p:nvSpPr>
        <p:spPr bwMode="auto">
          <a:xfrm>
            <a:off x="5073651" y="2022475"/>
            <a:ext cx="368300" cy="296863"/>
          </a:xfrm>
          <a:custGeom>
            <a:avLst/>
            <a:gdLst>
              <a:gd name="T0" fmla="*/ 313 w 341"/>
              <a:gd name="T1" fmla="*/ 0 h 274"/>
              <a:gd name="T2" fmla="*/ 333 w 341"/>
              <a:gd name="T3" fmla="*/ 9 h 274"/>
              <a:gd name="T4" fmla="*/ 341 w 341"/>
              <a:gd name="T5" fmla="*/ 29 h 274"/>
              <a:gd name="T6" fmla="*/ 341 w 341"/>
              <a:gd name="T7" fmla="*/ 245 h 274"/>
              <a:gd name="T8" fmla="*/ 333 w 341"/>
              <a:gd name="T9" fmla="*/ 265 h 274"/>
              <a:gd name="T10" fmla="*/ 313 w 341"/>
              <a:gd name="T11" fmla="*/ 274 h 274"/>
              <a:gd name="T12" fmla="*/ 28 w 341"/>
              <a:gd name="T13" fmla="*/ 274 h 274"/>
              <a:gd name="T14" fmla="*/ 8 w 341"/>
              <a:gd name="T15" fmla="*/ 265 h 274"/>
              <a:gd name="T16" fmla="*/ 0 w 341"/>
              <a:gd name="T17" fmla="*/ 245 h 274"/>
              <a:gd name="T18" fmla="*/ 0 w 341"/>
              <a:gd name="T19" fmla="*/ 29 h 274"/>
              <a:gd name="T20" fmla="*/ 8 w 341"/>
              <a:gd name="T21" fmla="*/ 9 h 274"/>
              <a:gd name="T22" fmla="*/ 28 w 341"/>
              <a:gd name="T23" fmla="*/ 0 h 274"/>
              <a:gd name="T24" fmla="*/ 313 w 341"/>
              <a:gd name="T25" fmla="*/ 0 h 274"/>
              <a:gd name="T26" fmla="*/ 28 w 341"/>
              <a:gd name="T27" fmla="*/ 23 h 274"/>
              <a:gd name="T28" fmla="*/ 24 w 341"/>
              <a:gd name="T29" fmla="*/ 25 h 274"/>
              <a:gd name="T30" fmla="*/ 22 w 341"/>
              <a:gd name="T31" fmla="*/ 29 h 274"/>
              <a:gd name="T32" fmla="*/ 22 w 341"/>
              <a:gd name="T33" fmla="*/ 69 h 274"/>
              <a:gd name="T34" fmla="*/ 319 w 341"/>
              <a:gd name="T35" fmla="*/ 69 h 274"/>
              <a:gd name="T36" fmla="*/ 319 w 341"/>
              <a:gd name="T37" fmla="*/ 29 h 274"/>
              <a:gd name="T38" fmla="*/ 317 w 341"/>
              <a:gd name="T39" fmla="*/ 25 h 274"/>
              <a:gd name="T40" fmla="*/ 313 w 341"/>
              <a:gd name="T41" fmla="*/ 23 h 274"/>
              <a:gd name="T42" fmla="*/ 28 w 341"/>
              <a:gd name="T43" fmla="*/ 23 h 274"/>
              <a:gd name="T44" fmla="*/ 313 w 341"/>
              <a:gd name="T45" fmla="*/ 251 h 274"/>
              <a:gd name="T46" fmla="*/ 317 w 341"/>
              <a:gd name="T47" fmla="*/ 249 h 274"/>
              <a:gd name="T48" fmla="*/ 319 w 341"/>
              <a:gd name="T49" fmla="*/ 245 h 274"/>
              <a:gd name="T50" fmla="*/ 319 w 341"/>
              <a:gd name="T51" fmla="*/ 137 h 274"/>
              <a:gd name="T52" fmla="*/ 22 w 341"/>
              <a:gd name="T53" fmla="*/ 137 h 274"/>
              <a:gd name="T54" fmla="*/ 22 w 341"/>
              <a:gd name="T55" fmla="*/ 245 h 274"/>
              <a:gd name="T56" fmla="*/ 24 w 341"/>
              <a:gd name="T57" fmla="*/ 249 h 274"/>
              <a:gd name="T58" fmla="*/ 28 w 341"/>
              <a:gd name="T59" fmla="*/ 251 h 274"/>
              <a:gd name="T60" fmla="*/ 313 w 341"/>
              <a:gd name="T61" fmla="*/ 251 h 274"/>
              <a:gd name="T62" fmla="*/ 45 w 341"/>
              <a:gd name="T63" fmla="*/ 228 h 274"/>
              <a:gd name="T64" fmla="*/ 45 w 341"/>
              <a:gd name="T65" fmla="*/ 205 h 274"/>
              <a:gd name="T66" fmla="*/ 91 w 341"/>
              <a:gd name="T67" fmla="*/ 205 h 274"/>
              <a:gd name="T68" fmla="*/ 91 w 341"/>
              <a:gd name="T69" fmla="*/ 228 h 274"/>
              <a:gd name="T70" fmla="*/ 45 w 341"/>
              <a:gd name="T71" fmla="*/ 228 h 274"/>
              <a:gd name="T72" fmla="*/ 114 w 341"/>
              <a:gd name="T73" fmla="*/ 228 h 274"/>
              <a:gd name="T74" fmla="*/ 114 w 341"/>
              <a:gd name="T75" fmla="*/ 205 h 274"/>
              <a:gd name="T76" fmla="*/ 182 w 341"/>
              <a:gd name="T77" fmla="*/ 205 h 274"/>
              <a:gd name="T78" fmla="*/ 182 w 341"/>
              <a:gd name="T79" fmla="*/ 228 h 274"/>
              <a:gd name="T80" fmla="*/ 114 w 341"/>
              <a:gd name="T81" fmla="*/ 228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1" h="274">
                <a:moveTo>
                  <a:pt x="313" y="0"/>
                </a:moveTo>
                <a:cubicBezTo>
                  <a:pt x="321" y="0"/>
                  <a:pt x="328" y="3"/>
                  <a:pt x="333" y="9"/>
                </a:cubicBezTo>
                <a:cubicBezTo>
                  <a:pt x="339" y="14"/>
                  <a:pt x="341" y="21"/>
                  <a:pt x="341" y="29"/>
                </a:cubicBezTo>
                <a:cubicBezTo>
                  <a:pt x="341" y="245"/>
                  <a:pt x="341" y="245"/>
                  <a:pt x="341" y="245"/>
                </a:cubicBezTo>
                <a:cubicBezTo>
                  <a:pt x="341" y="253"/>
                  <a:pt x="339" y="260"/>
                  <a:pt x="333" y="265"/>
                </a:cubicBezTo>
                <a:cubicBezTo>
                  <a:pt x="328" y="271"/>
                  <a:pt x="321" y="274"/>
                  <a:pt x="313" y="274"/>
                </a:cubicBezTo>
                <a:cubicBezTo>
                  <a:pt x="28" y="274"/>
                  <a:pt x="28" y="274"/>
                  <a:pt x="28" y="274"/>
                </a:cubicBezTo>
                <a:cubicBezTo>
                  <a:pt x="20" y="274"/>
                  <a:pt x="14" y="271"/>
                  <a:pt x="8" y="265"/>
                </a:cubicBezTo>
                <a:cubicBezTo>
                  <a:pt x="2" y="260"/>
                  <a:pt x="0" y="253"/>
                  <a:pt x="0" y="245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2" y="14"/>
                  <a:pt x="8" y="9"/>
                </a:cubicBezTo>
                <a:cubicBezTo>
                  <a:pt x="14" y="3"/>
                  <a:pt x="20" y="0"/>
                  <a:pt x="28" y="0"/>
                </a:cubicBezTo>
                <a:lnTo>
                  <a:pt x="313" y="0"/>
                </a:lnTo>
                <a:close/>
                <a:moveTo>
                  <a:pt x="28" y="23"/>
                </a:moveTo>
                <a:cubicBezTo>
                  <a:pt x="27" y="23"/>
                  <a:pt x="25" y="24"/>
                  <a:pt x="24" y="25"/>
                </a:cubicBezTo>
                <a:cubicBezTo>
                  <a:pt x="23" y="26"/>
                  <a:pt x="22" y="27"/>
                  <a:pt x="22" y="29"/>
                </a:cubicBezTo>
                <a:cubicBezTo>
                  <a:pt x="22" y="69"/>
                  <a:pt x="22" y="69"/>
                  <a:pt x="22" y="69"/>
                </a:cubicBezTo>
                <a:cubicBezTo>
                  <a:pt x="319" y="69"/>
                  <a:pt x="319" y="69"/>
                  <a:pt x="319" y="69"/>
                </a:cubicBezTo>
                <a:cubicBezTo>
                  <a:pt x="319" y="29"/>
                  <a:pt x="319" y="29"/>
                  <a:pt x="319" y="29"/>
                </a:cubicBezTo>
                <a:cubicBezTo>
                  <a:pt x="319" y="27"/>
                  <a:pt x="318" y="26"/>
                  <a:pt x="317" y="25"/>
                </a:cubicBezTo>
                <a:cubicBezTo>
                  <a:pt x="316" y="24"/>
                  <a:pt x="315" y="23"/>
                  <a:pt x="313" y="23"/>
                </a:cubicBezTo>
                <a:lnTo>
                  <a:pt x="28" y="23"/>
                </a:lnTo>
                <a:close/>
                <a:moveTo>
                  <a:pt x="313" y="251"/>
                </a:moveTo>
                <a:cubicBezTo>
                  <a:pt x="315" y="251"/>
                  <a:pt x="316" y="250"/>
                  <a:pt x="317" y="249"/>
                </a:cubicBezTo>
                <a:cubicBezTo>
                  <a:pt x="318" y="248"/>
                  <a:pt x="319" y="247"/>
                  <a:pt x="319" y="245"/>
                </a:cubicBezTo>
                <a:cubicBezTo>
                  <a:pt x="319" y="137"/>
                  <a:pt x="319" y="137"/>
                  <a:pt x="319" y="137"/>
                </a:cubicBezTo>
                <a:cubicBezTo>
                  <a:pt x="22" y="137"/>
                  <a:pt x="22" y="137"/>
                  <a:pt x="22" y="137"/>
                </a:cubicBezTo>
                <a:cubicBezTo>
                  <a:pt x="22" y="245"/>
                  <a:pt x="22" y="245"/>
                  <a:pt x="22" y="245"/>
                </a:cubicBezTo>
                <a:cubicBezTo>
                  <a:pt x="22" y="247"/>
                  <a:pt x="23" y="248"/>
                  <a:pt x="24" y="249"/>
                </a:cubicBezTo>
                <a:cubicBezTo>
                  <a:pt x="25" y="250"/>
                  <a:pt x="27" y="251"/>
                  <a:pt x="28" y="251"/>
                </a:cubicBezTo>
                <a:lnTo>
                  <a:pt x="313" y="251"/>
                </a:lnTo>
                <a:close/>
                <a:moveTo>
                  <a:pt x="45" y="228"/>
                </a:moveTo>
                <a:cubicBezTo>
                  <a:pt x="45" y="205"/>
                  <a:pt x="45" y="205"/>
                  <a:pt x="45" y="205"/>
                </a:cubicBezTo>
                <a:cubicBezTo>
                  <a:pt x="91" y="205"/>
                  <a:pt x="91" y="205"/>
                  <a:pt x="91" y="205"/>
                </a:cubicBezTo>
                <a:cubicBezTo>
                  <a:pt x="91" y="228"/>
                  <a:pt x="91" y="228"/>
                  <a:pt x="91" y="228"/>
                </a:cubicBezTo>
                <a:lnTo>
                  <a:pt x="45" y="228"/>
                </a:lnTo>
                <a:close/>
                <a:moveTo>
                  <a:pt x="114" y="228"/>
                </a:moveTo>
                <a:cubicBezTo>
                  <a:pt x="114" y="205"/>
                  <a:pt x="114" y="205"/>
                  <a:pt x="114" y="205"/>
                </a:cubicBezTo>
                <a:cubicBezTo>
                  <a:pt x="182" y="205"/>
                  <a:pt x="182" y="205"/>
                  <a:pt x="182" y="205"/>
                </a:cubicBezTo>
                <a:cubicBezTo>
                  <a:pt x="182" y="228"/>
                  <a:pt x="182" y="228"/>
                  <a:pt x="182" y="228"/>
                </a:cubicBezTo>
                <a:lnTo>
                  <a:pt x="114" y="2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5" name="Freeform 81"/>
          <p:cNvSpPr>
            <a:spLocks noEditPoints="1"/>
          </p:cNvSpPr>
          <p:nvPr/>
        </p:nvSpPr>
        <p:spPr bwMode="auto">
          <a:xfrm>
            <a:off x="5530851" y="2011363"/>
            <a:ext cx="319088" cy="319088"/>
          </a:xfrm>
          <a:custGeom>
            <a:avLst/>
            <a:gdLst>
              <a:gd name="T0" fmla="*/ 99 w 296"/>
              <a:gd name="T1" fmla="*/ 205 h 296"/>
              <a:gd name="T2" fmla="*/ 205 w 296"/>
              <a:gd name="T3" fmla="*/ 205 h 296"/>
              <a:gd name="T4" fmla="*/ 205 w 296"/>
              <a:gd name="T5" fmla="*/ 99 h 296"/>
              <a:gd name="T6" fmla="*/ 99 w 296"/>
              <a:gd name="T7" fmla="*/ 205 h 296"/>
              <a:gd name="T8" fmla="*/ 91 w 296"/>
              <a:gd name="T9" fmla="*/ 197 h 296"/>
              <a:gd name="T10" fmla="*/ 197 w 296"/>
              <a:gd name="T11" fmla="*/ 91 h 296"/>
              <a:gd name="T12" fmla="*/ 91 w 296"/>
              <a:gd name="T13" fmla="*/ 91 h 296"/>
              <a:gd name="T14" fmla="*/ 91 w 296"/>
              <a:gd name="T15" fmla="*/ 197 h 296"/>
              <a:gd name="T16" fmla="*/ 296 w 296"/>
              <a:gd name="T17" fmla="*/ 211 h 296"/>
              <a:gd name="T18" fmla="*/ 296 w 296"/>
              <a:gd name="T19" fmla="*/ 245 h 296"/>
              <a:gd name="T20" fmla="*/ 295 w 296"/>
              <a:gd name="T21" fmla="*/ 249 h 296"/>
              <a:gd name="T22" fmla="*/ 291 w 296"/>
              <a:gd name="T23" fmla="*/ 251 h 296"/>
              <a:gd name="T24" fmla="*/ 251 w 296"/>
              <a:gd name="T25" fmla="*/ 251 h 296"/>
              <a:gd name="T26" fmla="*/ 251 w 296"/>
              <a:gd name="T27" fmla="*/ 290 h 296"/>
              <a:gd name="T28" fmla="*/ 249 w 296"/>
              <a:gd name="T29" fmla="*/ 295 h 296"/>
              <a:gd name="T30" fmla="*/ 245 w 296"/>
              <a:gd name="T31" fmla="*/ 296 h 296"/>
              <a:gd name="T32" fmla="*/ 211 w 296"/>
              <a:gd name="T33" fmla="*/ 296 h 296"/>
              <a:gd name="T34" fmla="*/ 207 w 296"/>
              <a:gd name="T35" fmla="*/ 295 h 296"/>
              <a:gd name="T36" fmla="*/ 205 w 296"/>
              <a:gd name="T37" fmla="*/ 290 h 296"/>
              <a:gd name="T38" fmla="*/ 205 w 296"/>
              <a:gd name="T39" fmla="*/ 251 h 296"/>
              <a:gd name="T40" fmla="*/ 51 w 296"/>
              <a:gd name="T41" fmla="*/ 251 h 296"/>
              <a:gd name="T42" fmla="*/ 47 w 296"/>
              <a:gd name="T43" fmla="*/ 249 h 296"/>
              <a:gd name="T44" fmla="*/ 46 w 296"/>
              <a:gd name="T45" fmla="*/ 245 h 296"/>
              <a:gd name="T46" fmla="*/ 46 w 296"/>
              <a:gd name="T47" fmla="*/ 91 h 296"/>
              <a:gd name="T48" fmla="*/ 6 w 296"/>
              <a:gd name="T49" fmla="*/ 91 h 296"/>
              <a:gd name="T50" fmla="*/ 2 w 296"/>
              <a:gd name="T51" fmla="*/ 90 h 296"/>
              <a:gd name="T52" fmla="*/ 0 w 296"/>
              <a:gd name="T53" fmla="*/ 85 h 296"/>
              <a:gd name="T54" fmla="*/ 0 w 296"/>
              <a:gd name="T55" fmla="*/ 51 h 296"/>
              <a:gd name="T56" fmla="*/ 2 w 296"/>
              <a:gd name="T57" fmla="*/ 47 h 296"/>
              <a:gd name="T58" fmla="*/ 6 w 296"/>
              <a:gd name="T59" fmla="*/ 46 h 296"/>
              <a:gd name="T60" fmla="*/ 46 w 296"/>
              <a:gd name="T61" fmla="*/ 46 h 296"/>
              <a:gd name="T62" fmla="*/ 46 w 296"/>
              <a:gd name="T63" fmla="*/ 6 h 296"/>
              <a:gd name="T64" fmla="*/ 47 w 296"/>
              <a:gd name="T65" fmla="*/ 2 h 296"/>
              <a:gd name="T66" fmla="*/ 51 w 296"/>
              <a:gd name="T67" fmla="*/ 0 h 296"/>
              <a:gd name="T68" fmla="*/ 85 w 296"/>
              <a:gd name="T69" fmla="*/ 0 h 296"/>
              <a:gd name="T70" fmla="*/ 90 w 296"/>
              <a:gd name="T71" fmla="*/ 2 h 296"/>
              <a:gd name="T72" fmla="*/ 91 w 296"/>
              <a:gd name="T73" fmla="*/ 6 h 296"/>
              <a:gd name="T74" fmla="*/ 91 w 296"/>
              <a:gd name="T75" fmla="*/ 46 h 296"/>
              <a:gd name="T76" fmla="*/ 243 w 296"/>
              <a:gd name="T77" fmla="*/ 46 h 296"/>
              <a:gd name="T78" fmla="*/ 286 w 296"/>
              <a:gd name="T79" fmla="*/ 2 h 296"/>
              <a:gd name="T80" fmla="*/ 291 w 296"/>
              <a:gd name="T81" fmla="*/ 0 h 296"/>
              <a:gd name="T82" fmla="*/ 295 w 296"/>
              <a:gd name="T83" fmla="*/ 2 h 296"/>
              <a:gd name="T84" fmla="*/ 296 w 296"/>
              <a:gd name="T85" fmla="*/ 6 h 296"/>
              <a:gd name="T86" fmla="*/ 295 w 296"/>
              <a:gd name="T87" fmla="*/ 10 h 296"/>
              <a:gd name="T88" fmla="*/ 251 w 296"/>
              <a:gd name="T89" fmla="*/ 54 h 296"/>
              <a:gd name="T90" fmla="*/ 251 w 296"/>
              <a:gd name="T91" fmla="*/ 205 h 296"/>
              <a:gd name="T92" fmla="*/ 291 w 296"/>
              <a:gd name="T93" fmla="*/ 205 h 296"/>
              <a:gd name="T94" fmla="*/ 295 w 296"/>
              <a:gd name="T95" fmla="*/ 207 h 296"/>
              <a:gd name="T96" fmla="*/ 296 w 296"/>
              <a:gd name="T97" fmla="*/ 211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6" h="296">
                <a:moveTo>
                  <a:pt x="99" y="205"/>
                </a:moveTo>
                <a:cubicBezTo>
                  <a:pt x="205" y="205"/>
                  <a:pt x="205" y="205"/>
                  <a:pt x="205" y="205"/>
                </a:cubicBezTo>
                <a:cubicBezTo>
                  <a:pt x="205" y="99"/>
                  <a:pt x="205" y="99"/>
                  <a:pt x="205" y="99"/>
                </a:cubicBezTo>
                <a:lnTo>
                  <a:pt x="99" y="205"/>
                </a:lnTo>
                <a:close/>
                <a:moveTo>
                  <a:pt x="91" y="197"/>
                </a:moveTo>
                <a:cubicBezTo>
                  <a:pt x="197" y="91"/>
                  <a:pt x="197" y="91"/>
                  <a:pt x="197" y="91"/>
                </a:cubicBezTo>
                <a:cubicBezTo>
                  <a:pt x="91" y="91"/>
                  <a:pt x="91" y="91"/>
                  <a:pt x="91" y="91"/>
                </a:cubicBezTo>
                <a:lnTo>
                  <a:pt x="91" y="197"/>
                </a:lnTo>
                <a:close/>
                <a:moveTo>
                  <a:pt x="296" y="211"/>
                </a:moveTo>
                <a:cubicBezTo>
                  <a:pt x="296" y="245"/>
                  <a:pt x="296" y="245"/>
                  <a:pt x="296" y="245"/>
                </a:cubicBezTo>
                <a:cubicBezTo>
                  <a:pt x="296" y="247"/>
                  <a:pt x="296" y="248"/>
                  <a:pt x="295" y="249"/>
                </a:cubicBezTo>
                <a:cubicBezTo>
                  <a:pt x="294" y="250"/>
                  <a:pt x="292" y="251"/>
                  <a:pt x="291" y="251"/>
                </a:cubicBezTo>
                <a:cubicBezTo>
                  <a:pt x="251" y="251"/>
                  <a:pt x="251" y="251"/>
                  <a:pt x="251" y="251"/>
                </a:cubicBezTo>
                <a:cubicBezTo>
                  <a:pt x="251" y="290"/>
                  <a:pt x="251" y="290"/>
                  <a:pt x="251" y="290"/>
                </a:cubicBezTo>
                <a:cubicBezTo>
                  <a:pt x="251" y="292"/>
                  <a:pt x="250" y="294"/>
                  <a:pt x="249" y="295"/>
                </a:cubicBezTo>
                <a:cubicBezTo>
                  <a:pt x="248" y="296"/>
                  <a:pt x="247" y="296"/>
                  <a:pt x="245" y="296"/>
                </a:cubicBezTo>
                <a:cubicBezTo>
                  <a:pt x="211" y="296"/>
                  <a:pt x="211" y="296"/>
                  <a:pt x="211" y="296"/>
                </a:cubicBezTo>
                <a:cubicBezTo>
                  <a:pt x="209" y="296"/>
                  <a:pt x="208" y="296"/>
                  <a:pt x="207" y="295"/>
                </a:cubicBezTo>
                <a:cubicBezTo>
                  <a:pt x="206" y="294"/>
                  <a:pt x="205" y="292"/>
                  <a:pt x="205" y="290"/>
                </a:cubicBezTo>
                <a:cubicBezTo>
                  <a:pt x="205" y="251"/>
                  <a:pt x="205" y="251"/>
                  <a:pt x="205" y="251"/>
                </a:cubicBezTo>
                <a:cubicBezTo>
                  <a:pt x="51" y="251"/>
                  <a:pt x="51" y="251"/>
                  <a:pt x="51" y="251"/>
                </a:cubicBezTo>
                <a:cubicBezTo>
                  <a:pt x="50" y="251"/>
                  <a:pt x="48" y="250"/>
                  <a:pt x="47" y="249"/>
                </a:cubicBezTo>
                <a:cubicBezTo>
                  <a:pt x="46" y="248"/>
                  <a:pt x="46" y="247"/>
                  <a:pt x="46" y="245"/>
                </a:cubicBezTo>
                <a:cubicBezTo>
                  <a:pt x="46" y="91"/>
                  <a:pt x="46" y="91"/>
                  <a:pt x="46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4" y="91"/>
                  <a:pt x="3" y="91"/>
                  <a:pt x="2" y="90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0"/>
                  <a:pt x="1" y="48"/>
                  <a:pt x="2" y="47"/>
                </a:cubicBezTo>
                <a:cubicBezTo>
                  <a:pt x="3" y="46"/>
                  <a:pt x="4" y="46"/>
                  <a:pt x="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4"/>
                  <a:pt x="46" y="3"/>
                  <a:pt x="47" y="2"/>
                </a:cubicBezTo>
                <a:cubicBezTo>
                  <a:pt x="48" y="1"/>
                  <a:pt x="50" y="0"/>
                  <a:pt x="51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7" y="0"/>
                  <a:pt x="88" y="1"/>
                  <a:pt x="90" y="2"/>
                </a:cubicBezTo>
                <a:cubicBezTo>
                  <a:pt x="91" y="3"/>
                  <a:pt x="91" y="4"/>
                  <a:pt x="91" y="6"/>
                </a:cubicBezTo>
                <a:cubicBezTo>
                  <a:pt x="91" y="46"/>
                  <a:pt x="91" y="46"/>
                  <a:pt x="91" y="46"/>
                </a:cubicBezTo>
                <a:cubicBezTo>
                  <a:pt x="243" y="46"/>
                  <a:pt x="243" y="46"/>
                  <a:pt x="243" y="46"/>
                </a:cubicBezTo>
                <a:cubicBezTo>
                  <a:pt x="286" y="2"/>
                  <a:pt x="286" y="2"/>
                  <a:pt x="286" y="2"/>
                </a:cubicBezTo>
                <a:cubicBezTo>
                  <a:pt x="288" y="1"/>
                  <a:pt x="289" y="0"/>
                  <a:pt x="291" y="0"/>
                </a:cubicBezTo>
                <a:cubicBezTo>
                  <a:pt x="292" y="0"/>
                  <a:pt x="293" y="1"/>
                  <a:pt x="295" y="2"/>
                </a:cubicBezTo>
                <a:cubicBezTo>
                  <a:pt x="296" y="3"/>
                  <a:pt x="296" y="4"/>
                  <a:pt x="296" y="6"/>
                </a:cubicBezTo>
                <a:cubicBezTo>
                  <a:pt x="296" y="7"/>
                  <a:pt x="296" y="9"/>
                  <a:pt x="295" y="10"/>
                </a:cubicBezTo>
                <a:cubicBezTo>
                  <a:pt x="251" y="54"/>
                  <a:pt x="251" y="54"/>
                  <a:pt x="251" y="54"/>
                </a:cubicBezTo>
                <a:cubicBezTo>
                  <a:pt x="251" y="205"/>
                  <a:pt x="251" y="205"/>
                  <a:pt x="251" y="205"/>
                </a:cubicBezTo>
                <a:cubicBezTo>
                  <a:pt x="291" y="205"/>
                  <a:pt x="291" y="205"/>
                  <a:pt x="291" y="205"/>
                </a:cubicBezTo>
                <a:cubicBezTo>
                  <a:pt x="292" y="205"/>
                  <a:pt x="294" y="206"/>
                  <a:pt x="295" y="207"/>
                </a:cubicBezTo>
                <a:cubicBezTo>
                  <a:pt x="296" y="208"/>
                  <a:pt x="296" y="209"/>
                  <a:pt x="296" y="2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6" name="Freeform 82"/>
          <p:cNvSpPr>
            <a:spLocks noEditPoints="1"/>
          </p:cNvSpPr>
          <p:nvPr/>
        </p:nvSpPr>
        <p:spPr bwMode="auto">
          <a:xfrm>
            <a:off x="5976938" y="2022475"/>
            <a:ext cx="295275" cy="296863"/>
          </a:xfrm>
          <a:custGeom>
            <a:avLst/>
            <a:gdLst>
              <a:gd name="T0" fmla="*/ 194 w 273"/>
              <a:gd name="T1" fmla="*/ 160 h 274"/>
              <a:gd name="T2" fmla="*/ 182 w 273"/>
              <a:gd name="T3" fmla="*/ 148 h 274"/>
              <a:gd name="T4" fmla="*/ 186 w 273"/>
              <a:gd name="T5" fmla="*/ 118 h 274"/>
              <a:gd name="T6" fmla="*/ 213 w 273"/>
              <a:gd name="T7" fmla="*/ 114 h 274"/>
              <a:gd name="T8" fmla="*/ 159 w 273"/>
              <a:gd name="T9" fmla="*/ 61 h 274"/>
              <a:gd name="T10" fmla="*/ 156 w 273"/>
              <a:gd name="T11" fmla="*/ 88 h 274"/>
              <a:gd name="T12" fmla="*/ 125 w 273"/>
              <a:gd name="T13" fmla="*/ 92 h 274"/>
              <a:gd name="T14" fmla="*/ 114 w 273"/>
              <a:gd name="T15" fmla="*/ 80 h 274"/>
              <a:gd name="T16" fmla="*/ 80 w 273"/>
              <a:gd name="T17" fmla="*/ 81 h 274"/>
              <a:gd name="T18" fmla="*/ 80 w 273"/>
              <a:gd name="T19" fmla="*/ 114 h 274"/>
              <a:gd name="T20" fmla="*/ 91 w 273"/>
              <a:gd name="T21" fmla="*/ 126 h 274"/>
              <a:gd name="T22" fmla="*/ 88 w 273"/>
              <a:gd name="T23" fmla="*/ 156 h 274"/>
              <a:gd name="T24" fmla="*/ 60 w 273"/>
              <a:gd name="T25" fmla="*/ 160 h 274"/>
              <a:gd name="T26" fmla="*/ 114 w 273"/>
              <a:gd name="T27" fmla="*/ 213 h 274"/>
              <a:gd name="T28" fmla="*/ 117 w 273"/>
              <a:gd name="T29" fmla="*/ 186 h 274"/>
              <a:gd name="T30" fmla="*/ 148 w 273"/>
              <a:gd name="T31" fmla="*/ 183 h 274"/>
              <a:gd name="T32" fmla="*/ 159 w 273"/>
              <a:gd name="T33" fmla="*/ 194 h 274"/>
              <a:gd name="T34" fmla="*/ 193 w 273"/>
              <a:gd name="T35" fmla="*/ 193 h 274"/>
              <a:gd name="T36" fmla="*/ 273 w 273"/>
              <a:gd name="T37" fmla="*/ 126 h 274"/>
              <a:gd name="T38" fmla="*/ 270 w 273"/>
              <a:gd name="T39" fmla="*/ 156 h 274"/>
              <a:gd name="T40" fmla="*/ 236 w 273"/>
              <a:gd name="T41" fmla="*/ 160 h 274"/>
              <a:gd name="T42" fmla="*/ 159 w 273"/>
              <a:gd name="T43" fmla="*/ 237 h 274"/>
              <a:gd name="T44" fmla="*/ 156 w 273"/>
              <a:gd name="T45" fmla="*/ 270 h 274"/>
              <a:gd name="T46" fmla="*/ 125 w 273"/>
              <a:gd name="T47" fmla="*/ 274 h 274"/>
              <a:gd name="T48" fmla="*/ 114 w 273"/>
              <a:gd name="T49" fmla="*/ 262 h 274"/>
              <a:gd name="T50" fmla="*/ 64 w 273"/>
              <a:gd name="T51" fmla="*/ 209 h 274"/>
              <a:gd name="T52" fmla="*/ 11 w 273"/>
              <a:gd name="T53" fmla="*/ 160 h 274"/>
              <a:gd name="T54" fmla="*/ 0 w 273"/>
              <a:gd name="T55" fmla="*/ 148 h 274"/>
              <a:gd name="T56" fmla="*/ 3 w 273"/>
              <a:gd name="T57" fmla="*/ 118 h 274"/>
              <a:gd name="T58" fmla="*/ 37 w 273"/>
              <a:gd name="T59" fmla="*/ 114 h 274"/>
              <a:gd name="T60" fmla="*/ 114 w 273"/>
              <a:gd name="T61" fmla="*/ 37 h 274"/>
              <a:gd name="T62" fmla="*/ 117 w 273"/>
              <a:gd name="T63" fmla="*/ 4 h 274"/>
              <a:gd name="T64" fmla="*/ 148 w 273"/>
              <a:gd name="T65" fmla="*/ 0 h 274"/>
              <a:gd name="T66" fmla="*/ 159 w 273"/>
              <a:gd name="T67" fmla="*/ 12 h 274"/>
              <a:gd name="T68" fmla="*/ 209 w 273"/>
              <a:gd name="T69" fmla="*/ 65 h 274"/>
              <a:gd name="T70" fmla="*/ 262 w 273"/>
              <a:gd name="T71" fmla="*/ 114 h 274"/>
              <a:gd name="T72" fmla="*/ 273 w 273"/>
              <a:gd name="T73" fmla="*/ 12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3" h="274">
                <a:moveTo>
                  <a:pt x="213" y="160"/>
                </a:moveTo>
                <a:cubicBezTo>
                  <a:pt x="194" y="160"/>
                  <a:pt x="194" y="160"/>
                  <a:pt x="194" y="160"/>
                </a:cubicBezTo>
                <a:cubicBezTo>
                  <a:pt x="191" y="160"/>
                  <a:pt x="188" y="159"/>
                  <a:pt x="186" y="156"/>
                </a:cubicBezTo>
                <a:cubicBezTo>
                  <a:pt x="183" y="154"/>
                  <a:pt x="182" y="152"/>
                  <a:pt x="182" y="148"/>
                </a:cubicBezTo>
                <a:cubicBezTo>
                  <a:pt x="182" y="126"/>
                  <a:pt x="182" y="126"/>
                  <a:pt x="182" y="126"/>
                </a:cubicBezTo>
                <a:cubicBezTo>
                  <a:pt x="182" y="123"/>
                  <a:pt x="183" y="120"/>
                  <a:pt x="186" y="118"/>
                </a:cubicBezTo>
                <a:cubicBezTo>
                  <a:pt x="188" y="115"/>
                  <a:pt x="191" y="114"/>
                  <a:pt x="194" y="114"/>
                </a:cubicBezTo>
                <a:cubicBezTo>
                  <a:pt x="213" y="114"/>
                  <a:pt x="213" y="114"/>
                  <a:pt x="213" y="114"/>
                </a:cubicBezTo>
                <a:cubicBezTo>
                  <a:pt x="209" y="101"/>
                  <a:pt x="203" y="90"/>
                  <a:pt x="193" y="81"/>
                </a:cubicBezTo>
                <a:cubicBezTo>
                  <a:pt x="183" y="71"/>
                  <a:pt x="172" y="65"/>
                  <a:pt x="159" y="61"/>
                </a:cubicBezTo>
                <a:cubicBezTo>
                  <a:pt x="159" y="80"/>
                  <a:pt x="159" y="80"/>
                  <a:pt x="159" y="80"/>
                </a:cubicBezTo>
                <a:cubicBezTo>
                  <a:pt x="159" y="83"/>
                  <a:pt x="158" y="86"/>
                  <a:pt x="156" y="88"/>
                </a:cubicBezTo>
                <a:cubicBezTo>
                  <a:pt x="154" y="90"/>
                  <a:pt x="151" y="92"/>
                  <a:pt x="148" y="92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22" y="92"/>
                  <a:pt x="119" y="90"/>
                  <a:pt x="117" y="88"/>
                </a:cubicBezTo>
                <a:cubicBezTo>
                  <a:pt x="115" y="86"/>
                  <a:pt x="114" y="83"/>
                  <a:pt x="114" y="80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01" y="65"/>
                  <a:pt x="90" y="71"/>
                  <a:pt x="80" y="81"/>
                </a:cubicBezTo>
                <a:cubicBezTo>
                  <a:pt x="71" y="90"/>
                  <a:pt x="64" y="101"/>
                  <a:pt x="60" y="114"/>
                </a:cubicBezTo>
                <a:cubicBezTo>
                  <a:pt x="80" y="114"/>
                  <a:pt x="80" y="114"/>
                  <a:pt x="80" y="114"/>
                </a:cubicBezTo>
                <a:cubicBezTo>
                  <a:pt x="83" y="114"/>
                  <a:pt x="85" y="115"/>
                  <a:pt x="88" y="118"/>
                </a:cubicBezTo>
                <a:cubicBezTo>
                  <a:pt x="90" y="120"/>
                  <a:pt x="91" y="123"/>
                  <a:pt x="91" y="126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91" y="152"/>
                  <a:pt x="90" y="154"/>
                  <a:pt x="88" y="156"/>
                </a:cubicBezTo>
                <a:cubicBezTo>
                  <a:pt x="85" y="159"/>
                  <a:pt x="83" y="160"/>
                  <a:pt x="80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4" y="173"/>
                  <a:pt x="71" y="184"/>
                  <a:pt x="80" y="193"/>
                </a:cubicBezTo>
                <a:cubicBezTo>
                  <a:pt x="90" y="203"/>
                  <a:pt x="101" y="210"/>
                  <a:pt x="114" y="213"/>
                </a:cubicBezTo>
                <a:cubicBezTo>
                  <a:pt x="114" y="194"/>
                  <a:pt x="114" y="194"/>
                  <a:pt x="114" y="194"/>
                </a:cubicBezTo>
                <a:cubicBezTo>
                  <a:pt x="114" y="191"/>
                  <a:pt x="115" y="188"/>
                  <a:pt x="117" y="186"/>
                </a:cubicBezTo>
                <a:cubicBezTo>
                  <a:pt x="119" y="184"/>
                  <a:pt x="122" y="183"/>
                  <a:pt x="125" y="183"/>
                </a:cubicBezTo>
                <a:cubicBezTo>
                  <a:pt x="148" y="183"/>
                  <a:pt x="148" y="183"/>
                  <a:pt x="148" y="183"/>
                </a:cubicBezTo>
                <a:cubicBezTo>
                  <a:pt x="151" y="183"/>
                  <a:pt x="154" y="184"/>
                  <a:pt x="156" y="186"/>
                </a:cubicBezTo>
                <a:cubicBezTo>
                  <a:pt x="158" y="188"/>
                  <a:pt x="159" y="191"/>
                  <a:pt x="159" y="194"/>
                </a:cubicBezTo>
                <a:cubicBezTo>
                  <a:pt x="159" y="213"/>
                  <a:pt x="159" y="213"/>
                  <a:pt x="159" y="213"/>
                </a:cubicBezTo>
                <a:cubicBezTo>
                  <a:pt x="172" y="210"/>
                  <a:pt x="183" y="203"/>
                  <a:pt x="193" y="193"/>
                </a:cubicBezTo>
                <a:cubicBezTo>
                  <a:pt x="203" y="184"/>
                  <a:pt x="209" y="173"/>
                  <a:pt x="213" y="160"/>
                </a:cubicBezTo>
                <a:close/>
                <a:moveTo>
                  <a:pt x="273" y="126"/>
                </a:moveTo>
                <a:cubicBezTo>
                  <a:pt x="273" y="148"/>
                  <a:pt x="273" y="148"/>
                  <a:pt x="273" y="148"/>
                </a:cubicBezTo>
                <a:cubicBezTo>
                  <a:pt x="273" y="152"/>
                  <a:pt x="272" y="154"/>
                  <a:pt x="270" y="156"/>
                </a:cubicBezTo>
                <a:cubicBezTo>
                  <a:pt x="268" y="159"/>
                  <a:pt x="265" y="160"/>
                  <a:pt x="262" y="160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2" y="179"/>
                  <a:pt x="223" y="196"/>
                  <a:pt x="209" y="209"/>
                </a:cubicBezTo>
                <a:cubicBezTo>
                  <a:pt x="195" y="223"/>
                  <a:pt x="179" y="233"/>
                  <a:pt x="159" y="237"/>
                </a:cubicBezTo>
                <a:cubicBezTo>
                  <a:pt x="159" y="262"/>
                  <a:pt x="159" y="262"/>
                  <a:pt x="159" y="262"/>
                </a:cubicBezTo>
                <a:cubicBezTo>
                  <a:pt x="159" y="265"/>
                  <a:pt x="158" y="268"/>
                  <a:pt x="156" y="270"/>
                </a:cubicBezTo>
                <a:cubicBezTo>
                  <a:pt x="154" y="273"/>
                  <a:pt x="151" y="274"/>
                  <a:pt x="148" y="274"/>
                </a:cubicBezTo>
                <a:cubicBezTo>
                  <a:pt x="125" y="274"/>
                  <a:pt x="125" y="274"/>
                  <a:pt x="125" y="274"/>
                </a:cubicBezTo>
                <a:cubicBezTo>
                  <a:pt x="122" y="274"/>
                  <a:pt x="119" y="273"/>
                  <a:pt x="117" y="270"/>
                </a:cubicBezTo>
                <a:cubicBezTo>
                  <a:pt x="115" y="268"/>
                  <a:pt x="114" y="265"/>
                  <a:pt x="114" y="262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95" y="233"/>
                  <a:pt x="78" y="223"/>
                  <a:pt x="64" y="209"/>
                </a:cubicBezTo>
                <a:cubicBezTo>
                  <a:pt x="50" y="196"/>
                  <a:pt x="41" y="179"/>
                  <a:pt x="37" y="160"/>
                </a:cubicBezTo>
                <a:cubicBezTo>
                  <a:pt x="11" y="160"/>
                  <a:pt x="11" y="160"/>
                  <a:pt x="11" y="160"/>
                </a:cubicBezTo>
                <a:cubicBezTo>
                  <a:pt x="8" y="160"/>
                  <a:pt x="6" y="159"/>
                  <a:pt x="3" y="156"/>
                </a:cubicBezTo>
                <a:cubicBezTo>
                  <a:pt x="1" y="154"/>
                  <a:pt x="0" y="152"/>
                  <a:pt x="0" y="148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3"/>
                  <a:pt x="1" y="120"/>
                  <a:pt x="3" y="118"/>
                </a:cubicBezTo>
                <a:cubicBezTo>
                  <a:pt x="6" y="115"/>
                  <a:pt x="8" y="114"/>
                  <a:pt x="11" y="114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41" y="95"/>
                  <a:pt x="50" y="79"/>
                  <a:pt x="64" y="65"/>
                </a:cubicBezTo>
                <a:cubicBezTo>
                  <a:pt x="78" y="51"/>
                  <a:pt x="95" y="42"/>
                  <a:pt x="114" y="37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4" y="9"/>
                  <a:pt x="115" y="6"/>
                  <a:pt x="117" y="4"/>
                </a:cubicBezTo>
                <a:cubicBezTo>
                  <a:pt x="119" y="2"/>
                  <a:pt x="122" y="0"/>
                  <a:pt x="125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1" y="0"/>
                  <a:pt x="154" y="2"/>
                  <a:pt x="156" y="4"/>
                </a:cubicBezTo>
                <a:cubicBezTo>
                  <a:pt x="158" y="6"/>
                  <a:pt x="159" y="9"/>
                  <a:pt x="159" y="12"/>
                </a:cubicBezTo>
                <a:cubicBezTo>
                  <a:pt x="159" y="37"/>
                  <a:pt x="159" y="37"/>
                  <a:pt x="159" y="37"/>
                </a:cubicBezTo>
                <a:cubicBezTo>
                  <a:pt x="179" y="42"/>
                  <a:pt x="195" y="51"/>
                  <a:pt x="209" y="65"/>
                </a:cubicBezTo>
                <a:cubicBezTo>
                  <a:pt x="223" y="79"/>
                  <a:pt x="232" y="95"/>
                  <a:pt x="236" y="114"/>
                </a:cubicBezTo>
                <a:cubicBezTo>
                  <a:pt x="262" y="114"/>
                  <a:pt x="262" y="114"/>
                  <a:pt x="262" y="114"/>
                </a:cubicBezTo>
                <a:cubicBezTo>
                  <a:pt x="265" y="114"/>
                  <a:pt x="268" y="115"/>
                  <a:pt x="270" y="118"/>
                </a:cubicBezTo>
                <a:cubicBezTo>
                  <a:pt x="272" y="120"/>
                  <a:pt x="273" y="123"/>
                  <a:pt x="273" y="12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7" name="Freeform 83"/>
          <p:cNvSpPr>
            <a:spLocks/>
          </p:cNvSpPr>
          <p:nvPr/>
        </p:nvSpPr>
        <p:spPr bwMode="auto">
          <a:xfrm>
            <a:off x="6388101" y="2017713"/>
            <a:ext cx="341313" cy="306388"/>
          </a:xfrm>
          <a:custGeom>
            <a:avLst/>
            <a:gdLst>
              <a:gd name="T0" fmla="*/ 32 w 215"/>
              <a:gd name="T1" fmla="*/ 0 h 193"/>
              <a:gd name="T2" fmla="*/ 215 w 215"/>
              <a:gd name="T3" fmla="*/ 0 h 193"/>
              <a:gd name="T4" fmla="*/ 182 w 215"/>
              <a:gd name="T5" fmla="*/ 161 h 193"/>
              <a:gd name="T6" fmla="*/ 85 w 215"/>
              <a:gd name="T7" fmla="*/ 193 h 193"/>
              <a:gd name="T8" fmla="*/ 0 w 215"/>
              <a:gd name="T9" fmla="*/ 161 h 193"/>
              <a:gd name="T10" fmla="*/ 8 w 215"/>
              <a:gd name="T11" fmla="*/ 118 h 193"/>
              <a:gd name="T12" fmla="*/ 44 w 215"/>
              <a:gd name="T13" fmla="*/ 118 h 193"/>
              <a:gd name="T14" fmla="*/ 41 w 215"/>
              <a:gd name="T15" fmla="*/ 136 h 193"/>
              <a:gd name="T16" fmla="*/ 92 w 215"/>
              <a:gd name="T17" fmla="*/ 155 h 193"/>
              <a:gd name="T18" fmla="*/ 151 w 215"/>
              <a:gd name="T19" fmla="*/ 136 h 193"/>
              <a:gd name="T20" fmla="*/ 159 w 215"/>
              <a:gd name="T21" fmla="*/ 94 h 193"/>
              <a:gd name="T22" fmla="*/ 13 w 215"/>
              <a:gd name="T23" fmla="*/ 94 h 193"/>
              <a:gd name="T24" fmla="*/ 20 w 215"/>
              <a:gd name="T25" fmla="*/ 59 h 193"/>
              <a:gd name="T26" fmla="*/ 166 w 215"/>
              <a:gd name="T27" fmla="*/ 59 h 193"/>
              <a:gd name="T28" fmla="*/ 171 w 215"/>
              <a:gd name="T29" fmla="*/ 36 h 193"/>
              <a:gd name="T30" fmla="*/ 25 w 215"/>
              <a:gd name="T31" fmla="*/ 36 h 193"/>
              <a:gd name="T32" fmla="*/ 32 w 215"/>
              <a:gd name="T33" fmla="*/ 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15" h="193">
                <a:moveTo>
                  <a:pt x="32" y="0"/>
                </a:moveTo>
                <a:lnTo>
                  <a:pt x="215" y="0"/>
                </a:lnTo>
                <a:lnTo>
                  <a:pt x="182" y="161"/>
                </a:lnTo>
                <a:lnTo>
                  <a:pt x="85" y="193"/>
                </a:lnTo>
                <a:lnTo>
                  <a:pt x="0" y="161"/>
                </a:lnTo>
                <a:lnTo>
                  <a:pt x="8" y="118"/>
                </a:lnTo>
                <a:lnTo>
                  <a:pt x="44" y="118"/>
                </a:lnTo>
                <a:lnTo>
                  <a:pt x="41" y="136"/>
                </a:lnTo>
                <a:lnTo>
                  <a:pt x="92" y="155"/>
                </a:lnTo>
                <a:lnTo>
                  <a:pt x="151" y="136"/>
                </a:lnTo>
                <a:lnTo>
                  <a:pt x="159" y="94"/>
                </a:lnTo>
                <a:lnTo>
                  <a:pt x="13" y="94"/>
                </a:lnTo>
                <a:lnTo>
                  <a:pt x="20" y="59"/>
                </a:lnTo>
                <a:lnTo>
                  <a:pt x="166" y="59"/>
                </a:lnTo>
                <a:lnTo>
                  <a:pt x="171" y="36"/>
                </a:lnTo>
                <a:lnTo>
                  <a:pt x="25" y="36"/>
                </a:lnTo>
                <a:lnTo>
                  <a:pt x="32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8" name="Freeform 84"/>
          <p:cNvSpPr>
            <a:spLocks noEditPoints="1"/>
          </p:cNvSpPr>
          <p:nvPr/>
        </p:nvSpPr>
        <p:spPr bwMode="auto">
          <a:xfrm>
            <a:off x="6832601" y="2011363"/>
            <a:ext cx="319088" cy="319088"/>
          </a:xfrm>
          <a:custGeom>
            <a:avLst/>
            <a:gdLst>
              <a:gd name="T0" fmla="*/ 159 w 296"/>
              <a:gd name="T1" fmla="*/ 267 h 296"/>
              <a:gd name="T2" fmla="*/ 273 w 296"/>
              <a:gd name="T3" fmla="*/ 205 h 296"/>
              <a:gd name="T4" fmla="*/ 273 w 296"/>
              <a:gd name="T5" fmla="*/ 92 h 296"/>
              <a:gd name="T6" fmla="*/ 159 w 296"/>
              <a:gd name="T7" fmla="*/ 133 h 296"/>
              <a:gd name="T8" fmla="*/ 159 w 296"/>
              <a:gd name="T9" fmla="*/ 267 h 296"/>
              <a:gd name="T10" fmla="*/ 148 w 296"/>
              <a:gd name="T11" fmla="*/ 113 h 296"/>
              <a:gd name="T12" fmla="*/ 272 w 296"/>
              <a:gd name="T13" fmla="*/ 68 h 296"/>
              <a:gd name="T14" fmla="*/ 148 w 296"/>
              <a:gd name="T15" fmla="*/ 23 h 296"/>
              <a:gd name="T16" fmla="*/ 23 w 296"/>
              <a:gd name="T17" fmla="*/ 68 h 296"/>
              <a:gd name="T18" fmla="*/ 148 w 296"/>
              <a:gd name="T19" fmla="*/ 113 h 296"/>
              <a:gd name="T20" fmla="*/ 296 w 296"/>
              <a:gd name="T21" fmla="*/ 68 h 296"/>
              <a:gd name="T22" fmla="*/ 296 w 296"/>
              <a:gd name="T23" fmla="*/ 205 h 296"/>
              <a:gd name="T24" fmla="*/ 293 w 296"/>
              <a:gd name="T25" fmla="*/ 217 h 296"/>
              <a:gd name="T26" fmla="*/ 284 w 296"/>
              <a:gd name="T27" fmla="*/ 225 h 296"/>
              <a:gd name="T28" fmla="*/ 159 w 296"/>
              <a:gd name="T29" fmla="*/ 293 h 296"/>
              <a:gd name="T30" fmla="*/ 148 w 296"/>
              <a:gd name="T31" fmla="*/ 296 h 296"/>
              <a:gd name="T32" fmla="*/ 137 w 296"/>
              <a:gd name="T33" fmla="*/ 293 h 296"/>
              <a:gd name="T34" fmla="*/ 12 w 296"/>
              <a:gd name="T35" fmla="*/ 225 h 296"/>
              <a:gd name="T36" fmla="*/ 3 w 296"/>
              <a:gd name="T37" fmla="*/ 217 h 296"/>
              <a:gd name="T38" fmla="*/ 0 w 296"/>
              <a:gd name="T39" fmla="*/ 205 h 296"/>
              <a:gd name="T40" fmla="*/ 0 w 296"/>
              <a:gd name="T41" fmla="*/ 68 h 296"/>
              <a:gd name="T42" fmla="*/ 4 w 296"/>
              <a:gd name="T43" fmla="*/ 55 h 296"/>
              <a:gd name="T44" fmla="*/ 15 w 296"/>
              <a:gd name="T45" fmla="*/ 47 h 296"/>
              <a:gd name="T46" fmla="*/ 140 w 296"/>
              <a:gd name="T47" fmla="*/ 1 h 296"/>
              <a:gd name="T48" fmla="*/ 148 w 296"/>
              <a:gd name="T49" fmla="*/ 0 h 296"/>
              <a:gd name="T50" fmla="*/ 156 w 296"/>
              <a:gd name="T51" fmla="*/ 1 h 296"/>
              <a:gd name="T52" fmla="*/ 281 w 296"/>
              <a:gd name="T53" fmla="*/ 47 h 296"/>
              <a:gd name="T54" fmla="*/ 292 w 296"/>
              <a:gd name="T55" fmla="*/ 55 h 296"/>
              <a:gd name="T56" fmla="*/ 296 w 296"/>
              <a:gd name="T57" fmla="*/ 68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96" h="296">
                <a:moveTo>
                  <a:pt x="159" y="267"/>
                </a:moveTo>
                <a:cubicBezTo>
                  <a:pt x="273" y="205"/>
                  <a:pt x="273" y="205"/>
                  <a:pt x="273" y="205"/>
                </a:cubicBezTo>
                <a:cubicBezTo>
                  <a:pt x="273" y="92"/>
                  <a:pt x="273" y="92"/>
                  <a:pt x="273" y="92"/>
                </a:cubicBezTo>
                <a:cubicBezTo>
                  <a:pt x="159" y="133"/>
                  <a:pt x="159" y="133"/>
                  <a:pt x="159" y="133"/>
                </a:cubicBezTo>
                <a:lnTo>
                  <a:pt x="159" y="267"/>
                </a:lnTo>
                <a:close/>
                <a:moveTo>
                  <a:pt x="148" y="113"/>
                </a:moveTo>
                <a:cubicBezTo>
                  <a:pt x="272" y="68"/>
                  <a:pt x="272" y="68"/>
                  <a:pt x="272" y="68"/>
                </a:cubicBezTo>
                <a:cubicBezTo>
                  <a:pt x="148" y="23"/>
                  <a:pt x="148" y="23"/>
                  <a:pt x="148" y="23"/>
                </a:cubicBezTo>
                <a:cubicBezTo>
                  <a:pt x="23" y="68"/>
                  <a:pt x="23" y="68"/>
                  <a:pt x="23" y="68"/>
                </a:cubicBezTo>
                <a:lnTo>
                  <a:pt x="148" y="113"/>
                </a:lnTo>
                <a:close/>
                <a:moveTo>
                  <a:pt x="296" y="68"/>
                </a:moveTo>
                <a:cubicBezTo>
                  <a:pt x="296" y="205"/>
                  <a:pt x="296" y="205"/>
                  <a:pt x="296" y="205"/>
                </a:cubicBezTo>
                <a:cubicBezTo>
                  <a:pt x="296" y="209"/>
                  <a:pt x="295" y="213"/>
                  <a:pt x="293" y="217"/>
                </a:cubicBezTo>
                <a:cubicBezTo>
                  <a:pt x="290" y="220"/>
                  <a:pt x="288" y="223"/>
                  <a:pt x="284" y="225"/>
                </a:cubicBezTo>
                <a:cubicBezTo>
                  <a:pt x="159" y="293"/>
                  <a:pt x="159" y="293"/>
                  <a:pt x="159" y="293"/>
                </a:cubicBezTo>
                <a:cubicBezTo>
                  <a:pt x="155" y="295"/>
                  <a:pt x="152" y="296"/>
                  <a:pt x="148" y="296"/>
                </a:cubicBezTo>
                <a:cubicBezTo>
                  <a:pt x="144" y="296"/>
                  <a:pt x="140" y="295"/>
                  <a:pt x="137" y="293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8" y="223"/>
                  <a:pt x="5" y="220"/>
                  <a:pt x="3" y="217"/>
                </a:cubicBezTo>
                <a:cubicBezTo>
                  <a:pt x="1" y="213"/>
                  <a:pt x="0" y="209"/>
                  <a:pt x="0" y="205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4"/>
                  <a:pt x="1" y="59"/>
                  <a:pt x="4" y="55"/>
                </a:cubicBezTo>
                <a:cubicBezTo>
                  <a:pt x="6" y="51"/>
                  <a:pt x="10" y="49"/>
                  <a:pt x="15" y="47"/>
                </a:cubicBezTo>
                <a:cubicBezTo>
                  <a:pt x="140" y="1"/>
                  <a:pt x="140" y="1"/>
                  <a:pt x="140" y="1"/>
                </a:cubicBezTo>
                <a:cubicBezTo>
                  <a:pt x="142" y="0"/>
                  <a:pt x="145" y="0"/>
                  <a:pt x="148" y="0"/>
                </a:cubicBezTo>
                <a:cubicBezTo>
                  <a:pt x="150" y="0"/>
                  <a:pt x="153" y="0"/>
                  <a:pt x="156" y="1"/>
                </a:cubicBezTo>
                <a:cubicBezTo>
                  <a:pt x="281" y="47"/>
                  <a:pt x="281" y="47"/>
                  <a:pt x="281" y="47"/>
                </a:cubicBezTo>
                <a:cubicBezTo>
                  <a:pt x="285" y="49"/>
                  <a:pt x="289" y="51"/>
                  <a:pt x="292" y="55"/>
                </a:cubicBezTo>
                <a:cubicBezTo>
                  <a:pt x="294" y="59"/>
                  <a:pt x="296" y="64"/>
                  <a:pt x="296" y="6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85"/>
          <p:cNvSpPr>
            <a:spLocks noEditPoints="1"/>
          </p:cNvSpPr>
          <p:nvPr/>
        </p:nvSpPr>
        <p:spPr bwMode="auto">
          <a:xfrm>
            <a:off x="7216776" y="1998663"/>
            <a:ext cx="417513" cy="344488"/>
          </a:xfrm>
          <a:custGeom>
            <a:avLst/>
            <a:gdLst>
              <a:gd name="T0" fmla="*/ 113 w 387"/>
              <a:gd name="T1" fmla="*/ 290 h 319"/>
              <a:gd name="T2" fmla="*/ 182 w 387"/>
              <a:gd name="T3" fmla="*/ 256 h 319"/>
              <a:gd name="T4" fmla="*/ 182 w 387"/>
              <a:gd name="T5" fmla="*/ 200 h 319"/>
              <a:gd name="T6" fmla="*/ 113 w 387"/>
              <a:gd name="T7" fmla="*/ 229 h 319"/>
              <a:gd name="T8" fmla="*/ 113 w 387"/>
              <a:gd name="T9" fmla="*/ 290 h 319"/>
              <a:gd name="T10" fmla="*/ 102 w 387"/>
              <a:gd name="T11" fmla="*/ 209 h 319"/>
              <a:gd name="T12" fmla="*/ 174 w 387"/>
              <a:gd name="T13" fmla="*/ 178 h 319"/>
              <a:gd name="T14" fmla="*/ 102 w 387"/>
              <a:gd name="T15" fmla="*/ 148 h 319"/>
              <a:gd name="T16" fmla="*/ 30 w 387"/>
              <a:gd name="T17" fmla="*/ 178 h 319"/>
              <a:gd name="T18" fmla="*/ 102 w 387"/>
              <a:gd name="T19" fmla="*/ 209 h 319"/>
              <a:gd name="T20" fmla="*/ 296 w 387"/>
              <a:gd name="T21" fmla="*/ 290 h 319"/>
              <a:gd name="T22" fmla="*/ 364 w 387"/>
              <a:gd name="T23" fmla="*/ 256 h 319"/>
              <a:gd name="T24" fmla="*/ 364 w 387"/>
              <a:gd name="T25" fmla="*/ 200 h 319"/>
              <a:gd name="T26" fmla="*/ 296 w 387"/>
              <a:gd name="T27" fmla="*/ 229 h 319"/>
              <a:gd name="T28" fmla="*/ 296 w 387"/>
              <a:gd name="T29" fmla="*/ 290 h 319"/>
              <a:gd name="T30" fmla="*/ 284 w 387"/>
              <a:gd name="T31" fmla="*/ 209 h 319"/>
              <a:gd name="T32" fmla="*/ 356 w 387"/>
              <a:gd name="T33" fmla="*/ 178 h 319"/>
              <a:gd name="T34" fmla="*/ 284 w 387"/>
              <a:gd name="T35" fmla="*/ 148 h 319"/>
              <a:gd name="T36" fmla="*/ 212 w 387"/>
              <a:gd name="T37" fmla="*/ 178 h 319"/>
              <a:gd name="T38" fmla="*/ 284 w 387"/>
              <a:gd name="T39" fmla="*/ 209 h 319"/>
              <a:gd name="T40" fmla="*/ 205 w 387"/>
              <a:gd name="T41" fmla="*/ 157 h 319"/>
              <a:gd name="T42" fmla="*/ 273 w 387"/>
              <a:gd name="T43" fmla="*/ 128 h 319"/>
              <a:gd name="T44" fmla="*/ 273 w 387"/>
              <a:gd name="T45" fmla="*/ 80 h 319"/>
              <a:gd name="T46" fmla="*/ 205 w 387"/>
              <a:gd name="T47" fmla="*/ 110 h 319"/>
              <a:gd name="T48" fmla="*/ 205 w 387"/>
              <a:gd name="T49" fmla="*/ 157 h 319"/>
              <a:gd name="T50" fmla="*/ 193 w 387"/>
              <a:gd name="T51" fmla="*/ 90 h 319"/>
              <a:gd name="T52" fmla="*/ 272 w 387"/>
              <a:gd name="T53" fmla="*/ 56 h 319"/>
              <a:gd name="T54" fmla="*/ 193 w 387"/>
              <a:gd name="T55" fmla="*/ 22 h 319"/>
              <a:gd name="T56" fmla="*/ 115 w 387"/>
              <a:gd name="T57" fmla="*/ 56 h 319"/>
              <a:gd name="T58" fmla="*/ 193 w 387"/>
              <a:gd name="T59" fmla="*/ 90 h 319"/>
              <a:gd name="T60" fmla="*/ 387 w 387"/>
              <a:gd name="T61" fmla="*/ 182 h 319"/>
              <a:gd name="T62" fmla="*/ 387 w 387"/>
              <a:gd name="T63" fmla="*/ 256 h 319"/>
              <a:gd name="T64" fmla="*/ 383 w 387"/>
              <a:gd name="T65" fmla="*/ 268 h 319"/>
              <a:gd name="T66" fmla="*/ 374 w 387"/>
              <a:gd name="T67" fmla="*/ 276 h 319"/>
              <a:gd name="T68" fmla="*/ 294 w 387"/>
              <a:gd name="T69" fmla="*/ 316 h 319"/>
              <a:gd name="T70" fmla="*/ 284 w 387"/>
              <a:gd name="T71" fmla="*/ 319 h 319"/>
              <a:gd name="T72" fmla="*/ 274 w 387"/>
              <a:gd name="T73" fmla="*/ 316 h 319"/>
              <a:gd name="T74" fmla="*/ 194 w 387"/>
              <a:gd name="T75" fmla="*/ 276 h 319"/>
              <a:gd name="T76" fmla="*/ 193 w 387"/>
              <a:gd name="T77" fmla="*/ 276 h 319"/>
              <a:gd name="T78" fmla="*/ 192 w 387"/>
              <a:gd name="T79" fmla="*/ 276 h 319"/>
              <a:gd name="T80" fmla="*/ 112 w 387"/>
              <a:gd name="T81" fmla="*/ 316 h 319"/>
              <a:gd name="T82" fmla="*/ 102 w 387"/>
              <a:gd name="T83" fmla="*/ 319 h 319"/>
              <a:gd name="T84" fmla="*/ 92 w 387"/>
              <a:gd name="T85" fmla="*/ 316 h 319"/>
              <a:gd name="T86" fmla="*/ 12 w 387"/>
              <a:gd name="T87" fmla="*/ 276 h 319"/>
              <a:gd name="T88" fmla="*/ 3 w 387"/>
              <a:gd name="T89" fmla="*/ 268 h 319"/>
              <a:gd name="T90" fmla="*/ 0 w 387"/>
              <a:gd name="T91" fmla="*/ 256 h 319"/>
              <a:gd name="T92" fmla="*/ 0 w 387"/>
              <a:gd name="T93" fmla="*/ 182 h 319"/>
              <a:gd name="T94" fmla="*/ 3 w 387"/>
              <a:gd name="T95" fmla="*/ 169 h 319"/>
              <a:gd name="T96" fmla="*/ 13 w 387"/>
              <a:gd name="T97" fmla="*/ 161 h 319"/>
              <a:gd name="T98" fmla="*/ 91 w 387"/>
              <a:gd name="T99" fmla="*/ 128 h 319"/>
              <a:gd name="T100" fmla="*/ 91 w 387"/>
              <a:gd name="T101" fmla="*/ 57 h 319"/>
              <a:gd name="T102" fmla="*/ 95 w 387"/>
              <a:gd name="T103" fmla="*/ 44 h 319"/>
              <a:gd name="T104" fmla="*/ 105 w 387"/>
              <a:gd name="T105" fmla="*/ 36 h 319"/>
              <a:gd name="T106" fmla="*/ 184 w 387"/>
              <a:gd name="T107" fmla="*/ 1 h 319"/>
              <a:gd name="T108" fmla="*/ 193 w 387"/>
              <a:gd name="T109" fmla="*/ 0 h 319"/>
              <a:gd name="T110" fmla="*/ 202 w 387"/>
              <a:gd name="T111" fmla="*/ 1 h 319"/>
              <a:gd name="T112" fmla="*/ 282 w 387"/>
              <a:gd name="T113" fmla="*/ 36 h 319"/>
              <a:gd name="T114" fmla="*/ 292 w 387"/>
              <a:gd name="T115" fmla="*/ 44 h 319"/>
              <a:gd name="T116" fmla="*/ 296 w 387"/>
              <a:gd name="T117" fmla="*/ 57 h 319"/>
              <a:gd name="T118" fmla="*/ 296 w 387"/>
              <a:gd name="T119" fmla="*/ 128 h 319"/>
              <a:gd name="T120" fmla="*/ 373 w 387"/>
              <a:gd name="T121" fmla="*/ 161 h 319"/>
              <a:gd name="T122" fmla="*/ 383 w 387"/>
              <a:gd name="T123" fmla="*/ 169 h 319"/>
              <a:gd name="T124" fmla="*/ 387 w 387"/>
              <a:gd name="T125" fmla="*/ 182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7" h="319">
                <a:moveTo>
                  <a:pt x="113" y="290"/>
                </a:moveTo>
                <a:cubicBezTo>
                  <a:pt x="182" y="256"/>
                  <a:pt x="182" y="256"/>
                  <a:pt x="182" y="256"/>
                </a:cubicBezTo>
                <a:cubicBezTo>
                  <a:pt x="182" y="200"/>
                  <a:pt x="182" y="200"/>
                  <a:pt x="182" y="200"/>
                </a:cubicBezTo>
                <a:cubicBezTo>
                  <a:pt x="113" y="229"/>
                  <a:pt x="113" y="229"/>
                  <a:pt x="113" y="229"/>
                </a:cubicBezTo>
                <a:lnTo>
                  <a:pt x="113" y="290"/>
                </a:lnTo>
                <a:close/>
                <a:moveTo>
                  <a:pt x="102" y="209"/>
                </a:moveTo>
                <a:cubicBezTo>
                  <a:pt x="174" y="178"/>
                  <a:pt x="174" y="178"/>
                  <a:pt x="174" y="178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30" y="178"/>
                  <a:pt x="30" y="178"/>
                  <a:pt x="30" y="178"/>
                </a:cubicBezTo>
                <a:lnTo>
                  <a:pt x="102" y="209"/>
                </a:lnTo>
                <a:close/>
                <a:moveTo>
                  <a:pt x="296" y="290"/>
                </a:moveTo>
                <a:cubicBezTo>
                  <a:pt x="364" y="256"/>
                  <a:pt x="364" y="256"/>
                  <a:pt x="364" y="256"/>
                </a:cubicBezTo>
                <a:cubicBezTo>
                  <a:pt x="364" y="200"/>
                  <a:pt x="364" y="200"/>
                  <a:pt x="364" y="200"/>
                </a:cubicBezTo>
                <a:cubicBezTo>
                  <a:pt x="296" y="229"/>
                  <a:pt x="296" y="229"/>
                  <a:pt x="296" y="229"/>
                </a:cubicBezTo>
                <a:lnTo>
                  <a:pt x="296" y="290"/>
                </a:lnTo>
                <a:close/>
                <a:moveTo>
                  <a:pt x="284" y="209"/>
                </a:moveTo>
                <a:cubicBezTo>
                  <a:pt x="356" y="178"/>
                  <a:pt x="356" y="178"/>
                  <a:pt x="356" y="178"/>
                </a:cubicBezTo>
                <a:cubicBezTo>
                  <a:pt x="284" y="148"/>
                  <a:pt x="284" y="148"/>
                  <a:pt x="284" y="148"/>
                </a:cubicBezTo>
                <a:cubicBezTo>
                  <a:pt x="212" y="178"/>
                  <a:pt x="212" y="178"/>
                  <a:pt x="212" y="178"/>
                </a:cubicBezTo>
                <a:lnTo>
                  <a:pt x="284" y="209"/>
                </a:lnTo>
                <a:close/>
                <a:moveTo>
                  <a:pt x="205" y="157"/>
                </a:moveTo>
                <a:cubicBezTo>
                  <a:pt x="273" y="128"/>
                  <a:pt x="273" y="128"/>
                  <a:pt x="273" y="128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05" y="110"/>
                  <a:pt x="205" y="110"/>
                  <a:pt x="205" y="110"/>
                </a:cubicBezTo>
                <a:lnTo>
                  <a:pt x="205" y="157"/>
                </a:lnTo>
                <a:close/>
                <a:moveTo>
                  <a:pt x="193" y="90"/>
                </a:moveTo>
                <a:cubicBezTo>
                  <a:pt x="272" y="56"/>
                  <a:pt x="272" y="56"/>
                  <a:pt x="272" y="56"/>
                </a:cubicBezTo>
                <a:cubicBezTo>
                  <a:pt x="193" y="22"/>
                  <a:pt x="193" y="22"/>
                  <a:pt x="193" y="22"/>
                </a:cubicBezTo>
                <a:cubicBezTo>
                  <a:pt x="115" y="56"/>
                  <a:pt x="115" y="56"/>
                  <a:pt x="115" y="56"/>
                </a:cubicBezTo>
                <a:lnTo>
                  <a:pt x="193" y="90"/>
                </a:lnTo>
                <a:close/>
                <a:moveTo>
                  <a:pt x="387" y="182"/>
                </a:moveTo>
                <a:cubicBezTo>
                  <a:pt x="387" y="256"/>
                  <a:pt x="387" y="256"/>
                  <a:pt x="387" y="256"/>
                </a:cubicBezTo>
                <a:cubicBezTo>
                  <a:pt x="387" y="260"/>
                  <a:pt x="386" y="264"/>
                  <a:pt x="383" y="268"/>
                </a:cubicBezTo>
                <a:cubicBezTo>
                  <a:pt x="381" y="272"/>
                  <a:pt x="378" y="274"/>
                  <a:pt x="374" y="276"/>
                </a:cubicBezTo>
                <a:cubicBezTo>
                  <a:pt x="294" y="316"/>
                  <a:pt x="294" y="316"/>
                  <a:pt x="294" y="316"/>
                </a:cubicBezTo>
                <a:cubicBezTo>
                  <a:pt x="292" y="318"/>
                  <a:pt x="288" y="319"/>
                  <a:pt x="284" y="319"/>
                </a:cubicBezTo>
                <a:cubicBezTo>
                  <a:pt x="281" y="319"/>
                  <a:pt x="277" y="318"/>
                  <a:pt x="274" y="316"/>
                </a:cubicBezTo>
                <a:cubicBezTo>
                  <a:pt x="194" y="276"/>
                  <a:pt x="194" y="276"/>
                  <a:pt x="194" y="276"/>
                </a:cubicBezTo>
                <a:cubicBezTo>
                  <a:pt x="194" y="276"/>
                  <a:pt x="193" y="276"/>
                  <a:pt x="193" y="276"/>
                </a:cubicBezTo>
                <a:cubicBezTo>
                  <a:pt x="193" y="276"/>
                  <a:pt x="193" y="276"/>
                  <a:pt x="192" y="276"/>
                </a:cubicBezTo>
                <a:cubicBezTo>
                  <a:pt x="112" y="316"/>
                  <a:pt x="112" y="316"/>
                  <a:pt x="112" y="316"/>
                </a:cubicBezTo>
                <a:cubicBezTo>
                  <a:pt x="109" y="318"/>
                  <a:pt x="106" y="319"/>
                  <a:pt x="102" y="319"/>
                </a:cubicBezTo>
                <a:cubicBezTo>
                  <a:pt x="98" y="319"/>
                  <a:pt x="95" y="318"/>
                  <a:pt x="92" y="316"/>
                </a:cubicBezTo>
                <a:cubicBezTo>
                  <a:pt x="12" y="276"/>
                  <a:pt x="12" y="276"/>
                  <a:pt x="12" y="276"/>
                </a:cubicBezTo>
                <a:cubicBezTo>
                  <a:pt x="8" y="274"/>
                  <a:pt x="5" y="272"/>
                  <a:pt x="3" y="268"/>
                </a:cubicBezTo>
                <a:cubicBezTo>
                  <a:pt x="1" y="264"/>
                  <a:pt x="0" y="260"/>
                  <a:pt x="0" y="256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77"/>
                  <a:pt x="1" y="173"/>
                  <a:pt x="3" y="169"/>
                </a:cubicBezTo>
                <a:cubicBezTo>
                  <a:pt x="6" y="166"/>
                  <a:pt x="9" y="163"/>
                  <a:pt x="13" y="161"/>
                </a:cubicBezTo>
                <a:cubicBezTo>
                  <a:pt x="91" y="128"/>
                  <a:pt x="91" y="128"/>
                  <a:pt x="91" y="128"/>
                </a:cubicBezTo>
                <a:cubicBezTo>
                  <a:pt x="91" y="57"/>
                  <a:pt x="91" y="57"/>
                  <a:pt x="91" y="57"/>
                </a:cubicBezTo>
                <a:cubicBezTo>
                  <a:pt x="91" y="52"/>
                  <a:pt x="92" y="48"/>
                  <a:pt x="95" y="44"/>
                </a:cubicBezTo>
                <a:cubicBezTo>
                  <a:pt x="97" y="40"/>
                  <a:pt x="100" y="37"/>
                  <a:pt x="105" y="36"/>
                </a:cubicBezTo>
                <a:cubicBezTo>
                  <a:pt x="184" y="1"/>
                  <a:pt x="184" y="1"/>
                  <a:pt x="184" y="1"/>
                </a:cubicBezTo>
                <a:cubicBezTo>
                  <a:pt x="187" y="0"/>
                  <a:pt x="190" y="0"/>
                  <a:pt x="193" y="0"/>
                </a:cubicBezTo>
                <a:cubicBezTo>
                  <a:pt x="196" y="0"/>
                  <a:pt x="199" y="0"/>
                  <a:pt x="202" y="1"/>
                </a:cubicBezTo>
                <a:cubicBezTo>
                  <a:pt x="282" y="36"/>
                  <a:pt x="282" y="36"/>
                  <a:pt x="282" y="36"/>
                </a:cubicBezTo>
                <a:cubicBezTo>
                  <a:pt x="286" y="37"/>
                  <a:pt x="289" y="40"/>
                  <a:pt x="292" y="44"/>
                </a:cubicBezTo>
                <a:cubicBezTo>
                  <a:pt x="294" y="48"/>
                  <a:pt x="296" y="52"/>
                  <a:pt x="296" y="57"/>
                </a:cubicBezTo>
                <a:cubicBezTo>
                  <a:pt x="296" y="128"/>
                  <a:pt x="296" y="128"/>
                  <a:pt x="296" y="128"/>
                </a:cubicBezTo>
                <a:cubicBezTo>
                  <a:pt x="373" y="161"/>
                  <a:pt x="373" y="161"/>
                  <a:pt x="373" y="161"/>
                </a:cubicBezTo>
                <a:cubicBezTo>
                  <a:pt x="377" y="163"/>
                  <a:pt x="381" y="166"/>
                  <a:pt x="383" y="169"/>
                </a:cubicBezTo>
                <a:cubicBezTo>
                  <a:pt x="386" y="173"/>
                  <a:pt x="387" y="177"/>
                  <a:pt x="387" y="18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0" name="Freeform 86"/>
          <p:cNvSpPr>
            <a:spLocks noEditPoints="1"/>
          </p:cNvSpPr>
          <p:nvPr/>
        </p:nvSpPr>
        <p:spPr bwMode="auto">
          <a:xfrm>
            <a:off x="7686676" y="2041525"/>
            <a:ext cx="344488" cy="258763"/>
          </a:xfrm>
          <a:custGeom>
            <a:avLst/>
            <a:gdLst>
              <a:gd name="T0" fmla="*/ 99 w 319"/>
              <a:gd name="T1" fmla="*/ 187 h 240"/>
              <a:gd name="T2" fmla="*/ 113 w 319"/>
              <a:gd name="T3" fmla="*/ 162 h 240"/>
              <a:gd name="T4" fmla="*/ 89 w 319"/>
              <a:gd name="T5" fmla="*/ 133 h 240"/>
              <a:gd name="T6" fmla="*/ 80 w 319"/>
              <a:gd name="T7" fmla="*/ 97 h 240"/>
              <a:gd name="T8" fmla="*/ 91 w 319"/>
              <a:gd name="T9" fmla="*/ 57 h 240"/>
              <a:gd name="T10" fmla="*/ 23 w 319"/>
              <a:gd name="T11" fmla="*/ 120 h 240"/>
              <a:gd name="T12" fmla="*/ 99 w 319"/>
              <a:gd name="T13" fmla="*/ 187 h 240"/>
              <a:gd name="T14" fmla="*/ 168 w 319"/>
              <a:gd name="T15" fmla="*/ 52 h 240"/>
              <a:gd name="T16" fmla="*/ 166 w 319"/>
              <a:gd name="T17" fmla="*/ 46 h 240"/>
              <a:gd name="T18" fmla="*/ 160 w 319"/>
              <a:gd name="T19" fmla="*/ 43 h 240"/>
              <a:gd name="T20" fmla="*/ 122 w 319"/>
              <a:gd name="T21" fmla="*/ 59 h 240"/>
              <a:gd name="T22" fmla="*/ 106 w 319"/>
              <a:gd name="T23" fmla="*/ 97 h 240"/>
              <a:gd name="T24" fmla="*/ 108 w 319"/>
              <a:gd name="T25" fmla="*/ 103 h 240"/>
              <a:gd name="T26" fmla="*/ 114 w 319"/>
              <a:gd name="T27" fmla="*/ 106 h 240"/>
              <a:gd name="T28" fmla="*/ 120 w 319"/>
              <a:gd name="T29" fmla="*/ 103 h 240"/>
              <a:gd name="T30" fmla="*/ 123 w 319"/>
              <a:gd name="T31" fmla="*/ 97 h 240"/>
              <a:gd name="T32" fmla="*/ 134 w 319"/>
              <a:gd name="T33" fmla="*/ 71 h 240"/>
              <a:gd name="T34" fmla="*/ 160 w 319"/>
              <a:gd name="T35" fmla="*/ 60 h 240"/>
              <a:gd name="T36" fmla="*/ 166 w 319"/>
              <a:gd name="T37" fmla="*/ 58 h 240"/>
              <a:gd name="T38" fmla="*/ 168 w 319"/>
              <a:gd name="T39" fmla="*/ 52 h 240"/>
              <a:gd name="T40" fmla="*/ 233 w 319"/>
              <a:gd name="T41" fmla="*/ 18 h 240"/>
              <a:gd name="T42" fmla="*/ 233 w 319"/>
              <a:gd name="T43" fmla="*/ 19 h 240"/>
              <a:gd name="T44" fmla="*/ 177 w 319"/>
              <a:gd name="T45" fmla="*/ 120 h 240"/>
              <a:gd name="T46" fmla="*/ 120 w 319"/>
              <a:gd name="T47" fmla="*/ 221 h 240"/>
              <a:gd name="T48" fmla="*/ 112 w 319"/>
              <a:gd name="T49" fmla="*/ 237 h 240"/>
              <a:gd name="T50" fmla="*/ 107 w 319"/>
              <a:gd name="T51" fmla="*/ 240 h 240"/>
              <a:gd name="T52" fmla="*/ 83 w 319"/>
              <a:gd name="T53" fmla="*/ 227 h 240"/>
              <a:gd name="T54" fmla="*/ 80 w 319"/>
              <a:gd name="T55" fmla="*/ 222 h 240"/>
              <a:gd name="T56" fmla="*/ 88 w 319"/>
              <a:gd name="T57" fmla="*/ 207 h 240"/>
              <a:gd name="T58" fmla="*/ 41 w 319"/>
              <a:gd name="T59" fmla="*/ 176 h 240"/>
              <a:gd name="T60" fmla="*/ 4 w 319"/>
              <a:gd name="T61" fmla="*/ 132 h 240"/>
              <a:gd name="T62" fmla="*/ 0 w 319"/>
              <a:gd name="T63" fmla="*/ 120 h 240"/>
              <a:gd name="T64" fmla="*/ 4 w 319"/>
              <a:gd name="T65" fmla="*/ 108 h 240"/>
              <a:gd name="T66" fmla="*/ 71 w 319"/>
              <a:gd name="T67" fmla="*/ 42 h 240"/>
              <a:gd name="T68" fmla="*/ 160 w 319"/>
              <a:gd name="T69" fmla="*/ 18 h 240"/>
              <a:gd name="T70" fmla="*/ 192 w 319"/>
              <a:gd name="T71" fmla="*/ 21 h 240"/>
              <a:gd name="T72" fmla="*/ 201 w 319"/>
              <a:gd name="T73" fmla="*/ 3 h 240"/>
              <a:gd name="T74" fmla="*/ 206 w 319"/>
              <a:gd name="T75" fmla="*/ 0 h 240"/>
              <a:gd name="T76" fmla="*/ 210 w 319"/>
              <a:gd name="T77" fmla="*/ 2 h 240"/>
              <a:gd name="T78" fmla="*/ 215 w 319"/>
              <a:gd name="T79" fmla="*/ 4 h 240"/>
              <a:gd name="T80" fmla="*/ 221 w 319"/>
              <a:gd name="T81" fmla="*/ 8 h 240"/>
              <a:gd name="T82" fmla="*/ 227 w 319"/>
              <a:gd name="T83" fmla="*/ 11 h 240"/>
              <a:gd name="T84" fmla="*/ 230 w 319"/>
              <a:gd name="T85" fmla="*/ 13 h 240"/>
              <a:gd name="T86" fmla="*/ 233 w 319"/>
              <a:gd name="T87" fmla="*/ 18 h 240"/>
              <a:gd name="T88" fmla="*/ 239 w 319"/>
              <a:gd name="T89" fmla="*/ 97 h 240"/>
              <a:gd name="T90" fmla="*/ 225 w 319"/>
              <a:gd name="T91" fmla="*/ 142 h 240"/>
              <a:gd name="T92" fmla="*/ 188 w 319"/>
              <a:gd name="T93" fmla="*/ 172 h 240"/>
              <a:gd name="T94" fmla="*/ 238 w 319"/>
              <a:gd name="T95" fmla="*/ 82 h 240"/>
              <a:gd name="T96" fmla="*/ 239 w 319"/>
              <a:gd name="T97" fmla="*/ 97 h 240"/>
              <a:gd name="T98" fmla="*/ 319 w 319"/>
              <a:gd name="T99" fmla="*/ 120 h 240"/>
              <a:gd name="T100" fmla="*/ 316 w 319"/>
              <a:gd name="T101" fmla="*/ 132 h 240"/>
              <a:gd name="T102" fmla="*/ 296 w 319"/>
              <a:gd name="T103" fmla="*/ 158 h 240"/>
              <a:gd name="T104" fmla="*/ 234 w 319"/>
              <a:gd name="T105" fmla="*/ 206 h 240"/>
              <a:gd name="T106" fmla="*/ 160 w 319"/>
              <a:gd name="T107" fmla="*/ 223 h 240"/>
              <a:gd name="T108" fmla="*/ 173 w 319"/>
              <a:gd name="T109" fmla="*/ 199 h 240"/>
              <a:gd name="T110" fmla="*/ 243 w 319"/>
              <a:gd name="T111" fmla="*/ 175 h 240"/>
              <a:gd name="T112" fmla="*/ 296 w 319"/>
              <a:gd name="T113" fmla="*/ 120 h 240"/>
              <a:gd name="T114" fmla="*/ 246 w 319"/>
              <a:gd name="T115" fmla="*/ 68 h 240"/>
              <a:gd name="T116" fmla="*/ 257 w 319"/>
              <a:gd name="T117" fmla="*/ 48 h 240"/>
              <a:gd name="T118" fmla="*/ 290 w 319"/>
              <a:gd name="T119" fmla="*/ 75 h 240"/>
              <a:gd name="T120" fmla="*/ 316 w 319"/>
              <a:gd name="T121" fmla="*/ 108 h 240"/>
              <a:gd name="T122" fmla="*/ 319 w 319"/>
              <a:gd name="T123" fmla="*/ 1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9" h="240">
                <a:moveTo>
                  <a:pt x="99" y="187"/>
                </a:moveTo>
                <a:cubicBezTo>
                  <a:pt x="113" y="162"/>
                  <a:pt x="113" y="162"/>
                  <a:pt x="113" y="162"/>
                </a:cubicBezTo>
                <a:cubicBezTo>
                  <a:pt x="103" y="154"/>
                  <a:pt x="95" y="145"/>
                  <a:pt x="89" y="133"/>
                </a:cubicBezTo>
                <a:cubicBezTo>
                  <a:pt x="83" y="122"/>
                  <a:pt x="80" y="110"/>
                  <a:pt x="80" y="97"/>
                </a:cubicBezTo>
                <a:cubicBezTo>
                  <a:pt x="80" y="83"/>
                  <a:pt x="84" y="70"/>
                  <a:pt x="91" y="57"/>
                </a:cubicBezTo>
                <a:cubicBezTo>
                  <a:pt x="64" y="71"/>
                  <a:pt x="41" y="92"/>
                  <a:pt x="23" y="120"/>
                </a:cubicBezTo>
                <a:cubicBezTo>
                  <a:pt x="43" y="151"/>
                  <a:pt x="68" y="173"/>
                  <a:pt x="99" y="187"/>
                </a:cubicBezTo>
                <a:close/>
                <a:moveTo>
                  <a:pt x="168" y="52"/>
                </a:moveTo>
                <a:cubicBezTo>
                  <a:pt x="168" y="49"/>
                  <a:pt x="167" y="47"/>
                  <a:pt x="166" y="46"/>
                </a:cubicBezTo>
                <a:cubicBezTo>
                  <a:pt x="164" y="44"/>
                  <a:pt x="162" y="43"/>
                  <a:pt x="160" y="43"/>
                </a:cubicBezTo>
                <a:cubicBezTo>
                  <a:pt x="145" y="43"/>
                  <a:pt x="132" y="48"/>
                  <a:pt x="122" y="59"/>
                </a:cubicBezTo>
                <a:cubicBezTo>
                  <a:pt x="111" y="70"/>
                  <a:pt x="106" y="82"/>
                  <a:pt x="106" y="97"/>
                </a:cubicBezTo>
                <a:cubicBezTo>
                  <a:pt x="106" y="100"/>
                  <a:pt x="106" y="102"/>
                  <a:pt x="108" y="103"/>
                </a:cubicBezTo>
                <a:cubicBezTo>
                  <a:pt x="110" y="105"/>
                  <a:pt x="112" y="106"/>
                  <a:pt x="114" y="106"/>
                </a:cubicBezTo>
                <a:cubicBezTo>
                  <a:pt x="117" y="106"/>
                  <a:pt x="119" y="105"/>
                  <a:pt x="120" y="103"/>
                </a:cubicBezTo>
                <a:cubicBezTo>
                  <a:pt x="122" y="102"/>
                  <a:pt x="123" y="100"/>
                  <a:pt x="123" y="97"/>
                </a:cubicBezTo>
                <a:cubicBezTo>
                  <a:pt x="123" y="87"/>
                  <a:pt x="126" y="78"/>
                  <a:pt x="134" y="71"/>
                </a:cubicBezTo>
                <a:cubicBezTo>
                  <a:pt x="141" y="64"/>
                  <a:pt x="150" y="60"/>
                  <a:pt x="160" y="60"/>
                </a:cubicBezTo>
                <a:cubicBezTo>
                  <a:pt x="162" y="60"/>
                  <a:pt x="164" y="59"/>
                  <a:pt x="166" y="58"/>
                </a:cubicBezTo>
                <a:cubicBezTo>
                  <a:pt x="167" y="56"/>
                  <a:pt x="168" y="54"/>
                  <a:pt x="168" y="52"/>
                </a:cubicBezTo>
                <a:close/>
                <a:moveTo>
                  <a:pt x="233" y="18"/>
                </a:moveTo>
                <a:cubicBezTo>
                  <a:pt x="233" y="19"/>
                  <a:pt x="233" y="19"/>
                  <a:pt x="233" y="19"/>
                </a:cubicBezTo>
                <a:cubicBezTo>
                  <a:pt x="220" y="42"/>
                  <a:pt x="202" y="75"/>
                  <a:pt x="177" y="120"/>
                </a:cubicBezTo>
                <a:cubicBezTo>
                  <a:pt x="152" y="165"/>
                  <a:pt x="133" y="199"/>
                  <a:pt x="120" y="221"/>
                </a:cubicBezTo>
                <a:cubicBezTo>
                  <a:pt x="112" y="237"/>
                  <a:pt x="112" y="237"/>
                  <a:pt x="112" y="237"/>
                </a:cubicBezTo>
                <a:cubicBezTo>
                  <a:pt x="110" y="239"/>
                  <a:pt x="109" y="240"/>
                  <a:pt x="107" y="240"/>
                </a:cubicBezTo>
                <a:cubicBezTo>
                  <a:pt x="105" y="240"/>
                  <a:pt x="97" y="236"/>
                  <a:pt x="83" y="227"/>
                </a:cubicBezTo>
                <a:cubicBezTo>
                  <a:pt x="81" y="226"/>
                  <a:pt x="80" y="224"/>
                  <a:pt x="80" y="222"/>
                </a:cubicBezTo>
                <a:cubicBezTo>
                  <a:pt x="80" y="221"/>
                  <a:pt x="83" y="216"/>
                  <a:pt x="88" y="207"/>
                </a:cubicBezTo>
                <a:cubicBezTo>
                  <a:pt x="71" y="199"/>
                  <a:pt x="55" y="189"/>
                  <a:pt x="41" y="176"/>
                </a:cubicBezTo>
                <a:cubicBezTo>
                  <a:pt x="27" y="163"/>
                  <a:pt x="14" y="149"/>
                  <a:pt x="4" y="132"/>
                </a:cubicBezTo>
                <a:cubicBezTo>
                  <a:pt x="1" y="129"/>
                  <a:pt x="0" y="125"/>
                  <a:pt x="0" y="120"/>
                </a:cubicBezTo>
                <a:cubicBezTo>
                  <a:pt x="0" y="116"/>
                  <a:pt x="1" y="111"/>
                  <a:pt x="4" y="108"/>
                </a:cubicBezTo>
                <a:cubicBezTo>
                  <a:pt x="22" y="80"/>
                  <a:pt x="45" y="58"/>
                  <a:pt x="71" y="42"/>
                </a:cubicBezTo>
                <a:cubicBezTo>
                  <a:pt x="98" y="26"/>
                  <a:pt x="128" y="18"/>
                  <a:pt x="160" y="18"/>
                </a:cubicBezTo>
                <a:cubicBezTo>
                  <a:pt x="170" y="18"/>
                  <a:pt x="181" y="19"/>
                  <a:pt x="192" y="21"/>
                </a:cubicBezTo>
                <a:cubicBezTo>
                  <a:pt x="201" y="3"/>
                  <a:pt x="201" y="3"/>
                  <a:pt x="201" y="3"/>
                </a:cubicBezTo>
                <a:cubicBezTo>
                  <a:pt x="203" y="1"/>
                  <a:pt x="204" y="0"/>
                  <a:pt x="206" y="0"/>
                </a:cubicBezTo>
                <a:cubicBezTo>
                  <a:pt x="207" y="0"/>
                  <a:pt x="208" y="1"/>
                  <a:pt x="210" y="2"/>
                </a:cubicBezTo>
                <a:cubicBezTo>
                  <a:pt x="211" y="2"/>
                  <a:pt x="213" y="3"/>
                  <a:pt x="215" y="4"/>
                </a:cubicBezTo>
                <a:cubicBezTo>
                  <a:pt x="217" y="5"/>
                  <a:pt x="219" y="7"/>
                  <a:pt x="221" y="8"/>
                </a:cubicBezTo>
                <a:cubicBezTo>
                  <a:pt x="223" y="9"/>
                  <a:pt x="225" y="10"/>
                  <a:pt x="227" y="11"/>
                </a:cubicBezTo>
                <a:cubicBezTo>
                  <a:pt x="229" y="12"/>
                  <a:pt x="230" y="13"/>
                  <a:pt x="230" y="13"/>
                </a:cubicBezTo>
                <a:cubicBezTo>
                  <a:pt x="232" y="14"/>
                  <a:pt x="233" y="16"/>
                  <a:pt x="233" y="18"/>
                </a:cubicBezTo>
                <a:close/>
                <a:moveTo>
                  <a:pt x="239" y="97"/>
                </a:moveTo>
                <a:cubicBezTo>
                  <a:pt x="239" y="114"/>
                  <a:pt x="235" y="129"/>
                  <a:pt x="225" y="142"/>
                </a:cubicBezTo>
                <a:cubicBezTo>
                  <a:pt x="216" y="156"/>
                  <a:pt x="204" y="166"/>
                  <a:pt x="188" y="172"/>
                </a:cubicBezTo>
                <a:cubicBezTo>
                  <a:pt x="238" y="82"/>
                  <a:pt x="238" y="82"/>
                  <a:pt x="238" y="82"/>
                </a:cubicBezTo>
                <a:cubicBezTo>
                  <a:pt x="239" y="88"/>
                  <a:pt x="239" y="93"/>
                  <a:pt x="239" y="97"/>
                </a:cubicBezTo>
                <a:close/>
                <a:moveTo>
                  <a:pt x="319" y="120"/>
                </a:moveTo>
                <a:cubicBezTo>
                  <a:pt x="319" y="124"/>
                  <a:pt x="318" y="128"/>
                  <a:pt x="316" y="132"/>
                </a:cubicBezTo>
                <a:cubicBezTo>
                  <a:pt x="311" y="140"/>
                  <a:pt x="305" y="149"/>
                  <a:pt x="296" y="158"/>
                </a:cubicBezTo>
                <a:cubicBezTo>
                  <a:pt x="278" y="179"/>
                  <a:pt x="258" y="194"/>
                  <a:pt x="234" y="206"/>
                </a:cubicBezTo>
                <a:cubicBezTo>
                  <a:pt x="211" y="217"/>
                  <a:pt x="186" y="223"/>
                  <a:pt x="160" y="223"/>
                </a:cubicBezTo>
                <a:cubicBezTo>
                  <a:pt x="173" y="199"/>
                  <a:pt x="173" y="199"/>
                  <a:pt x="173" y="199"/>
                </a:cubicBezTo>
                <a:cubicBezTo>
                  <a:pt x="198" y="197"/>
                  <a:pt x="221" y="189"/>
                  <a:pt x="243" y="175"/>
                </a:cubicBezTo>
                <a:cubicBezTo>
                  <a:pt x="264" y="161"/>
                  <a:pt x="282" y="142"/>
                  <a:pt x="296" y="120"/>
                </a:cubicBezTo>
                <a:cubicBezTo>
                  <a:pt x="283" y="99"/>
                  <a:pt x="266" y="81"/>
                  <a:pt x="246" y="68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69" y="55"/>
                  <a:pt x="280" y="64"/>
                  <a:pt x="290" y="75"/>
                </a:cubicBezTo>
                <a:cubicBezTo>
                  <a:pt x="300" y="86"/>
                  <a:pt x="309" y="97"/>
                  <a:pt x="316" y="108"/>
                </a:cubicBezTo>
                <a:cubicBezTo>
                  <a:pt x="318" y="112"/>
                  <a:pt x="319" y="116"/>
                  <a:pt x="319" y="12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1" name="Freeform 87"/>
          <p:cNvSpPr>
            <a:spLocks noEditPoints="1"/>
          </p:cNvSpPr>
          <p:nvPr/>
        </p:nvSpPr>
        <p:spPr bwMode="auto">
          <a:xfrm>
            <a:off x="5121276" y="2432050"/>
            <a:ext cx="271463" cy="344488"/>
          </a:xfrm>
          <a:custGeom>
            <a:avLst/>
            <a:gdLst>
              <a:gd name="T0" fmla="*/ 0 w 251"/>
              <a:gd name="T1" fmla="*/ 121 h 319"/>
              <a:gd name="T2" fmla="*/ 17 w 251"/>
              <a:gd name="T3" fmla="*/ 81 h 319"/>
              <a:gd name="T4" fmla="*/ 56 w 251"/>
              <a:gd name="T5" fmla="*/ 64 h 319"/>
              <a:gd name="T6" fmla="*/ 188 w 251"/>
              <a:gd name="T7" fmla="*/ 64 h 319"/>
              <a:gd name="T8" fmla="*/ 251 w 251"/>
              <a:gd name="T9" fmla="*/ 0 h 319"/>
              <a:gd name="T10" fmla="*/ 251 w 251"/>
              <a:gd name="T11" fmla="*/ 262 h 319"/>
              <a:gd name="T12" fmla="*/ 235 w 251"/>
              <a:gd name="T13" fmla="*/ 302 h 319"/>
              <a:gd name="T14" fmla="*/ 195 w 251"/>
              <a:gd name="T15" fmla="*/ 319 h 319"/>
              <a:gd name="T16" fmla="*/ 56 w 251"/>
              <a:gd name="T17" fmla="*/ 319 h 319"/>
              <a:gd name="T18" fmla="*/ 17 w 251"/>
              <a:gd name="T19" fmla="*/ 302 h 319"/>
              <a:gd name="T20" fmla="*/ 0 w 251"/>
              <a:gd name="T21" fmla="*/ 262 h 319"/>
              <a:gd name="T22" fmla="*/ 0 w 251"/>
              <a:gd name="T23" fmla="*/ 121 h 319"/>
              <a:gd name="T24" fmla="*/ 220 w 251"/>
              <a:gd name="T25" fmla="*/ 255 h 319"/>
              <a:gd name="T26" fmla="*/ 188 w 251"/>
              <a:gd name="T27" fmla="*/ 223 h 319"/>
              <a:gd name="T28" fmla="*/ 188 w 251"/>
              <a:gd name="T29" fmla="*/ 148 h 319"/>
              <a:gd name="T30" fmla="*/ 183 w 251"/>
              <a:gd name="T31" fmla="*/ 134 h 319"/>
              <a:gd name="T32" fmla="*/ 169 w 251"/>
              <a:gd name="T33" fmla="*/ 128 h 319"/>
              <a:gd name="T34" fmla="*/ 82 w 251"/>
              <a:gd name="T35" fmla="*/ 128 h 319"/>
              <a:gd name="T36" fmla="*/ 69 w 251"/>
              <a:gd name="T37" fmla="*/ 134 h 319"/>
              <a:gd name="T38" fmla="*/ 63 w 251"/>
              <a:gd name="T39" fmla="*/ 148 h 319"/>
              <a:gd name="T40" fmla="*/ 63 w 251"/>
              <a:gd name="T41" fmla="*/ 235 h 319"/>
              <a:gd name="T42" fmla="*/ 69 w 251"/>
              <a:gd name="T43" fmla="*/ 249 h 319"/>
              <a:gd name="T44" fmla="*/ 82 w 251"/>
              <a:gd name="T45" fmla="*/ 255 h 319"/>
              <a:gd name="T46" fmla="*/ 220 w 251"/>
              <a:gd name="T47" fmla="*/ 255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51" h="319">
                <a:moveTo>
                  <a:pt x="0" y="121"/>
                </a:moveTo>
                <a:cubicBezTo>
                  <a:pt x="0" y="106"/>
                  <a:pt x="6" y="92"/>
                  <a:pt x="17" y="81"/>
                </a:cubicBezTo>
                <a:cubicBezTo>
                  <a:pt x="27" y="70"/>
                  <a:pt x="41" y="64"/>
                  <a:pt x="56" y="64"/>
                </a:cubicBezTo>
                <a:cubicBezTo>
                  <a:pt x="188" y="64"/>
                  <a:pt x="188" y="64"/>
                  <a:pt x="188" y="64"/>
                </a:cubicBezTo>
                <a:cubicBezTo>
                  <a:pt x="251" y="0"/>
                  <a:pt x="251" y="0"/>
                  <a:pt x="251" y="0"/>
                </a:cubicBezTo>
                <a:cubicBezTo>
                  <a:pt x="251" y="262"/>
                  <a:pt x="251" y="262"/>
                  <a:pt x="251" y="262"/>
                </a:cubicBezTo>
                <a:cubicBezTo>
                  <a:pt x="251" y="277"/>
                  <a:pt x="245" y="291"/>
                  <a:pt x="235" y="302"/>
                </a:cubicBezTo>
                <a:cubicBezTo>
                  <a:pt x="224" y="313"/>
                  <a:pt x="211" y="319"/>
                  <a:pt x="195" y="319"/>
                </a:cubicBezTo>
                <a:cubicBezTo>
                  <a:pt x="56" y="319"/>
                  <a:pt x="56" y="319"/>
                  <a:pt x="56" y="319"/>
                </a:cubicBezTo>
                <a:cubicBezTo>
                  <a:pt x="41" y="319"/>
                  <a:pt x="27" y="313"/>
                  <a:pt x="17" y="302"/>
                </a:cubicBezTo>
                <a:cubicBezTo>
                  <a:pt x="6" y="291"/>
                  <a:pt x="0" y="277"/>
                  <a:pt x="0" y="262"/>
                </a:cubicBezTo>
                <a:lnTo>
                  <a:pt x="0" y="121"/>
                </a:lnTo>
                <a:close/>
                <a:moveTo>
                  <a:pt x="220" y="255"/>
                </a:moveTo>
                <a:cubicBezTo>
                  <a:pt x="188" y="223"/>
                  <a:pt x="188" y="223"/>
                  <a:pt x="188" y="223"/>
                </a:cubicBezTo>
                <a:cubicBezTo>
                  <a:pt x="188" y="148"/>
                  <a:pt x="188" y="148"/>
                  <a:pt x="188" y="148"/>
                </a:cubicBezTo>
                <a:cubicBezTo>
                  <a:pt x="188" y="142"/>
                  <a:pt x="186" y="138"/>
                  <a:pt x="183" y="134"/>
                </a:cubicBezTo>
                <a:cubicBezTo>
                  <a:pt x="179" y="130"/>
                  <a:pt x="174" y="128"/>
                  <a:pt x="169" y="128"/>
                </a:cubicBezTo>
                <a:cubicBezTo>
                  <a:pt x="82" y="128"/>
                  <a:pt x="82" y="128"/>
                  <a:pt x="82" y="128"/>
                </a:cubicBezTo>
                <a:cubicBezTo>
                  <a:pt x="77" y="128"/>
                  <a:pt x="72" y="130"/>
                  <a:pt x="69" y="134"/>
                </a:cubicBezTo>
                <a:cubicBezTo>
                  <a:pt x="65" y="138"/>
                  <a:pt x="63" y="142"/>
                  <a:pt x="63" y="148"/>
                </a:cubicBezTo>
                <a:cubicBezTo>
                  <a:pt x="63" y="235"/>
                  <a:pt x="63" y="235"/>
                  <a:pt x="63" y="235"/>
                </a:cubicBezTo>
                <a:cubicBezTo>
                  <a:pt x="63" y="241"/>
                  <a:pt x="65" y="245"/>
                  <a:pt x="69" y="249"/>
                </a:cubicBezTo>
                <a:cubicBezTo>
                  <a:pt x="73" y="253"/>
                  <a:pt x="77" y="255"/>
                  <a:pt x="82" y="255"/>
                </a:cubicBezTo>
                <a:lnTo>
                  <a:pt x="220" y="25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2" name="Freeform 88"/>
          <p:cNvSpPr>
            <a:spLocks noEditPoints="1"/>
          </p:cNvSpPr>
          <p:nvPr/>
        </p:nvSpPr>
        <p:spPr bwMode="auto">
          <a:xfrm>
            <a:off x="5543551" y="2432050"/>
            <a:ext cx="295275" cy="344488"/>
          </a:xfrm>
          <a:custGeom>
            <a:avLst/>
            <a:gdLst>
              <a:gd name="T0" fmla="*/ 137 w 274"/>
              <a:gd name="T1" fmla="*/ 137 h 319"/>
              <a:gd name="T2" fmla="*/ 216 w 274"/>
              <a:gd name="T3" fmla="*/ 129 h 319"/>
              <a:gd name="T4" fmla="*/ 274 w 274"/>
              <a:gd name="T5" fmla="*/ 107 h 319"/>
              <a:gd name="T6" fmla="*/ 274 w 274"/>
              <a:gd name="T7" fmla="*/ 137 h 319"/>
              <a:gd name="T8" fmla="*/ 255 w 274"/>
              <a:gd name="T9" fmla="*/ 160 h 319"/>
              <a:gd name="T10" fmla="*/ 206 w 274"/>
              <a:gd name="T11" fmla="*/ 176 h 319"/>
              <a:gd name="T12" fmla="*/ 137 w 274"/>
              <a:gd name="T13" fmla="*/ 182 h 319"/>
              <a:gd name="T14" fmla="*/ 69 w 274"/>
              <a:gd name="T15" fmla="*/ 176 h 319"/>
              <a:gd name="T16" fmla="*/ 19 w 274"/>
              <a:gd name="T17" fmla="*/ 160 h 319"/>
              <a:gd name="T18" fmla="*/ 0 w 274"/>
              <a:gd name="T19" fmla="*/ 137 h 319"/>
              <a:gd name="T20" fmla="*/ 0 w 274"/>
              <a:gd name="T21" fmla="*/ 107 h 319"/>
              <a:gd name="T22" fmla="*/ 58 w 274"/>
              <a:gd name="T23" fmla="*/ 129 h 319"/>
              <a:gd name="T24" fmla="*/ 137 w 274"/>
              <a:gd name="T25" fmla="*/ 137 h 319"/>
              <a:gd name="T26" fmla="*/ 137 w 274"/>
              <a:gd name="T27" fmla="*/ 274 h 319"/>
              <a:gd name="T28" fmla="*/ 216 w 274"/>
              <a:gd name="T29" fmla="*/ 266 h 319"/>
              <a:gd name="T30" fmla="*/ 274 w 274"/>
              <a:gd name="T31" fmla="*/ 243 h 319"/>
              <a:gd name="T32" fmla="*/ 274 w 274"/>
              <a:gd name="T33" fmla="*/ 274 h 319"/>
              <a:gd name="T34" fmla="*/ 255 w 274"/>
              <a:gd name="T35" fmla="*/ 296 h 319"/>
              <a:gd name="T36" fmla="*/ 206 w 274"/>
              <a:gd name="T37" fmla="*/ 313 h 319"/>
              <a:gd name="T38" fmla="*/ 137 w 274"/>
              <a:gd name="T39" fmla="*/ 319 h 319"/>
              <a:gd name="T40" fmla="*/ 69 w 274"/>
              <a:gd name="T41" fmla="*/ 313 h 319"/>
              <a:gd name="T42" fmla="*/ 19 w 274"/>
              <a:gd name="T43" fmla="*/ 296 h 319"/>
              <a:gd name="T44" fmla="*/ 0 w 274"/>
              <a:gd name="T45" fmla="*/ 274 h 319"/>
              <a:gd name="T46" fmla="*/ 0 w 274"/>
              <a:gd name="T47" fmla="*/ 243 h 319"/>
              <a:gd name="T48" fmla="*/ 58 w 274"/>
              <a:gd name="T49" fmla="*/ 266 h 319"/>
              <a:gd name="T50" fmla="*/ 137 w 274"/>
              <a:gd name="T51" fmla="*/ 274 h 319"/>
              <a:gd name="T52" fmla="*/ 137 w 274"/>
              <a:gd name="T53" fmla="*/ 205 h 319"/>
              <a:gd name="T54" fmla="*/ 216 w 274"/>
              <a:gd name="T55" fmla="*/ 198 h 319"/>
              <a:gd name="T56" fmla="*/ 274 w 274"/>
              <a:gd name="T57" fmla="*/ 175 h 319"/>
              <a:gd name="T58" fmla="*/ 274 w 274"/>
              <a:gd name="T59" fmla="*/ 205 h 319"/>
              <a:gd name="T60" fmla="*/ 255 w 274"/>
              <a:gd name="T61" fmla="*/ 228 h 319"/>
              <a:gd name="T62" fmla="*/ 206 w 274"/>
              <a:gd name="T63" fmla="*/ 245 h 319"/>
              <a:gd name="T64" fmla="*/ 137 w 274"/>
              <a:gd name="T65" fmla="*/ 251 h 319"/>
              <a:gd name="T66" fmla="*/ 69 w 274"/>
              <a:gd name="T67" fmla="*/ 245 h 319"/>
              <a:gd name="T68" fmla="*/ 19 w 274"/>
              <a:gd name="T69" fmla="*/ 228 h 319"/>
              <a:gd name="T70" fmla="*/ 0 w 274"/>
              <a:gd name="T71" fmla="*/ 205 h 319"/>
              <a:gd name="T72" fmla="*/ 0 w 274"/>
              <a:gd name="T73" fmla="*/ 175 h 319"/>
              <a:gd name="T74" fmla="*/ 58 w 274"/>
              <a:gd name="T75" fmla="*/ 198 h 319"/>
              <a:gd name="T76" fmla="*/ 137 w 274"/>
              <a:gd name="T77" fmla="*/ 205 h 319"/>
              <a:gd name="T78" fmla="*/ 137 w 274"/>
              <a:gd name="T79" fmla="*/ 0 h 319"/>
              <a:gd name="T80" fmla="*/ 206 w 274"/>
              <a:gd name="T81" fmla="*/ 6 h 319"/>
              <a:gd name="T82" fmla="*/ 255 w 274"/>
              <a:gd name="T83" fmla="*/ 23 h 319"/>
              <a:gd name="T84" fmla="*/ 274 w 274"/>
              <a:gd name="T85" fmla="*/ 46 h 319"/>
              <a:gd name="T86" fmla="*/ 274 w 274"/>
              <a:gd name="T87" fmla="*/ 68 h 319"/>
              <a:gd name="T88" fmla="*/ 255 w 274"/>
              <a:gd name="T89" fmla="*/ 91 h 319"/>
              <a:gd name="T90" fmla="*/ 206 w 274"/>
              <a:gd name="T91" fmla="*/ 108 h 319"/>
              <a:gd name="T92" fmla="*/ 137 w 274"/>
              <a:gd name="T93" fmla="*/ 114 h 319"/>
              <a:gd name="T94" fmla="*/ 69 w 274"/>
              <a:gd name="T95" fmla="*/ 108 h 319"/>
              <a:gd name="T96" fmla="*/ 19 w 274"/>
              <a:gd name="T97" fmla="*/ 91 h 319"/>
              <a:gd name="T98" fmla="*/ 0 w 274"/>
              <a:gd name="T99" fmla="*/ 68 h 319"/>
              <a:gd name="T100" fmla="*/ 0 w 274"/>
              <a:gd name="T101" fmla="*/ 46 h 319"/>
              <a:gd name="T102" fmla="*/ 19 w 274"/>
              <a:gd name="T103" fmla="*/ 23 h 319"/>
              <a:gd name="T104" fmla="*/ 69 w 274"/>
              <a:gd name="T105" fmla="*/ 6 h 319"/>
              <a:gd name="T106" fmla="*/ 137 w 274"/>
              <a:gd name="T107" fmla="*/ 0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4" h="319">
                <a:moveTo>
                  <a:pt x="137" y="137"/>
                </a:moveTo>
                <a:cubicBezTo>
                  <a:pt x="165" y="137"/>
                  <a:pt x="192" y="134"/>
                  <a:pt x="216" y="129"/>
                </a:cubicBezTo>
                <a:cubicBezTo>
                  <a:pt x="240" y="124"/>
                  <a:pt x="260" y="117"/>
                  <a:pt x="274" y="107"/>
                </a:cubicBezTo>
                <a:cubicBezTo>
                  <a:pt x="274" y="137"/>
                  <a:pt x="274" y="137"/>
                  <a:pt x="274" y="137"/>
                </a:cubicBezTo>
                <a:cubicBezTo>
                  <a:pt x="274" y="145"/>
                  <a:pt x="268" y="153"/>
                  <a:pt x="255" y="160"/>
                </a:cubicBezTo>
                <a:cubicBezTo>
                  <a:pt x="243" y="167"/>
                  <a:pt x="227" y="172"/>
                  <a:pt x="206" y="176"/>
                </a:cubicBezTo>
                <a:cubicBezTo>
                  <a:pt x="185" y="180"/>
                  <a:pt x="162" y="182"/>
                  <a:pt x="137" y="182"/>
                </a:cubicBezTo>
                <a:cubicBezTo>
                  <a:pt x="112" y="182"/>
                  <a:pt x="90" y="180"/>
                  <a:pt x="69" y="176"/>
                </a:cubicBezTo>
                <a:cubicBezTo>
                  <a:pt x="48" y="172"/>
                  <a:pt x="31" y="167"/>
                  <a:pt x="19" y="160"/>
                </a:cubicBezTo>
                <a:cubicBezTo>
                  <a:pt x="7" y="153"/>
                  <a:pt x="0" y="145"/>
                  <a:pt x="0" y="137"/>
                </a:cubicBezTo>
                <a:cubicBezTo>
                  <a:pt x="0" y="107"/>
                  <a:pt x="0" y="107"/>
                  <a:pt x="0" y="107"/>
                </a:cubicBezTo>
                <a:cubicBezTo>
                  <a:pt x="15" y="117"/>
                  <a:pt x="34" y="124"/>
                  <a:pt x="58" y="129"/>
                </a:cubicBezTo>
                <a:cubicBezTo>
                  <a:pt x="83" y="134"/>
                  <a:pt x="109" y="137"/>
                  <a:pt x="137" y="137"/>
                </a:cubicBezTo>
                <a:close/>
                <a:moveTo>
                  <a:pt x="137" y="274"/>
                </a:moveTo>
                <a:cubicBezTo>
                  <a:pt x="165" y="274"/>
                  <a:pt x="192" y="271"/>
                  <a:pt x="216" y="266"/>
                </a:cubicBezTo>
                <a:cubicBezTo>
                  <a:pt x="240" y="261"/>
                  <a:pt x="260" y="253"/>
                  <a:pt x="274" y="243"/>
                </a:cubicBezTo>
                <a:cubicBezTo>
                  <a:pt x="274" y="274"/>
                  <a:pt x="274" y="274"/>
                  <a:pt x="274" y="274"/>
                </a:cubicBezTo>
                <a:cubicBezTo>
                  <a:pt x="274" y="282"/>
                  <a:pt x="268" y="289"/>
                  <a:pt x="255" y="296"/>
                </a:cubicBezTo>
                <a:cubicBezTo>
                  <a:pt x="243" y="303"/>
                  <a:pt x="227" y="309"/>
                  <a:pt x="206" y="313"/>
                </a:cubicBezTo>
                <a:cubicBezTo>
                  <a:pt x="185" y="317"/>
                  <a:pt x="162" y="319"/>
                  <a:pt x="137" y="319"/>
                </a:cubicBezTo>
                <a:cubicBezTo>
                  <a:pt x="112" y="319"/>
                  <a:pt x="90" y="317"/>
                  <a:pt x="69" y="313"/>
                </a:cubicBezTo>
                <a:cubicBezTo>
                  <a:pt x="48" y="309"/>
                  <a:pt x="31" y="303"/>
                  <a:pt x="19" y="296"/>
                </a:cubicBezTo>
                <a:cubicBezTo>
                  <a:pt x="7" y="289"/>
                  <a:pt x="0" y="282"/>
                  <a:pt x="0" y="274"/>
                </a:cubicBezTo>
                <a:cubicBezTo>
                  <a:pt x="0" y="243"/>
                  <a:pt x="0" y="243"/>
                  <a:pt x="0" y="243"/>
                </a:cubicBezTo>
                <a:cubicBezTo>
                  <a:pt x="15" y="253"/>
                  <a:pt x="34" y="261"/>
                  <a:pt x="58" y="266"/>
                </a:cubicBezTo>
                <a:cubicBezTo>
                  <a:pt x="83" y="271"/>
                  <a:pt x="109" y="274"/>
                  <a:pt x="137" y="274"/>
                </a:cubicBezTo>
                <a:close/>
                <a:moveTo>
                  <a:pt x="137" y="205"/>
                </a:moveTo>
                <a:cubicBezTo>
                  <a:pt x="165" y="205"/>
                  <a:pt x="192" y="203"/>
                  <a:pt x="216" y="198"/>
                </a:cubicBezTo>
                <a:cubicBezTo>
                  <a:pt x="240" y="192"/>
                  <a:pt x="260" y="185"/>
                  <a:pt x="274" y="175"/>
                </a:cubicBezTo>
                <a:cubicBezTo>
                  <a:pt x="274" y="205"/>
                  <a:pt x="274" y="205"/>
                  <a:pt x="274" y="205"/>
                </a:cubicBezTo>
                <a:cubicBezTo>
                  <a:pt x="274" y="213"/>
                  <a:pt x="268" y="221"/>
                  <a:pt x="255" y="228"/>
                </a:cubicBezTo>
                <a:cubicBezTo>
                  <a:pt x="243" y="235"/>
                  <a:pt x="227" y="241"/>
                  <a:pt x="206" y="245"/>
                </a:cubicBezTo>
                <a:cubicBezTo>
                  <a:pt x="185" y="249"/>
                  <a:pt x="162" y="251"/>
                  <a:pt x="137" y="251"/>
                </a:cubicBezTo>
                <a:cubicBezTo>
                  <a:pt x="112" y="251"/>
                  <a:pt x="90" y="249"/>
                  <a:pt x="69" y="245"/>
                </a:cubicBezTo>
                <a:cubicBezTo>
                  <a:pt x="48" y="241"/>
                  <a:pt x="31" y="235"/>
                  <a:pt x="19" y="228"/>
                </a:cubicBezTo>
                <a:cubicBezTo>
                  <a:pt x="7" y="221"/>
                  <a:pt x="0" y="213"/>
                  <a:pt x="0" y="205"/>
                </a:cubicBezTo>
                <a:cubicBezTo>
                  <a:pt x="0" y="175"/>
                  <a:pt x="0" y="175"/>
                  <a:pt x="0" y="175"/>
                </a:cubicBezTo>
                <a:cubicBezTo>
                  <a:pt x="15" y="185"/>
                  <a:pt x="34" y="192"/>
                  <a:pt x="58" y="198"/>
                </a:cubicBezTo>
                <a:cubicBezTo>
                  <a:pt x="83" y="203"/>
                  <a:pt x="109" y="205"/>
                  <a:pt x="137" y="205"/>
                </a:cubicBezTo>
                <a:close/>
                <a:moveTo>
                  <a:pt x="137" y="0"/>
                </a:moveTo>
                <a:cubicBezTo>
                  <a:pt x="162" y="0"/>
                  <a:pt x="185" y="2"/>
                  <a:pt x="206" y="6"/>
                </a:cubicBezTo>
                <a:cubicBezTo>
                  <a:pt x="227" y="10"/>
                  <a:pt x="243" y="16"/>
                  <a:pt x="255" y="23"/>
                </a:cubicBezTo>
                <a:cubicBezTo>
                  <a:pt x="268" y="30"/>
                  <a:pt x="274" y="38"/>
                  <a:pt x="274" y="46"/>
                </a:cubicBezTo>
                <a:cubicBezTo>
                  <a:pt x="274" y="68"/>
                  <a:pt x="274" y="68"/>
                  <a:pt x="274" y="68"/>
                </a:cubicBezTo>
                <a:cubicBezTo>
                  <a:pt x="274" y="77"/>
                  <a:pt x="268" y="84"/>
                  <a:pt x="255" y="91"/>
                </a:cubicBezTo>
                <a:cubicBezTo>
                  <a:pt x="243" y="98"/>
                  <a:pt x="227" y="104"/>
                  <a:pt x="206" y="108"/>
                </a:cubicBezTo>
                <a:cubicBezTo>
                  <a:pt x="185" y="112"/>
                  <a:pt x="162" y="114"/>
                  <a:pt x="137" y="114"/>
                </a:cubicBezTo>
                <a:cubicBezTo>
                  <a:pt x="112" y="114"/>
                  <a:pt x="90" y="112"/>
                  <a:pt x="69" y="108"/>
                </a:cubicBezTo>
                <a:cubicBezTo>
                  <a:pt x="48" y="104"/>
                  <a:pt x="31" y="98"/>
                  <a:pt x="19" y="91"/>
                </a:cubicBezTo>
                <a:cubicBezTo>
                  <a:pt x="7" y="84"/>
                  <a:pt x="0" y="77"/>
                  <a:pt x="0" y="68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38"/>
                  <a:pt x="7" y="30"/>
                  <a:pt x="19" y="23"/>
                </a:cubicBezTo>
                <a:cubicBezTo>
                  <a:pt x="31" y="16"/>
                  <a:pt x="48" y="10"/>
                  <a:pt x="69" y="6"/>
                </a:cubicBezTo>
                <a:cubicBezTo>
                  <a:pt x="90" y="2"/>
                  <a:pt x="112" y="0"/>
                  <a:pt x="13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3" name="Freeform 89"/>
          <p:cNvSpPr>
            <a:spLocks noEditPoints="1"/>
          </p:cNvSpPr>
          <p:nvPr/>
        </p:nvSpPr>
        <p:spPr bwMode="auto">
          <a:xfrm>
            <a:off x="5976938" y="2457450"/>
            <a:ext cx="295275" cy="295275"/>
          </a:xfrm>
          <a:custGeom>
            <a:avLst/>
            <a:gdLst>
              <a:gd name="T0" fmla="*/ 262 w 273"/>
              <a:gd name="T1" fmla="*/ 222 h 273"/>
              <a:gd name="T2" fmla="*/ 262 w 273"/>
              <a:gd name="T3" fmla="*/ 137 h 273"/>
              <a:gd name="T4" fmla="*/ 137 w 273"/>
              <a:gd name="T5" fmla="*/ 137 h 273"/>
              <a:gd name="T6" fmla="*/ 137 w 273"/>
              <a:gd name="T7" fmla="*/ 11 h 273"/>
              <a:gd name="T8" fmla="*/ 51 w 273"/>
              <a:gd name="T9" fmla="*/ 11 h 273"/>
              <a:gd name="T10" fmla="*/ 23 w 273"/>
              <a:gd name="T11" fmla="*/ 23 h 273"/>
              <a:gd name="T12" fmla="*/ 11 w 273"/>
              <a:gd name="T13" fmla="*/ 51 h 273"/>
              <a:gd name="T14" fmla="*/ 11 w 273"/>
              <a:gd name="T15" fmla="*/ 137 h 273"/>
              <a:gd name="T16" fmla="*/ 137 w 273"/>
              <a:gd name="T17" fmla="*/ 137 h 273"/>
              <a:gd name="T18" fmla="*/ 137 w 273"/>
              <a:gd name="T19" fmla="*/ 262 h 273"/>
              <a:gd name="T20" fmla="*/ 222 w 273"/>
              <a:gd name="T21" fmla="*/ 262 h 273"/>
              <a:gd name="T22" fmla="*/ 250 w 273"/>
              <a:gd name="T23" fmla="*/ 250 h 273"/>
              <a:gd name="T24" fmla="*/ 262 w 273"/>
              <a:gd name="T25" fmla="*/ 222 h 273"/>
              <a:gd name="T26" fmla="*/ 273 w 273"/>
              <a:gd name="T27" fmla="*/ 51 h 273"/>
              <a:gd name="T28" fmla="*/ 273 w 273"/>
              <a:gd name="T29" fmla="*/ 222 h 273"/>
              <a:gd name="T30" fmla="*/ 258 w 273"/>
              <a:gd name="T31" fmla="*/ 258 h 273"/>
              <a:gd name="T32" fmla="*/ 222 w 273"/>
              <a:gd name="T33" fmla="*/ 273 h 273"/>
              <a:gd name="T34" fmla="*/ 51 w 273"/>
              <a:gd name="T35" fmla="*/ 273 h 273"/>
              <a:gd name="T36" fmla="*/ 15 w 273"/>
              <a:gd name="T37" fmla="*/ 258 h 273"/>
              <a:gd name="T38" fmla="*/ 0 w 273"/>
              <a:gd name="T39" fmla="*/ 222 h 273"/>
              <a:gd name="T40" fmla="*/ 0 w 273"/>
              <a:gd name="T41" fmla="*/ 51 h 273"/>
              <a:gd name="T42" fmla="*/ 15 w 273"/>
              <a:gd name="T43" fmla="*/ 15 h 273"/>
              <a:gd name="T44" fmla="*/ 51 w 273"/>
              <a:gd name="T45" fmla="*/ 0 h 273"/>
              <a:gd name="T46" fmla="*/ 222 w 273"/>
              <a:gd name="T47" fmla="*/ 0 h 273"/>
              <a:gd name="T48" fmla="*/ 258 w 273"/>
              <a:gd name="T49" fmla="*/ 15 h 273"/>
              <a:gd name="T50" fmla="*/ 273 w 273"/>
              <a:gd name="T51" fmla="*/ 51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73" h="273">
                <a:moveTo>
                  <a:pt x="262" y="222"/>
                </a:moveTo>
                <a:cubicBezTo>
                  <a:pt x="262" y="137"/>
                  <a:pt x="262" y="137"/>
                  <a:pt x="262" y="137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37" y="11"/>
                  <a:pt x="137" y="11"/>
                  <a:pt x="137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40" y="11"/>
                  <a:pt x="31" y="15"/>
                  <a:pt x="23" y="23"/>
                </a:cubicBezTo>
                <a:cubicBezTo>
                  <a:pt x="15" y="31"/>
                  <a:pt x="11" y="40"/>
                  <a:pt x="11" y="51"/>
                </a:cubicBezTo>
                <a:cubicBezTo>
                  <a:pt x="11" y="137"/>
                  <a:pt x="11" y="137"/>
                  <a:pt x="11" y="137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222" y="262"/>
                  <a:pt x="222" y="262"/>
                  <a:pt x="222" y="262"/>
                </a:cubicBezTo>
                <a:cubicBezTo>
                  <a:pt x="233" y="262"/>
                  <a:pt x="243" y="258"/>
                  <a:pt x="250" y="250"/>
                </a:cubicBezTo>
                <a:cubicBezTo>
                  <a:pt x="258" y="242"/>
                  <a:pt x="262" y="233"/>
                  <a:pt x="262" y="222"/>
                </a:cubicBezTo>
                <a:close/>
                <a:moveTo>
                  <a:pt x="273" y="51"/>
                </a:moveTo>
                <a:cubicBezTo>
                  <a:pt x="273" y="222"/>
                  <a:pt x="273" y="222"/>
                  <a:pt x="273" y="222"/>
                </a:cubicBezTo>
                <a:cubicBezTo>
                  <a:pt x="273" y="236"/>
                  <a:pt x="268" y="248"/>
                  <a:pt x="258" y="258"/>
                </a:cubicBezTo>
                <a:cubicBezTo>
                  <a:pt x="248" y="268"/>
                  <a:pt x="236" y="273"/>
                  <a:pt x="222" y="273"/>
                </a:cubicBezTo>
                <a:cubicBezTo>
                  <a:pt x="51" y="273"/>
                  <a:pt x="51" y="273"/>
                  <a:pt x="51" y="273"/>
                </a:cubicBezTo>
                <a:cubicBezTo>
                  <a:pt x="37" y="273"/>
                  <a:pt x="25" y="268"/>
                  <a:pt x="15" y="258"/>
                </a:cubicBezTo>
                <a:cubicBezTo>
                  <a:pt x="5" y="248"/>
                  <a:pt x="0" y="236"/>
                  <a:pt x="0" y="222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6" y="0"/>
                  <a:pt x="248" y="5"/>
                  <a:pt x="258" y="15"/>
                </a:cubicBezTo>
                <a:cubicBezTo>
                  <a:pt x="268" y="25"/>
                  <a:pt x="273" y="37"/>
                  <a:pt x="273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4" name="Freeform 90"/>
          <p:cNvSpPr>
            <a:spLocks noEditPoints="1"/>
          </p:cNvSpPr>
          <p:nvPr/>
        </p:nvSpPr>
        <p:spPr bwMode="auto">
          <a:xfrm>
            <a:off x="6373813" y="2444750"/>
            <a:ext cx="368300" cy="320675"/>
          </a:xfrm>
          <a:custGeom>
            <a:avLst/>
            <a:gdLst>
              <a:gd name="T0" fmla="*/ 319 w 342"/>
              <a:gd name="T1" fmla="*/ 176 h 296"/>
              <a:gd name="T2" fmla="*/ 319 w 342"/>
              <a:gd name="T3" fmla="*/ 28 h 296"/>
              <a:gd name="T4" fmla="*/ 318 w 342"/>
              <a:gd name="T5" fmla="*/ 24 h 296"/>
              <a:gd name="T6" fmla="*/ 314 w 342"/>
              <a:gd name="T7" fmla="*/ 22 h 296"/>
              <a:gd name="T8" fmla="*/ 29 w 342"/>
              <a:gd name="T9" fmla="*/ 22 h 296"/>
              <a:gd name="T10" fmla="*/ 25 w 342"/>
              <a:gd name="T11" fmla="*/ 24 h 296"/>
              <a:gd name="T12" fmla="*/ 23 w 342"/>
              <a:gd name="T13" fmla="*/ 28 h 296"/>
              <a:gd name="T14" fmla="*/ 23 w 342"/>
              <a:gd name="T15" fmla="*/ 176 h 296"/>
              <a:gd name="T16" fmla="*/ 25 w 342"/>
              <a:gd name="T17" fmla="*/ 180 h 296"/>
              <a:gd name="T18" fmla="*/ 29 w 342"/>
              <a:gd name="T19" fmla="*/ 182 h 296"/>
              <a:gd name="T20" fmla="*/ 314 w 342"/>
              <a:gd name="T21" fmla="*/ 182 h 296"/>
              <a:gd name="T22" fmla="*/ 318 w 342"/>
              <a:gd name="T23" fmla="*/ 180 h 296"/>
              <a:gd name="T24" fmla="*/ 319 w 342"/>
              <a:gd name="T25" fmla="*/ 176 h 296"/>
              <a:gd name="T26" fmla="*/ 342 w 342"/>
              <a:gd name="T27" fmla="*/ 28 h 296"/>
              <a:gd name="T28" fmla="*/ 342 w 342"/>
              <a:gd name="T29" fmla="*/ 222 h 296"/>
              <a:gd name="T30" fmla="*/ 334 w 342"/>
              <a:gd name="T31" fmla="*/ 242 h 296"/>
              <a:gd name="T32" fmla="*/ 314 w 342"/>
              <a:gd name="T33" fmla="*/ 250 h 296"/>
              <a:gd name="T34" fmla="*/ 217 w 342"/>
              <a:gd name="T35" fmla="*/ 250 h 296"/>
              <a:gd name="T36" fmla="*/ 220 w 342"/>
              <a:gd name="T37" fmla="*/ 264 h 296"/>
              <a:gd name="T38" fmla="*/ 225 w 342"/>
              <a:gd name="T39" fmla="*/ 277 h 296"/>
              <a:gd name="T40" fmla="*/ 228 w 342"/>
              <a:gd name="T41" fmla="*/ 284 h 296"/>
              <a:gd name="T42" fmla="*/ 225 w 342"/>
              <a:gd name="T43" fmla="*/ 292 h 296"/>
              <a:gd name="T44" fmla="*/ 217 w 342"/>
              <a:gd name="T45" fmla="*/ 296 h 296"/>
              <a:gd name="T46" fmla="*/ 126 w 342"/>
              <a:gd name="T47" fmla="*/ 296 h 296"/>
              <a:gd name="T48" fmla="*/ 118 w 342"/>
              <a:gd name="T49" fmla="*/ 292 h 296"/>
              <a:gd name="T50" fmla="*/ 114 w 342"/>
              <a:gd name="T51" fmla="*/ 284 h 296"/>
              <a:gd name="T52" fmla="*/ 117 w 342"/>
              <a:gd name="T53" fmla="*/ 276 h 296"/>
              <a:gd name="T54" fmla="*/ 123 w 342"/>
              <a:gd name="T55" fmla="*/ 264 h 296"/>
              <a:gd name="T56" fmla="*/ 126 w 342"/>
              <a:gd name="T57" fmla="*/ 250 h 296"/>
              <a:gd name="T58" fmla="*/ 29 w 342"/>
              <a:gd name="T59" fmla="*/ 250 h 296"/>
              <a:gd name="T60" fmla="*/ 9 w 342"/>
              <a:gd name="T61" fmla="*/ 242 h 296"/>
              <a:gd name="T62" fmla="*/ 0 w 342"/>
              <a:gd name="T63" fmla="*/ 222 h 296"/>
              <a:gd name="T64" fmla="*/ 0 w 342"/>
              <a:gd name="T65" fmla="*/ 28 h 296"/>
              <a:gd name="T66" fmla="*/ 9 w 342"/>
              <a:gd name="T67" fmla="*/ 8 h 296"/>
              <a:gd name="T68" fmla="*/ 29 w 342"/>
              <a:gd name="T69" fmla="*/ 0 h 296"/>
              <a:gd name="T70" fmla="*/ 314 w 342"/>
              <a:gd name="T71" fmla="*/ 0 h 296"/>
              <a:gd name="T72" fmla="*/ 334 w 342"/>
              <a:gd name="T73" fmla="*/ 8 h 296"/>
              <a:gd name="T74" fmla="*/ 342 w 342"/>
              <a:gd name="T75" fmla="*/ 28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2" h="296">
                <a:moveTo>
                  <a:pt x="319" y="176"/>
                </a:moveTo>
                <a:cubicBezTo>
                  <a:pt x="319" y="28"/>
                  <a:pt x="319" y="28"/>
                  <a:pt x="319" y="28"/>
                </a:cubicBezTo>
                <a:cubicBezTo>
                  <a:pt x="319" y="26"/>
                  <a:pt x="319" y="25"/>
                  <a:pt x="318" y="24"/>
                </a:cubicBezTo>
                <a:cubicBezTo>
                  <a:pt x="316" y="23"/>
                  <a:pt x="315" y="22"/>
                  <a:pt x="314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7" y="22"/>
                  <a:pt x="26" y="23"/>
                  <a:pt x="25" y="24"/>
                </a:cubicBezTo>
                <a:cubicBezTo>
                  <a:pt x="24" y="25"/>
                  <a:pt x="23" y="26"/>
                  <a:pt x="23" y="28"/>
                </a:cubicBezTo>
                <a:cubicBezTo>
                  <a:pt x="23" y="176"/>
                  <a:pt x="23" y="176"/>
                  <a:pt x="23" y="176"/>
                </a:cubicBezTo>
                <a:cubicBezTo>
                  <a:pt x="23" y="178"/>
                  <a:pt x="24" y="179"/>
                  <a:pt x="25" y="180"/>
                </a:cubicBezTo>
                <a:cubicBezTo>
                  <a:pt x="26" y="181"/>
                  <a:pt x="27" y="182"/>
                  <a:pt x="29" y="182"/>
                </a:cubicBezTo>
                <a:cubicBezTo>
                  <a:pt x="314" y="182"/>
                  <a:pt x="314" y="182"/>
                  <a:pt x="314" y="182"/>
                </a:cubicBezTo>
                <a:cubicBezTo>
                  <a:pt x="315" y="182"/>
                  <a:pt x="316" y="181"/>
                  <a:pt x="318" y="180"/>
                </a:cubicBezTo>
                <a:cubicBezTo>
                  <a:pt x="319" y="179"/>
                  <a:pt x="319" y="178"/>
                  <a:pt x="319" y="176"/>
                </a:cubicBezTo>
                <a:close/>
                <a:moveTo>
                  <a:pt x="342" y="28"/>
                </a:moveTo>
                <a:cubicBezTo>
                  <a:pt x="342" y="222"/>
                  <a:pt x="342" y="222"/>
                  <a:pt x="342" y="222"/>
                </a:cubicBezTo>
                <a:cubicBezTo>
                  <a:pt x="342" y="229"/>
                  <a:pt x="339" y="236"/>
                  <a:pt x="334" y="242"/>
                </a:cubicBezTo>
                <a:cubicBezTo>
                  <a:pt x="328" y="247"/>
                  <a:pt x="321" y="250"/>
                  <a:pt x="314" y="250"/>
                </a:cubicBezTo>
                <a:cubicBezTo>
                  <a:pt x="217" y="250"/>
                  <a:pt x="217" y="250"/>
                  <a:pt x="217" y="250"/>
                </a:cubicBezTo>
                <a:cubicBezTo>
                  <a:pt x="217" y="255"/>
                  <a:pt x="218" y="259"/>
                  <a:pt x="220" y="264"/>
                </a:cubicBezTo>
                <a:cubicBezTo>
                  <a:pt x="221" y="269"/>
                  <a:pt x="223" y="273"/>
                  <a:pt x="225" y="277"/>
                </a:cubicBezTo>
                <a:cubicBezTo>
                  <a:pt x="227" y="280"/>
                  <a:pt x="228" y="283"/>
                  <a:pt x="228" y="284"/>
                </a:cubicBezTo>
                <a:cubicBezTo>
                  <a:pt x="228" y="287"/>
                  <a:pt x="227" y="290"/>
                  <a:pt x="225" y="292"/>
                </a:cubicBezTo>
                <a:cubicBezTo>
                  <a:pt x="222" y="295"/>
                  <a:pt x="220" y="296"/>
                  <a:pt x="217" y="296"/>
                </a:cubicBezTo>
                <a:cubicBezTo>
                  <a:pt x="126" y="296"/>
                  <a:pt x="126" y="296"/>
                  <a:pt x="126" y="296"/>
                </a:cubicBezTo>
                <a:cubicBezTo>
                  <a:pt x="122" y="296"/>
                  <a:pt x="120" y="295"/>
                  <a:pt x="118" y="292"/>
                </a:cubicBezTo>
                <a:cubicBezTo>
                  <a:pt x="115" y="290"/>
                  <a:pt x="114" y="287"/>
                  <a:pt x="114" y="284"/>
                </a:cubicBezTo>
                <a:cubicBezTo>
                  <a:pt x="114" y="283"/>
                  <a:pt x="115" y="280"/>
                  <a:pt x="117" y="276"/>
                </a:cubicBezTo>
                <a:cubicBezTo>
                  <a:pt x="119" y="273"/>
                  <a:pt x="121" y="269"/>
                  <a:pt x="123" y="264"/>
                </a:cubicBezTo>
                <a:cubicBezTo>
                  <a:pt x="125" y="259"/>
                  <a:pt x="126" y="255"/>
                  <a:pt x="126" y="250"/>
                </a:cubicBezTo>
                <a:cubicBezTo>
                  <a:pt x="29" y="250"/>
                  <a:pt x="29" y="250"/>
                  <a:pt x="29" y="250"/>
                </a:cubicBezTo>
                <a:cubicBezTo>
                  <a:pt x="21" y="250"/>
                  <a:pt x="14" y="247"/>
                  <a:pt x="9" y="242"/>
                </a:cubicBezTo>
                <a:cubicBezTo>
                  <a:pt x="3" y="236"/>
                  <a:pt x="0" y="229"/>
                  <a:pt x="0" y="22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3"/>
                  <a:pt x="9" y="8"/>
                </a:cubicBezTo>
                <a:cubicBezTo>
                  <a:pt x="14" y="2"/>
                  <a:pt x="21" y="0"/>
                  <a:pt x="29" y="0"/>
                </a:cubicBezTo>
                <a:cubicBezTo>
                  <a:pt x="314" y="0"/>
                  <a:pt x="314" y="0"/>
                  <a:pt x="314" y="0"/>
                </a:cubicBezTo>
                <a:cubicBezTo>
                  <a:pt x="321" y="0"/>
                  <a:pt x="328" y="2"/>
                  <a:pt x="334" y="8"/>
                </a:cubicBezTo>
                <a:cubicBezTo>
                  <a:pt x="339" y="13"/>
                  <a:pt x="342" y="20"/>
                  <a:pt x="342" y="2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Freeform 91"/>
          <p:cNvSpPr>
            <a:spLocks/>
          </p:cNvSpPr>
          <p:nvPr/>
        </p:nvSpPr>
        <p:spPr bwMode="auto">
          <a:xfrm>
            <a:off x="6894513" y="2444750"/>
            <a:ext cx="195263" cy="320675"/>
          </a:xfrm>
          <a:custGeom>
            <a:avLst/>
            <a:gdLst>
              <a:gd name="T0" fmla="*/ 123 w 123"/>
              <a:gd name="T1" fmla="*/ 36 h 202"/>
              <a:gd name="T2" fmla="*/ 87 w 123"/>
              <a:gd name="T3" fmla="*/ 107 h 202"/>
              <a:gd name="T4" fmla="*/ 89 w 123"/>
              <a:gd name="T5" fmla="*/ 111 h 202"/>
              <a:gd name="T6" fmla="*/ 123 w 123"/>
              <a:gd name="T7" fmla="*/ 111 h 202"/>
              <a:gd name="T8" fmla="*/ 123 w 123"/>
              <a:gd name="T9" fmla="*/ 161 h 202"/>
              <a:gd name="T10" fmla="*/ 62 w 123"/>
              <a:gd name="T11" fmla="*/ 161 h 202"/>
              <a:gd name="T12" fmla="*/ 57 w 123"/>
              <a:gd name="T13" fmla="*/ 165 h 202"/>
              <a:gd name="T14" fmla="*/ 39 w 123"/>
              <a:gd name="T15" fmla="*/ 198 h 202"/>
              <a:gd name="T16" fmla="*/ 36 w 123"/>
              <a:gd name="T17" fmla="*/ 202 h 202"/>
              <a:gd name="T18" fmla="*/ 0 w 123"/>
              <a:gd name="T19" fmla="*/ 202 h 202"/>
              <a:gd name="T20" fmla="*/ 0 w 123"/>
              <a:gd name="T21" fmla="*/ 165 h 202"/>
              <a:gd name="T22" fmla="*/ 36 w 123"/>
              <a:gd name="T23" fmla="*/ 94 h 202"/>
              <a:gd name="T24" fmla="*/ 33 w 123"/>
              <a:gd name="T25" fmla="*/ 91 h 202"/>
              <a:gd name="T26" fmla="*/ 0 w 123"/>
              <a:gd name="T27" fmla="*/ 91 h 202"/>
              <a:gd name="T28" fmla="*/ 0 w 123"/>
              <a:gd name="T29" fmla="*/ 40 h 202"/>
              <a:gd name="T30" fmla="*/ 61 w 123"/>
              <a:gd name="T31" fmla="*/ 40 h 202"/>
              <a:gd name="T32" fmla="*/ 66 w 123"/>
              <a:gd name="T33" fmla="*/ 36 h 202"/>
              <a:gd name="T34" fmla="*/ 83 w 123"/>
              <a:gd name="T35" fmla="*/ 4 h 202"/>
              <a:gd name="T36" fmla="*/ 87 w 123"/>
              <a:gd name="T37" fmla="*/ 0 h 202"/>
              <a:gd name="T38" fmla="*/ 123 w 123"/>
              <a:gd name="T39" fmla="*/ 0 h 202"/>
              <a:gd name="T40" fmla="*/ 123 w 123"/>
              <a:gd name="T41" fmla="*/ 36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3" h="202">
                <a:moveTo>
                  <a:pt x="123" y="36"/>
                </a:moveTo>
                <a:lnTo>
                  <a:pt x="87" y="107"/>
                </a:lnTo>
                <a:lnTo>
                  <a:pt x="89" y="111"/>
                </a:lnTo>
                <a:lnTo>
                  <a:pt x="123" y="111"/>
                </a:lnTo>
                <a:lnTo>
                  <a:pt x="123" y="161"/>
                </a:lnTo>
                <a:lnTo>
                  <a:pt x="62" y="161"/>
                </a:lnTo>
                <a:lnTo>
                  <a:pt x="57" y="165"/>
                </a:lnTo>
                <a:lnTo>
                  <a:pt x="39" y="198"/>
                </a:lnTo>
                <a:lnTo>
                  <a:pt x="36" y="202"/>
                </a:lnTo>
                <a:lnTo>
                  <a:pt x="0" y="202"/>
                </a:lnTo>
                <a:lnTo>
                  <a:pt x="0" y="165"/>
                </a:lnTo>
                <a:lnTo>
                  <a:pt x="36" y="94"/>
                </a:lnTo>
                <a:lnTo>
                  <a:pt x="33" y="91"/>
                </a:lnTo>
                <a:lnTo>
                  <a:pt x="0" y="91"/>
                </a:lnTo>
                <a:lnTo>
                  <a:pt x="0" y="40"/>
                </a:lnTo>
                <a:lnTo>
                  <a:pt x="61" y="40"/>
                </a:lnTo>
                <a:lnTo>
                  <a:pt x="66" y="36"/>
                </a:lnTo>
                <a:lnTo>
                  <a:pt x="83" y="4"/>
                </a:lnTo>
                <a:lnTo>
                  <a:pt x="87" y="0"/>
                </a:lnTo>
                <a:lnTo>
                  <a:pt x="123" y="0"/>
                </a:lnTo>
                <a:lnTo>
                  <a:pt x="123" y="3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6" name="Freeform 92"/>
          <p:cNvSpPr>
            <a:spLocks noEditPoints="1"/>
          </p:cNvSpPr>
          <p:nvPr/>
        </p:nvSpPr>
        <p:spPr bwMode="auto">
          <a:xfrm>
            <a:off x="7229476" y="2444750"/>
            <a:ext cx="393700" cy="320675"/>
          </a:xfrm>
          <a:custGeom>
            <a:avLst/>
            <a:gdLst>
              <a:gd name="T0" fmla="*/ 38 w 365"/>
              <a:gd name="T1" fmla="*/ 113 h 296"/>
              <a:gd name="T2" fmla="*/ 149 w 365"/>
              <a:gd name="T3" fmla="*/ 232 h 296"/>
              <a:gd name="T4" fmla="*/ 95 w 365"/>
              <a:gd name="T5" fmla="*/ 113 h 296"/>
              <a:gd name="T6" fmla="*/ 38 w 365"/>
              <a:gd name="T7" fmla="*/ 113 h 296"/>
              <a:gd name="T8" fmla="*/ 182 w 365"/>
              <a:gd name="T9" fmla="*/ 251 h 296"/>
              <a:gd name="T10" fmla="*/ 244 w 365"/>
              <a:gd name="T11" fmla="*/ 113 h 296"/>
              <a:gd name="T12" fmla="*/ 120 w 365"/>
              <a:gd name="T13" fmla="*/ 113 h 296"/>
              <a:gd name="T14" fmla="*/ 182 w 365"/>
              <a:gd name="T15" fmla="*/ 251 h 296"/>
              <a:gd name="T16" fmla="*/ 96 w 365"/>
              <a:gd name="T17" fmla="*/ 91 h 296"/>
              <a:gd name="T18" fmla="*/ 132 w 365"/>
              <a:gd name="T19" fmla="*/ 22 h 296"/>
              <a:gd name="T20" fmla="*/ 85 w 365"/>
              <a:gd name="T21" fmla="*/ 22 h 296"/>
              <a:gd name="T22" fmla="*/ 34 w 365"/>
              <a:gd name="T23" fmla="*/ 91 h 296"/>
              <a:gd name="T24" fmla="*/ 96 w 365"/>
              <a:gd name="T25" fmla="*/ 91 h 296"/>
              <a:gd name="T26" fmla="*/ 216 w 365"/>
              <a:gd name="T27" fmla="*/ 232 h 296"/>
              <a:gd name="T28" fmla="*/ 327 w 365"/>
              <a:gd name="T29" fmla="*/ 113 h 296"/>
              <a:gd name="T30" fmla="*/ 269 w 365"/>
              <a:gd name="T31" fmla="*/ 113 h 296"/>
              <a:gd name="T32" fmla="*/ 216 w 365"/>
              <a:gd name="T33" fmla="*/ 232 h 296"/>
              <a:gd name="T34" fmla="*/ 122 w 365"/>
              <a:gd name="T35" fmla="*/ 91 h 296"/>
              <a:gd name="T36" fmla="*/ 243 w 365"/>
              <a:gd name="T37" fmla="*/ 91 h 296"/>
              <a:gd name="T38" fmla="*/ 207 w 365"/>
              <a:gd name="T39" fmla="*/ 22 h 296"/>
              <a:gd name="T40" fmla="*/ 158 w 365"/>
              <a:gd name="T41" fmla="*/ 22 h 296"/>
              <a:gd name="T42" fmla="*/ 122 w 365"/>
              <a:gd name="T43" fmla="*/ 91 h 296"/>
              <a:gd name="T44" fmla="*/ 269 w 365"/>
              <a:gd name="T45" fmla="*/ 91 h 296"/>
              <a:gd name="T46" fmla="*/ 330 w 365"/>
              <a:gd name="T47" fmla="*/ 91 h 296"/>
              <a:gd name="T48" fmla="*/ 279 w 365"/>
              <a:gd name="T49" fmla="*/ 22 h 296"/>
              <a:gd name="T50" fmla="*/ 232 w 365"/>
              <a:gd name="T51" fmla="*/ 22 h 296"/>
              <a:gd name="T52" fmla="*/ 269 w 365"/>
              <a:gd name="T53" fmla="*/ 91 h 296"/>
              <a:gd name="T54" fmla="*/ 294 w 365"/>
              <a:gd name="T55" fmla="*/ 4 h 296"/>
              <a:gd name="T56" fmla="*/ 362 w 365"/>
              <a:gd name="T57" fmla="*/ 95 h 296"/>
              <a:gd name="T58" fmla="*/ 364 w 365"/>
              <a:gd name="T59" fmla="*/ 103 h 296"/>
              <a:gd name="T60" fmla="*/ 361 w 365"/>
              <a:gd name="T61" fmla="*/ 110 h 296"/>
              <a:gd name="T62" fmla="*/ 191 w 365"/>
              <a:gd name="T63" fmla="*/ 292 h 296"/>
              <a:gd name="T64" fmla="*/ 182 w 365"/>
              <a:gd name="T65" fmla="*/ 296 h 296"/>
              <a:gd name="T66" fmla="*/ 174 w 365"/>
              <a:gd name="T67" fmla="*/ 292 h 296"/>
              <a:gd name="T68" fmla="*/ 3 w 365"/>
              <a:gd name="T69" fmla="*/ 110 h 296"/>
              <a:gd name="T70" fmla="*/ 0 w 365"/>
              <a:gd name="T71" fmla="*/ 103 h 296"/>
              <a:gd name="T72" fmla="*/ 2 w 365"/>
              <a:gd name="T73" fmla="*/ 95 h 296"/>
              <a:gd name="T74" fmla="*/ 71 w 365"/>
              <a:gd name="T75" fmla="*/ 4 h 296"/>
              <a:gd name="T76" fmla="*/ 80 w 365"/>
              <a:gd name="T77" fmla="*/ 0 h 296"/>
              <a:gd name="T78" fmla="*/ 285 w 365"/>
              <a:gd name="T79" fmla="*/ 0 h 296"/>
              <a:gd name="T80" fmla="*/ 294 w 365"/>
              <a:gd name="T81" fmla="*/ 4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65" h="296">
                <a:moveTo>
                  <a:pt x="38" y="113"/>
                </a:moveTo>
                <a:cubicBezTo>
                  <a:pt x="149" y="232"/>
                  <a:pt x="149" y="232"/>
                  <a:pt x="149" y="232"/>
                </a:cubicBezTo>
                <a:cubicBezTo>
                  <a:pt x="95" y="113"/>
                  <a:pt x="95" y="113"/>
                  <a:pt x="95" y="113"/>
                </a:cubicBezTo>
                <a:lnTo>
                  <a:pt x="38" y="113"/>
                </a:lnTo>
                <a:close/>
                <a:moveTo>
                  <a:pt x="182" y="251"/>
                </a:moveTo>
                <a:cubicBezTo>
                  <a:pt x="244" y="113"/>
                  <a:pt x="244" y="113"/>
                  <a:pt x="244" y="113"/>
                </a:cubicBezTo>
                <a:cubicBezTo>
                  <a:pt x="120" y="113"/>
                  <a:pt x="120" y="113"/>
                  <a:pt x="120" y="113"/>
                </a:cubicBezTo>
                <a:lnTo>
                  <a:pt x="182" y="251"/>
                </a:lnTo>
                <a:close/>
                <a:moveTo>
                  <a:pt x="96" y="91"/>
                </a:moveTo>
                <a:cubicBezTo>
                  <a:pt x="132" y="22"/>
                  <a:pt x="132" y="22"/>
                  <a:pt x="132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34" y="91"/>
                  <a:pt x="34" y="91"/>
                  <a:pt x="34" y="91"/>
                </a:cubicBezTo>
                <a:lnTo>
                  <a:pt x="96" y="91"/>
                </a:lnTo>
                <a:close/>
                <a:moveTo>
                  <a:pt x="216" y="232"/>
                </a:moveTo>
                <a:cubicBezTo>
                  <a:pt x="327" y="113"/>
                  <a:pt x="327" y="113"/>
                  <a:pt x="327" y="113"/>
                </a:cubicBezTo>
                <a:cubicBezTo>
                  <a:pt x="269" y="113"/>
                  <a:pt x="269" y="113"/>
                  <a:pt x="269" y="113"/>
                </a:cubicBezTo>
                <a:lnTo>
                  <a:pt x="216" y="232"/>
                </a:lnTo>
                <a:close/>
                <a:moveTo>
                  <a:pt x="122" y="91"/>
                </a:moveTo>
                <a:cubicBezTo>
                  <a:pt x="243" y="91"/>
                  <a:pt x="243" y="91"/>
                  <a:pt x="243" y="91"/>
                </a:cubicBezTo>
                <a:cubicBezTo>
                  <a:pt x="207" y="22"/>
                  <a:pt x="207" y="22"/>
                  <a:pt x="207" y="22"/>
                </a:cubicBezTo>
                <a:cubicBezTo>
                  <a:pt x="158" y="22"/>
                  <a:pt x="158" y="22"/>
                  <a:pt x="158" y="22"/>
                </a:cubicBezTo>
                <a:lnTo>
                  <a:pt x="122" y="91"/>
                </a:lnTo>
                <a:close/>
                <a:moveTo>
                  <a:pt x="269" y="91"/>
                </a:moveTo>
                <a:cubicBezTo>
                  <a:pt x="330" y="91"/>
                  <a:pt x="330" y="91"/>
                  <a:pt x="330" y="91"/>
                </a:cubicBezTo>
                <a:cubicBezTo>
                  <a:pt x="279" y="22"/>
                  <a:pt x="279" y="22"/>
                  <a:pt x="279" y="22"/>
                </a:cubicBezTo>
                <a:cubicBezTo>
                  <a:pt x="232" y="22"/>
                  <a:pt x="232" y="22"/>
                  <a:pt x="232" y="22"/>
                </a:cubicBezTo>
                <a:lnTo>
                  <a:pt x="269" y="91"/>
                </a:lnTo>
                <a:close/>
                <a:moveTo>
                  <a:pt x="294" y="4"/>
                </a:moveTo>
                <a:cubicBezTo>
                  <a:pt x="362" y="95"/>
                  <a:pt x="362" y="95"/>
                  <a:pt x="362" y="95"/>
                </a:cubicBezTo>
                <a:cubicBezTo>
                  <a:pt x="364" y="97"/>
                  <a:pt x="365" y="100"/>
                  <a:pt x="364" y="103"/>
                </a:cubicBezTo>
                <a:cubicBezTo>
                  <a:pt x="364" y="105"/>
                  <a:pt x="363" y="108"/>
                  <a:pt x="361" y="110"/>
                </a:cubicBezTo>
                <a:cubicBezTo>
                  <a:pt x="191" y="292"/>
                  <a:pt x="191" y="292"/>
                  <a:pt x="191" y="292"/>
                </a:cubicBezTo>
                <a:cubicBezTo>
                  <a:pt x="188" y="295"/>
                  <a:pt x="186" y="296"/>
                  <a:pt x="182" y="296"/>
                </a:cubicBezTo>
                <a:cubicBezTo>
                  <a:pt x="179" y="296"/>
                  <a:pt x="176" y="295"/>
                  <a:pt x="174" y="292"/>
                </a:cubicBezTo>
                <a:cubicBezTo>
                  <a:pt x="3" y="110"/>
                  <a:pt x="3" y="110"/>
                  <a:pt x="3" y="110"/>
                </a:cubicBezTo>
                <a:cubicBezTo>
                  <a:pt x="1" y="108"/>
                  <a:pt x="0" y="105"/>
                  <a:pt x="0" y="103"/>
                </a:cubicBezTo>
                <a:cubicBezTo>
                  <a:pt x="0" y="100"/>
                  <a:pt x="1" y="97"/>
                  <a:pt x="2" y="95"/>
                </a:cubicBezTo>
                <a:cubicBezTo>
                  <a:pt x="71" y="4"/>
                  <a:pt x="71" y="4"/>
                  <a:pt x="71" y="4"/>
                </a:cubicBezTo>
                <a:cubicBezTo>
                  <a:pt x="73" y="1"/>
                  <a:pt x="76" y="0"/>
                  <a:pt x="80" y="0"/>
                </a:cubicBezTo>
                <a:cubicBezTo>
                  <a:pt x="285" y="0"/>
                  <a:pt x="285" y="0"/>
                  <a:pt x="285" y="0"/>
                </a:cubicBezTo>
                <a:cubicBezTo>
                  <a:pt x="289" y="0"/>
                  <a:pt x="292" y="1"/>
                  <a:pt x="294" y="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7" name="Freeform 93"/>
          <p:cNvSpPr>
            <a:spLocks noEditPoints="1"/>
          </p:cNvSpPr>
          <p:nvPr/>
        </p:nvSpPr>
        <p:spPr bwMode="auto">
          <a:xfrm>
            <a:off x="7661276" y="2486025"/>
            <a:ext cx="395288" cy="236538"/>
          </a:xfrm>
          <a:custGeom>
            <a:avLst/>
            <a:gdLst>
              <a:gd name="T0" fmla="*/ 40 w 249"/>
              <a:gd name="T1" fmla="*/ 0 h 149"/>
              <a:gd name="T2" fmla="*/ 65 w 249"/>
              <a:gd name="T3" fmla="*/ 0 h 149"/>
              <a:gd name="T4" fmla="*/ 65 w 249"/>
              <a:gd name="T5" fmla="*/ 119 h 149"/>
              <a:gd name="T6" fmla="*/ 0 w 249"/>
              <a:gd name="T7" fmla="*/ 119 h 149"/>
              <a:gd name="T8" fmla="*/ 0 w 249"/>
              <a:gd name="T9" fmla="*/ 35 h 149"/>
              <a:gd name="T10" fmla="*/ 40 w 249"/>
              <a:gd name="T11" fmla="*/ 35 h 149"/>
              <a:gd name="T12" fmla="*/ 40 w 249"/>
              <a:gd name="T13" fmla="*/ 0 h 149"/>
              <a:gd name="T14" fmla="*/ 40 w 249"/>
              <a:gd name="T15" fmla="*/ 99 h 149"/>
              <a:gd name="T16" fmla="*/ 40 w 249"/>
              <a:gd name="T17" fmla="*/ 55 h 149"/>
              <a:gd name="T18" fmla="*/ 25 w 249"/>
              <a:gd name="T19" fmla="*/ 55 h 149"/>
              <a:gd name="T20" fmla="*/ 25 w 249"/>
              <a:gd name="T21" fmla="*/ 99 h 149"/>
              <a:gd name="T22" fmla="*/ 40 w 249"/>
              <a:gd name="T23" fmla="*/ 99 h 149"/>
              <a:gd name="T24" fmla="*/ 75 w 249"/>
              <a:gd name="T25" fmla="*/ 35 h 149"/>
              <a:gd name="T26" fmla="*/ 75 w 249"/>
              <a:gd name="T27" fmla="*/ 119 h 149"/>
              <a:gd name="T28" fmla="*/ 100 w 249"/>
              <a:gd name="T29" fmla="*/ 119 h 149"/>
              <a:gd name="T30" fmla="*/ 100 w 249"/>
              <a:gd name="T31" fmla="*/ 35 h 149"/>
              <a:gd name="T32" fmla="*/ 75 w 249"/>
              <a:gd name="T33" fmla="*/ 35 h 149"/>
              <a:gd name="T34" fmla="*/ 75 w 249"/>
              <a:gd name="T35" fmla="*/ 0 h 149"/>
              <a:gd name="T36" fmla="*/ 75 w 249"/>
              <a:gd name="T37" fmla="*/ 25 h 149"/>
              <a:gd name="T38" fmla="*/ 100 w 249"/>
              <a:gd name="T39" fmla="*/ 25 h 149"/>
              <a:gd name="T40" fmla="*/ 100 w 249"/>
              <a:gd name="T41" fmla="*/ 0 h 149"/>
              <a:gd name="T42" fmla="*/ 75 w 249"/>
              <a:gd name="T43" fmla="*/ 0 h 149"/>
              <a:gd name="T44" fmla="*/ 110 w 249"/>
              <a:gd name="T45" fmla="*/ 35 h 149"/>
              <a:gd name="T46" fmla="*/ 174 w 249"/>
              <a:gd name="T47" fmla="*/ 35 h 149"/>
              <a:gd name="T48" fmla="*/ 174 w 249"/>
              <a:gd name="T49" fmla="*/ 149 h 149"/>
              <a:gd name="T50" fmla="*/ 110 w 249"/>
              <a:gd name="T51" fmla="*/ 149 h 149"/>
              <a:gd name="T52" fmla="*/ 110 w 249"/>
              <a:gd name="T53" fmla="*/ 129 h 149"/>
              <a:gd name="T54" fmla="*/ 149 w 249"/>
              <a:gd name="T55" fmla="*/ 129 h 149"/>
              <a:gd name="T56" fmla="*/ 149 w 249"/>
              <a:gd name="T57" fmla="*/ 119 h 149"/>
              <a:gd name="T58" fmla="*/ 110 w 249"/>
              <a:gd name="T59" fmla="*/ 119 h 149"/>
              <a:gd name="T60" fmla="*/ 110 w 249"/>
              <a:gd name="T61" fmla="*/ 35 h 149"/>
              <a:gd name="T62" fmla="*/ 149 w 249"/>
              <a:gd name="T63" fmla="*/ 99 h 149"/>
              <a:gd name="T64" fmla="*/ 149 w 249"/>
              <a:gd name="T65" fmla="*/ 55 h 149"/>
              <a:gd name="T66" fmla="*/ 134 w 249"/>
              <a:gd name="T67" fmla="*/ 55 h 149"/>
              <a:gd name="T68" fmla="*/ 134 w 249"/>
              <a:gd name="T69" fmla="*/ 99 h 149"/>
              <a:gd name="T70" fmla="*/ 149 w 249"/>
              <a:gd name="T71" fmla="*/ 99 h 149"/>
              <a:gd name="T72" fmla="*/ 184 w 249"/>
              <a:gd name="T73" fmla="*/ 35 h 149"/>
              <a:gd name="T74" fmla="*/ 249 w 249"/>
              <a:gd name="T75" fmla="*/ 35 h 149"/>
              <a:gd name="T76" fmla="*/ 249 w 249"/>
              <a:gd name="T77" fmla="*/ 149 h 149"/>
              <a:gd name="T78" fmla="*/ 184 w 249"/>
              <a:gd name="T79" fmla="*/ 149 h 149"/>
              <a:gd name="T80" fmla="*/ 184 w 249"/>
              <a:gd name="T81" fmla="*/ 129 h 149"/>
              <a:gd name="T82" fmla="*/ 224 w 249"/>
              <a:gd name="T83" fmla="*/ 129 h 149"/>
              <a:gd name="T84" fmla="*/ 224 w 249"/>
              <a:gd name="T85" fmla="*/ 119 h 149"/>
              <a:gd name="T86" fmla="*/ 184 w 249"/>
              <a:gd name="T87" fmla="*/ 119 h 149"/>
              <a:gd name="T88" fmla="*/ 184 w 249"/>
              <a:gd name="T89" fmla="*/ 35 h 149"/>
              <a:gd name="T90" fmla="*/ 224 w 249"/>
              <a:gd name="T91" fmla="*/ 99 h 149"/>
              <a:gd name="T92" fmla="*/ 224 w 249"/>
              <a:gd name="T93" fmla="*/ 55 h 149"/>
              <a:gd name="T94" fmla="*/ 209 w 249"/>
              <a:gd name="T95" fmla="*/ 55 h 149"/>
              <a:gd name="T96" fmla="*/ 209 w 249"/>
              <a:gd name="T97" fmla="*/ 99 h 149"/>
              <a:gd name="T98" fmla="*/ 224 w 249"/>
              <a:gd name="T99" fmla="*/ 9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9" h="149">
                <a:moveTo>
                  <a:pt x="40" y="0"/>
                </a:moveTo>
                <a:lnTo>
                  <a:pt x="65" y="0"/>
                </a:lnTo>
                <a:lnTo>
                  <a:pt x="65" y="119"/>
                </a:lnTo>
                <a:lnTo>
                  <a:pt x="0" y="119"/>
                </a:lnTo>
                <a:lnTo>
                  <a:pt x="0" y="35"/>
                </a:lnTo>
                <a:lnTo>
                  <a:pt x="40" y="35"/>
                </a:lnTo>
                <a:lnTo>
                  <a:pt x="40" y="0"/>
                </a:lnTo>
                <a:close/>
                <a:moveTo>
                  <a:pt x="40" y="99"/>
                </a:moveTo>
                <a:lnTo>
                  <a:pt x="40" y="55"/>
                </a:lnTo>
                <a:lnTo>
                  <a:pt x="25" y="55"/>
                </a:lnTo>
                <a:lnTo>
                  <a:pt x="25" y="99"/>
                </a:lnTo>
                <a:lnTo>
                  <a:pt x="40" y="99"/>
                </a:lnTo>
                <a:close/>
                <a:moveTo>
                  <a:pt x="75" y="35"/>
                </a:moveTo>
                <a:lnTo>
                  <a:pt x="75" y="119"/>
                </a:lnTo>
                <a:lnTo>
                  <a:pt x="100" y="119"/>
                </a:lnTo>
                <a:lnTo>
                  <a:pt x="100" y="35"/>
                </a:lnTo>
                <a:lnTo>
                  <a:pt x="75" y="35"/>
                </a:lnTo>
                <a:close/>
                <a:moveTo>
                  <a:pt x="75" y="0"/>
                </a:moveTo>
                <a:lnTo>
                  <a:pt x="75" y="25"/>
                </a:lnTo>
                <a:lnTo>
                  <a:pt x="100" y="25"/>
                </a:lnTo>
                <a:lnTo>
                  <a:pt x="100" y="0"/>
                </a:lnTo>
                <a:lnTo>
                  <a:pt x="75" y="0"/>
                </a:lnTo>
                <a:close/>
                <a:moveTo>
                  <a:pt x="110" y="35"/>
                </a:moveTo>
                <a:lnTo>
                  <a:pt x="174" y="35"/>
                </a:lnTo>
                <a:lnTo>
                  <a:pt x="174" y="149"/>
                </a:lnTo>
                <a:lnTo>
                  <a:pt x="110" y="149"/>
                </a:lnTo>
                <a:lnTo>
                  <a:pt x="110" y="129"/>
                </a:lnTo>
                <a:lnTo>
                  <a:pt x="149" y="129"/>
                </a:lnTo>
                <a:lnTo>
                  <a:pt x="149" y="119"/>
                </a:lnTo>
                <a:lnTo>
                  <a:pt x="110" y="119"/>
                </a:lnTo>
                <a:lnTo>
                  <a:pt x="110" y="35"/>
                </a:lnTo>
                <a:close/>
                <a:moveTo>
                  <a:pt x="149" y="99"/>
                </a:moveTo>
                <a:lnTo>
                  <a:pt x="149" y="55"/>
                </a:lnTo>
                <a:lnTo>
                  <a:pt x="134" y="55"/>
                </a:lnTo>
                <a:lnTo>
                  <a:pt x="134" y="99"/>
                </a:lnTo>
                <a:lnTo>
                  <a:pt x="149" y="99"/>
                </a:lnTo>
                <a:close/>
                <a:moveTo>
                  <a:pt x="184" y="35"/>
                </a:moveTo>
                <a:lnTo>
                  <a:pt x="249" y="35"/>
                </a:lnTo>
                <a:lnTo>
                  <a:pt x="249" y="149"/>
                </a:lnTo>
                <a:lnTo>
                  <a:pt x="184" y="149"/>
                </a:lnTo>
                <a:lnTo>
                  <a:pt x="184" y="129"/>
                </a:lnTo>
                <a:lnTo>
                  <a:pt x="224" y="129"/>
                </a:lnTo>
                <a:lnTo>
                  <a:pt x="224" y="119"/>
                </a:lnTo>
                <a:lnTo>
                  <a:pt x="184" y="119"/>
                </a:lnTo>
                <a:lnTo>
                  <a:pt x="184" y="35"/>
                </a:lnTo>
                <a:close/>
                <a:moveTo>
                  <a:pt x="224" y="99"/>
                </a:moveTo>
                <a:lnTo>
                  <a:pt x="224" y="55"/>
                </a:lnTo>
                <a:lnTo>
                  <a:pt x="209" y="55"/>
                </a:lnTo>
                <a:lnTo>
                  <a:pt x="209" y="99"/>
                </a:lnTo>
                <a:lnTo>
                  <a:pt x="224" y="9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8" name="Freeform 94"/>
          <p:cNvSpPr>
            <a:spLocks noEditPoints="1"/>
          </p:cNvSpPr>
          <p:nvPr/>
        </p:nvSpPr>
        <p:spPr bwMode="auto">
          <a:xfrm>
            <a:off x="5110163" y="2890838"/>
            <a:ext cx="295275" cy="295275"/>
          </a:xfrm>
          <a:custGeom>
            <a:avLst/>
            <a:gdLst>
              <a:gd name="T0" fmla="*/ 182 w 273"/>
              <a:gd name="T1" fmla="*/ 137 h 274"/>
              <a:gd name="T2" fmla="*/ 169 w 273"/>
              <a:gd name="T3" fmla="*/ 169 h 274"/>
              <a:gd name="T4" fmla="*/ 137 w 273"/>
              <a:gd name="T5" fmla="*/ 183 h 274"/>
              <a:gd name="T6" fmla="*/ 104 w 273"/>
              <a:gd name="T7" fmla="*/ 169 h 274"/>
              <a:gd name="T8" fmla="*/ 91 w 273"/>
              <a:gd name="T9" fmla="*/ 137 h 274"/>
              <a:gd name="T10" fmla="*/ 104 w 273"/>
              <a:gd name="T11" fmla="*/ 105 h 274"/>
              <a:gd name="T12" fmla="*/ 137 w 273"/>
              <a:gd name="T13" fmla="*/ 92 h 274"/>
              <a:gd name="T14" fmla="*/ 169 w 273"/>
              <a:gd name="T15" fmla="*/ 105 h 274"/>
              <a:gd name="T16" fmla="*/ 182 w 273"/>
              <a:gd name="T17" fmla="*/ 137 h 274"/>
              <a:gd name="T18" fmla="*/ 137 w 273"/>
              <a:gd name="T19" fmla="*/ 40 h 274"/>
              <a:gd name="T20" fmla="*/ 88 w 273"/>
              <a:gd name="T21" fmla="*/ 53 h 274"/>
              <a:gd name="T22" fmla="*/ 53 w 273"/>
              <a:gd name="T23" fmla="*/ 89 h 274"/>
              <a:gd name="T24" fmla="*/ 40 w 273"/>
              <a:gd name="T25" fmla="*/ 137 h 274"/>
              <a:gd name="T26" fmla="*/ 53 w 273"/>
              <a:gd name="T27" fmla="*/ 186 h 274"/>
              <a:gd name="T28" fmla="*/ 88 w 273"/>
              <a:gd name="T29" fmla="*/ 221 h 274"/>
              <a:gd name="T30" fmla="*/ 137 w 273"/>
              <a:gd name="T31" fmla="*/ 234 h 274"/>
              <a:gd name="T32" fmla="*/ 185 w 273"/>
              <a:gd name="T33" fmla="*/ 221 h 274"/>
              <a:gd name="T34" fmla="*/ 220 w 273"/>
              <a:gd name="T35" fmla="*/ 186 h 274"/>
              <a:gd name="T36" fmla="*/ 233 w 273"/>
              <a:gd name="T37" fmla="*/ 137 h 274"/>
              <a:gd name="T38" fmla="*/ 220 w 273"/>
              <a:gd name="T39" fmla="*/ 89 h 274"/>
              <a:gd name="T40" fmla="*/ 185 w 273"/>
              <a:gd name="T41" fmla="*/ 53 h 274"/>
              <a:gd name="T42" fmla="*/ 137 w 273"/>
              <a:gd name="T43" fmla="*/ 40 h 274"/>
              <a:gd name="T44" fmla="*/ 273 w 273"/>
              <a:gd name="T45" fmla="*/ 137 h 274"/>
              <a:gd name="T46" fmla="*/ 255 w 273"/>
              <a:gd name="T47" fmla="*/ 206 h 274"/>
              <a:gd name="T48" fmla="*/ 205 w 273"/>
              <a:gd name="T49" fmla="*/ 256 h 274"/>
              <a:gd name="T50" fmla="*/ 137 w 273"/>
              <a:gd name="T51" fmla="*/ 274 h 274"/>
              <a:gd name="T52" fmla="*/ 68 w 273"/>
              <a:gd name="T53" fmla="*/ 256 h 274"/>
              <a:gd name="T54" fmla="*/ 18 w 273"/>
              <a:gd name="T55" fmla="*/ 206 h 274"/>
              <a:gd name="T56" fmla="*/ 0 w 273"/>
              <a:gd name="T57" fmla="*/ 137 h 274"/>
              <a:gd name="T58" fmla="*/ 18 w 273"/>
              <a:gd name="T59" fmla="*/ 69 h 274"/>
              <a:gd name="T60" fmla="*/ 68 w 273"/>
              <a:gd name="T61" fmla="*/ 19 h 274"/>
              <a:gd name="T62" fmla="*/ 137 w 273"/>
              <a:gd name="T63" fmla="*/ 0 h 274"/>
              <a:gd name="T64" fmla="*/ 205 w 273"/>
              <a:gd name="T65" fmla="*/ 19 h 274"/>
              <a:gd name="T66" fmla="*/ 255 w 273"/>
              <a:gd name="T67" fmla="*/ 69 h 274"/>
              <a:gd name="T68" fmla="*/ 273 w 273"/>
              <a:gd name="T69" fmla="*/ 137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274">
                <a:moveTo>
                  <a:pt x="182" y="137"/>
                </a:moveTo>
                <a:cubicBezTo>
                  <a:pt x="182" y="150"/>
                  <a:pt x="178" y="160"/>
                  <a:pt x="169" y="169"/>
                </a:cubicBezTo>
                <a:cubicBezTo>
                  <a:pt x="160" y="178"/>
                  <a:pt x="149" y="183"/>
                  <a:pt x="137" y="183"/>
                </a:cubicBezTo>
                <a:cubicBezTo>
                  <a:pt x="124" y="183"/>
                  <a:pt x="113" y="178"/>
                  <a:pt x="104" y="169"/>
                </a:cubicBezTo>
                <a:cubicBezTo>
                  <a:pt x="95" y="160"/>
                  <a:pt x="91" y="150"/>
                  <a:pt x="91" y="137"/>
                </a:cubicBezTo>
                <a:cubicBezTo>
                  <a:pt x="91" y="125"/>
                  <a:pt x="95" y="114"/>
                  <a:pt x="104" y="105"/>
                </a:cubicBezTo>
                <a:cubicBezTo>
                  <a:pt x="113" y="96"/>
                  <a:pt x="124" y="92"/>
                  <a:pt x="137" y="92"/>
                </a:cubicBezTo>
                <a:cubicBezTo>
                  <a:pt x="149" y="92"/>
                  <a:pt x="160" y="96"/>
                  <a:pt x="169" y="105"/>
                </a:cubicBezTo>
                <a:cubicBezTo>
                  <a:pt x="178" y="114"/>
                  <a:pt x="182" y="125"/>
                  <a:pt x="182" y="137"/>
                </a:cubicBezTo>
                <a:close/>
                <a:moveTo>
                  <a:pt x="137" y="40"/>
                </a:moveTo>
                <a:cubicBezTo>
                  <a:pt x="119" y="40"/>
                  <a:pt x="103" y="45"/>
                  <a:pt x="88" y="53"/>
                </a:cubicBezTo>
                <a:cubicBezTo>
                  <a:pt x="73" y="62"/>
                  <a:pt x="61" y="74"/>
                  <a:pt x="53" y="89"/>
                </a:cubicBezTo>
                <a:cubicBezTo>
                  <a:pt x="44" y="103"/>
                  <a:pt x="40" y="120"/>
                  <a:pt x="40" y="137"/>
                </a:cubicBezTo>
                <a:cubicBezTo>
                  <a:pt x="40" y="155"/>
                  <a:pt x="44" y="171"/>
                  <a:pt x="53" y="186"/>
                </a:cubicBezTo>
                <a:cubicBezTo>
                  <a:pt x="61" y="201"/>
                  <a:pt x="73" y="212"/>
                  <a:pt x="88" y="221"/>
                </a:cubicBezTo>
                <a:cubicBezTo>
                  <a:pt x="103" y="230"/>
                  <a:pt x="119" y="234"/>
                  <a:pt x="137" y="234"/>
                </a:cubicBezTo>
                <a:cubicBezTo>
                  <a:pt x="154" y="234"/>
                  <a:pt x="170" y="230"/>
                  <a:pt x="185" y="221"/>
                </a:cubicBezTo>
                <a:cubicBezTo>
                  <a:pt x="200" y="212"/>
                  <a:pt x="212" y="201"/>
                  <a:pt x="220" y="186"/>
                </a:cubicBezTo>
                <a:cubicBezTo>
                  <a:pt x="229" y="171"/>
                  <a:pt x="233" y="155"/>
                  <a:pt x="233" y="137"/>
                </a:cubicBezTo>
                <a:cubicBezTo>
                  <a:pt x="233" y="120"/>
                  <a:pt x="229" y="103"/>
                  <a:pt x="220" y="89"/>
                </a:cubicBezTo>
                <a:cubicBezTo>
                  <a:pt x="212" y="74"/>
                  <a:pt x="200" y="62"/>
                  <a:pt x="185" y="53"/>
                </a:cubicBezTo>
                <a:cubicBezTo>
                  <a:pt x="170" y="45"/>
                  <a:pt x="154" y="40"/>
                  <a:pt x="137" y="40"/>
                </a:cubicBezTo>
                <a:close/>
                <a:moveTo>
                  <a:pt x="273" y="137"/>
                </a:moveTo>
                <a:cubicBezTo>
                  <a:pt x="273" y="162"/>
                  <a:pt x="267" y="185"/>
                  <a:pt x="255" y="206"/>
                </a:cubicBezTo>
                <a:cubicBezTo>
                  <a:pt x="243" y="227"/>
                  <a:pt x="226" y="243"/>
                  <a:pt x="205" y="256"/>
                </a:cubicBezTo>
                <a:cubicBezTo>
                  <a:pt x="184" y="268"/>
                  <a:pt x="161" y="274"/>
                  <a:pt x="137" y="274"/>
                </a:cubicBezTo>
                <a:cubicBezTo>
                  <a:pt x="112" y="274"/>
                  <a:pt x="89" y="268"/>
                  <a:pt x="68" y="256"/>
                </a:cubicBezTo>
                <a:cubicBezTo>
                  <a:pt x="47" y="243"/>
                  <a:pt x="30" y="227"/>
                  <a:pt x="18" y="206"/>
                </a:cubicBezTo>
                <a:cubicBezTo>
                  <a:pt x="6" y="185"/>
                  <a:pt x="0" y="162"/>
                  <a:pt x="0" y="137"/>
                </a:cubicBezTo>
                <a:cubicBezTo>
                  <a:pt x="0" y="112"/>
                  <a:pt x="6" y="89"/>
                  <a:pt x="18" y="69"/>
                </a:cubicBezTo>
                <a:cubicBezTo>
                  <a:pt x="30" y="48"/>
                  <a:pt x="47" y="31"/>
                  <a:pt x="68" y="19"/>
                </a:cubicBezTo>
                <a:cubicBezTo>
                  <a:pt x="89" y="7"/>
                  <a:pt x="112" y="0"/>
                  <a:pt x="137" y="0"/>
                </a:cubicBezTo>
                <a:cubicBezTo>
                  <a:pt x="161" y="0"/>
                  <a:pt x="184" y="7"/>
                  <a:pt x="205" y="19"/>
                </a:cubicBezTo>
                <a:cubicBezTo>
                  <a:pt x="226" y="31"/>
                  <a:pt x="243" y="48"/>
                  <a:pt x="255" y="69"/>
                </a:cubicBezTo>
                <a:cubicBezTo>
                  <a:pt x="267" y="89"/>
                  <a:pt x="273" y="112"/>
                  <a:pt x="273" y="13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9" name="Freeform 95"/>
          <p:cNvSpPr>
            <a:spLocks noEditPoints="1"/>
          </p:cNvSpPr>
          <p:nvPr/>
        </p:nvSpPr>
        <p:spPr bwMode="auto">
          <a:xfrm>
            <a:off x="5530851" y="2890838"/>
            <a:ext cx="319088" cy="295275"/>
          </a:xfrm>
          <a:custGeom>
            <a:avLst/>
            <a:gdLst>
              <a:gd name="T0" fmla="*/ 228 w 296"/>
              <a:gd name="T1" fmla="*/ 240 h 274"/>
              <a:gd name="T2" fmla="*/ 224 w 296"/>
              <a:gd name="T3" fmla="*/ 232 h 274"/>
              <a:gd name="T4" fmla="*/ 216 w 296"/>
              <a:gd name="T5" fmla="*/ 228 h 274"/>
              <a:gd name="T6" fmla="*/ 208 w 296"/>
              <a:gd name="T7" fmla="*/ 232 h 274"/>
              <a:gd name="T8" fmla="*/ 205 w 296"/>
              <a:gd name="T9" fmla="*/ 240 h 274"/>
              <a:gd name="T10" fmla="*/ 208 w 296"/>
              <a:gd name="T11" fmla="*/ 248 h 274"/>
              <a:gd name="T12" fmla="*/ 216 w 296"/>
              <a:gd name="T13" fmla="*/ 251 h 274"/>
              <a:gd name="T14" fmla="*/ 224 w 296"/>
              <a:gd name="T15" fmla="*/ 248 h 274"/>
              <a:gd name="T16" fmla="*/ 228 w 296"/>
              <a:gd name="T17" fmla="*/ 240 h 274"/>
              <a:gd name="T18" fmla="*/ 273 w 296"/>
              <a:gd name="T19" fmla="*/ 240 h 274"/>
              <a:gd name="T20" fmla="*/ 270 w 296"/>
              <a:gd name="T21" fmla="*/ 232 h 274"/>
              <a:gd name="T22" fmla="*/ 262 w 296"/>
              <a:gd name="T23" fmla="*/ 228 h 274"/>
              <a:gd name="T24" fmla="*/ 254 w 296"/>
              <a:gd name="T25" fmla="*/ 232 h 274"/>
              <a:gd name="T26" fmla="*/ 251 w 296"/>
              <a:gd name="T27" fmla="*/ 240 h 274"/>
              <a:gd name="T28" fmla="*/ 254 w 296"/>
              <a:gd name="T29" fmla="*/ 248 h 274"/>
              <a:gd name="T30" fmla="*/ 262 w 296"/>
              <a:gd name="T31" fmla="*/ 251 h 274"/>
              <a:gd name="T32" fmla="*/ 270 w 296"/>
              <a:gd name="T33" fmla="*/ 248 h 274"/>
              <a:gd name="T34" fmla="*/ 273 w 296"/>
              <a:gd name="T35" fmla="*/ 240 h 274"/>
              <a:gd name="T36" fmla="*/ 296 w 296"/>
              <a:gd name="T37" fmla="*/ 200 h 274"/>
              <a:gd name="T38" fmla="*/ 296 w 296"/>
              <a:gd name="T39" fmla="*/ 257 h 274"/>
              <a:gd name="T40" fmla="*/ 291 w 296"/>
              <a:gd name="T41" fmla="*/ 269 h 274"/>
              <a:gd name="T42" fmla="*/ 279 w 296"/>
              <a:gd name="T43" fmla="*/ 274 h 274"/>
              <a:gd name="T44" fmla="*/ 17 w 296"/>
              <a:gd name="T45" fmla="*/ 274 h 274"/>
              <a:gd name="T46" fmla="*/ 5 w 296"/>
              <a:gd name="T47" fmla="*/ 269 h 274"/>
              <a:gd name="T48" fmla="*/ 0 w 296"/>
              <a:gd name="T49" fmla="*/ 257 h 274"/>
              <a:gd name="T50" fmla="*/ 0 w 296"/>
              <a:gd name="T51" fmla="*/ 200 h 274"/>
              <a:gd name="T52" fmla="*/ 5 w 296"/>
              <a:gd name="T53" fmla="*/ 188 h 274"/>
              <a:gd name="T54" fmla="*/ 17 w 296"/>
              <a:gd name="T55" fmla="*/ 183 h 274"/>
              <a:gd name="T56" fmla="*/ 100 w 296"/>
              <a:gd name="T57" fmla="*/ 183 h 274"/>
              <a:gd name="T58" fmla="*/ 124 w 296"/>
              <a:gd name="T59" fmla="*/ 207 h 274"/>
              <a:gd name="T60" fmla="*/ 148 w 296"/>
              <a:gd name="T61" fmla="*/ 217 h 274"/>
              <a:gd name="T62" fmla="*/ 172 w 296"/>
              <a:gd name="T63" fmla="*/ 207 h 274"/>
              <a:gd name="T64" fmla="*/ 197 w 296"/>
              <a:gd name="T65" fmla="*/ 183 h 274"/>
              <a:gd name="T66" fmla="*/ 279 w 296"/>
              <a:gd name="T67" fmla="*/ 183 h 274"/>
              <a:gd name="T68" fmla="*/ 291 w 296"/>
              <a:gd name="T69" fmla="*/ 188 h 274"/>
              <a:gd name="T70" fmla="*/ 296 w 296"/>
              <a:gd name="T71" fmla="*/ 200 h 274"/>
              <a:gd name="T72" fmla="*/ 238 w 296"/>
              <a:gd name="T73" fmla="*/ 99 h 274"/>
              <a:gd name="T74" fmla="*/ 236 w 296"/>
              <a:gd name="T75" fmla="*/ 111 h 274"/>
              <a:gd name="T76" fmla="*/ 156 w 296"/>
              <a:gd name="T77" fmla="*/ 191 h 274"/>
              <a:gd name="T78" fmla="*/ 148 w 296"/>
              <a:gd name="T79" fmla="*/ 194 h 274"/>
              <a:gd name="T80" fmla="*/ 140 w 296"/>
              <a:gd name="T81" fmla="*/ 191 h 274"/>
              <a:gd name="T82" fmla="*/ 60 w 296"/>
              <a:gd name="T83" fmla="*/ 111 h 274"/>
              <a:gd name="T84" fmla="*/ 58 w 296"/>
              <a:gd name="T85" fmla="*/ 99 h 274"/>
              <a:gd name="T86" fmla="*/ 68 w 296"/>
              <a:gd name="T87" fmla="*/ 92 h 274"/>
              <a:gd name="T88" fmla="*/ 114 w 296"/>
              <a:gd name="T89" fmla="*/ 92 h 274"/>
              <a:gd name="T90" fmla="*/ 114 w 296"/>
              <a:gd name="T91" fmla="*/ 12 h 274"/>
              <a:gd name="T92" fmla="*/ 117 w 296"/>
              <a:gd name="T93" fmla="*/ 4 h 274"/>
              <a:gd name="T94" fmla="*/ 125 w 296"/>
              <a:gd name="T95" fmla="*/ 0 h 274"/>
              <a:gd name="T96" fmla="*/ 171 w 296"/>
              <a:gd name="T97" fmla="*/ 0 h 274"/>
              <a:gd name="T98" fmla="*/ 179 w 296"/>
              <a:gd name="T99" fmla="*/ 4 h 274"/>
              <a:gd name="T100" fmla="*/ 182 w 296"/>
              <a:gd name="T101" fmla="*/ 12 h 274"/>
              <a:gd name="T102" fmla="*/ 182 w 296"/>
              <a:gd name="T103" fmla="*/ 92 h 274"/>
              <a:gd name="T104" fmla="*/ 228 w 296"/>
              <a:gd name="T105" fmla="*/ 92 h 274"/>
              <a:gd name="T106" fmla="*/ 238 w 296"/>
              <a:gd name="T107" fmla="*/ 99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6" h="274">
                <a:moveTo>
                  <a:pt x="228" y="240"/>
                </a:moveTo>
                <a:cubicBezTo>
                  <a:pt x="228" y="237"/>
                  <a:pt x="227" y="234"/>
                  <a:pt x="224" y="232"/>
                </a:cubicBezTo>
                <a:cubicBezTo>
                  <a:pt x="222" y="229"/>
                  <a:pt x="220" y="228"/>
                  <a:pt x="216" y="228"/>
                </a:cubicBezTo>
                <a:cubicBezTo>
                  <a:pt x="213" y="228"/>
                  <a:pt x="211" y="229"/>
                  <a:pt x="208" y="232"/>
                </a:cubicBezTo>
                <a:cubicBezTo>
                  <a:pt x="206" y="234"/>
                  <a:pt x="205" y="237"/>
                  <a:pt x="205" y="240"/>
                </a:cubicBezTo>
                <a:cubicBezTo>
                  <a:pt x="205" y="243"/>
                  <a:pt x="206" y="245"/>
                  <a:pt x="208" y="248"/>
                </a:cubicBezTo>
                <a:cubicBezTo>
                  <a:pt x="211" y="250"/>
                  <a:pt x="213" y="251"/>
                  <a:pt x="216" y="251"/>
                </a:cubicBezTo>
                <a:cubicBezTo>
                  <a:pt x="220" y="251"/>
                  <a:pt x="222" y="250"/>
                  <a:pt x="224" y="248"/>
                </a:cubicBezTo>
                <a:cubicBezTo>
                  <a:pt x="227" y="245"/>
                  <a:pt x="228" y="243"/>
                  <a:pt x="228" y="240"/>
                </a:cubicBezTo>
                <a:close/>
                <a:moveTo>
                  <a:pt x="273" y="240"/>
                </a:moveTo>
                <a:cubicBezTo>
                  <a:pt x="273" y="237"/>
                  <a:pt x="272" y="234"/>
                  <a:pt x="270" y="232"/>
                </a:cubicBezTo>
                <a:cubicBezTo>
                  <a:pt x="268" y="229"/>
                  <a:pt x="265" y="228"/>
                  <a:pt x="262" y="228"/>
                </a:cubicBezTo>
                <a:cubicBezTo>
                  <a:pt x="259" y="228"/>
                  <a:pt x="256" y="229"/>
                  <a:pt x="254" y="232"/>
                </a:cubicBezTo>
                <a:cubicBezTo>
                  <a:pt x="252" y="234"/>
                  <a:pt x="251" y="237"/>
                  <a:pt x="251" y="240"/>
                </a:cubicBezTo>
                <a:cubicBezTo>
                  <a:pt x="251" y="243"/>
                  <a:pt x="252" y="245"/>
                  <a:pt x="254" y="248"/>
                </a:cubicBezTo>
                <a:cubicBezTo>
                  <a:pt x="256" y="250"/>
                  <a:pt x="259" y="251"/>
                  <a:pt x="262" y="251"/>
                </a:cubicBezTo>
                <a:cubicBezTo>
                  <a:pt x="265" y="251"/>
                  <a:pt x="268" y="250"/>
                  <a:pt x="270" y="248"/>
                </a:cubicBezTo>
                <a:cubicBezTo>
                  <a:pt x="272" y="245"/>
                  <a:pt x="273" y="243"/>
                  <a:pt x="273" y="240"/>
                </a:cubicBezTo>
                <a:close/>
                <a:moveTo>
                  <a:pt x="296" y="200"/>
                </a:moveTo>
                <a:cubicBezTo>
                  <a:pt x="296" y="257"/>
                  <a:pt x="296" y="257"/>
                  <a:pt x="296" y="257"/>
                </a:cubicBezTo>
                <a:cubicBezTo>
                  <a:pt x="296" y="262"/>
                  <a:pt x="295" y="266"/>
                  <a:pt x="291" y="269"/>
                </a:cubicBezTo>
                <a:cubicBezTo>
                  <a:pt x="288" y="272"/>
                  <a:pt x="284" y="274"/>
                  <a:pt x="279" y="274"/>
                </a:cubicBezTo>
                <a:cubicBezTo>
                  <a:pt x="17" y="274"/>
                  <a:pt x="17" y="274"/>
                  <a:pt x="17" y="274"/>
                </a:cubicBezTo>
                <a:cubicBezTo>
                  <a:pt x="12" y="274"/>
                  <a:pt x="8" y="272"/>
                  <a:pt x="5" y="269"/>
                </a:cubicBezTo>
                <a:cubicBezTo>
                  <a:pt x="2" y="266"/>
                  <a:pt x="0" y="262"/>
                  <a:pt x="0" y="257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195"/>
                  <a:pt x="2" y="191"/>
                  <a:pt x="5" y="188"/>
                </a:cubicBezTo>
                <a:cubicBezTo>
                  <a:pt x="8" y="184"/>
                  <a:pt x="12" y="183"/>
                  <a:pt x="17" y="183"/>
                </a:cubicBezTo>
                <a:cubicBezTo>
                  <a:pt x="100" y="183"/>
                  <a:pt x="100" y="183"/>
                  <a:pt x="100" y="183"/>
                </a:cubicBezTo>
                <a:cubicBezTo>
                  <a:pt x="124" y="207"/>
                  <a:pt x="124" y="207"/>
                  <a:pt x="124" y="207"/>
                </a:cubicBezTo>
                <a:cubicBezTo>
                  <a:pt x="131" y="214"/>
                  <a:pt x="139" y="217"/>
                  <a:pt x="148" y="217"/>
                </a:cubicBezTo>
                <a:cubicBezTo>
                  <a:pt x="157" y="217"/>
                  <a:pt x="165" y="214"/>
                  <a:pt x="172" y="207"/>
                </a:cubicBezTo>
                <a:cubicBezTo>
                  <a:pt x="197" y="183"/>
                  <a:pt x="197" y="183"/>
                  <a:pt x="197" y="183"/>
                </a:cubicBezTo>
                <a:cubicBezTo>
                  <a:pt x="279" y="183"/>
                  <a:pt x="279" y="183"/>
                  <a:pt x="279" y="183"/>
                </a:cubicBezTo>
                <a:cubicBezTo>
                  <a:pt x="284" y="183"/>
                  <a:pt x="288" y="184"/>
                  <a:pt x="291" y="188"/>
                </a:cubicBezTo>
                <a:cubicBezTo>
                  <a:pt x="295" y="191"/>
                  <a:pt x="296" y="195"/>
                  <a:pt x="296" y="200"/>
                </a:cubicBezTo>
                <a:close/>
                <a:moveTo>
                  <a:pt x="238" y="99"/>
                </a:moveTo>
                <a:cubicBezTo>
                  <a:pt x="240" y="103"/>
                  <a:pt x="240" y="108"/>
                  <a:pt x="236" y="111"/>
                </a:cubicBezTo>
                <a:cubicBezTo>
                  <a:pt x="156" y="191"/>
                  <a:pt x="156" y="191"/>
                  <a:pt x="156" y="191"/>
                </a:cubicBezTo>
                <a:cubicBezTo>
                  <a:pt x="154" y="193"/>
                  <a:pt x="151" y="194"/>
                  <a:pt x="148" y="194"/>
                </a:cubicBezTo>
                <a:cubicBezTo>
                  <a:pt x="145" y="194"/>
                  <a:pt x="142" y="193"/>
                  <a:pt x="140" y="191"/>
                </a:cubicBezTo>
                <a:cubicBezTo>
                  <a:pt x="60" y="111"/>
                  <a:pt x="60" y="111"/>
                  <a:pt x="60" y="111"/>
                </a:cubicBezTo>
                <a:cubicBezTo>
                  <a:pt x="57" y="108"/>
                  <a:pt x="56" y="103"/>
                  <a:pt x="58" y="99"/>
                </a:cubicBezTo>
                <a:cubicBezTo>
                  <a:pt x="60" y="94"/>
                  <a:pt x="63" y="92"/>
                  <a:pt x="68" y="92"/>
                </a:cubicBezTo>
                <a:cubicBezTo>
                  <a:pt x="114" y="92"/>
                  <a:pt x="114" y="92"/>
                  <a:pt x="114" y="92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4" y="9"/>
                  <a:pt x="115" y="6"/>
                  <a:pt x="117" y="4"/>
                </a:cubicBezTo>
                <a:cubicBezTo>
                  <a:pt x="120" y="2"/>
                  <a:pt x="122" y="0"/>
                  <a:pt x="125" y="0"/>
                </a:cubicBezTo>
                <a:cubicBezTo>
                  <a:pt x="171" y="0"/>
                  <a:pt x="171" y="0"/>
                  <a:pt x="171" y="0"/>
                </a:cubicBezTo>
                <a:cubicBezTo>
                  <a:pt x="174" y="0"/>
                  <a:pt x="177" y="2"/>
                  <a:pt x="179" y="4"/>
                </a:cubicBezTo>
                <a:cubicBezTo>
                  <a:pt x="181" y="6"/>
                  <a:pt x="182" y="9"/>
                  <a:pt x="182" y="12"/>
                </a:cubicBezTo>
                <a:cubicBezTo>
                  <a:pt x="182" y="92"/>
                  <a:pt x="182" y="92"/>
                  <a:pt x="182" y="92"/>
                </a:cubicBezTo>
                <a:cubicBezTo>
                  <a:pt x="228" y="92"/>
                  <a:pt x="228" y="92"/>
                  <a:pt x="228" y="92"/>
                </a:cubicBezTo>
                <a:cubicBezTo>
                  <a:pt x="233" y="92"/>
                  <a:pt x="236" y="94"/>
                  <a:pt x="238" y="9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0" name="Freeform 96"/>
          <p:cNvSpPr>
            <a:spLocks noEditPoints="1"/>
          </p:cNvSpPr>
          <p:nvPr/>
        </p:nvSpPr>
        <p:spPr bwMode="auto">
          <a:xfrm>
            <a:off x="5976938" y="2890838"/>
            <a:ext cx="295275" cy="295275"/>
          </a:xfrm>
          <a:custGeom>
            <a:avLst/>
            <a:gdLst>
              <a:gd name="T0" fmla="*/ 157 w 273"/>
              <a:gd name="T1" fmla="*/ 156 h 274"/>
              <a:gd name="T2" fmla="*/ 157 w 273"/>
              <a:gd name="T3" fmla="*/ 156 h 274"/>
              <a:gd name="T4" fmla="*/ 131 w 273"/>
              <a:gd name="T5" fmla="*/ 168 h 274"/>
              <a:gd name="T6" fmla="*/ 83 w 273"/>
              <a:gd name="T7" fmla="*/ 203 h 274"/>
              <a:gd name="T8" fmla="*/ 62 w 273"/>
              <a:gd name="T9" fmla="*/ 227 h 274"/>
              <a:gd name="T10" fmla="*/ 182 w 273"/>
              <a:gd name="T11" fmla="*/ 245 h 274"/>
              <a:gd name="T12" fmla="*/ 140 w 273"/>
              <a:gd name="T13" fmla="*/ 117 h 274"/>
              <a:gd name="T14" fmla="*/ 20 w 273"/>
              <a:gd name="T15" fmla="*/ 137 h 274"/>
              <a:gd name="T16" fmla="*/ 50 w 273"/>
              <a:gd name="T17" fmla="*/ 215 h 274"/>
              <a:gd name="T18" fmla="*/ 97 w 273"/>
              <a:gd name="T19" fmla="*/ 163 h 274"/>
              <a:gd name="T20" fmla="*/ 138 w 273"/>
              <a:gd name="T21" fmla="*/ 140 h 274"/>
              <a:gd name="T22" fmla="*/ 147 w 273"/>
              <a:gd name="T23" fmla="*/ 137 h 274"/>
              <a:gd name="T24" fmla="*/ 130 w 273"/>
              <a:gd name="T25" fmla="*/ 99 h 274"/>
              <a:gd name="T26" fmla="*/ 45 w 273"/>
              <a:gd name="T27" fmla="*/ 65 h 274"/>
              <a:gd name="T28" fmla="*/ 130 w 273"/>
              <a:gd name="T29" fmla="*/ 99 h 274"/>
              <a:gd name="T30" fmla="*/ 179 w 273"/>
              <a:gd name="T31" fmla="*/ 150 h 274"/>
              <a:gd name="T32" fmla="*/ 235 w 273"/>
              <a:gd name="T33" fmla="*/ 200 h 274"/>
              <a:gd name="T34" fmla="*/ 109 w 273"/>
              <a:gd name="T35" fmla="*/ 24 h 274"/>
              <a:gd name="T36" fmla="*/ 109 w 273"/>
              <a:gd name="T37" fmla="*/ 24 h 274"/>
              <a:gd name="T38" fmla="*/ 137 w 273"/>
              <a:gd name="T39" fmla="*/ 20 h 274"/>
              <a:gd name="T40" fmla="*/ 153 w 273"/>
              <a:gd name="T41" fmla="*/ 92 h 274"/>
              <a:gd name="T42" fmla="*/ 193 w 273"/>
              <a:gd name="T43" fmla="*/ 70 h 274"/>
              <a:gd name="T44" fmla="*/ 211 w 273"/>
              <a:gd name="T45" fmla="*/ 53 h 274"/>
              <a:gd name="T46" fmla="*/ 253 w 273"/>
              <a:gd name="T47" fmla="*/ 136 h 274"/>
              <a:gd name="T48" fmla="*/ 227 w 273"/>
              <a:gd name="T49" fmla="*/ 63 h 274"/>
              <a:gd name="T50" fmla="*/ 216 w 273"/>
              <a:gd name="T51" fmla="*/ 75 h 274"/>
              <a:gd name="T52" fmla="*/ 185 w 273"/>
              <a:gd name="T53" fmla="*/ 98 h 274"/>
              <a:gd name="T54" fmla="*/ 170 w 273"/>
              <a:gd name="T55" fmla="*/ 126 h 274"/>
              <a:gd name="T56" fmla="*/ 172 w 273"/>
              <a:gd name="T57" fmla="*/ 132 h 274"/>
              <a:gd name="T58" fmla="*/ 198 w 273"/>
              <a:gd name="T59" fmla="*/ 131 h 274"/>
              <a:gd name="T60" fmla="*/ 222 w 273"/>
              <a:gd name="T61" fmla="*/ 132 h 274"/>
              <a:gd name="T62" fmla="*/ 241 w 273"/>
              <a:gd name="T63" fmla="*/ 134 h 274"/>
              <a:gd name="T64" fmla="*/ 252 w 273"/>
              <a:gd name="T65" fmla="*/ 136 h 274"/>
              <a:gd name="T66" fmla="*/ 273 w 273"/>
              <a:gd name="T67" fmla="*/ 137 h 274"/>
              <a:gd name="T68" fmla="*/ 205 w 273"/>
              <a:gd name="T69" fmla="*/ 256 h 274"/>
              <a:gd name="T70" fmla="*/ 68 w 273"/>
              <a:gd name="T71" fmla="*/ 256 h 274"/>
              <a:gd name="T72" fmla="*/ 0 w 273"/>
              <a:gd name="T73" fmla="*/ 137 h 274"/>
              <a:gd name="T74" fmla="*/ 68 w 273"/>
              <a:gd name="T75" fmla="*/ 19 h 274"/>
              <a:gd name="T76" fmla="*/ 205 w 273"/>
              <a:gd name="T77" fmla="*/ 19 h 274"/>
              <a:gd name="T78" fmla="*/ 273 w 273"/>
              <a:gd name="T79" fmla="*/ 137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73" h="274">
                <a:moveTo>
                  <a:pt x="182" y="245"/>
                </a:moveTo>
                <a:cubicBezTo>
                  <a:pt x="177" y="216"/>
                  <a:pt x="169" y="187"/>
                  <a:pt x="157" y="156"/>
                </a:cubicBezTo>
                <a:cubicBezTo>
                  <a:pt x="157" y="156"/>
                  <a:pt x="157" y="156"/>
                  <a:pt x="157" y="156"/>
                </a:cubicBezTo>
                <a:cubicBezTo>
                  <a:pt x="157" y="156"/>
                  <a:pt x="157" y="156"/>
                  <a:pt x="157" y="156"/>
                </a:cubicBezTo>
                <a:cubicBezTo>
                  <a:pt x="155" y="157"/>
                  <a:pt x="152" y="158"/>
                  <a:pt x="149" y="159"/>
                </a:cubicBezTo>
                <a:cubicBezTo>
                  <a:pt x="146" y="160"/>
                  <a:pt x="140" y="163"/>
                  <a:pt x="131" y="168"/>
                </a:cubicBezTo>
                <a:cubicBezTo>
                  <a:pt x="122" y="172"/>
                  <a:pt x="114" y="177"/>
                  <a:pt x="107" y="182"/>
                </a:cubicBezTo>
                <a:cubicBezTo>
                  <a:pt x="99" y="188"/>
                  <a:pt x="91" y="194"/>
                  <a:pt x="83" y="203"/>
                </a:cubicBezTo>
                <a:cubicBezTo>
                  <a:pt x="75" y="211"/>
                  <a:pt x="69" y="220"/>
                  <a:pt x="65" y="229"/>
                </a:cubicBezTo>
                <a:cubicBezTo>
                  <a:pt x="62" y="227"/>
                  <a:pt x="62" y="227"/>
                  <a:pt x="62" y="227"/>
                </a:cubicBezTo>
                <a:cubicBezTo>
                  <a:pt x="84" y="245"/>
                  <a:pt x="109" y="254"/>
                  <a:pt x="137" y="254"/>
                </a:cubicBezTo>
                <a:cubicBezTo>
                  <a:pt x="152" y="254"/>
                  <a:pt x="167" y="251"/>
                  <a:pt x="182" y="245"/>
                </a:cubicBezTo>
                <a:close/>
                <a:moveTo>
                  <a:pt x="149" y="137"/>
                </a:moveTo>
                <a:cubicBezTo>
                  <a:pt x="147" y="131"/>
                  <a:pt x="144" y="124"/>
                  <a:pt x="140" y="117"/>
                </a:cubicBezTo>
                <a:cubicBezTo>
                  <a:pt x="103" y="128"/>
                  <a:pt x="63" y="133"/>
                  <a:pt x="20" y="133"/>
                </a:cubicBezTo>
                <a:cubicBezTo>
                  <a:pt x="20" y="134"/>
                  <a:pt x="20" y="135"/>
                  <a:pt x="20" y="137"/>
                </a:cubicBezTo>
                <a:cubicBezTo>
                  <a:pt x="20" y="152"/>
                  <a:pt x="22" y="166"/>
                  <a:pt x="28" y="179"/>
                </a:cubicBezTo>
                <a:cubicBezTo>
                  <a:pt x="33" y="193"/>
                  <a:pt x="40" y="205"/>
                  <a:pt x="50" y="215"/>
                </a:cubicBezTo>
                <a:cubicBezTo>
                  <a:pt x="56" y="205"/>
                  <a:pt x="63" y="195"/>
                  <a:pt x="72" y="185"/>
                </a:cubicBezTo>
                <a:cubicBezTo>
                  <a:pt x="80" y="176"/>
                  <a:pt x="89" y="169"/>
                  <a:pt x="97" y="163"/>
                </a:cubicBezTo>
                <a:cubicBezTo>
                  <a:pt x="105" y="158"/>
                  <a:pt x="113" y="153"/>
                  <a:pt x="120" y="149"/>
                </a:cubicBezTo>
                <a:cubicBezTo>
                  <a:pt x="128" y="145"/>
                  <a:pt x="134" y="142"/>
                  <a:pt x="138" y="140"/>
                </a:cubicBezTo>
                <a:cubicBezTo>
                  <a:pt x="145" y="138"/>
                  <a:pt x="145" y="138"/>
                  <a:pt x="145" y="138"/>
                </a:cubicBezTo>
                <a:cubicBezTo>
                  <a:pt x="145" y="138"/>
                  <a:pt x="146" y="138"/>
                  <a:pt x="147" y="137"/>
                </a:cubicBezTo>
                <a:cubicBezTo>
                  <a:pt x="148" y="137"/>
                  <a:pt x="149" y="137"/>
                  <a:pt x="149" y="137"/>
                </a:cubicBezTo>
                <a:close/>
                <a:moveTo>
                  <a:pt x="130" y="99"/>
                </a:moveTo>
                <a:cubicBezTo>
                  <a:pt x="116" y="74"/>
                  <a:pt x="101" y="51"/>
                  <a:pt x="87" y="32"/>
                </a:cubicBezTo>
                <a:cubicBezTo>
                  <a:pt x="70" y="39"/>
                  <a:pt x="57" y="50"/>
                  <a:pt x="45" y="65"/>
                </a:cubicBezTo>
                <a:cubicBezTo>
                  <a:pt x="34" y="79"/>
                  <a:pt x="26" y="95"/>
                  <a:pt x="22" y="113"/>
                </a:cubicBezTo>
                <a:cubicBezTo>
                  <a:pt x="58" y="113"/>
                  <a:pt x="94" y="108"/>
                  <a:pt x="130" y="99"/>
                </a:cubicBezTo>
                <a:close/>
                <a:moveTo>
                  <a:pt x="252" y="156"/>
                </a:moveTo>
                <a:cubicBezTo>
                  <a:pt x="227" y="149"/>
                  <a:pt x="203" y="147"/>
                  <a:pt x="179" y="150"/>
                </a:cubicBezTo>
                <a:cubicBezTo>
                  <a:pt x="189" y="179"/>
                  <a:pt x="197" y="207"/>
                  <a:pt x="202" y="234"/>
                </a:cubicBezTo>
                <a:cubicBezTo>
                  <a:pt x="215" y="225"/>
                  <a:pt x="226" y="214"/>
                  <a:pt x="235" y="200"/>
                </a:cubicBezTo>
                <a:cubicBezTo>
                  <a:pt x="244" y="187"/>
                  <a:pt x="249" y="172"/>
                  <a:pt x="252" y="156"/>
                </a:cubicBezTo>
                <a:close/>
                <a:moveTo>
                  <a:pt x="109" y="24"/>
                </a:moveTo>
                <a:cubicBezTo>
                  <a:pt x="109" y="24"/>
                  <a:pt x="108" y="24"/>
                  <a:pt x="108" y="24"/>
                </a:cubicBezTo>
                <a:cubicBezTo>
                  <a:pt x="108" y="24"/>
                  <a:pt x="109" y="24"/>
                  <a:pt x="109" y="24"/>
                </a:cubicBezTo>
                <a:close/>
                <a:moveTo>
                  <a:pt x="214" y="50"/>
                </a:moveTo>
                <a:cubicBezTo>
                  <a:pt x="192" y="30"/>
                  <a:pt x="166" y="20"/>
                  <a:pt x="137" y="20"/>
                </a:cubicBezTo>
                <a:cubicBezTo>
                  <a:pt x="128" y="20"/>
                  <a:pt x="118" y="21"/>
                  <a:pt x="109" y="24"/>
                </a:cubicBezTo>
                <a:cubicBezTo>
                  <a:pt x="125" y="44"/>
                  <a:pt x="139" y="67"/>
                  <a:pt x="153" y="92"/>
                </a:cubicBezTo>
                <a:cubicBezTo>
                  <a:pt x="161" y="89"/>
                  <a:pt x="169" y="85"/>
                  <a:pt x="176" y="81"/>
                </a:cubicBezTo>
                <a:cubicBezTo>
                  <a:pt x="183" y="77"/>
                  <a:pt x="189" y="73"/>
                  <a:pt x="193" y="70"/>
                </a:cubicBezTo>
                <a:cubicBezTo>
                  <a:pt x="197" y="67"/>
                  <a:pt x="201" y="63"/>
                  <a:pt x="205" y="60"/>
                </a:cubicBezTo>
                <a:cubicBezTo>
                  <a:pt x="208" y="56"/>
                  <a:pt x="211" y="54"/>
                  <a:pt x="211" y="53"/>
                </a:cubicBezTo>
                <a:lnTo>
                  <a:pt x="214" y="50"/>
                </a:lnTo>
                <a:close/>
                <a:moveTo>
                  <a:pt x="253" y="136"/>
                </a:moveTo>
                <a:cubicBezTo>
                  <a:pt x="253" y="108"/>
                  <a:pt x="244" y="84"/>
                  <a:pt x="227" y="63"/>
                </a:cubicBezTo>
                <a:cubicBezTo>
                  <a:pt x="227" y="63"/>
                  <a:pt x="227" y="63"/>
                  <a:pt x="227" y="63"/>
                </a:cubicBezTo>
                <a:cubicBezTo>
                  <a:pt x="226" y="65"/>
                  <a:pt x="225" y="66"/>
                  <a:pt x="223" y="67"/>
                </a:cubicBezTo>
                <a:cubicBezTo>
                  <a:pt x="222" y="69"/>
                  <a:pt x="220" y="72"/>
                  <a:pt x="216" y="75"/>
                </a:cubicBezTo>
                <a:cubicBezTo>
                  <a:pt x="212" y="79"/>
                  <a:pt x="207" y="83"/>
                  <a:pt x="203" y="86"/>
                </a:cubicBezTo>
                <a:cubicBezTo>
                  <a:pt x="198" y="90"/>
                  <a:pt x="193" y="93"/>
                  <a:pt x="185" y="98"/>
                </a:cubicBezTo>
                <a:cubicBezTo>
                  <a:pt x="178" y="102"/>
                  <a:pt x="170" y="106"/>
                  <a:pt x="162" y="109"/>
                </a:cubicBezTo>
                <a:cubicBezTo>
                  <a:pt x="165" y="115"/>
                  <a:pt x="167" y="121"/>
                  <a:pt x="170" y="126"/>
                </a:cubicBezTo>
                <a:cubicBezTo>
                  <a:pt x="170" y="127"/>
                  <a:pt x="170" y="128"/>
                  <a:pt x="171" y="129"/>
                </a:cubicBezTo>
                <a:cubicBezTo>
                  <a:pt x="171" y="131"/>
                  <a:pt x="172" y="132"/>
                  <a:pt x="172" y="132"/>
                </a:cubicBezTo>
                <a:cubicBezTo>
                  <a:pt x="176" y="132"/>
                  <a:pt x="181" y="131"/>
                  <a:pt x="185" y="131"/>
                </a:cubicBezTo>
                <a:cubicBezTo>
                  <a:pt x="190" y="131"/>
                  <a:pt x="194" y="131"/>
                  <a:pt x="198" y="131"/>
                </a:cubicBezTo>
                <a:cubicBezTo>
                  <a:pt x="203" y="131"/>
                  <a:pt x="207" y="131"/>
                  <a:pt x="211" y="131"/>
                </a:cubicBezTo>
                <a:cubicBezTo>
                  <a:pt x="215" y="131"/>
                  <a:pt x="219" y="131"/>
                  <a:pt x="222" y="132"/>
                </a:cubicBezTo>
                <a:cubicBezTo>
                  <a:pt x="226" y="132"/>
                  <a:pt x="229" y="132"/>
                  <a:pt x="232" y="133"/>
                </a:cubicBezTo>
                <a:cubicBezTo>
                  <a:pt x="235" y="133"/>
                  <a:pt x="238" y="133"/>
                  <a:pt x="241" y="134"/>
                </a:cubicBezTo>
                <a:cubicBezTo>
                  <a:pt x="243" y="134"/>
                  <a:pt x="245" y="134"/>
                  <a:pt x="247" y="135"/>
                </a:cubicBezTo>
                <a:cubicBezTo>
                  <a:pt x="249" y="135"/>
                  <a:pt x="250" y="135"/>
                  <a:pt x="252" y="136"/>
                </a:cubicBezTo>
                <a:lnTo>
                  <a:pt x="253" y="136"/>
                </a:lnTo>
                <a:close/>
                <a:moveTo>
                  <a:pt x="273" y="137"/>
                </a:moveTo>
                <a:cubicBezTo>
                  <a:pt x="273" y="162"/>
                  <a:pt x="267" y="185"/>
                  <a:pt x="255" y="206"/>
                </a:cubicBezTo>
                <a:cubicBezTo>
                  <a:pt x="243" y="227"/>
                  <a:pt x="226" y="243"/>
                  <a:pt x="205" y="256"/>
                </a:cubicBezTo>
                <a:cubicBezTo>
                  <a:pt x="184" y="268"/>
                  <a:pt x="161" y="274"/>
                  <a:pt x="137" y="274"/>
                </a:cubicBezTo>
                <a:cubicBezTo>
                  <a:pt x="112" y="274"/>
                  <a:pt x="89" y="268"/>
                  <a:pt x="68" y="256"/>
                </a:cubicBezTo>
                <a:cubicBezTo>
                  <a:pt x="47" y="243"/>
                  <a:pt x="30" y="227"/>
                  <a:pt x="18" y="206"/>
                </a:cubicBezTo>
                <a:cubicBezTo>
                  <a:pt x="6" y="185"/>
                  <a:pt x="0" y="162"/>
                  <a:pt x="0" y="137"/>
                </a:cubicBezTo>
                <a:cubicBezTo>
                  <a:pt x="0" y="112"/>
                  <a:pt x="6" y="89"/>
                  <a:pt x="18" y="69"/>
                </a:cubicBezTo>
                <a:cubicBezTo>
                  <a:pt x="30" y="48"/>
                  <a:pt x="47" y="31"/>
                  <a:pt x="68" y="19"/>
                </a:cubicBezTo>
                <a:cubicBezTo>
                  <a:pt x="89" y="7"/>
                  <a:pt x="112" y="0"/>
                  <a:pt x="137" y="0"/>
                </a:cubicBezTo>
                <a:cubicBezTo>
                  <a:pt x="161" y="0"/>
                  <a:pt x="184" y="7"/>
                  <a:pt x="205" y="19"/>
                </a:cubicBezTo>
                <a:cubicBezTo>
                  <a:pt x="226" y="31"/>
                  <a:pt x="243" y="48"/>
                  <a:pt x="255" y="69"/>
                </a:cubicBezTo>
                <a:cubicBezTo>
                  <a:pt x="267" y="89"/>
                  <a:pt x="273" y="112"/>
                  <a:pt x="273" y="13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1" name="Freeform 97"/>
          <p:cNvSpPr>
            <a:spLocks noEditPoints="1"/>
          </p:cNvSpPr>
          <p:nvPr/>
        </p:nvSpPr>
        <p:spPr bwMode="auto">
          <a:xfrm>
            <a:off x="6397626" y="2890838"/>
            <a:ext cx="320675" cy="296863"/>
          </a:xfrm>
          <a:custGeom>
            <a:avLst/>
            <a:gdLst>
              <a:gd name="T0" fmla="*/ 41 w 202"/>
              <a:gd name="T1" fmla="*/ 70 h 187"/>
              <a:gd name="T2" fmla="*/ 101 w 202"/>
              <a:gd name="T3" fmla="*/ 108 h 187"/>
              <a:gd name="T4" fmla="*/ 60 w 202"/>
              <a:gd name="T5" fmla="*/ 142 h 187"/>
              <a:gd name="T6" fmla="*/ 0 w 202"/>
              <a:gd name="T7" fmla="*/ 104 h 187"/>
              <a:gd name="T8" fmla="*/ 41 w 202"/>
              <a:gd name="T9" fmla="*/ 70 h 187"/>
              <a:gd name="T10" fmla="*/ 161 w 202"/>
              <a:gd name="T11" fmla="*/ 138 h 187"/>
              <a:gd name="T12" fmla="*/ 161 w 202"/>
              <a:gd name="T13" fmla="*/ 151 h 187"/>
              <a:gd name="T14" fmla="*/ 102 w 202"/>
              <a:gd name="T15" fmla="*/ 187 h 187"/>
              <a:gd name="T16" fmla="*/ 102 w 202"/>
              <a:gd name="T17" fmla="*/ 187 h 187"/>
              <a:gd name="T18" fmla="*/ 101 w 202"/>
              <a:gd name="T19" fmla="*/ 187 h 187"/>
              <a:gd name="T20" fmla="*/ 101 w 202"/>
              <a:gd name="T21" fmla="*/ 187 h 187"/>
              <a:gd name="T22" fmla="*/ 101 w 202"/>
              <a:gd name="T23" fmla="*/ 187 h 187"/>
              <a:gd name="T24" fmla="*/ 42 w 202"/>
              <a:gd name="T25" fmla="*/ 151 h 187"/>
              <a:gd name="T26" fmla="*/ 42 w 202"/>
              <a:gd name="T27" fmla="*/ 138 h 187"/>
              <a:gd name="T28" fmla="*/ 60 w 202"/>
              <a:gd name="T29" fmla="*/ 149 h 187"/>
              <a:gd name="T30" fmla="*/ 101 w 202"/>
              <a:gd name="T31" fmla="*/ 115 h 187"/>
              <a:gd name="T32" fmla="*/ 101 w 202"/>
              <a:gd name="T33" fmla="*/ 115 h 187"/>
              <a:gd name="T34" fmla="*/ 101 w 202"/>
              <a:gd name="T35" fmla="*/ 115 h 187"/>
              <a:gd name="T36" fmla="*/ 102 w 202"/>
              <a:gd name="T37" fmla="*/ 115 h 187"/>
              <a:gd name="T38" fmla="*/ 102 w 202"/>
              <a:gd name="T39" fmla="*/ 115 h 187"/>
              <a:gd name="T40" fmla="*/ 143 w 202"/>
              <a:gd name="T41" fmla="*/ 149 h 187"/>
              <a:gd name="T42" fmla="*/ 161 w 202"/>
              <a:gd name="T43" fmla="*/ 138 h 187"/>
              <a:gd name="T44" fmla="*/ 60 w 202"/>
              <a:gd name="T45" fmla="*/ 0 h 187"/>
              <a:gd name="T46" fmla="*/ 101 w 202"/>
              <a:gd name="T47" fmla="*/ 34 h 187"/>
              <a:gd name="T48" fmla="*/ 41 w 202"/>
              <a:gd name="T49" fmla="*/ 70 h 187"/>
              <a:gd name="T50" fmla="*/ 0 w 202"/>
              <a:gd name="T51" fmla="*/ 38 h 187"/>
              <a:gd name="T52" fmla="*/ 60 w 202"/>
              <a:gd name="T53" fmla="*/ 0 h 187"/>
              <a:gd name="T54" fmla="*/ 161 w 202"/>
              <a:gd name="T55" fmla="*/ 70 h 187"/>
              <a:gd name="T56" fmla="*/ 202 w 202"/>
              <a:gd name="T57" fmla="*/ 104 h 187"/>
              <a:gd name="T58" fmla="*/ 143 w 202"/>
              <a:gd name="T59" fmla="*/ 142 h 187"/>
              <a:gd name="T60" fmla="*/ 101 w 202"/>
              <a:gd name="T61" fmla="*/ 108 h 187"/>
              <a:gd name="T62" fmla="*/ 161 w 202"/>
              <a:gd name="T63" fmla="*/ 70 h 187"/>
              <a:gd name="T64" fmla="*/ 143 w 202"/>
              <a:gd name="T65" fmla="*/ 0 h 187"/>
              <a:gd name="T66" fmla="*/ 202 w 202"/>
              <a:gd name="T67" fmla="*/ 38 h 187"/>
              <a:gd name="T68" fmla="*/ 161 w 202"/>
              <a:gd name="T69" fmla="*/ 70 h 187"/>
              <a:gd name="T70" fmla="*/ 101 w 202"/>
              <a:gd name="T71" fmla="*/ 34 h 187"/>
              <a:gd name="T72" fmla="*/ 143 w 202"/>
              <a:gd name="T73" fmla="*/ 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2" h="187">
                <a:moveTo>
                  <a:pt x="41" y="70"/>
                </a:moveTo>
                <a:lnTo>
                  <a:pt x="101" y="108"/>
                </a:lnTo>
                <a:lnTo>
                  <a:pt x="60" y="142"/>
                </a:lnTo>
                <a:lnTo>
                  <a:pt x="0" y="104"/>
                </a:lnTo>
                <a:lnTo>
                  <a:pt x="41" y="70"/>
                </a:lnTo>
                <a:close/>
                <a:moveTo>
                  <a:pt x="161" y="138"/>
                </a:moveTo>
                <a:lnTo>
                  <a:pt x="161" y="151"/>
                </a:lnTo>
                <a:lnTo>
                  <a:pt x="102" y="187"/>
                </a:lnTo>
                <a:lnTo>
                  <a:pt x="102" y="187"/>
                </a:lnTo>
                <a:lnTo>
                  <a:pt x="101" y="187"/>
                </a:lnTo>
                <a:lnTo>
                  <a:pt x="101" y="187"/>
                </a:lnTo>
                <a:lnTo>
                  <a:pt x="101" y="187"/>
                </a:lnTo>
                <a:lnTo>
                  <a:pt x="42" y="151"/>
                </a:lnTo>
                <a:lnTo>
                  <a:pt x="42" y="138"/>
                </a:lnTo>
                <a:lnTo>
                  <a:pt x="60" y="149"/>
                </a:lnTo>
                <a:lnTo>
                  <a:pt x="101" y="115"/>
                </a:lnTo>
                <a:lnTo>
                  <a:pt x="101" y="115"/>
                </a:lnTo>
                <a:lnTo>
                  <a:pt x="101" y="115"/>
                </a:lnTo>
                <a:lnTo>
                  <a:pt x="102" y="115"/>
                </a:lnTo>
                <a:lnTo>
                  <a:pt x="102" y="115"/>
                </a:lnTo>
                <a:lnTo>
                  <a:pt x="143" y="149"/>
                </a:lnTo>
                <a:lnTo>
                  <a:pt x="161" y="138"/>
                </a:lnTo>
                <a:close/>
                <a:moveTo>
                  <a:pt x="60" y="0"/>
                </a:moveTo>
                <a:lnTo>
                  <a:pt x="101" y="34"/>
                </a:lnTo>
                <a:lnTo>
                  <a:pt x="41" y="70"/>
                </a:lnTo>
                <a:lnTo>
                  <a:pt x="0" y="38"/>
                </a:lnTo>
                <a:lnTo>
                  <a:pt x="60" y="0"/>
                </a:lnTo>
                <a:close/>
                <a:moveTo>
                  <a:pt x="161" y="70"/>
                </a:moveTo>
                <a:lnTo>
                  <a:pt x="202" y="104"/>
                </a:lnTo>
                <a:lnTo>
                  <a:pt x="143" y="142"/>
                </a:lnTo>
                <a:lnTo>
                  <a:pt x="101" y="108"/>
                </a:lnTo>
                <a:lnTo>
                  <a:pt x="161" y="70"/>
                </a:lnTo>
                <a:close/>
                <a:moveTo>
                  <a:pt x="143" y="0"/>
                </a:moveTo>
                <a:lnTo>
                  <a:pt x="202" y="38"/>
                </a:lnTo>
                <a:lnTo>
                  <a:pt x="161" y="70"/>
                </a:lnTo>
                <a:lnTo>
                  <a:pt x="101" y="34"/>
                </a:lnTo>
                <a:lnTo>
                  <a:pt x="14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2" name="Freeform 98"/>
          <p:cNvSpPr>
            <a:spLocks noEditPoints="1"/>
          </p:cNvSpPr>
          <p:nvPr/>
        </p:nvSpPr>
        <p:spPr bwMode="auto">
          <a:xfrm>
            <a:off x="6843713" y="2870200"/>
            <a:ext cx="295275" cy="336550"/>
          </a:xfrm>
          <a:custGeom>
            <a:avLst/>
            <a:gdLst>
              <a:gd name="T0" fmla="*/ 203 w 273"/>
              <a:gd name="T1" fmla="*/ 278 h 312"/>
              <a:gd name="T2" fmla="*/ 165 w 273"/>
              <a:gd name="T3" fmla="*/ 288 h 312"/>
              <a:gd name="T4" fmla="*/ 128 w 273"/>
              <a:gd name="T5" fmla="*/ 279 h 312"/>
              <a:gd name="T6" fmla="*/ 122 w 273"/>
              <a:gd name="T7" fmla="*/ 284 h 312"/>
              <a:gd name="T8" fmla="*/ 139 w 273"/>
              <a:gd name="T9" fmla="*/ 295 h 312"/>
              <a:gd name="T10" fmla="*/ 175 w 273"/>
              <a:gd name="T11" fmla="*/ 297 h 312"/>
              <a:gd name="T12" fmla="*/ 201 w 273"/>
              <a:gd name="T13" fmla="*/ 288 h 312"/>
              <a:gd name="T14" fmla="*/ 208 w 273"/>
              <a:gd name="T15" fmla="*/ 279 h 312"/>
              <a:gd name="T16" fmla="*/ 194 w 273"/>
              <a:gd name="T17" fmla="*/ 248 h 312"/>
              <a:gd name="T18" fmla="*/ 168 w 273"/>
              <a:gd name="T19" fmla="*/ 247 h 312"/>
              <a:gd name="T20" fmla="*/ 152 w 273"/>
              <a:gd name="T21" fmla="*/ 265 h 312"/>
              <a:gd name="T22" fmla="*/ 160 w 273"/>
              <a:gd name="T23" fmla="*/ 261 h 312"/>
              <a:gd name="T24" fmla="*/ 164 w 273"/>
              <a:gd name="T25" fmla="*/ 258 h 312"/>
              <a:gd name="T26" fmla="*/ 168 w 273"/>
              <a:gd name="T27" fmla="*/ 256 h 312"/>
              <a:gd name="T28" fmla="*/ 173 w 273"/>
              <a:gd name="T29" fmla="*/ 254 h 312"/>
              <a:gd name="T30" fmla="*/ 179 w 273"/>
              <a:gd name="T31" fmla="*/ 253 h 312"/>
              <a:gd name="T32" fmla="*/ 191 w 273"/>
              <a:gd name="T33" fmla="*/ 257 h 312"/>
              <a:gd name="T34" fmla="*/ 196 w 273"/>
              <a:gd name="T35" fmla="*/ 265 h 312"/>
              <a:gd name="T36" fmla="*/ 201 w 273"/>
              <a:gd name="T37" fmla="*/ 258 h 312"/>
              <a:gd name="T38" fmla="*/ 263 w 273"/>
              <a:gd name="T39" fmla="*/ 201 h 312"/>
              <a:gd name="T40" fmla="*/ 254 w 273"/>
              <a:gd name="T41" fmla="*/ 186 h 312"/>
              <a:gd name="T42" fmla="*/ 227 w 273"/>
              <a:gd name="T43" fmla="*/ 191 h 312"/>
              <a:gd name="T44" fmla="*/ 187 w 273"/>
              <a:gd name="T45" fmla="*/ 213 h 312"/>
              <a:gd name="T46" fmla="*/ 162 w 273"/>
              <a:gd name="T47" fmla="*/ 201 h 312"/>
              <a:gd name="T48" fmla="*/ 129 w 273"/>
              <a:gd name="T49" fmla="*/ 182 h 312"/>
              <a:gd name="T50" fmla="*/ 74 w 273"/>
              <a:gd name="T51" fmla="*/ 193 h 312"/>
              <a:gd name="T52" fmla="*/ 72 w 273"/>
              <a:gd name="T53" fmla="*/ 254 h 312"/>
              <a:gd name="T54" fmla="*/ 102 w 273"/>
              <a:gd name="T55" fmla="*/ 260 h 312"/>
              <a:gd name="T56" fmla="*/ 149 w 273"/>
              <a:gd name="T57" fmla="*/ 242 h 312"/>
              <a:gd name="T58" fmla="*/ 187 w 273"/>
              <a:gd name="T59" fmla="*/ 224 h 312"/>
              <a:gd name="T60" fmla="*/ 212 w 273"/>
              <a:gd name="T61" fmla="*/ 241 h 312"/>
              <a:gd name="T62" fmla="*/ 234 w 273"/>
              <a:gd name="T63" fmla="*/ 259 h 312"/>
              <a:gd name="T64" fmla="*/ 254 w 273"/>
              <a:gd name="T65" fmla="*/ 245 h 312"/>
              <a:gd name="T66" fmla="*/ 264 w 273"/>
              <a:gd name="T67" fmla="*/ 208 h 312"/>
              <a:gd name="T68" fmla="*/ 262 w 273"/>
              <a:gd name="T69" fmla="*/ 234 h 312"/>
              <a:gd name="T70" fmla="*/ 190 w 273"/>
              <a:gd name="T71" fmla="*/ 303 h 312"/>
              <a:gd name="T72" fmla="*/ 86 w 273"/>
              <a:gd name="T73" fmla="*/ 302 h 312"/>
              <a:gd name="T74" fmla="*/ 11 w 273"/>
              <a:gd name="T75" fmla="*/ 231 h 312"/>
              <a:gd name="T76" fmla="*/ 3 w 273"/>
              <a:gd name="T77" fmla="*/ 147 h 312"/>
              <a:gd name="T78" fmla="*/ 25 w 273"/>
              <a:gd name="T79" fmla="*/ 100 h 312"/>
              <a:gd name="T80" fmla="*/ 53 w 273"/>
              <a:gd name="T81" fmla="*/ 71 h 312"/>
              <a:gd name="T82" fmla="*/ 72 w 273"/>
              <a:gd name="T83" fmla="*/ 58 h 312"/>
              <a:gd name="T84" fmla="*/ 90 w 273"/>
              <a:gd name="T85" fmla="*/ 48 h 312"/>
              <a:gd name="T86" fmla="*/ 110 w 273"/>
              <a:gd name="T87" fmla="*/ 35 h 312"/>
              <a:gd name="T88" fmla="*/ 125 w 273"/>
              <a:gd name="T89" fmla="*/ 0 h 312"/>
              <a:gd name="T90" fmla="*/ 182 w 273"/>
              <a:gd name="T91" fmla="*/ 46 h 312"/>
              <a:gd name="T92" fmla="*/ 212 w 273"/>
              <a:gd name="T93" fmla="*/ 63 h 312"/>
              <a:gd name="T94" fmla="*/ 236 w 273"/>
              <a:gd name="T95" fmla="*/ 83 h 312"/>
              <a:gd name="T96" fmla="*/ 262 w 273"/>
              <a:gd name="T97" fmla="*/ 122 h 312"/>
              <a:gd name="T98" fmla="*/ 273 w 273"/>
              <a:gd name="T99" fmla="*/ 18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73" h="312">
                <a:moveTo>
                  <a:pt x="208" y="279"/>
                </a:moveTo>
                <a:cubicBezTo>
                  <a:pt x="207" y="277"/>
                  <a:pt x="206" y="276"/>
                  <a:pt x="203" y="278"/>
                </a:cubicBezTo>
                <a:cubicBezTo>
                  <a:pt x="200" y="281"/>
                  <a:pt x="195" y="283"/>
                  <a:pt x="188" y="285"/>
                </a:cubicBezTo>
                <a:cubicBezTo>
                  <a:pt x="181" y="287"/>
                  <a:pt x="173" y="288"/>
                  <a:pt x="165" y="288"/>
                </a:cubicBezTo>
                <a:cubicBezTo>
                  <a:pt x="149" y="288"/>
                  <a:pt x="138" y="285"/>
                  <a:pt x="130" y="279"/>
                </a:cubicBezTo>
                <a:cubicBezTo>
                  <a:pt x="130" y="279"/>
                  <a:pt x="129" y="279"/>
                  <a:pt x="128" y="279"/>
                </a:cubicBezTo>
                <a:cubicBezTo>
                  <a:pt x="127" y="279"/>
                  <a:pt x="125" y="279"/>
                  <a:pt x="123" y="281"/>
                </a:cubicBezTo>
                <a:cubicBezTo>
                  <a:pt x="122" y="281"/>
                  <a:pt x="122" y="282"/>
                  <a:pt x="122" y="284"/>
                </a:cubicBezTo>
                <a:cubicBezTo>
                  <a:pt x="122" y="285"/>
                  <a:pt x="122" y="286"/>
                  <a:pt x="123" y="287"/>
                </a:cubicBezTo>
                <a:cubicBezTo>
                  <a:pt x="127" y="291"/>
                  <a:pt x="133" y="294"/>
                  <a:pt x="139" y="295"/>
                </a:cubicBezTo>
                <a:cubicBezTo>
                  <a:pt x="145" y="297"/>
                  <a:pt x="151" y="298"/>
                  <a:pt x="157" y="298"/>
                </a:cubicBezTo>
                <a:cubicBezTo>
                  <a:pt x="163" y="297"/>
                  <a:pt x="169" y="297"/>
                  <a:pt x="175" y="297"/>
                </a:cubicBezTo>
                <a:cubicBezTo>
                  <a:pt x="180" y="296"/>
                  <a:pt x="185" y="295"/>
                  <a:pt x="190" y="293"/>
                </a:cubicBezTo>
                <a:cubicBezTo>
                  <a:pt x="195" y="291"/>
                  <a:pt x="199" y="289"/>
                  <a:pt x="201" y="288"/>
                </a:cubicBezTo>
                <a:cubicBezTo>
                  <a:pt x="204" y="286"/>
                  <a:pt x="206" y="285"/>
                  <a:pt x="206" y="284"/>
                </a:cubicBezTo>
                <a:cubicBezTo>
                  <a:pt x="208" y="283"/>
                  <a:pt x="208" y="281"/>
                  <a:pt x="208" y="279"/>
                </a:cubicBezTo>
                <a:close/>
                <a:moveTo>
                  <a:pt x="201" y="258"/>
                </a:moveTo>
                <a:cubicBezTo>
                  <a:pt x="199" y="253"/>
                  <a:pt x="196" y="249"/>
                  <a:pt x="194" y="248"/>
                </a:cubicBezTo>
                <a:cubicBezTo>
                  <a:pt x="191" y="246"/>
                  <a:pt x="187" y="245"/>
                  <a:pt x="180" y="245"/>
                </a:cubicBezTo>
                <a:cubicBezTo>
                  <a:pt x="175" y="245"/>
                  <a:pt x="171" y="246"/>
                  <a:pt x="168" y="247"/>
                </a:cubicBezTo>
                <a:cubicBezTo>
                  <a:pt x="164" y="248"/>
                  <a:pt x="160" y="251"/>
                  <a:pt x="154" y="257"/>
                </a:cubicBezTo>
                <a:cubicBezTo>
                  <a:pt x="151" y="260"/>
                  <a:pt x="150" y="262"/>
                  <a:pt x="152" y="265"/>
                </a:cubicBezTo>
                <a:cubicBezTo>
                  <a:pt x="153" y="265"/>
                  <a:pt x="154" y="266"/>
                  <a:pt x="155" y="265"/>
                </a:cubicBezTo>
                <a:cubicBezTo>
                  <a:pt x="156" y="265"/>
                  <a:pt x="158" y="264"/>
                  <a:pt x="160" y="261"/>
                </a:cubicBezTo>
                <a:cubicBezTo>
                  <a:pt x="161" y="261"/>
                  <a:pt x="161" y="260"/>
                  <a:pt x="162" y="260"/>
                </a:cubicBezTo>
                <a:cubicBezTo>
                  <a:pt x="163" y="259"/>
                  <a:pt x="164" y="258"/>
                  <a:pt x="164" y="258"/>
                </a:cubicBezTo>
                <a:cubicBezTo>
                  <a:pt x="164" y="258"/>
                  <a:pt x="165" y="257"/>
                  <a:pt x="166" y="257"/>
                </a:cubicBezTo>
                <a:cubicBezTo>
                  <a:pt x="167" y="256"/>
                  <a:pt x="167" y="256"/>
                  <a:pt x="168" y="256"/>
                </a:cubicBezTo>
                <a:cubicBezTo>
                  <a:pt x="168" y="255"/>
                  <a:pt x="169" y="255"/>
                  <a:pt x="170" y="255"/>
                </a:cubicBezTo>
                <a:cubicBezTo>
                  <a:pt x="171" y="254"/>
                  <a:pt x="172" y="254"/>
                  <a:pt x="173" y="254"/>
                </a:cubicBezTo>
                <a:cubicBezTo>
                  <a:pt x="174" y="254"/>
                  <a:pt x="175" y="254"/>
                  <a:pt x="176" y="254"/>
                </a:cubicBezTo>
                <a:cubicBezTo>
                  <a:pt x="177" y="253"/>
                  <a:pt x="178" y="253"/>
                  <a:pt x="179" y="253"/>
                </a:cubicBezTo>
                <a:cubicBezTo>
                  <a:pt x="183" y="253"/>
                  <a:pt x="185" y="254"/>
                  <a:pt x="187" y="255"/>
                </a:cubicBezTo>
                <a:cubicBezTo>
                  <a:pt x="189" y="256"/>
                  <a:pt x="191" y="256"/>
                  <a:pt x="191" y="257"/>
                </a:cubicBezTo>
                <a:cubicBezTo>
                  <a:pt x="192" y="258"/>
                  <a:pt x="193" y="259"/>
                  <a:pt x="194" y="261"/>
                </a:cubicBezTo>
                <a:cubicBezTo>
                  <a:pt x="195" y="263"/>
                  <a:pt x="196" y="264"/>
                  <a:pt x="196" y="265"/>
                </a:cubicBezTo>
                <a:cubicBezTo>
                  <a:pt x="196" y="265"/>
                  <a:pt x="197" y="265"/>
                  <a:pt x="198" y="265"/>
                </a:cubicBezTo>
                <a:cubicBezTo>
                  <a:pt x="201" y="263"/>
                  <a:pt x="202" y="261"/>
                  <a:pt x="201" y="258"/>
                </a:cubicBezTo>
                <a:close/>
                <a:moveTo>
                  <a:pt x="264" y="208"/>
                </a:moveTo>
                <a:cubicBezTo>
                  <a:pt x="264" y="206"/>
                  <a:pt x="264" y="203"/>
                  <a:pt x="263" y="201"/>
                </a:cubicBezTo>
                <a:cubicBezTo>
                  <a:pt x="262" y="198"/>
                  <a:pt x="261" y="195"/>
                  <a:pt x="260" y="193"/>
                </a:cubicBezTo>
                <a:cubicBezTo>
                  <a:pt x="259" y="190"/>
                  <a:pt x="257" y="188"/>
                  <a:pt x="254" y="186"/>
                </a:cubicBezTo>
                <a:cubicBezTo>
                  <a:pt x="251" y="184"/>
                  <a:pt x="248" y="184"/>
                  <a:pt x="245" y="184"/>
                </a:cubicBezTo>
                <a:cubicBezTo>
                  <a:pt x="241" y="184"/>
                  <a:pt x="235" y="186"/>
                  <a:pt x="227" y="191"/>
                </a:cubicBezTo>
                <a:cubicBezTo>
                  <a:pt x="220" y="196"/>
                  <a:pt x="212" y="201"/>
                  <a:pt x="205" y="206"/>
                </a:cubicBezTo>
                <a:cubicBezTo>
                  <a:pt x="197" y="211"/>
                  <a:pt x="191" y="213"/>
                  <a:pt x="187" y="213"/>
                </a:cubicBezTo>
                <a:cubicBezTo>
                  <a:pt x="183" y="213"/>
                  <a:pt x="180" y="212"/>
                  <a:pt x="175" y="210"/>
                </a:cubicBezTo>
                <a:cubicBezTo>
                  <a:pt x="171" y="208"/>
                  <a:pt x="166" y="205"/>
                  <a:pt x="162" y="201"/>
                </a:cubicBezTo>
                <a:cubicBezTo>
                  <a:pt x="157" y="198"/>
                  <a:pt x="152" y="194"/>
                  <a:pt x="147" y="191"/>
                </a:cubicBezTo>
                <a:cubicBezTo>
                  <a:pt x="142" y="187"/>
                  <a:pt x="136" y="185"/>
                  <a:pt x="129" y="182"/>
                </a:cubicBezTo>
                <a:cubicBezTo>
                  <a:pt x="122" y="180"/>
                  <a:pt x="116" y="179"/>
                  <a:pt x="109" y="179"/>
                </a:cubicBezTo>
                <a:cubicBezTo>
                  <a:pt x="96" y="179"/>
                  <a:pt x="84" y="184"/>
                  <a:pt x="74" y="193"/>
                </a:cubicBezTo>
                <a:cubicBezTo>
                  <a:pt x="64" y="202"/>
                  <a:pt x="59" y="213"/>
                  <a:pt x="59" y="224"/>
                </a:cubicBezTo>
                <a:cubicBezTo>
                  <a:pt x="59" y="238"/>
                  <a:pt x="63" y="248"/>
                  <a:pt x="72" y="254"/>
                </a:cubicBezTo>
                <a:cubicBezTo>
                  <a:pt x="76" y="256"/>
                  <a:pt x="80" y="258"/>
                  <a:pt x="84" y="259"/>
                </a:cubicBezTo>
                <a:cubicBezTo>
                  <a:pt x="88" y="260"/>
                  <a:pt x="94" y="260"/>
                  <a:pt x="102" y="260"/>
                </a:cubicBezTo>
                <a:cubicBezTo>
                  <a:pt x="109" y="260"/>
                  <a:pt x="117" y="258"/>
                  <a:pt x="125" y="254"/>
                </a:cubicBezTo>
                <a:cubicBezTo>
                  <a:pt x="134" y="251"/>
                  <a:pt x="142" y="246"/>
                  <a:pt x="149" y="242"/>
                </a:cubicBezTo>
                <a:cubicBezTo>
                  <a:pt x="156" y="237"/>
                  <a:pt x="163" y="233"/>
                  <a:pt x="171" y="229"/>
                </a:cubicBezTo>
                <a:cubicBezTo>
                  <a:pt x="178" y="226"/>
                  <a:pt x="183" y="224"/>
                  <a:pt x="187" y="224"/>
                </a:cubicBezTo>
                <a:cubicBezTo>
                  <a:pt x="190" y="224"/>
                  <a:pt x="194" y="226"/>
                  <a:pt x="199" y="229"/>
                </a:cubicBezTo>
                <a:cubicBezTo>
                  <a:pt x="203" y="233"/>
                  <a:pt x="208" y="237"/>
                  <a:pt x="212" y="241"/>
                </a:cubicBezTo>
                <a:cubicBezTo>
                  <a:pt x="215" y="246"/>
                  <a:pt x="219" y="250"/>
                  <a:pt x="224" y="253"/>
                </a:cubicBezTo>
                <a:cubicBezTo>
                  <a:pt x="228" y="257"/>
                  <a:pt x="231" y="259"/>
                  <a:pt x="234" y="259"/>
                </a:cubicBezTo>
                <a:cubicBezTo>
                  <a:pt x="238" y="259"/>
                  <a:pt x="241" y="259"/>
                  <a:pt x="244" y="257"/>
                </a:cubicBezTo>
                <a:cubicBezTo>
                  <a:pt x="247" y="255"/>
                  <a:pt x="250" y="251"/>
                  <a:pt x="254" y="245"/>
                </a:cubicBezTo>
                <a:cubicBezTo>
                  <a:pt x="257" y="240"/>
                  <a:pt x="260" y="234"/>
                  <a:pt x="261" y="227"/>
                </a:cubicBezTo>
                <a:cubicBezTo>
                  <a:pt x="263" y="220"/>
                  <a:pt x="264" y="214"/>
                  <a:pt x="264" y="208"/>
                </a:cubicBezTo>
                <a:close/>
                <a:moveTo>
                  <a:pt x="273" y="180"/>
                </a:moveTo>
                <a:cubicBezTo>
                  <a:pt x="273" y="199"/>
                  <a:pt x="270" y="218"/>
                  <a:pt x="262" y="234"/>
                </a:cubicBezTo>
                <a:cubicBezTo>
                  <a:pt x="255" y="251"/>
                  <a:pt x="245" y="265"/>
                  <a:pt x="233" y="276"/>
                </a:cubicBezTo>
                <a:cubicBezTo>
                  <a:pt x="220" y="288"/>
                  <a:pt x="206" y="296"/>
                  <a:pt x="190" y="303"/>
                </a:cubicBezTo>
                <a:cubicBezTo>
                  <a:pt x="173" y="309"/>
                  <a:pt x="156" y="312"/>
                  <a:pt x="138" y="312"/>
                </a:cubicBezTo>
                <a:cubicBezTo>
                  <a:pt x="120" y="312"/>
                  <a:pt x="103" y="309"/>
                  <a:pt x="86" y="302"/>
                </a:cubicBezTo>
                <a:cubicBezTo>
                  <a:pt x="69" y="295"/>
                  <a:pt x="54" y="286"/>
                  <a:pt x="42" y="274"/>
                </a:cubicBezTo>
                <a:cubicBezTo>
                  <a:pt x="29" y="262"/>
                  <a:pt x="19" y="248"/>
                  <a:pt x="11" y="231"/>
                </a:cubicBezTo>
                <a:cubicBezTo>
                  <a:pt x="4" y="214"/>
                  <a:pt x="0" y="196"/>
                  <a:pt x="0" y="178"/>
                </a:cubicBezTo>
                <a:cubicBezTo>
                  <a:pt x="0" y="167"/>
                  <a:pt x="1" y="157"/>
                  <a:pt x="3" y="147"/>
                </a:cubicBezTo>
                <a:cubicBezTo>
                  <a:pt x="6" y="137"/>
                  <a:pt x="9" y="128"/>
                  <a:pt x="12" y="121"/>
                </a:cubicBezTo>
                <a:cubicBezTo>
                  <a:pt x="16" y="114"/>
                  <a:pt x="20" y="107"/>
                  <a:pt x="25" y="100"/>
                </a:cubicBezTo>
                <a:cubicBezTo>
                  <a:pt x="30" y="93"/>
                  <a:pt x="34" y="88"/>
                  <a:pt x="39" y="83"/>
                </a:cubicBezTo>
                <a:cubicBezTo>
                  <a:pt x="43" y="79"/>
                  <a:pt x="48" y="74"/>
                  <a:pt x="53" y="71"/>
                </a:cubicBezTo>
                <a:cubicBezTo>
                  <a:pt x="58" y="67"/>
                  <a:pt x="61" y="64"/>
                  <a:pt x="64" y="62"/>
                </a:cubicBezTo>
                <a:cubicBezTo>
                  <a:pt x="67" y="61"/>
                  <a:pt x="69" y="59"/>
                  <a:pt x="72" y="58"/>
                </a:cubicBezTo>
                <a:cubicBezTo>
                  <a:pt x="73" y="57"/>
                  <a:pt x="76" y="56"/>
                  <a:pt x="81" y="53"/>
                </a:cubicBezTo>
                <a:cubicBezTo>
                  <a:pt x="85" y="51"/>
                  <a:pt x="88" y="49"/>
                  <a:pt x="90" y="48"/>
                </a:cubicBezTo>
                <a:cubicBezTo>
                  <a:pt x="93" y="47"/>
                  <a:pt x="95" y="45"/>
                  <a:pt x="99" y="43"/>
                </a:cubicBezTo>
                <a:cubicBezTo>
                  <a:pt x="103" y="41"/>
                  <a:pt x="106" y="38"/>
                  <a:pt x="110" y="35"/>
                </a:cubicBezTo>
                <a:cubicBezTo>
                  <a:pt x="114" y="32"/>
                  <a:pt x="118" y="27"/>
                  <a:pt x="120" y="22"/>
                </a:cubicBezTo>
                <a:cubicBezTo>
                  <a:pt x="123" y="17"/>
                  <a:pt x="125" y="9"/>
                  <a:pt x="125" y="0"/>
                </a:cubicBezTo>
                <a:cubicBezTo>
                  <a:pt x="141" y="18"/>
                  <a:pt x="152" y="30"/>
                  <a:pt x="159" y="34"/>
                </a:cubicBezTo>
                <a:cubicBezTo>
                  <a:pt x="164" y="38"/>
                  <a:pt x="172" y="42"/>
                  <a:pt x="182" y="46"/>
                </a:cubicBezTo>
                <a:cubicBezTo>
                  <a:pt x="192" y="51"/>
                  <a:pt x="200" y="55"/>
                  <a:pt x="205" y="58"/>
                </a:cubicBezTo>
                <a:cubicBezTo>
                  <a:pt x="207" y="60"/>
                  <a:pt x="209" y="61"/>
                  <a:pt x="212" y="63"/>
                </a:cubicBezTo>
                <a:cubicBezTo>
                  <a:pt x="214" y="64"/>
                  <a:pt x="217" y="67"/>
                  <a:pt x="222" y="71"/>
                </a:cubicBezTo>
                <a:cubicBezTo>
                  <a:pt x="227" y="75"/>
                  <a:pt x="232" y="79"/>
                  <a:pt x="236" y="83"/>
                </a:cubicBezTo>
                <a:cubicBezTo>
                  <a:pt x="240" y="88"/>
                  <a:pt x="244" y="93"/>
                  <a:pt x="249" y="100"/>
                </a:cubicBezTo>
                <a:cubicBezTo>
                  <a:pt x="254" y="107"/>
                  <a:pt x="258" y="114"/>
                  <a:pt x="262" y="122"/>
                </a:cubicBezTo>
                <a:cubicBezTo>
                  <a:pt x="265" y="129"/>
                  <a:pt x="268" y="138"/>
                  <a:pt x="270" y="148"/>
                </a:cubicBezTo>
                <a:cubicBezTo>
                  <a:pt x="272" y="159"/>
                  <a:pt x="273" y="169"/>
                  <a:pt x="273" y="18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3" name="Freeform 99"/>
          <p:cNvSpPr>
            <a:spLocks noEditPoints="1"/>
          </p:cNvSpPr>
          <p:nvPr/>
        </p:nvSpPr>
        <p:spPr bwMode="auto">
          <a:xfrm>
            <a:off x="7277101" y="2914650"/>
            <a:ext cx="296863" cy="247650"/>
          </a:xfrm>
          <a:custGeom>
            <a:avLst/>
            <a:gdLst>
              <a:gd name="T0" fmla="*/ 3 w 275"/>
              <a:gd name="T1" fmla="*/ 129 h 229"/>
              <a:gd name="T2" fmla="*/ 129 w 275"/>
              <a:gd name="T3" fmla="*/ 3 h 229"/>
              <a:gd name="T4" fmla="*/ 137 w 275"/>
              <a:gd name="T5" fmla="*/ 0 h 229"/>
              <a:gd name="T6" fmla="*/ 145 w 275"/>
              <a:gd name="T7" fmla="*/ 3 h 229"/>
              <a:gd name="T8" fmla="*/ 272 w 275"/>
              <a:gd name="T9" fmla="*/ 129 h 229"/>
              <a:gd name="T10" fmla="*/ 274 w 275"/>
              <a:gd name="T11" fmla="*/ 135 h 229"/>
              <a:gd name="T12" fmla="*/ 268 w 275"/>
              <a:gd name="T13" fmla="*/ 137 h 229"/>
              <a:gd name="T14" fmla="*/ 6 w 275"/>
              <a:gd name="T15" fmla="*/ 137 h 229"/>
              <a:gd name="T16" fmla="*/ 0 w 275"/>
              <a:gd name="T17" fmla="*/ 135 h 229"/>
              <a:gd name="T18" fmla="*/ 3 w 275"/>
              <a:gd name="T19" fmla="*/ 129 h 229"/>
              <a:gd name="T20" fmla="*/ 263 w 275"/>
              <a:gd name="T21" fmla="*/ 229 h 229"/>
              <a:gd name="T22" fmla="*/ 12 w 275"/>
              <a:gd name="T23" fmla="*/ 229 h 229"/>
              <a:gd name="T24" fmla="*/ 4 w 275"/>
              <a:gd name="T25" fmla="*/ 225 h 229"/>
              <a:gd name="T26" fmla="*/ 0 w 275"/>
              <a:gd name="T27" fmla="*/ 217 h 229"/>
              <a:gd name="T28" fmla="*/ 0 w 275"/>
              <a:gd name="T29" fmla="*/ 172 h 229"/>
              <a:gd name="T30" fmla="*/ 4 w 275"/>
              <a:gd name="T31" fmla="*/ 164 h 229"/>
              <a:gd name="T32" fmla="*/ 12 w 275"/>
              <a:gd name="T33" fmla="*/ 160 h 229"/>
              <a:gd name="T34" fmla="*/ 263 w 275"/>
              <a:gd name="T35" fmla="*/ 160 h 229"/>
              <a:gd name="T36" fmla="*/ 271 w 275"/>
              <a:gd name="T37" fmla="*/ 164 h 229"/>
              <a:gd name="T38" fmla="*/ 274 w 275"/>
              <a:gd name="T39" fmla="*/ 172 h 229"/>
              <a:gd name="T40" fmla="*/ 274 w 275"/>
              <a:gd name="T41" fmla="*/ 217 h 229"/>
              <a:gd name="T42" fmla="*/ 271 w 275"/>
              <a:gd name="T43" fmla="*/ 225 h 229"/>
              <a:gd name="T44" fmla="*/ 263 w 275"/>
              <a:gd name="T45" fmla="*/ 229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75" h="229">
                <a:moveTo>
                  <a:pt x="3" y="129"/>
                </a:moveTo>
                <a:cubicBezTo>
                  <a:pt x="129" y="3"/>
                  <a:pt x="129" y="3"/>
                  <a:pt x="129" y="3"/>
                </a:cubicBezTo>
                <a:cubicBezTo>
                  <a:pt x="131" y="1"/>
                  <a:pt x="134" y="0"/>
                  <a:pt x="137" y="0"/>
                </a:cubicBezTo>
                <a:cubicBezTo>
                  <a:pt x="140" y="0"/>
                  <a:pt x="143" y="1"/>
                  <a:pt x="145" y="3"/>
                </a:cubicBezTo>
                <a:cubicBezTo>
                  <a:pt x="272" y="129"/>
                  <a:pt x="272" y="129"/>
                  <a:pt x="272" y="129"/>
                </a:cubicBezTo>
                <a:cubicBezTo>
                  <a:pt x="274" y="132"/>
                  <a:pt x="275" y="134"/>
                  <a:pt x="274" y="135"/>
                </a:cubicBezTo>
                <a:cubicBezTo>
                  <a:pt x="273" y="137"/>
                  <a:pt x="271" y="137"/>
                  <a:pt x="268" y="137"/>
                </a:cubicBezTo>
                <a:cubicBezTo>
                  <a:pt x="6" y="137"/>
                  <a:pt x="6" y="137"/>
                  <a:pt x="6" y="137"/>
                </a:cubicBezTo>
                <a:cubicBezTo>
                  <a:pt x="3" y="137"/>
                  <a:pt x="1" y="137"/>
                  <a:pt x="0" y="135"/>
                </a:cubicBezTo>
                <a:cubicBezTo>
                  <a:pt x="0" y="134"/>
                  <a:pt x="1" y="132"/>
                  <a:pt x="3" y="129"/>
                </a:cubicBezTo>
                <a:close/>
                <a:moveTo>
                  <a:pt x="263" y="229"/>
                </a:moveTo>
                <a:cubicBezTo>
                  <a:pt x="12" y="229"/>
                  <a:pt x="12" y="229"/>
                  <a:pt x="12" y="229"/>
                </a:cubicBezTo>
                <a:cubicBezTo>
                  <a:pt x="9" y="229"/>
                  <a:pt x="6" y="227"/>
                  <a:pt x="4" y="225"/>
                </a:cubicBezTo>
                <a:cubicBezTo>
                  <a:pt x="2" y="223"/>
                  <a:pt x="0" y="220"/>
                  <a:pt x="0" y="217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9"/>
                  <a:pt x="2" y="166"/>
                  <a:pt x="4" y="164"/>
                </a:cubicBezTo>
                <a:cubicBezTo>
                  <a:pt x="6" y="161"/>
                  <a:pt x="9" y="160"/>
                  <a:pt x="12" y="160"/>
                </a:cubicBezTo>
                <a:cubicBezTo>
                  <a:pt x="263" y="160"/>
                  <a:pt x="263" y="160"/>
                  <a:pt x="263" y="160"/>
                </a:cubicBezTo>
                <a:cubicBezTo>
                  <a:pt x="266" y="160"/>
                  <a:pt x="268" y="161"/>
                  <a:pt x="271" y="164"/>
                </a:cubicBezTo>
                <a:cubicBezTo>
                  <a:pt x="273" y="166"/>
                  <a:pt x="274" y="169"/>
                  <a:pt x="274" y="172"/>
                </a:cubicBezTo>
                <a:cubicBezTo>
                  <a:pt x="274" y="217"/>
                  <a:pt x="274" y="217"/>
                  <a:pt x="274" y="217"/>
                </a:cubicBezTo>
                <a:cubicBezTo>
                  <a:pt x="274" y="220"/>
                  <a:pt x="273" y="223"/>
                  <a:pt x="271" y="225"/>
                </a:cubicBezTo>
                <a:cubicBezTo>
                  <a:pt x="268" y="227"/>
                  <a:pt x="266" y="229"/>
                  <a:pt x="263" y="22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4" name="Freeform 100"/>
          <p:cNvSpPr>
            <a:spLocks noEditPoints="1"/>
          </p:cNvSpPr>
          <p:nvPr/>
        </p:nvSpPr>
        <p:spPr bwMode="auto">
          <a:xfrm>
            <a:off x="7723188" y="3001963"/>
            <a:ext cx="271463" cy="73025"/>
          </a:xfrm>
          <a:custGeom>
            <a:avLst/>
            <a:gdLst>
              <a:gd name="T0" fmla="*/ 69 w 251"/>
              <a:gd name="T1" fmla="*/ 17 h 68"/>
              <a:gd name="T2" fmla="*/ 69 w 251"/>
              <a:gd name="T3" fmla="*/ 51 h 68"/>
              <a:gd name="T4" fmla="*/ 64 w 251"/>
              <a:gd name="T5" fmla="*/ 63 h 68"/>
              <a:gd name="T6" fmla="*/ 52 w 251"/>
              <a:gd name="T7" fmla="*/ 68 h 68"/>
              <a:gd name="T8" fmla="*/ 18 w 251"/>
              <a:gd name="T9" fmla="*/ 68 h 68"/>
              <a:gd name="T10" fmla="*/ 5 w 251"/>
              <a:gd name="T11" fmla="*/ 63 h 68"/>
              <a:gd name="T12" fmla="*/ 0 w 251"/>
              <a:gd name="T13" fmla="*/ 51 h 68"/>
              <a:gd name="T14" fmla="*/ 0 w 251"/>
              <a:gd name="T15" fmla="*/ 17 h 68"/>
              <a:gd name="T16" fmla="*/ 5 w 251"/>
              <a:gd name="T17" fmla="*/ 5 h 68"/>
              <a:gd name="T18" fmla="*/ 18 w 251"/>
              <a:gd name="T19" fmla="*/ 0 h 68"/>
              <a:gd name="T20" fmla="*/ 52 w 251"/>
              <a:gd name="T21" fmla="*/ 0 h 68"/>
              <a:gd name="T22" fmla="*/ 64 w 251"/>
              <a:gd name="T23" fmla="*/ 5 h 68"/>
              <a:gd name="T24" fmla="*/ 69 w 251"/>
              <a:gd name="T25" fmla="*/ 17 h 68"/>
              <a:gd name="T26" fmla="*/ 160 w 251"/>
              <a:gd name="T27" fmla="*/ 17 h 68"/>
              <a:gd name="T28" fmla="*/ 160 w 251"/>
              <a:gd name="T29" fmla="*/ 51 h 68"/>
              <a:gd name="T30" fmla="*/ 155 w 251"/>
              <a:gd name="T31" fmla="*/ 63 h 68"/>
              <a:gd name="T32" fmla="*/ 143 w 251"/>
              <a:gd name="T33" fmla="*/ 68 h 68"/>
              <a:gd name="T34" fmla="*/ 109 w 251"/>
              <a:gd name="T35" fmla="*/ 68 h 68"/>
              <a:gd name="T36" fmla="*/ 97 w 251"/>
              <a:gd name="T37" fmla="*/ 63 h 68"/>
              <a:gd name="T38" fmla="*/ 92 w 251"/>
              <a:gd name="T39" fmla="*/ 51 h 68"/>
              <a:gd name="T40" fmla="*/ 92 w 251"/>
              <a:gd name="T41" fmla="*/ 17 h 68"/>
              <a:gd name="T42" fmla="*/ 97 w 251"/>
              <a:gd name="T43" fmla="*/ 5 h 68"/>
              <a:gd name="T44" fmla="*/ 109 w 251"/>
              <a:gd name="T45" fmla="*/ 0 h 68"/>
              <a:gd name="T46" fmla="*/ 143 w 251"/>
              <a:gd name="T47" fmla="*/ 0 h 68"/>
              <a:gd name="T48" fmla="*/ 155 w 251"/>
              <a:gd name="T49" fmla="*/ 5 h 68"/>
              <a:gd name="T50" fmla="*/ 160 w 251"/>
              <a:gd name="T51" fmla="*/ 17 h 68"/>
              <a:gd name="T52" fmla="*/ 251 w 251"/>
              <a:gd name="T53" fmla="*/ 17 h 68"/>
              <a:gd name="T54" fmla="*/ 251 w 251"/>
              <a:gd name="T55" fmla="*/ 51 h 68"/>
              <a:gd name="T56" fmla="*/ 246 w 251"/>
              <a:gd name="T57" fmla="*/ 63 h 68"/>
              <a:gd name="T58" fmla="*/ 234 w 251"/>
              <a:gd name="T59" fmla="*/ 68 h 68"/>
              <a:gd name="T60" fmla="*/ 200 w 251"/>
              <a:gd name="T61" fmla="*/ 68 h 68"/>
              <a:gd name="T62" fmla="*/ 188 w 251"/>
              <a:gd name="T63" fmla="*/ 63 h 68"/>
              <a:gd name="T64" fmla="*/ 183 w 251"/>
              <a:gd name="T65" fmla="*/ 51 h 68"/>
              <a:gd name="T66" fmla="*/ 183 w 251"/>
              <a:gd name="T67" fmla="*/ 17 h 68"/>
              <a:gd name="T68" fmla="*/ 188 w 251"/>
              <a:gd name="T69" fmla="*/ 5 h 68"/>
              <a:gd name="T70" fmla="*/ 200 w 251"/>
              <a:gd name="T71" fmla="*/ 0 h 68"/>
              <a:gd name="T72" fmla="*/ 234 w 251"/>
              <a:gd name="T73" fmla="*/ 0 h 68"/>
              <a:gd name="T74" fmla="*/ 246 w 251"/>
              <a:gd name="T75" fmla="*/ 5 h 68"/>
              <a:gd name="T76" fmla="*/ 251 w 251"/>
              <a:gd name="T77" fmla="*/ 17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1" h="68">
                <a:moveTo>
                  <a:pt x="69" y="17"/>
                </a:moveTo>
                <a:cubicBezTo>
                  <a:pt x="69" y="51"/>
                  <a:pt x="69" y="51"/>
                  <a:pt x="69" y="51"/>
                </a:cubicBezTo>
                <a:cubicBezTo>
                  <a:pt x="69" y="56"/>
                  <a:pt x="67" y="60"/>
                  <a:pt x="64" y="63"/>
                </a:cubicBezTo>
                <a:cubicBezTo>
                  <a:pt x="60" y="67"/>
                  <a:pt x="56" y="68"/>
                  <a:pt x="52" y="68"/>
                </a:cubicBezTo>
                <a:cubicBezTo>
                  <a:pt x="18" y="68"/>
                  <a:pt x="18" y="68"/>
                  <a:pt x="18" y="68"/>
                </a:cubicBezTo>
                <a:cubicBezTo>
                  <a:pt x="13" y="68"/>
                  <a:pt x="9" y="67"/>
                  <a:pt x="5" y="63"/>
                </a:cubicBezTo>
                <a:cubicBezTo>
                  <a:pt x="2" y="60"/>
                  <a:pt x="0" y="56"/>
                  <a:pt x="0" y="51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9" y="2"/>
                  <a:pt x="13" y="0"/>
                  <a:pt x="18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6" y="0"/>
                  <a:pt x="60" y="2"/>
                  <a:pt x="64" y="5"/>
                </a:cubicBezTo>
                <a:cubicBezTo>
                  <a:pt x="67" y="8"/>
                  <a:pt x="69" y="12"/>
                  <a:pt x="69" y="17"/>
                </a:cubicBezTo>
                <a:close/>
                <a:moveTo>
                  <a:pt x="160" y="17"/>
                </a:moveTo>
                <a:cubicBezTo>
                  <a:pt x="160" y="51"/>
                  <a:pt x="160" y="51"/>
                  <a:pt x="160" y="51"/>
                </a:cubicBezTo>
                <a:cubicBezTo>
                  <a:pt x="160" y="56"/>
                  <a:pt x="158" y="60"/>
                  <a:pt x="155" y="63"/>
                </a:cubicBezTo>
                <a:cubicBezTo>
                  <a:pt x="152" y="67"/>
                  <a:pt x="148" y="68"/>
                  <a:pt x="143" y="68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104" y="68"/>
                  <a:pt x="100" y="67"/>
                  <a:pt x="97" y="63"/>
                </a:cubicBezTo>
                <a:cubicBezTo>
                  <a:pt x="93" y="60"/>
                  <a:pt x="92" y="56"/>
                  <a:pt x="92" y="51"/>
                </a:cubicBezTo>
                <a:cubicBezTo>
                  <a:pt x="92" y="17"/>
                  <a:pt x="92" y="17"/>
                  <a:pt x="92" y="17"/>
                </a:cubicBezTo>
                <a:cubicBezTo>
                  <a:pt x="92" y="12"/>
                  <a:pt x="93" y="8"/>
                  <a:pt x="97" y="5"/>
                </a:cubicBezTo>
                <a:cubicBezTo>
                  <a:pt x="100" y="2"/>
                  <a:pt x="104" y="0"/>
                  <a:pt x="109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8" y="0"/>
                  <a:pt x="152" y="2"/>
                  <a:pt x="155" y="5"/>
                </a:cubicBezTo>
                <a:cubicBezTo>
                  <a:pt x="158" y="8"/>
                  <a:pt x="160" y="12"/>
                  <a:pt x="160" y="17"/>
                </a:cubicBezTo>
                <a:close/>
                <a:moveTo>
                  <a:pt x="251" y="17"/>
                </a:moveTo>
                <a:cubicBezTo>
                  <a:pt x="251" y="51"/>
                  <a:pt x="251" y="51"/>
                  <a:pt x="251" y="51"/>
                </a:cubicBezTo>
                <a:cubicBezTo>
                  <a:pt x="251" y="56"/>
                  <a:pt x="249" y="60"/>
                  <a:pt x="246" y="63"/>
                </a:cubicBezTo>
                <a:cubicBezTo>
                  <a:pt x="243" y="67"/>
                  <a:pt x="239" y="68"/>
                  <a:pt x="234" y="68"/>
                </a:cubicBezTo>
                <a:cubicBezTo>
                  <a:pt x="200" y="68"/>
                  <a:pt x="200" y="68"/>
                  <a:pt x="200" y="68"/>
                </a:cubicBezTo>
                <a:cubicBezTo>
                  <a:pt x="195" y="68"/>
                  <a:pt x="191" y="67"/>
                  <a:pt x="188" y="63"/>
                </a:cubicBezTo>
                <a:cubicBezTo>
                  <a:pt x="184" y="60"/>
                  <a:pt x="183" y="56"/>
                  <a:pt x="183" y="51"/>
                </a:cubicBezTo>
                <a:cubicBezTo>
                  <a:pt x="183" y="17"/>
                  <a:pt x="183" y="17"/>
                  <a:pt x="183" y="17"/>
                </a:cubicBezTo>
                <a:cubicBezTo>
                  <a:pt x="183" y="12"/>
                  <a:pt x="184" y="8"/>
                  <a:pt x="188" y="5"/>
                </a:cubicBezTo>
                <a:cubicBezTo>
                  <a:pt x="191" y="2"/>
                  <a:pt x="195" y="0"/>
                  <a:pt x="200" y="0"/>
                </a:cubicBezTo>
                <a:cubicBezTo>
                  <a:pt x="234" y="0"/>
                  <a:pt x="234" y="0"/>
                  <a:pt x="234" y="0"/>
                </a:cubicBezTo>
                <a:cubicBezTo>
                  <a:pt x="239" y="0"/>
                  <a:pt x="243" y="2"/>
                  <a:pt x="246" y="5"/>
                </a:cubicBezTo>
                <a:cubicBezTo>
                  <a:pt x="249" y="8"/>
                  <a:pt x="251" y="12"/>
                  <a:pt x="251" y="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5" name="Freeform 101"/>
          <p:cNvSpPr>
            <a:spLocks noEditPoints="1"/>
          </p:cNvSpPr>
          <p:nvPr/>
        </p:nvSpPr>
        <p:spPr bwMode="auto">
          <a:xfrm>
            <a:off x="5219701" y="3336925"/>
            <a:ext cx="74613" cy="271463"/>
          </a:xfrm>
          <a:custGeom>
            <a:avLst/>
            <a:gdLst>
              <a:gd name="T0" fmla="*/ 69 w 69"/>
              <a:gd name="T1" fmla="*/ 200 h 251"/>
              <a:gd name="T2" fmla="*/ 69 w 69"/>
              <a:gd name="T3" fmla="*/ 234 h 251"/>
              <a:gd name="T4" fmla="*/ 64 w 69"/>
              <a:gd name="T5" fmla="*/ 246 h 251"/>
              <a:gd name="T6" fmla="*/ 52 w 69"/>
              <a:gd name="T7" fmla="*/ 251 h 251"/>
              <a:gd name="T8" fmla="*/ 17 w 69"/>
              <a:gd name="T9" fmla="*/ 251 h 251"/>
              <a:gd name="T10" fmla="*/ 5 w 69"/>
              <a:gd name="T11" fmla="*/ 246 h 251"/>
              <a:gd name="T12" fmla="*/ 0 w 69"/>
              <a:gd name="T13" fmla="*/ 234 h 251"/>
              <a:gd name="T14" fmla="*/ 0 w 69"/>
              <a:gd name="T15" fmla="*/ 200 h 251"/>
              <a:gd name="T16" fmla="*/ 5 w 69"/>
              <a:gd name="T17" fmla="*/ 188 h 251"/>
              <a:gd name="T18" fmla="*/ 17 w 69"/>
              <a:gd name="T19" fmla="*/ 183 h 251"/>
              <a:gd name="T20" fmla="*/ 52 w 69"/>
              <a:gd name="T21" fmla="*/ 183 h 251"/>
              <a:gd name="T22" fmla="*/ 64 w 69"/>
              <a:gd name="T23" fmla="*/ 188 h 251"/>
              <a:gd name="T24" fmla="*/ 69 w 69"/>
              <a:gd name="T25" fmla="*/ 200 h 251"/>
              <a:gd name="T26" fmla="*/ 69 w 69"/>
              <a:gd name="T27" fmla="*/ 109 h 251"/>
              <a:gd name="T28" fmla="*/ 69 w 69"/>
              <a:gd name="T29" fmla="*/ 143 h 251"/>
              <a:gd name="T30" fmla="*/ 64 w 69"/>
              <a:gd name="T31" fmla="*/ 155 h 251"/>
              <a:gd name="T32" fmla="*/ 52 w 69"/>
              <a:gd name="T33" fmla="*/ 160 h 251"/>
              <a:gd name="T34" fmla="*/ 17 w 69"/>
              <a:gd name="T35" fmla="*/ 160 h 251"/>
              <a:gd name="T36" fmla="*/ 5 w 69"/>
              <a:gd name="T37" fmla="*/ 155 h 251"/>
              <a:gd name="T38" fmla="*/ 0 w 69"/>
              <a:gd name="T39" fmla="*/ 143 h 251"/>
              <a:gd name="T40" fmla="*/ 0 w 69"/>
              <a:gd name="T41" fmla="*/ 109 h 251"/>
              <a:gd name="T42" fmla="*/ 5 w 69"/>
              <a:gd name="T43" fmla="*/ 96 h 251"/>
              <a:gd name="T44" fmla="*/ 17 w 69"/>
              <a:gd name="T45" fmla="*/ 91 h 251"/>
              <a:gd name="T46" fmla="*/ 52 w 69"/>
              <a:gd name="T47" fmla="*/ 91 h 251"/>
              <a:gd name="T48" fmla="*/ 64 w 69"/>
              <a:gd name="T49" fmla="*/ 96 h 251"/>
              <a:gd name="T50" fmla="*/ 69 w 69"/>
              <a:gd name="T51" fmla="*/ 109 h 251"/>
              <a:gd name="T52" fmla="*/ 69 w 69"/>
              <a:gd name="T53" fmla="*/ 17 h 251"/>
              <a:gd name="T54" fmla="*/ 69 w 69"/>
              <a:gd name="T55" fmla="*/ 52 h 251"/>
              <a:gd name="T56" fmla="*/ 64 w 69"/>
              <a:gd name="T57" fmla="*/ 64 h 251"/>
              <a:gd name="T58" fmla="*/ 52 w 69"/>
              <a:gd name="T59" fmla="*/ 69 h 251"/>
              <a:gd name="T60" fmla="*/ 17 w 69"/>
              <a:gd name="T61" fmla="*/ 69 h 251"/>
              <a:gd name="T62" fmla="*/ 5 w 69"/>
              <a:gd name="T63" fmla="*/ 64 h 251"/>
              <a:gd name="T64" fmla="*/ 0 w 69"/>
              <a:gd name="T65" fmla="*/ 52 h 251"/>
              <a:gd name="T66" fmla="*/ 0 w 69"/>
              <a:gd name="T67" fmla="*/ 17 h 251"/>
              <a:gd name="T68" fmla="*/ 5 w 69"/>
              <a:gd name="T69" fmla="*/ 5 h 251"/>
              <a:gd name="T70" fmla="*/ 17 w 69"/>
              <a:gd name="T71" fmla="*/ 0 h 251"/>
              <a:gd name="T72" fmla="*/ 52 w 69"/>
              <a:gd name="T73" fmla="*/ 0 h 251"/>
              <a:gd name="T74" fmla="*/ 64 w 69"/>
              <a:gd name="T75" fmla="*/ 5 h 251"/>
              <a:gd name="T76" fmla="*/ 69 w 69"/>
              <a:gd name="T77" fmla="*/ 17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9" h="251">
                <a:moveTo>
                  <a:pt x="69" y="200"/>
                </a:moveTo>
                <a:cubicBezTo>
                  <a:pt x="69" y="234"/>
                  <a:pt x="69" y="234"/>
                  <a:pt x="69" y="234"/>
                </a:cubicBezTo>
                <a:cubicBezTo>
                  <a:pt x="69" y="239"/>
                  <a:pt x="67" y="243"/>
                  <a:pt x="64" y="246"/>
                </a:cubicBezTo>
                <a:cubicBezTo>
                  <a:pt x="60" y="249"/>
                  <a:pt x="56" y="251"/>
                  <a:pt x="52" y="251"/>
                </a:cubicBezTo>
                <a:cubicBezTo>
                  <a:pt x="17" y="251"/>
                  <a:pt x="17" y="251"/>
                  <a:pt x="17" y="251"/>
                </a:cubicBezTo>
                <a:cubicBezTo>
                  <a:pt x="13" y="251"/>
                  <a:pt x="9" y="249"/>
                  <a:pt x="5" y="246"/>
                </a:cubicBezTo>
                <a:cubicBezTo>
                  <a:pt x="2" y="243"/>
                  <a:pt x="0" y="239"/>
                  <a:pt x="0" y="234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195"/>
                  <a:pt x="2" y="191"/>
                  <a:pt x="5" y="188"/>
                </a:cubicBezTo>
                <a:cubicBezTo>
                  <a:pt x="9" y="184"/>
                  <a:pt x="13" y="183"/>
                  <a:pt x="17" y="183"/>
                </a:cubicBezTo>
                <a:cubicBezTo>
                  <a:pt x="52" y="183"/>
                  <a:pt x="52" y="183"/>
                  <a:pt x="52" y="183"/>
                </a:cubicBezTo>
                <a:cubicBezTo>
                  <a:pt x="56" y="183"/>
                  <a:pt x="60" y="184"/>
                  <a:pt x="64" y="188"/>
                </a:cubicBezTo>
                <a:cubicBezTo>
                  <a:pt x="67" y="191"/>
                  <a:pt x="69" y="195"/>
                  <a:pt x="69" y="200"/>
                </a:cubicBezTo>
                <a:close/>
                <a:moveTo>
                  <a:pt x="69" y="109"/>
                </a:moveTo>
                <a:cubicBezTo>
                  <a:pt x="69" y="143"/>
                  <a:pt x="69" y="143"/>
                  <a:pt x="69" y="143"/>
                </a:cubicBezTo>
                <a:cubicBezTo>
                  <a:pt x="69" y="148"/>
                  <a:pt x="67" y="152"/>
                  <a:pt x="64" y="155"/>
                </a:cubicBezTo>
                <a:cubicBezTo>
                  <a:pt x="60" y="158"/>
                  <a:pt x="56" y="160"/>
                  <a:pt x="52" y="160"/>
                </a:cubicBezTo>
                <a:cubicBezTo>
                  <a:pt x="17" y="160"/>
                  <a:pt x="17" y="160"/>
                  <a:pt x="17" y="160"/>
                </a:cubicBezTo>
                <a:cubicBezTo>
                  <a:pt x="13" y="160"/>
                  <a:pt x="9" y="158"/>
                  <a:pt x="5" y="155"/>
                </a:cubicBezTo>
                <a:cubicBezTo>
                  <a:pt x="2" y="152"/>
                  <a:pt x="0" y="148"/>
                  <a:pt x="0" y="143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4"/>
                  <a:pt x="2" y="100"/>
                  <a:pt x="5" y="96"/>
                </a:cubicBezTo>
                <a:cubicBezTo>
                  <a:pt x="9" y="93"/>
                  <a:pt x="13" y="91"/>
                  <a:pt x="17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6" y="91"/>
                  <a:pt x="60" y="93"/>
                  <a:pt x="64" y="96"/>
                </a:cubicBezTo>
                <a:cubicBezTo>
                  <a:pt x="67" y="100"/>
                  <a:pt x="69" y="104"/>
                  <a:pt x="69" y="109"/>
                </a:cubicBezTo>
                <a:close/>
                <a:moveTo>
                  <a:pt x="69" y="17"/>
                </a:moveTo>
                <a:cubicBezTo>
                  <a:pt x="69" y="52"/>
                  <a:pt x="69" y="52"/>
                  <a:pt x="69" y="52"/>
                </a:cubicBezTo>
                <a:cubicBezTo>
                  <a:pt x="69" y="56"/>
                  <a:pt x="67" y="60"/>
                  <a:pt x="64" y="64"/>
                </a:cubicBezTo>
                <a:cubicBezTo>
                  <a:pt x="60" y="67"/>
                  <a:pt x="56" y="69"/>
                  <a:pt x="52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3" y="69"/>
                  <a:pt x="9" y="67"/>
                  <a:pt x="5" y="64"/>
                </a:cubicBezTo>
                <a:cubicBezTo>
                  <a:pt x="2" y="60"/>
                  <a:pt x="0" y="56"/>
                  <a:pt x="0" y="5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2" y="9"/>
                  <a:pt x="5" y="5"/>
                </a:cubicBezTo>
                <a:cubicBezTo>
                  <a:pt x="9" y="2"/>
                  <a:pt x="13" y="0"/>
                  <a:pt x="17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6" y="0"/>
                  <a:pt x="60" y="2"/>
                  <a:pt x="64" y="5"/>
                </a:cubicBezTo>
                <a:cubicBezTo>
                  <a:pt x="67" y="9"/>
                  <a:pt x="69" y="13"/>
                  <a:pt x="69" y="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6" name="Freeform 102"/>
          <p:cNvSpPr>
            <a:spLocks noEditPoints="1"/>
          </p:cNvSpPr>
          <p:nvPr/>
        </p:nvSpPr>
        <p:spPr bwMode="auto">
          <a:xfrm>
            <a:off x="5519738" y="3300413"/>
            <a:ext cx="344488" cy="344488"/>
          </a:xfrm>
          <a:custGeom>
            <a:avLst/>
            <a:gdLst>
              <a:gd name="T0" fmla="*/ 155 w 319"/>
              <a:gd name="T1" fmla="*/ 303 h 319"/>
              <a:gd name="T2" fmla="*/ 36 w 319"/>
              <a:gd name="T3" fmla="*/ 235 h 319"/>
              <a:gd name="T4" fmla="*/ 60 w 319"/>
              <a:gd name="T5" fmla="*/ 247 h 319"/>
              <a:gd name="T6" fmla="*/ 137 w 319"/>
              <a:gd name="T7" fmla="*/ 274 h 319"/>
              <a:gd name="T8" fmla="*/ 155 w 319"/>
              <a:gd name="T9" fmla="*/ 292 h 319"/>
              <a:gd name="T10" fmla="*/ 34 w 319"/>
              <a:gd name="T11" fmla="*/ 202 h 319"/>
              <a:gd name="T12" fmla="*/ 33 w 319"/>
              <a:gd name="T13" fmla="*/ 228 h 319"/>
              <a:gd name="T14" fmla="*/ 33 w 319"/>
              <a:gd name="T15" fmla="*/ 91 h 319"/>
              <a:gd name="T16" fmla="*/ 34 w 319"/>
              <a:gd name="T17" fmla="*/ 117 h 319"/>
              <a:gd name="T18" fmla="*/ 42 w 319"/>
              <a:gd name="T19" fmla="*/ 160 h 319"/>
              <a:gd name="T20" fmla="*/ 272 w 319"/>
              <a:gd name="T21" fmla="*/ 229 h 319"/>
              <a:gd name="T22" fmla="*/ 232 w 319"/>
              <a:gd name="T23" fmla="*/ 284 h 319"/>
              <a:gd name="T24" fmla="*/ 163 w 319"/>
              <a:gd name="T25" fmla="*/ 292 h 319"/>
              <a:gd name="T26" fmla="*/ 182 w 319"/>
              <a:gd name="T27" fmla="*/ 274 h 319"/>
              <a:gd name="T28" fmla="*/ 259 w 319"/>
              <a:gd name="T29" fmla="*/ 247 h 319"/>
              <a:gd name="T30" fmla="*/ 245 w 319"/>
              <a:gd name="T31" fmla="*/ 130 h 319"/>
              <a:gd name="T32" fmla="*/ 206 w 319"/>
              <a:gd name="T33" fmla="*/ 160 h 319"/>
              <a:gd name="T34" fmla="*/ 245 w 319"/>
              <a:gd name="T35" fmla="*/ 189 h 319"/>
              <a:gd name="T36" fmla="*/ 194 w 319"/>
              <a:gd name="T37" fmla="*/ 190 h 319"/>
              <a:gd name="T38" fmla="*/ 177 w 319"/>
              <a:gd name="T39" fmla="*/ 248 h 319"/>
              <a:gd name="T40" fmla="*/ 142 w 319"/>
              <a:gd name="T41" fmla="*/ 248 h 319"/>
              <a:gd name="T42" fmla="*/ 124 w 319"/>
              <a:gd name="T43" fmla="*/ 190 h 319"/>
              <a:gd name="T44" fmla="*/ 74 w 319"/>
              <a:gd name="T45" fmla="*/ 189 h 319"/>
              <a:gd name="T46" fmla="*/ 112 w 319"/>
              <a:gd name="T47" fmla="*/ 160 h 319"/>
              <a:gd name="T48" fmla="*/ 73 w 319"/>
              <a:gd name="T49" fmla="*/ 130 h 319"/>
              <a:gd name="T50" fmla="*/ 124 w 319"/>
              <a:gd name="T51" fmla="*/ 129 h 319"/>
              <a:gd name="T52" fmla="*/ 142 w 319"/>
              <a:gd name="T53" fmla="*/ 71 h 319"/>
              <a:gd name="T54" fmla="*/ 177 w 319"/>
              <a:gd name="T55" fmla="*/ 71 h 319"/>
              <a:gd name="T56" fmla="*/ 194 w 319"/>
              <a:gd name="T57" fmla="*/ 129 h 319"/>
              <a:gd name="T58" fmla="*/ 245 w 319"/>
              <a:gd name="T59" fmla="*/ 130 h 319"/>
              <a:gd name="T60" fmla="*/ 155 w 319"/>
              <a:gd name="T61" fmla="*/ 28 h 319"/>
              <a:gd name="T62" fmla="*/ 137 w 319"/>
              <a:gd name="T63" fmla="*/ 45 h 319"/>
              <a:gd name="T64" fmla="*/ 60 w 319"/>
              <a:gd name="T65" fmla="*/ 73 h 319"/>
              <a:gd name="T66" fmla="*/ 36 w 319"/>
              <a:gd name="T67" fmla="*/ 84 h 319"/>
              <a:gd name="T68" fmla="*/ 155 w 319"/>
              <a:gd name="T69" fmla="*/ 16 h 319"/>
              <a:gd name="T70" fmla="*/ 286 w 319"/>
              <a:gd name="T71" fmla="*/ 228 h 319"/>
              <a:gd name="T72" fmla="*/ 284 w 319"/>
              <a:gd name="T73" fmla="*/ 202 h 319"/>
              <a:gd name="T74" fmla="*/ 276 w 319"/>
              <a:gd name="T75" fmla="*/ 160 h 319"/>
              <a:gd name="T76" fmla="*/ 284 w 319"/>
              <a:gd name="T77" fmla="*/ 117 h 319"/>
              <a:gd name="T78" fmla="*/ 286 w 319"/>
              <a:gd name="T79" fmla="*/ 91 h 319"/>
              <a:gd name="T80" fmla="*/ 282 w 319"/>
              <a:gd name="T81" fmla="*/ 84 h 319"/>
              <a:gd name="T82" fmla="*/ 259 w 319"/>
              <a:gd name="T83" fmla="*/ 73 h 319"/>
              <a:gd name="T84" fmla="*/ 182 w 319"/>
              <a:gd name="T85" fmla="*/ 45 h 319"/>
              <a:gd name="T86" fmla="*/ 163 w 319"/>
              <a:gd name="T87" fmla="*/ 28 h 319"/>
              <a:gd name="T88" fmla="*/ 232 w 319"/>
              <a:gd name="T89" fmla="*/ 35 h 319"/>
              <a:gd name="T90" fmla="*/ 311 w 319"/>
              <a:gd name="T91" fmla="*/ 160 h 319"/>
              <a:gd name="T92" fmla="*/ 266 w 319"/>
              <a:gd name="T93" fmla="*/ 52 h 319"/>
              <a:gd name="T94" fmla="*/ 159 w 319"/>
              <a:gd name="T95" fmla="*/ 8 h 319"/>
              <a:gd name="T96" fmla="*/ 52 w 319"/>
              <a:gd name="T97" fmla="*/ 52 h 319"/>
              <a:gd name="T98" fmla="*/ 7 w 319"/>
              <a:gd name="T99" fmla="*/ 160 h 319"/>
              <a:gd name="T100" fmla="*/ 52 w 319"/>
              <a:gd name="T101" fmla="*/ 267 h 319"/>
              <a:gd name="T102" fmla="*/ 159 w 319"/>
              <a:gd name="T103" fmla="*/ 311 h 319"/>
              <a:gd name="T104" fmla="*/ 266 w 319"/>
              <a:gd name="T105" fmla="*/ 267 h 319"/>
              <a:gd name="T106" fmla="*/ 311 w 319"/>
              <a:gd name="T107" fmla="*/ 160 h 319"/>
              <a:gd name="T108" fmla="*/ 306 w 319"/>
              <a:gd name="T109" fmla="*/ 222 h 319"/>
              <a:gd name="T110" fmla="*/ 221 w 319"/>
              <a:gd name="T111" fmla="*/ 307 h 319"/>
              <a:gd name="T112" fmla="*/ 97 w 319"/>
              <a:gd name="T113" fmla="*/ 307 h 319"/>
              <a:gd name="T114" fmla="*/ 12 w 319"/>
              <a:gd name="T115" fmla="*/ 222 h 319"/>
              <a:gd name="T116" fmla="*/ 12 w 319"/>
              <a:gd name="T117" fmla="*/ 98 h 319"/>
              <a:gd name="T118" fmla="*/ 97 w 319"/>
              <a:gd name="T119" fmla="*/ 13 h 319"/>
              <a:gd name="T120" fmla="*/ 221 w 319"/>
              <a:gd name="T121" fmla="*/ 13 h 319"/>
              <a:gd name="T122" fmla="*/ 306 w 319"/>
              <a:gd name="T123" fmla="*/ 98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9" h="319">
                <a:moveTo>
                  <a:pt x="155" y="292"/>
                </a:moveTo>
                <a:cubicBezTo>
                  <a:pt x="155" y="303"/>
                  <a:pt x="155" y="303"/>
                  <a:pt x="155" y="303"/>
                </a:cubicBezTo>
                <a:cubicBezTo>
                  <a:pt x="130" y="303"/>
                  <a:pt x="108" y="296"/>
                  <a:pt x="87" y="284"/>
                </a:cubicBezTo>
                <a:cubicBezTo>
                  <a:pt x="66" y="272"/>
                  <a:pt x="49" y="255"/>
                  <a:pt x="36" y="235"/>
                </a:cubicBezTo>
                <a:cubicBezTo>
                  <a:pt x="47" y="229"/>
                  <a:pt x="47" y="229"/>
                  <a:pt x="47" y="229"/>
                </a:cubicBezTo>
                <a:cubicBezTo>
                  <a:pt x="50" y="235"/>
                  <a:pt x="54" y="241"/>
                  <a:pt x="60" y="247"/>
                </a:cubicBezTo>
                <a:cubicBezTo>
                  <a:pt x="71" y="236"/>
                  <a:pt x="71" y="236"/>
                  <a:pt x="71" y="236"/>
                </a:cubicBezTo>
                <a:cubicBezTo>
                  <a:pt x="89" y="256"/>
                  <a:pt x="111" y="269"/>
                  <a:pt x="137" y="274"/>
                </a:cubicBezTo>
                <a:cubicBezTo>
                  <a:pt x="134" y="289"/>
                  <a:pt x="134" y="289"/>
                  <a:pt x="134" y="289"/>
                </a:cubicBezTo>
                <a:cubicBezTo>
                  <a:pt x="141" y="291"/>
                  <a:pt x="149" y="292"/>
                  <a:pt x="155" y="292"/>
                </a:cubicBezTo>
                <a:close/>
                <a:moveTo>
                  <a:pt x="49" y="197"/>
                </a:moveTo>
                <a:cubicBezTo>
                  <a:pt x="34" y="202"/>
                  <a:pt x="34" y="202"/>
                  <a:pt x="34" y="202"/>
                </a:cubicBezTo>
                <a:cubicBezTo>
                  <a:pt x="37" y="210"/>
                  <a:pt x="39" y="216"/>
                  <a:pt x="43" y="222"/>
                </a:cubicBezTo>
                <a:cubicBezTo>
                  <a:pt x="33" y="228"/>
                  <a:pt x="33" y="228"/>
                  <a:pt x="33" y="228"/>
                </a:cubicBezTo>
                <a:cubicBezTo>
                  <a:pt x="21" y="207"/>
                  <a:pt x="15" y="184"/>
                  <a:pt x="15" y="160"/>
                </a:cubicBezTo>
                <a:cubicBezTo>
                  <a:pt x="15" y="135"/>
                  <a:pt x="21" y="112"/>
                  <a:pt x="33" y="91"/>
                </a:cubicBezTo>
                <a:cubicBezTo>
                  <a:pt x="43" y="97"/>
                  <a:pt x="43" y="97"/>
                  <a:pt x="43" y="97"/>
                </a:cubicBezTo>
                <a:cubicBezTo>
                  <a:pt x="39" y="104"/>
                  <a:pt x="36" y="110"/>
                  <a:pt x="34" y="117"/>
                </a:cubicBezTo>
                <a:cubicBezTo>
                  <a:pt x="49" y="122"/>
                  <a:pt x="49" y="122"/>
                  <a:pt x="49" y="122"/>
                </a:cubicBezTo>
                <a:cubicBezTo>
                  <a:pt x="44" y="134"/>
                  <a:pt x="42" y="146"/>
                  <a:pt x="42" y="160"/>
                </a:cubicBezTo>
                <a:cubicBezTo>
                  <a:pt x="42" y="173"/>
                  <a:pt x="44" y="185"/>
                  <a:pt x="49" y="197"/>
                </a:cubicBezTo>
                <a:close/>
                <a:moveTo>
                  <a:pt x="272" y="229"/>
                </a:moveTo>
                <a:cubicBezTo>
                  <a:pt x="282" y="235"/>
                  <a:pt x="282" y="235"/>
                  <a:pt x="282" y="235"/>
                </a:cubicBezTo>
                <a:cubicBezTo>
                  <a:pt x="269" y="255"/>
                  <a:pt x="253" y="272"/>
                  <a:pt x="232" y="284"/>
                </a:cubicBezTo>
                <a:cubicBezTo>
                  <a:pt x="211" y="296"/>
                  <a:pt x="188" y="303"/>
                  <a:pt x="163" y="303"/>
                </a:cubicBezTo>
                <a:cubicBezTo>
                  <a:pt x="163" y="292"/>
                  <a:pt x="163" y="292"/>
                  <a:pt x="163" y="292"/>
                </a:cubicBezTo>
                <a:cubicBezTo>
                  <a:pt x="170" y="292"/>
                  <a:pt x="177" y="291"/>
                  <a:pt x="185" y="289"/>
                </a:cubicBezTo>
                <a:cubicBezTo>
                  <a:pt x="182" y="274"/>
                  <a:pt x="182" y="274"/>
                  <a:pt x="182" y="274"/>
                </a:cubicBezTo>
                <a:cubicBezTo>
                  <a:pt x="208" y="269"/>
                  <a:pt x="229" y="256"/>
                  <a:pt x="247" y="236"/>
                </a:cubicBezTo>
                <a:cubicBezTo>
                  <a:pt x="259" y="247"/>
                  <a:pt x="259" y="247"/>
                  <a:pt x="259" y="247"/>
                </a:cubicBezTo>
                <a:cubicBezTo>
                  <a:pt x="264" y="241"/>
                  <a:pt x="268" y="235"/>
                  <a:pt x="272" y="229"/>
                </a:cubicBezTo>
                <a:close/>
                <a:moveTo>
                  <a:pt x="245" y="130"/>
                </a:moveTo>
                <a:cubicBezTo>
                  <a:pt x="203" y="145"/>
                  <a:pt x="203" y="145"/>
                  <a:pt x="203" y="145"/>
                </a:cubicBezTo>
                <a:cubicBezTo>
                  <a:pt x="205" y="150"/>
                  <a:pt x="206" y="155"/>
                  <a:pt x="206" y="160"/>
                </a:cubicBezTo>
                <a:cubicBezTo>
                  <a:pt x="206" y="165"/>
                  <a:pt x="205" y="170"/>
                  <a:pt x="203" y="175"/>
                </a:cubicBezTo>
                <a:cubicBezTo>
                  <a:pt x="245" y="189"/>
                  <a:pt x="245" y="189"/>
                  <a:pt x="245" y="189"/>
                </a:cubicBezTo>
                <a:cubicBezTo>
                  <a:pt x="241" y="200"/>
                  <a:pt x="235" y="210"/>
                  <a:pt x="227" y="219"/>
                </a:cubicBezTo>
                <a:cubicBezTo>
                  <a:pt x="194" y="190"/>
                  <a:pt x="194" y="190"/>
                  <a:pt x="194" y="190"/>
                </a:cubicBezTo>
                <a:cubicBezTo>
                  <a:pt x="187" y="198"/>
                  <a:pt x="179" y="203"/>
                  <a:pt x="168" y="205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170" y="250"/>
                  <a:pt x="165" y="250"/>
                  <a:pt x="159" y="250"/>
                </a:cubicBezTo>
                <a:cubicBezTo>
                  <a:pt x="154" y="250"/>
                  <a:pt x="148" y="250"/>
                  <a:pt x="142" y="248"/>
                </a:cubicBezTo>
                <a:cubicBezTo>
                  <a:pt x="150" y="205"/>
                  <a:pt x="150" y="205"/>
                  <a:pt x="150" y="205"/>
                </a:cubicBezTo>
                <a:cubicBezTo>
                  <a:pt x="140" y="203"/>
                  <a:pt x="131" y="198"/>
                  <a:pt x="124" y="190"/>
                </a:cubicBezTo>
                <a:cubicBezTo>
                  <a:pt x="91" y="219"/>
                  <a:pt x="91" y="219"/>
                  <a:pt x="91" y="219"/>
                </a:cubicBezTo>
                <a:cubicBezTo>
                  <a:pt x="83" y="210"/>
                  <a:pt x="77" y="200"/>
                  <a:pt x="74" y="189"/>
                </a:cubicBezTo>
                <a:cubicBezTo>
                  <a:pt x="115" y="175"/>
                  <a:pt x="115" y="175"/>
                  <a:pt x="115" y="175"/>
                </a:cubicBezTo>
                <a:cubicBezTo>
                  <a:pt x="113" y="170"/>
                  <a:pt x="112" y="165"/>
                  <a:pt x="112" y="160"/>
                </a:cubicBezTo>
                <a:cubicBezTo>
                  <a:pt x="112" y="155"/>
                  <a:pt x="113" y="150"/>
                  <a:pt x="115" y="145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77" y="119"/>
                  <a:pt x="83" y="109"/>
                  <a:pt x="91" y="100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31" y="121"/>
                  <a:pt x="140" y="116"/>
                  <a:pt x="150" y="114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7" y="70"/>
                  <a:pt x="153" y="69"/>
                  <a:pt x="159" y="69"/>
                </a:cubicBezTo>
                <a:cubicBezTo>
                  <a:pt x="166" y="69"/>
                  <a:pt x="171" y="70"/>
                  <a:pt x="177" y="71"/>
                </a:cubicBezTo>
                <a:cubicBezTo>
                  <a:pt x="168" y="114"/>
                  <a:pt x="168" y="114"/>
                  <a:pt x="168" y="114"/>
                </a:cubicBezTo>
                <a:cubicBezTo>
                  <a:pt x="178" y="116"/>
                  <a:pt x="187" y="121"/>
                  <a:pt x="194" y="129"/>
                </a:cubicBezTo>
                <a:cubicBezTo>
                  <a:pt x="227" y="100"/>
                  <a:pt x="227" y="100"/>
                  <a:pt x="227" y="100"/>
                </a:cubicBezTo>
                <a:cubicBezTo>
                  <a:pt x="235" y="109"/>
                  <a:pt x="241" y="119"/>
                  <a:pt x="245" y="130"/>
                </a:cubicBezTo>
                <a:close/>
                <a:moveTo>
                  <a:pt x="155" y="16"/>
                </a:moveTo>
                <a:cubicBezTo>
                  <a:pt x="155" y="28"/>
                  <a:pt x="155" y="28"/>
                  <a:pt x="155" y="28"/>
                </a:cubicBezTo>
                <a:cubicBezTo>
                  <a:pt x="147" y="28"/>
                  <a:pt x="140" y="29"/>
                  <a:pt x="134" y="30"/>
                </a:cubicBezTo>
                <a:cubicBezTo>
                  <a:pt x="137" y="45"/>
                  <a:pt x="137" y="45"/>
                  <a:pt x="137" y="45"/>
                </a:cubicBezTo>
                <a:cubicBezTo>
                  <a:pt x="111" y="50"/>
                  <a:pt x="89" y="63"/>
                  <a:pt x="71" y="83"/>
                </a:cubicBezTo>
                <a:cubicBezTo>
                  <a:pt x="60" y="73"/>
                  <a:pt x="60" y="73"/>
                  <a:pt x="60" y="73"/>
                </a:cubicBezTo>
                <a:cubicBezTo>
                  <a:pt x="55" y="78"/>
                  <a:pt x="51" y="84"/>
                  <a:pt x="47" y="90"/>
                </a:cubicBezTo>
                <a:cubicBezTo>
                  <a:pt x="36" y="84"/>
                  <a:pt x="36" y="84"/>
                  <a:pt x="36" y="84"/>
                </a:cubicBezTo>
                <a:cubicBezTo>
                  <a:pt x="49" y="64"/>
                  <a:pt x="66" y="48"/>
                  <a:pt x="87" y="35"/>
                </a:cubicBezTo>
                <a:cubicBezTo>
                  <a:pt x="108" y="23"/>
                  <a:pt x="130" y="17"/>
                  <a:pt x="155" y="16"/>
                </a:cubicBezTo>
                <a:close/>
                <a:moveTo>
                  <a:pt x="303" y="160"/>
                </a:moveTo>
                <a:cubicBezTo>
                  <a:pt x="303" y="184"/>
                  <a:pt x="297" y="207"/>
                  <a:pt x="286" y="228"/>
                </a:cubicBezTo>
                <a:cubicBezTo>
                  <a:pt x="276" y="222"/>
                  <a:pt x="276" y="222"/>
                  <a:pt x="276" y="222"/>
                </a:cubicBezTo>
                <a:cubicBezTo>
                  <a:pt x="279" y="216"/>
                  <a:pt x="282" y="210"/>
                  <a:pt x="284" y="202"/>
                </a:cubicBezTo>
                <a:cubicBezTo>
                  <a:pt x="269" y="197"/>
                  <a:pt x="269" y="197"/>
                  <a:pt x="269" y="197"/>
                </a:cubicBezTo>
                <a:cubicBezTo>
                  <a:pt x="274" y="185"/>
                  <a:pt x="276" y="173"/>
                  <a:pt x="276" y="160"/>
                </a:cubicBezTo>
                <a:cubicBezTo>
                  <a:pt x="276" y="146"/>
                  <a:pt x="274" y="134"/>
                  <a:pt x="270" y="122"/>
                </a:cubicBezTo>
                <a:cubicBezTo>
                  <a:pt x="284" y="117"/>
                  <a:pt x="284" y="117"/>
                  <a:pt x="284" y="117"/>
                </a:cubicBezTo>
                <a:cubicBezTo>
                  <a:pt x="282" y="110"/>
                  <a:pt x="279" y="104"/>
                  <a:pt x="276" y="97"/>
                </a:cubicBezTo>
                <a:cubicBezTo>
                  <a:pt x="286" y="91"/>
                  <a:pt x="286" y="91"/>
                  <a:pt x="286" y="91"/>
                </a:cubicBezTo>
                <a:cubicBezTo>
                  <a:pt x="297" y="112"/>
                  <a:pt x="303" y="135"/>
                  <a:pt x="303" y="160"/>
                </a:cubicBezTo>
                <a:close/>
                <a:moveTo>
                  <a:pt x="282" y="84"/>
                </a:moveTo>
                <a:cubicBezTo>
                  <a:pt x="272" y="90"/>
                  <a:pt x="272" y="90"/>
                  <a:pt x="272" y="90"/>
                </a:cubicBezTo>
                <a:cubicBezTo>
                  <a:pt x="267" y="84"/>
                  <a:pt x="263" y="78"/>
                  <a:pt x="259" y="73"/>
                </a:cubicBezTo>
                <a:cubicBezTo>
                  <a:pt x="247" y="83"/>
                  <a:pt x="247" y="83"/>
                  <a:pt x="247" y="83"/>
                </a:cubicBezTo>
                <a:cubicBezTo>
                  <a:pt x="229" y="63"/>
                  <a:pt x="208" y="50"/>
                  <a:pt x="182" y="45"/>
                </a:cubicBezTo>
                <a:cubicBezTo>
                  <a:pt x="185" y="30"/>
                  <a:pt x="185" y="30"/>
                  <a:pt x="185" y="30"/>
                </a:cubicBezTo>
                <a:cubicBezTo>
                  <a:pt x="178" y="29"/>
                  <a:pt x="171" y="28"/>
                  <a:pt x="163" y="28"/>
                </a:cubicBezTo>
                <a:cubicBezTo>
                  <a:pt x="163" y="16"/>
                  <a:pt x="163" y="16"/>
                  <a:pt x="163" y="16"/>
                </a:cubicBezTo>
                <a:cubicBezTo>
                  <a:pt x="188" y="17"/>
                  <a:pt x="211" y="23"/>
                  <a:pt x="232" y="35"/>
                </a:cubicBezTo>
                <a:cubicBezTo>
                  <a:pt x="252" y="48"/>
                  <a:pt x="269" y="64"/>
                  <a:pt x="282" y="84"/>
                </a:cubicBezTo>
                <a:close/>
                <a:moveTo>
                  <a:pt x="311" y="160"/>
                </a:moveTo>
                <a:cubicBezTo>
                  <a:pt x="311" y="139"/>
                  <a:pt x="307" y="119"/>
                  <a:pt x="299" y="101"/>
                </a:cubicBezTo>
                <a:cubicBezTo>
                  <a:pt x="291" y="82"/>
                  <a:pt x="280" y="66"/>
                  <a:pt x="266" y="52"/>
                </a:cubicBezTo>
                <a:cubicBezTo>
                  <a:pt x="253" y="39"/>
                  <a:pt x="237" y="28"/>
                  <a:pt x="218" y="20"/>
                </a:cubicBezTo>
                <a:cubicBezTo>
                  <a:pt x="199" y="12"/>
                  <a:pt x="180" y="8"/>
                  <a:pt x="159" y="8"/>
                </a:cubicBezTo>
                <a:cubicBezTo>
                  <a:pt x="139" y="8"/>
                  <a:pt x="119" y="12"/>
                  <a:pt x="100" y="20"/>
                </a:cubicBezTo>
                <a:cubicBezTo>
                  <a:pt x="81" y="28"/>
                  <a:pt x="65" y="39"/>
                  <a:pt x="52" y="52"/>
                </a:cubicBezTo>
                <a:cubicBezTo>
                  <a:pt x="38" y="66"/>
                  <a:pt x="27" y="82"/>
                  <a:pt x="19" y="101"/>
                </a:cubicBezTo>
                <a:cubicBezTo>
                  <a:pt x="11" y="119"/>
                  <a:pt x="7" y="139"/>
                  <a:pt x="7" y="160"/>
                </a:cubicBezTo>
                <a:cubicBezTo>
                  <a:pt x="7" y="180"/>
                  <a:pt x="11" y="200"/>
                  <a:pt x="19" y="219"/>
                </a:cubicBezTo>
                <a:cubicBezTo>
                  <a:pt x="27" y="237"/>
                  <a:pt x="38" y="253"/>
                  <a:pt x="52" y="267"/>
                </a:cubicBezTo>
                <a:cubicBezTo>
                  <a:pt x="65" y="281"/>
                  <a:pt x="81" y="291"/>
                  <a:pt x="100" y="299"/>
                </a:cubicBezTo>
                <a:cubicBezTo>
                  <a:pt x="119" y="307"/>
                  <a:pt x="139" y="311"/>
                  <a:pt x="159" y="311"/>
                </a:cubicBezTo>
                <a:cubicBezTo>
                  <a:pt x="180" y="311"/>
                  <a:pt x="199" y="307"/>
                  <a:pt x="218" y="299"/>
                </a:cubicBezTo>
                <a:cubicBezTo>
                  <a:pt x="237" y="291"/>
                  <a:pt x="253" y="281"/>
                  <a:pt x="266" y="267"/>
                </a:cubicBezTo>
                <a:cubicBezTo>
                  <a:pt x="280" y="253"/>
                  <a:pt x="291" y="237"/>
                  <a:pt x="299" y="219"/>
                </a:cubicBezTo>
                <a:cubicBezTo>
                  <a:pt x="307" y="200"/>
                  <a:pt x="311" y="180"/>
                  <a:pt x="311" y="160"/>
                </a:cubicBezTo>
                <a:close/>
                <a:moveTo>
                  <a:pt x="319" y="160"/>
                </a:moveTo>
                <a:cubicBezTo>
                  <a:pt x="319" y="181"/>
                  <a:pt x="314" y="202"/>
                  <a:pt x="306" y="222"/>
                </a:cubicBezTo>
                <a:cubicBezTo>
                  <a:pt x="298" y="241"/>
                  <a:pt x="286" y="258"/>
                  <a:pt x="272" y="273"/>
                </a:cubicBezTo>
                <a:cubicBezTo>
                  <a:pt x="258" y="287"/>
                  <a:pt x="241" y="298"/>
                  <a:pt x="221" y="307"/>
                </a:cubicBezTo>
                <a:cubicBezTo>
                  <a:pt x="201" y="315"/>
                  <a:pt x="181" y="319"/>
                  <a:pt x="159" y="319"/>
                </a:cubicBezTo>
                <a:cubicBezTo>
                  <a:pt x="138" y="319"/>
                  <a:pt x="117" y="315"/>
                  <a:pt x="97" y="307"/>
                </a:cubicBezTo>
                <a:cubicBezTo>
                  <a:pt x="77" y="298"/>
                  <a:pt x="60" y="287"/>
                  <a:pt x="46" y="273"/>
                </a:cubicBezTo>
                <a:cubicBezTo>
                  <a:pt x="32" y="258"/>
                  <a:pt x="21" y="241"/>
                  <a:pt x="12" y="222"/>
                </a:cubicBezTo>
                <a:cubicBezTo>
                  <a:pt x="4" y="202"/>
                  <a:pt x="0" y="181"/>
                  <a:pt x="0" y="160"/>
                </a:cubicBezTo>
                <a:cubicBezTo>
                  <a:pt x="0" y="138"/>
                  <a:pt x="4" y="117"/>
                  <a:pt x="12" y="98"/>
                </a:cubicBezTo>
                <a:cubicBezTo>
                  <a:pt x="21" y="78"/>
                  <a:pt x="32" y="61"/>
                  <a:pt x="46" y="47"/>
                </a:cubicBezTo>
                <a:cubicBezTo>
                  <a:pt x="60" y="33"/>
                  <a:pt x="77" y="21"/>
                  <a:pt x="97" y="13"/>
                </a:cubicBezTo>
                <a:cubicBezTo>
                  <a:pt x="117" y="4"/>
                  <a:pt x="138" y="0"/>
                  <a:pt x="159" y="0"/>
                </a:cubicBezTo>
                <a:cubicBezTo>
                  <a:pt x="181" y="0"/>
                  <a:pt x="201" y="4"/>
                  <a:pt x="221" y="13"/>
                </a:cubicBezTo>
                <a:cubicBezTo>
                  <a:pt x="241" y="21"/>
                  <a:pt x="258" y="33"/>
                  <a:pt x="272" y="47"/>
                </a:cubicBezTo>
                <a:cubicBezTo>
                  <a:pt x="286" y="61"/>
                  <a:pt x="298" y="78"/>
                  <a:pt x="306" y="98"/>
                </a:cubicBezTo>
                <a:cubicBezTo>
                  <a:pt x="314" y="117"/>
                  <a:pt x="319" y="138"/>
                  <a:pt x="319" y="1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7" name="Freeform 103"/>
          <p:cNvSpPr>
            <a:spLocks noEditPoints="1"/>
          </p:cNvSpPr>
          <p:nvPr/>
        </p:nvSpPr>
        <p:spPr bwMode="auto">
          <a:xfrm>
            <a:off x="5951538" y="3336925"/>
            <a:ext cx="344488" cy="271463"/>
          </a:xfrm>
          <a:custGeom>
            <a:avLst/>
            <a:gdLst>
              <a:gd name="T0" fmla="*/ 319 w 319"/>
              <a:gd name="T1" fmla="*/ 81 h 251"/>
              <a:gd name="T2" fmla="*/ 319 w 319"/>
              <a:gd name="T3" fmla="*/ 223 h 251"/>
              <a:gd name="T4" fmla="*/ 311 w 319"/>
              <a:gd name="T5" fmla="*/ 243 h 251"/>
              <a:gd name="T6" fmla="*/ 291 w 319"/>
              <a:gd name="T7" fmla="*/ 251 h 251"/>
              <a:gd name="T8" fmla="*/ 29 w 319"/>
              <a:gd name="T9" fmla="*/ 251 h 251"/>
              <a:gd name="T10" fmla="*/ 8 w 319"/>
              <a:gd name="T11" fmla="*/ 243 h 251"/>
              <a:gd name="T12" fmla="*/ 0 w 319"/>
              <a:gd name="T13" fmla="*/ 223 h 251"/>
              <a:gd name="T14" fmla="*/ 0 w 319"/>
              <a:gd name="T15" fmla="*/ 81 h 251"/>
              <a:gd name="T16" fmla="*/ 18 w 319"/>
              <a:gd name="T17" fmla="*/ 97 h 251"/>
              <a:gd name="T18" fmla="*/ 107 w 319"/>
              <a:gd name="T19" fmla="*/ 158 h 251"/>
              <a:gd name="T20" fmla="*/ 123 w 319"/>
              <a:gd name="T21" fmla="*/ 170 h 251"/>
              <a:gd name="T22" fmla="*/ 140 w 319"/>
              <a:gd name="T23" fmla="*/ 178 h 251"/>
              <a:gd name="T24" fmla="*/ 159 w 319"/>
              <a:gd name="T25" fmla="*/ 183 h 251"/>
              <a:gd name="T26" fmla="*/ 160 w 319"/>
              <a:gd name="T27" fmla="*/ 183 h 251"/>
              <a:gd name="T28" fmla="*/ 179 w 319"/>
              <a:gd name="T29" fmla="*/ 178 h 251"/>
              <a:gd name="T30" fmla="*/ 196 w 319"/>
              <a:gd name="T31" fmla="*/ 170 h 251"/>
              <a:gd name="T32" fmla="*/ 213 w 319"/>
              <a:gd name="T33" fmla="*/ 158 h 251"/>
              <a:gd name="T34" fmla="*/ 301 w 319"/>
              <a:gd name="T35" fmla="*/ 97 h 251"/>
              <a:gd name="T36" fmla="*/ 319 w 319"/>
              <a:gd name="T37" fmla="*/ 81 h 251"/>
              <a:gd name="T38" fmla="*/ 319 w 319"/>
              <a:gd name="T39" fmla="*/ 29 h 251"/>
              <a:gd name="T40" fmla="*/ 310 w 319"/>
              <a:gd name="T41" fmla="*/ 56 h 251"/>
              <a:gd name="T42" fmla="*/ 289 w 319"/>
              <a:gd name="T43" fmla="*/ 78 h 251"/>
              <a:gd name="T44" fmla="*/ 205 w 319"/>
              <a:gd name="T45" fmla="*/ 135 h 251"/>
              <a:gd name="T46" fmla="*/ 198 w 319"/>
              <a:gd name="T47" fmla="*/ 141 h 251"/>
              <a:gd name="T48" fmla="*/ 188 w 319"/>
              <a:gd name="T49" fmla="*/ 148 h 251"/>
              <a:gd name="T50" fmla="*/ 179 w 319"/>
              <a:gd name="T51" fmla="*/ 153 h 251"/>
              <a:gd name="T52" fmla="*/ 169 w 319"/>
              <a:gd name="T53" fmla="*/ 158 h 251"/>
              <a:gd name="T54" fmla="*/ 160 w 319"/>
              <a:gd name="T55" fmla="*/ 160 h 251"/>
              <a:gd name="T56" fmla="*/ 159 w 319"/>
              <a:gd name="T57" fmla="*/ 160 h 251"/>
              <a:gd name="T58" fmla="*/ 151 w 319"/>
              <a:gd name="T59" fmla="*/ 158 h 251"/>
              <a:gd name="T60" fmla="*/ 140 w 319"/>
              <a:gd name="T61" fmla="*/ 153 h 251"/>
              <a:gd name="T62" fmla="*/ 131 w 319"/>
              <a:gd name="T63" fmla="*/ 148 h 251"/>
              <a:gd name="T64" fmla="*/ 121 w 319"/>
              <a:gd name="T65" fmla="*/ 141 h 251"/>
              <a:gd name="T66" fmla="*/ 114 w 319"/>
              <a:gd name="T67" fmla="*/ 135 h 251"/>
              <a:gd name="T68" fmla="*/ 67 w 319"/>
              <a:gd name="T69" fmla="*/ 103 h 251"/>
              <a:gd name="T70" fmla="*/ 31 w 319"/>
              <a:gd name="T71" fmla="*/ 78 h 251"/>
              <a:gd name="T72" fmla="*/ 10 w 319"/>
              <a:gd name="T73" fmla="*/ 57 h 251"/>
              <a:gd name="T74" fmla="*/ 0 w 319"/>
              <a:gd name="T75" fmla="*/ 33 h 251"/>
              <a:gd name="T76" fmla="*/ 8 w 319"/>
              <a:gd name="T77" fmla="*/ 10 h 251"/>
              <a:gd name="T78" fmla="*/ 29 w 319"/>
              <a:gd name="T79" fmla="*/ 0 h 251"/>
              <a:gd name="T80" fmla="*/ 291 w 319"/>
              <a:gd name="T81" fmla="*/ 0 h 251"/>
              <a:gd name="T82" fmla="*/ 311 w 319"/>
              <a:gd name="T83" fmla="*/ 9 h 251"/>
              <a:gd name="T84" fmla="*/ 319 w 319"/>
              <a:gd name="T85" fmla="*/ 29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19" h="251">
                <a:moveTo>
                  <a:pt x="319" y="81"/>
                </a:moveTo>
                <a:cubicBezTo>
                  <a:pt x="319" y="223"/>
                  <a:pt x="319" y="223"/>
                  <a:pt x="319" y="223"/>
                </a:cubicBezTo>
                <a:cubicBezTo>
                  <a:pt x="319" y="230"/>
                  <a:pt x="316" y="237"/>
                  <a:pt x="311" y="243"/>
                </a:cubicBezTo>
                <a:cubicBezTo>
                  <a:pt x="305" y="248"/>
                  <a:pt x="298" y="251"/>
                  <a:pt x="291" y="251"/>
                </a:cubicBezTo>
                <a:cubicBezTo>
                  <a:pt x="29" y="251"/>
                  <a:pt x="29" y="251"/>
                  <a:pt x="29" y="251"/>
                </a:cubicBezTo>
                <a:cubicBezTo>
                  <a:pt x="21" y="251"/>
                  <a:pt x="14" y="248"/>
                  <a:pt x="8" y="243"/>
                </a:cubicBezTo>
                <a:cubicBezTo>
                  <a:pt x="3" y="237"/>
                  <a:pt x="0" y="230"/>
                  <a:pt x="0" y="223"/>
                </a:cubicBezTo>
                <a:cubicBezTo>
                  <a:pt x="0" y="81"/>
                  <a:pt x="0" y="81"/>
                  <a:pt x="0" y="81"/>
                </a:cubicBezTo>
                <a:cubicBezTo>
                  <a:pt x="5" y="87"/>
                  <a:pt x="11" y="92"/>
                  <a:pt x="18" y="97"/>
                </a:cubicBezTo>
                <a:cubicBezTo>
                  <a:pt x="61" y="126"/>
                  <a:pt x="91" y="146"/>
                  <a:pt x="107" y="158"/>
                </a:cubicBezTo>
                <a:cubicBezTo>
                  <a:pt x="113" y="163"/>
                  <a:pt x="119" y="167"/>
                  <a:pt x="123" y="170"/>
                </a:cubicBezTo>
                <a:cubicBezTo>
                  <a:pt x="127" y="173"/>
                  <a:pt x="133" y="175"/>
                  <a:pt x="140" y="178"/>
                </a:cubicBezTo>
                <a:cubicBezTo>
                  <a:pt x="147" y="181"/>
                  <a:pt x="153" y="183"/>
                  <a:pt x="159" y="183"/>
                </a:cubicBezTo>
                <a:cubicBezTo>
                  <a:pt x="160" y="183"/>
                  <a:pt x="160" y="183"/>
                  <a:pt x="160" y="183"/>
                </a:cubicBezTo>
                <a:cubicBezTo>
                  <a:pt x="166" y="183"/>
                  <a:pt x="172" y="181"/>
                  <a:pt x="179" y="178"/>
                </a:cubicBezTo>
                <a:cubicBezTo>
                  <a:pt x="186" y="175"/>
                  <a:pt x="192" y="173"/>
                  <a:pt x="196" y="170"/>
                </a:cubicBezTo>
                <a:cubicBezTo>
                  <a:pt x="200" y="167"/>
                  <a:pt x="206" y="163"/>
                  <a:pt x="213" y="158"/>
                </a:cubicBezTo>
                <a:cubicBezTo>
                  <a:pt x="233" y="143"/>
                  <a:pt x="262" y="123"/>
                  <a:pt x="301" y="97"/>
                </a:cubicBezTo>
                <a:cubicBezTo>
                  <a:pt x="308" y="92"/>
                  <a:pt x="314" y="87"/>
                  <a:pt x="319" y="81"/>
                </a:cubicBezTo>
                <a:close/>
                <a:moveTo>
                  <a:pt x="319" y="29"/>
                </a:moveTo>
                <a:cubicBezTo>
                  <a:pt x="319" y="38"/>
                  <a:pt x="316" y="47"/>
                  <a:pt x="310" y="56"/>
                </a:cubicBezTo>
                <a:cubicBezTo>
                  <a:pt x="305" y="64"/>
                  <a:pt x="297" y="72"/>
                  <a:pt x="289" y="78"/>
                </a:cubicBezTo>
                <a:cubicBezTo>
                  <a:pt x="244" y="109"/>
                  <a:pt x="216" y="128"/>
                  <a:pt x="205" y="135"/>
                </a:cubicBezTo>
                <a:cubicBezTo>
                  <a:pt x="204" y="136"/>
                  <a:pt x="202" y="138"/>
                  <a:pt x="198" y="141"/>
                </a:cubicBezTo>
                <a:cubicBezTo>
                  <a:pt x="194" y="144"/>
                  <a:pt x="191" y="146"/>
                  <a:pt x="188" y="148"/>
                </a:cubicBezTo>
                <a:cubicBezTo>
                  <a:pt x="186" y="149"/>
                  <a:pt x="183" y="151"/>
                  <a:pt x="179" y="153"/>
                </a:cubicBezTo>
                <a:cubicBezTo>
                  <a:pt x="175" y="156"/>
                  <a:pt x="172" y="157"/>
                  <a:pt x="169" y="158"/>
                </a:cubicBezTo>
                <a:cubicBezTo>
                  <a:pt x="165" y="159"/>
                  <a:pt x="163" y="160"/>
                  <a:pt x="160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57" y="160"/>
                  <a:pt x="154" y="159"/>
                  <a:pt x="151" y="158"/>
                </a:cubicBezTo>
                <a:cubicBezTo>
                  <a:pt x="147" y="157"/>
                  <a:pt x="144" y="156"/>
                  <a:pt x="140" y="153"/>
                </a:cubicBezTo>
                <a:cubicBezTo>
                  <a:pt x="137" y="151"/>
                  <a:pt x="134" y="149"/>
                  <a:pt x="131" y="148"/>
                </a:cubicBezTo>
                <a:cubicBezTo>
                  <a:pt x="129" y="146"/>
                  <a:pt x="125" y="144"/>
                  <a:pt x="121" y="141"/>
                </a:cubicBezTo>
                <a:cubicBezTo>
                  <a:pt x="118" y="138"/>
                  <a:pt x="115" y="136"/>
                  <a:pt x="114" y="135"/>
                </a:cubicBezTo>
                <a:cubicBezTo>
                  <a:pt x="103" y="128"/>
                  <a:pt x="88" y="117"/>
                  <a:pt x="67" y="103"/>
                </a:cubicBezTo>
                <a:cubicBezTo>
                  <a:pt x="47" y="89"/>
                  <a:pt x="35" y="80"/>
                  <a:pt x="31" y="78"/>
                </a:cubicBezTo>
                <a:cubicBezTo>
                  <a:pt x="23" y="73"/>
                  <a:pt x="16" y="66"/>
                  <a:pt x="10" y="57"/>
                </a:cubicBezTo>
                <a:cubicBezTo>
                  <a:pt x="3" y="48"/>
                  <a:pt x="0" y="40"/>
                  <a:pt x="0" y="33"/>
                </a:cubicBezTo>
                <a:cubicBezTo>
                  <a:pt x="0" y="23"/>
                  <a:pt x="3" y="16"/>
                  <a:pt x="8" y="10"/>
                </a:cubicBezTo>
                <a:cubicBezTo>
                  <a:pt x="12" y="3"/>
                  <a:pt x="19" y="0"/>
                  <a:pt x="29" y="0"/>
                </a:cubicBezTo>
                <a:cubicBezTo>
                  <a:pt x="291" y="0"/>
                  <a:pt x="291" y="0"/>
                  <a:pt x="291" y="0"/>
                </a:cubicBezTo>
                <a:cubicBezTo>
                  <a:pt x="298" y="0"/>
                  <a:pt x="305" y="3"/>
                  <a:pt x="311" y="9"/>
                </a:cubicBezTo>
                <a:cubicBezTo>
                  <a:pt x="316" y="14"/>
                  <a:pt x="319" y="21"/>
                  <a:pt x="319" y="2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8" name="Freeform 104"/>
          <p:cNvSpPr>
            <a:spLocks noEditPoints="1"/>
          </p:cNvSpPr>
          <p:nvPr/>
        </p:nvSpPr>
        <p:spPr bwMode="auto">
          <a:xfrm>
            <a:off x="6386513" y="3336925"/>
            <a:ext cx="344488" cy="271463"/>
          </a:xfrm>
          <a:custGeom>
            <a:avLst/>
            <a:gdLst>
              <a:gd name="T0" fmla="*/ 296 w 319"/>
              <a:gd name="T1" fmla="*/ 223 h 251"/>
              <a:gd name="T2" fmla="*/ 296 w 319"/>
              <a:gd name="T3" fmla="*/ 86 h 251"/>
              <a:gd name="T4" fmla="*/ 284 w 319"/>
              <a:gd name="T5" fmla="*/ 98 h 251"/>
              <a:gd name="T6" fmla="*/ 208 w 319"/>
              <a:gd name="T7" fmla="*/ 158 h 251"/>
              <a:gd name="T8" fmla="*/ 193 w 319"/>
              <a:gd name="T9" fmla="*/ 170 h 251"/>
              <a:gd name="T10" fmla="*/ 178 w 319"/>
              <a:gd name="T11" fmla="*/ 178 h 251"/>
              <a:gd name="T12" fmla="*/ 159 w 319"/>
              <a:gd name="T13" fmla="*/ 183 h 251"/>
              <a:gd name="T14" fmla="*/ 159 w 319"/>
              <a:gd name="T15" fmla="*/ 183 h 251"/>
              <a:gd name="T16" fmla="*/ 141 w 319"/>
              <a:gd name="T17" fmla="*/ 178 h 251"/>
              <a:gd name="T18" fmla="*/ 125 w 319"/>
              <a:gd name="T19" fmla="*/ 170 h 251"/>
              <a:gd name="T20" fmla="*/ 111 w 319"/>
              <a:gd name="T21" fmla="*/ 158 h 251"/>
              <a:gd name="T22" fmla="*/ 35 w 319"/>
              <a:gd name="T23" fmla="*/ 98 h 251"/>
              <a:gd name="T24" fmla="*/ 22 w 319"/>
              <a:gd name="T25" fmla="*/ 86 h 251"/>
              <a:gd name="T26" fmla="*/ 22 w 319"/>
              <a:gd name="T27" fmla="*/ 223 h 251"/>
              <a:gd name="T28" fmla="*/ 24 w 319"/>
              <a:gd name="T29" fmla="*/ 227 h 251"/>
              <a:gd name="T30" fmla="*/ 28 w 319"/>
              <a:gd name="T31" fmla="*/ 228 h 251"/>
              <a:gd name="T32" fmla="*/ 290 w 319"/>
              <a:gd name="T33" fmla="*/ 228 h 251"/>
              <a:gd name="T34" fmla="*/ 294 w 319"/>
              <a:gd name="T35" fmla="*/ 227 h 251"/>
              <a:gd name="T36" fmla="*/ 296 w 319"/>
              <a:gd name="T37" fmla="*/ 223 h 251"/>
              <a:gd name="T38" fmla="*/ 296 w 319"/>
              <a:gd name="T39" fmla="*/ 35 h 251"/>
              <a:gd name="T40" fmla="*/ 296 w 319"/>
              <a:gd name="T41" fmla="*/ 31 h 251"/>
              <a:gd name="T42" fmla="*/ 296 w 319"/>
              <a:gd name="T43" fmla="*/ 29 h 251"/>
              <a:gd name="T44" fmla="*/ 295 w 319"/>
              <a:gd name="T45" fmla="*/ 27 h 251"/>
              <a:gd name="T46" fmla="*/ 294 w 319"/>
              <a:gd name="T47" fmla="*/ 25 h 251"/>
              <a:gd name="T48" fmla="*/ 293 w 319"/>
              <a:gd name="T49" fmla="*/ 24 h 251"/>
              <a:gd name="T50" fmla="*/ 290 w 319"/>
              <a:gd name="T51" fmla="*/ 23 h 251"/>
              <a:gd name="T52" fmla="*/ 28 w 319"/>
              <a:gd name="T53" fmla="*/ 23 h 251"/>
              <a:gd name="T54" fmla="*/ 24 w 319"/>
              <a:gd name="T55" fmla="*/ 25 h 251"/>
              <a:gd name="T56" fmla="*/ 22 w 319"/>
              <a:gd name="T57" fmla="*/ 29 h 251"/>
              <a:gd name="T58" fmla="*/ 49 w 319"/>
              <a:gd name="T59" fmla="*/ 79 h 251"/>
              <a:gd name="T60" fmla="*/ 120 w 319"/>
              <a:gd name="T61" fmla="*/ 136 h 251"/>
              <a:gd name="T62" fmla="*/ 126 w 319"/>
              <a:gd name="T63" fmla="*/ 141 h 251"/>
              <a:gd name="T64" fmla="*/ 134 w 319"/>
              <a:gd name="T65" fmla="*/ 148 h 251"/>
              <a:gd name="T66" fmla="*/ 142 w 319"/>
              <a:gd name="T67" fmla="*/ 153 h 251"/>
              <a:gd name="T68" fmla="*/ 151 w 319"/>
              <a:gd name="T69" fmla="*/ 158 h 251"/>
              <a:gd name="T70" fmla="*/ 159 w 319"/>
              <a:gd name="T71" fmla="*/ 160 h 251"/>
              <a:gd name="T72" fmla="*/ 159 w 319"/>
              <a:gd name="T73" fmla="*/ 160 h 251"/>
              <a:gd name="T74" fmla="*/ 167 w 319"/>
              <a:gd name="T75" fmla="*/ 158 h 251"/>
              <a:gd name="T76" fmla="*/ 176 w 319"/>
              <a:gd name="T77" fmla="*/ 153 h 251"/>
              <a:gd name="T78" fmla="*/ 184 w 319"/>
              <a:gd name="T79" fmla="*/ 148 h 251"/>
              <a:gd name="T80" fmla="*/ 192 w 319"/>
              <a:gd name="T81" fmla="*/ 141 h 251"/>
              <a:gd name="T82" fmla="*/ 198 w 319"/>
              <a:gd name="T83" fmla="*/ 136 h 251"/>
              <a:gd name="T84" fmla="*/ 270 w 319"/>
              <a:gd name="T85" fmla="*/ 79 h 251"/>
              <a:gd name="T86" fmla="*/ 288 w 319"/>
              <a:gd name="T87" fmla="*/ 59 h 251"/>
              <a:gd name="T88" fmla="*/ 296 w 319"/>
              <a:gd name="T89" fmla="*/ 35 h 251"/>
              <a:gd name="T90" fmla="*/ 319 w 319"/>
              <a:gd name="T91" fmla="*/ 29 h 251"/>
              <a:gd name="T92" fmla="*/ 319 w 319"/>
              <a:gd name="T93" fmla="*/ 223 h 251"/>
              <a:gd name="T94" fmla="*/ 310 w 319"/>
              <a:gd name="T95" fmla="*/ 243 h 251"/>
              <a:gd name="T96" fmla="*/ 290 w 319"/>
              <a:gd name="T97" fmla="*/ 251 h 251"/>
              <a:gd name="T98" fmla="*/ 28 w 319"/>
              <a:gd name="T99" fmla="*/ 251 h 251"/>
              <a:gd name="T100" fmla="*/ 8 w 319"/>
              <a:gd name="T101" fmla="*/ 243 h 251"/>
              <a:gd name="T102" fmla="*/ 0 w 319"/>
              <a:gd name="T103" fmla="*/ 223 h 251"/>
              <a:gd name="T104" fmla="*/ 0 w 319"/>
              <a:gd name="T105" fmla="*/ 29 h 251"/>
              <a:gd name="T106" fmla="*/ 8 w 319"/>
              <a:gd name="T107" fmla="*/ 9 h 251"/>
              <a:gd name="T108" fmla="*/ 28 w 319"/>
              <a:gd name="T109" fmla="*/ 0 h 251"/>
              <a:gd name="T110" fmla="*/ 290 w 319"/>
              <a:gd name="T111" fmla="*/ 0 h 251"/>
              <a:gd name="T112" fmla="*/ 310 w 319"/>
              <a:gd name="T113" fmla="*/ 9 h 251"/>
              <a:gd name="T114" fmla="*/ 319 w 319"/>
              <a:gd name="T115" fmla="*/ 29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9" h="251">
                <a:moveTo>
                  <a:pt x="296" y="223"/>
                </a:moveTo>
                <a:cubicBezTo>
                  <a:pt x="296" y="86"/>
                  <a:pt x="296" y="86"/>
                  <a:pt x="296" y="86"/>
                </a:cubicBezTo>
                <a:cubicBezTo>
                  <a:pt x="292" y="90"/>
                  <a:pt x="288" y="94"/>
                  <a:pt x="284" y="98"/>
                </a:cubicBezTo>
                <a:cubicBezTo>
                  <a:pt x="252" y="122"/>
                  <a:pt x="226" y="142"/>
                  <a:pt x="208" y="158"/>
                </a:cubicBezTo>
                <a:cubicBezTo>
                  <a:pt x="202" y="163"/>
                  <a:pt x="197" y="167"/>
                  <a:pt x="193" y="170"/>
                </a:cubicBezTo>
                <a:cubicBezTo>
                  <a:pt x="189" y="172"/>
                  <a:pt x="184" y="175"/>
                  <a:pt x="178" y="178"/>
                </a:cubicBezTo>
                <a:cubicBezTo>
                  <a:pt x="171" y="181"/>
                  <a:pt x="165" y="183"/>
                  <a:pt x="159" y="183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3" y="183"/>
                  <a:pt x="147" y="181"/>
                  <a:pt x="141" y="178"/>
                </a:cubicBezTo>
                <a:cubicBezTo>
                  <a:pt x="134" y="175"/>
                  <a:pt x="129" y="172"/>
                  <a:pt x="125" y="170"/>
                </a:cubicBezTo>
                <a:cubicBezTo>
                  <a:pt x="122" y="167"/>
                  <a:pt x="117" y="163"/>
                  <a:pt x="111" y="158"/>
                </a:cubicBezTo>
                <a:cubicBezTo>
                  <a:pt x="92" y="142"/>
                  <a:pt x="67" y="122"/>
                  <a:pt x="35" y="98"/>
                </a:cubicBezTo>
                <a:cubicBezTo>
                  <a:pt x="30" y="94"/>
                  <a:pt x="26" y="90"/>
                  <a:pt x="22" y="86"/>
                </a:cubicBezTo>
                <a:cubicBezTo>
                  <a:pt x="22" y="223"/>
                  <a:pt x="22" y="223"/>
                  <a:pt x="22" y="223"/>
                </a:cubicBezTo>
                <a:cubicBezTo>
                  <a:pt x="22" y="224"/>
                  <a:pt x="23" y="225"/>
                  <a:pt x="24" y="227"/>
                </a:cubicBezTo>
                <a:cubicBezTo>
                  <a:pt x="25" y="228"/>
                  <a:pt x="27" y="228"/>
                  <a:pt x="28" y="228"/>
                </a:cubicBezTo>
                <a:cubicBezTo>
                  <a:pt x="290" y="228"/>
                  <a:pt x="290" y="228"/>
                  <a:pt x="290" y="228"/>
                </a:cubicBezTo>
                <a:cubicBezTo>
                  <a:pt x="292" y="228"/>
                  <a:pt x="293" y="228"/>
                  <a:pt x="294" y="227"/>
                </a:cubicBezTo>
                <a:cubicBezTo>
                  <a:pt x="295" y="225"/>
                  <a:pt x="296" y="224"/>
                  <a:pt x="296" y="223"/>
                </a:cubicBezTo>
                <a:close/>
                <a:moveTo>
                  <a:pt x="296" y="35"/>
                </a:moveTo>
                <a:cubicBezTo>
                  <a:pt x="296" y="31"/>
                  <a:pt x="296" y="31"/>
                  <a:pt x="296" y="31"/>
                </a:cubicBezTo>
                <a:cubicBezTo>
                  <a:pt x="296" y="29"/>
                  <a:pt x="296" y="29"/>
                  <a:pt x="296" y="29"/>
                </a:cubicBezTo>
                <a:cubicBezTo>
                  <a:pt x="295" y="27"/>
                  <a:pt x="295" y="27"/>
                  <a:pt x="295" y="27"/>
                </a:cubicBezTo>
                <a:cubicBezTo>
                  <a:pt x="294" y="25"/>
                  <a:pt x="294" y="25"/>
                  <a:pt x="294" y="25"/>
                </a:cubicBezTo>
                <a:cubicBezTo>
                  <a:pt x="293" y="24"/>
                  <a:pt x="293" y="24"/>
                  <a:pt x="293" y="24"/>
                </a:cubicBezTo>
                <a:cubicBezTo>
                  <a:pt x="290" y="23"/>
                  <a:pt x="290" y="23"/>
                  <a:pt x="290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7" y="23"/>
                  <a:pt x="25" y="24"/>
                  <a:pt x="24" y="25"/>
                </a:cubicBezTo>
                <a:cubicBezTo>
                  <a:pt x="23" y="26"/>
                  <a:pt x="22" y="27"/>
                  <a:pt x="22" y="29"/>
                </a:cubicBezTo>
                <a:cubicBezTo>
                  <a:pt x="22" y="49"/>
                  <a:pt x="31" y="66"/>
                  <a:pt x="49" y="79"/>
                </a:cubicBezTo>
                <a:cubicBezTo>
                  <a:pt x="72" y="97"/>
                  <a:pt x="95" y="116"/>
                  <a:pt x="120" y="136"/>
                </a:cubicBezTo>
                <a:cubicBezTo>
                  <a:pt x="121" y="136"/>
                  <a:pt x="123" y="138"/>
                  <a:pt x="126" y="141"/>
                </a:cubicBezTo>
                <a:cubicBezTo>
                  <a:pt x="130" y="144"/>
                  <a:pt x="132" y="146"/>
                  <a:pt x="134" y="148"/>
                </a:cubicBezTo>
                <a:cubicBezTo>
                  <a:pt x="136" y="149"/>
                  <a:pt x="139" y="151"/>
                  <a:pt x="142" y="153"/>
                </a:cubicBezTo>
                <a:cubicBezTo>
                  <a:pt x="146" y="156"/>
                  <a:pt x="149" y="157"/>
                  <a:pt x="151" y="158"/>
                </a:cubicBezTo>
                <a:cubicBezTo>
                  <a:pt x="154" y="159"/>
                  <a:pt x="157" y="160"/>
                  <a:pt x="159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62" y="160"/>
                  <a:pt x="164" y="159"/>
                  <a:pt x="167" y="158"/>
                </a:cubicBezTo>
                <a:cubicBezTo>
                  <a:pt x="170" y="157"/>
                  <a:pt x="173" y="156"/>
                  <a:pt x="176" y="153"/>
                </a:cubicBezTo>
                <a:cubicBezTo>
                  <a:pt x="179" y="151"/>
                  <a:pt x="182" y="149"/>
                  <a:pt x="184" y="148"/>
                </a:cubicBezTo>
                <a:cubicBezTo>
                  <a:pt x="186" y="146"/>
                  <a:pt x="189" y="144"/>
                  <a:pt x="192" y="141"/>
                </a:cubicBezTo>
                <a:cubicBezTo>
                  <a:pt x="196" y="138"/>
                  <a:pt x="198" y="136"/>
                  <a:pt x="198" y="136"/>
                </a:cubicBezTo>
                <a:cubicBezTo>
                  <a:pt x="223" y="116"/>
                  <a:pt x="247" y="97"/>
                  <a:pt x="270" y="79"/>
                </a:cubicBezTo>
                <a:cubicBezTo>
                  <a:pt x="276" y="74"/>
                  <a:pt x="282" y="67"/>
                  <a:pt x="288" y="59"/>
                </a:cubicBezTo>
                <a:cubicBezTo>
                  <a:pt x="293" y="50"/>
                  <a:pt x="296" y="42"/>
                  <a:pt x="296" y="35"/>
                </a:cubicBezTo>
                <a:close/>
                <a:moveTo>
                  <a:pt x="319" y="29"/>
                </a:moveTo>
                <a:cubicBezTo>
                  <a:pt x="319" y="223"/>
                  <a:pt x="319" y="223"/>
                  <a:pt x="319" y="223"/>
                </a:cubicBezTo>
                <a:cubicBezTo>
                  <a:pt x="319" y="230"/>
                  <a:pt x="316" y="237"/>
                  <a:pt x="310" y="243"/>
                </a:cubicBezTo>
                <a:cubicBezTo>
                  <a:pt x="305" y="248"/>
                  <a:pt x="298" y="251"/>
                  <a:pt x="290" y="251"/>
                </a:cubicBezTo>
                <a:cubicBezTo>
                  <a:pt x="28" y="251"/>
                  <a:pt x="28" y="251"/>
                  <a:pt x="28" y="251"/>
                </a:cubicBezTo>
                <a:cubicBezTo>
                  <a:pt x="20" y="251"/>
                  <a:pt x="14" y="248"/>
                  <a:pt x="8" y="243"/>
                </a:cubicBezTo>
                <a:cubicBezTo>
                  <a:pt x="2" y="237"/>
                  <a:pt x="0" y="230"/>
                  <a:pt x="0" y="22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2" y="14"/>
                  <a:pt x="8" y="9"/>
                </a:cubicBezTo>
                <a:cubicBezTo>
                  <a:pt x="14" y="3"/>
                  <a:pt x="20" y="0"/>
                  <a:pt x="28" y="0"/>
                </a:cubicBezTo>
                <a:cubicBezTo>
                  <a:pt x="290" y="0"/>
                  <a:pt x="290" y="0"/>
                  <a:pt x="290" y="0"/>
                </a:cubicBezTo>
                <a:cubicBezTo>
                  <a:pt x="298" y="0"/>
                  <a:pt x="305" y="3"/>
                  <a:pt x="310" y="9"/>
                </a:cubicBezTo>
                <a:cubicBezTo>
                  <a:pt x="316" y="14"/>
                  <a:pt x="319" y="21"/>
                  <a:pt x="319" y="2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9" name="Freeform 105"/>
          <p:cNvSpPr>
            <a:spLocks noEditPoints="1"/>
          </p:cNvSpPr>
          <p:nvPr/>
        </p:nvSpPr>
        <p:spPr bwMode="auto">
          <a:xfrm>
            <a:off x="6843713" y="3324225"/>
            <a:ext cx="295275" cy="295275"/>
          </a:xfrm>
          <a:custGeom>
            <a:avLst/>
            <a:gdLst>
              <a:gd name="T0" fmla="*/ 222 w 273"/>
              <a:gd name="T1" fmla="*/ 0 h 273"/>
              <a:gd name="T2" fmla="*/ 258 w 273"/>
              <a:gd name="T3" fmla="*/ 15 h 273"/>
              <a:gd name="T4" fmla="*/ 273 w 273"/>
              <a:gd name="T5" fmla="*/ 51 h 273"/>
              <a:gd name="T6" fmla="*/ 273 w 273"/>
              <a:gd name="T7" fmla="*/ 222 h 273"/>
              <a:gd name="T8" fmla="*/ 258 w 273"/>
              <a:gd name="T9" fmla="*/ 258 h 273"/>
              <a:gd name="T10" fmla="*/ 222 w 273"/>
              <a:gd name="T11" fmla="*/ 273 h 273"/>
              <a:gd name="T12" fmla="*/ 51 w 273"/>
              <a:gd name="T13" fmla="*/ 273 h 273"/>
              <a:gd name="T14" fmla="*/ 15 w 273"/>
              <a:gd name="T15" fmla="*/ 258 h 273"/>
              <a:gd name="T16" fmla="*/ 0 w 273"/>
              <a:gd name="T17" fmla="*/ 222 h 273"/>
              <a:gd name="T18" fmla="*/ 0 w 273"/>
              <a:gd name="T19" fmla="*/ 51 h 273"/>
              <a:gd name="T20" fmla="*/ 15 w 273"/>
              <a:gd name="T21" fmla="*/ 15 h 273"/>
              <a:gd name="T22" fmla="*/ 51 w 273"/>
              <a:gd name="T23" fmla="*/ 0 h 273"/>
              <a:gd name="T24" fmla="*/ 222 w 273"/>
              <a:gd name="T25" fmla="*/ 0 h 273"/>
              <a:gd name="T26" fmla="*/ 228 w 273"/>
              <a:gd name="T27" fmla="*/ 188 h 273"/>
              <a:gd name="T28" fmla="*/ 228 w 273"/>
              <a:gd name="T29" fmla="*/ 110 h 273"/>
              <a:gd name="T30" fmla="*/ 216 w 273"/>
              <a:gd name="T31" fmla="*/ 120 h 273"/>
              <a:gd name="T32" fmla="*/ 193 w 273"/>
              <a:gd name="T33" fmla="*/ 135 h 273"/>
              <a:gd name="T34" fmla="*/ 166 w 273"/>
              <a:gd name="T35" fmla="*/ 153 h 273"/>
              <a:gd name="T36" fmla="*/ 137 w 273"/>
              <a:gd name="T37" fmla="*/ 165 h 273"/>
              <a:gd name="T38" fmla="*/ 107 w 273"/>
              <a:gd name="T39" fmla="*/ 153 h 273"/>
              <a:gd name="T40" fmla="*/ 82 w 273"/>
              <a:gd name="T41" fmla="*/ 136 h 273"/>
              <a:gd name="T42" fmla="*/ 57 w 273"/>
              <a:gd name="T43" fmla="*/ 120 h 273"/>
              <a:gd name="T44" fmla="*/ 51 w 273"/>
              <a:gd name="T45" fmla="*/ 115 h 273"/>
              <a:gd name="T46" fmla="*/ 46 w 273"/>
              <a:gd name="T47" fmla="*/ 110 h 273"/>
              <a:gd name="T48" fmla="*/ 46 w 273"/>
              <a:gd name="T49" fmla="*/ 188 h 273"/>
              <a:gd name="T50" fmla="*/ 51 w 273"/>
              <a:gd name="T51" fmla="*/ 200 h 273"/>
              <a:gd name="T52" fmla="*/ 63 w 273"/>
              <a:gd name="T53" fmla="*/ 205 h 273"/>
              <a:gd name="T54" fmla="*/ 211 w 273"/>
              <a:gd name="T55" fmla="*/ 205 h 273"/>
              <a:gd name="T56" fmla="*/ 223 w 273"/>
              <a:gd name="T57" fmla="*/ 200 h 273"/>
              <a:gd name="T58" fmla="*/ 228 w 273"/>
              <a:gd name="T59" fmla="*/ 188 h 273"/>
              <a:gd name="T60" fmla="*/ 228 w 273"/>
              <a:gd name="T61" fmla="*/ 86 h 273"/>
              <a:gd name="T62" fmla="*/ 223 w 273"/>
              <a:gd name="T63" fmla="*/ 73 h 273"/>
              <a:gd name="T64" fmla="*/ 211 w 273"/>
              <a:gd name="T65" fmla="*/ 68 h 273"/>
              <a:gd name="T66" fmla="*/ 63 w 273"/>
              <a:gd name="T67" fmla="*/ 68 h 273"/>
              <a:gd name="T68" fmla="*/ 51 w 273"/>
              <a:gd name="T69" fmla="*/ 73 h 273"/>
              <a:gd name="T70" fmla="*/ 46 w 273"/>
              <a:gd name="T71" fmla="*/ 85 h 273"/>
              <a:gd name="T72" fmla="*/ 51 w 273"/>
              <a:gd name="T73" fmla="*/ 99 h 273"/>
              <a:gd name="T74" fmla="*/ 63 w 273"/>
              <a:gd name="T75" fmla="*/ 111 h 273"/>
              <a:gd name="T76" fmla="*/ 87 w 273"/>
              <a:gd name="T77" fmla="*/ 126 h 273"/>
              <a:gd name="T78" fmla="*/ 111 w 273"/>
              <a:gd name="T79" fmla="*/ 141 h 273"/>
              <a:gd name="T80" fmla="*/ 114 w 273"/>
              <a:gd name="T81" fmla="*/ 143 h 273"/>
              <a:gd name="T82" fmla="*/ 117 w 273"/>
              <a:gd name="T83" fmla="*/ 146 h 273"/>
              <a:gd name="T84" fmla="*/ 121 w 273"/>
              <a:gd name="T85" fmla="*/ 148 h 273"/>
              <a:gd name="T86" fmla="*/ 125 w 273"/>
              <a:gd name="T87" fmla="*/ 150 h 273"/>
              <a:gd name="T88" fmla="*/ 129 w 273"/>
              <a:gd name="T89" fmla="*/ 152 h 273"/>
              <a:gd name="T90" fmla="*/ 133 w 273"/>
              <a:gd name="T91" fmla="*/ 153 h 273"/>
              <a:gd name="T92" fmla="*/ 137 w 273"/>
              <a:gd name="T93" fmla="*/ 154 h 273"/>
              <a:gd name="T94" fmla="*/ 140 w 273"/>
              <a:gd name="T95" fmla="*/ 153 h 273"/>
              <a:gd name="T96" fmla="*/ 144 w 273"/>
              <a:gd name="T97" fmla="*/ 152 h 273"/>
              <a:gd name="T98" fmla="*/ 148 w 273"/>
              <a:gd name="T99" fmla="*/ 150 h 273"/>
              <a:gd name="T100" fmla="*/ 152 w 273"/>
              <a:gd name="T101" fmla="*/ 148 h 273"/>
              <a:gd name="T102" fmla="*/ 156 w 273"/>
              <a:gd name="T103" fmla="*/ 146 h 273"/>
              <a:gd name="T104" fmla="*/ 160 w 273"/>
              <a:gd name="T105" fmla="*/ 143 h 273"/>
              <a:gd name="T106" fmla="*/ 163 w 273"/>
              <a:gd name="T107" fmla="*/ 141 h 273"/>
              <a:gd name="T108" fmla="*/ 210 w 273"/>
              <a:gd name="T109" fmla="*/ 110 h 273"/>
              <a:gd name="T110" fmla="*/ 222 w 273"/>
              <a:gd name="T111" fmla="*/ 99 h 273"/>
              <a:gd name="T112" fmla="*/ 228 w 273"/>
              <a:gd name="T113" fmla="*/ 86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3" h="273">
                <a:moveTo>
                  <a:pt x="222" y="0"/>
                </a:moveTo>
                <a:cubicBezTo>
                  <a:pt x="236" y="0"/>
                  <a:pt x="248" y="5"/>
                  <a:pt x="258" y="15"/>
                </a:cubicBezTo>
                <a:cubicBezTo>
                  <a:pt x="268" y="25"/>
                  <a:pt x="273" y="37"/>
                  <a:pt x="273" y="51"/>
                </a:cubicBezTo>
                <a:cubicBezTo>
                  <a:pt x="273" y="222"/>
                  <a:pt x="273" y="222"/>
                  <a:pt x="273" y="222"/>
                </a:cubicBezTo>
                <a:cubicBezTo>
                  <a:pt x="273" y="236"/>
                  <a:pt x="268" y="248"/>
                  <a:pt x="258" y="258"/>
                </a:cubicBezTo>
                <a:cubicBezTo>
                  <a:pt x="248" y="268"/>
                  <a:pt x="236" y="273"/>
                  <a:pt x="222" y="273"/>
                </a:cubicBezTo>
                <a:cubicBezTo>
                  <a:pt x="51" y="273"/>
                  <a:pt x="51" y="273"/>
                  <a:pt x="51" y="273"/>
                </a:cubicBezTo>
                <a:cubicBezTo>
                  <a:pt x="37" y="273"/>
                  <a:pt x="25" y="268"/>
                  <a:pt x="15" y="258"/>
                </a:cubicBezTo>
                <a:cubicBezTo>
                  <a:pt x="5" y="248"/>
                  <a:pt x="0" y="236"/>
                  <a:pt x="0" y="222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lnTo>
                  <a:pt x="222" y="0"/>
                </a:lnTo>
                <a:close/>
                <a:moveTo>
                  <a:pt x="228" y="188"/>
                </a:moveTo>
                <a:cubicBezTo>
                  <a:pt x="228" y="110"/>
                  <a:pt x="228" y="110"/>
                  <a:pt x="228" y="110"/>
                </a:cubicBezTo>
                <a:cubicBezTo>
                  <a:pt x="224" y="114"/>
                  <a:pt x="220" y="118"/>
                  <a:pt x="216" y="120"/>
                </a:cubicBezTo>
                <a:cubicBezTo>
                  <a:pt x="212" y="123"/>
                  <a:pt x="205" y="128"/>
                  <a:pt x="193" y="135"/>
                </a:cubicBezTo>
                <a:cubicBezTo>
                  <a:pt x="181" y="143"/>
                  <a:pt x="172" y="149"/>
                  <a:pt x="166" y="153"/>
                </a:cubicBezTo>
                <a:cubicBezTo>
                  <a:pt x="154" y="161"/>
                  <a:pt x="145" y="165"/>
                  <a:pt x="137" y="165"/>
                </a:cubicBezTo>
                <a:cubicBezTo>
                  <a:pt x="129" y="165"/>
                  <a:pt x="119" y="161"/>
                  <a:pt x="107" y="153"/>
                </a:cubicBezTo>
                <a:cubicBezTo>
                  <a:pt x="102" y="149"/>
                  <a:pt x="94" y="144"/>
                  <a:pt x="82" y="136"/>
                </a:cubicBezTo>
                <a:cubicBezTo>
                  <a:pt x="71" y="129"/>
                  <a:pt x="63" y="124"/>
                  <a:pt x="57" y="120"/>
                </a:cubicBezTo>
                <a:cubicBezTo>
                  <a:pt x="56" y="119"/>
                  <a:pt x="54" y="117"/>
                  <a:pt x="51" y="115"/>
                </a:cubicBezTo>
                <a:cubicBezTo>
                  <a:pt x="49" y="113"/>
                  <a:pt x="47" y="111"/>
                  <a:pt x="46" y="110"/>
                </a:cubicBezTo>
                <a:cubicBezTo>
                  <a:pt x="46" y="188"/>
                  <a:pt x="46" y="188"/>
                  <a:pt x="46" y="188"/>
                </a:cubicBezTo>
                <a:cubicBezTo>
                  <a:pt x="46" y="193"/>
                  <a:pt x="47" y="197"/>
                  <a:pt x="51" y="200"/>
                </a:cubicBezTo>
                <a:cubicBezTo>
                  <a:pt x="54" y="203"/>
                  <a:pt x="58" y="205"/>
                  <a:pt x="63" y="205"/>
                </a:cubicBezTo>
                <a:cubicBezTo>
                  <a:pt x="211" y="205"/>
                  <a:pt x="211" y="205"/>
                  <a:pt x="211" y="205"/>
                </a:cubicBezTo>
                <a:cubicBezTo>
                  <a:pt x="215" y="205"/>
                  <a:pt x="220" y="203"/>
                  <a:pt x="223" y="200"/>
                </a:cubicBezTo>
                <a:cubicBezTo>
                  <a:pt x="226" y="197"/>
                  <a:pt x="228" y="193"/>
                  <a:pt x="228" y="188"/>
                </a:cubicBezTo>
                <a:close/>
                <a:moveTo>
                  <a:pt x="228" y="86"/>
                </a:moveTo>
                <a:cubicBezTo>
                  <a:pt x="228" y="81"/>
                  <a:pt x="226" y="77"/>
                  <a:pt x="223" y="73"/>
                </a:cubicBezTo>
                <a:cubicBezTo>
                  <a:pt x="220" y="70"/>
                  <a:pt x="216" y="68"/>
                  <a:pt x="211" y="68"/>
                </a:cubicBezTo>
                <a:cubicBezTo>
                  <a:pt x="63" y="68"/>
                  <a:pt x="63" y="68"/>
                  <a:pt x="63" y="68"/>
                </a:cubicBezTo>
                <a:cubicBezTo>
                  <a:pt x="58" y="68"/>
                  <a:pt x="54" y="70"/>
                  <a:pt x="51" y="73"/>
                </a:cubicBezTo>
                <a:cubicBezTo>
                  <a:pt x="47" y="77"/>
                  <a:pt x="46" y="81"/>
                  <a:pt x="46" y="85"/>
                </a:cubicBezTo>
                <a:cubicBezTo>
                  <a:pt x="46" y="90"/>
                  <a:pt x="47" y="94"/>
                  <a:pt x="51" y="99"/>
                </a:cubicBezTo>
                <a:cubicBezTo>
                  <a:pt x="55" y="104"/>
                  <a:pt x="59" y="108"/>
                  <a:pt x="63" y="111"/>
                </a:cubicBezTo>
                <a:cubicBezTo>
                  <a:pt x="69" y="114"/>
                  <a:pt x="77" y="120"/>
                  <a:pt x="87" y="126"/>
                </a:cubicBezTo>
                <a:cubicBezTo>
                  <a:pt x="98" y="133"/>
                  <a:pt x="106" y="138"/>
                  <a:pt x="111" y="141"/>
                </a:cubicBezTo>
                <a:cubicBezTo>
                  <a:pt x="111" y="141"/>
                  <a:pt x="112" y="142"/>
                  <a:pt x="114" y="143"/>
                </a:cubicBezTo>
                <a:cubicBezTo>
                  <a:pt x="115" y="144"/>
                  <a:pt x="116" y="145"/>
                  <a:pt x="117" y="146"/>
                </a:cubicBezTo>
                <a:cubicBezTo>
                  <a:pt x="118" y="146"/>
                  <a:pt x="119" y="147"/>
                  <a:pt x="121" y="148"/>
                </a:cubicBezTo>
                <a:cubicBezTo>
                  <a:pt x="123" y="149"/>
                  <a:pt x="124" y="150"/>
                  <a:pt x="125" y="150"/>
                </a:cubicBezTo>
                <a:cubicBezTo>
                  <a:pt x="126" y="151"/>
                  <a:pt x="128" y="151"/>
                  <a:pt x="129" y="152"/>
                </a:cubicBezTo>
                <a:cubicBezTo>
                  <a:pt x="130" y="153"/>
                  <a:pt x="132" y="153"/>
                  <a:pt x="133" y="153"/>
                </a:cubicBezTo>
                <a:cubicBezTo>
                  <a:pt x="134" y="154"/>
                  <a:pt x="135" y="154"/>
                  <a:pt x="137" y="154"/>
                </a:cubicBezTo>
                <a:cubicBezTo>
                  <a:pt x="138" y="154"/>
                  <a:pt x="139" y="154"/>
                  <a:pt x="140" y="153"/>
                </a:cubicBezTo>
                <a:cubicBezTo>
                  <a:pt x="142" y="153"/>
                  <a:pt x="143" y="153"/>
                  <a:pt x="144" y="152"/>
                </a:cubicBezTo>
                <a:cubicBezTo>
                  <a:pt x="146" y="151"/>
                  <a:pt x="147" y="151"/>
                  <a:pt x="148" y="150"/>
                </a:cubicBezTo>
                <a:cubicBezTo>
                  <a:pt x="149" y="150"/>
                  <a:pt x="151" y="149"/>
                  <a:pt x="152" y="148"/>
                </a:cubicBezTo>
                <a:cubicBezTo>
                  <a:pt x="154" y="147"/>
                  <a:pt x="155" y="146"/>
                  <a:pt x="156" y="146"/>
                </a:cubicBezTo>
                <a:cubicBezTo>
                  <a:pt x="157" y="145"/>
                  <a:pt x="158" y="144"/>
                  <a:pt x="160" y="143"/>
                </a:cubicBezTo>
                <a:cubicBezTo>
                  <a:pt x="161" y="142"/>
                  <a:pt x="162" y="141"/>
                  <a:pt x="163" y="141"/>
                </a:cubicBezTo>
                <a:cubicBezTo>
                  <a:pt x="210" y="110"/>
                  <a:pt x="210" y="110"/>
                  <a:pt x="210" y="110"/>
                </a:cubicBezTo>
                <a:cubicBezTo>
                  <a:pt x="215" y="107"/>
                  <a:pt x="218" y="104"/>
                  <a:pt x="222" y="99"/>
                </a:cubicBezTo>
                <a:cubicBezTo>
                  <a:pt x="226" y="94"/>
                  <a:pt x="228" y="90"/>
                  <a:pt x="228" y="8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0" name="Freeform 106"/>
          <p:cNvSpPr>
            <a:spLocks noEditPoints="1"/>
          </p:cNvSpPr>
          <p:nvPr/>
        </p:nvSpPr>
        <p:spPr bwMode="auto">
          <a:xfrm>
            <a:off x="7240588" y="3349625"/>
            <a:ext cx="369888" cy="246063"/>
          </a:xfrm>
          <a:custGeom>
            <a:avLst/>
            <a:gdLst>
              <a:gd name="T0" fmla="*/ 160 w 342"/>
              <a:gd name="T1" fmla="*/ 205 h 228"/>
              <a:gd name="T2" fmla="*/ 220 w 342"/>
              <a:gd name="T3" fmla="*/ 136 h 228"/>
              <a:gd name="T4" fmla="*/ 83 w 342"/>
              <a:gd name="T5" fmla="*/ 136 h 228"/>
              <a:gd name="T6" fmla="*/ 23 w 342"/>
              <a:gd name="T7" fmla="*/ 205 h 228"/>
              <a:gd name="T8" fmla="*/ 160 w 342"/>
              <a:gd name="T9" fmla="*/ 205 h 228"/>
              <a:gd name="T10" fmla="*/ 340 w 342"/>
              <a:gd name="T11" fmla="*/ 13 h 228"/>
              <a:gd name="T12" fmla="*/ 342 w 342"/>
              <a:gd name="T13" fmla="*/ 26 h 228"/>
              <a:gd name="T14" fmla="*/ 336 w 342"/>
              <a:gd name="T15" fmla="*/ 37 h 228"/>
              <a:gd name="T16" fmla="*/ 177 w 342"/>
              <a:gd name="T17" fmla="*/ 220 h 228"/>
              <a:gd name="T18" fmla="*/ 160 w 342"/>
              <a:gd name="T19" fmla="*/ 228 h 228"/>
              <a:gd name="T20" fmla="*/ 23 w 342"/>
              <a:gd name="T21" fmla="*/ 228 h 228"/>
              <a:gd name="T22" fmla="*/ 11 w 342"/>
              <a:gd name="T23" fmla="*/ 224 h 228"/>
              <a:gd name="T24" fmla="*/ 2 w 342"/>
              <a:gd name="T25" fmla="*/ 214 h 228"/>
              <a:gd name="T26" fmla="*/ 1 w 342"/>
              <a:gd name="T27" fmla="*/ 202 h 228"/>
              <a:gd name="T28" fmla="*/ 6 w 342"/>
              <a:gd name="T29" fmla="*/ 190 h 228"/>
              <a:gd name="T30" fmla="*/ 166 w 342"/>
              <a:gd name="T31" fmla="*/ 8 h 228"/>
              <a:gd name="T32" fmla="*/ 183 w 342"/>
              <a:gd name="T33" fmla="*/ 0 h 228"/>
              <a:gd name="T34" fmla="*/ 319 w 342"/>
              <a:gd name="T35" fmla="*/ 0 h 228"/>
              <a:gd name="T36" fmla="*/ 332 w 342"/>
              <a:gd name="T37" fmla="*/ 3 h 228"/>
              <a:gd name="T38" fmla="*/ 340 w 342"/>
              <a:gd name="T39" fmla="*/ 13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42" h="228">
                <a:moveTo>
                  <a:pt x="160" y="205"/>
                </a:moveTo>
                <a:cubicBezTo>
                  <a:pt x="220" y="136"/>
                  <a:pt x="220" y="136"/>
                  <a:pt x="220" y="136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23" y="205"/>
                  <a:pt x="23" y="205"/>
                  <a:pt x="23" y="205"/>
                </a:cubicBezTo>
                <a:lnTo>
                  <a:pt x="160" y="205"/>
                </a:lnTo>
                <a:close/>
                <a:moveTo>
                  <a:pt x="340" y="13"/>
                </a:moveTo>
                <a:cubicBezTo>
                  <a:pt x="342" y="17"/>
                  <a:pt x="342" y="21"/>
                  <a:pt x="342" y="26"/>
                </a:cubicBezTo>
                <a:cubicBezTo>
                  <a:pt x="341" y="30"/>
                  <a:pt x="339" y="34"/>
                  <a:pt x="336" y="3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2" y="225"/>
                  <a:pt x="167" y="228"/>
                  <a:pt x="160" y="228"/>
                </a:cubicBezTo>
                <a:cubicBezTo>
                  <a:pt x="23" y="228"/>
                  <a:pt x="23" y="228"/>
                  <a:pt x="23" y="228"/>
                </a:cubicBezTo>
                <a:cubicBezTo>
                  <a:pt x="19" y="228"/>
                  <a:pt x="14" y="226"/>
                  <a:pt x="11" y="224"/>
                </a:cubicBezTo>
                <a:cubicBezTo>
                  <a:pt x="7" y="222"/>
                  <a:pt x="4" y="218"/>
                  <a:pt x="2" y="214"/>
                </a:cubicBezTo>
                <a:cubicBezTo>
                  <a:pt x="0" y="210"/>
                  <a:pt x="0" y="206"/>
                  <a:pt x="1" y="202"/>
                </a:cubicBezTo>
                <a:cubicBezTo>
                  <a:pt x="1" y="197"/>
                  <a:pt x="3" y="193"/>
                  <a:pt x="6" y="190"/>
                </a:cubicBezTo>
                <a:cubicBezTo>
                  <a:pt x="166" y="8"/>
                  <a:pt x="166" y="8"/>
                  <a:pt x="166" y="8"/>
                </a:cubicBezTo>
                <a:cubicBezTo>
                  <a:pt x="170" y="2"/>
                  <a:pt x="176" y="0"/>
                  <a:pt x="183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324" y="0"/>
                  <a:pt x="328" y="1"/>
                  <a:pt x="332" y="3"/>
                </a:cubicBezTo>
                <a:cubicBezTo>
                  <a:pt x="335" y="6"/>
                  <a:pt x="338" y="9"/>
                  <a:pt x="340" y="1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1" name="Freeform 107"/>
          <p:cNvSpPr>
            <a:spLocks/>
          </p:cNvSpPr>
          <p:nvPr/>
        </p:nvSpPr>
        <p:spPr bwMode="auto">
          <a:xfrm>
            <a:off x="7762876" y="3336925"/>
            <a:ext cx="193675" cy="271463"/>
          </a:xfrm>
          <a:custGeom>
            <a:avLst/>
            <a:gdLst>
              <a:gd name="T0" fmla="*/ 180 w 180"/>
              <a:gd name="T1" fmla="*/ 239 h 251"/>
              <a:gd name="T2" fmla="*/ 176 w 180"/>
              <a:gd name="T3" fmla="*/ 245 h 251"/>
              <a:gd name="T4" fmla="*/ 173 w 180"/>
              <a:gd name="T5" fmla="*/ 246 h 251"/>
              <a:gd name="T6" fmla="*/ 167 w 180"/>
              <a:gd name="T7" fmla="*/ 248 h 251"/>
              <a:gd name="T8" fmla="*/ 157 w 180"/>
              <a:gd name="T9" fmla="*/ 249 h 251"/>
              <a:gd name="T10" fmla="*/ 144 w 180"/>
              <a:gd name="T11" fmla="*/ 251 h 251"/>
              <a:gd name="T12" fmla="*/ 65 w 180"/>
              <a:gd name="T13" fmla="*/ 228 h 251"/>
              <a:gd name="T14" fmla="*/ 5 w 180"/>
              <a:gd name="T15" fmla="*/ 165 h 251"/>
              <a:gd name="T16" fmla="*/ 0 w 180"/>
              <a:gd name="T17" fmla="*/ 159 h 251"/>
              <a:gd name="T18" fmla="*/ 1 w 180"/>
              <a:gd name="T19" fmla="*/ 135 h 251"/>
              <a:gd name="T20" fmla="*/ 17 w 180"/>
              <a:gd name="T21" fmla="*/ 134 h 251"/>
              <a:gd name="T22" fmla="*/ 5 w 180"/>
              <a:gd name="T23" fmla="*/ 115 h 251"/>
              <a:gd name="T24" fmla="*/ 0 w 180"/>
              <a:gd name="T25" fmla="*/ 109 h 251"/>
              <a:gd name="T26" fmla="*/ 1 w 180"/>
              <a:gd name="T27" fmla="*/ 85 h 251"/>
              <a:gd name="T28" fmla="*/ 23 w 180"/>
              <a:gd name="T29" fmla="*/ 83 h 251"/>
              <a:gd name="T30" fmla="*/ 137 w 180"/>
              <a:gd name="T31" fmla="*/ 0 h 251"/>
              <a:gd name="T32" fmla="*/ 176 w 180"/>
              <a:gd name="T33" fmla="*/ 7 h 251"/>
              <a:gd name="T34" fmla="*/ 168 w 180"/>
              <a:gd name="T35" fmla="*/ 40 h 251"/>
              <a:gd name="T36" fmla="*/ 162 w 180"/>
              <a:gd name="T37" fmla="*/ 44 h 251"/>
              <a:gd name="T38" fmla="*/ 159 w 180"/>
              <a:gd name="T39" fmla="*/ 43 h 251"/>
              <a:gd name="T40" fmla="*/ 152 w 180"/>
              <a:gd name="T41" fmla="*/ 42 h 251"/>
              <a:gd name="T42" fmla="*/ 142 w 180"/>
              <a:gd name="T43" fmla="*/ 41 h 251"/>
              <a:gd name="T44" fmla="*/ 96 w 180"/>
              <a:gd name="T45" fmla="*/ 52 h 251"/>
              <a:gd name="T46" fmla="*/ 153 w 180"/>
              <a:gd name="T47" fmla="*/ 83 h 251"/>
              <a:gd name="T48" fmla="*/ 159 w 180"/>
              <a:gd name="T49" fmla="*/ 90 h 251"/>
              <a:gd name="T50" fmla="*/ 149 w 180"/>
              <a:gd name="T51" fmla="*/ 115 h 251"/>
              <a:gd name="T52" fmla="*/ 62 w 180"/>
              <a:gd name="T53" fmla="*/ 134 h 251"/>
              <a:gd name="T54" fmla="*/ 148 w 180"/>
              <a:gd name="T55" fmla="*/ 136 h 251"/>
              <a:gd name="T56" fmla="*/ 145 w 180"/>
              <a:gd name="T57" fmla="*/ 161 h 251"/>
              <a:gd name="T58" fmla="*/ 139 w 180"/>
              <a:gd name="T59" fmla="*/ 165 h 251"/>
              <a:gd name="T60" fmla="*/ 97 w 180"/>
              <a:gd name="T61" fmla="*/ 198 h 251"/>
              <a:gd name="T62" fmla="*/ 144 w 180"/>
              <a:gd name="T63" fmla="*/ 210 h 251"/>
              <a:gd name="T64" fmla="*/ 155 w 180"/>
              <a:gd name="T65" fmla="*/ 209 h 251"/>
              <a:gd name="T66" fmla="*/ 163 w 180"/>
              <a:gd name="T67" fmla="*/ 207 h 251"/>
              <a:gd name="T68" fmla="*/ 166 w 180"/>
              <a:gd name="T69" fmla="*/ 206 h 251"/>
              <a:gd name="T70" fmla="*/ 173 w 180"/>
              <a:gd name="T71" fmla="*/ 210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0" h="251">
                <a:moveTo>
                  <a:pt x="173" y="210"/>
                </a:moveTo>
                <a:cubicBezTo>
                  <a:pt x="180" y="239"/>
                  <a:pt x="180" y="239"/>
                  <a:pt x="180" y="239"/>
                </a:cubicBezTo>
                <a:cubicBezTo>
                  <a:pt x="180" y="240"/>
                  <a:pt x="180" y="241"/>
                  <a:pt x="179" y="243"/>
                </a:cubicBezTo>
                <a:cubicBezTo>
                  <a:pt x="178" y="244"/>
                  <a:pt x="177" y="245"/>
                  <a:pt x="176" y="245"/>
                </a:cubicBezTo>
                <a:cubicBezTo>
                  <a:pt x="175" y="245"/>
                  <a:pt x="175" y="245"/>
                  <a:pt x="175" y="245"/>
                </a:cubicBezTo>
                <a:cubicBezTo>
                  <a:pt x="175" y="246"/>
                  <a:pt x="174" y="246"/>
                  <a:pt x="173" y="246"/>
                </a:cubicBezTo>
                <a:cubicBezTo>
                  <a:pt x="173" y="246"/>
                  <a:pt x="172" y="246"/>
                  <a:pt x="170" y="247"/>
                </a:cubicBezTo>
                <a:cubicBezTo>
                  <a:pt x="169" y="247"/>
                  <a:pt x="168" y="247"/>
                  <a:pt x="167" y="248"/>
                </a:cubicBezTo>
                <a:cubicBezTo>
                  <a:pt x="165" y="248"/>
                  <a:pt x="164" y="248"/>
                  <a:pt x="162" y="249"/>
                </a:cubicBezTo>
                <a:cubicBezTo>
                  <a:pt x="160" y="249"/>
                  <a:pt x="159" y="249"/>
                  <a:pt x="157" y="249"/>
                </a:cubicBezTo>
                <a:cubicBezTo>
                  <a:pt x="155" y="250"/>
                  <a:pt x="153" y="250"/>
                  <a:pt x="151" y="250"/>
                </a:cubicBezTo>
                <a:cubicBezTo>
                  <a:pt x="149" y="251"/>
                  <a:pt x="147" y="251"/>
                  <a:pt x="144" y="251"/>
                </a:cubicBezTo>
                <a:cubicBezTo>
                  <a:pt x="142" y="251"/>
                  <a:pt x="140" y="251"/>
                  <a:pt x="137" y="251"/>
                </a:cubicBezTo>
                <a:cubicBezTo>
                  <a:pt x="110" y="251"/>
                  <a:pt x="85" y="243"/>
                  <a:pt x="65" y="228"/>
                </a:cubicBezTo>
                <a:cubicBezTo>
                  <a:pt x="44" y="212"/>
                  <a:pt x="30" y="191"/>
                  <a:pt x="22" y="165"/>
                </a:cubicBezTo>
                <a:cubicBezTo>
                  <a:pt x="5" y="165"/>
                  <a:pt x="5" y="165"/>
                  <a:pt x="5" y="165"/>
                </a:cubicBezTo>
                <a:cubicBezTo>
                  <a:pt x="4" y="165"/>
                  <a:pt x="2" y="165"/>
                  <a:pt x="1" y="163"/>
                </a:cubicBezTo>
                <a:cubicBezTo>
                  <a:pt x="0" y="162"/>
                  <a:pt x="0" y="161"/>
                  <a:pt x="0" y="15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2" y="134"/>
                  <a:pt x="4" y="134"/>
                  <a:pt x="5" y="134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7" y="127"/>
                  <a:pt x="17" y="121"/>
                  <a:pt x="17" y="115"/>
                </a:cubicBezTo>
                <a:cubicBezTo>
                  <a:pt x="5" y="115"/>
                  <a:pt x="5" y="115"/>
                  <a:pt x="5" y="115"/>
                </a:cubicBezTo>
                <a:cubicBezTo>
                  <a:pt x="4" y="115"/>
                  <a:pt x="2" y="114"/>
                  <a:pt x="1" y="113"/>
                </a:cubicBezTo>
                <a:cubicBezTo>
                  <a:pt x="0" y="112"/>
                  <a:pt x="0" y="111"/>
                  <a:pt x="0" y="109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87"/>
                  <a:pt x="0" y="86"/>
                  <a:pt x="1" y="85"/>
                </a:cubicBezTo>
                <a:cubicBezTo>
                  <a:pt x="2" y="84"/>
                  <a:pt x="4" y="83"/>
                  <a:pt x="5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31" y="58"/>
                  <a:pt x="45" y="38"/>
                  <a:pt x="66" y="23"/>
                </a:cubicBezTo>
                <a:cubicBezTo>
                  <a:pt x="87" y="8"/>
                  <a:pt x="111" y="0"/>
                  <a:pt x="137" y="0"/>
                </a:cubicBezTo>
                <a:cubicBezTo>
                  <a:pt x="150" y="0"/>
                  <a:pt x="161" y="2"/>
                  <a:pt x="172" y="4"/>
                </a:cubicBezTo>
                <a:cubicBezTo>
                  <a:pt x="173" y="5"/>
                  <a:pt x="174" y="6"/>
                  <a:pt x="176" y="7"/>
                </a:cubicBezTo>
                <a:cubicBezTo>
                  <a:pt x="176" y="8"/>
                  <a:pt x="176" y="10"/>
                  <a:pt x="176" y="11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68" y="41"/>
                  <a:pt x="167" y="42"/>
                  <a:pt x="166" y="43"/>
                </a:cubicBezTo>
                <a:cubicBezTo>
                  <a:pt x="165" y="44"/>
                  <a:pt x="163" y="44"/>
                  <a:pt x="162" y="44"/>
                </a:cubicBezTo>
                <a:cubicBezTo>
                  <a:pt x="161" y="43"/>
                  <a:pt x="161" y="43"/>
                  <a:pt x="161" y="43"/>
                </a:cubicBezTo>
                <a:cubicBezTo>
                  <a:pt x="160" y="43"/>
                  <a:pt x="160" y="43"/>
                  <a:pt x="159" y="43"/>
                </a:cubicBezTo>
                <a:cubicBezTo>
                  <a:pt x="156" y="42"/>
                  <a:pt x="156" y="42"/>
                  <a:pt x="156" y="42"/>
                </a:cubicBezTo>
                <a:cubicBezTo>
                  <a:pt x="152" y="42"/>
                  <a:pt x="152" y="42"/>
                  <a:pt x="152" y="42"/>
                </a:cubicBezTo>
                <a:cubicBezTo>
                  <a:pt x="147" y="41"/>
                  <a:pt x="147" y="41"/>
                  <a:pt x="147" y="41"/>
                </a:cubicBezTo>
                <a:cubicBezTo>
                  <a:pt x="142" y="41"/>
                  <a:pt x="142" y="41"/>
                  <a:pt x="142" y="41"/>
                </a:cubicBezTo>
                <a:cubicBezTo>
                  <a:pt x="137" y="41"/>
                  <a:pt x="137" y="41"/>
                  <a:pt x="137" y="41"/>
                </a:cubicBezTo>
                <a:cubicBezTo>
                  <a:pt x="122" y="41"/>
                  <a:pt x="108" y="44"/>
                  <a:pt x="96" y="52"/>
                </a:cubicBezTo>
                <a:cubicBezTo>
                  <a:pt x="85" y="60"/>
                  <a:pt x="76" y="70"/>
                  <a:pt x="70" y="83"/>
                </a:cubicBezTo>
                <a:cubicBezTo>
                  <a:pt x="153" y="83"/>
                  <a:pt x="153" y="83"/>
                  <a:pt x="153" y="83"/>
                </a:cubicBezTo>
                <a:cubicBezTo>
                  <a:pt x="155" y="83"/>
                  <a:pt x="156" y="84"/>
                  <a:pt x="158" y="85"/>
                </a:cubicBezTo>
                <a:cubicBezTo>
                  <a:pt x="159" y="87"/>
                  <a:pt x="159" y="88"/>
                  <a:pt x="159" y="9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4" y="113"/>
                  <a:pt x="152" y="115"/>
                  <a:pt x="149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2" y="119"/>
                  <a:pt x="62" y="126"/>
                  <a:pt x="62" y="134"/>
                </a:cubicBezTo>
                <a:cubicBezTo>
                  <a:pt x="144" y="134"/>
                  <a:pt x="144" y="134"/>
                  <a:pt x="144" y="134"/>
                </a:cubicBezTo>
                <a:cubicBezTo>
                  <a:pt x="145" y="134"/>
                  <a:pt x="147" y="134"/>
                  <a:pt x="148" y="136"/>
                </a:cubicBezTo>
                <a:cubicBezTo>
                  <a:pt x="149" y="137"/>
                  <a:pt x="150" y="139"/>
                  <a:pt x="149" y="14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2"/>
                  <a:pt x="144" y="163"/>
                  <a:pt x="143" y="164"/>
                </a:cubicBezTo>
                <a:cubicBezTo>
                  <a:pt x="142" y="165"/>
                  <a:pt x="141" y="165"/>
                  <a:pt x="139" y="165"/>
                </a:cubicBezTo>
                <a:cubicBezTo>
                  <a:pt x="71" y="165"/>
                  <a:pt x="71" y="165"/>
                  <a:pt x="71" y="165"/>
                </a:cubicBezTo>
                <a:cubicBezTo>
                  <a:pt x="76" y="179"/>
                  <a:pt x="85" y="190"/>
                  <a:pt x="97" y="198"/>
                </a:cubicBezTo>
                <a:cubicBezTo>
                  <a:pt x="109" y="206"/>
                  <a:pt x="123" y="210"/>
                  <a:pt x="138" y="210"/>
                </a:cubicBezTo>
                <a:cubicBezTo>
                  <a:pt x="140" y="210"/>
                  <a:pt x="142" y="210"/>
                  <a:pt x="144" y="210"/>
                </a:cubicBezTo>
                <a:cubicBezTo>
                  <a:pt x="146" y="210"/>
                  <a:pt x="148" y="210"/>
                  <a:pt x="150" y="210"/>
                </a:cubicBezTo>
                <a:cubicBezTo>
                  <a:pt x="152" y="209"/>
                  <a:pt x="154" y="209"/>
                  <a:pt x="155" y="209"/>
                </a:cubicBezTo>
                <a:cubicBezTo>
                  <a:pt x="157" y="208"/>
                  <a:pt x="159" y="208"/>
                  <a:pt x="160" y="208"/>
                </a:cubicBezTo>
                <a:cubicBezTo>
                  <a:pt x="161" y="208"/>
                  <a:pt x="162" y="207"/>
                  <a:pt x="163" y="207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6" y="206"/>
                  <a:pt x="166" y="206"/>
                  <a:pt x="166" y="206"/>
                </a:cubicBezTo>
                <a:cubicBezTo>
                  <a:pt x="168" y="206"/>
                  <a:pt x="169" y="206"/>
                  <a:pt x="171" y="206"/>
                </a:cubicBezTo>
                <a:cubicBezTo>
                  <a:pt x="172" y="207"/>
                  <a:pt x="173" y="209"/>
                  <a:pt x="173" y="21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2" name="Freeform 108"/>
          <p:cNvSpPr>
            <a:spLocks noEditPoints="1"/>
          </p:cNvSpPr>
          <p:nvPr/>
        </p:nvSpPr>
        <p:spPr bwMode="auto">
          <a:xfrm>
            <a:off x="5084763" y="3776663"/>
            <a:ext cx="344488" cy="258763"/>
          </a:xfrm>
          <a:custGeom>
            <a:avLst/>
            <a:gdLst>
              <a:gd name="T0" fmla="*/ 319 w 319"/>
              <a:gd name="T1" fmla="*/ 159 h 239"/>
              <a:gd name="T2" fmla="*/ 319 w 319"/>
              <a:gd name="T3" fmla="*/ 193 h 239"/>
              <a:gd name="T4" fmla="*/ 317 w 319"/>
              <a:gd name="T5" fmla="*/ 197 h 239"/>
              <a:gd name="T6" fmla="*/ 313 w 319"/>
              <a:gd name="T7" fmla="*/ 199 h 239"/>
              <a:gd name="T8" fmla="*/ 68 w 319"/>
              <a:gd name="T9" fmla="*/ 199 h 239"/>
              <a:gd name="T10" fmla="*/ 68 w 319"/>
              <a:gd name="T11" fmla="*/ 233 h 239"/>
              <a:gd name="T12" fmla="*/ 67 w 319"/>
              <a:gd name="T13" fmla="*/ 237 h 239"/>
              <a:gd name="T14" fmla="*/ 63 w 319"/>
              <a:gd name="T15" fmla="*/ 239 h 239"/>
              <a:gd name="T16" fmla="*/ 58 w 319"/>
              <a:gd name="T17" fmla="*/ 237 h 239"/>
              <a:gd name="T18" fmla="*/ 2 w 319"/>
              <a:gd name="T19" fmla="*/ 180 h 239"/>
              <a:gd name="T20" fmla="*/ 0 w 319"/>
              <a:gd name="T21" fmla="*/ 176 h 239"/>
              <a:gd name="T22" fmla="*/ 2 w 319"/>
              <a:gd name="T23" fmla="*/ 172 h 239"/>
              <a:gd name="T24" fmla="*/ 59 w 319"/>
              <a:gd name="T25" fmla="*/ 115 h 239"/>
              <a:gd name="T26" fmla="*/ 63 w 319"/>
              <a:gd name="T27" fmla="*/ 113 h 239"/>
              <a:gd name="T28" fmla="*/ 67 w 319"/>
              <a:gd name="T29" fmla="*/ 115 h 239"/>
              <a:gd name="T30" fmla="*/ 68 w 319"/>
              <a:gd name="T31" fmla="*/ 119 h 239"/>
              <a:gd name="T32" fmla="*/ 68 w 319"/>
              <a:gd name="T33" fmla="*/ 153 h 239"/>
              <a:gd name="T34" fmla="*/ 313 w 319"/>
              <a:gd name="T35" fmla="*/ 153 h 239"/>
              <a:gd name="T36" fmla="*/ 317 w 319"/>
              <a:gd name="T37" fmla="*/ 155 h 239"/>
              <a:gd name="T38" fmla="*/ 319 w 319"/>
              <a:gd name="T39" fmla="*/ 159 h 239"/>
              <a:gd name="T40" fmla="*/ 319 w 319"/>
              <a:gd name="T41" fmla="*/ 62 h 239"/>
              <a:gd name="T42" fmla="*/ 317 w 319"/>
              <a:gd name="T43" fmla="*/ 66 h 239"/>
              <a:gd name="T44" fmla="*/ 260 w 319"/>
              <a:gd name="T45" fmla="*/ 123 h 239"/>
              <a:gd name="T46" fmla="*/ 256 w 319"/>
              <a:gd name="T47" fmla="*/ 125 h 239"/>
              <a:gd name="T48" fmla="*/ 252 w 319"/>
              <a:gd name="T49" fmla="*/ 123 h 239"/>
              <a:gd name="T50" fmla="*/ 251 w 319"/>
              <a:gd name="T51" fmla="*/ 119 h 239"/>
              <a:gd name="T52" fmla="*/ 251 w 319"/>
              <a:gd name="T53" fmla="*/ 85 h 239"/>
              <a:gd name="T54" fmla="*/ 6 w 319"/>
              <a:gd name="T55" fmla="*/ 85 h 239"/>
              <a:gd name="T56" fmla="*/ 2 w 319"/>
              <a:gd name="T57" fmla="*/ 83 h 239"/>
              <a:gd name="T58" fmla="*/ 0 w 319"/>
              <a:gd name="T59" fmla="*/ 79 h 239"/>
              <a:gd name="T60" fmla="*/ 0 w 319"/>
              <a:gd name="T61" fmla="*/ 45 h 239"/>
              <a:gd name="T62" fmla="*/ 2 w 319"/>
              <a:gd name="T63" fmla="*/ 41 h 239"/>
              <a:gd name="T64" fmla="*/ 6 w 319"/>
              <a:gd name="T65" fmla="*/ 39 h 239"/>
              <a:gd name="T66" fmla="*/ 251 w 319"/>
              <a:gd name="T67" fmla="*/ 39 h 239"/>
              <a:gd name="T68" fmla="*/ 251 w 319"/>
              <a:gd name="T69" fmla="*/ 5 h 239"/>
              <a:gd name="T70" fmla="*/ 252 w 319"/>
              <a:gd name="T71" fmla="*/ 1 h 239"/>
              <a:gd name="T72" fmla="*/ 256 w 319"/>
              <a:gd name="T73" fmla="*/ 0 h 239"/>
              <a:gd name="T74" fmla="*/ 261 w 319"/>
              <a:gd name="T75" fmla="*/ 1 h 239"/>
              <a:gd name="T76" fmla="*/ 317 w 319"/>
              <a:gd name="T77" fmla="*/ 58 h 239"/>
              <a:gd name="T78" fmla="*/ 319 w 319"/>
              <a:gd name="T79" fmla="*/ 62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9" h="239">
                <a:moveTo>
                  <a:pt x="319" y="159"/>
                </a:moveTo>
                <a:cubicBezTo>
                  <a:pt x="319" y="193"/>
                  <a:pt x="319" y="193"/>
                  <a:pt x="319" y="193"/>
                </a:cubicBezTo>
                <a:cubicBezTo>
                  <a:pt x="319" y="195"/>
                  <a:pt x="318" y="196"/>
                  <a:pt x="317" y="197"/>
                </a:cubicBezTo>
                <a:cubicBezTo>
                  <a:pt x="316" y="198"/>
                  <a:pt x="315" y="199"/>
                  <a:pt x="313" y="199"/>
                </a:cubicBezTo>
                <a:cubicBezTo>
                  <a:pt x="68" y="199"/>
                  <a:pt x="68" y="199"/>
                  <a:pt x="68" y="199"/>
                </a:cubicBezTo>
                <a:cubicBezTo>
                  <a:pt x="68" y="233"/>
                  <a:pt x="68" y="233"/>
                  <a:pt x="68" y="233"/>
                </a:cubicBezTo>
                <a:cubicBezTo>
                  <a:pt x="68" y="235"/>
                  <a:pt x="68" y="236"/>
                  <a:pt x="67" y="237"/>
                </a:cubicBezTo>
                <a:cubicBezTo>
                  <a:pt x="66" y="238"/>
                  <a:pt x="64" y="239"/>
                  <a:pt x="63" y="239"/>
                </a:cubicBezTo>
                <a:cubicBezTo>
                  <a:pt x="61" y="239"/>
                  <a:pt x="60" y="238"/>
                  <a:pt x="58" y="237"/>
                </a:cubicBezTo>
                <a:cubicBezTo>
                  <a:pt x="2" y="180"/>
                  <a:pt x="2" y="180"/>
                  <a:pt x="2" y="180"/>
                </a:cubicBezTo>
                <a:cubicBezTo>
                  <a:pt x="1" y="179"/>
                  <a:pt x="0" y="178"/>
                  <a:pt x="0" y="176"/>
                </a:cubicBezTo>
                <a:cubicBezTo>
                  <a:pt x="0" y="174"/>
                  <a:pt x="1" y="173"/>
                  <a:pt x="2" y="172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60" y="114"/>
                  <a:pt x="61" y="113"/>
                  <a:pt x="63" y="113"/>
                </a:cubicBezTo>
                <a:cubicBezTo>
                  <a:pt x="64" y="113"/>
                  <a:pt x="66" y="114"/>
                  <a:pt x="67" y="115"/>
                </a:cubicBezTo>
                <a:cubicBezTo>
                  <a:pt x="68" y="116"/>
                  <a:pt x="68" y="118"/>
                  <a:pt x="68" y="119"/>
                </a:cubicBezTo>
                <a:cubicBezTo>
                  <a:pt x="68" y="153"/>
                  <a:pt x="68" y="153"/>
                  <a:pt x="68" y="153"/>
                </a:cubicBezTo>
                <a:cubicBezTo>
                  <a:pt x="313" y="153"/>
                  <a:pt x="313" y="153"/>
                  <a:pt x="313" y="153"/>
                </a:cubicBezTo>
                <a:cubicBezTo>
                  <a:pt x="315" y="153"/>
                  <a:pt x="316" y="154"/>
                  <a:pt x="317" y="155"/>
                </a:cubicBezTo>
                <a:cubicBezTo>
                  <a:pt x="318" y="156"/>
                  <a:pt x="319" y="158"/>
                  <a:pt x="319" y="159"/>
                </a:cubicBezTo>
                <a:close/>
                <a:moveTo>
                  <a:pt x="319" y="62"/>
                </a:moveTo>
                <a:cubicBezTo>
                  <a:pt x="319" y="64"/>
                  <a:pt x="319" y="65"/>
                  <a:pt x="317" y="66"/>
                </a:cubicBezTo>
                <a:cubicBezTo>
                  <a:pt x="260" y="123"/>
                  <a:pt x="260" y="123"/>
                  <a:pt x="260" y="123"/>
                </a:cubicBezTo>
                <a:cubicBezTo>
                  <a:pt x="259" y="124"/>
                  <a:pt x="258" y="125"/>
                  <a:pt x="256" y="125"/>
                </a:cubicBezTo>
                <a:cubicBezTo>
                  <a:pt x="255" y="125"/>
                  <a:pt x="254" y="124"/>
                  <a:pt x="252" y="123"/>
                </a:cubicBezTo>
                <a:cubicBezTo>
                  <a:pt x="251" y="122"/>
                  <a:pt x="251" y="121"/>
                  <a:pt x="251" y="119"/>
                </a:cubicBezTo>
                <a:cubicBezTo>
                  <a:pt x="251" y="85"/>
                  <a:pt x="251" y="85"/>
                  <a:pt x="251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4"/>
                  <a:pt x="1" y="42"/>
                  <a:pt x="2" y="41"/>
                </a:cubicBezTo>
                <a:cubicBezTo>
                  <a:pt x="3" y="40"/>
                  <a:pt x="4" y="39"/>
                  <a:pt x="6" y="39"/>
                </a:cubicBezTo>
                <a:cubicBezTo>
                  <a:pt x="251" y="39"/>
                  <a:pt x="251" y="39"/>
                  <a:pt x="251" y="39"/>
                </a:cubicBezTo>
                <a:cubicBezTo>
                  <a:pt x="251" y="5"/>
                  <a:pt x="251" y="5"/>
                  <a:pt x="251" y="5"/>
                </a:cubicBezTo>
                <a:cubicBezTo>
                  <a:pt x="251" y="4"/>
                  <a:pt x="251" y="2"/>
                  <a:pt x="252" y="1"/>
                </a:cubicBezTo>
                <a:cubicBezTo>
                  <a:pt x="253" y="0"/>
                  <a:pt x="255" y="0"/>
                  <a:pt x="256" y="0"/>
                </a:cubicBezTo>
                <a:cubicBezTo>
                  <a:pt x="258" y="0"/>
                  <a:pt x="259" y="0"/>
                  <a:pt x="261" y="1"/>
                </a:cubicBezTo>
                <a:cubicBezTo>
                  <a:pt x="317" y="58"/>
                  <a:pt x="317" y="58"/>
                  <a:pt x="317" y="58"/>
                </a:cubicBezTo>
                <a:cubicBezTo>
                  <a:pt x="319" y="59"/>
                  <a:pt x="319" y="61"/>
                  <a:pt x="319" y="6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3" name="Freeform 109"/>
          <p:cNvSpPr>
            <a:spLocks noEditPoints="1"/>
          </p:cNvSpPr>
          <p:nvPr/>
        </p:nvSpPr>
        <p:spPr bwMode="auto">
          <a:xfrm>
            <a:off x="5648326" y="3770313"/>
            <a:ext cx="85725" cy="271463"/>
          </a:xfrm>
          <a:custGeom>
            <a:avLst/>
            <a:gdLst>
              <a:gd name="T0" fmla="*/ 74 w 80"/>
              <a:gd name="T1" fmla="*/ 199 h 251"/>
              <a:gd name="T2" fmla="*/ 74 w 80"/>
              <a:gd name="T3" fmla="*/ 239 h 251"/>
              <a:gd name="T4" fmla="*/ 71 w 80"/>
              <a:gd name="T5" fmla="*/ 247 h 251"/>
              <a:gd name="T6" fmla="*/ 63 w 80"/>
              <a:gd name="T7" fmla="*/ 251 h 251"/>
              <a:gd name="T8" fmla="*/ 17 w 80"/>
              <a:gd name="T9" fmla="*/ 251 h 251"/>
              <a:gd name="T10" fmla="*/ 9 w 80"/>
              <a:gd name="T11" fmla="*/ 247 h 251"/>
              <a:gd name="T12" fmla="*/ 6 w 80"/>
              <a:gd name="T13" fmla="*/ 239 h 251"/>
              <a:gd name="T14" fmla="*/ 6 w 80"/>
              <a:gd name="T15" fmla="*/ 199 h 251"/>
              <a:gd name="T16" fmla="*/ 9 w 80"/>
              <a:gd name="T17" fmla="*/ 191 h 251"/>
              <a:gd name="T18" fmla="*/ 17 w 80"/>
              <a:gd name="T19" fmla="*/ 188 h 251"/>
              <a:gd name="T20" fmla="*/ 63 w 80"/>
              <a:gd name="T21" fmla="*/ 188 h 251"/>
              <a:gd name="T22" fmla="*/ 71 w 80"/>
              <a:gd name="T23" fmla="*/ 191 h 251"/>
              <a:gd name="T24" fmla="*/ 74 w 80"/>
              <a:gd name="T25" fmla="*/ 199 h 251"/>
              <a:gd name="T26" fmla="*/ 80 w 80"/>
              <a:gd name="T27" fmla="*/ 11 h 251"/>
              <a:gd name="T28" fmla="*/ 75 w 80"/>
              <a:gd name="T29" fmla="*/ 148 h 251"/>
              <a:gd name="T30" fmla="*/ 71 w 80"/>
              <a:gd name="T31" fmla="*/ 156 h 251"/>
              <a:gd name="T32" fmla="*/ 63 w 80"/>
              <a:gd name="T33" fmla="*/ 159 h 251"/>
              <a:gd name="T34" fmla="*/ 17 w 80"/>
              <a:gd name="T35" fmla="*/ 159 h 251"/>
              <a:gd name="T36" fmla="*/ 9 w 80"/>
              <a:gd name="T37" fmla="*/ 156 h 251"/>
              <a:gd name="T38" fmla="*/ 6 w 80"/>
              <a:gd name="T39" fmla="*/ 148 h 251"/>
              <a:gd name="T40" fmla="*/ 1 w 80"/>
              <a:gd name="T41" fmla="*/ 11 h 251"/>
              <a:gd name="T42" fmla="*/ 4 w 80"/>
              <a:gd name="T43" fmla="*/ 3 h 251"/>
              <a:gd name="T44" fmla="*/ 12 w 80"/>
              <a:gd name="T45" fmla="*/ 0 h 251"/>
              <a:gd name="T46" fmla="*/ 69 w 80"/>
              <a:gd name="T47" fmla="*/ 0 h 251"/>
              <a:gd name="T48" fmla="*/ 77 w 80"/>
              <a:gd name="T49" fmla="*/ 3 h 251"/>
              <a:gd name="T50" fmla="*/ 80 w 80"/>
              <a:gd name="T51" fmla="*/ 11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0" h="251">
                <a:moveTo>
                  <a:pt x="74" y="199"/>
                </a:moveTo>
                <a:cubicBezTo>
                  <a:pt x="74" y="239"/>
                  <a:pt x="74" y="239"/>
                  <a:pt x="74" y="239"/>
                </a:cubicBezTo>
                <a:cubicBezTo>
                  <a:pt x="74" y="242"/>
                  <a:pt x="73" y="245"/>
                  <a:pt x="71" y="247"/>
                </a:cubicBezTo>
                <a:cubicBezTo>
                  <a:pt x="69" y="249"/>
                  <a:pt x="66" y="251"/>
                  <a:pt x="63" y="251"/>
                </a:cubicBezTo>
                <a:cubicBezTo>
                  <a:pt x="17" y="251"/>
                  <a:pt x="17" y="251"/>
                  <a:pt x="17" y="251"/>
                </a:cubicBezTo>
                <a:cubicBezTo>
                  <a:pt x="14" y="251"/>
                  <a:pt x="12" y="249"/>
                  <a:pt x="9" y="247"/>
                </a:cubicBezTo>
                <a:cubicBezTo>
                  <a:pt x="7" y="245"/>
                  <a:pt x="6" y="242"/>
                  <a:pt x="6" y="239"/>
                </a:cubicBezTo>
                <a:cubicBezTo>
                  <a:pt x="6" y="199"/>
                  <a:pt x="6" y="199"/>
                  <a:pt x="6" y="199"/>
                </a:cubicBezTo>
                <a:cubicBezTo>
                  <a:pt x="6" y="196"/>
                  <a:pt x="7" y="193"/>
                  <a:pt x="9" y="191"/>
                </a:cubicBezTo>
                <a:cubicBezTo>
                  <a:pt x="12" y="189"/>
                  <a:pt x="14" y="188"/>
                  <a:pt x="17" y="188"/>
                </a:cubicBezTo>
                <a:cubicBezTo>
                  <a:pt x="63" y="188"/>
                  <a:pt x="63" y="188"/>
                  <a:pt x="63" y="188"/>
                </a:cubicBezTo>
                <a:cubicBezTo>
                  <a:pt x="66" y="188"/>
                  <a:pt x="69" y="189"/>
                  <a:pt x="71" y="191"/>
                </a:cubicBezTo>
                <a:cubicBezTo>
                  <a:pt x="73" y="193"/>
                  <a:pt x="74" y="196"/>
                  <a:pt x="74" y="199"/>
                </a:cubicBezTo>
                <a:close/>
                <a:moveTo>
                  <a:pt x="80" y="11"/>
                </a:moveTo>
                <a:cubicBezTo>
                  <a:pt x="75" y="148"/>
                  <a:pt x="75" y="148"/>
                  <a:pt x="75" y="148"/>
                </a:cubicBezTo>
                <a:cubicBezTo>
                  <a:pt x="75" y="151"/>
                  <a:pt x="73" y="154"/>
                  <a:pt x="71" y="156"/>
                </a:cubicBezTo>
                <a:cubicBezTo>
                  <a:pt x="69" y="158"/>
                  <a:pt x="66" y="159"/>
                  <a:pt x="63" y="159"/>
                </a:cubicBezTo>
                <a:cubicBezTo>
                  <a:pt x="17" y="159"/>
                  <a:pt x="17" y="159"/>
                  <a:pt x="17" y="159"/>
                </a:cubicBezTo>
                <a:cubicBezTo>
                  <a:pt x="14" y="159"/>
                  <a:pt x="12" y="158"/>
                  <a:pt x="9" y="156"/>
                </a:cubicBezTo>
                <a:cubicBezTo>
                  <a:pt x="7" y="154"/>
                  <a:pt x="6" y="151"/>
                  <a:pt x="6" y="148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8"/>
                  <a:pt x="2" y="6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72" y="0"/>
                  <a:pt x="74" y="1"/>
                  <a:pt x="77" y="3"/>
                </a:cubicBezTo>
                <a:cubicBezTo>
                  <a:pt x="79" y="6"/>
                  <a:pt x="80" y="8"/>
                  <a:pt x="80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4" name="Freeform 110"/>
          <p:cNvSpPr>
            <a:spLocks noEditPoints="1"/>
          </p:cNvSpPr>
          <p:nvPr/>
        </p:nvSpPr>
        <p:spPr bwMode="auto">
          <a:xfrm>
            <a:off x="5976938" y="3757613"/>
            <a:ext cx="295275" cy="296863"/>
          </a:xfrm>
          <a:custGeom>
            <a:avLst/>
            <a:gdLst>
              <a:gd name="T0" fmla="*/ 137 w 273"/>
              <a:gd name="T1" fmla="*/ 0 h 274"/>
              <a:gd name="T2" fmla="*/ 205 w 273"/>
              <a:gd name="T3" fmla="*/ 19 h 274"/>
              <a:gd name="T4" fmla="*/ 255 w 273"/>
              <a:gd name="T5" fmla="*/ 69 h 274"/>
              <a:gd name="T6" fmla="*/ 273 w 273"/>
              <a:gd name="T7" fmla="*/ 137 h 274"/>
              <a:gd name="T8" fmla="*/ 255 w 273"/>
              <a:gd name="T9" fmla="*/ 206 h 274"/>
              <a:gd name="T10" fmla="*/ 205 w 273"/>
              <a:gd name="T11" fmla="*/ 256 h 274"/>
              <a:gd name="T12" fmla="*/ 137 w 273"/>
              <a:gd name="T13" fmla="*/ 274 h 274"/>
              <a:gd name="T14" fmla="*/ 68 w 273"/>
              <a:gd name="T15" fmla="*/ 256 h 274"/>
              <a:gd name="T16" fmla="*/ 18 w 273"/>
              <a:gd name="T17" fmla="*/ 206 h 274"/>
              <a:gd name="T18" fmla="*/ 0 w 273"/>
              <a:gd name="T19" fmla="*/ 137 h 274"/>
              <a:gd name="T20" fmla="*/ 18 w 273"/>
              <a:gd name="T21" fmla="*/ 69 h 274"/>
              <a:gd name="T22" fmla="*/ 68 w 273"/>
              <a:gd name="T23" fmla="*/ 19 h 274"/>
              <a:gd name="T24" fmla="*/ 137 w 273"/>
              <a:gd name="T25" fmla="*/ 0 h 274"/>
              <a:gd name="T26" fmla="*/ 159 w 273"/>
              <a:gd name="T27" fmla="*/ 222 h 274"/>
              <a:gd name="T28" fmla="*/ 159 w 273"/>
              <a:gd name="T29" fmla="*/ 189 h 274"/>
              <a:gd name="T30" fmla="*/ 158 w 273"/>
              <a:gd name="T31" fmla="*/ 184 h 274"/>
              <a:gd name="T32" fmla="*/ 154 w 273"/>
              <a:gd name="T33" fmla="*/ 183 h 274"/>
              <a:gd name="T34" fmla="*/ 120 w 273"/>
              <a:gd name="T35" fmla="*/ 183 h 274"/>
              <a:gd name="T36" fmla="*/ 116 w 273"/>
              <a:gd name="T37" fmla="*/ 185 h 274"/>
              <a:gd name="T38" fmla="*/ 114 w 273"/>
              <a:gd name="T39" fmla="*/ 189 h 274"/>
              <a:gd name="T40" fmla="*/ 114 w 273"/>
              <a:gd name="T41" fmla="*/ 222 h 274"/>
              <a:gd name="T42" fmla="*/ 116 w 273"/>
              <a:gd name="T43" fmla="*/ 227 h 274"/>
              <a:gd name="T44" fmla="*/ 120 w 273"/>
              <a:gd name="T45" fmla="*/ 228 h 274"/>
              <a:gd name="T46" fmla="*/ 154 w 273"/>
              <a:gd name="T47" fmla="*/ 228 h 274"/>
              <a:gd name="T48" fmla="*/ 158 w 273"/>
              <a:gd name="T49" fmla="*/ 227 h 274"/>
              <a:gd name="T50" fmla="*/ 159 w 273"/>
              <a:gd name="T51" fmla="*/ 222 h 274"/>
              <a:gd name="T52" fmla="*/ 159 w 273"/>
              <a:gd name="T53" fmla="*/ 161 h 274"/>
              <a:gd name="T54" fmla="*/ 162 w 273"/>
              <a:gd name="T55" fmla="*/ 51 h 274"/>
              <a:gd name="T56" fmla="*/ 160 w 273"/>
              <a:gd name="T57" fmla="*/ 47 h 274"/>
              <a:gd name="T58" fmla="*/ 156 w 273"/>
              <a:gd name="T59" fmla="*/ 46 h 274"/>
              <a:gd name="T60" fmla="*/ 117 w 273"/>
              <a:gd name="T61" fmla="*/ 46 h 274"/>
              <a:gd name="T62" fmla="*/ 113 w 273"/>
              <a:gd name="T63" fmla="*/ 47 h 274"/>
              <a:gd name="T64" fmla="*/ 111 w 273"/>
              <a:gd name="T65" fmla="*/ 51 h 274"/>
              <a:gd name="T66" fmla="*/ 114 w 273"/>
              <a:gd name="T67" fmla="*/ 161 h 274"/>
              <a:gd name="T68" fmla="*/ 116 w 273"/>
              <a:gd name="T69" fmla="*/ 164 h 274"/>
              <a:gd name="T70" fmla="*/ 120 w 273"/>
              <a:gd name="T71" fmla="*/ 166 h 274"/>
              <a:gd name="T72" fmla="*/ 153 w 273"/>
              <a:gd name="T73" fmla="*/ 166 h 274"/>
              <a:gd name="T74" fmla="*/ 157 w 273"/>
              <a:gd name="T75" fmla="*/ 164 h 274"/>
              <a:gd name="T76" fmla="*/ 159 w 273"/>
              <a:gd name="T77" fmla="*/ 161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3" h="274">
                <a:moveTo>
                  <a:pt x="137" y="0"/>
                </a:moveTo>
                <a:cubicBezTo>
                  <a:pt x="161" y="0"/>
                  <a:pt x="184" y="7"/>
                  <a:pt x="205" y="19"/>
                </a:cubicBezTo>
                <a:cubicBezTo>
                  <a:pt x="226" y="31"/>
                  <a:pt x="243" y="48"/>
                  <a:pt x="255" y="69"/>
                </a:cubicBezTo>
                <a:cubicBezTo>
                  <a:pt x="267" y="90"/>
                  <a:pt x="273" y="112"/>
                  <a:pt x="273" y="137"/>
                </a:cubicBezTo>
                <a:cubicBezTo>
                  <a:pt x="273" y="162"/>
                  <a:pt x="267" y="185"/>
                  <a:pt x="255" y="206"/>
                </a:cubicBezTo>
                <a:cubicBezTo>
                  <a:pt x="243" y="227"/>
                  <a:pt x="226" y="243"/>
                  <a:pt x="205" y="256"/>
                </a:cubicBezTo>
                <a:cubicBezTo>
                  <a:pt x="184" y="268"/>
                  <a:pt x="161" y="274"/>
                  <a:pt x="137" y="274"/>
                </a:cubicBezTo>
                <a:cubicBezTo>
                  <a:pt x="112" y="274"/>
                  <a:pt x="89" y="268"/>
                  <a:pt x="68" y="256"/>
                </a:cubicBezTo>
                <a:cubicBezTo>
                  <a:pt x="47" y="243"/>
                  <a:pt x="30" y="227"/>
                  <a:pt x="18" y="206"/>
                </a:cubicBezTo>
                <a:cubicBezTo>
                  <a:pt x="6" y="185"/>
                  <a:pt x="0" y="162"/>
                  <a:pt x="0" y="137"/>
                </a:cubicBezTo>
                <a:cubicBezTo>
                  <a:pt x="0" y="112"/>
                  <a:pt x="6" y="90"/>
                  <a:pt x="18" y="69"/>
                </a:cubicBezTo>
                <a:cubicBezTo>
                  <a:pt x="30" y="48"/>
                  <a:pt x="47" y="31"/>
                  <a:pt x="68" y="19"/>
                </a:cubicBezTo>
                <a:cubicBezTo>
                  <a:pt x="89" y="7"/>
                  <a:pt x="112" y="0"/>
                  <a:pt x="137" y="0"/>
                </a:cubicBezTo>
                <a:close/>
                <a:moveTo>
                  <a:pt x="159" y="222"/>
                </a:moveTo>
                <a:cubicBezTo>
                  <a:pt x="159" y="189"/>
                  <a:pt x="159" y="189"/>
                  <a:pt x="159" y="189"/>
                </a:cubicBezTo>
                <a:cubicBezTo>
                  <a:pt x="159" y="187"/>
                  <a:pt x="159" y="186"/>
                  <a:pt x="158" y="184"/>
                </a:cubicBezTo>
                <a:cubicBezTo>
                  <a:pt x="157" y="183"/>
                  <a:pt x="155" y="183"/>
                  <a:pt x="154" y="183"/>
                </a:cubicBezTo>
                <a:cubicBezTo>
                  <a:pt x="120" y="183"/>
                  <a:pt x="120" y="183"/>
                  <a:pt x="120" y="183"/>
                </a:cubicBezTo>
                <a:cubicBezTo>
                  <a:pt x="118" y="183"/>
                  <a:pt x="117" y="183"/>
                  <a:pt x="116" y="185"/>
                </a:cubicBezTo>
                <a:cubicBezTo>
                  <a:pt x="114" y="186"/>
                  <a:pt x="114" y="187"/>
                  <a:pt x="114" y="189"/>
                </a:cubicBezTo>
                <a:cubicBezTo>
                  <a:pt x="114" y="222"/>
                  <a:pt x="114" y="222"/>
                  <a:pt x="114" y="222"/>
                </a:cubicBezTo>
                <a:cubicBezTo>
                  <a:pt x="114" y="224"/>
                  <a:pt x="114" y="225"/>
                  <a:pt x="116" y="227"/>
                </a:cubicBezTo>
                <a:cubicBezTo>
                  <a:pt x="117" y="228"/>
                  <a:pt x="118" y="228"/>
                  <a:pt x="120" y="228"/>
                </a:cubicBezTo>
                <a:cubicBezTo>
                  <a:pt x="154" y="228"/>
                  <a:pt x="154" y="228"/>
                  <a:pt x="154" y="228"/>
                </a:cubicBezTo>
                <a:cubicBezTo>
                  <a:pt x="155" y="228"/>
                  <a:pt x="157" y="228"/>
                  <a:pt x="158" y="227"/>
                </a:cubicBezTo>
                <a:cubicBezTo>
                  <a:pt x="159" y="226"/>
                  <a:pt x="159" y="224"/>
                  <a:pt x="159" y="222"/>
                </a:cubicBezTo>
                <a:close/>
                <a:moveTo>
                  <a:pt x="159" y="161"/>
                </a:moveTo>
                <a:cubicBezTo>
                  <a:pt x="162" y="51"/>
                  <a:pt x="162" y="51"/>
                  <a:pt x="162" y="51"/>
                </a:cubicBezTo>
                <a:cubicBezTo>
                  <a:pt x="162" y="49"/>
                  <a:pt x="162" y="48"/>
                  <a:pt x="160" y="47"/>
                </a:cubicBezTo>
                <a:cubicBezTo>
                  <a:pt x="159" y="47"/>
                  <a:pt x="158" y="46"/>
                  <a:pt x="156" y="46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15" y="46"/>
                  <a:pt x="114" y="47"/>
                  <a:pt x="113" y="47"/>
                </a:cubicBezTo>
                <a:cubicBezTo>
                  <a:pt x="112" y="48"/>
                  <a:pt x="111" y="49"/>
                  <a:pt x="111" y="51"/>
                </a:cubicBezTo>
                <a:cubicBezTo>
                  <a:pt x="114" y="161"/>
                  <a:pt x="114" y="161"/>
                  <a:pt x="114" y="161"/>
                </a:cubicBezTo>
                <a:cubicBezTo>
                  <a:pt x="114" y="162"/>
                  <a:pt x="115" y="163"/>
                  <a:pt x="116" y="164"/>
                </a:cubicBezTo>
                <a:cubicBezTo>
                  <a:pt x="117" y="165"/>
                  <a:pt x="118" y="166"/>
                  <a:pt x="120" y="166"/>
                </a:cubicBezTo>
                <a:cubicBezTo>
                  <a:pt x="153" y="166"/>
                  <a:pt x="153" y="166"/>
                  <a:pt x="153" y="166"/>
                </a:cubicBezTo>
                <a:cubicBezTo>
                  <a:pt x="155" y="166"/>
                  <a:pt x="156" y="165"/>
                  <a:pt x="157" y="164"/>
                </a:cubicBezTo>
                <a:cubicBezTo>
                  <a:pt x="158" y="163"/>
                  <a:pt x="159" y="162"/>
                  <a:pt x="159" y="16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5" name="Freeform 111"/>
          <p:cNvSpPr>
            <a:spLocks noEditPoints="1"/>
          </p:cNvSpPr>
          <p:nvPr/>
        </p:nvSpPr>
        <p:spPr bwMode="auto">
          <a:xfrm>
            <a:off x="6384926" y="3746500"/>
            <a:ext cx="347663" cy="319088"/>
          </a:xfrm>
          <a:custGeom>
            <a:avLst/>
            <a:gdLst>
              <a:gd name="T0" fmla="*/ 184 w 322"/>
              <a:gd name="T1" fmla="*/ 245 h 296"/>
              <a:gd name="T2" fmla="*/ 184 w 322"/>
              <a:gd name="T3" fmla="*/ 211 h 296"/>
              <a:gd name="T4" fmla="*/ 182 w 322"/>
              <a:gd name="T5" fmla="*/ 207 h 296"/>
              <a:gd name="T6" fmla="*/ 178 w 322"/>
              <a:gd name="T7" fmla="*/ 205 h 296"/>
              <a:gd name="T8" fmla="*/ 144 w 322"/>
              <a:gd name="T9" fmla="*/ 205 h 296"/>
              <a:gd name="T10" fmla="*/ 140 w 322"/>
              <a:gd name="T11" fmla="*/ 207 h 296"/>
              <a:gd name="T12" fmla="*/ 138 w 322"/>
              <a:gd name="T13" fmla="*/ 211 h 296"/>
              <a:gd name="T14" fmla="*/ 138 w 322"/>
              <a:gd name="T15" fmla="*/ 245 h 296"/>
              <a:gd name="T16" fmla="*/ 140 w 322"/>
              <a:gd name="T17" fmla="*/ 249 h 296"/>
              <a:gd name="T18" fmla="*/ 144 w 322"/>
              <a:gd name="T19" fmla="*/ 251 h 296"/>
              <a:gd name="T20" fmla="*/ 178 w 322"/>
              <a:gd name="T21" fmla="*/ 251 h 296"/>
              <a:gd name="T22" fmla="*/ 182 w 322"/>
              <a:gd name="T23" fmla="*/ 249 h 296"/>
              <a:gd name="T24" fmla="*/ 184 w 322"/>
              <a:gd name="T25" fmla="*/ 245 h 296"/>
              <a:gd name="T26" fmla="*/ 184 w 322"/>
              <a:gd name="T27" fmla="*/ 178 h 296"/>
              <a:gd name="T28" fmla="*/ 187 w 322"/>
              <a:gd name="T29" fmla="*/ 97 h 296"/>
              <a:gd name="T30" fmla="*/ 185 w 322"/>
              <a:gd name="T31" fmla="*/ 93 h 296"/>
              <a:gd name="T32" fmla="*/ 181 w 322"/>
              <a:gd name="T33" fmla="*/ 91 h 296"/>
              <a:gd name="T34" fmla="*/ 142 w 322"/>
              <a:gd name="T35" fmla="*/ 91 h 296"/>
              <a:gd name="T36" fmla="*/ 137 w 322"/>
              <a:gd name="T37" fmla="*/ 93 h 296"/>
              <a:gd name="T38" fmla="*/ 136 w 322"/>
              <a:gd name="T39" fmla="*/ 97 h 296"/>
              <a:gd name="T40" fmla="*/ 139 w 322"/>
              <a:gd name="T41" fmla="*/ 178 h 296"/>
              <a:gd name="T42" fmla="*/ 140 w 322"/>
              <a:gd name="T43" fmla="*/ 181 h 296"/>
              <a:gd name="T44" fmla="*/ 145 w 322"/>
              <a:gd name="T45" fmla="*/ 182 h 296"/>
              <a:gd name="T46" fmla="*/ 178 w 322"/>
              <a:gd name="T47" fmla="*/ 182 h 296"/>
              <a:gd name="T48" fmla="*/ 182 w 322"/>
              <a:gd name="T49" fmla="*/ 181 h 296"/>
              <a:gd name="T50" fmla="*/ 184 w 322"/>
              <a:gd name="T51" fmla="*/ 178 h 296"/>
              <a:gd name="T52" fmla="*/ 181 w 322"/>
              <a:gd name="T53" fmla="*/ 12 h 296"/>
              <a:gd name="T54" fmla="*/ 318 w 322"/>
              <a:gd name="T55" fmla="*/ 263 h 296"/>
              <a:gd name="T56" fmla="*/ 317 w 322"/>
              <a:gd name="T57" fmla="*/ 285 h 296"/>
              <a:gd name="T58" fmla="*/ 309 w 322"/>
              <a:gd name="T59" fmla="*/ 293 h 296"/>
              <a:gd name="T60" fmla="*/ 298 w 322"/>
              <a:gd name="T61" fmla="*/ 296 h 296"/>
              <a:gd name="T62" fmla="*/ 24 w 322"/>
              <a:gd name="T63" fmla="*/ 296 h 296"/>
              <a:gd name="T64" fmla="*/ 13 w 322"/>
              <a:gd name="T65" fmla="*/ 293 h 296"/>
              <a:gd name="T66" fmla="*/ 5 w 322"/>
              <a:gd name="T67" fmla="*/ 285 h 296"/>
              <a:gd name="T68" fmla="*/ 5 w 322"/>
              <a:gd name="T69" fmla="*/ 263 h 296"/>
              <a:gd name="T70" fmla="*/ 141 w 322"/>
              <a:gd name="T71" fmla="*/ 12 h 296"/>
              <a:gd name="T72" fmla="*/ 150 w 322"/>
              <a:gd name="T73" fmla="*/ 3 h 296"/>
              <a:gd name="T74" fmla="*/ 161 w 322"/>
              <a:gd name="T75" fmla="*/ 0 h 296"/>
              <a:gd name="T76" fmla="*/ 173 w 322"/>
              <a:gd name="T77" fmla="*/ 3 h 296"/>
              <a:gd name="T78" fmla="*/ 181 w 322"/>
              <a:gd name="T79" fmla="*/ 12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22" h="296">
                <a:moveTo>
                  <a:pt x="184" y="245"/>
                </a:moveTo>
                <a:cubicBezTo>
                  <a:pt x="184" y="211"/>
                  <a:pt x="184" y="211"/>
                  <a:pt x="184" y="211"/>
                </a:cubicBezTo>
                <a:cubicBezTo>
                  <a:pt x="184" y="209"/>
                  <a:pt x="183" y="208"/>
                  <a:pt x="182" y="207"/>
                </a:cubicBezTo>
                <a:cubicBezTo>
                  <a:pt x="181" y="206"/>
                  <a:pt x="180" y="205"/>
                  <a:pt x="178" y="205"/>
                </a:cubicBezTo>
                <a:cubicBezTo>
                  <a:pt x="144" y="205"/>
                  <a:pt x="144" y="205"/>
                  <a:pt x="144" y="205"/>
                </a:cubicBezTo>
                <a:cubicBezTo>
                  <a:pt x="143" y="205"/>
                  <a:pt x="141" y="206"/>
                  <a:pt x="140" y="207"/>
                </a:cubicBezTo>
                <a:cubicBezTo>
                  <a:pt x="139" y="208"/>
                  <a:pt x="138" y="209"/>
                  <a:pt x="138" y="211"/>
                </a:cubicBezTo>
                <a:cubicBezTo>
                  <a:pt x="138" y="245"/>
                  <a:pt x="138" y="245"/>
                  <a:pt x="138" y="245"/>
                </a:cubicBezTo>
                <a:cubicBezTo>
                  <a:pt x="138" y="247"/>
                  <a:pt x="139" y="248"/>
                  <a:pt x="140" y="249"/>
                </a:cubicBezTo>
                <a:cubicBezTo>
                  <a:pt x="141" y="250"/>
                  <a:pt x="143" y="251"/>
                  <a:pt x="144" y="251"/>
                </a:cubicBezTo>
                <a:cubicBezTo>
                  <a:pt x="178" y="251"/>
                  <a:pt x="178" y="251"/>
                  <a:pt x="178" y="251"/>
                </a:cubicBezTo>
                <a:cubicBezTo>
                  <a:pt x="180" y="251"/>
                  <a:pt x="181" y="250"/>
                  <a:pt x="182" y="249"/>
                </a:cubicBezTo>
                <a:cubicBezTo>
                  <a:pt x="183" y="248"/>
                  <a:pt x="184" y="247"/>
                  <a:pt x="184" y="245"/>
                </a:cubicBezTo>
                <a:close/>
                <a:moveTo>
                  <a:pt x="184" y="178"/>
                </a:moveTo>
                <a:cubicBezTo>
                  <a:pt x="187" y="97"/>
                  <a:pt x="187" y="97"/>
                  <a:pt x="187" y="97"/>
                </a:cubicBezTo>
                <a:cubicBezTo>
                  <a:pt x="187" y="95"/>
                  <a:pt x="186" y="94"/>
                  <a:pt x="185" y="93"/>
                </a:cubicBezTo>
                <a:cubicBezTo>
                  <a:pt x="183" y="92"/>
                  <a:pt x="182" y="91"/>
                  <a:pt x="181" y="91"/>
                </a:cubicBezTo>
                <a:cubicBezTo>
                  <a:pt x="142" y="91"/>
                  <a:pt x="142" y="91"/>
                  <a:pt x="142" y="91"/>
                </a:cubicBezTo>
                <a:cubicBezTo>
                  <a:pt x="140" y="91"/>
                  <a:pt x="139" y="92"/>
                  <a:pt x="137" y="93"/>
                </a:cubicBezTo>
                <a:cubicBezTo>
                  <a:pt x="136" y="94"/>
                  <a:pt x="136" y="95"/>
                  <a:pt x="136" y="97"/>
                </a:cubicBezTo>
                <a:cubicBezTo>
                  <a:pt x="139" y="178"/>
                  <a:pt x="139" y="178"/>
                  <a:pt x="139" y="178"/>
                </a:cubicBezTo>
                <a:cubicBezTo>
                  <a:pt x="139" y="179"/>
                  <a:pt x="139" y="180"/>
                  <a:pt x="140" y="181"/>
                </a:cubicBezTo>
                <a:cubicBezTo>
                  <a:pt x="142" y="182"/>
                  <a:pt x="143" y="182"/>
                  <a:pt x="145" y="182"/>
                </a:cubicBezTo>
                <a:cubicBezTo>
                  <a:pt x="178" y="182"/>
                  <a:pt x="178" y="182"/>
                  <a:pt x="178" y="182"/>
                </a:cubicBezTo>
                <a:cubicBezTo>
                  <a:pt x="179" y="182"/>
                  <a:pt x="181" y="182"/>
                  <a:pt x="182" y="181"/>
                </a:cubicBezTo>
                <a:cubicBezTo>
                  <a:pt x="183" y="180"/>
                  <a:pt x="183" y="179"/>
                  <a:pt x="184" y="178"/>
                </a:cubicBezTo>
                <a:close/>
                <a:moveTo>
                  <a:pt x="181" y="12"/>
                </a:moveTo>
                <a:cubicBezTo>
                  <a:pt x="318" y="263"/>
                  <a:pt x="318" y="263"/>
                  <a:pt x="318" y="263"/>
                </a:cubicBezTo>
                <a:cubicBezTo>
                  <a:pt x="322" y="270"/>
                  <a:pt x="322" y="278"/>
                  <a:pt x="317" y="285"/>
                </a:cubicBezTo>
                <a:cubicBezTo>
                  <a:pt x="315" y="289"/>
                  <a:pt x="313" y="291"/>
                  <a:pt x="309" y="293"/>
                </a:cubicBezTo>
                <a:cubicBezTo>
                  <a:pt x="306" y="295"/>
                  <a:pt x="302" y="296"/>
                  <a:pt x="298" y="296"/>
                </a:cubicBezTo>
                <a:cubicBezTo>
                  <a:pt x="24" y="296"/>
                  <a:pt x="24" y="296"/>
                  <a:pt x="24" y="296"/>
                </a:cubicBezTo>
                <a:cubicBezTo>
                  <a:pt x="20" y="296"/>
                  <a:pt x="17" y="295"/>
                  <a:pt x="13" y="293"/>
                </a:cubicBezTo>
                <a:cubicBezTo>
                  <a:pt x="10" y="291"/>
                  <a:pt x="7" y="289"/>
                  <a:pt x="5" y="285"/>
                </a:cubicBezTo>
                <a:cubicBezTo>
                  <a:pt x="0" y="278"/>
                  <a:pt x="0" y="270"/>
                  <a:pt x="5" y="263"/>
                </a:cubicBezTo>
                <a:cubicBezTo>
                  <a:pt x="141" y="12"/>
                  <a:pt x="141" y="12"/>
                  <a:pt x="141" y="12"/>
                </a:cubicBezTo>
                <a:cubicBezTo>
                  <a:pt x="143" y="8"/>
                  <a:pt x="146" y="5"/>
                  <a:pt x="150" y="3"/>
                </a:cubicBezTo>
                <a:cubicBezTo>
                  <a:pt x="153" y="1"/>
                  <a:pt x="157" y="0"/>
                  <a:pt x="161" y="0"/>
                </a:cubicBezTo>
                <a:cubicBezTo>
                  <a:pt x="165" y="0"/>
                  <a:pt x="169" y="1"/>
                  <a:pt x="173" y="3"/>
                </a:cubicBezTo>
                <a:cubicBezTo>
                  <a:pt x="176" y="5"/>
                  <a:pt x="179" y="8"/>
                  <a:pt x="181" y="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6" name="Freeform 112"/>
          <p:cNvSpPr>
            <a:spLocks noEditPoints="1"/>
          </p:cNvSpPr>
          <p:nvPr/>
        </p:nvSpPr>
        <p:spPr bwMode="auto">
          <a:xfrm>
            <a:off x="6843713" y="3757613"/>
            <a:ext cx="295275" cy="296863"/>
          </a:xfrm>
          <a:custGeom>
            <a:avLst/>
            <a:gdLst>
              <a:gd name="T0" fmla="*/ 134 w 273"/>
              <a:gd name="T1" fmla="*/ 166 h 274"/>
              <a:gd name="T2" fmla="*/ 133 w 273"/>
              <a:gd name="T3" fmla="*/ 170 h 274"/>
              <a:gd name="T4" fmla="*/ 73 w 273"/>
              <a:gd name="T5" fmla="*/ 229 h 274"/>
              <a:gd name="T6" fmla="*/ 99 w 273"/>
              <a:gd name="T7" fmla="*/ 255 h 274"/>
              <a:gd name="T8" fmla="*/ 103 w 273"/>
              <a:gd name="T9" fmla="*/ 263 h 274"/>
              <a:gd name="T10" fmla="*/ 99 w 273"/>
              <a:gd name="T11" fmla="*/ 271 h 274"/>
              <a:gd name="T12" fmla="*/ 91 w 273"/>
              <a:gd name="T13" fmla="*/ 274 h 274"/>
              <a:gd name="T14" fmla="*/ 11 w 273"/>
              <a:gd name="T15" fmla="*/ 274 h 274"/>
              <a:gd name="T16" fmla="*/ 3 w 273"/>
              <a:gd name="T17" fmla="*/ 271 h 274"/>
              <a:gd name="T18" fmla="*/ 0 w 273"/>
              <a:gd name="T19" fmla="*/ 263 h 274"/>
              <a:gd name="T20" fmla="*/ 0 w 273"/>
              <a:gd name="T21" fmla="*/ 183 h 274"/>
              <a:gd name="T22" fmla="*/ 3 w 273"/>
              <a:gd name="T23" fmla="*/ 175 h 274"/>
              <a:gd name="T24" fmla="*/ 11 w 273"/>
              <a:gd name="T25" fmla="*/ 171 h 274"/>
              <a:gd name="T26" fmla="*/ 19 w 273"/>
              <a:gd name="T27" fmla="*/ 175 h 274"/>
              <a:gd name="T28" fmla="*/ 45 w 273"/>
              <a:gd name="T29" fmla="*/ 200 h 274"/>
              <a:gd name="T30" fmla="*/ 104 w 273"/>
              <a:gd name="T31" fmla="*/ 141 h 274"/>
              <a:gd name="T32" fmla="*/ 108 w 273"/>
              <a:gd name="T33" fmla="*/ 140 h 274"/>
              <a:gd name="T34" fmla="*/ 112 w 273"/>
              <a:gd name="T35" fmla="*/ 141 h 274"/>
              <a:gd name="T36" fmla="*/ 133 w 273"/>
              <a:gd name="T37" fmla="*/ 162 h 274"/>
              <a:gd name="T38" fmla="*/ 134 w 273"/>
              <a:gd name="T39" fmla="*/ 166 h 274"/>
              <a:gd name="T40" fmla="*/ 273 w 273"/>
              <a:gd name="T41" fmla="*/ 12 h 274"/>
              <a:gd name="T42" fmla="*/ 273 w 273"/>
              <a:gd name="T43" fmla="*/ 92 h 274"/>
              <a:gd name="T44" fmla="*/ 270 w 273"/>
              <a:gd name="T45" fmla="*/ 100 h 274"/>
              <a:gd name="T46" fmla="*/ 262 w 273"/>
              <a:gd name="T47" fmla="*/ 103 h 274"/>
              <a:gd name="T48" fmla="*/ 254 w 273"/>
              <a:gd name="T49" fmla="*/ 100 h 274"/>
              <a:gd name="T50" fmla="*/ 228 w 273"/>
              <a:gd name="T51" fmla="*/ 74 h 274"/>
              <a:gd name="T52" fmla="*/ 169 w 273"/>
              <a:gd name="T53" fmla="*/ 133 h 274"/>
              <a:gd name="T54" fmla="*/ 165 w 273"/>
              <a:gd name="T55" fmla="*/ 135 h 274"/>
              <a:gd name="T56" fmla="*/ 161 w 273"/>
              <a:gd name="T57" fmla="*/ 133 h 274"/>
              <a:gd name="T58" fmla="*/ 141 w 273"/>
              <a:gd name="T59" fmla="*/ 113 h 274"/>
              <a:gd name="T60" fmla="*/ 139 w 273"/>
              <a:gd name="T61" fmla="*/ 109 h 274"/>
              <a:gd name="T62" fmla="*/ 141 w 273"/>
              <a:gd name="T63" fmla="*/ 105 h 274"/>
              <a:gd name="T64" fmla="*/ 200 w 273"/>
              <a:gd name="T65" fmla="*/ 46 h 274"/>
              <a:gd name="T66" fmla="*/ 174 w 273"/>
              <a:gd name="T67" fmla="*/ 20 h 274"/>
              <a:gd name="T68" fmla="*/ 171 w 273"/>
              <a:gd name="T69" fmla="*/ 12 h 274"/>
              <a:gd name="T70" fmla="*/ 174 w 273"/>
              <a:gd name="T71" fmla="*/ 4 h 274"/>
              <a:gd name="T72" fmla="*/ 182 w 273"/>
              <a:gd name="T73" fmla="*/ 0 h 274"/>
              <a:gd name="T74" fmla="*/ 262 w 273"/>
              <a:gd name="T75" fmla="*/ 0 h 274"/>
              <a:gd name="T76" fmla="*/ 270 w 273"/>
              <a:gd name="T77" fmla="*/ 4 h 274"/>
              <a:gd name="T78" fmla="*/ 273 w 273"/>
              <a:gd name="T79" fmla="*/ 12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73" h="274">
                <a:moveTo>
                  <a:pt x="134" y="166"/>
                </a:moveTo>
                <a:cubicBezTo>
                  <a:pt x="134" y="167"/>
                  <a:pt x="134" y="169"/>
                  <a:pt x="133" y="170"/>
                </a:cubicBezTo>
                <a:cubicBezTo>
                  <a:pt x="73" y="229"/>
                  <a:pt x="73" y="229"/>
                  <a:pt x="73" y="229"/>
                </a:cubicBezTo>
                <a:cubicBezTo>
                  <a:pt x="99" y="255"/>
                  <a:pt x="99" y="255"/>
                  <a:pt x="99" y="255"/>
                </a:cubicBezTo>
                <a:cubicBezTo>
                  <a:pt x="101" y="257"/>
                  <a:pt x="103" y="259"/>
                  <a:pt x="103" y="263"/>
                </a:cubicBezTo>
                <a:cubicBezTo>
                  <a:pt x="103" y="266"/>
                  <a:pt x="101" y="268"/>
                  <a:pt x="99" y="271"/>
                </a:cubicBezTo>
                <a:cubicBezTo>
                  <a:pt x="97" y="273"/>
                  <a:pt x="94" y="274"/>
                  <a:pt x="91" y="274"/>
                </a:cubicBezTo>
                <a:cubicBezTo>
                  <a:pt x="11" y="274"/>
                  <a:pt x="11" y="274"/>
                  <a:pt x="11" y="274"/>
                </a:cubicBezTo>
                <a:cubicBezTo>
                  <a:pt x="8" y="274"/>
                  <a:pt x="6" y="273"/>
                  <a:pt x="3" y="271"/>
                </a:cubicBezTo>
                <a:cubicBezTo>
                  <a:pt x="1" y="268"/>
                  <a:pt x="0" y="266"/>
                  <a:pt x="0" y="263"/>
                </a:cubicBezTo>
                <a:cubicBezTo>
                  <a:pt x="0" y="183"/>
                  <a:pt x="0" y="183"/>
                  <a:pt x="0" y="183"/>
                </a:cubicBezTo>
                <a:cubicBezTo>
                  <a:pt x="0" y="180"/>
                  <a:pt x="1" y="177"/>
                  <a:pt x="3" y="175"/>
                </a:cubicBezTo>
                <a:cubicBezTo>
                  <a:pt x="6" y="172"/>
                  <a:pt x="8" y="171"/>
                  <a:pt x="11" y="171"/>
                </a:cubicBezTo>
                <a:cubicBezTo>
                  <a:pt x="14" y="171"/>
                  <a:pt x="17" y="172"/>
                  <a:pt x="19" y="175"/>
                </a:cubicBezTo>
                <a:cubicBezTo>
                  <a:pt x="45" y="200"/>
                  <a:pt x="45" y="200"/>
                  <a:pt x="45" y="200"/>
                </a:cubicBezTo>
                <a:cubicBezTo>
                  <a:pt x="104" y="141"/>
                  <a:pt x="104" y="141"/>
                  <a:pt x="104" y="141"/>
                </a:cubicBezTo>
                <a:cubicBezTo>
                  <a:pt x="105" y="140"/>
                  <a:pt x="107" y="140"/>
                  <a:pt x="108" y="140"/>
                </a:cubicBezTo>
                <a:cubicBezTo>
                  <a:pt x="110" y="140"/>
                  <a:pt x="111" y="140"/>
                  <a:pt x="112" y="141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4" y="163"/>
                  <a:pt x="134" y="164"/>
                  <a:pt x="134" y="166"/>
                </a:cubicBezTo>
                <a:close/>
                <a:moveTo>
                  <a:pt x="273" y="12"/>
                </a:moveTo>
                <a:cubicBezTo>
                  <a:pt x="273" y="92"/>
                  <a:pt x="273" y="92"/>
                  <a:pt x="273" y="92"/>
                </a:cubicBezTo>
                <a:cubicBezTo>
                  <a:pt x="273" y="95"/>
                  <a:pt x="272" y="97"/>
                  <a:pt x="270" y="100"/>
                </a:cubicBezTo>
                <a:cubicBezTo>
                  <a:pt x="268" y="102"/>
                  <a:pt x="265" y="103"/>
                  <a:pt x="262" y="103"/>
                </a:cubicBezTo>
                <a:cubicBezTo>
                  <a:pt x="259" y="103"/>
                  <a:pt x="256" y="102"/>
                  <a:pt x="254" y="100"/>
                </a:cubicBezTo>
                <a:cubicBezTo>
                  <a:pt x="228" y="74"/>
                  <a:pt x="228" y="74"/>
                  <a:pt x="228" y="74"/>
                </a:cubicBezTo>
                <a:cubicBezTo>
                  <a:pt x="169" y="133"/>
                  <a:pt x="169" y="133"/>
                  <a:pt x="169" y="133"/>
                </a:cubicBezTo>
                <a:cubicBezTo>
                  <a:pt x="168" y="134"/>
                  <a:pt x="167" y="135"/>
                  <a:pt x="165" y="135"/>
                </a:cubicBezTo>
                <a:cubicBezTo>
                  <a:pt x="164" y="135"/>
                  <a:pt x="162" y="134"/>
                  <a:pt x="161" y="133"/>
                </a:cubicBezTo>
                <a:cubicBezTo>
                  <a:pt x="141" y="113"/>
                  <a:pt x="141" y="113"/>
                  <a:pt x="141" y="113"/>
                </a:cubicBezTo>
                <a:cubicBezTo>
                  <a:pt x="140" y="112"/>
                  <a:pt x="139" y="110"/>
                  <a:pt x="139" y="109"/>
                </a:cubicBezTo>
                <a:cubicBezTo>
                  <a:pt x="139" y="107"/>
                  <a:pt x="140" y="106"/>
                  <a:pt x="141" y="105"/>
                </a:cubicBezTo>
                <a:cubicBezTo>
                  <a:pt x="200" y="46"/>
                  <a:pt x="200" y="46"/>
                  <a:pt x="200" y="46"/>
                </a:cubicBezTo>
                <a:cubicBezTo>
                  <a:pt x="174" y="20"/>
                  <a:pt x="174" y="20"/>
                  <a:pt x="174" y="20"/>
                </a:cubicBezTo>
                <a:cubicBezTo>
                  <a:pt x="172" y="18"/>
                  <a:pt x="171" y="15"/>
                  <a:pt x="171" y="12"/>
                </a:cubicBezTo>
                <a:cubicBezTo>
                  <a:pt x="171" y="9"/>
                  <a:pt x="172" y="6"/>
                  <a:pt x="174" y="4"/>
                </a:cubicBezTo>
                <a:cubicBezTo>
                  <a:pt x="176" y="2"/>
                  <a:pt x="179" y="0"/>
                  <a:pt x="182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5" y="0"/>
                  <a:pt x="268" y="2"/>
                  <a:pt x="270" y="4"/>
                </a:cubicBezTo>
                <a:cubicBezTo>
                  <a:pt x="272" y="6"/>
                  <a:pt x="273" y="9"/>
                  <a:pt x="273" y="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7" name="Freeform 113"/>
          <p:cNvSpPr>
            <a:spLocks noEditPoints="1"/>
          </p:cNvSpPr>
          <p:nvPr/>
        </p:nvSpPr>
        <p:spPr bwMode="auto">
          <a:xfrm>
            <a:off x="7253288" y="3757613"/>
            <a:ext cx="344488" cy="296863"/>
          </a:xfrm>
          <a:custGeom>
            <a:avLst/>
            <a:gdLst>
              <a:gd name="T0" fmla="*/ 250 w 319"/>
              <a:gd name="T1" fmla="*/ 166 h 274"/>
              <a:gd name="T2" fmla="*/ 250 w 319"/>
              <a:gd name="T3" fmla="*/ 223 h 274"/>
              <a:gd name="T4" fmla="*/ 235 w 319"/>
              <a:gd name="T5" fmla="*/ 259 h 274"/>
              <a:gd name="T6" fmla="*/ 199 w 319"/>
              <a:gd name="T7" fmla="*/ 274 h 274"/>
              <a:gd name="T8" fmla="*/ 51 w 319"/>
              <a:gd name="T9" fmla="*/ 274 h 274"/>
              <a:gd name="T10" fmla="*/ 15 w 319"/>
              <a:gd name="T11" fmla="*/ 259 h 274"/>
              <a:gd name="T12" fmla="*/ 0 w 319"/>
              <a:gd name="T13" fmla="*/ 223 h 274"/>
              <a:gd name="T14" fmla="*/ 0 w 319"/>
              <a:gd name="T15" fmla="*/ 75 h 274"/>
              <a:gd name="T16" fmla="*/ 15 w 319"/>
              <a:gd name="T17" fmla="*/ 38 h 274"/>
              <a:gd name="T18" fmla="*/ 51 w 319"/>
              <a:gd name="T19" fmla="*/ 23 h 274"/>
              <a:gd name="T20" fmla="*/ 176 w 319"/>
              <a:gd name="T21" fmla="*/ 23 h 274"/>
              <a:gd name="T22" fmla="*/ 180 w 319"/>
              <a:gd name="T23" fmla="*/ 25 h 274"/>
              <a:gd name="T24" fmla="*/ 182 w 319"/>
              <a:gd name="T25" fmla="*/ 29 h 274"/>
              <a:gd name="T26" fmla="*/ 182 w 319"/>
              <a:gd name="T27" fmla="*/ 40 h 274"/>
              <a:gd name="T28" fmla="*/ 180 w 319"/>
              <a:gd name="T29" fmla="*/ 44 h 274"/>
              <a:gd name="T30" fmla="*/ 176 w 319"/>
              <a:gd name="T31" fmla="*/ 46 h 274"/>
              <a:gd name="T32" fmla="*/ 51 w 319"/>
              <a:gd name="T33" fmla="*/ 46 h 274"/>
              <a:gd name="T34" fmla="*/ 31 w 319"/>
              <a:gd name="T35" fmla="*/ 54 h 274"/>
              <a:gd name="T36" fmla="*/ 22 w 319"/>
              <a:gd name="T37" fmla="*/ 75 h 274"/>
              <a:gd name="T38" fmla="*/ 22 w 319"/>
              <a:gd name="T39" fmla="*/ 223 h 274"/>
              <a:gd name="T40" fmla="*/ 31 w 319"/>
              <a:gd name="T41" fmla="*/ 243 h 274"/>
              <a:gd name="T42" fmla="*/ 51 w 319"/>
              <a:gd name="T43" fmla="*/ 251 h 274"/>
              <a:gd name="T44" fmla="*/ 199 w 319"/>
              <a:gd name="T45" fmla="*/ 251 h 274"/>
              <a:gd name="T46" fmla="*/ 219 w 319"/>
              <a:gd name="T47" fmla="*/ 243 h 274"/>
              <a:gd name="T48" fmla="*/ 228 w 319"/>
              <a:gd name="T49" fmla="*/ 223 h 274"/>
              <a:gd name="T50" fmla="*/ 228 w 319"/>
              <a:gd name="T51" fmla="*/ 166 h 274"/>
              <a:gd name="T52" fmla="*/ 229 w 319"/>
              <a:gd name="T53" fmla="*/ 162 h 274"/>
              <a:gd name="T54" fmla="*/ 233 w 319"/>
              <a:gd name="T55" fmla="*/ 160 h 274"/>
              <a:gd name="T56" fmla="*/ 245 w 319"/>
              <a:gd name="T57" fmla="*/ 160 h 274"/>
              <a:gd name="T58" fmla="*/ 249 w 319"/>
              <a:gd name="T59" fmla="*/ 162 h 274"/>
              <a:gd name="T60" fmla="*/ 250 w 319"/>
              <a:gd name="T61" fmla="*/ 166 h 274"/>
              <a:gd name="T62" fmla="*/ 319 w 319"/>
              <a:gd name="T63" fmla="*/ 12 h 274"/>
              <a:gd name="T64" fmla="*/ 319 w 319"/>
              <a:gd name="T65" fmla="*/ 103 h 274"/>
              <a:gd name="T66" fmla="*/ 315 w 319"/>
              <a:gd name="T67" fmla="*/ 111 h 274"/>
              <a:gd name="T68" fmla="*/ 307 w 319"/>
              <a:gd name="T69" fmla="*/ 114 h 274"/>
              <a:gd name="T70" fmla="*/ 299 w 319"/>
              <a:gd name="T71" fmla="*/ 111 h 274"/>
              <a:gd name="T72" fmla="*/ 268 w 319"/>
              <a:gd name="T73" fmla="*/ 80 h 274"/>
              <a:gd name="T74" fmla="*/ 152 w 319"/>
              <a:gd name="T75" fmla="*/ 196 h 274"/>
              <a:gd name="T76" fmla="*/ 148 w 319"/>
              <a:gd name="T77" fmla="*/ 198 h 274"/>
              <a:gd name="T78" fmla="*/ 144 w 319"/>
              <a:gd name="T79" fmla="*/ 196 h 274"/>
              <a:gd name="T80" fmla="*/ 123 w 319"/>
              <a:gd name="T81" fmla="*/ 175 h 274"/>
              <a:gd name="T82" fmla="*/ 122 w 319"/>
              <a:gd name="T83" fmla="*/ 171 h 274"/>
              <a:gd name="T84" fmla="*/ 123 w 319"/>
              <a:gd name="T85" fmla="*/ 167 h 274"/>
              <a:gd name="T86" fmla="*/ 239 w 319"/>
              <a:gd name="T87" fmla="*/ 51 h 274"/>
              <a:gd name="T88" fmla="*/ 208 w 319"/>
              <a:gd name="T89" fmla="*/ 20 h 274"/>
              <a:gd name="T90" fmla="*/ 205 w 319"/>
              <a:gd name="T91" fmla="*/ 12 h 274"/>
              <a:gd name="T92" fmla="*/ 208 w 319"/>
              <a:gd name="T93" fmla="*/ 4 h 274"/>
              <a:gd name="T94" fmla="*/ 216 w 319"/>
              <a:gd name="T95" fmla="*/ 0 h 274"/>
              <a:gd name="T96" fmla="*/ 307 w 319"/>
              <a:gd name="T97" fmla="*/ 0 h 274"/>
              <a:gd name="T98" fmla="*/ 315 w 319"/>
              <a:gd name="T99" fmla="*/ 4 h 274"/>
              <a:gd name="T100" fmla="*/ 319 w 319"/>
              <a:gd name="T101" fmla="*/ 12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9" h="274">
                <a:moveTo>
                  <a:pt x="250" y="166"/>
                </a:moveTo>
                <a:cubicBezTo>
                  <a:pt x="250" y="223"/>
                  <a:pt x="250" y="223"/>
                  <a:pt x="250" y="223"/>
                </a:cubicBezTo>
                <a:cubicBezTo>
                  <a:pt x="250" y="237"/>
                  <a:pt x="245" y="249"/>
                  <a:pt x="235" y="259"/>
                </a:cubicBezTo>
                <a:cubicBezTo>
                  <a:pt x="225" y="269"/>
                  <a:pt x="213" y="274"/>
                  <a:pt x="199" y="274"/>
                </a:cubicBezTo>
                <a:cubicBezTo>
                  <a:pt x="51" y="274"/>
                  <a:pt x="51" y="274"/>
                  <a:pt x="51" y="274"/>
                </a:cubicBezTo>
                <a:cubicBezTo>
                  <a:pt x="37" y="274"/>
                  <a:pt x="25" y="269"/>
                  <a:pt x="15" y="259"/>
                </a:cubicBezTo>
                <a:cubicBezTo>
                  <a:pt x="5" y="249"/>
                  <a:pt x="0" y="237"/>
                  <a:pt x="0" y="223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60"/>
                  <a:pt x="5" y="48"/>
                  <a:pt x="15" y="38"/>
                </a:cubicBezTo>
                <a:cubicBezTo>
                  <a:pt x="25" y="28"/>
                  <a:pt x="37" y="23"/>
                  <a:pt x="51" y="23"/>
                </a:cubicBezTo>
                <a:cubicBezTo>
                  <a:pt x="176" y="23"/>
                  <a:pt x="176" y="23"/>
                  <a:pt x="176" y="23"/>
                </a:cubicBezTo>
                <a:cubicBezTo>
                  <a:pt x="178" y="23"/>
                  <a:pt x="179" y="24"/>
                  <a:pt x="180" y="25"/>
                </a:cubicBezTo>
                <a:cubicBezTo>
                  <a:pt x="181" y="26"/>
                  <a:pt x="182" y="27"/>
                  <a:pt x="182" y="29"/>
                </a:cubicBezTo>
                <a:cubicBezTo>
                  <a:pt x="182" y="40"/>
                  <a:pt x="182" y="40"/>
                  <a:pt x="182" y="40"/>
                </a:cubicBezTo>
                <a:cubicBezTo>
                  <a:pt x="182" y="42"/>
                  <a:pt x="181" y="43"/>
                  <a:pt x="180" y="44"/>
                </a:cubicBezTo>
                <a:cubicBezTo>
                  <a:pt x="179" y="46"/>
                  <a:pt x="178" y="46"/>
                  <a:pt x="176" y="46"/>
                </a:cubicBezTo>
                <a:cubicBezTo>
                  <a:pt x="51" y="46"/>
                  <a:pt x="51" y="46"/>
                  <a:pt x="51" y="46"/>
                </a:cubicBezTo>
                <a:cubicBezTo>
                  <a:pt x="43" y="46"/>
                  <a:pt x="36" y="49"/>
                  <a:pt x="31" y="54"/>
                </a:cubicBezTo>
                <a:cubicBezTo>
                  <a:pt x="25" y="60"/>
                  <a:pt x="22" y="67"/>
                  <a:pt x="22" y="75"/>
                </a:cubicBezTo>
                <a:cubicBezTo>
                  <a:pt x="22" y="223"/>
                  <a:pt x="22" y="223"/>
                  <a:pt x="22" y="223"/>
                </a:cubicBezTo>
                <a:cubicBezTo>
                  <a:pt x="22" y="230"/>
                  <a:pt x="25" y="237"/>
                  <a:pt x="31" y="243"/>
                </a:cubicBezTo>
                <a:cubicBezTo>
                  <a:pt x="36" y="248"/>
                  <a:pt x="43" y="251"/>
                  <a:pt x="51" y="251"/>
                </a:cubicBezTo>
                <a:cubicBezTo>
                  <a:pt x="199" y="251"/>
                  <a:pt x="199" y="251"/>
                  <a:pt x="199" y="251"/>
                </a:cubicBezTo>
                <a:cubicBezTo>
                  <a:pt x="207" y="251"/>
                  <a:pt x="214" y="248"/>
                  <a:pt x="219" y="243"/>
                </a:cubicBezTo>
                <a:cubicBezTo>
                  <a:pt x="225" y="237"/>
                  <a:pt x="228" y="230"/>
                  <a:pt x="228" y="223"/>
                </a:cubicBezTo>
                <a:cubicBezTo>
                  <a:pt x="228" y="166"/>
                  <a:pt x="228" y="166"/>
                  <a:pt x="228" y="166"/>
                </a:cubicBezTo>
                <a:cubicBezTo>
                  <a:pt x="228" y="164"/>
                  <a:pt x="228" y="163"/>
                  <a:pt x="229" y="162"/>
                </a:cubicBezTo>
                <a:cubicBezTo>
                  <a:pt x="230" y="161"/>
                  <a:pt x="232" y="160"/>
                  <a:pt x="233" y="160"/>
                </a:cubicBezTo>
                <a:cubicBezTo>
                  <a:pt x="245" y="160"/>
                  <a:pt x="245" y="160"/>
                  <a:pt x="245" y="160"/>
                </a:cubicBezTo>
                <a:cubicBezTo>
                  <a:pt x="246" y="160"/>
                  <a:pt x="248" y="161"/>
                  <a:pt x="249" y="162"/>
                </a:cubicBezTo>
                <a:cubicBezTo>
                  <a:pt x="250" y="163"/>
                  <a:pt x="250" y="164"/>
                  <a:pt x="250" y="166"/>
                </a:cubicBezTo>
                <a:close/>
                <a:moveTo>
                  <a:pt x="319" y="12"/>
                </a:moveTo>
                <a:cubicBezTo>
                  <a:pt x="319" y="103"/>
                  <a:pt x="319" y="103"/>
                  <a:pt x="319" y="103"/>
                </a:cubicBezTo>
                <a:cubicBezTo>
                  <a:pt x="319" y="106"/>
                  <a:pt x="318" y="109"/>
                  <a:pt x="315" y="111"/>
                </a:cubicBezTo>
                <a:cubicBezTo>
                  <a:pt x="313" y="113"/>
                  <a:pt x="310" y="114"/>
                  <a:pt x="307" y="114"/>
                </a:cubicBezTo>
                <a:cubicBezTo>
                  <a:pt x="304" y="114"/>
                  <a:pt x="302" y="113"/>
                  <a:pt x="299" y="111"/>
                </a:cubicBezTo>
                <a:cubicBezTo>
                  <a:pt x="268" y="80"/>
                  <a:pt x="268" y="80"/>
                  <a:pt x="268" y="80"/>
                </a:cubicBezTo>
                <a:cubicBezTo>
                  <a:pt x="152" y="196"/>
                  <a:pt x="152" y="196"/>
                  <a:pt x="152" y="196"/>
                </a:cubicBezTo>
                <a:cubicBezTo>
                  <a:pt x="151" y="197"/>
                  <a:pt x="149" y="198"/>
                  <a:pt x="148" y="198"/>
                </a:cubicBezTo>
                <a:cubicBezTo>
                  <a:pt x="146" y="198"/>
                  <a:pt x="145" y="197"/>
                  <a:pt x="144" y="196"/>
                </a:cubicBezTo>
                <a:cubicBezTo>
                  <a:pt x="123" y="175"/>
                  <a:pt x="123" y="175"/>
                  <a:pt x="123" y="175"/>
                </a:cubicBezTo>
                <a:cubicBezTo>
                  <a:pt x="122" y="174"/>
                  <a:pt x="122" y="173"/>
                  <a:pt x="122" y="171"/>
                </a:cubicBezTo>
                <a:cubicBezTo>
                  <a:pt x="122" y="170"/>
                  <a:pt x="122" y="168"/>
                  <a:pt x="123" y="167"/>
                </a:cubicBezTo>
                <a:cubicBezTo>
                  <a:pt x="239" y="51"/>
                  <a:pt x="239" y="51"/>
                  <a:pt x="239" y="51"/>
                </a:cubicBezTo>
                <a:cubicBezTo>
                  <a:pt x="208" y="20"/>
                  <a:pt x="208" y="20"/>
                  <a:pt x="208" y="20"/>
                </a:cubicBezTo>
                <a:cubicBezTo>
                  <a:pt x="206" y="18"/>
                  <a:pt x="205" y="15"/>
                  <a:pt x="205" y="12"/>
                </a:cubicBezTo>
                <a:cubicBezTo>
                  <a:pt x="205" y="9"/>
                  <a:pt x="206" y="6"/>
                  <a:pt x="208" y="4"/>
                </a:cubicBezTo>
                <a:cubicBezTo>
                  <a:pt x="210" y="2"/>
                  <a:pt x="213" y="0"/>
                  <a:pt x="216" y="0"/>
                </a:cubicBezTo>
                <a:cubicBezTo>
                  <a:pt x="307" y="0"/>
                  <a:pt x="307" y="0"/>
                  <a:pt x="307" y="0"/>
                </a:cubicBezTo>
                <a:cubicBezTo>
                  <a:pt x="310" y="0"/>
                  <a:pt x="313" y="2"/>
                  <a:pt x="315" y="4"/>
                </a:cubicBezTo>
                <a:cubicBezTo>
                  <a:pt x="318" y="6"/>
                  <a:pt x="319" y="9"/>
                  <a:pt x="319" y="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8" name="Freeform 114"/>
          <p:cNvSpPr>
            <a:spLocks noEditPoints="1"/>
          </p:cNvSpPr>
          <p:nvPr/>
        </p:nvSpPr>
        <p:spPr bwMode="auto">
          <a:xfrm>
            <a:off x="7712076" y="3757613"/>
            <a:ext cx="293688" cy="296863"/>
          </a:xfrm>
          <a:custGeom>
            <a:avLst/>
            <a:gdLst>
              <a:gd name="T0" fmla="*/ 228 w 273"/>
              <a:gd name="T1" fmla="*/ 143 h 274"/>
              <a:gd name="T2" fmla="*/ 228 w 273"/>
              <a:gd name="T3" fmla="*/ 57 h 274"/>
              <a:gd name="T4" fmla="*/ 224 w 273"/>
              <a:gd name="T5" fmla="*/ 49 h 274"/>
              <a:gd name="T6" fmla="*/ 216 w 273"/>
              <a:gd name="T7" fmla="*/ 46 h 274"/>
              <a:gd name="T8" fmla="*/ 131 w 273"/>
              <a:gd name="T9" fmla="*/ 46 h 274"/>
              <a:gd name="T10" fmla="*/ 121 w 273"/>
              <a:gd name="T11" fmla="*/ 53 h 274"/>
              <a:gd name="T12" fmla="*/ 123 w 273"/>
              <a:gd name="T13" fmla="*/ 65 h 274"/>
              <a:gd name="T14" fmla="*/ 149 w 273"/>
              <a:gd name="T15" fmla="*/ 91 h 274"/>
              <a:gd name="T16" fmla="*/ 54 w 273"/>
              <a:gd name="T17" fmla="*/ 186 h 274"/>
              <a:gd name="T18" fmla="*/ 50 w 273"/>
              <a:gd name="T19" fmla="*/ 194 h 274"/>
              <a:gd name="T20" fmla="*/ 54 w 273"/>
              <a:gd name="T21" fmla="*/ 202 h 274"/>
              <a:gd name="T22" fmla="*/ 72 w 273"/>
              <a:gd name="T23" fmla="*/ 220 h 274"/>
              <a:gd name="T24" fmla="*/ 80 w 273"/>
              <a:gd name="T25" fmla="*/ 224 h 274"/>
              <a:gd name="T26" fmla="*/ 88 w 273"/>
              <a:gd name="T27" fmla="*/ 220 h 274"/>
              <a:gd name="T28" fmla="*/ 183 w 273"/>
              <a:gd name="T29" fmla="*/ 125 h 274"/>
              <a:gd name="T30" fmla="*/ 208 w 273"/>
              <a:gd name="T31" fmla="*/ 151 h 274"/>
              <a:gd name="T32" fmla="*/ 216 w 273"/>
              <a:gd name="T33" fmla="*/ 154 h 274"/>
              <a:gd name="T34" fmla="*/ 221 w 273"/>
              <a:gd name="T35" fmla="*/ 153 h 274"/>
              <a:gd name="T36" fmla="*/ 228 w 273"/>
              <a:gd name="T37" fmla="*/ 143 h 274"/>
              <a:gd name="T38" fmla="*/ 273 w 273"/>
              <a:gd name="T39" fmla="*/ 52 h 274"/>
              <a:gd name="T40" fmla="*/ 273 w 273"/>
              <a:gd name="T41" fmla="*/ 223 h 274"/>
              <a:gd name="T42" fmla="*/ 258 w 273"/>
              <a:gd name="T43" fmla="*/ 259 h 274"/>
              <a:gd name="T44" fmla="*/ 222 w 273"/>
              <a:gd name="T45" fmla="*/ 274 h 274"/>
              <a:gd name="T46" fmla="*/ 51 w 273"/>
              <a:gd name="T47" fmla="*/ 274 h 274"/>
              <a:gd name="T48" fmla="*/ 15 w 273"/>
              <a:gd name="T49" fmla="*/ 259 h 274"/>
              <a:gd name="T50" fmla="*/ 0 w 273"/>
              <a:gd name="T51" fmla="*/ 223 h 274"/>
              <a:gd name="T52" fmla="*/ 0 w 273"/>
              <a:gd name="T53" fmla="*/ 52 h 274"/>
              <a:gd name="T54" fmla="*/ 15 w 273"/>
              <a:gd name="T55" fmla="*/ 16 h 274"/>
              <a:gd name="T56" fmla="*/ 51 w 273"/>
              <a:gd name="T57" fmla="*/ 0 h 274"/>
              <a:gd name="T58" fmla="*/ 222 w 273"/>
              <a:gd name="T59" fmla="*/ 0 h 274"/>
              <a:gd name="T60" fmla="*/ 258 w 273"/>
              <a:gd name="T61" fmla="*/ 16 h 274"/>
              <a:gd name="T62" fmla="*/ 273 w 273"/>
              <a:gd name="T63" fmla="*/ 52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3" h="274">
                <a:moveTo>
                  <a:pt x="228" y="143"/>
                </a:moveTo>
                <a:cubicBezTo>
                  <a:pt x="228" y="57"/>
                  <a:pt x="228" y="57"/>
                  <a:pt x="228" y="57"/>
                </a:cubicBezTo>
                <a:cubicBezTo>
                  <a:pt x="228" y="54"/>
                  <a:pt x="227" y="52"/>
                  <a:pt x="224" y="49"/>
                </a:cubicBezTo>
                <a:cubicBezTo>
                  <a:pt x="222" y="47"/>
                  <a:pt x="220" y="46"/>
                  <a:pt x="216" y="46"/>
                </a:cubicBezTo>
                <a:cubicBezTo>
                  <a:pt x="131" y="46"/>
                  <a:pt x="131" y="46"/>
                  <a:pt x="131" y="46"/>
                </a:cubicBezTo>
                <a:cubicBezTo>
                  <a:pt x="126" y="46"/>
                  <a:pt x="123" y="48"/>
                  <a:pt x="121" y="53"/>
                </a:cubicBezTo>
                <a:cubicBezTo>
                  <a:pt x="119" y="58"/>
                  <a:pt x="119" y="62"/>
                  <a:pt x="123" y="65"/>
                </a:cubicBezTo>
                <a:cubicBezTo>
                  <a:pt x="149" y="91"/>
                  <a:pt x="149" y="91"/>
                  <a:pt x="149" y="91"/>
                </a:cubicBezTo>
                <a:cubicBezTo>
                  <a:pt x="54" y="186"/>
                  <a:pt x="54" y="186"/>
                  <a:pt x="54" y="186"/>
                </a:cubicBezTo>
                <a:cubicBezTo>
                  <a:pt x="51" y="188"/>
                  <a:pt x="50" y="191"/>
                  <a:pt x="50" y="194"/>
                </a:cubicBezTo>
                <a:cubicBezTo>
                  <a:pt x="50" y="197"/>
                  <a:pt x="51" y="200"/>
                  <a:pt x="54" y="202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74" y="223"/>
                  <a:pt x="77" y="224"/>
                  <a:pt x="80" y="224"/>
                </a:cubicBezTo>
                <a:cubicBezTo>
                  <a:pt x="83" y="224"/>
                  <a:pt x="86" y="223"/>
                  <a:pt x="88" y="220"/>
                </a:cubicBezTo>
                <a:cubicBezTo>
                  <a:pt x="183" y="125"/>
                  <a:pt x="183" y="125"/>
                  <a:pt x="183" y="125"/>
                </a:cubicBezTo>
                <a:cubicBezTo>
                  <a:pt x="208" y="151"/>
                  <a:pt x="208" y="151"/>
                  <a:pt x="208" y="151"/>
                </a:cubicBezTo>
                <a:cubicBezTo>
                  <a:pt x="211" y="153"/>
                  <a:pt x="213" y="154"/>
                  <a:pt x="216" y="154"/>
                </a:cubicBezTo>
                <a:cubicBezTo>
                  <a:pt x="218" y="154"/>
                  <a:pt x="219" y="154"/>
                  <a:pt x="221" y="153"/>
                </a:cubicBezTo>
                <a:cubicBezTo>
                  <a:pt x="226" y="151"/>
                  <a:pt x="228" y="148"/>
                  <a:pt x="228" y="143"/>
                </a:cubicBezTo>
                <a:close/>
                <a:moveTo>
                  <a:pt x="273" y="52"/>
                </a:moveTo>
                <a:cubicBezTo>
                  <a:pt x="273" y="223"/>
                  <a:pt x="273" y="223"/>
                  <a:pt x="273" y="223"/>
                </a:cubicBezTo>
                <a:cubicBezTo>
                  <a:pt x="273" y="237"/>
                  <a:pt x="268" y="249"/>
                  <a:pt x="258" y="259"/>
                </a:cubicBezTo>
                <a:cubicBezTo>
                  <a:pt x="248" y="269"/>
                  <a:pt x="236" y="274"/>
                  <a:pt x="222" y="274"/>
                </a:cubicBezTo>
                <a:cubicBezTo>
                  <a:pt x="51" y="274"/>
                  <a:pt x="51" y="274"/>
                  <a:pt x="51" y="274"/>
                </a:cubicBezTo>
                <a:cubicBezTo>
                  <a:pt x="37" y="274"/>
                  <a:pt x="25" y="269"/>
                  <a:pt x="15" y="259"/>
                </a:cubicBezTo>
                <a:cubicBezTo>
                  <a:pt x="5" y="249"/>
                  <a:pt x="0" y="237"/>
                  <a:pt x="0" y="223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8"/>
                  <a:pt x="5" y="26"/>
                  <a:pt x="15" y="16"/>
                </a:cubicBezTo>
                <a:cubicBezTo>
                  <a:pt x="25" y="6"/>
                  <a:pt x="37" y="0"/>
                  <a:pt x="51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6" y="0"/>
                  <a:pt x="248" y="6"/>
                  <a:pt x="258" y="16"/>
                </a:cubicBezTo>
                <a:cubicBezTo>
                  <a:pt x="268" y="26"/>
                  <a:pt x="273" y="38"/>
                  <a:pt x="273" y="5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9" name="Freeform 115"/>
          <p:cNvSpPr>
            <a:spLocks noEditPoints="1"/>
          </p:cNvSpPr>
          <p:nvPr/>
        </p:nvSpPr>
        <p:spPr bwMode="auto">
          <a:xfrm>
            <a:off x="8120063" y="2900363"/>
            <a:ext cx="341313" cy="274638"/>
          </a:xfrm>
          <a:custGeom>
            <a:avLst/>
            <a:gdLst>
              <a:gd name="T0" fmla="*/ 121 w 316"/>
              <a:gd name="T1" fmla="*/ 184 h 255"/>
              <a:gd name="T2" fmla="*/ 100 w 316"/>
              <a:gd name="T3" fmla="*/ 175 h 255"/>
              <a:gd name="T4" fmla="*/ 87 w 316"/>
              <a:gd name="T5" fmla="*/ 195 h 255"/>
              <a:gd name="T6" fmla="*/ 108 w 316"/>
              <a:gd name="T7" fmla="*/ 205 h 255"/>
              <a:gd name="T8" fmla="*/ 135 w 316"/>
              <a:gd name="T9" fmla="*/ 175 h 255"/>
              <a:gd name="T10" fmla="*/ 133 w 316"/>
              <a:gd name="T11" fmla="*/ 167 h 255"/>
              <a:gd name="T12" fmla="*/ 124 w 316"/>
              <a:gd name="T13" fmla="*/ 170 h 255"/>
              <a:gd name="T14" fmla="*/ 131 w 316"/>
              <a:gd name="T15" fmla="*/ 178 h 255"/>
              <a:gd name="T16" fmla="*/ 166 w 316"/>
              <a:gd name="T17" fmla="*/ 194 h 255"/>
              <a:gd name="T18" fmla="*/ 99 w 316"/>
              <a:gd name="T19" fmla="*/ 222 h 255"/>
              <a:gd name="T20" fmla="*/ 74 w 316"/>
              <a:gd name="T21" fmla="*/ 167 h 255"/>
              <a:gd name="T22" fmla="*/ 138 w 316"/>
              <a:gd name="T23" fmla="*/ 139 h 255"/>
              <a:gd name="T24" fmla="*/ 166 w 316"/>
              <a:gd name="T25" fmla="*/ 194 h 255"/>
              <a:gd name="T26" fmla="*/ 205 w 316"/>
              <a:gd name="T27" fmla="*/ 136 h 255"/>
              <a:gd name="T28" fmla="*/ 120 w 316"/>
              <a:gd name="T29" fmla="*/ 113 h 255"/>
              <a:gd name="T30" fmla="*/ 32 w 316"/>
              <a:gd name="T31" fmla="*/ 184 h 255"/>
              <a:gd name="T32" fmla="*/ 84 w 316"/>
              <a:gd name="T33" fmla="*/ 233 h 255"/>
              <a:gd name="T34" fmla="*/ 197 w 316"/>
              <a:gd name="T35" fmla="*/ 212 h 255"/>
              <a:gd name="T36" fmla="*/ 275 w 316"/>
              <a:gd name="T37" fmla="*/ 166 h 255"/>
              <a:gd name="T38" fmla="*/ 249 w 316"/>
              <a:gd name="T39" fmla="*/ 215 h 255"/>
              <a:gd name="T40" fmla="*/ 180 w 316"/>
              <a:gd name="T41" fmla="*/ 250 h 255"/>
              <a:gd name="T42" fmla="*/ 84 w 316"/>
              <a:gd name="T43" fmla="*/ 250 h 255"/>
              <a:gd name="T44" fmla="*/ 12 w 316"/>
              <a:gd name="T45" fmla="*/ 207 h 255"/>
              <a:gd name="T46" fmla="*/ 13 w 316"/>
              <a:gd name="T47" fmla="*/ 129 h 255"/>
              <a:gd name="T48" fmla="*/ 107 w 316"/>
              <a:gd name="T49" fmla="*/ 42 h 255"/>
              <a:gd name="T50" fmla="*/ 154 w 316"/>
              <a:gd name="T51" fmla="*/ 80 h 255"/>
              <a:gd name="T52" fmla="*/ 156 w 316"/>
              <a:gd name="T53" fmla="*/ 85 h 255"/>
              <a:gd name="T54" fmla="*/ 160 w 316"/>
              <a:gd name="T55" fmla="*/ 84 h 255"/>
              <a:gd name="T56" fmla="*/ 205 w 316"/>
              <a:gd name="T57" fmla="*/ 73 h 255"/>
              <a:gd name="T58" fmla="*/ 231 w 316"/>
              <a:gd name="T59" fmla="*/ 115 h 255"/>
              <a:gd name="T60" fmla="*/ 231 w 316"/>
              <a:gd name="T61" fmla="*/ 121 h 255"/>
              <a:gd name="T62" fmla="*/ 237 w 316"/>
              <a:gd name="T63" fmla="*/ 123 h 255"/>
              <a:gd name="T64" fmla="*/ 269 w 316"/>
              <a:gd name="T65" fmla="*/ 146 h 255"/>
              <a:gd name="T66" fmla="*/ 262 w 316"/>
              <a:gd name="T67" fmla="*/ 57 h 255"/>
              <a:gd name="T68" fmla="*/ 270 w 316"/>
              <a:gd name="T69" fmla="*/ 97 h 255"/>
              <a:gd name="T70" fmla="*/ 257 w 316"/>
              <a:gd name="T71" fmla="*/ 103 h 255"/>
              <a:gd name="T72" fmla="*/ 250 w 316"/>
              <a:gd name="T73" fmla="*/ 90 h 255"/>
              <a:gd name="T74" fmla="*/ 227 w 316"/>
              <a:gd name="T75" fmla="*/ 65 h 255"/>
              <a:gd name="T76" fmla="*/ 215 w 316"/>
              <a:gd name="T77" fmla="*/ 57 h 255"/>
              <a:gd name="T78" fmla="*/ 223 w 316"/>
              <a:gd name="T79" fmla="*/ 44 h 255"/>
              <a:gd name="T80" fmla="*/ 262 w 316"/>
              <a:gd name="T81" fmla="*/ 57 h 255"/>
              <a:gd name="T82" fmla="*/ 313 w 316"/>
              <a:gd name="T83" fmla="*/ 67 h 255"/>
              <a:gd name="T84" fmla="*/ 305 w 316"/>
              <a:gd name="T85" fmla="*/ 117 h 255"/>
              <a:gd name="T86" fmla="*/ 289 w 316"/>
              <a:gd name="T87" fmla="*/ 111 h 255"/>
              <a:gd name="T88" fmla="*/ 290 w 316"/>
              <a:gd name="T89" fmla="*/ 72 h 255"/>
              <a:gd name="T90" fmla="*/ 250 w 316"/>
              <a:gd name="T91" fmla="*/ 28 h 255"/>
              <a:gd name="T92" fmla="*/ 210 w 316"/>
              <a:gd name="T93" fmla="*/ 25 h 255"/>
              <a:gd name="T94" fmla="*/ 206 w 316"/>
              <a:gd name="T95" fmla="*/ 8 h 255"/>
              <a:gd name="T96" fmla="*/ 257 w 316"/>
              <a:gd name="T97" fmla="*/ 5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6" h="255">
                <a:moveTo>
                  <a:pt x="119" y="196"/>
                </a:moveTo>
                <a:cubicBezTo>
                  <a:pt x="121" y="192"/>
                  <a:pt x="122" y="188"/>
                  <a:pt x="121" y="184"/>
                </a:cubicBezTo>
                <a:cubicBezTo>
                  <a:pt x="120" y="180"/>
                  <a:pt x="117" y="177"/>
                  <a:pt x="113" y="175"/>
                </a:cubicBezTo>
                <a:cubicBezTo>
                  <a:pt x="109" y="174"/>
                  <a:pt x="105" y="174"/>
                  <a:pt x="100" y="175"/>
                </a:cubicBezTo>
                <a:cubicBezTo>
                  <a:pt x="96" y="177"/>
                  <a:pt x="92" y="179"/>
                  <a:pt x="90" y="183"/>
                </a:cubicBezTo>
                <a:cubicBezTo>
                  <a:pt x="87" y="187"/>
                  <a:pt x="86" y="191"/>
                  <a:pt x="87" y="195"/>
                </a:cubicBezTo>
                <a:cubicBezTo>
                  <a:pt x="88" y="199"/>
                  <a:pt x="91" y="202"/>
                  <a:pt x="95" y="204"/>
                </a:cubicBezTo>
                <a:cubicBezTo>
                  <a:pt x="99" y="206"/>
                  <a:pt x="103" y="206"/>
                  <a:pt x="108" y="205"/>
                </a:cubicBezTo>
                <a:cubicBezTo>
                  <a:pt x="113" y="203"/>
                  <a:pt x="116" y="200"/>
                  <a:pt x="119" y="196"/>
                </a:cubicBezTo>
                <a:close/>
                <a:moveTo>
                  <a:pt x="135" y="175"/>
                </a:moveTo>
                <a:cubicBezTo>
                  <a:pt x="136" y="173"/>
                  <a:pt x="136" y="172"/>
                  <a:pt x="136" y="170"/>
                </a:cubicBezTo>
                <a:cubicBezTo>
                  <a:pt x="135" y="169"/>
                  <a:pt x="134" y="168"/>
                  <a:pt x="133" y="167"/>
                </a:cubicBezTo>
                <a:cubicBezTo>
                  <a:pt x="131" y="166"/>
                  <a:pt x="130" y="167"/>
                  <a:pt x="128" y="167"/>
                </a:cubicBezTo>
                <a:cubicBezTo>
                  <a:pt x="126" y="168"/>
                  <a:pt x="125" y="169"/>
                  <a:pt x="124" y="170"/>
                </a:cubicBezTo>
                <a:cubicBezTo>
                  <a:pt x="122" y="174"/>
                  <a:pt x="123" y="177"/>
                  <a:pt x="126" y="178"/>
                </a:cubicBezTo>
                <a:cubicBezTo>
                  <a:pt x="128" y="179"/>
                  <a:pt x="130" y="179"/>
                  <a:pt x="131" y="178"/>
                </a:cubicBezTo>
                <a:cubicBezTo>
                  <a:pt x="133" y="178"/>
                  <a:pt x="135" y="176"/>
                  <a:pt x="135" y="175"/>
                </a:cubicBezTo>
                <a:close/>
                <a:moveTo>
                  <a:pt x="166" y="194"/>
                </a:moveTo>
                <a:cubicBezTo>
                  <a:pt x="161" y="206"/>
                  <a:pt x="151" y="214"/>
                  <a:pt x="138" y="220"/>
                </a:cubicBezTo>
                <a:cubicBezTo>
                  <a:pt x="125" y="226"/>
                  <a:pt x="112" y="226"/>
                  <a:pt x="99" y="222"/>
                </a:cubicBezTo>
                <a:cubicBezTo>
                  <a:pt x="86" y="218"/>
                  <a:pt x="78" y="211"/>
                  <a:pt x="73" y="200"/>
                </a:cubicBezTo>
                <a:cubicBezTo>
                  <a:pt x="68" y="189"/>
                  <a:pt x="69" y="178"/>
                  <a:pt x="74" y="167"/>
                </a:cubicBezTo>
                <a:cubicBezTo>
                  <a:pt x="80" y="156"/>
                  <a:pt x="88" y="148"/>
                  <a:pt x="101" y="143"/>
                </a:cubicBezTo>
                <a:cubicBezTo>
                  <a:pt x="113" y="137"/>
                  <a:pt x="125" y="136"/>
                  <a:pt x="138" y="139"/>
                </a:cubicBezTo>
                <a:cubicBezTo>
                  <a:pt x="151" y="143"/>
                  <a:pt x="160" y="150"/>
                  <a:pt x="165" y="160"/>
                </a:cubicBezTo>
                <a:cubicBezTo>
                  <a:pt x="171" y="171"/>
                  <a:pt x="171" y="182"/>
                  <a:pt x="166" y="194"/>
                </a:cubicBezTo>
                <a:close/>
                <a:moveTo>
                  <a:pt x="221" y="166"/>
                </a:moveTo>
                <a:cubicBezTo>
                  <a:pt x="220" y="154"/>
                  <a:pt x="214" y="144"/>
                  <a:pt x="205" y="136"/>
                </a:cubicBezTo>
                <a:cubicBezTo>
                  <a:pt x="196" y="127"/>
                  <a:pt x="183" y="121"/>
                  <a:pt x="168" y="117"/>
                </a:cubicBezTo>
                <a:cubicBezTo>
                  <a:pt x="153" y="113"/>
                  <a:pt x="137" y="111"/>
                  <a:pt x="120" y="113"/>
                </a:cubicBezTo>
                <a:cubicBezTo>
                  <a:pt x="94" y="116"/>
                  <a:pt x="73" y="124"/>
                  <a:pt x="55" y="138"/>
                </a:cubicBezTo>
                <a:cubicBezTo>
                  <a:pt x="38" y="152"/>
                  <a:pt x="31" y="167"/>
                  <a:pt x="32" y="184"/>
                </a:cubicBezTo>
                <a:cubicBezTo>
                  <a:pt x="33" y="195"/>
                  <a:pt x="38" y="205"/>
                  <a:pt x="48" y="214"/>
                </a:cubicBezTo>
                <a:cubicBezTo>
                  <a:pt x="57" y="223"/>
                  <a:pt x="69" y="229"/>
                  <a:pt x="84" y="233"/>
                </a:cubicBezTo>
                <a:cubicBezTo>
                  <a:pt x="99" y="237"/>
                  <a:pt x="115" y="239"/>
                  <a:pt x="133" y="237"/>
                </a:cubicBezTo>
                <a:cubicBezTo>
                  <a:pt x="159" y="234"/>
                  <a:pt x="180" y="226"/>
                  <a:pt x="197" y="212"/>
                </a:cubicBezTo>
                <a:cubicBezTo>
                  <a:pt x="214" y="198"/>
                  <a:pt x="222" y="183"/>
                  <a:pt x="221" y="166"/>
                </a:cubicBezTo>
                <a:close/>
                <a:moveTo>
                  <a:pt x="275" y="166"/>
                </a:moveTo>
                <a:cubicBezTo>
                  <a:pt x="275" y="174"/>
                  <a:pt x="272" y="182"/>
                  <a:pt x="268" y="191"/>
                </a:cubicBezTo>
                <a:cubicBezTo>
                  <a:pt x="264" y="199"/>
                  <a:pt x="257" y="207"/>
                  <a:pt x="249" y="215"/>
                </a:cubicBezTo>
                <a:cubicBezTo>
                  <a:pt x="241" y="223"/>
                  <a:pt x="231" y="229"/>
                  <a:pt x="219" y="235"/>
                </a:cubicBezTo>
                <a:cubicBezTo>
                  <a:pt x="208" y="242"/>
                  <a:pt x="195" y="246"/>
                  <a:pt x="180" y="250"/>
                </a:cubicBezTo>
                <a:cubicBezTo>
                  <a:pt x="165" y="254"/>
                  <a:pt x="149" y="255"/>
                  <a:pt x="132" y="255"/>
                </a:cubicBezTo>
                <a:cubicBezTo>
                  <a:pt x="116" y="255"/>
                  <a:pt x="100" y="254"/>
                  <a:pt x="84" y="250"/>
                </a:cubicBezTo>
                <a:cubicBezTo>
                  <a:pt x="68" y="246"/>
                  <a:pt x="54" y="240"/>
                  <a:pt x="42" y="233"/>
                </a:cubicBezTo>
                <a:cubicBezTo>
                  <a:pt x="29" y="226"/>
                  <a:pt x="19" y="217"/>
                  <a:pt x="12" y="207"/>
                </a:cubicBezTo>
                <a:cubicBezTo>
                  <a:pt x="4" y="196"/>
                  <a:pt x="0" y="184"/>
                  <a:pt x="0" y="172"/>
                </a:cubicBezTo>
                <a:cubicBezTo>
                  <a:pt x="0" y="158"/>
                  <a:pt x="4" y="144"/>
                  <a:pt x="13" y="129"/>
                </a:cubicBezTo>
                <a:cubicBezTo>
                  <a:pt x="21" y="114"/>
                  <a:pt x="32" y="99"/>
                  <a:pt x="47" y="84"/>
                </a:cubicBezTo>
                <a:cubicBezTo>
                  <a:pt x="67" y="64"/>
                  <a:pt x="87" y="50"/>
                  <a:pt x="107" y="42"/>
                </a:cubicBezTo>
                <a:cubicBezTo>
                  <a:pt x="127" y="34"/>
                  <a:pt x="142" y="35"/>
                  <a:pt x="150" y="43"/>
                </a:cubicBezTo>
                <a:cubicBezTo>
                  <a:pt x="158" y="51"/>
                  <a:pt x="159" y="63"/>
                  <a:pt x="154" y="80"/>
                </a:cubicBezTo>
                <a:cubicBezTo>
                  <a:pt x="153" y="82"/>
                  <a:pt x="153" y="83"/>
                  <a:pt x="154" y="84"/>
                </a:cubicBezTo>
                <a:cubicBezTo>
                  <a:pt x="154" y="84"/>
                  <a:pt x="155" y="85"/>
                  <a:pt x="156" y="85"/>
                </a:cubicBezTo>
                <a:cubicBezTo>
                  <a:pt x="156" y="85"/>
                  <a:pt x="157" y="85"/>
                  <a:pt x="158" y="85"/>
                </a:cubicBezTo>
                <a:cubicBezTo>
                  <a:pt x="159" y="85"/>
                  <a:pt x="160" y="84"/>
                  <a:pt x="160" y="84"/>
                </a:cubicBezTo>
                <a:cubicBezTo>
                  <a:pt x="161" y="84"/>
                  <a:pt x="161" y="84"/>
                  <a:pt x="161" y="84"/>
                </a:cubicBezTo>
                <a:cubicBezTo>
                  <a:pt x="178" y="77"/>
                  <a:pt x="192" y="73"/>
                  <a:pt x="205" y="73"/>
                </a:cubicBezTo>
                <a:cubicBezTo>
                  <a:pt x="217" y="73"/>
                  <a:pt x="226" y="77"/>
                  <a:pt x="231" y="84"/>
                </a:cubicBezTo>
                <a:cubicBezTo>
                  <a:pt x="237" y="91"/>
                  <a:pt x="237" y="102"/>
                  <a:pt x="231" y="115"/>
                </a:cubicBezTo>
                <a:cubicBezTo>
                  <a:pt x="231" y="117"/>
                  <a:pt x="231" y="118"/>
                  <a:pt x="231" y="119"/>
                </a:cubicBezTo>
                <a:cubicBezTo>
                  <a:pt x="230" y="120"/>
                  <a:pt x="231" y="120"/>
                  <a:pt x="231" y="121"/>
                </a:cubicBezTo>
                <a:cubicBezTo>
                  <a:pt x="232" y="122"/>
                  <a:pt x="233" y="122"/>
                  <a:pt x="234" y="122"/>
                </a:cubicBezTo>
                <a:cubicBezTo>
                  <a:pt x="234" y="123"/>
                  <a:pt x="235" y="123"/>
                  <a:pt x="237" y="123"/>
                </a:cubicBezTo>
                <a:cubicBezTo>
                  <a:pt x="243" y="125"/>
                  <a:pt x="249" y="128"/>
                  <a:pt x="255" y="132"/>
                </a:cubicBezTo>
                <a:cubicBezTo>
                  <a:pt x="260" y="135"/>
                  <a:pt x="265" y="140"/>
                  <a:pt x="269" y="146"/>
                </a:cubicBezTo>
                <a:cubicBezTo>
                  <a:pt x="273" y="152"/>
                  <a:pt x="275" y="159"/>
                  <a:pt x="275" y="166"/>
                </a:cubicBezTo>
                <a:close/>
                <a:moveTo>
                  <a:pt x="262" y="57"/>
                </a:moveTo>
                <a:cubicBezTo>
                  <a:pt x="267" y="62"/>
                  <a:pt x="270" y="69"/>
                  <a:pt x="271" y="76"/>
                </a:cubicBezTo>
                <a:cubicBezTo>
                  <a:pt x="273" y="83"/>
                  <a:pt x="272" y="90"/>
                  <a:pt x="270" y="97"/>
                </a:cubicBezTo>
                <a:cubicBezTo>
                  <a:pt x="269" y="99"/>
                  <a:pt x="267" y="101"/>
                  <a:pt x="265" y="102"/>
                </a:cubicBezTo>
                <a:cubicBezTo>
                  <a:pt x="262" y="104"/>
                  <a:pt x="260" y="104"/>
                  <a:pt x="257" y="103"/>
                </a:cubicBezTo>
                <a:cubicBezTo>
                  <a:pt x="254" y="102"/>
                  <a:pt x="252" y="101"/>
                  <a:pt x="251" y="98"/>
                </a:cubicBezTo>
                <a:cubicBezTo>
                  <a:pt x="250" y="96"/>
                  <a:pt x="250" y="93"/>
                  <a:pt x="250" y="90"/>
                </a:cubicBezTo>
                <a:cubicBezTo>
                  <a:pt x="253" y="83"/>
                  <a:pt x="251" y="76"/>
                  <a:pt x="246" y="71"/>
                </a:cubicBezTo>
                <a:cubicBezTo>
                  <a:pt x="241" y="65"/>
                  <a:pt x="235" y="63"/>
                  <a:pt x="227" y="65"/>
                </a:cubicBezTo>
                <a:cubicBezTo>
                  <a:pt x="225" y="65"/>
                  <a:pt x="222" y="65"/>
                  <a:pt x="220" y="63"/>
                </a:cubicBezTo>
                <a:cubicBezTo>
                  <a:pt x="217" y="62"/>
                  <a:pt x="216" y="60"/>
                  <a:pt x="215" y="57"/>
                </a:cubicBezTo>
                <a:cubicBezTo>
                  <a:pt x="215" y="54"/>
                  <a:pt x="215" y="51"/>
                  <a:pt x="217" y="49"/>
                </a:cubicBezTo>
                <a:cubicBezTo>
                  <a:pt x="218" y="47"/>
                  <a:pt x="220" y="45"/>
                  <a:pt x="223" y="44"/>
                </a:cubicBezTo>
                <a:cubicBezTo>
                  <a:pt x="230" y="43"/>
                  <a:pt x="237" y="43"/>
                  <a:pt x="244" y="45"/>
                </a:cubicBezTo>
                <a:cubicBezTo>
                  <a:pt x="251" y="48"/>
                  <a:pt x="257" y="51"/>
                  <a:pt x="262" y="57"/>
                </a:cubicBezTo>
                <a:close/>
                <a:moveTo>
                  <a:pt x="293" y="28"/>
                </a:moveTo>
                <a:cubicBezTo>
                  <a:pt x="304" y="40"/>
                  <a:pt x="310" y="53"/>
                  <a:pt x="313" y="67"/>
                </a:cubicBezTo>
                <a:cubicBezTo>
                  <a:pt x="316" y="82"/>
                  <a:pt x="315" y="96"/>
                  <a:pt x="311" y="110"/>
                </a:cubicBezTo>
                <a:cubicBezTo>
                  <a:pt x="310" y="113"/>
                  <a:pt x="308" y="115"/>
                  <a:pt x="305" y="117"/>
                </a:cubicBezTo>
                <a:cubicBezTo>
                  <a:pt x="302" y="118"/>
                  <a:pt x="299" y="118"/>
                  <a:pt x="296" y="117"/>
                </a:cubicBezTo>
                <a:cubicBezTo>
                  <a:pt x="293" y="116"/>
                  <a:pt x="290" y="114"/>
                  <a:pt x="289" y="111"/>
                </a:cubicBezTo>
                <a:cubicBezTo>
                  <a:pt x="287" y="109"/>
                  <a:pt x="287" y="105"/>
                  <a:pt x="288" y="102"/>
                </a:cubicBezTo>
                <a:cubicBezTo>
                  <a:pt x="291" y="93"/>
                  <a:pt x="292" y="83"/>
                  <a:pt x="290" y="72"/>
                </a:cubicBezTo>
                <a:cubicBezTo>
                  <a:pt x="287" y="62"/>
                  <a:pt x="283" y="52"/>
                  <a:pt x="276" y="44"/>
                </a:cubicBezTo>
                <a:cubicBezTo>
                  <a:pt x="268" y="36"/>
                  <a:pt x="260" y="31"/>
                  <a:pt x="250" y="28"/>
                </a:cubicBezTo>
                <a:cubicBezTo>
                  <a:pt x="239" y="25"/>
                  <a:pt x="229" y="24"/>
                  <a:pt x="219" y="26"/>
                </a:cubicBezTo>
                <a:cubicBezTo>
                  <a:pt x="216" y="27"/>
                  <a:pt x="213" y="26"/>
                  <a:pt x="210" y="25"/>
                </a:cubicBezTo>
                <a:cubicBezTo>
                  <a:pt x="207" y="23"/>
                  <a:pt x="206" y="20"/>
                  <a:pt x="205" y="17"/>
                </a:cubicBezTo>
                <a:cubicBezTo>
                  <a:pt x="204" y="14"/>
                  <a:pt x="205" y="11"/>
                  <a:pt x="206" y="8"/>
                </a:cubicBezTo>
                <a:cubicBezTo>
                  <a:pt x="208" y="5"/>
                  <a:pt x="211" y="3"/>
                  <a:pt x="214" y="3"/>
                </a:cubicBezTo>
                <a:cubicBezTo>
                  <a:pt x="228" y="0"/>
                  <a:pt x="243" y="0"/>
                  <a:pt x="257" y="5"/>
                </a:cubicBezTo>
                <a:cubicBezTo>
                  <a:pt x="271" y="9"/>
                  <a:pt x="283" y="17"/>
                  <a:pt x="293" y="2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0" name="Freeform 116"/>
          <p:cNvSpPr>
            <a:spLocks noEditPoints="1"/>
          </p:cNvSpPr>
          <p:nvPr/>
        </p:nvSpPr>
        <p:spPr bwMode="auto">
          <a:xfrm>
            <a:off x="8158163" y="3316288"/>
            <a:ext cx="266700" cy="312738"/>
          </a:xfrm>
          <a:custGeom>
            <a:avLst/>
            <a:gdLst>
              <a:gd name="T0" fmla="*/ 105 w 248"/>
              <a:gd name="T1" fmla="*/ 115 h 290"/>
              <a:gd name="T2" fmla="*/ 60 w 248"/>
              <a:gd name="T3" fmla="*/ 195 h 290"/>
              <a:gd name="T4" fmla="*/ 48 w 248"/>
              <a:gd name="T5" fmla="*/ 203 h 290"/>
              <a:gd name="T6" fmla="*/ 6 w 248"/>
              <a:gd name="T7" fmla="*/ 203 h 290"/>
              <a:gd name="T8" fmla="*/ 1 w 248"/>
              <a:gd name="T9" fmla="*/ 200 h 290"/>
              <a:gd name="T10" fmla="*/ 1 w 248"/>
              <a:gd name="T11" fmla="*/ 194 h 290"/>
              <a:gd name="T12" fmla="*/ 45 w 248"/>
              <a:gd name="T13" fmla="*/ 115 h 290"/>
              <a:gd name="T14" fmla="*/ 45 w 248"/>
              <a:gd name="T15" fmla="*/ 115 h 290"/>
              <a:gd name="T16" fmla="*/ 17 w 248"/>
              <a:gd name="T17" fmla="*/ 66 h 290"/>
              <a:gd name="T18" fmla="*/ 17 w 248"/>
              <a:gd name="T19" fmla="*/ 59 h 290"/>
              <a:gd name="T20" fmla="*/ 23 w 248"/>
              <a:gd name="T21" fmla="*/ 57 h 290"/>
              <a:gd name="T22" fmla="*/ 64 w 248"/>
              <a:gd name="T23" fmla="*/ 57 h 290"/>
              <a:gd name="T24" fmla="*/ 76 w 248"/>
              <a:gd name="T25" fmla="*/ 65 h 290"/>
              <a:gd name="T26" fmla="*/ 105 w 248"/>
              <a:gd name="T27" fmla="*/ 115 h 290"/>
              <a:gd name="T28" fmla="*/ 246 w 248"/>
              <a:gd name="T29" fmla="*/ 2 h 290"/>
              <a:gd name="T30" fmla="*/ 246 w 248"/>
              <a:gd name="T31" fmla="*/ 9 h 290"/>
              <a:gd name="T32" fmla="*/ 154 w 248"/>
              <a:gd name="T33" fmla="*/ 173 h 290"/>
              <a:gd name="T34" fmla="*/ 154 w 248"/>
              <a:gd name="T35" fmla="*/ 173 h 290"/>
              <a:gd name="T36" fmla="*/ 213 w 248"/>
              <a:gd name="T37" fmla="*/ 281 h 290"/>
              <a:gd name="T38" fmla="*/ 213 w 248"/>
              <a:gd name="T39" fmla="*/ 287 h 290"/>
              <a:gd name="T40" fmla="*/ 207 w 248"/>
              <a:gd name="T41" fmla="*/ 290 h 290"/>
              <a:gd name="T42" fmla="*/ 165 w 248"/>
              <a:gd name="T43" fmla="*/ 290 h 290"/>
              <a:gd name="T44" fmla="*/ 154 w 248"/>
              <a:gd name="T45" fmla="*/ 282 h 290"/>
              <a:gd name="T46" fmla="*/ 94 w 248"/>
              <a:gd name="T47" fmla="*/ 173 h 290"/>
              <a:gd name="T48" fmla="*/ 187 w 248"/>
              <a:gd name="T49" fmla="*/ 7 h 290"/>
              <a:gd name="T50" fmla="*/ 199 w 248"/>
              <a:gd name="T51" fmla="*/ 0 h 290"/>
              <a:gd name="T52" fmla="*/ 241 w 248"/>
              <a:gd name="T53" fmla="*/ 0 h 290"/>
              <a:gd name="T54" fmla="*/ 246 w 248"/>
              <a:gd name="T55" fmla="*/ 2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8" h="290">
                <a:moveTo>
                  <a:pt x="105" y="115"/>
                </a:moveTo>
                <a:cubicBezTo>
                  <a:pt x="104" y="117"/>
                  <a:pt x="89" y="144"/>
                  <a:pt x="60" y="195"/>
                </a:cubicBezTo>
                <a:cubicBezTo>
                  <a:pt x="57" y="200"/>
                  <a:pt x="53" y="203"/>
                  <a:pt x="48" y="203"/>
                </a:cubicBezTo>
                <a:cubicBezTo>
                  <a:pt x="6" y="203"/>
                  <a:pt x="6" y="203"/>
                  <a:pt x="6" y="203"/>
                </a:cubicBezTo>
                <a:cubicBezTo>
                  <a:pt x="4" y="203"/>
                  <a:pt x="2" y="202"/>
                  <a:pt x="1" y="200"/>
                </a:cubicBezTo>
                <a:cubicBezTo>
                  <a:pt x="0" y="198"/>
                  <a:pt x="0" y="196"/>
                  <a:pt x="1" y="194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17" y="66"/>
                  <a:pt x="17" y="66"/>
                  <a:pt x="17" y="66"/>
                </a:cubicBezTo>
                <a:cubicBezTo>
                  <a:pt x="16" y="63"/>
                  <a:pt x="16" y="61"/>
                  <a:pt x="17" y="59"/>
                </a:cubicBezTo>
                <a:cubicBezTo>
                  <a:pt x="18" y="58"/>
                  <a:pt x="20" y="57"/>
                  <a:pt x="23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9" y="57"/>
                  <a:pt x="73" y="59"/>
                  <a:pt x="76" y="65"/>
                </a:cubicBezTo>
                <a:lnTo>
                  <a:pt x="105" y="115"/>
                </a:lnTo>
                <a:close/>
                <a:moveTo>
                  <a:pt x="246" y="2"/>
                </a:moveTo>
                <a:cubicBezTo>
                  <a:pt x="248" y="4"/>
                  <a:pt x="248" y="6"/>
                  <a:pt x="246" y="9"/>
                </a:cubicBezTo>
                <a:cubicBezTo>
                  <a:pt x="154" y="173"/>
                  <a:pt x="154" y="173"/>
                  <a:pt x="154" y="173"/>
                </a:cubicBezTo>
                <a:cubicBezTo>
                  <a:pt x="154" y="173"/>
                  <a:pt x="154" y="173"/>
                  <a:pt x="154" y="173"/>
                </a:cubicBezTo>
                <a:cubicBezTo>
                  <a:pt x="213" y="281"/>
                  <a:pt x="213" y="281"/>
                  <a:pt x="213" y="281"/>
                </a:cubicBezTo>
                <a:cubicBezTo>
                  <a:pt x="214" y="283"/>
                  <a:pt x="214" y="285"/>
                  <a:pt x="213" y="287"/>
                </a:cubicBezTo>
                <a:cubicBezTo>
                  <a:pt x="212" y="289"/>
                  <a:pt x="210" y="290"/>
                  <a:pt x="207" y="290"/>
                </a:cubicBezTo>
                <a:cubicBezTo>
                  <a:pt x="165" y="290"/>
                  <a:pt x="165" y="290"/>
                  <a:pt x="165" y="290"/>
                </a:cubicBezTo>
                <a:cubicBezTo>
                  <a:pt x="160" y="290"/>
                  <a:pt x="156" y="287"/>
                  <a:pt x="154" y="282"/>
                </a:cubicBezTo>
                <a:cubicBezTo>
                  <a:pt x="94" y="173"/>
                  <a:pt x="94" y="173"/>
                  <a:pt x="94" y="173"/>
                </a:cubicBezTo>
                <a:cubicBezTo>
                  <a:pt x="96" y="169"/>
                  <a:pt x="127" y="114"/>
                  <a:pt x="187" y="7"/>
                </a:cubicBezTo>
                <a:cubicBezTo>
                  <a:pt x="190" y="2"/>
                  <a:pt x="194" y="0"/>
                  <a:pt x="199" y="0"/>
                </a:cubicBezTo>
                <a:cubicBezTo>
                  <a:pt x="241" y="0"/>
                  <a:pt x="241" y="0"/>
                  <a:pt x="241" y="0"/>
                </a:cubicBezTo>
                <a:cubicBezTo>
                  <a:pt x="243" y="0"/>
                  <a:pt x="245" y="0"/>
                  <a:pt x="246" y="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1" name="Freeform 117"/>
          <p:cNvSpPr>
            <a:spLocks noEditPoints="1"/>
          </p:cNvSpPr>
          <p:nvPr/>
        </p:nvSpPr>
        <p:spPr bwMode="auto">
          <a:xfrm>
            <a:off x="8145463" y="3760788"/>
            <a:ext cx="290513" cy="290513"/>
          </a:xfrm>
          <a:custGeom>
            <a:avLst/>
            <a:gdLst>
              <a:gd name="T0" fmla="*/ 120 w 269"/>
              <a:gd name="T1" fmla="*/ 112 h 270"/>
              <a:gd name="T2" fmla="*/ 98 w 269"/>
              <a:gd name="T3" fmla="*/ 73 h 270"/>
              <a:gd name="T4" fmla="*/ 89 w 269"/>
              <a:gd name="T5" fmla="*/ 67 h 270"/>
              <a:gd name="T6" fmla="*/ 57 w 269"/>
              <a:gd name="T7" fmla="*/ 67 h 270"/>
              <a:gd name="T8" fmla="*/ 52 w 269"/>
              <a:gd name="T9" fmla="*/ 69 h 270"/>
              <a:gd name="T10" fmla="*/ 52 w 269"/>
              <a:gd name="T11" fmla="*/ 74 h 270"/>
              <a:gd name="T12" fmla="*/ 74 w 269"/>
              <a:gd name="T13" fmla="*/ 112 h 270"/>
              <a:gd name="T14" fmla="*/ 74 w 269"/>
              <a:gd name="T15" fmla="*/ 112 h 270"/>
              <a:gd name="T16" fmla="*/ 40 w 269"/>
              <a:gd name="T17" fmla="*/ 173 h 270"/>
              <a:gd name="T18" fmla="*/ 40 w 269"/>
              <a:gd name="T19" fmla="*/ 178 h 270"/>
              <a:gd name="T20" fmla="*/ 44 w 269"/>
              <a:gd name="T21" fmla="*/ 180 h 270"/>
              <a:gd name="T22" fmla="*/ 76 w 269"/>
              <a:gd name="T23" fmla="*/ 180 h 270"/>
              <a:gd name="T24" fmla="*/ 85 w 269"/>
              <a:gd name="T25" fmla="*/ 174 h 270"/>
              <a:gd name="T26" fmla="*/ 120 w 269"/>
              <a:gd name="T27" fmla="*/ 112 h 270"/>
              <a:gd name="T28" fmla="*/ 230 w 269"/>
              <a:gd name="T29" fmla="*/ 25 h 270"/>
              <a:gd name="T30" fmla="*/ 225 w 269"/>
              <a:gd name="T31" fmla="*/ 23 h 270"/>
              <a:gd name="T32" fmla="*/ 193 w 269"/>
              <a:gd name="T33" fmla="*/ 23 h 270"/>
              <a:gd name="T34" fmla="*/ 184 w 269"/>
              <a:gd name="T35" fmla="*/ 29 h 270"/>
              <a:gd name="T36" fmla="*/ 112 w 269"/>
              <a:gd name="T37" fmla="*/ 157 h 270"/>
              <a:gd name="T38" fmla="*/ 158 w 269"/>
              <a:gd name="T39" fmla="*/ 241 h 270"/>
              <a:gd name="T40" fmla="*/ 167 w 269"/>
              <a:gd name="T41" fmla="*/ 247 h 270"/>
              <a:gd name="T42" fmla="*/ 199 w 269"/>
              <a:gd name="T43" fmla="*/ 247 h 270"/>
              <a:gd name="T44" fmla="*/ 204 w 269"/>
              <a:gd name="T45" fmla="*/ 245 h 270"/>
              <a:gd name="T46" fmla="*/ 203 w 269"/>
              <a:gd name="T47" fmla="*/ 240 h 270"/>
              <a:gd name="T48" fmla="*/ 158 w 269"/>
              <a:gd name="T49" fmla="*/ 157 h 270"/>
              <a:gd name="T50" fmla="*/ 158 w 269"/>
              <a:gd name="T51" fmla="*/ 157 h 270"/>
              <a:gd name="T52" fmla="*/ 230 w 269"/>
              <a:gd name="T53" fmla="*/ 30 h 270"/>
              <a:gd name="T54" fmla="*/ 230 w 269"/>
              <a:gd name="T55" fmla="*/ 25 h 270"/>
              <a:gd name="T56" fmla="*/ 269 w 269"/>
              <a:gd name="T57" fmla="*/ 51 h 270"/>
              <a:gd name="T58" fmla="*/ 269 w 269"/>
              <a:gd name="T59" fmla="*/ 219 h 270"/>
              <a:gd name="T60" fmla="*/ 255 w 269"/>
              <a:gd name="T61" fmla="*/ 255 h 270"/>
              <a:gd name="T62" fmla="*/ 219 w 269"/>
              <a:gd name="T63" fmla="*/ 270 h 270"/>
              <a:gd name="T64" fmla="*/ 50 w 269"/>
              <a:gd name="T65" fmla="*/ 270 h 270"/>
              <a:gd name="T66" fmla="*/ 15 w 269"/>
              <a:gd name="T67" fmla="*/ 255 h 270"/>
              <a:gd name="T68" fmla="*/ 0 w 269"/>
              <a:gd name="T69" fmla="*/ 219 h 270"/>
              <a:gd name="T70" fmla="*/ 0 w 269"/>
              <a:gd name="T71" fmla="*/ 51 h 270"/>
              <a:gd name="T72" fmla="*/ 15 w 269"/>
              <a:gd name="T73" fmla="*/ 15 h 270"/>
              <a:gd name="T74" fmla="*/ 50 w 269"/>
              <a:gd name="T75" fmla="*/ 0 h 270"/>
              <a:gd name="T76" fmla="*/ 219 w 269"/>
              <a:gd name="T77" fmla="*/ 0 h 270"/>
              <a:gd name="T78" fmla="*/ 255 w 269"/>
              <a:gd name="T79" fmla="*/ 15 h 270"/>
              <a:gd name="T80" fmla="*/ 269 w 269"/>
              <a:gd name="T8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9" h="270">
                <a:moveTo>
                  <a:pt x="120" y="112"/>
                </a:moveTo>
                <a:cubicBezTo>
                  <a:pt x="120" y="112"/>
                  <a:pt x="113" y="99"/>
                  <a:pt x="98" y="73"/>
                </a:cubicBezTo>
                <a:cubicBezTo>
                  <a:pt x="96" y="69"/>
                  <a:pt x="92" y="67"/>
                  <a:pt x="89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4" y="67"/>
                  <a:pt x="53" y="68"/>
                  <a:pt x="52" y="69"/>
                </a:cubicBezTo>
                <a:cubicBezTo>
                  <a:pt x="51" y="71"/>
                  <a:pt x="51" y="72"/>
                  <a:pt x="52" y="74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40" y="173"/>
                  <a:pt x="40" y="173"/>
                  <a:pt x="40" y="173"/>
                </a:cubicBezTo>
                <a:cubicBezTo>
                  <a:pt x="39" y="175"/>
                  <a:pt x="39" y="176"/>
                  <a:pt x="40" y="178"/>
                </a:cubicBezTo>
                <a:cubicBezTo>
                  <a:pt x="41" y="180"/>
                  <a:pt x="42" y="180"/>
                  <a:pt x="44" y="180"/>
                </a:cubicBezTo>
                <a:cubicBezTo>
                  <a:pt x="76" y="180"/>
                  <a:pt x="76" y="180"/>
                  <a:pt x="76" y="180"/>
                </a:cubicBezTo>
                <a:cubicBezTo>
                  <a:pt x="80" y="180"/>
                  <a:pt x="83" y="178"/>
                  <a:pt x="85" y="174"/>
                </a:cubicBezTo>
                <a:lnTo>
                  <a:pt x="120" y="112"/>
                </a:lnTo>
                <a:close/>
                <a:moveTo>
                  <a:pt x="230" y="25"/>
                </a:moveTo>
                <a:cubicBezTo>
                  <a:pt x="229" y="24"/>
                  <a:pt x="227" y="23"/>
                  <a:pt x="225" y="23"/>
                </a:cubicBezTo>
                <a:cubicBezTo>
                  <a:pt x="193" y="23"/>
                  <a:pt x="193" y="23"/>
                  <a:pt x="193" y="23"/>
                </a:cubicBezTo>
                <a:cubicBezTo>
                  <a:pt x="189" y="23"/>
                  <a:pt x="186" y="25"/>
                  <a:pt x="184" y="29"/>
                </a:cubicBezTo>
                <a:cubicBezTo>
                  <a:pt x="112" y="157"/>
                  <a:pt x="112" y="157"/>
                  <a:pt x="112" y="157"/>
                </a:cubicBezTo>
                <a:cubicBezTo>
                  <a:pt x="112" y="157"/>
                  <a:pt x="127" y="185"/>
                  <a:pt x="158" y="241"/>
                </a:cubicBezTo>
                <a:cubicBezTo>
                  <a:pt x="160" y="245"/>
                  <a:pt x="163" y="247"/>
                  <a:pt x="167" y="247"/>
                </a:cubicBezTo>
                <a:cubicBezTo>
                  <a:pt x="199" y="247"/>
                  <a:pt x="199" y="247"/>
                  <a:pt x="199" y="247"/>
                </a:cubicBezTo>
                <a:cubicBezTo>
                  <a:pt x="201" y="247"/>
                  <a:pt x="203" y="247"/>
                  <a:pt x="204" y="245"/>
                </a:cubicBezTo>
                <a:cubicBezTo>
                  <a:pt x="205" y="244"/>
                  <a:pt x="204" y="242"/>
                  <a:pt x="203" y="240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230" y="30"/>
                  <a:pt x="230" y="30"/>
                  <a:pt x="230" y="30"/>
                </a:cubicBezTo>
                <a:cubicBezTo>
                  <a:pt x="231" y="28"/>
                  <a:pt x="231" y="26"/>
                  <a:pt x="230" y="25"/>
                </a:cubicBezTo>
                <a:close/>
                <a:moveTo>
                  <a:pt x="269" y="51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4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4" y="25"/>
                  <a:pt x="269" y="37"/>
                  <a:pt x="269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228085990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696913" y="1192213"/>
            <a:ext cx="341313" cy="219075"/>
          </a:xfrm>
          <a:custGeom>
            <a:avLst/>
            <a:gdLst>
              <a:gd name="T0" fmla="*/ 293 w 316"/>
              <a:gd name="T1" fmla="*/ 101 h 203"/>
              <a:gd name="T2" fmla="*/ 226 w 316"/>
              <a:gd name="T3" fmla="*/ 39 h 203"/>
              <a:gd name="T4" fmla="*/ 237 w 316"/>
              <a:gd name="T5" fmla="*/ 79 h 203"/>
              <a:gd name="T6" fmla="*/ 214 w 316"/>
              <a:gd name="T7" fmla="*/ 135 h 203"/>
              <a:gd name="T8" fmla="*/ 158 w 316"/>
              <a:gd name="T9" fmla="*/ 158 h 203"/>
              <a:gd name="T10" fmla="*/ 102 w 316"/>
              <a:gd name="T11" fmla="*/ 135 h 203"/>
              <a:gd name="T12" fmla="*/ 79 w 316"/>
              <a:gd name="T13" fmla="*/ 79 h 203"/>
              <a:gd name="T14" fmla="*/ 90 w 316"/>
              <a:gd name="T15" fmla="*/ 39 h 203"/>
              <a:gd name="T16" fmla="*/ 23 w 316"/>
              <a:gd name="T17" fmla="*/ 101 h 203"/>
              <a:gd name="T18" fmla="*/ 81 w 316"/>
              <a:gd name="T19" fmla="*/ 159 h 203"/>
              <a:gd name="T20" fmla="*/ 158 w 316"/>
              <a:gd name="T21" fmla="*/ 180 h 203"/>
              <a:gd name="T22" fmla="*/ 234 w 316"/>
              <a:gd name="T23" fmla="*/ 159 h 203"/>
              <a:gd name="T24" fmla="*/ 293 w 316"/>
              <a:gd name="T25" fmla="*/ 101 h 203"/>
              <a:gd name="T26" fmla="*/ 166 w 316"/>
              <a:gd name="T27" fmla="*/ 34 h 203"/>
              <a:gd name="T28" fmla="*/ 164 w 316"/>
              <a:gd name="T29" fmla="*/ 28 h 203"/>
              <a:gd name="T30" fmla="*/ 158 w 316"/>
              <a:gd name="T31" fmla="*/ 25 h 203"/>
              <a:gd name="T32" fmla="*/ 120 w 316"/>
              <a:gd name="T33" fmla="*/ 41 h 203"/>
              <a:gd name="T34" fmla="*/ 104 w 316"/>
              <a:gd name="T35" fmla="*/ 79 h 203"/>
              <a:gd name="T36" fmla="*/ 107 w 316"/>
              <a:gd name="T37" fmla="*/ 85 h 203"/>
              <a:gd name="T38" fmla="*/ 113 w 316"/>
              <a:gd name="T39" fmla="*/ 87 h 203"/>
              <a:gd name="T40" fmla="*/ 119 w 316"/>
              <a:gd name="T41" fmla="*/ 85 h 203"/>
              <a:gd name="T42" fmla="*/ 121 w 316"/>
              <a:gd name="T43" fmla="*/ 79 h 203"/>
              <a:gd name="T44" fmla="*/ 132 w 316"/>
              <a:gd name="T45" fmla="*/ 53 h 203"/>
              <a:gd name="T46" fmla="*/ 158 w 316"/>
              <a:gd name="T47" fmla="*/ 42 h 203"/>
              <a:gd name="T48" fmla="*/ 164 w 316"/>
              <a:gd name="T49" fmla="*/ 40 h 203"/>
              <a:gd name="T50" fmla="*/ 166 w 316"/>
              <a:gd name="T51" fmla="*/ 34 h 203"/>
              <a:gd name="T52" fmla="*/ 316 w 316"/>
              <a:gd name="T53" fmla="*/ 101 h 203"/>
              <a:gd name="T54" fmla="*/ 312 w 316"/>
              <a:gd name="T55" fmla="*/ 113 h 203"/>
              <a:gd name="T56" fmla="*/ 246 w 316"/>
              <a:gd name="T57" fmla="*/ 178 h 203"/>
              <a:gd name="T58" fmla="*/ 158 w 316"/>
              <a:gd name="T59" fmla="*/ 203 h 203"/>
              <a:gd name="T60" fmla="*/ 70 w 316"/>
              <a:gd name="T61" fmla="*/ 178 h 203"/>
              <a:gd name="T62" fmla="*/ 4 w 316"/>
              <a:gd name="T63" fmla="*/ 113 h 203"/>
              <a:gd name="T64" fmla="*/ 0 w 316"/>
              <a:gd name="T65" fmla="*/ 101 h 203"/>
              <a:gd name="T66" fmla="*/ 4 w 316"/>
              <a:gd name="T67" fmla="*/ 89 h 203"/>
              <a:gd name="T68" fmla="*/ 70 w 316"/>
              <a:gd name="T69" fmla="*/ 24 h 203"/>
              <a:gd name="T70" fmla="*/ 158 w 316"/>
              <a:gd name="T71" fmla="*/ 0 h 203"/>
              <a:gd name="T72" fmla="*/ 246 w 316"/>
              <a:gd name="T73" fmla="*/ 24 h 203"/>
              <a:gd name="T74" fmla="*/ 312 w 316"/>
              <a:gd name="T75" fmla="*/ 89 h 203"/>
              <a:gd name="T76" fmla="*/ 316 w 316"/>
              <a:gd name="T77" fmla="*/ 101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6" h="203">
                <a:moveTo>
                  <a:pt x="293" y="101"/>
                </a:moveTo>
                <a:cubicBezTo>
                  <a:pt x="275" y="74"/>
                  <a:pt x="253" y="53"/>
                  <a:pt x="226" y="39"/>
                </a:cubicBezTo>
                <a:cubicBezTo>
                  <a:pt x="233" y="51"/>
                  <a:pt x="237" y="65"/>
                  <a:pt x="237" y="79"/>
                </a:cubicBezTo>
                <a:cubicBezTo>
                  <a:pt x="237" y="101"/>
                  <a:pt x="229" y="119"/>
                  <a:pt x="214" y="135"/>
                </a:cubicBezTo>
                <a:cubicBezTo>
                  <a:pt x="198" y="150"/>
                  <a:pt x="180" y="158"/>
                  <a:pt x="158" y="158"/>
                </a:cubicBezTo>
                <a:cubicBezTo>
                  <a:pt x="136" y="158"/>
                  <a:pt x="118" y="150"/>
                  <a:pt x="102" y="135"/>
                </a:cubicBezTo>
                <a:cubicBezTo>
                  <a:pt x="87" y="119"/>
                  <a:pt x="79" y="101"/>
                  <a:pt x="79" y="79"/>
                </a:cubicBezTo>
                <a:cubicBezTo>
                  <a:pt x="79" y="65"/>
                  <a:pt x="83" y="51"/>
                  <a:pt x="90" y="39"/>
                </a:cubicBezTo>
                <a:cubicBezTo>
                  <a:pt x="63" y="53"/>
                  <a:pt x="40" y="74"/>
                  <a:pt x="23" y="101"/>
                </a:cubicBezTo>
                <a:cubicBezTo>
                  <a:pt x="38" y="125"/>
                  <a:pt x="58" y="145"/>
                  <a:pt x="81" y="159"/>
                </a:cubicBezTo>
                <a:cubicBezTo>
                  <a:pt x="105" y="173"/>
                  <a:pt x="130" y="180"/>
                  <a:pt x="158" y="180"/>
                </a:cubicBezTo>
                <a:cubicBezTo>
                  <a:pt x="185" y="180"/>
                  <a:pt x="211" y="173"/>
                  <a:pt x="234" y="159"/>
                </a:cubicBezTo>
                <a:cubicBezTo>
                  <a:pt x="258" y="145"/>
                  <a:pt x="277" y="125"/>
                  <a:pt x="293" y="101"/>
                </a:cubicBezTo>
                <a:close/>
                <a:moveTo>
                  <a:pt x="166" y="34"/>
                </a:moveTo>
                <a:cubicBezTo>
                  <a:pt x="166" y="31"/>
                  <a:pt x="165" y="29"/>
                  <a:pt x="164" y="28"/>
                </a:cubicBezTo>
                <a:cubicBezTo>
                  <a:pt x="162" y="26"/>
                  <a:pt x="160" y="25"/>
                  <a:pt x="158" y="25"/>
                </a:cubicBezTo>
                <a:cubicBezTo>
                  <a:pt x="143" y="25"/>
                  <a:pt x="131" y="31"/>
                  <a:pt x="120" y="41"/>
                </a:cubicBezTo>
                <a:cubicBezTo>
                  <a:pt x="110" y="52"/>
                  <a:pt x="104" y="64"/>
                  <a:pt x="104" y="79"/>
                </a:cubicBezTo>
                <a:cubicBezTo>
                  <a:pt x="104" y="81"/>
                  <a:pt x="105" y="83"/>
                  <a:pt x="107" y="85"/>
                </a:cubicBezTo>
                <a:cubicBezTo>
                  <a:pt x="108" y="86"/>
                  <a:pt x="110" y="87"/>
                  <a:pt x="113" y="87"/>
                </a:cubicBezTo>
                <a:cubicBezTo>
                  <a:pt x="115" y="87"/>
                  <a:pt x="117" y="86"/>
                  <a:pt x="119" y="85"/>
                </a:cubicBezTo>
                <a:cubicBezTo>
                  <a:pt x="120" y="83"/>
                  <a:pt x="121" y="81"/>
                  <a:pt x="121" y="79"/>
                </a:cubicBezTo>
                <a:cubicBezTo>
                  <a:pt x="121" y="69"/>
                  <a:pt x="125" y="60"/>
                  <a:pt x="132" y="53"/>
                </a:cubicBezTo>
                <a:cubicBezTo>
                  <a:pt x="139" y="46"/>
                  <a:pt x="148" y="42"/>
                  <a:pt x="158" y="42"/>
                </a:cubicBezTo>
                <a:cubicBezTo>
                  <a:pt x="160" y="42"/>
                  <a:pt x="162" y="41"/>
                  <a:pt x="164" y="40"/>
                </a:cubicBezTo>
                <a:cubicBezTo>
                  <a:pt x="165" y="38"/>
                  <a:pt x="166" y="36"/>
                  <a:pt x="166" y="34"/>
                </a:cubicBezTo>
                <a:close/>
                <a:moveTo>
                  <a:pt x="316" y="101"/>
                </a:moveTo>
                <a:cubicBezTo>
                  <a:pt x="316" y="105"/>
                  <a:pt x="314" y="109"/>
                  <a:pt x="312" y="113"/>
                </a:cubicBezTo>
                <a:cubicBezTo>
                  <a:pt x="296" y="140"/>
                  <a:pt x="274" y="162"/>
                  <a:pt x="246" y="178"/>
                </a:cubicBezTo>
                <a:cubicBezTo>
                  <a:pt x="218" y="195"/>
                  <a:pt x="189" y="203"/>
                  <a:pt x="158" y="203"/>
                </a:cubicBezTo>
                <a:cubicBezTo>
                  <a:pt x="127" y="203"/>
                  <a:pt x="98" y="195"/>
                  <a:pt x="70" y="178"/>
                </a:cubicBezTo>
                <a:cubicBezTo>
                  <a:pt x="42" y="162"/>
                  <a:pt x="20" y="140"/>
                  <a:pt x="4" y="113"/>
                </a:cubicBezTo>
                <a:cubicBezTo>
                  <a:pt x="1" y="109"/>
                  <a:pt x="0" y="105"/>
                  <a:pt x="0" y="101"/>
                </a:cubicBezTo>
                <a:cubicBezTo>
                  <a:pt x="0" y="97"/>
                  <a:pt x="1" y="93"/>
                  <a:pt x="4" y="89"/>
                </a:cubicBezTo>
                <a:cubicBezTo>
                  <a:pt x="20" y="62"/>
                  <a:pt x="42" y="41"/>
                  <a:pt x="70" y="24"/>
                </a:cubicBezTo>
                <a:cubicBezTo>
                  <a:pt x="98" y="8"/>
                  <a:pt x="127" y="0"/>
                  <a:pt x="158" y="0"/>
                </a:cubicBezTo>
                <a:cubicBezTo>
                  <a:pt x="189" y="0"/>
                  <a:pt x="218" y="8"/>
                  <a:pt x="246" y="24"/>
                </a:cubicBezTo>
                <a:cubicBezTo>
                  <a:pt x="274" y="41"/>
                  <a:pt x="296" y="62"/>
                  <a:pt x="312" y="89"/>
                </a:cubicBezTo>
                <a:cubicBezTo>
                  <a:pt x="314" y="93"/>
                  <a:pt x="316" y="97"/>
                  <a:pt x="316" y="10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1128713" y="1131888"/>
            <a:ext cx="341313" cy="339725"/>
          </a:xfrm>
          <a:custGeom>
            <a:avLst/>
            <a:gdLst>
              <a:gd name="T0" fmla="*/ 299 w 315"/>
              <a:gd name="T1" fmla="*/ 16 h 315"/>
              <a:gd name="T2" fmla="*/ 315 w 315"/>
              <a:gd name="T3" fmla="*/ 56 h 315"/>
              <a:gd name="T4" fmla="*/ 299 w 315"/>
              <a:gd name="T5" fmla="*/ 96 h 315"/>
              <a:gd name="T6" fmla="*/ 259 w 315"/>
              <a:gd name="T7" fmla="*/ 135 h 315"/>
              <a:gd name="T8" fmla="*/ 277 w 315"/>
              <a:gd name="T9" fmla="*/ 153 h 315"/>
              <a:gd name="T10" fmla="*/ 279 w 315"/>
              <a:gd name="T11" fmla="*/ 157 h 315"/>
              <a:gd name="T12" fmla="*/ 277 w 315"/>
              <a:gd name="T13" fmla="*/ 161 h 315"/>
              <a:gd name="T14" fmla="*/ 240 w 315"/>
              <a:gd name="T15" fmla="*/ 198 h 315"/>
              <a:gd name="T16" fmla="*/ 236 w 315"/>
              <a:gd name="T17" fmla="*/ 200 h 315"/>
              <a:gd name="T18" fmla="*/ 232 w 315"/>
              <a:gd name="T19" fmla="*/ 198 h 315"/>
              <a:gd name="T20" fmla="*/ 214 w 315"/>
              <a:gd name="T21" fmla="*/ 180 h 315"/>
              <a:gd name="T22" fmla="*/ 108 w 315"/>
              <a:gd name="T23" fmla="*/ 286 h 315"/>
              <a:gd name="T24" fmla="*/ 92 w 315"/>
              <a:gd name="T25" fmla="*/ 293 h 315"/>
              <a:gd name="T26" fmla="*/ 56 w 315"/>
              <a:gd name="T27" fmla="*/ 293 h 315"/>
              <a:gd name="T28" fmla="*/ 11 w 315"/>
              <a:gd name="T29" fmla="*/ 315 h 315"/>
              <a:gd name="T30" fmla="*/ 0 w 315"/>
              <a:gd name="T31" fmla="*/ 304 h 315"/>
              <a:gd name="T32" fmla="*/ 22 w 315"/>
              <a:gd name="T33" fmla="*/ 259 h 315"/>
              <a:gd name="T34" fmla="*/ 22 w 315"/>
              <a:gd name="T35" fmla="*/ 223 h 315"/>
              <a:gd name="T36" fmla="*/ 29 w 315"/>
              <a:gd name="T37" fmla="*/ 207 h 315"/>
              <a:gd name="T38" fmla="*/ 135 w 315"/>
              <a:gd name="T39" fmla="*/ 101 h 315"/>
              <a:gd name="T40" fmla="*/ 116 w 315"/>
              <a:gd name="T41" fmla="*/ 83 h 315"/>
              <a:gd name="T42" fmla="*/ 115 w 315"/>
              <a:gd name="T43" fmla="*/ 78 h 315"/>
              <a:gd name="T44" fmla="*/ 116 w 315"/>
              <a:gd name="T45" fmla="*/ 74 h 315"/>
              <a:gd name="T46" fmla="*/ 153 w 315"/>
              <a:gd name="T47" fmla="*/ 37 h 315"/>
              <a:gd name="T48" fmla="*/ 157 w 315"/>
              <a:gd name="T49" fmla="*/ 36 h 315"/>
              <a:gd name="T50" fmla="*/ 162 w 315"/>
              <a:gd name="T51" fmla="*/ 37 h 315"/>
              <a:gd name="T52" fmla="*/ 180 w 315"/>
              <a:gd name="T53" fmla="*/ 56 h 315"/>
              <a:gd name="T54" fmla="*/ 219 w 315"/>
              <a:gd name="T55" fmla="*/ 16 h 315"/>
              <a:gd name="T56" fmla="*/ 259 w 315"/>
              <a:gd name="T57" fmla="*/ 0 h 315"/>
              <a:gd name="T58" fmla="*/ 299 w 315"/>
              <a:gd name="T59" fmla="*/ 16 h 315"/>
              <a:gd name="T60" fmla="*/ 90 w 315"/>
              <a:gd name="T61" fmla="*/ 259 h 315"/>
              <a:gd name="T62" fmla="*/ 191 w 315"/>
              <a:gd name="T63" fmla="*/ 157 h 315"/>
              <a:gd name="T64" fmla="*/ 157 w 315"/>
              <a:gd name="T65" fmla="*/ 124 h 315"/>
              <a:gd name="T66" fmla="*/ 56 w 315"/>
              <a:gd name="T67" fmla="*/ 225 h 315"/>
              <a:gd name="T68" fmla="*/ 56 w 315"/>
              <a:gd name="T69" fmla="*/ 259 h 315"/>
              <a:gd name="T70" fmla="*/ 90 w 315"/>
              <a:gd name="T71" fmla="*/ 259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5" h="315">
                <a:moveTo>
                  <a:pt x="299" y="16"/>
                </a:moveTo>
                <a:cubicBezTo>
                  <a:pt x="310" y="27"/>
                  <a:pt x="315" y="40"/>
                  <a:pt x="315" y="56"/>
                </a:cubicBezTo>
                <a:cubicBezTo>
                  <a:pt x="315" y="72"/>
                  <a:pt x="310" y="85"/>
                  <a:pt x="299" y="96"/>
                </a:cubicBezTo>
                <a:cubicBezTo>
                  <a:pt x="259" y="135"/>
                  <a:pt x="259" y="135"/>
                  <a:pt x="259" y="135"/>
                </a:cubicBezTo>
                <a:cubicBezTo>
                  <a:pt x="277" y="153"/>
                  <a:pt x="277" y="153"/>
                  <a:pt x="277" y="153"/>
                </a:cubicBezTo>
                <a:cubicBezTo>
                  <a:pt x="279" y="154"/>
                  <a:pt x="279" y="156"/>
                  <a:pt x="279" y="157"/>
                </a:cubicBezTo>
                <a:cubicBezTo>
                  <a:pt x="279" y="159"/>
                  <a:pt x="279" y="160"/>
                  <a:pt x="277" y="161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239" y="200"/>
                  <a:pt x="238" y="200"/>
                  <a:pt x="236" y="200"/>
                </a:cubicBezTo>
                <a:cubicBezTo>
                  <a:pt x="235" y="200"/>
                  <a:pt x="233" y="200"/>
                  <a:pt x="232" y="198"/>
                </a:cubicBezTo>
                <a:cubicBezTo>
                  <a:pt x="214" y="180"/>
                  <a:pt x="214" y="180"/>
                  <a:pt x="214" y="180"/>
                </a:cubicBezTo>
                <a:cubicBezTo>
                  <a:pt x="108" y="286"/>
                  <a:pt x="108" y="286"/>
                  <a:pt x="108" y="286"/>
                </a:cubicBezTo>
                <a:cubicBezTo>
                  <a:pt x="103" y="290"/>
                  <a:pt x="98" y="293"/>
                  <a:pt x="92" y="293"/>
                </a:cubicBezTo>
                <a:cubicBezTo>
                  <a:pt x="56" y="293"/>
                  <a:pt x="56" y="293"/>
                  <a:pt x="56" y="293"/>
                </a:cubicBezTo>
                <a:cubicBezTo>
                  <a:pt x="11" y="315"/>
                  <a:pt x="11" y="315"/>
                  <a:pt x="11" y="315"/>
                </a:cubicBezTo>
                <a:cubicBezTo>
                  <a:pt x="0" y="304"/>
                  <a:pt x="0" y="304"/>
                  <a:pt x="0" y="304"/>
                </a:cubicBezTo>
                <a:cubicBezTo>
                  <a:pt x="22" y="259"/>
                  <a:pt x="22" y="259"/>
                  <a:pt x="22" y="259"/>
                </a:cubicBezTo>
                <a:cubicBezTo>
                  <a:pt x="22" y="223"/>
                  <a:pt x="22" y="223"/>
                  <a:pt x="22" y="223"/>
                </a:cubicBezTo>
                <a:cubicBezTo>
                  <a:pt x="22" y="217"/>
                  <a:pt x="24" y="211"/>
                  <a:pt x="29" y="207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5" y="81"/>
                  <a:pt x="115" y="80"/>
                  <a:pt x="115" y="78"/>
                </a:cubicBezTo>
                <a:cubicBezTo>
                  <a:pt x="115" y="77"/>
                  <a:pt x="115" y="76"/>
                  <a:pt x="116" y="74"/>
                </a:cubicBezTo>
                <a:cubicBezTo>
                  <a:pt x="153" y="37"/>
                  <a:pt x="153" y="37"/>
                  <a:pt x="153" y="37"/>
                </a:cubicBezTo>
                <a:cubicBezTo>
                  <a:pt x="155" y="36"/>
                  <a:pt x="156" y="36"/>
                  <a:pt x="157" y="36"/>
                </a:cubicBezTo>
                <a:cubicBezTo>
                  <a:pt x="159" y="36"/>
                  <a:pt x="160" y="36"/>
                  <a:pt x="162" y="37"/>
                </a:cubicBezTo>
                <a:cubicBezTo>
                  <a:pt x="180" y="56"/>
                  <a:pt x="180" y="56"/>
                  <a:pt x="180" y="56"/>
                </a:cubicBezTo>
                <a:cubicBezTo>
                  <a:pt x="219" y="16"/>
                  <a:pt x="219" y="16"/>
                  <a:pt x="219" y="16"/>
                </a:cubicBezTo>
                <a:cubicBezTo>
                  <a:pt x="230" y="5"/>
                  <a:pt x="243" y="0"/>
                  <a:pt x="259" y="0"/>
                </a:cubicBezTo>
                <a:cubicBezTo>
                  <a:pt x="274" y="0"/>
                  <a:pt x="288" y="5"/>
                  <a:pt x="299" y="16"/>
                </a:cubicBezTo>
                <a:close/>
                <a:moveTo>
                  <a:pt x="90" y="259"/>
                </a:moveTo>
                <a:cubicBezTo>
                  <a:pt x="191" y="157"/>
                  <a:pt x="191" y="157"/>
                  <a:pt x="191" y="157"/>
                </a:cubicBezTo>
                <a:cubicBezTo>
                  <a:pt x="157" y="124"/>
                  <a:pt x="157" y="124"/>
                  <a:pt x="157" y="124"/>
                </a:cubicBezTo>
                <a:cubicBezTo>
                  <a:pt x="56" y="225"/>
                  <a:pt x="56" y="225"/>
                  <a:pt x="56" y="225"/>
                </a:cubicBezTo>
                <a:cubicBezTo>
                  <a:pt x="56" y="259"/>
                  <a:pt x="56" y="259"/>
                  <a:pt x="56" y="259"/>
                </a:cubicBezTo>
                <a:lnTo>
                  <a:pt x="90" y="25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1560513" y="1131888"/>
            <a:ext cx="341313" cy="339725"/>
          </a:xfrm>
          <a:custGeom>
            <a:avLst/>
            <a:gdLst>
              <a:gd name="T0" fmla="*/ 108 w 316"/>
              <a:gd name="T1" fmla="*/ 143 h 315"/>
              <a:gd name="T2" fmla="*/ 158 w 316"/>
              <a:gd name="T3" fmla="*/ 107 h 315"/>
              <a:gd name="T4" fmla="*/ 209 w 316"/>
              <a:gd name="T5" fmla="*/ 143 h 315"/>
              <a:gd name="T6" fmla="*/ 189 w 316"/>
              <a:gd name="T7" fmla="*/ 202 h 315"/>
              <a:gd name="T8" fmla="*/ 127 w 316"/>
              <a:gd name="T9" fmla="*/ 202 h 315"/>
              <a:gd name="T10" fmla="*/ 108 w 316"/>
              <a:gd name="T11" fmla="*/ 143 h 315"/>
              <a:gd name="T12" fmla="*/ 158 w 316"/>
              <a:gd name="T13" fmla="*/ 0 h 315"/>
              <a:gd name="T14" fmla="*/ 219 w 316"/>
              <a:gd name="T15" fmla="*/ 12 h 315"/>
              <a:gd name="T16" fmla="*/ 270 w 316"/>
              <a:gd name="T17" fmla="*/ 46 h 315"/>
              <a:gd name="T18" fmla="*/ 303 w 316"/>
              <a:gd name="T19" fmla="*/ 96 h 315"/>
              <a:gd name="T20" fmla="*/ 316 w 316"/>
              <a:gd name="T21" fmla="*/ 157 h 315"/>
              <a:gd name="T22" fmla="*/ 303 w 316"/>
              <a:gd name="T23" fmla="*/ 219 h 315"/>
              <a:gd name="T24" fmla="*/ 270 w 316"/>
              <a:gd name="T25" fmla="*/ 269 h 315"/>
              <a:gd name="T26" fmla="*/ 219 w 316"/>
              <a:gd name="T27" fmla="*/ 303 h 315"/>
              <a:gd name="T28" fmla="*/ 158 w 316"/>
              <a:gd name="T29" fmla="*/ 315 h 315"/>
              <a:gd name="T30" fmla="*/ 97 w 316"/>
              <a:gd name="T31" fmla="*/ 303 h 315"/>
              <a:gd name="T32" fmla="*/ 47 w 316"/>
              <a:gd name="T33" fmla="*/ 269 h 315"/>
              <a:gd name="T34" fmla="*/ 13 w 316"/>
              <a:gd name="T35" fmla="*/ 219 h 315"/>
              <a:gd name="T36" fmla="*/ 0 w 316"/>
              <a:gd name="T37" fmla="*/ 157 h 315"/>
              <a:gd name="T38" fmla="*/ 13 w 316"/>
              <a:gd name="T39" fmla="*/ 96 h 315"/>
              <a:gd name="T40" fmla="*/ 47 w 316"/>
              <a:gd name="T41" fmla="*/ 46 h 315"/>
              <a:gd name="T42" fmla="*/ 97 w 316"/>
              <a:gd name="T43" fmla="*/ 12 h 315"/>
              <a:gd name="T44" fmla="*/ 158 w 316"/>
              <a:gd name="T45" fmla="*/ 0 h 315"/>
              <a:gd name="T46" fmla="*/ 267 w 316"/>
              <a:gd name="T47" fmla="*/ 237 h 315"/>
              <a:gd name="T48" fmla="*/ 293 w 316"/>
              <a:gd name="T49" fmla="*/ 157 h 315"/>
              <a:gd name="T50" fmla="*/ 293 w 316"/>
              <a:gd name="T51" fmla="*/ 157 h 315"/>
              <a:gd name="T52" fmla="*/ 275 w 316"/>
              <a:gd name="T53" fmla="*/ 172 h 315"/>
              <a:gd name="T54" fmla="*/ 233 w 316"/>
              <a:gd name="T55" fmla="*/ 133 h 315"/>
              <a:gd name="T56" fmla="*/ 244 w 316"/>
              <a:gd name="T57" fmla="*/ 76 h 315"/>
              <a:gd name="T58" fmla="*/ 268 w 316"/>
              <a:gd name="T59" fmla="*/ 78 h 315"/>
              <a:gd name="T60" fmla="*/ 199 w 316"/>
              <a:gd name="T61" fmla="*/ 29 h 315"/>
              <a:gd name="T62" fmla="*/ 209 w 316"/>
              <a:gd name="T63" fmla="*/ 50 h 315"/>
              <a:gd name="T64" fmla="*/ 158 w 316"/>
              <a:gd name="T65" fmla="*/ 78 h 315"/>
              <a:gd name="T66" fmla="*/ 108 w 316"/>
              <a:gd name="T67" fmla="*/ 50 h 315"/>
              <a:gd name="T68" fmla="*/ 117 w 316"/>
              <a:gd name="T69" fmla="*/ 29 h 315"/>
              <a:gd name="T70" fmla="*/ 48 w 316"/>
              <a:gd name="T71" fmla="*/ 78 h 315"/>
              <a:gd name="T72" fmla="*/ 72 w 316"/>
              <a:gd name="T73" fmla="*/ 76 h 315"/>
              <a:gd name="T74" fmla="*/ 83 w 316"/>
              <a:gd name="T75" fmla="*/ 133 h 315"/>
              <a:gd name="T76" fmla="*/ 41 w 316"/>
              <a:gd name="T77" fmla="*/ 172 h 315"/>
              <a:gd name="T78" fmla="*/ 23 w 316"/>
              <a:gd name="T79" fmla="*/ 157 h 315"/>
              <a:gd name="T80" fmla="*/ 23 w 316"/>
              <a:gd name="T81" fmla="*/ 157 h 315"/>
              <a:gd name="T82" fmla="*/ 49 w 316"/>
              <a:gd name="T83" fmla="*/ 237 h 315"/>
              <a:gd name="T84" fmla="*/ 54 w 316"/>
              <a:gd name="T85" fmla="*/ 214 h 315"/>
              <a:gd name="T86" fmla="*/ 112 w 316"/>
              <a:gd name="T87" fmla="*/ 221 h 315"/>
              <a:gd name="T88" fmla="*/ 136 w 316"/>
              <a:gd name="T89" fmla="*/ 274 h 315"/>
              <a:gd name="T90" fmla="*/ 116 w 316"/>
              <a:gd name="T91" fmla="*/ 286 h 315"/>
              <a:gd name="T92" fmla="*/ 158 w 316"/>
              <a:gd name="T93" fmla="*/ 293 h 315"/>
              <a:gd name="T94" fmla="*/ 200 w 316"/>
              <a:gd name="T95" fmla="*/ 286 h 315"/>
              <a:gd name="T96" fmla="*/ 180 w 316"/>
              <a:gd name="T97" fmla="*/ 274 h 315"/>
              <a:gd name="T98" fmla="*/ 204 w 316"/>
              <a:gd name="T99" fmla="*/ 221 h 315"/>
              <a:gd name="T100" fmla="*/ 262 w 316"/>
              <a:gd name="T101" fmla="*/ 214 h 315"/>
              <a:gd name="T102" fmla="*/ 267 w 316"/>
              <a:gd name="T103" fmla="*/ 23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6" h="315">
                <a:moveTo>
                  <a:pt x="108" y="143"/>
                </a:moveTo>
                <a:cubicBezTo>
                  <a:pt x="158" y="107"/>
                  <a:pt x="158" y="107"/>
                  <a:pt x="158" y="107"/>
                </a:cubicBezTo>
                <a:cubicBezTo>
                  <a:pt x="209" y="143"/>
                  <a:pt x="209" y="143"/>
                  <a:pt x="209" y="143"/>
                </a:cubicBezTo>
                <a:cubicBezTo>
                  <a:pt x="189" y="202"/>
                  <a:pt x="189" y="202"/>
                  <a:pt x="189" y="202"/>
                </a:cubicBezTo>
                <a:cubicBezTo>
                  <a:pt x="127" y="202"/>
                  <a:pt x="127" y="202"/>
                  <a:pt x="127" y="202"/>
                </a:cubicBezTo>
                <a:lnTo>
                  <a:pt x="108" y="143"/>
                </a:lnTo>
                <a:close/>
                <a:moveTo>
                  <a:pt x="158" y="0"/>
                </a:moveTo>
                <a:cubicBezTo>
                  <a:pt x="180" y="0"/>
                  <a:pt x="200" y="4"/>
                  <a:pt x="219" y="12"/>
                </a:cubicBezTo>
                <a:cubicBezTo>
                  <a:pt x="239" y="20"/>
                  <a:pt x="256" y="32"/>
                  <a:pt x="270" y="46"/>
                </a:cubicBezTo>
                <a:cubicBezTo>
                  <a:pt x="284" y="60"/>
                  <a:pt x="295" y="77"/>
                  <a:pt x="303" y="96"/>
                </a:cubicBezTo>
                <a:cubicBezTo>
                  <a:pt x="312" y="116"/>
                  <a:pt x="316" y="136"/>
                  <a:pt x="316" y="157"/>
                </a:cubicBezTo>
                <a:cubicBezTo>
                  <a:pt x="316" y="179"/>
                  <a:pt x="312" y="199"/>
                  <a:pt x="303" y="219"/>
                </a:cubicBezTo>
                <a:cubicBezTo>
                  <a:pt x="295" y="238"/>
                  <a:pt x="284" y="255"/>
                  <a:pt x="270" y="269"/>
                </a:cubicBezTo>
                <a:cubicBezTo>
                  <a:pt x="256" y="283"/>
                  <a:pt x="239" y="294"/>
                  <a:pt x="219" y="303"/>
                </a:cubicBezTo>
                <a:cubicBezTo>
                  <a:pt x="200" y="311"/>
                  <a:pt x="180" y="315"/>
                  <a:pt x="158" y="315"/>
                </a:cubicBezTo>
                <a:cubicBezTo>
                  <a:pt x="137" y="315"/>
                  <a:pt x="116" y="311"/>
                  <a:pt x="97" y="303"/>
                </a:cubicBezTo>
                <a:cubicBezTo>
                  <a:pt x="77" y="294"/>
                  <a:pt x="61" y="283"/>
                  <a:pt x="47" y="269"/>
                </a:cubicBezTo>
                <a:cubicBezTo>
                  <a:pt x="32" y="255"/>
                  <a:pt x="21" y="238"/>
                  <a:pt x="13" y="219"/>
                </a:cubicBezTo>
                <a:cubicBezTo>
                  <a:pt x="5" y="199"/>
                  <a:pt x="0" y="179"/>
                  <a:pt x="0" y="157"/>
                </a:cubicBezTo>
                <a:cubicBezTo>
                  <a:pt x="0" y="136"/>
                  <a:pt x="5" y="116"/>
                  <a:pt x="13" y="96"/>
                </a:cubicBezTo>
                <a:cubicBezTo>
                  <a:pt x="21" y="77"/>
                  <a:pt x="32" y="60"/>
                  <a:pt x="47" y="46"/>
                </a:cubicBezTo>
                <a:cubicBezTo>
                  <a:pt x="61" y="32"/>
                  <a:pt x="77" y="20"/>
                  <a:pt x="97" y="12"/>
                </a:cubicBezTo>
                <a:cubicBezTo>
                  <a:pt x="116" y="4"/>
                  <a:pt x="137" y="0"/>
                  <a:pt x="158" y="0"/>
                </a:cubicBezTo>
                <a:close/>
                <a:moveTo>
                  <a:pt x="267" y="237"/>
                </a:moveTo>
                <a:cubicBezTo>
                  <a:pt x="285" y="213"/>
                  <a:pt x="293" y="187"/>
                  <a:pt x="293" y="157"/>
                </a:cubicBezTo>
                <a:cubicBezTo>
                  <a:pt x="293" y="157"/>
                  <a:pt x="293" y="157"/>
                  <a:pt x="293" y="157"/>
                </a:cubicBezTo>
                <a:cubicBezTo>
                  <a:pt x="275" y="172"/>
                  <a:pt x="275" y="172"/>
                  <a:pt x="275" y="172"/>
                </a:cubicBezTo>
                <a:cubicBezTo>
                  <a:pt x="233" y="133"/>
                  <a:pt x="233" y="133"/>
                  <a:pt x="233" y="133"/>
                </a:cubicBezTo>
                <a:cubicBezTo>
                  <a:pt x="244" y="76"/>
                  <a:pt x="244" y="76"/>
                  <a:pt x="244" y="76"/>
                </a:cubicBezTo>
                <a:cubicBezTo>
                  <a:pt x="268" y="78"/>
                  <a:pt x="268" y="78"/>
                  <a:pt x="268" y="78"/>
                </a:cubicBezTo>
                <a:cubicBezTo>
                  <a:pt x="250" y="54"/>
                  <a:pt x="227" y="38"/>
                  <a:pt x="199" y="29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158" y="78"/>
                  <a:pt x="158" y="78"/>
                  <a:pt x="158" y="78"/>
                </a:cubicBezTo>
                <a:cubicBezTo>
                  <a:pt x="108" y="50"/>
                  <a:pt x="108" y="50"/>
                  <a:pt x="108" y="50"/>
                </a:cubicBezTo>
                <a:cubicBezTo>
                  <a:pt x="117" y="29"/>
                  <a:pt x="117" y="29"/>
                  <a:pt x="117" y="29"/>
                </a:cubicBezTo>
                <a:cubicBezTo>
                  <a:pt x="89" y="38"/>
                  <a:pt x="66" y="54"/>
                  <a:pt x="48" y="78"/>
                </a:cubicBezTo>
                <a:cubicBezTo>
                  <a:pt x="72" y="76"/>
                  <a:pt x="72" y="76"/>
                  <a:pt x="72" y="76"/>
                </a:cubicBezTo>
                <a:cubicBezTo>
                  <a:pt x="83" y="133"/>
                  <a:pt x="83" y="133"/>
                  <a:pt x="83" y="133"/>
                </a:cubicBezTo>
                <a:cubicBezTo>
                  <a:pt x="41" y="172"/>
                  <a:pt x="41" y="172"/>
                  <a:pt x="41" y="172"/>
                </a:cubicBezTo>
                <a:cubicBezTo>
                  <a:pt x="23" y="157"/>
                  <a:pt x="23" y="157"/>
                  <a:pt x="23" y="157"/>
                </a:cubicBezTo>
                <a:cubicBezTo>
                  <a:pt x="23" y="157"/>
                  <a:pt x="23" y="157"/>
                  <a:pt x="23" y="157"/>
                </a:cubicBezTo>
                <a:cubicBezTo>
                  <a:pt x="23" y="187"/>
                  <a:pt x="32" y="213"/>
                  <a:pt x="49" y="237"/>
                </a:cubicBezTo>
                <a:cubicBezTo>
                  <a:pt x="54" y="214"/>
                  <a:pt x="54" y="214"/>
                  <a:pt x="54" y="214"/>
                </a:cubicBezTo>
                <a:cubicBezTo>
                  <a:pt x="112" y="221"/>
                  <a:pt x="112" y="221"/>
                  <a:pt x="112" y="221"/>
                </a:cubicBezTo>
                <a:cubicBezTo>
                  <a:pt x="136" y="274"/>
                  <a:pt x="136" y="274"/>
                  <a:pt x="136" y="274"/>
                </a:cubicBezTo>
                <a:cubicBezTo>
                  <a:pt x="116" y="286"/>
                  <a:pt x="116" y="286"/>
                  <a:pt x="116" y="286"/>
                </a:cubicBezTo>
                <a:cubicBezTo>
                  <a:pt x="130" y="290"/>
                  <a:pt x="144" y="293"/>
                  <a:pt x="158" y="293"/>
                </a:cubicBezTo>
                <a:cubicBezTo>
                  <a:pt x="173" y="293"/>
                  <a:pt x="187" y="290"/>
                  <a:pt x="200" y="286"/>
                </a:cubicBezTo>
                <a:cubicBezTo>
                  <a:pt x="180" y="274"/>
                  <a:pt x="180" y="274"/>
                  <a:pt x="180" y="274"/>
                </a:cubicBezTo>
                <a:cubicBezTo>
                  <a:pt x="204" y="221"/>
                  <a:pt x="204" y="221"/>
                  <a:pt x="204" y="221"/>
                </a:cubicBezTo>
                <a:cubicBezTo>
                  <a:pt x="262" y="214"/>
                  <a:pt x="262" y="214"/>
                  <a:pt x="262" y="214"/>
                </a:cubicBezTo>
                <a:lnTo>
                  <a:pt x="267" y="23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" name="Freeform 8"/>
          <p:cNvSpPr>
            <a:spLocks/>
          </p:cNvSpPr>
          <p:nvPr/>
        </p:nvSpPr>
        <p:spPr bwMode="auto">
          <a:xfrm>
            <a:off x="2081213" y="1143001"/>
            <a:ext cx="163513" cy="317500"/>
          </a:xfrm>
          <a:custGeom>
            <a:avLst/>
            <a:gdLst>
              <a:gd name="T0" fmla="*/ 152 w 152"/>
              <a:gd name="T1" fmla="*/ 2 h 293"/>
              <a:gd name="T2" fmla="*/ 152 w 152"/>
              <a:gd name="T3" fmla="*/ 48 h 293"/>
              <a:gd name="T4" fmla="*/ 124 w 152"/>
              <a:gd name="T5" fmla="*/ 48 h 293"/>
              <a:gd name="T6" fmla="*/ 104 w 152"/>
              <a:gd name="T7" fmla="*/ 55 h 293"/>
              <a:gd name="T8" fmla="*/ 99 w 152"/>
              <a:gd name="T9" fmla="*/ 74 h 293"/>
              <a:gd name="T10" fmla="*/ 99 w 152"/>
              <a:gd name="T11" fmla="*/ 107 h 293"/>
              <a:gd name="T12" fmla="*/ 150 w 152"/>
              <a:gd name="T13" fmla="*/ 107 h 293"/>
              <a:gd name="T14" fmla="*/ 143 w 152"/>
              <a:gd name="T15" fmla="*/ 159 h 293"/>
              <a:gd name="T16" fmla="*/ 99 w 152"/>
              <a:gd name="T17" fmla="*/ 159 h 293"/>
              <a:gd name="T18" fmla="*/ 99 w 152"/>
              <a:gd name="T19" fmla="*/ 293 h 293"/>
              <a:gd name="T20" fmla="*/ 45 w 152"/>
              <a:gd name="T21" fmla="*/ 293 h 293"/>
              <a:gd name="T22" fmla="*/ 45 w 152"/>
              <a:gd name="T23" fmla="*/ 159 h 293"/>
              <a:gd name="T24" fmla="*/ 0 w 152"/>
              <a:gd name="T25" fmla="*/ 159 h 293"/>
              <a:gd name="T26" fmla="*/ 0 w 152"/>
              <a:gd name="T27" fmla="*/ 107 h 293"/>
              <a:gd name="T28" fmla="*/ 45 w 152"/>
              <a:gd name="T29" fmla="*/ 107 h 293"/>
              <a:gd name="T30" fmla="*/ 45 w 152"/>
              <a:gd name="T31" fmla="*/ 69 h 293"/>
              <a:gd name="T32" fmla="*/ 63 w 152"/>
              <a:gd name="T33" fmla="*/ 18 h 293"/>
              <a:gd name="T34" fmla="*/ 112 w 152"/>
              <a:gd name="T35" fmla="*/ 0 h 293"/>
              <a:gd name="T36" fmla="*/ 152 w 152"/>
              <a:gd name="T37" fmla="*/ 2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2" h="293">
                <a:moveTo>
                  <a:pt x="152" y="2"/>
                </a:moveTo>
                <a:cubicBezTo>
                  <a:pt x="152" y="48"/>
                  <a:pt x="152" y="48"/>
                  <a:pt x="152" y="48"/>
                </a:cubicBezTo>
                <a:cubicBezTo>
                  <a:pt x="124" y="48"/>
                  <a:pt x="124" y="48"/>
                  <a:pt x="124" y="48"/>
                </a:cubicBezTo>
                <a:cubicBezTo>
                  <a:pt x="114" y="48"/>
                  <a:pt x="107" y="51"/>
                  <a:pt x="104" y="55"/>
                </a:cubicBezTo>
                <a:cubicBezTo>
                  <a:pt x="100" y="59"/>
                  <a:pt x="99" y="65"/>
                  <a:pt x="99" y="74"/>
                </a:cubicBezTo>
                <a:cubicBezTo>
                  <a:pt x="99" y="107"/>
                  <a:pt x="99" y="107"/>
                  <a:pt x="99" y="107"/>
                </a:cubicBezTo>
                <a:cubicBezTo>
                  <a:pt x="150" y="107"/>
                  <a:pt x="150" y="107"/>
                  <a:pt x="150" y="107"/>
                </a:cubicBezTo>
                <a:cubicBezTo>
                  <a:pt x="143" y="159"/>
                  <a:pt x="143" y="159"/>
                  <a:pt x="143" y="159"/>
                </a:cubicBezTo>
                <a:cubicBezTo>
                  <a:pt x="99" y="159"/>
                  <a:pt x="99" y="159"/>
                  <a:pt x="99" y="159"/>
                </a:cubicBezTo>
                <a:cubicBezTo>
                  <a:pt x="99" y="293"/>
                  <a:pt x="99" y="293"/>
                  <a:pt x="99" y="293"/>
                </a:cubicBezTo>
                <a:cubicBezTo>
                  <a:pt x="45" y="293"/>
                  <a:pt x="45" y="293"/>
                  <a:pt x="45" y="293"/>
                </a:cubicBezTo>
                <a:cubicBezTo>
                  <a:pt x="45" y="159"/>
                  <a:pt x="45" y="159"/>
                  <a:pt x="45" y="159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07"/>
                  <a:pt x="0" y="107"/>
                  <a:pt x="0" y="107"/>
                </a:cubicBezTo>
                <a:cubicBezTo>
                  <a:pt x="45" y="107"/>
                  <a:pt x="45" y="107"/>
                  <a:pt x="45" y="107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47"/>
                  <a:pt x="51" y="30"/>
                  <a:pt x="63" y="18"/>
                </a:cubicBezTo>
                <a:cubicBezTo>
                  <a:pt x="75" y="6"/>
                  <a:pt x="91" y="0"/>
                  <a:pt x="112" y="0"/>
                </a:cubicBezTo>
                <a:cubicBezTo>
                  <a:pt x="129" y="0"/>
                  <a:pt x="142" y="1"/>
                  <a:pt x="152" y="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" name="Freeform 9"/>
          <p:cNvSpPr>
            <a:spLocks/>
          </p:cNvSpPr>
          <p:nvPr/>
        </p:nvSpPr>
        <p:spPr bwMode="auto">
          <a:xfrm>
            <a:off x="2447926" y="1155701"/>
            <a:ext cx="292100" cy="292100"/>
          </a:xfrm>
          <a:custGeom>
            <a:avLst/>
            <a:gdLst>
              <a:gd name="T0" fmla="*/ 256 w 271"/>
              <a:gd name="T1" fmla="*/ 0 h 271"/>
              <a:gd name="T2" fmla="*/ 266 w 271"/>
              <a:gd name="T3" fmla="*/ 5 h 271"/>
              <a:gd name="T4" fmla="*/ 271 w 271"/>
              <a:gd name="T5" fmla="*/ 15 h 271"/>
              <a:gd name="T6" fmla="*/ 271 w 271"/>
              <a:gd name="T7" fmla="*/ 256 h 271"/>
              <a:gd name="T8" fmla="*/ 266 w 271"/>
              <a:gd name="T9" fmla="*/ 266 h 271"/>
              <a:gd name="T10" fmla="*/ 256 w 271"/>
              <a:gd name="T11" fmla="*/ 271 h 271"/>
              <a:gd name="T12" fmla="*/ 187 w 271"/>
              <a:gd name="T13" fmla="*/ 271 h 271"/>
              <a:gd name="T14" fmla="*/ 187 w 271"/>
              <a:gd name="T15" fmla="*/ 166 h 271"/>
              <a:gd name="T16" fmla="*/ 222 w 271"/>
              <a:gd name="T17" fmla="*/ 166 h 271"/>
              <a:gd name="T18" fmla="*/ 227 w 271"/>
              <a:gd name="T19" fmla="*/ 125 h 271"/>
              <a:gd name="T20" fmla="*/ 187 w 271"/>
              <a:gd name="T21" fmla="*/ 125 h 271"/>
              <a:gd name="T22" fmla="*/ 187 w 271"/>
              <a:gd name="T23" fmla="*/ 99 h 271"/>
              <a:gd name="T24" fmla="*/ 191 w 271"/>
              <a:gd name="T25" fmla="*/ 84 h 271"/>
              <a:gd name="T26" fmla="*/ 207 w 271"/>
              <a:gd name="T27" fmla="*/ 79 h 271"/>
              <a:gd name="T28" fmla="*/ 229 w 271"/>
              <a:gd name="T29" fmla="*/ 79 h 271"/>
              <a:gd name="T30" fmla="*/ 229 w 271"/>
              <a:gd name="T31" fmla="*/ 43 h 271"/>
              <a:gd name="T32" fmla="*/ 197 w 271"/>
              <a:gd name="T33" fmla="*/ 41 h 271"/>
              <a:gd name="T34" fmla="*/ 159 w 271"/>
              <a:gd name="T35" fmla="*/ 55 h 271"/>
              <a:gd name="T36" fmla="*/ 145 w 271"/>
              <a:gd name="T37" fmla="*/ 95 h 271"/>
              <a:gd name="T38" fmla="*/ 145 w 271"/>
              <a:gd name="T39" fmla="*/ 125 h 271"/>
              <a:gd name="T40" fmla="*/ 109 w 271"/>
              <a:gd name="T41" fmla="*/ 125 h 271"/>
              <a:gd name="T42" fmla="*/ 109 w 271"/>
              <a:gd name="T43" fmla="*/ 166 h 271"/>
              <a:gd name="T44" fmla="*/ 145 w 271"/>
              <a:gd name="T45" fmla="*/ 166 h 271"/>
              <a:gd name="T46" fmla="*/ 145 w 271"/>
              <a:gd name="T47" fmla="*/ 271 h 271"/>
              <a:gd name="T48" fmla="*/ 15 w 271"/>
              <a:gd name="T49" fmla="*/ 271 h 271"/>
              <a:gd name="T50" fmla="*/ 5 w 271"/>
              <a:gd name="T51" fmla="*/ 266 h 271"/>
              <a:gd name="T52" fmla="*/ 0 w 271"/>
              <a:gd name="T53" fmla="*/ 256 h 271"/>
              <a:gd name="T54" fmla="*/ 0 w 271"/>
              <a:gd name="T55" fmla="*/ 15 h 271"/>
              <a:gd name="T56" fmla="*/ 5 w 271"/>
              <a:gd name="T57" fmla="*/ 5 h 271"/>
              <a:gd name="T58" fmla="*/ 15 w 271"/>
              <a:gd name="T59" fmla="*/ 0 h 271"/>
              <a:gd name="T60" fmla="*/ 256 w 271"/>
              <a:gd name="T61" fmla="*/ 0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1" h="271">
                <a:moveTo>
                  <a:pt x="256" y="0"/>
                </a:moveTo>
                <a:cubicBezTo>
                  <a:pt x="260" y="0"/>
                  <a:pt x="263" y="2"/>
                  <a:pt x="266" y="5"/>
                </a:cubicBezTo>
                <a:cubicBezTo>
                  <a:pt x="269" y="7"/>
                  <a:pt x="271" y="11"/>
                  <a:pt x="271" y="15"/>
                </a:cubicBezTo>
                <a:cubicBezTo>
                  <a:pt x="271" y="256"/>
                  <a:pt x="271" y="256"/>
                  <a:pt x="271" y="256"/>
                </a:cubicBezTo>
                <a:cubicBezTo>
                  <a:pt x="271" y="260"/>
                  <a:pt x="269" y="263"/>
                  <a:pt x="266" y="266"/>
                </a:cubicBezTo>
                <a:cubicBezTo>
                  <a:pt x="263" y="269"/>
                  <a:pt x="260" y="271"/>
                  <a:pt x="256" y="271"/>
                </a:cubicBezTo>
                <a:cubicBezTo>
                  <a:pt x="187" y="271"/>
                  <a:pt x="187" y="271"/>
                  <a:pt x="187" y="271"/>
                </a:cubicBezTo>
                <a:cubicBezTo>
                  <a:pt x="187" y="166"/>
                  <a:pt x="187" y="166"/>
                  <a:pt x="187" y="166"/>
                </a:cubicBezTo>
                <a:cubicBezTo>
                  <a:pt x="222" y="166"/>
                  <a:pt x="222" y="166"/>
                  <a:pt x="222" y="166"/>
                </a:cubicBezTo>
                <a:cubicBezTo>
                  <a:pt x="227" y="125"/>
                  <a:pt x="227" y="125"/>
                  <a:pt x="227" y="125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7" y="92"/>
                  <a:pt x="188" y="87"/>
                  <a:pt x="191" y="84"/>
                </a:cubicBezTo>
                <a:cubicBezTo>
                  <a:pt x="194" y="81"/>
                  <a:pt x="199" y="79"/>
                  <a:pt x="207" y="79"/>
                </a:cubicBezTo>
                <a:cubicBezTo>
                  <a:pt x="229" y="79"/>
                  <a:pt x="229" y="79"/>
                  <a:pt x="229" y="79"/>
                </a:cubicBezTo>
                <a:cubicBezTo>
                  <a:pt x="229" y="43"/>
                  <a:pt x="229" y="43"/>
                  <a:pt x="229" y="43"/>
                </a:cubicBezTo>
                <a:cubicBezTo>
                  <a:pt x="221" y="41"/>
                  <a:pt x="211" y="41"/>
                  <a:pt x="197" y="41"/>
                </a:cubicBezTo>
                <a:cubicBezTo>
                  <a:pt x="181" y="41"/>
                  <a:pt x="169" y="46"/>
                  <a:pt x="159" y="55"/>
                </a:cubicBezTo>
                <a:cubicBezTo>
                  <a:pt x="149" y="64"/>
                  <a:pt x="145" y="78"/>
                  <a:pt x="145" y="95"/>
                </a:cubicBezTo>
                <a:cubicBezTo>
                  <a:pt x="145" y="125"/>
                  <a:pt x="145" y="125"/>
                  <a:pt x="145" y="125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45" y="166"/>
                  <a:pt x="145" y="166"/>
                  <a:pt x="145" y="166"/>
                </a:cubicBezTo>
                <a:cubicBezTo>
                  <a:pt x="145" y="271"/>
                  <a:pt x="145" y="271"/>
                  <a:pt x="145" y="271"/>
                </a:cubicBezTo>
                <a:cubicBezTo>
                  <a:pt x="15" y="271"/>
                  <a:pt x="15" y="271"/>
                  <a:pt x="15" y="271"/>
                </a:cubicBezTo>
                <a:cubicBezTo>
                  <a:pt x="11" y="271"/>
                  <a:pt x="8" y="269"/>
                  <a:pt x="5" y="266"/>
                </a:cubicBezTo>
                <a:cubicBezTo>
                  <a:pt x="2" y="263"/>
                  <a:pt x="0" y="260"/>
                  <a:pt x="0" y="256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7"/>
                  <a:pt x="5" y="5"/>
                </a:cubicBezTo>
                <a:cubicBezTo>
                  <a:pt x="8" y="2"/>
                  <a:pt x="11" y="0"/>
                  <a:pt x="15" y="0"/>
                </a:cubicBezTo>
                <a:lnTo>
                  <a:pt x="256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" name="Freeform 10"/>
          <p:cNvSpPr>
            <a:spLocks/>
          </p:cNvSpPr>
          <p:nvPr/>
        </p:nvSpPr>
        <p:spPr bwMode="auto">
          <a:xfrm>
            <a:off x="2879726" y="1155701"/>
            <a:ext cx="292100" cy="292100"/>
          </a:xfrm>
          <a:custGeom>
            <a:avLst/>
            <a:gdLst>
              <a:gd name="T0" fmla="*/ 220 w 270"/>
              <a:gd name="T1" fmla="*/ 0 h 271"/>
              <a:gd name="T2" fmla="*/ 255 w 270"/>
              <a:gd name="T3" fmla="*/ 15 h 271"/>
              <a:gd name="T4" fmla="*/ 270 w 270"/>
              <a:gd name="T5" fmla="*/ 51 h 271"/>
              <a:gd name="T6" fmla="*/ 270 w 270"/>
              <a:gd name="T7" fmla="*/ 220 h 271"/>
              <a:gd name="T8" fmla="*/ 255 w 270"/>
              <a:gd name="T9" fmla="*/ 256 h 271"/>
              <a:gd name="T10" fmla="*/ 220 w 270"/>
              <a:gd name="T11" fmla="*/ 271 h 271"/>
              <a:gd name="T12" fmla="*/ 187 w 270"/>
              <a:gd name="T13" fmla="*/ 271 h 271"/>
              <a:gd name="T14" fmla="*/ 187 w 270"/>
              <a:gd name="T15" fmla="*/ 166 h 271"/>
              <a:gd name="T16" fmla="*/ 222 w 270"/>
              <a:gd name="T17" fmla="*/ 166 h 271"/>
              <a:gd name="T18" fmla="*/ 227 w 270"/>
              <a:gd name="T19" fmla="*/ 125 h 271"/>
              <a:gd name="T20" fmla="*/ 187 w 270"/>
              <a:gd name="T21" fmla="*/ 125 h 271"/>
              <a:gd name="T22" fmla="*/ 187 w 270"/>
              <a:gd name="T23" fmla="*/ 99 h 271"/>
              <a:gd name="T24" fmla="*/ 191 w 270"/>
              <a:gd name="T25" fmla="*/ 84 h 271"/>
              <a:gd name="T26" fmla="*/ 207 w 270"/>
              <a:gd name="T27" fmla="*/ 79 h 271"/>
              <a:gd name="T28" fmla="*/ 228 w 270"/>
              <a:gd name="T29" fmla="*/ 79 h 271"/>
              <a:gd name="T30" fmla="*/ 228 w 270"/>
              <a:gd name="T31" fmla="*/ 43 h 271"/>
              <a:gd name="T32" fmla="*/ 197 w 270"/>
              <a:gd name="T33" fmla="*/ 41 h 271"/>
              <a:gd name="T34" fmla="*/ 159 w 270"/>
              <a:gd name="T35" fmla="*/ 55 h 271"/>
              <a:gd name="T36" fmla="*/ 144 w 270"/>
              <a:gd name="T37" fmla="*/ 95 h 271"/>
              <a:gd name="T38" fmla="*/ 144 w 270"/>
              <a:gd name="T39" fmla="*/ 125 h 271"/>
              <a:gd name="T40" fmla="*/ 109 w 270"/>
              <a:gd name="T41" fmla="*/ 125 h 271"/>
              <a:gd name="T42" fmla="*/ 109 w 270"/>
              <a:gd name="T43" fmla="*/ 166 h 271"/>
              <a:gd name="T44" fmla="*/ 144 w 270"/>
              <a:gd name="T45" fmla="*/ 166 h 271"/>
              <a:gd name="T46" fmla="*/ 144 w 270"/>
              <a:gd name="T47" fmla="*/ 271 h 271"/>
              <a:gd name="T48" fmla="*/ 51 w 270"/>
              <a:gd name="T49" fmla="*/ 271 h 271"/>
              <a:gd name="T50" fmla="*/ 15 w 270"/>
              <a:gd name="T51" fmla="*/ 256 h 271"/>
              <a:gd name="T52" fmla="*/ 0 w 270"/>
              <a:gd name="T53" fmla="*/ 220 h 271"/>
              <a:gd name="T54" fmla="*/ 0 w 270"/>
              <a:gd name="T55" fmla="*/ 51 h 271"/>
              <a:gd name="T56" fmla="*/ 15 w 270"/>
              <a:gd name="T57" fmla="*/ 15 h 271"/>
              <a:gd name="T58" fmla="*/ 51 w 270"/>
              <a:gd name="T59" fmla="*/ 0 h 271"/>
              <a:gd name="T60" fmla="*/ 220 w 270"/>
              <a:gd name="T61" fmla="*/ 0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0" h="271">
                <a:moveTo>
                  <a:pt x="220" y="0"/>
                </a:moveTo>
                <a:cubicBezTo>
                  <a:pt x="234" y="0"/>
                  <a:pt x="246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6"/>
                </a:cubicBezTo>
                <a:cubicBezTo>
                  <a:pt x="246" y="266"/>
                  <a:pt x="234" y="271"/>
                  <a:pt x="220" y="271"/>
                </a:cubicBezTo>
                <a:cubicBezTo>
                  <a:pt x="187" y="271"/>
                  <a:pt x="187" y="271"/>
                  <a:pt x="187" y="271"/>
                </a:cubicBezTo>
                <a:cubicBezTo>
                  <a:pt x="187" y="166"/>
                  <a:pt x="187" y="166"/>
                  <a:pt x="187" y="166"/>
                </a:cubicBezTo>
                <a:cubicBezTo>
                  <a:pt x="222" y="166"/>
                  <a:pt x="222" y="166"/>
                  <a:pt x="222" y="166"/>
                </a:cubicBezTo>
                <a:cubicBezTo>
                  <a:pt x="227" y="125"/>
                  <a:pt x="227" y="125"/>
                  <a:pt x="227" y="125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7" y="92"/>
                  <a:pt x="188" y="87"/>
                  <a:pt x="191" y="84"/>
                </a:cubicBezTo>
                <a:cubicBezTo>
                  <a:pt x="193" y="81"/>
                  <a:pt x="199" y="79"/>
                  <a:pt x="207" y="79"/>
                </a:cubicBezTo>
                <a:cubicBezTo>
                  <a:pt x="228" y="79"/>
                  <a:pt x="228" y="79"/>
                  <a:pt x="228" y="79"/>
                </a:cubicBezTo>
                <a:cubicBezTo>
                  <a:pt x="228" y="43"/>
                  <a:pt x="228" y="43"/>
                  <a:pt x="228" y="43"/>
                </a:cubicBezTo>
                <a:cubicBezTo>
                  <a:pt x="221" y="41"/>
                  <a:pt x="210" y="41"/>
                  <a:pt x="197" y="41"/>
                </a:cubicBezTo>
                <a:cubicBezTo>
                  <a:pt x="181" y="41"/>
                  <a:pt x="168" y="46"/>
                  <a:pt x="159" y="55"/>
                </a:cubicBezTo>
                <a:cubicBezTo>
                  <a:pt x="149" y="64"/>
                  <a:pt x="144" y="78"/>
                  <a:pt x="144" y="95"/>
                </a:cubicBezTo>
                <a:cubicBezTo>
                  <a:pt x="144" y="125"/>
                  <a:pt x="144" y="125"/>
                  <a:pt x="144" y="125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271"/>
                  <a:pt x="144" y="271"/>
                  <a:pt x="144" y="271"/>
                </a:cubicBezTo>
                <a:cubicBezTo>
                  <a:pt x="51" y="271"/>
                  <a:pt x="51" y="271"/>
                  <a:pt x="51" y="271"/>
                </a:cubicBezTo>
                <a:cubicBezTo>
                  <a:pt x="37" y="271"/>
                  <a:pt x="25" y="266"/>
                  <a:pt x="15" y="256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lnTo>
                  <a:pt x="22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11"/>
          <p:cNvSpPr>
            <a:spLocks/>
          </p:cNvSpPr>
          <p:nvPr/>
        </p:nvSpPr>
        <p:spPr bwMode="auto">
          <a:xfrm>
            <a:off x="3286126" y="1154113"/>
            <a:ext cx="341313" cy="293688"/>
          </a:xfrm>
          <a:custGeom>
            <a:avLst/>
            <a:gdLst>
              <a:gd name="T0" fmla="*/ 308 w 316"/>
              <a:gd name="T1" fmla="*/ 3 h 272"/>
              <a:gd name="T2" fmla="*/ 313 w 316"/>
              <a:gd name="T3" fmla="*/ 1 h 272"/>
              <a:gd name="T4" fmla="*/ 316 w 316"/>
              <a:gd name="T5" fmla="*/ 7 h 272"/>
              <a:gd name="T6" fmla="*/ 316 w 316"/>
              <a:gd name="T7" fmla="*/ 266 h 272"/>
              <a:gd name="T8" fmla="*/ 313 w 316"/>
              <a:gd name="T9" fmla="*/ 272 h 272"/>
              <a:gd name="T10" fmla="*/ 308 w 316"/>
              <a:gd name="T11" fmla="*/ 269 h 272"/>
              <a:gd name="T12" fmla="*/ 183 w 316"/>
              <a:gd name="T13" fmla="*/ 144 h 272"/>
              <a:gd name="T14" fmla="*/ 180 w 316"/>
              <a:gd name="T15" fmla="*/ 141 h 272"/>
              <a:gd name="T16" fmla="*/ 180 w 316"/>
              <a:gd name="T17" fmla="*/ 266 h 272"/>
              <a:gd name="T18" fmla="*/ 178 w 316"/>
              <a:gd name="T19" fmla="*/ 272 h 272"/>
              <a:gd name="T20" fmla="*/ 172 w 316"/>
              <a:gd name="T21" fmla="*/ 269 h 272"/>
              <a:gd name="T22" fmla="*/ 47 w 316"/>
              <a:gd name="T23" fmla="*/ 144 h 272"/>
              <a:gd name="T24" fmla="*/ 45 w 316"/>
              <a:gd name="T25" fmla="*/ 141 h 272"/>
              <a:gd name="T26" fmla="*/ 45 w 316"/>
              <a:gd name="T27" fmla="*/ 260 h 272"/>
              <a:gd name="T28" fmla="*/ 42 w 316"/>
              <a:gd name="T29" fmla="*/ 268 h 272"/>
              <a:gd name="T30" fmla="*/ 34 w 316"/>
              <a:gd name="T31" fmla="*/ 272 h 272"/>
              <a:gd name="T32" fmla="*/ 11 w 316"/>
              <a:gd name="T33" fmla="*/ 272 h 272"/>
              <a:gd name="T34" fmla="*/ 3 w 316"/>
              <a:gd name="T35" fmla="*/ 268 h 272"/>
              <a:gd name="T36" fmla="*/ 0 w 316"/>
              <a:gd name="T37" fmla="*/ 260 h 272"/>
              <a:gd name="T38" fmla="*/ 0 w 316"/>
              <a:gd name="T39" fmla="*/ 12 h 272"/>
              <a:gd name="T40" fmla="*/ 3 w 316"/>
              <a:gd name="T41" fmla="*/ 4 h 272"/>
              <a:gd name="T42" fmla="*/ 11 w 316"/>
              <a:gd name="T43" fmla="*/ 1 h 272"/>
              <a:gd name="T44" fmla="*/ 34 w 316"/>
              <a:gd name="T45" fmla="*/ 1 h 272"/>
              <a:gd name="T46" fmla="*/ 42 w 316"/>
              <a:gd name="T47" fmla="*/ 4 h 272"/>
              <a:gd name="T48" fmla="*/ 45 w 316"/>
              <a:gd name="T49" fmla="*/ 12 h 272"/>
              <a:gd name="T50" fmla="*/ 45 w 316"/>
              <a:gd name="T51" fmla="*/ 132 h 272"/>
              <a:gd name="T52" fmla="*/ 47 w 316"/>
              <a:gd name="T53" fmla="*/ 128 h 272"/>
              <a:gd name="T54" fmla="*/ 172 w 316"/>
              <a:gd name="T55" fmla="*/ 3 h 272"/>
              <a:gd name="T56" fmla="*/ 178 w 316"/>
              <a:gd name="T57" fmla="*/ 1 h 272"/>
              <a:gd name="T58" fmla="*/ 180 w 316"/>
              <a:gd name="T59" fmla="*/ 7 h 272"/>
              <a:gd name="T60" fmla="*/ 180 w 316"/>
              <a:gd name="T61" fmla="*/ 132 h 272"/>
              <a:gd name="T62" fmla="*/ 183 w 316"/>
              <a:gd name="T63" fmla="*/ 128 h 272"/>
              <a:gd name="T64" fmla="*/ 308 w 316"/>
              <a:gd name="T65" fmla="*/ 3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16" h="272">
                <a:moveTo>
                  <a:pt x="308" y="3"/>
                </a:moveTo>
                <a:cubicBezTo>
                  <a:pt x="310" y="1"/>
                  <a:pt x="312" y="0"/>
                  <a:pt x="313" y="1"/>
                </a:cubicBezTo>
                <a:cubicBezTo>
                  <a:pt x="315" y="2"/>
                  <a:pt x="316" y="4"/>
                  <a:pt x="316" y="7"/>
                </a:cubicBezTo>
                <a:cubicBezTo>
                  <a:pt x="316" y="266"/>
                  <a:pt x="316" y="266"/>
                  <a:pt x="316" y="266"/>
                </a:cubicBezTo>
                <a:cubicBezTo>
                  <a:pt x="316" y="269"/>
                  <a:pt x="315" y="271"/>
                  <a:pt x="313" y="272"/>
                </a:cubicBezTo>
                <a:cubicBezTo>
                  <a:pt x="312" y="272"/>
                  <a:pt x="310" y="271"/>
                  <a:pt x="308" y="269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3"/>
                  <a:pt x="181" y="142"/>
                  <a:pt x="180" y="141"/>
                </a:cubicBezTo>
                <a:cubicBezTo>
                  <a:pt x="180" y="266"/>
                  <a:pt x="180" y="266"/>
                  <a:pt x="180" y="266"/>
                </a:cubicBezTo>
                <a:cubicBezTo>
                  <a:pt x="180" y="269"/>
                  <a:pt x="180" y="271"/>
                  <a:pt x="178" y="272"/>
                </a:cubicBezTo>
                <a:cubicBezTo>
                  <a:pt x="177" y="272"/>
                  <a:pt x="175" y="271"/>
                  <a:pt x="172" y="269"/>
                </a:cubicBezTo>
                <a:cubicBezTo>
                  <a:pt x="47" y="144"/>
                  <a:pt x="47" y="144"/>
                  <a:pt x="47" y="144"/>
                </a:cubicBezTo>
                <a:cubicBezTo>
                  <a:pt x="46" y="143"/>
                  <a:pt x="46" y="142"/>
                  <a:pt x="45" y="141"/>
                </a:cubicBezTo>
                <a:cubicBezTo>
                  <a:pt x="45" y="260"/>
                  <a:pt x="45" y="260"/>
                  <a:pt x="45" y="260"/>
                </a:cubicBezTo>
                <a:cubicBezTo>
                  <a:pt x="45" y="263"/>
                  <a:pt x="44" y="266"/>
                  <a:pt x="42" y="268"/>
                </a:cubicBezTo>
                <a:cubicBezTo>
                  <a:pt x="40" y="270"/>
                  <a:pt x="37" y="272"/>
                  <a:pt x="34" y="272"/>
                </a:cubicBezTo>
                <a:cubicBezTo>
                  <a:pt x="11" y="272"/>
                  <a:pt x="11" y="272"/>
                  <a:pt x="11" y="272"/>
                </a:cubicBezTo>
                <a:cubicBezTo>
                  <a:pt x="8" y="272"/>
                  <a:pt x="6" y="270"/>
                  <a:pt x="3" y="268"/>
                </a:cubicBezTo>
                <a:cubicBezTo>
                  <a:pt x="1" y="266"/>
                  <a:pt x="0" y="263"/>
                  <a:pt x="0" y="2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7"/>
                  <a:pt x="3" y="4"/>
                </a:cubicBezTo>
                <a:cubicBezTo>
                  <a:pt x="6" y="2"/>
                  <a:pt x="8" y="1"/>
                  <a:pt x="11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7" y="1"/>
                  <a:pt x="40" y="2"/>
                  <a:pt x="42" y="4"/>
                </a:cubicBezTo>
                <a:cubicBezTo>
                  <a:pt x="44" y="7"/>
                  <a:pt x="45" y="9"/>
                  <a:pt x="45" y="1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6" y="130"/>
                  <a:pt x="46" y="129"/>
                  <a:pt x="47" y="128"/>
                </a:cubicBezTo>
                <a:cubicBezTo>
                  <a:pt x="172" y="3"/>
                  <a:pt x="172" y="3"/>
                  <a:pt x="172" y="3"/>
                </a:cubicBezTo>
                <a:cubicBezTo>
                  <a:pt x="175" y="1"/>
                  <a:pt x="177" y="0"/>
                  <a:pt x="178" y="1"/>
                </a:cubicBezTo>
                <a:cubicBezTo>
                  <a:pt x="180" y="2"/>
                  <a:pt x="180" y="4"/>
                  <a:pt x="180" y="7"/>
                </a:cubicBezTo>
                <a:cubicBezTo>
                  <a:pt x="180" y="132"/>
                  <a:pt x="180" y="132"/>
                  <a:pt x="180" y="132"/>
                </a:cubicBezTo>
                <a:cubicBezTo>
                  <a:pt x="181" y="130"/>
                  <a:pt x="182" y="129"/>
                  <a:pt x="183" y="128"/>
                </a:cubicBezTo>
                <a:lnTo>
                  <a:pt x="308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12"/>
          <p:cNvSpPr>
            <a:spLocks/>
          </p:cNvSpPr>
          <p:nvPr/>
        </p:nvSpPr>
        <p:spPr bwMode="auto">
          <a:xfrm>
            <a:off x="696913" y="1584326"/>
            <a:ext cx="341313" cy="293688"/>
          </a:xfrm>
          <a:custGeom>
            <a:avLst/>
            <a:gdLst>
              <a:gd name="T0" fmla="*/ 8 w 316"/>
              <a:gd name="T1" fmla="*/ 269 h 272"/>
              <a:gd name="T2" fmla="*/ 2 w 316"/>
              <a:gd name="T3" fmla="*/ 272 h 272"/>
              <a:gd name="T4" fmla="*/ 0 w 316"/>
              <a:gd name="T5" fmla="*/ 266 h 272"/>
              <a:gd name="T6" fmla="*/ 0 w 316"/>
              <a:gd name="T7" fmla="*/ 7 h 272"/>
              <a:gd name="T8" fmla="*/ 2 w 316"/>
              <a:gd name="T9" fmla="*/ 1 h 272"/>
              <a:gd name="T10" fmla="*/ 8 w 316"/>
              <a:gd name="T11" fmla="*/ 3 h 272"/>
              <a:gd name="T12" fmla="*/ 133 w 316"/>
              <a:gd name="T13" fmla="*/ 128 h 272"/>
              <a:gd name="T14" fmla="*/ 135 w 316"/>
              <a:gd name="T15" fmla="*/ 132 h 272"/>
              <a:gd name="T16" fmla="*/ 135 w 316"/>
              <a:gd name="T17" fmla="*/ 7 h 272"/>
              <a:gd name="T18" fmla="*/ 138 w 316"/>
              <a:gd name="T19" fmla="*/ 1 h 272"/>
              <a:gd name="T20" fmla="*/ 143 w 316"/>
              <a:gd name="T21" fmla="*/ 3 h 272"/>
              <a:gd name="T22" fmla="*/ 268 w 316"/>
              <a:gd name="T23" fmla="*/ 128 h 272"/>
              <a:gd name="T24" fmla="*/ 270 w 316"/>
              <a:gd name="T25" fmla="*/ 132 h 272"/>
              <a:gd name="T26" fmla="*/ 270 w 316"/>
              <a:gd name="T27" fmla="*/ 12 h 272"/>
              <a:gd name="T28" fmla="*/ 274 w 316"/>
              <a:gd name="T29" fmla="*/ 5 h 272"/>
              <a:gd name="T30" fmla="*/ 282 w 316"/>
              <a:gd name="T31" fmla="*/ 1 h 272"/>
              <a:gd name="T32" fmla="*/ 304 w 316"/>
              <a:gd name="T33" fmla="*/ 1 h 272"/>
              <a:gd name="T34" fmla="*/ 312 w 316"/>
              <a:gd name="T35" fmla="*/ 5 h 272"/>
              <a:gd name="T36" fmla="*/ 316 w 316"/>
              <a:gd name="T37" fmla="*/ 12 h 272"/>
              <a:gd name="T38" fmla="*/ 316 w 316"/>
              <a:gd name="T39" fmla="*/ 260 h 272"/>
              <a:gd name="T40" fmla="*/ 312 w 316"/>
              <a:gd name="T41" fmla="*/ 268 h 272"/>
              <a:gd name="T42" fmla="*/ 304 w 316"/>
              <a:gd name="T43" fmla="*/ 272 h 272"/>
              <a:gd name="T44" fmla="*/ 282 w 316"/>
              <a:gd name="T45" fmla="*/ 272 h 272"/>
              <a:gd name="T46" fmla="*/ 274 w 316"/>
              <a:gd name="T47" fmla="*/ 268 h 272"/>
              <a:gd name="T48" fmla="*/ 270 w 316"/>
              <a:gd name="T49" fmla="*/ 260 h 272"/>
              <a:gd name="T50" fmla="*/ 270 w 316"/>
              <a:gd name="T51" fmla="*/ 141 h 272"/>
              <a:gd name="T52" fmla="*/ 268 w 316"/>
              <a:gd name="T53" fmla="*/ 144 h 272"/>
              <a:gd name="T54" fmla="*/ 143 w 316"/>
              <a:gd name="T55" fmla="*/ 269 h 272"/>
              <a:gd name="T56" fmla="*/ 138 w 316"/>
              <a:gd name="T57" fmla="*/ 272 h 272"/>
              <a:gd name="T58" fmla="*/ 135 w 316"/>
              <a:gd name="T59" fmla="*/ 266 h 272"/>
              <a:gd name="T60" fmla="*/ 135 w 316"/>
              <a:gd name="T61" fmla="*/ 141 h 272"/>
              <a:gd name="T62" fmla="*/ 133 w 316"/>
              <a:gd name="T63" fmla="*/ 144 h 272"/>
              <a:gd name="T64" fmla="*/ 8 w 316"/>
              <a:gd name="T65" fmla="*/ 269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16" h="272">
                <a:moveTo>
                  <a:pt x="8" y="269"/>
                </a:moveTo>
                <a:cubicBezTo>
                  <a:pt x="6" y="272"/>
                  <a:pt x="4" y="272"/>
                  <a:pt x="2" y="272"/>
                </a:cubicBezTo>
                <a:cubicBezTo>
                  <a:pt x="1" y="271"/>
                  <a:pt x="0" y="269"/>
                  <a:pt x="0" y="266"/>
                </a:cubicBezTo>
                <a:cubicBezTo>
                  <a:pt x="0" y="7"/>
                  <a:pt x="0" y="7"/>
                  <a:pt x="0" y="7"/>
                </a:cubicBezTo>
                <a:cubicBezTo>
                  <a:pt x="0" y="4"/>
                  <a:pt x="1" y="2"/>
                  <a:pt x="2" y="1"/>
                </a:cubicBezTo>
                <a:cubicBezTo>
                  <a:pt x="4" y="0"/>
                  <a:pt x="6" y="1"/>
                  <a:pt x="8" y="3"/>
                </a:cubicBezTo>
                <a:cubicBezTo>
                  <a:pt x="133" y="128"/>
                  <a:pt x="133" y="128"/>
                  <a:pt x="133" y="128"/>
                </a:cubicBezTo>
                <a:cubicBezTo>
                  <a:pt x="134" y="129"/>
                  <a:pt x="135" y="131"/>
                  <a:pt x="135" y="132"/>
                </a:cubicBezTo>
                <a:cubicBezTo>
                  <a:pt x="135" y="7"/>
                  <a:pt x="135" y="7"/>
                  <a:pt x="135" y="7"/>
                </a:cubicBezTo>
                <a:cubicBezTo>
                  <a:pt x="135" y="4"/>
                  <a:pt x="136" y="2"/>
                  <a:pt x="138" y="1"/>
                </a:cubicBezTo>
                <a:cubicBezTo>
                  <a:pt x="139" y="0"/>
                  <a:pt x="141" y="1"/>
                  <a:pt x="143" y="3"/>
                </a:cubicBezTo>
                <a:cubicBezTo>
                  <a:pt x="268" y="128"/>
                  <a:pt x="268" y="128"/>
                  <a:pt x="268" y="128"/>
                </a:cubicBezTo>
                <a:cubicBezTo>
                  <a:pt x="269" y="129"/>
                  <a:pt x="270" y="131"/>
                  <a:pt x="270" y="132"/>
                </a:cubicBezTo>
                <a:cubicBezTo>
                  <a:pt x="270" y="12"/>
                  <a:pt x="270" y="12"/>
                  <a:pt x="270" y="12"/>
                </a:cubicBezTo>
                <a:cubicBezTo>
                  <a:pt x="270" y="9"/>
                  <a:pt x="272" y="7"/>
                  <a:pt x="274" y="5"/>
                </a:cubicBezTo>
                <a:cubicBezTo>
                  <a:pt x="276" y="2"/>
                  <a:pt x="279" y="1"/>
                  <a:pt x="282" y="1"/>
                </a:cubicBezTo>
                <a:cubicBezTo>
                  <a:pt x="304" y="1"/>
                  <a:pt x="304" y="1"/>
                  <a:pt x="304" y="1"/>
                </a:cubicBezTo>
                <a:cubicBezTo>
                  <a:pt x="307" y="1"/>
                  <a:pt x="310" y="2"/>
                  <a:pt x="312" y="5"/>
                </a:cubicBezTo>
                <a:cubicBezTo>
                  <a:pt x="314" y="7"/>
                  <a:pt x="316" y="9"/>
                  <a:pt x="316" y="12"/>
                </a:cubicBezTo>
                <a:cubicBezTo>
                  <a:pt x="316" y="260"/>
                  <a:pt x="316" y="260"/>
                  <a:pt x="316" y="260"/>
                </a:cubicBezTo>
                <a:cubicBezTo>
                  <a:pt x="316" y="263"/>
                  <a:pt x="314" y="266"/>
                  <a:pt x="312" y="268"/>
                </a:cubicBezTo>
                <a:cubicBezTo>
                  <a:pt x="310" y="271"/>
                  <a:pt x="307" y="272"/>
                  <a:pt x="304" y="272"/>
                </a:cubicBezTo>
                <a:cubicBezTo>
                  <a:pt x="282" y="272"/>
                  <a:pt x="282" y="272"/>
                  <a:pt x="282" y="272"/>
                </a:cubicBezTo>
                <a:cubicBezTo>
                  <a:pt x="279" y="272"/>
                  <a:pt x="276" y="271"/>
                  <a:pt x="274" y="268"/>
                </a:cubicBezTo>
                <a:cubicBezTo>
                  <a:pt x="272" y="266"/>
                  <a:pt x="270" y="263"/>
                  <a:pt x="270" y="260"/>
                </a:cubicBezTo>
                <a:cubicBezTo>
                  <a:pt x="270" y="141"/>
                  <a:pt x="270" y="141"/>
                  <a:pt x="270" y="141"/>
                </a:cubicBezTo>
                <a:cubicBezTo>
                  <a:pt x="270" y="142"/>
                  <a:pt x="269" y="143"/>
                  <a:pt x="268" y="144"/>
                </a:cubicBezTo>
                <a:cubicBezTo>
                  <a:pt x="143" y="269"/>
                  <a:pt x="143" y="269"/>
                  <a:pt x="143" y="269"/>
                </a:cubicBezTo>
                <a:cubicBezTo>
                  <a:pt x="141" y="272"/>
                  <a:pt x="139" y="272"/>
                  <a:pt x="138" y="272"/>
                </a:cubicBezTo>
                <a:cubicBezTo>
                  <a:pt x="136" y="271"/>
                  <a:pt x="135" y="269"/>
                  <a:pt x="135" y="266"/>
                </a:cubicBezTo>
                <a:cubicBezTo>
                  <a:pt x="135" y="141"/>
                  <a:pt x="135" y="141"/>
                  <a:pt x="135" y="141"/>
                </a:cubicBezTo>
                <a:cubicBezTo>
                  <a:pt x="135" y="142"/>
                  <a:pt x="134" y="143"/>
                  <a:pt x="133" y="144"/>
                </a:cubicBezTo>
                <a:lnTo>
                  <a:pt x="8" y="26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128713" y="1562101"/>
            <a:ext cx="341313" cy="339725"/>
          </a:xfrm>
          <a:custGeom>
            <a:avLst/>
            <a:gdLst>
              <a:gd name="T0" fmla="*/ 79 w 315"/>
              <a:gd name="T1" fmla="*/ 95 h 315"/>
              <a:gd name="T2" fmla="*/ 50 w 315"/>
              <a:gd name="T3" fmla="*/ 315 h 315"/>
              <a:gd name="T4" fmla="*/ 0 w 315"/>
              <a:gd name="T5" fmla="*/ 287 h 315"/>
              <a:gd name="T6" fmla="*/ 28 w 315"/>
              <a:gd name="T7" fmla="*/ 67 h 315"/>
              <a:gd name="T8" fmla="*/ 309 w 315"/>
              <a:gd name="T9" fmla="*/ 112 h 315"/>
              <a:gd name="T10" fmla="*/ 302 w 315"/>
              <a:gd name="T11" fmla="*/ 302 h 315"/>
              <a:gd name="T12" fmla="*/ 98 w 315"/>
              <a:gd name="T13" fmla="*/ 307 h 315"/>
              <a:gd name="T14" fmla="*/ 95 w 315"/>
              <a:gd name="T15" fmla="*/ 5 h 315"/>
              <a:gd name="T16" fmla="*/ 241 w 315"/>
              <a:gd name="T17" fmla="*/ 3 h 315"/>
              <a:gd name="T18" fmla="*/ 289 w 315"/>
              <a:gd name="T19" fmla="*/ 52 h 315"/>
              <a:gd name="T20" fmla="*/ 163 w 315"/>
              <a:gd name="T21" fmla="*/ 270 h 315"/>
              <a:gd name="T22" fmla="*/ 157 w 315"/>
              <a:gd name="T23" fmla="*/ 242 h 315"/>
              <a:gd name="T24" fmla="*/ 129 w 315"/>
              <a:gd name="T25" fmla="*/ 248 h 315"/>
              <a:gd name="T26" fmla="*/ 135 w 315"/>
              <a:gd name="T27" fmla="*/ 276 h 315"/>
              <a:gd name="T28" fmla="*/ 163 w 315"/>
              <a:gd name="T29" fmla="*/ 270 h 315"/>
              <a:gd name="T30" fmla="*/ 162 w 315"/>
              <a:gd name="T31" fmla="*/ 198 h 315"/>
              <a:gd name="T32" fmla="*/ 131 w 315"/>
              <a:gd name="T33" fmla="*/ 198 h 315"/>
              <a:gd name="T34" fmla="*/ 131 w 315"/>
              <a:gd name="T35" fmla="*/ 229 h 315"/>
              <a:gd name="T36" fmla="*/ 162 w 315"/>
              <a:gd name="T37" fmla="*/ 229 h 315"/>
              <a:gd name="T38" fmla="*/ 163 w 315"/>
              <a:gd name="T39" fmla="*/ 157 h 315"/>
              <a:gd name="T40" fmla="*/ 135 w 315"/>
              <a:gd name="T41" fmla="*/ 152 h 315"/>
              <a:gd name="T42" fmla="*/ 129 w 315"/>
              <a:gd name="T43" fmla="*/ 180 h 315"/>
              <a:gd name="T44" fmla="*/ 157 w 315"/>
              <a:gd name="T45" fmla="*/ 186 h 315"/>
              <a:gd name="T46" fmla="*/ 208 w 315"/>
              <a:gd name="T47" fmla="*/ 270 h 315"/>
              <a:gd name="T48" fmla="*/ 203 w 315"/>
              <a:gd name="T49" fmla="*/ 242 h 315"/>
              <a:gd name="T50" fmla="*/ 174 w 315"/>
              <a:gd name="T51" fmla="*/ 248 h 315"/>
              <a:gd name="T52" fmla="*/ 180 w 315"/>
              <a:gd name="T53" fmla="*/ 276 h 315"/>
              <a:gd name="T54" fmla="*/ 208 w 315"/>
              <a:gd name="T55" fmla="*/ 270 h 315"/>
              <a:gd name="T56" fmla="*/ 207 w 315"/>
              <a:gd name="T57" fmla="*/ 198 h 315"/>
              <a:gd name="T58" fmla="*/ 176 w 315"/>
              <a:gd name="T59" fmla="*/ 198 h 315"/>
              <a:gd name="T60" fmla="*/ 176 w 315"/>
              <a:gd name="T61" fmla="*/ 229 h 315"/>
              <a:gd name="T62" fmla="*/ 207 w 315"/>
              <a:gd name="T63" fmla="*/ 229 h 315"/>
              <a:gd name="T64" fmla="*/ 208 w 315"/>
              <a:gd name="T65" fmla="*/ 157 h 315"/>
              <a:gd name="T66" fmla="*/ 180 w 315"/>
              <a:gd name="T67" fmla="*/ 152 h 315"/>
              <a:gd name="T68" fmla="*/ 174 w 315"/>
              <a:gd name="T69" fmla="*/ 180 h 315"/>
              <a:gd name="T70" fmla="*/ 203 w 315"/>
              <a:gd name="T71" fmla="*/ 186 h 315"/>
              <a:gd name="T72" fmla="*/ 253 w 315"/>
              <a:gd name="T73" fmla="*/ 270 h 315"/>
              <a:gd name="T74" fmla="*/ 248 w 315"/>
              <a:gd name="T75" fmla="*/ 242 h 315"/>
              <a:gd name="T76" fmla="*/ 219 w 315"/>
              <a:gd name="T77" fmla="*/ 248 h 315"/>
              <a:gd name="T78" fmla="*/ 225 w 315"/>
              <a:gd name="T79" fmla="*/ 276 h 315"/>
              <a:gd name="T80" fmla="*/ 253 w 315"/>
              <a:gd name="T81" fmla="*/ 270 h 315"/>
              <a:gd name="T82" fmla="*/ 252 w 315"/>
              <a:gd name="T83" fmla="*/ 198 h 315"/>
              <a:gd name="T84" fmla="*/ 221 w 315"/>
              <a:gd name="T85" fmla="*/ 198 h 315"/>
              <a:gd name="T86" fmla="*/ 221 w 315"/>
              <a:gd name="T87" fmla="*/ 229 h 315"/>
              <a:gd name="T88" fmla="*/ 252 w 315"/>
              <a:gd name="T89" fmla="*/ 229 h 315"/>
              <a:gd name="T90" fmla="*/ 253 w 315"/>
              <a:gd name="T91" fmla="*/ 157 h 315"/>
              <a:gd name="T92" fmla="*/ 225 w 315"/>
              <a:gd name="T93" fmla="*/ 152 h 315"/>
              <a:gd name="T94" fmla="*/ 219 w 315"/>
              <a:gd name="T95" fmla="*/ 180 h 315"/>
              <a:gd name="T96" fmla="*/ 248 w 315"/>
              <a:gd name="T97" fmla="*/ 186 h 315"/>
              <a:gd name="T98" fmla="*/ 270 w 315"/>
              <a:gd name="T99" fmla="*/ 112 h 315"/>
              <a:gd name="T100" fmla="*/ 230 w 315"/>
              <a:gd name="T101" fmla="*/ 62 h 315"/>
              <a:gd name="T102" fmla="*/ 112 w 315"/>
              <a:gd name="T103" fmla="*/ 2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5" h="315">
                <a:moveTo>
                  <a:pt x="50" y="67"/>
                </a:moveTo>
                <a:cubicBezTo>
                  <a:pt x="58" y="67"/>
                  <a:pt x="65" y="70"/>
                  <a:pt x="70" y="76"/>
                </a:cubicBezTo>
                <a:cubicBezTo>
                  <a:pt x="76" y="81"/>
                  <a:pt x="79" y="88"/>
                  <a:pt x="79" y="95"/>
                </a:cubicBezTo>
                <a:cubicBezTo>
                  <a:pt x="79" y="287"/>
                  <a:pt x="79" y="287"/>
                  <a:pt x="79" y="287"/>
                </a:cubicBezTo>
                <a:cubicBezTo>
                  <a:pt x="79" y="295"/>
                  <a:pt x="76" y="301"/>
                  <a:pt x="70" y="307"/>
                </a:cubicBezTo>
                <a:cubicBezTo>
                  <a:pt x="65" y="312"/>
                  <a:pt x="58" y="315"/>
                  <a:pt x="50" y="315"/>
                </a:cubicBezTo>
                <a:cubicBezTo>
                  <a:pt x="28" y="315"/>
                  <a:pt x="28" y="315"/>
                  <a:pt x="28" y="315"/>
                </a:cubicBezTo>
                <a:cubicBezTo>
                  <a:pt x="20" y="315"/>
                  <a:pt x="14" y="312"/>
                  <a:pt x="8" y="307"/>
                </a:cubicBezTo>
                <a:cubicBezTo>
                  <a:pt x="3" y="301"/>
                  <a:pt x="0" y="295"/>
                  <a:pt x="0" y="287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88"/>
                  <a:pt x="3" y="81"/>
                  <a:pt x="8" y="76"/>
                </a:cubicBezTo>
                <a:cubicBezTo>
                  <a:pt x="14" y="70"/>
                  <a:pt x="20" y="67"/>
                  <a:pt x="28" y="67"/>
                </a:cubicBezTo>
                <a:lnTo>
                  <a:pt x="50" y="67"/>
                </a:lnTo>
                <a:close/>
                <a:moveTo>
                  <a:pt x="293" y="96"/>
                </a:moveTo>
                <a:cubicBezTo>
                  <a:pt x="300" y="100"/>
                  <a:pt x="305" y="105"/>
                  <a:pt x="309" y="112"/>
                </a:cubicBezTo>
                <a:cubicBezTo>
                  <a:pt x="313" y="119"/>
                  <a:pt x="315" y="127"/>
                  <a:pt x="315" y="135"/>
                </a:cubicBezTo>
                <a:cubicBezTo>
                  <a:pt x="315" y="270"/>
                  <a:pt x="315" y="270"/>
                  <a:pt x="315" y="270"/>
                </a:cubicBezTo>
                <a:cubicBezTo>
                  <a:pt x="315" y="283"/>
                  <a:pt x="311" y="293"/>
                  <a:pt x="302" y="302"/>
                </a:cubicBezTo>
                <a:cubicBezTo>
                  <a:pt x="293" y="311"/>
                  <a:pt x="283" y="315"/>
                  <a:pt x="270" y="315"/>
                </a:cubicBezTo>
                <a:cubicBezTo>
                  <a:pt x="118" y="315"/>
                  <a:pt x="118" y="315"/>
                  <a:pt x="118" y="315"/>
                </a:cubicBezTo>
                <a:cubicBezTo>
                  <a:pt x="110" y="315"/>
                  <a:pt x="104" y="312"/>
                  <a:pt x="98" y="307"/>
                </a:cubicBezTo>
                <a:cubicBezTo>
                  <a:pt x="93" y="301"/>
                  <a:pt x="90" y="295"/>
                  <a:pt x="90" y="287"/>
                </a:cubicBezTo>
                <a:cubicBezTo>
                  <a:pt x="90" y="17"/>
                  <a:pt x="90" y="17"/>
                  <a:pt x="90" y="17"/>
                </a:cubicBezTo>
                <a:cubicBezTo>
                  <a:pt x="90" y="12"/>
                  <a:pt x="92" y="8"/>
                  <a:pt x="95" y="5"/>
                </a:cubicBezTo>
                <a:cubicBezTo>
                  <a:pt x="98" y="1"/>
                  <a:pt x="102" y="0"/>
                  <a:pt x="107" y="0"/>
                </a:cubicBezTo>
                <a:cubicBezTo>
                  <a:pt x="225" y="0"/>
                  <a:pt x="225" y="0"/>
                  <a:pt x="225" y="0"/>
                </a:cubicBezTo>
                <a:cubicBezTo>
                  <a:pt x="230" y="0"/>
                  <a:pt x="235" y="1"/>
                  <a:pt x="241" y="3"/>
                </a:cubicBezTo>
                <a:cubicBezTo>
                  <a:pt x="246" y="6"/>
                  <a:pt x="251" y="8"/>
                  <a:pt x="254" y="12"/>
                </a:cubicBezTo>
                <a:cubicBezTo>
                  <a:pt x="281" y="38"/>
                  <a:pt x="281" y="38"/>
                  <a:pt x="281" y="38"/>
                </a:cubicBezTo>
                <a:cubicBezTo>
                  <a:pt x="284" y="42"/>
                  <a:pt x="287" y="46"/>
                  <a:pt x="289" y="52"/>
                </a:cubicBezTo>
                <a:cubicBezTo>
                  <a:pt x="292" y="57"/>
                  <a:pt x="293" y="63"/>
                  <a:pt x="293" y="67"/>
                </a:cubicBezTo>
                <a:lnTo>
                  <a:pt x="293" y="96"/>
                </a:lnTo>
                <a:close/>
                <a:moveTo>
                  <a:pt x="163" y="270"/>
                </a:moveTo>
                <a:cubicBezTo>
                  <a:pt x="163" y="248"/>
                  <a:pt x="163" y="248"/>
                  <a:pt x="163" y="248"/>
                </a:cubicBezTo>
                <a:cubicBezTo>
                  <a:pt x="163" y="246"/>
                  <a:pt x="163" y="245"/>
                  <a:pt x="162" y="243"/>
                </a:cubicBezTo>
                <a:cubicBezTo>
                  <a:pt x="160" y="242"/>
                  <a:pt x="159" y="242"/>
                  <a:pt x="157" y="242"/>
                </a:cubicBezTo>
                <a:cubicBezTo>
                  <a:pt x="135" y="242"/>
                  <a:pt x="135" y="242"/>
                  <a:pt x="135" y="242"/>
                </a:cubicBezTo>
                <a:cubicBezTo>
                  <a:pt x="133" y="242"/>
                  <a:pt x="132" y="242"/>
                  <a:pt x="131" y="243"/>
                </a:cubicBezTo>
                <a:cubicBezTo>
                  <a:pt x="130" y="245"/>
                  <a:pt x="129" y="246"/>
                  <a:pt x="129" y="248"/>
                </a:cubicBezTo>
                <a:cubicBezTo>
                  <a:pt x="129" y="270"/>
                  <a:pt x="129" y="270"/>
                  <a:pt x="129" y="270"/>
                </a:cubicBezTo>
                <a:cubicBezTo>
                  <a:pt x="129" y="272"/>
                  <a:pt x="130" y="273"/>
                  <a:pt x="131" y="274"/>
                </a:cubicBezTo>
                <a:cubicBezTo>
                  <a:pt x="132" y="275"/>
                  <a:pt x="133" y="276"/>
                  <a:pt x="135" y="276"/>
                </a:cubicBezTo>
                <a:cubicBezTo>
                  <a:pt x="157" y="276"/>
                  <a:pt x="157" y="276"/>
                  <a:pt x="157" y="276"/>
                </a:cubicBezTo>
                <a:cubicBezTo>
                  <a:pt x="159" y="276"/>
                  <a:pt x="160" y="275"/>
                  <a:pt x="162" y="274"/>
                </a:cubicBezTo>
                <a:cubicBezTo>
                  <a:pt x="163" y="273"/>
                  <a:pt x="163" y="272"/>
                  <a:pt x="163" y="270"/>
                </a:cubicBezTo>
                <a:close/>
                <a:moveTo>
                  <a:pt x="163" y="225"/>
                </a:moveTo>
                <a:cubicBezTo>
                  <a:pt x="163" y="202"/>
                  <a:pt x="163" y="202"/>
                  <a:pt x="163" y="202"/>
                </a:cubicBezTo>
                <a:cubicBezTo>
                  <a:pt x="163" y="201"/>
                  <a:pt x="163" y="199"/>
                  <a:pt x="162" y="198"/>
                </a:cubicBezTo>
                <a:cubicBezTo>
                  <a:pt x="160" y="197"/>
                  <a:pt x="159" y="197"/>
                  <a:pt x="157" y="197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3" y="197"/>
                  <a:pt x="132" y="197"/>
                  <a:pt x="131" y="198"/>
                </a:cubicBezTo>
                <a:cubicBezTo>
                  <a:pt x="130" y="199"/>
                  <a:pt x="129" y="201"/>
                  <a:pt x="129" y="202"/>
                </a:cubicBezTo>
                <a:cubicBezTo>
                  <a:pt x="129" y="225"/>
                  <a:pt x="129" y="225"/>
                  <a:pt x="129" y="225"/>
                </a:cubicBezTo>
                <a:cubicBezTo>
                  <a:pt x="129" y="227"/>
                  <a:pt x="130" y="228"/>
                  <a:pt x="131" y="229"/>
                </a:cubicBezTo>
                <a:cubicBezTo>
                  <a:pt x="132" y="230"/>
                  <a:pt x="133" y="231"/>
                  <a:pt x="135" y="231"/>
                </a:cubicBezTo>
                <a:cubicBezTo>
                  <a:pt x="157" y="231"/>
                  <a:pt x="157" y="231"/>
                  <a:pt x="157" y="231"/>
                </a:cubicBezTo>
                <a:cubicBezTo>
                  <a:pt x="159" y="231"/>
                  <a:pt x="160" y="230"/>
                  <a:pt x="162" y="229"/>
                </a:cubicBezTo>
                <a:cubicBezTo>
                  <a:pt x="163" y="228"/>
                  <a:pt x="163" y="227"/>
                  <a:pt x="163" y="225"/>
                </a:cubicBezTo>
                <a:close/>
                <a:moveTo>
                  <a:pt x="163" y="180"/>
                </a:moveTo>
                <a:cubicBezTo>
                  <a:pt x="163" y="157"/>
                  <a:pt x="163" y="157"/>
                  <a:pt x="163" y="157"/>
                </a:cubicBezTo>
                <a:cubicBezTo>
                  <a:pt x="163" y="156"/>
                  <a:pt x="163" y="154"/>
                  <a:pt x="162" y="153"/>
                </a:cubicBezTo>
                <a:cubicBezTo>
                  <a:pt x="160" y="152"/>
                  <a:pt x="159" y="152"/>
                  <a:pt x="157" y="152"/>
                </a:cubicBezTo>
                <a:cubicBezTo>
                  <a:pt x="135" y="152"/>
                  <a:pt x="135" y="152"/>
                  <a:pt x="135" y="152"/>
                </a:cubicBezTo>
                <a:cubicBezTo>
                  <a:pt x="133" y="152"/>
                  <a:pt x="132" y="152"/>
                  <a:pt x="131" y="153"/>
                </a:cubicBezTo>
                <a:cubicBezTo>
                  <a:pt x="130" y="154"/>
                  <a:pt x="129" y="156"/>
                  <a:pt x="129" y="157"/>
                </a:cubicBezTo>
                <a:cubicBezTo>
                  <a:pt x="129" y="180"/>
                  <a:pt x="129" y="180"/>
                  <a:pt x="129" y="180"/>
                </a:cubicBezTo>
                <a:cubicBezTo>
                  <a:pt x="129" y="182"/>
                  <a:pt x="130" y="183"/>
                  <a:pt x="131" y="184"/>
                </a:cubicBezTo>
                <a:cubicBezTo>
                  <a:pt x="132" y="185"/>
                  <a:pt x="133" y="186"/>
                  <a:pt x="135" y="186"/>
                </a:cubicBezTo>
                <a:cubicBezTo>
                  <a:pt x="157" y="186"/>
                  <a:pt x="157" y="186"/>
                  <a:pt x="157" y="186"/>
                </a:cubicBezTo>
                <a:cubicBezTo>
                  <a:pt x="159" y="186"/>
                  <a:pt x="160" y="185"/>
                  <a:pt x="162" y="184"/>
                </a:cubicBezTo>
                <a:cubicBezTo>
                  <a:pt x="163" y="183"/>
                  <a:pt x="163" y="182"/>
                  <a:pt x="163" y="180"/>
                </a:cubicBezTo>
                <a:close/>
                <a:moveTo>
                  <a:pt x="208" y="270"/>
                </a:moveTo>
                <a:cubicBezTo>
                  <a:pt x="208" y="248"/>
                  <a:pt x="208" y="248"/>
                  <a:pt x="208" y="248"/>
                </a:cubicBezTo>
                <a:cubicBezTo>
                  <a:pt x="208" y="246"/>
                  <a:pt x="208" y="245"/>
                  <a:pt x="207" y="243"/>
                </a:cubicBezTo>
                <a:cubicBezTo>
                  <a:pt x="206" y="242"/>
                  <a:pt x="204" y="242"/>
                  <a:pt x="203" y="242"/>
                </a:cubicBezTo>
                <a:cubicBezTo>
                  <a:pt x="180" y="242"/>
                  <a:pt x="180" y="242"/>
                  <a:pt x="180" y="242"/>
                </a:cubicBezTo>
                <a:cubicBezTo>
                  <a:pt x="178" y="242"/>
                  <a:pt x="177" y="242"/>
                  <a:pt x="176" y="243"/>
                </a:cubicBezTo>
                <a:cubicBezTo>
                  <a:pt x="175" y="245"/>
                  <a:pt x="174" y="246"/>
                  <a:pt x="174" y="248"/>
                </a:cubicBezTo>
                <a:cubicBezTo>
                  <a:pt x="174" y="270"/>
                  <a:pt x="174" y="270"/>
                  <a:pt x="174" y="270"/>
                </a:cubicBezTo>
                <a:cubicBezTo>
                  <a:pt x="174" y="272"/>
                  <a:pt x="175" y="273"/>
                  <a:pt x="176" y="274"/>
                </a:cubicBezTo>
                <a:cubicBezTo>
                  <a:pt x="177" y="275"/>
                  <a:pt x="178" y="276"/>
                  <a:pt x="180" y="276"/>
                </a:cubicBezTo>
                <a:cubicBezTo>
                  <a:pt x="203" y="276"/>
                  <a:pt x="203" y="276"/>
                  <a:pt x="203" y="276"/>
                </a:cubicBezTo>
                <a:cubicBezTo>
                  <a:pt x="204" y="276"/>
                  <a:pt x="206" y="275"/>
                  <a:pt x="207" y="274"/>
                </a:cubicBezTo>
                <a:cubicBezTo>
                  <a:pt x="208" y="273"/>
                  <a:pt x="208" y="272"/>
                  <a:pt x="208" y="270"/>
                </a:cubicBezTo>
                <a:close/>
                <a:moveTo>
                  <a:pt x="208" y="225"/>
                </a:moveTo>
                <a:cubicBezTo>
                  <a:pt x="208" y="202"/>
                  <a:pt x="208" y="202"/>
                  <a:pt x="208" y="202"/>
                </a:cubicBezTo>
                <a:cubicBezTo>
                  <a:pt x="208" y="201"/>
                  <a:pt x="208" y="199"/>
                  <a:pt x="207" y="198"/>
                </a:cubicBezTo>
                <a:cubicBezTo>
                  <a:pt x="206" y="197"/>
                  <a:pt x="204" y="197"/>
                  <a:pt x="203" y="197"/>
                </a:cubicBezTo>
                <a:cubicBezTo>
                  <a:pt x="180" y="197"/>
                  <a:pt x="180" y="197"/>
                  <a:pt x="180" y="197"/>
                </a:cubicBezTo>
                <a:cubicBezTo>
                  <a:pt x="178" y="197"/>
                  <a:pt x="177" y="197"/>
                  <a:pt x="176" y="198"/>
                </a:cubicBezTo>
                <a:cubicBezTo>
                  <a:pt x="175" y="199"/>
                  <a:pt x="174" y="201"/>
                  <a:pt x="174" y="202"/>
                </a:cubicBezTo>
                <a:cubicBezTo>
                  <a:pt x="174" y="225"/>
                  <a:pt x="174" y="225"/>
                  <a:pt x="174" y="225"/>
                </a:cubicBezTo>
                <a:cubicBezTo>
                  <a:pt x="174" y="227"/>
                  <a:pt x="175" y="228"/>
                  <a:pt x="176" y="229"/>
                </a:cubicBezTo>
                <a:cubicBezTo>
                  <a:pt x="177" y="230"/>
                  <a:pt x="178" y="231"/>
                  <a:pt x="180" y="231"/>
                </a:cubicBezTo>
                <a:cubicBezTo>
                  <a:pt x="203" y="231"/>
                  <a:pt x="203" y="231"/>
                  <a:pt x="203" y="231"/>
                </a:cubicBezTo>
                <a:cubicBezTo>
                  <a:pt x="204" y="231"/>
                  <a:pt x="206" y="230"/>
                  <a:pt x="207" y="229"/>
                </a:cubicBezTo>
                <a:cubicBezTo>
                  <a:pt x="208" y="228"/>
                  <a:pt x="208" y="227"/>
                  <a:pt x="208" y="225"/>
                </a:cubicBezTo>
                <a:close/>
                <a:moveTo>
                  <a:pt x="208" y="180"/>
                </a:moveTo>
                <a:cubicBezTo>
                  <a:pt x="208" y="157"/>
                  <a:pt x="208" y="157"/>
                  <a:pt x="208" y="157"/>
                </a:cubicBezTo>
                <a:cubicBezTo>
                  <a:pt x="208" y="156"/>
                  <a:pt x="208" y="154"/>
                  <a:pt x="207" y="153"/>
                </a:cubicBezTo>
                <a:cubicBezTo>
                  <a:pt x="206" y="152"/>
                  <a:pt x="204" y="152"/>
                  <a:pt x="203" y="152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78" y="152"/>
                  <a:pt x="177" y="152"/>
                  <a:pt x="176" y="153"/>
                </a:cubicBezTo>
                <a:cubicBezTo>
                  <a:pt x="175" y="154"/>
                  <a:pt x="174" y="156"/>
                  <a:pt x="174" y="157"/>
                </a:cubicBezTo>
                <a:cubicBezTo>
                  <a:pt x="174" y="180"/>
                  <a:pt x="174" y="180"/>
                  <a:pt x="174" y="180"/>
                </a:cubicBezTo>
                <a:cubicBezTo>
                  <a:pt x="174" y="182"/>
                  <a:pt x="175" y="183"/>
                  <a:pt x="176" y="184"/>
                </a:cubicBezTo>
                <a:cubicBezTo>
                  <a:pt x="177" y="185"/>
                  <a:pt x="178" y="186"/>
                  <a:pt x="180" y="186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04" y="186"/>
                  <a:pt x="206" y="185"/>
                  <a:pt x="207" y="184"/>
                </a:cubicBezTo>
                <a:cubicBezTo>
                  <a:pt x="208" y="183"/>
                  <a:pt x="208" y="182"/>
                  <a:pt x="208" y="180"/>
                </a:cubicBezTo>
                <a:close/>
                <a:moveTo>
                  <a:pt x="253" y="270"/>
                </a:moveTo>
                <a:cubicBezTo>
                  <a:pt x="253" y="248"/>
                  <a:pt x="253" y="248"/>
                  <a:pt x="253" y="248"/>
                </a:cubicBezTo>
                <a:cubicBezTo>
                  <a:pt x="253" y="246"/>
                  <a:pt x="253" y="245"/>
                  <a:pt x="252" y="243"/>
                </a:cubicBezTo>
                <a:cubicBezTo>
                  <a:pt x="251" y="242"/>
                  <a:pt x="249" y="242"/>
                  <a:pt x="248" y="242"/>
                </a:cubicBezTo>
                <a:cubicBezTo>
                  <a:pt x="225" y="242"/>
                  <a:pt x="225" y="242"/>
                  <a:pt x="225" y="242"/>
                </a:cubicBezTo>
                <a:cubicBezTo>
                  <a:pt x="223" y="242"/>
                  <a:pt x="222" y="242"/>
                  <a:pt x="221" y="243"/>
                </a:cubicBezTo>
                <a:cubicBezTo>
                  <a:pt x="220" y="245"/>
                  <a:pt x="219" y="246"/>
                  <a:pt x="219" y="248"/>
                </a:cubicBezTo>
                <a:cubicBezTo>
                  <a:pt x="219" y="270"/>
                  <a:pt x="219" y="270"/>
                  <a:pt x="219" y="270"/>
                </a:cubicBezTo>
                <a:cubicBezTo>
                  <a:pt x="219" y="272"/>
                  <a:pt x="220" y="273"/>
                  <a:pt x="221" y="274"/>
                </a:cubicBezTo>
                <a:cubicBezTo>
                  <a:pt x="222" y="275"/>
                  <a:pt x="223" y="276"/>
                  <a:pt x="225" y="276"/>
                </a:cubicBezTo>
                <a:cubicBezTo>
                  <a:pt x="248" y="276"/>
                  <a:pt x="248" y="276"/>
                  <a:pt x="248" y="276"/>
                </a:cubicBezTo>
                <a:cubicBezTo>
                  <a:pt x="249" y="276"/>
                  <a:pt x="251" y="275"/>
                  <a:pt x="252" y="274"/>
                </a:cubicBezTo>
                <a:cubicBezTo>
                  <a:pt x="253" y="273"/>
                  <a:pt x="253" y="272"/>
                  <a:pt x="253" y="270"/>
                </a:cubicBezTo>
                <a:close/>
                <a:moveTo>
                  <a:pt x="253" y="225"/>
                </a:moveTo>
                <a:cubicBezTo>
                  <a:pt x="253" y="202"/>
                  <a:pt x="253" y="202"/>
                  <a:pt x="253" y="202"/>
                </a:cubicBezTo>
                <a:cubicBezTo>
                  <a:pt x="253" y="201"/>
                  <a:pt x="253" y="199"/>
                  <a:pt x="252" y="198"/>
                </a:cubicBezTo>
                <a:cubicBezTo>
                  <a:pt x="251" y="197"/>
                  <a:pt x="249" y="197"/>
                  <a:pt x="248" y="197"/>
                </a:cubicBezTo>
                <a:cubicBezTo>
                  <a:pt x="225" y="197"/>
                  <a:pt x="225" y="197"/>
                  <a:pt x="225" y="197"/>
                </a:cubicBezTo>
                <a:cubicBezTo>
                  <a:pt x="223" y="197"/>
                  <a:pt x="222" y="197"/>
                  <a:pt x="221" y="198"/>
                </a:cubicBezTo>
                <a:cubicBezTo>
                  <a:pt x="220" y="199"/>
                  <a:pt x="219" y="201"/>
                  <a:pt x="219" y="202"/>
                </a:cubicBezTo>
                <a:cubicBezTo>
                  <a:pt x="219" y="225"/>
                  <a:pt x="219" y="225"/>
                  <a:pt x="219" y="225"/>
                </a:cubicBezTo>
                <a:cubicBezTo>
                  <a:pt x="219" y="227"/>
                  <a:pt x="220" y="228"/>
                  <a:pt x="221" y="229"/>
                </a:cubicBezTo>
                <a:cubicBezTo>
                  <a:pt x="222" y="230"/>
                  <a:pt x="223" y="231"/>
                  <a:pt x="225" y="231"/>
                </a:cubicBezTo>
                <a:cubicBezTo>
                  <a:pt x="248" y="231"/>
                  <a:pt x="248" y="231"/>
                  <a:pt x="248" y="231"/>
                </a:cubicBezTo>
                <a:cubicBezTo>
                  <a:pt x="249" y="231"/>
                  <a:pt x="251" y="230"/>
                  <a:pt x="252" y="229"/>
                </a:cubicBezTo>
                <a:cubicBezTo>
                  <a:pt x="253" y="228"/>
                  <a:pt x="253" y="227"/>
                  <a:pt x="253" y="225"/>
                </a:cubicBezTo>
                <a:close/>
                <a:moveTo>
                  <a:pt x="253" y="180"/>
                </a:moveTo>
                <a:cubicBezTo>
                  <a:pt x="253" y="157"/>
                  <a:pt x="253" y="157"/>
                  <a:pt x="253" y="157"/>
                </a:cubicBezTo>
                <a:cubicBezTo>
                  <a:pt x="253" y="156"/>
                  <a:pt x="253" y="154"/>
                  <a:pt x="252" y="153"/>
                </a:cubicBezTo>
                <a:cubicBezTo>
                  <a:pt x="251" y="152"/>
                  <a:pt x="249" y="152"/>
                  <a:pt x="248" y="152"/>
                </a:cubicBezTo>
                <a:cubicBezTo>
                  <a:pt x="225" y="152"/>
                  <a:pt x="225" y="152"/>
                  <a:pt x="225" y="152"/>
                </a:cubicBezTo>
                <a:cubicBezTo>
                  <a:pt x="223" y="152"/>
                  <a:pt x="222" y="152"/>
                  <a:pt x="221" y="153"/>
                </a:cubicBezTo>
                <a:cubicBezTo>
                  <a:pt x="220" y="154"/>
                  <a:pt x="219" y="156"/>
                  <a:pt x="219" y="157"/>
                </a:cubicBezTo>
                <a:cubicBezTo>
                  <a:pt x="219" y="180"/>
                  <a:pt x="219" y="180"/>
                  <a:pt x="219" y="180"/>
                </a:cubicBezTo>
                <a:cubicBezTo>
                  <a:pt x="219" y="182"/>
                  <a:pt x="220" y="183"/>
                  <a:pt x="221" y="184"/>
                </a:cubicBezTo>
                <a:cubicBezTo>
                  <a:pt x="222" y="185"/>
                  <a:pt x="223" y="186"/>
                  <a:pt x="225" y="186"/>
                </a:cubicBezTo>
                <a:cubicBezTo>
                  <a:pt x="248" y="186"/>
                  <a:pt x="248" y="186"/>
                  <a:pt x="248" y="186"/>
                </a:cubicBezTo>
                <a:cubicBezTo>
                  <a:pt x="249" y="186"/>
                  <a:pt x="251" y="185"/>
                  <a:pt x="252" y="184"/>
                </a:cubicBezTo>
                <a:cubicBezTo>
                  <a:pt x="253" y="183"/>
                  <a:pt x="253" y="182"/>
                  <a:pt x="253" y="180"/>
                </a:cubicBezTo>
                <a:close/>
                <a:moveTo>
                  <a:pt x="270" y="112"/>
                </a:moveTo>
                <a:cubicBezTo>
                  <a:pt x="270" y="67"/>
                  <a:pt x="270" y="67"/>
                  <a:pt x="270" y="67"/>
                </a:cubicBezTo>
                <a:cubicBezTo>
                  <a:pt x="242" y="67"/>
                  <a:pt x="242" y="67"/>
                  <a:pt x="242" y="67"/>
                </a:cubicBezTo>
                <a:cubicBezTo>
                  <a:pt x="237" y="67"/>
                  <a:pt x="233" y="66"/>
                  <a:pt x="230" y="62"/>
                </a:cubicBezTo>
                <a:cubicBezTo>
                  <a:pt x="227" y="59"/>
                  <a:pt x="225" y="55"/>
                  <a:pt x="225" y="50"/>
                </a:cubicBezTo>
                <a:cubicBezTo>
                  <a:pt x="225" y="22"/>
                  <a:pt x="225" y="22"/>
                  <a:pt x="225" y="22"/>
                </a:cubicBezTo>
                <a:cubicBezTo>
                  <a:pt x="112" y="22"/>
                  <a:pt x="112" y="22"/>
                  <a:pt x="112" y="22"/>
                </a:cubicBezTo>
                <a:cubicBezTo>
                  <a:pt x="112" y="112"/>
                  <a:pt x="112" y="112"/>
                  <a:pt x="112" y="112"/>
                </a:cubicBezTo>
                <a:lnTo>
                  <a:pt x="270" y="11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3765551" y="1133476"/>
            <a:ext cx="244475" cy="334963"/>
          </a:xfrm>
          <a:custGeom>
            <a:avLst/>
            <a:gdLst>
              <a:gd name="T0" fmla="*/ 226 w 226"/>
              <a:gd name="T1" fmla="*/ 181 h 310"/>
              <a:gd name="T2" fmla="*/ 221 w 226"/>
              <a:gd name="T3" fmla="*/ 193 h 310"/>
              <a:gd name="T4" fmla="*/ 209 w 226"/>
              <a:gd name="T5" fmla="*/ 198 h 310"/>
              <a:gd name="T6" fmla="*/ 195 w 226"/>
              <a:gd name="T7" fmla="*/ 190 h 310"/>
              <a:gd name="T8" fmla="*/ 155 w 226"/>
              <a:gd name="T9" fmla="*/ 130 h 310"/>
              <a:gd name="T10" fmla="*/ 147 w 226"/>
              <a:gd name="T11" fmla="*/ 130 h 310"/>
              <a:gd name="T12" fmla="*/ 147 w 226"/>
              <a:gd name="T13" fmla="*/ 153 h 310"/>
              <a:gd name="T14" fmla="*/ 190 w 226"/>
              <a:gd name="T15" fmla="*/ 226 h 310"/>
              <a:gd name="T16" fmla="*/ 192 w 226"/>
              <a:gd name="T17" fmla="*/ 231 h 310"/>
              <a:gd name="T18" fmla="*/ 188 w 226"/>
              <a:gd name="T19" fmla="*/ 239 h 310"/>
              <a:gd name="T20" fmla="*/ 181 w 226"/>
              <a:gd name="T21" fmla="*/ 243 h 310"/>
              <a:gd name="T22" fmla="*/ 147 w 226"/>
              <a:gd name="T23" fmla="*/ 243 h 310"/>
              <a:gd name="T24" fmla="*/ 147 w 226"/>
              <a:gd name="T25" fmla="*/ 291 h 310"/>
              <a:gd name="T26" fmla="*/ 141 w 226"/>
              <a:gd name="T27" fmla="*/ 304 h 310"/>
              <a:gd name="T28" fmla="*/ 127 w 226"/>
              <a:gd name="T29" fmla="*/ 310 h 310"/>
              <a:gd name="T30" fmla="*/ 99 w 226"/>
              <a:gd name="T31" fmla="*/ 310 h 310"/>
              <a:gd name="T32" fmla="*/ 85 w 226"/>
              <a:gd name="T33" fmla="*/ 304 h 310"/>
              <a:gd name="T34" fmla="*/ 79 w 226"/>
              <a:gd name="T35" fmla="*/ 291 h 310"/>
              <a:gd name="T36" fmla="*/ 79 w 226"/>
              <a:gd name="T37" fmla="*/ 243 h 310"/>
              <a:gd name="T38" fmla="*/ 45 w 226"/>
              <a:gd name="T39" fmla="*/ 243 h 310"/>
              <a:gd name="T40" fmla="*/ 37 w 226"/>
              <a:gd name="T41" fmla="*/ 239 h 310"/>
              <a:gd name="T42" fmla="*/ 34 w 226"/>
              <a:gd name="T43" fmla="*/ 231 h 310"/>
              <a:gd name="T44" fmla="*/ 36 w 226"/>
              <a:gd name="T45" fmla="*/ 226 h 310"/>
              <a:gd name="T46" fmla="*/ 79 w 226"/>
              <a:gd name="T47" fmla="*/ 153 h 310"/>
              <a:gd name="T48" fmla="*/ 79 w 226"/>
              <a:gd name="T49" fmla="*/ 130 h 310"/>
              <a:gd name="T50" fmla="*/ 71 w 226"/>
              <a:gd name="T51" fmla="*/ 130 h 310"/>
              <a:gd name="T52" fmla="*/ 31 w 226"/>
              <a:gd name="T53" fmla="*/ 190 h 310"/>
              <a:gd name="T54" fmla="*/ 17 w 226"/>
              <a:gd name="T55" fmla="*/ 198 h 310"/>
              <a:gd name="T56" fmla="*/ 5 w 226"/>
              <a:gd name="T57" fmla="*/ 193 h 310"/>
              <a:gd name="T58" fmla="*/ 0 w 226"/>
              <a:gd name="T59" fmla="*/ 181 h 310"/>
              <a:gd name="T60" fmla="*/ 3 w 226"/>
              <a:gd name="T61" fmla="*/ 171 h 310"/>
              <a:gd name="T62" fmla="*/ 48 w 226"/>
              <a:gd name="T63" fmla="*/ 104 h 310"/>
              <a:gd name="T64" fmla="*/ 79 w 226"/>
              <a:gd name="T65" fmla="*/ 85 h 310"/>
              <a:gd name="T66" fmla="*/ 147 w 226"/>
              <a:gd name="T67" fmla="*/ 85 h 310"/>
              <a:gd name="T68" fmla="*/ 178 w 226"/>
              <a:gd name="T69" fmla="*/ 104 h 310"/>
              <a:gd name="T70" fmla="*/ 223 w 226"/>
              <a:gd name="T71" fmla="*/ 171 h 310"/>
              <a:gd name="T72" fmla="*/ 226 w 226"/>
              <a:gd name="T73" fmla="*/ 181 h 310"/>
              <a:gd name="T74" fmla="*/ 152 w 226"/>
              <a:gd name="T75" fmla="*/ 40 h 310"/>
              <a:gd name="T76" fmla="*/ 141 w 226"/>
              <a:gd name="T77" fmla="*/ 68 h 310"/>
              <a:gd name="T78" fmla="*/ 113 w 226"/>
              <a:gd name="T79" fmla="*/ 79 h 310"/>
              <a:gd name="T80" fmla="*/ 85 w 226"/>
              <a:gd name="T81" fmla="*/ 68 h 310"/>
              <a:gd name="T82" fmla="*/ 73 w 226"/>
              <a:gd name="T83" fmla="*/ 40 h 310"/>
              <a:gd name="T84" fmla="*/ 85 w 226"/>
              <a:gd name="T85" fmla="*/ 12 h 310"/>
              <a:gd name="T86" fmla="*/ 113 w 226"/>
              <a:gd name="T87" fmla="*/ 0 h 310"/>
              <a:gd name="T88" fmla="*/ 141 w 226"/>
              <a:gd name="T89" fmla="*/ 12 h 310"/>
              <a:gd name="T90" fmla="*/ 152 w 226"/>
              <a:gd name="T91" fmla="*/ 4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6" h="310">
                <a:moveTo>
                  <a:pt x="226" y="181"/>
                </a:moveTo>
                <a:cubicBezTo>
                  <a:pt x="226" y="185"/>
                  <a:pt x="224" y="189"/>
                  <a:pt x="221" y="193"/>
                </a:cubicBezTo>
                <a:cubicBezTo>
                  <a:pt x="217" y="196"/>
                  <a:pt x="213" y="198"/>
                  <a:pt x="209" y="198"/>
                </a:cubicBezTo>
                <a:cubicBezTo>
                  <a:pt x="203" y="198"/>
                  <a:pt x="198" y="195"/>
                  <a:pt x="195" y="190"/>
                </a:cubicBezTo>
                <a:cubicBezTo>
                  <a:pt x="155" y="130"/>
                  <a:pt x="155" y="130"/>
                  <a:pt x="155" y="130"/>
                </a:cubicBezTo>
                <a:cubicBezTo>
                  <a:pt x="147" y="130"/>
                  <a:pt x="147" y="130"/>
                  <a:pt x="147" y="130"/>
                </a:cubicBezTo>
                <a:cubicBezTo>
                  <a:pt x="147" y="153"/>
                  <a:pt x="147" y="153"/>
                  <a:pt x="147" y="153"/>
                </a:cubicBezTo>
                <a:cubicBezTo>
                  <a:pt x="190" y="226"/>
                  <a:pt x="190" y="226"/>
                  <a:pt x="190" y="226"/>
                </a:cubicBezTo>
                <a:cubicBezTo>
                  <a:pt x="191" y="227"/>
                  <a:pt x="192" y="229"/>
                  <a:pt x="192" y="231"/>
                </a:cubicBezTo>
                <a:cubicBezTo>
                  <a:pt x="192" y="234"/>
                  <a:pt x="191" y="237"/>
                  <a:pt x="188" y="239"/>
                </a:cubicBezTo>
                <a:cubicBezTo>
                  <a:pt x="186" y="242"/>
                  <a:pt x="184" y="243"/>
                  <a:pt x="181" y="243"/>
                </a:cubicBezTo>
                <a:cubicBezTo>
                  <a:pt x="147" y="243"/>
                  <a:pt x="147" y="243"/>
                  <a:pt x="147" y="243"/>
                </a:cubicBezTo>
                <a:cubicBezTo>
                  <a:pt x="147" y="291"/>
                  <a:pt x="147" y="291"/>
                  <a:pt x="147" y="291"/>
                </a:cubicBezTo>
                <a:cubicBezTo>
                  <a:pt x="147" y="296"/>
                  <a:pt x="145" y="301"/>
                  <a:pt x="141" y="304"/>
                </a:cubicBezTo>
                <a:cubicBezTo>
                  <a:pt x="137" y="308"/>
                  <a:pt x="132" y="310"/>
                  <a:pt x="127" y="310"/>
                </a:cubicBezTo>
                <a:cubicBezTo>
                  <a:pt x="99" y="310"/>
                  <a:pt x="99" y="310"/>
                  <a:pt x="99" y="310"/>
                </a:cubicBezTo>
                <a:cubicBezTo>
                  <a:pt x="93" y="310"/>
                  <a:pt x="89" y="308"/>
                  <a:pt x="85" y="304"/>
                </a:cubicBezTo>
                <a:cubicBezTo>
                  <a:pt x="81" y="301"/>
                  <a:pt x="79" y="296"/>
                  <a:pt x="79" y="291"/>
                </a:cubicBezTo>
                <a:cubicBezTo>
                  <a:pt x="79" y="243"/>
                  <a:pt x="79" y="243"/>
                  <a:pt x="79" y="243"/>
                </a:cubicBezTo>
                <a:cubicBezTo>
                  <a:pt x="45" y="243"/>
                  <a:pt x="45" y="243"/>
                  <a:pt x="45" y="243"/>
                </a:cubicBezTo>
                <a:cubicBezTo>
                  <a:pt x="42" y="243"/>
                  <a:pt x="40" y="242"/>
                  <a:pt x="37" y="239"/>
                </a:cubicBezTo>
                <a:cubicBezTo>
                  <a:pt x="35" y="237"/>
                  <a:pt x="34" y="234"/>
                  <a:pt x="34" y="231"/>
                </a:cubicBezTo>
                <a:cubicBezTo>
                  <a:pt x="34" y="229"/>
                  <a:pt x="35" y="227"/>
                  <a:pt x="36" y="226"/>
                </a:cubicBezTo>
                <a:cubicBezTo>
                  <a:pt x="79" y="153"/>
                  <a:pt x="79" y="153"/>
                  <a:pt x="79" y="153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31" y="190"/>
                  <a:pt x="31" y="190"/>
                  <a:pt x="31" y="190"/>
                </a:cubicBezTo>
                <a:cubicBezTo>
                  <a:pt x="28" y="195"/>
                  <a:pt x="23" y="198"/>
                  <a:pt x="17" y="198"/>
                </a:cubicBezTo>
                <a:cubicBezTo>
                  <a:pt x="12" y="198"/>
                  <a:pt x="8" y="196"/>
                  <a:pt x="5" y="193"/>
                </a:cubicBezTo>
                <a:cubicBezTo>
                  <a:pt x="2" y="189"/>
                  <a:pt x="0" y="185"/>
                  <a:pt x="0" y="181"/>
                </a:cubicBezTo>
                <a:cubicBezTo>
                  <a:pt x="0" y="177"/>
                  <a:pt x="1" y="174"/>
                  <a:pt x="3" y="171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57" y="91"/>
                  <a:pt x="67" y="85"/>
                  <a:pt x="79" y="85"/>
                </a:cubicBezTo>
                <a:cubicBezTo>
                  <a:pt x="147" y="85"/>
                  <a:pt x="147" y="85"/>
                  <a:pt x="147" y="85"/>
                </a:cubicBezTo>
                <a:cubicBezTo>
                  <a:pt x="159" y="85"/>
                  <a:pt x="169" y="91"/>
                  <a:pt x="178" y="104"/>
                </a:cubicBezTo>
                <a:cubicBezTo>
                  <a:pt x="223" y="171"/>
                  <a:pt x="223" y="171"/>
                  <a:pt x="223" y="171"/>
                </a:cubicBezTo>
                <a:cubicBezTo>
                  <a:pt x="225" y="174"/>
                  <a:pt x="226" y="177"/>
                  <a:pt x="226" y="181"/>
                </a:cubicBezTo>
                <a:close/>
                <a:moveTo>
                  <a:pt x="152" y="40"/>
                </a:moveTo>
                <a:cubicBezTo>
                  <a:pt x="152" y="51"/>
                  <a:pt x="148" y="60"/>
                  <a:pt x="141" y="68"/>
                </a:cubicBezTo>
                <a:cubicBezTo>
                  <a:pt x="133" y="75"/>
                  <a:pt x="124" y="79"/>
                  <a:pt x="113" y="79"/>
                </a:cubicBezTo>
                <a:cubicBezTo>
                  <a:pt x="102" y="79"/>
                  <a:pt x="93" y="75"/>
                  <a:pt x="85" y="68"/>
                </a:cubicBezTo>
                <a:cubicBezTo>
                  <a:pt x="77" y="60"/>
                  <a:pt x="73" y="51"/>
                  <a:pt x="73" y="40"/>
                </a:cubicBezTo>
                <a:cubicBezTo>
                  <a:pt x="73" y="29"/>
                  <a:pt x="77" y="20"/>
                  <a:pt x="85" y="12"/>
                </a:cubicBezTo>
                <a:cubicBezTo>
                  <a:pt x="93" y="4"/>
                  <a:pt x="102" y="0"/>
                  <a:pt x="113" y="0"/>
                </a:cubicBezTo>
                <a:cubicBezTo>
                  <a:pt x="124" y="0"/>
                  <a:pt x="133" y="4"/>
                  <a:pt x="141" y="12"/>
                </a:cubicBezTo>
                <a:cubicBezTo>
                  <a:pt x="148" y="20"/>
                  <a:pt x="152" y="29"/>
                  <a:pt x="152" y="4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15"/>
          <p:cNvSpPr>
            <a:spLocks/>
          </p:cNvSpPr>
          <p:nvPr/>
        </p:nvSpPr>
        <p:spPr bwMode="auto">
          <a:xfrm>
            <a:off x="1979613" y="1622426"/>
            <a:ext cx="365125" cy="219075"/>
          </a:xfrm>
          <a:custGeom>
            <a:avLst/>
            <a:gdLst>
              <a:gd name="T0" fmla="*/ 338 w 338"/>
              <a:gd name="T1" fmla="*/ 101 h 203"/>
              <a:gd name="T2" fmla="*/ 287 w 338"/>
              <a:gd name="T3" fmla="*/ 118 h 203"/>
              <a:gd name="T4" fmla="*/ 225 w 338"/>
              <a:gd name="T5" fmla="*/ 124 h 203"/>
              <a:gd name="T6" fmla="*/ 186 w 338"/>
              <a:gd name="T7" fmla="*/ 135 h 203"/>
              <a:gd name="T8" fmla="*/ 174 w 338"/>
              <a:gd name="T9" fmla="*/ 135 h 203"/>
              <a:gd name="T10" fmla="*/ 123 w 338"/>
              <a:gd name="T11" fmla="*/ 197 h 203"/>
              <a:gd name="T12" fmla="*/ 135 w 338"/>
              <a:gd name="T13" fmla="*/ 197 h 203"/>
              <a:gd name="T14" fmla="*/ 143 w 338"/>
              <a:gd name="T15" fmla="*/ 198 h 203"/>
              <a:gd name="T16" fmla="*/ 146 w 338"/>
              <a:gd name="T17" fmla="*/ 200 h 203"/>
              <a:gd name="T18" fmla="*/ 143 w 338"/>
              <a:gd name="T19" fmla="*/ 202 h 203"/>
              <a:gd name="T20" fmla="*/ 135 w 338"/>
              <a:gd name="T21" fmla="*/ 203 h 203"/>
              <a:gd name="T22" fmla="*/ 79 w 338"/>
              <a:gd name="T23" fmla="*/ 203 h 203"/>
              <a:gd name="T24" fmla="*/ 79 w 338"/>
              <a:gd name="T25" fmla="*/ 197 h 203"/>
              <a:gd name="T26" fmla="*/ 90 w 338"/>
              <a:gd name="T27" fmla="*/ 197 h 203"/>
              <a:gd name="T28" fmla="*/ 90 w 338"/>
              <a:gd name="T29" fmla="*/ 124 h 203"/>
              <a:gd name="T30" fmla="*/ 62 w 338"/>
              <a:gd name="T31" fmla="*/ 124 h 203"/>
              <a:gd name="T32" fmla="*/ 28 w 338"/>
              <a:gd name="T33" fmla="*/ 163 h 203"/>
              <a:gd name="T34" fmla="*/ 11 w 338"/>
              <a:gd name="T35" fmla="*/ 163 h 203"/>
              <a:gd name="T36" fmla="*/ 5 w 338"/>
              <a:gd name="T37" fmla="*/ 158 h 203"/>
              <a:gd name="T38" fmla="*/ 5 w 338"/>
              <a:gd name="T39" fmla="*/ 124 h 203"/>
              <a:gd name="T40" fmla="*/ 11 w 338"/>
              <a:gd name="T41" fmla="*/ 124 h 203"/>
              <a:gd name="T42" fmla="*/ 11 w 338"/>
              <a:gd name="T43" fmla="*/ 118 h 203"/>
              <a:gd name="T44" fmla="*/ 34 w 338"/>
              <a:gd name="T45" fmla="*/ 118 h 203"/>
              <a:gd name="T46" fmla="*/ 34 w 338"/>
              <a:gd name="T47" fmla="*/ 117 h 203"/>
              <a:gd name="T48" fmla="*/ 0 w 338"/>
              <a:gd name="T49" fmla="*/ 113 h 203"/>
              <a:gd name="T50" fmla="*/ 0 w 338"/>
              <a:gd name="T51" fmla="*/ 90 h 203"/>
              <a:gd name="T52" fmla="*/ 34 w 338"/>
              <a:gd name="T53" fmla="*/ 86 h 203"/>
              <a:gd name="T54" fmla="*/ 34 w 338"/>
              <a:gd name="T55" fmla="*/ 85 h 203"/>
              <a:gd name="T56" fmla="*/ 11 w 338"/>
              <a:gd name="T57" fmla="*/ 85 h 203"/>
              <a:gd name="T58" fmla="*/ 11 w 338"/>
              <a:gd name="T59" fmla="*/ 79 h 203"/>
              <a:gd name="T60" fmla="*/ 5 w 338"/>
              <a:gd name="T61" fmla="*/ 79 h 203"/>
              <a:gd name="T62" fmla="*/ 5 w 338"/>
              <a:gd name="T63" fmla="*/ 45 h 203"/>
              <a:gd name="T64" fmla="*/ 11 w 338"/>
              <a:gd name="T65" fmla="*/ 39 h 203"/>
              <a:gd name="T66" fmla="*/ 28 w 338"/>
              <a:gd name="T67" fmla="*/ 39 h 203"/>
              <a:gd name="T68" fmla="*/ 62 w 338"/>
              <a:gd name="T69" fmla="*/ 79 h 203"/>
              <a:gd name="T70" fmla="*/ 90 w 338"/>
              <a:gd name="T71" fmla="*/ 79 h 203"/>
              <a:gd name="T72" fmla="*/ 90 w 338"/>
              <a:gd name="T73" fmla="*/ 6 h 203"/>
              <a:gd name="T74" fmla="*/ 79 w 338"/>
              <a:gd name="T75" fmla="*/ 6 h 203"/>
              <a:gd name="T76" fmla="*/ 79 w 338"/>
              <a:gd name="T77" fmla="*/ 0 h 203"/>
              <a:gd name="T78" fmla="*/ 135 w 338"/>
              <a:gd name="T79" fmla="*/ 0 h 203"/>
              <a:gd name="T80" fmla="*/ 143 w 338"/>
              <a:gd name="T81" fmla="*/ 1 h 203"/>
              <a:gd name="T82" fmla="*/ 146 w 338"/>
              <a:gd name="T83" fmla="*/ 3 h 203"/>
              <a:gd name="T84" fmla="*/ 143 w 338"/>
              <a:gd name="T85" fmla="*/ 5 h 203"/>
              <a:gd name="T86" fmla="*/ 135 w 338"/>
              <a:gd name="T87" fmla="*/ 6 h 203"/>
              <a:gd name="T88" fmla="*/ 123 w 338"/>
              <a:gd name="T89" fmla="*/ 6 h 203"/>
              <a:gd name="T90" fmla="*/ 174 w 338"/>
              <a:gd name="T91" fmla="*/ 68 h 203"/>
              <a:gd name="T92" fmla="*/ 186 w 338"/>
              <a:gd name="T93" fmla="*/ 68 h 203"/>
              <a:gd name="T94" fmla="*/ 225 w 338"/>
              <a:gd name="T95" fmla="*/ 79 h 203"/>
              <a:gd name="T96" fmla="*/ 287 w 338"/>
              <a:gd name="T97" fmla="*/ 85 h 203"/>
              <a:gd name="T98" fmla="*/ 338 w 338"/>
              <a:gd name="T99" fmla="*/ 101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8" h="203">
                <a:moveTo>
                  <a:pt x="338" y="101"/>
                </a:moveTo>
                <a:cubicBezTo>
                  <a:pt x="338" y="105"/>
                  <a:pt x="321" y="111"/>
                  <a:pt x="287" y="118"/>
                </a:cubicBezTo>
                <a:cubicBezTo>
                  <a:pt x="225" y="124"/>
                  <a:pt x="225" y="124"/>
                  <a:pt x="225" y="124"/>
                </a:cubicBezTo>
                <a:cubicBezTo>
                  <a:pt x="186" y="135"/>
                  <a:pt x="186" y="135"/>
                  <a:pt x="186" y="135"/>
                </a:cubicBezTo>
                <a:cubicBezTo>
                  <a:pt x="174" y="135"/>
                  <a:pt x="174" y="135"/>
                  <a:pt x="174" y="135"/>
                </a:cubicBezTo>
                <a:cubicBezTo>
                  <a:pt x="123" y="197"/>
                  <a:pt x="123" y="197"/>
                  <a:pt x="123" y="197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8" y="197"/>
                  <a:pt x="141" y="197"/>
                  <a:pt x="143" y="198"/>
                </a:cubicBezTo>
                <a:cubicBezTo>
                  <a:pt x="145" y="199"/>
                  <a:pt x="146" y="199"/>
                  <a:pt x="146" y="200"/>
                </a:cubicBezTo>
                <a:cubicBezTo>
                  <a:pt x="146" y="201"/>
                  <a:pt x="145" y="201"/>
                  <a:pt x="143" y="202"/>
                </a:cubicBezTo>
                <a:cubicBezTo>
                  <a:pt x="141" y="203"/>
                  <a:pt x="138" y="203"/>
                  <a:pt x="135" y="203"/>
                </a:cubicBezTo>
                <a:cubicBezTo>
                  <a:pt x="79" y="203"/>
                  <a:pt x="79" y="203"/>
                  <a:pt x="79" y="203"/>
                </a:cubicBezTo>
                <a:cubicBezTo>
                  <a:pt x="79" y="197"/>
                  <a:pt x="79" y="197"/>
                  <a:pt x="79" y="197"/>
                </a:cubicBezTo>
                <a:cubicBezTo>
                  <a:pt x="90" y="197"/>
                  <a:pt x="90" y="197"/>
                  <a:pt x="90" y="197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62" y="124"/>
                  <a:pt x="62" y="124"/>
                  <a:pt x="62" y="124"/>
                </a:cubicBezTo>
                <a:cubicBezTo>
                  <a:pt x="28" y="163"/>
                  <a:pt x="28" y="163"/>
                  <a:pt x="28" y="163"/>
                </a:cubicBezTo>
                <a:cubicBezTo>
                  <a:pt x="11" y="163"/>
                  <a:pt x="11" y="163"/>
                  <a:pt x="11" y="163"/>
                </a:cubicBezTo>
                <a:cubicBezTo>
                  <a:pt x="5" y="158"/>
                  <a:pt x="5" y="158"/>
                  <a:pt x="5" y="158"/>
                </a:cubicBezTo>
                <a:cubicBezTo>
                  <a:pt x="5" y="124"/>
                  <a:pt x="5" y="124"/>
                  <a:pt x="5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118"/>
                  <a:pt x="11" y="118"/>
                  <a:pt x="11" y="118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4" y="117"/>
                  <a:pt x="34" y="117"/>
                  <a:pt x="34" y="11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0"/>
                  <a:pt x="0" y="90"/>
                  <a:pt x="0" y="90"/>
                </a:cubicBezTo>
                <a:cubicBezTo>
                  <a:pt x="34" y="86"/>
                  <a:pt x="34" y="86"/>
                  <a:pt x="34" y="86"/>
                </a:cubicBezTo>
                <a:cubicBezTo>
                  <a:pt x="34" y="85"/>
                  <a:pt x="34" y="85"/>
                  <a:pt x="34" y="85"/>
                </a:cubicBezTo>
                <a:cubicBezTo>
                  <a:pt x="11" y="85"/>
                  <a:pt x="11" y="85"/>
                  <a:pt x="11" y="85"/>
                </a:cubicBezTo>
                <a:cubicBezTo>
                  <a:pt x="11" y="79"/>
                  <a:pt x="11" y="79"/>
                  <a:pt x="11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45"/>
                  <a:pt x="5" y="45"/>
                  <a:pt x="5" y="45"/>
                </a:cubicBezTo>
                <a:cubicBezTo>
                  <a:pt x="11" y="39"/>
                  <a:pt x="11" y="39"/>
                  <a:pt x="11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62" y="79"/>
                  <a:pt x="62" y="79"/>
                  <a:pt x="62" y="79"/>
                </a:cubicBezTo>
                <a:cubicBezTo>
                  <a:pt x="90" y="79"/>
                  <a:pt x="90" y="79"/>
                  <a:pt x="90" y="79"/>
                </a:cubicBezTo>
                <a:cubicBezTo>
                  <a:pt x="90" y="6"/>
                  <a:pt x="90" y="6"/>
                  <a:pt x="90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79" y="0"/>
                  <a:pt x="79" y="0"/>
                  <a:pt x="79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38" y="0"/>
                  <a:pt x="141" y="0"/>
                  <a:pt x="143" y="1"/>
                </a:cubicBezTo>
                <a:cubicBezTo>
                  <a:pt x="145" y="1"/>
                  <a:pt x="146" y="2"/>
                  <a:pt x="146" y="3"/>
                </a:cubicBezTo>
                <a:cubicBezTo>
                  <a:pt x="146" y="4"/>
                  <a:pt x="145" y="4"/>
                  <a:pt x="143" y="5"/>
                </a:cubicBezTo>
                <a:cubicBezTo>
                  <a:pt x="141" y="5"/>
                  <a:pt x="138" y="6"/>
                  <a:pt x="135" y="6"/>
                </a:cubicBezTo>
                <a:cubicBezTo>
                  <a:pt x="123" y="6"/>
                  <a:pt x="123" y="6"/>
                  <a:pt x="123" y="6"/>
                </a:cubicBezTo>
                <a:cubicBezTo>
                  <a:pt x="174" y="68"/>
                  <a:pt x="174" y="68"/>
                  <a:pt x="174" y="68"/>
                </a:cubicBezTo>
                <a:cubicBezTo>
                  <a:pt x="186" y="68"/>
                  <a:pt x="186" y="68"/>
                  <a:pt x="186" y="68"/>
                </a:cubicBezTo>
                <a:cubicBezTo>
                  <a:pt x="225" y="79"/>
                  <a:pt x="225" y="79"/>
                  <a:pt x="225" y="79"/>
                </a:cubicBezTo>
                <a:cubicBezTo>
                  <a:pt x="287" y="85"/>
                  <a:pt x="287" y="85"/>
                  <a:pt x="287" y="85"/>
                </a:cubicBezTo>
                <a:cubicBezTo>
                  <a:pt x="318" y="91"/>
                  <a:pt x="335" y="97"/>
                  <a:pt x="338" y="10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2447926" y="1562101"/>
            <a:ext cx="292100" cy="339725"/>
          </a:xfrm>
          <a:custGeom>
            <a:avLst/>
            <a:gdLst>
              <a:gd name="T0" fmla="*/ 181 w 271"/>
              <a:gd name="T1" fmla="*/ 90 h 315"/>
              <a:gd name="T2" fmla="*/ 181 w 271"/>
              <a:gd name="T3" fmla="*/ 7 h 315"/>
              <a:gd name="T4" fmla="*/ 187 w 271"/>
              <a:gd name="T5" fmla="*/ 12 h 315"/>
              <a:gd name="T6" fmla="*/ 259 w 271"/>
              <a:gd name="T7" fmla="*/ 83 h 315"/>
              <a:gd name="T8" fmla="*/ 264 w 271"/>
              <a:gd name="T9" fmla="*/ 90 h 315"/>
              <a:gd name="T10" fmla="*/ 181 w 271"/>
              <a:gd name="T11" fmla="*/ 90 h 315"/>
              <a:gd name="T12" fmla="*/ 158 w 271"/>
              <a:gd name="T13" fmla="*/ 95 h 315"/>
              <a:gd name="T14" fmla="*/ 163 w 271"/>
              <a:gd name="T15" fmla="*/ 107 h 315"/>
              <a:gd name="T16" fmla="*/ 175 w 271"/>
              <a:gd name="T17" fmla="*/ 112 h 315"/>
              <a:gd name="T18" fmla="*/ 271 w 271"/>
              <a:gd name="T19" fmla="*/ 112 h 315"/>
              <a:gd name="T20" fmla="*/ 271 w 271"/>
              <a:gd name="T21" fmla="*/ 298 h 315"/>
              <a:gd name="T22" fmla="*/ 266 w 271"/>
              <a:gd name="T23" fmla="*/ 310 h 315"/>
              <a:gd name="T24" fmla="*/ 254 w 271"/>
              <a:gd name="T25" fmla="*/ 315 h 315"/>
              <a:gd name="T26" fmla="*/ 17 w 271"/>
              <a:gd name="T27" fmla="*/ 315 h 315"/>
              <a:gd name="T28" fmla="*/ 5 w 271"/>
              <a:gd name="T29" fmla="*/ 310 h 315"/>
              <a:gd name="T30" fmla="*/ 0 w 271"/>
              <a:gd name="T31" fmla="*/ 298 h 315"/>
              <a:gd name="T32" fmla="*/ 0 w 271"/>
              <a:gd name="T33" fmla="*/ 17 h 315"/>
              <a:gd name="T34" fmla="*/ 5 w 271"/>
              <a:gd name="T35" fmla="*/ 5 h 315"/>
              <a:gd name="T36" fmla="*/ 17 w 271"/>
              <a:gd name="T37" fmla="*/ 0 h 315"/>
              <a:gd name="T38" fmla="*/ 158 w 271"/>
              <a:gd name="T39" fmla="*/ 0 h 315"/>
              <a:gd name="T40" fmla="*/ 158 w 271"/>
              <a:gd name="T41" fmla="*/ 95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71" h="315">
                <a:moveTo>
                  <a:pt x="181" y="90"/>
                </a:moveTo>
                <a:cubicBezTo>
                  <a:pt x="181" y="7"/>
                  <a:pt x="181" y="7"/>
                  <a:pt x="181" y="7"/>
                </a:cubicBezTo>
                <a:cubicBezTo>
                  <a:pt x="183" y="8"/>
                  <a:pt x="185" y="10"/>
                  <a:pt x="187" y="12"/>
                </a:cubicBezTo>
                <a:cubicBezTo>
                  <a:pt x="259" y="83"/>
                  <a:pt x="259" y="83"/>
                  <a:pt x="259" y="83"/>
                </a:cubicBezTo>
                <a:cubicBezTo>
                  <a:pt x="260" y="85"/>
                  <a:pt x="262" y="87"/>
                  <a:pt x="264" y="90"/>
                </a:cubicBezTo>
                <a:lnTo>
                  <a:pt x="181" y="90"/>
                </a:lnTo>
                <a:close/>
                <a:moveTo>
                  <a:pt x="158" y="95"/>
                </a:moveTo>
                <a:cubicBezTo>
                  <a:pt x="158" y="100"/>
                  <a:pt x="160" y="104"/>
                  <a:pt x="163" y="107"/>
                </a:cubicBezTo>
                <a:cubicBezTo>
                  <a:pt x="166" y="111"/>
                  <a:pt x="170" y="112"/>
                  <a:pt x="175" y="112"/>
                </a:cubicBezTo>
                <a:cubicBezTo>
                  <a:pt x="271" y="112"/>
                  <a:pt x="271" y="112"/>
                  <a:pt x="271" y="112"/>
                </a:cubicBezTo>
                <a:cubicBezTo>
                  <a:pt x="271" y="298"/>
                  <a:pt x="271" y="298"/>
                  <a:pt x="271" y="298"/>
                </a:cubicBezTo>
                <a:cubicBezTo>
                  <a:pt x="271" y="303"/>
                  <a:pt x="269" y="307"/>
                  <a:pt x="266" y="310"/>
                </a:cubicBezTo>
                <a:cubicBezTo>
                  <a:pt x="262" y="314"/>
                  <a:pt x="258" y="315"/>
                  <a:pt x="254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9" y="314"/>
                  <a:pt x="5" y="310"/>
                </a:cubicBezTo>
                <a:cubicBezTo>
                  <a:pt x="2" y="307"/>
                  <a:pt x="0" y="303"/>
                  <a:pt x="0" y="29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9" y="1"/>
                  <a:pt x="12" y="0"/>
                  <a:pt x="17" y="0"/>
                </a:cubicBezTo>
                <a:cubicBezTo>
                  <a:pt x="158" y="0"/>
                  <a:pt x="158" y="0"/>
                  <a:pt x="158" y="0"/>
                </a:cubicBezTo>
                <a:lnTo>
                  <a:pt x="158" y="9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2879726" y="1562101"/>
            <a:ext cx="292100" cy="339725"/>
          </a:xfrm>
          <a:custGeom>
            <a:avLst/>
            <a:gdLst>
              <a:gd name="T0" fmla="*/ 113 w 270"/>
              <a:gd name="T1" fmla="*/ 45 h 315"/>
              <a:gd name="T2" fmla="*/ 90 w 270"/>
              <a:gd name="T3" fmla="*/ 67 h 315"/>
              <a:gd name="T4" fmla="*/ 135 w 270"/>
              <a:gd name="T5" fmla="*/ 90 h 315"/>
              <a:gd name="T6" fmla="*/ 113 w 270"/>
              <a:gd name="T7" fmla="*/ 67 h 315"/>
              <a:gd name="T8" fmla="*/ 135 w 270"/>
              <a:gd name="T9" fmla="*/ 90 h 315"/>
              <a:gd name="T10" fmla="*/ 113 w 270"/>
              <a:gd name="T11" fmla="*/ 90 h 315"/>
              <a:gd name="T12" fmla="*/ 90 w 270"/>
              <a:gd name="T13" fmla="*/ 112 h 315"/>
              <a:gd name="T14" fmla="*/ 135 w 270"/>
              <a:gd name="T15" fmla="*/ 135 h 315"/>
              <a:gd name="T16" fmla="*/ 113 w 270"/>
              <a:gd name="T17" fmla="*/ 112 h 315"/>
              <a:gd name="T18" fmla="*/ 135 w 270"/>
              <a:gd name="T19" fmla="*/ 135 h 315"/>
              <a:gd name="T20" fmla="*/ 267 w 270"/>
              <a:gd name="T21" fmla="*/ 80 h 315"/>
              <a:gd name="T22" fmla="*/ 270 w 270"/>
              <a:gd name="T23" fmla="*/ 298 h 315"/>
              <a:gd name="T24" fmla="*/ 253 w 270"/>
              <a:gd name="T25" fmla="*/ 315 h 315"/>
              <a:gd name="T26" fmla="*/ 5 w 270"/>
              <a:gd name="T27" fmla="*/ 310 h 315"/>
              <a:gd name="T28" fmla="*/ 0 w 270"/>
              <a:gd name="T29" fmla="*/ 17 h 315"/>
              <a:gd name="T30" fmla="*/ 17 w 270"/>
              <a:gd name="T31" fmla="*/ 0 h 315"/>
              <a:gd name="T32" fmla="*/ 190 w 270"/>
              <a:gd name="T33" fmla="*/ 3 h 315"/>
              <a:gd name="T34" fmla="*/ 258 w 270"/>
              <a:gd name="T35" fmla="*/ 67 h 315"/>
              <a:gd name="T36" fmla="*/ 180 w 270"/>
              <a:gd name="T37" fmla="*/ 90 h 315"/>
              <a:gd name="T38" fmla="*/ 243 w 270"/>
              <a:gd name="T39" fmla="*/ 83 h 315"/>
              <a:gd name="T40" fmla="*/ 180 w 270"/>
              <a:gd name="T41" fmla="*/ 24 h 315"/>
              <a:gd name="T42" fmla="*/ 248 w 270"/>
              <a:gd name="T43" fmla="*/ 112 h 315"/>
              <a:gd name="T44" fmla="*/ 163 w 270"/>
              <a:gd name="T45" fmla="*/ 107 h 315"/>
              <a:gd name="T46" fmla="*/ 158 w 270"/>
              <a:gd name="T47" fmla="*/ 22 h 315"/>
              <a:gd name="T48" fmla="*/ 135 w 270"/>
              <a:gd name="T49" fmla="*/ 45 h 315"/>
              <a:gd name="T50" fmla="*/ 113 w 270"/>
              <a:gd name="T51" fmla="*/ 22 h 315"/>
              <a:gd name="T52" fmla="*/ 22 w 270"/>
              <a:gd name="T53" fmla="*/ 293 h 315"/>
              <a:gd name="T54" fmla="*/ 137 w 270"/>
              <a:gd name="T55" fmla="*/ 166 h 315"/>
              <a:gd name="T56" fmla="*/ 158 w 270"/>
              <a:gd name="T57" fmla="*/ 236 h 315"/>
              <a:gd name="T58" fmla="*/ 113 w 270"/>
              <a:gd name="T59" fmla="*/ 270 h 315"/>
              <a:gd name="T60" fmla="*/ 68 w 270"/>
              <a:gd name="T61" fmla="*/ 236 h 315"/>
              <a:gd name="T62" fmla="*/ 90 w 270"/>
              <a:gd name="T63" fmla="*/ 157 h 315"/>
              <a:gd name="T64" fmla="*/ 113 w 270"/>
              <a:gd name="T65" fmla="*/ 135 h 315"/>
              <a:gd name="T66" fmla="*/ 127 w 270"/>
              <a:gd name="T67" fmla="*/ 157 h 315"/>
              <a:gd name="T68" fmla="*/ 137 w 270"/>
              <a:gd name="T69" fmla="*/ 166 h 315"/>
              <a:gd name="T70" fmla="*/ 129 w 270"/>
              <a:gd name="T71" fmla="*/ 244 h 315"/>
              <a:gd name="T72" fmla="*/ 129 w 270"/>
              <a:gd name="T73" fmla="*/ 228 h 315"/>
              <a:gd name="T74" fmla="*/ 97 w 270"/>
              <a:gd name="T75" fmla="*/ 228 h 315"/>
              <a:gd name="T76" fmla="*/ 97 w 270"/>
              <a:gd name="T77" fmla="*/ 244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0" h="315">
                <a:moveTo>
                  <a:pt x="113" y="67"/>
                </a:moveTo>
                <a:cubicBezTo>
                  <a:pt x="113" y="45"/>
                  <a:pt x="113" y="45"/>
                  <a:pt x="113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67"/>
                  <a:pt x="90" y="67"/>
                  <a:pt x="90" y="67"/>
                </a:cubicBezTo>
                <a:lnTo>
                  <a:pt x="113" y="67"/>
                </a:lnTo>
                <a:close/>
                <a:moveTo>
                  <a:pt x="135" y="90"/>
                </a:moveTo>
                <a:cubicBezTo>
                  <a:pt x="135" y="67"/>
                  <a:pt x="135" y="67"/>
                  <a:pt x="135" y="67"/>
                </a:cubicBezTo>
                <a:cubicBezTo>
                  <a:pt x="113" y="67"/>
                  <a:pt x="113" y="67"/>
                  <a:pt x="113" y="67"/>
                </a:cubicBezTo>
                <a:cubicBezTo>
                  <a:pt x="113" y="90"/>
                  <a:pt x="113" y="90"/>
                  <a:pt x="113" y="90"/>
                </a:cubicBezTo>
                <a:lnTo>
                  <a:pt x="135" y="90"/>
                </a:lnTo>
                <a:close/>
                <a:moveTo>
                  <a:pt x="113" y="112"/>
                </a:moveTo>
                <a:cubicBezTo>
                  <a:pt x="113" y="90"/>
                  <a:pt x="113" y="90"/>
                  <a:pt x="113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12"/>
                  <a:pt x="90" y="112"/>
                  <a:pt x="90" y="112"/>
                </a:cubicBezTo>
                <a:lnTo>
                  <a:pt x="113" y="112"/>
                </a:lnTo>
                <a:close/>
                <a:moveTo>
                  <a:pt x="135" y="135"/>
                </a:moveTo>
                <a:cubicBezTo>
                  <a:pt x="135" y="112"/>
                  <a:pt x="135" y="112"/>
                  <a:pt x="135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135"/>
                  <a:pt x="113" y="135"/>
                  <a:pt x="113" y="135"/>
                </a:cubicBezTo>
                <a:lnTo>
                  <a:pt x="135" y="135"/>
                </a:lnTo>
                <a:close/>
                <a:moveTo>
                  <a:pt x="258" y="67"/>
                </a:moveTo>
                <a:cubicBezTo>
                  <a:pt x="262" y="70"/>
                  <a:pt x="265" y="74"/>
                  <a:pt x="267" y="80"/>
                </a:cubicBezTo>
                <a:cubicBezTo>
                  <a:pt x="269" y="86"/>
                  <a:pt x="270" y="91"/>
                  <a:pt x="270" y="95"/>
                </a:cubicBezTo>
                <a:cubicBezTo>
                  <a:pt x="270" y="298"/>
                  <a:pt x="270" y="298"/>
                  <a:pt x="270" y="298"/>
                </a:cubicBezTo>
                <a:cubicBezTo>
                  <a:pt x="270" y="303"/>
                  <a:pt x="269" y="307"/>
                  <a:pt x="265" y="310"/>
                </a:cubicBezTo>
                <a:cubicBezTo>
                  <a:pt x="262" y="314"/>
                  <a:pt x="258" y="315"/>
                  <a:pt x="253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0"/>
                </a:cubicBezTo>
                <a:cubicBezTo>
                  <a:pt x="2" y="307"/>
                  <a:pt x="0" y="303"/>
                  <a:pt x="0" y="29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8" y="1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9" y="0"/>
                  <a:pt x="184" y="1"/>
                  <a:pt x="190" y="3"/>
                </a:cubicBezTo>
                <a:cubicBezTo>
                  <a:pt x="196" y="6"/>
                  <a:pt x="200" y="8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6"/>
                  <a:pt x="244" y="84"/>
                  <a:pt x="243" y="83"/>
                </a:cubicBezTo>
                <a:cubicBezTo>
                  <a:pt x="187" y="27"/>
                  <a:pt x="187" y="27"/>
                  <a:pt x="187" y="27"/>
                </a:cubicBezTo>
                <a:cubicBezTo>
                  <a:pt x="186" y="26"/>
                  <a:pt x="184" y="25"/>
                  <a:pt x="180" y="24"/>
                </a:cubicBezTo>
                <a:close/>
                <a:moveTo>
                  <a:pt x="248" y="293"/>
                </a:moveTo>
                <a:cubicBezTo>
                  <a:pt x="248" y="112"/>
                  <a:pt x="248" y="112"/>
                  <a:pt x="248" y="112"/>
                </a:cubicBezTo>
                <a:cubicBezTo>
                  <a:pt x="175" y="112"/>
                  <a:pt x="175" y="112"/>
                  <a:pt x="175" y="112"/>
                </a:cubicBezTo>
                <a:cubicBezTo>
                  <a:pt x="170" y="112"/>
                  <a:pt x="166" y="111"/>
                  <a:pt x="163" y="107"/>
                </a:cubicBezTo>
                <a:cubicBezTo>
                  <a:pt x="159" y="104"/>
                  <a:pt x="158" y="100"/>
                  <a:pt x="158" y="95"/>
                </a:cubicBezTo>
                <a:cubicBezTo>
                  <a:pt x="158" y="22"/>
                  <a:pt x="158" y="22"/>
                  <a:pt x="158" y="22"/>
                </a:cubicBezTo>
                <a:cubicBezTo>
                  <a:pt x="135" y="22"/>
                  <a:pt x="135" y="22"/>
                  <a:pt x="135" y="22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3" y="22"/>
                  <a:pt x="113" y="22"/>
                  <a:pt x="113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  <a:moveTo>
                  <a:pt x="137" y="166"/>
                </a:moveTo>
                <a:cubicBezTo>
                  <a:pt x="156" y="227"/>
                  <a:pt x="156" y="227"/>
                  <a:pt x="156" y="227"/>
                </a:cubicBezTo>
                <a:cubicBezTo>
                  <a:pt x="157" y="230"/>
                  <a:pt x="158" y="233"/>
                  <a:pt x="158" y="236"/>
                </a:cubicBezTo>
                <a:cubicBezTo>
                  <a:pt x="158" y="246"/>
                  <a:pt x="153" y="254"/>
                  <a:pt x="145" y="260"/>
                </a:cubicBezTo>
                <a:cubicBezTo>
                  <a:pt x="136" y="267"/>
                  <a:pt x="126" y="270"/>
                  <a:pt x="113" y="270"/>
                </a:cubicBezTo>
                <a:cubicBezTo>
                  <a:pt x="100" y="270"/>
                  <a:pt x="89" y="267"/>
                  <a:pt x="80" y="260"/>
                </a:cubicBezTo>
                <a:cubicBezTo>
                  <a:pt x="72" y="254"/>
                  <a:pt x="68" y="246"/>
                  <a:pt x="68" y="236"/>
                </a:cubicBezTo>
                <a:cubicBezTo>
                  <a:pt x="68" y="233"/>
                  <a:pt x="68" y="230"/>
                  <a:pt x="69" y="227"/>
                </a:cubicBezTo>
                <a:cubicBezTo>
                  <a:pt x="71" y="220"/>
                  <a:pt x="78" y="196"/>
                  <a:pt x="90" y="157"/>
                </a:cubicBezTo>
                <a:cubicBezTo>
                  <a:pt x="90" y="135"/>
                  <a:pt x="90" y="135"/>
                  <a:pt x="90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57"/>
                  <a:pt x="113" y="157"/>
                  <a:pt x="113" y="157"/>
                </a:cubicBezTo>
                <a:cubicBezTo>
                  <a:pt x="127" y="157"/>
                  <a:pt x="127" y="157"/>
                  <a:pt x="127" y="157"/>
                </a:cubicBezTo>
                <a:cubicBezTo>
                  <a:pt x="129" y="157"/>
                  <a:pt x="131" y="158"/>
                  <a:pt x="133" y="160"/>
                </a:cubicBezTo>
                <a:cubicBezTo>
                  <a:pt x="135" y="161"/>
                  <a:pt x="137" y="163"/>
                  <a:pt x="137" y="166"/>
                </a:cubicBezTo>
                <a:close/>
                <a:moveTo>
                  <a:pt x="113" y="248"/>
                </a:moveTo>
                <a:cubicBezTo>
                  <a:pt x="119" y="248"/>
                  <a:pt x="124" y="246"/>
                  <a:pt x="129" y="244"/>
                </a:cubicBezTo>
                <a:cubicBezTo>
                  <a:pt x="133" y="242"/>
                  <a:pt x="135" y="239"/>
                  <a:pt x="135" y="236"/>
                </a:cubicBezTo>
                <a:cubicBezTo>
                  <a:pt x="135" y="233"/>
                  <a:pt x="133" y="231"/>
                  <a:pt x="129" y="228"/>
                </a:cubicBezTo>
                <a:cubicBezTo>
                  <a:pt x="124" y="226"/>
                  <a:pt x="119" y="225"/>
                  <a:pt x="113" y="225"/>
                </a:cubicBezTo>
                <a:cubicBezTo>
                  <a:pt x="106" y="225"/>
                  <a:pt x="101" y="226"/>
                  <a:pt x="97" y="228"/>
                </a:cubicBezTo>
                <a:cubicBezTo>
                  <a:pt x="92" y="231"/>
                  <a:pt x="90" y="233"/>
                  <a:pt x="90" y="236"/>
                </a:cubicBezTo>
                <a:cubicBezTo>
                  <a:pt x="90" y="239"/>
                  <a:pt x="92" y="242"/>
                  <a:pt x="97" y="244"/>
                </a:cubicBezTo>
                <a:cubicBezTo>
                  <a:pt x="101" y="246"/>
                  <a:pt x="106" y="248"/>
                  <a:pt x="113" y="24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3311526" y="1562101"/>
            <a:ext cx="292100" cy="339725"/>
          </a:xfrm>
          <a:custGeom>
            <a:avLst/>
            <a:gdLst>
              <a:gd name="T0" fmla="*/ 267 w 270"/>
              <a:gd name="T1" fmla="*/ 80 h 315"/>
              <a:gd name="T2" fmla="*/ 270 w 270"/>
              <a:gd name="T3" fmla="*/ 298 h 315"/>
              <a:gd name="T4" fmla="*/ 253 w 270"/>
              <a:gd name="T5" fmla="*/ 315 h 315"/>
              <a:gd name="T6" fmla="*/ 5 w 270"/>
              <a:gd name="T7" fmla="*/ 310 h 315"/>
              <a:gd name="T8" fmla="*/ 0 w 270"/>
              <a:gd name="T9" fmla="*/ 17 h 315"/>
              <a:gd name="T10" fmla="*/ 17 w 270"/>
              <a:gd name="T11" fmla="*/ 0 h 315"/>
              <a:gd name="T12" fmla="*/ 190 w 270"/>
              <a:gd name="T13" fmla="*/ 3 h 315"/>
              <a:gd name="T14" fmla="*/ 258 w 270"/>
              <a:gd name="T15" fmla="*/ 67 h 315"/>
              <a:gd name="T16" fmla="*/ 180 w 270"/>
              <a:gd name="T17" fmla="*/ 90 h 315"/>
              <a:gd name="T18" fmla="*/ 242 w 270"/>
              <a:gd name="T19" fmla="*/ 83 h 315"/>
              <a:gd name="T20" fmla="*/ 180 w 270"/>
              <a:gd name="T21" fmla="*/ 24 h 315"/>
              <a:gd name="T22" fmla="*/ 248 w 270"/>
              <a:gd name="T23" fmla="*/ 112 h 315"/>
              <a:gd name="T24" fmla="*/ 162 w 270"/>
              <a:gd name="T25" fmla="*/ 107 h 315"/>
              <a:gd name="T26" fmla="*/ 157 w 270"/>
              <a:gd name="T27" fmla="*/ 22 h 315"/>
              <a:gd name="T28" fmla="*/ 22 w 270"/>
              <a:gd name="T29" fmla="*/ 293 h 315"/>
              <a:gd name="T30" fmla="*/ 109 w 270"/>
              <a:gd name="T31" fmla="*/ 149 h 315"/>
              <a:gd name="T32" fmla="*/ 112 w 270"/>
              <a:gd name="T33" fmla="*/ 250 h 315"/>
              <a:gd name="T34" fmla="*/ 107 w 270"/>
              <a:gd name="T35" fmla="*/ 256 h 315"/>
              <a:gd name="T36" fmla="*/ 73 w 270"/>
              <a:gd name="T37" fmla="*/ 225 h 315"/>
              <a:gd name="T38" fmla="*/ 46 w 270"/>
              <a:gd name="T39" fmla="*/ 223 h 315"/>
              <a:gd name="T40" fmla="*/ 45 w 270"/>
              <a:gd name="T41" fmla="*/ 186 h 315"/>
              <a:gd name="T42" fmla="*/ 50 w 270"/>
              <a:gd name="T43" fmla="*/ 180 h 315"/>
              <a:gd name="T44" fmla="*/ 103 w 270"/>
              <a:gd name="T45" fmla="*/ 151 h 315"/>
              <a:gd name="T46" fmla="*/ 182 w 270"/>
              <a:gd name="T47" fmla="*/ 271 h 315"/>
              <a:gd name="T48" fmla="*/ 214 w 270"/>
              <a:gd name="T49" fmla="*/ 202 h 315"/>
              <a:gd name="T50" fmla="*/ 183 w 270"/>
              <a:gd name="T51" fmla="*/ 134 h 315"/>
              <a:gd name="T52" fmla="*/ 171 w 270"/>
              <a:gd name="T53" fmla="*/ 144 h 315"/>
              <a:gd name="T54" fmla="*/ 191 w 270"/>
              <a:gd name="T55" fmla="*/ 202 h 315"/>
              <a:gd name="T56" fmla="*/ 171 w 270"/>
              <a:gd name="T57" fmla="*/ 260 h 315"/>
              <a:gd name="T58" fmla="*/ 182 w 270"/>
              <a:gd name="T59" fmla="*/ 271 h 315"/>
              <a:gd name="T60" fmla="*/ 153 w 270"/>
              <a:gd name="T61" fmla="*/ 241 h 315"/>
              <a:gd name="T62" fmla="*/ 153 w 270"/>
              <a:gd name="T63" fmla="*/ 164 h 315"/>
              <a:gd name="T64" fmla="*/ 137 w 270"/>
              <a:gd name="T65" fmla="*/ 163 h 315"/>
              <a:gd name="T66" fmla="*/ 137 w 270"/>
              <a:gd name="T67" fmla="*/ 179 h 315"/>
              <a:gd name="T68" fmla="*/ 137 w 270"/>
              <a:gd name="T69" fmla="*/ 226 h 315"/>
              <a:gd name="T70" fmla="*/ 137 w 270"/>
              <a:gd name="T71" fmla="*/ 24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315">
                <a:moveTo>
                  <a:pt x="258" y="67"/>
                </a:moveTo>
                <a:cubicBezTo>
                  <a:pt x="261" y="70"/>
                  <a:pt x="264" y="74"/>
                  <a:pt x="267" y="80"/>
                </a:cubicBezTo>
                <a:cubicBezTo>
                  <a:pt x="269" y="86"/>
                  <a:pt x="270" y="91"/>
                  <a:pt x="270" y="95"/>
                </a:cubicBezTo>
                <a:cubicBezTo>
                  <a:pt x="270" y="298"/>
                  <a:pt x="270" y="298"/>
                  <a:pt x="270" y="298"/>
                </a:cubicBezTo>
                <a:cubicBezTo>
                  <a:pt x="270" y="303"/>
                  <a:pt x="268" y="307"/>
                  <a:pt x="265" y="310"/>
                </a:cubicBezTo>
                <a:cubicBezTo>
                  <a:pt x="262" y="314"/>
                  <a:pt x="258" y="315"/>
                  <a:pt x="253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0"/>
                </a:cubicBezTo>
                <a:cubicBezTo>
                  <a:pt x="1" y="307"/>
                  <a:pt x="0" y="303"/>
                  <a:pt x="0" y="29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5" y="5"/>
                </a:cubicBezTo>
                <a:cubicBezTo>
                  <a:pt x="8" y="1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1"/>
                  <a:pt x="190" y="3"/>
                </a:cubicBezTo>
                <a:cubicBezTo>
                  <a:pt x="195" y="6"/>
                  <a:pt x="200" y="8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6"/>
                  <a:pt x="244" y="84"/>
                  <a:pt x="242" y="83"/>
                </a:cubicBezTo>
                <a:cubicBezTo>
                  <a:pt x="187" y="27"/>
                  <a:pt x="187" y="27"/>
                  <a:pt x="187" y="27"/>
                </a:cubicBezTo>
                <a:cubicBezTo>
                  <a:pt x="186" y="26"/>
                  <a:pt x="183" y="25"/>
                  <a:pt x="180" y="24"/>
                </a:cubicBezTo>
                <a:close/>
                <a:moveTo>
                  <a:pt x="248" y="293"/>
                </a:moveTo>
                <a:cubicBezTo>
                  <a:pt x="248" y="112"/>
                  <a:pt x="248" y="112"/>
                  <a:pt x="248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0" y="112"/>
                  <a:pt x="166" y="111"/>
                  <a:pt x="162" y="107"/>
                </a:cubicBezTo>
                <a:cubicBezTo>
                  <a:pt x="159" y="104"/>
                  <a:pt x="157" y="100"/>
                  <a:pt x="157" y="95"/>
                </a:cubicBezTo>
                <a:cubicBezTo>
                  <a:pt x="157" y="22"/>
                  <a:pt x="157" y="22"/>
                  <a:pt x="157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  <a:moveTo>
                  <a:pt x="109" y="149"/>
                </a:moveTo>
                <a:cubicBezTo>
                  <a:pt x="111" y="150"/>
                  <a:pt x="112" y="152"/>
                  <a:pt x="112" y="155"/>
                </a:cubicBezTo>
                <a:cubicBezTo>
                  <a:pt x="112" y="250"/>
                  <a:pt x="112" y="250"/>
                  <a:pt x="112" y="250"/>
                </a:cubicBezTo>
                <a:cubicBezTo>
                  <a:pt x="112" y="253"/>
                  <a:pt x="111" y="255"/>
                  <a:pt x="109" y="256"/>
                </a:cubicBezTo>
                <a:cubicBezTo>
                  <a:pt x="108" y="256"/>
                  <a:pt x="107" y="256"/>
                  <a:pt x="107" y="256"/>
                </a:cubicBezTo>
                <a:cubicBezTo>
                  <a:pt x="105" y="256"/>
                  <a:pt x="104" y="255"/>
                  <a:pt x="103" y="254"/>
                </a:cubicBezTo>
                <a:cubicBezTo>
                  <a:pt x="73" y="225"/>
                  <a:pt x="73" y="225"/>
                  <a:pt x="73" y="225"/>
                </a:cubicBezTo>
                <a:cubicBezTo>
                  <a:pt x="50" y="225"/>
                  <a:pt x="50" y="225"/>
                  <a:pt x="50" y="225"/>
                </a:cubicBezTo>
                <a:cubicBezTo>
                  <a:pt x="49" y="225"/>
                  <a:pt x="47" y="224"/>
                  <a:pt x="46" y="223"/>
                </a:cubicBezTo>
                <a:cubicBezTo>
                  <a:pt x="45" y="222"/>
                  <a:pt x="45" y="221"/>
                  <a:pt x="45" y="219"/>
                </a:cubicBezTo>
                <a:cubicBezTo>
                  <a:pt x="45" y="186"/>
                  <a:pt x="45" y="186"/>
                  <a:pt x="45" y="186"/>
                </a:cubicBezTo>
                <a:cubicBezTo>
                  <a:pt x="45" y="184"/>
                  <a:pt x="45" y="183"/>
                  <a:pt x="46" y="182"/>
                </a:cubicBezTo>
                <a:cubicBezTo>
                  <a:pt x="47" y="180"/>
                  <a:pt x="49" y="180"/>
                  <a:pt x="50" y="180"/>
                </a:cubicBezTo>
                <a:cubicBezTo>
                  <a:pt x="73" y="180"/>
                  <a:pt x="73" y="180"/>
                  <a:pt x="73" y="180"/>
                </a:cubicBezTo>
                <a:cubicBezTo>
                  <a:pt x="103" y="151"/>
                  <a:pt x="103" y="151"/>
                  <a:pt x="103" y="151"/>
                </a:cubicBezTo>
                <a:cubicBezTo>
                  <a:pt x="104" y="149"/>
                  <a:pt x="107" y="148"/>
                  <a:pt x="109" y="149"/>
                </a:cubicBezTo>
                <a:close/>
                <a:moveTo>
                  <a:pt x="182" y="271"/>
                </a:moveTo>
                <a:cubicBezTo>
                  <a:pt x="186" y="271"/>
                  <a:pt x="189" y="269"/>
                  <a:pt x="191" y="266"/>
                </a:cubicBezTo>
                <a:cubicBezTo>
                  <a:pt x="206" y="248"/>
                  <a:pt x="214" y="226"/>
                  <a:pt x="214" y="202"/>
                </a:cubicBezTo>
                <a:cubicBezTo>
                  <a:pt x="214" y="179"/>
                  <a:pt x="206" y="157"/>
                  <a:pt x="191" y="139"/>
                </a:cubicBezTo>
                <a:cubicBezTo>
                  <a:pt x="189" y="136"/>
                  <a:pt x="187" y="135"/>
                  <a:pt x="183" y="134"/>
                </a:cubicBezTo>
                <a:cubicBezTo>
                  <a:pt x="180" y="134"/>
                  <a:pt x="177" y="135"/>
                  <a:pt x="175" y="137"/>
                </a:cubicBezTo>
                <a:cubicBezTo>
                  <a:pt x="173" y="139"/>
                  <a:pt x="171" y="141"/>
                  <a:pt x="171" y="144"/>
                </a:cubicBezTo>
                <a:cubicBezTo>
                  <a:pt x="171" y="148"/>
                  <a:pt x="172" y="150"/>
                  <a:pt x="174" y="153"/>
                </a:cubicBezTo>
                <a:cubicBezTo>
                  <a:pt x="185" y="167"/>
                  <a:pt x="191" y="184"/>
                  <a:pt x="191" y="202"/>
                </a:cubicBezTo>
                <a:cubicBezTo>
                  <a:pt x="191" y="221"/>
                  <a:pt x="185" y="238"/>
                  <a:pt x="174" y="252"/>
                </a:cubicBezTo>
                <a:cubicBezTo>
                  <a:pt x="172" y="255"/>
                  <a:pt x="171" y="257"/>
                  <a:pt x="171" y="260"/>
                </a:cubicBezTo>
                <a:cubicBezTo>
                  <a:pt x="171" y="264"/>
                  <a:pt x="173" y="266"/>
                  <a:pt x="175" y="268"/>
                </a:cubicBezTo>
                <a:cubicBezTo>
                  <a:pt x="177" y="270"/>
                  <a:pt x="180" y="271"/>
                  <a:pt x="182" y="271"/>
                </a:cubicBezTo>
                <a:close/>
                <a:moveTo>
                  <a:pt x="145" y="245"/>
                </a:moveTo>
                <a:cubicBezTo>
                  <a:pt x="148" y="245"/>
                  <a:pt x="151" y="243"/>
                  <a:pt x="153" y="241"/>
                </a:cubicBezTo>
                <a:cubicBezTo>
                  <a:pt x="164" y="230"/>
                  <a:pt x="169" y="217"/>
                  <a:pt x="169" y="202"/>
                </a:cubicBezTo>
                <a:cubicBezTo>
                  <a:pt x="169" y="188"/>
                  <a:pt x="164" y="175"/>
                  <a:pt x="153" y="164"/>
                </a:cubicBezTo>
                <a:cubicBezTo>
                  <a:pt x="151" y="162"/>
                  <a:pt x="149" y="161"/>
                  <a:pt x="145" y="160"/>
                </a:cubicBezTo>
                <a:cubicBezTo>
                  <a:pt x="142" y="160"/>
                  <a:pt x="140" y="161"/>
                  <a:pt x="137" y="163"/>
                </a:cubicBezTo>
                <a:cubicBezTo>
                  <a:pt x="135" y="166"/>
                  <a:pt x="134" y="168"/>
                  <a:pt x="134" y="171"/>
                </a:cubicBezTo>
                <a:cubicBezTo>
                  <a:pt x="134" y="174"/>
                  <a:pt x="135" y="177"/>
                  <a:pt x="137" y="179"/>
                </a:cubicBezTo>
                <a:cubicBezTo>
                  <a:pt x="143" y="186"/>
                  <a:pt x="146" y="194"/>
                  <a:pt x="146" y="202"/>
                </a:cubicBezTo>
                <a:cubicBezTo>
                  <a:pt x="146" y="211"/>
                  <a:pt x="143" y="219"/>
                  <a:pt x="137" y="226"/>
                </a:cubicBezTo>
                <a:cubicBezTo>
                  <a:pt x="135" y="228"/>
                  <a:pt x="134" y="231"/>
                  <a:pt x="134" y="234"/>
                </a:cubicBezTo>
                <a:cubicBezTo>
                  <a:pt x="134" y="237"/>
                  <a:pt x="135" y="239"/>
                  <a:pt x="137" y="242"/>
                </a:cubicBezTo>
                <a:cubicBezTo>
                  <a:pt x="140" y="244"/>
                  <a:pt x="142" y="245"/>
                  <a:pt x="145" y="24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3741738" y="1562101"/>
            <a:ext cx="292100" cy="339725"/>
          </a:xfrm>
          <a:custGeom>
            <a:avLst/>
            <a:gdLst>
              <a:gd name="T0" fmla="*/ 267 w 270"/>
              <a:gd name="T1" fmla="*/ 80 h 315"/>
              <a:gd name="T2" fmla="*/ 270 w 270"/>
              <a:gd name="T3" fmla="*/ 298 h 315"/>
              <a:gd name="T4" fmla="*/ 253 w 270"/>
              <a:gd name="T5" fmla="*/ 315 h 315"/>
              <a:gd name="T6" fmla="*/ 5 w 270"/>
              <a:gd name="T7" fmla="*/ 310 h 315"/>
              <a:gd name="T8" fmla="*/ 0 w 270"/>
              <a:gd name="T9" fmla="*/ 17 h 315"/>
              <a:gd name="T10" fmla="*/ 17 w 270"/>
              <a:gd name="T11" fmla="*/ 0 h 315"/>
              <a:gd name="T12" fmla="*/ 190 w 270"/>
              <a:gd name="T13" fmla="*/ 3 h 315"/>
              <a:gd name="T14" fmla="*/ 258 w 270"/>
              <a:gd name="T15" fmla="*/ 67 h 315"/>
              <a:gd name="T16" fmla="*/ 180 w 270"/>
              <a:gd name="T17" fmla="*/ 90 h 315"/>
              <a:gd name="T18" fmla="*/ 242 w 270"/>
              <a:gd name="T19" fmla="*/ 83 h 315"/>
              <a:gd name="T20" fmla="*/ 180 w 270"/>
              <a:gd name="T21" fmla="*/ 24 h 315"/>
              <a:gd name="T22" fmla="*/ 248 w 270"/>
              <a:gd name="T23" fmla="*/ 112 h 315"/>
              <a:gd name="T24" fmla="*/ 162 w 270"/>
              <a:gd name="T25" fmla="*/ 107 h 315"/>
              <a:gd name="T26" fmla="*/ 157 w 270"/>
              <a:gd name="T27" fmla="*/ 22 h 315"/>
              <a:gd name="T28" fmla="*/ 22 w 270"/>
              <a:gd name="T29" fmla="*/ 293 h 315"/>
              <a:gd name="T30" fmla="*/ 84 w 270"/>
              <a:gd name="T31" fmla="*/ 135 h 315"/>
              <a:gd name="T32" fmla="*/ 92 w 270"/>
              <a:gd name="T33" fmla="*/ 134 h 315"/>
              <a:gd name="T34" fmla="*/ 103 w 270"/>
              <a:gd name="T35" fmla="*/ 144 h 315"/>
              <a:gd name="T36" fmla="*/ 70 w 270"/>
              <a:gd name="T37" fmla="*/ 191 h 315"/>
              <a:gd name="T38" fmla="*/ 103 w 270"/>
              <a:gd name="T39" fmla="*/ 238 h 315"/>
              <a:gd name="T40" fmla="*/ 92 w 270"/>
              <a:gd name="T41" fmla="*/ 249 h 315"/>
              <a:gd name="T42" fmla="*/ 84 w 270"/>
              <a:gd name="T43" fmla="*/ 248 h 315"/>
              <a:gd name="T44" fmla="*/ 44 w 270"/>
              <a:gd name="T45" fmla="*/ 188 h 315"/>
              <a:gd name="T46" fmla="*/ 225 w 270"/>
              <a:gd name="T47" fmla="*/ 188 h 315"/>
              <a:gd name="T48" fmla="*/ 186 w 270"/>
              <a:gd name="T49" fmla="*/ 248 h 315"/>
              <a:gd name="T50" fmla="*/ 178 w 270"/>
              <a:gd name="T51" fmla="*/ 249 h 315"/>
              <a:gd name="T52" fmla="*/ 167 w 270"/>
              <a:gd name="T53" fmla="*/ 238 h 315"/>
              <a:gd name="T54" fmla="*/ 200 w 270"/>
              <a:gd name="T55" fmla="*/ 191 h 315"/>
              <a:gd name="T56" fmla="*/ 167 w 270"/>
              <a:gd name="T57" fmla="*/ 144 h 315"/>
              <a:gd name="T58" fmla="*/ 178 w 270"/>
              <a:gd name="T59" fmla="*/ 134 h 315"/>
              <a:gd name="T60" fmla="*/ 186 w 270"/>
              <a:gd name="T61" fmla="*/ 135 h 315"/>
              <a:gd name="T62" fmla="*/ 116 w 270"/>
              <a:gd name="T63" fmla="*/ 269 h 315"/>
              <a:gd name="T64" fmla="*/ 112 w 270"/>
              <a:gd name="T65" fmla="*/ 263 h 315"/>
              <a:gd name="T66" fmla="*/ 138 w 270"/>
              <a:gd name="T67" fmla="*/ 113 h 315"/>
              <a:gd name="T68" fmla="*/ 154 w 270"/>
              <a:gd name="T69" fmla="*/ 113 h 315"/>
              <a:gd name="T70" fmla="*/ 158 w 270"/>
              <a:gd name="T71" fmla="*/ 120 h 315"/>
              <a:gd name="T72" fmla="*/ 132 w 270"/>
              <a:gd name="T73" fmla="*/ 270 h 315"/>
              <a:gd name="T74" fmla="*/ 116 w 270"/>
              <a:gd name="T75" fmla="*/ 269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0" h="315">
                <a:moveTo>
                  <a:pt x="258" y="67"/>
                </a:moveTo>
                <a:cubicBezTo>
                  <a:pt x="261" y="70"/>
                  <a:pt x="264" y="74"/>
                  <a:pt x="267" y="80"/>
                </a:cubicBezTo>
                <a:cubicBezTo>
                  <a:pt x="269" y="86"/>
                  <a:pt x="270" y="91"/>
                  <a:pt x="270" y="95"/>
                </a:cubicBezTo>
                <a:cubicBezTo>
                  <a:pt x="270" y="298"/>
                  <a:pt x="270" y="298"/>
                  <a:pt x="270" y="298"/>
                </a:cubicBezTo>
                <a:cubicBezTo>
                  <a:pt x="270" y="303"/>
                  <a:pt x="268" y="307"/>
                  <a:pt x="265" y="310"/>
                </a:cubicBezTo>
                <a:cubicBezTo>
                  <a:pt x="262" y="314"/>
                  <a:pt x="258" y="315"/>
                  <a:pt x="253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0"/>
                </a:cubicBezTo>
                <a:cubicBezTo>
                  <a:pt x="1" y="307"/>
                  <a:pt x="0" y="303"/>
                  <a:pt x="0" y="29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5" y="5"/>
                </a:cubicBezTo>
                <a:cubicBezTo>
                  <a:pt x="8" y="1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1"/>
                  <a:pt x="190" y="3"/>
                </a:cubicBezTo>
                <a:cubicBezTo>
                  <a:pt x="195" y="6"/>
                  <a:pt x="200" y="8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6"/>
                  <a:pt x="244" y="84"/>
                  <a:pt x="242" y="83"/>
                </a:cubicBezTo>
                <a:cubicBezTo>
                  <a:pt x="187" y="27"/>
                  <a:pt x="187" y="27"/>
                  <a:pt x="187" y="27"/>
                </a:cubicBezTo>
                <a:cubicBezTo>
                  <a:pt x="186" y="26"/>
                  <a:pt x="183" y="25"/>
                  <a:pt x="180" y="24"/>
                </a:cubicBezTo>
                <a:close/>
                <a:moveTo>
                  <a:pt x="248" y="293"/>
                </a:moveTo>
                <a:cubicBezTo>
                  <a:pt x="248" y="112"/>
                  <a:pt x="248" y="112"/>
                  <a:pt x="248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0" y="112"/>
                  <a:pt x="166" y="111"/>
                  <a:pt x="162" y="107"/>
                </a:cubicBezTo>
                <a:cubicBezTo>
                  <a:pt x="159" y="104"/>
                  <a:pt x="157" y="100"/>
                  <a:pt x="157" y="95"/>
                </a:cubicBezTo>
                <a:cubicBezTo>
                  <a:pt x="157" y="22"/>
                  <a:pt x="157" y="22"/>
                  <a:pt x="157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  <a:moveTo>
                  <a:pt x="84" y="135"/>
                </a:moveTo>
                <a:cubicBezTo>
                  <a:pt x="85" y="134"/>
                  <a:pt x="86" y="133"/>
                  <a:pt x="88" y="133"/>
                </a:cubicBezTo>
                <a:cubicBezTo>
                  <a:pt x="89" y="132"/>
                  <a:pt x="91" y="133"/>
                  <a:pt x="92" y="134"/>
                </a:cubicBezTo>
                <a:cubicBezTo>
                  <a:pt x="101" y="141"/>
                  <a:pt x="101" y="141"/>
                  <a:pt x="101" y="141"/>
                </a:cubicBezTo>
                <a:cubicBezTo>
                  <a:pt x="102" y="141"/>
                  <a:pt x="103" y="143"/>
                  <a:pt x="103" y="144"/>
                </a:cubicBezTo>
                <a:cubicBezTo>
                  <a:pt x="103" y="146"/>
                  <a:pt x="103" y="147"/>
                  <a:pt x="102" y="148"/>
                </a:cubicBezTo>
                <a:cubicBezTo>
                  <a:pt x="70" y="191"/>
                  <a:pt x="70" y="191"/>
                  <a:pt x="70" y="191"/>
                </a:cubicBezTo>
                <a:cubicBezTo>
                  <a:pt x="102" y="234"/>
                  <a:pt x="102" y="234"/>
                  <a:pt x="102" y="234"/>
                </a:cubicBezTo>
                <a:cubicBezTo>
                  <a:pt x="103" y="235"/>
                  <a:pt x="103" y="237"/>
                  <a:pt x="103" y="238"/>
                </a:cubicBezTo>
                <a:cubicBezTo>
                  <a:pt x="103" y="240"/>
                  <a:pt x="102" y="241"/>
                  <a:pt x="101" y="242"/>
                </a:cubicBezTo>
                <a:cubicBezTo>
                  <a:pt x="92" y="249"/>
                  <a:pt x="92" y="249"/>
                  <a:pt x="92" y="249"/>
                </a:cubicBezTo>
                <a:cubicBezTo>
                  <a:pt x="91" y="250"/>
                  <a:pt x="89" y="250"/>
                  <a:pt x="88" y="250"/>
                </a:cubicBezTo>
                <a:cubicBezTo>
                  <a:pt x="86" y="250"/>
                  <a:pt x="85" y="249"/>
                  <a:pt x="84" y="248"/>
                </a:cubicBezTo>
                <a:cubicBezTo>
                  <a:pt x="44" y="195"/>
                  <a:pt x="44" y="195"/>
                  <a:pt x="44" y="195"/>
                </a:cubicBezTo>
                <a:cubicBezTo>
                  <a:pt x="43" y="192"/>
                  <a:pt x="43" y="190"/>
                  <a:pt x="44" y="188"/>
                </a:cubicBezTo>
                <a:lnTo>
                  <a:pt x="84" y="135"/>
                </a:lnTo>
                <a:close/>
                <a:moveTo>
                  <a:pt x="225" y="188"/>
                </a:moveTo>
                <a:cubicBezTo>
                  <a:pt x="227" y="190"/>
                  <a:pt x="227" y="192"/>
                  <a:pt x="225" y="195"/>
                </a:cubicBezTo>
                <a:cubicBezTo>
                  <a:pt x="186" y="248"/>
                  <a:pt x="186" y="248"/>
                  <a:pt x="186" y="248"/>
                </a:cubicBezTo>
                <a:cubicBezTo>
                  <a:pt x="185" y="249"/>
                  <a:pt x="183" y="250"/>
                  <a:pt x="182" y="250"/>
                </a:cubicBezTo>
                <a:cubicBezTo>
                  <a:pt x="180" y="250"/>
                  <a:pt x="179" y="250"/>
                  <a:pt x="178" y="249"/>
                </a:cubicBezTo>
                <a:cubicBezTo>
                  <a:pt x="169" y="242"/>
                  <a:pt x="169" y="242"/>
                  <a:pt x="169" y="242"/>
                </a:cubicBezTo>
                <a:cubicBezTo>
                  <a:pt x="167" y="241"/>
                  <a:pt x="167" y="240"/>
                  <a:pt x="167" y="238"/>
                </a:cubicBezTo>
                <a:cubicBezTo>
                  <a:pt x="166" y="237"/>
                  <a:pt x="167" y="235"/>
                  <a:pt x="168" y="234"/>
                </a:cubicBezTo>
                <a:cubicBezTo>
                  <a:pt x="200" y="191"/>
                  <a:pt x="200" y="191"/>
                  <a:pt x="200" y="191"/>
                </a:cubicBezTo>
                <a:cubicBezTo>
                  <a:pt x="168" y="148"/>
                  <a:pt x="168" y="148"/>
                  <a:pt x="168" y="148"/>
                </a:cubicBezTo>
                <a:cubicBezTo>
                  <a:pt x="167" y="147"/>
                  <a:pt x="166" y="146"/>
                  <a:pt x="167" y="144"/>
                </a:cubicBezTo>
                <a:cubicBezTo>
                  <a:pt x="167" y="143"/>
                  <a:pt x="167" y="141"/>
                  <a:pt x="169" y="141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79" y="133"/>
                  <a:pt x="180" y="132"/>
                  <a:pt x="182" y="133"/>
                </a:cubicBezTo>
                <a:cubicBezTo>
                  <a:pt x="183" y="133"/>
                  <a:pt x="185" y="134"/>
                  <a:pt x="186" y="135"/>
                </a:cubicBezTo>
                <a:lnTo>
                  <a:pt x="225" y="188"/>
                </a:lnTo>
                <a:close/>
                <a:moveTo>
                  <a:pt x="116" y="269"/>
                </a:moveTo>
                <a:cubicBezTo>
                  <a:pt x="115" y="269"/>
                  <a:pt x="114" y="268"/>
                  <a:pt x="113" y="267"/>
                </a:cubicBezTo>
                <a:cubicBezTo>
                  <a:pt x="112" y="265"/>
                  <a:pt x="111" y="264"/>
                  <a:pt x="112" y="263"/>
                </a:cubicBezTo>
                <a:cubicBezTo>
                  <a:pt x="136" y="116"/>
                  <a:pt x="136" y="116"/>
                  <a:pt x="136" y="116"/>
                </a:cubicBezTo>
                <a:cubicBezTo>
                  <a:pt x="136" y="115"/>
                  <a:pt x="137" y="113"/>
                  <a:pt x="138" y="113"/>
                </a:cubicBezTo>
                <a:cubicBezTo>
                  <a:pt x="140" y="112"/>
                  <a:pt x="141" y="111"/>
                  <a:pt x="142" y="112"/>
                </a:cubicBezTo>
                <a:cubicBezTo>
                  <a:pt x="154" y="113"/>
                  <a:pt x="154" y="113"/>
                  <a:pt x="154" y="113"/>
                </a:cubicBezTo>
                <a:cubicBezTo>
                  <a:pt x="155" y="114"/>
                  <a:pt x="156" y="114"/>
                  <a:pt x="157" y="116"/>
                </a:cubicBezTo>
                <a:cubicBezTo>
                  <a:pt x="158" y="117"/>
                  <a:pt x="158" y="118"/>
                  <a:pt x="158" y="120"/>
                </a:cubicBezTo>
                <a:cubicBezTo>
                  <a:pt x="134" y="266"/>
                  <a:pt x="134" y="266"/>
                  <a:pt x="134" y="266"/>
                </a:cubicBezTo>
                <a:cubicBezTo>
                  <a:pt x="134" y="268"/>
                  <a:pt x="133" y="269"/>
                  <a:pt x="132" y="270"/>
                </a:cubicBezTo>
                <a:cubicBezTo>
                  <a:pt x="130" y="271"/>
                  <a:pt x="129" y="271"/>
                  <a:pt x="127" y="271"/>
                </a:cubicBezTo>
                <a:lnTo>
                  <a:pt x="116" y="26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722313" y="1993901"/>
            <a:ext cx="292100" cy="341313"/>
          </a:xfrm>
          <a:custGeom>
            <a:avLst/>
            <a:gdLst>
              <a:gd name="T0" fmla="*/ 267 w 270"/>
              <a:gd name="T1" fmla="*/ 81 h 316"/>
              <a:gd name="T2" fmla="*/ 270 w 270"/>
              <a:gd name="T3" fmla="*/ 299 h 316"/>
              <a:gd name="T4" fmla="*/ 253 w 270"/>
              <a:gd name="T5" fmla="*/ 316 h 316"/>
              <a:gd name="T6" fmla="*/ 5 w 270"/>
              <a:gd name="T7" fmla="*/ 311 h 316"/>
              <a:gd name="T8" fmla="*/ 0 w 270"/>
              <a:gd name="T9" fmla="*/ 17 h 316"/>
              <a:gd name="T10" fmla="*/ 17 w 270"/>
              <a:gd name="T11" fmla="*/ 0 h 316"/>
              <a:gd name="T12" fmla="*/ 190 w 270"/>
              <a:gd name="T13" fmla="*/ 4 h 316"/>
              <a:gd name="T14" fmla="*/ 258 w 270"/>
              <a:gd name="T15" fmla="*/ 67 h 316"/>
              <a:gd name="T16" fmla="*/ 180 w 270"/>
              <a:gd name="T17" fmla="*/ 90 h 316"/>
              <a:gd name="T18" fmla="*/ 242 w 270"/>
              <a:gd name="T19" fmla="*/ 83 h 316"/>
              <a:gd name="T20" fmla="*/ 180 w 270"/>
              <a:gd name="T21" fmla="*/ 24 h 316"/>
              <a:gd name="T22" fmla="*/ 247 w 270"/>
              <a:gd name="T23" fmla="*/ 113 h 316"/>
              <a:gd name="T24" fmla="*/ 162 w 270"/>
              <a:gd name="T25" fmla="*/ 108 h 316"/>
              <a:gd name="T26" fmla="*/ 157 w 270"/>
              <a:gd name="T27" fmla="*/ 23 h 316"/>
              <a:gd name="T28" fmla="*/ 22 w 270"/>
              <a:gd name="T29" fmla="*/ 293 h 316"/>
              <a:gd name="T30" fmla="*/ 75 w 270"/>
              <a:gd name="T31" fmla="*/ 252 h 316"/>
              <a:gd name="T32" fmla="*/ 125 w 270"/>
              <a:gd name="T33" fmla="*/ 271 h 316"/>
              <a:gd name="T34" fmla="*/ 111 w 270"/>
              <a:gd name="T35" fmla="*/ 252 h 316"/>
              <a:gd name="T36" fmla="*/ 131 w 270"/>
              <a:gd name="T37" fmla="*/ 221 h 316"/>
              <a:gd name="T38" fmla="*/ 133 w 270"/>
              <a:gd name="T39" fmla="*/ 218 h 316"/>
              <a:gd name="T40" fmla="*/ 134 w 270"/>
              <a:gd name="T41" fmla="*/ 220 h 316"/>
              <a:gd name="T42" fmla="*/ 136 w 270"/>
              <a:gd name="T43" fmla="*/ 222 h 316"/>
              <a:gd name="T44" fmla="*/ 156 w 270"/>
              <a:gd name="T45" fmla="*/ 252 h 316"/>
              <a:gd name="T46" fmla="*/ 143 w 270"/>
              <a:gd name="T47" fmla="*/ 271 h 316"/>
              <a:gd name="T48" fmla="*/ 194 w 270"/>
              <a:gd name="T49" fmla="*/ 252 h 316"/>
              <a:gd name="T50" fmla="*/ 148 w 270"/>
              <a:gd name="T51" fmla="*/ 204 h 316"/>
              <a:gd name="T52" fmla="*/ 195 w 270"/>
              <a:gd name="T53" fmla="*/ 154 h 316"/>
              <a:gd name="T54" fmla="*/ 145 w 270"/>
              <a:gd name="T55" fmla="*/ 136 h 316"/>
              <a:gd name="T56" fmla="*/ 158 w 270"/>
              <a:gd name="T57" fmla="*/ 154 h 316"/>
              <a:gd name="T58" fmla="*/ 139 w 270"/>
              <a:gd name="T59" fmla="*/ 185 h 316"/>
              <a:gd name="T60" fmla="*/ 137 w 270"/>
              <a:gd name="T61" fmla="*/ 188 h 316"/>
              <a:gd name="T62" fmla="*/ 135 w 270"/>
              <a:gd name="T63" fmla="*/ 186 h 316"/>
              <a:gd name="T64" fmla="*/ 114 w 270"/>
              <a:gd name="T65" fmla="*/ 154 h 316"/>
              <a:gd name="T66" fmla="*/ 127 w 270"/>
              <a:gd name="T67" fmla="*/ 136 h 316"/>
              <a:gd name="T68" fmla="*/ 76 w 270"/>
              <a:gd name="T69" fmla="*/ 154 h 316"/>
              <a:gd name="T70" fmla="*/ 121 w 270"/>
              <a:gd name="T71" fmla="*/ 202 h 316"/>
              <a:gd name="T72" fmla="*/ 75 w 270"/>
              <a:gd name="T73" fmla="*/ 252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0" h="316">
                <a:moveTo>
                  <a:pt x="258" y="67"/>
                </a:moveTo>
                <a:cubicBezTo>
                  <a:pt x="261" y="71"/>
                  <a:pt x="264" y="75"/>
                  <a:pt x="267" y="81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8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1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1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2"/>
                  <a:pt x="190" y="4"/>
                </a:cubicBezTo>
                <a:cubicBezTo>
                  <a:pt x="195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5"/>
                  <a:pt x="242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7"/>
                  <a:pt x="183" y="25"/>
                  <a:pt x="180" y="24"/>
                </a:cubicBezTo>
                <a:close/>
                <a:moveTo>
                  <a:pt x="247" y="293"/>
                </a:moveTo>
                <a:cubicBezTo>
                  <a:pt x="247" y="113"/>
                  <a:pt x="247" y="113"/>
                  <a:pt x="247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66" y="111"/>
                  <a:pt x="162" y="108"/>
                </a:cubicBezTo>
                <a:cubicBezTo>
                  <a:pt x="159" y="105"/>
                  <a:pt x="157" y="101"/>
                  <a:pt x="157" y="96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7" y="293"/>
                </a:lnTo>
                <a:close/>
                <a:moveTo>
                  <a:pt x="75" y="252"/>
                </a:moveTo>
                <a:cubicBezTo>
                  <a:pt x="75" y="271"/>
                  <a:pt x="75" y="271"/>
                  <a:pt x="75" y="271"/>
                </a:cubicBezTo>
                <a:cubicBezTo>
                  <a:pt x="125" y="271"/>
                  <a:pt x="125" y="271"/>
                  <a:pt x="125" y="271"/>
                </a:cubicBezTo>
                <a:cubicBezTo>
                  <a:pt x="125" y="252"/>
                  <a:pt x="125" y="252"/>
                  <a:pt x="125" y="252"/>
                </a:cubicBezTo>
                <a:cubicBezTo>
                  <a:pt x="111" y="252"/>
                  <a:pt x="111" y="252"/>
                  <a:pt x="111" y="252"/>
                </a:cubicBezTo>
                <a:cubicBezTo>
                  <a:pt x="130" y="224"/>
                  <a:pt x="130" y="224"/>
                  <a:pt x="130" y="224"/>
                </a:cubicBezTo>
                <a:cubicBezTo>
                  <a:pt x="130" y="223"/>
                  <a:pt x="131" y="222"/>
                  <a:pt x="131" y="221"/>
                </a:cubicBezTo>
                <a:cubicBezTo>
                  <a:pt x="132" y="220"/>
                  <a:pt x="132" y="219"/>
                  <a:pt x="133" y="218"/>
                </a:cubicBezTo>
                <a:cubicBezTo>
                  <a:pt x="133" y="218"/>
                  <a:pt x="133" y="218"/>
                  <a:pt x="133" y="218"/>
                </a:cubicBezTo>
                <a:cubicBezTo>
                  <a:pt x="134" y="218"/>
                  <a:pt x="134" y="218"/>
                  <a:pt x="134" y="218"/>
                </a:cubicBezTo>
                <a:cubicBezTo>
                  <a:pt x="134" y="218"/>
                  <a:pt x="134" y="219"/>
                  <a:pt x="134" y="220"/>
                </a:cubicBezTo>
                <a:cubicBezTo>
                  <a:pt x="135" y="220"/>
                  <a:pt x="135" y="220"/>
                  <a:pt x="135" y="221"/>
                </a:cubicBezTo>
                <a:cubicBezTo>
                  <a:pt x="136" y="221"/>
                  <a:pt x="136" y="222"/>
                  <a:pt x="136" y="222"/>
                </a:cubicBezTo>
                <a:cubicBezTo>
                  <a:pt x="137" y="223"/>
                  <a:pt x="137" y="223"/>
                  <a:pt x="137" y="224"/>
                </a:cubicBezTo>
                <a:cubicBezTo>
                  <a:pt x="156" y="252"/>
                  <a:pt x="156" y="252"/>
                  <a:pt x="156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43" y="271"/>
                  <a:pt x="143" y="271"/>
                  <a:pt x="143" y="271"/>
                </a:cubicBezTo>
                <a:cubicBezTo>
                  <a:pt x="194" y="271"/>
                  <a:pt x="194" y="271"/>
                  <a:pt x="194" y="271"/>
                </a:cubicBezTo>
                <a:cubicBezTo>
                  <a:pt x="194" y="252"/>
                  <a:pt x="194" y="252"/>
                  <a:pt x="194" y="252"/>
                </a:cubicBezTo>
                <a:cubicBezTo>
                  <a:pt x="182" y="252"/>
                  <a:pt x="182" y="252"/>
                  <a:pt x="182" y="252"/>
                </a:cubicBezTo>
                <a:cubicBezTo>
                  <a:pt x="148" y="204"/>
                  <a:pt x="148" y="204"/>
                  <a:pt x="148" y="204"/>
                </a:cubicBezTo>
                <a:cubicBezTo>
                  <a:pt x="183" y="154"/>
                  <a:pt x="183" y="154"/>
                  <a:pt x="183" y="154"/>
                </a:cubicBezTo>
                <a:cubicBezTo>
                  <a:pt x="195" y="154"/>
                  <a:pt x="195" y="154"/>
                  <a:pt x="195" y="154"/>
                </a:cubicBezTo>
                <a:cubicBezTo>
                  <a:pt x="195" y="136"/>
                  <a:pt x="195" y="136"/>
                  <a:pt x="195" y="136"/>
                </a:cubicBezTo>
                <a:cubicBezTo>
                  <a:pt x="145" y="136"/>
                  <a:pt x="145" y="136"/>
                  <a:pt x="145" y="136"/>
                </a:cubicBezTo>
                <a:cubicBezTo>
                  <a:pt x="145" y="154"/>
                  <a:pt x="145" y="154"/>
                  <a:pt x="145" y="154"/>
                </a:cubicBezTo>
                <a:cubicBezTo>
                  <a:pt x="158" y="154"/>
                  <a:pt x="158" y="154"/>
                  <a:pt x="158" y="154"/>
                </a:cubicBezTo>
                <a:cubicBezTo>
                  <a:pt x="140" y="182"/>
                  <a:pt x="140" y="182"/>
                  <a:pt x="140" y="182"/>
                </a:cubicBezTo>
                <a:cubicBezTo>
                  <a:pt x="140" y="183"/>
                  <a:pt x="139" y="184"/>
                  <a:pt x="139" y="185"/>
                </a:cubicBezTo>
                <a:cubicBezTo>
                  <a:pt x="138" y="186"/>
                  <a:pt x="137" y="187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6" y="188"/>
                  <a:pt x="136" y="188"/>
                  <a:pt x="136" y="188"/>
                </a:cubicBezTo>
                <a:cubicBezTo>
                  <a:pt x="136" y="188"/>
                  <a:pt x="136" y="187"/>
                  <a:pt x="135" y="186"/>
                </a:cubicBezTo>
                <a:cubicBezTo>
                  <a:pt x="135" y="185"/>
                  <a:pt x="134" y="184"/>
                  <a:pt x="132" y="182"/>
                </a:cubicBezTo>
                <a:cubicBezTo>
                  <a:pt x="114" y="154"/>
                  <a:pt x="114" y="154"/>
                  <a:pt x="114" y="154"/>
                </a:cubicBezTo>
                <a:cubicBezTo>
                  <a:pt x="127" y="154"/>
                  <a:pt x="127" y="154"/>
                  <a:pt x="127" y="154"/>
                </a:cubicBezTo>
                <a:cubicBezTo>
                  <a:pt x="127" y="136"/>
                  <a:pt x="127" y="136"/>
                  <a:pt x="127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54"/>
                  <a:pt x="76" y="154"/>
                  <a:pt x="76" y="154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21" y="202"/>
                  <a:pt x="121" y="202"/>
                  <a:pt x="121" y="202"/>
                </a:cubicBezTo>
                <a:cubicBezTo>
                  <a:pt x="87" y="252"/>
                  <a:pt x="87" y="252"/>
                  <a:pt x="87" y="252"/>
                </a:cubicBezTo>
                <a:lnTo>
                  <a:pt x="75" y="25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152526" y="1993901"/>
            <a:ext cx="293688" cy="341313"/>
          </a:xfrm>
          <a:custGeom>
            <a:avLst/>
            <a:gdLst>
              <a:gd name="T0" fmla="*/ 259 w 271"/>
              <a:gd name="T1" fmla="*/ 67 h 316"/>
              <a:gd name="T2" fmla="*/ 267 w 271"/>
              <a:gd name="T3" fmla="*/ 81 h 316"/>
              <a:gd name="T4" fmla="*/ 271 w 271"/>
              <a:gd name="T5" fmla="*/ 96 h 316"/>
              <a:gd name="T6" fmla="*/ 271 w 271"/>
              <a:gd name="T7" fmla="*/ 299 h 316"/>
              <a:gd name="T8" fmla="*/ 266 w 271"/>
              <a:gd name="T9" fmla="*/ 311 h 316"/>
              <a:gd name="T10" fmla="*/ 254 w 271"/>
              <a:gd name="T11" fmla="*/ 316 h 316"/>
              <a:gd name="T12" fmla="*/ 17 w 271"/>
              <a:gd name="T13" fmla="*/ 316 h 316"/>
              <a:gd name="T14" fmla="*/ 5 w 271"/>
              <a:gd name="T15" fmla="*/ 311 h 316"/>
              <a:gd name="T16" fmla="*/ 0 w 271"/>
              <a:gd name="T17" fmla="*/ 299 h 316"/>
              <a:gd name="T18" fmla="*/ 0 w 271"/>
              <a:gd name="T19" fmla="*/ 17 h 316"/>
              <a:gd name="T20" fmla="*/ 5 w 271"/>
              <a:gd name="T21" fmla="*/ 5 h 316"/>
              <a:gd name="T22" fmla="*/ 17 w 271"/>
              <a:gd name="T23" fmla="*/ 0 h 316"/>
              <a:gd name="T24" fmla="*/ 175 w 271"/>
              <a:gd name="T25" fmla="*/ 0 h 316"/>
              <a:gd name="T26" fmla="*/ 190 w 271"/>
              <a:gd name="T27" fmla="*/ 4 h 316"/>
              <a:gd name="T28" fmla="*/ 204 w 271"/>
              <a:gd name="T29" fmla="*/ 12 h 316"/>
              <a:gd name="T30" fmla="*/ 259 w 271"/>
              <a:gd name="T31" fmla="*/ 67 h 316"/>
              <a:gd name="T32" fmla="*/ 181 w 271"/>
              <a:gd name="T33" fmla="*/ 24 h 316"/>
              <a:gd name="T34" fmla="*/ 181 w 271"/>
              <a:gd name="T35" fmla="*/ 90 h 316"/>
              <a:gd name="T36" fmla="*/ 247 w 271"/>
              <a:gd name="T37" fmla="*/ 90 h 316"/>
              <a:gd name="T38" fmla="*/ 243 w 271"/>
              <a:gd name="T39" fmla="*/ 83 h 316"/>
              <a:gd name="T40" fmla="*/ 188 w 271"/>
              <a:gd name="T41" fmla="*/ 28 h 316"/>
              <a:gd name="T42" fmla="*/ 181 w 271"/>
              <a:gd name="T43" fmla="*/ 24 h 316"/>
              <a:gd name="T44" fmla="*/ 248 w 271"/>
              <a:gd name="T45" fmla="*/ 293 h 316"/>
              <a:gd name="T46" fmla="*/ 248 w 271"/>
              <a:gd name="T47" fmla="*/ 113 h 316"/>
              <a:gd name="T48" fmla="*/ 175 w 271"/>
              <a:gd name="T49" fmla="*/ 113 h 316"/>
              <a:gd name="T50" fmla="*/ 163 w 271"/>
              <a:gd name="T51" fmla="*/ 108 h 316"/>
              <a:gd name="T52" fmla="*/ 158 w 271"/>
              <a:gd name="T53" fmla="*/ 96 h 316"/>
              <a:gd name="T54" fmla="*/ 158 w 271"/>
              <a:gd name="T55" fmla="*/ 23 h 316"/>
              <a:gd name="T56" fmla="*/ 23 w 271"/>
              <a:gd name="T57" fmla="*/ 23 h 316"/>
              <a:gd name="T58" fmla="*/ 23 w 271"/>
              <a:gd name="T59" fmla="*/ 293 h 316"/>
              <a:gd name="T60" fmla="*/ 248 w 271"/>
              <a:gd name="T61" fmla="*/ 293 h 316"/>
              <a:gd name="T62" fmla="*/ 226 w 271"/>
              <a:gd name="T63" fmla="*/ 214 h 316"/>
              <a:gd name="T64" fmla="*/ 226 w 271"/>
              <a:gd name="T65" fmla="*/ 271 h 316"/>
              <a:gd name="T66" fmla="*/ 45 w 271"/>
              <a:gd name="T67" fmla="*/ 271 h 316"/>
              <a:gd name="T68" fmla="*/ 45 w 271"/>
              <a:gd name="T69" fmla="*/ 237 h 316"/>
              <a:gd name="T70" fmla="*/ 79 w 271"/>
              <a:gd name="T71" fmla="*/ 203 h 316"/>
              <a:gd name="T72" fmla="*/ 102 w 271"/>
              <a:gd name="T73" fmla="*/ 226 h 316"/>
              <a:gd name="T74" fmla="*/ 169 w 271"/>
              <a:gd name="T75" fmla="*/ 158 h 316"/>
              <a:gd name="T76" fmla="*/ 226 w 271"/>
              <a:gd name="T77" fmla="*/ 214 h 316"/>
              <a:gd name="T78" fmla="*/ 79 w 271"/>
              <a:gd name="T79" fmla="*/ 181 h 316"/>
              <a:gd name="T80" fmla="*/ 55 w 271"/>
              <a:gd name="T81" fmla="*/ 171 h 316"/>
              <a:gd name="T82" fmla="*/ 45 w 271"/>
              <a:gd name="T83" fmla="*/ 147 h 316"/>
              <a:gd name="T84" fmla="*/ 55 w 271"/>
              <a:gd name="T85" fmla="*/ 123 h 316"/>
              <a:gd name="T86" fmla="*/ 79 w 271"/>
              <a:gd name="T87" fmla="*/ 113 h 316"/>
              <a:gd name="T88" fmla="*/ 103 w 271"/>
              <a:gd name="T89" fmla="*/ 123 h 316"/>
              <a:gd name="T90" fmla="*/ 113 w 271"/>
              <a:gd name="T91" fmla="*/ 147 h 316"/>
              <a:gd name="T92" fmla="*/ 103 w 271"/>
              <a:gd name="T93" fmla="*/ 171 h 316"/>
              <a:gd name="T94" fmla="*/ 79 w 271"/>
              <a:gd name="T95" fmla="*/ 181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71" h="316">
                <a:moveTo>
                  <a:pt x="259" y="67"/>
                </a:moveTo>
                <a:cubicBezTo>
                  <a:pt x="262" y="71"/>
                  <a:pt x="265" y="75"/>
                  <a:pt x="267" y="81"/>
                </a:cubicBezTo>
                <a:cubicBezTo>
                  <a:pt x="270" y="86"/>
                  <a:pt x="271" y="91"/>
                  <a:pt x="271" y="96"/>
                </a:cubicBezTo>
                <a:cubicBezTo>
                  <a:pt x="271" y="299"/>
                  <a:pt x="271" y="299"/>
                  <a:pt x="271" y="299"/>
                </a:cubicBezTo>
                <a:cubicBezTo>
                  <a:pt x="271" y="304"/>
                  <a:pt x="269" y="308"/>
                  <a:pt x="266" y="311"/>
                </a:cubicBezTo>
                <a:cubicBezTo>
                  <a:pt x="262" y="314"/>
                  <a:pt x="258" y="316"/>
                  <a:pt x="254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2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2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0" y="0"/>
                  <a:pt x="185" y="2"/>
                  <a:pt x="190" y="4"/>
                </a:cubicBezTo>
                <a:cubicBezTo>
                  <a:pt x="196" y="6"/>
                  <a:pt x="201" y="9"/>
                  <a:pt x="204" y="12"/>
                </a:cubicBezTo>
                <a:lnTo>
                  <a:pt x="259" y="67"/>
                </a:lnTo>
                <a:close/>
                <a:moveTo>
                  <a:pt x="181" y="24"/>
                </a:moveTo>
                <a:cubicBezTo>
                  <a:pt x="181" y="90"/>
                  <a:pt x="181" y="90"/>
                  <a:pt x="181" y="90"/>
                </a:cubicBezTo>
                <a:cubicBezTo>
                  <a:pt x="247" y="90"/>
                  <a:pt x="247" y="90"/>
                  <a:pt x="247" y="90"/>
                </a:cubicBezTo>
                <a:cubicBezTo>
                  <a:pt x="246" y="87"/>
                  <a:pt x="244" y="85"/>
                  <a:pt x="243" y="83"/>
                </a:cubicBezTo>
                <a:cubicBezTo>
                  <a:pt x="188" y="28"/>
                  <a:pt x="188" y="28"/>
                  <a:pt x="188" y="28"/>
                </a:cubicBezTo>
                <a:cubicBezTo>
                  <a:pt x="186" y="27"/>
                  <a:pt x="184" y="25"/>
                  <a:pt x="181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5" y="113"/>
                  <a:pt x="175" y="113"/>
                  <a:pt x="175" y="113"/>
                </a:cubicBezTo>
                <a:cubicBezTo>
                  <a:pt x="170" y="113"/>
                  <a:pt x="166" y="111"/>
                  <a:pt x="163" y="108"/>
                </a:cubicBezTo>
                <a:cubicBezTo>
                  <a:pt x="160" y="105"/>
                  <a:pt x="158" y="101"/>
                  <a:pt x="158" y="96"/>
                </a:cubicBezTo>
                <a:cubicBezTo>
                  <a:pt x="158" y="23"/>
                  <a:pt x="158" y="23"/>
                  <a:pt x="158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93"/>
                  <a:pt x="23" y="293"/>
                  <a:pt x="23" y="293"/>
                </a:cubicBezTo>
                <a:lnTo>
                  <a:pt x="248" y="293"/>
                </a:lnTo>
                <a:close/>
                <a:moveTo>
                  <a:pt x="226" y="214"/>
                </a:moveTo>
                <a:cubicBezTo>
                  <a:pt x="226" y="271"/>
                  <a:pt x="226" y="271"/>
                  <a:pt x="226" y="271"/>
                </a:cubicBezTo>
                <a:cubicBezTo>
                  <a:pt x="45" y="271"/>
                  <a:pt x="45" y="271"/>
                  <a:pt x="45" y="271"/>
                </a:cubicBezTo>
                <a:cubicBezTo>
                  <a:pt x="45" y="237"/>
                  <a:pt x="45" y="237"/>
                  <a:pt x="45" y="237"/>
                </a:cubicBezTo>
                <a:cubicBezTo>
                  <a:pt x="79" y="203"/>
                  <a:pt x="79" y="203"/>
                  <a:pt x="79" y="203"/>
                </a:cubicBezTo>
                <a:cubicBezTo>
                  <a:pt x="102" y="226"/>
                  <a:pt x="102" y="226"/>
                  <a:pt x="102" y="226"/>
                </a:cubicBezTo>
                <a:cubicBezTo>
                  <a:pt x="169" y="158"/>
                  <a:pt x="169" y="158"/>
                  <a:pt x="169" y="158"/>
                </a:cubicBezTo>
                <a:lnTo>
                  <a:pt x="226" y="214"/>
                </a:lnTo>
                <a:close/>
                <a:moveTo>
                  <a:pt x="79" y="181"/>
                </a:moveTo>
                <a:cubicBezTo>
                  <a:pt x="70" y="181"/>
                  <a:pt x="62" y="177"/>
                  <a:pt x="55" y="171"/>
                </a:cubicBezTo>
                <a:cubicBezTo>
                  <a:pt x="49" y="164"/>
                  <a:pt x="45" y="156"/>
                  <a:pt x="45" y="147"/>
                </a:cubicBezTo>
                <a:cubicBezTo>
                  <a:pt x="45" y="137"/>
                  <a:pt x="49" y="129"/>
                  <a:pt x="55" y="123"/>
                </a:cubicBezTo>
                <a:cubicBezTo>
                  <a:pt x="62" y="116"/>
                  <a:pt x="70" y="113"/>
                  <a:pt x="79" y="113"/>
                </a:cubicBezTo>
                <a:cubicBezTo>
                  <a:pt x="89" y="113"/>
                  <a:pt x="97" y="116"/>
                  <a:pt x="103" y="123"/>
                </a:cubicBezTo>
                <a:cubicBezTo>
                  <a:pt x="110" y="129"/>
                  <a:pt x="113" y="137"/>
                  <a:pt x="113" y="147"/>
                </a:cubicBezTo>
                <a:cubicBezTo>
                  <a:pt x="113" y="156"/>
                  <a:pt x="110" y="164"/>
                  <a:pt x="103" y="171"/>
                </a:cubicBezTo>
                <a:cubicBezTo>
                  <a:pt x="97" y="177"/>
                  <a:pt x="89" y="181"/>
                  <a:pt x="79" y="18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584326" y="1993901"/>
            <a:ext cx="292100" cy="341313"/>
          </a:xfrm>
          <a:custGeom>
            <a:avLst/>
            <a:gdLst>
              <a:gd name="T0" fmla="*/ 258 w 270"/>
              <a:gd name="T1" fmla="*/ 67 h 316"/>
              <a:gd name="T2" fmla="*/ 267 w 270"/>
              <a:gd name="T3" fmla="*/ 81 h 316"/>
              <a:gd name="T4" fmla="*/ 270 w 270"/>
              <a:gd name="T5" fmla="*/ 96 h 316"/>
              <a:gd name="T6" fmla="*/ 270 w 270"/>
              <a:gd name="T7" fmla="*/ 299 h 316"/>
              <a:gd name="T8" fmla="*/ 265 w 270"/>
              <a:gd name="T9" fmla="*/ 311 h 316"/>
              <a:gd name="T10" fmla="*/ 253 w 270"/>
              <a:gd name="T11" fmla="*/ 316 h 316"/>
              <a:gd name="T12" fmla="*/ 17 w 270"/>
              <a:gd name="T13" fmla="*/ 316 h 316"/>
              <a:gd name="T14" fmla="*/ 5 w 270"/>
              <a:gd name="T15" fmla="*/ 311 h 316"/>
              <a:gd name="T16" fmla="*/ 0 w 270"/>
              <a:gd name="T17" fmla="*/ 299 h 316"/>
              <a:gd name="T18" fmla="*/ 0 w 270"/>
              <a:gd name="T19" fmla="*/ 17 h 316"/>
              <a:gd name="T20" fmla="*/ 5 w 270"/>
              <a:gd name="T21" fmla="*/ 5 h 316"/>
              <a:gd name="T22" fmla="*/ 17 w 270"/>
              <a:gd name="T23" fmla="*/ 0 h 316"/>
              <a:gd name="T24" fmla="*/ 175 w 270"/>
              <a:gd name="T25" fmla="*/ 0 h 316"/>
              <a:gd name="T26" fmla="*/ 190 w 270"/>
              <a:gd name="T27" fmla="*/ 4 h 316"/>
              <a:gd name="T28" fmla="*/ 203 w 270"/>
              <a:gd name="T29" fmla="*/ 12 h 316"/>
              <a:gd name="T30" fmla="*/ 258 w 270"/>
              <a:gd name="T31" fmla="*/ 67 h 316"/>
              <a:gd name="T32" fmla="*/ 180 w 270"/>
              <a:gd name="T33" fmla="*/ 24 h 316"/>
              <a:gd name="T34" fmla="*/ 180 w 270"/>
              <a:gd name="T35" fmla="*/ 90 h 316"/>
              <a:gd name="T36" fmla="*/ 246 w 270"/>
              <a:gd name="T37" fmla="*/ 90 h 316"/>
              <a:gd name="T38" fmla="*/ 243 w 270"/>
              <a:gd name="T39" fmla="*/ 83 h 316"/>
              <a:gd name="T40" fmla="*/ 187 w 270"/>
              <a:gd name="T41" fmla="*/ 28 h 316"/>
              <a:gd name="T42" fmla="*/ 180 w 270"/>
              <a:gd name="T43" fmla="*/ 24 h 316"/>
              <a:gd name="T44" fmla="*/ 248 w 270"/>
              <a:gd name="T45" fmla="*/ 293 h 316"/>
              <a:gd name="T46" fmla="*/ 248 w 270"/>
              <a:gd name="T47" fmla="*/ 113 h 316"/>
              <a:gd name="T48" fmla="*/ 175 w 270"/>
              <a:gd name="T49" fmla="*/ 113 h 316"/>
              <a:gd name="T50" fmla="*/ 163 w 270"/>
              <a:gd name="T51" fmla="*/ 108 h 316"/>
              <a:gd name="T52" fmla="*/ 158 w 270"/>
              <a:gd name="T53" fmla="*/ 96 h 316"/>
              <a:gd name="T54" fmla="*/ 158 w 270"/>
              <a:gd name="T55" fmla="*/ 23 h 316"/>
              <a:gd name="T56" fmla="*/ 22 w 270"/>
              <a:gd name="T57" fmla="*/ 23 h 316"/>
              <a:gd name="T58" fmla="*/ 22 w 270"/>
              <a:gd name="T59" fmla="*/ 293 h 316"/>
              <a:gd name="T60" fmla="*/ 248 w 270"/>
              <a:gd name="T61" fmla="*/ 293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0" h="316">
                <a:moveTo>
                  <a:pt x="258" y="67"/>
                </a:moveTo>
                <a:cubicBezTo>
                  <a:pt x="262" y="71"/>
                  <a:pt x="264" y="75"/>
                  <a:pt x="267" y="81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9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2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2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9" y="0"/>
                  <a:pt x="184" y="2"/>
                  <a:pt x="190" y="4"/>
                </a:cubicBezTo>
                <a:cubicBezTo>
                  <a:pt x="196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5"/>
                  <a:pt x="243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7"/>
                  <a:pt x="184" y="25"/>
                  <a:pt x="180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5" y="113"/>
                  <a:pt x="175" y="113"/>
                  <a:pt x="175" y="113"/>
                </a:cubicBezTo>
                <a:cubicBezTo>
                  <a:pt x="170" y="113"/>
                  <a:pt x="166" y="111"/>
                  <a:pt x="163" y="108"/>
                </a:cubicBezTo>
                <a:cubicBezTo>
                  <a:pt x="159" y="105"/>
                  <a:pt x="158" y="101"/>
                  <a:pt x="158" y="96"/>
                </a:cubicBezTo>
                <a:cubicBezTo>
                  <a:pt x="158" y="23"/>
                  <a:pt x="158" y="23"/>
                  <a:pt x="158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2016126" y="1993901"/>
            <a:ext cx="292100" cy="341313"/>
          </a:xfrm>
          <a:custGeom>
            <a:avLst/>
            <a:gdLst>
              <a:gd name="T0" fmla="*/ 267 w 270"/>
              <a:gd name="T1" fmla="*/ 81 h 316"/>
              <a:gd name="T2" fmla="*/ 270 w 270"/>
              <a:gd name="T3" fmla="*/ 299 h 316"/>
              <a:gd name="T4" fmla="*/ 253 w 270"/>
              <a:gd name="T5" fmla="*/ 316 h 316"/>
              <a:gd name="T6" fmla="*/ 5 w 270"/>
              <a:gd name="T7" fmla="*/ 311 h 316"/>
              <a:gd name="T8" fmla="*/ 0 w 270"/>
              <a:gd name="T9" fmla="*/ 17 h 316"/>
              <a:gd name="T10" fmla="*/ 17 w 270"/>
              <a:gd name="T11" fmla="*/ 0 h 316"/>
              <a:gd name="T12" fmla="*/ 190 w 270"/>
              <a:gd name="T13" fmla="*/ 4 h 316"/>
              <a:gd name="T14" fmla="*/ 258 w 270"/>
              <a:gd name="T15" fmla="*/ 67 h 316"/>
              <a:gd name="T16" fmla="*/ 180 w 270"/>
              <a:gd name="T17" fmla="*/ 90 h 316"/>
              <a:gd name="T18" fmla="*/ 242 w 270"/>
              <a:gd name="T19" fmla="*/ 83 h 316"/>
              <a:gd name="T20" fmla="*/ 180 w 270"/>
              <a:gd name="T21" fmla="*/ 24 h 316"/>
              <a:gd name="T22" fmla="*/ 247 w 270"/>
              <a:gd name="T23" fmla="*/ 113 h 316"/>
              <a:gd name="T24" fmla="*/ 162 w 270"/>
              <a:gd name="T25" fmla="*/ 108 h 316"/>
              <a:gd name="T26" fmla="*/ 157 w 270"/>
              <a:gd name="T27" fmla="*/ 23 h 316"/>
              <a:gd name="T28" fmla="*/ 22 w 270"/>
              <a:gd name="T29" fmla="*/ 293 h 316"/>
              <a:gd name="T30" fmla="*/ 157 w 270"/>
              <a:gd name="T31" fmla="*/ 189 h 316"/>
              <a:gd name="T32" fmla="*/ 192 w 270"/>
              <a:gd name="T33" fmla="*/ 198 h 316"/>
              <a:gd name="T34" fmla="*/ 224 w 270"/>
              <a:gd name="T35" fmla="*/ 215 h 316"/>
              <a:gd name="T36" fmla="*/ 223 w 270"/>
              <a:gd name="T37" fmla="*/ 216 h 316"/>
              <a:gd name="T38" fmla="*/ 211 w 270"/>
              <a:gd name="T39" fmla="*/ 223 h 316"/>
              <a:gd name="T40" fmla="*/ 168 w 270"/>
              <a:gd name="T41" fmla="*/ 210 h 316"/>
              <a:gd name="T42" fmla="*/ 56 w 270"/>
              <a:gd name="T43" fmla="*/ 271 h 316"/>
              <a:gd name="T44" fmla="*/ 47 w 270"/>
              <a:gd name="T45" fmla="*/ 267 h 316"/>
              <a:gd name="T46" fmla="*/ 45 w 270"/>
              <a:gd name="T47" fmla="*/ 260 h 316"/>
              <a:gd name="T48" fmla="*/ 78 w 270"/>
              <a:gd name="T49" fmla="*/ 227 h 316"/>
              <a:gd name="T50" fmla="*/ 82 w 270"/>
              <a:gd name="T51" fmla="*/ 229 h 316"/>
              <a:gd name="T52" fmla="*/ 120 w 270"/>
              <a:gd name="T53" fmla="*/ 148 h 316"/>
              <a:gd name="T54" fmla="*/ 115 w 270"/>
              <a:gd name="T55" fmla="*/ 98 h 316"/>
              <a:gd name="T56" fmla="*/ 127 w 270"/>
              <a:gd name="T57" fmla="*/ 90 h 316"/>
              <a:gd name="T58" fmla="*/ 134 w 270"/>
              <a:gd name="T59" fmla="*/ 105 h 316"/>
              <a:gd name="T60" fmla="*/ 134 w 270"/>
              <a:gd name="T61" fmla="*/ 108 h 316"/>
              <a:gd name="T62" fmla="*/ 131 w 270"/>
              <a:gd name="T63" fmla="*/ 147 h 316"/>
              <a:gd name="T64" fmla="*/ 56 w 270"/>
              <a:gd name="T65" fmla="*/ 261 h 316"/>
              <a:gd name="T66" fmla="*/ 64 w 270"/>
              <a:gd name="T67" fmla="*/ 248 h 316"/>
              <a:gd name="T68" fmla="*/ 126 w 270"/>
              <a:gd name="T69" fmla="*/ 99 h 316"/>
              <a:gd name="T70" fmla="*/ 127 w 270"/>
              <a:gd name="T71" fmla="*/ 115 h 316"/>
              <a:gd name="T72" fmla="*/ 128 w 270"/>
              <a:gd name="T73" fmla="*/ 106 h 316"/>
              <a:gd name="T74" fmla="*/ 128 w 270"/>
              <a:gd name="T75" fmla="*/ 105 h 316"/>
              <a:gd name="T76" fmla="*/ 126 w 270"/>
              <a:gd name="T77" fmla="*/ 99 h 316"/>
              <a:gd name="T78" fmla="*/ 104 w 270"/>
              <a:gd name="T79" fmla="*/ 216 h 316"/>
              <a:gd name="T80" fmla="*/ 152 w 270"/>
              <a:gd name="T81" fmla="*/ 200 h 316"/>
              <a:gd name="T82" fmla="*/ 126 w 270"/>
              <a:gd name="T83" fmla="*/ 166 h 316"/>
              <a:gd name="T84" fmla="*/ 104 w 270"/>
              <a:gd name="T85" fmla="*/ 216 h 316"/>
              <a:gd name="T86" fmla="*/ 193 w 270"/>
              <a:gd name="T87" fmla="*/ 209 h 316"/>
              <a:gd name="T88" fmla="*/ 218 w 270"/>
              <a:gd name="T89" fmla="*/ 213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0" h="316">
                <a:moveTo>
                  <a:pt x="258" y="67"/>
                </a:moveTo>
                <a:cubicBezTo>
                  <a:pt x="261" y="71"/>
                  <a:pt x="264" y="75"/>
                  <a:pt x="267" y="81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8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1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1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2"/>
                  <a:pt x="190" y="4"/>
                </a:cubicBezTo>
                <a:cubicBezTo>
                  <a:pt x="195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5"/>
                  <a:pt x="242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7"/>
                  <a:pt x="183" y="25"/>
                  <a:pt x="180" y="24"/>
                </a:cubicBezTo>
                <a:close/>
                <a:moveTo>
                  <a:pt x="247" y="293"/>
                </a:moveTo>
                <a:cubicBezTo>
                  <a:pt x="247" y="113"/>
                  <a:pt x="247" y="113"/>
                  <a:pt x="247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66" y="111"/>
                  <a:pt x="162" y="108"/>
                </a:cubicBezTo>
                <a:cubicBezTo>
                  <a:pt x="159" y="105"/>
                  <a:pt x="157" y="101"/>
                  <a:pt x="157" y="96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7" y="293"/>
                </a:lnTo>
                <a:close/>
                <a:moveTo>
                  <a:pt x="157" y="189"/>
                </a:moveTo>
                <a:cubicBezTo>
                  <a:pt x="161" y="192"/>
                  <a:pt x="166" y="195"/>
                  <a:pt x="172" y="199"/>
                </a:cubicBezTo>
                <a:cubicBezTo>
                  <a:pt x="179" y="198"/>
                  <a:pt x="186" y="198"/>
                  <a:pt x="192" y="198"/>
                </a:cubicBezTo>
                <a:cubicBezTo>
                  <a:pt x="210" y="198"/>
                  <a:pt x="220" y="200"/>
                  <a:pt x="224" y="206"/>
                </a:cubicBezTo>
                <a:cubicBezTo>
                  <a:pt x="225" y="209"/>
                  <a:pt x="226" y="212"/>
                  <a:pt x="224" y="215"/>
                </a:cubicBezTo>
                <a:cubicBezTo>
                  <a:pt x="224" y="215"/>
                  <a:pt x="224" y="216"/>
                  <a:pt x="224" y="216"/>
                </a:cubicBezTo>
                <a:cubicBezTo>
                  <a:pt x="223" y="216"/>
                  <a:pt x="223" y="216"/>
                  <a:pt x="223" y="216"/>
                </a:cubicBezTo>
                <a:cubicBezTo>
                  <a:pt x="223" y="216"/>
                  <a:pt x="223" y="216"/>
                  <a:pt x="223" y="216"/>
                </a:cubicBezTo>
                <a:cubicBezTo>
                  <a:pt x="223" y="221"/>
                  <a:pt x="219" y="223"/>
                  <a:pt x="211" y="223"/>
                </a:cubicBezTo>
                <a:cubicBezTo>
                  <a:pt x="205" y="223"/>
                  <a:pt x="198" y="222"/>
                  <a:pt x="191" y="219"/>
                </a:cubicBezTo>
                <a:cubicBezTo>
                  <a:pt x="183" y="217"/>
                  <a:pt x="175" y="214"/>
                  <a:pt x="168" y="210"/>
                </a:cubicBezTo>
                <a:cubicBezTo>
                  <a:pt x="142" y="213"/>
                  <a:pt x="119" y="218"/>
                  <a:pt x="99" y="225"/>
                </a:cubicBezTo>
                <a:cubicBezTo>
                  <a:pt x="81" y="255"/>
                  <a:pt x="67" y="271"/>
                  <a:pt x="56" y="271"/>
                </a:cubicBezTo>
                <a:cubicBezTo>
                  <a:pt x="54" y="271"/>
                  <a:pt x="53" y="270"/>
                  <a:pt x="51" y="270"/>
                </a:cubicBezTo>
                <a:cubicBezTo>
                  <a:pt x="47" y="267"/>
                  <a:pt x="47" y="267"/>
                  <a:pt x="47" y="267"/>
                </a:cubicBezTo>
                <a:cubicBezTo>
                  <a:pt x="47" y="267"/>
                  <a:pt x="47" y="267"/>
                  <a:pt x="46" y="267"/>
                </a:cubicBezTo>
                <a:cubicBezTo>
                  <a:pt x="45" y="265"/>
                  <a:pt x="44" y="263"/>
                  <a:pt x="45" y="260"/>
                </a:cubicBezTo>
                <a:cubicBezTo>
                  <a:pt x="46" y="255"/>
                  <a:pt x="49" y="250"/>
                  <a:pt x="55" y="244"/>
                </a:cubicBezTo>
                <a:cubicBezTo>
                  <a:pt x="60" y="238"/>
                  <a:pt x="68" y="232"/>
                  <a:pt x="78" y="227"/>
                </a:cubicBezTo>
                <a:cubicBezTo>
                  <a:pt x="80" y="226"/>
                  <a:pt x="81" y="226"/>
                  <a:pt x="82" y="228"/>
                </a:cubicBezTo>
                <a:cubicBezTo>
                  <a:pt x="82" y="228"/>
                  <a:pt x="82" y="229"/>
                  <a:pt x="82" y="229"/>
                </a:cubicBezTo>
                <a:cubicBezTo>
                  <a:pt x="88" y="219"/>
                  <a:pt x="95" y="207"/>
                  <a:pt x="101" y="194"/>
                </a:cubicBezTo>
                <a:cubicBezTo>
                  <a:pt x="109" y="178"/>
                  <a:pt x="115" y="163"/>
                  <a:pt x="120" y="148"/>
                </a:cubicBezTo>
                <a:cubicBezTo>
                  <a:pt x="117" y="138"/>
                  <a:pt x="115" y="129"/>
                  <a:pt x="114" y="120"/>
                </a:cubicBezTo>
                <a:cubicBezTo>
                  <a:pt x="113" y="111"/>
                  <a:pt x="114" y="103"/>
                  <a:pt x="115" y="98"/>
                </a:cubicBezTo>
                <a:cubicBezTo>
                  <a:pt x="117" y="93"/>
                  <a:pt x="119" y="90"/>
                  <a:pt x="123" y="90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9" y="90"/>
                  <a:pt x="131" y="91"/>
                  <a:pt x="133" y="93"/>
                </a:cubicBezTo>
                <a:cubicBezTo>
                  <a:pt x="135" y="96"/>
                  <a:pt x="135" y="100"/>
                  <a:pt x="134" y="105"/>
                </a:cubicBezTo>
                <a:cubicBezTo>
                  <a:pt x="134" y="106"/>
                  <a:pt x="134" y="106"/>
                  <a:pt x="134" y="106"/>
                </a:cubicBezTo>
                <a:cubicBezTo>
                  <a:pt x="134" y="107"/>
                  <a:pt x="134" y="107"/>
                  <a:pt x="134" y="108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134" y="128"/>
                  <a:pt x="133" y="139"/>
                  <a:pt x="131" y="147"/>
                </a:cubicBezTo>
                <a:cubicBezTo>
                  <a:pt x="138" y="166"/>
                  <a:pt x="146" y="180"/>
                  <a:pt x="157" y="189"/>
                </a:cubicBezTo>
                <a:close/>
                <a:moveTo>
                  <a:pt x="56" y="261"/>
                </a:moveTo>
                <a:cubicBezTo>
                  <a:pt x="62" y="258"/>
                  <a:pt x="70" y="249"/>
                  <a:pt x="80" y="233"/>
                </a:cubicBezTo>
                <a:cubicBezTo>
                  <a:pt x="74" y="238"/>
                  <a:pt x="69" y="243"/>
                  <a:pt x="64" y="248"/>
                </a:cubicBezTo>
                <a:cubicBezTo>
                  <a:pt x="60" y="253"/>
                  <a:pt x="57" y="258"/>
                  <a:pt x="56" y="261"/>
                </a:cubicBezTo>
                <a:close/>
                <a:moveTo>
                  <a:pt x="126" y="99"/>
                </a:moveTo>
                <a:cubicBezTo>
                  <a:pt x="124" y="104"/>
                  <a:pt x="124" y="112"/>
                  <a:pt x="125" y="123"/>
                </a:cubicBezTo>
                <a:cubicBezTo>
                  <a:pt x="125" y="122"/>
                  <a:pt x="126" y="119"/>
                  <a:pt x="127" y="115"/>
                </a:cubicBezTo>
                <a:cubicBezTo>
                  <a:pt x="127" y="114"/>
                  <a:pt x="127" y="112"/>
                  <a:pt x="128" y="107"/>
                </a:cubicBezTo>
                <a:cubicBezTo>
                  <a:pt x="128" y="107"/>
                  <a:pt x="128" y="106"/>
                  <a:pt x="128" y="106"/>
                </a:cubicBezTo>
                <a:cubicBezTo>
                  <a:pt x="128" y="106"/>
                  <a:pt x="128" y="106"/>
                  <a:pt x="128" y="105"/>
                </a:cubicBezTo>
                <a:cubicBezTo>
                  <a:pt x="128" y="105"/>
                  <a:pt x="128" y="105"/>
                  <a:pt x="128" y="105"/>
                </a:cubicBezTo>
                <a:cubicBezTo>
                  <a:pt x="128" y="105"/>
                  <a:pt x="128" y="105"/>
                  <a:pt x="128" y="105"/>
                </a:cubicBezTo>
                <a:cubicBezTo>
                  <a:pt x="128" y="102"/>
                  <a:pt x="127" y="100"/>
                  <a:pt x="126" y="99"/>
                </a:cubicBezTo>
                <a:cubicBezTo>
                  <a:pt x="126" y="99"/>
                  <a:pt x="126" y="99"/>
                  <a:pt x="126" y="99"/>
                </a:cubicBezTo>
                <a:close/>
                <a:moveTo>
                  <a:pt x="104" y="216"/>
                </a:moveTo>
                <a:cubicBezTo>
                  <a:pt x="120" y="209"/>
                  <a:pt x="136" y="205"/>
                  <a:pt x="154" y="201"/>
                </a:cubicBezTo>
                <a:cubicBezTo>
                  <a:pt x="154" y="201"/>
                  <a:pt x="153" y="201"/>
                  <a:pt x="152" y="200"/>
                </a:cubicBezTo>
                <a:cubicBezTo>
                  <a:pt x="150" y="199"/>
                  <a:pt x="149" y="198"/>
                  <a:pt x="149" y="197"/>
                </a:cubicBezTo>
                <a:cubicBezTo>
                  <a:pt x="140" y="189"/>
                  <a:pt x="132" y="179"/>
                  <a:pt x="126" y="166"/>
                </a:cubicBezTo>
                <a:cubicBezTo>
                  <a:pt x="123" y="176"/>
                  <a:pt x="118" y="188"/>
                  <a:pt x="112" y="201"/>
                </a:cubicBezTo>
                <a:cubicBezTo>
                  <a:pt x="108" y="208"/>
                  <a:pt x="106" y="212"/>
                  <a:pt x="104" y="216"/>
                </a:cubicBezTo>
                <a:close/>
                <a:moveTo>
                  <a:pt x="218" y="213"/>
                </a:moveTo>
                <a:cubicBezTo>
                  <a:pt x="215" y="210"/>
                  <a:pt x="207" y="209"/>
                  <a:pt x="193" y="209"/>
                </a:cubicBezTo>
                <a:cubicBezTo>
                  <a:pt x="202" y="212"/>
                  <a:pt x="209" y="214"/>
                  <a:pt x="215" y="214"/>
                </a:cubicBezTo>
                <a:cubicBezTo>
                  <a:pt x="216" y="214"/>
                  <a:pt x="217" y="213"/>
                  <a:pt x="218" y="213"/>
                </a:cubicBezTo>
                <a:cubicBezTo>
                  <a:pt x="218" y="213"/>
                  <a:pt x="218" y="213"/>
                  <a:pt x="218" y="21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447926" y="1993901"/>
            <a:ext cx="292100" cy="341313"/>
          </a:xfrm>
          <a:custGeom>
            <a:avLst/>
            <a:gdLst>
              <a:gd name="T0" fmla="*/ 259 w 271"/>
              <a:gd name="T1" fmla="*/ 67 h 316"/>
              <a:gd name="T2" fmla="*/ 267 w 271"/>
              <a:gd name="T3" fmla="*/ 81 h 316"/>
              <a:gd name="T4" fmla="*/ 271 w 271"/>
              <a:gd name="T5" fmla="*/ 96 h 316"/>
              <a:gd name="T6" fmla="*/ 271 w 271"/>
              <a:gd name="T7" fmla="*/ 299 h 316"/>
              <a:gd name="T8" fmla="*/ 266 w 271"/>
              <a:gd name="T9" fmla="*/ 311 h 316"/>
              <a:gd name="T10" fmla="*/ 254 w 271"/>
              <a:gd name="T11" fmla="*/ 316 h 316"/>
              <a:gd name="T12" fmla="*/ 17 w 271"/>
              <a:gd name="T13" fmla="*/ 316 h 316"/>
              <a:gd name="T14" fmla="*/ 5 w 271"/>
              <a:gd name="T15" fmla="*/ 311 h 316"/>
              <a:gd name="T16" fmla="*/ 0 w 271"/>
              <a:gd name="T17" fmla="*/ 299 h 316"/>
              <a:gd name="T18" fmla="*/ 0 w 271"/>
              <a:gd name="T19" fmla="*/ 17 h 316"/>
              <a:gd name="T20" fmla="*/ 5 w 271"/>
              <a:gd name="T21" fmla="*/ 5 h 316"/>
              <a:gd name="T22" fmla="*/ 17 w 271"/>
              <a:gd name="T23" fmla="*/ 0 h 316"/>
              <a:gd name="T24" fmla="*/ 175 w 271"/>
              <a:gd name="T25" fmla="*/ 0 h 316"/>
              <a:gd name="T26" fmla="*/ 190 w 271"/>
              <a:gd name="T27" fmla="*/ 4 h 316"/>
              <a:gd name="T28" fmla="*/ 204 w 271"/>
              <a:gd name="T29" fmla="*/ 12 h 316"/>
              <a:gd name="T30" fmla="*/ 259 w 271"/>
              <a:gd name="T31" fmla="*/ 67 h 316"/>
              <a:gd name="T32" fmla="*/ 181 w 271"/>
              <a:gd name="T33" fmla="*/ 24 h 316"/>
              <a:gd name="T34" fmla="*/ 181 w 271"/>
              <a:gd name="T35" fmla="*/ 90 h 316"/>
              <a:gd name="T36" fmla="*/ 247 w 271"/>
              <a:gd name="T37" fmla="*/ 90 h 316"/>
              <a:gd name="T38" fmla="*/ 243 w 271"/>
              <a:gd name="T39" fmla="*/ 83 h 316"/>
              <a:gd name="T40" fmla="*/ 188 w 271"/>
              <a:gd name="T41" fmla="*/ 28 h 316"/>
              <a:gd name="T42" fmla="*/ 181 w 271"/>
              <a:gd name="T43" fmla="*/ 24 h 316"/>
              <a:gd name="T44" fmla="*/ 248 w 271"/>
              <a:gd name="T45" fmla="*/ 293 h 316"/>
              <a:gd name="T46" fmla="*/ 248 w 271"/>
              <a:gd name="T47" fmla="*/ 113 h 316"/>
              <a:gd name="T48" fmla="*/ 175 w 271"/>
              <a:gd name="T49" fmla="*/ 113 h 316"/>
              <a:gd name="T50" fmla="*/ 163 w 271"/>
              <a:gd name="T51" fmla="*/ 108 h 316"/>
              <a:gd name="T52" fmla="*/ 158 w 271"/>
              <a:gd name="T53" fmla="*/ 96 h 316"/>
              <a:gd name="T54" fmla="*/ 158 w 271"/>
              <a:gd name="T55" fmla="*/ 23 h 316"/>
              <a:gd name="T56" fmla="*/ 23 w 271"/>
              <a:gd name="T57" fmla="*/ 23 h 316"/>
              <a:gd name="T58" fmla="*/ 23 w 271"/>
              <a:gd name="T59" fmla="*/ 293 h 316"/>
              <a:gd name="T60" fmla="*/ 248 w 271"/>
              <a:gd name="T61" fmla="*/ 293 h 316"/>
              <a:gd name="T62" fmla="*/ 74 w 271"/>
              <a:gd name="T63" fmla="*/ 252 h 316"/>
              <a:gd name="T64" fmla="*/ 74 w 271"/>
              <a:gd name="T65" fmla="*/ 271 h 316"/>
              <a:gd name="T66" fmla="*/ 131 w 271"/>
              <a:gd name="T67" fmla="*/ 271 h 316"/>
              <a:gd name="T68" fmla="*/ 131 w 271"/>
              <a:gd name="T69" fmla="*/ 252 h 316"/>
              <a:gd name="T70" fmla="*/ 115 w 271"/>
              <a:gd name="T71" fmla="*/ 252 h 316"/>
              <a:gd name="T72" fmla="*/ 115 w 271"/>
              <a:gd name="T73" fmla="*/ 223 h 316"/>
              <a:gd name="T74" fmla="*/ 139 w 271"/>
              <a:gd name="T75" fmla="*/ 223 h 316"/>
              <a:gd name="T76" fmla="*/ 160 w 271"/>
              <a:gd name="T77" fmla="*/ 220 h 316"/>
              <a:gd name="T78" fmla="*/ 178 w 271"/>
              <a:gd name="T79" fmla="*/ 205 h 316"/>
              <a:gd name="T80" fmla="*/ 185 w 271"/>
              <a:gd name="T81" fmla="*/ 179 h 316"/>
              <a:gd name="T82" fmla="*/ 179 w 271"/>
              <a:gd name="T83" fmla="*/ 154 h 316"/>
              <a:gd name="T84" fmla="*/ 161 w 271"/>
              <a:gd name="T85" fmla="*/ 139 h 316"/>
              <a:gd name="T86" fmla="*/ 138 w 271"/>
              <a:gd name="T87" fmla="*/ 136 h 316"/>
              <a:gd name="T88" fmla="*/ 74 w 271"/>
              <a:gd name="T89" fmla="*/ 136 h 316"/>
              <a:gd name="T90" fmla="*/ 74 w 271"/>
              <a:gd name="T91" fmla="*/ 154 h 316"/>
              <a:gd name="T92" fmla="*/ 90 w 271"/>
              <a:gd name="T93" fmla="*/ 154 h 316"/>
              <a:gd name="T94" fmla="*/ 90 w 271"/>
              <a:gd name="T95" fmla="*/ 252 h 316"/>
              <a:gd name="T96" fmla="*/ 74 w 271"/>
              <a:gd name="T97" fmla="*/ 252 h 316"/>
              <a:gd name="T98" fmla="*/ 136 w 271"/>
              <a:gd name="T99" fmla="*/ 203 h 316"/>
              <a:gd name="T100" fmla="*/ 115 w 271"/>
              <a:gd name="T101" fmla="*/ 203 h 316"/>
              <a:gd name="T102" fmla="*/ 115 w 271"/>
              <a:gd name="T103" fmla="*/ 156 h 316"/>
              <a:gd name="T104" fmla="*/ 136 w 271"/>
              <a:gd name="T105" fmla="*/ 156 h 316"/>
              <a:gd name="T106" fmla="*/ 150 w 271"/>
              <a:gd name="T107" fmla="*/ 159 h 316"/>
              <a:gd name="T108" fmla="*/ 160 w 271"/>
              <a:gd name="T109" fmla="*/ 179 h 316"/>
              <a:gd name="T110" fmla="*/ 149 w 271"/>
              <a:gd name="T111" fmla="*/ 200 h 316"/>
              <a:gd name="T112" fmla="*/ 136 w 271"/>
              <a:gd name="T113" fmla="*/ 203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1" h="316">
                <a:moveTo>
                  <a:pt x="259" y="67"/>
                </a:moveTo>
                <a:cubicBezTo>
                  <a:pt x="262" y="71"/>
                  <a:pt x="265" y="75"/>
                  <a:pt x="267" y="81"/>
                </a:cubicBezTo>
                <a:cubicBezTo>
                  <a:pt x="270" y="86"/>
                  <a:pt x="271" y="91"/>
                  <a:pt x="271" y="96"/>
                </a:cubicBezTo>
                <a:cubicBezTo>
                  <a:pt x="271" y="299"/>
                  <a:pt x="271" y="299"/>
                  <a:pt x="271" y="299"/>
                </a:cubicBezTo>
                <a:cubicBezTo>
                  <a:pt x="271" y="304"/>
                  <a:pt x="269" y="308"/>
                  <a:pt x="266" y="311"/>
                </a:cubicBezTo>
                <a:cubicBezTo>
                  <a:pt x="262" y="314"/>
                  <a:pt x="258" y="316"/>
                  <a:pt x="254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9" y="314"/>
                  <a:pt x="5" y="311"/>
                </a:cubicBezTo>
                <a:cubicBezTo>
                  <a:pt x="2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2" y="9"/>
                  <a:pt x="5" y="5"/>
                </a:cubicBezTo>
                <a:cubicBezTo>
                  <a:pt x="9" y="2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0" y="0"/>
                  <a:pt x="185" y="2"/>
                  <a:pt x="190" y="4"/>
                </a:cubicBezTo>
                <a:cubicBezTo>
                  <a:pt x="196" y="6"/>
                  <a:pt x="201" y="9"/>
                  <a:pt x="204" y="12"/>
                </a:cubicBezTo>
                <a:lnTo>
                  <a:pt x="259" y="67"/>
                </a:lnTo>
                <a:close/>
                <a:moveTo>
                  <a:pt x="181" y="24"/>
                </a:moveTo>
                <a:cubicBezTo>
                  <a:pt x="181" y="90"/>
                  <a:pt x="181" y="90"/>
                  <a:pt x="181" y="90"/>
                </a:cubicBezTo>
                <a:cubicBezTo>
                  <a:pt x="247" y="90"/>
                  <a:pt x="247" y="90"/>
                  <a:pt x="247" y="90"/>
                </a:cubicBezTo>
                <a:cubicBezTo>
                  <a:pt x="246" y="87"/>
                  <a:pt x="244" y="85"/>
                  <a:pt x="243" y="83"/>
                </a:cubicBezTo>
                <a:cubicBezTo>
                  <a:pt x="188" y="28"/>
                  <a:pt x="188" y="28"/>
                  <a:pt x="188" y="28"/>
                </a:cubicBezTo>
                <a:cubicBezTo>
                  <a:pt x="186" y="27"/>
                  <a:pt x="184" y="25"/>
                  <a:pt x="181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5" y="113"/>
                  <a:pt x="175" y="113"/>
                  <a:pt x="175" y="113"/>
                </a:cubicBezTo>
                <a:cubicBezTo>
                  <a:pt x="170" y="113"/>
                  <a:pt x="166" y="111"/>
                  <a:pt x="163" y="108"/>
                </a:cubicBezTo>
                <a:cubicBezTo>
                  <a:pt x="160" y="105"/>
                  <a:pt x="158" y="101"/>
                  <a:pt x="158" y="96"/>
                </a:cubicBezTo>
                <a:cubicBezTo>
                  <a:pt x="158" y="23"/>
                  <a:pt x="158" y="23"/>
                  <a:pt x="158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93"/>
                  <a:pt x="23" y="293"/>
                  <a:pt x="23" y="293"/>
                </a:cubicBezTo>
                <a:lnTo>
                  <a:pt x="248" y="293"/>
                </a:lnTo>
                <a:close/>
                <a:moveTo>
                  <a:pt x="74" y="252"/>
                </a:moveTo>
                <a:cubicBezTo>
                  <a:pt x="74" y="271"/>
                  <a:pt x="74" y="271"/>
                  <a:pt x="74" y="271"/>
                </a:cubicBezTo>
                <a:cubicBezTo>
                  <a:pt x="131" y="271"/>
                  <a:pt x="131" y="271"/>
                  <a:pt x="131" y="271"/>
                </a:cubicBezTo>
                <a:cubicBezTo>
                  <a:pt x="131" y="252"/>
                  <a:pt x="131" y="252"/>
                  <a:pt x="131" y="252"/>
                </a:cubicBezTo>
                <a:cubicBezTo>
                  <a:pt x="115" y="252"/>
                  <a:pt x="115" y="252"/>
                  <a:pt x="115" y="252"/>
                </a:cubicBezTo>
                <a:cubicBezTo>
                  <a:pt x="115" y="223"/>
                  <a:pt x="115" y="223"/>
                  <a:pt x="115" y="223"/>
                </a:cubicBezTo>
                <a:cubicBezTo>
                  <a:pt x="139" y="223"/>
                  <a:pt x="139" y="223"/>
                  <a:pt x="139" y="223"/>
                </a:cubicBezTo>
                <a:cubicBezTo>
                  <a:pt x="148" y="223"/>
                  <a:pt x="155" y="222"/>
                  <a:pt x="160" y="220"/>
                </a:cubicBezTo>
                <a:cubicBezTo>
                  <a:pt x="167" y="217"/>
                  <a:pt x="174" y="212"/>
                  <a:pt x="178" y="205"/>
                </a:cubicBezTo>
                <a:cubicBezTo>
                  <a:pt x="183" y="197"/>
                  <a:pt x="185" y="189"/>
                  <a:pt x="185" y="179"/>
                </a:cubicBezTo>
                <a:cubicBezTo>
                  <a:pt x="185" y="170"/>
                  <a:pt x="183" y="161"/>
                  <a:pt x="179" y="154"/>
                </a:cubicBezTo>
                <a:cubicBezTo>
                  <a:pt x="174" y="147"/>
                  <a:pt x="169" y="142"/>
                  <a:pt x="161" y="139"/>
                </a:cubicBezTo>
                <a:cubicBezTo>
                  <a:pt x="156" y="137"/>
                  <a:pt x="148" y="136"/>
                  <a:pt x="138" y="136"/>
                </a:cubicBezTo>
                <a:cubicBezTo>
                  <a:pt x="74" y="136"/>
                  <a:pt x="74" y="136"/>
                  <a:pt x="74" y="136"/>
                </a:cubicBezTo>
                <a:cubicBezTo>
                  <a:pt x="74" y="154"/>
                  <a:pt x="74" y="154"/>
                  <a:pt x="74" y="154"/>
                </a:cubicBezTo>
                <a:cubicBezTo>
                  <a:pt x="90" y="154"/>
                  <a:pt x="90" y="154"/>
                  <a:pt x="90" y="154"/>
                </a:cubicBezTo>
                <a:cubicBezTo>
                  <a:pt x="90" y="252"/>
                  <a:pt x="90" y="252"/>
                  <a:pt x="90" y="252"/>
                </a:cubicBezTo>
                <a:lnTo>
                  <a:pt x="74" y="252"/>
                </a:lnTo>
                <a:close/>
                <a:moveTo>
                  <a:pt x="136" y="203"/>
                </a:moveTo>
                <a:cubicBezTo>
                  <a:pt x="115" y="203"/>
                  <a:pt x="115" y="203"/>
                  <a:pt x="115" y="203"/>
                </a:cubicBezTo>
                <a:cubicBezTo>
                  <a:pt x="115" y="156"/>
                  <a:pt x="115" y="156"/>
                  <a:pt x="115" y="156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142" y="156"/>
                  <a:pt x="147" y="157"/>
                  <a:pt x="150" y="159"/>
                </a:cubicBezTo>
                <a:cubicBezTo>
                  <a:pt x="157" y="163"/>
                  <a:pt x="160" y="169"/>
                  <a:pt x="160" y="179"/>
                </a:cubicBezTo>
                <a:cubicBezTo>
                  <a:pt x="160" y="189"/>
                  <a:pt x="157" y="197"/>
                  <a:pt x="149" y="200"/>
                </a:cubicBezTo>
                <a:cubicBezTo>
                  <a:pt x="146" y="202"/>
                  <a:pt x="141" y="203"/>
                  <a:pt x="136" y="20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2854326" y="1993901"/>
            <a:ext cx="341313" cy="341313"/>
          </a:xfrm>
          <a:custGeom>
            <a:avLst/>
            <a:gdLst>
              <a:gd name="T0" fmla="*/ 299 w 316"/>
              <a:gd name="T1" fmla="*/ 68 h 316"/>
              <a:gd name="T2" fmla="*/ 311 w 316"/>
              <a:gd name="T3" fmla="*/ 73 h 316"/>
              <a:gd name="T4" fmla="*/ 316 w 316"/>
              <a:gd name="T5" fmla="*/ 85 h 316"/>
              <a:gd name="T6" fmla="*/ 316 w 316"/>
              <a:gd name="T7" fmla="*/ 299 h 316"/>
              <a:gd name="T8" fmla="*/ 311 w 316"/>
              <a:gd name="T9" fmla="*/ 311 h 316"/>
              <a:gd name="T10" fmla="*/ 299 w 316"/>
              <a:gd name="T11" fmla="*/ 316 h 316"/>
              <a:gd name="T12" fmla="*/ 130 w 316"/>
              <a:gd name="T13" fmla="*/ 316 h 316"/>
              <a:gd name="T14" fmla="*/ 118 w 316"/>
              <a:gd name="T15" fmla="*/ 311 h 316"/>
              <a:gd name="T16" fmla="*/ 113 w 316"/>
              <a:gd name="T17" fmla="*/ 299 h 316"/>
              <a:gd name="T18" fmla="*/ 113 w 316"/>
              <a:gd name="T19" fmla="*/ 248 h 316"/>
              <a:gd name="T20" fmla="*/ 17 w 316"/>
              <a:gd name="T21" fmla="*/ 248 h 316"/>
              <a:gd name="T22" fmla="*/ 5 w 316"/>
              <a:gd name="T23" fmla="*/ 243 h 316"/>
              <a:gd name="T24" fmla="*/ 0 w 316"/>
              <a:gd name="T25" fmla="*/ 231 h 316"/>
              <a:gd name="T26" fmla="*/ 0 w 316"/>
              <a:gd name="T27" fmla="*/ 113 h 316"/>
              <a:gd name="T28" fmla="*/ 4 w 316"/>
              <a:gd name="T29" fmla="*/ 98 h 316"/>
              <a:gd name="T30" fmla="*/ 12 w 316"/>
              <a:gd name="T31" fmla="*/ 84 h 316"/>
              <a:gd name="T32" fmla="*/ 84 w 316"/>
              <a:gd name="T33" fmla="*/ 12 h 316"/>
              <a:gd name="T34" fmla="*/ 98 w 316"/>
              <a:gd name="T35" fmla="*/ 4 h 316"/>
              <a:gd name="T36" fmla="*/ 113 w 316"/>
              <a:gd name="T37" fmla="*/ 0 h 316"/>
              <a:gd name="T38" fmla="*/ 186 w 316"/>
              <a:gd name="T39" fmla="*/ 0 h 316"/>
              <a:gd name="T40" fmla="*/ 198 w 316"/>
              <a:gd name="T41" fmla="*/ 5 h 316"/>
              <a:gd name="T42" fmla="*/ 203 w 316"/>
              <a:gd name="T43" fmla="*/ 17 h 316"/>
              <a:gd name="T44" fmla="*/ 203 w 316"/>
              <a:gd name="T45" fmla="*/ 75 h 316"/>
              <a:gd name="T46" fmla="*/ 226 w 316"/>
              <a:gd name="T47" fmla="*/ 68 h 316"/>
              <a:gd name="T48" fmla="*/ 299 w 316"/>
              <a:gd name="T49" fmla="*/ 68 h 316"/>
              <a:gd name="T50" fmla="*/ 203 w 316"/>
              <a:gd name="T51" fmla="*/ 105 h 316"/>
              <a:gd name="T52" fmla="*/ 151 w 316"/>
              <a:gd name="T53" fmla="*/ 158 h 316"/>
              <a:gd name="T54" fmla="*/ 203 w 316"/>
              <a:gd name="T55" fmla="*/ 158 h 316"/>
              <a:gd name="T56" fmla="*/ 203 w 316"/>
              <a:gd name="T57" fmla="*/ 105 h 316"/>
              <a:gd name="T58" fmla="*/ 91 w 316"/>
              <a:gd name="T59" fmla="*/ 38 h 316"/>
              <a:gd name="T60" fmla="*/ 38 w 316"/>
              <a:gd name="T61" fmla="*/ 90 h 316"/>
              <a:gd name="T62" fmla="*/ 91 w 316"/>
              <a:gd name="T63" fmla="*/ 90 h 316"/>
              <a:gd name="T64" fmla="*/ 91 w 316"/>
              <a:gd name="T65" fmla="*/ 38 h 316"/>
              <a:gd name="T66" fmla="*/ 125 w 316"/>
              <a:gd name="T67" fmla="*/ 152 h 316"/>
              <a:gd name="T68" fmla="*/ 181 w 316"/>
              <a:gd name="T69" fmla="*/ 96 h 316"/>
              <a:gd name="T70" fmla="*/ 181 w 316"/>
              <a:gd name="T71" fmla="*/ 23 h 316"/>
              <a:gd name="T72" fmla="*/ 113 w 316"/>
              <a:gd name="T73" fmla="*/ 23 h 316"/>
              <a:gd name="T74" fmla="*/ 113 w 316"/>
              <a:gd name="T75" fmla="*/ 96 h 316"/>
              <a:gd name="T76" fmla="*/ 108 w 316"/>
              <a:gd name="T77" fmla="*/ 108 h 316"/>
              <a:gd name="T78" fmla="*/ 96 w 316"/>
              <a:gd name="T79" fmla="*/ 113 h 316"/>
              <a:gd name="T80" fmla="*/ 23 w 316"/>
              <a:gd name="T81" fmla="*/ 113 h 316"/>
              <a:gd name="T82" fmla="*/ 23 w 316"/>
              <a:gd name="T83" fmla="*/ 226 h 316"/>
              <a:gd name="T84" fmla="*/ 113 w 316"/>
              <a:gd name="T85" fmla="*/ 226 h 316"/>
              <a:gd name="T86" fmla="*/ 113 w 316"/>
              <a:gd name="T87" fmla="*/ 181 h 316"/>
              <a:gd name="T88" fmla="*/ 117 w 316"/>
              <a:gd name="T89" fmla="*/ 165 h 316"/>
              <a:gd name="T90" fmla="*/ 125 w 316"/>
              <a:gd name="T91" fmla="*/ 152 h 316"/>
              <a:gd name="T92" fmla="*/ 293 w 316"/>
              <a:gd name="T93" fmla="*/ 293 h 316"/>
              <a:gd name="T94" fmla="*/ 293 w 316"/>
              <a:gd name="T95" fmla="*/ 90 h 316"/>
              <a:gd name="T96" fmla="*/ 226 w 316"/>
              <a:gd name="T97" fmla="*/ 90 h 316"/>
              <a:gd name="T98" fmla="*/ 226 w 316"/>
              <a:gd name="T99" fmla="*/ 164 h 316"/>
              <a:gd name="T100" fmla="*/ 221 w 316"/>
              <a:gd name="T101" fmla="*/ 176 h 316"/>
              <a:gd name="T102" fmla="*/ 209 w 316"/>
              <a:gd name="T103" fmla="*/ 181 h 316"/>
              <a:gd name="T104" fmla="*/ 136 w 316"/>
              <a:gd name="T105" fmla="*/ 181 h 316"/>
              <a:gd name="T106" fmla="*/ 136 w 316"/>
              <a:gd name="T107" fmla="*/ 293 h 316"/>
              <a:gd name="T108" fmla="*/ 293 w 316"/>
              <a:gd name="T109" fmla="*/ 293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6" h="316">
                <a:moveTo>
                  <a:pt x="299" y="68"/>
                </a:moveTo>
                <a:cubicBezTo>
                  <a:pt x="304" y="68"/>
                  <a:pt x="308" y="70"/>
                  <a:pt x="311" y="73"/>
                </a:cubicBezTo>
                <a:cubicBezTo>
                  <a:pt x="314" y="76"/>
                  <a:pt x="316" y="80"/>
                  <a:pt x="316" y="85"/>
                </a:cubicBezTo>
                <a:cubicBezTo>
                  <a:pt x="316" y="299"/>
                  <a:pt x="316" y="299"/>
                  <a:pt x="316" y="299"/>
                </a:cubicBezTo>
                <a:cubicBezTo>
                  <a:pt x="316" y="304"/>
                  <a:pt x="314" y="308"/>
                  <a:pt x="311" y="311"/>
                </a:cubicBezTo>
                <a:cubicBezTo>
                  <a:pt x="308" y="314"/>
                  <a:pt x="304" y="316"/>
                  <a:pt x="299" y="316"/>
                </a:cubicBezTo>
                <a:cubicBezTo>
                  <a:pt x="130" y="316"/>
                  <a:pt x="130" y="316"/>
                  <a:pt x="130" y="316"/>
                </a:cubicBezTo>
                <a:cubicBezTo>
                  <a:pt x="125" y="316"/>
                  <a:pt x="121" y="314"/>
                  <a:pt x="118" y="311"/>
                </a:cubicBezTo>
                <a:cubicBezTo>
                  <a:pt x="115" y="308"/>
                  <a:pt x="113" y="304"/>
                  <a:pt x="113" y="299"/>
                </a:cubicBezTo>
                <a:cubicBezTo>
                  <a:pt x="113" y="248"/>
                  <a:pt x="113" y="248"/>
                  <a:pt x="113" y="248"/>
                </a:cubicBezTo>
                <a:cubicBezTo>
                  <a:pt x="17" y="248"/>
                  <a:pt x="17" y="248"/>
                  <a:pt x="17" y="248"/>
                </a:cubicBezTo>
                <a:cubicBezTo>
                  <a:pt x="13" y="248"/>
                  <a:pt x="9" y="247"/>
                  <a:pt x="5" y="243"/>
                </a:cubicBezTo>
                <a:cubicBezTo>
                  <a:pt x="2" y="240"/>
                  <a:pt x="0" y="236"/>
                  <a:pt x="0" y="23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08"/>
                  <a:pt x="2" y="103"/>
                  <a:pt x="4" y="98"/>
                </a:cubicBezTo>
                <a:cubicBezTo>
                  <a:pt x="6" y="92"/>
                  <a:pt x="9" y="87"/>
                  <a:pt x="12" y="84"/>
                </a:cubicBezTo>
                <a:cubicBezTo>
                  <a:pt x="84" y="12"/>
                  <a:pt x="84" y="12"/>
                  <a:pt x="84" y="12"/>
                </a:cubicBezTo>
                <a:cubicBezTo>
                  <a:pt x="88" y="9"/>
                  <a:pt x="92" y="6"/>
                  <a:pt x="98" y="4"/>
                </a:cubicBezTo>
                <a:cubicBezTo>
                  <a:pt x="103" y="2"/>
                  <a:pt x="108" y="0"/>
                  <a:pt x="113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91" y="0"/>
                  <a:pt x="195" y="2"/>
                  <a:pt x="198" y="5"/>
                </a:cubicBezTo>
                <a:cubicBezTo>
                  <a:pt x="202" y="9"/>
                  <a:pt x="203" y="13"/>
                  <a:pt x="203" y="17"/>
                </a:cubicBezTo>
                <a:cubicBezTo>
                  <a:pt x="203" y="75"/>
                  <a:pt x="203" y="75"/>
                  <a:pt x="203" y="75"/>
                </a:cubicBezTo>
                <a:cubicBezTo>
                  <a:pt x="211" y="70"/>
                  <a:pt x="219" y="68"/>
                  <a:pt x="226" y="68"/>
                </a:cubicBezTo>
                <a:lnTo>
                  <a:pt x="299" y="68"/>
                </a:lnTo>
                <a:close/>
                <a:moveTo>
                  <a:pt x="203" y="105"/>
                </a:moveTo>
                <a:cubicBezTo>
                  <a:pt x="151" y="158"/>
                  <a:pt x="151" y="158"/>
                  <a:pt x="151" y="158"/>
                </a:cubicBezTo>
                <a:cubicBezTo>
                  <a:pt x="203" y="158"/>
                  <a:pt x="203" y="158"/>
                  <a:pt x="203" y="158"/>
                </a:cubicBezTo>
                <a:lnTo>
                  <a:pt x="203" y="105"/>
                </a:lnTo>
                <a:close/>
                <a:moveTo>
                  <a:pt x="91" y="38"/>
                </a:moveTo>
                <a:cubicBezTo>
                  <a:pt x="38" y="90"/>
                  <a:pt x="38" y="90"/>
                  <a:pt x="38" y="90"/>
                </a:cubicBezTo>
                <a:cubicBezTo>
                  <a:pt x="91" y="90"/>
                  <a:pt x="91" y="90"/>
                  <a:pt x="91" y="90"/>
                </a:cubicBezTo>
                <a:lnTo>
                  <a:pt x="91" y="38"/>
                </a:lnTo>
                <a:close/>
                <a:moveTo>
                  <a:pt x="125" y="152"/>
                </a:moveTo>
                <a:cubicBezTo>
                  <a:pt x="181" y="96"/>
                  <a:pt x="181" y="96"/>
                  <a:pt x="181" y="96"/>
                </a:cubicBezTo>
                <a:cubicBezTo>
                  <a:pt x="181" y="23"/>
                  <a:pt x="181" y="23"/>
                  <a:pt x="181" y="23"/>
                </a:cubicBezTo>
                <a:cubicBezTo>
                  <a:pt x="113" y="23"/>
                  <a:pt x="113" y="23"/>
                  <a:pt x="113" y="23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101"/>
                  <a:pt x="111" y="105"/>
                  <a:pt x="108" y="108"/>
                </a:cubicBezTo>
                <a:cubicBezTo>
                  <a:pt x="105" y="111"/>
                  <a:pt x="101" y="113"/>
                  <a:pt x="96" y="113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23" y="226"/>
                  <a:pt x="23" y="226"/>
                  <a:pt x="23" y="226"/>
                </a:cubicBezTo>
                <a:cubicBezTo>
                  <a:pt x="113" y="226"/>
                  <a:pt x="113" y="226"/>
                  <a:pt x="113" y="226"/>
                </a:cubicBezTo>
                <a:cubicBezTo>
                  <a:pt x="113" y="181"/>
                  <a:pt x="113" y="181"/>
                  <a:pt x="113" y="181"/>
                </a:cubicBezTo>
                <a:cubicBezTo>
                  <a:pt x="113" y="176"/>
                  <a:pt x="114" y="171"/>
                  <a:pt x="117" y="165"/>
                </a:cubicBezTo>
                <a:cubicBezTo>
                  <a:pt x="119" y="159"/>
                  <a:pt x="122" y="155"/>
                  <a:pt x="125" y="152"/>
                </a:cubicBezTo>
                <a:close/>
                <a:moveTo>
                  <a:pt x="293" y="293"/>
                </a:moveTo>
                <a:cubicBezTo>
                  <a:pt x="293" y="90"/>
                  <a:pt x="293" y="90"/>
                  <a:pt x="293" y="90"/>
                </a:cubicBezTo>
                <a:cubicBezTo>
                  <a:pt x="226" y="90"/>
                  <a:pt x="226" y="90"/>
                  <a:pt x="226" y="90"/>
                </a:cubicBezTo>
                <a:cubicBezTo>
                  <a:pt x="226" y="164"/>
                  <a:pt x="226" y="164"/>
                  <a:pt x="226" y="164"/>
                </a:cubicBezTo>
                <a:cubicBezTo>
                  <a:pt x="226" y="168"/>
                  <a:pt x="224" y="172"/>
                  <a:pt x="221" y="176"/>
                </a:cubicBezTo>
                <a:cubicBezTo>
                  <a:pt x="218" y="179"/>
                  <a:pt x="214" y="181"/>
                  <a:pt x="209" y="181"/>
                </a:cubicBezTo>
                <a:cubicBezTo>
                  <a:pt x="136" y="181"/>
                  <a:pt x="136" y="181"/>
                  <a:pt x="136" y="181"/>
                </a:cubicBezTo>
                <a:cubicBezTo>
                  <a:pt x="136" y="293"/>
                  <a:pt x="136" y="293"/>
                  <a:pt x="136" y="293"/>
                </a:cubicBezTo>
                <a:lnTo>
                  <a:pt x="293" y="29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311526" y="1993901"/>
            <a:ext cx="292100" cy="341313"/>
          </a:xfrm>
          <a:custGeom>
            <a:avLst/>
            <a:gdLst>
              <a:gd name="T0" fmla="*/ 258 w 270"/>
              <a:gd name="T1" fmla="*/ 84 h 316"/>
              <a:gd name="T2" fmla="*/ 263 w 270"/>
              <a:gd name="T3" fmla="*/ 90 h 316"/>
              <a:gd name="T4" fmla="*/ 180 w 270"/>
              <a:gd name="T5" fmla="*/ 90 h 316"/>
              <a:gd name="T6" fmla="*/ 180 w 270"/>
              <a:gd name="T7" fmla="*/ 7 h 316"/>
              <a:gd name="T8" fmla="*/ 186 w 270"/>
              <a:gd name="T9" fmla="*/ 12 h 316"/>
              <a:gd name="T10" fmla="*/ 258 w 270"/>
              <a:gd name="T11" fmla="*/ 84 h 316"/>
              <a:gd name="T12" fmla="*/ 174 w 270"/>
              <a:gd name="T13" fmla="*/ 113 h 316"/>
              <a:gd name="T14" fmla="*/ 270 w 270"/>
              <a:gd name="T15" fmla="*/ 113 h 316"/>
              <a:gd name="T16" fmla="*/ 270 w 270"/>
              <a:gd name="T17" fmla="*/ 299 h 316"/>
              <a:gd name="T18" fmla="*/ 265 w 270"/>
              <a:gd name="T19" fmla="*/ 311 h 316"/>
              <a:gd name="T20" fmla="*/ 253 w 270"/>
              <a:gd name="T21" fmla="*/ 316 h 316"/>
              <a:gd name="T22" fmla="*/ 17 w 270"/>
              <a:gd name="T23" fmla="*/ 316 h 316"/>
              <a:gd name="T24" fmla="*/ 5 w 270"/>
              <a:gd name="T25" fmla="*/ 311 h 316"/>
              <a:gd name="T26" fmla="*/ 0 w 270"/>
              <a:gd name="T27" fmla="*/ 299 h 316"/>
              <a:gd name="T28" fmla="*/ 0 w 270"/>
              <a:gd name="T29" fmla="*/ 17 h 316"/>
              <a:gd name="T30" fmla="*/ 5 w 270"/>
              <a:gd name="T31" fmla="*/ 5 h 316"/>
              <a:gd name="T32" fmla="*/ 17 w 270"/>
              <a:gd name="T33" fmla="*/ 0 h 316"/>
              <a:gd name="T34" fmla="*/ 157 w 270"/>
              <a:gd name="T35" fmla="*/ 0 h 316"/>
              <a:gd name="T36" fmla="*/ 157 w 270"/>
              <a:gd name="T37" fmla="*/ 96 h 316"/>
              <a:gd name="T38" fmla="*/ 162 w 270"/>
              <a:gd name="T39" fmla="*/ 108 h 316"/>
              <a:gd name="T40" fmla="*/ 174 w 270"/>
              <a:gd name="T41" fmla="*/ 113 h 316"/>
              <a:gd name="T42" fmla="*/ 202 w 270"/>
              <a:gd name="T43" fmla="*/ 243 h 316"/>
              <a:gd name="T44" fmla="*/ 202 w 270"/>
              <a:gd name="T45" fmla="*/ 231 h 316"/>
              <a:gd name="T46" fmla="*/ 201 w 270"/>
              <a:gd name="T47" fmla="*/ 227 h 316"/>
              <a:gd name="T48" fmla="*/ 197 w 270"/>
              <a:gd name="T49" fmla="*/ 226 h 316"/>
              <a:gd name="T50" fmla="*/ 73 w 270"/>
              <a:gd name="T51" fmla="*/ 226 h 316"/>
              <a:gd name="T52" fmla="*/ 69 w 270"/>
              <a:gd name="T53" fmla="*/ 227 h 316"/>
              <a:gd name="T54" fmla="*/ 67 w 270"/>
              <a:gd name="T55" fmla="*/ 231 h 316"/>
              <a:gd name="T56" fmla="*/ 67 w 270"/>
              <a:gd name="T57" fmla="*/ 243 h 316"/>
              <a:gd name="T58" fmla="*/ 69 w 270"/>
              <a:gd name="T59" fmla="*/ 247 h 316"/>
              <a:gd name="T60" fmla="*/ 73 w 270"/>
              <a:gd name="T61" fmla="*/ 248 h 316"/>
              <a:gd name="T62" fmla="*/ 197 w 270"/>
              <a:gd name="T63" fmla="*/ 248 h 316"/>
              <a:gd name="T64" fmla="*/ 201 w 270"/>
              <a:gd name="T65" fmla="*/ 247 h 316"/>
              <a:gd name="T66" fmla="*/ 202 w 270"/>
              <a:gd name="T67" fmla="*/ 243 h 316"/>
              <a:gd name="T68" fmla="*/ 202 w 270"/>
              <a:gd name="T69" fmla="*/ 198 h 316"/>
              <a:gd name="T70" fmla="*/ 202 w 270"/>
              <a:gd name="T71" fmla="*/ 186 h 316"/>
              <a:gd name="T72" fmla="*/ 201 w 270"/>
              <a:gd name="T73" fmla="*/ 182 h 316"/>
              <a:gd name="T74" fmla="*/ 197 w 270"/>
              <a:gd name="T75" fmla="*/ 181 h 316"/>
              <a:gd name="T76" fmla="*/ 73 w 270"/>
              <a:gd name="T77" fmla="*/ 181 h 316"/>
              <a:gd name="T78" fmla="*/ 69 w 270"/>
              <a:gd name="T79" fmla="*/ 182 h 316"/>
              <a:gd name="T80" fmla="*/ 67 w 270"/>
              <a:gd name="T81" fmla="*/ 186 h 316"/>
              <a:gd name="T82" fmla="*/ 67 w 270"/>
              <a:gd name="T83" fmla="*/ 198 h 316"/>
              <a:gd name="T84" fmla="*/ 69 w 270"/>
              <a:gd name="T85" fmla="*/ 202 h 316"/>
              <a:gd name="T86" fmla="*/ 73 w 270"/>
              <a:gd name="T87" fmla="*/ 203 h 316"/>
              <a:gd name="T88" fmla="*/ 197 w 270"/>
              <a:gd name="T89" fmla="*/ 203 h 316"/>
              <a:gd name="T90" fmla="*/ 201 w 270"/>
              <a:gd name="T91" fmla="*/ 202 h 316"/>
              <a:gd name="T92" fmla="*/ 202 w 270"/>
              <a:gd name="T93" fmla="*/ 198 h 316"/>
              <a:gd name="T94" fmla="*/ 202 w 270"/>
              <a:gd name="T95" fmla="*/ 152 h 316"/>
              <a:gd name="T96" fmla="*/ 202 w 270"/>
              <a:gd name="T97" fmla="*/ 141 h 316"/>
              <a:gd name="T98" fmla="*/ 201 w 270"/>
              <a:gd name="T99" fmla="*/ 137 h 316"/>
              <a:gd name="T100" fmla="*/ 197 w 270"/>
              <a:gd name="T101" fmla="*/ 136 h 316"/>
              <a:gd name="T102" fmla="*/ 73 w 270"/>
              <a:gd name="T103" fmla="*/ 136 h 316"/>
              <a:gd name="T104" fmla="*/ 69 w 270"/>
              <a:gd name="T105" fmla="*/ 137 h 316"/>
              <a:gd name="T106" fmla="*/ 67 w 270"/>
              <a:gd name="T107" fmla="*/ 141 h 316"/>
              <a:gd name="T108" fmla="*/ 67 w 270"/>
              <a:gd name="T109" fmla="*/ 152 h 316"/>
              <a:gd name="T110" fmla="*/ 69 w 270"/>
              <a:gd name="T111" fmla="*/ 156 h 316"/>
              <a:gd name="T112" fmla="*/ 73 w 270"/>
              <a:gd name="T113" fmla="*/ 158 h 316"/>
              <a:gd name="T114" fmla="*/ 197 w 270"/>
              <a:gd name="T115" fmla="*/ 158 h 316"/>
              <a:gd name="T116" fmla="*/ 201 w 270"/>
              <a:gd name="T117" fmla="*/ 156 h 316"/>
              <a:gd name="T118" fmla="*/ 202 w 270"/>
              <a:gd name="T119" fmla="*/ 152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0" h="316">
                <a:moveTo>
                  <a:pt x="258" y="84"/>
                </a:moveTo>
                <a:cubicBezTo>
                  <a:pt x="260" y="86"/>
                  <a:pt x="261" y="88"/>
                  <a:pt x="263" y="90"/>
                </a:cubicBezTo>
                <a:cubicBezTo>
                  <a:pt x="180" y="90"/>
                  <a:pt x="180" y="90"/>
                  <a:pt x="180" y="90"/>
                </a:cubicBezTo>
                <a:cubicBezTo>
                  <a:pt x="180" y="7"/>
                  <a:pt x="180" y="7"/>
                  <a:pt x="180" y="7"/>
                </a:cubicBezTo>
                <a:cubicBezTo>
                  <a:pt x="182" y="9"/>
                  <a:pt x="185" y="11"/>
                  <a:pt x="186" y="12"/>
                </a:cubicBezTo>
                <a:lnTo>
                  <a:pt x="258" y="84"/>
                </a:lnTo>
                <a:close/>
                <a:moveTo>
                  <a:pt x="174" y="113"/>
                </a:moveTo>
                <a:cubicBezTo>
                  <a:pt x="270" y="113"/>
                  <a:pt x="270" y="113"/>
                  <a:pt x="270" y="113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8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1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1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96"/>
                  <a:pt x="157" y="96"/>
                  <a:pt x="157" y="96"/>
                </a:cubicBezTo>
                <a:cubicBezTo>
                  <a:pt x="157" y="101"/>
                  <a:pt x="159" y="105"/>
                  <a:pt x="162" y="108"/>
                </a:cubicBezTo>
                <a:cubicBezTo>
                  <a:pt x="166" y="111"/>
                  <a:pt x="170" y="113"/>
                  <a:pt x="174" y="113"/>
                </a:cubicBezTo>
                <a:close/>
                <a:moveTo>
                  <a:pt x="202" y="243"/>
                </a:moveTo>
                <a:cubicBezTo>
                  <a:pt x="202" y="231"/>
                  <a:pt x="202" y="231"/>
                  <a:pt x="202" y="231"/>
                </a:cubicBezTo>
                <a:cubicBezTo>
                  <a:pt x="202" y="230"/>
                  <a:pt x="202" y="228"/>
                  <a:pt x="201" y="227"/>
                </a:cubicBezTo>
                <a:cubicBezTo>
                  <a:pt x="200" y="226"/>
                  <a:pt x="198" y="226"/>
                  <a:pt x="197" y="226"/>
                </a:cubicBezTo>
                <a:cubicBezTo>
                  <a:pt x="73" y="226"/>
                  <a:pt x="73" y="226"/>
                  <a:pt x="73" y="226"/>
                </a:cubicBezTo>
                <a:cubicBezTo>
                  <a:pt x="71" y="226"/>
                  <a:pt x="70" y="226"/>
                  <a:pt x="69" y="227"/>
                </a:cubicBezTo>
                <a:cubicBezTo>
                  <a:pt x="68" y="228"/>
                  <a:pt x="67" y="230"/>
                  <a:pt x="67" y="231"/>
                </a:cubicBezTo>
                <a:cubicBezTo>
                  <a:pt x="67" y="243"/>
                  <a:pt x="67" y="243"/>
                  <a:pt x="67" y="243"/>
                </a:cubicBezTo>
                <a:cubicBezTo>
                  <a:pt x="67" y="244"/>
                  <a:pt x="68" y="246"/>
                  <a:pt x="69" y="247"/>
                </a:cubicBezTo>
                <a:cubicBezTo>
                  <a:pt x="70" y="248"/>
                  <a:pt x="71" y="248"/>
                  <a:pt x="73" y="248"/>
                </a:cubicBezTo>
                <a:cubicBezTo>
                  <a:pt x="197" y="248"/>
                  <a:pt x="197" y="248"/>
                  <a:pt x="197" y="248"/>
                </a:cubicBezTo>
                <a:cubicBezTo>
                  <a:pt x="198" y="248"/>
                  <a:pt x="200" y="248"/>
                  <a:pt x="201" y="247"/>
                </a:cubicBezTo>
                <a:cubicBezTo>
                  <a:pt x="202" y="246"/>
                  <a:pt x="202" y="244"/>
                  <a:pt x="202" y="243"/>
                </a:cubicBezTo>
                <a:close/>
                <a:moveTo>
                  <a:pt x="202" y="198"/>
                </a:moveTo>
                <a:cubicBezTo>
                  <a:pt x="202" y="186"/>
                  <a:pt x="202" y="186"/>
                  <a:pt x="202" y="186"/>
                </a:cubicBezTo>
                <a:cubicBezTo>
                  <a:pt x="202" y="185"/>
                  <a:pt x="202" y="183"/>
                  <a:pt x="201" y="182"/>
                </a:cubicBezTo>
                <a:cubicBezTo>
                  <a:pt x="200" y="181"/>
                  <a:pt x="198" y="181"/>
                  <a:pt x="197" y="181"/>
                </a:cubicBezTo>
                <a:cubicBezTo>
                  <a:pt x="73" y="181"/>
                  <a:pt x="73" y="181"/>
                  <a:pt x="73" y="181"/>
                </a:cubicBezTo>
                <a:cubicBezTo>
                  <a:pt x="71" y="181"/>
                  <a:pt x="70" y="181"/>
                  <a:pt x="69" y="182"/>
                </a:cubicBezTo>
                <a:cubicBezTo>
                  <a:pt x="68" y="183"/>
                  <a:pt x="67" y="185"/>
                  <a:pt x="67" y="186"/>
                </a:cubicBezTo>
                <a:cubicBezTo>
                  <a:pt x="67" y="198"/>
                  <a:pt x="67" y="198"/>
                  <a:pt x="67" y="198"/>
                </a:cubicBezTo>
                <a:cubicBezTo>
                  <a:pt x="67" y="199"/>
                  <a:pt x="68" y="201"/>
                  <a:pt x="69" y="202"/>
                </a:cubicBezTo>
                <a:cubicBezTo>
                  <a:pt x="70" y="203"/>
                  <a:pt x="71" y="203"/>
                  <a:pt x="73" y="203"/>
                </a:cubicBezTo>
                <a:cubicBezTo>
                  <a:pt x="197" y="203"/>
                  <a:pt x="197" y="203"/>
                  <a:pt x="197" y="203"/>
                </a:cubicBezTo>
                <a:cubicBezTo>
                  <a:pt x="198" y="203"/>
                  <a:pt x="200" y="203"/>
                  <a:pt x="201" y="202"/>
                </a:cubicBezTo>
                <a:cubicBezTo>
                  <a:pt x="202" y="201"/>
                  <a:pt x="202" y="199"/>
                  <a:pt x="202" y="198"/>
                </a:cubicBezTo>
                <a:close/>
                <a:moveTo>
                  <a:pt x="202" y="152"/>
                </a:moveTo>
                <a:cubicBezTo>
                  <a:pt x="202" y="141"/>
                  <a:pt x="202" y="141"/>
                  <a:pt x="202" y="141"/>
                </a:cubicBezTo>
                <a:cubicBezTo>
                  <a:pt x="202" y="140"/>
                  <a:pt x="202" y="138"/>
                  <a:pt x="201" y="137"/>
                </a:cubicBezTo>
                <a:cubicBezTo>
                  <a:pt x="200" y="136"/>
                  <a:pt x="198" y="136"/>
                  <a:pt x="197" y="136"/>
                </a:cubicBezTo>
                <a:cubicBezTo>
                  <a:pt x="73" y="136"/>
                  <a:pt x="73" y="136"/>
                  <a:pt x="73" y="136"/>
                </a:cubicBezTo>
                <a:cubicBezTo>
                  <a:pt x="71" y="136"/>
                  <a:pt x="70" y="136"/>
                  <a:pt x="69" y="137"/>
                </a:cubicBezTo>
                <a:cubicBezTo>
                  <a:pt x="68" y="138"/>
                  <a:pt x="67" y="140"/>
                  <a:pt x="67" y="141"/>
                </a:cubicBezTo>
                <a:cubicBezTo>
                  <a:pt x="67" y="152"/>
                  <a:pt x="67" y="152"/>
                  <a:pt x="67" y="152"/>
                </a:cubicBezTo>
                <a:cubicBezTo>
                  <a:pt x="67" y="154"/>
                  <a:pt x="68" y="155"/>
                  <a:pt x="69" y="156"/>
                </a:cubicBezTo>
                <a:cubicBezTo>
                  <a:pt x="70" y="158"/>
                  <a:pt x="71" y="158"/>
                  <a:pt x="73" y="158"/>
                </a:cubicBezTo>
                <a:cubicBezTo>
                  <a:pt x="197" y="158"/>
                  <a:pt x="197" y="158"/>
                  <a:pt x="197" y="158"/>
                </a:cubicBezTo>
                <a:cubicBezTo>
                  <a:pt x="198" y="158"/>
                  <a:pt x="200" y="158"/>
                  <a:pt x="201" y="156"/>
                </a:cubicBezTo>
                <a:cubicBezTo>
                  <a:pt x="202" y="155"/>
                  <a:pt x="202" y="154"/>
                  <a:pt x="202" y="15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3741738" y="1993901"/>
            <a:ext cx="292100" cy="341313"/>
          </a:xfrm>
          <a:custGeom>
            <a:avLst/>
            <a:gdLst>
              <a:gd name="T0" fmla="*/ 267 w 270"/>
              <a:gd name="T1" fmla="*/ 81 h 316"/>
              <a:gd name="T2" fmla="*/ 270 w 270"/>
              <a:gd name="T3" fmla="*/ 299 h 316"/>
              <a:gd name="T4" fmla="*/ 253 w 270"/>
              <a:gd name="T5" fmla="*/ 316 h 316"/>
              <a:gd name="T6" fmla="*/ 5 w 270"/>
              <a:gd name="T7" fmla="*/ 311 h 316"/>
              <a:gd name="T8" fmla="*/ 0 w 270"/>
              <a:gd name="T9" fmla="*/ 17 h 316"/>
              <a:gd name="T10" fmla="*/ 17 w 270"/>
              <a:gd name="T11" fmla="*/ 0 h 316"/>
              <a:gd name="T12" fmla="*/ 190 w 270"/>
              <a:gd name="T13" fmla="*/ 4 h 316"/>
              <a:gd name="T14" fmla="*/ 258 w 270"/>
              <a:gd name="T15" fmla="*/ 67 h 316"/>
              <a:gd name="T16" fmla="*/ 180 w 270"/>
              <a:gd name="T17" fmla="*/ 90 h 316"/>
              <a:gd name="T18" fmla="*/ 242 w 270"/>
              <a:gd name="T19" fmla="*/ 83 h 316"/>
              <a:gd name="T20" fmla="*/ 180 w 270"/>
              <a:gd name="T21" fmla="*/ 24 h 316"/>
              <a:gd name="T22" fmla="*/ 248 w 270"/>
              <a:gd name="T23" fmla="*/ 113 h 316"/>
              <a:gd name="T24" fmla="*/ 162 w 270"/>
              <a:gd name="T25" fmla="*/ 108 h 316"/>
              <a:gd name="T26" fmla="*/ 157 w 270"/>
              <a:gd name="T27" fmla="*/ 23 h 316"/>
              <a:gd name="T28" fmla="*/ 22 w 270"/>
              <a:gd name="T29" fmla="*/ 293 h 316"/>
              <a:gd name="T30" fmla="*/ 67 w 270"/>
              <a:gd name="T31" fmla="*/ 141 h 316"/>
              <a:gd name="T32" fmla="*/ 73 w 270"/>
              <a:gd name="T33" fmla="*/ 136 h 316"/>
              <a:gd name="T34" fmla="*/ 201 w 270"/>
              <a:gd name="T35" fmla="*/ 137 h 316"/>
              <a:gd name="T36" fmla="*/ 203 w 270"/>
              <a:gd name="T37" fmla="*/ 152 h 316"/>
              <a:gd name="T38" fmla="*/ 197 w 270"/>
              <a:gd name="T39" fmla="*/ 158 h 316"/>
              <a:gd name="T40" fmla="*/ 69 w 270"/>
              <a:gd name="T41" fmla="*/ 156 h 316"/>
              <a:gd name="T42" fmla="*/ 67 w 270"/>
              <a:gd name="T43" fmla="*/ 141 h 316"/>
              <a:gd name="T44" fmla="*/ 201 w 270"/>
              <a:gd name="T45" fmla="*/ 182 h 316"/>
              <a:gd name="T46" fmla="*/ 203 w 270"/>
              <a:gd name="T47" fmla="*/ 198 h 316"/>
              <a:gd name="T48" fmla="*/ 197 w 270"/>
              <a:gd name="T49" fmla="*/ 203 h 316"/>
              <a:gd name="T50" fmla="*/ 69 w 270"/>
              <a:gd name="T51" fmla="*/ 202 h 316"/>
              <a:gd name="T52" fmla="*/ 67 w 270"/>
              <a:gd name="T53" fmla="*/ 186 h 316"/>
              <a:gd name="T54" fmla="*/ 73 w 270"/>
              <a:gd name="T55" fmla="*/ 181 h 316"/>
              <a:gd name="T56" fmla="*/ 197 w 270"/>
              <a:gd name="T57" fmla="*/ 226 h 316"/>
              <a:gd name="T58" fmla="*/ 203 w 270"/>
              <a:gd name="T59" fmla="*/ 231 h 316"/>
              <a:gd name="T60" fmla="*/ 201 w 270"/>
              <a:gd name="T61" fmla="*/ 247 h 316"/>
              <a:gd name="T62" fmla="*/ 73 w 270"/>
              <a:gd name="T63" fmla="*/ 248 h 316"/>
              <a:gd name="T64" fmla="*/ 67 w 270"/>
              <a:gd name="T65" fmla="*/ 243 h 316"/>
              <a:gd name="T66" fmla="*/ 69 w 270"/>
              <a:gd name="T67" fmla="*/ 227 h 316"/>
              <a:gd name="T68" fmla="*/ 197 w 270"/>
              <a:gd name="T69" fmla="*/ 226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0" h="316">
                <a:moveTo>
                  <a:pt x="258" y="67"/>
                </a:moveTo>
                <a:cubicBezTo>
                  <a:pt x="261" y="71"/>
                  <a:pt x="264" y="75"/>
                  <a:pt x="267" y="81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8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1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1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2"/>
                  <a:pt x="190" y="4"/>
                </a:cubicBezTo>
                <a:cubicBezTo>
                  <a:pt x="195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5"/>
                  <a:pt x="242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7"/>
                  <a:pt x="183" y="25"/>
                  <a:pt x="180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66" y="111"/>
                  <a:pt x="162" y="108"/>
                </a:cubicBezTo>
                <a:cubicBezTo>
                  <a:pt x="159" y="105"/>
                  <a:pt x="157" y="101"/>
                  <a:pt x="157" y="96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  <a:moveTo>
                  <a:pt x="67" y="141"/>
                </a:moveTo>
                <a:cubicBezTo>
                  <a:pt x="67" y="140"/>
                  <a:pt x="68" y="138"/>
                  <a:pt x="69" y="137"/>
                </a:cubicBezTo>
                <a:cubicBezTo>
                  <a:pt x="70" y="136"/>
                  <a:pt x="71" y="136"/>
                  <a:pt x="73" y="136"/>
                </a:cubicBezTo>
                <a:cubicBezTo>
                  <a:pt x="197" y="136"/>
                  <a:pt x="197" y="136"/>
                  <a:pt x="197" y="136"/>
                </a:cubicBezTo>
                <a:cubicBezTo>
                  <a:pt x="199" y="136"/>
                  <a:pt x="200" y="136"/>
                  <a:pt x="201" y="137"/>
                </a:cubicBezTo>
                <a:cubicBezTo>
                  <a:pt x="202" y="138"/>
                  <a:pt x="203" y="140"/>
                  <a:pt x="203" y="141"/>
                </a:cubicBezTo>
                <a:cubicBezTo>
                  <a:pt x="203" y="152"/>
                  <a:pt x="203" y="152"/>
                  <a:pt x="203" y="152"/>
                </a:cubicBezTo>
                <a:cubicBezTo>
                  <a:pt x="203" y="154"/>
                  <a:pt x="202" y="155"/>
                  <a:pt x="201" y="156"/>
                </a:cubicBezTo>
                <a:cubicBezTo>
                  <a:pt x="200" y="158"/>
                  <a:pt x="199" y="158"/>
                  <a:pt x="197" y="158"/>
                </a:cubicBezTo>
                <a:cubicBezTo>
                  <a:pt x="73" y="158"/>
                  <a:pt x="73" y="158"/>
                  <a:pt x="73" y="158"/>
                </a:cubicBezTo>
                <a:cubicBezTo>
                  <a:pt x="71" y="158"/>
                  <a:pt x="70" y="158"/>
                  <a:pt x="69" y="156"/>
                </a:cubicBezTo>
                <a:cubicBezTo>
                  <a:pt x="68" y="155"/>
                  <a:pt x="67" y="154"/>
                  <a:pt x="67" y="152"/>
                </a:cubicBezTo>
                <a:lnTo>
                  <a:pt x="67" y="141"/>
                </a:lnTo>
                <a:close/>
                <a:moveTo>
                  <a:pt x="197" y="181"/>
                </a:moveTo>
                <a:cubicBezTo>
                  <a:pt x="199" y="181"/>
                  <a:pt x="200" y="181"/>
                  <a:pt x="201" y="182"/>
                </a:cubicBezTo>
                <a:cubicBezTo>
                  <a:pt x="202" y="183"/>
                  <a:pt x="203" y="185"/>
                  <a:pt x="203" y="186"/>
                </a:cubicBezTo>
                <a:cubicBezTo>
                  <a:pt x="203" y="198"/>
                  <a:pt x="203" y="198"/>
                  <a:pt x="203" y="198"/>
                </a:cubicBezTo>
                <a:cubicBezTo>
                  <a:pt x="203" y="199"/>
                  <a:pt x="202" y="201"/>
                  <a:pt x="201" y="202"/>
                </a:cubicBezTo>
                <a:cubicBezTo>
                  <a:pt x="200" y="203"/>
                  <a:pt x="199" y="203"/>
                  <a:pt x="197" y="203"/>
                </a:cubicBezTo>
                <a:cubicBezTo>
                  <a:pt x="73" y="203"/>
                  <a:pt x="73" y="203"/>
                  <a:pt x="73" y="203"/>
                </a:cubicBezTo>
                <a:cubicBezTo>
                  <a:pt x="71" y="203"/>
                  <a:pt x="70" y="203"/>
                  <a:pt x="69" y="202"/>
                </a:cubicBezTo>
                <a:cubicBezTo>
                  <a:pt x="68" y="201"/>
                  <a:pt x="67" y="199"/>
                  <a:pt x="67" y="198"/>
                </a:cubicBezTo>
                <a:cubicBezTo>
                  <a:pt x="67" y="186"/>
                  <a:pt x="67" y="186"/>
                  <a:pt x="67" y="186"/>
                </a:cubicBezTo>
                <a:cubicBezTo>
                  <a:pt x="67" y="185"/>
                  <a:pt x="68" y="183"/>
                  <a:pt x="69" y="182"/>
                </a:cubicBezTo>
                <a:cubicBezTo>
                  <a:pt x="70" y="181"/>
                  <a:pt x="71" y="181"/>
                  <a:pt x="73" y="181"/>
                </a:cubicBezTo>
                <a:lnTo>
                  <a:pt x="197" y="181"/>
                </a:lnTo>
                <a:close/>
                <a:moveTo>
                  <a:pt x="197" y="226"/>
                </a:moveTo>
                <a:cubicBezTo>
                  <a:pt x="199" y="226"/>
                  <a:pt x="200" y="226"/>
                  <a:pt x="201" y="227"/>
                </a:cubicBezTo>
                <a:cubicBezTo>
                  <a:pt x="202" y="228"/>
                  <a:pt x="203" y="230"/>
                  <a:pt x="203" y="231"/>
                </a:cubicBezTo>
                <a:cubicBezTo>
                  <a:pt x="203" y="243"/>
                  <a:pt x="203" y="243"/>
                  <a:pt x="203" y="243"/>
                </a:cubicBezTo>
                <a:cubicBezTo>
                  <a:pt x="203" y="244"/>
                  <a:pt x="202" y="246"/>
                  <a:pt x="201" y="247"/>
                </a:cubicBezTo>
                <a:cubicBezTo>
                  <a:pt x="200" y="248"/>
                  <a:pt x="199" y="248"/>
                  <a:pt x="197" y="248"/>
                </a:cubicBezTo>
                <a:cubicBezTo>
                  <a:pt x="73" y="248"/>
                  <a:pt x="73" y="248"/>
                  <a:pt x="73" y="248"/>
                </a:cubicBezTo>
                <a:cubicBezTo>
                  <a:pt x="71" y="248"/>
                  <a:pt x="70" y="248"/>
                  <a:pt x="69" y="247"/>
                </a:cubicBezTo>
                <a:cubicBezTo>
                  <a:pt x="68" y="246"/>
                  <a:pt x="67" y="244"/>
                  <a:pt x="67" y="243"/>
                </a:cubicBezTo>
                <a:cubicBezTo>
                  <a:pt x="67" y="231"/>
                  <a:pt x="67" y="231"/>
                  <a:pt x="67" y="231"/>
                </a:cubicBezTo>
                <a:cubicBezTo>
                  <a:pt x="67" y="230"/>
                  <a:pt x="68" y="228"/>
                  <a:pt x="69" y="227"/>
                </a:cubicBezTo>
                <a:cubicBezTo>
                  <a:pt x="70" y="226"/>
                  <a:pt x="71" y="226"/>
                  <a:pt x="73" y="226"/>
                </a:cubicBezTo>
                <a:lnTo>
                  <a:pt x="197" y="22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722313" y="2425701"/>
            <a:ext cx="292100" cy="339725"/>
          </a:xfrm>
          <a:custGeom>
            <a:avLst/>
            <a:gdLst>
              <a:gd name="T0" fmla="*/ 258 w 270"/>
              <a:gd name="T1" fmla="*/ 67 h 315"/>
              <a:gd name="T2" fmla="*/ 267 w 270"/>
              <a:gd name="T3" fmla="*/ 80 h 315"/>
              <a:gd name="T4" fmla="*/ 270 w 270"/>
              <a:gd name="T5" fmla="*/ 96 h 315"/>
              <a:gd name="T6" fmla="*/ 270 w 270"/>
              <a:gd name="T7" fmla="*/ 299 h 315"/>
              <a:gd name="T8" fmla="*/ 265 w 270"/>
              <a:gd name="T9" fmla="*/ 311 h 315"/>
              <a:gd name="T10" fmla="*/ 253 w 270"/>
              <a:gd name="T11" fmla="*/ 315 h 315"/>
              <a:gd name="T12" fmla="*/ 17 w 270"/>
              <a:gd name="T13" fmla="*/ 315 h 315"/>
              <a:gd name="T14" fmla="*/ 5 w 270"/>
              <a:gd name="T15" fmla="*/ 311 h 315"/>
              <a:gd name="T16" fmla="*/ 0 w 270"/>
              <a:gd name="T17" fmla="*/ 299 h 315"/>
              <a:gd name="T18" fmla="*/ 0 w 270"/>
              <a:gd name="T19" fmla="*/ 17 h 315"/>
              <a:gd name="T20" fmla="*/ 5 w 270"/>
              <a:gd name="T21" fmla="*/ 5 h 315"/>
              <a:gd name="T22" fmla="*/ 17 w 270"/>
              <a:gd name="T23" fmla="*/ 0 h 315"/>
              <a:gd name="T24" fmla="*/ 174 w 270"/>
              <a:gd name="T25" fmla="*/ 0 h 315"/>
              <a:gd name="T26" fmla="*/ 190 w 270"/>
              <a:gd name="T27" fmla="*/ 4 h 315"/>
              <a:gd name="T28" fmla="*/ 203 w 270"/>
              <a:gd name="T29" fmla="*/ 12 h 315"/>
              <a:gd name="T30" fmla="*/ 258 w 270"/>
              <a:gd name="T31" fmla="*/ 67 h 315"/>
              <a:gd name="T32" fmla="*/ 180 w 270"/>
              <a:gd name="T33" fmla="*/ 24 h 315"/>
              <a:gd name="T34" fmla="*/ 180 w 270"/>
              <a:gd name="T35" fmla="*/ 90 h 315"/>
              <a:gd name="T36" fmla="*/ 246 w 270"/>
              <a:gd name="T37" fmla="*/ 90 h 315"/>
              <a:gd name="T38" fmla="*/ 242 w 270"/>
              <a:gd name="T39" fmla="*/ 83 h 315"/>
              <a:gd name="T40" fmla="*/ 187 w 270"/>
              <a:gd name="T41" fmla="*/ 28 h 315"/>
              <a:gd name="T42" fmla="*/ 180 w 270"/>
              <a:gd name="T43" fmla="*/ 24 h 315"/>
              <a:gd name="T44" fmla="*/ 247 w 270"/>
              <a:gd name="T45" fmla="*/ 293 h 315"/>
              <a:gd name="T46" fmla="*/ 247 w 270"/>
              <a:gd name="T47" fmla="*/ 113 h 315"/>
              <a:gd name="T48" fmla="*/ 174 w 270"/>
              <a:gd name="T49" fmla="*/ 113 h 315"/>
              <a:gd name="T50" fmla="*/ 162 w 270"/>
              <a:gd name="T51" fmla="*/ 108 h 315"/>
              <a:gd name="T52" fmla="*/ 157 w 270"/>
              <a:gd name="T53" fmla="*/ 96 h 315"/>
              <a:gd name="T54" fmla="*/ 157 w 270"/>
              <a:gd name="T55" fmla="*/ 23 h 315"/>
              <a:gd name="T56" fmla="*/ 22 w 270"/>
              <a:gd name="T57" fmla="*/ 23 h 315"/>
              <a:gd name="T58" fmla="*/ 22 w 270"/>
              <a:gd name="T59" fmla="*/ 293 h 315"/>
              <a:gd name="T60" fmla="*/ 247 w 270"/>
              <a:gd name="T61" fmla="*/ 293 h 315"/>
              <a:gd name="T62" fmla="*/ 135 w 270"/>
              <a:gd name="T63" fmla="*/ 135 h 315"/>
              <a:gd name="T64" fmla="*/ 151 w 270"/>
              <a:gd name="T65" fmla="*/ 142 h 315"/>
              <a:gd name="T66" fmla="*/ 157 w 270"/>
              <a:gd name="T67" fmla="*/ 158 h 315"/>
              <a:gd name="T68" fmla="*/ 157 w 270"/>
              <a:gd name="T69" fmla="*/ 225 h 315"/>
              <a:gd name="T70" fmla="*/ 151 w 270"/>
              <a:gd name="T71" fmla="*/ 241 h 315"/>
              <a:gd name="T72" fmla="*/ 135 w 270"/>
              <a:gd name="T73" fmla="*/ 248 h 315"/>
              <a:gd name="T74" fmla="*/ 67 w 270"/>
              <a:gd name="T75" fmla="*/ 248 h 315"/>
              <a:gd name="T76" fmla="*/ 51 w 270"/>
              <a:gd name="T77" fmla="*/ 241 h 315"/>
              <a:gd name="T78" fmla="*/ 45 w 270"/>
              <a:gd name="T79" fmla="*/ 225 h 315"/>
              <a:gd name="T80" fmla="*/ 45 w 270"/>
              <a:gd name="T81" fmla="*/ 158 h 315"/>
              <a:gd name="T82" fmla="*/ 51 w 270"/>
              <a:gd name="T83" fmla="*/ 142 h 315"/>
              <a:gd name="T84" fmla="*/ 67 w 270"/>
              <a:gd name="T85" fmla="*/ 135 h 315"/>
              <a:gd name="T86" fmla="*/ 135 w 270"/>
              <a:gd name="T87" fmla="*/ 135 h 315"/>
              <a:gd name="T88" fmla="*/ 221 w 270"/>
              <a:gd name="T89" fmla="*/ 136 h 315"/>
              <a:gd name="T90" fmla="*/ 225 w 270"/>
              <a:gd name="T91" fmla="*/ 141 h 315"/>
              <a:gd name="T92" fmla="*/ 225 w 270"/>
              <a:gd name="T93" fmla="*/ 242 h 315"/>
              <a:gd name="T94" fmla="*/ 221 w 270"/>
              <a:gd name="T95" fmla="*/ 248 h 315"/>
              <a:gd name="T96" fmla="*/ 219 w 270"/>
              <a:gd name="T97" fmla="*/ 248 h 315"/>
              <a:gd name="T98" fmla="*/ 215 w 270"/>
              <a:gd name="T99" fmla="*/ 246 h 315"/>
              <a:gd name="T100" fmla="*/ 169 w 270"/>
              <a:gd name="T101" fmla="*/ 199 h 315"/>
              <a:gd name="T102" fmla="*/ 169 w 270"/>
              <a:gd name="T103" fmla="*/ 184 h 315"/>
              <a:gd name="T104" fmla="*/ 215 w 270"/>
              <a:gd name="T105" fmla="*/ 137 h 315"/>
              <a:gd name="T106" fmla="*/ 219 w 270"/>
              <a:gd name="T107" fmla="*/ 135 h 315"/>
              <a:gd name="T108" fmla="*/ 221 w 270"/>
              <a:gd name="T109" fmla="*/ 136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70" h="315">
                <a:moveTo>
                  <a:pt x="258" y="67"/>
                </a:moveTo>
                <a:cubicBezTo>
                  <a:pt x="261" y="70"/>
                  <a:pt x="264" y="75"/>
                  <a:pt x="267" y="80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3"/>
                  <a:pt x="268" y="307"/>
                  <a:pt x="265" y="311"/>
                </a:cubicBezTo>
                <a:cubicBezTo>
                  <a:pt x="262" y="314"/>
                  <a:pt x="258" y="315"/>
                  <a:pt x="253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1"/>
                </a:cubicBezTo>
                <a:cubicBezTo>
                  <a:pt x="1" y="307"/>
                  <a:pt x="0" y="303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1"/>
                  <a:pt x="190" y="4"/>
                </a:cubicBezTo>
                <a:cubicBezTo>
                  <a:pt x="195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4"/>
                  <a:pt x="242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6"/>
                  <a:pt x="183" y="25"/>
                  <a:pt x="180" y="24"/>
                </a:cubicBezTo>
                <a:close/>
                <a:moveTo>
                  <a:pt x="247" y="293"/>
                </a:moveTo>
                <a:cubicBezTo>
                  <a:pt x="247" y="113"/>
                  <a:pt x="247" y="113"/>
                  <a:pt x="247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66" y="111"/>
                  <a:pt x="162" y="108"/>
                </a:cubicBezTo>
                <a:cubicBezTo>
                  <a:pt x="159" y="104"/>
                  <a:pt x="157" y="100"/>
                  <a:pt x="157" y="96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7" y="293"/>
                </a:lnTo>
                <a:close/>
                <a:moveTo>
                  <a:pt x="135" y="135"/>
                </a:moveTo>
                <a:cubicBezTo>
                  <a:pt x="141" y="135"/>
                  <a:pt x="146" y="137"/>
                  <a:pt x="151" y="142"/>
                </a:cubicBezTo>
                <a:cubicBezTo>
                  <a:pt x="155" y="146"/>
                  <a:pt x="157" y="152"/>
                  <a:pt x="157" y="158"/>
                </a:cubicBezTo>
                <a:cubicBezTo>
                  <a:pt x="157" y="225"/>
                  <a:pt x="157" y="225"/>
                  <a:pt x="157" y="225"/>
                </a:cubicBezTo>
                <a:cubicBezTo>
                  <a:pt x="157" y="231"/>
                  <a:pt x="155" y="237"/>
                  <a:pt x="151" y="241"/>
                </a:cubicBezTo>
                <a:cubicBezTo>
                  <a:pt x="146" y="246"/>
                  <a:pt x="141" y="248"/>
                  <a:pt x="135" y="248"/>
                </a:cubicBezTo>
                <a:cubicBezTo>
                  <a:pt x="67" y="248"/>
                  <a:pt x="67" y="248"/>
                  <a:pt x="67" y="248"/>
                </a:cubicBezTo>
                <a:cubicBezTo>
                  <a:pt x="61" y="248"/>
                  <a:pt x="56" y="246"/>
                  <a:pt x="51" y="241"/>
                </a:cubicBezTo>
                <a:cubicBezTo>
                  <a:pt x="47" y="237"/>
                  <a:pt x="45" y="231"/>
                  <a:pt x="45" y="225"/>
                </a:cubicBezTo>
                <a:cubicBezTo>
                  <a:pt x="45" y="158"/>
                  <a:pt x="45" y="158"/>
                  <a:pt x="45" y="158"/>
                </a:cubicBezTo>
                <a:cubicBezTo>
                  <a:pt x="45" y="152"/>
                  <a:pt x="47" y="146"/>
                  <a:pt x="51" y="142"/>
                </a:cubicBezTo>
                <a:cubicBezTo>
                  <a:pt x="56" y="137"/>
                  <a:pt x="61" y="135"/>
                  <a:pt x="67" y="135"/>
                </a:cubicBezTo>
                <a:lnTo>
                  <a:pt x="135" y="135"/>
                </a:lnTo>
                <a:close/>
                <a:moveTo>
                  <a:pt x="221" y="136"/>
                </a:moveTo>
                <a:cubicBezTo>
                  <a:pt x="224" y="137"/>
                  <a:pt x="225" y="138"/>
                  <a:pt x="225" y="141"/>
                </a:cubicBezTo>
                <a:cubicBezTo>
                  <a:pt x="225" y="242"/>
                  <a:pt x="225" y="242"/>
                  <a:pt x="225" y="242"/>
                </a:cubicBezTo>
                <a:cubicBezTo>
                  <a:pt x="225" y="245"/>
                  <a:pt x="224" y="247"/>
                  <a:pt x="221" y="248"/>
                </a:cubicBezTo>
                <a:cubicBezTo>
                  <a:pt x="220" y="248"/>
                  <a:pt x="220" y="248"/>
                  <a:pt x="219" y="248"/>
                </a:cubicBezTo>
                <a:cubicBezTo>
                  <a:pt x="218" y="248"/>
                  <a:pt x="216" y="247"/>
                  <a:pt x="215" y="246"/>
                </a:cubicBezTo>
                <a:cubicBezTo>
                  <a:pt x="169" y="199"/>
                  <a:pt x="169" y="199"/>
                  <a:pt x="169" y="199"/>
                </a:cubicBezTo>
                <a:cubicBezTo>
                  <a:pt x="169" y="184"/>
                  <a:pt x="169" y="184"/>
                  <a:pt x="169" y="184"/>
                </a:cubicBezTo>
                <a:cubicBezTo>
                  <a:pt x="215" y="137"/>
                  <a:pt x="215" y="137"/>
                  <a:pt x="215" y="137"/>
                </a:cubicBezTo>
                <a:cubicBezTo>
                  <a:pt x="216" y="136"/>
                  <a:pt x="218" y="135"/>
                  <a:pt x="219" y="135"/>
                </a:cubicBezTo>
                <a:cubicBezTo>
                  <a:pt x="220" y="135"/>
                  <a:pt x="220" y="135"/>
                  <a:pt x="221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152526" y="2425701"/>
            <a:ext cx="293688" cy="339725"/>
          </a:xfrm>
          <a:custGeom>
            <a:avLst/>
            <a:gdLst>
              <a:gd name="T0" fmla="*/ 267 w 271"/>
              <a:gd name="T1" fmla="*/ 80 h 315"/>
              <a:gd name="T2" fmla="*/ 271 w 271"/>
              <a:gd name="T3" fmla="*/ 299 h 315"/>
              <a:gd name="T4" fmla="*/ 254 w 271"/>
              <a:gd name="T5" fmla="*/ 315 h 315"/>
              <a:gd name="T6" fmla="*/ 5 w 271"/>
              <a:gd name="T7" fmla="*/ 311 h 315"/>
              <a:gd name="T8" fmla="*/ 0 w 271"/>
              <a:gd name="T9" fmla="*/ 17 h 315"/>
              <a:gd name="T10" fmla="*/ 17 w 271"/>
              <a:gd name="T11" fmla="*/ 0 h 315"/>
              <a:gd name="T12" fmla="*/ 190 w 271"/>
              <a:gd name="T13" fmla="*/ 4 h 315"/>
              <a:gd name="T14" fmla="*/ 259 w 271"/>
              <a:gd name="T15" fmla="*/ 67 h 315"/>
              <a:gd name="T16" fmla="*/ 181 w 271"/>
              <a:gd name="T17" fmla="*/ 90 h 315"/>
              <a:gd name="T18" fmla="*/ 243 w 271"/>
              <a:gd name="T19" fmla="*/ 83 h 315"/>
              <a:gd name="T20" fmla="*/ 181 w 271"/>
              <a:gd name="T21" fmla="*/ 24 h 315"/>
              <a:gd name="T22" fmla="*/ 248 w 271"/>
              <a:gd name="T23" fmla="*/ 113 h 315"/>
              <a:gd name="T24" fmla="*/ 163 w 271"/>
              <a:gd name="T25" fmla="*/ 108 h 315"/>
              <a:gd name="T26" fmla="*/ 158 w 271"/>
              <a:gd name="T27" fmla="*/ 23 h 315"/>
              <a:gd name="T28" fmla="*/ 23 w 271"/>
              <a:gd name="T29" fmla="*/ 293 h 315"/>
              <a:gd name="T30" fmla="*/ 41 w 271"/>
              <a:gd name="T31" fmla="*/ 135 h 315"/>
              <a:gd name="T32" fmla="*/ 54 w 271"/>
              <a:gd name="T33" fmla="*/ 154 h 315"/>
              <a:gd name="T34" fmla="*/ 110 w 271"/>
              <a:gd name="T35" fmla="*/ 270 h 315"/>
              <a:gd name="T36" fmla="*/ 135 w 271"/>
              <a:gd name="T37" fmla="*/ 177 h 315"/>
              <a:gd name="T38" fmla="*/ 136 w 271"/>
              <a:gd name="T39" fmla="*/ 173 h 315"/>
              <a:gd name="T40" fmla="*/ 137 w 271"/>
              <a:gd name="T41" fmla="*/ 180 h 315"/>
              <a:gd name="T42" fmla="*/ 160 w 271"/>
              <a:gd name="T43" fmla="*/ 270 h 315"/>
              <a:gd name="T44" fmla="*/ 217 w 271"/>
              <a:gd name="T45" fmla="*/ 154 h 315"/>
              <a:gd name="T46" fmla="*/ 230 w 271"/>
              <a:gd name="T47" fmla="*/ 135 h 315"/>
              <a:gd name="T48" fmla="*/ 177 w 271"/>
              <a:gd name="T49" fmla="*/ 154 h 315"/>
              <a:gd name="T50" fmla="*/ 175 w 271"/>
              <a:gd name="T51" fmla="*/ 231 h 315"/>
              <a:gd name="T52" fmla="*/ 174 w 271"/>
              <a:gd name="T53" fmla="*/ 243 h 315"/>
              <a:gd name="T54" fmla="*/ 172 w 271"/>
              <a:gd name="T55" fmla="*/ 239 h 315"/>
              <a:gd name="T56" fmla="*/ 171 w 271"/>
              <a:gd name="T57" fmla="*/ 231 h 315"/>
              <a:gd name="T58" fmla="*/ 125 w 271"/>
              <a:gd name="T59" fmla="*/ 135 h 315"/>
              <a:gd name="T60" fmla="*/ 99 w 271"/>
              <a:gd name="T61" fmla="*/ 235 h 315"/>
              <a:gd name="T62" fmla="*/ 98 w 271"/>
              <a:gd name="T63" fmla="*/ 243 h 315"/>
              <a:gd name="T64" fmla="*/ 97 w 271"/>
              <a:gd name="T65" fmla="*/ 239 h 315"/>
              <a:gd name="T66" fmla="*/ 78 w 271"/>
              <a:gd name="T67" fmla="*/ 154 h 315"/>
              <a:gd name="T68" fmla="*/ 94 w 271"/>
              <a:gd name="T69" fmla="*/ 135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1" h="315">
                <a:moveTo>
                  <a:pt x="259" y="67"/>
                </a:moveTo>
                <a:cubicBezTo>
                  <a:pt x="262" y="70"/>
                  <a:pt x="265" y="75"/>
                  <a:pt x="267" y="80"/>
                </a:cubicBezTo>
                <a:cubicBezTo>
                  <a:pt x="270" y="86"/>
                  <a:pt x="271" y="91"/>
                  <a:pt x="271" y="96"/>
                </a:cubicBezTo>
                <a:cubicBezTo>
                  <a:pt x="271" y="299"/>
                  <a:pt x="271" y="299"/>
                  <a:pt x="271" y="299"/>
                </a:cubicBezTo>
                <a:cubicBezTo>
                  <a:pt x="271" y="303"/>
                  <a:pt x="269" y="307"/>
                  <a:pt x="266" y="311"/>
                </a:cubicBezTo>
                <a:cubicBezTo>
                  <a:pt x="262" y="314"/>
                  <a:pt x="258" y="315"/>
                  <a:pt x="254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1"/>
                </a:cubicBezTo>
                <a:cubicBezTo>
                  <a:pt x="2" y="307"/>
                  <a:pt x="0" y="303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0" y="0"/>
                  <a:pt x="185" y="1"/>
                  <a:pt x="190" y="4"/>
                </a:cubicBezTo>
                <a:cubicBezTo>
                  <a:pt x="196" y="6"/>
                  <a:pt x="201" y="9"/>
                  <a:pt x="204" y="12"/>
                </a:cubicBezTo>
                <a:lnTo>
                  <a:pt x="259" y="67"/>
                </a:lnTo>
                <a:close/>
                <a:moveTo>
                  <a:pt x="181" y="24"/>
                </a:moveTo>
                <a:cubicBezTo>
                  <a:pt x="181" y="90"/>
                  <a:pt x="181" y="90"/>
                  <a:pt x="181" y="90"/>
                </a:cubicBezTo>
                <a:cubicBezTo>
                  <a:pt x="247" y="90"/>
                  <a:pt x="247" y="90"/>
                  <a:pt x="247" y="90"/>
                </a:cubicBezTo>
                <a:cubicBezTo>
                  <a:pt x="246" y="87"/>
                  <a:pt x="244" y="84"/>
                  <a:pt x="243" y="83"/>
                </a:cubicBezTo>
                <a:cubicBezTo>
                  <a:pt x="188" y="28"/>
                  <a:pt x="188" y="28"/>
                  <a:pt x="188" y="28"/>
                </a:cubicBezTo>
                <a:cubicBezTo>
                  <a:pt x="186" y="26"/>
                  <a:pt x="184" y="25"/>
                  <a:pt x="181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5" y="113"/>
                  <a:pt x="175" y="113"/>
                  <a:pt x="175" y="113"/>
                </a:cubicBezTo>
                <a:cubicBezTo>
                  <a:pt x="170" y="113"/>
                  <a:pt x="166" y="111"/>
                  <a:pt x="163" y="108"/>
                </a:cubicBezTo>
                <a:cubicBezTo>
                  <a:pt x="160" y="104"/>
                  <a:pt x="158" y="100"/>
                  <a:pt x="158" y="96"/>
                </a:cubicBezTo>
                <a:cubicBezTo>
                  <a:pt x="158" y="23"/>
                  <a:pt x="158" y="23"/>
                  <a:pt x="158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93"/>
                  <a:pt x="23" y="293"/>
                  <a:pt x="23" y="293"/>
                </a:cubicBezTo>
                <a:lnTo>
                  <a:pt x="248" y="293"/>
                </a:lnTo>
                <a:close/>
                <a:moveTo>
                  <a:pt x="41" y="135"/>
                </a:moveTo>
                <a:cubicBezTo>
                  <a:pt x="41" y="154"/>
                  <a:pt x="41" y="154"/>
                  <a:pt x="41" y="154"/>
                </a:cubicBezTo>
                <a:cubicBezTo>
                  <a:pt x="54" y="154"/>
                  <a:pt x="54" y="154"/>
                  <a:pt x="54" y="154"/>
                </a:cubicBezTo>
                <a:cubicBezTo>
                  <a:pt x="82" y="270"/>
                  <a:pt x="82" y="270"/>
                  <a:pt x="82" y="270"/>
                </a:cubicBezTo>
                <a:cubicBezTo>
                  <a:pt x="110" y="270"/>
                  <a:pt x="110" y="270"/>
                  <a:pt x="110" y="270"/>
                </a:cubicBezTo>
                <a:cubicBezTo>
                  <a:pt x="133" y="185"/>
                  <a:pt x="133" y="185"/>
                  <a:pt x="133" y="185"/>
                </a:cubicBezTo>
                <a:cubicBezTo>
                  <a:pt x="134" y="183"/>
                  <a:pt x="134" y="180"/>
                  <a:pt x="135" y="177"/>
                </a:cubicBezTo>
                <a:cubicBezTo>
                  <a:pt x="135" y="175"/>
                  <a:pt x="135" y="174"/>
                  <a:pt x="135" y="173"/>
                </a:cubicBezTo>
                <a:cubicBezTo>
                  <a:pt x="136" y="173"/>
                  <a:pt x="136" y="173"/>
                  <a:pt x="136" y="173"/>
                </a:cubicBezTo>
                <a:cubicBezTo>
                  <a:pt x="136" y="177"/>
                  <a:pt x="136" y="177"/>
                  <a:pt x="136" y="177"/>
                </a:cubicBezTo>
                <a:cubicBezTo>
                  <a:pt x="136" y="177"/>
                  <a:pt x="137" y="178"/>
                  <a:pt x="137" y="180"/>
                </a:cubicBezTo>
                <a:cubicBezTo>
                  <a:pt x="137" y="182"/>
                  <a:pt x="138" y="184"/>
                  <a:pt x="138" y="185"/>
                </a:cubicBezTo>
                <a:cubicBezTo>
                  <a:pt x="160" y="270"/>
                  <a:pt x="160" y="270"/>
                  <a:pt x="160" y="270"/>
                </a:cubicBezTo>
                <a:cubicBezTo>
                  <a:pt x="188" y="270"/>
                  <a:pt x="188" y="270"/>
                  <a:pt x="188" y="270"/>
                </a:cubicBezTo>
                <a:cubicBezTo>
                  <a:pt x="217" y="154"/>
                  <a:pt x="217" y="154"/>
                  <a:pt x="217" y="154"/>
                </a:cubicBezTo>
                <a:cubicBezTo>
                  <a:pt x="230" y="154"/>
                  <a:pt x="230" y="154"/>
                  <a:pt x="230" y="154"/>
                </a:cubicBezTo>
                <a:cubicBezTo>
                  <a:pt x="230" y="135"/>
                  <a:pt x="230" y="135"/>
                  <a:pt x="230" y="135"/>
                </a:cubicBezTo>
                <a:cubicBezTo>
                  <a:pt x="177" y="135"/>
                  <a:pt x="177" y="135"/>
                  <a:pt x="177" y="135"/>
                </a:cubicBezTo>
                <a:cubicBezTo>
                  <a:pt x="177" y="154"/>
                  <a:pt x="177" y="154"/>
                  <a:pt x="177" y="154"/>
                </a:cubicBezTo>
                <a:cubicBezTo>
                  <a:pt x="193" y="154"/>
                  <a:pt x="193" y="154"/>
                  <a:pt x="193" y="154"/>
                </a:cubicBezTo>
                <a:cubicBezTo>
                  <a:pt x="175" y="231"/>
                  <a:pt x="175" y="231"/>
                  <a:pt x="175" y="231"/>
                </a:cubicBezTo>
                <a:cubicBezTo>
                  <a:pt x="175" y="234"/>
                  <a:pt x="174" y="236"/>
                  <a:pt x="174" y="239"/>
                </a:cubicBezTo>
                <a:cubicBezTo>
                  <a:pt x="174" y="243"/>
                  <a:pt x="174" y="243"/>
                  <a:pt x="174" y="243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2" y="239"/>
                  <a:pt x="172" y="239"/>
                  <a:pt x="172" y="239"/>
                </a:cubicBezTo>
                <a:cubicBezTo>
                  <a:pt x="172" y="239"/>
                  <a:pt x="172" y="237"/>
                  <a:pt x="172" y="236"/>
                </a:cubicBezTo>
                <a:cubicBezTo>
                  <a:pt x="171" y="234"/>
                  <a:pt x="171" y="232"/>
                  <a:pt x="171" y="231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00" y="231"/>
                  <a:pt x="100" y="231"/>
                  <a:pt x="100" y="231"/>
                </a:cubicBezTo>
                <a:cubicBezTo>
                  <a:pt x="100" y="232"/>
                  <a:pt x="100" y="234"/>
                  <a:pt x="99" y="235"/>
                </a:cubicBezTo>
                <a:cubicBezTo>
                  <a:pt x="99" y="237"/>
                  <a:pt x="99" y="239"/>
                  <a:pt x="99" y="239"/>
                </a:cubicBezTo>
                <a:cubicBezTo>
                  <a:pt x="98" y="243"/>
                  <a:pt x="98" y="243"/>
                  <a:pt x="98" y="243"/>
                </a:cubicBezTo>
                <a:cubicBezTo>
                  <a:pt x="97" y="243"/>
                  <a:pt x="97" y="243"/>
                  <a:pt x="97" y="243"/>
                </a:cubicBezTo>
                <a:cubicBezTo>
                  <a:pt x="97" y="239"/>
                  <a:pt x="97" y="239"/>
                  <a:pt x="97" y="239"/>
                </a:cubicBezTo>
                <a:cubicBezTo>
                  <a:pt x="97" y="236"/>
                  <a:pt x="96" y="234"/>
                  <a:pt x="96" y="231"/>
                </a:cubicBezTo>
                <a:cubicBezTo>
                  <a:pt x="78" y="154"/>
                  <a:pt x="78" y="154"/>
                  <a:pt x="78" y="154"/>
                </a:cubicBezTo>
                <a:cubicBezTo>
                  <a:pt x="94" y="154"/>
                  <a:pt x="94" y="154"/>
                  <a:pt x="94" y="154"/>
                </a:cubicBezTo>
                <a:cubicBezTo>
                  <a:pt x="94" y="135"/>
                  <a:pt x="94" y="135"/>
                  <a:pt x="94" y="135"/>
                </a:cubicBezTo>
                <a:lnTo>
                  <a:pt x="41" y="13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547813" y="2436813"/>
            <a:ext cx="365125" cy="317500"/>
          </a:xfrm>
          <a:custGeom>
            <a:avLst/>
            <a:gdLst>
              <a:gd name="T0" fmla="*/ 64 w 338"/>
              <a:gd name="T1" fmla="*/ 229 h 293"/>
              <a:gd name="T2" fmla="*/ 26 w 338"/>
              <a:gd name="T3" fmla="*/ 229 h 293"/>
              <a:gd name="T4" fmla="*/ 26 w 338"/>
              <a:gd name="T5" fmla="*/ 267 h 293"/>
              <a:gd name="T6" fmla="*/ 64 w 338"/>
              <a:gd name="T7" fmla="*/ 267 h 293"/>
              <a:gd name="T8" fmla="*/ 68 w 338"/>
              <a:gd name="T9" fmla="*/ 169 h 293"/>
              <a:gd name="T10" fmla="*/ 34 w 338"/>
              <a:gd name="T11" fmla="*/ 158 h 293"/>
              <a:gd name="T12" fmla="*/ 23 w 338"/>
              <a:gd name="T13" fmla="*/ 192 h 293"/>
              <a:gd name="T14" fmla="*/ 56 w 338"/>
              <a:gd name="T15" fmla="*/ 203 h 293"/>
              <a:gd name="T16" fmla="*/ 68 w 338"/>
              <a:gd name="T17" fmla="*/ 124 h 293"/>
              <a:gd name="T18" fmla="*/ 56 w 338"/>
              <a:gd name="T19" fmla="*/ 90 h 293"/>
              <a:gd name="T20" fmla="*/ 23 w 338"/>
              <a:gd name="T21" fmla="*/ 102 h 293"/>
              <a:gd name="T22" fmla="*/ 34 w 338"/>
              <a:gd name="T23" fmla="*/ 135 h 293"/>
              <a:gd name="T24" fmla="*/ 68 w 338"/>
              <a:gd name="T25" fmla="*/ 124 h 293"/>
              <a:gd name="T26" fmla="*/ 245 w 338"/>
              <a:gd name="T27" fmla="*/ 161 h 293"/>
              <a:gd name="T28" fmla="*/ 94 w 338"/>
              <a:gd name="T29" fmla="*/ 161 h 293"/>
              <a:gd name="T30" fmla="*/ 94 w 338"/>
              <a:gd name="T31" fmla="*/ 267 h 293"/>
              <a:gd name="T32" fmla="*/ 245 w 338"/>
              <a:gd name="T33" fmla="*/ 267 h 293"/>
              <a:gd name="T34" fmla="*/ 68 w 338"/>
              <a:gd name="T35" fmla="*/ 34 h 293"/>
              <a:gd name="T36" fmla="*/ 34 w 338"/>
              <a:gd name="T37" fmla="*/ 23 h 293"/>
              <a:gd name="T38" fmla="*/ 23 w 338"/>
              <a:gd name="T39" fmla="*/ 57 h 293"/>
              <a:gd name="T40" fmla="*/ 56 w 338"/>
              <a:gd name="T41" fmla="*/ 68 h 293"/>
              <a:gd name="T42" fmla="*/ 316 w 338"/>
              <a:gd name="T43" fmla="*/ 259 h 293"/>
              <a:gd name="T44" fmla="*/ 304 w 338"/>
              <a:gd name="T45" fmla="*/ 226 h 293"/>
              <a:gd name="T46" fmla="*/ 271 w 338"/>
              <a:gd name="T47" fmla="*/ 237 h 293"/>
              <a:gd name="T48" fmla="*/ 282 w 338"/>
              <a:gd name="T49" fmla="*/ 271 h 293"/>
              <a:gd name="T50" fmla="*/ 316 w 338"/>
              <a:gd name="T51" fmla="*/ 259 h 293"/>
              <a:gd name="T52" fmla="*/ 245 w 338"/>
              <a:gd name="T53" fmla="*/ 26 h 293"/>
              <a:gd name="T54" fmla="*/ 94 w 338"/>
              <a:gd name="T55" fmla="*/ 26 h 293"/>
              <a:gd name="T56" fmla="*/ 94 w 338"/>
              <a:gd name="T57" fmla="*/ 132 h 293"/>
              <a:gd name="T58" fmla="*/ 245 w 338"/>
              <a:gd name="T59" fmla="*/ 132 h 293"/>
              <a:gd name="T60" fmla="*/ 316 w 338"/>
              <a:gd name="T61" fmla="*/ 169 h 293"/>
              <a:gd name="T62" fmla="*/ 282 w 338"/>
              <a:gd name="T63" fmla="*/ 158 h 293"/>
              <a:gd name="T64" fmla="*/ 271 w 338"/>
              <a:gd name="T65" fmla="*/ 192 h 293"/>
              <a:gd name="T66" fmla="*/ 304 w 338"/>
              <a:gd name="T67" fmla="*/ 203 h 293"/>
              <a:gd name="T68" fmla="*/ 316 w 338"/>
              <a:gd name="T69" fmla="*/ 124 h 293"/>
              <a:gd name="T70" fmla="*/ 304 w 338"/>
              <a:gd name="T71" fmla="*/ 90 h 293"/>
              <a:gd name="T72" fmla="*/ 271 w 338"/>
              <a:gd name="T73" fmla="*/ 102 h 293"/>
              <a:gd name="T74" fmla="*/ 282 w 338"/>
              <a:gd name="T75" fmla="*/ 135 h 293"/>
              <a:gd name="T76" fmla="*/ 316 w 338"/>
              <a:gd name="T77" fmla="*/ 124 h 293"/>
              <a:gd name="T78" fmla="*/ 312 w 338"/>
              <a:gd name="T79" fmla="*/ 26 h 293"/>
              <a:gd name="T80" fmla="*/ 274 w 338"/>
              <a:gd name="T81" fmla="*/ 26 h 293"/>
              <a:gd name="T82" fmla="*/ 274 w 338"/>
              <a:gd name="T83" fmla="*/ 65 h 293"/>
              <a:gd name="T84" fmla="*/ 312 w 338"/>
              <a:gd name="T85" fmla="*/ 65 h 293"/>
              <a:gd name="T86" fmla="*/ 338 w 338"/>
              <a:gd name="T87" fmla="*/ 265 h 293"/>
              <a:gd name="T88" fmla="*/ 28 w 338"/>
              <a:gd name="T89" fmla="*/ 293 h 293"/>
              <a:gd name="T90" fmla="*/ 0 w 338"/>
              <a:gd name="T91" fmla="*/ 28 h 293"/>
              <a:gd name="T92" fmla="*/ 310 w 338"/>
              <a:gd name="T93" fmla="*/ 0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38" h="293">
                <a:moveTo>
                  <a:pt x="68" y="259"/>
                </a:moveTo>
                <a:cubicBezTo>
                  <a:pt x="68" y="237"/>
                  <a:pt x="68" y="237"/>
                  <a:pt x="68" y="237"/>
                </a:cubicBezTo>
                <a:cubicBezTo>
                  <a:pt x="68" y="234"/>
                  <a:pt x="67" y="231"/>
                  <a:pt x="64" y="229"/>
                </a:cubicBezTo>
                <a:cubicBezTo>
                  <a:pt x="62" y="227"/>
                  <a:pt x="60" y="226"/>
                  <a:pt x="56" y="226"/>
                </a:cubicBezTo>
                <a:cubicBezTo>
                  <a:pt x="34" y="226"/>
                  <a:pt x="34" y="226"/>
                  <a:pt x="34" y="226"/>
                </a:cubicBezTo>
                <a:cubicBezTo>
                  <a:pt x="31" y="226"/>
                  <a:pt x="28" y="227"/>
                  <a:pt x="26" y="229"/>
                </a:cubicBezTo>
                <a:cubicBezTo>
                  <a:pt x="24" y="231"/>
                  <a:pt x="23" y="234"/>
                  <a:pt x="23" y="237"/>
                </a:cubicBezTo>
                <a:cubicBezTo>
                  <a:pt x="23" y="259"/>
                  <a:pt x="23" y="259"/>
                  <a:pt x="23" y="259"/>
                </a:cubicBezTo>
                <a:cubicBezTo>
                  <a:pt x="23" y="262"/>
                  <a:pt x="24" y="265"/>
                  <a:pt x="26" y="267"/>
                </a:cubicBezTo>
                <a:cubicBezTo>
                  <a:pt x="28" y="270"/>
                  <a:pt x="31" y="271"/>
                  <a:pt x="34" y="271"/>
                </a:cubicBezTo>
                <a:cubicBezTo>
                  <a:pt x="56" y="271"/>
                  <a:pt x="56" y="271"/>
                  <a:pt x="56" y="271"/>
                </a:cubicBezTo>
                <a:cubicBezTo>
                  <a:pt x="60" y="271"/>
                  <a:pt x="62" y="270"/>
                  <a:pt x="64" y="267"/>
                </a:cubicBezTo>
                <a:cubicBezTo>
                  <a:pt x="67" y="265"/>
                  <a:pt x="68" y="262"/>
                  <a:pt x="68" y="259"/>
                </a:cubicBezTo>
                <a:close/>
                <a:moveTo>
                  <a:pt x="68" y="192"/>
                </a:moveTo>
                <a:cubicBezTo>
                  <a:pt x="68" y="169"/>
                  <a:pt x="68" y="169"/>
                  <a:pt x="68" y="169"/>
                </a:cubicBezTo>
                <a:cubicBezTo>
                  <a:pt x="68" y="166"/>
                  <a:pt x="67" y="164"/>
                  <a:pt x="64" y="161"/>
                </a:cubicBezTo>
                <a:cubicBezTo>
                  <a:pt x="62" y="159"/>
                  <a:pt x="60" y="158"/>
                  <a:pt x="56" y="158"/>
                </a:cubicBezTo>
                <a:cubicBezTo>
                  <a:pt x="34" y="158"/>
                  <a:pt x="34" y="158"/>
                  <a:pt x="34" y="158"/>
                </a:cubicBezTo>
                <a:cubicBezTo>
                  <a:pt x="31" y="158"/>
                  <a:pt x="28" y="159"/>
                  <a:pt x="26" y="161"/>
                </a:cubicBezTo>
                <a:cubicBezTo>
                  <a:pt x="24" y="164"/>
                  <a:pt x="23" y="166"/>
                  <a:pt x="23" y="169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5"/>
                  <a:pt x="24" y="198"/>
                  <a:pt x="26" y="200"/>
                </a:cubicBezTo>
                <a:cubicBezTo>
                  <a:pt x="28" y="202"/>
                  <a:pt x="31" y="203"/>
                  <a:pt x="34" y="203"/>
                </a:cubicBezTo>
                <a:cubicBezTo>
                  <a:pt x="56" y="203"/>
                  <a:pt x="56" y="203"/>
                  <a:pt x="56" y="203"/>
                </a:cubicBezTo>
                <a:cubicBezTo>
                  <a:pt x="60" y="203"/>
                  <a:pt x="62" y="202"/>
                  <a:pt x="64" y="200"/>
                </a:cubicBezTo>
                <a:cubicBezTo>
                  <a:pt x="67" y="198"/>
                  <a:pt x="68" y="195"/>
                  <a:pt x="68" y="192"/>
                </a:cubicBezTo>
                <a:close/>
                <a:moveTo>
                  <a:pt x="68" y="124"/>
                </a:moveTo>
                <a:cubicBezTo>
                  <a:pt x="68" y="102"/>
                  <a:pt x="68" y="102"/>
                  <a:pt x="68" y="102"/>
                </a:cubicBezTo>
                <a:cubicBezTo>
                  <a:pt x="68" y="99"/>
                  <a:pt x="67" y="96"/>
                  <a:pt x="64" y="94"/>
                </a:cubicBezTo>
                <a:cubicBezTo>
                  <a:pt x="62" y="92"/>
                  <a:pt x="60" y="90"/>
                  <a:pt x="56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1" y="90"/>
                  <a:pt x="28" y="92"/>
                  <a:pt x="26" y="94"/>
                </a:cubicBezTo>
                <a:cubicBezTo>
                  <a:pt x="24" y="96"/>
                  <a:pt x="23" y="99"/>
                  <a:pt x="23" y="102"/>
                </a:cubicBezTo>
                <a:cubicBezTo>
                  <a:pt x="23" y="124"/>
                  <a:pt x="23" y="124"/>
                  <a:pt x="23" y="124"/>
                </a:cubicBezTo>
                <a:cubicBezTo>
                  <a:pt x="23" y="127"/>
                  <a:pt x="24" y="130"/>
                  <a:pt x="26" y="132"/>
                </a:cubicBezTo>
                <a:cubicBezTo>
                  <a:pt x="28" y="134"/>
                  <a:pt x="31" y="135"/>
                  <a:pt x="34" y="135"/>
                </a:cubicBezTo>
                <a:cubicBezTo>
                  <a:pt x="56" y="135"/>
                  <a:pt x="56" y="135"/>
                  <a:pt x="56" y="135"/>
                </a:cubicBezTo>
                <a:cubicBezTo>
                  <a:pt x="60" y="135"/>
                  <a:pt x="62" y="134"/>
                  <a:pt x="64" y="132"/>
                </a:cubicBezTo>
                <a:cubicBezTo>
                  <a:pt x="67" y="130"/>
                  <a:pt x="68" y="127"/>
                  <a:pt x="68" y="124"/>
                </a:cubicBezTo>
                <a:close/>
                <a:moveTo>
                  <a:pt x="248" y="259"/>
                </a:moveTo>
                <a:cubicBezTo>
                  <a:pt x="248" y="169"/>
                  <a:pt x="248" y="169"/>
                  <a:pt x="248" y="169"/>
                </a:cubicBezTo>
                <a:cubicBezTo>
                  <a:pt x="248" y="166"/>
                  <a:pt x="247" y="164"/>
                  <a:pt x="245" y="161"/>
                </a:cubicBezTo>
                <a:cubicBezTo>
                  <a:pt x="242" y="159"/>
                  <a:pt x="240" y="158"/>
                  <a:pt x="237" y="158"/>
                </a:cubicBezTo>
                <a:cubicBezTo>
                  <a:pt x="102" y="158"/>
                  <a:pt x="102" y="158"/>
                  <a:pt x="102" y="158"/>
                </a:cubicBezTo>
                <a:cubicBezTo>
                  <a:pt x="99" y="158"/>
                  <a:pt x="96" y="159"/>
                  <a:pt x="94" y="161"/>
                </a:cubicBezTo>
                <a:cubicBezTo>
                  <a:pt x="91" y="164"/>
                  <a:pt x="90" y="166"/>
                  <a:pt x="90" y="169"/>
                </a:cubicBezTo>
                <a:cubicBezTo>
                  <a:pt x="90" y="259"/>
                  <a:pt x="90" y="259"/>
                  <a:pt x="90" y="259"/>
                </a:cubicBezTo>
                <a:cubicBezTo>
                  <a:pt x="90" y="262"/>
                  <a:pt x="91" y="265"/>
                  <a:pt x="94" y="267"/>
                </a:cubicBezTo>
                <a:cubicBezTo>
                  <a:pt x="96" y="270"/>
                  <a:pt x="99" y="271"/>
                  <a:pt x="102" y="271"/>
                </a:cubicBezTo>
                <a:cubicBezTo>
                  <a:pt x="237" y="271"/>
                  <a:pt x="237" y="271"/>
                  <a:pt x="237" y="271"/>
                </a:cubicBezTo>
                <a:cubicBezTo>
                  <a:pt x="240" y="271"/>
                  <a:pt x="242" y="270"/>
                  <a:pt x="245" y="267"/>
                </a:cubicBezTo>
                <a:cubicBezTo>
                  <a:pt x="247" y="265"/>
                  <a:pt x="248" y="262"/>
                  <a:pt x="248" y="259"/>
                </a:cubicBezTo>
                <a:close/>
                <a:moveTo>
                  <a:pt x="68" y="57"/>
                </a:moveTo>
                <a:cubicBezTo>
                  <a:pt x="68" y="34"/>
                  <a:pt x="68" y="34"/>
                  <a:pt x="68" y="34"/>
                </a:cubicBezTo>
                <a:cubicBezTo>
                  <a:pt x="68" y="31"/>
                  <a:pt x="67" y="28"/>
                  <a:pt x="64" y="26"/>
                </a:cubicBezTo>
                <a:cubicBezTo>
                  <a:pt x="62" y="24"/>
                  <a:pt x="60" y="23"/>
                  <a:pt x="56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1" y="23"/>
                  <a:pt x="28" y="24"/>
                  <a:pt x="26" y="26"/>
                </a:cubicBezTo>
                <a:cubicBezTo>
                  <a:pt x="24" y="28"/>
                  <a:pt x="23" y="31"/>
                  <a:pt x="23" y="34"/>
                </a:cubicBezTo>
                <a:cubicBezTo>
                  <a:pt x="23" y="57"/>
                  <a:pt x="23" y="57"/>
                  <a:pt x="23" y="57"/>
                </a:cubicBezTo>
                <a:cubicBezTo>
                  <a:pt x="23" y="60"/>
                  <a:pt x="24" y="62"/>
                  <a:pt x="26" y="65"/>
                </a:cubicBezTo>
                <a:cubicBezTo>
                  <a:pt x="28" y="67"/>
                  <a:pt x="31" y="68"/>
                  <a:pt x="34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60" y="68"/>
                  <a:pt x="62" y="67"/>
                  <a:pt x="64" y="65"/>
                </a:cubicBezTo>
                <a:cubicBezTo>
                  <a:pt x="67" y="62"/>
                  <a:pt x="68" y="60"/>
                  <a:pt x="68" y="57"/>
                </a:cubicBezTo>
                <a:close/>
                <a:moveTo>
                  <a:pt x="316" y="259"/>
                </a:moveTo>
                <a:cubicBezTo>
                  <a:pt x="316" y="237"/>
                  <a:pt x="316" y="237"/>
                  <a:pt x="316" y="237"/>
                </a:cubicBezTo>
                <a:cubicBezTo>
                  <a:pt x="316" y="234"/>
                  <a:pt x="315" y="231"/>
                  <a:pt x="312" y="229"/>
                </a:cubicBezTo>
                <a:cubicBezTo>
                  <a:pt x="310" y="227"/>
                  <a:pt x="307" y="226"/>
                  <a:pt x="304" y="226"/>
                </a:cubicBezTo>
                <a:cubicBezTo>
                  <a:pt x="282" y="226"/>
                  <a:pt x="282" y="226"/>
                  <a:pt x="282" y="226"/>
                </a:cubicBezTo>
                <a:cubicBezTo>
                  <a:pt x="279" y="226"/>
                  <a:pt x="276" y="227"/>
                  <a:pt x="274" y="229"/>
                </a:cubicBezTo>
                <a:cubicBezTo>
                  <a:pt x="272" y="231"/>
                  <a:pt x="271" y="234"/>
                  <a:pt x="271" y="237"/>
                </a:cubicBezTo>
                <a:cubicBezTo>
                  <a:pt x="271" y="259"/>
                  <a:pt x="271" y="259"/>
                  <a:pt x="271" y="259"/>
                </a:cubicBezTo>
                <a:cubicBezTo>
                  <a:pt x="271" y="262"/>
                  <a:pt x="272" y="265"/>
                  <a:pt x="274" y="267"/>
                </a:cubicBezTo>
                <a:cubicBezTo>
                  <a:pt x="276" y="270"/>
                  <a:pt x="279" y="271"/>
                  <a:pt x="282" y="271"/>
                </a:cubicBezTo>
                <a:cubicBezTo>
                  <a:pt x="304" y="271"/>
                  <a:pt x="304" y="271"/>
                  <a:pt x="304" y="271"/>
                </a:cubicBezTo>
                <a:cubicBezTo>
                  <a:pt x="307" y="271"/>
                  <a:pt x="310" y="270"/>
                  <a:pt x="312" y="267"/>
                </a:cubicBezTo>
                <a:cubicBezTo>
                  <a:pt x="315" y="265"/>
                  <a:pt x="316" y="262"/>
                  <a:pt x="316" y="259"/>
                </a:cubicBezTo>
                <a:close/>
                <a:moveTo>
                  <a:pt x="248" y="124"/>
                </a:moveTo>
                <a:cubicBezTo>
                  <a:pt x="248" y="34"/>
                  <a:pt x="248" y="34"/>
                  <a:pt x="248" y="34"/>
                </a:cubicBezTo>
                <a:cubicBezTo>
                  <a:pt x="248" y="31"/>
                  <a:pt x="247" y="28"/>
                  <a:pt x="245" y="26"/>
                </a:cubicBezTo>
                <a:cubicBezTo>
                  <a:pt x="242" y="24"/>
                  <a:pt x="240" y="23"/>
                  <a:pt x="237" y="23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99" y="23"/>
                  <a:pt x="96" y="24"/>
                  <a:pt x="94" y="26"/>
                </a:cubicBezTo>
                <a:cubicBezTo>
                  <a:pt x="91" y="28"/>
                  <a:pt x="90" y="31"/>
                  <a:pt x="90" y="34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90" y="127"/>
                  <a:pt x="91" y="130"/>
                  <a:pt x="94" y="132"/>
                </a:cubicBezTo>
                <a:cubicBezTo>
                  <a:pt x="96" y="134"/>
                  <a:pt x="99" y="135"/>
                  <a:pt x="102" y="135"/>
                </a:cubicBezTo>
                <a:cubicBezTo>
                  <a:pt x="237" y="135"/>
                  <a:pt x="237" y="135"/>
                  <a:pt x="237" y="135"/>
                </a:cubicBezTo>
                <a:cubicBezTo>
                  <a:pt x="240" y="135"/>
                  <a:pt x="242" y="134"/>
                  <a:pt x="245" y="132"/>
                </a:cubicBezTo>
                <a:cubicBezTo>
                  <a:pt x="247" y="130"/>
                  <a:pt x="248" y="127"/>
                  <a:pt x="248" y="124"/>
                </a:cubicBezTo>
                <a:close/>
                <a:moveTo>
                  <a:pt x="316" y="192"/>
                </a:moveTo>
                <a:cubicBezTo>
                  <a:pt x="316" y="169"/>
                  <a:pt x="316" y="169"/>
                  <a:pt x="316" y="169"/>
                </a:cubicBezTo>
                <a:cubicBezTo>
                  <a:pt x="316" y="166"/>
                  <a:pt x="315" y="164"/>
                  <a:pt x="312" y="161"/>
                </a:cubicBezTo>
                <a:cubicBezTo>
                  <a:pt x="310" y="159"/>
                  <a:pt x="307" y="158"/>
                  <a:pt x="304" y="158"/>
                </a:cubicBezTo>
                <a:cubicBezTo>
                  <a:pt x="282" y="158"/>
                  <a:pt x="282" y="158"/>
                  <a:pt x="282" y="158"/>
                </a:cubicBezTo>
                <a:cubicBezTo>
                  <a:pt x="279" y="158"/>
                  <a:pt x="276" y="159"/>
                  <a:pt x="274" y="161"/>
                </a:cubicBezTo>
                <a:cubicBezTo>
                  <a:pt x="272" y="164"/>
                  <a:pt x="271" y="166"/>
                  <a:pt x="271" y="169"/>
                </a:cubicBezTo>
                <a:cubicBezTo>
                  <a:pt x="271" y="192"/>
                  <a:pt x="271" y="192"/>
                  <a:pt x="271" y="192"/>
                </a:cubicBezTo>
                <a:cubicBezTo>
                  <a:pt x="271" y="195"/>
                  <a:pt x="272" y="198"/>
                  <a:pt x="274" y="200"/>
                </a:cubicBezTo>
                <a:cubicBezTo>
                  <a:pt x="276" y="202"/>
                  <a:pt x="279" y="203"/>
                  <a:pt x="282" y="203"/>
                </a:cubicBezTo>
                <a:cubicBezTo>
                  <a:pt x="304" y="203"/>
                  <a:pt x="304" y="203"/>
                  <a:pt x="304" y="203"/>
                </a:cubicBezTo>
                <a:cubicBezTo>
                  <a:pt x="307" y="203"/>
                  <a:pt x="310" y="202"/>
                  <a:pt x="312" y="200"/>
                </a:cubicBezTo>
                <a:cubicBezTo>
                  <a:pt x="315" y="198"/>
                  <a:pt x="316" y="195"/>
                  <a:pt x="316" y="192"/>
                </a:cubicBezTo>
                <a:close/>
                <a:moveTo>
                  <a:pt x="316" y="124"/>
                </a:moveTo>
                <a:cubicBezTo>
                  <a:pt x="316" y="102"/>
                  <a:pt x="316" y="102"/>
                  <a:pt x="316" y="102"/>
                </a:cubicBezTo>
                <a:cubicBezTo>
                  <a:pt x="316" y="99"/>
                  <a:pt x="315" y="96"/>
                  <a:pt x="312" y="94"/>
                </a:cubicBezTo>
                <a:cubicBezTo>
                  <a:pt x="310" y="92"/>
                  <a:pt x="307" y="90"/>
                  <a:pt x="304" y="90"/>
                </a:cubicBezTo>
                <a:cubicBezTo>
                  <a:pt x="282" y="90"/>
                  <a:pt x="282" y="90"/>
                  <a:pt x="282" y="90"/>
                </a:cubicBezTo>
                <a:cubicBezTo>
                  <a:pt x="279" y="90"/>
                  <a:pt x="276" y="92"/>
                  <a:pt x="274" y="94"/>
                </a:cubicBezTo>
                <a:cubicBezTo>
                  <a:pt x="272" y="96"/>
                  <a:pt x="271" y="99"/>
                  <a:pt x="271" y="102"/>
                </a:cubicBezTo>
                <a:cubicBezTo>
                  <a:pt x="271" y="124"/>
                  <a:pt x="271" y="124"/>
                  <a:pt x="271" y="124"/>
                </a:cubicBezTo>
                <a:cubicBezTo>
                  <a:pt x="271" y="127"/>
                  <a:pt x="272" y="130"/>
                  <a:pt x="274" y="132"/>
                </a:cubicBezTo>
                <a:cubicBezTo>
                  <a:pt x="276" y="134"/>
                  <a:pt x="279" y="135"/>
                  <a:pt x="282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7" y="135"/>
                  <a:pt x="310" y="134"/>
                  <a:pt x="312" y="132"/>
                </a:cubicBezTo>
                <a:cubicBezTo>
                  <a:pt x="315" y="130"/>
                  <a:pt x="316" y="127"/>
                  <a:pt x="316" y="124"/>
                </a:cubicBezTo>
                <a:close/>
                <a:moveTo>
                  <a:pt x="316" y="57"/>
                </a:moveTo>
                <a:cubicBezTo>
                  <a:pt x="316" y="34"/>
                  <a:pt x="316" y="34"/>
                  <a:pt x="316" y="34"/>
                </a:cubicBezTo>
                <a:cubicBezTo>
                  <a:pt x="316" y="31"/>
                  <a:pt x="315" y="28"/>
                  <a:pt x="312" y="26"/>
                </a:cubicBezTo>
                <a:cubicBezTo>
                  <a:pt x="310" y="24"/>
                  <a:pt x="307" y="23"/>
                  <a:pt x="304" y="23"/>
                </a:cubicBezTo>
                <a:cubicBezTo>
                  <a:pt x="282" y="23"/>
                  <a:pt x="282" y="23"/>
                  <a:pt x="282" y="23"/>
                </a:cubicBezTo>
                <a:cubicBezTo>
                  <a:pt x="279" y="23"/>
                  <a:pt x="276" y="24"/>
                  <a:pt x="274" y="26"/>
                </a:cubicBezTo>
                <a:cubicBezTo>
                  <a:pt x="272" y="28"/>
                  <a:pt x="271" y="31"/>
                  <a:pt x="271" y="34"/>
                </a:cubicBezTo>
                <a:cubicBezTo>
                  <a:pt x="271" y="57"/>
                  <a:pt x="271" y="57"/>
                  <a:pt x="271" y="57"/>
                </a:cubicBezTo>
                <a:cubicBezTo>
                  <a:pt x="271" y="60"/>
                  <a:pt x="272" y="62"/>
                  <a:pt x="274" y="65"/>
                </a:cubicBezTo>
                <a:cubicBezTo>
                  <a:pt x="276" y="67"/>
                  <a:pt x="279" y="68"/>
                  <a:pt x="282" y="68"/>
                </a:cubicBezTo>
                <a:cubicBezTo>
                  <a:pt x="304" y="68"/>
                  <a:pt x="304" y="68"/>
                  <a:pt x="304" y="68"/>
                </a:cubicBezTo>
                <a:cubicBezTo>
                  <a:pt x="307" y="68"/>
                  <a:pt x="310" y="67"/>
                  <a:pt x="312" y="65"/>
                </a:cubicBezTo>
                <a:cubicBezTo>
                  <a:pt x="315" y="62"/>
                  <a:pt x="316" y="60"/>
                  <a:pt x="316" y="57"/>
                </a:cubicBezTo>
                <a:close/>
                <a:moveTo>
                  <a:pt x="338" y="28"/>
                </a:moveTo>
                <a:cubicBezTo>
                  <a:pt x="338" y="265"/>
                  <a:pt x="338" y="265"/>
                  <a:pt x="338" y="265"/>
                </a:cubicBezTo>
                <a:cubicBezTo>
                  <a:pt x="338" y="273"/>
                  <a:pt x="335" y="279"/>
                  <a:pt x="330" y="285"/>
                </a:cubicBezTo>
                <a:cubicBezTo>
                  <a:pt x="324" y="290"/>
                  <a:pt x="318" y="293"/>
                  <a:pt x="310" y="293"/>
                </a:cubicBezTo>
                <a:cubicBezTo>
                  <a:pt x="28" y="293"/>
                  <a:pt x="28" y="293"/>
                  <a:pt x="28" y="293"/>
                </a:cubicBezTo>
                <a:cubicBezTo>
                  <a:pt x="21" y="293"/>
                  <a:pt x="14" y="290"/>
                  <a:pt x="8" y="285"/>
                </a:cubicBezTo>
                <a:cubicBezTo>
                  <a:pt x="3" y="279"/>
                  <a:pt x="0" y="273"/>
                  <a:pt x="0" y="26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3" y="14"/>
                  <a:pt x="8" y="9"/>
                </a:cubicBezTo>
                <a:cubicBezTo>
                  <a:pt x="14" y="3"/>
                  <a:pt x="21" y="0"/>
                  <a:pt x="28" y="0"/>
                </a:cubicBezTo>
                <a:cubicBezTo>
                  <a:pt x="310" y="0"/>
                  <a:pt x="310" y="0"/>
                  <a:pt x="310" y="0"/>
                </a:cubicBezTo>
                <a:cubicBezTo>
                  <a:pt x="318" y="0"/>
                  <a:pt x="324" y="3"/>
                  <a:pt x="330" y="9"/>
                </a:cubicBezTo>
                <a:cubicBezTo>
                  <a:pt x="335" y="14"/>
                  <a:pt x="338" y="21"/>
                  <a:pt x="338" y="2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31"/>
          <p:cNvSpPr>
            <a:spLocks/>
          </p:cNvSpPr>
          <p:nvPr/>
        </p:nvSpPr>
        <p:spPr bwMode="auto">
          <a:xfrm>
            <a:off x="2027238" y="2462213"/>
            <a:ext cx="269875" cy="268288"/>
          </a:xfrm>
          <a:custGeom>
            <a:avLst/>
            <a:gdLst>
              <a:gd name="T0" fmla="*/ 248 w 250"/>
              <a:gd name="T1" fmla="*/ 7 h 248"/>
              <a:gd name="T2" fmla="*/ 245 w 250"/>
              <a:gd name="T3" fmla="*/ 19 h 248"/>
              <a:gd name="T4" fmla="*/ 159 w 250"/>
              <a:gd name="T5" fmla="*/ 106 h 248"/>
              <a:gd name="T6" fmla="*/ 159 w 250"/>
              <a:gd name="T7" fmla="*/ 236 h 248"/>
              <a:gd name="T8" fmla="*/ 152 w 250"/>
              <a:gd name="T9" fmla="*/ 247 h 248"/>
              <a:gd name="T10" fmla="*/ 147 w 250"/>
              <a:gd name="T11" fmla="*/ 248 h 248"/>
              <a:gd name="T12" fmla="*/ 139 w 250"/>
              <a:gd name="T13" fmla="*/ 244 h 248"/>
              <a:gd name="T14" fmla="*/ 94 w 250"/>
              <a:gd name="T15" fmla="*/ 199 h 248"/>
              <a:gd name="T16" fmla="*/ 91 w 250"/>
              <a:gd name="T17" fmla="*/ 191 h 248"/>
              <a:gd name="T18" fmla="*/ 91 w 250"/>
              <a:gd name="T19" fmla="*/ 106 h 248"/>
              <a:gd name="T20" fmla="*/ 4 w 250"/>
              <a:gd name="T21" fmla="*/ 19 h 248"/>
              <a:gd name="T22" fmla="*/ 2 w 250"/>
              <a:gd name="T23" fmla="*/ 7 h 248"/>
              <a:gd name="T24" fmla="*/ 12 w 250"/>
              <a:gd name="T25" fmla="*/ 0 h 248"/>
              <a:gd name="T26" fmla="*/ 238 w 250"/>
              <a:gd name="T27" fmla="*/ 0 h 248"/>
              <a:gd name="T28" fmla="*/ 248 w 250"/>
              <a:gd name="T29" fmla="*/ 7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0" h="248">
                <a:moveTo>
                  <a:pt x="248" y="7"/>
                </a:moveTo>
                <a:cubicBezTo>
                  <a:pt x="250" y="11"/>
                  <a:pt x="249" y="16"/>
                  <a:pt x="245" y="19"/>
                </a:cubicBezTo>
                <a:cubicBezTo>
                  <a:pt x="159" y="106"/>
                  <a:pt x="159" y="106"/>
                  <a:pt x="159" y="106"/>
                </a:cubicBezTo>
                <a:cubicBezTo>
                  <a:pt x="159" y="236"/>
                  <a:pt x="159" y="236"/>
                  <a:pt x="159" y="236"/>
                </a:cubicBezTo>
                <a:cubicBezTo>
                  <a:pt x="159" y="241"/>
                  <a:pt x="156" y="245"/>
                  <a:pt x="152" y="247"/>
                </a:cubicBezTo>
                <a:cubicBezTo>
                  <a:pt x="150" y="247"/>
                  <a:pt x="149" y="248"/>
                  <a:pt x="147" y="248"/>
                </a:cubicBezTo>
                <a:cubicBezTo>
                  <a:pt x="144" y="248"/>
                  <a:pt x="142" y="247"/>
                  <a:pt x="139" y="244"/>
                </a:cubicBezTo>
                <a:cubicBezTo>
                  <a:pt x="94" y="199"/>
                  <a:pt x="94" y="199"/>
                  <a:pt x="94" y="199"/>
                </a:cubicBezTo>
                <a:cubicBezTo>
                  <a:pt x="92" y="197"/>
                  <a:pt x="91" y="194"/>
                  <a:pt x="91" y="191"/>
                </a:cubicBezTo>
                <a:cubicBezTo>
                  <a:pt x="91" y="106"/>
                  <a:pt x="91" y="106"/>
                  <a:pt x="91" y="106"/>
                </a:cubicBezTo>
                <a:cubicBezTo>
                  <a:pt x="4" y="19"/>
                  <a:pt x="4" y="19"/>
                  <a:pt x="4" y="19"/>
                </a:cubicBezTo>
                <a:cubicBezTo>
                  <a:pt x="1" y="16"/>
                  <a:pt x="0" y="11"/>
                  <a:pt x="2" y="7"/>
                </a:cubicBezTo>
                <a:cubicBezTo>
                  <a:pt x="4" y="2"/>
                  <a:pt x="7" y="0"/>
                  <a:pt x="12" y="0"/>
                </a:cubicBezTo>
                <a:cubicBezTo>
                  <a:pt x="238" y="0"/>
                  <a:pt x="238" y="0"/>
                  <a:pt x="238" y="0"/>
                </a:cubicBezTo>
                <a:cubicBezTo>
                  <a:pt x="242" y="0"/>
                  <a:pt x="246" y="2"/>
                  <a:pt x="248" y="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2460626" y="2425701"/>
            <a:ext cx="266700" cy="339725"/>
          </a:xfrm>
          <a:custGeom>
            <a:avLst/>
            <a:gdLst>
              <a:gd name="T0" fmla="*/ 247 w 247"/>
              <a:gd name="T1" fmla="*/ 299 h 315"/>
              <a:gd name="T2" fmla="*/ 247 w 247"/>
              <a:gd name="T3" fmla="*/ 310 h 315"/>
              <a:gd name="T4" fmla="*/ 246 w 247"/>
              <a:gd name="T5" fmla="*/ 314 h 315"/>
              <a:gd name="T6" fmla="*/ 242 w 247"/>
              <a:gd name="T7" fmla="*/ 315 h 315"/>
              <a:gd name="T8" fmla="*/ 5 w 247"/>
              <a:gd name="T9" fmla="*/ 315 h 315"/>
              <a:gd name="T10" fmla="*/ 1 w 247"/>
              <a:gd name="T11" fmla="*/ 314 h 315"/>
              <a:gd name="T12" fmla="*/ 0 w 247"/>
              <a:gd name="T13" fmla="*/ 310 h 315"/>
              <a:gd name="T14" fmla="*/ 0 w 247"/>
              <a:gd name="T15" fmla="*/ 299 h 315"/>
              <a:gd name="T16" fmla="*/ 1 w 247"/>
              <a:gd name="T17" fmla="*/ 295 h 315"/>
              <a:gd name="T18" fmla="*/ 5 w 247"/>
              <a:gd name="T19" fmla="*/ 293 h 315"/>
              <a:gd name="T20" fmla="*/ 242 w 247"/>
              <a:gd name="T21" fmla="*/ 293 h 315"/>
              <a:gd name="T22" fmla="*/ 246 w 247"/>
              <a:gd name="T23" fmla="*/ 295 h 315"/>
              <a:gd name="T24" fmla="*/ 247 w 247"/>
              <a:gd name="T25" fmla="*/ 299 h 315"/>
              <a:gd name="T26" fmla="*/ 202 w 247"/>
              <a:gd name="T27" fmla="*/ 113 h 315"/>
              <a:gd name="T28" fmla="*/ 198 w 247"/>
              <a:gd name="T29" fmla="*/ 138 h 315"/>
              <a:gd name="T30" fmla="*/ 187 w 247"/>
              <a:gd name="T31" fmla="*/ 158 h 315"/>
              <a:gd name="T32" fmla="*/ 171 w 247"/>
              <a:gd name="T33" fmla="*/ 173 h 315"/>
              <a:gd name="T34" fmla="*/ 154 w 247"/>
              <a:gd name="T35" fmla="*/ 187 h 315"/>
              <a:gd name="T36" fmla="*/ 139 w 247"/>
              <a:gd name="T37" fmla="*/ 200 h 315"/>
              <a:gd name="T38" fmla="*/ 128 w 247"/>
              <a:gd name="T39" fmla="*/ 214 h 315"/>
              <a:gd name="T40" fmla="*/ 123 w 247"/>
              <a:gd name="T41" fmla="*/ 231 h 315"/>
              <a:gd name="T42" fmla="*/ 135 w 247"/>
              <a:gd name="T43" fmla="*/ 270 h 315"/>
              <a:gd name="T44" fmla="*/ 135 w 247"/>
              <a:gd name="T45" fmla="*/ 270 h 315"/>
              <a:gd name="T46" fmla="*/ 135 w 247"/>
              <a:gd name="T47" fmla="*/ 270 h 315"/>
              <a:gd name="T48" fmla="*/ 107 w 247"/>
              <a:gd name="T49" fmla="*/ 256 h 315"/>
              <a:gd name="T50" fmla="*/ 82 w 247"/>
              <a:gd name="T51" fmla="*/ 238 h 315"/>
              <a:gd name="T52" fmla="*/ 62 w 247"/>
              <a:gd name="T53" fmla="*/ 217 h 315"/>
              <a:gd name="T54" fmla="*/ 49 w 247"/>
              <a:gd name="T55" fmla="*/ 190 h 315"/>
              <a:gd name="T56" fmla="*/ 45 w 247"/>
              <a:gd name="T57" fmla="*/ 158 h 315"/>
              <a:gd name="T58" fmla="*/ 49 w 247"/>
              <a:gd name="T59" fmla="*/ 132 h 315"/>
              <a:gd name="T60" fmla="*/ 60 w 247"/>
              <a:gd name="T61" fmla="*/ 113 h 315"/>
              <a:gd name="T62" fmla="*/ 76 w 247"/>
              <a:gd name="T63" fmla="*/ 97 h 315"/>
              <a:gd name="T64" fmla="*/ 93 w 247"/>
              <a:gd name="T65" fmla="*/ 83 h 315"/>
              <a:gd name="T66" fmla="*/ 108 w 247"/>
              <a:gd name="T67" fmla="*/ 71 h 315"/>
              <a:gd name="T68" fmla="*/ 119 w 247"/>
              <a:gd name="T69" fmla="*/ 56 h 315"/>
              <a:gd name="T70" fmla="*/ 123 w 247"/>
              <a:gd name="T71" fmla="*/ 39 h 315"/>
              <a:gd name="T72" fmla="*/ 112 w 247"/>
              <a:gd name="T73" fmla="*/ 0 h 315"/>
              <a:gd name="T74" fmla="*/ 112 w 247"/>
              <a:gd name="T75" fmla="*/ 0 h 315"/>
              <a:gd name="T76" fmla="*/ 112 w 247"/>
              <a:gd name="T77" fmla="*/ 0 h 315"/>
              <a:gd name="T78" fmla="*/ 140 w 247"/>
              <a:gd name="T79" fmla="*/ 15 h 315"/>
              <a:gd name="T80" fmla="*/ 165 w 247"/>
              <a:gd name="T81" fmla="*/ 32 h 315"/>
              <a:gd name="T82" fmla="*/ 185 w 247"/>
              <a:gd name="T83" fmla="*/ 54 h 315"/>
              <a:gd name="T84" fmla="*/ 198 w 247"/>
              <a:gd name="T85" fmla="*/ 80 h 315"/>
              <a:gd name="T86" fmla="*/ 202 w 247"/>
              <a:gd name="T87" fmla="*/ 113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47" h="315">
                <a:moveTo>
                  <a:pt x="247" y="299"/>
                </a:moveTo>
                <a:cubicBezTo>
                  <a:pt x="247" y="310"/>
                  <a:pt x="247" y="310"/>
                  <a:pt x="247" y="310"/>
                </a:cubicBezTo>
                <a:cubicBezTo>
                  <a:pt x="247" y="311"/>
                  <a:pt x="247" y="313"/>
                  <a:pt x="246" y="314"/>
                </a:cubicBezTo>
                <a:cubicBezTo>
                  <a:pt x="245" y="315"/>
                  <a:pt x="243" y="315"/>
                  <a:pt x="242" y="315"/>
                </a:cubicBezTo>
                <a:cubicBezTo>
                  <a:pt x="5" y="315"/>
                  <a:pt x="5" y="315"/>
                  <a:pt x="5" y="315"/>
                </a:cubicBezTo>
                <a:cubicBezTo>
                  <a:pt x="4" y="315"/>
                  <a:pt x="2" y="315"/>
                  <a:pt x="1" y="314"/>
                </a:cubicBezTo>
                <a:cubicBezTo>
                  <a:pt x="0" y="313"/>
                  <a:pt x="0" y="311"/>
                  <a:pt x="0" y="310"/>
                </a:cubicBezTo>
                <a:cubicBezTo>
                  <a:pt x="0" y="299"/>
                  <a:pt x="0" y="299"/>
                  <a:pt x="0" y="299"/>
                </a:cubicBezTo>
                <a:cubicBezTo>
                  <a:pt x="0" y="297"/>
                  <a:pt x="0" y="296"/>
                  <a:pt x="1" y="295"/>
                </a:cubicBezTo>
                <a:cubicBezTo>
                  <a:pt x="2" y="294"/>
                  <a:pt x="4" y="293"/>
                  <a:pt x="5" y="293"/>
                </a:cubicBezTo>
                <a:cubicBezTo>
                  <a:pt x="242" y="293"/>
                  <a:pt x="242" y="293"/>
                  <a:pt x="242" y="293"/>
                </a:cubicBezTo>
                <a:cubicBezTo>
                  <a:pt x="243" y="293"/>
                  <a:pt x="245" y="294"/>
                  <a:pt x="246" y="295"/>
                </a:cubicBezTo>
                <a:cubicBezTo>
                  <a:pt x="247" y="296"/>
                  <a:pt x="247" y="297"/>
                  <a:pt x="247" y="299"/>
                </a:cubicBezTo>
                <a:close/>
                <a:moveTo>
                  <a:pt x="202" y="113"/>
                </a:moveTo>
                <a:cubicBezTo>
                  <a:pt x="202" y="122"/>
                  <a:pt x="201" y="130"/>
                  <a:pt x="198" y="138"/>
                </a:cubicBezTo>
                <a:cubicBezTo>
                  <a:pt x="195" y="146"/>
                  <a:pt x="191" y="152"/>
                  <a:pt x="187" y="158"/>
                </a:cubicBezTo>
                <a:cubicBezTo>
                  <a:pt x="182" y="163"/>
                  <a:pt x="177" y="168"/>
                  <a:pt x="171" y="173"/>
                </a:cubicBezTo>
                <a:cubicBezTo>
                  <a:pt x="166" y="178"/>
                  <a:pt x="160" y="183"/>
                  <a:pt x="154" y="187"/>
                </a:cubicBezTo>
                <a:cubicBezTo>
                  <a:pt x="149" y="191"/>
                  <a:pt x="144" y="195"/>
                  <a:pt x="139" y="200"/>
                </a:cubicBezTo>
                <a:cubicBezTo>
                  <a:pt x="134" y="204"/>
                  <a:pt x="131" y="209"/>
                  <a:pt x="128" y="214"/>
                </a:cubicBezTo>
                <a:cubicBezTo>
                  <a:pt x="125" y="219"/>
                  <a:pt x="123" y="225"/>
                  <a:pt x="123" y="231"/>
                </a:cubicBezTo>
                <a:cubicBezTo>
                  <a:pt x="123" y="242"/>
                  <a:pt x="127" y="255"/>
                  <a:pt x="135" y="270"/>
                </a:cubicBezTo>
                <a:cubicBezTo>
                  <a:pt x="135" y="270"/>
                  <a:pt x="135" y="270"/>
                  <a:pt x="135" y="270"/>
                </a:cubicBezTo>
                <a:cubicBezTo>
                  <a:pt x="135" y="270"/>
                  <a:pt x="135" y="270"/>
                  <a:pt x="135" y="270"/>
                </a:cubicBezTo>
                <a:cubicBezTo>
                  <a:pt x="124" y="266"/>
                  <a:pt x="115" y="261"/>
                  <a:pt x="107" y="256"/>
                </a:cubicBezTo>
                <a:cubicBezTo>
                  <a:pt x="98" y="251"/>
                  <a:pt x="90" y="245"/>
                  <a:pt x="82" y="238"/>
                </a:cubicBezTo>
                <a:cubicBezTo>
                  <a:pt x="74" y="231"/>
                  <a:pt x="68" y="224"/>
                  <a:pt x="62" y="217"/>
                </a:cubicBezTo>
                <a:cubicBezTo>
                  <a:pt x="57" y="209"/>
                  <a:pt x="53" y="200"/>
                  <a:pt x="49" y="190"/>
                </a:cubicBezTo>
                <a:cubicBezTo>
                  <a:pt x="46" y="180"/>
                  <a:pt x="45" y="169"/>
                  <a:pt x="45" y="158"/>
                </a:cubicBezTo>
                <a:cubicBezTo>
                  <a:pt x="45" y="149"/>
                  <a:pt x="46" y="140"/>
                  <a:pt x="49" y="132"/>
                </a:cubicBezTo>
                <a:cubicBezTo>
                  <a:pt x="52" y="125"/>
                  <a:pt x="56" y="118"/>
                  <a:pt x="60" y="113"/>
                </a:cubicBezTo>
                <a:cubicBezTo>
                  <a:pt x="65" y="107"/>
                  <a:pt x="70" y="102"/>
                  <a:pt x="76" y="97"/>
                </a:cubicBezTo>
                <a:cubicBezTo>
                  <a:pt x="81" y="92"/>
                  <a:pt x="87" y="88"/>
                  <a:pt x="93" y="83"/>
                </a:cubicBezTo>
                <a:cubicBezTo>
                  <a:pt x="98" y="79"/>
                  <a:pt x="103" y="75"/>
                  <a:pt x="108" y="71"/>
                </a:cubicBezTo>
                <a:cubicBezTo>
                  <a:pt x="113" y="67"/>
                  <a:pt x="116" y="62"/>
                  <a:pt x="119" y="56"/>
                </a:cubicBezTo>
                <a:cubicBezTo>
                  <a:pt x="122" y="51"/>
                  <a:pt x="123" y="45"/>
                  <a:pt x="123" y="39"/>
                </a:cubicBezTo>
                <a:cubicBezTo>
                  <a:pt x="123" y="28"/>
                  <a:pt x="120" y="15"/>
                  <a:pt x="112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23" y="5"/>
                  <a:pt x="132" y="10"/>
                  <a:pt x="140" y="15"/>
                </a:cubicBezTo>
                <a:cubicBezTo>
                  <a:pt x="149" y="20"/>
                  <a:pt x="157" y="25"/>
                  <a:pt x="165" y="32"/>
                </a:cubicBezTo>
                <a:cubicBezTo>
                  <a:pt x="173" y="39"/>
                  <a:pt x="179" y="46"/>
                  <a:pt x="185" y="54"/>
                </a:cubicBezTo>
                <a:cubicBezTo>
                  <a:pt x="190" y="61"/>
                  <a:pt x="194" y="70"/>
                  <a:pt x="198" y="80"/>
                </a:cubicBezTo>
                <a:cubicBezTo>
                  <a:pt x="201" y="90"/>
                  <a:pt x="202" y="101"/>
                  <a:pt x="202" y="11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2892426" y="2439988"/>
            <a:ext cx="266700" cy="311150"/>
          </a:xfrm>
          <a:custGeom>
            <a:avLst/>
            <a:gdLst>
              <a:gd name="T0" fmla="*/ 90 w 248"/>
              <a:gd name="T1" fmla="*/ 28 h 287"/>
              <a:gd name="T2" fmla="*/ 87 w 248"/>
              <a:gd name="T3" fmla="*/ 20 h 287"/>
              <a:gd name="T4" fmla="*/ 79 w 248"/>
              <a:gd name="T5" fmla="*/ 17 h 287"/>
              <a:gd name="T6" fmla="*/ 71 w 248"/>
              <a:gd name="T7" fmla="*/ 20 h 287"/>
              <a:gd name="T8" fmla="*/ 68 w 248"/>
              <a:gd name="T9" fmla="*/ 28 h 287"/>
              <a:gd name="T10" fmla="*/ 71 w 248"/>
              <a:gd name="T11" fmla="*/ 36 h 287"/>
              <a:gd name="T12" fmla="*/ 79 w 248"/>
              <a:gd name="T13" fmla="*/ 40 h 287"/>
              <a:gd name="T14" fmla="*/ 87 w 248"/>
              <a:gd name="T15" fmla="*/ 36 h 287"/>
              <a:gd name="T16" fmla="*/ 90 w 248"/>
              <a:gd name="T17" fmla="*/ 28 h 287"/>
              <a:gd name="T18" fmla="*/ 248 w 248"/>
              <a:gd name="T19" fmla="*/ 23 h 287"/>
              <a:gd name="T20" fmla="*/ 248 w 248"/>
              <a:gd name="T21" fmla="*/ 79 h 287"/>
              <a:gd name="T22" fmla="*/ 246 w 248"/>
              <a:gd name="T23" fmla="*/ 83 h 287"/>
              <a:gd name="T24" fmla="*/ 242 w 248"/>
              <a:gd name="T25" fmla="*/ 85 h 287"/>
              <a:gd name="T26" fmla="*/ 241 w 248"/>
              <a:gd name="T27" fmla="*/ 84 h 287"/>
              <a:gd name="T28" fmla="*/ 162 w 248"/>
              <a:gd name="T29" fmla="*/ 68 h 287"/>
              <a:gd name="T30" fmla="*/ 159 w 248"/>
              <a:gd name="T31" fmla="*/ 66 h 287"/>
              <a:gd name="T32" fmla="*/ 158 w 248"/>
              <a:gd name="T33" fmla="*/ 62 h 287"/>
              <a:gd name="T34" fmla="*/ 113 w 248"/>
              <a:gd name="T35" fmla="*/ 62 h 287"/>
              <a:gd name="T36" fmla="*/ 113 w 248"/>
              <a:gd name="T37" fmla="*/ 80 h 287"/>
              <a:gd name="T38" fmla="*/ 145 w 248"/>
              <a:gd name="T39" fmla="*/ 100 h 287"/>
              <a:gd name="T40" fmla="*/ 158 w 248"/>
              <a:gd name="T41" fmla="*/ 135 h 287"/>
              <a:gd name="T42" fmla="*/ 158 w 248"/>
              <a:gd name="T43" fmla="*/ 276 h 287"/>
              <a:gd name="T44" fmla="*/ 155 w 248"/>
              <a:gd name="T45" fmla="*/ 284 h 287"/>
              <a:gd name="T46" fmla="*/ 147 w 248"/>
              <a:gd name="T47" fmla="*/ 287 h 287"/>
              <a:gd name="T48" fmla="*/ 57 w 248"/>
              <a:gd name="T49" fmla="*/ 287 h 287"/>
              <a:gd name="T50" fmla="*/ 49 w 248"/>
              <a:gd name="T51" fmla="*/ 284 h 287"/>
              <a:gd name="T52" fmla="*/ 45 w 248"/>
              <a:gd name="T53" fmla="*/ 276 h 287"/>
              <a:gd name="T54" fmla="*/ 45 w 248"/>
              <a:gd name="T55" fmla="*/ 135 h 287"/>
              <a:gd name="T56" fmla="*/ 56 w 248"/>
              <a:gd name="T57" fmla="*/ 102 h 287"/>
              <a:gd name="T58" fmla="*/ 85 w 248"/>
              <a:gd name="T59" fmla="*/ 82 h 287"/>
              <a:gd name="T60" fmla="*/ 85 w 248"/>
              <a:gd name="T61" fmla="*/ 62 h 287"/>
              <a:gd name="T62" fmla="*/ 79 w 248"/>
              <a:gd name="T63" fmla="*/ 62 h 287"/>
              <a:gd name="T64" fmla="*/ 59 w 248"/>
              <a:gd name="T65" fmla="*/ 66 h 287"/>
              <a:gd name="T66" fmla="*/ 43 w 248"/>
              <a:gd name="T67" fmla="*/ 76 h 287"/>
              <a:gd name="T68" fmla="*/ 31 w 248"/>
              <a:gd name="T69" fmla="*/ 87 h 287"/>
              <a:gd name="T70" fmla="*/ 24 w 248"/>
              <a:gd name="T71" fmla="*/ 97 h 287"/>
              <a:gd name="T72" fmla="*/ 22 w 248"/>
              <a:gd name="T73" fmla="*/ 101 h 287"/>
              <a:gd name="T74" fmla="*/ 11 w 248"/>
              <a:gd name="T75" fmla="*/ 107 h 287"/>
              <a:gd name="T76" fmla="*/ 6 w 248"/>
              <a:gd name="T77" fmla="*/ 106 h 287"/>
              <a:gd name="T78" fmla="*/ 1 w 248"/>
              <a:gd name="T79" fmla="*/ 99 h 287"/>
              <a:gd name="T80" fmla="*/ 1 w 248"/>
              <a:gd name="T81" fmla="*/ 91 h 287"/>
              <a:gd name="T82" fmla="*/ 4 w 248"/>
              <a:gd name="T83" fmla="*/ 86 h 287"/>
              <a:gd name="T84" fmla="*/ 11 w 248"/>
              <a:gd name="T85" fmla="*/ 77 h 287"/>
              <a:gd name="T86" fmla="*/ 21 w 248"/>
              <a:gd name="T87" fmla="*/ 64 h 287"/>
              <a:gd name="T88" fmla="*/ 36 w 248"/>
              <a:gd name="T89" fmla="*/ 53 h 287"/>
              <a:gd name="T90" fmla="*/ 55 w 248"/>
              <a:gd name="T91" fmla="*/ 43 h 287"/>
              <a:gd name="T92" fmla="*/ 51 w 248"/>
              <a:gd name="T93" fmla="*/ 28 h 287"/>
              <a:gd name="T94" fmla="*/ 59 w 248"/>
              <a:gd name="T95" fmla="*/ 8 h 287"/>
              <a:gd name="T96" fmla="*/ 79 w 248"/>
              <a:gd name="T97" fmla="*/ 0 h 287"/>
              <a:gd name="T98" fmla="*/ 99 w 248"/>
              <a:gd name="T99" fmla="*/ 8 h 287"/>
              <a:gd name="T100" fmla="*/ 107 w 248"/>
              <a:gd name="T101" fmla="*/ 28 h 287"/>
              <a:gd name="T102" fmla="*/ 105 w 248"/>
              <a:gd name="T103" fmla="*/ 40 h 287"/>
              <a:gd name="T104" fmla="*/ 158 w 248"/>
              <a:gd name="T105" fmla="*/ 40 h 287"/>
              <a:gd name="T106" fmla="*/ 159 w 248"/>
              <a:gd name="T107" fmla="*/ 36 h 287"/>
              <a:gd name="T108" fmla="*/ 162 w 248"/>
              <a:gd name="T109" fmla="*/ 34 h 287"/>
              <a:gd name="T110" fmla="*/ 241 w 248"/>
              <a:gd name="T111" fmla="*/ 17 h 287"/>
              <a:gd name="T112" fmla="*/ 242 w 248"/>
              <a:gd name="T113" fmla="*/ 17 h 287"/>
              <a:gd name="T114" fmla="*/ 246 w 248"/>
              <a:gd name="T115" fmla="*/ 18 h 287"/>
              <a:gd name="T116" fmla="*/ 248 w 248"/>
              <a:gd name="T117" fmla="*/ 23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48" h="287">
                <a:moveTo>
                  <a:pt x="90" y="28"/>
                </a:moveTo>
                <a:cubicBezTo>
                  <a:pt x="90" y="25"/>
                  <a:pt x="89" y="23"/>
                  <a:pt x="87" y="20"/>
                </a:cubicBezTo>
                <a:cubicBezTo>
                  <a:pt x="85" y="18"/>
                  <a:pt x="82" y="17"/>
                  <a:pt x="79" y="17"/>
                </a:cubicBezTo>
                <a:cubicBezTo>
                  <a:pt x="76" y="17"/>
                  <a:pt x="73" y="18"/>
                  <a:pt x="71" y="20"/>
                </a:cubicBezTo>
                <a:cubicBezTo>
                  <a:pt x="69" y="23"/>
                  <a:pt x="68" y="25"/>
                  <a:pt x="68" y="28"/>
                </a:cubicBezTo>
                <a:cubicBezTo>
                  <a:pt x="68" y="31"/>
                  <a:pt x="69" y="34"/>
                  <a:pt x="71" y="36"/>
                </a:cubicBezTo>
                <a:cubicBezTo>
                  <a:pt x="73" y="38"/>
                  <a:pt x="76" y="40"/>
                  <a:pt x="79" y="40"/>
                </a:cubicBezTo>
                <a:cubicBezTo>
                  <a:pt x="82" y="40"/>
                  <a:pt x="85" y="38"/>
                  <a:pt x="87" y="36"/>
                </a:cubicBezTo>
                <a:cubicBezTo>
                  <a:pt x="89" y="34"/>
                  <a:pt x="90" y="31"/>
                  <a:pt x="90" y="28"/>
                </a:cubicBezTo>
                <a:close/>
                <a:moveTo>
                  <a:pt x="248" y="23"/>
                </a:moveTo>
                <a:cubicBezTo>
                  <a:pt x="248" y="79"/>
                  <a:pt x="248" y="79"/>
                  <a:pt x="248" y="79"/>
                </a:cubicBezTo>
                <a:cubicBezTo>
                  <a:pt x="248" y="81"/>
                  <a:pt x="247" y="82"/>
                  <a:pt x="246" y="83"/>
                </a:cubicBezTo>
                <a:cubicBezTo>
                  <a:pt x="245" y="84"/>
                  <a:pt x="244" y="85"/>
                  <a:pt x="242" y="85"/>
                </a:cubicBezTo>
                <a:cubicBezTo>
                  <a:pt x="242" y="85"/>
                  <a:pt x="242" y="85"/>
                  <a:pt x="241" y="84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1" y="67"/>
                  <a:pt x="160" y="67"/>
                  <a:pt x="159" y="66"/>
                </a:cubicBezTo>
                <a:cubicBezTo>
                  <a:pt x="158" y="65"/>
                  <a:pt x="158" y="63"/>
                  <a:pt x="158" y="62"/>
                </a:cubicBezTo>
                <a:cubicBezTo>
                  <a:pt x="113" y="62"/>
                  <a:pt x="113" y="62"/>
                  <a:pt x="113" y="62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126" y="83"/>
                  <a:pt x="137" y="89"/>
                  <a:pt x="145" y="100"/>
                </a:cubicBezTo>
                <a:cubicBezTo>
                  <a:pt x="154" y="110"/>
                  <a:pt x="158" y="122"/>
                  <a:pt x="158" y="135"/>
                </a:cubicBezTo>
                <a:cubicBezTo>
                  <a:pt x="158" y="276"/>
                  <a:pt x="158" y="276"/>
                  <a:pt x="158" y="276"/>
                </a:cubicBezTo>
                <a:cubicBezTo>
                  <a:pt x="158" y="279"/>
                  <a:pt x="157" y="282"/>
                  <a:pt x="155" y="284"/>
                </a:cubicBezTo>
                <a:cubicBezTo>
                  <a:pt x="152" y="286"/>
                  <a:pt x="150" y="287"/>
                  <a:pt x="147" y="287"/>
                </a:cubicBezTo>
                <a:cubicBezTo>
                  <a:pt x="57" y="287"/>
                  <a:pt x="57" y="287"/>
                  <a:pt x="57" y="287"/>
                </a:cubicBezTo>
                <a:cubicBezTo>
                  <a:pt x="54" y="287"/>
                  <a:pt x="51" y="286"/>
                  <a:pt x="49" y="284"/>
                </a:cubicBezTo>
                <a:cubicBezTo>
                  <a:pt x="46" y="282"/>
                  <a:pt x="45" y="279"/>
                  <a:pt x="45" y="276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45" y="123"/>
                  <a:pt x="49" y="112"/>
                  <a:pt x="56" y="102"/>
                </a:cubicBezTo>
                <a:cubicBezTo>
                  <a:pt x="64" y="92"/>
                  <a:pt x="73" y="85"/>
                  <a:pt x="85" y="82"/>
                </a:cubicBezTo>
                <a:cubicBezTo>
                  <a:pt x="85" y="62"/>
                  <a:pt x="85" y="62"/>
                  <a:pt x="85" y="62"/>
                </a:cubicBezTo>
                <a:cubicBezTo>
                  <a:pt x="79" y="62"/>
                  <a:pt x="79" y="62"/>
                  <a:pt x="79" y="62"/>
                </a:cubicBezTo>
                <a:cubicBezTo>
                  <a:pt x="72" y="62"/>
                  <a:pt x="65" y="63"/>
                  <a:pt x="59" y="66"/>
                </a:cubicBezTo>
                <a:cubicBezTo>
                  <a:pt x="52" y="69"/>
                  <a:pt x="47" y="72"/>
                  <a:pt x="43" y="76"/>
                </a:cubicBezTo>
                <a:cubicBezTo>
                  <a:pt x="39" y="79"/>
                  <a:pt x="35" y="83"/>
                  <a:pt x="31" y="87"/>
                </a:cubicBezTo>
                <a:cubicBezTo>
                  <a:pt x="28" y="92"/>
                  <a:pt x="25" y="95"/>
                  <a:pt x="24" y="97"/>
                </a:cubicBezTo>
                <a:cubicBezTo>
                  <a:pt x="23" y="99"/>
                  <a:pt x="22" y="100"/>
                  <a:pt x="22" y="101"/>
                </a:cubicBezTo>
                <a:cubicBezTo>
                  <a:pt x="20" y="105"/>
                  <a:pt x="16" y="107"/>
                  <a:pt x="11" y="107"/>
                </a:cubicBezTo>
                <a:cubicBezTo>
                  <a:pt x="10" y="107"/>
                  <a:pt x="8" y="107"/>
                  <a:pt x="6" y="106"/>
                </a:cubicBezTo>
                <a:cubicBezTo>
                  <a:pt x="4" y="104"/>
                  <a:pt x="2" y="102"/>
                  <a:pt x="1" y="99"/>
                </a:cubicBezTo>
                <a:cubicBezTo>
                  <a:pt x="0" y="96"/>
                  <a:pt x="0" y="94"/>
                  <a:pt x="1" y="91"/>
                </a:cubicBezTo>
                <a:cubicBezTo>
                  <a:pt x="2" y="90"/>
                  <a:pt x="3" y="88"/>
                  <a:pt x="4" y="86"/>
                </a:cubicBezTo>
                <a:cubicBezTo>
                  <a:pt x="5" y="84"/>
                  <a:pt x="7" y="81"/>
                  <a:pt x="11" y="77"/>
                </a:cubicBezTo>
                <a:cubicBezTo>
                  <a:pt x="14" y="72"/>
                  <a:pt x="17" y="68"/>
                  <a:pt x="21" y="64"/>
                </a:cubicBezTo>
                <a:cubicBezTo>
                  <a:pt x="25" y="61"/>
                  <a:pt x="30" y="57"/>
                  <a:pt x="36" y="53"/>
                </a:cubicBezTo>
                <a:cubicBezTo>
                  <a:pt x="42" y="49"/>
                  <a:pt x="49" y="46"/>
                  <a:pt x="55" y="43"/>
                </a:cubicBezTo>
                <a:cubicBezTo>
                  <a:pt x="52" y="38"/>
                  <a:pt x="51" y="33"/>
                  <a:pt x="51" y="28"/>
                </a:cubicBezTo>
                <a:cubicBezTo>
                  <a:pt x="51" y="21"/>
                  <a:pt x="54" y="14"/>
                  <a:pt x="59" y="8"/>
                </a:cubicBezTo>
                <a:cubicBezTo>
                  <a:pt x="65" y="3"/>
                  <a:pt x="71" y="0"/>
                  <a:pt x="79" y="0"/>
                </a:cubicBezTo>
                <a:cubicBezTo>
                  <a:pt x="87" y="0"/>
                  <a:pt x="93" y="3"/>
                  <a:pt x="99" y="8"/>
                </a:cubicBezTo>
                <a:cubicBezTo>
                  <a:pt x="105" y="14"/>
                  <a:pt x="107" y="21"/>
                  <a:pt x="107" y="28"/>
                </a:cubicBezTo>
                <a:cubicBezTo>
                  <a:pt x="107" y="32"/>
                  <a:pt x="106" y="36"/>
                  <a:pt x="105" y="40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38"/>
                  <a:pt x="158" y="37"/>
                  <a:pt x="159" y="36"/>
                </a:cubicBezTo>
                <a:cubicBezTo>
                  <a:pt x="160" y="35"/>
                  <a:pt x="161" y="34"/>
                  <a:pt x="162" y="34"/>
                </a:cubicBezTo>
                <a:cubicBezTo>
                  <a:pt x="241" y="17"/>
                  <a:pt x="241" y="17"/>
                  <a:pt x="241" y="17"/>
                </a:cubicBezTo>
                <a:cubicBezTo>
                  <a:pt x="242" y="17"/>
                  <a:pt x="242" y="17"/>
                  <a:pt x="242" y="17"/>
                </a:cubicBezTo>
                <a:cubicBezTo>
                  <a:pt x="244" y="17"/>
                  <a:pt x="245" y="17"/>
                  <a:pt x="246" y="18"/>
                </a:cubicBezTo>
                <a:cubicBezTo>
                  <a:pt x="247" y="19"/>
                  <a:pt x="248" y="21"/>
                  <a:pt x="248" y="2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3294063" y="2449513"/>
            <a:ext cx="327025" cy="292100"/>
          </a:xfrm>
          <a:custGeom>
            <a:avLst/>
            <a:gdLst>
              <a:gd name="T0" fmla="*/ 45 w 304"/>
              <a:gd name="T1" fmla="*/ 22 h 270"/>
              <a:gd name="T2" fmla="*/ 34 w 304"/>
              <a:gd name="T3" fmla="*/ 41 h 270"/>
              <a:gd name="T4" fmla="*/ 34 w 304"/>
              <a:gd name="T5" fmla="*/ 264 h 270"/>
              <a:gd name="T6" fmla="*/ 32 w 304"/>
              <a:gd name="T7" fmla="*/ 268 h 270"/>
              <a:gd name="T8" fmla="*/ 28 w 304"/>
              <a:gd name="T9" fmla="*/ 270 h 270"/>
              <a:gd name="T10" fmla="*/ 17 w 304"/>
              <a:gd name="T11" fmla="*/ 270 h 270"/>
              <a:gd name="T12" fmla="*/ 13 w 304"/>
              <a:gd name="T13" fmla="*/ 268 h 270"/>
              <a:gd name="T14" fmla="*/ 11 w 304"/>
              <a:gd name="T15" fmla="*/ 264 h 270"/>
              <a:gd name="T16" fmla="*/ 11 w 304"/>
              <a:gd name="T17" fmla="*/ 41 h 270"/>
              <a:gd name="T18" fmla="*/ 0 w 304"/>
              <a:gd name="T19" fmla="*/ 22 h 270"/>
              <a:gd name="T20" fmla="*/ 6 w 304"/>
              <a:gd name="T21" fmla="*/ 6 h 270"/>
              <a:gd name="T22" fmla="*/ 22 w 304"/>
              <a:gd name="T23" fmla="*/ 0 h 270"/>
              <a:gd name="T24" fmla="*/ 38 w 304"/>
              <a:gd name="T25" fmla="*/ 6 h 270"/>
              <a:gd name="T26" fmla="*/ 45 w 304"/>
              <a:gd name="T27" fmla="*/ 22 h 270"/>
              <a:gd name="T28" fmla="*/ 304 w 304"/>
              <a:gd name="T29" fmla="*/ 33 h 270"/>
              <a:gd name="T30" fmla="*/ 304 w 304"/>
              <a:gd name="T31" fmla="*/ 168 h 270"/>
              <a:gd name="T32" fmla="*/ 302 w 304"/>
              <a:gd name="T33" fmla="*/ 174 h 270"/>
              <a:gd name="T34" fmla="*/ 295 w 304"/>
              <a:gd name="T35" fmla="*/ 179 h 270"/>
              <a:gd name="T36" fmla="*/ 230 w 304"/>
              <a:gd name="T37" fmla="*/ 200 h 270"/>
              <a:gd name="T38" fmla="*/ 208 w 304"/>
              <a:gd name="T39" fmla="*/ 196 h 270"/>
              <a:gd name="T40" fmla="*/ 189 w 304"/>
              <a:gd name="T41" fmla="*/ 187 h 270"/>
              <a:gd name="T42" fmla="*/ 169 w 304"/>
              <a:gd name="T43" fmla="*/ 179 h 270"/>
              <a:gd name="T44" fmla="*/ 144 w 304"/>
              <a:gd name="T45" fmla="*/ 175 h 270"/>
              <a:gd name="T46" fmla="*/ 62 w 304"/>
              <a:gd name="T47" fmla="*/ 201 h 270"/>
              <a:gd name="T48" fmla="*/ 56 w 304"/>
              <a:gd name="T49" fmla="*/ 202 h 270"/>
              <a:gd name="T50" fmla="*/ 48 w 304"/>
              <a:gd name="T51" fmla="*/ 199 h 270"/>
              <a:gd name="T52" fmla="*/ 45 w 304"/>
              <a:gd name="T53" fmla="*/ 191 h 270"/>
              <a:gd name="T54" fmla="*/ 45 w 304"/>
              <a:gd name="T55" fmla="*/ 60 h 270"/>
              <a:gd name="T56" fmla="*/ 50 w 304"/>
              <a:gd name="T57" fmla="*/ 51 h 270"/>
              <a:gd name="T58" fmla="*/ 64 w 304"/>
              <a:gd name="T59" fmla="*/ 43 h 270"/>
              <a:gd name="T60" fmla="*/ 138 w 304"/>
              <a:gd name="T61" fmla="*/ 22 h 270"/>
              <a:gd name="T62" fmla="*/ 173 w 304"/>
              <a:gd name="T63" fmla="*/ 27 h 270"/>
              <a:gd name="T64" fmla="*/ 212 w 304"/>
              <a:gd name="T65" fmla="*/ 43 h 270"/>
              <a:gd name="T66" fmla="*/ 228 w 304"/>
              <a:gd name="T67" fmla="*/ 46 h 270"/>
              <a:gd name="T68" fmla="*/ 248 w 304"/>
              <a:gd name="T69" fmla="*/ 42 h 270"/>
              <a:gd name="T70" fmla="*/ 268 w 304"/>
              <a:gd name="T71" fmla="*/ 34 h 270"/>
              <a:gd name="T72" fmla="*/ 283 w 304"/>
              <a:gd name="T73" fmla="*/ 26 h 270"/>
              <a:gd name="T74" fmla="*/ 293 w 304"/>
              <a:gd name="T75" fmla="*/ 22 h 270"/>
              <a:gd name="T76" fmla="*/ 301 w 304"/>
              <a:gd name="T77" fmla="*/ 25 h 270"/>
              <a:gd name="T78" fmla="*/ 304 w 304"/>
              <a:gd name="T79" fmla="*/ 3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4" h="270">
                <a:moveTo>
                  <a:pt x="45" y="22"/>
                </a:moveTo>
                <a:cubicBezTo>
                  <a:pt x="45" y="31"/>
                  <a:pt x="41" y="37"/>
                  <a:pt x="34" y="41"/>
                </a:cubicBezTo>
                <a:cubicBezTo>
                  <a:pt x="34" y="264"/>
                  <a:pt x="34" y="264"/>
                  <a:pt x="34" y="264"/>
                </a:cubicBezTo>
                <a:cubicBezTo>
                  <a:pt x="34" y="266"/>
                  <a:pt x="33" y="267"/>
                  <a:pt x="32" y="268"/>
                </a:cubicBezTo>
                <a:cubicBezTo>
                  <a:pt x="31" y="269"/>
                  <a:pt x="29" y="270"/>
                  <a:pt x="28" y="270"/>
                </a:cubicBezTo>
                <a:cubicBezTo>
                  <a:pt x="17" y="270"/>
                  <a:pt x="17" y="270"/>
                  <a:pt x="17" y="270"/>
                </a:cubicBezTo>
                <a:cubicBezTo>
                  <a:pt x="15" y="270"/>
                  <a:pt x="14" y="269"/>
                  <a:pt x="13" y="268"/>
                </a:cubicBezTo>
                <a:cubicBezTo>
                  <a:pt x="12" y="267"/>
                  <a:pt x="11" y="266"/>
                  <a:pt x="11" y="264"/>
                </a:cubicBezTo>
                <a:cubicBezTo>
                  <a:pt x="11" y="41"/>
                  <a:pt x="11" y="41"/>
                  <a:pt x="11" y="41"/>
                </a:cubicBezTo>
                <a:cubicBezTo>
                  <a:pt x="3" y="37"/>
                  <a:pt x="0" y="31"/>
                  <a:pt x="0" y="22"/>
                </a:cubicBezTo>
                <a:cubicBezTo>
                  <a:pt x="0" y="16"/>
                  <a:pt x="2" y="11"/>
                  <a:pt x="6" y="6"/>
                </a:cubicBezTo>
                <a:cubicBezTo>
                  <a:pt x="11" y="2"/>
                  <a:pt x="16" y="0"/>
                  <a:pt x="22" y="0"/>
                </a:cubicBezTo>
                <a:cubicBezTo>
                  <a:pt x="28" y="0"/>
                  <a:pt x="34" y="2"/>
                  <a:pt x="38" y="6"/>
                </a:cubicBezTo>
                <a:cubicBezTo>
                  <a:pt x="43" y="11"/>
                  <a:pt x="45" y="16"/>
                  <a:pt x="45" y="22"/>
                </a:cubicBezTo>
                <a:close/>
                <a:moveTo>
                  <a:pt x="304" y="33"/>
                </a:moveTo>
                <a:cubicBezTo>
                  <a:pt x="304" y="168"/>
                  <a:pt x="304" y="168"/>
                  <a:pt x="304" y="168"/>
                </a:cubicBezTo>
                <a:cubicBezTo>
                  <a:pt x="304" y="171"/>
                  <a:pt x="303" y="173"/>
                  <a:pt x="302" y="174"/>
                </a:cubicBezTo>
                <a:cubicBezTo>
                  <a:pt x="300" y="176"/>
                  <a:pt x="298" y="178"/>
                  <a:pt x="295" y="179"/>
                </a:cubicBezTo>
                <a:cubicBezTo>
                  <a:pt x="270" y="193"/>
                  <a:pt x="248" y="200"/>
                  <a:pt x="230" y="200"/>
                </a:cubicBezTo>
                <a:cubicBezTo>
                  <a:pt x="223" y="200"/>
                  <a:pt x="215" y="198"/>
                  <a:pt x="208" y="196"/>
                </a:cubicBezTo>
                <a:cubicBezTo>
                  <a:pt x="201" y="193"/>
                  <a:pt x="194" y="190"/>
                  <a:pt x="189" y="187"/>
                </a:cubicBezTo>
                <a:cubicBezTo>
                  <a:pt x="184" y="184"/>
                  <a:pt x="177" y="182"/>
                  <a:pt x="169" y="179"/>
                </a:cubicBezTo>
                <a:cubicBezTo>
                  <a:pt x="160" y="176"/>
                  <a:pt x="152" y="175"/>
                  <a:pt x="144" y="175"/>
                </a:cubicBezTo>
                <a:cubicBezTo>
                  <a:pt x="121" y="175"/>
                  <a:pt x="94" y="184"/>
                  <a:pt x="62" y="201"/>
                </a:cubicBezTo>
                <a:cubicBezTo>
                  <a:pt x="60" y="202"/>
                  <a:pt x="58" y="202"/>
                  <a:pt x="56" y="202"/>
                </a:cubicBezTo>
                <a:cubicBezTo>
                  <a:pt x="53" y="202"/>
                  <a:pt x="50" y="201"/>
                  <a:pt x="48" y="199"/>
                </a:cubicBezTo>
                <a:cubicBezTo>
                  <a:pt x="46" y="197"/>
                  <a:pt x="45" y="194"/>
                  <a:pt x="45" y="191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7"/>
                  <a:pt x="47" y="53"/>
                  <a:pt x="50" y="51"/>
                </a:cubicBezTo>
                <a:cubicBezTo>
                  <a:pt x="53" y="49"/>
                  <a:pt x="57" y="47"/>
                  <a:pt x="64" y="43"/>
                </a:cubicBezTo>
                <a:cubicBezTo>
                  <a:pt x="92" y="29"/>
                  <a:pt x="117" y="22"/>
                  <a:pt x="138" y="22"/>
                </a:cubicBezTo>
                <a:cubicBezTo>
                  <a:pt x="151" y="22"/>
                  <a:pt x="163" y="24"/>
                  <a:pt x="173" y="27"/>
                </a:cubicBezTo>
                <a:cubicBezTo>
                  <a:pt x="184" y="31"/>
                  <a:pt x="197" y="36"/>
                  <a:pt x="212" y="43"/>
                </a:cubicBezTo>
                <a:cubicBezTo>
                  <a:pt x="217" y="45"/>
                  <a:pt x="222" y="46"/>
                  <a:pt x="228" y="46"/>
                </a:cubicBezTo>
                <a:cubicBezTo>
                  <a:pt x="234" y="46"/>
                  <a:pt x="241" y="45"/>
                  <a:pt x="248" y="42"/>
                </a:cubicBezTo>
                <a:cubicBezTo>
                  <a:pt x="256" y="40"/>
                  <a:pt x="262" y="37"/>
                  <a:pt x="268" y="34"/>
                </a:cubicBezTo>
                <a:cubicBezTo>
                  <a:pt x="273" y="31"/>
                  <a:pt x="278" y="28"/>
                  <a:pt x="283" y="26"/>
                </a:cubicBezTo>
                <a:cubicBezTo>
                  <a:pt x="288" y="23"/>
                  <a:pt x="291" y="22"/>
                  <a:pt x="293" y="22"/>
                </a:cubicBezTo>
                <a:cubicBezTo>
                  <a:pt x="296" y="22"/>
                  <a:pt x="298" y="23"/>
                  <a:pt x="301" y="25"/>
                </a:cubicBezTo>
                <a:cubicBezTo>
                  <a:pt x="303" y="28"/>
                  <a:pt x="304" y="30"/>
                  <a:pt x="304" y="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3722688" y="2449513"/>
            <a:ext cx="328613" cy="292100"/>
          </a:xfrm>
          <a:custGeom>
            <a:avLst/>
            <a:gdLst>
              <a:gd name="T0" fmla="*/ 135 w 304"/>
              <a:gd name="T1" fmla="*/ 119 h 270"/>
              <a:gd name="T2" fmla="*/ 67 w 304"/>
              <a:gd name="T3" fmla="*/ 172 h 270"/>
              <a:gd name="T4" fmla="*/ 135 w 304"/>
              <a:gd name="T5" fmla="*/ 79 h 270"/>
              <a:gd name="T6" fmla="*/ 67 w 304"/>
              <a:gd name="T7" fmla="*/ 67 h 270"/>
              <a:gd name="T8" fmla="*/ 135 w 304"/>
              <a:gd name="T9" fmla="*/ 79 h 270"/>
              <a:gd name="T10" fmla="*/ 281 w 304"/>
              <a:gd name="T11" fmla="*/ 129 h 270"/>
              <a:gd name="T12" fmla="*/ 214 w 304"/>
              <a:gd name="T13" fmla="*/ 102 h 270"/>
              <a:gd name="T14" fmla="*/ 201 w 304"/>
              <a:gd name="T15" fmla="*/ 96 h 270"/>
              <a:gd name="T16" fmla="*/ 190 w 304"/>
              <a:gd name="T17" fmla="*/ 90 h 270"/>
              <a:gd name="T18" fmla="*/ 178 w 304"/>
              <a:gd name="T19" fmla="*/ 85 h 270"/>
              <a:gd name="T20" fmla="*/ 165 w 304"/>
              <a:gd name="T21" fmla="*/ 82 h 270"/>
              <a:gd name="T22" fmla="*/ 151 w 304"/>
              <a:gd name="T23" fmla="*/ 80 h 270"/>
              <a:gd name="T24" fmla="*/ 135 w 304"/>
              <a:gd name="T25" fmla="*/ 80 h 270"/>
              <a:gd name="T26" fmla="*/ 138 w 304"/>
              <a:gd name="T27" fmla="*/ 119 h 270"/>
              <a:gd name="T28" fmla="*/ 207 w 304"/>
              <a:gd name="T29" fmla="*/ 138 h 270"/>
              <a:gd name="T30" fmla="*/ 214 w 304"/>
              <a:gd name="T31" fmla="*/ 174 h 270"/>
              <a:gd name="T32" fmla="*/ 281 w 304"/>
              <a:gd name="T33" fmla="*/ 161 h 270"/>
              <a:gd name="T34" fmla="*/ 281 w 304"/>
              <a:gd name="T35" fmla="*/ 53 h 270"/>
              <a:gd name="T36" fmla="*/ 214 w 304"/>
              <a:gd name="T37" fmla="*/ 67 h 270"/>
              <a:gd name="T38" fmla="*/ 281 w 304"/>
              <a:gd name="T39" fmla="*/ 86 h 270"/>
              <a:gd name="T40" fmla="*/ 42 w 304"/>
              <a:gd name="T41" fmla="*/ 33 h 270"/>
              <a:gd name="T42" fmla="*/ 34 w 304"/>
              <a:gd name="T43" fmla="*/ 264 h 270"/>
              <a:gd name="T44" fmla="*/ 28 w 304"/>
              <a:gd name="T45" fmla="*/ 270 h 270"/>
              <a:gd name="T46" fmla="*/ 13 w 304"/>
              <a:gd name="T47" fmla="*/ 268 h 270"/>
              <a:gd name="T48" fmla="*/ 11 w 304"/>
              <a:gd name="T49" fmla="*/ 41 h 270"/>
              <a:gd name="T50" fmla="*/ 0 w 304"/>
              <a:gd name="T51" fmla="*/ 22 h 270"/>
              <a:gd name="T52" fmla="*/ 22 w 304"/>
              <a:gd name="T53" fmla="*/ 0 h 270"/>
              <a:gd name="T54" fmla="*/ 45 w 304"/>
              <a:gd name="T55" fmla="*/ 22 h 270"/>
              <a:gd name="T56" fmla="*/ 304 w 304"/>
              <a:gd name="T57" fmla="*/ 168 h 270"/>
              <a:gd name="T58" fmla="*/ 295 w 304"/>
              <a:gd name="T59" fmla="*/ 179 h 270"/>
              <a:gd name="T60" fmla="*/ 202 w 304"/>
              <a:gd name="T61" fmla="*/ 194 h 270"/>
              <a:gd name="T62" fmla="*/ 180 w 304"/>
              <a:gd name="T63" fmla="*/ 183 h 270"/>
              <a:gd name="T64" fmla="*/ 144 w 304"/>
              <a:gd name="T65" fmla="*/ 175 h 270"/>
              <a:gd name="T66" fmla="*/ 62 w 304"/>
              <a:gd name="T67" fmla="*/ 201 h 270"/>
              <a:gd name="T68" fmla="*/ 51 w 304"/>
              <a:gd name="T69" fmla="*/ 201 h 270"/>
              <a:gd name="T70" fmla="*/ 45 w 304"/>
              <a:gd name="T71" fmla="*/ 60 h 270"/>
              <a:gd name="T72" fmla="*/ 64 w 304"/>
              <a:gd name="T73" fmla="*/ 43 h 270"/>
              <a:gd name="T74" fmla="*/ 111 w 304"/>
              <a:gd name="T75" fmla="*/ 25 h 270"/>
              <a:gd name="T76" fmla="*/ 175 w 304"/>
              <a:gd name="T77" fmla="*/ 28 h 270"/>
              <a:gd name="T78" fmla="*/ 228 w 304"/>
              <a:gd name="T79" fmla="*/ 46 h 270"/>
              <a:gd name="T80" fmla="*/ 288 w 304"/>
              <a:gd name="T81" fmla="*/ 23 h 270"/>
              <a:gd name="T82" fmla="*/ 304 w 304"/>
              <a:gd name="T83" fmla="*/ 3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4" h="270">
                <a:moveTo>
                  <a:pt x="135" y="153"/>
                </a:moveTo>
                <a:cubicBezTo>
                  <a:pt x="135" y="119"/>
                  <a:pt x="135" y="119"/>
                  <a:pt x="135" y="119"/>
                </a:cubicBezTo>
                <a:cubicBezTo>
                  <a:pt x="114" y="121"/>
                  <a:pt x="91" y="128"/>
                  <a:pt x="67" y="140"/>
                </a:cubicBezTo>
                <a:cubicBezTo>
                  <a:pt x="67" y="172"/>
                  <a:pt x="67" y="172"/>
                  <a:pt x="67" y="172"/>
                </a:cubicBezTo>
                <a:cubicBezTo>
                  <a:pt x="91" y="161"/>
                  <a:pt x="114" y="155"/>
                  <a:pt x="135" y="153"/>
                </a:cubicBezTo>
                <a:close/>
                <a:moveTo>
                  <a:pt x="135" y="79"/>
                </a:moveTo>
                <a:cubicBezTo>
                  <a:pt x="135" y="45"/>
                  <a:pt x="135" y="45"/>
                  <a:pt x="135" y="45"/>
                </a:cubicBezTo>
                <a:cubicBezTo>
                  <a:pt x="115" y="46"/>
                  <a:pt x="92" y="53"/>
                  <a:pt x="67" y="67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93" y="87"/>
                  <a:pt x="115" y="80"/>
                  <a:pt x="135" y="79"/>
                </a:cubicBezTo>
                <a:close/>
                <a:moveTo>
                  <a:pt x="281" y="161"/>
                </a:moveTo>
                <a:cubicBezTo>
                  <a:pt x="281" y="129"/>
                  <a:pt x="281" y="129"/>
                  <a:pt x="281" y="129"/>
                </a:cubicBezTo>
                <a:cubicBezTo>
                  <a:pt x="254" y="142"/>
                  <a:pt x="231" y="146"/>
                  <a:pt x="214" y="141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12" y="101"/>
                  <a:pt x="209" y="100"/>
                  <a:pt x="207" y="99"/>
                </a:cubicBezTo>
                <a:cubicBezTo>
                  <a:pt x="206" y="99"/>
                  <a:pt x="204" y="98"/>
                  <a:pt x="201" y="96"/>
                </a:cubicBezTo>
                <a:cubicBezTo>
                  <a:pt x="198" y="94"/>
                  <a:pt x="196" y="93"/>
                  <a:pt x="195" y="93"/>
                </a:cubicBezTo>
                <a:cubicBezTo>
                  <a:pt x="194" y="93"/>
                  <a:pt x="193" y="92"/>
                  <a:pt x="190" y="90"/>
                </a:cubicBezTo>
                <a:cubicBezTo>
                  <a:pt x="187" y="89"/>
                  <a:pt x="185" y="88"/>
                  <a:pt x="184" y="88"/>
                </a:cubicBezTo>
                <a:cubicBezTo>
                  <a:pt x="182" y="87"/>
                  <a:pt x="180" y="86"/>
                  <a:pt x="178" y="85"/>
                </a:cubicBezTo>
                <a:cubicBezTo>
                  <a:pt x="175" y="84"/>
                  <a:pt x="173" y="84"/>
                  <a:pt x="171" y="83"/>
                </a:cubicBezTo>
                <a:cubicBezTo>
                  <a:pt x="170" y="83"/>
                  <a:pt x="168" y="82"/>
                  <a:pt x="165" y="82"/>
                </a:cubicBezTo>
                <a:cubicBezTo>
                  <a:pt x="163" y="81"/>
                  <a:pt x="160" y="81"/>
                  <a:pt x="158" y="80"/>
                </a:cubicBezTo>
                <a:cubicBezTo>
                  <a:pt x="156" y="80"/>
                  <a:pt x="154" y="80"/>
                  <a:pt x="151" y="80"/>
                </a:cubicBezTo>
                <a:cubicBezTo>
                  <a:pt x="149" y="79"/>
                  <a:pt x="146" y="79"/>
                  <a:pt x="144" y="79"/>
                </a:cubicBezTo>
                <a:cubicBezTo>
                  <a:pt x="141" y="79"/>
                  <a:pt x="138" y="79"/>
                  <a:pt x="135" y="80"/>
                </a:cubicBezTo>
                <a:cubicBezTo>
                  <a:pt x="135" y="119"/>
                  <a:pt x="135" y="119"/>
                  <a:pt x="135" y="119"/>
                </a:cubicBezTo>
                <a:cubicBezTo>
                  <a:pt x="138" y="119"/>
                  <a:pt x="138" y="119"/>
                  <a:pt x="138" y="119"/>
                </a:cubicBezTo>
                <a:cubicBezTo>
                  <a:pt x="150" y="119"/>
                  <a:pt x="162" y="121"/>
                  <a:pt x="172" y="124"/>
                </a:cubicBezTo>
                <a:cubicBezTo>
                  <a:pt x="183" y="127"/>
                  <a:pt x="194" y="132"/>
                  <a:pt x="207" y="138"/>
                </a:cubicBezTo>
                <a:cubicBezTo>
                  <a:pt x="209" y="140"/>
                  <a:pt x="212" y="140"/>
                  <a:pt x="214" y="141"/>
                </a:cubicBezTo>
                <a:cubicBezTo>
                  <a:pt x="214" y="174"/>
                  <a:pt x="214" y="174"/>
                  <a:pt x="214" y="174"/>
                </a:cubicBezTo>
                <a:cubicBezTo>
                  <a:pt x="219" y="176"/>
                  <a:pt x="224" y="177"/>
                  <a:pt x="230" y="177"/>
                </a:cubicBezTo>
                <a:cubicBezTo>
                  <a:pt x="244" y="177"/>
                  <a:pt x="261" y="172"/>
                  <a:pt x="281" y="161"/>
                </a:cubicBezTo>
                <a:close/>
                <a:moveTo>
                  <a:pt x="281" y="86"/>
                </a:moveTo>
                <a:cubicBezTo>
                  <a:pt x="281" y="53"/>
                  <a:pt x="281" y="53"/>
                  <a:pt x="281" y="53"/>
                </a:cubicBezTo>
                <a:cubicBezTo>
                  <a:pt x="262" y="63"/>
                  <a:pt x="244" y="69"/>
                  <a:pt x="228" y="69"/>
                </a:cubicBezTo>
                <a:cubicBezTo>
                  <a:pt x="222" y="69"/>
                  <a:pt x="218" y="68"/>
                  <a:pt x="214" y="67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31" y="107"/>
                  <a:pt x="254" y="101"/>
                  <a:pt x="281" y="86"/>
                </a:cubicBezTo>
                <a:close/>
                <a:moveTo>
                  <a:pt x="45" y="22"/>
                </a:moveTo>
                <a:cubicBezTo>
                  <a:pt x="45" y="26"/>
                  <a:pt x="44" y="30"/>
                  <a:pt x="42" y="33"/>
                </a:cubicBezTo>
                <a:cubicBezTo>
                  <a:pt x="40" y="37"/>
                  <a:pt x="37" y="39"/>
                  <a:pt x="34" y="41"/>
                </a:cubicBezTo>
                <a:cubicBezTo>
                  <a:pt x="34" y="264"/>
                  <a:pt x="34" y="264"/>
                  <a:pt x="34" y="264"/>
                </a:cubicBezTo>
                <a:cubicBezTo>
                  <a:pt x="34" y="266"/>
                  <a:pt x="33" y="267"/>
                  <a:pt x="32" y="268"/>
                </a:cubicBezTo>
                <a:cubicBezTo>
                  <a:pt x="31" y="269"/>
                  <a:pt x="30" y="270"/>
                  <a:pt x="28" y="270"/>
                </a:cubicBezTo>
                <a:cubicBezTo>
                  <a:pt x="17" y="270"/>
                  <a:pt x="17" y="270"/>
                  <a:pt x="17" y="270"/>
                </a:cubicBezTo>
                <a:cubicBezTo>
                  <a:pt x="15" y="270"/>
                  <a:pt x="14" y="269"/>
                  <a:pt x="13" y="268"/>
                </a:cubicBezTo>
                <a:cubicBezTo>
                  <a:pt x="12" y="267"/>
                  <a:pt x="11" y="266"/>
                  <a:pt x="11" y="264"/>
                </a:cubicBezTo>
                <a:cubicBezTo>
                  <a:pt x="11" y="41"/>
                  <a:pt x="11" y="41"/>
                  <a:pt x="11" y="41"/>
                </a:cubicBezTo>
                <a:cubicBezTo>
                  <a:pt x="8" y="39"/>
                  <a:pt x="5" y="37"/>
                  <a:pt x="3" y="33"/>
                </a:cubicBezTo>
                <a:cubicBezTo>
                  <a:pt x="1" y="30"/>
                  <a:pt x="0" y="26"/>
                  <a:pt x="0" y="22"/>
                </a:cubicBezTo>
                <a:cubicBezTo>
                  <a:pt x="0" y="16"/>
                  <a:pt x="2" y="11"/>
                  <a:pt x="6" y="6"/>
                </a:cubicBezTo>
                <a:cubicBezTo>
                  <a:pt x="11" y="2"/>
                  <a:pt x="16" y="0"/>
                  <a:pt x="22" y="0"/>
                </a:cubicBezTo>
                <a:cubicBezTo>
                  <a:pt x="29" y="0"/>
                  <a:pt x="34" y="2"/>
                  <a:pt x="38" y="6"/>
                </a:cubicBezTo>
                <a:cubicBezTo>
                  <a:pt x="43" y="11"/>
                  <a:pt x="45" y="16"/>
                  <a:pt x="45" y="22"/>
                </a:cubicBezTo>
                <a:close/>
                <a:moveTo>
                  <a:pt x="304" y="33"/>
                </a:moveTo>
                <a:cubicBezTo>
                  <a:pt x="304" y="168"/>
                  <a:pt x="304" y="168"/>
                  <a:pt x="304" y="168"/>
                </a:cubicBezTo>
                <a:cubicBezTo>
                  <a:pt x="304" y="172"/>
                  <a:pt x="302" y="176"/>
                  <a:pt x="298" y="178"/>
                </a:cubicBezTo>
                <a:cubicBezTo>
                  <a:pt x="297" y="178"/>
                  <a:pt x="296" y="179"/>
                  <a:pt x="295" y="179"/>
                </a:cubicBezTo>
                <a:cubicBezTo>
                  <a:pt x="269" y="193"/>
                  <a:pt x="248" y="200"/>
                  <a:pt x="230" y="200"/>
                </a:cubicBezTo>
                <a:cubicBezTo>
                  <a:pt x="220" y="200"/>
                  <a:pt x="210" y="198"/>
                  <a:pt x="202" y="194"/>
                </a:cubicBezTo>
                <a:cubicBezTo>
                  <a:pt x="197" y="191"/>
                  <a:pt x="197" y="191"/>
                  <a:pt x="197" y="191"/>
                </a:cubicBezTo>
                <a:cubicBezTo>
                  <a:pt x="190" y="187"/>
                  <a:pt x="184" y="184"/>
                  <a:pt x="180" y="183"/>
                </a:cubicBezTo>
                <a:cubicBezTo>
                  <a:pt x="176" y="181"/>
                  <a:pt x="170" y="179"/>
                  <a:pt x="164" y="178"/>
                </a:cubicBezTo>
                <a:cubicBezTo>
                  <a:pt x="157" y="176"/>
                  <a:pt x="150" y="175"/>
                  <a:pt x="144" y="175"/>
                </a:cubicBezTo>
                <a:cubicBezTo>
                  <a:pt x="132" y="175"/>
                  <a:pt x="118" y="178"/>
                  <a:pt x="102" y="183"/>
                </a:cubicBezTo>
                <a:cubicBezTo>
                  <a:pt x="87" y="188"/>
                  <a:pt x="73" y="194"/>
                  <a:pt x="62" y="201"/>
                </a:cubicBezTo>
                <a:cubicBezTo>
                  <a:pt x="60" y="202"/>
                  <a:pt x="58" y="202"/>
                  <a:pt x="56" y="202"/>
                </a:cubicBezTo>
                <a:cubicBezTo>
                  <a:pt x="54" y="202"/>
                  <a:pt x="52" y="202"/>
                  <a:pt x="51" y="201"/>
                </a:cubicBezTo>
                <a:cubicBezTo>
                  <a:pt x="47" y="199"/>
                  <a:pt x="45" y="195"/>
                  <a:pt x="45" y="191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6"/>
                  <a:pt x="47" y="53"/>
                  <a:pt x="50" y="51"/>
                </a:cubicBezTo>
                <a:cubicBezTo>
                  <a:pt x="54" y="48"/>
                  <a:pt x="59" y="46"/>
                  <a:pt x="64" y="43"/>
                </a:cubicBezTo>
                <a:cubicBezTo>
                  <a:pt x="69" y="41"/>
                  <a:pt x="76" y="38"/>
                  <a:pt x="84" y="34"/>
                </a:cubicBezTo>
                <a:cubicBezTo>
                  <a:pt x="92" y="31"/>
                  <a:pt x="101" y="28"/>
                  <a:pt x="111" y="25"/>
                </a:cubicBezTo>
                <a:cubicBezTo>
                  <a:pt x="121" y="23"/>
                  <a:pt x="130" y="22"/>
                  <a:pt x="138" y="22"/>
                </a:cubicBezTo>
                <a:cubicBezTo>
                  <a:pt x="151" y="22"/>
                  <a:pt x="164" y="24"/>
                  <a:pt x="175" y="28"/>
                </a:cubicBezTo>
                <a:cubicBezTo>
                  <a:pt x="187" y="31"/>
                  <a:pt x="199" y="36"/>
                  <a:pt x="212" y="43"/>
                </a:cubicBezTo>
                <a:cubicBezTo>
                  <a:pt x="216" y="45"/>
                  <a:pt x="222" y="46"/>
                  <a:pt x="228" y="46"/>
                </a:cubicBezTo>
                <a:cubicBezTo>
                  <a:pt x="242" y="46"/>
                  <a:pt x="260" y="39"/>
                  <a:pt x="282" y="26"/>
                </a:cubicBezTo>
                <a:cubicBezTo>
                  <a:pt x="285" y="25"/>
                  <a:pt x="287" y="24"/>
                  <a:pt x="288" y="23"/>
                </a:cubicBezTo>
                <a:cubicBezTo>
                  <a:pt x="291" y="21"/>
                  <a:pt x="295" y="22"/>
                  <a:pt x="299" y="24"/>
                </a:cubicBezTo>
                <a:cubicBezTo>
                  <a:pt x="302" y="26"/>
                  <a:pt x="304" y="29"/>
                  <a:pt x="304" y="3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703263" y="2881313"/>
            <a:ext cx="328613" cy="292100"/>
          </a:xfrm>
          <a:custGeom>
            <a:avLst/>
            <a:gdLst>
              <a:gd name="T0" fmla="*/ 281 w 304"/>
              <a:gd name="T1" fmla="*/ 162 h 271"/>
              <a:gd name="T2" fmla="*/ 281 w 304"/>
              <a:gd name="T3" fmla="*/ 53 h 271"/>
              <a:gd name="T4" fmla="*/ 228 w 304"/>
              <a:gd name="T5" fmla="*/ 69 h 271"/>
              <a:gd name="T6" fmla="*/ 202 w 304"/>
              <a:gd name="T7" fmla="*/ 64 h 271"/>
              <a:gd name="T8" fmla="*/ 170 w 304"/>
              <a:gd name="T9" fmla="*/ 50 h 271"/>
              <a:gd name="T10" fmla="*/ 138 w 304"/>
              <a:gd name="T11" fmla="*/ 45 h 271"/>
              <a:gd name="T12" fmla="*/ 67 w 304"/>
              <a:gd name="T13" fmla="*/ 68 h 271"/>
              <a:gd name="T14" fmla="*/ 67 w 304"/>
              <a:gd name="T15" fmla="*/ 173 h 271"/>
              <a:gd name="T16" fmla="*/ 144 w 304"/>
              <a:gd name="T17" fmla="*/ 153 h 271"/>
              <a:gd name="T18" fmla="*/ 162 w 304"/>
              <a:gd name="T19" fmla="*/ 155 h 271"/>
              <a:gd name="T20" fmla="*/ 179 w 304"/>
              <a:gd name="T21" fmla="*/ 159 h 271"/>
              <a:gd name="T22" fmla="*/ 193 w 304"/>
              <a:gd name="T23" fmla="*/ 165 h 271"/>
              <a:gd name="T24" fmla="*/ 207 w 304"/>
              <a:gd name="T25" fmla="*/ 172 h 271"/>
              <a:gd name="T26" fmla="*/ 212 w 304"/>
              <a:gd name="T27" fmla="*/ 174 h 271"/>
              <a:gd name="T28" fmla="*/ 230 w 304"/>
              <a:gd name="T29" fmla="*/ 178 h 271"/>
              <a:gd name="T30" fmla="*/ 281 w 304"/>
              <a:gd name="T31" fmla="*/ 162 h 271"/>
              <a:gd name="T32" fmla="*/ 45 w 304"/>
              <a:gd name="T33" fmla="*/ 23 h 271"/>
              <a:gd name="T34" fmla="*/ 42 w 304"/>
              <a:gd name="T35" fmla="*/ 34 h 271"/>
              <a:gd name="T36" fmla="*/ 34 w 304"/>
              <a:gd name="T37" fmla="*/ 42 h 271"/>
              <a:gd name="T38" fmla="*/ 34 w 304"/>
              <a:gd name="T39" fmla="*/ 265 h 271"/>
              <a:gd name="T40" fmla="*/ 32 w 304"/>
              <a:gd name="T41" fmla="*/ 269 h 271"/>
              <a:gd name="T42" fmla="*/ 28 w 304"/>
              <a:gd name="T43" fmla="*/ 271 h 271"/>
              <a:gd name="T44" fmla="*/ 17 w 304"/>
              <a:gd name="T45" fmla="*/ 271 h 271"/>
              <a:gd name="T46" fmla="*/ 13 w 304"/>
              <a:gd name="T47" fmla="*/ 269 h 271"/>
              <a:gd name="T48" fmla="*/ 11 w 304"/>
              <a:gd name="T49" fmla="*/ 265 h 271"/>
              <a:gd name="T50" fmla="*/ 11 w 304"/>
              <a:gd name="T51" fmla="*/ 42 h 271"/>
              <a:gd name="T52" fmla="*/ 3 w 304"/>
              <a:gd name="T53" fmla="*/ 34 h 271"/>
              <a:gd name="T54" fmla="*/ 0 w 304"/>
              <a:gd name="T55" fmla="*/ 23 h 271"/>
              <a:gd name="T56" fmla="*/ 6 w 304"/>
              <a:gd name="T57" fmla="*/ 7 h 271"/>
              <a:gd name="T58" fmla="*/ 22 w 304"/>
              <a:gd name="T59" fmla="*/ 0 h 271"/>
              <a:gd name="T60" fmla="*/ 38 w 304"/>
              <a:gd name="T61" fmla="*/ 7 h 271"/>
              <a:gd name="T62" fmla="*/ 45 w 304"/>
              <a:gd name="T63" fmla="*/ 23 h 271"/>
              <a:gd name="T64" fmla="*/ 304 w 304"/>
              <a:gd name="T65" fmla="*/ 34 h 271"/>
              <a:gd name="T66" fmla="*/ 304 w 304"/>
              <a:gd name="T67" fmla="*/ 168 h 271"/>
              <a:gd name="T68" fmla="*/ 298 w 304"/>
              <a:gd name="T69" fmla="*/ 178 h 271"/>
              <a:gd name="T70" fmla="*/ 295 w 304"/>
              <a:gd name="T71" fmla="*/ 180 h 271"/>
              <a:gd name="T72" fmla="*/ 230 w 304"/>
              <a:gd name="T73" fmla="*/ 200 h 271"/>
              <a:gd name="T74" fmla="*/ 202 w 304"/>
              <a:gd name="T75" fmla="*/ 194 h 271"/>
              <a:gd name="T76" fmla="*/ 197 w 304"/>
              <a:gd name="T77" fmla="*/ 192 h 271"/>
              <a:gd name="T78" fmla="*/ 180 w 304"/>
              <a:gd name="T79" fmla="*/ 183 h 271"/>
              <a:gd name="T80" fmla="*/ 164 w 304"/>
              <a:gd name="T81" fmla="*/ 178 h 271"/>
              <a:gd name="T82" fmla="*/ 144 w 304"/>
              <a:gd name="T83" fmla="*/ 176 h 271"/>
              <a:gd name="T84" fmla="*/ 102 w 304"/>
              <a:gd name="T85" fmla="*/ 183 h 271"/>
              <a:gd name="T86" fmla="*/ 62 w 304"/>
              <a:gd name="T87" fmla="*/ 201 h 271"/>
              <a:gd name="T88" fmla="*/ 56 w 304"/>
              <a:gd name="T89" fmla="*/ 203 h 271"/>
              <a:gd name="T90" fmla="*/ 50 w 304"/>
              <a:gd name="T91" fmla="*/ 202 h 271"/>
              <a:gd name="T92" fmla="*/ 45 w 304"/>
              <a:gd name="T93" fmla="*/ 192 h 271"/>
              <a:gd name="T94" fmla="*/ 45 w 304"/>
              <a:gd name="T95" fmla="*/ 61 h 271"/>
              <a:gd name="T96" fmla="*/ 50 w 304"/>
              <a:gd name="T97" fmla="*/ 51 h 271"/>
              <a:gd name="T98" fmla="*/ 64 w 304"/>
              <a:gd name="T99" fmla="*/ 44 h 271"/>
              <a:gd name="T100" fmla="*/ 84 w 304"/>
              <a:gd name="T101" fmla="*/ 35 h 271"/>
              <a:gd name="T102" fmla="*/ 111 w 304"/>
              <a:gd name="T103" fmla="*/ 26 h 271"/>
              <a:gd name="T104" fmla="*/ 138 w 304"/>
              <a:gd name="T105" fmla="*/ 23 h 271"/>
              <a:gd name="T106" fmla="*/ 175 w 304"/>
              <a:gd name="T107" fmla="*/ 28 h 271"/>
              <a:gd name="T108" fmla="*/ 212 w 304"/>
              <a:gd name="T109" fmla="*/ 43 h 271"/>
              <a:gd name="T110" fmla="*/ 228 w 304"/>
              <a:gd name="T111" fmla="*/ 47 h 271"/>
              <a:gd name="T112" fmla="*/ 282 w 304"/>
              <a:gd name="T113" fmla="*/ 27 h 271"/>
              <a:gd name="T114" fmla="*/ 288 w 304"/>
              <a:gd name="T115" fmla="*/ 24 h 271"/>
              <a:gd name="T116" fmla="*/ 298 w 304"/>
              <a:gd name="T117" fmla="*/ 24 h 271"/>
              <a:gd name="T118" fmla="*/ 304 w 304"/>
              <a:gd name="T119" fmla="*/ 34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04" h="271">
                <a:moveTo>
                  <a:pt x="281" y="162"/>
                </a:moveTo>
                <a:cubicBezTo>
                  <a:pt x="281" y="53"/>
                  <a:pt x="281" y="53"/>
                  <a:pt x="281" y="53"/>
                </a:cubicBezTo>
                <a:cubicBezTo>
                  <a:pt x="262" y="64"/>
                  <a:pt x="244" y="69"/>
                  <a:pt x="228" y="69"/>
                </a:cubicBezTo>
                <a:cubicBezTo>
                  <a:pt x="218" y="69"/>
                  <a:pt x="209" y="67"/>
                  <a:pt x="202" y="64"/>
                </a:cubicBezTo>
                <a:cubicBezTo>
                  <a:pt x="190" y="58"/>
                  <a:pt x="179" y="53"/>
                  <a:pt x="170" y="50"/>
                </a:cubicBezTo>
                <a:cubicBezTo>
                  <a:pt x="160" y="47"/>
                  <a:pt x="149" y="45"/>
                  <a:pt x="138" y="45"/>
                </a:cubicBezTo>
                <a:cubicBezTo>
                  <a:pt x="118" y="45"/>
                  <a:pt x="94" y="53"/>
                  <a:pt x="67" y="68"/>
                </a:cubicBezTo>
                <a:cubicBezTo>
                  <a:pt x="67" y="173"/>
                  <a:pt x="67" y="173"/>
                  <a:pt x="67" y="173"/>
                </a:cubicBezTo>
                <a:cubicBezTo>
                  <a:pt x="96" y="160"/>
                  <a:pt x="121" y="153"/>
                  <a:pt x="144" y="153"/>
                </a:cubicBezTo>
                <a:cubicBezTo>
                  <a:pt x="150" y="153"/>
                  <a:pt x="156" y="154"/>
                  <a:pt x="162" y="155"/>
                </a:cubicBezTo>
                <a:cubicBezTo>
                  <a:pt x="167" y="155"/>
                  <a:pt x="173" y="157"/>
                  <a:pt x="179" y="159"/>
                </a:cubicBezTo>
                <a:cubicBezTo>
                  <a:pt x="185" y="161"/>
                  <a:pt x="189" y="163"/>
                  <a:pt x="193" y="165"/>
                </a:cubicBezTo>
                <a:cubicBezTo>
                  <a:pt x="196" y="166"/>
                  <a:pt x="201" y="168"/>
                  <a:pt x="207" y="172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17" y="177"/>
                  <a:pt x="223" y="178"/>
                  <a:pt x="230" y="178"/>
                </a:cubicBezTo>
                <a:cubicBezTo>
                  <a:pt x="244" y="178"/>
                  <a:pt x="261" y="172"/>
                  <a:pt x="281" y="162"/>
                </a:cubicBezTo>
                <a:close/>
                <a:moveTo>
                  <a:pt x="45" y="23"/>
                </a:moveTo>
                <a:cubicBezTo>
                  <a:pt x="45" y="27"/>
                  <a:pt x="44" y="31"/>
                  <a:pt x="42" y="34"/>
                </a:cubicBezTo>
                <a:cubicBezTo>
                  <a:pt x="40" y="37"/>
                  <a:pt x="37" y="40"/>
                  <a:pt x="34" y="42"/>
                </a:cubicBezTo>
                <a:cubicBezTo>
                  <a:pt x="34" y="265"/>
                  <a:pt x="34" y="265"/>
                  <a:pt x="34" y="265"/>
                </a:cubicBezTo>
                <a:cubicBezTo>
                  <a:pt x="34" y="267"/>
                  <a:pt x="33" y="268"/>
                  <a:pt x="32" y="269"/>
                </a:cubicBezTo>
                <a:cubicBezTo>
                  <a:pt x="31" y="270"/>
                  <a:pt x="30" y="271"/>
                  <a:pt x="28" y="271"/>
                </a:cubicBezTo>
                <a:cubicBezTo>
                  <a:pt x="17" y="271"/>
                  <a:pt x="17" y="271"/>
                  <a:pt x="17" y="271"/>
                </a:cubicBezTo>
                <a:cubicBezTo>
                  <a:pt x="15" y="271"/>
                  <a:pt x="14" y="270"/>
                  <a:pt x="13" y="269"/>
                </a:cubicBezTo>
                <a:cubicBezTo>
                  <a:pt x="12" y="268"/>
                  <a:pt x="11" y="267"/>
                  <a:pt x="11" y="265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0"/>
                  <a:pt x="5" y="37"/>
                  <a:pt x="3" y="34"/>
                </a:cubicBezTo>
                <a:cubicBezTo>
                  <a:pt x="1" y="31"/>
                  <a:pt x="0" y="27"/>
                  <a:pt x="0" y="23"/>
                </a:cubicBezTo>
                <a:cubicBezTo>
                  <a:pt x="0" y="17"/>
                  <a:pt x="2" y="11"/>
                  <a:pt x="6" y="7"/>
                </a:cubicBezTo>
                <a:cubicBezTo>
                  <a:pt x="11" y="2"/>
                  <a:pt x="16" y="0"/>
                  <a:pt x="22" y="0"/>
                </a:cubicBezTo>
                <a:cubicBezTo>
                  <a:pt x="28" y="0"/>
                  <a:pt x="34" y="2"/>
                  <a:pt x="38" y="7"/>
                </a:cubicBezTo>
                <a:cubicBezTo>
                  <a:pt x="43" y="11"/>
                  <a:pt x="45" y="17"/>
                  <a:pt x="45" y="23"/>
                </a:cubicBezTo>
                <a:close/>
                <a:moveTo>
                  <a:pt x="304" y="34"/>
                </a:moveTo>
                <a:cubicBezTo>
                  <a:pt x="304" y="168"/>
                  <a:pt x="304" y="168"/>
                  <a:pt x="304" y="168"/>
                </a:cubicBezTo>
                <a:cubicBezTo>
                  <a:pt x="304" y="173"/>
                  <a:pt x="302" y="176"/>
                  <a:pt x="298" y="178"/>
                </a:cubicBezTo>
                <a:cubicBezTo>
                  <a:pt x="297" y="179"/>
                  <a:pt x="296" y="179"/>
                  <a:pt x="295" y="180"/>
                </a:cubicBezTo>
                <a:cubicBezTo>
                  <a:pt x="269" y="194"/>
                  <a:pt x="248" y="200"/>
                  <a:pt x="230" y="200"/>
                </a:cubicBezTo>
                <a:cubicBezTo>
                  <a:pt x="219" y="200"/>
                  <a:pt x="210" y="198"/>
                  <a:pt x="202" y="194"/>
                </a:cubicBezTo>
                <a:cubicBezTo>
                  <a:pt x="197" y="192"/>
                  <a:pt x="197" y="192"/>
                  <a:pt x="197" y="192"/>
                </a:cubicBezTo>
                <a:cubicBezTo>
                  <a:pt x="190" y="188"/>
                  <a:pt x="184" y="185"/>
                  <a:pt x="180" y="183"/>
                </a:cubicBezTo>
                <a:cubicBezTo>
                  <a:pt x="176" y="182"/>
                  <a:pt x="170" y="180"/>
                  <a:pt x="164" y="178"/>
                </a:cubicBezTo>
                <a:cubicBezTo>
                  <a:pt x="157" y="177"/>
                  <a:pt x="150" y="176"/>
                  <a:pt x="144" y="176"/>
                </a:cubicBezTo>
                <a:cubicBezTo>
                  <a:pt x="132" y="176"/>
                  <a:pt x="118" y="178"/>
                  <a:pt x="102" y="183"/>
                </a:cubicBezTo>
                <a:cubicBezTo>
                  <a:pt x="86" y="189"/>
                  <a:pt x="73" y="195"/>
                  <a:pt x="62" y="201"/>
                </a:cubicBezTo>
                <a:cubicBezTo>
                  <a:pt x="60" y="202"/>
                  <a:pt x="58" y="203"/>
                  <a:pt x="56" y="203"/>
                </a:cubicBezTo>
                <a:cubicBezTo>
                  <a:pt x="54" y="203"/>
                  <a:pt x="52" y="203"/>
                  <a:pt x="50" y="202"/>
                </a:cubicBezTo>
                <a:cubicBezTo>
                  <a:pt x="47" y="199"/>
                  <a:pt x="45" y="196"/>
                  <a:pt x="45" y="192"/>
                </a:cubicBezTo>
                <a:cubicBezTo>
                  <a:pt x="45" y="61"/>
                  <a:pt x="45" y="61"/>
                  <a:pt x="45" y="61"/>
                </a:cubicBezTo>
                <a:cubicBezTo>
                  <a:pt x="45" y="57"/>
                  <a:pt x="47" y="54"/>
                  <a:pt x="50" y="51"/>
                </a:cubicBezTo>
                <a:cubicBezTo>
                  <a:pt x="54" y="49"/>
                  <a:pt x="59" y="46"/>
                  <a:pt x="64" y="44"/>
                </a:cubicBezTo>
                <a:cubicBezTo>
                  <a:pt x="69" y="41"/>
                  <a:pt x="76" y="38"/>
                  <a:pt x="84" y="35"/>
                </a:cubicBezTo>
                <a:cubicBezTo>
                  <a:pt x="92" y="31"/>
                  <a:pt x="101" y="28"/>
                  <a:pt x="111" y="26"/>
                </a:cubicBezTo>
                <a:cubicBezTo>
                  <a:pt x="121" y="24"/>
                  <a:pt x="130" y="23"/>
                  <a:pt x="138" y="23"/>
                </a:cubicBezTo>
                <a:cubicBezTo>
                  <a:pt x="151" y="23"/>
                  <a:pt x="164" y="25"/>
                  <a:pt x="175" y="28"/>
                </a:cubicBezTo>
                <a:cubicBezTo>
                  <a:pt x="186" y="32"/>
                  <a:pt x="199" y="37"/>
                  <a:pt x="212" y="43"/>
                </a:cubicBezTo>
                <a:cubicBezTo>
                  <a:pt x="216" y="46"/>
                  <a:pt x="222" y="47"/>
                  <a:pt x="228" y="47"/>
                </a:cubicBezTo>
                <a:cubicBezTo>
                  <a:pt x="242" y="47"/>
                  <a:pt x="260" y="40"/>
                  <a:pt x="282" y="27"/>
                </a:cubicBezTo>
                <a:cubicBezTo>
                  <a:pt x="285" y="26"/>
                  <a:pt x="287" y="25"/>
                  <a:pt x="288" y="24"/>
                </a:cubicBezTo>
                <a:cubicBezTo>
                  <a:pt x="291" y="22"/>
                  <a:pt x="295" y="22"/>
                  <a:pt x="298" y="24"/>
                </a:cubicBezTo>
                <a:cubicBezTo>
                  <a:pt x="302" y="27"/>
                  <a:pt x="304" y="30"/>
                  <a:pt x="304" y="3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1158876" y="2881313"/>
            <a:ext cx="280988" cy="292100"/>
          </a:xfrm>
          <a:custGeom>
            <a:avLst/>
            <a:gdLst>
              <a:gd name="T0" fmla="*/ 253 w 261"/>
              <a:gd name="T1" fmla="*/ 233 h 271"/>
              <a:gd name="T2" fmla="*/ 257 w 261"/>
              <a:gd name="T3" fmla="*/ 259 h 271"/>
              <a:gd name="T4" fmla="*/ 232 w 261"/>
              <a:gd name="T5" fmla="*/ 271 h 271"/>
              <a:gd name="T6" fmla="*/ 29 w 261"/>
              <a:gd name="T7" fmla="*/ 271 h 271"/>
              <a:gd name="T8" fmla="*/ 4 w 261"/>
              <a:gd name="T9" fmla="*/ 259 h 271"/>
              <a:gd name="T10" fmla="*/ 8 w 261"/>
              <a:gd name="T11" fmla="*/ 233 h 271"/>
              <a:gd name="T12" fmla="*/ 97 w 261"/>
              <a:gd name="T13" fmla="*/ 93 h 271"/>
              <a:gd name="T14" fmla="*/ 97 w 261"/>
              <a:gd name="T15" fmla="*/ 23 h 271"/>
              <a:gd name="T16" fmla="*/ 85 w 261"/>
              <a:gd name="T17" fmla="*/ 23 h 271"/>
              <a:gd name="T18" fmla="*/ 77 w 261"/>
              <a:gd name="T19" fmla="*/ 19 h 271"/>
              <a:gd name="T20" fmla="*/ 74 w 261"/>
              <a:gd name="T21" fmla="*/ 11 h 271"/>
              <a:gd name="T22" fmla="*/ 77 w 261"/>
              <a:gd name="T23" fmla="*/ 4 h 271"/>
              <a:gd name="T24" fmla="*/ 85 w 261"/>
              <a:gd name="T25" fmla="*/ 0 h 271"/>
              <a:gd name="T26" fmla="*/ 176 w 261"/>
              <a:gd name="T27" fmla="*/ 0 h 271"/>
              <a:gd name="T28" fmla="*/ 183 w 261"/>
              <a:gd name="T29" fmla="*/ 4 h 271"/>
              <a:gd name="T30" fmla="*/ 187 w 261"/>
              <a:gd name="T31" fmla="*/ 11 h 271"/>
              <a:gd name="T32" fmla="*/ 183 w 261"/>
              <a:gd name="T33" fmla="*/ 19 h 271"/>
              <a:gd name="T34" fmla="*/ 176 w 261"/>
              <a:gd name="T35" fmla="*/ 23 h 271"/>
              <a:gd name="T36" fmla="*/ 164 w 261"/>
              <a:gd name="T37" fmla="*/ 23 h 271"/>
              <a:gd name="T38" fmla="*/ 164 w 261"/>
              <a:gd name="T39" fmla="*/ 93 h 271"/>
              <a:gd name="T40" fmla="*/ 253 w 261"/>
              <a:gd name="T41" fmla="*/ 233 h 271"/>
              <a:gd name="T42" fmla="*/ 116 w 261"/>
              <a:gd name="T43" fmla="*/ 105 h 271"/>
              <a:gd name="T44" fmla="*/ 68 w 261"/>
              <a:gd name="T45" fmla="*/ 180 h 271"/>
              <a:gd name="T46" fmla="*/ 193 w 261"/>
              <a:gd name="T47" fmla="*/ 180 h 271"/>
              <a:gd name="T48" fmla="*/ 145 w 261"/>
              <a:gd name="T49" fmla="*/ 105 h 271"/>
              <a:gd name="T50" fmla="*/ 142 w 261"/>
              <a:gd name="T51" fmla="*/ 100 h 271"/>
              <a:gd name="T52" fmla="*/ 142 w 261"/>
              <a:gd name="T53" fmla="*/ 23 h 271"/>
              <a:gd name="T54" fmla="*/ 119 w 261"/>
              <a:gd name="T55" fmla="*/ 23 h 271"/>
              <a:gd name="T56" fmla="*/ 119 w 261"/>
              <a:gd name="T57" fmla="*/ 100 h 271"/>
              <a:gd name="T58" fmla="*/ 116 w 261"/>
              <a:gd name="T59" fmla="*/ 105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61" h="271">
                <a:moveTo>
                  <a:pt x="253" y="233"/>
                </a:moveTo>
                <a:cubicBezTo>
                  <a:pt x="259" y="243"/>
                  <a:pt x="261" y="252"/>
                  <a:pt x="257" y="259"/>
                </a:cubicBezTo>
                <a:cubicBezTo>
                  <a:pt x="253" y="267"/>
                  <a:pt x="244" y="271"/>
                  <a:pt x="232" y="271"/>
                </a:cubicBezTo>
                <a:cubicBezTo>
                  <a:pt x="29" y="271"/>
                  <a:pt x="29" y="271"/>
                  <a:pt x="29" y="271"/>
                </a:cubicBezTo>
                <a:cubicBezTo>
                  <a:pt x="17" y="271"/>
                  <a:pt x="8" y="267"/>
                  <a:pt x="4" y="259"/>
                </a:cubicBezTo>
                <a:cubicBezTo>
                  <a:pt x="0" y="252"/>
                  <a:pt x="2" y="243"/>
                  <a:pt x="8" y="233"/>
                </a:cubicBezTo>
                <a:cubicBezTo>
                  <a:pt x="97" y="93"/>
                  <a:pt x="97" y="93"/>
                  <a:pt x="97" y="93"/>
                </a:cubicBezTo>
                <a:cubicBezTo>
                  <a:pt x="97" y="23"/>
                  <a:pt x="97" y="23"/>
                  <a:pt x="97" y="23"/>
                </a:cubicBezTo>
                <a:cubicBezTo>
                  <a:pt x="85" y="23"/>
                  <a:pt x="85" y="23"/>
                  <a:pt x="85" y="23"/>
                </a:cubicBezTo>
                <a:cubicBezTo>
                  <a:pt x="82" y="23"/>
                  <a:pt x="80" y="22"/>
                  <a:pt x="77" y="19"/>
                </a:cubicBezTo>
                <a:cubicBezTo>
                  <a:pt x="75" y="17"/>
                  <a:pt x="74" y="15"/>
                  <a:pt x="74" y="11"/>
                </a:cubicBezTo>
                <a:cubicBezTo>
                  <a:pt x="74" y="8"/>
                  <a:pt x="75" y="6"/>
                  <a:pt x="77" y="4"/>
                </a:cubicBezTo>
                <a:cubicBezTo>
                  <a:pt x="80" y="1"/>
                  <a:pt x="82" y="0"/>
                  <a:pt x="85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9" y="0"/>
                  <a:pt x="181" y="1"/>
                  <a:pt x="183" y="4"/>
                </a:cubicBezTo>
                <a:cubicBezTo>
                  <a:pt x="186" y="6"/>
                  <a:pt x="187" y="8"/>
                  <a:pt x="187" y="11"/>
                </a:cubicBezTo>
                <a:cubicBezTo>
                  <a:pt x="187" y="15"/>
                  <a:pt x="186" y="17"/>
                  <a:pt x="183" y="19"/>
                </a:cubicBezTo>
                <a:cubicBezTo>
                  <a:pt x="181" y="22"/>
                  <a:pt x="179" y="23"/>
                  <a:pt x="176" y="23"/>
                </a:cubicBezTo>
                <a:cubicBezTo>
                  <a:pt x="164" y="23"/>
                  <a:pt x="164" y="23"/>
                  <a:pt x="164" y="23"/>
                </a:cubicBezTo>
                <a:cubicBezTo>
                  <a:pt x="164" y="93"/>
                  <a:pt x="164" y="93"/>
                  <a:pt x="164" y="93"/>
                </a:cubicBezTo>
                <a:lnTo>
                  <a:pt x="253" y="233"/>
                </a:lnTo>
                <a:close/>
                <a:moveTo>
                  <a:pt x="116" y="105"/>
                </a:moveTo>
                <a:cubicBezTo>
                  <a:pt x="68" y="180"/>
                  <a:pt x="68" y="180"/>
                  <a:pt x="68" y="180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19" y="100"/>
                  <a:pt x="119" y="100"/>
                  <a:pt x="119" y="100"/>
                </a:cubicBezTo>
                <a:lnTo>
                  <a:pt x="116" y="10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2016126" y="2881313"/>
            <a:ext cx="292100" cy="292100"/>
          </a:xfrm>
          <a:custGeom>
            <a:avLst/>
            <a:gdLst>
              <a:gd name="T0" fmla="*/ 219 w 270"/>
              <a:gd name="T1" fmla="*/ 0 h 271"/>
              <a:gd name="T2" fmla="*/ 255 w 270"/>
              <a:gd name="T3" fmla="*/ 15 h 271"/>
              <a:gd name="T4" fmla="*/ 270 w 270"/>
              <a:gd name="T5" fmla="*/ 51 h 271"/>
              <a:gd name="T6" fmla="*/ 270 w 270"/>
              <a:gd name="T7" fmla="*/ 220 h 271"/>
              <a:gd name="T8" fmla="*/ 255 w 270"/>
              <a:gd name="T9" fmla="*/ 256 h 271"/>
              <a:gd name="T10" fmla="*/ 219 w 270"/>
              <a:gd name="T11" fmla="*/ 271 h 271"/>
              <a:gd name="T12" fmla="*/ 50 w 270"/>
              <a:gd name="T13" fmla="*/ 271 h 271"/>
              <a:gd name="T14" fmla="*/ 14 w 270"/>
              <a:gd name="T15" fmla="*/ 256 h 271"/>
              <a:gd name="T16" fmla="*/ 0 w 270"/>
              <a:gd name="T17" fmla="*/ 220 h 271"/>
              <a:gd name="T18" fmla="*/ 0 w 270"/>
              <a:gd name="T19" fmla="*/ 51 h 271"/>
              <a:gd name="T20" fmla="*/ 14 w 270"/>
              <a:gd name="T21" fmla="*/ 15 h 271"/>
              <a:gd name="T22" fmla="*/ 50 w 270"/>
              <a:gd name="T23" fmla="*/ 0 h 271"/>
              <a:gd name="T24" fmla="*/ 219 w 270"/>
              <a:gd name="T25" fmla="*/ 0 h 271"/>
              <a:gd name="T26" fmla="*/ 123 w 270"/>
              <a:gd name="T27" fmla="*/ 135 h 271"/>
              <a:gd name="T28" fmla="*/ 112 w 270"/>
              <a:gd name="T29" fmla="*/ 109 h 271"/>
              <a:gd name="T30" fmla="*/ 85 w 270"/>
              <a:gd name="T31" fmla="*/ 98 h 271"/>
              <a:gd name="T32" fmla="*/ 59 w 270"/>
              <a:gd name="T33" fmla="*/ 109 h 271"/>
              <a:gd name="T34" fmla="*/ 48 w 270"/>
              <a:gd name="T35" fmla="*/ 135 h 271"/>
              <a:gd name="T36" fmla="*/ 59 w 270"/>
              <a:gd name="T37" fmla="*/ 162 h 271"/>
              <a:gd name="T38" fmla="*/ 85 w 270"/>
              <a:gd name="T39" fmla="*/ 173 h 271"/>
              <a:gd name="T40" fmla="*/ 112 w 270"/>
              <a:gd name="T41" fmla="*/ 162 h 271"/>
              <a:gd name="T42" fmla="*/ 123 w 270"/>
              <a:gd name="T43" fmla="*/ 135 h 271"/>
              <a:gd name="T44" fmla="*/ 222 w 270"/>
              <a:gd name="T45" fmla="*/ 135 h 271"/>
              <a:gd name="T46" fmla="*/ 211 w 270"/>
              <a:gd name="T47" fmla="*/ 109 h 271"/>
              <a:gd name="T48" fmla="*/ 184 w 270"/>
              <a:gd name="T49" fmla="*/ 98 h 271"/>
              <a:gd name="T50" fmla="*/ 158 w 270"/>
              <a:gd name="T51" fmla="*/ 109 h 271"/>
              <a:gd name="T52" fmla="*/ 147 w 270"/>
              <a:gd name="T53" fmla="*/ 135 h 271"/>
              <a:gd name="T54" fmla="*/ 158 w 270"/>
              <a:gd name="T55" fmla="*/ 162 h 271"/>
              <a:gd name="T56" fmla="*/ 184 w 270"/>
              <a:gd name="T57" fmla="*/ 173 h 271"/>
              <a:gd name="T58" fmla="*/ 211 w 270"/>
              <a:gd name="T59" fmla="*/ 162 h 271"/>
              <a:gd name="T60" fmla="*/ 222 w 270"/>
              <a:gd name="T61" fmla="*/ 135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0" h="271">
                <a:moveTo>
                  <a:pt x="219" y="0"/>
                </a:move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6"/>
                </a:cubicBezTo>
                <a:cubicBezTo>
                  <a:pt x="245" y="266"/>
                  <a:pt x="233" y="271"/>
                  <a:pt x="219" y="271"/>
                </a:cubicBezTo>
                <a:cubicBezTo>
                  <a:pt x="50" y="271"/>
                  <a:pt x="50" y="271"/>
                  <a:pt x="50" y="271"/>
                </a:cubicBezTo>
                <a:cubicBezTo>
                  <a:pt x="36" y="271"/>
                  <a:pt x="24" y="266"/>
                  <a:pt x="14" y="256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lnTo>
                  <a:pt x="219" y="0"/>
                </a:lnTo>
                <a:close/>
                <a:moveTo>
                  <a:pt x="123" y="135"/>
                </a:moveTo>
                <a:cubicBezTo>
                  <a:pt x="123" y="125"/>
                  <a:pt x="119" y="116"/>
                  <a:pt x="112" y="109"/>
                </a:cubicBezTo>
                <a:cubicBezTo>
                  <a:pt x="104" y="102"/>
                  <a:pt x="96" y="98"/>
                  <a:pt x="85" y="98"/>
                </a:cubicBezTo>
                <a:cubicBezTo>
                  <a:pt x="75" y="98"/>
                  <a:pt x="66" y="102"/>
                  <a:pt x="59" y="109"/>
                </a:cubicBezTo>
                <a:cubicBezTo>
                  <a:pt x="51" y="116"/>
                  <a:pt x="48" y="125"/>
                  <a:pt x="48" y="135"/>
                </a:cubicBezTo>
                <a:cubicBezTo>
                  <a:pt x="48" y="146"/>
                  <a:pt x="51" y="155"/>
                  <a:pt x="59" y="162"/>
                </a:cubicBezTo>
                <a:cubicBezTo>
                  <a:pt x="66" y="169"/>
                  <a:pt x="75" y="173"/>
                  <a:pt x="85" y="173"/>
                </a:cubicBezTo>
                <a:cubicBezTo>
                  <a:pt x="96" y="173"/>
                  <a:pt x="104" y="169"/>
                  <a:pt x="112" y="162"/>
                </a:cubicBezTo>
                <a:cubicBezTo>
                  <a:pt x="119" y="155"/>
                  <a:pt x="123" y="146"/>
                  <a:pt x="123" y="135"/>
                </a:cubicBezTo>
                <a:close/>
                <a:moveTo>
                  <a:pt x="222" y="135"/>
                </a:moveTo>
                <a:cubicBezTo>
                  <a:pt x="222" y="125"/>
                  <a:pt x="218" y="116"/>
                  <a:pt x="211" y="109"/>
                </a:cubicBezTo>
                <a:cubicBezTo>
                  <a:pt x="204" y="102"/>
                  <a:pt x="195" y="98"/>
                  <a:pt x="184" y="98"/>
                </a:cubicBezTo>
                <a:cubicBezTo>
                  <a:pt x="174" y="98"/>
                  <a:pt x="165" y="102"/>
                  <a:pt x="158" y="109"/>
                </a:cubicBezTo>
                <a:cubicBezTo>
                  <a:pt x="151" y="116"/>
                  <a:pt x="147" y="125"/>
                  <a:pt x="147" y="135"/>
                </a:cubicBezTo>
                <a:cubicBezTo>
                  <a:pt x="147" y="146"/>
                  <a:pt x="151" y="155"/>
                  <a:pt x="158" y="162"/>
                </a:cubicBezTo>
                <a:cubicBezTo>
                  <a:pt x="165" y="169"/>
                  <a:pt x="174" y="173"/>
                  <a:pt x="184" y="173"/>
                </a:cubicBezTo>
                <a:cubicBezTo>
                  <a:pt x="195" y="173"/>
                  <a:pt x="204" y="169"/>
                  <a:pt x="211" y="162"/>
                </a:cubicBezTo>
                <a:cubicBezTo>
                  <a:pt x="218" y="155"/>
                  <a:pt x="222" y="146"/>
                  <a:pt x="222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2447926" y="2881313"/>
            <a:ext cx="292100" cy="292100"/>
          </a:xfrm>
          <a:custGeom>
            <a:avLst/>
            <a:gdLst>
              <a:gd name="T0" fmla="*/ 68 w 271"/>
              <a:gd name="T1" fmla="*/ 248 h 271"/>
              <a:gd name="T2" fmla="*/ 203 w 271"/>
              <a:gd name="T3" fmla="*/ 248 h 271"/>
              <a:gd name="T4" fmla="*/ 203 w 271"/>
              <a:gd name="T5" fmla="*/ 180 h 271"/>
              <a:gd name="T6" fmla="*/ 68 w 271"/>
              <a:gd name="T7" fmla="*/ 180 h 271"/>
              <a:gd name="T8" fmla="*/ 68 w 271"/>
              <a:gd name="T9" fmla="*/ 248 h 271"/>
              <a:gd name="T10" fmla="*/ 226 w 271"/>
              <a:gd name="T11" fmla="*/ 248 h 271"/>
              <a:gd name="T12" fmla="*/ 248 w 271"/>
              <a:gd name="T13" fmla="*/ 248 h 271"/>
              <a:gd name="T14" fmla="*/ 248 w 271"/>
              <a:gd name="T15" fmla="*/ 90 h 271"/>
              <a:gd name="T16" fmla="*/ 246 w 271"/>
              <a:gd name="T17" fmla="*/ 84 h 271"/>
              <a:gd name="T18" fmla="*/ 243 w 271"/>
              <a:gd name="T19" fmla="*/ 77 h 271"/>
              <a:gd name="T20" fmla="*/ 193 w 271"/>
              <a:gd name="T21" fmla="*/ 28 h 271"/>
              <a:gd name="T22" fmla="*/ 187 w 271"/>
              <a:gd name="T23" fmla="*/ 25 h 271"/>
              <a:gd name="T24" fmla="*/ 181 w 271"/>
              <a:gd name="T25" fmla="*/ 23 h 271"/>
              <a:gd name="T26" fmla="*/ 181 w 271"/>
              <a:gd name="T27" fmla="*/ 96 h 271"/>
              <a:gd name="T28" fmla="*/ 176 w 271"/>
              <a:gd name="T29" fmla="*/ 108 h 271"/>
              <a:gd name="T30" fmla="*/ 164 w 271"/>
              <a:gd name="T31" fmla="*/ 113 h 271"/>
              <a:gd name="T32" fmla="*/ 62 w 271"/>
              <a:gd name="T33" fmla="*/ 113 h 271"/>
              <a:gd name="T34" fmla="*/ 50 w 271"/>
              <a:gd name="T35" fmla="*/ 108 h 271"/>
              <a:gd name="T36" fmla="*/ 45 w 271"/>
              <a:gd name="T37" fmla="*/ 96 h 271"/>
              <a:gd name="T38" fmla="*/ 45 w 271"/>
              <a:gd name="T39" fmla="*/ 23 h 271"/>
              <a:gd name="T40" fmla="*/ 23 w 271"/>
              <a:gd name="T41" fmla="*/ 23 h 271"/>
              <a:gd name="T42" fmla="*/ 23 w 271"/>
              <a:gd name="T43" fmla="*/ 248 h 271"/>
              <a:gd name="T44" fmla="*/ 45 w 271"/>
              <a:gd name="T45" fmla="*/ 248 h 271"/>
              <a:gd name="T46" fmla="*/ 45 w 271"/>
              <a:gd name="T47" fmla="*/ 175 h 271"/>
              <a:gd name="T48" fmla="*/ 50 w 271"/>
              <a:gd name="T49" fmla="*/ 163 h 271"/>
              <a:gd name="T50" fmla="*/ 62 w 271"/>
              <a:gd name="T51" fmla="*/ 158 h 271"/>
              <a:gd name="T52" fmla="*/ 209 w 271"/>
              <a:gd name="T53" fmla="*/ 158 h 271"/>
              <a:gd name="T54" fmla="*/ 221 w 271"/>
              <a:gd name="T55" fmla="*/ 163 h 271"/>
              <a:gd name="T56" fmla="*/ 226 w 271"/>
              <a:gd name="T57" fmla="*/ 175 h 271"/>
              <a:gd name="T58" fmla="*/ 226 w 271"/>
              <a:gd name="T59" fmla="*/ 248 h 271"/>
              <a:gd name="T60" fmla="*/ 158 w 271"/>
              <a:gd name="T61" fmla="*/ 85 h 271"/>
              <a:gd name="T62" fmla="*/ 158 w 271"/>
              <a:gd name="T63" fmla="*/ 28 h 271"/>
              <a:gd name="T64" fmla="*/ 156 w 271"/>
              <a:gd name="T65" fmla="*/ 24 h 271"/>
              <a:gd name="T66" fmla="*/ 152 w 271"/>
              <a:gd name="T67" fmla="*/ 23 h 271"/>
              <a:gd name="T68" fmla="*/ 119 w 271"/>
              <a:gd name="T69" fmla="*/ 23 h 271"/>
              <a:gd name="T70" fmla="*/ 115 w 271"/>
              <a:gd name="T71" fmla="*/ 24 h 271"/>
              <a:gd name="T72" fmla="*/ 113 w 271"/>
              <a:gd name="T73" fmla="*/ 28 h 271"/>
              <a:gd name="T74" fmla="*/ 113 w 271"/>
              <a:gd name="T75" fmla="*/ 85 h 271"/>
              <a:gd name="T76" fmla="*/ 115 w 271"/>
              <a:gd name="T77" fmla="*/ 89 h 271"/>
              <a:gd name="T78" fmla="*/ 119 w 271"/>
              <a:gd name="T79" fmla="*/ 90 h 271"/>
              <a:gd name="T80" fmla="*/ 152 w 271"/>
              <a:gd name="T81" fmla="*/ 90 h 271"/>
              <a:gd name="T82" fmla="*/ 156 w 271"/>
              <a:gd name="T83" fmla="*/ 89 h 271"/>
              <a:gd name="T84" fmla="*/ 158 w 271"/>
              <a:gd name="T85" fmla="*/ 85 h 271"/>
              <a:gd name="T86" fmla="*/ 271 w 271"/>
              <a:gd name="T87" fmla="*/ 90 h 271"/>
              <a:gd name="T88" fmla="*/ 271 w 271"/>
              <a:gd name="T89" fmla="*/ 254 h 271"/>
              <a:gd name="T90" fmla="*/ 266 w 271"/>
              <a:gd name="T91" fmla="*/ 266 h 271"/>
              <a:gd name="T92" fmla="*/ 254 w 271"/>
              <a:gd name="T93" fmla="*/ 271 h 271"/>
              <a:gd name="T94" fmla="*/ 17 w 271"/>
              <a:gd name="T95" fmla="*/ 271 h 271"/>
              <a:gd name="T96" fmla="*/ 5 w 271"/>
              <a:gd name="T97" fmla="*/ 266 h 271"/>
              <a:gd name="T98" fmla="*/ 0 w 271"/>
              <a:gd name="T99" fmla="*/ 254 h 271"/>
              <a:gd name="T100" fmla="*/ 0 w 271"/>
              <a:gd name="T101" fmla="*/ 17 h 271"/>
              <a:gd name="T102" fmla="*/ 5 w 271"/>
              <a:gd name="T103" fmla="*/ 5 h 271"/>
              <a:gd name="T104" fmla="*/ 17 w 271"/>
              <a:gd name="T105" fmla="*/ 0 h 271"/>
              <a:gd name="T106" fmla="*/ 181 w 271"/>
              <a:gd name="T107" fmla="*/ 0 h 271"/>
              <a:gd name="T108" fmla="*/ 196 w 271"/>
              <a:gd name="T109" fmla="*/ 4 h 271"/>
              <a:gd name="T110" fmla="*/ 209 w 271"/>
              <a:gd name="T111" fmla="*/ 12 h 271"/>
              <a:gd name="T112" fmla="*/ 259 w 271"/>
              <a:gd name="T113" fmla="*/ 61 h 271"/>
              <a:gd name="T114" fmla="*/ 267 w 271"/>
              <a:gd name="T115" fmla="*/ 75 h 271"/>
              <a:gd name="T116" fmla="*/ 271 w 271"/>
              <a:gd name="T117" fmla="*/ 90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1" h="271">
                <a:moveTo>
                  <a:pt x="68" y="248"/>
                </a:moveTo>
                <a:cubicBezTo>
                  <a:pt x="203" y="248"/>
                  <a:pt x="203" y="248"/>
                  <a:pt x="203" y="248"/>
                </a:cubicBezTo>
                <a:cubicBezTo>
                  <a:pt x="203" y="180"/>
                  <a:pt x="203" y="180"/>
                  <a:pt x="203" y="180"/>
                </a:cubicBezTo>
                <a:cubicBezTo>
                  <a:pt x="68" y="180"/>
                  <a:pt x="68" y="180"/>
                  <a:pt x="68" y="180"/>
                </a:cubicBezTo>
                <a:lnTo>
                  <a:pt x="68" y="248"/>
                </a:lnTo>
                <a:close/>
                <a:moveTo>
                  <a:pt x="226" y="248"/>
                </a:moveTo>
                <a:cubicBezTo>
                  <a:pt x="248" y="248"/>
                  <a:pt x="248" y="248"/>
                  <a:pt x="248" y="248"/>
                </a:cubicBezTo>
                <a:cubicBezTo>
                  <a:pt x="248" y="90"/>
                  <a:pt x="248" y="90"/>
                  <a:pt x="248" y="90"/>
                </a:cubicBezTo>
                <a:cubicBezTo>
                  <a:pt x="248" y="89"/>
                  <a:pt x="248" y="86"/>
                  <a:pt x="246" y="84"/>
                </a:cubicBezTo>
                <a:cubicBezTo>
                  <a:pt x="245" y="81"/>
                  <a:pt x="244" y="79"/>
                  <a:pt x="243" y="77"/>
                </a:cubicBezTo>
                <a:cubicBezTo>
                  <a:pt x="193" y="28"/>
                  <a:pt x="193" y="28"/>
                  <a:pt x="193" y="28"/>
                </a:cubicBezTo>
                <a:cubicBezTo>
                  <a:pt x="192" y="27"/>
                  <a:pt x="190" y="26"/>
                  <a:pt x="187" y="25"/>
                </a:cubicBezTo>
                <a:cubicBezTo>
                  <a:pt x="185" y="23"/>
                  <a:pt x="182" y="23"/>
                  <a:pt x="181" y="23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1" y="101"/>
                  <a:pt x="179" y="105"/>
                  <a:pt x="176" y="108"/>
                </a:cubicBezTo>
                <a:cubicBezTo>
                  <a:pt x="172" y="111"/>
                  <a:pt x="168" y="113"/>
                  <a:pt x="164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58" y="113"/>
                  <a:pt x="54" y="111"/>
                  <a:pt x="50" y="108"/>
                </a:cubicBezTo>
                <a:cubicBezTo>
                  <a:pt x="47" y="105"/>
                  <a:pt x="45" y="101"/>
                  <a:pt x="45" y="96"/>
                </a:cubicBezTo>
                <a:cubicBezTo>
                  <a:pt x="45" y="23"/>
                  <a:pt x="45" y="23"/>
                  <a:pt x="45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48"/>
                  <a:pt x="23" y="248"/>
                  <a:pt x="23" y="248"/>
                </a:cubicBezTo>
                <a:cubicBezTo>
                  <a:pt x="45" y="248"/>
                  <a:pt x="45" y="248"/>
                  <a:pt x="45" y="248"/>
                </a:cubicBezTo>
                <a:cubicBezTo>
                  <a:pt x="45" y="175"/>
                  <a:pt x="45" y="175"/>
                  <a:pt x="45" y="175"/>
                </a:cubicBezTo>
                <a:cubicBezTo>
                  <a:pt x="45" y="170"/>
                  <a:pt x="47" y="166"/>
                  <a:pt x="50" y="163"/>
                </a:cubicBezTo>
                <a:cubicBezTo>
                  <a:pt x="54" y="160"/>
                  <a:pt x="58" y="158"/>
                  <a:pt x="62" y="158"/>
                </a:cubicBezTo>
                <a:cubicBezTo>
                  <a:pt x="209" y="158"/>
                  <a:pt x="209" y="158"/>
                  <a:pt x="209" y="158"/>
                </a:cubicBezTo>
                <a:cubicBezTo>
                  <a:pt x="213" y="158"/>
                  <a:pt x="217" y="160"/>
                  <a:pt x="221" y="163"/>
                </a:cubicBezTo>
                <a:cubicBezTo>
                  <a:pt x="224" y="166"/>
                  <a:pt x="226" y="170"/>
                  <a:pt x="226" y="175"/>
                </a:cubicBezTo>
                <a:lnTo>
                  <a:pt x="226" y="248"/>
                </a:lnTo>
                <a:close/>
                <a:moveTo>
                  <a:pt x="158" y="85"/>
                </a:moveTo>
                <a:cubicBezTo>
                  <a:pt x="158" y="28"/>
                  <a:pt x="158" y="28"/>
                  <a:pt x="158" y="28"/>
                </a:cubicBezTo>
                <a:cubicBezTo>
                  <a:pt x="158" y="27"/>
                  <a:pt x="157" y="26"/>
                  <a:pt x="156" y="24"/>
                </a:cubicBezTo>
                <a:cubicBezTo>
                  <a:pt x="155" y="23"/>
                  <a:pt x="154" y="23"/>
                  <a:pt x="152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17" y="23"/>
                  <a:pt x="116" y="23"/>
                  <a:pt x="115" y="24"/>
                </a:cubicBezTo>
                <a:cubicBezTo>
                  <a:pt x="114" y="26"/>
                  <a:pt x="113" y="27"/>
                  <a:pt x="113" y="28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3" y="86"/>
                  <a:pt x="114" y="88"/>
                  <a:pt x="115" y="89"/>
                </a:cubicBezTo>
                <a:cubicBezTo>
                  <a:pt x="116" y="90"/>
                  <a:pt x="117" y="90"/>
                  <a:pt x="119" y="90"/>
                </a:cubicBezTo>
                <a:cubicBezTo>
                  <a:pt x="152" y="90"/>
                  <a:pt x="152" y="90"/>
                  <a:pt x="152" y="90"/>
                </a:cubicBezTo>
                <a:cubicBezTo>
                  <a:pt x="154" y="90"/>
                  <a:pt x="155" y="90"/>
                  <a:pt x="156" y="89"/>
                </a:cubicBezTo>
                <a:cubicBezTo>
                  <a:pt x="157" y="88"/>
                  <a:pt x="158" y="86"/>
                  <a:pt x="158" y="85"/>
                </a:cubicBezTo>
                <a:close/>
                <a:moveTo>
                  <a:pt x="271" y="90"/>
                </a:moveTo>
                <a:cubicBezTo>
                  <a:pt x="271" y="254"/>
                  <a:pt x="271" y="254"/>
                  <a:pt x="271" y="254"/>
                </a:cubicBezTo>
                <a:cubicBezTo>
                  <a:pt x="271" y="258"/>
                  <a:pt x="269" y="262"/>
                  <a:pt x="266" y="266"/>
                </a:cubicBezTo>
                <a:cubicBezTo>
                  <a:pt x="262" y="269"/>
                  <a:pt x="258" y="271"/>
                  <a:pt x="254" y="271"/>
                </a:cubicBezTo>
                <a:cubicBezTo>
                  <a:pt x="17" y="271"/>
                  <a:pt x="17" y="271"/>
                  <a:pt x="17" y="271"/>
                </a:cubicBezTo>
                <a:cubicBezTo>
                  <a:pt x="12" y="271"/>
                  <a:pt x="9" y="269"/>
                  <a:pt x="5" y="266"/>
                </a:cubicBezTo>
                <a:cubicBezTo>
                  <a:pt x="2" y="262"/>
                  <a:pt x="0" y="258"/>
                  <a:pt x="0" y="254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9" y="2"/>
                  <a:pt x="12" y="0"/>
                  <a:pt x="17" y="0"/>
                </a:cubicBezTo>
                <a:cubicBezTo>
                  <a:pt x="181" y="0"/>
                  <a:pt x="181" y="0"/>
                  <a:pt x="181" y="0"/>
                </a:cubicBezTo>
                <a:cubicBezTo>
                  <a:pt x="185" y="0"/>
                  <a:pt x="190" y="1"/>
                  <a:pt x="196" y="4"/>
                </a:cubicBezTo>
                <a:cubicBezTo>
                  <a:pt x="202" y="6"/>
                  <a:pt x="206" y="9"/>
                  <a:pt x="209" y="12"/>
                </a:cubicBezTo>
                <a:cubicBezTo>
                  <a:pt x="259" y="61"/>
                  <a:pt x="259" y="61"/>
                  <a:pt x="259" y="61"/>
                </a:cubicBezTo>
                <a:cubicBezTo>
                  <a:pt x="262" y="65"/>
                  <a:pt x="265" y="69"/>
                  <a:pt x="267" y="75"/>
                </a:cubicBezTo>
                <a:cubicBezTo>
                  <a:pt x="270" y="80"/>
                  <a:pt x="271" y="86"/>
                  <a:pt x="271" y="9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40"/>
          <p:cNvSpPr>
            <a:spLocks/>
          </p:cNvSpPr>
          <p:nvPr/>
        </p:nvSpPr>
        <p:spPr bwMode="auto">
          <a:xfrm>
            <a:off x="2868613" y="2894013"/>
            <a:ext cx="315913" cy="266700"/>
          </a:xfrm>
          <a:custGeom>
            <a:avLst/>
            <a:gdLst>
              <a:gd name="T0" fmla="*/ 293 w 293"/>
              <a:gd name="T1" fmla="*/ 85 h 248"/>
              <a:gd name="T2" fmla="*/ 293 w 293"/>
              <a:gd name="T3" fmla="*/ 209 h 248"/>
              <a:gd name="T4" fmla="*/ 281 w 293"/>
              <a:gd name="T5" fmla="*/ 237 h 248"/>
              <a:gd name="T6" fmla="*/ 253 w 293"/>
              <a:gd name="T7" fmla="*/ 248 h 248"/>
              <a:gd name="T8" fmla="*/ 39 w 293"/>
              <a:gd name="T9" fmla="*/ 248 h 248"/>
              <a:gd name="T10" fmla="*/ 11 w 293"/>
              <a:gd name="T11" fmla="*/ 237 h 248"/>
              <a:gd name="T12" fmla="*/ 0 w 293"/>
              <a:gd name="T13" fmla="*/ 209 h 248"/>
              <a:gd name="T14" fmla="*/ 0 w 293"/>
              <a:gd name="T15" fmla="*/ 40 h 248"/>
              <a:gd name="T16" fmla="*/ 11 w 293"/>
              <a:gd name="T17" fmla="*/ 12 h 248"/>
              <a:gd name="T18" fmla="*/ 39 w 293"/>
              <a:gd name="T19" fmla="*/ 0 h 248"/>
              <a:gd name="T20" fmla="*/ 95 w 293"/>
              <a:gd name="T21" fmla="*/ 0 h 248"/>
              <a:gd name="T22" fmla="*/ 123 w 293"/>
              <a:gd name="T23" fmla="*/ 12 h 248"/>
              <a:gd name="T24" fmla="*/ 135 w 293"/>
              <a:gd name="T25" fmla="*/ 40 h 248"/>
              <a:gd name="T26" fmla="*/ 135 w 293"/>
              <a:gd name="T27" fmla="*/ 46 h 248"/>
              <a:gd name="T28" fmla="*/ 253 w 293"/>
              <a:gd name="T29" fmla="*/ 46 h 248"/>
              <a:gd name="T30" fmla="*/ 281 w 293"/>
              <a:gd name="T31" fmla="*/ 57 h 248"/>
              <a:gd name="T32" fmla="*/ 293 w 293"/>
              <a:gd name="T33" fmla="*/ 8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93" h="248">
                <a:moveTo>
                  <a:pt x="293" y="85"/>
                </a:moveTo>
                <a:cubicBezTo>
                  <a:pt x="293" y="209"/>
                  <a:pt x="293" y="209"/>
                  <a:pt x="293" y="209"/>
                </a:cubicBezTo>
                <a:cubicBezTo>
                  <a:pt x="293" y="220"/>
                  <a:pt x="289" y="229"/>
                  <a:pt x="281" y="237"/>
                </a:cubicBezTo>
                <a:cubicBezTo>
                  <a:pt x="273" y="244"/>
                  <a:pt x="264" y="248"/>
                  <a:pt x="253" y="248"/>
                </a:cubicBezTo>
                <a:cubicBezTo>
                  <a:pt x="39" y="248"/>
                  <a:pt x="39" y="248"/>
                  <a:pt x="39" y="248"/>
                </a:cubicBezTo>
                <a:cubicBezTo>
                  <a:pt x="28" y="248"/>
                  <a:pt x="19" y="244"/>
                  <a:pt x="11" y="237"/>
                </a:cubicBezTo>
                <a:cubicBezTo>
                  <a:pt x="4" y="229"/>
                  <a:pt x="0" y="220"/>
                  <a:pt x="0" y="209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9"/>
                  <a:pt x="4" y="20"/>
                  <a:pt x="11" y="12"/>
                </a:cubicBezTo>
                <a:cubicBezTo>
                  <a:pt x="19" y="4"/>
                  <a:pt x="28" y="0"/>
                  <a:pt x="39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106" y="0"/>
                  <a:pt x="116" y="4"/>
                  <a:pt x="123" y="12"/>
                </a:cubicBezTo>
                <a:cubicBezTo>
                  <a:pt x="131" y="20"/>
                  <a:pt x="135" y="29"/>
                  <a:pt x="135" y="40"/>
                </a:cubicBezTo>
                <a:cubicBezTo>
                  <a:pt x="135" y="46"/>
                  <a:pt x="135" y="46"/>
                  <a:pt x="135" y="46"/>
                </a:cubicBezTo>
                <a:cubicBezTo>
                  <a:pt x="253" y="46"/>
                  <a:pt x="253" y="46"/>
                  <a:pt x="253" y="46"/>
                </a:cubicBezTo>
                <a:cubicBezTo>
                  <a:pt x="264" y="46"/>
                  <a:pt x="273" y="49"/>
                  <a:pt x="281" y="57"/>
                </a:cubicBezTo>
                <a:cubicBezTo>
                  <a:pt x="289" y="65"/>
                  <a:pt x="293" y="74"/>
                  <a:pt x="293" y="8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3298826" y="2894013"/>
            <a:ext cx="315913" cy="266700"/>
          </a:xfrm>
          <a:custGeom>
            <a:avLst/>
            <a:gdLst>
              <a:gd name="T0" fmla="*/ 271 w 293"/>
              <a:gd name="T1" fmla="*/ 209 h 248"/>
              <a:gd name="T2" fmla="*/ 271 w 293"/>
              <a:gd name="T3" fmla="*/ 85 h 248"/>
              <a:gd name="T4" fmla="*/ 266 w 293"/>
              <a:gd name="T5" fmla="*/ 73 h 248"/>
              <a:gd name="T6" fmla="*/ 254 w 293"/>
              <a:gd name="T7" fmla="*/ 68 h 248"/>
              <a:gd name="T8" fmla="*/ 130 w 293"/>
              <a:gd name="T9" fmla="*/ 68 h 248"/>
              <a:gd name="T10" fmla="*/ 118 w 293"/>
              <a:gd name="T11" fmla="*/ 63 h 248"/>
              <a:gd name="T12" fmla="*/ 113 w 293"/>
              <a:gd name="T13" fmla="*/ 51 h 248"/>
              <a:gd name="T14" fmla="*/ 113 w 293"/>
              <a:gd name="T15" fmla="*/ 40 h 248"/>
              <a:gd name="T16" fmla="*/ 108 w 293"/>
              <a:gd name="T17" fmla="*/ 28 h 248"/>
              <a:gd name="T18" fmla="*/ 96 w 293"/>
              <a:gd name="T19" fmla="*/ 23 h 248"/>
              <a:gd name="T20" fmla="*/ 40 w 293"/>
              <a:gd name="T21" fmla="*/ 23 h 248"/>
              <a:gd name="T22" fmla="*/ 28 w 293"/>
              <a:gd name="T23" fmla="*/ 28 h 248"/>
              <a:gd name="T24" fmla="*/ 23 w 293"/>
              <a:gd name="T25" fmla="*/ 40 h 248"/>
              <a:gd name="T26" fmla="*/ 23 w 293"/>
              <a:gd name="T27" fmla="*/ 209 h 248"/>
              <a:gd name="T28" fmla="*/ 28 w 293"/>
              <a:gd name="T29" fmla="*/ 221 h 248"/>
              <a:gd name="T30" fmla="*/ 40 w 293"/>
              <a:gd name="T31" fmla="*/ 226 h 248"/>
              <a:gd name="T32" fmla="*/ 254 w 293"/>
              <a:gd name="T33" fmla="*/ 226 h 248"/>
              <a:gd name="T34" fmla="*/ 266 w 293"/>
              <a:gd name="T35" fmla="*/ 221 h 248"/>
              <a:gd name="T36" fmla="*/ 271 w 293"/>
              <a:gd name="T37" fmla="*/ 209 h 248"/>
              <a:gd name="T38" fmla="*/ 293 w 293"/>
              <a:gd name="T39" fmla="*/ 85 h 248"/>
              <a:gd name="T40" fmla="*/ 293 w 293"/>
              <a:gd name="T41" fmla="*/ 209 h 248"/>
              <a:gd name="T42" fmla="*/ 282 w 293"/>
              <a:gd name="T43" fmla="*/ 237 h 248"/>
              <a:gd name="T44" fmla="*/ 254 w 293"/>
              <a:gd name="T45" fmla="*/ 248 h 248"/>
              <a:gd name="T46" fmla="*/ 40 w 293"/>
              <a:gd name="T47" fmla="*/ 248 h 248"/>
              <a:gd name="T48" fmla="*/ 12 w 293"/>
              <a:gd name="T49" fmla="*/ 237 h 248"/>
              <a:gd name="T50" fmla="*/ 0 w 293"/>
              <a:gd name="T51" fmla="*/ 209 h 248"/>
              <a:gd name="T52" fmla="*/ 0 w 293"/>
              <a:gd name="T53" fmla="*/ 40 h 248"/>
              <a:gd name="T54" fmla="*/ 12 w 293"/>
              <a:gd name="T55" fmla="*/ 12 h 248"/>
              <a:gd name="T56" fmla="*/ 40 w 293"/>
              <a:gd name="T57" fmla="*/ 0 h 248"/>
              <a:gd name="T58" fmla="*/ 96 w 293"/>
              <a:gd name="T59" fmla="*/ 0 h 248"/>
              <a:gd name="T60" fmla="*/ 124 w 293"/>
              <a:gd name="T61" fmla="*/ 12 h 248"/>
              <a:gd name="T62" fmla="*/ 136 w 293"/>
              <a:gd name="T63" fmla="*/ 40 h 248"/>
              <a:gd name="T64" fmla="*/ 136 w 293"/>
              <a:gd name="T65" fmla="*/ 46 h 248"/>
              <a:gd name="T66" fmla="*/ 254 w 293"/>
              <a:gd name="T67" fmla="*/ 46 h 248"/>
              <a:gd name="T68" fmla="*/ 282 w 293"/>
              <a:gd name="T69" fmla="*/ 57 h 248"/>
              <a:gd name="T70" fmla="*/ 293 w 293"/>
              <a:gd name="T71" fmla="*/ 8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3" h="248">
                <a:moveTo>
                  <a:pt x="271" y="209"/>
                </a:moveTo>
                <a:cubicBezTo>
                  <a:pt x="271" y="85"/>
                  <a:pt x="271" y="85"/>
                  <a:pt x="271" y="85"/>
                </a:cubicBezTo>
                <a:cubicBezTo>
                  <a:pt x="271" y="80"/>
                  <a:pt x="269" y="76"/>
                  <a:pt x="266" y="73"/>
                </a:cubicBezTo>
                <a:cubicBezTo>
                  <a:pt x="263" y="70"/>
                  <a:pt x="259" y="68"/>
                  <a:pt x="254" y="68"/>
                </a:cubicBezTo>
                <a:cubicBezTo>
                  <a:pt x="130" y="68"/>
                  <a:pt x="130" y="68"/>
                  <a:pt x="130" y="68"/>
                </a:cubicBezTo>
                <a:cubicBezTo>
                  <a:pt x="125" y="68"/>
                  <a:pt x="121" y="66"/>
                  <a:pt x="118" y="63"/>
                </a:cubicBezTo>
                <a:cubicBezTo>
                  <a:pt x="115" y="60"/>
                  <a:pt x="113" y="56"/>
                  <a:pt x="113" y="51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13" y="35"/>
                  <a:pt x="111" y="31"/>
                  <a:pt x="108" y="28"/>
                </a:cubicBezTo>
                <a:cubicBezTo>
                  <a:pt x="105" y="25"/>
                  <a:pt x="101" y="23"/>
                  <a:pt x="96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35" y="23"/>
                  <a:pt x="31" y="25"/>
                  <a:pt x="28" y="28"/>
                </a:cubicBezTo>
                <a:cubicBezTo>
                  <a:pt x="25" y="31"/>
                  <a:pt x="23" y="35"/>
                  <a:pt x="23" y="40"/>
                </a:cubicBezTo>
                <a:cubicBezTo>
                  <a:pt x="23" y="209"/>
                  <a:pt x="23" y="209"/>
                  <a:pt x="23" y="209"/>
                </a:cubicBezTo>
                <a:cubicBezTo>
                  <a:pt x="23" y="214"/>
                  <a:pt x="25" y="218"/>
                  <a:pt x="28" y="221"/>
                </a:cubicBezTo>
                <a:cubicBezTo>
                  <a:pt x="31" y="224"/>
                  <a:pt x="35" y="226"/>
                  <a:pt x="40" y="226"/>
                </a:cubicBezTo>
                <a:cubicBezTo>
                  <a:pt x="254" y="226"/>
                  <a:pt x="254" y="226"/>
                  <a:pt x="254" y="226"/>
                </a:cubicBezTo>
                <a:cubicBezTo>
                  <a:pt x="259" y="226"/>
                  <a:pt x="263" y="224"/>
                  <a:pt x="266" y="221"/>
                </a:cubicBezTo>
                <a:cubicBezTo>
                  <a:pt x="269" y="218"/>
                  <a:pt x="271" y="214"/>
                  <a:pt x="271" y="209"/>
                </a:cubicBezTo>
                <a:close/>
                <a:moveTo>
                  <a:pt x="293" y="85"/>
                </a:moveTo>
                <a:cubicBezTo>
                  <a:pt x="293" y="209"/>
                  <a:pt x="293" y="209"/>
                  <a:pt x="293" y="209"/>
                </a:cubicBezTo>
                <a:cubicBezTo>
                  <a:pt x="293" y="220"/>
                  <a:pt x="289" y="229"/>
                  <a:pt x="282" y="237"/>
                </a:cubicBezTo>
                <a:cubicBezTo>
                  <a:pt x="274" y="244"/>
                  <a:pt x="265" y="248"/>
                  <a:pt x="254" y="248"/>
                </a:cubicBezTo>
                <a:cubicBezTo>
                  <a:pt x="40" y="248"/>
                  <a:pt x="40" y="248"/>
                  <a:pt x="40" y="248"/>
                </a:cubicBezTo>
                <a:cubicBezTo>
                  <a:pt x="29" y="248"/>
                  <a:pt x="20" y="244"/>
                  <a:pt x="12" y="237"/>
                </a:cubicBezTo>
                <a:cubicBezTo>
                  <a:pt x="4" y="229"/>
                  <a:pt x="0" y="220"/>
                  <a:pt x="0" y="209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9"/>
                  <a:pt x="4" y="20"/>
                  <a:pt x="12" y="12"/>
                </a:cubicBezTo>
                <a:cubicBezTo>
                  <a:pt x="20" y="4"/>
                  <a:pt x="29" y="0"/>
                  <a:pt x="40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107" y="0"/>
                  <a:pt x="116" y="4"/>
                  <a:pt x="124" y="12"/>
                </a:cubicBezTo>
                <a:cubicBezTo>
                  <a:pt x="132" y="20"/>
                  <a:pt x="136" y="29"/>
                  <a:pt x="136" y="40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254" y="46"/>
                  <a:pt x="254" y="46"/>
                  <a:pt x="254" y="46"/>
                </a:cubicBezTo>
                <a:cubicBezTo>
                  <a:pt x="265" y="46"/>
                  <a:pt x="274" y="49"/>
                  <a:pt x="282" y="57"/>
                </a:cubicBezTo>
                <a:cubicBezTo>
                  <a:pt x="289" y="65"/>
                  <a:pt x="293" y="74"/>
                  <a:pt x="293" y="8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3708401" y="2894013"/>
            <a:ext cx="357188" cy="266700"/>
          </a:xfrm>
          <a:custGeom>
            <a:avLst/>
            <a:gdLst>
              <a:gd name="T0" fmla="*/ 330 w 330"/>
              <a:gd name="T1" fmla="*/ 146 h 248"/>
              <a:gd name="T2" fmla="*/ 325 w 330"/>
              <a:gd name="T3" fmla="*/ 157 h 248"/>
              <a:gd name="T4" fmla="*/ 266 w 330"/>
              <a:gd name="T5" fmla="*/ 227 h 248"/>
              <a:gd name="T6" fmla="*/ 244 w 330"/>
              <a:gd name="T7" fmla="*/ 242 h 248"/>
              <a:gd name="T8" fmla="*/ 219 w 330"/>
              <a:gd name="T9" fmla="*/ 248 h 248"/>
              <a:gd name="T10" fmla="*/ 28 w 330"/>
              <a:gd name="T11" fmla="*/ 248 h 248"/>
              <a:gd name="T12" fmla="*/ 17 w 330"/>
              <a:gd name="T13" fmla="*/ 246 h 248"/>
              <a:gd name="T14" fmla="*/ 12 w 330"/>
              <a:gd name="T15" fmla="*/ 238 h 248"/>
              <a:gd name="T16" fmla="*/ 18 w 330"/>
              <a:gd name="T17" fmla="*/ 227 h 248"/>
              <a:gd name="T18" fmla="*/ 77 w 330"/>
              <a:gd name="T19" fmla="*/ 157 h 248"/>
              <a:gd name="T20" fmla="*/ 98 w 330"/>
              <a:gd name="T21" fmla="*/ 142 h 248"/>
              <a:gd name="T22" fmla="*/ 123 w 330"/>
              <a:gd name="T23" fmla="*/ 136 h 248"/>
              <a:gd name="T24" fmla="*/ 315 w 330"/>
              <a:gd name="T25" fmla="*/ 136 h 248"/>
              <a:gd name="T26" fmla="*/ 326 w 330"/>
              <a:gd name="T27" fmla="*/ 138 h 248"/>
              <a:gd name="T28" fmla="*/ 330 w 330"/>
              <a:gd name="T29" fmla="*/ 146 h 248"/>
              <a:gd name="T30" fmla="*/ 270 w 330"/>
              <a:gd name="T31" fmla="*/ 85 h 248"/>
              <a:gd name="T32" fmla="*/ 270 w 330"/>
              <a:gd name="T33" fmla="*/ 113 h 248"/>
              <a:gd name="T34" fmla="*/ 123 w 330"/>
              <a:gd name="T35" fmla="*/ 113 h 248"/>
              <a:gd name="T36" fmla="*/ 89 w 330"/>
              <a:gd name="T37" fmla="*/ 122 h 248"/>
              <a:gd name="T38" fmla="*/ 60 w 330"/>
              <a:gd name="T39" fmla="*/ 143 h 248"/>
              <a:gd name="T40" fmla="*/ 1 w 330"/>
              <a:gd name="T41" fmla="*/ 212 h 248"/>
              <a:gd name="T42" fmla="*/ 0 w 330"/>
              <a:gd name="T43" fmla="*/ 213 h 248"/>
              <a:gd name="T44" fmla="*/ 0 w 330"/>
              <a:gd name="T45" fmla="*/ 211 h 248"/>
              <a:gd name="T46" fmla="*/ 0 w 330"/>
              <a:gd name="T47" fmla="*/ 209 h 248"/>
              <a:gd name="T48" fmla="*/ 0 w 330"/>
              <a:gd name="T49" fmla="*/ 40 h 248"/>
              <a:gd name="T50" fmla="*/ 11 w 330"/>
              <a:gd name="T51" fmla="*/ 12 h 248"/>
              <a:gd name="T52" fmla="*/ 39 w 330"/>
              <a:gd name="T53" fmla="*/ 0 h 248"/>
              <a:gd name="T54" fmla="*/ 95 w 330"/>
              <a:gd name="T55" fmla="*/ 0 h 248"/>
              <a:gd name="T56" fmla="*/ 123 w 330"/>
              <a:gd name="T57" fmla="*/ 12 h 248"/>
              <a:gd name="T58" fmla="*/ 135 w 330"/>
              <a:gd name="T59" fmla="*/ 40 h 248"/>
              <a:gd name="T60" fmla="*/ 135 w 330"/>
              <a:gd name="T61" fmla="*/ 46 h 248"/>
              <a:gd name="T62" fmla="*/ 230 w 330"/>
              <a:gd name="T63" fmla="*/ 46 h 248"/>
              <a:gd name="T64" fmla="*/ 258 w 330"/>
              <a:gd name="T65" fmla="*/ 57 h 248"/>
              <a:gd name="T66" fmla="*/ 270 w 330"/>
              <a:gd name="T67" fmla="*/ 8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30" h="248">
                <a:moveTo>
                  <a:pt x="330" y="146"/>
                </a:moveTo>
                <a:cubicBezTo>
                  <a:pt x="330" y="149"/>
                  <a:pt x="328" y="153"/>
                  <a:pt x="325" y="157"/>
                </a:cubicBezTo>
                <a:cubicBezTo>
                  <a:pt x="266" y="227"/>
                  <a:pt x="266" y="227"/>
                  <a:pt x="266" y="227"/>
                </a:cubicBezTo>
                <a:cubicBezTo>
                  <a:pt x="261" y="233"/>
                  <a:pt x="254" y="238"/>
                  <a:pt x="244" y="242"/>
                </a:cubicBezTo>
                <a:cubicBezTo>
                  <a:pt x="235" y="246"/>
                  <a:pt x="227" y="248"/>
                  <a:pt x="219" y="248"/>
                </a:cubicBezTo>
                <a:cubicBezTo>
                  <a:pt x="28" y="248"/>
                  <a:pt x="28" y="248"/>
                  <a:pt x="28" y="248"/>
                </a:cubicBezTo>
                <a:cubicBezTo>
                  <a:pt x="24" y="248"/>
                  <a:pt x="20" y="248"/>
                  <a:pt x="17" y="246"/>
                </a:cubicBezTo>
                <a:cubicBezTo>
                  <a:pt x="14" y="245"/>
                  <a:pt x="12" y="242"/>
                  <a:pt x="12" y="238"/>
                </a:cubicBezTo>
                <a:cubicBezTo>
                  <a:pt x="12" y="235"/>
                  <a:pt x="14" y="231"/>
                  <a:pt x="18" y="227"/>
                </a:cubicBezTo>
                <a:cubicBezTo>
                  <a:pt x="77" y="157"/>
                  <a:pt x="77" y="157"/>
                  <a:pt x="77" y="157"/>
                </a:cubicBezTo>
                <a:cubicBezTo>
                  <a:pt x="82" y="151"/>
                  <a:pt x="89" y="146"/>
                  <a:pt x="98" y="142"/>
                </a:cubicBezTo>
                <a:cubicBezTo>
                  <a:pt x="107" y="138"/>
                  <a:pt x="116" y="136"/>
                  <a:pt x="123" y="136"/>
                </a:cubicBezTo>
                <a:cubicBezTo>
                  <a:pt x="315" y="136"/>
                  <a:pt x="315" y="136"/>
                  <a:pt x="315" y="136"/>
                </a:cubicBezTo>
                <a:cubicBezTo>
                  <a:pt x="319" y="136"/>
                  <a:pt x="323" y="136"/>
                  <a:pt x="326" y="138"/>
                </a:cubicBezTo>
                <a:cubicBezTo>
                  <a:pt x="329" y="139"/>
                  <a:pt x="330" y="142"/>
                  <a:pt x="330" y="146"/>
                </a:cubicBezTo>
                <a:close/>
                <a:moveTo>
                  <a:pt x="270" y="85"/>
                </a:moveTo>
                <a:cubicBezTo>
                  <a:pt x="270" y="113"/>
                  <a:pt x="270" y="113"/>
                  <a:pt x="270" y="113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12" y="113"/>
                  <a:pt x="101" y="116"/>
                  <a:pt x="89" y="122"/>
                </a:cubicBezTo>
                <a:cubicBezTo>
                  <a:pt x="77" y="127"/>
                  <a:pt x="67" y="134"/>
                  <a:pt x="60" y="143"/>
                </a:cubicBezTo>
                <a:cubicBezTo>
                  <a:pt x="1" y="212"/>
                  <a:pt x="1" y="212"/>
                  <a:pt x="1" y="212"/>
                </a:cubicBezTo>
                <a:cubicBezTo>
                  <a:pt x="0" y="213"/>
                  <a:pt x="0" y="213"/>
                  <a:pt x="0" y="213"/>
                </a:cubicBezTo>
                <a:cubicBezTo>
                  <a:pt x="0" y="213"/>
                  <a:pt x="0" y="212"/>
                  <a:pt x="0" y="211"/>
                </a:cubicBezTo>
                <a:cubicBezTo>
                  <a:pt x="0" y="210"/>
                  <a:pt x="0" y="209"/>
                  <a:pt x="0" y="209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9"/>
                  <a:pt x="3" y="20"/>
                  <a:pt x="11" y="12"/>
                </a:cubicBezTo>
                <a:cubicBezTo>
                  <a:pt x="19" y="4"/>
                  <a:pt x="28" y="0"/>
                  <a:pt x="39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106" y="0"/>
                  <a:pt x="115" y="4"/>
                  <a:pt x="123" y="12"/>
                </a:cubicBezTo>
                <a:cubicBezTo>
                  <a:pt x="131" y="20"/>
                  <a:pt x="135" y="29"/>
                  <a:pt x="135" y="40"/>
                </a:cubicBezTo>
                <a:cubicBezTo>
                  <a:pt x="135" y="46"/>
                  <a:pt x="135" y="46"/>
                  <a:pt x="135" y="46"/>
                </a:cubicBezTo>
                <a:cubicBezTo>
                  <a:pt x="230" y="46"/>
                  <a:pt x="230" y="46"/>
                  <a:pt x="230" y="46"/>
                </a:cubicBezTo>
                <a:cubicBezTo>
                  <a:pt x="241" y="46"/>
                  <a:pt x="251" y="49"/>
                  <a:pt x="258" y="57"/>
                </a:cubicBezTo>
                <a:cubicBezTo>
                  <a:pt x="266" y="65"/>
                  <a:pt x="270" y="74"/>
                  <a:pt x="270" y="8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685801" y="3325813"/>
            <a:ext cx="363538" cy="268288"/>
          </a:xfrm>
          <a:custGeom>
            <a:avLst/>
            <a:gdLst>
              <a:gd name="T0" fmla="*/ 313 w 336"/>
              <a:gd name="T1" fmla="*/ 142 h 248"/>
              <a:gd name="T2" fmla="*/ 304 w 336"/>
              <a:gd name="T3" fmla="*/ 135 h 248"/>
              <a:gd name="T4" fmla="*/ 112 w 336"/>
              <a:gd name="T5" fmla="*/ 135 h 248"/>
              <a:gd name="T6" fmla="*/ 97 w 336"/>
              <a:gd name="T7" fmla="*/ 139 h 248"/>
              <a:gd name="T8" fmla="*/ 85 w 336"/>
              <a:gd name="T9" fmla="*/ 148 h 248"/>
              <a:gd name="T10" fmla="*/ 33 w 336"/>
              <a:gd name="T11" fmla="*/ 212 h 248"/>
              <a:gd name="T12" fmla="*/ 30 w 336"/>
              <a:gd name="T13" fmla="*/ 219 h 248"/>
              <a:gd name="T14" fmla="*/ 39 w 336"/>
              <a:gd name="T15" fmla="*/ 225 h 248"/>
              <a:gd name="T16" fmla="*/ 231 w 336"/>
              <a:gd name="T17" fmla="*/ 225 h 248"/>
              <a:gd name="T18" fmla="*/ 246 w 336"/>
              <a:gd name="T19" fmla="*/ 222 h 248"/>
              <a:gd name="T20" fmla="*/ 258 w 336"/>
              <a:gd name="T21" fmla="*/ 212 h 248"/>
              <a:gd name="T22" fmla="*/ 310 w 336"/>
              <a:gd name="T23" fmla="*/ 148 h 248"/>
              <a:gd name="T24" fmla="*/ 313 w 336"/>
              <a:gd name="T25" fmla="*/ 142 h 248"/>
              <a:gd name="T26" fmla="*/ 112 w 336"/>
              <a:gd name="T27" fmla="*/ 113 h 248"/>
              <a:gd name="T28" fmla="*/ 248 w 336"/>
              <a:gd name="T29" fmla="*/ 113 h 248"/>
              <a:gd name="T30" fmla="*/ 248 w 336"/>
              <a:gd name="T31" fmla="*/ 85 h 248"/>
              <a:gd name="T32" fmla="*/ 243 w 336"/>
              <a:gd name="T33" fmla="*/ 73 h 248"/>
              <a:gd name="T34" fmla="*/ 231 w 336"/>
              <a:gd name="T35" fmla="*/ 68 h 248"/>
              <a:gd name="T36" fmla="*/ 129 w 336"/>
              <a:gd name="T37" fmla="*/ 68 h 248"/>
              <a:gd name="T38" fmla="*/ 117 w 336"/>
              <a:gd name="T39" fmla="*/ 63 h 248"/>
              <a:gd name="T40" fmla="*/ 112 w 336"/>
              <a:gd name="T41" fmla="*/ 51 h 248"/>
              <a:gd name="T42" fmla="*/ 112 w 336"/>
              <a:gd name="T43" fmla="*/ 40 h 248"/>
              <a:gd name="T44" fmla="*/ 108 w 336"/>
              <a:gd name="T45" fmla="*/ 28 h 248"/>
              <a:gd name="T46" fmla="*/ 96 w 336"/>
              <a:gd name="T47" fmla="*/ 23 h 248"/>
              <a:gd name="T48" fmla="*/ 39 w 336"/>
              <a:gd name="T49" fmla="*/ 23 h 248"/>
              <a:gd name="T50" fmla="*/ 27 w 336"/>
              <a:gd name="T51" fmla="*/ 28 h 248"/>
              <a:gd name="T52" fmla="*/ 22 w 336"/>
              <a:gd name="T53" fmla="*/ 40 h 248"/>
              <a:gd name="T54" fmla="*/ 22 w 336"/>
              <a:gd name="T55" fmla="*/ 190 h 248"/>
              <a:gd name="T56" fmla="*/ 67 w 336"/>
              <a:gd name="T57" fmla="*/ 134 h 248"/>
              <a:gd name="T58" fmla="*/ 88 w 336"/>
              <a:gd name="T59" fmla="*/ 119 h 248"/>
              <a:gd name="T60" fmla="*/ 112 w 336"/>
              <a:gd name="T61" fmla="*/ 113 h 248"/>
              <a:gd name="T62" fmla="*/ 336 w 336"/>
              <a:gd name="T63" fmla="*/ 142 h 248"/>
              <a:gd name="T64" fmla="*/ 328 w 336"/>
              <a:gd name="T65" fmla="*/ 163 h 248"/>
              <a:gd name="T66" fmla="*/ 276 w 336"/>
              <a:gd name="T67" fmla="*/ 227 h 248"/>
              <a:gd name="T68" fmla="*/ 255 w 336"/>
              <a:gd name="T69" fmla="*/ 242 h 248"/>
              <a:gd name="T70" fmla="*/ 231 w 336"/>
              <a:gd name="T71" fmla="*/ 248 h 248"/>
              <a:gd name="T72" fmla="*/ 39 w 336"/>
              <a:gd name="T73" fmla="*/ 248 h 248"/>
              <a:gd name="T74" fmla="*/ 11 w 336"/>
              <a:gd name="T75" fmla="*/ 236 h 248"/>
              <a:gd name="T76" fmla="*/ 0 w 336"/>
              <a:gd name="T77" fmla="*/ 209 h 248"/>
              <a:gd name="T78" fmla="*/ 0 w 336"/>
              <a:gd name="T79" fmla="*/ 40 h 248"/>
              <a:gd name="T80" fmla="*/ 11 w 336"/>
              <a:gd name="T81" fmla="*/ 12 h 248"/>
              <a:gd name="T82" fmla="*/ 39 w 336"/>
              <a:gd name="T83" fmla="*/ 0 h 248"/>
              <a:gd name="T84" fmla="*/ 96 w 336"/>
              <a:gd name="T85" fmla="*/ 0 h 248"/>
              <a:gd name="T86" fmla="*/ 123 w 336"/>
              <a:gd name="T87" fmla="*/ 12 h 248"/>
              <a:gd name="T88" fmla="*/ 135 w 336"/>
              <a:gd name="T89" fmla="*/ 40 h 248"/>
              <a:gd name="T90" fmla="*/ 135 w 336"/>
              <a:gd name="T91" fmla="*/ 45 h 248"/>
              <a:gd name="T92" fmla="*/ 231 w 336"/>
              <a:gd name="T93" fmla="*/ 45 h 248"/>
              <a:gd name="T94" fmla="*/ 259 w 336"/>
              <a:gd name="T95" fmla="*/ 57 h 248"/>
              <a:gd name="T96" fmla="*/ 270 w 336"/>
              <a:gd name="T97" fmla="*/ 85 h 248"/>
              <a:gd name="T98" fmla="*/ 270 w 336"/>
              <a:gd name="T99" fmla="*/ 113 h 248"/>
              <a:gd name="T100" fmla="*/ 304 w 336"/>
              <a:gd name="T101" fmla="*/ 113 h 248"/>
              <a:gd name="T102" fmla="*/ 321 w 336"/>
              <a:gd name="T103" fmla="*/ 117 h 248"/>
              <a:gd name="T104" fmla="*/ 333 w 336"/>
              <a:gd name="T105" fmla="*/ 130 h 248"/>
              <a:gd name="T106" fmla="*/ 336 w 336"/>
              <a:gd name="T107" fmla="*/ 14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6" h="248">
                <a:moveTo>
                  <a:pt x="313" y="142"/>
                </a:moveTo>
                <a:cubicBezTo>
                  <a:pt x="313" y="137"/>
                  <a:pt x="310" y="135"/>
                  <a:pt x="304" y="135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08" y="135"/>
                  <a:pt x="103" y="137"/>
                  <a:pt x="97" y="139"/>
                </a:cubicBezTo>
                <a:cubicBezTo>
                  <a:pt x="92" y="142"/>
                  <a:pt x="88" y="145"/>
                  <a:pt x="85" y="148"/>
                </a:cubicBezTo>
                <a:cubicBezTo>
                  <a:pt x="33" y="212"/>
                  <a:pt x="33" y="212"/>
                  <a:pt x="33" y="212"/>
                </a:cubicBezTo>
                <a:cubicBezTo>
                  <a:pt x="31" y="215"/>
                  <a:pt x="30" y="217"/>
                  <a:pt x="30" y="219"/>
                </a:cubicBezTo>
                <a:cubicBezTo>
                  <a:pt x="30" y="223"/>
                  <a:pt x="33" y="225"/>
                  <a:pt x="39" y="225"/>
                </a:cubicBezTo>
                <a:cubicBezTo>
                  <a:pt x="231" y="225"/>
                  <a:pt x="231" y="225"/>
                  <a:pt x="231" y="225"/>
                </a:cubicBezTo>
                <a:cubicBezTo>
                  <a:pt x="235" y="225"/>
                  <a:pt x="241" y="224"/>
                  <a:pt x="246" y="222"/>
                </a:cubicBezTo>
                <a:cubicBezTo>
                  <a:pt x="251" y="219"/>
                  <a:pt x="255" y="216"/>
                  <a:pt x="258" y="212"/>
                </a:cubicBezTo>
                <a:cubicBezTo>
                  <a:pt x="310" y="148"/>
                  <a:pt x="310" y="148"/>
                  <a:pt x="310" y="148"/>
                </a:cubicBezTo>
                <a:cubicBezTo>
                  <a:pt x="312" y="146"/>
                  <a:pt x="313" y="144"/>
                  <a:pt x="313" y="142"/>
                </a:cubicBezTo>
                <a:close/>
                <a:moveTo>
                  <a:pt x="112" y="11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248" y="85"/>
                  <a:pt x="248" y="85"/>
                  <a:pt x="248" y="85"/>
                </a:cubicBezTo>
                <a:cubicBezTo>
                  <a:pt x="248" y="80"/>
                  <a:pt x="246" y="76"/>
                  <a:pt x="243" y="73"/>
                </a:cubicBezTo>
                <a:cubicBezTo>
                  <a:pt x="239" y="69"/>
                  <a:pt x="235" y="68"/>
                  <a:pt x="231" y="68"/>
                </a:cubicBezTo>
                <a:cubicBezTo>
                  <a:pt x="129" y="68"/>
                  <a:pt x="129" y="68"/>
                  <a:pt x="129" y="68"/>
                </a:cubicBezTo>
                <a:cubicBezTo>
                  <a:pt x="125" y="68"/>
                  <a:pt x="121" y="66"/>
                  <a:pt x="117" y="63"/>
                </a:cubicBezTo>
                <a:cubicBezTo>
                  <a:pt x="114" y="60"/>
                  <a:pt x="112" y="56"/>
                  <a:pt x="112" y="51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12" y="35"/>
                  <a:pt x="111" y="31"/>
                  <a:pt x="108" y="28"/>
                </a:cubicBezTo>
                <a:cubicBezTo>
                  <a:pt x="104" y="24"/>
                  <a:pt x="100" y="23"/>
                  <a:pt x="96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5" y="23"/>
                  <a:pt x="31" y="24"/>
                  <a:pt x="27" y="28"/>
                </a:cubicBezTo>
                <a:cubicBezTo>
                  <a:pt x="24" y="31"/>
                  <a:pt x="22" y="35"/>
                  <a:pt x="22" y="40"/>
                </a:cubicBezTo>
                <a:cubicBezTo>
                  <a:pt x="22" y="190"/>
                  <a:pt x="22" y="190"/>
                  <a:pt x="22" y="190"/>
                </a:cubicBezTo>
                <a:cubicBezTo>
                  <a:pt x="67" y="134"/>
                  <a:pt x="67" y="134"/>
                  <a:pt x="67" y="134"/>
                </a:cubicBezTo>
                <a:cubicBezTo>
                  <a:pt x="73" y="128"/>
                  <a:pt x="79" y="123"/>
                  <a:pt x="88" y="119"/>
                </a:cubicBezTo>
                <a:cubicBezTo>
                  <a:pt x="96" y="115"/>
                  <a:pt x="104" y="113"/>
                  <a:pt x="112" y="113"/>
                </a:cubicBezTo>
                <a:close/>
                <a:moveTo>
                  <a:pt x="336" y="142"/>
                </a:moveTo>
                <a:cubicBezTo>
                  <a:pt x="336" y="149"/>
                  <a:pt x="333" y="156"/>
                  <a:pt x="328" y="163"/>
                </a:cubicBezTo>
                <a:cubicBezTo>
                  <a:pt x="276" y="227"/>
                  <a:pt x="276" y="227"/>
                  <a:pt x="276" y="227"/>
                </a:cubicBezTo>
                <a:cubicBezTo>
                  <a:pt x="271" y="233"/>
                  <a:pt x="264" y="238"/>
                  <a:pt x="255" y="242"/>
                </a:cubicBezTo>
                <a:cubicBezTo>
                  <a:pt x="247" y="246"/>
                  <a:pt x="239" y="248"/>
                  <a:pt x="231" y="248"/>
                </a:cubicBezTo>
                <a:cubicBezTo>
                  <a:pt x="39" y="248"/>
                  <a:pt x="39" y="248"/>
                  <a:pt x="39" y="248"/>
                </a:cubicBezTo>
                <a:cubicBezTo>
                  <a:pt x="28" y="248"/>
                  <a:pt x="19" y="244"/>
                  <a:pt x="11" y="236"/>
                </a:cubicBezTo>
                <a:cubicBezTo>
                  <a:pt x="4" y="229"/>
                  <a:pt x="0" y="219"/>
                  <a:pt x="0" y="209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9"/>
                  <a:pt x="4" y="20"/>
                  <a:pt x="11" y="12"/>
                </a:cubicBezTo>
                <a:cubicBezTo>
                  <a:pt x="19" y="4"/>
                  <a:pt x="28" y="0"/>
                  <a:pt x="39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106" y="0"/>
                  <a:pt x="116" y="4"/>
                  <a:pt x="123" y="12"/>
                </a:cubicBezTo>
                <a:cubicBezTo>
                  <a:pt x="131" y="20"/>
                  <a:pt x="135" y="29"/>
                  <a:pt x="135" y="40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231" y="45"/>
                  <a:pt x="231" y="45"/>
                  <a:pt x="231" y="45"/>
                </a:cubicBezTo>
                <a:cubicBezTo>
                  <a:pt x="242" y="45"/>
                  <a:pt x="251" y="49"/>
                  <a:pt x="259" y="57"/>
                </a:cubicBezTo>
                <a:cubicBezTo>
                  <a:pt x="266" y="65"/>
                  <a:pt x="270" y="74"/>
                  <a:pt x="270" y="85"/>
                </a:cubicBezTo>
                <a:cubicBezTo>
                  <a:pt x="270" y="113"/>
                  <a:pt x="270" y="113"/>
                  <a:pt x="270" y="113"/>
                </a:cubicBezTo>
                <a:cubicBezTo>
                  <a:pt x="304" y="113"/>
                  <a:pt x="304" y="113"/>
                  <a:pt x="304" y="113"/>
                </a:cubicBezTo>
                <a:cubicBezTo>
                  <a:pt x="310" y="113"/>
                  <a:pt x="316" y="114"/>
                  <a:pt x="321" y="117"/>
                </a:cubicBezTo>
                <a:cubicBezTo>
                  <a:pt x="327" y="120"/>
                  <a:pt x="331" y="124"/>
                  <a:pt x="333" y="130"/>
                </a:cubicBezTo>
                <a:cubicBezTo>
                  <a:pt x="335" y="133"/>
                  <a:pt x="336" y="137"/>
                  <a:pt x="336" y="14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1141413" y="3313113"/>
            <a:ext cx="315913" cy="292100"/>
          </a:xfrm>
          <a:custGeom>
            <a:avLst/>
            <a:gdLst>
              <a:gd name="T0" fmla="*/ 128 w 293"/>
              <a:gd name="T1" fmla="*/ 76 h 270"/>
              <a:gd name="T2" fmla="*/ 98 w 293"/>
              <a:gd name="T3" fmla="*/ 155 h 270"/>
              <a:gd name="T4" fmla="*/ 122 w 293"/>
              <a:gd name="T5" fmla="*/ 155 h 270"/>
              <a:gd name="T6" fmla="*/ 150 w 293"/>
              <a:gd name="T7" fmla="*/ 156 h 270"/>
              <a:gd name="T8" fmla="*/ 160 w 293"/>
              <a:gd name="T9" fmla="*/ 155 h 270"/>
              <a:gd name="T10" fmla="*/ 128 w 293"/>
              <a:gd name="T11" fmla="*/ 76 h 270"/>
              <a:gd name="T12" fmla="*/ 0 w 293"/>
              <a:gd name="T13" fmla="*/ 270 h 270"/>
              <a:gd name="T14" fmla="*/ 0 w 293"/>
              <a:gd name="T15" fmla="*/ 256 h 270"/>
              <a:gd name="T16" fmla="*/ 10 w 293"/>
              <a:gd name="T17" fmla="*/ 254 h 270"/>
              <a:gd name="T18" fmla="*/ 20 w 293"/>
              <a:gd name="T19" fmla="*/ 252 h 270"/>
              <a:gd name="T20" fmla="*/ 29 w 293"/>
              <a:gd name="T21" fmla="*/ 250 h 270"/>
              <a:gd name="T22" fmla="*/ 37 w 293"/>
              <a:gd name="T23" fmla="*/ 245 h 270"/>
              <a:gd name="T24" fmla="*/ 42 w 293"/>
              <a:gd name="T25" fmla="*/ 236 h 270"/>
              <a:gd name="T26" fmla="*/ 84 w 293"/>
              <a:gd name="T27" fmla="*/ 127 h 270"/>
              <a:gd name="T28" fmla="*/ 133 w 293"/>
              <a:gd name="T29" fmla="*/ 0 h 270"/>
              <a:gd name="T30" fmla="*/ 156 w 293"/>
              <a:gd name="T31" fmla="*/ 0 h 270"/>
              <a:gd name="T32" fmla="*/ 158 w 293"/>
              <a:gd name="T33" fmla="*/ 4 h 270"/>
              <a:gd name="T34" fmla="*/ 194 w 293"/>
              <a:gd name="T35" fmla="*/ 88 h 270"/>
              <a:gd name="T36" fmla="*/ 213 w 293"/>
              <a:gd name="T37" fmla="*/ 133 h 270"/>
              <a:gd name="T38" fmla="*/ 233 w 293"/>
              <a:gd name="T39" fmla="*/ 182 h 270"/>
              <a:gd name="T40" fmla="*/ 243 w 293"/>
              <a:gd name="T41" fmla="*/ 207 h 270"/>
              <a:gd name="T42" fmla="*/ 255 w 293"/>
              <a:gd name="T43" fmla="*/ 237 h 270"/>
              <a:gd name="T44" fmla="*/ 262 w 293"/>
              <a:gd name="T45" fmla="*/ 247 h 270"/>
              <a:gd name="T46" fmla="*/ 277 w 293"/>
              <a:gd name="T47" fmla="*/ 252 h 270"/>
              <a:gd name="T48" fmla="*/ 292 w 293"/>
              <a:gd name="T49" fmla="*/ 256 h 270"/>
              <a:gd name="T50" fmla="*/ 293 w 293"/>
              <a:gd name="T51" fmla="*/ 266 h 270"/>
              <a:gd name="T52" fmla="*/ 293 w 293"/>
              <a:gd name="T53" fmla="*/ 268 h 270"/>
              <a:gd name="T54" fmla="*/ 293 w 293"/>
              <a:gd name="T55" fmla="*/ 270 h 270"/>
              <a:gd name="T56" fmla="*/ 259 w 293"/>
              <a:gd name="T57" fmla="*/ 269 h 270"/>
              <a:gd name="T58" fmla="*/ 226 w 293"/>
              <a:gd name="T59" fmla="*/ 267 h 270"/>
              <a:gd name="T60" fmla="*/ 188 w 293"/>
              <a:gd name="T61" fmla="*/ 269 h 270"/>
              <a:gd name="T62" fmla="*/ 157 w 293"/>
              <a:gd name="T63" fmla="*/ 270 h 270"/>
              <a:gd name="T64" fmla="*/ 157 w 293"/>
              <a:gd name="T65" fmla="*/ 256 h 270"/>
              <a:gd name="T66" fmla="*/ 180 w 293"/>
              <a:gd name="T67" fmla="*/ 251 h 270"/>
              <a:gd name="T68" fmla="*/ 182 w 293"/>
              <a:gd name="T69" fmla="*/ 251 h 270"/>
              <a:gd name="T70" fmla="*/ 185 w 293"/>
              <a:gd name="T71" fmla="*/ 250 h 270"/>
              <a:gd name="T72" fmla="*/ 188 w 293"/>
              <a:gd name="T73" fmla="*/ 250 h 270"/>
              <a:gd name="T74" fmla="*/ 190 w 293"/>
              <a:gd name="T75" fmla="*/ 248 h 270"/>
              <a:gd name="T76" fmla="*/ 192 w 293"/>
              <a:gd name="T77" fmla="*/ 247 h 270"/>
              <a:gd name="T78" fmla="*/ 194 w 293"/>
              <a:gd name="T79" fmla="*/ 245 h 270"/>
              <a:gd name="T80" fmla="*/ 194 w 293"/>
              <a:gd name="T81" fmla="*/ 243 h 270"/>
              <a:gd name="T82" fmla="*/ 189 w 293"/>
              <a:gd name="T83" fmla="*/ 226 h 270"/>
              <a:gd name="T84" fmla="*/ 176 w 293"/>
              <a:gd name="T85" fmla="*/ 194 h 270"/>
              <a:gd name="T86" fmla="*/ 169 w 293"/>
              <a:gd name="T87" fmla="*/ 177 h 270"/>
              <a:gd name="T88" fmla="*/ 90 w 293"/>
              <a:gd name="T89" fmla="*/ 176 h 270"/>
              <a:gd name="T90" fmla="*/ 76 w 293"/>
              <a:gd name="T91" fmla="*/ 211 h 270"/>
              <a:gd name="T92" fmla="*/ 67 w 293"/>
              <a:gd name="T93" fmla="*/ 239 h 270"/>
              <a:gd name="T94" fmla="*/ 70 w 293"/>
              <a:gd name="T95" fmla="*/ 246 h 270"/>
              <a:gd name="T96" fmla="*/ 77 w 293"/>
              <a:gd name="T97" fmla="*/ 250 h 270"/>
              <a:gd name="T98" fmla="*/ 86 w 293"/>
              <a:gd name="T99" fmla="*/ 253 h 270"/>
              <a:gd name="T100" fmla="*/ 96 w 293"/>
              <a:gd name="T101" fmla="*/ 254 h 270"/>
              <a:gd name="T102" fmla="*/ 103 w 293"/>
              <a:gd name="T103" fmla="*/ 255 h 270"/>
              <a:gd name="T104" fmla="*/ 103 w 293"/>
              <a:gd name="T105" fmla="*/ 265 h 270"/>
              <a:gd name="T106" fmla="*/ 103 w 293"/>
              <a:gd name="T107" fmla="*/ 270 h 270"/>
              <a:gd name="T108" fmla="*/ 72 w 293"/>
              <a:gd name="T109" fmla="*/ 268 h 270"/>
              <a:gd name="T110" fmla="*/ 42 w 293"/>
              <a:gd name="T111" fmla="*/ 266 h 270"/>
              <a:gd name="T112" fmla="*/ 37 w 293"/>
              <a:gd name="T113" fmla="*/ 267 h 270"/>
              <a:gd name="T114" fmla="*/ 33 w 293"/>
              <a:gd name="T115" fmla="*/ 268 h 270"/>
              <a:gd name="T116" fmla="*/ 0 w 293"/>
              <a:gd name="T117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3" h="270">
                <a:moveTo>
                  <a:pt x="128" y="76"/>
                </a:moveTo>
                <a:cubicBezTo>
                  <a:pt x="98" y="155"/>
                  <a:pt x="98" y="155"/>
                  <a:pt x="98" y="155"/>
                </a:cubicBezTo>
                <a:cubicBezTo>
                  <a:pt x="102" y="155"/>
                  <a:pt x="110" y="155"/>
                  <a:pt x="122" y="155"/>
                </a:cubicBezTo>
                <a:cubicBezTo>
                  <a:pt x="134" y="156"/>
                  <a:pt x="143" y="156"/>
                  <a:pt x="150" y="156"/>
                </a:cubicBezTo>
                <a:cubicBezTo>
                  <a:pt x="152" y="156"/>
                  <a:pt x="156" y="156"/>
                  <a:pt x="160" y="155"/>
                </a:cubicBezTo>
                <a:cubicBezTo>
                  <a:pt x="150" y="126"/>
                  <a:pt x="139" y="99"/>
                  <a:pt x="128" y="76"/>
                </a:cubicBezTo>
                <a:close/>
                <a:moveTo>
                  <a:pt x="0" y="270"/>
                </a:moveTo>
                <a:cubicBezTo>
                  <a:pt x="0" y="256"/>
                  <a:pt x="0" y="256"/>
                  <a:pt x="0" y="256"/>
                </a:cubicBezTo>
                <a:cubicBezTo>
                  <a:pt x="3" y="256"/>
                  <a:pt x="6" y="255"/>
                  <a:pt x="10" y="254"/>
                </a:cubicBezTo>
                <a:cubicBezTo>
                  <a:pt x="14" y="254"/>
                  <a:pt x="17" y="253"/>
                  <a:pt x="20" y="252"/>
                </a:cubicBezTo>
                <a:cubicBezTo>
                  <a:pt x="23" y="252"/>
                  <a:pt x="26" y="251"/>
                  <a:pt x="29" y="250"/>
                </a:cubicBezTo>
                <a:cubicBezTo>
                  <a:pt x="32" y="249"/>
                  <a:pt x="35" y="247"/>
                  <a:pt x="37" y="245"/>
                </a:cubicBezTo>
                <a:cubicBezTo>
                  <a:pt x="39" y="242"/>
                  <a:pt x="41" y="239"/>
                  <a:pt x="42" y="236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133" y="0"/>
                  <a:pt x="133" y="0"/>
                  <a:pt x="13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7" y="2"/>
                  <a:pt x="157" y="3"/>
                  <a:pt x="158" y="4"/>
                </a:cubicBezTo>
                <a:cubicBezTo>
                  <a:pt x="194" y="88"/>
                  <a:pt x="194" y="88"/>
                  <a:pt x="194" y="88"/>
                </a:cubicBezTo>
                <a:cubicBezTo>
                  <a:pt x="198" y="97"/>
                  <a:pt x="204" y="112"/>
                  <a:pt x="213" y="133"/>
                </a:cubicBezTo>
                <a:cubicBezTo>
                  <a:pt x="221" y="154"/>
                  <a:pt x="228" y="171"/>
                  <a:pt x="233" y="182"/>
                </a:cubicBezTo>
                <a:cubicBezTo>
                  <a:pt x="234" y="186"/>
                  <a:pt x="238" y="194"/>
                  <a:pt x="243" y="207"/>
                </a:cubicBezTo>
                <a:cubicBezTo>
                  <a:pt x="248" y="220"/>
                  <a:pt x="252" y="230"/>
                  <a:pt x="255" y="237"/>
                </a:cubicBezTo>
                <a:cubicBezTo>
                  <a:pt x="258" y="242"/>
                  <a:pt x="260" y="245"/>
                  <a:pt x="262" y="247"/>
                </a:cubicBezTo>
                <a:cubicBezTo>
                  <a:pt x="264" y="249"/>
                  <a:pt x="269" y="250"/>
                  <a:pt x="277" y="252"/>
                </a:cubicBezTo>
                <a:cubicBezTo>
                  <a:pt x="285" y="254"/>
                  <a:pt x="290" y="255"/>
                  <a:pt x="292" y="256"/>
                </a:cubicBezTo>
                <a:cubicBezTo>
                  <a:pt x="293" y="260"/>
                  <a:pt x="293" y="263"/>
                  <a:pt x="293" y="266"/>
                </a:cubicBezTo>
                <a:cubicBezTo>
                  <a:pt x="293" y="266"/>
                  <a:pt x="293" y="267"/>
                  <a:pt x="293" y="268"/>
                </a:cubicBezTo>
                <a:cubicBezTo>
                  <a:pt x="293" y="269"/>
                  <a:pt x="293" y="270"/>
                  <a:pt x="293" y="270"/>
                </a:cubicBezTo>
                <a:cubicBezTo>
                  <a:pt x="285" y="270"/>
                  <a:pt x="274" y="270"/>
                  <a:pt x="259" y="269"/>
                </a:cubicBezTo>
                <a:cubicBezTo>
                  <a:pt x="244" y="268"/>
                  <a:pt x="233" y="267"/>
                  <a:pt x="226" y="267"/>
                </a:cubicBezTo>
                <a:cubicBezTo>
                  <a:pt x="217" y="267"/>
                  <a:pt x="204" y="268"/>
                  <a:pt x="188" y="269"/>
                </a:cubicBezTo>
                <a:cubicBezTo>
                  <a:pt x="172" y="270"/>
                  <a:pt x="161" y="270"/>
                  <a:pt x="157" y="270"/>
                </a:cubicBezTo>
                <a:cubicBezTo>
                  <a:pt x="157" y="265"/>
                  <a:pt x="157" y="260"/>
                  <a:pt x="157" y="256"/>
                </a:cubicBezTo>
                <a:cubicBezTo>
                  <a:pt x="180" y="251"/>
                  <a:pt x="180" y="251"/>
                  <a:pt x="180" y="251"/>
                </a:cubicBezTo>
                <a:cubicBezTo>
                  <a:pt x="180" y="251"/>
                  <a:pt x="181" y="251"/>
                  <a:pt x="182" y="251"/>
                </a:cubicBezTo>
                <a:cubicBezTo>
                  <a:pt x="184" y="251"/>
                  <a:pt x="185" y="251"/>
                  <a:pt x="185" y="250"/>
                </a:cubicBezTo>
                <a:cubicBezTo>
                  <a:pt x="186" y="250"/>
                  <a:pt x="187" y="250"/>
                  <a:pt x="188" y="250"/>
                </a:cubicBezTo>
                <a:cubicBezTo>
                  <a:pt x="189" y="249"/>
                  <a:pt x="190" y="249"/>
                  <a:pt x="190" y="248"/>
                </a:cubicBezTo>
                <a:cubicBezTo>
                  <a:pt x="191" y="248"/>
                  <a:pt x="192" y="248"/>
                  <a:pt x="192" y="247"/>
                </a:cubicBezTo>
                <a:cubicBezTo>
                  <a:pt x="193" y="246"/>
                  <a:pt x="194" y="246"/>
                  <a:pt x="194" y="245"/>
                </a:cubicBezTo>
                <a:cubicBezTo>
                  <a:pt x="194" y="244"/>
                  <a:pt x="194" y="244"/>
                  <a:pt x="194" y="243"/>
                </a:cubicBezTo>
                <a:cubicBezTo>
                  <a:pt x="194" y="241"/>
                  <a:pt x="193" y="235"/>
                  <a:pt x="189" y="226"/>
                </a:cubicBezTo>
                <a:cubicBezTo>
                  <a:pt x="185" y="216"/>
                  <a:pt x="181" y="206"/>
                  <a:pt x="176" y="194"/>
                </a:cubicBezTo>
                <a:cubicBezTo>
                  <a:pt x="171" y="183"/>
                  <a:pt x="169" y="177"/>
                  <a:pt x="169" y="177"/>
                </a:cubicBezTo>
                <a:cubicBezTo>
                  <a:pt x="90" y="176"/>
                  <a:pt x="90" y="176"/>
                  <a:pt x="90" y="176"/>
                </a:cubicBezTo>
                <a:cubicBezTo>
                  <a:pt x="87" y="183"/>
                  <a:pt x="82" y="195"/>
                  <a:pt x="76" y="211"/>
                </a:cubicBezTo>
                <a:cubicBezTo>
                  <a:pt x="70" y="227"/>
                  <a:pt x="67" y="237"/>
                  <a:pt x="67" y="239"/>
                </a:cubicBezTo>
                <a:cubicBezTo>
                  <a:pt x="67" y="242"/>
                  <a:pt x="68" y="244"/>
                  <a:pt x="70" y="246"/>
                </a:cubicBezTo>
                <a:cubicBezTo>
                  <a:pt x="71" y="248"/>
                  <a:pt x="74" y="249"/>
                  <a:pt x="77" y="250"/>
                </a:cubicBezTo>
                <a:cubicBezTo>
                  <a:pt x="81" y="251"/>
                  <a:pt x="84" y="252"/>
                  <a:pt x="86" y="253"/>
                </a:cubicBezTo>
                <a:cubicBezTo>
                  <a:pt x="88" y="253"/>
                  <a:pt x="92" y="254"/>
                  <a:pt x="96" y="254"/>
                </a:cubicBezTo>
                <a:cubicBezTo>
                  <a:pt x="100" y="255"/>
                  <a:pt x="103" y="255"/>
                  <a:pt x="103" y="255"/>
                </a:cubicBezTo>
                <a:cubicBezTo>
                  <a:pt x="103" y="257"/>
                  <a:pt x="103" y="261"/>
                  <a:pt x="103" y="265"/>
                </a:cubicBezTo>
                <a:cubicBezTo>
                  <a:pt x="103" y="266"/>
                  <a:pt x="103" y="268"/>
                  <a:pt x="103" y="270"/>
                </a:cubicBezTo>
                <a:cubicBezTo>
                  <a:pt x="96" y="270"/>
                  <a:pt x="86" y="269"/>
                  <a:pt x="72" y="268"/>
                </a:cubicBezTo>
                <a:cubicBezTo>
                  <a:pt x="59" y="267"/>
                  <a:pt x="48" y="266"/>
                  <a:pt x="42" y="266"/>
                </a:cubicBezTo>
                <a:cubicBezTo>
                  <a:pt x="41" y="266"/>
                  <a:pt x="39" y="267"/>
                  <a:pt x="37" y="267"/>
                </a:cubicBezTo>
                <a:cubicBezTo>
                  <a:pt x="35" y="268"/>
                  <a:pt x="33" y="268"/>
                  <a:pt x="33" y="268"/>
                </a:cubicBezTo>
                <a:cubicBezTo>
                  <a:pt x="24" y="269"/>
                  <a:pt x="13" y="270"/>
                  <a:pt x="0" y="2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2016126" y="3313113"/>
            <a:ext cx="292100" cy="292100"/>
          </a:xfrm>
          <a:custGeom>
            <a:avLst/>
            <a:gdLst>
              <a:gd name="T0" fmla="*/ 164 w 270"/>
              <a:gd name="T1" fmla="*/ 4 h 270"/>
              <a:gd name="T2" fmla="*/ 66 w 270"/>
              <a:gd name="T3" fmla="*/ 68 h 270"/>
              <a:gd name="T4" fmla="*/ 3 w 270"/>
              <a:gd name="T5" fmla="*/ 166 h 270"/>
              <a:gd name="T6" fmla="*/ 0 w 270"/>
              <a:gd name="T7" fmla="*/ 135 h 270"/>
              <a:gd name="T8" fmla="*/ 18 w 270"/>
              <a:gd name="T9" fmla="*/ 68 h 270"/>
              <a:gd name="T10" fmla="*/ 67 w 270"/>
              <a:gd name="T11" fmla="*/ 18 h 270"/>
              <a:gd name="T12" fmla="*/ 134 w 270"/>
              <a:gd name="T13" fmla="*/ 0 h 270"/>
              <a:gd name="T14" fmla="*/ 164 w 270"/>
              <a:gd name="T15" fmla="*/ 4 h 270"/>
              <a:gd name="T16" fmla="*/ 211 w 270"/>
              <a:gd name="T17" fmla="*/ 25 h 270"/>
              <a:gd name="T18" fmla="*/ 240 w 270"/>
              <a:gd name="T19" fmla="*/ 52 h 270"/>
              <a:gd name="T20" fmla="*/ 122 w 270"/>
              <a:gd name="T21" fmla="*/ 122 h 270"/>
              <a:gd name="T22" fmla="*/ 52 w 270"/>
              <a:gd name="T23" fmla="*/ 242 h 270"/>
              <a:gd name="T24" fmla="*/ 24 w 270"/>
              <a:gd name="T25" fmla="*/ 213 h 270"/>
              <a:gd name="T26" fmla="*/ 94 w 270"/>
              <a:gd name="T27" fmla="*/ 95 h 270"/>
              <a:gd name="T28" fmla="*/ 211 w 270"/>
              <a:gd name="T29" fmla="*/ 25 h 270"/>
              <a:gd name="T30" fmla="*/ 82 w 270"/>
              <a:gd name="T31" fmla="*/ 260 h 270"/>
              <a:gd name="T32" fmla="*/ 149 w 270"/>
              <a:gd name="T33" fmla="*/ 150 h 270"/>
              <a:gd name="T34" fmla="*/ 258 w 270"/>
              <a:gd name="T35" fmla="*/ 82 h 270"/>
              <a:gd name="T36" fmla="*/ 268 w 270"/>
              <a:gd name="T37" fmla="*/ 117 h 270"/>
              <a:gd name="T38" fmla="*/ 177 w 270"/>
              <a:gd name="T39" fmla="*/ 178 h 270"/>
              <a:gd name="T40" fmla="*/ 117 w 270"/>
              <a:gd name="T41" fmla="*/ 269 h 270"/>
              <a:gd name="T42" fmla="*/ 82 w 270"/>
              <a:gd name="T43" fmla="*/ 260 h 270"/>
              <a:gd name="T44" fmla="*/ 270 w 270"/>
              <a:gd name="T45" fmla="*/ 270 h 270"/>
              <a:gd name="T46" fmla="*/ 205 w 270"/>
              <a:gd name="T47" fmla="*/ 250 h 270"/>
              <a:gd name="T48" fmla="*/ 154 w 270"/>
              <a:gd name="T49" fmla="*/ 268 h 270"/>
              <a:gd name="T50" fmla="*/ 203 w 270"/>
              <a:gd name="T51" fmla="*/ 203 h 270"/>
              <a:gd name="T52" fmla="*/ 268 w 270"/>
              <a:gd name="T53" fmla="*/ 155 h 270"/>
              <a:gd name="T54" fmla="*/ 250 w 270"/>
              <a:gd name="T55" fmla="*/ 205 h 270"/>
              <a:gd name="T56" fmla="*/ 270 w 270"/>
              <a:gd name="T57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70" h="270">
                <a:moveTo>
                  <a:pt x="164" y="4"/>
                </a:moveTo>
                <a:cubicBezTo>
                  <a:pt x="127" y="18"/>
                  <a:pt x="94" y="39"/>
                  <a:pt x="66" y="68"/>
                </a:cubicBezTo>
                <a:cubicBezTo>
                  <a:pt x="38" y="96"/>
                  <a:pt x="17" y="129"/>
                  <a:pt x="3" y="166"/>
                </a:cubicBezTo>
                <a:cubicBezTo>
                  <a:pt x="1" y="156"/>
                  <a:pt x="0" y="145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0"/>
                  <a:pt x="67" y="18"/>
                </a:cubicBezTo>
                <a:cubicBezTo>
                  <a:pt x="87" y="6"/>
                  <a:pt x="110" y="0"/>
                  <a:pt x="134" y="0"/>
                </a:cubicBezTo>
                <a:cubicBezTo>
                  <a:pt x="144" y="0"/>
                  <a:pt x="154" y="2"/>
                  <a:pt x="164" y="4"/>
                </a:cubicBezTo>
                <a:close/>
                <a:moveTo>
                  <a:pt x="211" y="25"/>
                </a:moveTo>
                <a:cubicBezTo>
                  <a:pt x="222" y="32"/>
                  <a:pt x="232" y="41"/>
                  <a:pt x="240" y="52"/>
                </a:cubicBezTo>
                <a:cubicBezTo>
                  <a:pt x="195" y="65"/>
                  <a:pt x="155" y="89"/>
                  <a:pt x="122" y="122"/>
                </a:cubicBezTo>
                <a:cubicBezTo>
                  <a:pt x="88" y="156"/>
                  <a:pt x="65" y="196"/>
                  <a:pt x="52" y="242"/>
                </a:cubicBezTo>
                <a:cubicBezTo>
                  <a:pt x="41" y="233"/>
                  <a:pt x="32" y="224"/>
                  <a:pt x="24" y="213"/>
                </a:cubicBezTo>
                <a:cubicBezTo>
                  <a:pt x="38" y="168"/>
                  <a:pt x="61" y="128"/>
                  <a:pt x="94" y="95"/>
                </a:cubicBezTo>
                <a:cubicBezTo>
                  <a:pt x="127" y="61"/>
                  <a:pt x="166" y="38"/>
                  <a:pt x="211" y="25"/>
                </a:cubicBezTo>
                <a:close/>
                <a:moveTo>
                  <a:pt x="82" y="260"/>
                </a:moveTo>
                <a:cubicBezTo>
                  <a:pt x="96" y="218"/>
                  <a:pt x="118" y="181"/>
                  <a:pt x="149" y="150"/>
                </a:cubicBezTo>
                <a:cubicBezTo>
                  <a:pt x="180" y="119"/>
                  <a:pt x="217" y="96"/>
                  <a:pt x="258" y="82"/>
                </a:cubicBezTo>
                <a:cubicBezTo>
                  <a:pt x="263" y="93"/>
                  <a:pt x="266" y="105"/>
                  <a:pt x="268" y="117"/>
                </a:cubicBezTo>
                <a:cubicBezTo>
                  <a:pt x="233" y="131"/>
                  <a:pt x="203" y="151"/>
                  <a:pt x="177" y="178"/>
                </a:cubicBezTo>
                <a:cubicBezTo>
                  <a:pt x="151" y="204"/>
                  <a:pt x="130" y="234"/>
                  <a:pt x="117" y="269"/>
                </a:cubicBezTo>
                <a:cubicBezTo>
                  <a:pt x="104" y="267"/>
                  <a:pt x="93" y="264"/>
                  <a:pt x="82" y="260"/>
                </a:cubicBezTo>
                <a:close/>
                <a:moveTo>
                  <a:pt x="270" y="270"/>
                </a:moveTo>
                <a:cubicBezTo>
                  <a:pt x="247" y="264"/>
                  <a:pt x="226" y="257"/>
                  <a:pt x="205" y="250"/>
                </a:cubicBezTo>
                <a:cubicBezTo>
                  <a:pt x="190" y="259"/>
                  <a:pt x="173" y="266"/>
                  <a:pt x="154" y="268"/>
                </a:cubicBezTo>
                <a:cubicBezTo>
                  <a:pt x="167" y="244"/>
                  <a:pt x="183" y="223"/>
                  <a:pt x="203" y="203"/>
                </a:cubicBezTo>
                <a:cubicBezTo>
                  <a:pt x="222" y="184"/>
                  <a:pt x="244" y="168"/>
                  <a:pt x="268" y="155"/>
                </a:cubicBezTo>
                <a:cubicBezTo>
                  <a:pt x="265" y="172"/>
                  <a:pt x="259" y="189"/>
                  <a:pt x="250" y="205"/>
                </a:cubicBezTo>
                <a:cubicBezTo>
                  <a:pt x="257" y="225"/>
                  <a:pt x="264" y="247"/>
                  <a:pt x="270" y="2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46"/>
          <p:cNvSpPr>
            <a:spLocks/>
          </p:cNvSpPr>
          <p:nvPr/>
        </p:nvSpPr>
        <p:spPr bwMode="auto">
          <a:xfrm>
            <a:off x="2447926" y="3313113"/>
            <a:ext cx="292100" cy="293688"/>
          </a:xfrm>
          <a:custGeom>
            <a:avLst/>
            <a:gdLst>
              <a:gd name="T0" fmla="*/ 8 w 271"/>
              <a:gd name="T1" fmla="*/ 269 h 272"/>
              <a:gd name="T2" fmla="*/ 2 w 271"/>
              <a:gd name="T3" fmla="*/ 271 h 272"/>
              <a:gd name="T4" fmla="*/ 0 w 271"/>
              <a:gd name="T5" fmla="*/ 266 h 272"/>
              <a:gd name="T6" fmla="*/ 0 w 271"/>
              <a:gd name="T7" fmla="*/ 7 h 272"/>
              <a:gd name="T8" fmla="*/ 2 w 271"/>
              <a:gd name="T9" fmla="*/ 1 h 272"/>
              <a:gd name="T10" fmla="*/ 8 w 271"/>
              <a:gd name="T11" fmla="*/ 3 h 272"/>
              <a:gd name="T12" fmla="*/ 133 w 271"/>
              <a:gd name="T13" fmla="*/ 128 h 272"/>
              <a:gd name="T14" fmla="*/ 135 w 271"/>
              <a:gd name="T15" fmla="*/ 132 h 272"/>
              <a:gd name="T16" fmla="*/ 135 w 271"/>
              <a:gd name="T17" fmla="*/ 7 h 272"/>
              <a:gd name="T18" fmla="*/ 137 w 271"/>
              <a:gd name="T19" fmla="*/ 1 h 272"/>
              <a:gd name="T20" fmla="*/ 143 w 271"/>
              <a:gd name="T21" fmla="*/ 3 h 272"/>
              <a:gd name="T22" fmla="*/ 268 w 271"/>
              <a:gd name="T23" fmla="*/ 128 h 272"/>
              <a:gd name="T24" fmla="*/ 271 w 271"/>
              <a:gd name="T25" fmla="*/ 136 h 272"/>
              <a:gd name="T26" fmla="*/ 268 w 271"/>
              <a:gd name="T27" fmla="*/ 144 h 272"/>
              <a:gd name="T28" fmla="*/ 143 w 271"/>
              <a:gd name="T29" fmla="*/ 269 h 272"/>
              <a:gd name="T30" fmla="*/ 137 w 271"/>
              <a:gd name="T31" fmla="*/ 271 h 272"/>
              <a:gd name="T32" fmla="*/ 135 w 271"/>
              <a:gd name="T33" fmla="*/ 266 h 272"/>
              <a:gd name="T34" fmla="*/ 135 w 271"/>
              <a:gd name="T35" fmla="*/ 141 h 272"/>
              <a:gd name="T36" fmla="*/ 133 w 271"/>
              <a:gd name="T37" fmla="*/ 144 h 272"/>
              <a:gd name="T38" fmla="*/ 8 w 271"/>
              <a:gd name="T39" fmla="*/ 269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71" h="272">
                <a:moveTo>
                  <a:pt x="8" y="269"/>
                </a:moveTo>
                <a:cubicBezTo>
                  <a:pt x="5" y="271"/>
                  <a:pt x="4" y="272"/>
                  <a:pt x="2" y="271"/>
                </a:cubicBezTo>
                <a:cubicBezTo>
                  <a:pt x="1" y="271"/>
                  <a:pt x="0" y="269"/>
                  <a:pt x="0" y="266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1" y="2"/>
                  <a:pt x="2" y="1"/>
                </a:cubicBezTo>
                <a:cubicBezTo>
                  <a:pt x="4" y="0"/>
                  <a:pt x="5" y="1"/>
                  <a:pt x="8" y="3"/>
                </a:cubicBezTo>
                <a:cubicBezTo>
                  <a:pt x="133" y="128"/>
                  <a:pt x="133" y="128"/>
                  <a:pt x="133" y="128"/>
                </a:cubicBezTo>
                <a:cubicBezTo>
                  <a:pt x="134" y="129"/>
                  <a:pt x="134" y="130"/>
                  <a:pt x="135" y="132"/>
                </a:cubicBezTo>
                <a:cubicBezTo>
                  <a:pt x="135" y="7"/>
                  <a:pt x="135" y="7"/>
                  <a:pt x="135" y="7"/>
                </a:cubicBezTo>
                <a:cubicBezTo>
                  <a:pt x="135" y="3"/>
                  <a:pt x="136" y="2"/>
                  <a:pt x="137" y="1"/>
                </a:cubicBezTo>
                <a:cubicBezTo>
                  <a:pt x="139" y="0"/>
                  <a:pt x="141" y="1"/>
                  <a:pt x="143" y="3"/>
                </a:cubicBezTo>
                <a:cubicBezTo>
                  <a:pt x="268" y="128"/>
                  <a:pt x="268" y="128"/>
                  <a:pt x="268" y="128"/>
                </a:cubicBezTo>
                <a:cubicBezTo>
                  <a:pt x="270" y="130"/>
                  <a:pt x="271" y="133"/>
                  <a:pt x="271" y="136"/>
                </a:cubicBezTo>
                <a:cubicBezTo>
                  <a:pt x="271" y="139"/>
                  <a:pt x="270" y="142"/>
                  <a:pt x="268" y="144"/>
                </a:cubicBezTo>
                <a:cubicBezTo>
                  <a:pt x="143" y="269"/>
                  <a:pt x="143" y="269"/>
                  <a:pt x="143" y="269"/>
                </a:cubicBezTo>
                <a:cubicBezTo>
                  <a:pt x="141" y="271"/>
                  <a:pt x="139" y="272"/>
                  <a:pt x="137" y="271"/>
                </a:cubicBezTo>
                <a:cubicBezTo>
                  <a:pt x="136" y="271"/>
                  <a:pt x="135" y="269"/>
                  <a:pt x="135" y="266"/>
                </a:cubicBezTo>
                <a:cubicBezTo>
                  <a:pt x="135" y="141"/>
                  <a:pt x="135" y="141"/>
                  <a:pt x="135" y="141"/>
                </a:cubicBezTo>
                <a:cubicBezTo>
                  <a:pt x="134" y="142"/>
                  <a:pt x="134" y="143"/>
                  <a:pt x="133" y="144"/>
                </a:cubicBezTo>
                <a:lnTo>
                  <a:pt x="8" y="26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2911476" y="3302001"/>
            <a:ext cx="228600" cy="315913"/>
          </a:xfrm>
          <a:custGeom>
            <a:avLst/>
            <a:gdLst>
              <a:gd name="T0" fmla="*/ 169 w 211"/>
              <a:gd name="T1" fmla="*/ 76 h 293"/>
              <a:gd name="T2" fmla="*/ 175 w 211"/>
              <a:gd name="T3" fmla="*/ 42 h 293"/>
              <a:gd name="T4" fmla="*/ 173 w 211"/>
              <a:gd name="T5" fmla="*/ 35 h 293"/>
              <a:gd name="T6" fmla="*/ 167 w 211"/>
              <a:gd name="T7" fmla="*/ 32 h 293"/>
              <a:gd name="T8" fmla="*/ 42 w 211"/>
              <a:gd name="T9" fmla="*/ 32 h 293"/>
              <a:gd name="T10" fmla="*/ 35 w 211"/>
              <a:gd name="T11" fmla="*/ 35 h 293"/>
              <a:gd name="T12" fmla="*/ 32 w 211"/>
              <a:gd name="T13" fmla="*/ 41 h 293"/>
              <a:gd name="T14" fmla="*/ 32 w 211"/>
              <a:gd name="T15" fmla="*/ 235 h 293"/>
              <a:gd name="T16" fmla="*/ 34 w 211"/>
              <a:gd name="T17" fmla="*/ 235 h 293"/>
              <a:gd name="T18" fmla="*/ 85 w 211"/>
              <a:gd name="T19" fmla="*/ 173 h 293"/>
              <a:gd name="T20" fmla="*/ 91 w 211"/>
              <a:gd name="T21" fmla="*/ 167 h 293"/>
              <a:gd name="T22" fmla="*/ 100 w 211"/>
              <a:gd name="T23" fmla="*/ 166 h 293"/>
              <a:gd name="T24" fmla="*/ 142 w 211"/>
              <a:gd name="T25" fmla="*/ 166 h 293"/>
              <a:gd name="T26" fmla="*/ 148 w 211"/>
              <a:gd name="T27" fmla="*/ 164 h 293"/>
              <a:gd name="T28" fmla="*/ 152 w 211"/>
              <a:gd name="T29" fmla="*/ 158 h 293"/>
              <a:gd name="T30" fmla="*/ 158 w 211"/>
              <a:gd name="T31" fmla="*/ 125 h 293"/>
              <a:gd name="T32" fmla="*/ 156 w 211"/>
              <a:gd name="T33" fmla="*/ 118 h 293"/>
              <a:gd name="T34" fmla="*/ 150 w 211"/>
              <a:gd name="T35" fmla="*/ 114 h 293"/>
              <a:gd name="T36" fmla="*/ 98 w 211"/>
              <a:gd name="T37" fmla="*/ 114 h 293"/>
              <a:gd name="T38" fmla="*/ 89 w 211"/>
              <a:gd name="T39" fmla="*/ 111 h 293"/>
              <a:gd name="T40" fmla="*/ 86 w 211"/>
              <a:gd name="T41" fmla="*/ 103 h 293"/>
              <a:gd name="T42" fmla="*/ 86 w 211"/>
              <a:gd name="T43" fmla="*/ 95 h 293"/>
              <a:gd name="T44" fmla="*/ 89 w 211"/>
              <a:gd name="T45" fmla="*/ 87 h 293"/>
              <a:gd name="T46" fmla="*/ 98 w 211"/>
              <a:gd name="T47" fmla="*/ 84 h 293"/>
              <a:gd name="T48" fmla="*/ 159 w 211"/>
              <a:gd name="T49" fmla="*/ 84 h 293"/>
              <a:gd name="T50" fmla="*/ 165 w 211"/>
              <a:gd name="T51" fmla="*/ 81 h 293"/>
              <a:gd name="T52" fmla="*/ 169 w 211"/>
              <a:gd name="T53" fmla="*/ 76 h 293"/>
              <a:gd name="T54" fmla="*/ 209 w 211"/>
              <a:gd name="T55" fmla="*/ 37 h 293"/>
              <a:gd name="T56" fmla="*/ 199 w 211"/>
              <a:gd name="T57" fmla="*/ 84 h 293"/>
              <a:gd name="T58" fmla="*/ 187 w 211"/>
              <a:gd name="T59" fmla="*/ 145 h 293"/>
              <a:gd name="T60" fmla="*/ 181 w 211"/>
              <a:gd name="T61" fmla="*/ 176 h 293"/>
              <a:gd name="T62" fmla="*/ 179 w 211"/>
              <a:gd name="T63" fmla="*/ 182 h 293"/>
              <a:gd name="T64" fmla="*/ 177 w 211"/>
              <a:gd name="T65" fmla="*/ 187 h 293"/>
              <a:gd name="T66" fmla="*/ 172 w 211"/>
              <a:gd name="T67" fmla="*/ 193 h 293"/>
              <a:gd name="T68" fmla="*/ 166 w 211"/>
              <a:gd name="T69" fmla="*/ 197 h 293"/>
              <a:gd name="T70" fmla="*/ 155 w 211"/>
              <a:gd name="T71" fmla="*/ 199 h 293"/>
              <a:gd name="T72" fmla="*/ 108 w 211"/>
              <a:gd name="T73" fmla="*/ 199 h 293"/>
              <a:gd name="T74" fmla="*/ 104 w 211"/>
              <a:gd name="T75" fmla="*/ 200 h 293"/>
              <a:gd name="T76" fmla="*/ 29 w 211"/>
              <a:gd name="T77" fmla="*/ 287 h 293"/>
              <a:gd name="T78" fmla="*/ 18 w 211"/>
              <a:gd name="T79" fmla="*/ 292 h 293"/>
              <a:gd name="T80" fmla="*/ 10 w 211"/>
              <a:gd name="T81" fmla="*/ 291 h 293"/>
              <a:gd name="T82" fmla="*/ 0 w 211"/>
              <a:gd name="T83" fmla="*/ 274 h 293"/>
              <a:gd name="T84" fmla="*/ 0 w 211"/>
              <a:gd name="T85" fmla="*/ 26 h 293"/>
              <a:gd name="T86" fmla="*/ 7 w 211"/>
              <a:gd name="T87" fmla="*/ 8 h 293"/>
              <a:gd name="T88" fmla="*/ 28 w 211"/>
              <a:gd name="T89" fmla="*/ 0 h 293"/>
              <a:gd name="T90" fmla="*/ 184 w 211"/>
              <a:gd name="T91" fmla="*/ 0 h 293"/>
              <a:gd name="T92" fmla="*/ 207 w 211"/>
              <a:gd name="T93" fmla="*/ 9 h 293"/>
              <a:gd name="T94" fmla="*/ 209 w 211"/>
              <a:gd name="T95" fmla="*/ 37 h 293"/>
              <a:gd name="T96" fmla="*/ 209 w 211"/>
              <a:gd name="T97" fmla="*/ 37 h 293"/>
              <a:gd name="T98" fmla="*/ 181 w 211"/>
              <a:gd name="T99" fmla="*/ 176 h 293"/>
              <a:gd name="T100" fmla="*/ 187 w 211"/>
              <a:gd name="T101" fmla="*/ 145 h 293"/>
              <a:gd name="T102" fmla="*/ 199 w 211"/>
              <a:gd name="T103" fmla="*/ 84 h 293"/>
              <a:gd name="T104" fmla="*/ 209 w 211"/>
              <a:gd name="T105" fmla="*/ 37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1" h="293">
                <a:moveTo>
                  <a:pt x="169" y="76"/>
                </a:moveTo>
                <a:cubicBezTo>
                  <a:pt x="175" y="42"/>
                  <a:pt x="175" y="42"/>
                  <a:pt x="175" y="42"/>
                </a:cubicBezTo>
                <a:cubicBezTo>
                  <a:pt x="176" y="39"/>
                  <a:pt x="175" y="37"/>
                  <a:pt x="173" y="35"/>
                </a:cubicBezTo>
                <a:cubicBezTo>
                  <a:pt x="172" y="33"/>
                  <a:pt x="170" y="32"/>
                  <a:pt x="167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39" y="32"/>
                  <a:pt x="37" y="33"/>
                  <a:pt x="35" y="35"/>
                </a:cubicBezTo>
                <a:cubicBezTo>
                  <a:pt x="33" y="37"/>
                  <a:pt x="32" y="39"/>
                  <a:pt x="32" y="41"/>
                </a:cubicBezTo>
                <a:cubicBezTo>
                  <a:pt x="32" y="235"/>
                  <a:pt x="32" y="235"/>
                  <a:pt x="32" y="235"/>
                </a:cubicBezTo>
                <a:cubicBezTo>
                  <a:pt x="32" y="236"/>
                  <a:pt x="33" y="236"/>
                  <a:pt x="34" y="235"/>
                </a:cubicBezTo>
                <a:cubicBezTo>
                  <a:pt x="85" y="173"/>
                  <a:pt x="85" y="173"/>
                  <a:pt x="85" y="173"/>
                </a:cubicBezTo>
                <a:cubicBezTo>
                  <a:pt x="87" y="170"/>
                  <a:pt x="90" y="168"/>
                  <a:pt x="91" y="167"/>
                </a:cubicBezTo>
                <a:cubicBezTo>
                  <a:pt x="93" y="167"/>
                  <a:pt x="96" y="166"/>
                  <a:pt x="100" y="166"/>
                </a:cubicBezTo>
                <a:cubicBezTo>
                  <a:pt x="142" y="166"/>
                  <a:pt x="142" y="166"/>
                  <a:pt x="142" y="166"/>
                </a:cubicBezTo>
                <a:cubicBezTo>
                  <a:pt x="145" y="166"/>
                  <a:pt x="147" y="165"/>
                  <a:pt x="148" y="164"/>
                </a:cubicBezTo>
                <a:cubicBezTo>
                  <a:pt x="150" y="162"/>
                  <a:pt x="151" y="160"/>
                  <a:pt x="152" y="158"/>
                </a:cubicBezTo>
                <a:cubicBezTo>
                  <a:pt x="154" y="143"/>
                  <a:pt x="157" y="132"/>
                  <a:pt x="158" y="125"/>
                </a:cubicBezTo>
                <a:cubicBezTo>
                  <a:pt x="159" y="122"/>
                  <a:pt x="158" y="120"/>
                  <a:pt x="156" y="118"/>
                </a:cubicBezTo>
                <a:cubicBezTo>
                  <a:pt x="154" y="115"/>
                  <a:pt x="152" y="114"/>
                  <a:pt x="150" y="114"/>
                </a:cubicBezTo>
                <a:cubicBezTo>
                  <a:pt x="98" y="114"/>
                  <a:pt x="98" y="114"/>
                  <a:pt x="98" y="114"/>
                </a:cubicBezTo>
                <a:cubicBezTo>
                  <a:pt x="95" y="114"/>
                  <a:pt x="92" y="113"/>
                  <a:pt x="89" y="111"/>
                </a:cubicBezTo>
                <a:cubicBezTo>
                  <a:pt x="87" y="109"/>
                  <a:pt x="86" y="106"/>
                  <a:pt x="86" y="103"/>
                </a:cubicBezTo>
                <a:cubicBezTo>
                  <a:pt x="86" y="95"/>
                  <a:pt x="86" y="95"/>
                  <a:pt x="86" y="95"/>
                </a:cubicBezTo>
                <a:cubicBezTo>
                  <a:pt x="86" y="92"/>
                  <a:pt x="87" y="89"/>
                  <a:pt x="89" y="87"/>
                </a:cubicBezTo>
                <a:cubicBezTo>
                  <a:pt x="92" y="85"/>
                  <a:pt x="95" y="84"/>
                  <a:pt x="98" y="84"/>
                </a:cubicBezTo>
                <a:cubicBezTo>
                  <a:pt x="159" y="84"/>
                  <a:pt x="159" y="84"/>
                  <a:pt x="159" y="84"/>
                </a:cubicBezTo>
                <a:cubicBezTo>
                  <a:pt x="161" y="84"/>
                  <a:pt x="163" y="83"/>
                  <a:pt x="165" y="81"/>
                </a:cubicBezTo>
                <a:cubicBezTo>
                  <a:pt x="167" y="80"/>
                  <a:pt x="168" y="78"/>
                  <a:pt x="169" y="76"/>
                </a:cubicBezTo>
                <a:close/>
                <a:moveTo>
                  <a:pt x="209" y="37"/>
                </a:moveTo>
                <a:cubicBezTo>
                  <a:pt x="207" y="45"/>
                  <a:pt x="204" y="61"/>
                  <a:pt x="199" y="84"/>
                </a:cubicBezTo>
                <a:cubicBezTo>
                  <a:pt x="195" y="107"/>
                  <a:pt x="190" y="127"/>
                  <a:pt x="187" y="145"/>
                </a:cubicBezTo>
                <a:cubicBezTo>
                  <a:pt x="183" y="164"/>
                  <a:pt x="181" y="174"/>
                  <a:pt x="181" y="176"/>
                </a:cubicBezTo>
                <a:cubicBezTo>
                  <a:pt x="180" y="179"/>
                  <a:pt x="179" y="180"/>
                  <a:pt x="179" y="182"/>
                </a:cubicBezTo>
                <a:cubicBezTo>
                  <a:pt x="179" y="183"/>
                  <a:pt x="178" y="185"/>
                  <a:pt x="177" y="187"/>
                </a:cubicBezTo>
                <a:cubicBezTo>
                  <a:pt x="175" y="190"/>
                  <a:pt x="174" y="192"/>
                  <a:pt x="172" y="193"/>
                </a:cubicBezTo>
                <a:cubicBezTo>
                  <a:pt x="171" y="195"/>
                  <a:pt x="168" y="196"/>
                  <a:pt x="166" y="197"/>
                </a:cubicBezTo>
                <a:cubicBezTo>
                  <a:pt x="163" y="198"/>
                  <a:pt x="159" y="199"/>
                  <a:pt x="155" y="199"/>
                </a:cubicBezTo>
                <a:cubicBezTo>
                  <a:pt x="108" y="199"/>
                  <a:pt x="108" y="199"/>
                  <a:pt x="108" y="199"/>
                </a:cubicBezTo>
                <a:cubicBezTo>
                  <a:pt x="106" y="199"/>
                  <a:pt x="105" y="199"/>
                  <a:pt x="104" y="200"/>
                </a:cubicBezTo>
                <a:cubicBezTo>
                  <a:pt x="103" y="201"/>
                  <a:pt x="78" y="230"/>
                  <a:pt x="29" y="287"/>
                </a:cubicBezTo>
                <a:cubicBezTo>
                  <a:pt x="26" y="290"/>
                  <a:pt x="23" y="292"/>
                  <a:pt x="18" y="292"/>
                </a:cubicBezTo>
                <a:cubicBezTo>
                  <a:pt x="14" y="293"/>
                  <a:pt x="11" y="293"/>
                  <a:pt x="10" y="291"/>
                </a:cubicBezTo>
                <a:cubicBezTo>
                  <a:pt x="3" y="289"/>
                  <a:pt x="0" y="283"/>
                  <a:pt x="0" y="27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0"/>
                  <a:pt x="2" y="14"/>
                  <a:pt x="7" y="8"/>
                </a:cubicBezTo>
                <a:cubicBezTo>
                  <a:pt x="11" y="2"/>
                  <a:pt x="18" y="0"/>
                  <a:pt x="28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96" y="0"/>
                  <a:pt x="203" y="3"/>
                  <a:pt x="207" y="9"/>
                </a:cubicBezTo>
                <a:cubicBezTo>
                  <a:pt x="211" y="15"/>
                  <a:pt x="211" y="24"/>
                  <a:pt x="209" y="37"/>
                </a:cubicBezTo>
                <a:close/>
                <a:moveTo>
                  <a:pt x="209" y="37"/>
                </a:moveTo>
                <a:cubicBezTo>
                  <a:pt x="181" y="176"/>
                  <a:pt x="181" y="176"/>
                  <a:pt x="181" y="176"/>
                </a:cubicBezTo>
                <a:cubicBezTo>
                  <a:pt x="181" y="174"/>
                  <a:pt x="183" y="164"/>
                  <a:pt x="187" y="145"/>
                </a:cubicBezTo>
                <a:cubicBezTo>
                  <a:pt x="190" y="127"/>
                  <a:pt x="195" y="107"/>
                  <a:pt x="199" y="84"/>
                </a:cubicBezTo>
                <a:cubicBezTo>
                  <a:pt x="204" y="61"/>
                  <a:pt x="207" y="45"/>
                  <a:pt x="209" y="3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3311526" y="3313113"/>
            <a:ext cx="292100" cy="292100"/>
          </a:xfrm>
          <a:custGeom>
            <a:avLst/>
            <a:gdLst>
              <a:gd name="T0" fmla="*/ 199 w 270"/>
              <a:gd name="T1" fmla="*/ 202 h 270"/>
              <a:gd name="T2" fmla="*/ 183 w 270"/>
              <a:gd name="T3" fmla="*/ 207 h 270"/>
              <a:gd name="T4" fmla="*/ 162 w 270"/>
              <a:gd name="T5" fmla="*/ 178 h 270"/>
              <a:gd name="T6" fmla="*/ 108 w 270"/>
              <a:gd name="T7" fmla="*/ 178 h 270"/>
              <a:gd name="T8" fmla="*/ 86 w 270"/>
              <a:gd name="T9" fmla="*/ 207 h 270"/>
              <a:gd name="T10" fmla="*/ 71 w 270"/>
              <a:gd name="T11" fmla="*/ 202 h 270"/>
              <a:gd name="T12" fmla="*/ 95 w 270"/>
              <a:gd name="T13" fmla="*/ 159 h 270"/>
              <a:gd name="T14" fmla="*/ 175 w 270"/>
              <a:gd name="T15" fmla="*/ 159 h 270"/>
              <a:gd name="T16" fmla="*/ 112 w 270"/>
              <a:gd name="T17" fmla="*/ 90 h 270"/>
              <a:gd name="T18" fmla="*/ 90 w 270"/>
              <a:gd name="T19" fmla="*/ 113 h 270"/>
              <a:gd name="T20" fmla="*/ 67 w 270"/>
              <a:gd name="T21" fmla="*/ 90 h 270"/>
              <a:gd name="T22" fmla="*/ 90 w 270"/>
              <a:gd name="T23" fmla="*/ 67 h 270"/>
              <a:gd name="T24" fmla="*/ 112 w 270"/>
              <a:gd name="T25" fmla="*/ 90 h 270"/>
              <a:gd name="T26" fmla="*/ 196 w 270"/>
              <a:gd name="T27" fmla="*/ 106 h 270"/>
              <a:gd name="T28" fmla="*/ 164 w 270"/>
              <a:gd name="T29" fmla="*/ 106 h 270"/>
              <a:gd name="T30" fmla="*/ 164 w 270"/>
              <a:gd name="T31" fmla="*/ 74 h 270"/>
              <a:gd name="T32" fmla="*/ 196 w 270"/>
              <a:gd name="T33" fmla="*/ 74 h 270"/>
              <a:gd name="T34" fmla="*/ 248 w 270"/>
              <a:gd name="T35" fmla="*/ 135 h 270"/>
              <a:gd name="T36" fmla="*/ 214 w 270"/>
              <a:gd name="T37" fmla="*/ 55 h 270"/>
              <a:gd name="T38" fmla="*/ 135 w 270"/>
              <a:gd name="T39" fmla="*/ 22 h 270"/>
              <a:gd name="T40" fmla="*/ 55 w 270"/>
              <a:gd name="T41" fmla="*/ 55 h 270"/>
              <a:gd name="T42" fmla="*/ 22 w 270"/>
              <a:gd name="T43" fmla="*/ 135 h 270"/>
              <a:gd name="T44" fmla="*/ 55 w 270"/>
              <a:gd name="T45" fmla="*/ 215 h 270"/>
              <a:gd name="T46" fmla="*/ 135 w 270"/>
              <a:gd name="T47" fmla="*/ 248 h 270"/>
              <a:gd name="T48" fmla="*/ 214 w 270"/>
              <a:gd name="T49" fmla="*/ 215 h 270"/>
              <a:gd name="T50" fmla="*/ 248 w 270"/>
              <a:gd name="T51" fmla="*/ 135 h 270"/>
              <a:gd name="T52" fmla="*/ 252 w 270"/>
              <a:gd name="T53" fmla="*/ 203 h 270"/>
              <a:gd name="T54" fmla="*/ 135 w 270"/>
              <a:gd name="T55" fmla="*/ 270 h 270"/>
              <a:gd name="T56" fmla="*/ 18 w 270"/>
              <a:gd name="T57" fmla="*/ 203 h 270"/>
              <a:gd name="T58" fmla="*/ 18 w 270"/>
              <a:gd name="T59" fmla="*/ 67 h 270"/>
              <a:gd name="T60" fmla="*/ 135 w 270"/>
              <a:gd name="T61" fmla="*/ 0 h 270"/>
              <a:gd name="T62" fmla="*/ 252 w 270"/>
              <a:gd name="T63" fmla="*/ 67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0" h="270">
                <a:moveTo>
                  <a:pt x="199" y="194"/>
                </a:moveTo>
                <a:cubicBezTo>
                  <a:pt x="200" y="197"/>
                  <a:pt x="200" y="199"/>
                  <a:pt x="199" y="202"/>
                </a:cubicBezTo>
                <a:cubicBezTo>
                  <a:pt x="197" y="205"/>
                  <a:pt x="195" y="207"/>
                  <a:pt x="192" y="208"/>
                </a:cubicBezTo>
                <a:cubicBezTo>
                  <a:pt x="189" y="209"/>
                  <a:pt x="186" y="208"/>
                  <a:pt x="183" y="207"/>
                </a:cubicBezTo>
                <a:cubicBezTo>
                  <a:pt x="181" y="206"/>
                  <a:pt x="179" y="203"/>
                  <a:pt x="178" y="200"/>
                </a:cubicBezTo>
                <a:cubicBezTo>
                  <a:pt x="175" y="191"/>
                  <a:pt x="169" y="183"/>
                  <a:pt x="162" y="178"/>
                </a:cubicBezTo>
                <a:cubicBezTo>
                  <a:pt x="154" y="172"/>
                  <a:pt x="145" y="169"/>
                  <a:pt x="135" y="169"/>
                </a:cubicBezTo>
                <a:cubicBezTo>
                  <a:pt x="125" y="169"/>
                  <a:pt x="116" y="172"/>
                  <a:pt x="108" y="178"/>
                </a:cubicBezTo>
                <a:cubicBezTo>
                  <a:pt x="100" y="183"/>
                  <a:pt x="95" y="191"/>
                  <a:pt x="92" y="200"/>
                </a:cubicBezTo>
                <a:cubicBezTo>
                  <a:pt x="91" y="203"/>
                  <a:pt x="89" y="206"/>
                  <a:pt x="86" y="207"/>
                </a:cubicBezTo>
                <a:cubicBezTo>
                  <a:pt x="84" y="208"/>
                  <a:pt x="81" y="209"/>
                  <a:pt x="78" y="208"/>
                </a:cubicBezTo>
                <a:cubicBezTo>
                  <a:pt x="75" y="207"/>
                  <a:pt x="73" y="205"/>
                  <a:pt x="71" y="202"/>
                </a:cubicBezTo>
                <a:cubicBezTo>
                  <a:pt x="70" y="199"/>
                  <a:pt x="69" y="197"/>
                  <a:pt x="70" y="194"/>
                </a:cubicBezTo>
                <a:cubicBezTo>
                  <a:pt x="75" y="180"/>
                  <a:pt x="83" y="168"/>
                  <a:pt x="95" y="159"/>
                </a:cubicBezTo>
                <a:cubicBezTo>
                  <a:pt x="107" y="151"/>
                  <a:pt x="120" y="146"/>
                  <a:pt x="135" y="146"/>
                </a:cubicBezTo>
                <a:cubicBezTo>
                  <a:pt x="150" y="146"/>
                  <a:pt x="163" y="151"/>
                  <a:pt x="175" y="159"/>
                </a:cubicBezTo>
                <a:cubicBezTo>
                  <a:pt x="187" y="168"/>
                  <a:pt x="195" y="180"/>
                  <a:pt x="199" y="194"/>
                </a:cubicBezTo>
                <a:close/>
                <a:moveTo>
                  <a:pt x="112" y="90"/>
                </a:moveTo>
                <a:cubicBezTo>
                  <a:pt x="112" y="96"/>
                  <a:pt x="110" y="102"/>
                  <a:pt x="106" y="106"/>
                </a:cubicBezTo>
                <a:cubicBezTo>
                  <a:pt x="101" y="110"/>
                  <a:pt x="96" y="113"/>
                  <a:pt x="90" y="113"/>
                </a:cubicBezTo>
                <a:cubicBezTo>
                  <a:pt x="84" y="113"/>
                  <a:pt x="78" y="110"/>
                  <a:pt x="74" y="106"/>
                </a:cubicBezTo>
                <a:cubicBezTo>
                  <a:pt x="69" y="102"/>
                  <a:pt x="67" y="96"/>
                  <a:pt x="67" y="90"/>
                </a:cubicBezTo>
                <a:cubicBezTo>
                  <a:pt x="67" y="84"/>
                  <a:pt x="69" y="78"/>
                  <a:pt x="74" y="74"/>
                </a:cubicBezTo>
                <a:cubicBezTo>
                  <a:pt x="78" y="70"/>
                  <a:pt x="84" y="67"/>
                  <a:pt x="90" y="67"/>
                </a:cubicBezTo>
                <a:cubicBezTo>
                  <a:pt x="96" y="67"/>
                  <a:pt x="101" y="70"/>
                  <a:pt x="106" y="74"/>
                </a:cubicBezTo>
                <a:cubicBezTo>
                  <a:pt x="110" y="78"/>
                  <a:pt x="112" y="84"/>
                  <a:pt x="112" y="90"/>
                </a:cubicBezTo>
                <a:close/>
                <a:moveTo>
                  <a:pt x="202" y="90"/>
                </a:moveTo>
                <a:cubicBezTo>
                  <a:pt x="202" y="96"/>
                  <a:pt x="200" y="102"/>
                  <a:pt x="196" y="106"/>
                </a:cubicBezTo>
                <a:cubicBezTo>
                  <a:pt x="191" y="110"/>
                  <a:pt x="186" y="113"/>
                  <a:pt x="180" y="113"/>
                </a:cubicBezTo>
                <a:cubicBezTo>
                  <a:pt x="174" y="113"/>
                  <a:pt x="168" y="110"/>
                  <a:pt x="164" y="106"/>
                </a:cubicBezTo>
                <a:cubicBezTo>
                  <a:pt x="160" y="102"/>
                  <a:pt x="157" y="96"/>
                  <a:pt x="157" y="90"/>
                </a:cubicBezTo>
                <a:cubicBezTo>
                  <a:pt x="157" y="84"/>
                  <a:pt x="160" y="78"/>
                  <a:pt x="164" y="74"/>
                </a:cubicBezTo>
                <a:cubicBezTo>
                  <a:pt x="168" y="70"/>
                  <a:pt x="174" y="67"/>
                  <a:pt x="180" y="67"/>
                </a:cubicBezTo>
                <a:cubicBezTo>
                  <a:pt x="186" y="67"/>
                  <a:pt x="191" y="70"/>
                  <a:pt x="196" y="74"/>
                </a:cubicBezTo>
                <a:cubicBezTo>
                  <a:pt x="200" y="78"/>
                  <a:pt x="202" y="84"/>
                  <a:pt x="202" y="90"/>
                </a:cubicBezTo>
                <a:close/>
                <a:moveTo>
                  <a:pt x="248" y="135"/>
                </a:moveTo>
                <a:cubicBezTo>
                  <a:pt x="248" y="120"/>
                  <a:pt x="245" y="105"/>
                  <a:pt x="239" y="91"/>
                </a:cubicBezTo>
                <a:cubicBezTo>
                  <a:pt x="233" y="77"/>
                  <a:pt x="225" y="65"/>
                  <a:pt x="214" y="55"/>
                </a:cubicBezTo>
                <a:cubicBezTo>
                  <a:pt x="204" y="45"/>
                  <a:pt x="192" y="37"/>
                  <a:pt x="179" y="31"/>
                </a:cubicBezTo>
                <a:cubicBezTo>
                  <a:pt x="165" y="25"/>
                  <a:pt x="150" y="22"/>
                  <a:pt x="135" y="22"/>
                </a:cubicBezTo>
                <a:cubicBezTo>
                  <a:pt x="120" y="22"/>
                  <a:pt x="105" y="25"/>
                  <a:pt x="91" y="31"/>
                </a:cubicBezTo>
                <a:cubicBezTo>
                  <a:pt x="77" y="37"/>
                  <a:pt x="65" y="45"/>
                  <a:pt x="55" y="55"/>
                </a:cubicBezTo>
                <a:cubicBezTo>
                  <a:pt x="45" y="65"/>
                  <a:pt x="37" y="77"/>
                  <a:pt x="31" y="91"/>
                </a:cubicBezTo>
                <a:cubicBezTo>
                  <a:pt x="25" y="105"/>
                  <a:pt x="22" y="120"/>
                  <a:pt x="22" y="135"/>
                </a:cubicBezTo>
                <a:cubicBezTo>
                  <a:pt x="22" y="150"/>
                  <a:pt x="25" y="165"/>
                  <a:pt x="31" y="179"/>
                </a:cubicBezTo>
                <a:cubicBezTo>
                  <a:pt x="37" y="193"/>
                  <a:pt x="45" y="205"/>
                  <a:pt x="55" y="215"/>
                </a:cubicBezTo>
                <a:cubicBezTo>
                  <a:pt x="65" y="225"/>
                  <a:pt x="77" y="233"/>
                  <a:pt x="91" y="239"/>
                </a:cubicBezTo>
                <a:cubicBezTo>
                  <a:pt x="105" y="245"/>
                  <a:pt x="120" y="248"/>
                  <a:pt x="135" y="248"/>
                </a:cubicBezTo>
                <a:cubicBezTo>
                  <a:pt x="150" y="248"/>
                  <a:pt x="165" y="245"/>
                  <a:pt x="179" y="239"/>
                </a:cubicBezTo>
                <a:cubicBezTo>
                  <a:pt x="192" y="233"/>
                  <a:pt x="204" y="225"/>
                  <a:pt x="214" y="215"/>
                </a:cubicBezTo>
                <a:cubicBezTo>
                  <a:pt x="225" y="205"/>
                  <a:pt x="233" y="193"/>
                  <a:pt x="239" y="179"/>
                </a:cubicBezTo>
                <a:cubicBezTo>
                  <a:pt x="245" y="165"/>
                  <a:pt x="248" y="150"/>
                  <a:pt x="248" y="135"/>
                </a:cubicBezTo>
                <a:close/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6"/>
                  <a:pt x="46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6"/>
                  <a:pt x="252" y="67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3752851" y="3306763"/>
            <a:ext cx="268288" cy="304800"/>
          </a:xfrm>
          <a:custGeom>
            <a:avLst/>
            <a:gdLst>
              <a:gd name="T0" fmla="*/ 136 w 169"/>
              <a:gd name="T1" fmla="*/ 57 h 192"/>
              <a:gd name="T2" fmla="*/ 138 w 169"/>
              <a:gd name="T3" fmla="*/ 36 h 192"/>
              <a:gd name="T4" fmla="*/ 32 w 169"/>
              <a:gd name="T5" fmla="*/ 36 h 192"/>
              <a:gd name="T6" fmla="*/ 37 w 169"/>
              <a:gd name="T7" fmla="*/ 100 h 192"/>
              <a:gd name="T8" fmla="*/ 111 w 169"/>
              <a:gd name="T9" fmla="*/ 100 h 192"/>
              <a:gd name="T10" fmla="*/ 108 w 169"/>
              <a:gd name="T11" fmla="*/ 127 h 192"/>
              <a:gd name="T12" fmla="*/ 85 w 169"/>
              <a:gd name="T13" fmla="*/ 133 h 192"/>
              <a:gd name="T14" fmla="*/ 61 w 169"/>
              <a:gd name="T15" fmla="*/ 127 h 192"/>
              <a:gd name="T16" fmla="*/ 60 w 169"/>
              <a:gd name="T17" fmla="*/ 110 h 192"/>
              <a:gd name="T18" fmla="*/ 38 w 169"/>
              <a:gd name="T19" fmla="*/ 110 h 192"/>
              <a:gd name="T20" fmla="*/ 41 w 169"/>
              <a:gd name="T21" fmla="*/ 143 h 192"/>
              <a:gd name="T22" fmla="*/ 85 w 169"/>
              <a:gd name="T23" fmla="*/ 155 h 192"/>
              <a:gd name="T24" fmla="*/ 85 w 169"/>
              <a:gd name="T25" fmla="*/ 155 h 192"/>
              <a:gd name="T26" fmla="*/ 85 w 169"/>
              <a:gd name="T27" fmla="*/ 155 h 192"/>
              <a:gd name="T28" fmla="*/ 128 w 169"/>
              <a:gd name="T29" fmla="*/ 143 h 192"/>
              <a:gd name="T30" fmla="*/ 134 w 169"/>
              <a:gd name="T31" fmla="*/ 78 h 192"/>
              <a:gd name="T32" fmla="*/ 57 w 169"/>
              <a:gd name="T33" fmla="*/ 78 h 192"/>
              <a:gd name="T34" fmla="*/ 55 w 169"/>
              <a:gd name="T35" fmla="*/ 57 h 192"/>
              <a:gd name="T36" fmla="*/ 136 w 169"/>
              <a:gd name="T37" fmla="*/ 57 h 192"/>
              <a:gd name="T38" fmla="*/ 0 w 169"/>
              <a:gd name="T39" fmla="*/ 0 h 192"/>
              <a:gd name="T40" fmla="*/ 169 w 169"/>
              <a:gd name="T41" fmla="*/ 0 h 192"/>
              <a:gd name="T42" fmla="*/ 153 w 169"/>
              <a:gd name="T43" fmla="*/ 172 h 192"/>
              <a:gd name="T44" fmla="*/ 85 w 169"/>
              <a:gd name="T45" fmla="*/ 192 h 192"/>
              <a:gd name="T46" fmla="*/ 16 w 169"/>
              <a:gd name="T47" fmla="*/ 172 h 192"/>
              <a:gd name="T48" fmla="*/ 0 w 169"/>
              <a:gd name="T49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9" h="192">
                <a:moveTo>
                  <a:pt x="136" y="57"/>
                </a:moveTo>
                <a:lnTo>
                  <a:pt x="138" y="36"/>
                </a:lnTo>
                <a:lnTo>
                  <a:pt x="32" y="36"/>
                </a:lnTo>
                <a:lnTo>
                  <a:pt x="37" y="100"/>
                </a:lnTo>
                <a:lnTo>
                  <a:pt x="111" y="100"/>
                </a:lnTo>
                <a:lnTo>
                  <a:pt x="108" y="127"/>
                </a:lnTo>
                <a:lnTo>
                  <a:pt x="85" y="133"/>
                </a:lnTo>
                <a:lnTo>
                  <a:pt x="61" y="127"/>
                </a:lnTo>
                <a:lnTo>
                  <a:pt x="60" y="110"/>
                </a:lnTo>
                <a:lnTo>
                  <a:pt x="38" y="110"/>
                </a:lnTo>
                <a:lnTo>
                  <a:pt x="41" y="143"/>
                </a:lnTo>
                <a:lnTo>
                  <a:pt x="85" y="155"/>
                </a:lnTo>
                <a:lnTo>
                  <a:pt x="85" y="155"/>
                </a:lnTo>
                <a:lnTo>
                  <a:pt x="85" y="155"/>
                </a:lnTo>
                <a:lnTo>
                  <a:pt x="128" y="143"/>
                </a:lnTo>
                <a:lnTo>
                  <a:pt x="134" y="78"/>
                </a:lnTo>
                <a:lnTo>
                  <a:pt x="57" y="78"/>
                </a:lnTo>
                <a:lnTo>
                  <a:pt x="55" y="57"/>
                </a:lnTo>
                <a:lnTo>
                  <a:pt x="136" y="57"/>
                </a:lnTo>
                <a:close/>
                <a:moveTo>
                  <a:pt x="0" y="0"/>
                </a:moveTo>
                <a:lnTo>
                  <a:pt x="169" y="0"/>
                </a:lnTo>
                <a:lnTo>
                  <a:pt x="153" y="172"/>
                </a:lnTo>
                <a:lnTo>
                  <a:pt x="85" y="192"/>
                </a:lnTo>
                <a:lnTo>
                  <a:pt x="16" y="17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685801" y="3794126"/>
            <a:ext cx="365125" cy="195263"/>
          </a:xfrm>
          <a:custGeom>
            <a:avLst/>
            <a:gdLst>
              <a:gd name="T0" fmla="*/ 146 w 338"/>
              <a:gd name="T1" fmla="*/ 101 h 180"/>
              <a:gd name="T2" fmla="*/ 146 w 338"/>
              <a:gd name="T3" fmla="*/ 78 h 180"/>
              <a:gd name="T4" fmla="*/ 145 w 338"/>
              <a:gd name="T5" fmla="*/ 74 h 180"/>
              <a:gd name="T6" fmla="*/ 141 w 338"/>
              <a:gd name="T7" fmla="*/ 73 h 180"/>
              <a:gd name="T8" fmla="*/ 107 w 338"/>
              <a:gd name="T9" fmla="*/ 73 h 180"/>
              <a:gd name="T10" fmla="*/ 107 w 338"/>
              <a:gd name="T11" fmla="*/ 39 h 180"/>
              <a:gd name="T12" fmla="*/ 105 w 338"/>
              <a:gd name="T13" fmla="*/ 35 h 180"/>
              <a:gd name="T14" fmla="*/ 101 w 338"/>
              <a:gd name="T15" fmla="*/ 33 h 180"/>
              <a:gd name="T16" fmla="*/ 79 w 338"/>
              <a:gd name="T17" fmla="*/ 33 h 180"/>
              <a:gd name="T18" fmla="*/ 75 w 338"/>
              <a:gd name="T19" fmla="*/ 35 h 180"/>
              <a:gd name="T20" fmla="*/ 73 w 338"/>
              <a:gd name="T21" fmla="*/ 39 h 180"/>
              <a:gd name="T22" fmla="*/ 73 w 338"/>
              <a:gd name="T23" fmla="*/ 73 h 180"/>
              <a:gd name="T24" fmla="*/ 39 w 338"/>
              <a:gd name="T25" fmla="*/ 73 h 180"/>
              <a:gd name="T26" fmla="*/ 35 w 338"/>
              <a:gd name="T27" fmla="*/ 74 h 180"/>
              <a:gd name="T28" fmla="*/ 34 w 338"/>
              <a:gd name="T29" fmla="*/ 78 h 180"/>
              <a:gd name="T30" fmla="*/ 34 w 338"/>
              <a:gd name="T31" fmla="*/ 101 h 180"/>
              <a:gd name="T32" fmla="*/ 35 w 338"/>
              <a:gd name="T33" fmla="*/ 105 h 180"/>
              <a:gd name="T34" fmla="*/ 39 w 338"/>
              <a:gd name="T35" fmla="*/ 107 h 180"/>
              <a:gd name="T36" fmla="*/ 73 w 338"/>
              <a:gd name="T37" fmla="*/ 107 h 180"/>
              <a:gd name="T38" fmla="*/ 73 w 338"/>
              <a:gd name="T39" fmla="*/ 140 h 180"/>
              <a:gd name="T40" fmla="*/ 75 w 338"/>
              <a:gd name="T41" fmla="*/ 145 h 180"/>
              <a:gd name="T42" fmla="*/ 79 w 338"/>
              <a:gd name="T43" fmla="*/ 146 h 180"/>
              <a:gd name="T44" fmla="*/ 101 w 338"/>
              <a:gd name="T45" fmla="*/ 146 h 180"/>
              <a:gd name="T46" fmla="*/ 105 w 338"/>
              <a:gd name="T47" fmla="*/ 145 h 180"/>
              <a:gd name="T48" fmla="*/ 107 w 338"/>
              <a:gd name="T49" fmla="*/ 140 h 180"/>
              <a:gd name="T50" fmla="*/ 107 w 338"/>
              <a:gd name="T51" fmla="*/ 107 h 180"/>
              <a:gd name="T52" fmla="*/ 141 w 338"/>
              <a:gd name="T53" fmla="*/ 107 h 180"/>
              <a:gd name="T54" fmla="*/ 145 w 338"/>
              <a:gd name="T55" fmla="*/ 105 h 180"/>
              <a:gd name="T56" fmla="*/ 146 w 338"/>
              <a:gd name="T57" fmla="*/ 101 h 180"/>
              <a:gd name="T58" fmla="*/ 248 w 338"/>
              <a:gd name="T59" fmla="*/ 112 h 180"/>
              <a:gd name="T60" fmla="*/ 241 w 338"/>
              <a:gd name="T61" fmla="*/ 96 h 180"/>
              <a:gd name="T62" fmla="*/ 225 w 338"/>
              <a:gd name="T63" fmla="*/ 90 h 180"/>
              <a:gd name="T64" fmla="*/ 209 w 338"/>
              <a:gd name="T65" fmla="*/ 96 h 180"/>
              <a:gd name="T66" fmla="*/ 203 w 338"/>
              <a:gd name="T67" fmla="*/ 112 h 180"/>
              <a:gd name="T68" fmla="*/ 209 w 338"/>
              <a:gd name="T69" fmla="*/ 128 h 180"/>
              <a:gd name="T70" fmla="*/ 225 w 338"/>
              <a:gd name="T71" fmla="*/ 135 h 180"/>
              <a:gd name="T72" fmla="*/ 241 w 338"/>
              <a:gd name="T73" fmla="*/ 128 h 180"/>
              <a:gd name="T74" fmla="*/ 248 w 338"/>
              <a:gd name="T75" fmla="*/ 112 h 180"/>
              <a:gd name="T76" fmla="*/ 293 w 338"/>
              <a:gd name="T77" fmla="*/ 67 h 180"/>
              <a:gd name="T78" fmla="*/ 286 w 338"/>
              <a:gd name="T79" fmla="*/ 51 h 180"/>
              <a:gd name="T80" fmla="*/ 270 w 338"/>
              <a:gd name="T81" fmla="*/ 45 h 180"/>
              <a:gd name="T82" fmla="*/ 254 w 338"/>
              <a:gd name="T83" fmla="*/ 51 h 180"/>
              <a:gd name="T84" fmla="*/ 248 w 338"/>
              <a:gd name="T85" fmla="*/ 67 h 180"/>
              <a:gd name="T86" fmla="*/ 254 w 338"/>
              <a:gd name="T87" fmla="*/ 83 h 180"/>
              <a:gd name="T88" fmla="*/ 270 w 338"/>
              <a:gd name="T89" fmla="*/ 90 h 180"/>
              <a:gd name="T90" fmla="*/ 286 w 338"/>
              <a:gd name="T91" fmla="*/ 83 h 180"/>
              <a:gd name="T92" fmla="*/ 293 w 338"/>
              <a:gd name="T93" fmla="*/ 67 h 180"/>
              <a:gd name="T94" fmla="*/ 338 w 338"/>
              <a:gd name="T95" fmla="*/ 90 h 180"/>
              <a:gd name="T96" fmla="*/ 311 w 338"/>
              <a:gd name="T97" fmla="*/ 153 h 180"/>
              <a:gd name="T98" fmla="*/ 248 w 338"/>
              <a:gd name="T99" fmla="*/ 180 h 180"/>
              <a:gd name="T100" fmla="*/ 188 w 338"/>
              <a:gd name="T101" fmla="*/ 157 h 180"/>
              <a:gd name="T102" fmla="*/ 149 w 338"/>
              <a:gd name="T103" fmla="*/ 157 h 180"/>
              <a:gd name="T104" fmla="*/ 90 w 338"/>
              <a:gd name="T105" fmla="*/ 180 h 180"/>
              <a:gd name="T106" fmla="*/ 26 w 338"/>
              <a:gd name="T107" fmla="*/ 153 h 180"/>
              <a:gd name="T108" fmla="*/ 0 w 338"/>
              <a:gd name="T109" fmla="*/ 90 h 180"/>
              <a:gd name="T110" fmla="*/ 26 w 338"/>
              <a:gd name="T111" fmla="*/ 26 h 180"/>
              <a:gd name="T112" fmla="*/ 90 w 338"/>
              <a:gd name="T113" fmla="*/ 0 h 180"/>
              <a:gd name="T114" fmla="*/ 248 w 338"/>
              <a:gd name="T115" fmla="*/ 0 h 180"/>
              <a:gd name="T116" fmla="*/ 311 w 338"/>
              <a:gd name="T117" fmla="*/ 26 h 180"/>
              <a:gd name="T118" fmla="*/ 338 w 338"/>
              <a:gd name="T119" fmla="*/ 9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8" h="180">
                <a:moveTo>
                  <a:pt x="146" y="101"/>
                </a:moveTo>
                <a:cubicBezTo>
                  <a:pt x="146" y="78"/>
                  <a:pt x="146" y="78"/>
                  <a:pt x="146" y="78"/>
                </a:cubicBezTo>
                <a:cubicBezTo>
                  <a:pt x="146" y="77"/>
                  <a:pt x="146" y="75"/>
                  <a:pt x="145" y="74"/>
                </a:cubicBezTo>
                <a:cubicBezTo>
                  <a:pt x="144" y="73"/>
                  <a:pt x="142" y="73"/>
                  <a:pt x="141" y="73"/>
                </a:cubicBezTo>
                <a:cubicBezTo>
                  <a:pt x="107" y="73"/>
                  <a:pt x="107" y="73"/>
                  <a:pt x="107" y="73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7" y="37"/>
                  <a:pt x="106" y="36"/>
                  <a:pt x="105" y="35"/>
                </a:cubicBezTo>
                <a:cubicBezTo>
                  <a:pt x="104" y="34"/>
                  <a:pt x="103" y="33"/>
                  <a:pt x="101" y="33"/>
                </a:cubicBezTo>
                <a:cubicBezTo>
                  <a:pt x="79" y="33"/>
                  <a:pt x="79" y="33"/>
                  <a:pt x="79" y="33"/>
                </a:cubicBezTo>
                <a:cubicBezTo>
                  <a:pt x="77" y="33"/>
                  <a:pt x="76" y="34"/>
                  <a:pt x="75" y="35"/>
                </a:cubicBezTo>
                <a:cubicBezTo>
                  <a:pt x="74" y="36"/>
                  <a:pt x="73" y="37"/>
                  <a:pt x="73" y="39"/>
                </a:cubicBezTo>
                <a:cubicBezTo>
                  <a:pt x="73" y="73"/>
                  <a:pt x="73" y="73"/>
                  <a:pt x="73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6" y="73"/>
                  <a:pt x="35" y="74"/>
                </a:cubicBezTo>
                <a:cubicBezTo>
                  <a:pt x="34" y="75"/>
                  <a:pt x="34" y="77"/>
                  <a:pt x="34" y="78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3"/>
                  <a:pt x="34" y="104"/>
                  <a:pt x="35" y="105"/>
                </a:cubicBezTo>
                <a:cubicBezTo>
                  <a:pt x="36" y="106"/>
                  <a:pt x="38" y="107"/>
                  <a:pt x="39" y="107"/>
                </a:cubicBezTo>
                <a:cubicBezTo>
                  <a:pt x="73" y="107"/>
                  <a:pt x="73" y="107"/>
                  <a:pt x="73" y="107"/>
                </a:cubicBezTo>
                <a:cubicBezTo>
                  <a:pt x="73" y="140"/>
                  <a:pt x="73" y="140"/>
                  <a:pt x="73" y="140"/>
                </a:cubicBezTo>
                <a:cubicBezTo>
                  <a:pt x="73" y="142"/>
                  <a:pt x="74" y="143"/>
                  <a:pt x="75" y="145"/>
                </a:cubicBezTo>
                <a:cubicBezTo>
                  <a:pt x="76" y="146"/>
                  <a:pt x="77" y="146"/>
                  <a:pt x="79" y="146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3" y="146"/>
                  <a:pt x="104" y="146"/>
                  <a:pt x="105" y="145"/>
                </a:cubicBezTo>
                <a:cubicBezTo>
                  <a:pt x="106" y="143"/>
                  <a:pt x="107" y="142"/>
                  <a:pt x="107" y="140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2" y="107"/>
                  <a:pt x="144" y="106"/>
                  <a:pt x="145" y="105"/>
                </a:cubicBezTo>
                <a:cubicBezTo>
                  <a:pt x="146" y="104"/>
                  <a:pt x="146" y="103"/>
                  <a:pt x="146" y="101"/>
                </a:cubicBezTo>
                <a:close/>
                <a:moveTo>
                  <a:pt x="248" y="112"/>
                </a:moveTo>
                <a:cubicBezTo>
                  <a:pt x="248" y="106"/>
                  <a:pt x="245" y="101"/>
                  <a:pt x="241" y="96"/>
                </a:cubicBezTo>
                <a:cubicBezTo>
                  <a:pt x="237" y="92"/>
                  <a:pt x="231" y="90"/>
                  <a:pt x="225" y="90"/>
                </a:cubicBezTo>
                <a:cubicBezTo>
                  <a:pt x="219" y="90"/>
                  <a:pt x="214" y="92"/>
                  <a:pt x="209" y="96"/>
                </a:cubicBezTo>
                <a:cubicBezTo>
                  <a:pt x="205" y="101"/>
                  <a:pt x="203" y="106"/>
                  <a:pt x="203" y="112"/>
                </a:cubicBezTo>
                <a:cubicBezTo>
                  <a:pt x="203" y="119"/>
                  <a:pt x="205" y="124"/>
                  <a:pt x="209" y="128"/>
                </a:cubicBezTo>
                <a:cubicBezTo>
                  <a:pt x="214" y="133"/>
                  <a:pt x="219" y="135"/>
                  <a:pt x="225" y="135"/>
                </a:cubicBezTo>
                <a:cubicBezTo>
                  <a:pt x="231" y="135"/>
                  <a:pt x="237" y="133"/>
                  <a:pt x="241" y="128"/>
                </a:cubicBezTo>
                <a:cubicBezTo>
                  <a:pt x="245" y="124"/>
                  <a:pt x="248" y="119"/>
                  <a:pt x="248" y="112"/>
                </a:cubicBezTo>
                <a:close/>
                <a:moveTo>
                  <a:pt x="293" y="67"/>
                </a:moveTo>
                <a:cubicBezTo>
                  <a:pt x="293" y="61"/>
                  <a:pt x="291" y="56"/>
                  <a:pt x="286" y="51"/>
                </a:cubicBezTo>
                <a:cubicBezTo>
                  <a:pt x="282" y="47"/>
                  <a:pt x="276" y="45"/>
                  <a:pt x="270" y="45"/>
                </a:cubicBezTo>
                <a:cubicBezTo>
                  <a:pt x="264" y="45"/>
                  <a:pt x="259" y="47"/>
                  <a:pt x="254" y="51"/>
                </a:cubicBezTo>
                <a:cubicBezTo>
                  <a:pt x="250" y="56"/>
                  <a:pt x="248" y="61"/>
                  <a:pt x="248" y="67"/>
                </a:cubicBezTo>
                <a:cubicBezTo>
                  <a:pt x="248" y="73"/>
                  <a:pt x="250" y="79"/>
                  <a:pt x="254" y="83"/>
                </a:cubicBezTo>
                <a:cubicBezTo>
                  <a:pt x="259" y="88"/>
                  <a:pt x="264" y="90"/>
                  <a:pt x="270" y="90"/>
                </a:cubicBezTo>
                <a:cubicBezTo>
                  <a:pt x="276" y="90"/>
                  <a:pt x="282" y="88"/>
                  <a:pt x="286" y="83"/>
                </a:cubicBezTo>
                <a:cubicBezTo>
                  <a:pt x="291" y="79"/>
                  <a:pt x="293" y="73"/>
                  <a:pt x="293" y="67"/>
                </a:cubicBezTo>
                <a:close/>
                <a:moveTo>
                  <a:pt x="338" y="90"/>
                </a:moveTo>
                <a:cubicBezTo>
                  <a:pt x="338" y="115"/>
                  <a:pt x="329" y="136"/>
                  <a:pt x="311" y="153"/>
                </a:cubicBezTo>
                <a:cubicBezTo>
                  <a:pt x="294" y="171"/>
                  <a:pt x="273" y="180"/>
                  <a:pt x="248" y="180"/>
                </a:cubicBezTo>
                <a:cubicBezTo>
                  <a:pt x="225" y="180"/>
                  <a:pt x="205" y="172"/>
                  <a:pt x="188" y="157"/>
                </a:cubicBezTo>
                <a:cubicBezTo>
                  <a:pt x="149" y="157"/>
                  <a:pt x="149" y="157"/>
                  <a:pt x="149" y="157"/>
                </a:cubicBezTo>
                <a:cubicBezTo>
                  <a:pt x="132" y="172"/>
                  <a:pt x="112" y="180"/>
                  <a:pt x="90" y="180"/>
                </a:cubicBezTo>
                <a:cubicBezTo>
                  <a:pt x="65" y="180"/>
                  <a:pt x="44" y="171"/>
                  <a:pt x="26" y="153"/>
                </a:cubicBezTo>
                <a:cubicBezTo>
                  <a:pt x="9" y="136"/>
                  <a:pt x="0" y="115"/>
                  <a:pt x="0" y="90"/>
                </a:cubicBezTo>
                <a:cubicBezTo>
                  <a:pt x="0" y="65"/>
                  <a:pt x="9" y="44"/>
                  <a:pt x="26" y="26"/>
                </a:cubicBezTo>
                <a:cubicBezTo>
                  <a:pt x="44" y="8"/>
                  <a:pt x="65" y="0"/>
                  <a:pt x="90" y="0"/>
                </a:cubicBezTo>
                <a:cubicBezTo>
                  <a:pt x="248" y="0"/>
                  <a:pt x="248" y="0"/>
                  <a:pt x="248" y="0"/>
                </a:cubicBezTo>
                <a:cubicBezTo>
                  <a:pt x="273" y="0"/>
                  <a:pt x="294" y="8"/>
                  <a:pt x="311" y="26"/>
                </a:cubicBezTo>
                <a:cubicBezTo>
                  <a:pt x="329" y="44"/>
                  <a:pt x="338" y="65"/>
                  <a:pt x="338" y="9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51"/>
          <p:cNvSpPr>
            <a:spLocks/>
          </p:cNvSpPr>
          <p:nvPr/>
        </p:nvSpPr>
        <p:spPr bwMode="auto">
          <a:xfrm>
            <a:off x="1135063" y="3725863"/>
            <a:ext cx="328613" cy="330200"/>
          </a:xfrm>
          <a:custGeom>
            <a:avLst/>
            <a:gdLst>
              <a:gd name="T0" fmla="*/ 298 w 305"/>
              <a:gd name="T1" fmla="*/ 280 h 305"/>
              <a:gd name="T2" fmla="*/ 263 w 305"/>
              <a:gd name="T3" fmla="*/ 305 h 305"/>
              <a:gd name="T4" fmla="*/ 184 w 305"/>
              <a:gd name="T5" fmla="*/ 235 h 305"/>
              <a:gd name="T6" fmla="*/ 185 w 305"/>
              <a:gd name="T7" fmla="*/ 202 h 305"/>
              <a:gd name="T8" fmla="*/ 117 w 305"/>
              <a:gd name="T9" fmla="*/ 179 h 305"/>
              <a:gd name="T10" fmla="*/ 105 w 305"/>
              <a:gd name="T11" fmla="*/ 179 h 305"/>
              <a:gd name="T12" fmla="*/ 110 w 305"/>
              <a:gd name="T13" fmla="*/ 183 h 305"/>
              <a:gd name="T14" fmla="*/ 113 w 305"/>
              <a:gd name="T15" fmla="*/ 188 h 305"/>
              <a:gd name="T16" fmla="*/ 115 w 305"/>
              <a:gd name="T17" fmla="*/ 193 h 305"/>
              <a:gd name="T18" fmla="*/ 111 w 305"/>
              <a:gd name="T19" fmla="*/ 208 h 305"/>
              <a:gd name="T20" fmla="*/ 104 w 305"/>
              <a:gd name="T21" fmla="*/ 215 h 305"/>
              <a:gd name="T22" fmla="*/ 97 w 305"/>
              <a:gd name="T23" fmla="*/ 221 h 305"/>
              <a:gd name="T24" fmla="*/ 89 w 305"/>
              <a:gd name="T25" fmla="*/ 223 h 305"/>
              <a:gd name="T26" fmla="*/ 5 w 305"/>
              <a:gd name="T27" fmla="*/ 146 h 305"/>
              <a:gd name="T28" fmla="*/ 1 w 305"/>
              <a:gd name="T29" fmla="*/ 130 h 305"/>
              <a:gd name="T30" fmla="*/ 5 w 305"/>
              <a:gd name="T31" fmla="*/ 122 h 305"/>
              <a:gd name="T32" fmla="*/ 12 w 305"/>
              <a:gd name="T33" fmla="*/ 115 h 305"/>
              <a:gd name="T34" fmla="*/ 27 w 305"/>
              <a:gd name="T35" fmla="*/ 107 h 305"/>
              <a:gd name="T36" fmla="*/ 33 w 305"/>
              <a:gd name="T37" fmla="*/ 109 h 305"/>
              <a:gd name="T38" fmla="*/ 38 w 305"/>
              <a:gd name="T39" fmla="*/ 111 h 305"/>
              <a:gd name="T40" fmla="*/ 42 w 305"/>
              <a:gd name="T41" fmla="*/ 115 h 305"/>
              <a:gd name="T42" fmla="*/ 42 w 305"/>
              <a:gd name="T43" fmla="*/ 112 h 305"/>
              <a:gd name="T44" fmla="*/ 105 w 305"/>
              <a:gd name="T45" fmla="*/ 44 h 305"/>
              <a:gd name="T46" fmla="*/ 117 w 305"/>
              <a:gd name="T47" fmla="*/ 44 h 305"/>
              <a:gd name="T48" fmla="*/ 113 w 305"/>
              <a:gd name="T49" fmla="*/ 40 h 305"/>
              <a:gd name="T50" fmla="*/ 109 w 305"/>
              <a:gd name="T51" fmla="*/ 36 h 305"/>
              <a:gd name="T52" fmla="*/ 107 w 305"/>
              <a:gd name="T53" fmla="*/ 30 h 305"/>
              <a:gd name="T54" fmla="*/ 112 w 305"/>
              <a:gd name="T55" fmla="*/ 15 h 305"/>
              <a:gd name="T56" fmla="*/ 118 w 305"/>
              <a:gd name="T57" fmla="*/ 8 h 305"/>
              <a:gd name="T58" fmla="*/ 125 w 305"/>
              <a:gd name="T59" fmla="*/ 3 h 305"/>
              <a:gd name="T60" fmla="*/ 134 w 305"/>
              <a:gd name="T61" fmla="*/ 0 h 305"/>
              <a:gd name="T62" fmla="*/ 218 w 305"/>
              <a:gd name="T63" fmla="*/ 77 h 305"/>
              <a:gd name="T64" fmla="*/ 222 w 305"/>
              <a:gd name="T65" fmla="*/ 94 h 305"/>
              <a:gd name="T66" fmla="*/ 218 w 305"/>
              <a:gd name="T67" fmla="*/ 101 h 305"/>
              <a:gd name="T68" fmla="*/ 211 w 305"/>
              <a:gd name="T69" fmla="*/ 108 h 305"/>
              <a:gd name="T70" fmla="*/ 196 w 305"/>
              <a:gd name="T71" fmla="*/ 116 h 305"/>
              <a:gd name="T72" fmla="*/ 190 w 305"/>
              <a:gd name="T73" fmla="*/ 115 h 305"/>
              <a:gd name="T74" fmla="*/ 185 w 305"/>
              <a:gd name="T75" fmla="*/ 112 h 305"/>
              <a:gd name="T76" fmla="*/ 181 w 305"/>
              <a:gd name="T77" fmla="*/ 108 h 305"/>
              <a:gd name="T78" fmla="*/ 181 w 305"/>
              <a:gd name="T79" fmla="*/ 112 h 305"/>
              <a:gd name="T80" fmla="*/ 156 w 305"/>
              <a:gd name="T81" fmla="*/ 140 h 305"/>
              <a:gd name="T82" fmla="*/ 218 w 305"/>
              <a:gd name="T83" fmla="*/ 177 h 305"/>
              <a:gd name="T84" fmla="*/ 298 w 305"/>
              <a:gd name="T85" fmla="*/ 248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5" h="305">
                <a:moveTo>
                  <a:pt x="305" y="264"/>
                </a:moveTo>
                <a:cubicBezTo>
                  <a:pt x="305" y="270"/>
                  <a:pt x="303" y="275"/>
                  <a:pt x="298" y="280"/>
                </a:cubicBezTo>
                <a:cubicBezTo>
                  <a:pt x="280" y="299"/>
                  <a:pt x="280" y="299"/>
                  <a:pt x="280" y="299"/>
                </a:cubicBezTo>
                <a:cubicBezTo>
                  <a:pt x="275" y="303"/>
                  <a:pt x="270" y="305"/>
                  <a:pt x="263" y="305"/>
                </a:cubicBezTo>
                <a:cubicBezTo>
                  <a:pt x="257" y="305"/>
                  <a:pt x="252" y="303"/>
                  <a:pt x="248" y="299"/>
                </a:cubicBezTo>
                <a:cubicBezTo>
                  <a:pt x="184" y="235"/>
                  <a:pt x="184" y="235"/>
                  <a:pt x="184" y="235"/>
                </a:cubicBezTo>
                <a:cubicBezTo>
                  <a:pt x="179" y="230"/>
                  <a:pt x="177" y="225"/>
                  <a:pt x="177" y="219"/>
                </a:cubicBezTo>
                <a:cubicBezTo>
                  <a:pt x="177" y="212"/>
                  <a:pt x="180" y="207"/>
                  <a:pt x="185" y="202"/>
                </a:cubicBezTo>
                <a:cubicBezTo>
                  <a:pt x="140" y="157"/>
                  <a:pt x="140" y="157"/>
                  <a:pt x="140" y="157"/>
                </a:cubicBezTo>
                <a:cubicBezTo>
                  <a:pt x="117" y="179"/>
                  <a:pt x="117" y="179"/>
                  <a:pt x="117" y="179"/>
                </a:cubicBezTo>
                <a:cubicBezTo>
                  <a:pt x="116" y="181"/>
                  <a:pt x="114" y="181"/>
                  <a:pt x="111" y="181"/>
                </a:cubicBezTo>
                <a:cubicBezTo>
                  <a:pt x="109" y="181"/>
                  <a:pt x="107" y="181"/>
                  <a:pt x="105" y="179"/>
                </a:cubicBezTo>
                <a:cubicBezTo>
                  <a:pt x="106" y="179"/>
                  <a:pt x="106" y="180"/>
                  <a:pt x="108" y="181"/>
                </a:cubicBezTo>
                <a:cubicBezTo>
                  <a:pt x="109" y="182"/>
                  <a:pt x="110" y="183"/>
                  <a:pt x="110" y="183"/>
                </a:cubicBezTo>
                <a:cubicBezTo>
                  <a:pt x="110" y="184"/>
                  <a:pt x="111" y="184"/>
                  <a:pt x="112" y="185"/>
                </a:cubicBezTo>
                <a:cubicBezTo>
                  <a:pt x="112" y="186"/>
                  <a:pt x="113" y="187"/>
                  <a:pt x="113" y="188"/>
                </a:cubicBezTo>
                <a:cubicBezTo>
                  <a:pt x="114" y="188"/>
                  <a:pt x="114" y="189"/>
                  <a:pt x="114" y="190"/>
                </a:cubicBezTo>
                <a:cubicBezTo>
                  <a:pt x="115" y="191"/>
                  <a:pt x="115" y="192"/>
                  <a:pt x="115" y="193"/>
                </a:cubicBezTo>
                <a:cubicBezTo>
                  <a:pt x="116" y="194"/>
                  <a:pt x="116" y="195"/>
                  <a:pt x="116" y="196"/>
                </a:cubicBezTo>
                <a:cubicBezTo>
                  <a:pt x="116" y="201"/>
                  <a:pt x="114" y="205"/>
                  <a:pt x="111" y="208"/>
                </a:cubicBezTo>
                <a:cubicBezTo>
                  <a:pt x="110" y="208"/>
                  <a:pt x="109" y="210"/>
                  <a:pt x="108" y="211"/>
                </a:cubicBezTo>
                <a:cubicBezTo>
                  <a:pt x="106" y="213"/>
                  <a:pt x="105" y="214"/>
                  <a:pt x="104" y="215"/>
                </a:cubicBezTo>
                <a:cubicBezTo>
                  <a:pt x="104" y="216"/>
                  <a:pt x="103" y="217"/>
                  <a:pt x="101" y="218"/>
                </a:cubicBezTo>
                <a:cubicBezTo>
                  <a:pt x="100" y="219"/>
                  <a:pt x="98" y="220"/>
                  <a:pt x="97" y="221"/>
                </a:cubicBezTo>
                <a:cubicBezTo>
                  <a:pt x="96" y="221"/>
                  <a:pt x="95" y="222"/>
                  <a:pt x="93" y="222"/>
                </a:cubicBezTo>
                <a:cubicBezTo>
                  <a:pt x="92" y="223"/>
                  <a:pt x="90" y="223"/>
                  <a:pt x="89" y="223"/>
                </a:cubicBezTo>
                <a:cubicBezTo>
                  <a:pt x="84" y="223"/>
                  <a:pt x="80" y="221"/>
                  <a:pt x="77" y="218"/>
                </a:cubicBezTo>
                <a:cubicBezTo>
                  <a:pt x="5" y="146"/>
                  <a:pt x="5" y="146"/>
                  <a:pt x="5" y="146"/>
                </a:cubicBezTo>
                <a:cubicBezTo>
                  <a:pt x="2" y="143"/>
                  <a:pt x="0" y="139"/>
                  <a:pt x="0" y="134"/>
                </a:cubicBezTo>
                <a:cubicBezTo>
                  <a:pt x="0" y="133"/>
                  <a:pt x="0" y="131"/>
                  <a:pt x="1" y="130"/>
                </a:cubicBezTo>
                <a:cubicBezTo>
                  <a:pt x="1" y="128"/>
                  <a:pt x="2" y="127"/>
                  <a:pt x="2" y="126"/>
                </a:cubicBezTo>
                <a:cubicBezTo>
                  <a:pt x="3" y="125"/>
                  <a:pt x="4" y="123"/>
                  <a:pt x="5" y="122"/>
                </a:cubicBezTo>
                <a:cubicBezTo>
                  <a:pt x="7" y="120"/>
                  <a:pt x="7" y="119"/>
                  <a:pt x="8" y="119"/>
                </a:cubicBezTo>
                <a:cubicBezTo>
                  <a:pt x="9" y="118"/>
                  <a:pt x="10" y="117"/>
                  <a:pt x="12" y="115"/>
                </a:cubicBezTo>
                <a:cubicBezTo>
                  <a:pt x="13" y="114"/>
                  <a:pt x="15" y="113"/>
                  <a:pt x="15" y="112"/>
                </a:cubicBezTo>
                <a:cubicBezTo>
                  <a:pt x="18" y="109"/>
                  <a:pt x="22" y="107"/>
                  <a:pt x="27" y="107"/>
                </a:cubicBezTo>
                <a:cubicBezTo>
                  <a:pt x="28" y="107"/>
                  <a:pt x="29" y="108"/>
                  <a:pt x="30" y="108"/>
                </a:cubicBezTo>
                <a:cubicBezTo>
                  <a:pt x="31" y="108"/>
                  <a:pt x="32" y="108"/>
                  <a:pt x="33" y="109"/>
                </a:cubicBezTo>
                <a:cubicBezTo>
                  <a:pt x="34" y="109"/>
                  <a:pt x="35" y="109"/>
                  <a:pt x="35" y="110"/>
                </a:cubicBezTo>
                <a:cubicBezTo>
                  <a:pt x="36" y="110"/>
                  <a:pt x="37" y="111"/>
                  <a:pt x="38" y="111"/>
                </a:cubicBezTo>
                <a:cubicBezTo>
                  <a:pt x="39" y="112"/>
                  <a:pt x="39" y="113"/>
                  <a:pt x="40" y="113"/>
                </a:cubicBezTo>
                <a:cubicBezTo>
                  <a:pt x="40" y="113"/>
                  <a:pt x="41" y="114"/>
                  <a:pt x="42" y="115"/>
                </a:cubicBezTo>
                <a:cubicBezTo>
                  <a:pt x="43" y="117"/>
                  <a:pt x="44" y="117"/>
                  <a:pt x="44" y="118"/>
                </a:cubicBezTo>
                <a:cubicBezTo>
                  <a:pt x="42" y="116"/>
                  <a:pt x="42" y="114"/>
                  <a:pt x="42" y="112"/>
                </a:cubicBezTo>
                <a:cubicBezTo>
                  <a:pt x="42" y="109"/>
                  <a:pt x="42" y="107"/>
                  <a:pt x="44" y="106"/>
                </a:cubicBezTo>
                <a:cubicBezTo>
                  <a:pt x="105" y="44"/>
                  <a:pt x="105" y="44"/>
                  <a:pt x="105" y="44"/>
                </a:cubicBezTo>
                <a:cubicBezTo>
                  <a:pt x="107" y="43"/>
                  <a:pt x="109" y="42"/>
                  <a:pt x="111" y="42"/>
                </a:cubicBezTo>
                <a:cubicBezTo>
                  <a:pt x="114" y="42"/>
                  <a:pt x="116" y="43"/>
                  <a:pt x="117" y="44"/>
                </a:cubicBezTo>
                <a:cubicBezTo>
                  <a:pt x="117" y="44"/>
                  <a:pt x="116" y="43"/>
                  <a:pt x="115" y="42"/>
                </a:cubicBezTo>
                <a:cubicBezTo>
                  <a:pt x="114" y="41"/>
                  <a:pt x="113" y="40"/>
                  <a:pt x="113" y="40"/>
                </a:cubicBezTo>
                <a:cubicBezTo>
                  <a:pt x="113" y="40"/>
                  <a:pt x="112" y="39"/>
                  <a:pt x="111" y="38"/>
                </a:cubicBezTo>
                <a:cubicBezTo>
                  <a:pt x="110" y="37"/>
                  <a:pt x="110" y="36"/>
                  <a:pt x="109" y="36"/>
                </a:cubicBezTo>
                <a:cubicBezTo>
                  <a:pt x="109" y="35"/>
                  <a:pt x="109" y="34"/>
                  <a:pt x="108" y="33"/>
                </a:cubicBezTo>
                <a:cubicBezTo>
                  <a:pt x="108" y="32"/>
                  <a:pt x="108" y="31"/>
                  <a:pt x="107" y="30"/>
                </a:cubicBezTo>
                <a:cubicBezTo>
                  <a:pt x="107" y="29"/>
                  <a:pt x="107" y="28"/>
                  <a:pt x="107" y="27"/>
                </a:cubicBezTo>
                <a:cubicBezTo>
                  <a:pt x="107" y="23"/>
                  <a:pt x="109" y="19"/>
                  <a:pt x="112" y="15"/>
                </a:cubicBezTo>
                <a:cubicBezTo>
                  <a:pt x="112" y="15"/>
                  <a:pt x="113" y="14"/>
                  <a:pt x="115" y="12"/>
                </a:cubicBezTo>
                <a:cubicBezTo>
                  <a:pt x="117" y="10"/>
                  <a:pt x="118" y="9"/>
                  <a:pt x="118" y="8"/>
                </a:cubicBezTo>
                <a:cubicBezTo>
                  <a:pt x="119" y="8"/>
                  <a:pt x="120" y="7"/>
                  <a:pt x="122" y="5"/>
                </a:cubicBezTo>
                <a:cubicBezTo>
                  <a:pt x="123" y="4"/>
                  <a:pt x="124" y="3"/>
                  <a:pt x="125" y="3"/>
                </a:cubicBezTo>
                <a:cubicBezTo>
                  <a:pt x="127" y="2"/>
                  <a:pt x="128" y="2"/>
                  <a:pt x="129" y="1"/>
                </a:cubicBezTo>
                <a:cubicBezTo>
                  <a:pt x="131" y="1"/>
                  <a:pt x="132" y="0"/>
                  <a:pt x="134" y="0"/>
                </a:cubicBezTo>
                <a:cubicBezTo>
                  <a:pt x="139" y="0"/>
                  <a:pt x="143" y="2"/>
                  <a:pt x="146" y="5"/>
                </a:cubicBezTo>
                <a:cubicBezTo>
                  <a:pt x="218" y="77"/>
                  <a:pt x="218" y="77"/>
                  <a:pt x="218" y="77"/>
                </a:cubicBezTo>
                <a:cubicBezTo>
                  <a:pt x="221" y="80"/>
                  <a:pt x="223" y="84"/>
                  <a:pt x="223" y="89"/>
                </a:cubicBezTo>
                <a:cubicBezTo>
                  <a:pt x="223" y="91"/>
                  <a:pt x="222" y="92"/>
                  <a:pt x="222" y="94"/>
                </a:cubicBezTo>
                <a:cubicBezTo>
                  <a:pt x="221" y="95"/>
                  <a:pt x="221" y="97"/>
                  <a:pt x="220" y="98"/>
                </a:cubicBezTo>
                <a:cubicBezTo>
                  <a:pt x="220" y="99"/>
                  <a:pt x="219" y="100"/>
                  <a:pt x="218" y="101"/>
                </a:cubicBezTo>
                <a:cubicBezTo>
                  <a:pt x="216" y="103"/>
                  <a:pt x="215" y="104"/>
                  <a:pt x="215" y="105"/>
                </a:cubicBezTo>
                <a:cubicBezTo>
                  <a:pt x="214" y="105"/>
                  <a:pt x="213" y="106"/>
                  <a:pt x="211" y="108"/>
                </a:cubicBezTo>
                <a:cubicBezTo>
                  <a:pt x="209" y="110"/>
                  <a:pt x="208" y="111"/>
                  <a:pt x="208" y="111"/>
                </a:cubicBezTo>
                <a:cubicBezTo>
                  <a:pt x="204" y="114"/>
                  <a:pt x="200" y="116"/>
                  <a:pt x="196" y="116"/>
                </a:cubicBezTo>
                <a:cubicBezTo>
                  <a:pt x="195" y="116"/>
                  <a:pt x="194" y="116"/>
                  <a:pt x="193" y="116"/>
                </a:cubicBezTo>
                <a:cubicBezTo>
                  <a:pt x="192" y="115"/>
                  <a:pt x="191" y="115"/>
                  <a:pt x="190" y="115"/>
                </a:cubicBezTo>
                <a:cubicBezTo>
                  <a:pt x="189" y="114"/>
                  <a:pt x="188" y="114"/>
                  <a:pt x="187" y="114"/>
                </a:cubicBezTo>
                <a:cubicBezTo>
                  <a:pt x="187" y="113"/>
                  <a:pt x="186" y="113"/>
                  <a:pt x="185" y="112"/>
                </a:cubicBezTo>
                <a:cubicBezTo>
                  <a:pt x="184" y="111"/>
                  <a:pt x="183" y="110"/>
                  <a:pt x="183" y="110"/>
                </a:cubicBezTo>
                <a:cubicBezTo>
                  <a:pt x="183" y="110"/>
                  <a:pt x="182" y="109"/>
                  <a:pt x="181" y="108"/>
                </a:cubicBezTo>
                <a:cubicBezTo>
                  <a:pt x="180" y="107"/>
                  <a:pt x="179" y="106"/>
                  <a:pt x="179" y="106"/>
                </a:cubicBezTo>
                <a:cubicBezTo>
                  <a:pt x="180" y="107"/>
                  <a:pt x="181" y="109"/>
                  <a:pt x="181" y="112"/>
                </a:cubicBezTo>
                <a:cubicBezTo>
                  <a:pt x="181" y="114"/>
                  <a:pt x="180" y="116"/>
                  <a:pt x="179" y="11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202" y="185"/>
                  <a:pt x="202" y="185"/>
                  <a:pt x="202" y="185"/>
                </a:cubicBezTo>
                <a:cubicBezTo>
                  <a:pt x="207" y="180"/>
                  <a:pt x="212" y="177"/>
                  <a:pt x="218" y="177"/>
                </a:cubicBezTo>
                <a:cubicBezTo>
                  <a:pt x="225" y="177"/>
                  <a:pt x="230" y="179"/>
                  <a:pt x="234" y="184"/>
                </a:cubicBezTo>
                <a:cubicBezTo>
                  <a:pt x="298" y="248"/>
                  <a:pt x="298" y="248"/>
                  <a:pt x="298" y="248"/>
                </a:cubicBezTo>
                <a:cubicBezTo>
                  <a:pt x="303" y="252"/>
                  <a:pt x="305" y="258"/>
                  <a:pt x="305" y="26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52"/>
          <p:cNvSpPr>
            <a:spLocks/>
          </p:cNvSpPr>
          <p:nvPr/>
        </p:nvSpPr>
        <p:spPr bwMode="auto">
          <a:xfrm>
            <a:off x="2065338" y="3757613"/>
            <a:ext cx="195263" cy="268288"/>
          </a:xfrm>
          <a:custGeom>
            <a:avLst/>
            <a:gdLst>
              <a:gd name="T0" fmla="*/ 180 w 180"/>
              <a:gd name="T1" fmla="*/ 177 h 248"/>
              <a:gd name="T2" fmla="*/ 180 w 180"/>
              <a:gd name="T3" fmla="*/ 242 h 248"/>
              <a:gd name="T4" fmla="*/ 178 w 180"/>
              <a:gd name="T5" fmla="*/ 246 h 248"/>
              <a:gd name="T6" fmla="*/ 174 w 180"/>
              <a:gd name="T7" fmla="*/ 248 h 248"/>
              <a:gd name="T8" fmla="*/ 6 w 180"/>
              <a:gd name="T9" fmla="*/ 248 h 248"/>
              <a:gd name="T10" fmla="*/ 2 w 180"/>
              <a:gd name="T11" fmla="*/ 246 h 248"/>
              <a:gd name="T12" fmla="*/ 0 w 180"/>
              <a:gd name="T13" fmla="*/ 242 h 248"/>
              <a:gd name="T14" fmla="*/ 0 w 180"/>
              <a:gd name="T15" fmla="*/ 216 h 248"/>
              <a:gd name="T16" fmla="*/ 2 w 180"/>
              <a:gd name="T17" fmla="*/ 212 h 248"/>
              <a:gd name="T18" fmla="*/ 6 w 180"/>
              <a:gd name="T19" fmla="*/ 210 h 248"/>
              <a:gd name="T20" fmla="*/ 23 w 180"/>
              <a:gd name="T21" fmla="*/ 210 h 248"/>
              <a:gd name="T22" fmla="*/ 23 w 180"/>
              <a:gd name="T23" fmla="*/ 143 h 248"/>
              <a:gd name="T24" fmla="*/ 6 w 180"/>
              <a:gd name="T25" fmla="*/ 143 h 248"/>
              <a:gd name="T26" fmla="*/ 2 w 180"/>
              <a:gd name="T27" fmla="*/ 141 h 248"/>
              <a:gd name="T28" fmla="*/ 0 w 180"/>
              <a:gd name="T29" fmla="*/ 137 h 248"/>
              <a:gd name="T30" fmla="*/ 0 w 180"/>
              <a:gd name="T31" fmla="*/ 114 h 248"/>
              <a:gd name="T32" fmla="*/ 2 w 180"/>
              <a:gd name="T33" fmla="*/ 110 h 248"/>
              <a:gd name="T34" fmla="*/ 6 w 180"/>
              <a:gd name="T35" fmla="*/ 108 h 248"/>
              <a:gd name="T36" fmla="*/ 23 w 180"/>
              <a:gd name="T37" fmla="*/ 108 h 248"/>
              <a:gd name="T38" fmla="*/ 23 w 180"/>
              <a:gd name="T39" fmla="*/ 69 h 248"/>
              <a:gd name="T40" fmla="*/ 44 w 180"/>
              <a:gd name="T41" fmla="*/ 19 h 248"/>
              <a:gd name="T42" fmla="*/ 100 w 180"/>
              <a:gd name="T43" fmla="*/ 0 h 248"/>
              <a:gd name="T44" fmla="*/ 159 w 180"/>
              <a:gd name="T45" fmla="*/ 22 h 248"/>
              <a:gd name="T46" fmla="*/ 161 w 180"/>
              <a:gd name="T47" fmla="*/ 25 h 248"/>
              <a:gd name="T48" fmla="*/ 159 w 180"/>
              <a:gd name="T49" fmla="*/ 29 h 248"/>
              <a:gd name="T50" fmla="*/ 141 w 180"/>
              <a:gd name="T51" fmla="*/ 52 h 248"/>
              <a:gd name="T52" fmla="*/ 137 w 180"/>
              <a:gd name="T53" fmla="*/ 54 h 248"/>
              <a:gd name="T54" fmla="*/ 133 w 180"/>
              <a:gd name="T55" fmla="*/ 53 h 248"/>
              <a:gd name="T56" fmla="*/ 129 w 180"/>
              <a:gd name="T57" fmla="*/ 49 h 248"/>
              <a:gd name="T58" fmla="*/ 117 w 180"/>
              <a:gd name="T59" fmla="*/ 44 h 248"/>
              <a:gd name="T60" fmla="*/ 100 w 180"/>
              <a:gd name="T61" fmla="*/ 40 h 248"/>
              <a:gd name="T62" fmla="*/ 76 w 180"/>
              <a:gd name="T63" fmla="*/ 49 h 248"/>
              <a:gd name="T64" fmla="*/ 67 w 180"/>
              <a:gd name="T65" fmla="*/ 70 h 248"/>
              <a:gd name="T66" fmla="*/ 67 w 180"/>
              <a:gd name="T67" fmla="*/ 108 h 248"/>
              <a:gd name="T68" fmla="*/ 121 w 180"/>
              <a:gd name="T69" fmla="*/ 108 h 248"/>
              <a:gd name="T70" fmla="*/ 125 w 180"/>
              <a:gd name="T71" fmla="*/ 110 h 248"/>
              <a:gd name="T72" fmla="*/ 126 w 180"/>
              <a:gd name="T73" fmla="*/ 114 h 248"/>
              <a:gd name="T74" fmla="*/ 126 w 180"/>
              <a:gd name="T75" fmla="*/ 137 h 248"/>
              <a:gd name="T76" fmla="*/ 125 w 180"/>
              <a:gd name="T77" fmla="*/ 141 h 248"/>
              <a:gd name="T78" fmla="*/ 121 w 180"/>
              <a:gd name="T79" fmla="*/ 143 h 248"/>
              <a:gd name="T80" fmla="*/ 67 w 180"/>
              <a:gd name="T81" fmla="*/ 143 h 248"/>
              <a:gd name="T82" fmla="*/ 67 w 180"/>
              <a:gd name="T83" fmla="*/ 209 h 248"/>
              <a:gd name="T84" fmla="*/ 140 w 180"/>
              <a:gd name="T85" fmla="*/ 209 h 248"/>
              <a:gd name="T86" fmla="*/ 140 w 180"/>
              <a:gd name="T87" fmla="*/ 177 h 248"/>
              <a:gd name="T88" fmla="*/ 141 w 180"/>
              <a:gd name="T89" fmla="*/ 173 h 248"/>
              <a:gd name="T90" fmla="*/ 145 w 180"/>
              <a:gd name="T91" fmla="*/ 172 h 248"/>
              <a:gd name="T92" fmla="*/ 174 w 180"/>
              <a:gd name="T93" fmla="*/ 172 h 248"/>
              <a:gd name="T94" fmla="*/ 178 w 180"/>
              <a:gd name="T95" fmla="*/ 173 h 248"/>
              <a:gd name="T96" fmla="*/ 180 w 180"/>
              <a:gd name="T97" fmla="*/ 177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0" h="248">
                <a:moveTo>
                  <a:pt x="180" y="177"/>
                </a:moveTo>
                <a:cubicBezTo>
                  <a:pt x="180" y="242"/>
                  <a:pt x="180" y="242"/>
                  <a:pt x="180" y="242"/>
                </a:cubicBezTo>
                <a:cubicBezTo>
                  <a:pt x="180" y="244"/>
                  <a:pt x="179" y="245"/>
                  <a:pt x="178" y="246"/>
                </a:cubicBezTo>
                <a:cubicBezTo>
                  <a:pt x="177" y="247"/>
                  <a:pt x="176" y="248"/>
                  <a:pt x="174" y="248"/>
                </a:cubicBezTo>
                <a:cubicBezTo>
                  <a:pt x="6" y="248"/>
                  <a:pt x="6" y="248"/>
                  <a:pt x="6" y="248"/>
                </a:cubicBezTo>
                <a:cubicBezTo>
                  <a:pt x="4" y="248"/>
                  <a:pt x="3" y="247"/>
                  <a:pt x="2" y="246"/>
                </a:cubicBezTo>
                <a:cubicBezTo>
                  <a:pt x="1" y="245"/>
                  <a:pt x="0" y="244"/>
                  <a:pt x="0" y="242"/>
                </a:cubicBezTo>
                <a:cubicBezTo>
                  <a:pt x="0" y="216"/>
                  <a:pt x="0" y="216"/>
                  <a:pt x="0" y="216"/>
                </a:cubicBezTo>
                <a:cubicBezTo>
                  <a:pt x="0" y="214"/>
                  <a:pt x="1" y="213"/>
                  <a:pt x="2" y="212"/>
                </a:cubicBezTo>
                <a:cubicBezTo>
                  <a:pt x="3" y="211"/>
                  <a:pt x="4" y="210"/>
                  <a:pt x="6" y="210"/>
                </a:cubicBezTo>
                <a:cubicBezTo>
                  <a:pt x="23" y="210"/>
                  <a:pt x="23" y="210"/>
                  <a:pt x="23" y="210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6" y="143"/>
                  <a:pt x="6" y="143"/>
                  <a:pt x="6" y="143"/>
                </a:cubicBezTo>
                <a:cubicBezTo>
                  <a:pt x="4" y="143"/>
                  <a:pt x="3" y="142"/>
                  <a:pt x="2" y="141"/>
                </a:cubicBezTo>
                <a:cubicBezTo>
                  <a:pt x="1" y="140"/>
                  <a:pt x="0" y="138"/>
                  <a:pt x="0" y="137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2"/>
                  <a:pt x="1" y="111"/>
                  <a:pt x="2" y="110"/>
                </a:cubicBezTo>
                <a:cubicBezTo>
                  <a:pt x="3" y="109"/>
                  <a:pt x="4" y="108"/>
                  <a:pt x="6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3" y="69"/>
                  <a:pt x="23" y="69"/>
                  <a:pt x="23" y="69"/>
                </a:cubicBezTo>
                <a:cubicBezTo>
                  <a:pt x="23" y="49"/>
                  <a:pt x="30" y="32"/>
                  <a:pt x="44" y="19"/>
                </a:cubicBezTo>
                <a:cubicBezTo>
                  <a:pt x="59" y="6"/>
                  <a:pt x="77" y="0"/>
                  <a:pt x="100" y="0"/>
                </a:cubicBezTo>
                <a:cubicBezTo>
                  <a:pt x="122" y="0"/>
                  <a:pt x="141" y="7"/>
                  <a:pt x="159" y="22"/>
                </a:cubicBezTo>
                <a:cubicBezTo>
                  <a:pt x="160" y="23"/>
                  <a:pt x="160" y="24"/>
                  <a:pt x="161" y="25"/>
                </a:cubicBezTo>
                <a:cubicBezTo>
                  <a:pt x="161" y="27"/>
                  <a:pt x="160" y="28"/>
                  <a:pt x="159" y="29"/>
                </a:cubicBezTo>
                <a:cubicBezTo>
                  <a:pt x="141" y="52"/>
                  <a:pt x="141" y="52"/>
                  <a:pt x="141" y="52"/>
                </a:cubicBezTo>
                <a:cubicBezTo>
                  <a:pt x="140" y="53"/>
                  <a:pt x="139" y="54"/>
                  <a:pt x="137" y="54"/>
                </a:cubicBezTo>
                <a:cubicBezTo>
                  <a:pt x="136" y="54"/>
                  <a:pt x="134" y="54"/>
                  <a:pt x="133" y="53"/>
                </a:cubicBezTo>
                <a:cubicBezTo>
                  <a:pt x="133" y="52"/>
                  <a:pt x="131" y="51"/>
                  <a:pt x="129" y="49"/>
                </a:cubicBezTo>
                <a:cubicBezTo>
                  <a:pt x="126" y="48"/>
                  <a:pt x="122" y="46"/>
                  <a:pt x="117" y="44"/>
                </a:cubicBezTo>
                <a:cubicBezTo>
                  <a:pt x="111" y="42"/>
                  <a:pt x="105" y="40"/>
                  <a:pt x="100" y="40"/>
                </a:cubicBezTo>
                <a:cubicBezTo>
                  <a:pt x="90" y="40"/>
                  <a:pt x="82" y="43"/>
                  <a:pt x="76" y="49"/>
                </a:cubicBezTo>
                <a:cubicBezTo>
                  <a:pt x="70" y="54"/>
                  <a:pt x="67" y="61"/>
                  <a:pt x="67" y="70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121" y="108"/>
                  <a:pt x="121" y="108"/>
                  <a:pt x="121" y="108"/>
                </a:cubicBezTo>
                <a:cubicBezTo>
                  <a:pt x="122" y="108"/>
                  <a:pt x="123" y="109"/>
                  <a:pt x="125" y="110"/>
                </a:cubicBezTo>
                <a:cubicBezTo>
                  <a:pt x="126" y="111"/>
                  <a:pt x="126" y="112"/>
                  <a:pt x="126" y="114"/>
                </a:cubicBezTo>
                <a:cubicBezTo>
                  <a:pt x="126" y="137"/>
                  <a:pt x="126" y="137"/>
                  <a:pt x="126" y="137"/>
                </a:cubicBezTo>
                <a:cubicBezTo>
                  <a:pt x="126" y="138"/>
                  <a:pt x="126" y="140"/>
                  <a:pt x="125" y="141"/>
                </a:cubicBezTo>
                <a:cubicBezTo>
                  <a:pt x="123" y="142"/>
                  <a:pt x="122" y="143"/>
                  <a:pt x="121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209"/>
                  <a:pt x="67" y="209"/>
                  <a:pt x="67" y="209"/>
                </a:cubicBezTo>
                <a:cubicBezTo>
                  <a:pt x="140" y="209"/>
                  <a:pt x="140" y="209"/>
                  <a:pt x="140" y="209"/>
                </a:cubicBezTo>
                <a:cubicBezTo>
                  <a:pt x="140" y="177"/>
                  <a:pt x="140" y="177"/>
                  <a:pt x="140" y="177"/>
                </a:cubicBezTo>
                <a:cubicBezTo>
                  <a:pt x="140" y="176"/>
                  <a:pt x="140" y="175"/>
                  <a:pt x="141" y="173"/>
                </a:cubicBezTo>
                <a:cubicBezTo>
                  <a:pt x="142" y="172"/>
                  <a:pt x="144" y="172"/>
                  <a:pt x="145" y="172"/>
                </a:cubicBezTo>
                <a:cubicBezTo>
                  <a:pt x="174" y="172"/>
                  <a:pt x="174" y="172"/>
                  <a:pt x="174" y="172"/>
                </a:cubicBezTo>
                <a:cubicBezTo>
                  <a:pt x="176" y="172"/>
                  <a:pt x="177" y="172"/>
                  <a:pt x="178" y="173"/>
                </a:cubicBezTo>
                <a:cubicBezTo>
                  <a:pt x="179" y="175"/>
                  <a:pt x="180" y="176"/>
                  <a:pt x="180" y="17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2447926" y="3762376"/>
            <a:ext cx="292100" cy="257175"/>
          </a:xfrm>
          <a:custGeom>
            <a:avLst/>
            <a:gdLst>
              <a:gd name="T0" fmla="*/ 164 w 271"/>
              <a:gd name="T1" fmla="*/ 205 h 237"/>
              <a:gd name="T2" fmla="*/ 164 w 271"/>
              <a:gd name="T3" fmla="*/ 79 h 237"/>
              <a:gd name="T4" fmla="*/ 107 w 271"/>
              <a:gd name="T5" fmla="*/ 79 h 237"/>
              <a:gd name="T6" fmla="*/ 107 w 271"/>
              <a:gd name="T7" fmla="*/ 205 h 237"/>
              <a:gd name="T8" fmla="*/ 110 w 271"/>
              <a:gd name="T9" fmla="*/ 212 h 237"/>
              <a:gd name="T10" fmla="*/ 119 w 271"/>
              <a:gd name="T11" fmla="*/ 215 h 237"/>
              <a:gd name="T12" fmla="*/ 152 w 271"/>
              <a:gd name="T13" fmla="*/ 215 h 237"/>
              <a:gd name="T14" fmla="*/ 160 w 271"/>
              <a:gd name="T15" fmla="*/ 212 h 237"/>
              <a:gd name="T16" fmla="*/ 164 w 271"/>
              <a:gd name="T17" fmla="*/ 205 h 237"/>
              <a:gd name="T18" fmla="*/ 83 w 271"/>
              <a:gd name="T19" fmla="*/ 57 h 237"/>
              <a:gd name="T20" fmla="*/ 118 w 271"/>
              <a:gd name="T21" fmla="*/ 57 h 237"/>
              <a:gd name="T22" fmla="*/ 96 w 271"/>
              <a:gd name="T23" fmla="*/ 28 h 237"/>
              <a:gd name="T24" fmla="*/ 83 w 271"/>
              <a:gd name="T25" fmla="*/ 23 h 237"/>
              <a:gd name="T26" fmla="*/ 71 w 271"/>
              <a:gd name="T27" fmla="*/ 28 h 237"/>
              <a:gd name="T28" fmla="*/ 66 w 271"/>
              <a:gd name="T29" fmla="*/ 40 h 237"/>
              <a:gd name="T30" fmla="*/ 71 w 271"/>
              <a:gd name="T31" fmla="*/ 52 h 237"/>
              <a:gd name="T32" fmla="*/ 83 w 271"/>
              <a:gd name="T33" fmla="*/ 57 h 237"/>
              <a:gd name="T34" fmla="*/ 205 w 271"/>
              <a:gd name="T35" fmla="*/ 40 h 237"/>
              <a:gd name="T36" fmla="*/ 200 w 271"/>
              <a:gd name="T37" fmla="*/ 28 h 237"/>
              <a:gd name="T38" fmla="*/ 188 w 271"/>
              <a:gd name="T39" fmla="*/ 23 h 237"/>
              <a:gd name="T40" fmla="*/ 175 w 271"/>
              <a:gd name="T41" fmla="*/ 28 h 237"/>
              <a:gd name="T42" fmla="*/ 153 w 271"/>
              <a:gd name="T43" fmla="*/ 57 h 237"/>
              <a:gd name="T44" fmla="*/ 188 w 271"/>
              <a:gd name="T45" fmla="*/ 57 h 237"/>
              <a:gd name="T46" fmla="*/ 200 w 271"/>
              <a:gd name="T47" fmla="*/ 52 h 237"/>
              <a:gd name="T48" fmla="*/ 205 w 271"/>
              <a:gd name="T49" fmla="*/ 40 h 237"/>
              <a:gd name="T50" fmla="*/ 271 w 271"/>
              <a:gd name="T51" fmla="*/ 85 h 237"/>
              <a:gd name="T52" fmla="*/ 271 w 271"/>
              <a:gd name="T53" fmla="*/ 141 h 237"/>
              <a:gd name="T54" fmla="*/ 269 w 271"/>
              <a:gd name="T55" fmla="*/ 145 h 237"/>
              <a:gd name="T56" fmla="*/ 265 w 271"/>
              <a:gd name="T57" fmla="*/ 147 h 237"/>
              <a:gd name="T58" fmla="*/ 248 w 271"/>
              <a:gd name="T59" fmla="*/ 147 h 237"/>
              <a:gd name="T60" fmla="*/ 248 w 271"/>
              <a:gd name="T61" fmla="*/ 220 h 237"/>
              <a:gd name="T62" fmla="*/ 243 w 271"/>
              <a:gd name="T63" fmla="*/ 232 h 237"/>
              <a:gd name="T64" fmla="*/ 231 w 271"/>
              <a:gd name="T65" fmla="*/ 237 h 237"/>
              <a:gd name="T66" fmla="*/ 40 w 271"/>
              <a:gd name="T67" fmla="*/ 237 h 237"/>
              <a:gd name="T68" fmla="*/ 28 w 271"/>
              <a:gd name="T69" fmla="*/ 232 h 237"/>
              <a:gd name="T70" fmla="*/ 23 w 271"/>
              <a:gd name="T71" fmla="*/ 220 h 237"/>
              <a:gd name="T72" fmla="*/ 23 w 271"/>
              <a:gd name="T73" fmla="*/ 147 h 237"/>
              <a:gd name="T74" fmla="*/ 6 w 271"/>
              <a:gd name="T75" fmla="*/ 147 h 237"/>
              <a:gd name="T76" fmla="*/ 2 w 271"/>
              <a:gd name="T77" fmla="*/ 145 h 237"/>
              <a:gd name="T78" fmla="*/ 0 w 271"/>
              <a:gd name="T79" fmla="*/ 141 h 237"/>
              <a:gd name="T80" fmla="*/ 0 w 271"/>
              <a:gd name="T81" fmla="*/ 85 h 237"/>
              <a:gd name="T82" fmla="*/ 2 w 271"/>
              <a:gd name="T83" fmla="*/ 81 h 237"/>
              <a:gd name="T84" fmla="*/ 6 w 271"/>
              <a:gd name="T85" fmla="*/ 79 h 237"/>
              <a:gd name="T86" fmla="*/ 83 w 271"/>
              <a:gd name="T87" fmla="*/ 79 h 237"/>
              <a:gd name="T88" fmla="*/ 55 w 271"/>
              <a:gd name="T89" fmla="*/ 68 h 237"/>
              <a:gd name="T90" fmla="*/ 44 w 271"/>
              <a:gd name="T91" fmla="*/ 40 h 237"/>
              <a:gd name="T92" fmla="*/ 55 w 271"/>
              <a:gd name="T93" fmla="*/ 12 h 237"/>
              <a:gd name="T94" fmla="*/ 83 w 271"/>
              <a:gd name="T95" fmla="*/ 0 h 237"/>
              <a:gd name="T96" fmla="*/ 113 w 271"/>
              <a:gd name="T97" fmla="*/ 14 h 237"/>
              <a:gd name="T98" fmla="*/ 135 w 271"/>
              <a:gd name="T99" fmla="*/ 43 h 237"/>
              <a:gd name="T100" fmla="*/ 158 w 271"/>
              <a:gd name="T101" fmla="*/ 14 h 237"/>
              <a:gd name="T102" fmla="*/ 188 w 271"/>
              <a:gd name="T103" fmla="*/ 0 h 237"/>
              <a:gd name="T104" fmla="*/ 216 w 271"/>
              <a:gd name="T105" fmla="*/ 12 h 237"/>
              <a:gd name="T106" fmla="*/ 227 w 271"/>
              <a:gd name="T107" fmla="*/ 40 h 237"/>
              <a:gd name="T108" fmla="*/ 216 w 271"/>
              <a:gd name="T109" fmla="*/ 68 h 237"/>
              <a:gd name="T110" fmla="*/ 188 w 271"/>
              <a:gd name="T111" fmla="*/ 79 h 237"/>
              <a:gd name="T112" fmla="*/ 265 w 271"/>
              <a:gd name="T113" fmla="*/ 79 h 237"/>
              <a:gd name="T114" fmla="*/ 269 w 271"/>
              <a:gd name="T115" fmla="*/ 81 h 237"/>
              <a:gd name="T116" fmla="*/ 271 w 271"/>
              <a:gd name="T117" fmla="*/ 85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1" h="237">
                <a:moveTo>
                  <a:pt x="164" y="205"/>
                </a:moveTo>
                <a:cubicBezTo>
                  <a:pt x="164" y="79"/>
                  <a:pt x="164" y="79"/>
                  <a:pt x="164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205"/>
                  <a:pt x="107" y="205"/>
                  <a:pt x="107" y="205"/>
                </a:cubicBezTo>
                <a:cubicBezTo>
                  <a:pt x="107" y="208"/>
                  <a:pt x="108" y="211"/>
                  <a:pt x="110" y="212"/>
                </a:cubicBezTo>
                <a:cubicBezTo>
                  <a:pt x="113" y="214"/>
                  <a:pt x="115" y="215"/>
                  <a:pt x="119" y="215"/>
                </a:cubicBezTo>
                <a:cubicBezTo>
                  <a:pt x="152" y="215"/>
                  <a:pt x="152" y="215"/>
                  <a:pt x="152" y="215"/>
                </a:cubicBezTo>
                <a:cubicBezTo>
                  <a:pt x="156" y="215"/>
                  <a:pt x="158" y="214"/>
                  <a:pt x="160" y="212"/>
                </a:cubicBezTo>
                <a:cubicBezTo>
                  <a:pt x="163" y="211"/>
                  <a:pt x="164" y="208"/>
                  <a:pt x="164" y="205"/>
                </a:cubicBezTo>
                <a:close/>
                <a:moveTo>
                  <a:pt x="83" y="57"/>
                </a:moveTo>
                <a:cubicBezTo>
                  <a:pt x="118" y="57"/>
                  <a:pt x="118" y="57"/>
                  <a:pt x="118" y="57"/>
                </a:cubicBezTo>
                <a:cubicBezTo>
                  <a:pt x="96" y="28"/>
                  <a:pt x="96" y="28"/>
                  <a:pt x="96" y="28"/>
                </a:cubicBezTo>
                <a:cubicBezTo>
                  <a:pt x="92" y="25"/>
                  <a:pt x="88" y="23"/>
                  <a:pt x="83" y="23"/>
                </a:cubicBezTo>
                <a:cubicBezTo>
                  <a:pt x="79" y="23"/>
                  <a:pt x="75" y="25"/>
                  <a:pt x="71" y="28"/>
                </a:cubicBezTo>
                <a:cubicBezTo>
                  <a:pt x="68" y="31"/>
                  <a:pt x="66" y="35"/>
                  <a:pt x="66" y="40"/>
                </a:cubicBezTo>
                <a:cubicBezTo>
                  <a:pt x="66" y="45"/>
                  <a:pt x="68" y="49"/>
                  <a:pt x="71" y="52"/>
                </a:cubicBezTo>
                <a:cubicBezTo>
                  <a:pt x="75" y="55"/>
                  <a:pt x="79" y="57"/>
                  <a:pt x="83" y="57"/>
                </a:cubicBezTo>
                <a:close/>
                <a:moveTo>
                  <a:pt x="205" y="40"/>
                </a:moveTo>
                <a:cubicBezTo>
                  <a:pt x="205" y="35"/>
                  <a:pt x="203" y="31"/>
                  <a:pt x="200" y="28"/>
                </a:cubicBezTo>
                <a:cubicBezTo>
                  <a:pt x="196" y="25"/>
                  <a:pt x="192" y="23"/>
                  <a:pt x="188" y="23"/>
                </a:cubicBezTo>
                <a:cubicBezTo>
                  <a:pt x="183" y="23"/>
                  <a:pt x="179" y="25"/>
                  <a:pt x="175" y="28"/>
                </a:cubicBezTo>
                <a:cubicBezTo>
                  <a:pt x="153" y="57"/>
                  <a:pt x="153" y="57"/>
                  <a:pt x="153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92" y="57"/>
                  <a:pt x="196" y="55"/>
                  <a:pt x="200" y="52"/>
                </a:cubicBezTo>
                <a:cubicBezTo>
                  <a:pt x="203" y="49"/>
                  <a:pt x="205" y="45"/>
                  <a:pt x="205" y="40"/>
                </a:cubicBezTo>
                <a:close/>
                <a:moveTo>
                  <a:pt x="271" y="85"/>
                </a:moveTo>
                <a:cubicBezTo>
                  <a:pt x="271" y="141"/>
                  <a:pt x="271" y="141"/>
                  <a:pt x="271" y="141"/>
                </a:cubicBezTo>
                <a:cubicBezTo>
                  <a:pt x="271" y="143"/>
                  <a:pt x="270" y="144"/>
                  <a:pt x="269" y="145"/>
                </a:cubicBezTo>
                <a:cubicBezTo>
                  <a:pt x="268" y="146"/>
                  <a:pt x="267" y="147"/>
                  <a:pt x="265" y="147"/>
                </a:cubicBezTo>
                <a:cubicBezTo>
                  <a:pt x="248" y="147"/>
                  <a:pt x="248" y="147"/>
                  <a:pt x="248" y="147"/>
                </a:cubicBezTo>
                <a:cubicBezTo>
                  <a:pt x="248" y="220"/>
                  <a:pt x="248" y="220"/>
                  <a:pt x="248" y="220"/>
                </a:cubicBezTo>
                <a:cubicBezTo>
                  <a:pt x="248" y="225"/>
                  <a:pt x="247" y="229"/>
                  <a:pt x="243" y="232"/>
                </a:cubicBezTo>
                <a:cubicBezTo>
                  <a:pt x="240" y="235"/>
                  <a:pt x="236" y="237"/>
                  <a:pt x="231" y="237"/>
                </a:cubicBezTo>
                <a:cubicBezTo>
                  <a:pt x="40" y="237"/>
                  <a:pt x="40" y="237"/>
                  <a:pt x="40" y="237"/>
                </a:cubicBezTo>
                <a:cubicBezTo>
                  <a:pt x="35" y="237"/>
                  <a:pt x="31" y="235"/>
                  <a:pt x="28" y="232"/>
                </a:cubicBezTo>
                <a:cubicBezTo>
                  <a:pt x="24" y="229"/>
                  <a:pt x="23" y="225"/>
                  <a:pt x="23" y="220"/>
                </a:cubicBezTo>
                <a:cubicBezTo>
                  <a:pt x="23" y="147"/>
                  <a:pt x="23" y="147"/>
                  <a:pt x="23" y="147"/>
                </a:cubicBezTo>
                <a:cubicBezTo>
                  <a:pt x="6" y="147"/>
                  <a:pt x="6" y="147"/>
                  <a:pt x="6" y="147"/>
                </a:cubicBezTo>
                <a:cubicBezTo>
                  <a:pt x="4" y="147"/>
                  <a:pt x="3" y="146"/>
                  <a:pt x="2" y="145"/>
                </a:cubicBezTo>
                <a:cubicBezTo>
                  <a:pt x="1" y="144"/>
                  <a:pt x="0" y="143"/>
                  <a:pt x="0" y="141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3"/>
                  <a:pt x="1" y="82"/>
                  <a:pt x="2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72" y="79"/>
                  <a:pt x="63" y="75"/>
                  <a:pt x="55" y="68"/>
                </a:cubicBezTo>
                <a:cubicBezTo>
                  <a:pt x="48" y="60"/>
                  <a:pt x="44" y="51"/>
                  <a:pt x="44" y="40"/>
                </a:cubicBezTo>
                <a:cubicBezTo>
                  <a:pt x="44" y="29"/>
                  <a:pt x="48" y="20"/>
                  <a:pt x="55" y="12"/>
                </a:cubicBezTo>
                <a:cubicBezTo>
                  <a:pt x="63" y="4"/>
                  <a:pt x="72" y="0"/>
                  <a:pt x="83" y="0"/>
                </a:cubicBezTo>
                <a:cubicBezTo>
                  <a:pt x="96" y="0"/>
                  <a:pt x="106" y="5"/>
                  <a:pt x="113" y="14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58" y="14"/>
                  <a:pt x="158" y="14"/>
                  <a:pt x="158" y="14"/>
                </a:cubicBezTo>
                <a:cubicBezTo>
                  <a:pt x="165" y="5"/>
                  <a:pt x="175" y="0"/>
                  <a:pt x="188" y="0"/>
                </a:cubicBezTo>
                <a:cubicBezTo>
                  <a:pt x="199" y="0"/>
                  <a:pt x="208" y="4"/>
                  <a:pt x="216" y="12"/>
                </a:cubicBezTo>
                <a:cubicBezTo>
                  <a:pt x="223" y="20"/>
                  <a:pt x="227" y="29"/>
                  <a:pt x="227" y="40"/>
                </a:cubicBezTo>
                <a:cubicBezTo>
                  <a:pt x="227" y="51"/>
                  <a:pt x="223" y="60"/>
                  <a:pt x="216" y="68"/>
                </a:cubicBezTo>
                <a:cubicBezTo>
                  <a:pt x="208" y="75"/>
                  <a:pt x="199" y="79"/>
                  <a:pt x="188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7" y="79"/>
                  <a:pt x="268" y="80"/>
                  <a:pt x="269" y="81"/>
                </a:cubicBezTo>
                <a:cubicBezTo>
                  <a:pt x="270" y="82"/>
                  <a:pt x="271" y="83"/>
                  <a:pt x="271" y="8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2868613" y="3721101"/>
            <a:ext cx="314325" cy="339725"/>
          </a:xfrm>
          <a:custGeom>
            <a:avLst/>
            <a:gdLst>
              <a:gd name="T0" fmla="*/ 64 w 292"/>
              <a:gd name="T1" fmla="*/ 249 h 315"/>
              <a:gd name="T2" fmla="*/ 67 w 292"/>
              <a:gd name="T3" fmla="*/ 285 h 315"/>
              <a:gd name="T4" fmla="*/ 83 w 292"/>
              <a:gd name="T5" fmla="*/ 134 h 315"/>
              <a:gd name="T6" fmla="*/ 62 w 292"/>
              <a:gd name="T7" fmla="*/ 108 h 315"/>
              <a:gd name="T8" fmla="*/ 62 w 292"/>
              <a:gd name="T9" fmla="*/ 158 h 315"/>
              <a:gd name="T10" fmla="*/ 130 w 292"/>
              <a:gd name="T11" fmla="*/ 77 h 315"/>
              <a:gd name="T12" fmla="*/ 116 w 292"/>
              <a:gd name="T13" fmla="*/ 116 h 315"/>
              <a:gd name="T14" fmla="*/ 106 w 292"/>
              <a:gd name="T15" fmla="*/ 169 h 315"/>
              <a:gd name="T16" fmla="*/ 61 w 292"/>
              <a:gd name="T17" fmla="*/ 193 h 315"/>
              <a:gd name="T18" fmla="*/ 62 w 292"/>
              <a:gd name="T19" fmla="*/ 213 h 315"/>
              <a:gd name="T20" fmla="*/ 86 w 292"/>
              <a:gd name="T21" fmla="*/ 222 h 315"/>
              <a:gd name="T22" fmla="*/ 115 w 292"/>
              <a:gd name="T23" fmla="*/ 233 h 315"/>
              <a:gd name="T24" fmla="*/ 129 w 292"/>
              <a:gd name="T25" fmla="*/ 262 h 315"/>
              <a:gd name="T26" fmla="*/ 42 w 292"/>
              <a:gd name="T27" fmla="*/ 313 h 315"/>
              <a:gd name="T28" fmla="*/ 6 w 292"/>
              <a:gd name="T29" fmla="*/ 292 h 315"/>
              <a:gd name="T30" fmla="*/ 32 w 292"/>
              <a:gd name="T31" fmla="*/ 230 h 315"/>
              <a:gd name="T32" fmla="*/ 21 w 292"/>
              <a:gd name="T33" fmla="*/ 207 h 315"/>
              <a:gd name="T34" fmla="*/ 32 w 292"/>
              <a:gd name="T35" fmla="*/ 182 h 315"/>
              <a:gd name="T36" fmla="*/ 2 w 292"/>
              <a:gd name="T37" fmla="*/ 134 h 315"/>
              <a:gd name="T38" fmla="*/ 60 w 292"/>
              <a:gd name="T39" fmla="*/ 77 h 315"/>
              <a:gd name="T40" fmla="*/ 130 w 292"/>
              <a:gd name="T41" fmla="*/ 77 h 315"/>
              <a:gd name="T42" fmla="*/ 147 w 292"/>
              <a:gd name="T43" fmla="*/ 232 h 315"/>
              <a:gd name="T44" fmla="*/ 148 w 292"/>
              <a:gd name="T45" fmla="*/ 101 h 315"/>
              <a:gd name="T46" fmla="*/ 186 w 292"/>
              <a:gd name="T47" fmla="*/ 78 h 315"/>
              <a:gd name="T48" fmla="*/ 185 w 292"/>
              <a:gd name="T49" fmla="*/ 208 h 315"/>
              <a:gd name="T50" fmla="*/ 292 w 292"/>
              <a:gd name="T51" fmla="*/ 193 h 315"/>
              <a:gd name="T52" fmla="*/ 261 w 292"/>
              <a:gd name="T53" fmla="*/ 234 h 315"/>
              <a:gd name="T54" fmla="*/ 230 w 292"/>
              <a:gd name="T55" fmla="*/ 222 h 315"/>
              <a:gd name="T56" fmla="*/ 220 w 292"/>
              <a:gd name="T57" fmla="*/ 192 h 315"/>
              <a:gd name="T58" fmla="*/ 219 w 292"/>
              <a:gd name="T59" fmla="*/ 112 h 315"/>
              <a:gd name="T60" fmla="*/ 220 w 292"/>
              <a:gd name="T61" fmla="*/ 111 h 315"/>
              <a:gd name="T62" fmla="*/ 213 w 292"/>
              <a:gd name="T63" fmla="*/ 111 h 315"/>
              <a:gd name="T64" fmla="*/ 203 w 292"/>
              <a:gd name="T65" fmla="*/ 78 h 315"/>
              <a:gd name="T66" fmla="*/ 220 w 292"/>
              <a:gd name="T67" fmla="*/ 65 h 315"/>
              <a:gd name="T68" fmla="*/ 258 w 292"/>
              <a:gd name="T69" fmla="*/ 49 h 315"/>
              <a:gd name="T70" fmla="*/ 288 w 292"/>
              <a:gd name="T71" fmla="*/ 78 h 315"/>
              <a:gd name="T72" fmla="*/ 280 w 292"/>
              <a:gd name="T73" fmla="*/ 111 h 315"/>
              <a:gd name="T74" fmla="*/ 257 w 292"/>
              <a:gd name="T75" fmla="*/ 111 h 315"/>
              <a:gd name="T76" fmla="*/ 273 w 292"/>
              <a:gd name="T77" fmla="*/ 198 h 315"/>
              <a:gd name="T78" fmla="*/ 191 w 292"/>
              <a:gd name="T79" fmla="*/ 26 h 315"/>
              <a:gd name="T80" fmla="*/ 167 w 292"/>
              <a:gd name="T81" fmla="*/ 51 h 315"/>
              <a:gd name="T82" fmla="*/ 142 w 292"/>
              <a:gd name="T83" fmla="*/ 26 h 315"/>
              <a:gd name="T84" fmla="*/ 167 w 292"/>
              <a:gd name="T85" fmla="*/ 0 h 315"/>
              <a:gd name="T86" fmla="*/ 191 w 292"/>
              <a:gd name="T87" fmla="*/ 26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92" h="315">
                <a:moveTo>
                  <a:pt x="93" y="267"/>
                </a:moveTo>
                <a:cubicBezTo>
                  <a:pt x="93" y="255"/>
                  <a:pt x="83" y="249"/>
                  <a:pt x="64" y="249"/>
                </a:cubicBezTo>
                <a:cubicBezTo>
                  <a:pt x="46" y="249"/>
                  <a:pt x="36" y="255"/>
                  <a:pt x="36" y="267"/>
                </a:cubicBezTo>
                <a:cubicBezTo>
                  <a:pt x="36" y="279"/>
                  <a:pt x="46" y="285"/>
                  <a:pt x="67" y="285"/>
                </a:cubicBezTo>
                <a:cubicBezTo>
                  <a:pt x="84" y="285"/>
                  <a:pt x="93" y="279"/>
                  <a:pt x="93" y="267"/>
                </a:cubicBezTo>
                <a:close/>
                <a:moveTo>
                  <a:pt x="83" y="134"/>
                </a:moveTo>
                <a:cubicBezTo>
                  <a:pt x="83" y="126"/>
                  <a:pt x="81" y="120"/>
                  <a:pt x="78" y="116"/>
                </a:cubicBezTo>
                <a:cubicBezTo>
                  <a:pt x="74" y="111"/>
                  <a:pt x="69" y="108"/>
                  <a:pt x="62" y="108"/>
                </a:cubicBezTo>
                <a:cubicBezTo>
                  <a:pt x="47" y="108"/>
                  <a:pt x="40" y="117"/>
                  <a:pt x="40" y="134"/>
                </a:cubicBezTo>
                <a:cubicBezTo>
                  <a:pt x="40" y="150"/>
                  <a:pt x="47" y="158"/>
                  <a:pt x="62" y="158"/>
                </a:cubicBezTo>
                <a:cubicBezTo>
                  <a:pt x="76" y="158"/>
                  <a:pt x="83" y="150"/>
                  <a:pt x="83" y="134"/>
                </a:cubicBezTo>
                <a:close/>
                <a:moveTo>
                  <a:pt x="130" y="77"/>
                </a:moveTo>
                <a:cubicBezTo>
                  <a:pt x="130" y="112"/>
                  <a:pt x="130" y="112"/>
                  <a:pt x="130" y="112"/>
                </a:cubicBezTo>
                <a:cubicBezTo>
                  <a:pt x="126" y="114"/>
                  <a:pt x="121" y="115"/>
                  <a:pt x="116" y="116"/>
                </a:cubicBezTo>
                <a:cubicBezTo>
                  <a:pt x="118" y="121"/>
                  <a:pt x="119" y="126"/>
                  <a:pt x="119" y="131"/>
                </a:cubicBezTo>
                <a:cubicBezTo>
                  <a:pt x="119" y="146"/>
                  <a:pt x="115" y="158"/>
                  <a:pt x="106" y="169"/>
                </a:cubicBezTo>
                <a:cubicBezTo>
                  <a:pt x="98" y="179"/>
                  <a:pt x="86" y="186"/>
                  <a:pt x="72" y="189"/>
                </a:cubicBezTo>
                <a:cubicBezTo>
                  <a:pt x="67" y="190"/>
                  <a:pt x="63" y="191"/>
                  <a:pt x="61" y="193"/>
                </a:cubicBezTo>
                <a:cubicBezTo>
                  <a:pt x="59" y="196"/>
                  <a:pt x="58" y="199"/>
                  <a:pt x="58" y="204"/>
                </a:cubicBezTo>
                <a:cubicBezTo>
                  <a:pt x="58" y="207"/>
                  <a:pt x="59" y="210"/>
                  <a:pt x="62" y="213"/>
                </a:cubicBezTo>
                <a:cubicBezTo>
                  <a:pt x="64" y="215"/>
                  <a:pt x="68" y="217"/>
                  <a:pt x="72" y="218"/>
                </a:cubicBezTo>
                <a:cubicBezTo>
                  <a:pt x="76" y="220"/>
                  <a:pt x="81" y="221"/>
                  <a:pt x="86" y="222"/>
                </a:cubicBezTo>
                <a:cubicBezTo>
                  <a:pt x="91" y="224"/>
                  <a:pt x="96" y="225"/>
                  <a:pt x="101" y="227"/>
                </a:cubicBezTo>
                <a:cubicBezTo>
                  <a:pt x="106" y="229"/>
                  <a:pt x="110" y="231"/>
                  <a:pt x="115" y="233"/>
                </a:cubicBezTo>
                <a:cubicBezTo>
                  <a:pt x="119" y="236"/>
                  <a:pt x="122" y="240"/>
                  <a:pt x="125" y="245"/>
                </a:cubicBezTo>
                <a:cubicBezTo>
                  <a:pt x="127" y="250"/>
                  <a:pt x="129" y="255"/>
                  <a:pt x="129" y="262"/>
                </a:cubicBezTo>
                <a:cubicBezTo>
                  <a:pt x="129" y="298"/>
                  <a:pt x="107" y="315"/>
                  <a:pt x="65" y="315"/>
                </a:cubicBezTo>
                <a:cubicBezTo>
                  <a:pt x="57" y="315"/>
                  <a:pt x="49" y="315"/>
                  <a:pt x="42" y="313"/>
                </a:cubicBezTo>
                <a:cubicBezTo>
                  <a:pt x="35" y="312"/>
                  <a:pt x="28" y="309"/>
                  <a:pt x="22" y="306"/>
                </a:cubicBezTo>
                <a:cubicBezTo>
                  <a:pt x="15" y="303"/>
                  <a:pt x="10" y="298"/>
                  <a:pt x="6" y="292"/>
                </a:cubicBezTo>
                <a:cubicBezTo>
                  <a:pt x="2" y="285"/>
                  <a:pt x="0" y="278"/>
                  <a:pt x="0" y="269"/>
                </a:cubicBezTo>
                <a:cubicBezTo>
                  <a:pt x="0" y="250"/>
                  <a:pt x="11" y="237"/>
                  <a:pt x="32" y="230"/>
                </a:cubicBezTo>
                <a:cubicBezTo>
                  <a:pt x="32" y="229"/>
                  <a:pt x="32" y="229"/>
                  <a:pt x="32" y="229"/>
                </a:cubicBezTo>
                <a:cubicBezTo>
                  <a:pt x="25" y="224"/>
                  <a:pt x="21" y="217"/>
                  <a:pt x="21" y="207"/>
                </a:cubicBezTo>
                <a:cubicBezTo>
                  <a:pt x="21" y="194"/>
                  <a:pt x="24" y="186"/>
                  <a:pt x="32" y="183"/>
                </a:cubicBezTo>
                <a:cubicBezTo>
                  <a:pt x="32" y="182"/>
                  <a:pt x="32" y="182"/>
                  <a:pt x="32" y="182"/>
                </a:cubicBezTo>
                <a:cubicBezTo>
                  <a:pt x="23" y="179"/>
                  <a:pt x="16" y="173"/>
                  <a:pt x="11" y="163"/>
                </a:cubicBezTo>
                <a:cubicBezTo>
                  <a:pt x="5" y="153"/>
                  <a:pt x="2" y="143"/>
                  <a:pt x="2" y="134"/>
                </a:cubicBezTo>
                <a:cubicBezTo>
                  <a:pt x="2" y="117"/>
                  <a:pt x="8" y="104"/>
                  <a:pt x="19" y="93"/>
                </a:cubicBezTo>
                <a:cubicBezTo>
                  <a:pt x="30" y="82"/>
                  <a:pt x="44" y="77"/>
                  <a:pt x="60" y="77"/>
                </a:cubicBezTo>
                <a:cubicBezTo>
                  <a:pt x="72" y="77"/>
                  <a:pt x="82" y="79"/>
                  <a:pt x="92" y="85"/>
                </a:cubicBezTo>
                <a:cubicBezTo>
                  <a:pt x="103" y="85"/>
                  <a:pt x="116" y="82"/>
                  <a:pt x="130" y="77"/>
                </a:cubicBezTo>
                <a:close/>
                <a:moveTo>
                  <a:pt x="186" y="232"/>
                </a:moveTo>
                <a:cubicBezTo>
                  <a:pt x="147" y="232"/>
                  <a:pt x="147" y="232"/>
                  <a:pt x="147" y="232"/>
                </a:cubicBezTo>
                <a:cubicBezTo>
                  <a:pt x="148" y="226"/>
                  <a:pt x="148" y="219"/>
                  <a:pt x="148" y="208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90"/>
                  <a:pt x="148" y="82"/>
                  <a:pt x="147" y="78"/>
                </a:cubicBezTo>
                <a:cubicBezTo>
                  <a:pt x="186" y="78"/>
                  <a:pt x="186" y="78"/>
                  <a:pt x="186" y="78"/>
                </a:cubicBezTo>
                <a:cubicBezTo>
                  <a:pt x="186" y="82"/>
                  <a:pt x="185" y="90"/>
                  <a:pt x="185" y="100"/>
                </a:cubicBezTo>
                <a:cubicBezTo>
                  <a:pt x="185" y="208"/>
                  <a:pt x="185" y="208"/>
                  <a:pt x="185" y="208"/>
                </a:cubicBezTo>
                <a:cubicBezTo>
                  <a:pt x="185" y="219"/>
                  <a:pt x="186" y="226"/>
                  <a:pt x="186" y="232"/>
                </a:cubicBezTo>
                <a:close/>
                <a:moveTo>
                  <a:pt x="292" y="193"/>
                </a:moveTo>
                <a:cubicBezTo>
                  <a:pt x="292" y="227"/>
                  <a:pt x="292" y="227"/>
                  <a:pt x="292" y="227"/>
                </a:cubicBezTo>
                <a:cubicBezTo>
                  <a:pt x="284" y="232"/>
                  <a:pt x="273" y="234"/>
                  <a:pt x="261" y="234"/>
                </a:cubicBezTo>
                <a:cubicBezTo>
                  <a:pt x="254" y="234"/>
                  <a:pt x="248" y="233"/>
                  <a:pt x="242" y="230"/>
                </a:cubicBezTo>
                <a:cubicBezTo>
                  <a:pt x="237" y="228"/>
                  <a:pt x="233" y="225"/>
                  <a:pt x="230" y="222"/>
                </a:cubicBezTo>
                <a:cubicBezTo>
                  <a:pt x="227" y="218"/>
                  <a:pt x="225" y="214"/>
                  <a:pt x="223" y="208"/>
                </a:cubicBezTo>
                <a:cubicBezTo>
                  <a:pt x="221" y="202"/>
                  <a:pt x="220" y="197"/>
                  <a:pt x="220" y="192"/>
                </a:cubicBezTo>
                <a:cubicBezTo>
                  <a:pt x="219" y="187"/>
                  <a:pt x="219" y="181"/>
                  <a:pt x="219" y="174"/>
                </a:cubicBezTo>
                <a:cubicBezTo>
                  <a:pt x="219" y="112"/>
                  <a:pt x="219" y="112"/>
                  <a:pt x="219" y="112"/>
                </a:cubicBezTo>
                <a:cubicBezTo>
                  <a:pt x="220" y="112"/>
                  <a:pt x="220" y="112"/>
                  <a:pt x="220" y="112"/>
                </a:cubicBezTo>
                <a:cubicBezTo>
                  <a:pt x="220" y="111"/>
                  <a:pt x="220" y="111"/>
                  <a:pt x="220" y="111"/>
                </a:cubicBezTo>
                <a:cubicBezTo>
                  <a:pt x="219" y="111"/>
                  <a:pt x="218" y="111"/>
                  <a:pt x="216" y="111"/>
                </a:cubicBezTo>
                <a:cubicBezTo>
                  <a:pt x="215" y="111"/>
                  <a:pt x="214" y="111"/>
                  <a:pt x="213" y="111"/>
                </a:cubicBezTo>
                <a:cubicBezTo>
                  <a:pt x="211" y="111"/>
                  <a:pt x="207" y="111"/>
                  <a:pt x="203" y="112"/>
                </a:cubicBezTo>
                <a:cubicBezTo>
                  <a:pt x="203" y="78"/>
                  <a:pt x="203" y="78"/>
                  <a:pt x="203" y="78"/>
                </a:cubicBezTo>
                <a:cubicBezTo>
                  <a:pt x="220" y="78"/>
                  <a:pt x="220" y="78"/>
                  <a:pt x="220" y="78"/>
                </a:cubicBezTo>
                <a:cubicBezTo>
                  <a:pt x="220" y="65"/>
                  <a:pt x="220" y="65"/>
                  <a:pt x="220" y="65"/>
                </a:cubicBezTo>
                <a:cubicBezTo>
                  <a:pt x="220" y="59"/>
                  <a:pt x="219" y="53"/>
                  <a:pt x="219" y="49"/>
                </a:cubicBezTo>
                <a:cubicBezTo>
                  <a:pt x="258" y="49"/>
                  <a:pt x="258" y="49"/>
                  <a:pt x="258" y="49"/>
                </a:cubicBezTo>
                <a:cubicBezTo>
                  <a:pt x="258" y="54"/>
                  <a:pt x="257" y="64"/>
                  <a:pt x="257" y="78"/>
                </a:cubicBezTo>
                <a:cubicBezTo>
                  <a:pt x="288" y="78"/>
                  <a:pt x="288" y="78"/>
                  <a:pt x="288" y="78"/>
                </a:cubicBezTo>
                <a:cubicBezTo>
                  <a:pt x="288" y="112"/>
                  <a:pt x="288" y="112"/>
                  <a:pt x="288" y="112"/>
                </a:cubicBezTo>
                <a:cubicBezTo>
                  <a:pt x="286" y="112"/>
                  <a:pt x="283" y="112"/>
                  <a:pt x="280" y="111"/>
                </a:cubicBezTo>
                <a:cubicBezTo>
                  <a:pt x="277" y="111"/>
                  <a:pt x="274" y="111"/>
                  <a:pt x="272" y="111"/>
                </a:cubicBezTo>
                <a:cubicBezTo>
                  <a:pt x="257" y="111"/>
                  <a:pt x="257" y="111"/>
                  <a:pt x="257" y="111"/>
                </a:cubicBezTo>
                <a:cubicBezTo>
                  <a:pt x="257" y="175"/>
                  <a:pt x="257" y="175"/>
                  <a:pt x="257" y="175"/>
                </a:cubicBezTo>
                <a:cubicBezTo>
                  <a:pt x="257" y="191"/>
                  <a:pt x="263" y="198"/>
                  <a:pt x="273" y="198"/>
                </a:cubicBezTo>
                <a:cubicBezTo>
                  <a:pt x="280" y="198"/>
                  <a:pt x="286" y="196"/>
                  <a:pt x="292" y="193"/>
                </a:cubicBezTo>
                <a:close/>
                <a:moveTo>
                  <a:pt x="191" y="26"/>
                </a:moveTo>
                <a:cubicBezTo>
                  <a:pt x="191" y="33"/>
                  <a:pt x="188" y="39"/>
                  <a:pt x="184" y="44"/>
                </a:cubicBezTo>
                <a:cubicBezTo>
                  <a:pt x="179" y="49"/>
                  <a:pt x="173" y="51"/>
                  <a:pt x="167" y="51"/>
                </a:cubicBezTo>
                <a:cubicBezTo>
                  <a:pt x="160" y="51"/>
                  <a:pt x="154" y="49"/>
                  <a:pt x="150" y="44"/>
                </a:cubicBezTo>
                <a:cubicBezTo>
                  <a:pt x="145" y="39"/>
                  <a:pt x="142" y="33"/>
                  <a:pt x="142" y="26"/>
                </a:cubicBezTo>
                <a:cubicBezTo>
                  <a:pt x="142" y="19"/>
                  <a:pt x="145" y="13"/>
                  <a:pt x="149" y="8"/>
                </a:cubicBezTo>
                <a:cubicBezTo>
                  <a:pt x="154" y="3"/>
                  <a:pt x="160" y="0"/>
                  <a:pt x="167" y="0"/>
                </a:cubicBezTo>
                <a:cubicBezTo>
                  <a:pt x="174" y="0"/>
                  <a:pt x="179" y="3"/>
                  <a:pt x="184" y="8"/>
                </a:cubicBezTo>
                <a:cubicBezTo>
                  <a:pt x="188" y="13"/>
                  <a:pt x="191" y="19"/>
                  <a:pt x="191" y="2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55"/>
          <p:cNvSpPr>
            <a:spLocks/>
          </p:cNvSpPr>
          <p:nvPr/>
        </p:nvSpPr>
        <p:spPr bwMode="auto">
          <a:xfrm>
            <a:off x="3311526" y="3749676"/>
            <a:ext cx="292100" cy="284163"/>
          </a:xfrm>
          <a:custGeom>
            <a:avLst/>
            <a:gdLst>
              <a:gd name="T0" fmla="*/ 270 w 270"/>
              <a:gd name="T1" fmla="*/ 135 h 264"/>
              <a:gd name="T2" fmla="*/ 244 w 270"/>
              <a:gd name="T3" fmla="*/ 215 h 264"/>
              <a:gd name="T4" fmla="*/ 178 w 270"/>
              <a:gd name="T5" fmla="*/ 263 h 264"/>
              <a:gd name="T6" fmla="*/ 171 w 270"/>
              <a:gd name="T7" fmla="*/ 262 h 264"/>
              <a:gd name="T8" fmla="*/ 168 w 270"/>
              <a:gd name="T9" fmla="*/ 257 h 264"/>
              <a:gd name="T10" fmla="*/ 168 w 270"/>
              <a:gd name="T11" fmla="*/ 220 h 264"/>
              <a:gd name="T12" fmla="*/ 159 w 270"/>
              <a:gd name="T13" fmla="*/ 195 h 264"/>
              <a:gd name="T14" fmla="*/ 177 w 270"/>
              <a:gd name="T15" fmla="*/ 192 h 264"/>
              <a:gd name="T16" fmla="*/ 194 w 270"/>
              <a:gd name="T17" fmla="*/ 185 h 264"/>
              <a:gd name="T18" fmla="*/ 208 w 270"/>
              <a:gd name="T19" fmla="*/ 173 h 264"/>
              <a:gd name="T20" fmla="*/ 217 w 270"/>
              <a:gd name="T21" fmla="*/ 155 h 264"/>
              <a:gd name="T22" fmla="*/ 221 w 270"/>
              <a:gd name="T23" fmla="*/ 128 h 264"/>
              <a:gd name="T24" fmla="*/ 207 w 270"/>
              <a:gd name="T25" fmla="*/ 92 h 264"/>
              <a:gd name="T26" fmla="*/ 206 w 270"/>
              <a:gd name="T27" fmla="*/ 56 h 264"/>
              <a:gd name="T28" fmla="*/ 192 w 270"/>
              <a:gd name="T29" fmla="*/ 58 h 264"/>
              <a:gd name="T30" fmla="*/ 175 w 270"/>
              <a:gd name="T31" fmla="*/ 66 h 264"/>
              <a:gd name="T32" fmla="*/ 169 w 270"/>
              <a:gd name="T33" fmla="*/ 70 h 264"/>
              <a:gd name="T34" fmla="*/ 135 w 270"/>
              <a:gd name="T35" fmla="*/ 65 h 264"/>
              <a:gd name="T36" fmla="*/ 101 w 270"/>
              <a:gd name="T37" fmla="*/ 70 h 264"/>
              <a:gd name="T38" fmla="*/ 94 w 270"/>
              <a:gd name="T39" fmla="*/ 65 h 264"/>
              <a:gd name="T40" fmla="*/ 79 w 270"/>
              <a:gd name="T41" fmla="*/ 58 h 264"/>
              <a:gd name="T42" fmla="*/ 64 w 270"/>
              <a:gd name="T43" fmla="*/ 56 h 264"/>
              <a:gd name="T44" fmla="*/ 62 w 270"/>
              <a:gd name="T45" fmla="*/ 92 h 264"/>
              <a:gd name="T46" fmla="*/ 49 w 270"/>
              <a:gd name="T47" fmla="*/ 128 h 264"/>
              <a:gd name="T48" fmla="*/ 52 w 270"/>
              <a:gd name="T49" fmla="*/ 154 h 264"/>
              <a:gd name="T50" fmla="*/ 61 w 270"/>
              <a:gd name="T51" fmla="*/ 173 h 264"/>
              <a:gd name="T52" fmla="*/ 76 w 270"/>
              <a:gd name="T53" fmla="*/ 185 h 264"/>
              <a:gd name="T54" fmla="*/ 92 w 270"/>
              <a:gd name="T55" fmla="*/ 192 h 264"/>
              <a:gd name="T56" fmla="*/ 110 w 270"/>
              <a:gd name="T57" fmla="*/ 195 h 264"/>
              <a:gd name="T58" fmla="*/ 102 w 270"/>
              <a:gd name="T59" fmla="*/ 213 h 264"/>
              <a:gd name="T60" fmla="*/ 94 w 270"/>
              <a:gd name="T61" fmla="*/ 216 h 264"/>
              <a:gd name="T62" fmla="*/ 84 w 270"/>
              <a:gd name="T63" fmla="*/ 216 h 264"/>
              <a:gd name="T64" fmla="*/ 72 w 270"/>
              <a:gd name="T65" fmla="*/ 213 h 264"/>
              <a:gd name="T66" fmla="*/ 62 w 270"/>
              <a:gd name="T67" fmla="*/ 202 h 264"/>
              <a:gd name="T68" fmla="*/ 54 w 270"/>
              <a:gd name="T69" fmla="*/ 192 h 264"/>
              <a:gd name="T70" fmla="*/ 45 w 270"/>
              <a:gd name="T71" fmla="*/ 188 h 264"/>
              <a:gd name="T72" fmla="*/ 42 w 270"/>
              <a:gd name="T73" fmla="*/ 188 h 264"/>
              <a:gd name="T74" fmla="*/ 36 w 270"/>
              <a:gd name="T75" fmla="*/ 188 h 264"/>
              <a:gd name="T76" fmla="*/ 36 w 270"/>
              <a:gd name="T77" fmla="*/ 191 h 264"/>
              <a:gd name="T78" fmla="*/ 37 w 270"/>
              <a:gd name="T79" fmla="*/ 193 h 264"/>
              <a:gd name="T80" fmla="*/ 39 w 270"/>
              <a:gd name="T81" fmla="*/ 195 h 264"/>
              <a:gd name="T82" fmla="*/ 41 w 270"/>
              <a:gd name="T83" fmla="*/ 196 h 264"/>
              <a:gd name="T84" fmla="*/ 48 w 270"/>
              <a:gd name="T85" fmla="*/ 203 h 264"/>
              <a:gd name="T86" fmla="*/ 54 w 270"/>
              <a:gd name="T87" fmla="*/ 212 h 264"/>
              <a:gd name="T88" fmla="*/ 56 w 270"/>
              <a:gd name="T89" fmla="*/ 216 h 264"/>
              <a:gd name="T90" fmla="*/ 63 w 270"/>
              <a:gd name="T91" fmla="*/ 227 h 264"/>
              <a:gd name="T92" fmla="*/ 75 w 270"/>
              <a:gd name="T93" fmla="*/ 232 h 264"/>
              <a:gd name="T94" fmla="*/ 87 w 270"/>
              <a:gd name="T95" fmla="*/ 233 h 264"/>
              <a:gd name="T96" fmla="*/ 97 w 270"/>
              <a:gd name="T97" fmla="*/ 232 h 264"/>
              <a:gd name="T98" fmla="*/ 101 w 270"/>
              <a:gd name="T99" fmla="*/ 232 h 264"/>
              <a:gd name="T100" fmla="*/ 101 w 270"/>
              <a:gd name="T101" fmla="*/ 247 h 264"/>
              <a:gd name="T102" fmla="*/ 101 w 270"/>
              <a:gd name="T103" fmla="*/ 257 h 264"/>
              <a:gd name="T104" fmla="*/ 99 w 270"/>
              <a:gd name="T105" fmla="*/ 262 h 264"/>
              <a:gd name="T106" fmla="*/ 92 w 270"/>
              <a:gd name="T107" fmla="*/ 263 h 264"/>
              <a:gd name="T108" fmla="*/ 25 w 270"/>
              <a:gd name="T109" fmla="*/ 215 h 264"/>
              <a:gd name="T110" fmla="*/ 0 w 270"/>
              <a:gd name="T111" fmla="*/ 135 h 264"/>
              <a:gd name="T112" fmla="*/ 18 w 270"/>
              <a:gd name="T113" fmla="*/ 67 h 264"/>
              <a:gd name="T114" fmla="*/ 67 w 270"/>
              <a:gd name="T115" fmla="*/ 18 h 264"/>
              <a:gd name="T116" fmla="*/ 135 w 270"/>
              <a:gd name="T117" fmla="*/ 0 h 264"/>
              <a:gd name="T118" fmla="*/ 203 w 270"/>
              <a:gd name="T119" fmla="*/ 18 h 264"/>
              <a:gd name="T120" fmla="*/ 252 w 270"/>
              <a:gd name="T121" fmla="*/ 67 h 264"/>
              <a:gd name="T122" fmla="*/ 270 w 270"/>
              <a:gd name="T123" fmla="*/ 135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0" h="264">
                <a:moveTo>
                  <a:pt x="270" y="135"/>
                </a:moveTo>
                <a:cubicBezTo>
                  <a:pt x="270" y="165"/>
                  <a:pt x="261" y="191"/>
                  <a:pt x="244" y="215"/>
                </a:cubicBezTo>
                <a:cubicBezTo>
                  <a:pt x="227" y="238"/>
                  <a:pt x="205" y="254"/>
                  <a:pt x="178" y="263"/>
                </a:cubicBezTo>
                <a:cubicBezTo>
                  <a:pt x="174" y="264"/>
                  <a:pt x="172" y="264"/>
                  <a:pt x="171" y="262"/>
                </a:cubicBezTo>
                <a:cubicBezTo>
                  <a:pt x="169" y="261"/>
                  <a:pt x="168" y="259"/>
                  <a:pt x="168" y="257"/>
                </a:cubicBezTo>
                <a:cubicBezTo>
                  <a:pt x="168" y="220"/>
                  <a:pt x="168" y="220"/>
                  <a:pt x="168" y="220"/>
                </a:cubicBezTo>
                <a:cubicBezTo>
                  <a:pt x="168" y="208"/>
                  <a:pt x="165" y="200"/>
                  <a:pt x="159" y="195"/>
                </a:cubicBezTo>
                <a:cubicBezTo>
                  <a:pt x="166" y="194"/>
                  <a:pt x="172" y="193"/>
                  <a:pt x="177" y="192"/>
                </a:cubicBezTo>
                <a:cubicBezTo>
                  <a:pt x="183" y="190"/>
                  <a:pt x="188" y="188"/>
                  <a:pt x="194" y="185"/>
                </a:cubicBezTo>
                <a:cubicBezTo>
                  <a:pt x="200" y="182"/>
                  <a:pt x="204" y="178"/>
                  <a:pt x="208" y="173"/>
                </a:cubicBezTo>
                <a:cubicBezTo>
                  <a:pt x="212" y="168"/>
                  <a:pt x="215" y="162"/>
                  <a:pt x="217" y="155"/>
                </a:cubicBezTo>
                <a:cubicBezTo>
                  <a:pt x="220" y="147"/>
                  <a:pt x="221" y="138"/>
                  <a:pt x="221" y="128"/>
                </a:cubicBezTo>
                <a:cubicBezTo>
                  <a:pt x="221" y="114"/>
                  <a:pt x="216" y="102"/>
                  <a:pt x="207" y="92"/>
                </a:cubicBezTo>
                <a:cubicBezTo>
                  <a:pt x="212" y="81"/>
                  <a:pt x="211" y="69"/>
                  <a:pt x="206" y="56"/>
                </a:cubicBezTo>
                <a:cubicBezTo>
                  <a:pt x="202" y="55"/>
                  <a:pt x="198" y="55"/>
                  <a:pt x="192" y="58"/>
                </a:cubicBezTo>
                <a:cubicBezTo>
                  <a:pt x="185" y="60"/>
                  <a:pt x="180" y="63"/>
                  <a:pt x="175" y="66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58" y="67"/>
                  <a:pt x="146" y="65"/>
                  <a:pt x="135" y="65"/>
                </a:cubicBezTo>
                <a:cubicBezTo>
                  <a:pt x="123" y="65"/>
                  <a:pt x="112" y="67"/>
                  <a:pt x="101" y="70"/>
                </a:cubicBezTo>
                <a:cubicBezTo>
                  <a:pt x="99" y="68"/>
                  <a:pt x="97" y="67"/>
                  <a:pt x="94" y="65"/>
                </a:cubicBezTo>
                <a:cubicBezTo>
                  <a:pt x="90" y="63"/>
                  <a:pt x="86" y="61"/>
                  <a:pt x="79" y="58"/>
                </a:cubicBezTo>
                <a:cubicBezTo>
                  <a:pt x="72" y="56"/>
                  <a:pt x="67" y="55"/>
                  <a:pt x="64" y="56"/>
                </a:cubicBezTo>
                <a:cubicBezTo>
                  <a:pt x="59" y="69"/>
                  <a:pt x="58" y="81"/>
                  <a:pt x="62" y="92"/>
                </a:cubicBezTo>
                <a:cubicBezTo>
                  <a:pt x="53" y="102"/>
                  <a:pt x="49" y="114"/>
                  <a:pt x="49" y="128"/>
                </a:cubicBezTo>
                <a:cubicBezTo>
                  <a:pt x="49" y="138"/>
                  <a:pt x="50" y="147"/>
                  <a:pt x="52" y="154"/>
                </a:cubicBezTo>
                <a:cubicBezTo>
                  <a:pt x="55" y="162"/>
                  <a:pt x="58" y="168"/>
                  <a:pt x="61" y="173"/>
                </a:cubicBezTo>
                <a:cubicBezTo>
                  <a:pt x="65" y="178"/>
                  <a:pt x="70" y="182"/>
                  <a:pt x="76" y="185"/>
                </a:cubicBezTo>
                <a:cubicBezTo>
                  <a:pt x="81" y="188"/>
                  <a:pt x="87" y="190"/>
                  <a:pt x="92" y="192"/>
                </a:cubicBezTo>
                <a:cubicBezTo>
                  <a:pt x="97" y="193"/>
                  <a:pt x="103" y="194"/>
                  <a:pt x="110" y="195"/>
                </a:cubicBezTo>
                <a:cubicBezTo>
                  <a:pt x="105" y="199"/>
                  <a:pt x="103" y="205"/>
                  <a:pt x="102" y="213"/>
                </a:cubicBezTo>
                <a:cubicBezTo>
                  <a:pt x="99" y="214"/>
                  <a:pt x="96" y="215"/>
                  <a:pt x="94" y="216"/>
                </a:cubicBezTo>
                <a:cubicBezTo>
                  <a:pt x="91" y="216"/>
                  <a:pt x="87" y="216"/>
                  <a:pt x="84" y="216"/>
                </a:cubicBezTo>
                <a:cubicBezTo>
                  <a:pt x="80" y="216"/>
                  <a:pt x="76" y="215"/>
                  <a:pt x="72" y="213"/>
                </a:cubicBezTo>
                <a:cubicBezTo>
                  <a:pt x="68" y="210"/>
                  <a:pt x="65" y="206"/>
                  <a:pt x="62" y="202"/>
                </a:cubicBezTo>
                <a:cubicBezTo>
                  <a:pt x="60" y="198"/>
                  <a:pt x="57" y="195"/>
                  <a:pt x="54" y="192"/>
                </a:cubicBezTo>
                <a:cubicBezTo>
                  <a:pt x="50" y="190"/>
                  <a:pt x="47" y="189"/>
                  <a:pt x="45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39" y="188"/>
                  <a:pt x="37" y="188"/>
                  <a:pt x="36" y="188"/>
                </a:cubicBezTo>
                <a:cubicBezTo>
                  <a:pt x="35" y="189"/>
                  <a:pt x="35" y="190"/>
                  <a:pt x="36" y="191"/>
                </a:cubicBezTo>
                <a:cubicBezTo>
                  <a:pt x="36" y="191"/>
                  <a:pt x="36" y="192"/>
                  <a:pt x="37" y="193"/>
                </a:cubicBezTo>
                <a:cubicBezTo>
                  <a:pt x="38" y="194"/>
                  <a:pt x="39" y="195"/>
                  <a:pt x="39" y="195"/>
                </a:cubicBezTo>
                <a:cubicBezTo>
                  <a:pt x="41" y="196"/>
                  <a:pt x="41" y="196"/>
                  <a:pt x="41" y="196"/>
                </a:cubicBezTo>
                <a:cubicBezTo>
                  <a:pt x="43" y="197"/>
                  <a:pt x="46" y="199"/>
                  <a:pt x="48" y="203"/>
                </a:cubicBezTo>
                <a:cubicBezTo>
                  <a:pt x="51" y="206"/>
                  <a:pt x="53" y="209"/>
                  <a:pt x="54" y="212"/>
                </a:cubicBezTo>
                <a:cubicBezTo>
                  <a:pt x="56" y="216"/>
                  <a:pt x="56" y="216"/>
                  <a:pt x="56" y="216"/>
                </a:cubicBezTo>
                <a:cubicBezTo>
                  <a:pt x="57" y="220"/>
                  <a:pt x="60" y="224"/>
                  <a:pt x="63" y="227"/>
                </a:cubicBezTo>
                <a:cubicBezTo>
                  <a:pt x="67" y="229"/>
                  <a:pt x="71" y="231"/>
                  <a:pt x="75" y="232"/>
                </a:cubicBezTo>
                <a:cubicBezTo>
                  <a:pt x="79" y="233"/>
                  <a:pt x="83" y="233"/>
                  <a:pt x="87" y="233"/>
                </a:cubicBezTo>
                <a:cubicBezTo>
                  <a:pt x="91" y="233"/>
                  <a:pt x="95" y="233"/>
                  <a:pt x="97" y="232"/>
                </a:cubicBezTo>
                <a:cubicBezTo>
                  <a:pt x="101" y="232"/>
                  <a:pt x="101" y="232"/>
                  <a:pt x="101" y="232"/>
                </a:cubicBezTo>
                <a:cubicBezTo>
                  <a:pt x="101" y="236"/>
                  <a:pt x="101" y="241"/>
                  <a:pt x="101" y="247"/>
                </a:cubicBezTo>
                <a:cubicBezTo>
                  <a:pt x="101" y="253"/>
                  <a:pt x="101" y="257"/>
                  <a:pt x="101" y="257"/>
                </a:cubicBezTo>
                <a:cubicBezTo>
                  <a:pt x="101" y="259"/>
                  <a:pt x="101" y="261"/>
                  <a:pt x="99" y="262"/>
                </a:cubicBezTo>
                <a:cubicBezTo>
                  <a:pt x="98" y="264"/>
                  <a:pt x="95" y="264"/>
                  <a:pt x="92" y="263"/>
                </a:cubicBezTo>
                <a:cubicBezTo>
                  <a:pt x="65" y="254"/>
                  <a:pt x="43" y="238"/>
                  <a:pt x="25" y="215"/>
                </a:cubicBezTo>
                <a:cubicBezTo>
                  <a:pt x="8" y="191"/>
                  <a:pt x="0" y="165"/>
                  <a:pt x="0" y="135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6"/>
                  <a:pt x="46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6"/>
                  <a:pt x="252" y="67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56"/>
          <p:cNvSpPr>
            <a:spLocks noEditPoints="1"/>
          </p:cNvSpPr>
          <p:nvPr/>
        </p:nvSpPr>
        <p:spPr bwMode="auto">
          <a:xfrm>
            <a:off x="3729038" y="3757613"/>
            <a:ext cx="315913" cy="268288"/>
          </a:xfrm>
          <a:custGeom>
            <a:avLst/>
            <a:gdLst>
              <a:gd name="T0" fmla="*/ 111 w 293"/>
              <a:gd name="T1" fmla="*/ 183 h 248"/>
              <a:gd name="T2" fmla="*/ 91 w 293"/>
              <a:gd name="T3" fmla="*/ 203 h 248"/>
              <a:gd name="T4" fmla="*/ 70 w 293"/>
              <a:gd name="T5" fmla="*/ 183 h 248"/>
              <a:gd name="T6" fmla="*/ 70 w 293"/>
              <a:gd name="T7" fmla="*/ 154 h 248"/>
              <a:gd name="T8" fmla="*/ 91 w 293"/>
              <a:gd name="T9" fmla="*/ 135 h 248"/>
              <a:gd name="T10" fmla="*/ 111 w 293"/>
              <a:gd name="T11" fmla="*/ 154 h 248"/>
              <a:gd name="T12" fmla="*/ 226 w 293"/>
              <a:gd name="T13" fmla="*/ 169 h 248"/>
              <a:gd name="T14" fmla="*/ 216 w 293"/>
              <a:gd name="T15" fmla="*/ 197 h 248"/>
              <a:gd name="T16" fmla="*/ 190 w 293"/>
              <a:gd name="T17" fmla="*/ 197 h 248"/>
              <a:gd name="T18" fmla="*/ 181 w 293"/>
              <a:gd name="T19" fmla="*/ 169 h 248"/>
              <a:gd name="T20" fmla="*/ 190 w 293"/>
              <a:gd name="T21" fmla="*/ 141 h 248"/>
              <a:gd name="T22" fmla="*/ 216 w 293"/>
              <a:gd name="T23" fmla="*/ 141 h 248"/>
              <a:gd name="T24" fmla="*/ 226 w 293"/>
              <a:gd name="T25" fmla="*/ 169 h 248"/>
              <a:gd name="T26" fmla="*/ 242 w 293"/>
              <a:gd name="T27" fmla="*/ 133 h 248"/>
              <a:gd name="T28" fmla="*/ 175 w 293"/>
              <a:gd name="T29" fmla="*/ 122 h 248"/>
              <a:gd name="T30" fmla="*/ 119 w 293"/>
              <a:gd name="T31" fmla="*/ 122 h 248"/>
              <a:gd name="T32" fmla="*/ 52 w 293"/>
              <a:gd name="T33" fmla="*/ 133 h 248"/>
              <a:gd name="T34" fmla="*/ 45 w 293"/>
              <a:gd name="T35" fmla="*/ 196 h 248"/>
              <a:gd name="T36" fmla="*/ 81 w 293"/>
              <a:gd name="T37" fmla="*/ 225 h 248"/>
              <a:gd name="T38" fmla="*/ 132 w 293"/>
              <a:gd name="T39" fmla="*/ 231 h 248"/>
              <a:gd name="T40" fmla="*/ 188 w 293"/>
              <a:gd name="T41" fmla="*/ 230 h 248"/>
              <a:gd name="T42" fmla="*/ 234 w 293"/>
              <a:gd name="T43" fmla="*/ 214 h 248"/>
              <a:gd name="T44" fmla="*/ 254 w 293"/>
              <a:gd name="T45" fmla="*/ 169 h 248"/>
              <a:gd name="T46" fmla="*/ 283 w 293"/>
              <a:gd name="T47" fmla="*/ 196 h 248"/>
              <a:gd name="T48" fmla="*/ 239 w 293"/>
              <a:gd name="T49" fmla="*/ 235 h 248"/>
              <a:gd name="T50" fmla="*/ 179 w 293"/>
              <a:gd name="T51" fmla="*/ 247 h 248"/>
              <a:gd name="T52" fmla="*/ 125 w 293"/>
              <a:gd name="T53" fmla="*/ 247 h 248"/>
              <a:gd name="T54" fmla="*/ 72 w 293"/>
              <a:gd name="T55" fmla="*/ 240 h 248"/>
              <a:gd name="T56" fmla="*/ 26 w 293"/>
              <a:gd name="T57" fmla="*/ 216 h 248"/>
              <a:gd name="T58" fmla="*/ 0 w 293"/>
              <a:gd name="T59" fmla="*/ 138 h 248"/>
              <a:gd name="T60" fmla="*/ 20 w 293"/>
              <a:gd name="T61" fmla="*/ 38 h 248"/>
              <a:gd name="T62" fmla="*/ 62 w 293"/>
              <a:gd name="T63" fmla="*/ 7 h 248"/>
              <a:gd name="T64" fmla="*/ 150 w 293"/>
              <a:gd name="T65" fmla="*/ 22 h 248"/>
              <a:gd name="T66" fmla="*/ 232 w 293"/>
              <a:gd name="T67" fmla="*/ 7 h 248"/>
              <a:gd name="T68" fmla="*/ 274 w 293"/>
              <a:gd name="T69" fmla="*/ 38 h 248"/>
              <a:gd name="T70" fmla="*/ 293 w 293"/>
              <a:gd name="T71" fmla="*/ 138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3" h="248">
                <a:moveTo>
                  <a:pt x="113" y="169"/>
                </a:moveTo>
                <a:cubicBezTo>
                  <a:pt x="113" y="174"/>
                  <a:pt x="112" y="178"/>
                  <a:pt x="111" y="183"/>
                </a:cubicBezTo>
                <a:cubicBezTo>
                  <a:pt x="109" y="188"/>
                  <a:pt x="107" y="193"/>
                  <a:pt x="103" y="197"/>
                </a:cubicBezTo>
                <a:cubicBezTo>
                  <a:pt x="100" y="201"/>
                  <a:pt x="95" y="203"/>
                  <a:pt x="91" y="203"/>
                </a:cubicBezTo>
                <a:cubicBezTo>
                  <a:pt x="86" y="203"/>
                  <a:pt x="81" y="201"/>
                  <a:pt x="78" y="197"/>
                </a:cubicBezTo>
                <a:cubicBezTo>
                  <a:pt x="74" y="193"/>
                  <a:pt x="72" y="188"/>
                  <a:pt x="70" y="183"/>
                </a:cubicBezTo>
                <a:cubicBezTo>
                  <a:pt x="69" y="178"/>
                  <a:pt x="68" y="174"/>
                  <a:pt x="68" y="169"/>
                </a:cubicBezTo>
                <a:cubicBezTo>
                  <a:pt x="68" y="164"/>
                  <a:pt x="69" y="159"/>
                  <a:pt x="70" y="154"/>
                </a:cubicBezTo>
                <a:cubicBezTo>
                  <a:pt x="72" y="149"/>
                  <a:pt x="74" y="145"/>
                  <a:pt x="78" y="141"/>
                </a:cubicBezTo>
                <a:cubicBezTo>
                  <a:pt x="81" y="137"/>
                  <a:pt x="86" y="135"/>
                  <a:pt x="91" y="135"/>
                </a:cubicBezTo>
                <a:cubicBezTo>
                  <a:pt x="95" y="135"/>
                  <a:pt x="100" y="137"/>
                  <a:pt x="103" y="141"/>
                </a:cubicBezTo>
                <a:cubicBezTo>
                  <a:pt x="107" y="145"/>
                  <a:pt x="109" y="149"/>
                  <a:pt x="111" y="154"/>
                </a:cubicBezTo>
                <a:cubicBezTo>
                  <a:pt x="112" y="159"/>
                  <a:pt x="113" y="164"/>
                  <a:pt x="113" y="169"/>
                </a:cubicBezTo>
                <a:close/>
                <a:moveTo>
                  <a:pt x="226" y="169"/>
                </a:moveTo>
                <a:cubicBezTo>
                  <a:pt x="226" y="174"/>
                  <a:pt x="225" y="178"/>
                  <a:pt x="224" y="183"/>
                </a:cubicBezTo>
                <a:cubicBezTo>
                  <a:pt x="222" y="188"/>
                  <a:pt x="220" y="193"/>
                  <a:pt x="216" y="197"/>
                </a:cubicBezTo>
                <a:cubicBezTo>
                  <a:pt x="212" y="201"/>
                  <a:pt x="208" y="203"/>
                  <a:pt x="203" y="203"/>
                </a:cubicBezTo>
                <a:cubicBezTo>
                  <a:pt x="198" y="203"/>
                  <a:pt x="194" y="201"/>
                  <a:pt x="190" y="197"/>
                </a:cubicBezTo>
                <a:cubicBezTo>
                  <a:pt x="187" y="193"/>
                  <a:pt x="184" y="188"/>
                  <a:pt x="183" y="183"/>
                </a:cubicBezTo>
                <a:cubicBezTo>
                  <a:pt x="181" y="178"/>
                  <a:pt x="181" y="174"/>
                  <a:pt x="181" y="169"/>
                </a:cubicBezTo>
                <a:cubicBezTo>
                  <a:pt x="181" y="164"/>
                  <a:pt x="181" y="159"/>
                  <a:pt x="183" y="154"/>
                </a:cubicBezTo>
                <a:cubicBezTo>
                  <a:pt x="184" y="149"/>
                  <a:pt x="187" y="145"/>
                  <a:pt x="190" y="141"/>
                </a:cubicBezTo>
                <a:cubicBezTo>
                  <a:pt x="194" y="137"/>
                  <a:pt x="198" y="135"/>
                  <a:pt x="203" y="135"/>
                </a:cubicBezTo>
                <a:cubicBezTo>
                  <a:pt x="208" y="135"/>
                  <a:pt x="212" y="137"/>
                  <a:pt x="216" y="141"/>
                </a:cubicBezTo>
                <a:cubicBezTo>
                  <a:pt x="220" y="145"/>
                  <a:pt x="222" y="149"/>
                  <a:pt x="224" y="154"/>
                </a:cubicBezTo>
                <a:cubicBezTo>
                  <a:pt x="225" y="159"/>
                  <a:pt x="226" y="164"/>
                  <a:pt x="226" y="169"/>
                </a:cubicBezTo>
                <a:close/>
                <a:moveTo>
                  <a:pt x="254" y="169"/>
                </a:moveTo>
                <a:cubicBezTo>
                  <a:pt x="254" y="155"/>
                  <a:pt x="250" y="143"/>
                  <a:pt x="242" y="133"/>
                </a:cubicBezTo>
                <a:cubicBezTo>
                  <a:pt x="234" y="123"/>
                  <a:pt x="223" y="118"/>
                  <a:pt x="209" y="118"/>
                </a:cubicBezTo>
                <a:cubicBezTo>
                  <a:pt x="204" y="118"/>
                  <a:pt x="193" y="119"/>
                  <a:pt x="175" y="122"/>
                </a:cubicBezTo>
                <a:cubicBezTo>
                  <a:pt x="166" y="123"/>
                  <a:pt x="157" y="124"/>
                  <a:pt x="147" y="124"/>
                </a:cubicBezTo>
                <a:cubicBezTo>
                  <a:pt x="137" y="124"/>
                  <a:pt x="128" y="123"/>
                  <a:pt x="119" y="122"/>
                </a:cubicBezTo>
                <a:cubicBezTo>
                  <a:pt x="101" y="119"/>
                  <a:pt x="90" y="118"/>
                  <a:pt x="85" y="118"/>
                </a:cubicBezTo>
                <a:cubicBezTo>
                  <a:pt x="71" y="118"/>
                  <a:pt x="60" y="123"/>
                  <a:pt x="52" y="133"/>
                </a:cubicBezTo>
                <a:cubicBezTo>
                  <a:pt x="44" y="143"/>
                  <a:pt x="40" y="155"/>
                  <a:pt x="40" y="169"/>
                </a:cubicBezTo>
                <a:cubicBezTo>
                  <a:pt x="40" y="179"/>
                  <a:pt x="42" y="188"/>
                  <a:pt x="45" y="196"/>
                </a:cubicBezTo>
                <a:cubicBezTo>
                  <a:pt x="49" y="204"/>
                  <a:pt x="54" y="210"/>
                  <a:pt x="60" y="214"/>
                </a:cubicBezTo>
                <a:cubicBezTo>
                  <a:pt x="66" y="218"/>
                  <a:pt x="73" y="222"/>
                  <a:pt x="81" y="225"/>
                </a:cubicBezTo>
                <a:cubicBezTo>
                  <a:pt x="90" y="227"/>
                  <a:pt x="98" y="229"/>
                  <a:pt x="106" y="230"/>
                </a:cubicBezTo>
                <a:cubicBezTo>
                  <a:pt x="114" y="231"/>
                  <a:pt x="122" y="231"/>
                  <a:pt x="132" y="231"/>
                </a:cubicBezTo>
                <a:cubicBezTo>
                  <a:pt x="162" y="231"/>
                  <a:pt x="162" y="231"/>
                  <a:pt x="162" y="231"/>
                </a:cubicBezTo>
                <a:cubicBezTo>
                  <a:pt x="171" y="231"/>
                  <a:pt x="180" y="231"/>
                  <a:pt x="188" y="230"/>
                </a:cubicBezTo>
                <a:cubicBezTo>
                  <a:pt x="196" y="229"/>
                  <a:pt x="204" y="227"/>
                  <a:pt x="213" y="225"/>
                </a:cubicBezTo>
                <a:cubicBezTo>
                  <a:pt x="221" y="222"/>
                  <a:pt x="228" y="218"/>
                  <a:pt x="234" y="214"/>
                </a:cubicBezTo>
                <a:cubicBezTo>
                  <a:pt x="240" y="210"/>
                  <a:pt x="245" y="204"/>
                  <a:pt x="248" y="196"/>
                </a:cubicBezTo>
                <a:cubicBezTo>
                  <a:pt x="252" y="188"/>
                  <a:pt x="254" y="179"/>
                  <a:pt x="254" y="169"/>
                </a:cubicBezTo>
                <a:close/>
                <a:moveTo>
                  <a:pt x="293" y="138"/>
                </a:moveTo>
                <a:cubicBezTo>
                  <a:pt x="293" y="162"/>
                  <a:pt x="290" y="182"/>
                  <a:pt x="283" y="196"/>
                </a:cubicBezTo>
                <a:cubicBezTo>
                  <a:pt x="278" y="205"/>
                  <a:pt x="272" y="213"/>
                  <a:pt x="264" y="220"/>
                </a:cubicBezTo>
                <a:cubicBezTo>
                  <a:pt x="256" y="226"/>
                  <a:pt x="248" y="231"/>
                  <a:pt x="239" y="235"/>
                </a:cubicBezTo>
                <a:cubicBezTo>
                  <a:pt x="231" y="238"/>
                  <a:pt x="221" y="241"/>
                  <a:pt x="209" y="243"/>
                </a:cubicBezTo>
                <a:cubicBezTo>
                  <a:pt x="198" y="245"/>
                  <a:pt x="188" y="246"/>
                  <a:pt x="179" y="247"/>
                </a:cubicBezTo>
                <a:cubicBezTo>
                  <a:pt x="170" y="247"/>
                  <a:pt x="161" y="248"/>
                  <a:pt x="150" y="248"/>
                </a:cubicBezTo>
                <a:cubicBezTo>
                  <a:pt x="141" y="248"/>
                  <a:pt x="132" y="248"/>
                  <a:pt x="125" y="247"/>
                </a:cubicBezTo>
                <a:cubicBezTo>
                  <a:pt x="117" y="247"/>
                  <a:pt x="109" y="246"/>
                  <a:pt x="99" y="245"/>
                </a:cubicBezTo>
                <a:cubicBezTo>
                  <a:pt x="89" y="244"/>
                  <a:pt x="80" y="242"/>
                  <a:pt x="72" y="240"/>
                </a:cubicBezTo>
                <a:cubicBezTo>
                  <a:pt x="64" y="237"/>
                  <a:pt x="56" y="234"/>
                  <a:pt x="48" y="231"/>
                </a:cubicBezTo>
                <a:cubicBezTo>
                  <a:pt x="40" y="227"/>
                  <a:pt x="33" y="222"/>
                  <a:pt x="26" y="216"/>
                </a:cubicBezTo>
                <a:cubicBezTo>
                  <a:pt x="20" y="210"/>
                  <a:pt x="15" y="204"/>
                  <a:pt x="11" y="196"/>
                </a:cubicBezTo>
                <a:cubicBezTo>
                  <a:pt x="4" y="182"/>
                  <a:pt x="0" y="162"/>
                  <a:pt x="0" y="138"/>
                </a:cubicBezTo>
                <a:cubicBezTo>
                  <a:pt x="0" y="110"/>
                  <a:pt x="8" y="87"/>
                  <a:pt x="24" y="68"/>
                </a:cubicBezTo>
                <a:cubicBezTo>
                  <a:pt x="21" y="58"/>
                  <a:pt x="20" y="49"/>
                  <a:pt x="20" y="38"/>
                </a:cubicBezTo>
                <a:cubicBezTo>
                  <a:pt x="20" y="25"/>
                  <a:pt x="23" y="12"/>
                  <a:pt x="29" y="0"/>
                </a:cubicBezTo>
                <a:cubicBezTo>
                  <a:pt x="41" y="0"/>
                  <a:pt x="52" y="2"/>
                  <a:pt x="62" y="7"/>
                </a:cubicBezTo>
                <a:cubicBezTo>
                  <a:pt x="72" y="11"/>
                  <a:pt x="83" y="19"/>
                  <a:pt x="95" y="29"/>
                </a:cubicBezTo>
                <a:cubicBezTo>
                  <a:pt x="113" y="24"/>
                  <a:pt x="131" y="22"/>
                  <a:pt x="150" y="22"/>
                </a:cubicBezTo>
                <a:cubicBezTo>
                  <a:pt x="167" y="22"/>
                  <a:pt x="184" y="24"/>
                  <a:pt x="199" y="28"/>
                </a:cubicBezTo>
                <a:cubicBezTo>
                  <a:pt x="211" y="18"/>
                  <a:pt x="222" y="11"/>
                  <a:pt x="232" y="7"/>
                </a:cubicBezTo>
                <a:cubicBezTo>
                  <a:pt x="242" y="2"/>
                  <a:pt x="253" y="0"/>
                  <a:pt x="265" y="0"/>
                </a:cubicBezTo>
                <a:cubicBezTo>
                  <a:pt x="271" y="12"/>
                  <a:pt x="274" y="25"/>
                  <a:pt x="274" y="38"/>
                </a:cubicBezTo>
                <a:cubicBezTo>
                  <a:pt x="274" y="48"/>
                  <a:pt x="273" y="58"/>
                  <a:pt x="269" y="68"/>
                </a:cubicBezTo>
                <a:cubicBezTo>
                  <a:pt x="285" y="87"/>
                  <a:pt x="293" y="110"/>
                  <a:pt x="293" y="13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57"/>
          <p:cNvSpPr>
            <a:spLocks noEditPoints="1"/>
          </p:cNvSpPr>
          <p:nvPr/>
        </p:nvSpPr>
        <p:spPr bwMode="auto">
          <a:xfrm>
            <a:off x="5100638" y="1155701"/>
            <a:ext cx="292100" cy="292100"/>
          </a:xfrm>
          <a:custGeom>
            <a:avLst/>
            <a:gdLst>
              <a:gd name="T0" fmla="*/ 66 w 270"/>
              <a:gd name="T1" fmla="*/ 215 h 270"/>
              <a:gd name="T2" fmla="*/ 68 w 270"/>
              <a:gd name="T3" fmla="*/ 212 h 270"/>
              <a:gd name="T4" fmla="*/ 62 w 270"/>
              <a:gd name="T5" fmla="*/ 205 h 270"/>
              <a:gd name="T6" fmla="*/ 59 w 270"/>
              <a:gd name="T7" fmla="*/ 207 h 270"/>
              <a:gd name="T8" fmla="*/ 62 w 270"/>
              <a:gd name="T9" fmla="*/ 205 h 270"/>
              <a:gd name="T10" fmla="*/ 49 w 270"/>
              <a:gd name="T11" fmla="*/ 195 h 270"/>
              <a:gd name="T12" fmla="*/ 50 w 270"/>
              <a:gd name="T13" fmla="*/ 192 h 270"/>
              <a:gd name="T14" fmla="*/ 56 w 270"/>
              <a:gd name="T15" fmla="*/ 200 h 270"/>
              <a:gd name="T16" fmla="*/ 53 w 270"/>
              <a:gd name="T17" fmla="*/ 197 h 270"/>
              <a:gd name="T18" fmla="*/ 56 w 270"/>
              <a:gd name="T19" fmla="*/ 200 h 270"/>
              <a:gd name="T20" fmla="*/ 76 w 270"/>
              <a:gd name="T21" fmla="*/ 221 h 270"/>
              <a:gd name="T22" fmla="*/ 77 w 270"/>
              <a:gd name="T23" fmla="*/ 217 h 270"/>
              <a:gd name="T24" fmla="*/ 90 w 270"/>
              <a:gd name="T25" fmla="*/ 221 h 270"/>
              <a:gd name="T26" fmla="*/ 84 w 270"/>
              <a:gd name="T27" fmla="*/ 221 h 270"/>
              <a:gd name="T28" fmla="*/ 90 w 270"/>
              <a:gd name="T29" fmla="*/ 221 h 270"/>
              <a:gd name="T30" fmla="*/ 98 w 270"/>
              <a:gd name="T31" fmla="*/ 221 h 270"/>
              <a:gd name="T32" fmla="*/ 97 w 270"/>
              <a:gd name="T33" fmla="*/ 217 h 270"/>
              <a:gd name="T34" fmla="*/ 270 w 270"/>
              <a:gd name="T35" fmla="*/ 51 h 270"/>
              <a:gd name="T36" fmla="*/ 255 w 270"/>
              <a:gd name="T37" fmla="*/ 255 h 270"/>
              <a:gd name="T38" fmla="*/ 180 w 270"/>
              <a:gd name="T39" fmla="*/ 270 h 270"/>
              <a:gd name="T40" fmla="*/ 172 w 270"/>
              <a:gd name="T41" fmla="*/ 269 h 270"/>
              <a:gd name="T42" fmla="*/ 168 w 270"/>
              <a:gd name="T43" fmla="*/ 262 h 270"/>
              <a:gd name="T44" fmla="*/ 159 w 270"/>
              <a:gd name="T45" fmla="*/ 195 h 270"/>
              <a:gd name="T46" fmla="*/ 194 w 270"/>
              <a:gd name="T47" fmla="*/ 185 h 270"/>
              <a:gd name="T48" fmla="*/ 217 w 270"/>
              <a:gd name="T49" fmla="*/ 155 h 270"/>
              <a:gd name="T50" fmla="*/ 207 w 270"/>
              <a:gd name="T51" fmla="*/ 92 h 270"/>
              <a:gd name="T52" fmla="*/ 191 w 270"/>
              <a:gd name="T53" fmla="*/ 58 h 270"/>
              <a:gd name="T54" fmla="*/ 169 w 270"/>
              <a:gd name="T55" fmla="*/ 70 h 270"/>
              <a:gd name="T56" fmla="*/ 101 w 270"/>
              <a:gd name="T57" fmla="*/ 70 h 270"/>
              <a:gd name="T58" fmla="*/ 79 w 270"/>
              <a:gd name="T59" fmla="*/ 59 h 270"/>
              <a:gd name="T60" fmla="*/ 63 w 270"/>
              <a:gd name="T61" fmla="*/ 92 h 270"/>
              <a:gd name="T62" fmla="*/ 52 w 270"/>
              <a:gd name="T63" fmla="*/ 155 h 270"/>
              <a:gd name="T64" fmla="*/ 76 w 270"/>
              <a:gd name="T65" fmla="*/ 185 h 270"/>
              <a:gd name="T66" fmla="*/ 110 w 270"/>
              <a:gd name="T67" fmla="*/ 195 h 270"/>
              <a:gd name="T68" fmla="*/ 94 w 270"/>
              <a:gd name="T69" fmla="*/ 216 h 270"/>
              <a:gd name="T70" fmla="*/ 72 w 270"/>
              <a:gd name="T71" fmla="*/ 213 h 270"/>
              <a:gd name="T72" fmla="*/ 54 w 270"/>
              <a:gd name="T73" fmla="*/ 193 h 270"/>
              <a:gd name="T74" fmla="*/ 42 w 270"/>
              <a:gd name="T75" fmla="*/ 188 h 270"/>
              <a:gd name="T76" fmla="*/ 36 w 270"/>
              <a:gd name="T77" fmla="*/ 191 h 270"/>
              <a:gd name="T78" fmla="*/ 40 w 270"/>
              <a:gd name="T79" fmla="*/ 195 h 270"/>
              <a:gd name="T80" fmla="*/ 48 w 270"/>
              <a:gd name="T81" fmla="*/ 203 h 270"/>
              <a:gd name="T82" fmla="*/ 56 w 270"/>
              <a:gd name="T83" fmla="*/ 216 h 270"/>
              <a:gd name="T84" fmla="*/ 75 w 270"/>
              <a:gd name="T85" fmla="*/ 232 h 270"/>
              <a:gd name="T86" fmla="*/ 97 w 270"/>
              <a:gd name="T87" fmla="*/ 232 h 270"/>
              <a:gd name="T88" fmla="*/ 101 w 270"/>
              <a:gd name="T89" fmla="*/ 250 h 270"/>
              <a:gd name="T90" fmla="*/ 100 w 270"/>
              <a:gd name="T91" fmla="*/ 268 h 270"/>
              <a:gd name="T92" fmla="*/ 90 w 270"/>
              <a:gd name="T93" fmla="*/ 270 h 270"/>
              <a:gd name="T94" fmla="*/ 15 w 270"/>
              <a:gd name="T95" fmla="*/ 255 h 270"/>
              <a:gd name="T96" fmla="*/ 0 w 270"/>
              <a:gd name="T97" fmla="*/ 51 h 270"/>
              <a:gd name="T98" fmla="*/ 51 w 270"/>
              <a:gd name="T99" fmla="*/ 0 h 270"/>
              <a:gd name="T100" fmla="*/ 255 w 270"/>
              <a:gd name="T101" fmla="*/ 1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0" h="270">
                <a:moveTo>
                  <a:pt x="69" y="215"/>
                </a:moveTo>
                <a:cubicBezTo>
                  <a:pt x="68" y="216"/>
                  <a:pt x="67" y="216"/>
                  <a:pt x="66" y="215"/>
                </a:cubicBezTo>
                <a:cubicBezTo>
                  <a:pt x="64" y="214"/>
                  <a:pt x="64" y="213"/>
                  <a:pt x="65" y="212"/>
                </a:cubicBezTo>
                <a:cubicBezTo>
                  <a:pt x="66" y="211"/>
                  <a:pt x="67" y="211"/>
                  <a:pt x="68" y="212"/>
                </a:cubicBezTo>
                <a:cubicBezTo>
                  <a:pt x="70" y="213"/>
                  <a:pt x="70" y="215"/>
                  <a:pt x="69" y="215"/>
                </a:cubicBezTo>
                <a:close/>
                <a:moveTo>
                  <a:pt x="62" y="205"/>
                </a:moveTo>
                <a:cubicBezTo>
                  <a:pt x="63" y="206"/>
                  <a:pt x="63" y="207"/>
                  <a:pt x="62" y="208"/>
                </a:cubicBezTo>
                <a:cubicBezTo>
                  <a:pt x="61" y="209"/>
                  <a:pt x="60" y="208"/>
                  <a:pt x="59" y="207"/>
                </a:cubicBezTo>
                <a:cubicBezTo>
                  <a:pt x="58" y="205"/>
                  <a:pt x="58" y="204"/>
                  <a:pt x="59" y="204"/>
                </a:cubicBezTo>
                <a:cubicBezTo>
                  <a:pt x="60" y="203"/>
                  <a:pt x="61" y="203"/>
                  <a:pt x="62" y="205"/>
                </a:cubicBezTo>
                <a:close/>
                <a:moveTo>
                  <a:pt x="51" y="194"/>
                </a:moveTo>
                <a:cubicBezTo>
                  <a:pt x="50" y="195"/>
                  <a:pt x="50" y="195"/>
                  <a:pt x="49" y="195"/>
                </a:cubicBezTo>
                <a:cubicBezTo>
                  <a:pt x="48" y="194"/>
                  <a:pt x="47" y="193"/>
                  <a:pt x="48" y="192"/>
                </a:cubicBezTo>
                <a:cubicBezTo>
                  <a:pt x="48" y="192"/>
                  <a:pt x="49" y="192"/>
                  <a:pt x="50" y="192"/>
                </a:cubicBezTo>
                <a:cubicBezTo>
                  <a:pt x="51" y="193"/>
                  <a:pt x="51" y="193"/>
                  <a:pt x="51" y="194"/>
                </a:cubicBezTo>
                <a:close/>
                <a:moveTo>
                  <a:pt x="56" y="200"/>
                </a:moveTo>
                <a:cubicBezTo>
                  <a:pt x="56" y="201"/>
                  <a:pt x="55" y="201"/>
                  <a:pt x="54" y="200"/>
                </a:cubicBezTo>
                <a:cubicBezTo>
                  <a:pt x="53" y="198"/>
                  <a:pt x="53" y="197"/>
                  <a:pt x="53" y="197"/>
                </a:cubicBezTo>
                <a:cubicBezTo>
                  <a:pt x="54" y="196"/>
                  <a:pt x="55" y="196"/>
                  <a:pt x="56" y="197"/>
                </a:cubicBezTo>
                <a:cubicBezTo>
                  <a:pt x="57" y="199"/>
                  <a:pt x="57" y="200"/>
                  <a:pt x="56" y="200"/>
                </a:cubicBezTo>
                <a:close/>
                <a:moveTo>
                  <a:pt x="79" y="220"/>
                </a:moveTo>
                <a:cubicBezTo>
                  <a:pt x="79" y="221"/>
                  <a:pt x="78" y="222"/>
                  <a:pt x="76" y="221"/>
                </a:cubicBezTo>
                <a:cubicBezTo>
                  <a:pt x="74" y="220"/>
                  <a:pt x="73" y="220"/>
                  <a:pt x="74" y="218"/>
                </a:cubicBezTo>
                <a:cubicBezTo>
                  <a:pt x="74" y="217"/>
                  <a:pt x="75" y="217"/>
                  <a:pt x="77" y="217"/>
                </a:cubicBezTo>
                <a:cubicBezTo>
                  <a:pt x="79" y="218"/>
                  <a:pt x="79" y="219"/>
                  <a:pt x="79" y="220"/>
                </a:cubicBezTo>
                <a:close/>
                <a:moveTo>
                  <a:pt x="90" y="221"/>
                </a:moveTo>
                <a:cubicBezTo>
                  <a:pt x="90" y="222"/>
                  <a:pt x="89" y="223"/>
                  <a:pt x="87" y="223"/>
                </a:cubicBezTo>
                <a:cubicBezTo>
                  <a:pt x="85" y="223"/>
                  <a:pt x="84" y="222"/>
                  <a:pt x="84" y="221"/>
                </a:cubicBezTo>
                <a:cubicBezTo>
                  <a:pt x="84" y="219"/>
                  <a:pt x="85" y="219"/>
                  <a:pt x="87" y="219"/>
                </a:cubicBezTo>
                <a:cubicBezTo>
                  <a:pt x="89" y="219"/>
                  <a:pt x="90" y="219"/>
                  <a:pt x="90" y="221"/>
                </a:cubicBezTo>
                <a:close/>
                <a:moveTo>
                  <a:pt x="100" y="219"/>
                </a:moveTo>
                <a:cubicBezTo>
                  <a:pt x="101" y="220"/>
                  <a:pt x="100" y="221"/>
                  <a:pt x="98" y="221"/>
                </a:cubicBezTo>
                <a:cubicBezTo>
                  <a:pt x="96" y="222"/>
                  <a:pt x="95" y="221"/>
                  <a:pt x="95" y="220"/>
                </a:cubicBezTo>
                <a:cubicBezTo>
                  <a:pt x="95" y="219"/>
                  <a:pt x="95" y="218"/>
                  <a:pt x="97" y="217"/>
                </a:cubicBezTo>
                <a:cubicBezTo>
                  <a:pt x="99" y="217"/>
                  <a:pt x="100" y="218"/>
                  <a:pt x="100" y="219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180" y="270"/>
                  <a:pt x="180" y="270"/>
                  <a:pt x="180" y="270"/>
                </a:cubicBezTo>
                <a:cubicBezTo>
                  <a:pt x="178" y="270"/>
                  <a:pt x="176" y="270"/>
                  <a:pt x="176" y="270"/>
                </a:cubicBezTo>
                <a:cubicBezTo>
                  <a:pt x="175" y="270"/>
                  <a:pt x="173" y="270"/>
                  <a:pt x="172" y="269"/>
                </a:cubicBezTo>
                <a:cubicBezTo>
                  <a:pt x="171" y="269"/>
                  <a:pt x="170" y="268"/>
                  <a:pt x="169" y="267"/>
                </a:cubicBezTo>
                <a:cubicBezTo>
                  <a:pt x="169" y="265"/>
                  <a:pt x="168" y="264"/>
                  <a:pt x="168" y="262"/>
                </a:cubicBezTo>
                <a:cubicBezTo>
                  <a:pt x="168" y="220"/>
                  <a:pt x="168" y="220"/>
                  <a:pt x="168" y="220"/>
                </a:cubicBezTo>
                <a:cubicBezTo>
                  <a:pt x="168" y="208"/>
                  <a:pt x="165" y="200"/>
                  <a:pt x="159" y="195"/>
                </a:cubicBezTo>
                <a:cubicBezTo>
                  <a:pt x="166" y="194"/>
                  <a:pt x="172" y="193"/>
                  <a:pt x="177" y="192"/>
                </a:cubicBezTo>
                <a:cubicBezTo>
                  <a:pt x="183" y="190"/>
                  <a:pt x="188" y="188"/>
                  <a:pt x="194" y="185"/>
                </a:cubicBezTo>
                <a:cubicBezTo>
                  <a:pt x="199" y="182"/>
                  <a:pt x="204" y="178"/>
                  <a:pt x="208" y="173"/>
                </a:cubicBezTo>
                <a:cubicBezTo>
                  <a:pt x="212" y="169"/>
                  <a:pt x="215" y="162"/>
                  <a:pt x="217" y="155"/>
                </a:cubicBezTo>
                <a:cubicBezTo>
                  <a:pt x="220" y="147"/>
                  <a:pt x="221" y="138"/>
                  <a:pt x="221" y="128"/>
                </a:cubicBezTo>
                <a:cubicBezTo>
                  <a:pt x="221" y="114"/>
                  <a:pt x="216" y="102"/>
                  <a:pt x="207" y="92"/>
                </a:cubicBezTo>
                <a:cubicBezTo>
                  <a:pt x="211" y="81"/>
                  <a:pt x="211" y="70"/>
                  <a:pt x="206" y="56"/>
                </a:cubicBezTo>
                <a:cubicBezTo>
                  <a:pt x="202" y="55"/>
                  <a:pt x="198" y="56"/>
                  <a:pt x="191" y="58"/>
                </a:cubicBezTo>
                <a:cubicBezTo>
                  <a:pt x="185" y="61"/>
                  <a:pt x="180" y="63"/>
                  <a:pt x="175" y="66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58" y="67"/>
                  <a:pt x="146" y="66"/>
                  <a:pt x="135" y="66"/>
                </a:cubicBezTo>
                <a:cubicBezTo>
                  <a:pt x="123" y="66"/>
                  <a:pt x="112" y="67"/>
                  <a:pt x="101" y="70"/>
                </a:cubicBezTo>
                <a:cubicBezTo>
                  <a:pt x="99" y="69"/>
                  <a:pt x="97" y="67"/>
                  <a:pt x="94" y="65"/>
                </a:cubicBezTo>
                <a:cubicBezTo>
                  <a:pt x="91" y="64"/>
                  <a:pt x="86" y="61"/>
                  <a:pt x="79" y="59"/>
                </a:cubicBezTo>
                <a:cubicBezTo>
                  <a:pt x="72" y="56"/>
                  <a:pt x="67" y="55"/>
                  <a:pt x="64" y="56"/>
                </a:cubicBezTo>
                <a:cubicBezTo>
                  <a:pt x="59" y="70"/>
                  <a:pt x="58" y="81"/>
                  <a:pt x="63" y="92"/>
                </a:cubicBezTo>
                <a:cubicBezTo>
                  <a:pt x="53" y="102"/>
                  <a:pt x="49" y="114"/>
                  <a:pt x="49" y="128"/>
                </a:cubicBezTo>
                <a:cubicBezTo>
                  <a:pt x="49" y="138"/>
                  <a:pt x="50" y="147"/>
                  <a:pt x="52" y="155"/>
                </a:cubicBezTo>
                <a:cubicBezTo>
                  <a:pt x="55" y="162"/>
                  <a:pt x="58" y="168"/>
                  <a:pt x="62" y="173"/>
                </a:cubicBezTo>
                <a:cubicBezTo>
                  <a:pt x="65" y="178"/>
                  <a:pt x="70" y="182"/>
                  <a:pt x="76" y="185"/>
                </a:cubicBezTo>
                <a:cubicBezTo>
                  <a:pt x="81" y="188"/>
                  <a:pt x="87" y="190"/>
                  <a:pt x="92" y="192"/>
                </a:cubicBezTo>
                <a:cubicBezTo>
                  <a:pt x="98" y="193"/>
                  <a:pt x="104" y="194"/>
                  <a:pt x="110" y="195"/>
                </a:cubicBezTo>
                <a:cubicBezTo>
                  <a:pt x="106" y="199"/>
                  <a:pt x="103" y="205"/>
                  <a:pt x="102" y="213"/>
                </a:cubicBezTo>
                <a:cubicBezTo>
                  <a:pt x="99" y="214"/>
                  <a:pt x="97" y="215"/>
                  <a:pt x="94" y="216"/>
                </a:cubicBezTo>
                <a:cubicBezTo>
                  <a:pt x="91" y="216"/>
                  <a:pt x="88" y="216"/>
                  <a:pt x="84" y="216"/>
                </a:cubicBezTo>
                <a:cubicBezTo>
                  <a:pt x="80" y="216"/>
                  <a:pt x="76" y="215"/>
                  <a:pt x="72" y="213"/>
                </a:cubicBezTo>
                <a:cubicBezTo>
                  <a:pt x="68" y="210"/>
                  <a:pt x="65" y="207"/>
                  <a:pt x="62" y="202"/>
                </a:cubicBezTo>
                <a:cubicBezTo>
                  <a:pt x="60" y="198"/>
                  <a:pt x="57" y="195"/>
                  <a:pt x="54" y="193"/>
                </a:cubicBezTo>
                <a:cubicBezTo>
                  <a:pt x="50" y="190"/>
                  <a:pt x="48" y="189"/>
                  <a:pt x="45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39" y="188"/>
                  <a:pt x="38" y="188"/>
                  <a:pt x="37" y="189"/>
                </a:cubicBezTo>
                <a:cubicBezTo>
                  <a:pt x="36" y="189"/>
                  <a:pt x="35" y="190"/>
                  <a:pt x="36" y="191"/>
                </a:cubicBezTo>
                <a:cubicBezTo>
                  <a:pt x="36" y="191"/>
                  <a:pt x="37" y="192"/>
                  <a:pt x="37" y="193"/>
                </a:cubicBezTo>
                <a:cubicBezTo>
                  <a:pt x="38" y="194"/>
                  <a:pt x="39" y="195"/>
                  <a:pt x="40" y="195"/>
                </a:cubicBezTo>
                <a:cubicBezTo>
                  <a:pt x="41" y="196"/>
                  <a:pt x="41" y="196"/>
                  <a:pt x="41" y="196"/>
                </a:cubicBezTo>
                <a:cubicBezTo>
                  <a:pt x="43" y="197"/>
                  <a:pt x="46" y="200"/>
                  <a:pt x="48" y="203"/>
                </a:cubicBezTo>
                <a:cubicBezTo>
                  <a:pt x="51" y="206"/>
                  <a:pt x="53" y="209"/>
                  <a:pt x="54" y="212"/>
                </a:cubicBezTo>
                <a:cubicBezTo>
                  <a:pt x="56" y="216"/>
                  <a:pt x="56" y="216"/>
                  <a:pt x="56" y="216"/>
                </a:cubicBezTo>
                <a:cubicBezTo>
                  <a:pt x="57" y="220"/>
                  <a:pt x="60" y="224"/>
                  <a:pt x="64" y="227"/>
                </a:cubicBezTo>
                <a:cubicBezTo>
                  <a:pt x="67" y="229"/>
                  <a:pt x="71" y="231"/>
                  <a:pt x="75" y="232"/>
                </a:cubicBezTo>
                <a:cubicBezTo>
                  <a:pt x="79" y="233"/>
                  <a:pt x="84" y="233"/>
                  <a:pt x="87" y="233"/>
                </a:cubicBezTo>
                <a:cubicBezTo>
                  <a:pt x="91" y="233"/>
                  <a:pt x="95" y="233"/>
                  <a:pt x="97" y="232"/>
                </a:cubicBezTo>
                <a:cubicBezTo>
                  <a:pt x="101" y="232"/>
                  <a:pt x="101" y="232"/>
                  <a:pt x="101" y="232"/>
                </a:cubicBezTo>
                <a:cubicBezTo>
                  <a:pt x="101" y="236"/>
                  <a:pt x="101" y="242"/>
                  <a:pt x="101" y="250"/>
                </a:cubicBezTo>
                <a:cubicBezTo>
                  <a:pt x="101" y="257"/>
                  <a:pt x="101" y="261"/>
                  <a:pt x="101" y="262"/>
                </a:cubicBezTo>
                <a:cubicBezTo>
                  <a:pt x="101" y="264"/>
                  <a:pt x="101" y="266"/>
                  <a:pt x="100" y="268"/>
                </a:cubicBezTo>
                <a:cubicBezTo>
                  <a:pt x="98" y="269"/>
                  <a:pt x="97" y="270"/>
                  <a:pt x="96" y="270"/>
                </a:cubicBezTo>
                <a:cubicBezTo>
                  <a:pt x="94" y="270"/>
                  <a:pt x="92" y="270"/>
                  <a:pt x="90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2" name="Freeform 58"/>
          <p:cNvSpPr>
            <a:spLocks noEditPoints="1"/>
          </p:cNvSpPr>
          <p:nvPr/>
        </p:nvSpPr>
        <p:spPr bwMode="auto">
          <a:xfrm>
            <a:off x="5532438" y="1155701"/>
            <a:ext cx="290513" cy="292100"/>
          </a:xfrm>
          <a:custGeom>
            <a:avLst/>
            <a:gdLst>
              <a:gd name="T0" fmla="*/ 85 w 269"/>
              <a:gd name="T1" fmla="*/ 219 h 270"/>
              <a:gd name="T2" fmla="*/ 84 w 269"/>
              <a:gd name="T3" fmla="*/ 197 h 270"/>
              <a:gd name="T4" fmla="*/ 96 w 269"/>
              <a:gd name="T5" fmla="*/ 126 h 270"/>
              <a:gd name="T6" fmla="*/ 69 w 269"/>
              <a:gd name="T7" fmla="*/ 126 h 270"/>
              <a:gd name="T8" fmla="*/ 92 w 269"/>
              <a:gd name="T9" fmla="*/ 115 h 270"/>
              <a:gd name="T10" fmla="*/ 125 w 269"/>
              <a:gd name="T11" fmla="*/ 113 h 270"/>
              <a:gd name="T12" fmla="*/ 101 w 269"/>
              <a:gd name="T13" fmla="*/ 96 h 270"/>
              <a:gd name="T14" fmla="*/ 56 w 269"/>
              <a:gd name="T15" fmla="*/ 101 h 270"/>
              <a:gd name="T16" fmla="*/ 51 w 269"/>
              <a:gd name="T17" fmla="*/ 144 h 270"/>
              <a:gd name="T18" fmla="*/ 64 w 269"/>
              <a:gd name="T19" fmla="*/ 156 h 270"/>
              <a:gd name="T20" fmla="*/ 64 w 269"/>
              <a:gd name="T21" fmla="*/ 185 h 270"/>
              <a:gd name="T22" fmla="*/ 45 w 269"/>
              <a:gd name="T23" fmla="*/ 209 h 270"/>
              <a:gd name="T24" fmla="*/ 58 w 269"/>
              <a:gd name="T25" fmla="*/ 232 h 270"/>
              <a:gd name="T26" fmla="*/ 84 w 269"/>
              <a:gd name="T27" fmla="*/ 238 h 270"/>
              <a:gd name="T28" fmla="*/ 115 w 269"/>
              <a:gd name="T29" fmla="*/ 188 h 270"/>
              <a:gd name="T30" fmla="*/ 84 w 269"/>
              <a:gd name="T31" fmla="*/ 176 h 270"/>
              <a:gd name="T32" fmla="*/ 88 w 269"/>
              <a:gd name="T33" fmla="*/ 160 h 270"/>
              <a:gd name="T34" fmla="*/ 118 w 269"/>
              <a:gd name="T35" fmla="*/ 124 h 270"/>
              <a:gd name="T36" fmla="*/ 125 w 269"/>
              <a:gd name="T37" fmla="*/ 113 h 270"/>
              <a:gd name="T38" fmla="*/ 159 w 269"/>
              <a:gd name="T39" fmla="*/ 186 h 270"/>
              <a:gd name="T40" fmla="*/ 159 w 269"/>
              <a:gd name="T41" fmla="*/ 104 h 270"/>
              <a:gd name="T42" fmla="*/ 135 w 269"/>
              <a:gd name="T43" fmla="*/ 92 h 270"/>
              <a:gd name="T44" fmla="*/ 136 w 269"/>
              <a:gd name="T45" fmla="*/ 173 h 270"/>
              <a:gd name="T46" fmla="*/ 224 w 269"/>
              <a:gd name="T47" fmla="*/ 183 h 270"/>
              <a:gd name="T48" fmla="*/ 213 w 269"/>
              <a:gd name="T49" fmla="*/ 166 h 270"/>
              <a:gd name="T50" fmla="*/ 203 w 269"/>
              <a:gd name="T51" fmla="*/ 112 h 270"/>
              <a:gd name="T52" fmla="*/ 217 w 269"/>
              <a:gd name="T53" fmla="*/ 112 h 270"/>
              <a:gd name="T54" fmla="*/ 222 w 269"/>
              <a:gd name="T55" fmla="*/ 92 h 270"/>
              <a:gd name="T56" fmla="*/ 204 w 269"/>
              <a:gd name="T57" fmla="*/ 74 h 270"/>
              <a:gd name="T58" fmla="*/ 180 w 269"/>
              <a:gd name="T59" fmla="*/ 84 h 270"/>
              <a:gd name="T60" fmla="*/ 169 w 269"/>
              <a:gd name="T61" fmla="*/ 92 h 270"/>
              <a:gd name="T62" fmla="*/ 176 w 269"/>
              <a:gd name="T63" fmla="*/ 112 h 270"/>
              <a:gd name="T64" fmla="*/ 180 w 269"/>
              <a:gd name="T65" fmla="*/ 112 h 270"/>
              <a:gd name="T66" fmla="*/ 179 w 269"/>
              <a:gd name="T67" fmla="*/ 112 h 270"/>
              <a:gd name="T68" fmla="*/ 180 w 269"/>
              <a:gd name="T69" fmla="*/ 162 h 270"/>
              <a:gd name="T70" fmla="*/ 186 w 269"/>
              <a:gd name="T71" fmla="*/ 180 h 270"/>
              <a:gd name="T72" fmla="*/ 205 w 269"/>
              <a:gd name="T73" fmla="*/ 188 h 270"/>
              <a:gd name="T74" fmla="*/ 162 w 269"/>
              <a:gd name="T75" fmla="*/ 59 h 270"/>
              <a:gd name="T76" fmla="*/ 147 w 269"/>
              <a:gd name="T77" fmla="*/ 43 h 270"/>
              <a:gd name="T78" fmla="*/ 132 w 269"/>
              <a:gd name="T79" fmla="*/ 59 h 270"/>
              <a:gd name="T80" fmla="*/ 147 w 269"/>
              <a:gd name="T81" fmla="*/ 75 h 270"/>
              <a:gd name="T82" fmla="*/ 162 w 269"/>
              <a:gd name="T83" fmla="*/ 59 h 270"/>
              <a:gd name="T84" fmla="*/ 269 w 269"/>
              <a:gd name="T85" fmla="*/ 220 h 270"/>
              <a:gd name="T86" fmla="*/ 219 w 269"/>
              <a:gd name="T87" fmla="*/ 270 h 270"/>
              <a:gd name="T88" fmla="*/ 14 w 269"/>
              <a:gd name="T89" fmla="*/ 255 h 270"/>
              <a:gd name="T90" fmla="*/ 0 w 269"/>
              <a:gd name="T91" fmla="*/ 51 h 270"/>
              <a:gd name="T92" fmla="*/ 50 w 269"/>
              <a:gd name="T93" fmla="*/ 0 h 270"/>
              <a:gd name="T94" fmla="*/ 255 w 269"/>
              <a:gd name="T95" fmla="*/ 1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9" h="270">
                <a:moveTo>
                  <a:pt x="102" y="208"/>
                </a:moveTo>
                <a:cubicBezTo>
                  <a:pt x="102" y="215"/>
                  <a:pt x="96" y="219"/>
                  <a:pt x="85" y="219"/>
                </a:cubicBezTo>
                <a:cubicBezTo>
                  <a:pt x="73" y="219"/>
                  <a:pt x="67" y="216"/>
                  <a:pt x="67" y="208"/>
                </a:cubicBezTo>
                <a:cubicBezTo>
                  <a:pt x="67" y="201"/>
                  <a:pt x="72" y="197"/>
                  <a:pt x="84" y="197"/>
                </a:cubicBezTo>
                <a:cubicBezTo>
                  <a:pt x="96" y="197"/>
                  <a:pt x="102" y="201"/>
                  <a:pt x="102" y="208"/>
                </a:cubicBezTo>
                <a:close/>
                <a:moveTo>
                  <a:pt x="96" y="126"/>
                </a:moveTo>
                <a:cubicBezTo>
                  <a:pt x="96" y="136"/>
                  <a:pt x="91" y="141"/>
                  <a:pt x="83" y="141"/>
                </a:cubicBezTo>
                <a:cubicBezTo>
                  <a:pt x="73" y="141"/>
                  <a:pt x="69" y="136"/>
                  <a:pt x="69" y="126"/>
                </a:cubicBezTo>
                <a:cubicBezTo>
                  <a:pt x="69" y="115"/>
                  <a:pt x="73" y="110"/>
                  <a:pt x="83" y="110"/>
                </a:cubicBezTo>
                <a:cubicBezTo>
                  <a:pt x="87" y="110"/>
                  <a:pt x="90" y="112"/>
                  <a:pt x="92" y="115"/>
                </a:cubicBezTo>
                <a:cubicBezTo>
                  <a:pt x="94" y="118"/>
                  <a:pt x="96" y="121"/>
                  <a:pt x="96" y="126"/>
                </a:cubicBezTo>
                <a:close/>
                <a:moveTo>
                  <a:pt x="125" y="113"/>
                </a:moveTo>
                <a:cubicBezTo>
                  <a:pt x="125" y="91"/>
                  <a:pt x="125" y="91"/>
                  <a:pt x="125" y="91"/>
                </a:cubicBezTo>
                <a:cubicBezTo>
                  <a:pt x="116" y="94"/>
                  <a:pt x="108" y="96"/>
                  <a:pt x="101" y="96"/>
                </a:cubicBezTo>
                <a:cubicBezTo>
                  <a:pt x="95" y="92"/>
                  <a:pt x="89" y="91"/>
                  <a:pt x="82" y="91"/>
                </a:cubicBezTo>
                <a:cubicBezTo>
                  <a:pt x="72" y="91"/>
                  <a:pt x="63" y="94"/>
                  <a:pt x="56" y="101"/>
                </a:cubicBezTo>
                <a:cubicBezTo>
                  <a:pt x="49" y="107"/>
                  <a:pt x="46" y="116"/>
                  <a:pt x="46" y="126"/>
                </a:cubicBezTo>
                <a:cubicBezTo>
                  <a:pt x="46" y="132"/>
                  <a:pt x="48" y="138"/>
                  <a:pt x="51" y="144"/>
                </a:cubicBezTo>
                <a:cubicBezTo>
                  <a:pt x="54" y="150"/>
                  <a:pt x="59" y="154"/>
                  <a:pt x="64" y="156"/>
                </a:cubicBezTo>
                <a:cubicBezTo>
                  <a:pt x="64" y="156"/>
                  <a:pt x="64" y="156"/>
                  <a:pt x="64" y="156"/>
                </a:cubicBezTo>
                <a:cubicBezTo>
                  <a:pt x="59" y="158"/>
                  <a:pt x="57" y="163"/>
                  <a:pt x="57" y="171"/>
                </a:cubicBezTo>
                <a:cubicBezTo>
                  <a:pt x="57" y="177"/>
                  <a:pt x="60" y="182"/>
                  <a:pt x="64" y="185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51" y="189"/>
                  <a:pt x="45" y="198"/>
                  <a:pt x="45" y="209"/>
                </a:cubicBezTo>
                <a:cubicBezTo>
                  <a:pt x="45" y="215"/>
                  <a:pt x="46" y="219"/>
                  <a:pt x="48" y="223"/>
                </a:cubicBezTo>
                <a:cubicBezTo>
                  <a:pt x="50" y="227"/>
                  <a:pt x="54" y="230"/>
                  <a:pt x="58" y="232"/>
                </a:cubicBezTo>
                <a:cubicBezTo>
                  <a:pt x="62" y="234"/>
                  <a:pt x="66" y="236"/>
                  <a:pt x="70" y="237"/>
                </a:cubicBezTo>
                <a:cubicBezTo>
                  <a:pt x="75" y="238"/>
                  <a:pt x="79" y="238"/>
                  <a:pt x="84" y="238"/>
                </a:cubicBezTo>
                <a:cubicBezTo>
                  <a:pt x="111" y="238"/>
                  <a:pt x="124" y="227"/>
                  <a:pt x="124" y="205"/>
                </a:cubicBezTo>
                <a:cubicBezTo>
                  <a:pt x="124" y="197"/>
                  <a:pt x="121" y="191"/>
                  <a:pt x="115" y="188"/>
                </a:cubicBezTo>
                <a:cubicBezTo>
                  <a:pt x="110" y="184"/>
                  <a:pt x="102" y="181"/>
                  <a:pt x="93" y="180"/>
                </a:cubicBezTo>
                <a:cubicBezTo>
                  <a:pt x="90" y="179"/>
                  <a:pt x="87" y="178"/>
                  <a:pt x="84" y="176"/>
                </a:cubicBezTo>
                <a:cubicBezTo>
                  <a:pt x="81" y="174"/>
                  <a:pt x="80" y="172"/>
                  <a:pt x="80" y="169"/>
                </a:cubicBezTo>
                <a:cubicBezTo>
                  <a:pt x="80" y="164"/>
                  <a:pt x="83" y="161"/>
                  <a:pt x="88" y="160"/>
                </a:cubicBezTo>
                <a:cubicBezTo>
                  <a:pt x="97" y="158"/>
                  <a:pt x="105" y="154"/>
                  <a:pt x="110" y="148"/>
                </a:cubicBezTo>
                <a:cubicBezTo>
                  <a:pt x="115" y="141"/>
                  <a:pt x="118" y="133"/>
                  <a:pt x="118" y="124"/>
                </a:cubicBezTo>
                <a:cubicBezTo>
                  <a:pt x="118" y="121"/>
                  <a:pt x="117" y="118"/>
                  <a:pt x="116" y="115"/>
                </a:cubicBezTo>
                <a:cubicBezTo>
                  <a:pt x="120" y="114"/>
                  <a:pt x="123" y="113"/>
                  <a:pt x="125" y="113"/>
                </a:cubicBezTo>
                <a:close/>
                <a:moveTo>
                  <a:pt x="135" y="186"/>
                </a:moveTo>
                <a:cubicBezTo>
                  <a:pt x="159" y="186"/>
                  <a:pt x="159" y="186"/>
                  <a:pt x="159" y="186"/>
                </a:cubicBezTo>
                <a:cubicBezTo>
                  <a:pt x="159" y="183"/>
                  <a:pt x="159" y="178"/>
                  <a:pt x="159" y="172"/>
                </a:cubicBezTo>
                <a:cubicBezTo>
                  <a:pt x="159" y="104"/>
                  <a:pt x="159" y="104"/>
                  <a:pt x="159" y="104"/>
                </a:cubicBezTo>
                <a:cubicBezTo>
                  <a:pt x="159" y="98"/>
                  <a:pt x="159" y="94"/>
                  <a:pt x="159" y="92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5" y="94"/>
                  <a:pt x="136" y="99"/>
                  <a:pt x="136" y="104"/>
                </a:cubicBezTo>
                <a:cubicBezTo>
                  <a:pt x="136" y="173"/>
                  <a:pt x="136" y="173"/>
                  <a:pt x="136" y="173"/>
                </a:cubicBezTo>
                <a:cubicBezTo>
                  <a:pt x="136" y="179"/>
                  <a:pt x="135" y="183"/>
                  <a:pt x="135" y="186"/>
                </a:cubicBezTo>
                <a:close/>
                <a:moveTo>
                  <a:pt x="224" y="183"/>
                </a:moveTo>
                <a:cubicBezTo>
                  <a:pt x="224" y="162"/>
                  <a:pt x="224" y="162"/>
                  <a:pt x="224" y="162"/>
                </a:cubicBezTo>
                <a:cubicBezTo>
                  <a:pt x="221" y="165"/>
                  <a:pt x="217" y="166"/>
                  <a:pt x="213" y="166"/>
                </a:cubicBezTo>
                <a:cubicBezTo>
                  <a:pt x="206" y="166"/>
                  <a:pt x="203" y="161"/>
                  <a:pt x="203" y="151"/>
                </a:cubicBezTo>
                <a:cubicBezTo>
                  <a:pt x="203" y="112"/>
                  <a:pt x="203" y="112"/>
                  <a:pt x="203" y="112"/>
                </a:cubicBezTo>
                <a:cubicBezTo>
                  <a:pt x="212" y="112"/>
                  <a:pt x="212" y="112"/>
                  <a:pt x="212" y="112"/>
                </a:cubicBezTo>
                <a:cubicBezTo>
                  <a:pt x="213" y="112"/>
                  <a:pt x="215" y="112"/>
                  <a:pt x="217" y="112"/>
                </a:cubicBezTo>
                <a:cubicBezTo>
                  <a:pt x="219" y="112"/>
                  <a:pt x="221" y="112"/>
                  <a:pt x="222" y="112"/>
                </a:cubicBezTo>
                <a:cubicBezTo>
                  <a:pt x="222" y="92"/>
                  <a:pt x="222" y="92"/>
                  <a:pt x="222" y="92"/>
                </a:cubicBezTo>
                <a:cubicBezTo>
                  <a:pt x="203" y="92"/>
                  <a:pt x="203" y="92"/>
                  <a:pt x="203" y="92"/>
                </a:cubicBezTo>
                <a:cubicBezTo>
                  <a:pt x="203" y="82"/>
                  <a:pt x="203" y="76"/>
                  <a:pt x="204" y="74"/>
                </a:cubicBezTo>
                <a:cubicBezTo>
                  <a:pt x="179" y="74"/>
                  <a:pt x="179" y="74"/>
                  <a:pt x="179" y="74"/>
                </a:cubicBezTo>
                <a:cubicBezTo>
                  <a:pt x="180" y="77"/>
                  <a:pt x="180" y="80"/>
                  <a:pt x="180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69" y="92"/>
                  <a:pt x="169" y="92"/>
                  <a:pt x="169" y="92"/>
                </a:cubicBezTo>
                <a:cubicBezTo>
                  <a:pt x="169" y="112"/>
                  <a:pt x="169" y="112"/>
                  <a:pt x="169" y="112"/>
                </a:cubicBezTo>
                <a:cubicBezTo>
                  <a:pt x="174" y="112"/>
                  <a:pt x="176" y="112"/>
                  <a:pt x="176" y="112"/>
                </a:cubicBezTo>
                <a:cubicBezTo>
                  <a:pt x="176" y="112"/>
                  <a:pt x="177" y="112"/>
                  <a:pt x="178" y="112"/>
                </a:cubicBezTo>
                <a:cubicBezTo>
                  <a:pt x="179" y="112"/>
                  <a:pt x="179" y="112"/>
                  <a:pt x="180" y="112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79" y="112"/>
                  <a:pt x="179" y="112"/>
                  <a:pt x="179" y="112"/>
                </a:cubicBezTo>
                <a:cubicBezTo>
                  <a:pt x="179" y="150"/>
                  <a:pt x="179" y="150"/>
                  <a:pt x="179" y="150"/>
                </a:cubicBezTo>
                <a:cubicBezTo>
                  <a:pt x="179" y="155"/>
                  <a:pt x="180" y="159"/>
                  <a:pt x="180" y="162"/>
                </a:cubicBezTo>
                <a:cubicBezTo>
                  <a:pt x="180" y="165"/>
                  <a:pt x="181" y="168"/>
                  <a:pt x="182" y="172"/>
                </a:cubicBezTo>
                <a:cubicBezTo>
                  <a:pt x="183" y="175"/>
                  <a:pt x="184" y="178"/>
                  <a:pt x="186" y="180"/>
                </a:cubicBezTo>
                <a:cubicBezTo>
                  <a:pt x="188" y="182"/>
                  <a:pt x="191" y="184"/>
                  <a:pt x="194" y="186"/>
                </a:cubicBezTo>
                <a:cubicBezTo>
                  <a:pt x="197" y="187"/>
                  <a:pt x="201" y="188"/>
                  <a:pt x="205" y="188"/>
                </a:cubicBezTo>
                <a:cubicBezTo>
                  <a:pt x="213" y="188"/>
                  <a:pt x="219" y="186"/>
                  <a:pt x="224" y="183"/>
                </a:cubicBezTo>
                <a:close/>
                <a:moveTo>
                  <a:pt x="162" y="59"/>
                </a:moveTo>
                <a:cubicBezTo>
                  <a:pt x="162" y="55"/>
                  <a:pt x="161" y="52"/>
                  <a:pt x="158" y="48"/>
                </a:cubicBezTo>
                <a:cubicBezTo>
                  <a:pt x="155" y="45"/>
                  <a:pt x="151" y="43"/>
                  <a:pt x="147" y="43"/>
                </a:cubicBezTo>
                <a:cubicBezTo>
                  <a:pt x="143" y="43"/>
                  <a:pt x="139" y="45"/>
                  <a:pt x="137" y="48"/>
                </a:cubicBezTo>
                <a:cubicBezTo>
                  <a:pt x="134" y="51"/>
                  <a:pt x="132" y="55"/>
                  <a:pt x="132" y="59"/>
                </a:cubicBezTo>
                <a:cubicBezTo>
                  <a:pt x="132" y="64"/>
                  <a:pt x="134" y="67"/>
                  <a:pt x="137" y="70"/>
                </a:cubicBezTo>
                <a:cubicBezTo>
                  <a:pt x="140" y="74"/>
                  <a:pt x="143" y="75"/>
                  <a:pt x="147" y="75"/>
                </a:cubicBezTo>
                <a:cubicBezTo>
                  <a:pt x="151" y="75"/>
                  <a:pt x="155" y="73"/>
                  <a:pt x="158" y="70"/>
                </a:cubicBezTo>
                <a:cubicBezTo>
                  <a:pt x="160" y="67"/>
                  <a:pt x="162" y="64"/>
                  <a:pt x="162" y="59"/>
                </a:cubicBezTo>
                <a:close/>
                <a:moveTo>
                  <a:pt x="269" y="51"/>
                </a:moveTo>
                <a:cubicBezTo>
                  <a:pt x="269" y="220"/>
                  <a:pt x="269" y="220"/>
                  <a:pt x="269" y="220"/>
                </a:cubicBezTo>
                <a:cubicBezTo>
                  <a:pt x="269" y="234"/>
                  <a:pt x="264" y="246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4" y="255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4" y="25"/>
                  <a:pt x="269" y="37"/>
                  <a:pt x="269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3" name="Freeform 59"/>
          <p:cNvSpPr>
            <a:spLocks/>
          </p:cNvSpPr>
          <p:nvPr/>
        </p:nvSpPr>
        <p:spPr bwMode="auto">
          <a:xfrm>
            <a:off x="5957888" y="1143001"/>
            <a:ext cx="304800" cy="315913"/>
          </a:xfrm>
          <a:custGeom>
            <a:avLst/>
            <a:gdLst>
              <a:gd name="T0" fmla="*/ 282 w 282"/>
              <a:gd name="T1" fmla="*/ 10 h 292"/>
              <a:gd name="T2" fmla="*/ 275 w 282"/>
              <a:gd name="T3" fmla="*/ 24 h 292"/>
              <a:gd name="T4" fmla="*/ 164 w 282"/>
              <a:gd name="T5" fmla="*/ 135 h 292"/>
              <a:gd name="T6" fmla="*/ 164 w 282"/>
              <a:gd name="T7" fmla="*/ 270 h 292"/>
              <a:gd name="T8" fmla="*/ 220 w 282"/>
              <a:gd name="T9" fmla="*/ 270 h 292"/>
              <a:gd name="T10" fmla="*/ 228 w 282"/>
              <a:gd name="T11" fmla="*/ 273 h 292"/>
              <a:gd name="T12" fmla="*/ 231 w 282"/>
              <a:gd name="T13" fmla="*/ 281 h 292"/>
              <a:gd name="T14" fmla="*/ 228 w 282"/>
              <a:gd name="T15" fmla="*/ 289 h 292"/>
              <a:gd name="T16" fmla="*/ 220 w 282"/>
              <a:gd name="T17" fmla="*/ 292 h 292"/>
              <a:gd name="T18" fmla="*/ 62 w 282"/>
              <a:gd name="T19" fmla="*/ 292 h 292"/>
              <a:gd name="T20" fmla="*/ 55 w 282"/>
              <a:gd name="T21" fmla="*/ 289 h 292"/>
              <a:gd name="T22" fmla="*/ 51 w 282"/>
              <a:gd name="T23" fmla="*/ 281 h 292"/>
              <a:gd name="T24" fmla="*/ 55 w 282"/>
              <a:gd name="T25" fmla="*/ 273 h 292"/>
              <a:gd name="T26" fmla="*/ 62 w 282"/>
              <a:gd name="T27" fmla="*/ 270 h 292"/>
              <a:gd name="T28" fmla="*/ 119 w 282"/>
              <a:gd name="T29" fmla="*/ 270 h 292"/>
              <a:gd name="T30" fmla="*/ 119 w 282"/>
              <a:gd name="T31" fmla="*/ 135 h 292"/>
              <a:gd name="T32" fmla="*/ 8 w 282"/>
              <a:gd name="T33" fmla="*/ 24 h 292"/>
              <a:gd name="T34" fmla="*/ 0 w 282"/>
              <a:gd name="T35" fmla="*/ 10 h 292"/>
              <a:gd name="T36" fmla="*/ 3 w 282"/>
              <a:gd name="T37" fmla="*/ 4 h 292"/>
              <a:gd name="T38" fmla="*/ 10 w 282"/>
              <a:gd name="T39" fmla="*/ 1 h 292"/>
              <a:gd name="T40" fmla="*/ 18 w 282"/>
              <a:gd name="T41" fmla="*/ 0 h 292"/>
              <a:gd name="T42" fmla="*/ 265 w 282"/>
              <a:gd name="T43" fmla="*/ 0 h 292"/>
              <a:gd name="T44" fmla="*/ 272 w 282"/>
              <a:gd name="T45" fmla="*/ 1 h 292"/>
              <a:gd name="T46" fmla="*/ 279 w 282"/>
              <a:gd name="T47" fmla="*/ 4 h 292"/>
              <a:gd name="T48" fmla="*/ 282 w 282"/>
              <a:gd name="T49" fmla="*/ 1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2" h="292">
                <a:moveTo>
                  <a:pt x="282" y="10"/>
                </a:moveTo>
                <a:cubicBezTo>
                  <a:pt x="282" y="14"/>
                  <a:pt x="280" y="19"/>
                  <a:pt x="275" y="24"/>
                </a:cubicBezTo>
                <a:cubicBezTo>
                  <a:pt x="164" y="135"/>
                  <a:pt x="164" y="135"/>
                  <a:pt x="164" y="135"/>
                </a:cubicBezTo>
                <a:cubicBezTo>
                  <a:pt x="164" y="270"/>
                  <a:pt x="164" y="270"/>
                  <a:pt x="164" y="270"/>
                </a:cubicBezTo>
                <a:cubicBezTo>
                  <a:pt x="220" y="270"/>
                  <a:pt x="220" y="270"/>
                  <a:pt x="220" y="270"/>
                </a:cubicBezTo>
                <a:cubicBezTo>
                  <a:pt x="223" y="270"/>
                  <a:pt x="226" y="271"/>
                  <a:pt x="228" y="273"/>
                </a:cubicBezTo>
                <a:cubicBezTo>
                  <a:pt x="230" y="276"/>
                  <a:pt x="231" y="278"/>
                  <a:pt x="231" y="281"/>
                </a:cubicBezTo>
                <a:cubicBezTo>
                  <a:pt x="231" y="284"/>
                  <a:pt x="230" y="287"/>
                  <a:pt x="228" y="289"/>
                </a:cubicBezTo>
                <a:cubicBezTo>
                  <a:pt x="226" y="291"/>
                  <a:pt x="223" y="292"/>
                  <a:pt x="220" y="292"/>
                </a:cubicBezTo>
                <a:cubicBezTo>
                  <a:pt x="62" y="292"/>
                  <a:pt x="62" y="292"/>
                  <a:pt x="62" y="292"/>
                </a:cubicBezTo>
                <a:cubicBezTo>
                  <a:pt x="59" y="292"/>
                  <a:pt x="57" y="291"/>
                  <a:pt x="55" y="289"/>
                </a:cubicBezTo>
                <a:cubicBezTo>
                  <a:pt x="52" y="287"/>
                  <a:pt x="51" y="284"/>
                  <a:pt x="51" y="281"/>
                </a:cubicBezTo>
                <a:cubicBezTo>
                  <a:pt x="51" y="278"/>
                  <a:pt x="52" y="276"/>
                  <a:pt x="55" y="273"/>
                </a:cubicBezTo>
                <a:cubicBezTo>
                  <a:pt x="57" y="271"/>
                  <a:pt x="59" y="270"/>
                  <a:pt x="62" y="270"/>
                </a:cubicBezTo>
                <a:cubicBezTo>
                  <a:pt x="119" y="270"/>
                  <a:pt x="119" y="270"/>
                  <a:pt x="119" y="270"/>
                </a:cubicBezTo>
                <a:cubicBezTo>
                  <a:pt x="119" y="135"/>
                  <a:pt x="119" y="135"/>
                  <a:pt x="119" y="135"/>
                </a:cubicBezTo>
                <a:cubicBezTo>
                  <a:pt x="8" y="24"/>
                  <a:pt x="8" y="24"/>
                  <a:pt x="8" y="24"/>
                </a:cubicBezTo>
                <a:cubicBezTo>
                  <a:pt x="3" y="19"/>
                  <a:pt x="0" y="14"/>
                  <a:pt x="0" y="10"/>
                </a:cubicBezTo>
                <a:cubicBezTo>
                  <a:pt x="0" y="8"/>
                  <a:pt x="1" y="6"/>
                  <a:pt x="3" y="4"/>
                </a:cubicBezTo>
                <a:cubicBezTo>
                  <a:pt x="5" y="2"/>
                  <a:pt x="8" y="1"/>
                  <a:pt x="10" y="1"/>
                </a:cubicBezTo>
                <a:cubicBezTo>
                  <a:pt x="12" y="0"/>
                  <a:pt x="15" y="0"/>
                  <a:pt x="18" y="0"/>
                </a:cubicBezTo>
                <a:cubicBezTo>
                  <a:pt x="265" y="0"/>
                  <a:pt x="265" y="0"/>
                  <a:pt x="265" y="0"/>
                </a:cubicBezTo>
                <a:cubicBezTo>
                  <a:pt x="268" y="0"/>
                  <a:pt x="270" y="0"/>
                  <a:pt x="272" y="1"/>
                </a:cubicBezTo>
                <a:cubicBezTo>
                  <a:pt x="275" y="1"/>
                  <a:pt x="277" y="2"/>
                  <a:pt x="279" y="4"/>
                </a:cubicBezTo>
                <a:cubicBezTo>
                  <a:pt x="281" y="6"/>
                  <a:pt x="282" y="8"/>
                  <a:pt x="282" y="1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4" name="Freeform 60"/>
          <p:cNvSpPr>
            <a:spLocks noEditPoints="1"/>
          </p:cNvSpPr>
          <p:nvPr/>
        </p:nvSpPr>
        <p:spPr bwMode="auto">
          <a:xfrm>
            <a:off x="6396038" y="1155701"/>
            <a:ext cx="292100" cy="292100"/>
          </a:xfrm>
          <a:custGeom>
            <a:avLst/>
            <a:gdLst>
              <a:gd name="T0" fmla="*/ 203 w 270"/>
              <a:gd name="T1" fmla="*/ 252 h 270"/>
              <a:gd name="T2" fmla="*/ 67 w 270"/>
              <a:gd name="T3" fmla="*/ 19 h 270"/>
              <a:gd name="T4" fmla="*/ 181 w 270"/>
              <a:gd name="T5" fmla="*/ 92 h 270"/>
              <a:gd name="T6" fmla="*/ 207 w 270"/>
              <a:gd name="T7" fmla="*/ 84 h 270"/>
              <a:gd name="T8" fmla="*/ 208 w 270"/>
              <a:gd name="T9" fmla="*/ 75 h 270"/>
              <a:gd name="T10" fmla="*/ 199 w 270"/>
              <a:gd name="T11" fmla="*/ 67 h 270"/>
              <a:gd name="T12" fmla="*/ 193 w 270"/>
              <a:gd name="T13" fmla="*/ 59 h 270"/>
              <a:gd name="T14" fmla="*/ 187 w 270"/>
              <a:gd name="T15" fmla="*/ 63 h 270"/>
              <a:gd name="T16" fmla="*/ 181 w 270"/>
              <a:gd name="T17" fmla="*/ 60 h 270"/>
              <a:gd name="T18" fmla="*/ 168 w 270"/>
              <a:gd name="T19" fmla="*/ 52 h 270"/>
              <a:gd name="T20" fmla="*/ 160 w 270"/>
              <a:gd name="T21" fmla="*/ 63 h 270"/>
              <a:gd name="T22" fmla="*/ 160 w 270"/>
              <a:gd name="T23" fmla="*/ 81 h 270"/>
              <a:gd name="T24" fmla="*/ 154 w 270"/>
              <a:gd name="T25" fmla="*/ 83 h 270"/>
              <a:gd name="T26" fmla="*/ 126 w 270"/>
              <a:gd name="T27" fmla="*/ 65 h 270"/>
              <a:gd name="T28" fmla="*/ 129 w 270"/>
              <a:gd name="T29" fmla="*/ 50 h 270"/>
              <a:gd name="T30" fmla="*/ 147 w 270"/>
              <a:gd name="T31" fmla="*/ 41 h 270"/>
              <a:gd name="T32" fmla="*/ 145 w 270"/>
              <a:gd name="T33" fmla="*/ 32 h 270"/>
              <a:gd name="T34" fmla="*/ 135 w 270"/>
              <a:gd name="T35" fmla="*/ 33 h 270"/>
              <a:gd name="T36" fmla="*/ 118 w 270"/>
              <a:gd name="T37" fmla="*/ 27 h 270"/>
              <a:gd name="T38" fmla="*/ 124 w 270"/>
              <a:gd name="T39" fmla="*/ 35 h 270"/>
              <a:gd name="T40" fmla="*/ 118 w 270"/>
              <a:gd name="T41" fmla="*/ 39 h 270"/>
              <a:gd name="T42" fmla="*/ 102 w 270"/>
              <a:gd name="T43" fmla="*/ 36 h 270"/>
              <a:gd name="T44" fmla="*/ 84 w 270"/>
              <a:gd name="T45" fmla="*/ 36 h 270"/>
              <a:gd name="T46" fmla="*/ 95 w 270"/>
              <a:gd name="T47" fmla="*/ 36 h 270"/>
              <a:gd name="T48" fmla="*/ 81 w 270"/>
              <a:gd name="T49" fmla="*/ 37 h 270"/>
              <a:gd name="T50" fmla="*/ 46 w 270"/>
              <a:gd name="T51" fmla="*/ 84 h 270"/>
              <a:gd name="T52" fmla="*/ 52 w 270"/>
              <a:gd name="T53" fmla="*/ 96 h 270"/>
              <a:gd name="T54" fmla="*/ 53 w 270"/>
              <a:gd name="T55" fmla="*/ 118 h 270"/>
              <a:gd name="T56" fmla="*/ 68 w 270"/>
              <a:gd name="T57" fmla="*/ 135 h 270"/>
              <a:gd name="T58" fmla="*/ 75 w 270"/>
              <a:gd name="T59" fmla="*/ 151 h 270"/>
              <a:gd name="T60" fmla="*/ 79 w 270"/>
              <a:gd name="T61" fmla="*/ 149 h 270"/>
              <a:gd name="T62" fmla="*/ 78 w 270"/>
              <a:gd name="T63" fmla="*/ 140 h 270"/>
              <a:gd name="T64" fmla="*/ 88 w 270"/>
              <a:gd name="T65" fmla="*/ 156 h 270"/>
              <a:gd name="T66" fmla="*/ 98 w 270"/>
              <a:gd name="T67" fmla="*/ 175 h 270"/>
              <a:gd name="T68" fmla="*/ 116 w 270"/>
              <a:gd name="T69" fmla="*/ 184 h 270"/>
              <a:gd name="T70" fmla="*/ 139 w 270"/>
              <a:gd name="T71" fmla="*/ 192 h 270"/>
              <a:gd name="T72" fmla="*/ 150 w 270"/>
              <a:gd name="T73" fmla="*/ 203 h 270"/>
              <a:gd name="T74" fmla="*/ 148 w 270"/>
              <a:gd name="T75" fmla="*/ 197 h 270"/>
              <a:gd name="T76" fmla="*/ 149 w 270"/>
              <a:gd name="T77" fmla="*/ 188 h 270"/>
              <a:gd name="T78" fmla="*/ 139 w 270"/>
              <a:gd name="T79" fmla="*/ 184 h 270"/>
              <a:gd name="T80" fmla="*/ 140 w 270"/>
              <a:gd name="T81" fmla="*/ 170 h 270"/>
              <a:gd name="T82" fmla="*/ 129 w 270"/>
              <a:gd name="T83" fmla="*/ 177 h 270"/>
              <a:gd name="T84" fmla="*/ 115 w 270"/>
              <a:gd name="T85" fmla="*/ 155 h 270"/>
              <a:gd name="T86" fmla="*/ 120 w 270"/>
              <a:gd name="T87" fmla="*/ 147 h 270"/>
              <a:gd name="T88" fmla="*/ 133 w 270"/>
              <a:gd name="T89" fmla="*/ 145 h 270"/>
              <a:gd name="T90" fmla="*/ 145 w 270"/>
              <a:gd name="T91" fmla="*/ 145 h 270"/>
              <a:gd name="T92" fmla="*/ 155 w 270"/>
              <a:gd name="T93" fmla="*/ 157 h 270"/>
              <a:gd name="T94" fmla="*/ 155 w 270"/>
              <a:gd name="T95" fmla="*/ 144 h 270"/>
              <a:gd name="T96" fmla="*/ 161 w 270"/>
              <a:gd name="T97" fmla="*/ 133 h 270"/>
              <a:gd name="T98" fmla="*/ 163 w 270"/>
              <a:gd name="T99" fmla="*/ 120 h 270"/>
              <a:gd name="T100" fmla="*/ 177 w 270"/>
              <a:gd name="T101" fmla="*/ 111 h 270"/>
              <a:gd name="T102" fmla="*/ 187 w 270"/>
              <a:gd name="T103" fmla="*/ 102 h 270"/>
              <a:gd name="T104" fmla="*/ 190 w 270"/>
              <a:gd name="T105" fmla="*/ 93 h 270"/>
              <a:gd name="T106" fmla="*/ 214 w 270"/>
              <a:gd name="T107" fmla="*/ 212 h 270"/>
              <a:gd name="T108" fmla="*/ 201 w 270"/>
              <a:gd name="T109" fmla="*/ 203 h 270"/>
              <a:gd name="T110" fmla="*/ 194 w 270"/>
              <a:gd name="T111" fmla="*/ 201 h 270"/>
              <a:gd name="T112" fmla="*/ 183 w 270"/>
              <a:gd name="T113" fmla="*/ 198 h 270"/>
              <a:gd name="T114" fmla="*/ 176 w 270"/>
              <a:gd name="T115" fmla="*/ 199 h 270"/>
              <a:gd name="T116" fmla="*/ 167 w 270"/>
              <a:gd name="T117" fmla="*/ 200 h 270"/>
              <a:gd name="T118" fmla="*/ 161 w 270"/>
              <a:gd name="T119" fmla="*/ 209 h 270"/>
              <a:gd name="T120" fmla="*/ 154 w 270"/>
              <a:gd name="T121" fmla="*/ 24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70" h="270">
                <a:moveTo>
                  <a:pt x="135" y="0"/>
                </a:moveTo>
                <a:cubicBezTo>
                  <a:pt x="159" y="0"/>
                  <a:pt x="182" y="6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8"/>
                  <a:pt x="270" y="111"/>
                  <a:pt x="270" y="135"/>
                </a:cubicBez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6"/>
                  <a:pt x="110" y="0"/>
                  <a:pt x="135" y="0"/>
                </a:cubicBezTo>
                <a:close/>
                <a:moveTo>
                  <a:pt x="183" y="92"/>
                </a:moveTo>
                <a:cubicBezTo>
                  <a:pt x="183" y="92"/>
                  <a:pt x="182" y="93"/>
                  <a:pt x="181" y="94"/>
                </a:cubicBezTo>
                <a:cubicBezTo>
                  <a:pt x="180" y="95"/>
                  <a:pt x="180" y="95"/>
                  <a:pt x="179" y="95"/>
                </a:cubicBezTo>
                <a:cubicBezTo>
                  <a:pt x="179" y="95"/>
                  <a:pt x="179" y="95"/>
                  <a:pt x="180" y="94"/>
                </a:cubicBezTo>
                <a:cubicBezTo>
                  <a:pt x="180" y="94"/>
                  <a:pt x="180" y="93"/>
                  <a:pt x="181" y="92"/>
                </a:cubicBezTo>
                <a:cubicBezTo>
                  <a:pt x="181" y="92"/>
                  <a:pt x="181" y="91"/>
                  <a:pt x="181" y="91"/>
                </a:cubicBezTo>
                <a:cubicBezTo>
                  <a:pt x="182" y="90"/>
                  <a:pt x="183" y="90"/>
                  <a:pt x="185" y="89"/>
                </a:cubicBezTo>
                <a:cubicBezTo>
                  <a:pt x="187" y="88"/>
                  <a:pt x="190" y="87"/>
                  <a:pt x="194" y="86"/>
                </a:cubicBezTo>
                <a:cubicBezTo>
                  <a:pt x="198" y="86"/>
                  <a:pt x="201" y="86"/>
                  <a:pt x="203" y="88"/>
                </a:cubicBezTo>
                <a:cubicBezTo>
                  <a:pt x="203" y="88"/>
                  <a:pt x="203" y="87"/>
                  <a:pt x="205" y="86"/>
                </a:cubicBezTo>
                <a:cubicBezTo>
                  <a:pt x="206" y="85"/>
                  <a:pt x="207" y="84"/>
                  <a:pt x="207" y="84"/>
                </a:cubicBezTo>
                <a:cubicBezTo>
                  <a:pt x="208" y="84"/>
                  <a:pt x="209" y="84"/>
                  <a:pt x="210" y="83"/>
                </a:cubicBezTo>
                <a:cubicBezTo>
                  <a:pt x="211" y="83"/>
                  <a:pt x="212" y="83"/>
                  <a:pt x="213" y="82"/>
                </a:cubicBezTo>
                <a:cubicBezTo>
                  <a:pt x="213" y="78"/>
                  <a:pt x="213" y="78"/>
                  <a:pt x="213" y="78"/>
                </a:cubicBezTo>
                <a:cubicBezTo>
                  <a:pt x="212" y="78"/>
                  <a:pt x="211" y="78"/>
                  <a:pt x="210" y="77"/>
                </a:cubicBezTo>
                <a:cubicBezTo>
                  <a:pt x="209" y="76"/>
                  <a:pt x="209" y="75"/>
                  <a:pt x="209" y="73"/>
                </a:cubicBezTo>
                <a:cubicBezTo>
                  <a:pt x="209" y="73"/>
                  <a:pt x="208" y="74"/>
                  <a:pt x="208" y="75"/>
                </a:cubicBezTo>
                <a:cubicBezTo>
                  <a:pt x="208" y="74"/>
                  <a:pt x="207" y="73"/>
                  <a:pt x="207" y="73"/>
                </a:cubicBezTo>
                <a:cubicBezTo>
                  <a:pt x="206" y="73"/>
                  <a:pt x="206" y="73"/>
                  <a:pt x="205" y="73"/>
                </a:cubicBezTo>
                <a:cubicBezTo>
                  <a:pt x="204" y="74"/>
                  <a:pt x="204" y="74"/>
                  <a:pt x="203" y="73"/>
                </a:cubicBezTo>
                <a:cubicBezTo>
                  <a:pt x="202" y="73"/>
                  <a:pt x="201" y="73"/>
                  <a:pt x="201" y="72"/>
                </a:cubicBezTo>
                <a:cubicBezTo>
                  <a:pt x="200" y="72"/>
                  <a:pt x="200" y="71"/>
                  <a:pt x="199" y="69"/>
                </a:cubicBezTo>
                <a:cubicBezTo>
                  <a:pt x="199" y="68"/>
                  <a:pt x="199" y="67"/>
                  <a:pt x="199" y="67"/>
                </a:cubicBezTo>
                <a:cubicBezTo>
                  <a:pt x="198" y="66"/>
                  <a:pt x="198" y="65"/>
                  <a:pt x="197" y="65"/>
                </a:cubicBezTo>
                <a:cubicBezTo>
                  <a:pt x="196" y="64"/>
                  <a:pt x="196" y="64"/>
                  <a:pt x="195" y="63"/>
                </a:cubicBezTo>
                <a:cubicBezTo>
                  <a:pt x="195" y="63"/>
                  <a:pt x="195" y="62"/>
                  <a:pt x="195" y="62"/>
                </a:cubicBezTo>
                <a:cubicBezTo>
                  <a:pt x="195" y="62"/>
                  <a:pt x="194" y="61"/>
                  <a:pt x="194" y="61"/>
                </a:cubicBezTo>
                <a:cubicBezTo>
                  <a:pt x="194" y="60"/>
                  <a:pt x="194" y="60"/>
                  <a:pt x="194" y="60"/>
                </a:cubicBezTo>
                <a:cubicBezTo>
                  <a:pt x="193" y="60"/>
                  <a:pt x="193" y="59"/>
                  <a:pt x="193" y="59"/>
                </a:cubicBezTo>
                <a:cubicBezTo>
                  <a:pt x="192" y="59"/>
                  <a:pt x="192" y="60"/>
                  <a:pt x="191" y="60"/>
                </a:cubicBezTo>
                <a:cubicBezTo>
                  <a:pt x="191" y="61"/>
                  <a:pt x="190" y="61"/>
                  <a:pt x="190" y="62"/>
                </a:cubicBezTo>
                <a:cubicBezTo>
                  <a:pt x="190" y="63"/>
                  <a:pt x="189" y="63"/>
                  <a:pt x="189" y="63"/>
                </a:cubicBezTo>
                <a:cubicBezTo>
                  <a:pt x="189" y="63"/>
                  <a:pt x="189" y="63"/>
                  <a:pt x="188" y="63"/>
                </a:cubicBezTo>
                <a:cubicBezTo>
                  <a:pt x="188" y="63"/>
                  <a:pt x="188" y="63"/>
                  <a:pt x="187" y="63"/>
                </a:cubicBezTo>
                <a:cubicBezTo>
                  <a:pt x="187" y="63"/>
                  <a:pt x="187" y="63"/>
                  <a:pt x="187" y="63"/>
                </a:cubicBezTo>
                <a:cubicBezTo>
                  <a:pt x="186" y="64"/>
                  <a:pt x="186" y="64"/>
                  <a:pt x="186" y="64"/>
                </a:cubicBezTo>
                <a:cubicBezTo>
                  <a:pt x="185" y="64"/>
                  <a:pt x="185" y="64"/>
                  <a:pt x="184" y="65"/>
                </a:cubicBezTo>
                <a:cubicBezTo>
                  <a:pt x="184" y="65"/>
                  <a:pt x="183" y="65"/>
                  <a:pt x="183" y="65"/>
                </a:cubicBezTo>
                <a:cubicBezTo>
                  <a:pt x="185" y="64"/>
                  <a:pt x="184" y="64"/>
                  <a:pt x="183" y="63"/>
                </a:cubicBezTo>
                <a:cubicBezTo>
                  <a:pt x="181" y="62"/>
                  <a:pt x="181" y="62"/>
                  <a:pt x="180" y="62"/>
                </a:cubicBezTo>
                <a:cubicBezTo>
                  <a:pt x="181" y="62"/>
                  <a:pt x="181" y="61"/>
                  <a:pt x="181" y="60"/>
                </a:cubicBezTo>
                <a:cubicBezTo>
                  <a:pt x="181" y="59"/>
                  <a:pt x="180" y="59"/>
                  <a:pt x="180" y="58"/>
                </a:cubicBezTo>
                <a:cubicBezTo>
                  <a:pt x="181" y="58"/>
                  <a:pt x="181" y="58"/>
                  <a:pt x="181" y="58"/>
                </a:cubicBezTo>
                <a:cubicBezTo>
                  <a:pt x="180" y="57"/>
                  <a:pt x="180" y="57"/>
                  <a:pt x="179" y="56"/>
                </a:cubicBezTo>
                <a:cubicBezTo>
                  <a:pt x="178" y="56"/>
                  <a:pt x="177" y="55"/>
                  <a:pt x="176" y="55"/>
                </a:cubicBezTo>
                <a:cubicBezTo>
                  <a:pt x="175" y="54"/>
                  <a:pt x="174" y="54"/>
                  <a:pt x="174" y="54"/>
                </a:cubicBezTo>
                <a:cubicBezTo>
                  <a:pt x="173" y="53"/>
                  <a:pt x="171" y="53"/>
                  <a:pt x="168" y="52"/>
                </a:cubicBezTo>
                <a:cubicBezTo>
                  <a:pt x="165" y="52"/>
                  <a:pt x="163" y="52"/>
                  <a:pt x="162" y="52"/>
                </a:cubicBezTo>
                <a:cubicBezTo>
                  <a:pt x="161" y="53"/>
                  <a:pt x="161" y="53"/>
                  <a:pt x="161" y="54"/>
                </a:cubicBezTo>
                <a:cubicBezTo>
                  <a:pt x="161" y="54"/>
                  <a:pt x="161" y="55"/>
                  <a:pt x="162" y="56"/>
                </a:cubicBezTo>
                <a:cubicBezTo>
                  <a:pt x="162" y="57"/>
                  <a:pt x="162" y="58"/>
                  <a:pt x="162" y="59"/>
                </a:cubicBezTo>
                <a:cubicBezTo>
                  <a:pt x="163" y="59"/>
                  <a:pt x="162" y="60"/>
                  <a:pt x="161" y="61"/>
                </a:cubicBezTo>
                <a:cubicBezTo>
                  <a:pt x="161" y="62"/>
                  <a:pt x="160" y="62"/>
                  <a:pt x="160" y="63"/>
                </a:cubicBezTo>
                <a:cubicBezTo>
                  <a:pt x="160" y="64"/>
                  <a:pt x="161" y="65"/>
                  <a:pt x="163" y="66"/>
                </a:cubicBezTo>
                <a:cubicBezTo>
                  <a:pt x="164" y="67"/>
                  <a:pt x="165" y="68"/>
                  <a:pt x="165" y="69"/>
                </a:cubicBezTo>
                <a:cubicBezTo>
                  <a:pt x="164" y="70"/>
                  <a:pt x="163" y="71"/>
                  <a:pt x="162" y="72"/>
                </a:cubicBezTo>
                <a:cubicBezTo>
                  <a:pt x="160" y="73"/>
                  <a:pt x="159" y="74"/>
                  <a:pt x="159" y="74"/>
                </a:cubicBezTo>
                <a:cubicBezTo>
                  <a:pt x="158" y="75"/>
                  <a:pt x="158" y="76"/>
                  <a:pt x="159" y="78"/>
                </a:cubicBezTo>
                <a:cubicBezTo>
                  <a:pt x="159" y="79"/>
                  <a:pt x="160" y="80"/>
                  <a:pt x="160" y="81"/>
                </a:cubicBezTo>
                <a:cubicBezTo>
                  <a:pt x="161" y="81"/>
                  <a:pt x="161" y="81"/>
                  <a:pt x="161" y="81"/>
                </a:cubicBezTo>
                <a:cubicBezTo>
                  <a:pt x="161" y="81"/>
                  <a:pt x="160" y="82"/>
                  <a:pt x="160" y="82"/>
                </a:cubicBezTo>
                <a:cubicBezTo>
                  <a:pt x="160" y="82"/>
                  <a:pt x="159" y="83"/>
                  <a:pt x="159" y="83"/>
                </a:cubicBezTo>
                <a:cubicBezTo>
                  <a:pt x="159" y="83"/>
                  <a:pt x="158" y="83"/>
                  <a:pt x="158" y="83"/>
                </a:cubicBezTo>
                <a:cubicBezTo>
                  <a:pt x="158" y="84"/>
                  <a:pt x="158" y="84"/>
                  <a:pt x="158" y="84"/>
                </a:cubicBezTo>
                <a:cubicBezTo>
                  <a:pt x="156" y="84"/>
                  <a:pt x="155" y="84"/>
                  <a:pt x="154" y="83"/>
                </a:cubicBezTo>
                <a:cubicBezTo>
                  <a:pt x="153" y="81"/>
                  <a:pt x="152" y="80"/>
                  <a:pt x="152" y="78"/>
                </a:cubicBezTo>
                <a:cubicBezTo>
                  <a:pt x="151" y="75"/>
                  <a:pt x="150" y="73"/>
                  <a:pt x="149" y="73"/>
                </a:cubicBezTo>
                <a:cubicBezTo>
                  <a:pt x="146" y="72"/>
                  <a:pt x="144" y="72"/>
                  <a:pt x="144" y="73"/>
                </a:cubicBezTo>
                <a:cubicBezTo>
                  <a:pt x="143" y="71"/>
                  <a:pt x="141" y="70"/>
                  <a:pt x="136" y="68"/>
                </a:cubicBezTo>
                <a:cubicBezTo>
                  <a:pt x="133" y="67"/>
                  <a:pt x="130" y="67"/>
                  <a:pt x="126" y="68"/>
                </a:cubicBezTo>
                <a:cubicBezTo>
                  <a:pt x="127" y="68"/>
                  <a:pt x="127" y="67"/>
                  <a:pt x="126" y="65"/>
                </a:cubicBezTo>
                <a:cubicBezTo>
                  <a:pt x="125" y="63"/>
                  <a:pt x="124" y="63"/>
                  <a:pt x="123" y="63"/>
                </a:cubicBezTo>
                <a:cubicBezTo>
                  <a:pt x="123" y="62"/>
                  <a:pt x="123" y="61"/>
                  <a:pt x="124" y="60"/>
                </a:cubicBezTo>
                <a:cubicBezTo>
                  <a:pt x="124" y="59"/>
                  <a:pt x="124" y="58"/>
                  <a:pt x="124" y="58"/>
                </a:cubicBezTo>
                <a:cubicBezTo>
                  <a:pt x="124" y="56"/>
                  <a:pt x="125" y="55"/>
                  <a:pt x="126" y="53"/>
                </a:cubicBezTo>
                <a:cubicBezTo>
                  <a:pt x="126" y="53"/>
                  <a:pt x="126" y="53"/>
                  <a:pt x="127" y="52"/>
                </a:cubicBezTo>
                <a:cubicBezTo>
                  <a:pt x="128" y="51"/>
                  <a:pt x="128" y="50"/>
                  <a:pt x="129" y="50"/>
                </a:cubicBezTo>
                <a:cubicBezTo>
                  <a:pt x="129" y="49"/>
                  <a:pt x="129" y="49"/>
                  <a:pt x="129" y="49"/>
                </a:cubicBezTo>
                <a:cubicBezTo>
                  <a:pt x="133" y="49"/>
                  <a:pt x="136" y="48"/>
                  <a:pt x="138" y="47"/>
                </a:cubicBezTo>
                <a:cubicBezTo>
                  <a:pt x="138" y="46"/>
                  <a:pt x="139" y="45"/>
                  <a:pt x="140" y="44"/>
                </a:cubicBezTo>
                <a:cubicBezTo>
                  <a:pt x="140" y="42"/>
                  <a:pt x="141" y="41"/>
                  <a:pt x="142" y="41"/>
                </a:cubicBezTo>
                <a:cubicBezTo>
                  <a:pt x="143" y="40"/>
                  <a:pt x="143" y="40"/>
                  <a:pt x="144" y="40"/>
                </a:cubicBezTo>
                <a:cubicBezTo>
                  <a:pt x="145" y="40"/>
                  <a:pt x="145" y="40"/>
                  <a:pt x="147" y="41"/>
                </a:cubicBezTo>
                <a:cubicBezTo>
                  <a:pt x="148" y="41"/>
                  <a:pt x="148" y="42"/>
                  <a:pt x="149" y="42"/>
                </a:cubicBezTo>
                <a:cubicBezTo>
                  <a:pt x="151" y="42"/>
                  <a:pt x="152" y="41"/>
                  <a:pt x="152" y="40"/>
                </a:cubicBezTo>
                <a:cubicBezTo>
                  <a:pt x="152" y="38"/>
                  <a:pt x="152" y="37"/>
                  <a:pt x="150" y="36"/>
                </a:cubicBezTo>
                <a:cubicBezTo>
                  <a:pt x="152" y="36"/>
                  <a:pt x="152" y="35"/>
                  <a:pt x="151" y="33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48" y="31"/>
                  <a:pt x="147" y="31"/>
                  <a:pt x="145" y="32"/>
                </a:cubicBezTo>
                <a:cubicBezTo>
                  <a:pt x="144" y="33"/>
                  <a:pt x="144" y="33"/>
                  <a:pt x="145" y="34"/>
                </a:cubicBezTo>
                <a:cubicBezTo>
                  <a:pt x="145" y="34"/>
                  <a:pt x="145" y="34"/>
                  <a:pt x="144" y="36"/>
                </a:cubicBezTo>
                <a:cubicBezTo>
                  <a:pt x="143" y="37"/>
                  <a:pt x="142" y="38"/>
                  <a:pt x="141" y="39"/>
                </a:cubicBezTo>
                <a:cubicBezTo>
                  <a:pt x="140" y="39"/>
                  <a:pt x="139" y="39"/>
                  <a:pt x="138" y="38"/>
                </a:cubicBezTo>
                <a:cubicBezTo>
                  <a:pt x="138" y="38"/>
                  <a:pt x="137" y="37"/>
                  <a:pt x="137" y="35"/>
                </a:cubicBezTo>
                <a:cubicBezTo>
                  <a:pt x="136" y="34"/>
                  <a:pt x="136" y="33"/>
                  <a:pt x="135" y="33"/>
                </a:cubicBezTo>
                <a:cubicBezTo>
                  <a:pt x="134" y="33"/>
                  <a:pt x="133" y="34"/>
                  <a:pt x="132" y="36"/>
                </a:cubicBezTo>
                <a:cubicBezTo>
                  <a:pt x="133" y="35"/>
                  <a:pt x="132" y="34"/>
                  <a:pt x="130" y="33"/>
                </a:cubicBezTo>
                <a:cubicBezTo>
                  <a:pt x="129" y="32"/>
                  <a:pt x="127" y="32"/>
                  <a:pt x="126" y="32"/>
                </a:cubicBezTo>
                <a:cubicBezTo>
                  <a:pt x="128" y="30"/>
                  <a:pt x="128" y="29"/>
                  <a:pt x="125" y="27"/>
                </a:cubicBezTo>
                <a:cubicBezTo>
                  <a:pt x="124" y="26"/>
                  <a:pt x="123" y="26"/>
                  <a:pt x="121" y="26"/>
                </a:cubicBezTo>
                <a:cubicBezTo>
                  <a:pt x="120" y="26"/>
                  <a:pt x="119" y="26"/>
                  <a:pt x="118" y="27"/>
                </a:cubicBezTo>
                <a:cubicBezTo>
                  <a:pt x="117" y="28"/>
                  <a:pt x="117" y="28"/>
                  <a:pt x="117" y="29"/>
                </a:cubicBezTo>
                <a:cubicBezTo>
                  <a:pt x="117" y="29"/>
                  <a:pt x="117" y="30"/>
                  <a:pt x="118" y="30"/>
                </a:cubicBezTo>
                <a:cubicBezTo>
                  <a:pt x="118" y="31"/>
                  <a:pt x="119" y="31"/>
                  <a:pt x="120" y="31"/>
                </a:cubicBezTo>
                <a:cubicBezTo>
                  <a:pt x="120" y="31"/>
                  <a:pt x="121" y="32"/>
                  <a:pt x="122" y="32"/>
                </a:cubicBezTo>
                <a:cubicBezTo>
                  <a:pt x="122" y="32"/>
                  <a:pt x="123" y="32"/>
                  <a:pt x="123" y="32"/>
                </a:cubicBezTo>
                <a:cubicBezTo>
                  <a:pt x="125" y="34"/>
                  <a:pt x="125" y="34"/>
                  <a:pt x="124" y="35"/>
                </a:cubicBezTo>
                <a:cubicBezTo>
                  <a:pt x="124" y="35"/>
                  <a:pt x="124" y="35"/>
                  <a:pt x="123" y="35"/>
                </a:cubicBezTo>
                <a:cubicBezTo>
                  <a:pt x="122" y="36"/>
                  <a:pt x="122" y="36"/>
                  <a:pt x="121" y="36"/>
                </a:cubicBezTo>
                <a:cubicBezTo>
                  <a:pt x="120" y="36"/>
                  <a:pt x="120" y="37"/>
                  <a:pt x="120" y="37"/>
                </a:cubicBezTo>
                <a:cubicBezTo>
                  <a:pt x="120" y="37"/>
                  <a:pt x="120" y="38"/>
                  <a:pt x="120" y="39"/>
                </a:cubicBezTo>
                <a:cubicBezTo>
                  <a:pt x="120" y="41"/>
                  <a:pt x="120" y="41"/>
                  <a:pt x="120" y="42"/>
                </a:cubicBezTo>
                <a:cubicBezTo>
                  <a:pt x="119" y="41"/>
                  <a:pt x="118" y="40"/>
                  <a:pt x="118" y="39"/>
                </a:cubicBezTo>
                <a:cubicBezTo>
                  <a:pt x="118" y="37"/>
                  <a:pt x="117" y="36"/>
                  <a:pt x="117" y="36"/>
                </a:cubicBezTo>
                <a:cubicBezTo>
                  <a:pt x="118" y="37"/>
                  <a:pt x="116" y="37"/>
                  <a:pt x="112" y="37"/>
                </a:cubicBezTo>
                <a:cubicBezTo>
                  <a:pt x="111" y="37"/>
                  <a:pt x="111" y="37"/>
                  <a:pt x="111" y="37"/>
                </a:cubicBezTo>
                <a:cubicBezTo>
                  <a:pt x="110" y="37"/>
                  <a:pt x="109" y="37"/>
                  <a:pt x="108" y="37"/>
                </a:cubicBezTo>
                <a:cubicBezTo>
                  <a:pt x="106" y="37"/>
                  <a:pt x="105" y="37"/>
                  <a:pt x="104" y="37"/>
                </a:cubicBezTo>
                <a:cubicBezTo>
                  <a:pt x="103" y="37"/>
                  <a:pt x="102" y="37"/>
                  <a:pt x="102" y="36"/>
                </a:cubicBezTo>
                <a:cubicBezTo>
                  <a:pt x="101" y="35"/>
                  <a:pt x="101" y="34"/>
                  <a:pt x="102" y="32"/>
                </a:cubicBezTo>
                <a:cubicBezTo>
                  <a:pt x="102" y="32"/>
                  <a:pt x="102" y="32"/>
                  <a:pt x="103" y="32"/>
                </a:cubicBezTo>
                <a:cubicBezTo>
                  <a:pt x="102" y="32"/>
                  <a:pt x="101" y="31"/>
                  <a:pt x="101" y="30"/>
                </a:cubicBezTo>
                <a:cubicBezTo>
                  <a:pt x="100" y="30"/>
                  <a:pt x="99" y="29"/>
                  <a:pt x="99" y="29"/>
                </a:cubicBezTo>
                <a:cubicBezTo>
                  <a:pt x="93" y="31"/>
                  <a:pt x="88" y="33"/>
                  <a:pt x="82" y="36"/>
                </a:cubicBezTo>
                <a:cubicBezTo>
                  <a:pt x="83" y="36"/>
                  <a:pt x="84" y="36"/>
                  <a:pt x="84" y="36"/>
                </a:cubicBezTo>
                <a:cubicBezTo>
                  <a:pt x="85" y="36"/>
                  <a:pt x="86" y="35"/>
                  <a:pt x="87" y="35"/>
                </a:cubicBezTo>
                <a:cubicBezTo>
                  <a:pt x="88" y="34"/>
                  <a:pt x="88" y="34"/>
                  <a:pt x="88" y="34"/>
                </a:cubicBezTo>
                <a:cubicBezTo>
                  <a:pt x="92" y="32"/>
                  <a:pt x="95" y="32"/>
                  <a:pt x="96" y="33"/>
                </a:cubicBezTo>
                <a:cubicBezTo>
                  <a:pt x="97" y="32"/>
                  <a:pt x="97" y="32"/>
                  <a:pt x="97" y="32"/>
                </a:cubicBezTo>
                <a:cubicBezTo>
                  <a:pt x="98" y="34"/>
                  <a:pt x="100" y="35"/>
                  <a:pt x="100" y="36"/>
                </a:cubicBezTo>
                <a:cubicBezTo>
                  <a:pt x="99" y="36"/>
                  <a:pt x="98" y="36"/>
                  <a:pt x="95" y="36"/>
                </a:cubicBezTo>
                <a:cubicBezTo>
                  <a:pt x="93" y="37"/>
                  <a:pt x="91" y="37"/>
                  <a:pt x="91" y="38"/>
                </a:cubicBezTo>
                <a:cubicBezTo>
                  <a:pt x="92" y="39"/>
                  <a:pt x="92" y="40"/>
                  <a:pt x="92" y="41"/>
                </a:cubicBezTo>
                <a:cubicBezTo>
                  <a:pt x="92" y="41"/>
                  <a:pt x="91" y="40"/>
                  <a:pt x="90" y="39"/>
                </a:cubicBezTo>
                <a:cubicBezTo>
                  <a:pt x="89" y="39"/>
                  <a:pt x="88" y="38"/>
                  <a:pt x="87" y="37"/>
                </a:cubicBezTo>
                <a:cubicBezTo>
                  <a:pt x="87" y="37"/>
                  <a:pt x="86" y="37"/>
                  <a:pt x="85" y="37"/>
                </a:cubicBezTo>
                <a:cubicBezTo>
                  <a:pt x="83" y="37"/>
                  <a:pt x="82" y="37"/>
                  <a:pt x="81" y="37"/>
                </a:cubicBezTo>
                <a:cubicBezTo>
                  <a:pt x="64" y="46"/>
                  <a:pt x="50" y="59"/>
                  <a:pt x="40" y="76"/>
                </a:cubicBezTo>
                <a:cubicBezTo>
                  <a:pt x="40" y="77"/>
                  <a:pt x="41" y="77"/>
                  <a:pt x="42" y="77"/>
                </a:cubicBezTo>
                <a:cubicBezTo>
                  <a:pt x="42" y="77"/>
                  <a:pt x="43" y="78"/>
                  <a:pt x="43" y="79"/>
                </a:cubicBezTo>
                <a:cubicBezTo>
                  <a:pt x="43" y="80"/>
                  <a:pt x="43" y="80"/>
                  <a:pt x="43" y="81"/>
                </a:cubicBezTo>
                <a:cubicBezTo>
                  <a:pt x="43" y="81"/>
                  <a:pt x="44" y="81"/>
                  <a:pt x="45" y="80"/>
                </a:cubicBezTo>
                <a:cubicBezTo>
                  <a:pt x="46" y="81"/>
                  <a:pt x="46" y="82"/>
                  <a:pt x="46" y="84"/>
                </a:cubicBezTo>
                <a:cubicBezTo>
                  <a:pt x="46" y="83"/>
                  <a:pt x="48" y="85"/>
                  <a:pt x="53" y="88"/>
                </a:cubicBezTo>
                <a:cubicBezTo>
                  <a:pt x="56" y="90"/>
                  <a:pt x="57" y="91"/>
                  <a:pt x="57" y="92"/>
                </a:cubicBezTo>
                <a:cubicBezTo>
                  <a:pt x="57" y="93"/>
                  <a:pt x="57" y="94"/>
                  <a:pt x="55" y="95"/>
                </a:cubicBezTo>
                <a:cubicBezTo>
                  <a:pt x="55" y="95"/>
                  <a:pt x="55" y="94"/>
                  <a:pt x="54" y="94"/>
                </a:cubicBezTo>
                <a:cubicBezTo>
                  <a:pt x="53" y="93"/>
                  <a:pt x="52" y="92"/>
                  <a:pt x="52" y="93"/>
                </a:cubicBezTo>
                <a:cubicBezTo>
                  <a:pt x="52" y="93"/>
                  <a:pt x="52" y="94"/>
                  <a:pt x="52" y="96"/>
                </a:cubicBezTo>
                <a:cubicBezTo>
                  <a:pt x="53" y="98"/>
                  <a:pt x="53" y="98"/>
                  <a:pt x="54" y="98"/>
                </a:cubicBezTo>
                <a:cubicBezTo>
                  <a:pt x="53" y="98"/>
                  <a:pt x="53" y="99"/>
                  <a:pt x="52" y="101"/>
                </a:cubicBezTo>
                <a:cubicBezTo>
                  <a:pt x="52" y="103"/>
                  <a:pt x="52" y="105"/>
                  <a:pt x="52" y="107"/>
                </a:cubicBezTo>
                <a:cubicBezTo>
                  <a:pt x="52" y="110"/>
                  <a:pt x="52" y="111"/>
                  <a:pt x="52" y="111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2" y="113"/>
                  <a:pt x="52" y="115"/>
                  <a:pt x="53" y="118"/>
                </a:cubicBezTo>
                <a:cubicBezTo>
                  <a:pt x="54" y="120"/>
                  <a:pt x="55" y="121"/>
                  <a:pt x="57" y="121"/>
                </a:cubicBezTo>
                <a:cubicBezTo>
                  <a:pt x="55" y="121"/>
                  <a:pt x="56" y="124"/>
                  <a:pt x="60" y="129"/>
                </a:cubicBezTo>
                <a:cubicBezTo>
                  <a:pt x="61" y="130"/>
                  <a:pt x="62" y="130"/>
                  <a:pt x="62" y="130"/>
                </a:cubicBezTo>
                <a:cubicBezTo>
                  <a:pt x="62" y="130"/>
                  <a:pt x="63" y="131"/>
                  <a:pt x="64" y="132"/>
                </a:cubicBezTo>
                <a:cubicBezTo>
                  <a:pt x="65" y="132"/>
                  <a:pt x="66" y="133"/>
                  <a:pt x="67" y="133"/>
                </a:cubicBezTo>
                <a:cubicBezTo>
                  <a:pt x="67" y="134"/>
                  <a:pt x="68" y="134"/>
                  <a:pt x="68" y="135"/>
                </a:cubicBezTo>
                <a:cubicBezTo>
                  <a:pt x="69" y="136"/>
                  <a:pt x="69" y="137"/>
                  <a:pt x="70" y="139"/>
                </a:cubicBezTo>
                <a:cubicBezTo>
                  <a:pt x="71" y="141"/>
                  <a:pt x="72" y="143"/>
                  <a:pt x="72" y="143"/>
                </a:cubicBezTo>
                <a:cubicBezTo>
                  <a:pt x="72" y="144"/>
                  <a:pt x="73" y="145"/>
                  <a:pt x="74" y="147"/>
                </a:cubicBezTo>
                <a:cubicBezTo>
                  <a:pt x="75" y="148"/>
                  <a:pt x="76" y="150"/>
                  <a:pt x="76" y="151"/>
                </a:cubicBezTo>
                <a:cubicBezTo>
                  <a:pt x="76" y="151"/>
                  <a:pt x="76" y="151"/>
                  <a:pt x="76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52"/>
                  <a:pt x="76" y="153"/>
                  <a:pt x="78" y="154"/>
                </a:cubicBezTo>
                <a:cubicBezTo>
                  <a:pt x="79" y="154"/>
                  <a:pt x="80" y="155"/>
                  <a:pt x="81" y="156"/>
                </a:cubicBezTo>
                <a:cubicBezTo>
                  <a:pt x="81" y="156"/>
                  <a:pt x="81" y="157"/>
                  <a:pt x="81" y="158"/>
                </a:cubicBezTo>
                <a:cubicBezTo>
                  <a:pt x="81" y="158"/>
                  <a:pt x="81" y="159"/>
                  <a:pt x="81" y="160"/>
                </a:cubicBezTo>
                <a:cubicBezTo>
                  <a:pt x="82" y="160"/>
                  <a:pt x="82" y="160"/>
                  <a:pt x="83" y="160"/>
                </a:cubicBezTo>
                <a:cubicBezTo>
                  <a:pt x="83" y="158"/>
                  <a:pt x="82" y="154"/>
                  <a:pt x="79" y="149"/>
                </a:cubicBezTo>
                <a:cubicBezTo>
                  <a:pt x="77" y="146"/>
                  <a:pt x="76" y="144"/>
                  <a:pt x="76" y="144"/>
                </a:cubicBezTo>
                <a:cubicBezTo>
                  <a:pt x="75" y="143"/>
                  <a:pt x="75" y="142"/>
                  <a:pt x="75" y="141"/>
                </a:cubicBezTo>
                <a:cubicBezTo>
                  <a:pt x="74" y="140"/>
                  <a:pt x="74" y="139"/>
                  <a:pt x="74" y="139"/>
                </a:cubicBezTo>
                <a:cubicBezTo>
                  <a:pt x="74" y="139"/>
                  <a:pt x="74" y="139"/>
                  <a:pt x="75" y="139"/>
                </a:cubicBezTo>
                <a:cubicBezTo>
                  <a:pt x="75" y="139"/>
                  <a:pt x="76" y="139"/>
                  <a:pt x="76" y="140"/>
                </a:cubicBezTo>
                <a:cubicBezTo>
                  <a:pt x="77" y="140"/>
                  <a:pt x="77" y="140"/>
                  <a:pt x="78" y="140"/>
                </a:cubicBezTo>
                <a:cubicBezTo>
                  <a:pt x="78" y="140"/>
                  <a:pt x="78" y="141"/>
                  <a:pt x="78" y="141"/>
                </a:cubicBezTo>
                <a:cubicBezTo>
                  <a:pt x="78" y="142"/>
                  <a:pt x="78" y="143"/>
                  <a:pt x="78" y="144"/>
                </a:cubicBezTo>
                <a:cubicBezTo>
                  <a:pt x="79" y="145"/>
                  <a:pt x="80" y="146"/>
                  <a:pt x="81" y="147"/>
                </a:cubicBezTo>
                <a:cubicBezTo>
                  <a:pt x="81" y="148"/>
                  <a:pt x="82" y="149"/>
                  <a:pt x="84" y="150"/>
                </a:cubicBezTo>
                <a:cubicBezTo>
                  <a:pt x="85" y="152"/>
                  <a:pt x="85" y="152"/>
                  <a:pt x="86" y="153"/>
                </a:cubicBezTo>
                <a:cubicBezTo>
                  <a:pt x="86" y="153"/>
                  <a:pt x="87" y="155"/>
                  <a:pt x="88" y="156"/>
                </a:cubicBezTo>
                <a:cubicBezTo>
                  <a:pt x="89" y="158"/>
                  <a:pt x="89" y="159"/>
                  <a:pt x="88" y="159"/>
                </a:cubicBezTo>
                <a:cubicBezTo>
                  <a:pt x="89" y="159"/>
                  <a:pt x="90" y="159"/>
                  <a:pt x="92" y="160"/>
                </a:cubicBezTo>
                <a:cubicBezTo>
                  <a:pt x="93" y="161"/>
                  <a:pt x="94" y="163"/>
                  <a:pt x="95" y="164"/>
                </a:cubicBezTo>
                <a:cubicBezTo>
                  <a:pt x="95" y="165"/>
                  <a:pt x="96" y="166"/>
                  <a:pt x="96" y="168"/>
                </a:cubicBezTo>
                <a:cubicBezTo>
                  <a:pt x="96" y="170"/>
                  <a:pt x="97" y="172"/>
                  <a:pt x="97" y="173"/>
                </a:cubicBezTo>
                <a:cubicBezTo>
                  <a:pt x="97" y="173"/>
                  <a:pt x="98" y="174"/>
                  <a:pt x="98" y="175"/>
                </a:cubicBezTo>
                <a:cubicBezTo>
                  <a:pt x="99" y="176"/>
                  <a:pt x="100" y="176"/>
                  <a:pt x="101" y="177"/>
                </a:cubicBezTo>
                <a:cubicBezTo>
                  <a:pt x="103" y="178"/>
                  <a:pt x="103" y="178"/>
                  <a:pt x="103" y="178"/>
                </a:cubicBezTo>
                <a:cubicBezTo>
                  <a:pt x="106" y="179"/>
                  <a:pt x="106" y="179"/>
                  <a:pt x="106" y="179"/>
                </a:cubicBezTo>
                <a:cubicBezTo>
                  <a:pt x="106" y="179"/>
                  <a:pt x="107" y="180"/>
                  <a:pt x="109" y="181"/>
                </a:cubicBezTo>
                <a:cubicBezTo>
                  <a:pt x="111" y="182"/>
                  <a:pt x="112" y="183"/>
                  <a:pt x="113" y="183"/>
                </a:cubicBezTo>
                <a:cubicBezTo>
                  <a:pt x="114" y="184"/>
                  <a:pt x="115" y="184"/>
                  <a:pt x="116" y="184"/>
                </a:cubicBezTo>
                <a:cubicBezTo>
                  <a:pt x="116" y="184"/>
                  <a:pt x="117" y="184"/>
                  <a:pt x="118" y="183"/>
                </a:cubicBezTo>
                <a:cubicBezTo>
                  <a:pt x="119" y="183"/>
                  <a:pt x="120" y="183"/>
                  <a:pt x="120" y="183"/>
                </a:cubicBezTo>
                <a:cubicBezTo>
                  <a:pt x="122" y="183"/>
                  <a:pt x="124" y="183"/>
                  <a:pt x="126" y="185"/>
                </a:cubicBezTo>
                <a:cubicBezTo>
                  <a:pt x="127" y="187"/>
                  <a:pt x="128" y="189"/>
                  <a:pt x="129" y="189"/>
                </a:cubicBezTo>
                <a:cubicBezTo>
                  <a:pt x="133" y="191"/>
                  <a:pt x="137" y="192"/>
                  <a:pt x="139" y="191"/>
                </a:cubicBezTo>
                <a:cubicBezTo>
                  <a:pt x="139" y="191"/>
                  <a:pt x="139" y="192"/>
                  <a:pt x="139" y="192"/>
                </a:cubicBezTo>
                <a:cubicBezTo>
                  <a:pt x="139" y="193"/>
                  <a:pt x="140" y="194"/>
                  <a:pt x="140" y="195"/>
                </a:cubicBezTo>
                <a:cubicBezTo>
                  <a:pt x="141" y="196"/>
                  <a:pt x="142" y="197"/>
                  <a:pt x="142" y="198"/>
                </a:cubicBezTo>
                <a:cubicBezTo>
                  <a:pt x="142" y="198"/>
                  <a:pt x="143" y="199"/>
                  <a:pt x="143" y="199"/>
                </a:cubicBezTo>
                <a:cubicBezTo>
                  <a:pt x="144" y="200"/>
                  <a:pt x="145" y="201"/>
                  <a:pt x="146" y="202"/>
                </a:cubicBezTo>
                <a:cubicBezTo>
                  <a:pt x="148" y="203"/>
                  <a:pt x="149" y="204"/>
                  <a:pt x="149" y="204"/>
                </a:cubicBezTo>
                <a:cubicBezTo>
                  <a:pt x="150" y="204"/>
                  <a:pt x="150" y="203"/>
                  <a:pt x="150" y="203"/>
                </a:cubicBezTo>
                <a:cubicBezTo>
                  <a:pt x="150" y="204"/>
                  <a:pt x="151" y="205"/>
                  <a:pt x="152" y="206"/>
                </a:cubicBezTo>
                <a:cubicBezTo>
                  <a:pt x="153" y="208"/>
                  <a:pt x="154" y="208"/>
                  <a:pt x="155" y="208"/>
                </a:cubicBezTo>
                <a:cubicBezTo>
                  <a:pt x="157" y="208"/>
                  <a:pt x="157" y="206"/>
                  <a:pt x="157" y="202"/>
                </a:cubicBezTo>
                <a:cubicBezTo>
                  <a:pt x="154" y="204"/>
                  <a:pt x="151" y="203"/>
                  <a:pt x="149" y="199"/>
                </a:cubicBezTo>
                <a:cubicBezTo>
                  <a:pt x="149" y="199"/>
                  <a:pt x="149" y="199"/>
                  <a:pt x="148" y="198"/>
                </a:cubicBezTo>
                <a:cubicBezTo>
                  <a:pt x="148" y="198"/>
                  <a:pt x="148" y="197"/>
                  <a:pt x="148" y="197"/>
                </a:cubicBezTo>
                <a:cubicBezTo>
                  <a:pt x="147" y="196"/>
                  <a:pt x="147" y="196"/>
                  <a:pt x="147" y="195"/>
                </a:cubicBezTo>
                <a:cubicBezTo>
                  <a:pt x="147" y="195"/>
                  <a:pt x="147" y="194"/>
                  <a:pt x="147" y="194"/>
                </a:cubicBezTo>
                <a:cubicBezTo>
                  <a:pt x="147" y="194"/>
                  <a:pt x="148" y="193"/>
                  <a:pt x="148" y="193"/>
                </a:cubicBezTo>
                <a:cubicBezTo>
                  <a:pt x="149" y="193"/>
                  <a:pt x="150" y="193"/>
                  <a:pt x="150" y="193"/>
                </a:cubicBezTo>
                <a:cubicBezTo>
                  <a:pt x="150" y="192"/>
                  <a:pt x="150" y="192"/>
                  <a:pt x="149" y="191"/>
                </a:cubicBezTo>
                <a:cubicBezTo>
                  <a:pt x="149" y="190"/>
                  <a:pt x="149" y="189"/>
                  <a:pt x="149" y="188"/>
                </a:cubicBezTo>
                <a:cubicBezTo>
                  <a:pt x="149" y="187"/>
                  <a:pt x="148" y="186"/>
                  <a:pt x="147" y="185"/>
                </a:cubicBezTo>
                <a:cubicBezTo>
                  <a:pt x="146" y="183"/>
                  <a:pt x="145" y="183"/>
                  <a:pt x="145" y="182"/>
                </a:cubicBezTo>
                <a:cubicBezTo>
                  <a:pt x="144" y="183"/>
                  <a:pt x="143" y="184"/>
                  <a:pt x="142" y="184"/>
                </a:cubicBezTo>
                <a:cubicBezTo>
                  <a:pt x="141" y="184"/>
                  <a:pt x="140" y="183"/>
                  <a:pt x="139" y="182"/>
                </a:cubicBezTo>
                <a:cubicBezTo>
                  <a:pt x="139" y="182"/>
                  <a:pt x="139" y="182"/>
                  <a:pt x="139" y="183"/>
                </a:cubicBezTo>
                <a:cubicBezTo>
                  <a:pt x="139" y="184"/>
                  <a:pt x="139" y="184"/>
                  <a:pt x="139" y="184"/>
                </a:cubicBezTo>
                <a:cubicBezTo>
                  <a:pt x="137" y="184"/>
                  <a:pt x="136" y="184"/>
                  <a:pt x="136" y="184"/>
                </a:cubicBezTo>
                <a:cubicBezTo>
                  <a:pt x="136" y="184"/>
                  <a:pt x="136" y="183"/>
                  <a:pt x="136" y="181"/>
                </a:cubicBezTo>
                <a:cubicBezTo>
                  <a:pt x="137" y="179"/>
                  <a:pt x="137" y="178"/>
                  <a:pt x="137" y="177"/>
                </a:cubicBezTo>
                <a:cubicBezTo>
                  <a:pt x="137" y="176"/>
                  <a:pt x="137" y="176"/>
                  <a:pt x="138" y="175"/>
                </a:cubicBezTo>
                <a:cubicBezTo>
                  <a:pt x="138" y="174"/>
                  <a:pt x="139" y="173"/>
                  <a:pt x="139" y="172"/>
                </a:cubicBezTo>
                <a:cubicBezTo>
                  <a:pt x="140" y="172"/>
                  <a:pt x="140" y="171"/>
                  <a:pt x="140" y="170"/>
                </a:cubicBezTo>
                <a:cubicBezTo>
                  <a:pt x="140" y="169"/>
                  <a:pt x="140" y="169"/>
                  <a:pt x="139" y="168"/>
                </a:cubicBezTo>
                <a:cubicBezTo>
                  <a:pt x="139" y="168"/>
                  <a:pt x="137" y="168"/>
                  <a:pt x="136" y="168"/>
                </a:cubicBezTo>
                <a:cubicBezTo>
                  <a:pt x="134" y="168"/>
                  <a:pt x="132" y="169"/>
                  <a:pt x="132" y="172"/>
                </a:cubicBezTo>
                <a:cubicBezTo>
                  <a:pt x="131" y="172"/>
                  <a:pt x="131" y="172"/>
                  <a:pt x="131" y="173"/>
                </a:cubicBezTo>
                <a:cubicBezTo>
                  <a:pt x="131" y="174"/>
                  <a:pt x="130" y="175"/>
                  <a:pt x="130" y="175"/>
                </a:cubicBezTo>
                <a:cubicBezTo>
                  <a:pt x="130" y="176"/>
                  <a:pt x="129" y="176"/>
                  <a:pt x="129" y="177"/>
                </a:cubicBezTo>
                <a:cubicBezTo>
                  <a:pt x="128" y="177"/>
                  <a:pt x="126" y="177"/>
                  <a:pt x="124" y="177"/>
                </a:cubicBezTo>
                <a:cubicBezTo>
                  <a:pt x="122" y="177"/>
                  <a:pt x="121" y="177"/>
                  <a:pt x="120" y="176"/>
                </a:cubicBezTo>
                <a:cubicBezTo>
                  <a:pt x="119" y="175"/>
                  <a:pt x="117" y="173"/>
                  <a:pt x="116" y="171"/>
                </a:cubicBezTo>
                <a:cubicBezTo>
                  <a:pt x="115" y="169"/>
                  <a:pt x="114" y="166"/>
                  <a:pt x="114" y="164"/>
                </a:cubicBezTo>
                <a:cubicBezTo>
                  <a:pt x="114" y="163"/>
                  <a:pt x="115" y="162"/>
                  <a:pt x="115" y="160"/>
                </a:cubicBezTo>
                <a:cubicBezTo>
                  <a:pt x="115" y="158"/>
                  <a:pt x="115" y="156"/>
                  <a:pt x="115" y="155"/>
                </a:cubicBezTo>
                <a:cubicBezTo>
                  <a:pt x="115" y="154"/>
                  <a:pt x="115" y="153"/>
                  <a:pt x="114" y="151"/>
                </a:cubicBezTo>
                <a:cubicBezTo>
                  <a:pt x="115" y="151"/>
                  <a:pt x="115" y="150"/>
                  <a:pt x="116" y="149"/>
                </a:cubicBezTo>
                <a:cubicBezTo>
                  <a:pt x="117" y="149"/>
                  <a:pt x="117" y="148"/>
                  <a:pt x="118" y="148"/>
                </a:cubicBezTo>
                <a:cubicBezTo>
                  <a:pt x="118" y="148"/>
                  <a:pt x="118" y="147"/>
                  <a:pt x="119" y="147"/>
                </a:cubicBezTo>
                <a:cubicBezTo>
                  <a:pt x="119" y="147"/>
                  <a:pt x="119" y="147"/>
                  <a:pt x="119" y="147"/>
                </a:cubicBezTo>
                <a:cubicBezTo>
                  <a:pt x="120" y="147"/>
                  <a:pt x="120" y="147"/>
                  <a:pt x="120" y="147"/>
                </a:cubicBezTo>
                <a:cubicBezTo>
                  <a:pt x="120" y="147"/>
                  <a:pt x="120" y="147"/>
                  <a:pt x="121" y="146"/>
                </a:cubicBezTo>
                <a:cubicBezTo>
                  <a:pt x="120" y="146"/>
                  <a:pt x="120" y="146"/>
                  <a:pt x="120" y="146"/>
                </a:cubicBezTo>
                <a:cubicBezTo>
                  <a:pt x="120" y="145"/>
                  <a:pt x="119" y="145"/>
                  <a:pt x="119" y="145"/>
                </a:cubicBezTo>
                <a:cubicBezTo>
                  <a:pt x="120" y="145"/>
                  <a:pt x="122" y="145"/>
                  <a:pt x="124" y="145"/>
                </a:cubicBezTo>
                <a:cubicBezTo>
                  <a:pt x="127" y="144"/>
                  <a:pt x="128" y="144"/>
                  <a:pt x="129" y="145"/>
                </a:cubicBezTo>
                <a:cubicBezTo>
                  <a:pt x="131" y="146"/>
                  <a:pt x="132" y="146"/>
                  <a:pt x="133" y="145"/>
                </a:cubicBezTo>
                <a:cubicBezTo>
                  <a:pt x="133" y="145"/>
                  <a:pt x="133" y="144"/>
                  <a:pt x="132" y="143"/>
                </a:cubicBezTo>
                <a:cubicBezTo>
                  <a:pt x="132" y="142"/>
                  <a:pt x="132" y="141"/>
                  <a:pt x="132" y="141"/>
                </a:cubicBezTo>
                <a:cubicBezTo>
                  <a:pt x="133" y="144"/>
                  <a:pt x="135" y="144"/>
                  <a:pt x="137" y="142"/>
                </a:cubicBezTo>
                <a:cubicBezTo>
                  <a:pt x="138" y="143"/>
                  <a:pt x="139" y="143"/>
                  <a:pt x="140" y="143"/>
                </a:cubicBezTo>
                <a:cubicBezTo>
                  <a:pt x="142" y="143"/>
                  <a:pt x="143" y="144"/>
                  <a:pt x="143" y="144"/>
                </a:cubicBezTo>
                <a:cubicBezTo>
                  <a:pt x="144" y="144"/>
                  <a:pt x="144" y="144"/>
                  <a:pt x="145" y="145"/>
                </a:cubicBezTo>
                <a:cubicBezTo>
                  <a:pt x="145" y="145"/>
                  <a:pt x="145" y="146"/>
                  <a:pt x="145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5"/>
                  <a:pt x="147" y="145"/>
                  <a:pt x="148" y="144"/>
                </a:cubicBezTo>
                <a:cubicBezTo>
                  <a:pt x="149" y="146"/>
                  <a:pt x="150" y="148"/>
                  <a:pt x="150" y="149"/>
                </a:cubicBezTo>
                <a:cubicBezTo>
                  <a:pt x="151" y="153"/>
                  <a:pt x="152" y="156"/>
                  <a:pt x="153" y="156"/>
                </a:cubicBezTo>
                <a:cubicBezTo>
                  <a:pt x="154" y="157"/>
                  <a:pt x="155" y="157"/>
                  <a:pt x="155" y="157"/>
                </a:cubicBezTo>
                <a:cubicBezTo>
                  <a:pt x="156" y="157"/>
                  <a:pt x="156" y="156"/>
                  <a:pt x="156" y="155"/>
                </a:cubicBezTo>
                <a:cubicBezTo>
                  <a:pt x="156" y="154"/>
                  <a:pt x="156" y="153"/>
                  <a:pt x="156" y="153"/>
                </a:cubicBezTo>
                <a:cubicBezTo>
                  <a:pt x="156" y="152"/>
                  <a:pt x="156" y="151"/>
                  <a:pt x="156" y="150"/>
                </a:cubicBezTo>
                <a:cubicBezTo>
                  <a:pt x="156" y="149"/>
                  <a:pt x="156" y="149"/>
                  <a:pt x="156" y="149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54" y="144"/>
                  <a:pt x="153" y="143"/>
                  <a:pt x="152" y="142"/>
                </a:cubicBezTo>
                <a:cubicBezTo>
                  <a:pt x="152" y="141"/>
                  <a:pt x="152" y="140"/>
                  <a:pt x="152" y="139"/>
                </a:cubicBezTo>
                <a:cubicBezTo>
                  <a:pt x="153" y="138"/>
                  <a:pt x="154" y="137"/>
                  <a:pt x="155" y="136"/>
                </a:cubicBezTo>
                <a:cubicBezTo>
                  <a:pt x="155" y="136"/>
                  <a:pt x="156" y="136"/>
                  <a:pt x="156" y="135"/>
                </a:cubicBezTo>
                <a:cubicBezTo>
                  <a:pt x="157" y="135"/>
                  <a:pt x="158" y="135"/>
                  <a:pt x="159" y="134"/>
                </a:cubicBezTo>
                <a:cubicBezTo>
                  <a:pt x="160" y="134"/>
                  <a:pt x="161" y="133"/>
                  <a:pt x="161" y="133"/>
                </a:cubicBezTo>
                <a:cubicBezTo>
                  <a:pt x="164" y="130"/>
                  <a:pt x="165" y="128"/>
                  <a:pt x="164" y="127"/>
                </a:cubicBezTo>
                <a:cubicBezTo>
                  <a:pt x="165" y="127"/>
                  <a:pt x="165" y="126"/>
                  <a:pt x="166" y="125"/>
                </a:cubicBezTo>
                <a:cubicBezTo>
                  <a:pt x="166" y="125"/>
                  <a:pt x="166" y="125"/>
                  <a:pt x="165" y="124"/>
                </a:cubicBezTo>
                <a:cubicBezTo>
                  <a:pt x="165" y="124"/>
                  <a:pt x="164" y="124"/>
                  <a:pt x="164" y="124"/>
                </a:cubicBezTo>
                <a:cubicBezTo>
                  <a:pt x="163" y="123"/>
                  <a:pt x="163" y="123"/>
                  <a:pt x="163" y="123"/>
                </a:cubicBezTo>
                <a:cubicBezTo>
                  <a:pt x="164" y="123"/>
                  <a:pt x="164" y="122"/>
                  <a:pt x="163" y="120"/>
                </a:cubicBezTo>
                <a:cubicBezTo>
                  <a:pt x="164" y="120"/>
                  <a:pt x="164" y="119"/>
                  <a:pt x="165" y="118"/>
                </a:cubicBezTo>
                <a:cubicBezTo>
                  <a:pt x="165" y="118"/>
                  <a:pt x="165" y="117"/>
                  <a:pt x="166" y="117"/>
                </a:cubicBezTo>
                <a:cubicBezTo>
                  <a:pt x="167" y="118"/>
                  <a:pt x="168" y="118"/>
                  <a:pt x="170" y="117"/>
                </a:cubicBezTo>
                <a:cubicBezTo>
                  <a:pt x="170" y="116"/>
                  <a:pt x="171" y="115"/>
                  <a:pt x="170" y="114"/>
                </a:cubicBezTo>
                <a:cubicBezTo>
                  <a:pt x="170" y="113"/>
                  <a:pt x="172" y="113"/>
                  <a:pt x="173" y="112"/>
                </a:cubicBezTo>
                <a:cubicBezTo>
                  <a:pt x="175" y="112"/>
                  <a:pt x="176" y="111"/>
                  <a:pt x="177" y="111"/>
                </a:cubicBezTo>
                <a:cubicBezTo>
                  <a:pt x="177" y="111"/>
                  <a:pt x="178" y="111"/>
                  <a:pt x="178" y="110"/>
                </a:cubicBezTo>
                <a:cubicBezTo>
                  <a:pt x="178" y="110"/>
                  <a:pt x="178" y="109"/>
                  <a:pt x="178" y="108"/>
                </a:cubicBezTo>
                <a:cubicBezTo>
                  <a:pt x="178" y="107"/>
                  <a:pt x="178" y="107"/>
                  <a:pt x="179" y="106"/>
                </a:cubicBezTo>
                <a:cubicBezTo>
                  <a:pt x="179" y="106"/>
                  <a:pt x="180" y="105"/>
                  <a:pt x="181" y="105"/>
                </a:cubicBezTo>
                <a:cubicBezTo>
                  <a:pt x="183" y="104"/>
                  <a:pt x="183" y="104"/>
                  <a:pt x="184" y="104"/>
                </a:cubicBezTo>
                <a:cubicBezTo>
                  <a:pt x="187" y="102"/>
                  <a:pt x="187" y="102"/>
                  <a:pt x="187" y="102"/>
                </a:cubicBezTo>
                <a:cubicBezTo>
                  <a:pt x="187" y="101"/>
                  <a:pt x="187" y="101"/>
                  <a:pt x="187" y="101"/>
                </a:cubicBezTo>
                <a:cubicBezTo>
                  <a:pt x="189" y="101"/>
                  <a:pt x="191" y="101"/>
                  <a:pt x="192" y="99"/>
                </a:cubicBezTo>
                <a:cubicBezTo>
                  <a:pt x="193" y="98"/>
                  <a:pt x="193" y="97"/>
                  <a:pt x="191" y="96"/>
                </a:cubicBezTo>
                <a:cubicBezTo>
                  <a:pt x="191" y="95"/>
                  <a:pt x="191" y="94"/>
                  <a:pt x="191" y="94"/>
                </a:cubicBezTo>
                <a:cubicBezTo>
                  <a:pt x="190" y="94"/>
                  <a:pt x="189" y="93"/>
                  <a:pt x="188" y="93"/>
                </a:cubicBezTo>
                <a:cubicBezTo>
                  <a:pt x="188" y="93"/>
                  <a:pt x="189" y="93"/>
                  <a:pt x="190" y="93"/>
                </a:cubicBezTo>
                <a:cubicBezTo>
                  <a:pt x="191" y="93"/>
                  <a:pt x="192" y="93"/>
                  <a:pt x="192" y="93"/>
                </a:cubicBezTo>
                <a:cubicBezTo>
                  <a:pt x="194" y="91"/>
                  <a:pt x="193" y="91"/>
                  <a:pt x="191" y="90"/>
                </a:cubicBezTo>
                <a:cubicBezTo>
                  <a:pt x="189" y="89"/>
                  <a:pt x="186" y="90"/>
                  <a:pt x="183" y="92"/>
                </a:cubicBezTo>
                <a:close/>
                <a:moveTo>
                  <a:pt x="154" y="246"/>
                </a:moveTo>
                <a:cubicBezTo>
                  <a:pt x="178" y="242"/>
                  <a:pt x="199" y="231"/>
                  <a:pt x="216" y="213"/>
                </a:cubicBezTo>
                <a:cubicBezTo>
                  <a:pt x="216" y="212"/>
                  <a:pt x="215" y="212"/>
                  <a:pt x="214" y="212"/>
                </a:cubicBezTo>
                <a:cubicBezTo>
                  <a:pt x="213" y="212"/>
                  <a:pt x="212" y="212"/>
                  <a:pt x="212" y="211"/>
                </a:cubicBezTo>
                <a:cubicBezTo>
                  <a:pt x="210" y="211"/>
                  <a:pt x="208" y="210"/>
                  <a:pt x="207" y="210"/>
                </a:cubicBezTo>
                <a:cubicBezTo>
                  <a:pt x="208" y="209"/>
                  <a:pt x="207" y="208"/>
                  <a:pt x="207" y="208"/>
                </a:cubicBezTo>
                <a:cubicBezTo>
                  <a:pt x="207" y="207"/>
                  <a:pt x="206" y="206"/>
                  <a:pt x="206" y="206"/>
                </a:cubicBezTo>
                <a:cubicBezTo>
                  <a:pt x="205" y="206"/>
                  <a:pt x="204" y="205"/>
                  <a:pt x="203" y="205"/>
                </a:cubicBezTo>
                <a:cubicBezTo>
                  <a:pt x="202" y="204"/>
                  <a:pt x="202" y="204"/>
                  <a:pt x="201" y="203"/>
                </a:cubicBezTo>
                <a:cubicBezTo>
                  <a:pt x="201" y="203"/>
                  <a:pt x="201" y="203"/>
                  <a:pt x="200" y="202"/>
                </a:cubicBezTo>
                <a:cubicBezTo>
                  <a:pt x="200" y="202"/>
                  <a:pt x="199" y="202"/>
                  <a:pt x="199" y="201"/>
                </a:cubicBezTo>
                <a:cubicBezTo>
                  <a:pt x="199" y="201"/>
                  <a:pt x="198" y="201"/>
                  <a:pt x="198" y="201"/>
                </a:cubicBezTo>
                <a:cubicBezTo>
                  <a:pt x="197" y="200"/>
                  <a:pt x="197" y="200"/>
                  <a:pt x="196" y="200"/>
                </a:cubicBezTo>
                <a:cubicBezTo>
                  <a:pt x="196" y="200"/>
                  <a:pt x="195" y="201"/>
                  <a:pt x="194" y="201"/>
                </a:cubicBezTo>
                <a:cubicBezTo>
                  <a:pt x="194" y="201"/>
                  <a:pt x="194" y="201"/>
                  <a:pt x="194" y="201"/>
                </a:cubicBezTo>
                <a:cubicBezTo>
                  <a:pt x="194" y="201"/>
                  <a:pt x="193" y="201"/>
                  <a:pt x="193" y="201"/>
                </a:cubicBezTo>
                <a:cubicBezTo>
                  <a:pt x="193" y="201"/>
                  <a:pt x="192" y="201"/>
                  <a:pt x="192" y="202"/>
                </a:cubicBezTo>
                <a:cubicBezTo>
                  <a:pt x="192" y="202"/>
                  <a:pt x="191" y="202"/>
                  <a:pt x="191" y="202"/>
                </a:cubicBezTo>
                <a:cubicBezTo>
                  <a:pt x="191" y="202"/>
                  <a:pt x="191" y="202"/>
                  <a:pt x="191" y="203"/>
                </a:cubicBezTo>
                <a:cubicBezTo>
                  <a:pt x="189" y="201"/>
                  <a:pt x="187" y="199"/>
                  <a:pt x="185" y="199"/>
                </a:cubicBezTo>
                <a:cubicBezTo>
                  <a:pt x="184" y="199"/>
                  <a:pt x="184" y="198"/>
                  <a:pt x="183" y="198"/>
                </a:cubicBezTo>
                <a:cubicBezTo>
                  <a:pt x="182" y="197"/>
                  <a:pt x="182" y="197"/>
                  <a:pt x="181" y="197"/>
                </a:cubicBezTo>
                <a:cubicBezTo>
                  <a:pt x="181" y="196"/>
                  <a:pt x="180" y="196"/>
                  <a:pt x="179" y="196"/>
                </a:cubicBezTo>
                <a:cubicBezTo>
                  <a:pt x="179" y="196"/>
                  <a:pt x="178" y="197"/>
                  <a:pt x="177" y="198"/>
                </a:cubicBezTo>
                <a:cubicBezTo>
                  <a:pt x="177" y="198"/>
                  <a:pt x="176" y="199"/>
                  <a:pt x="176" y="200"/>
                </a:cubicBezTo>
                <a:cubicBezTo>
                  <a:pt x="176" y="201"/>
                  <a:pt x="176" y="202"/>
                  <a:pt x="176" y="202"/>
                </a:cubicBezTo>
                <a:cubicBezTo>
                  <a:pt x="175" y="202"/>
                  <a:pt x="175" y="201"/>
                  <a:pt x="176" y="199"/>
                </a:cubicBezTo>
                <a:cubicBezTo>
                  <a:pt x="177" y="198"/>
                  <a:pt x="177" y="197"/>
                  <a:pt x="176" y="196"/>
                </a:cubicBezTo>
                <a:cubicBezTo>
                  <a:pt x="176" y="195"/>
                  <a:pt x="175" y="195"/>
                  <a:pt x="174" y="195"/>
                </a:cubicBezTo>
                <a:cubicBezTo>
                  <a:pt x="174" y="195"/>
                  <a:pt x="173" y="196"/>
                  <a:pt x="172" y="196"/>
                </a:cubicBezTo>
                <a:cubicBezTo>
                  <a:pt x="172" y="196"/>
                  <a:pt x="171" y="197"/>
                  <a:pt x="170" y="198"/>
                </a:cubicBezTo>
                <a:cubicBezTo>
                  <a:pt x="170" y="198"/>
                  <a:pt x="169" y="199"/>
                  <a:pt x="169" y="199"/>
                </a:cubicBezTo>
                <a:cubicBezTo>
                  <a:pt x="169" y="199"/>
                  <a:pt x="168" y="199"/>
                  <a:pt x="167" y="200"/>
                </a:cubicBezTo>
                <a:cubicBezTo>
                  <a:pt x="166" y="200"/>
                  <a:pt x="166" y="201"/>
                  <a:pt x="166" y="201"/>
                </a:cubicBezTo>
                <a:cubicBezTo>
                  <a:pt x="165" y="201"/>
                  <a:pt x="165" y="202"/>
                  <a:pt x="165" y="203"/>
                </a:cubicBezTo>
                <a:cubicBezTo>
                  <a:pt x="164" y="204"/>
                  <a:pt x="164" y="205"/>
                  <a:pt x="164" y="205"/>
                </a:cubicBezTo>
                <a:cubicBezTo>
                  <a:pt x="164" y="205"/>
                  <a:pt x="163" y="204"/>
                  <a:pt x="162" y="204"/>
                </a:cubicBezTo>
                <a:cubicBezTo>
                  <a:pt x="161" y="204"/>
                  <a:pt x="160" y="203"/>
                  <a:pt x="160" y="203"/>
                </a:cubicBezTo>
                <a:cubicBezTo>
                  <a:pt x="160" y="204"/>
                  <a:pt x="161" y="206"/>
                  <a:pt x="161" y="209"/>
                </a:cubicBezTo>
                <a:cubicBezTo>
                  <a:pt x="161" y="212"/>
                  <a:pt x="161" y="214"/>
                  <a:pt x="162" y="216"/>
                </a:cubicBezTo>
                <a:cubicBezTo>
                  <a:pt x="163" y="219"/>
                  <a:pt x="162" y="222"/>
                  <a:pt x="160" y="224"/>
                </a:cubicBezTo>
                <a:cubicBezTo>
                  <a:pt x="156" y="227"/>
                  <a:pt x="155" y="229"/>
                  <a:pt x="155" y="231"/>
                </a:cubicBezTo>
                <a:cubicBezTo>
                  <a:pt x="154" y="234"/>
                  <a:pt x="155" y="235"/>
                  <a:pt x="157" y="236"/>
                </a:cubicBezTo>
                <a:cubicBezTo>
                  <a:pt x="157" y="237"/>
                  <a:pt x="156" y="238"/>
                  <a:pt x="155" y="239"/>
                </a:cubicBezTo>
                <a:cubicBezTo>
                  <a:pt x="154" y="241"/>
                  <a:pt x="154" y="242"/>
                  <a:pt x="154" y="243"/>
                </a:cubicBezTo>
                <a:cubicBezTo>
                  <a:pt x="154" y="244"/>
                  <a:pt x="154" y="245"/>
                  <a:pt x="154" y="24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61"/>
          <p:cNvSpPr>
            <a:spLocks noEditPoints="1"/>
          </p:cNvSpPr>
          <p:nvPr/>
        </p:nvSpPr>
        <p:spPr bwMode="auto">
          <a:xfrm>
            <a:off x="6873876" y="1143001"/>
            <a:ext cx="200025" cy="315913"/>
          </a:xfrm>
          <a:custGeom>
            <a:avLst/>
            <a:gdLst>
              <a:gd name="T0" fmla="*/ 151 w 185"/>
              <a:gd name="T1" fmla="*/ 227 h 292"/>
              <a:gd name="T2" fmla="*/ 144 w 185"/>
              <a:gd name="T3" fmla="*/ 212 h 292"/>
              <a:gd name="T4" fmla="*/ 132 w 185"/>
              <a:gd name="T5" fmla="*/ 200 h 292"/>
              <a:gd name="T6" fmla="*/ 118 w 185"/>
              <a:gd name="T7" fmla="*/ 190 h 292"/>
              <a:gd name="T8" fmla="*/ 103 w 185"/>
              <a:gd name="T9" fmla="*/ 185 h 292"/>
              <a:gd name="T10" fmla="*/ 66 w 185"/>
              <a:gd name="T11" fmla="*/ 190 h 292"/>
              <a:gd name="T12" fmla="*/ 37 w 185"/>
              <a:gd name="T13" fmla="*/ 211 h 292"/>
              <a:gd name="T14" fmla="*/ 36 w 185"/>
              <a:gd name="T15" fmla="*/ 248 h 292"/>
              <a:gd name="T16" fmla="*/ 62 w 185"/>
              <a:gd name="T17" fmla="*/ 270 h 292"/>
              <a:gd name="T18" fmla="*/ 98 w 185"/>
              <a:gd name="T19" fmla="*/ 277 h 292"/>
              <a:gd name="T20" fmla="*/ 135 w 185"/>
              <a:gd name="T21" fmla="*/ 267 h 292"/>
              <a:gd name="T22" fmla="*/ 152 w 185"/>
              <a:gd name="T23" fmla="*/ 235 h 292"/>
              <a:gd name="T24" fmla="*/ 129 w 185"/>
              <a:gd name="T25" fmla="*/ 63 h 292"/>
              <a:gd name="T26" fmla="*/ 106 w 185"/>
              <a:gd name="T27" fmla="*/ 22 h 292"/>
              <a:gd name="T28" fmla="*/ 71 w 185"/>
              <a:gd name="T29" fmla="*/ 18 h 292"/>
              <a:gd name="T30" fmla="*/ 51 w 185"/>
              <a:gd name="T31" fmla="*/ 55 h 292"/>
              <a:gd name="T32" fmla="*/ 58 w 185"/>
              <a:gd name="T33" fmla="*/ 91 h 292"/>
              <a:gd name="T34" fmla="*/ 80 w 185"/>
              <a:gd name="T35" fmla="*/ 119 h 292"/>
              <a:gd name="T36" fmla="*/ 111 w 185"/>
              <a:gd name="T37" fmla="*/ 120 h 292"/>
              <a:gd name="T38" fmla="*/ 132 w 185"/>
              <a:gd name="T39" fmla="*/ 85 h 292"/>
              <a:gd name="T40" fmla="*/ 185 w 185"/>
              <a:gd name="T41" fmla="*/ 0 h 292"/>
              <a:gd name="T42" fmla="*/ 138 w 185"/>
              <a:gd name="T43" fmla="*/ 16 h 292"/>
              <a:gd name="T44" fmla="*/ 165 w 185"/>
              <a:gd name="T45" fmla="*/ 67 h 292"/>
              <a:gd name="T46" fmla="*/ 150 w 185"/>
              <a:gd name="T47" fmla="*/ 106 h 292"/>
              <a:gd name="T48" fmla="*/ 127 w 185"/>
              <a:gd name="T49" fmla="*/ 128 h 292"/>
              <a:gd name="T50" fmla="*/ 129 w 185"/>
              <a:gd name="T51" fmla="*/ 152 h 292"/>
              <a:gd name="T52" fmla="*/ 158 w 185"/>
              <a:gd name="T53" fmla="*/ 177 h 292"/>
              <a:gd name="T54" fmla="*/ 177 w 185"/>
              <a:gd name="T55" fmla="*/ 220 h 292"/>
              <a:gd name="T56" fmla="*/ 132 w 185"/>
              <a:gd name="T57" fmla="*/ 282 h 292"/>
              <a:gd name="T58" fmla="*/ 36 w 185"/>
              <a:gd name="T59" fmla="*/ 285 h 292"/>
              <a:gd name="T60" fmla="*/ 0 w 185"/>
              <a:gd name="T61" fmla="*/ 238 h 292"/>
              <a:gd name="T62" fmla="*/ 28 w 185"/>
              <a:gd name="T63" fmla="*/ 191 h 292"/>
              <a:gd name="T64" fmla="*/ 91 w 185"/>
              <a:gd name="T65" fmla="*/ 161 h 292"/>
              <a:gd name="T66" fmla="*/ 92 w 185"/>
              <a:gd name="T67" fmla="*/ 133 h 292"/>
              <a:gd name="T68" fmla="*/ 36 w 185"/>
              <a:gd name="T69" fmla="*/ 117 h 292"/>
              <a:gd name="T70" fmla="*/ 25 w 185"/>
              <a:gd name="T71" fmla="*/ 46 h 292"/>
              <a:gd name="T72" fmla="*/ 74 w 185"/>
              <a:gd name="T73" fmla="*/ 6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5" h="292">
                <a:moveTo>
                  <a:pt x="152" y="235"/>
                </a:moveTo>
                <a:cubicBezTo>
                  <a:pt x="152" y="232"/>
                  <a:pt x="152" y="230"/>
                  <a:pt x="151" y="227"/>
                </a:cubicBezTo>
                <a:cubicBezTo>
                  <a:pt x="150" y="224"/>
                  <a:pt x="150" y="222"/>
                  <a:pt x="149" y="219"/>
                </a:cubicBezTo>
                <a:cubicBezTo>
                  <a:pt x="148" y="217"/>
                  <a:pt x="146" y="215"/>
                  <a:pt x="144" y="212"/>
                </a:cubicBezTo>
                <a:cubicBezTo>
                  <a:pt x="142" y="209"/>
                  <a:pt x="140" y="207"/>
                  <a:pt x="139" y="206"/>
                </a:cubicBezTo>
                <a:cubicBezTo>
                  <a:pt x="138" y="205"/>
                  <a:pt x="135" y="203"/>
                  <a:pt x="132" y="200"/>
                </a:cubicBezTo>
                <a:cubicBezTo>
                  <a:pt x="129" y="197"/>
                  <a:pt x="126" y="196"/>
                  <a:pt x="126" y="195"/>
                </a:cubicBezTo>
                <a:cubicBezTo>
                  <a:pt x="125" y="194"/>
                  <a:pt x="122" y="192"/>
                  <a:pt x="118" y="190"/>
                </a:cubicBezTo>
                <a:cubicBezTo>
                  <a:pt x="114" y="187"/>
                  <a:pt x="112" y="185"/>
                  <a:pt x="112" y="185"/>
                </a:cubicBezTo>
                <a:cubicBezTo>
                  <a:pt x="110" y="185"/>
                  <a:pt x="107" y="185"/>
                  <a:pt x="103" y="185"/>
                </a:cubicBezTo>
                <a:cubicBezTo>
                  <a:pt x="97" y="185"/>
                  <a:pt x="91" y="185"/>
                  <a:pt x="85" y="186"/>
                </a:cubicBezTo>
                <a:cubicBezTo>
                  <a:pt x="79" y="187"/>
                  <a:pt x="73" y="188"/>
                  <a:pt x="66" y="190"/>
                </a:cubicBezTo>
                <a:cubicBezTo>
                  <a:pt x="60" y="192"/>
                  <a:pt x="54" y="195"/>
                  <a:pt x="49" y="198"/>
                </a:cubicBezTo>
                <a:cubicBezTo>
                  <a:pt x="44" y="202"/>
                  <a:pt x="40" y="206"/>
                  <a:pt x="37" y="211"/>
                </a:cubicBezTo>
                <a:cubicBezTo>
                  <a:pt x="34" y="217"/>
                  <a:pt x="32" y="223"/>
                  <a:pt x="32" y="230"/>
                </a:cubicBezTo>
                <a:cubicBezTo>
                  <a:pt x="32" y="237"/>
                  <a:pt x="34" y="242"/>
                  <a:pt x="36" y="248"/>
                </a:cubicBezTo>
                <a:cubicBezTo>
                  <a:pt x="39" y="253"/>
                  <a:pt x="43" y="258"/>
                  <a:pt x="47" y="261"/>
                </a:cubicBezTo>
                <a:cubicBezTo>
                  <a:pt x="51" y="265"/>
                  <a:pt x="57" y="268"/>
                  <a:pt x="62" y="270"/>
                </a:cubicBezTo>
                <a:cubicBezTo>
                  <a:pt x="68" y="272"/>
                  <a:pt x="74" y="274"/>
                  <a:pt x="80" y="275"/>
                </a:cubicBezTo>
                <a:cubicBezTo>
                  <a:pt x="86" y="276"/>
                  <a:pt x="92" y="277"/>
                  <a:pt x="98" y="277"/>
                </a:cubicBezTo>
                <a:cubicBezTo>
                  <a:pt x="105" y="277"/>
                  <a:pt x="111" y="276"/>
                  <a:pt x="117" y="274"/>
                </a:cubicBezTo>
                <a:cubicBezTo>
                  <a:pt x="124" y="273"/>
                  <a:pt x="129" y="270"/>
                  <a:pt x="135" y="267"/>
                </a:cubicBezTo>
                <a:cubicBezTo>
                  <a:pt x="140" y="264"/>
                  <a:pt x="144" y="260"/>
                  <a:pt x="148" y="255"/>
                </a:cubicBezTo>
                <a:cubicBezTo>
                  <a:pt x="151" y="249"/>
                  <a:pt x="152" y="243"/>
                  <a:pt x="152" y="235"/>
                </a:cubicBezTo>
                <a:close/>
                <a:moveTo>
                  <a:pt x="132" y="85"/>
                </a:moveTo>
                <a:cubicBezTo>
                  <a:pt x="132" y="78"/>
                  <a:pt x="131" y="70"/>
                  <a:pt x="129" y="63"/>
                </a:cubicBezTo>
                <a:cubicBezTo>
                  <a:pt x="127" y="55"/>
                  <a:pt x="124" y="47"/>
                  <a:pt x="120" y="40"/>
                </a:cubicBezTo>
                <a:cubicBezTo>
                  <a:pt x="117" y="33"/>
                  <a:pt x="112" y="27"/>
                  <a:pt x="106" y="22"/>
                </a:cubicBezTo>
                <a:cubicBezTo>
                  <a:pt x="99" y="17"/>
                  <a:pt x="93" y="15"/>
                  <a:pt x="85" y="15"/>
                </a:cubicBezTo>
                <a:cubicBezTo>
                  <a:pt x="80" y="15"/>
                  <a:pt x="75" y="16"/>
                  <a:pt x="71" y="18"/>
                </a:cubicBezTo>
                <a:cubicBezTo>
                  <a:pt x="66" y="20"/>
                  <a:pt x="62" y="23"/>
                  <a:pt x="59" y="27"/>
                </a:cubicBezTo>
                <a:cubicBezTo>
                  <a:pt x="54" y="34"/>
                  <a:pt x="51" y="44"/>
                  <a:pt x="51" y="55"/>
                </a:cubicBezTo>
                <a:cubicBezTo>
                  <a:pt x="51" y="61"/>
                  <a:pt x="51" y="66"/>
                  <a:pt x="53" y="72"/>
                </a:cubicBezTo>
                <a:cubicBezTo>
                  <a:pt x="54" y="78"/>
                  <a:pt x="56" y="85"/>
                  <a:pt x="58" y="91"/>
                </a:cubicBezTo>
                <a:cubicBezTo>
                  <a:pt x="61" y="97"/>
                  <a:pt x="64" y="102"/>
                  <a:pt x="67" y="107"/>
                </a:cubicBezTo>
                <a:cubicBezTo>
                  <a:pt x="71" y="112"/>
                  <a:pt x="75" y="116"/>
                  <a:pt x="80" y="119"/>
                </a:cubicBezTo>
                <a:cubicBezTo>
                  <a:pt x="86" y="122"/>
                  <a:pt x="91" y="123"/>
                  <a:pt x="97" y="123"/>
                </a:cubicBezTo>
                <a:cubicBezTo>
                  <a:pt x="102" y="123"/>
                  <a:pt x="106" y="122"/>
                  <a:pt x="111" y="120"/>
                </a:cubicBezTo>
                <a:cubicBezTo>
                  <a:pt x="116" y="118"/>
                  <a:pt x="120" y="116"/>
                  <a:pt x="123" y="113"/>
                </a:cubicBezTo>
                <a:cubicBezTo>
                  <a:pt x="129" y="106"/>
                  <a:pt x="132" y="97"/>
                  <a:pt x="132" y="85"/>
                </a:cubicBezTo>
                <a:close/>
                <a:moveTo>
                  <a:pt x="112" y="0"/>
                </a:moveTo>
                <a:cubicBezTo>
                  <a:pt x="185" y="0"/>
                  <a:pt x="185" y="0"/>
                  <a:pt x="185" y="0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38" y="16"/>
                  <a:pt x="138" y="16"/>
                  <a:pt x="138" y="16"/>
                </a:cubicBezTo>
                <a:cubicBezTo>
                  <a:pt x="147" y="23"/>
                  <a:pt x="154" y="31"/>
                  <a:pt x="158" y="39"/>
                </a:cubicBezTo>
                <a:cubicBezTo>
                  <a:pt x="162" y="47"/>
                  <a:pt x="165" y="57"/>
                  <a:pt x="165" y="67"/>
                </a:cubicBezTo>
                <a:cubicBezTo>
                  <a:pt x="165" y="76"/>
                  <a:pt x="163" y="83"/>
                  <a:pt x="160" y="90"/>
                </a:cubicBezTo>
                <a:cubicBezTo>
                  <a:pt x="158" y="97"/>
                  <a:pt x="154" y="102"/>
                  <a:pt x="150" y="106"/>
                </a:cubicBezTo>
                <a:cubicBezTo>
                  <a:pt x="146" y="110"/>
                  <a:pt x="142" y="114"/>
                  <a:pt x="138" y="118"/>
                </a:cubicBezTo>
                <a:cubicBezTo>
                  <a:pt x="134" y="121"/>
                  <a:pt x="130" y="125"/>
                  <a:pt x="127" y="128"/>
                </a:cubicBezTo>
                <a:cubicBezTo>
                  <a:pt x="125" y="132"/>
                  <a:pt x="123" y="136"/>
                  <a:pt x="123" y="140"/>
                </a:cubicBezTo>
                <a:cubicBezTo>
                  <a:pt x="123" y="144"/>
                  <a:pt x="125" y="148"/>
                  <a:pt x="129" y="152"/>
                </a:cubicBezTo>
                <a:cubicBezTo>
                  <a:pt x="132" y="156"/>
                  <a:pt x="137" y="160"/>
                  <a:pt x="142" y="164"/>
                </a:cubicBezTo>
                <a:cubicBezTo>
                  <a:pt x="147" y="168"/>
                  <a:pt x="153" y="173"/>
                  <a:pt x="158" y="177"/>
                </a:cubicBezTo>
                <a:cubicBezTo>
                  <a:pt x="163" y="182"/>
                  <a:pt x="168" y="188"/>
                  <a:pt x="172" y="196"/>
                </a:cubicBezTo>
                <a:cubicBezTo>
                  <a:pt x="175" y="203"/>
                  <a:pt x="177" y="211"/>
                  <a:pt x="177" y="220"/>
                </a:cubicBezTo>
                <a:cubicBezTo>
                  <a:pt x="177" y="231"/>
                  <a:pt x="174" y="241"/>
                  <a:pt x="169" y="251"/>
                </a:cubicBezTo>
                <a:cubicBezTo>
                  <a:pt x="160" y="265"/>
                  <a:pt x="148" y="276"/>
                  <a:pt x="132" y="282"/>
                </a:cubicBezTo>
                <a:cubicBezTo>
                  <a:pt x="116" y="289"/>
                  <a:pt x="98" y="292"/>
                  <a:pt x="80" y="292"/>
                </a:cubicBezTo>
                <a:cubicBezTo>
                  <a:pt x="64" y="292"/>
                  <a:pt x="50" y="290"/>
                  <a:pt x="36" y="285"/>
                </a:cubicBezTo>
                <a:cubicBezTo>
                  <a:pt x="23" y="280"/>
                  <a:pt x="13" y="272"/>
                  <a:pt x="6" y="261"/>
                </a:cubicBezTo>
                <a:cubicBezTo>
                  <a:pt x="2" y="254"/>
                  <a:pt x="0" y="246"/>
                  <a:pt x="0" y="238"/>
                </a:cubicBezTo>
                <a:cubicBezTo>
                  <a:pt x="0" y="229"/>
                  <a:pt x="2" y="220"/>
                  <a:pt x="7" y="212"/>
                </a:cubicBezTo>
                <a:cubicBezTo>
                  <a:pt x="13" y="204"/>
                  <a:pt x="20" y="197"/>
                  <a:pt x="28" y="191"/>
                </a:cubicBezTo>
                <a:cubicBezTo>
                  <a:pt x="44" y="182"/>
                  <a:pt x="67" y="176"/>
                  <a:pt x="99" y="174"/>
                </a:cubicBezTo>
                <a:cubicBezTo>
                  <a:pt x="95" y="169"/>
                  <a:pt x="93" y="165"/>
                  <a:pt x="91" y="161"/>
                </a:cubicBezTo>
                <a:cubicBezTo>
                  <a:pt x="89" y="157"/>
                  <a:pt x="88" y="153"/>
                  <a:pt x="88" y="148"/>
                </a:cubicBezTo>
                <a:cubicBezTo>
                  <a:pt x="88" y="143"/>
                  <a:pt x="89" y="138"/>
                  <a:pt x="92" y="133"/>
                </a:cubicBezTo>
                <a:cubicBezTo>
                  <a:pt x="86" y="134"/>
                  <a:pt x="82" y="134"/>
                  <a:pt x="80" y="134"/>
                </a:cubicBezTo>
                <a:cubicBezTo>
                  <a:pt x="63" y="134"/>
                  <a:pt x="48" y="128"/>
                  <a:pt x="36" y="117"/>
                </a:cubicBezTo>
                <a:cubicBezTo>
                  <a:pt x="24" y="106"/>
                  <a:pt x="18" y="91"/>
                  <a:pt x="18" y="74"/>
                </a:cubicBezTo>
                <a:cubicBezTo>
                  <a:pt x="18" y="64"/>
                  <a:pt x="20" y="55"/>
                  <a:pt x="25" y="46"/>
                </a:cubicBezTo>
                <a:cubicBezTo>
                  <a:pt x="29" y="37"/>
                  <a:pt x="35" y="29"/>
                  <a:pt x="42" y="23"/>
                </a:cubicBezTo>
                <a:cubicBezTo>
                  <a:pt x="51" y="15"/>
                  <a:pt x="61" y="10"/>
                  <a:pt x="74" y="6"/>
                </a:cubicBezTo>
                <a:cubicBezTo>
                  <a:pt x="86" y="2"/>
                  <a:pt x="99" y="0"/>
                  <a:pt x="112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62"/>
          <p:cNvSpPr>
            <a:spLocks noEditPoints="1"/>
          </p:cNvSpPr>
          <p:nvPr/>
        </p:nvSpPr>
        <p:spPr bwMode="auto">
          <a:xfrm>
            <a:off x="7254876" y="1143001"/>
            <a:ext cx="300038" cy="315913"/>
          </a:xfrm>
          <a:custGeom>
            <a:avLst/>
            <a:gdLst>
              <a:gd name="T0" fmla="*/ 129 w 278"/>
              <a:gd name="T1" fmla="*/ 152 h 292"/>
              <a:gd name="T2" fmla="*/ 159 w 278"/>
              <a:gd name="T3" fmla="*/ 177 h 292"/>
              <a:gd name="T4" fmla="*/ 178 w 278"/>
              <a:gd name="T5" fmla="*/ 220 h 292"/>
              <a:gd name="T6" fmla="*/ 133 w 278"/>
              <a:gd name="T7" fmla="*/ 282 h 292"/>
              <a:gd name="T8" fmla="*/ 37 w 278"/>
              <a:gd name="T9" fmla="*/ 285 h 292"/>
              <a:gd name="T10" fmla="*/ 0 w 278"/>
              <a:gd name="T11" fmla="*/ 238 h 292"/>
              <a:gd name="T12" fmla="*/ 29 w 278"/>
              <a:gd name="T13" fmla="*/ 191 h 292"/>
              <a:gd name="T14" fmla="*/ 91 w 278"/>
              <a:gd name="T15" fmla="*/ 161 h 292"/>
              <a:gd name="T16" fmla="*/ 92 w 278"/>
              <a:gd name="T17" fmla="*/ 133 h 292"/>
              <a:gd name="T18" fmla="*/ 37 w 278"/>
              <a:gd name="T19" fmla="*/ 117 h 292"/>
              <a:gd name="T20" fmla="*/ 25 w 278"/>
              <a:gd name="T21" fmla="*/ 46 h 292"/>
              <a:gd name="T22" fmla="*/ 75 w 278"/>
              <a:gd name="T23" fmla="*/ 6 h 292"/>
              <a:gd name="T24" fmla="*/ 186 w 278"/>
              <a:gd name="T25" fmla="*/ 0 h 292"/>
              <a:gd name="T26" fmla="*/ 139 w 278"/>
              <a:gd name="T27" fmla="*/ 16 h 292"/>
              <a:gd name="T28" fmla="*/ 165 w 278"/>
              <a:gd name="T29" fmla="*/ 67 h 292"/>
              <a:gd name="T30" fmla="*/ 151 w 278"/>
              <a:gd name="T31" fmla="*/ 106 h 292"/>
              <a:gd name="T32" fmla="*/ 128 w 278"/>
              <a:gd name="T33" fmla="*/ 128 h 292"/>
              <a:gd name="T34" fmla="*/ 98 w 278"/>
              <a:gd name="T35" fmla="*/ 123 h 292"/>
              <a:gd name="T36" fmla="*/ 123 w 278"/>
              <a:gd name="T37" fmla="*/ 113 h 292"/>
              <a:gd name="T38" fmla="*/ 130 w 278"/>
              <a:gd name="T39" fmla="*/ 63 h 292"/>
              <a:gd name="T40" fmla="*/ 106 w 278"/>
              <a:gd name="T41" fmla="*/ 22 h 292"/>
              <a:gd name="T42" fmla="*/ 71 w 278"/>
              <a:gd name="T43" fmla="*/ 18 h 292"/>
              <a:gd name="T44" fmla="*/ 52 w 278"/>
              <a:gd name="T45" fmla="*/ 55 h 292"/>
              <a:gd name="T46" fmla="*/ 59 w 278"/>
              <a:gd name="T47" fmla="*/ 91 h 292"/>
              <a:gd name="T48" fmla="*/ 81 w 278"/>
              <a:gd name="T49" fmla="*/ 119 h 292"/>
              <a:gd name="T50" fmla="*/ 98 w 278"/>
              <a:gd name="T51" fmla="*/ 277 h 292"/>
              <a:gd name="T52" fmla="*/ 135 w 278"/>
              <a:gd name="T53" fmla="*/ 267 h 292"/>
              <a:gd name="T54" fmla="*/ 153 w 278"/>
              <a:gd name="T55" fmla="*/ 235 h 292"/>
              <a:gd name="T56" fmla="*/ 149 w 278"/>
              <a:gd name="T57" fmla="*/ 219 h 292"/>
              <a:gd name="T58" fmla="*/ 139 w 278"/>
              <a:gd name="T59" fmla="*/ 206 h 292"/>
              <a:gd name="T60" fmla="*/ 126 w 278"/>
              <a:gd name="T61" fmla="*/ 195 h 292"/>
              <a:gd name="T62" fmla="*/ 112 w 278"/>
              <a:gd name="T63" fmla="*/ 185 h 292"/>
              <a:gd name="T64" fmla="*/ 86 w 278"/>
              <a:gd name="T65" fmla="*/ 186 h 292"/>
              <a:gd name="T66" fmla="*/ 50 w 278"/>
              <a:gd name="T67" fmla="*/ 198 h 292"/>
              <a:gd name="T68" fmla="*/ 33 w 278"/>
              <a:gd name="T69" fmla="*/ 230 h 292"/>
              <a:gd name="T70" fmla="*/ 55 w 278"/>
              <a:gd name="T71" fmla="*/ 266 h 292"/>
              <a:gd name="T72" fmla="*/ 98 w 278"/>
              <a:gd name="T73" fmla="*/ 277 h 292"/>
              <a:gd name="T74" fmla="*/ 278 w 278"/>
              <a:gd name="T75" fmla="*/ 123 h 292"/>
              <a:gd name="T76" fmla="*/ 241 w 278"/>
              <a:gd name="T77" fmla="*/ 142 h 292"/>
              <a:gd name="T78" fmla="*/ 222 w 278"/>
              <a:gd name="T79" fmla="*/ 180 h 292"/>
              <a:gd name="T80" fmla="*/ 185 w 278"/>
              <a:gd name="T81" fmla="*/ 142 h 292"/>
              <a:gd name="T82" fmla="*/ 222 w 278"/>
              <a:gd name="T83" fmla="*/ 123 h 292"/>
              <a:gd name="T84" fmla="*/ 241 w 278"/>
              <a:gd name="T85" fmla="*/ 84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8" h="292">
                <a:moveTo>
                  <a:pt x="124" y="140"/>
                </a:moveTo>
                <a:cubicBezTo>
                  <a:pt x="124" y="144"/>
                  <a:pt x="126" y="148"/>
                  <a:pt x="129" y="152"/>
                </a:cubicBezTo>
                <a:cubicBezTo>
                  <a:pt x="133" y="156"/>
                  <a:pt x="138" y="160"/>
                  <a:pt x="143" y="164"/>
                </a:cubicBezTo>
                <a:cubicBezTo>
                  <a:pt x="148" y="168"/>
                  <a:pt x="154" y="173"/>
                  <a:pt x="159" y="177"/>
                </a:cubicBezTo>
                <a:cubicBezTo>
                  <a:pt x="164" y="182"/>
                  <a:pt x="169" y="188"/>
                  <a:pt x="172" y="196"/>
                </a:cubicBezTo>
                <a:cubicBezTo>
                  <a:pt x="176" y="203"/>
                  <a:pt x="178" y="211"/>
                  <a:pt x="178" y="220"/>
                </a:cubicBezTo>
                <a:cubicBezTo>
                  <a:pt x="178" y="231"/>
                  <a:pt x="175" y="241"/>
                  <a:pt x="170" y="251"/>
                </a:cubicBezTo>
                <a:cubicBezTo>
                  <a:pt x="161" y="265"/>
                  <a:pt x="149" y="276"/>
                  <a:pt x="133" y="282"/>
                </a:cubicBezTo>
                <a:cubicBezTo>
                  <a:pt x="116" y="289"/>
                  <a:pt x="99" y="292"/>
                  <a:pt x="80" y="292"/>
                </a:cubicBezTo>
                <a:cubicBezTo>
                  <a:pt x="65" y="292"/>
                  <a:pt x="50" y="290"/>
                  <a:pt x="37" y="285"/>
                </a:cubicBezTo>
                <a:cubicBezTo>
                  <a:pt x="23" y="280"/>
                  <a:pt x="13" y="272"/>
                  <a:pt x="7" y="261"/>
                </a:cubicBezTo>
                <a:cubicBezTo>
                  <a:pt x="2" y="254"/>
                  <a:pt x="0" y="246"/>
                  <a:pt x="0" y="238"/>
                </a:cubicBezTo>
                <a:cubicBezTo>
                  <a:pt x="0" y="229"/>
                  <a:pt x="3" y="220"/>
                  <a:pt x="8" y="212"/>
                </a:cubicBezTo>
                <a:cubicBezTo>
                  <a:pt x="13" y="204"/>
                  <a:pt x="20" y="197"/>
                  <a:pt x="29" y="191"/>
                </a:cubicBezTo>
                <a:cubicBezTo>
                  <a:pt x="44" y="182"/>
                  <a:pt x="68" y="176"/>
                  <a:pt x="100" y="174"/>
                </a:cubicBezTo>
                <a:cubicBezTo>
                  <a:pt x="96" y="169"/>
                  <a:pt x="93" y="165"/>
                  <a:pt x="91" y="161"/>
                </a:cubicBezTo>
                <a:cubicBezTo>
                  <a:pt x="90" y="157"/>
                  <a:pt x="89" y="153"/>
                  <a:pt x="89" y="148"/>
                </a:cubicBezTo>
                <a:cubicBezTo>
                  <a:pt x="89" y="144"/>
                  <a:pt x="90" y="139"/>
                  <a:pt x="92" y="133"/>
                </a:cubicBezTo>
                <a:cubicBezTo>
                  <a:pt x="87" y="134"/>
                  <a:pt x="83" y="134"/>
                  <a:pt x="81" y="134"/>
                </a:cubicBezTo>
                <a:cubicBezTo>
                  <a:pt x="63" y="134"/>
                  <a:pt x="49" y="128"/>
                  <a:pt x="37" y="117"/>
                </a:cubicBezTo>
                <a:cubicBezTo>
                  <a:pt x="25" y="106"/>
                  <a:pt x="19" y="91"/>
                  <a:pt x="19" y="74"/>
                </a:cubicBezTo>
                <a:cubicBezTo>
                  <a:pt x="19" y="64"/>
                  <a:pt x="21" y="55"/>
                  <a:pt x="25" y="46"/>
                </a:cubicBezTo>
                <a:cubicBezTo>
                  <a:pt x="29" y="37"/>
                  <a:pt x="35" y="29"/>
                  <a:pt x="43" y="23"/>
                </a:cubicBezTo>
                <a:cubicBezTo>
                  <a:pt x="52" y="15"/>
                  <a:pt x="62" y="10"/>
                  <a:pt x="75" y="6"/>
                </a:cubicBezTo>
                <a:cubicBezTo>
                  <a:pt x="87" y="2"/>
                  <a:pt x="100" y="0"/>
                  <a:pt x="113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139" y="16"/>
                  <a:pt x="139" y="16"/>
                  <a:pt x="139" y="16"/>
                </a:cubicBezTo>
                <a:cubicBezTo>
                  <a:pt x="148" y="23"/>
                  <a:pt x="154" y="31"/>
                  <a:pt x="159" y="39"/>
                </a:cubicBezTo>
                <a:cubicBezTo>
                  <a:pt x="163" y="47"/>
                  <a:pt x="165" y="57"/>
                  <a:pt x="165" y="67"/>
                </a:cubicBezTo>
                <a:cubicBezTo>
                  <a:pt x="165" y="76"/>
                  <a:pt x="164" y="83"/>
                  <a:pt x="161" y="90"/>
                </a:cubicBezTo>
                <a:cubicBezTo>
                  <a:pt x="158" y="97"/>
                  <a:pt x="155" y="102"/>
                  <a:pt x="151" y="106"/>
                </a:cubicBezTo>
                <a:cubicBezTo>
                  <a:pt x="147" y="110"/>
                  <a:pt x="143" y="114"/>
                  <a:pt x="138" y="118"/>
                </a:cubicBezTo>
                <a:cubicBezTo>
                  <a:pt x="134" y="121"/>
                  <a:pt x="131" y="125"/>
                  <a:pt x="128" y="128"/>
                </a:cubicBezTo>
                <a:cubicBezTo>
                  <a:pt x="125" y="132"/>
                  <a:pt x="124" y="136"/>
                  <a:pt x="124" y="140"/>
                </a:cubicBezTo>
                <a:close/>
                <a:moveTo>
                  <a:pt x="98" y="123"/>
                </a:moveTo>
                <a:cubicBezTo>
                  <a:pt x="103" y="123"/>
                  <a:pt x="107" y="122"/>
                  <a:pt x="112" y="120"/>
                </a:cubicBezTo>
                <a:cubicBezTo>
                  <a:pt x="116" y="118"/>
                  <a:pt x="120" y="116"/>
                  <a:pt x="123" y="113"/>
                </a:cubicBezTo>
                <a:cubicBezTo>
                  <a:pt x="130" y="106"/>
                  <a:pt x="133" y="97"/>
                  <a:pt x="133" y="85"/>
                </a:cubicBezTo>
                <a:cubicBezTo>
                  <a:pt x="133" y="78"/>
                  <a:pt x="132" y="71"/>
                  <a:pt x="130" y="63"/>
                </a:cubicBezTo>
                <a:cubicBezTo>
                  <a:pt x="128" y="55"/>
                  <a:pt x="125" y="47"/>
                  <a:pt x="121" y="40"/>
                </a:cubicBezTo>
                <a:cubicBezTo>
                  <a:pt x="117" y="33"/>
                  <a:pt x="113" y="27"/>
                  <a:pt x="106" y="22"/>
                </a:cubicBezTo>
                <a:cubicBezTo>
                  <a:pt x="100" y="17"/>
                  <a:pt x="93" y="15"/>
                  <a:pt x="86" y="15"/>
                </a:cubicBezTo>
                <a:cubicBezTo>
                  <a:pt x="81" y="15"/>
                  <a:pt x="76" y="16"/>
                  <a:pt x="71" y="18"/>
                </a:cubicBezTo>
                <a:cubicBezTo>
                  <a:pt x="67" y="20"/>
                  <a:pt x="63" y="23"/>
                  <a:pt x="60" y="27"/>
                </a:cubicBezTo>
                <a:cubicBezTo>
                  <a:pt x="54" y="34"/>
                  <a:pt x="52" y="44"/>
                  <a:pt x="52" y="55"/>
                </a:cubicBezTo>
                <a:cubicBezTo>
                  <a:pt x="52" y="61"/>
                  <a:pt x="52" y="66"/>
                  <a:pt x="53" y="72"/>
                </a:cubicBezTo>
                <a:cubicBezTo>
                  <a:pt x="54" y="78"/>
                  <a:pt x="56" y="85"/>
                  <a:pt x="59" y="91"/>
                </a:cubicBezTo>
                <a:cubicBezTo>
                  <a:pt x="61" y="97"/>
                  <a:pt x="64" y="102"/>
                  <a:pt x="68" y="107"/>
                </a:cubicBezTo>
                <a:cubicBezTo>
                  <a:pt x="72" y="112"/>
                  <a:pt x="76" y="116"/>
                  <a:pt x="81" y="119"/>
                </a:cubicBezTo>
                <a:cubicBezTo>
                  <a:pt x="86" y="122"/>
                  <a:pt x="92" y="123"/>
                  <a:pt x="98" y="123"/>
                </a:cubicBezTo>
                <a:close/>
                <a:moveTo>
                  <a:pt x="98" y="277"/>
                </a:moveTo>
                <a:cubicBezTo>
                  <a:pt x="105" y="277"/>
                  <a:pt x="112" y="276"/>
                  <a:pt x="118" y="274"/>
                </a:cubicBezTo>
                <a:cubicBezTo>
                  <a:pt x="124" y="273"/>
                  <a:pt x="130" y="270"/>
                  <a:pt x="135" y="267"/>
                </a:cubicBezTo>
                <a:cubicBezTo>
                  <a:pt x="141" y="264"/>
                  <a:pt x="145" y="260"/>
                  <a:pt x="148" y="255"/>
                </a:cubicBezTo>
                <a:cubicBezTo>
                  <a:pt x="151" y="249"/>
                  <a:pt x="153" y="243"/>
                  <a:pt x="153" y="235"/>
                </a:cubicBezTo>
                <a:cubicBezTo>
                  <a:pt x="153" y="232"/>
                  <a:pt x="153" y="230"/>
                  <a:pt x="152" y="227"/>
                </a:cubicBezTo>
                <a:cubicBezTo>
                  <a:pt x="151" y="224"/>
                  <a:pt x="150" y="222"/>
                  <a:pt x="149" y="219"/>
                </a:cubicBezTo>
                <a:cubicBezTo>
                  <a:pt x="148" y="217"/>
                  <a:pt x="147" y="215"/>
                  <a:pt x="145" y="212"/>
                </a:cubicBezTo>
                <a:cubicBezTo>
                  <a:pt x="142" y="209"/>
                  <a:pt x="141" y="207"/>
                  <a:pt x="139" y="206"/>
                </a:cubicBezTo>
                <a:cubicBezTo>
                  <a:pt x="138" y="205"/>
                  <a:pt x="136" y="203"/>
                  <a:pt x="133" y="200"/>
                </a:cubicBezTo>
                <a:cubicBezTo>
                  <a:pt x="129" y="197"/>
                  <a:pt x="127" y="196"/>
                  <a:pt x="126" y="195"/>
                </a:cubicBezTo>
                <a:cubicBezTo>
                  <a:pt x="125" y="194"/>
                  <a:pt x="123" y="192"/>
                  <a:pt x="119" y="190"/>
                </a:cubicBezTo>
                <a:cubicBezTo>
                  <a:pt x="115" y="187"/>
                  <a:pt x="113" y="185"/>
                  <a:pt x="112" y="185"/>
                </a:cubicBezTo>
                <a:cubicBezTo>
                  <a:pt x="111" y="185"/>
                  <a:pt x="108" y="185"/>
                  <a:pt x="104" y="185"/>
                </a:cubicBezTo>
                <a:cubicBezTo>
                  <a:pt x="98" y="185"/>
                  <a:pt x="92" y="185"/>
                  <a:pt x="86" y="186"/>
                </a:cubicBezTo>
                <a:cubicBezTo>
                  <a:pt x="80" y="187"/>
                  <a:pt x="73" y="188"/>
                  <a:pt x="67" y="190"/>
                </a:cubicBezTo>
                <a:cubicBezTo>
                  <a:pt x="60" y="192"/>
                  <a:pt x="55" y="195"/>
                  <a:pt x="50" y="198"/>
                </a:cubicBezTo>
                <a:cubicBezTo>
                  <a:pt x="45" y="202"/>
                  <a:pt x="41" y="206"/>
                  <a:pt x="38" y="211"/>
                </a:cubicBezTo>
                <a:cubicBezTo>
                  <a:pt x="34" y="217"/>
                  <a:pt x="33" y="223"/>
                  <a:pt x="33" y="230"/>
                </a:cubicBezTo>
                <a:cubicBezTo>
                  <a:pt x="33" y="238"/>
                  <a:pt x="35" y="245"/>
                  <a:pt x="39" y="252"/>
                </a:cubicBezTo>
                <a:cubicBezTo>
                  <a:pt x="43" y="258"/>
                  <a:pt x="49" y="263"/>
                  <a:pt x="55" y="266"/>
                </a:cubicBezTo>
                <a:cubicBezTo>
                  <a:pt x="62" y="270"/>
                  <a:pt x="69" y="272"/>
                  <a:pt x="76" y="274"/>
                </a:cubicBezTo>
                <a:cubicBezTo>
                  <a:pt x="83" y="276"/>
                  <a:pt x="91" y="277"/>
                  <a:pt x="98" y="277"/>
                </a:cubicBezTo>
                <a:close/>
                <a:moveTo>
                  <a:pt x="241" y="123"/>
                </a:moveTo>
                <a:cubicBezTo>
                  <a:pt x="278" y="123"/>
                  <a:pt x="278" y="123"/>
                  <a:pt x="278" y="123"/>
                </a:cubicBezTo>
                <a:cubicBezTo>
                  <a:pt x="278" y="142"/>
                  <a:pt x="278" y="142"/>
                  <a:pt x="278" y="142"/>
                </a:cubicBezTo>
                <a:cubicBezTo>
                  <a:pt x="241" y="142"/>
                  <a:pt x="241" y="142"/>
                  <a:pt x="241" y="142"/>
                </a:cubicBezTo>
                <a:cubicBezTo>
                  <a:pt x="241" y="180"/>
                  <a:pt x="241" y="180"/>
                  <a:pt x="241" y="180"/>
                </a:cubicBezTo>
                <a:cubicBezTo>
                  <a:pt x="222" y="180"/>
                  <a:pt x="222" y="180"/>
                  <a:pt x="222" y="180"/>
                </a:cubicBezTo>
                <a:cubicBezTo>
                  <a:pt x="222" y="142"/>
                  <a:pt x="222" y="142"/>
                  <a:pt x="222" y="142"/>
                </a:cubicBezTo>
                <a:cubicBezTo>
                  <a:pt x="185" y="142"/>
                  <a:pt x="185" y="142"/>
                  <a:pt x="185" y="142"/>
                </a:cubicBezTo>
                <a:cubicBezTo>
                  <a:pt x="185" y="123"/>
                  <a:pt x="185" y="123"/>
                  <a:pt x="185" y="123"/>
                </a:cubicBezTo>
                <a:cubicBezTo>
                  <a:pt x="222" y="123"/>
                  <a:pt x="222" y="123"/>
                  <a:pt x="222" y="123"/>
                </a:cubicBezTo>
                <a:cubicBezTo>
                  <a:pt x="222" y="84"/>
                  <a:pt x="222" y="84"/>
                  <a:pt x="222" y="84"/>
                </a:cubicBezTo>
                <a:cubicBezTo>
                  <a:pt x="241" y="84"/>
                  <a:pt x="241" y="84"/>
                  <a:pt x="241" y="84"/>
                </a:cubicBezTo>
                <a:lnTo>
                  <a:pt x="241" y="12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63"/>
          <p:cNvSpPr>
            <a:spLocks noEditPoints="1"/>
          </p:cNvSpPr>
          <p:nvPr/>
        </p:nvSpPr>
        <p:spPr bwMode="auto">
          <a:xfrm>
            <a:off x="7691438" y="1155701"/>
            <a:ext cx="290513" cy="292100"/>
          </a:xfrm>
          <a:custGeom>
            <a:avLst/>
            <a:gdLst>
              <a:gd name="T0" fmla="*/ 135 w 270"/>
              <a:gd name="T1" fmla="*/ 212 h 270"/>
              <a:gd name="T2" fmla="*/ 97 w 270"/>
              <a:gd name="T3" fmla="*/ 216 h 270"/>
              <a:gd name="T4" fmla="*/ 73 w 270"/>
              <a:gd name="T5" fmla="*/ 202 h 270"/>
              <a:gd name="T6" fmla="*/ 74 w 270"/>
              <a:gd name="T7" fmla="*/ 174 h 270"/>
              <a:gd name="T8" fmla="*/ 100 w 270"/>
              <a:gd name="T9" fmla="*/ 161 h 270"/>
              <a:gd name="T10" fmla="*/ 120 w 270"/>
              <a:gd name="T11" fmla="*/ 160 h 270"/>
              <a:gd name="T12" fmla="*/ 129 w 270"/>
              <a:gd name="T13" fmla="*/ 166 h 270"/>
              <a:gd name="T14" fmla="*/ 137 w 270"/>
              <a:gd name="T15" fmla="*/ 173 h 270"/>
              <a:gd name="T16" fmla="*/ 143 w 270"/>
              <a:gd name="T17" fmla="*/ 182 h 270"/>
              <a:gd name="T18" fmla="*/ 146 w 270"/>
              <a:gd name="T19" fmla="*/ 192 h 270"/>
              <a:gd name="T20" fmla="*/ 127 w 270"/>
              <a:gd name="T21" fmla="*/ 114 h 270"/>
              <a:gd name="T22" fmla="*/ 94 w 270"/>
              <a:gd name="T23" fmla="*/ 113 h 270"/>
              <a:gd name="T24" fmla="*/ 81 w 270"/>
              <a:gd name="T25" fmla="*/ 78 h 270"/>
              <a:gd name="T26" fmla="*/ 103 w 270"/>
              <a:gd name="T27" fmla="*/ 52 h 270"/>
              <a:gd name="T28" fmla="*/ 129 w 270"/>
              <a:gd name="T29" fmla="*/ 77 h 270"/>
              <a:gd name="T30" fmla="*/ 151 w 270"/>
              <a:gd name="T31" fmla="*/ 51 h 270"/>
              <a:gd name="T32" fmla="*/ 120 w 270"/>
              <a:gd name="T33" fmla="*/ 40 h 270"/>
              <a:gd name="T34" fmla="*/ 69 w 270"/>
              <a:gd name="T35" fmla="*/ 63 h 270"/>
              <a:gd name="T36" fmla="*/ 72 w 270"/>
              <a:gd name="T37" fmla="*/ 117 h 270"/>
              <a:gd name="T38" fmla="*/ 107 w 270"/>
              <a:gd name="T39" fmla="*/ 127 h 270"/>
              <a:gd name="T40" fmla="*/ 112 w 270"/>
              <a:gd name="T41" fmla="*/ 153 h 270"/>
              <a:gd name="T42" fmla="*/ 53 w 270"/>
              <a:gd name="T43" fmla="*/ 177 h 270"/>
              <a:gd name="T44" fmla="*/ 52 w 270"/>
              <a:gd name="T45" fmla="*/ 207 h 270"/>
              <a:gd name="T46" fmla="*/ 72 w 270"/>
              <a:gd name="T47" fmla="*/ 224 h 270"/>
              <a:gd name="T48" fmla="*/ 99 w 270"/>
              <a:gd name="T49" fmla="*/ 228 h 270"/>
              <a:gd name="T50" fmla="*/ 140 w 270"/>
              <a:gd name="T51" fmla="*/ 217 h 270"/>
              <a:gd name="T52" fmla="*/ 161 w 270"/>
              <a:gd name="T53" fmla="*/ 182 h 270"/>
              <a:gd name="T54" fmla="*/ 149 w 270"/>
              <a:gd name="T55" fmla="*/ 155 h 270"/>
              <a:gd name="T56" fmla="*/ 130 w 270"/>
              <a:gd name="T57" fmla="*/ 139 h 270"/>
              <a:gd name="T58" fmla="*/ 130 w 270"/>
              <a:gd name="T59" fmla="*/ 124 h 270"/>
              <a:gd name="T60" fmla="*/ 144 w 270"/>
              <a:gd name="T61" fmla="*/ 109 h 270"/>
              <a:gd name="T62" fmla="*/ 153 w 270"/>
              <a:gd name="T63" fmla="*/ 84 h 270"/>
              <a:gd name="T64" fmla="*/ 137 w 270"/>
              <a:gd name="T65" fmla="*/ 51 h 270"/>
              <a:gd name="T66" fmla="*/ 202 w 270"/>
              <a:gd name="T67" fmla="*/ 130 h 270"/>
              <a:gd name="T68" fmla="*/ 225 w 270"/>
              <a:gd name="T69" fmla="*/ 118 h 270"/>
              <a:gd name="T70" fmla="*/ 202 w 270"/>
              <a:gd name="T71" fmla="*/ 96 h 270"/>
              <a:gd name="T72" fmla="*/ 191 w 270"/>
              <a:gd name="T73" fmla="*/ 118 h 270"/>
              <a:gd name="T74" fmla="*/ 169 w 270"/>
              <a:gd name="T75" fmla="*/ 130 h 270"/>
              <a:gd name="T76" fmla="*/ 191 w 270"/>
              <a:gd name="T77" fmla="*/ 158 h 270"/>
              <a:gd name="T78" fmla="*/ 202 w 270"/>
              <a:gd name="T79" fmla="*/ 130 h 270"/>
              <a:gd name="T80" fmla="*/ 270 w 270"/>
              <a:gd name="T81" fmla="*/ 220 h 270"/>
              <a:gd name="T82" fmla="*/ 219 w 270"/>
              <a:gd name="T83" fmla="*/ 270 h 270"/>
              <a:gd name="T84" fmla="*/ 15 w 270"/>
              <a:gd name="T85" fmla="*/ 255 h 270"/>
              <a:gd name="T86" fmla="*/ 0 w 270"/>
              <a:gd name="T87" fmla="*/ 51 h 270"/>
              <a:gd name="T88" fmla="*/ 51 w 270"/>
              <a:gd name="T89" fmla="*/ 0 h 270"/>
              <a:gd name="T90" fmla="*/ 255 w 270"/>
              <a:gd name="T91" fmla="*/ 1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70" h="270">
                <a:moveTo>
                  <a:pt x="146" y="192"/>
                </a:moveTo>
                <a:cubicBezTo>
                  <a:pt x="146" y="201"/>
                  <a:pt x="142" y="207"/>
                  <a:pt x="135" y="212"/>
                </a:cubicBezTo>
                <a:cubicBezTo>
                  <a:pt x="128" y="216"/>
                  <a:pt x="120" y="218"/>
                  <a:pt x="111" y="218"/>
                </a:cubicBezTo>
                <a:cubicBezTo>
                  <a:pt x="106" y="218"/>
                  <a:pt x="101" y="218"/>
                  <a:pt x="97" y="216"/>
                </a:cubicBezTo>
                <a:cubicBezTo>
                  <a:pt x="92" y="215"/>
                  <a:pt x="88" y="214"/>
                  <a:pt x="83" y="211"/>
                </a:cubicBezTo>
                <a:cubicBezTo>
                  <a:pt x="79" y="209"/>
                  <a:pt x="76" y="206"/>
                  <a:pt x="73" y="202"/>
                </a:cubicBezTo>
                <a:cubicBezTo>
                  <a:pt x="71" y="198"/>
                  <a:pt x="69" y="194"/>
                  <a:pt x="69" y="188"/>
                </a:cubicBezTo>
                <a:cubicBezTo>
                  <a:pt x="69" y="183"/>
                  <a:pt x="71" y="178"/>
                  <a:pt x="74" y="174"/>
                </a:cubicBezTo>
                <a:cubicBezTo>
                  <a:pt x="77" y="170"/>
                  <a:pt x="80" y="167"/>
                  <a:pt x="85" y="165"/>
                </a:cubicBezTo>
                <a:cubicBezTo>
                  <a:pt x="90" y="163"/>
                  <a:pt x="95" y="162"/>
                  <a:pt x="100" y="161"/>
                </a:cubicBezTo>
                <a:cubicBezTo>
                  <a:pt x="104" y="160"/>
                  <a:pt x="109" y="160"/>
                  <a:pt x="114" y="160"/>
                </a:cubicBezTo>
                <a:cubicBezTo>
                  <a:pt x="117" y="160"/>
                  <a:pt x="119" y="160"/>
                  <a:pt x="120" y="160"/>
                </a:cubicBezTo>
                <a:cubicBezTo>
                  <a:pt x="120" y="160"/>
                  <a:pt x="121" y="161"/>
                  <a:pt x="124" y="163"/>
                </a:cubicBezTo>
                <a:cubicBezTo>
                  <a:pt x="126" y="165"/>
                  <a:pt x="128" y="166"/>
                  <a:pt x="129" y="166"/>
                </a:cubicBezTo>
                <a:cubicBezTo>
                  <a:pt x="129" y="167"/>
                  <a:pt x="130" y="168"/>
                  <a:pt x="133" y="169"/>
                </a:cubicBezTo>
                <a:cubicBezTo>
                  <a:pt x="135" y="171"/>
                  <a:pt x="136" y="172"/>
                  <a:pt x="137" y="173"/>
                </a:cubicBezTo>
                <a:cubicBezTo>
                  <a:pt x="138" y="174"/>
                  <a:pt x="139" y="175"/>
                  <a:pt x="140" y="177"/>
                </a:cubicBezTo>
                <a:cubicBezTo>
                  <a:pt x="142" y="179"/>
                  <a:pt x="143" y="180"/>
                  <a:pt x="143" y="182"/>
                </a:cubicBezTo>
                <a:cubicBezTo>
                  <a:pt x="144" y="183"/>
                  <a:pt x="144" y="185"/>
                  <a:pt x="145" y="186"/>
                </a:cubicBezTo>
                <a:cubicBezTo>
                  <a:pt x="145" y="188"/>
                  <a:pt x="146" y="190"/>
                  <a:pt x="146" y="192"/>
                </a:cubicBezTo>
                <a:close/>
                <a:moveTo>
                  <a:pt x="133" y="96"/>
                </a:moveTo>
                <a:cubicBezTo>
                  <a:pt x="133" y="103"/>
                  <a:pt x="131" y="109"/>
                  <a:pt x="127" y="114"/>
                </a:cubicBezTo>
                <a:cubicBezTo>
                  <a:pt x="123" y="118"/>
                  <a:pt x="118" y="121"/>
                  <a:pt x="111" y="121"/>
                </a:cubicBezTo>
                <a:cubicBezTo>
                  <a:pt x="104" y="121"/>
                  <a:pt x="99" y="118"/>
                  <a:pt x="94" y="113"/>
                </a:cubicBezTo>
                <a:cubicBezTo>
                  <a:pt x="90" y="108"/>
                  <a:pt x="86" y="102"/>
                  <a:pt x="84" y="96"/>
                </a:cubicBezTo>
                <a:cubicBezTo>
                  <a:pt x="82" y="90"/>
                  <a:pt x="81" y="84"/>
                  <a:pt x="81" y="78"/>
                </a:cubicBezTo>
                <a:cubicBezTo>
                  <a:pt x="81" y="70"/>
                  <a:pt x="83" y="64"/>
                  <a:pt x="87" y="59"/>
                </a:cubicBezTo>
                <a:cubicBezTo>
                  <a:pt x="90" y="54"/>
                  <a:pt x="96" y="52"/>
                  <a:pt x="103" y="52"/>
                </a:cubicBezTo>
                <a:cubicBezTo>
                  <a:pt x="109" y="52"/>
                  <a:pt x="115" y="54"/>
                  <a:pt x="119" y="60"/>
                </a:cubicBezTo>
                <a:cubicBezTo>
                  <a:pt x="124" y="65"/>
                  <a:pt x="127" y="71"/>
                  <a:pt x="129" y="77"/>
                </a:cubicBezTo>
                <a:cubicBezTo>
                  <a:pt x="132" y="84"/>
                  <a:pt x="133" y="90"/>
                  <a:pt x="133" y="96"/>
                </a:cubicBezTo>
                <a:close/>
                <a:moveTo>
                  <a:pt x="151" y="51"/>
                </a:moveTo>
                <a:cubicBezTo>
                  <a:pt x="167" y="40"/>
                  <a:pt x="167" y="40"/>
                  <a:pt x="167" y="40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0" y="40"/>
                  <a:pt x="101" y="42"/>
                  <a:pt x="92" y="45"/>
                </a:cubicBezTo>
                <a:cubicBezTo>
                  <a:pt x="83" y="49"/>
                  <a:pt x="75" y="55"/>
                  <a:pt x="69" y="63"/>
                </a:cubicBezTo>
                <a:cubicBezTo>
                  <a:pt x="63" y="70"/>
                  <a:pt x="60" y="79"/>
                  <a:pt x="60" y="89"/>
                </a:cubicBezTo>
                <a:cubicBezTo>
                  <a:pt x="60" y="100"/>
                  <a:pt x="64" y="109"/>
                  <a:pt x="72" y="117"/>
                </a:cubicBezTo>
                <a:cubicBezTo>
                  <a:pt x="79" y="124"/>
                  <a:pt x="89" y="127"/>
                  <a:pt x="100" y="127"/>
                </a:cubicBezTo>
                <a:cubicBezTo>
                  <a:pt x="102" y="127"/>
                  <a:pt x="105" y="127"/>
                  <a:pt x="107" y="127"/>
                </a:cubicBezTo>
                <a:cubicBezTo>
                  <a:pt x="106" y="130"/>
                  <a:pt x="105" y="133"/>
                  <a:pt x="105" y="136"/>
                </a:cubicBezTo>
                <a:cubicBezTo>
                  <a:pt x="105" y="142"/>
                  <a:pt x="107" y="147"/>
                  <a:pt x="112" y="153"/>
                </a:cubicBezTo>
                <a:cubicBezTo>
                  <a:pt x="91" y="154"/>
                  <a:pt x="76" y="158"/>
                  <a:pt x="67" y="164"/>
                </a:cubicBezTo>
                <a:cubicBezTo>
                  <a:pt x="61" y="167"/>
                  <a:pt x="57" y="172"/>
                  <a:pt x="53" y="177"/>
                </a:cubicBezTo>
                <a:cubicBezTo>
                  <a:pt x="50" y="182"/>
                  <a:pt x="48" y="188"/>
                  <a:pt x="48" y="193"/>
                </a:cubicBezTo>
                <a:cubicBezTo>
                  <a:pt x="48" y="199"/>
                  <a:pt x="50" y="203"/>
                  <a:pt x="52" y="207"/>
                </a:cubicBezTo>
                <a:cubicBezTo>
                  <a:pt x="54" y="211"/>
                  <a:pt x="57" y="214"/>
                  <a:pt x="60" y="217"/>
                </a:cubicBezTo>
                <a:cubicBezTo>
                  <a:pt x="64" y="220"/>
                  <a:pt x="68" y="222"/>
                  <a:pt x="72" y="224"/>
                </a:cubicBezTo>
                <a:cubicBezTo>
                  <a:pt x="77" y="225"/>
                  <a:pt x="81" y="227"/>
                  <a:pt x="86" y="227"/>
                </a:cubicBezTo>
                <a:cubicBezTo>
                  <a:pt x="90" y="228"/>
                  <a:pt x="95" y="228"/>
                  <a:pt x="99" y="228"/>
                </a:cubicBezTo>
                <a:cubicBezTo>
                  <a:pt x="106" y="228"/>
                  <a:pt x="113" y="227"/>
                  <a:pt x="121" y="226"/>
                </a:cubicBezTo>
                <a:cubicBezTo>
                  <a:pt x="128" y="224"/>
                  <a:pt x="134" y="221"/>
                  <a:pt x="140" y="217"/>
                </a:cubicBezTo>
                <a:cubicBezTo>
                  <a:pt x="147" y="214"/>
                  <a:pt x="152" y="209"/>
                  <a:pt x="156" y="203"/>
                </a:cubicBezTo>
                <a:cubicBezTo>
                  <a:pt x="159" y="197"/>
                  <a:pt x="161" y="190"/>
                  <a:pt x="161" y="182"/>
                </a:cubicBezTo>
                <a:cubicBezTo>
                  <a:pt x="161" y="177"/>
                  <a:pt x="160" y="171"/>
                  <a:pt x="158" y="167"/>
                </a:cubicBezTo>
                <a:cubicBezTo>
                  <a:pt x="156" y="162"/>
                  <a:pt x="153" y="158"/>
                  <a:pt x="149" y="155"/>
                </a:cubicBezTo>
                <a:cubicBezTo>
                  <a:pt x="146" y="152"/>
                  <a:pt x="142" y="149"/>
                  <a:pt x="139" y="147"/>
                </a:cubicBezTo>
                <a:cubicBezTo>
                  <a:pt x="136" y="144"/>
                  <a:pt x="133" y="142"/>
                  <a:pt x="130" y="139"/>
                </a:cubicBezTo>
                <a:cubicBezTo>
                  <a:pt x="128" y="136"/>
                  <a:pt x="127" y="134"/>
                  <a:pt x="127" y="131"/>
                </a:cubicBezTo>
                <a:cubicBezTo>
                  <a:pt x="127" y="129"/>
                  <a:pt x="128" y="126"/>
                  <a:pt x="130" y="124"/>
                </a:cubicBezTo>
                <a:cubicBezTo>
                  <a:pt x="131" y="121"/>
                  <a:pt x="134" y="119"/>
                  <a:pt x="136" y="117"/>
                </a:cubicBezTo>
                <a:cubicBezTo>
                  <a:pt x="139" y="114"/>
                  <a:pt x="141" y="112"/>
                  <a:pt x="144" y="109"/>
                </a:cubicBezTo>
                <a:cubicBezTo>
                  <a:pt x="147" y="107"/>
                  <a:pt x="149" y="103"/>
                  <a:pt x="151" y="99"/>
                </a:cubicBezTo>
                <a:cubicBezTo>
                  <a:pt x="152" y="95"/>
                  <a:pt x="153" y="90"/>
                  <a:pt x="153" y="84"/>
                </a:cubicBezTo>
                <a:cubicBezTo>
                  <a:pt x="153" y="77"/>
                  <a:pt x="152" y="72"/>
                  <a:pt x="149" y="67"/>
                </a:cubicBezTo>
                <a:cubicBezTo>
                  <a:pt x="147" y="62"/>
                  <a:pt x="142" y="57"/>
                  <a:pt x="137" y="51"/>
                </a:cubicBezTo>
                <a:lnTo>
                  <a:pt x="151" y="51"/>
                </a:lnTo>
                <a:close/>
                <a:moveTo>
                  <a:pt x="202" y="130"/>
                </a:moveTo>
                <a:cubicBezTo>
                  <a:pt x="225" y="130"/>
                  <a:pt x="225" y="130"/>
                  <a:pt x="225" y="130"/>
                </a:cubicBezTo>
                <a:cubicBezTo>
                  <a:pt x="225" y="118"/>
                  <a:pt x="225" y="118"/>
                  <a:pt x="225" y="118"/>
                </a:cubicBezTo>
                <a:cubicBezTo>
                  <a:pt x="202" y="118"/>
                  <a:pt x="202" y="118"/>
                  <a:pt x="202" y="118"/>
                </a:cubicBezTo>
                <a:cubicBezTo>
                  <a:pt x="202" y="96"/>
                  <a:pt x="202" y="96"/>
                  <a:pt x="202" y="96"/>
                </a:cubicBezTo>
                <a:cubicBezTo>
                  <a:pt x="191" y="96"/>
                  <a:pt x="191" y="96"/>
                  <a:pt x="191" y="96"/>
                </a:cubicBezTo>
                <a:cubicBezTo>
                  <a:pt x="191" y="118"/>
                  <a:pt x="191" y="118"/>
                  <a:pt x="191" y="118"/>
                </a:cubicBezTo>
                <a:cubicBezTo>
                  <a:pt x="169" y="118"/>
                  <a:pt x="169" y="118"/>
                  <a:pt x="169" y="118"/>
                </a:cubicBezTo>
                <a:cubicBezTo>
                  <a:pt x="169" y="130"/>
                  <a:pt x="169" y="130"/>
                  <a:pt x="169" y="130"/>
                </a:cubicBezTo>
                <a:cubicBezTo>
                  <a:pt x="191" y="130"/>
                  <a:pt x="191" y="130"/>
                  <a:pt x="191" y="130"/>
                </a:cubicBezTo>
                <a:cubicBezTo>
                  <a:pt x="191" y="158"/>
                  <a:pt x="191" y="158"/>
                  <a:pt x="191" y="158"/>
                </a:cubicBezTo>
                <a:cubicBezTo>
                  <a:pt x="202" y="158"/>
                  <a:pt x="202" y="158"/>
                  <a:pt x="202" y="158"/>
                </a:cubicBezTo>
                <a:lnTo>
                  <a:pt x="202" y="130"/>
                </a:ln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64"/>
          <p:cNvSpPr>
            <a:spLocks noEditPoints="1"/>
          </p:cNvSpPr>
          <p:nvPr/>
        </p:nvSpPr>
        <p:spPr bwMode="auto">
          <a:xfrm>
            <a:off x="5097463" y="1573213"/>
            <a:ext cx="298450" cy="317500"/>
          </a:xfrm>
          <a:custGeom>
            <a:avLst/>
            <a:gdLst>
              <a:gd name="T0" fmla="*/ 93 w 277"/>
              <a:gd name="T1" fmla="*/ 125 h 293"/>
              <a:gd name="T2" fmla="*/ 93 w 277"/>
              <a:gd name="T3" fmla="*/ 178 h 293"/>
              <a:gd name="T4" fmla="*/ 71 w 277"/>
              <a:gd name="T5" fmla="*/ 176 h 293"/>
              <a:gd name="T6" fmla="*/ 36 w 277"/>
              <a:gd name="T7" fmla="*/ 138 h 293"/>
              <a:gd name="T8" fmla="*/ 17 w 277"/>
              <a:gd name="T9" fmla="*/ 124 h 293"/>
              <a:gd name="T10" fmla="*/ 5 w 277"/>
              <a:gd name="T11" fmla="*/ 84 h 293"/>
              <a:gd name="T12" fmla="*/ 45 w 277"/>
              <a:gd name="T13" fmla="*/ 72 h 293"/>
              <a:gd name="T14" fmla="*/ 144 w 277"/>
              <a:gd name="T15" fmla="*/ 53 h 293"/>
              <a:gd name="T16" fmla="*/ 154 w 277"/>
              <a:gd name="T17" fmla="*/ 79 h 293"/>
              <a:gd name="T18" fmla="*/ 166 w 277"/>
              <a:gd name="T19" fmla="*/ 137 h 293"/>
              <a:gd name="T20" fmla="*/ 158 w 277"/>
              <a:gd name="T21" fmla="*/ 210 h 293"/>
              <a:gd name="T22" fmla="*/ 115 w 277"/>
              <a:gd name="T23" fmla="*/ 259 h 293"/>
              <a:gd name="T24" fmla="*/ 86 w 277"/>
              <a:gd name="T25" fmla="*/ 234 h 293"/>
              <a:gd name="T26" fmla="*/ 105 w 277"/>
              <a:gd name="T27" fmla="*/ 178 h 293"/>
              <a:gd name="T28" fmla="*/ 102 w 277"/>
              <a:gd name="T29" fmla="*/ 111 h 293"/>
              <a:gd name="T30" fmla="*/ 91 w 277"/>
              <a:gd name="T31" fmla="*/ 79 h 293"/>
              <a:gd name="T32" fmla="*/ 104 w 277"/>
              <a:gd name="T33" fmla="*/ 39 h 293"/>
              <a:gd name="T34" fmla="*/ 133 w 277"/>
              <a:gd name="T35" fmla="*/ 41 h 293"/>
              <a:gd name="T36" fmla="*/ 201 w 277"/>
              <a:gd name="T37" fmla="*/ 170 h 293"/>
              <a:gd name="T38" fmla="*/ 177 w 277"/>
              <a:gd name="T39" fmla="*/ 182 h 293"/>
              <a:gd name="T40" fmla="*/ 160 w 277"/>
              <a:gd name="T41" fmla="*/ 58 h 293"/>
              <a:gd name="T42" fmla="*/ 199 w 277"/>
              <a:gd name="T43" fmla="*/ 110 h 293"/>
              <a:gd name="T44" fmla="*/ 248 w 277"/>
              <a:gd name="T45" fmla="*/ 17 h 293"/>
              <a:gd name="T46" fmla="*/ 260 w 277"/>
              <a:gd name="T47" fmla="*/ 46 h 293"/>
              <a:gd name="T48" fmla="*/ 275 w 277"/>
              <a:gd name="T49" fmla="*/ 118 h 293"/>
              <a:gd name="T50" fmla="*/ 268 w 277"/>
              <a:gd name="T51" fmla="*/ 218 h 293"/>
              <a:gd name="T52" fmla="*/ 236 w 277"/>
              <a:gd name="T53" fmla="*/ 288 h 293"/>
              <a:gd name="T54" fmla="*/ 207 w 277"/>
              <a:gd name="T55" fmla="*/ 290 h 293"/>
              <a:gd name="T56" fmla="*/ 191 w 277"/>
              <a:gd name="T57" fmla="*/ 248 h 293"/>
              <a:gd name="T58" fmla="*/ 214 w 277"/>
              <a:gd name="T59" fmla="*/ 161 h 293"/>
              <a:gd name="T60" fmla="*/ 208 w 277"/>
              <a:gd name="T61" fmla="*/ 92 h 293"/>
              <a:gd name="T62" fmla="*/ 196 w 277"/>
              <a:gd name="T63" fmla="*/ 52 h 293"/>
              <a:gd name="T64" fmla="*/ 191 w 277"/>
              <a:gd name="T65" fmla="*/ 22 h 293"/>
              <a:gd name="T66" fmla="*/ 221 w 277"/>
              <a:gd name="T67" fmla="*/ 0 h 293"/>
              <a:gd name="T68" fmla="*/ 248 w 277"/>
              <a:gd name="T69" fmla="*/ 17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7" h="293">
                <a:moveTo>
                  <a:pt x="87" y="103"/>
                </a:moveTo>
                <a:cubicBezTo>
                  <a:pt x="89" y="111"/>
                  <a:pt x="91" y="118"/>
                  <a:pt x="93" y="125"/>
                </a:cubicBezTo>
                <a:cubicBezTo>
                  <a:pt x="94" y="132"/>
                  <a:pt x="95" y="141"/>
                  <a:pt x="96" y="150"/>
                </a:cubicBezTo>
                <a:cubicBezTo>
                  <a:pt x="96" y="159"/>
                  <a:pt x="95" y="168"/>
                  <a:pt x="93" y="178"/>
                </a:cubicBezTo>
                <a:cubicBezTo>
                  <a:pt x="91" y="187"/>
                  <a:pt x="87" y="196"/>
                  <a:pt x="82" y="203"/>
                </a:cubicBezTo>
                <a:cubicBezTo>
                  <a:pt x="80" y="194"/>
                  <a:pt x="76" y="185"/>
                  <a:pt x="71" y="176"/>
                </a:cubicBezTo>
                <a:cubicBezTo>
                  <a:pt x="65" y="167"/>
                  <a:pt x="60" y="159"/>
                  <a:pt x="54" y="153"/>
                </a:cubicBezTo>
                <a:cubicBezTo>
                  <a:pt x="48" y="147"/>
                  <a:pt x="42" y="142"/>
                  <a:pt x="36" y="138"/>
                </a:cubicBezTo>
                <a:cubicBezTo>
                  <a:pt x="31" y="133"/>
                  <a:pt x="26" y="130"/>
                  <a:pt x="23" y="127"/>
                </a:cubicBezTo>
                <a:cubicBezTo>
                  <a:pt x="19" y="125"/>
                  <a:pt x="17" y="124"/>
                  <a:pt x="17" y="124"/>
                </a:cubicBezTo>
                <a:cubicBezTo>
                  <a:pt x="10" y="120"/>
                  <a:pt x="5" y="114"/>
                  <a:pt x="2" y="107"/>
                </a:cubicBezTo>
                <a:cubicBezTo>
                  <a:pt x="0" y="99"/>
                  <a:pt x="1" y="91"/>
                  <a:pt x="5" y="84"/>
                </a:cubicBezTo>
                <a:cubicBezTo>
                  <a:pt x="9" y="77"/>
                  <a:pt x="15" y="72"/>
                  <a:pt x="23" y="70"/>
                </a:cubicBezTo>
                <a:cubicBezTo>
                  <a:pt x="31" y="67"/>
                  <a:pt x="38" y="68"/>
                  <a:pt x="45" y="72"/>
                </a:cubicBezTo>
                <a:cubicBezTo>
                  <a:pt x="62" y="82"/>
                  <a:pt x="76" y="92"/>
                  <a:pt x="87" y="103"/>
                </a:cubicBezTo>
                <a:close/>
                <a:moveTo>
                  <a:pt x="144" y="53"/>
                </a:moveTo>
                <a:cubicBezTo>
                  <a:pt x="146" y="56"/>
                  <a:pt x="147" y="59"/>
                  <a:pt x="148" y="61"/>
                </a:cubicBezTo>
                <a:cubicBezTo>
                  <a:pt x="149" y="63"/>
                  <a:pt x="151" y="69"/>
                  <a:pt x="154" y="79"/>
                </a:cubicBezTo>
                <a:cubicBezTo>
                  <a:pt x="157" y="88"/>
                  <a:pt x="160" y="97"/>
                  <a:pt x="162" y="105"/>
                </a:cubicBezTo>
                <a:cubicBezTo>
                  <a:pt x="164" y="113"/>
                  <a:pt x="165" y="124"/>
                  <a:pt x="166" y="137"/>
                </a:cubicBezTo>
                <a:cubicBezTo>
                  <a:pt x="167" y="149"/>
                  <a:pt x="167" y="161"/>
                  <a:pt x="166" y="173"/>
                </a:cubicBezTo>
                <a:cubicBezTo>
                  <a:pt x="165" y="184"/>
                  <a:pt x="162" y="196"/>
                  <a:pt x="158" y="210"/>
                </a:cubicBezTo>
                <a:cubicBezTo>
                  <a:pt x="154" y="223"/>
                  <a:pt x="147" y="235"/>
                  <a:pt x="139" y="246"/>
                </a:cubicBezTo>
                <a:cubicBezTo>
                  <a:pt x="133" y="255"/>
                  <a:pt x="125" y="259"/>
                  <a:pt x="115" y="259"/>
                </a:cubicBezTo>
                <a:cubicBezTo>
                  <a:pt x="109" y="259"/>
                  <a:pt x="103" y="257"/>
                  <a:pt x="98" y="253"/>
                </a:cubicBezTo>
                <a:cubicBezTo>
                  <a:pt x="91" y="249"/>
                  <a:pt x="87" y="242"/>
                  <a:pt x="86" y="234"/>
                </a:cubicBezTo>
                <a:cubicBezTo>
                  <a:pt x="84" y="226"/>
                  <a:pt x="86" y="219"/>
                  <a:pt x="91" y="212"/>
                </a:cubicBezTo>
                <a:cubicBezTo>
                  <a:pt x="98" y="202"/>
                  <a:pt x="102" y="191"/>
                  <a:pt x="105" y="178"/>
                </a:cubicBezTo>
                <a:cubicBezTo>
                  <a:pt x="107" y="165"/>
                  <a:pt x="108" y="153"/>
                  <a:pt x="107" y="143"/>
                </a:cubicBezTo>
                <a:cubicBezTo>
                  <a:pt x="106" y="132"/>
                  <a:pt x="104" y="122"/>
                  <a:pt x="102" y="111"/>
                </a:cubicBezTo>
                <a:cubicBezTo>
                  <a:pt x="99" y="100"/>
                  <a:pt x="97" y="93"/>
                  <a:pt x="95" y="88"/>
                </a:cubicBezTo>
                <a:cubicBezTo>
                  <a:pt x="93" y="84"/>
                  <a:pt x="92" y="81"/>
                  <a:pt x="91" y="79"/>
                </a:cubicBezTo>
                <a:cubicBezTo>
                  <a:pt x="87" y="72"/>
                  <a:pt x="87" y="64"/>
                  <a:pt x="89" y="57"/>
                </a:cubicBezTo>
                <a:cubicBezTo>
                  <a:pt x="92" y="49"/>
                  <a:pt x="97" y="43"/>
                  <a:pt x="104" y="39"/>
                </a:cubicBezTo>
                <a:cubicBezTo>
                  <a:pt x="108" y="37"/>
                  <a:pt x="113" y="36"/>
                  <a:pt x="118" y="36"/>
                </a:cubicBezTo>
                <a:cubicBezTo>
                  <a:pt x="123" y="36"/>
                  <a:pt x="128" y="38"/>
                  <a:pt x="133" y="41"/>
                </a:cubicBezTo>
                <a:cubicBezTo>
                  <a:pt x="138" y="44"/>
                  <a:pt x="142" y="48"/>
                  <a:pt x="144" y="53"/>
                </a:cubicBezTo>
                <a:close/>
                <a:moveTo>
                  <a:pt x="201" y="170"/>
                </a:moveTo>
                <a:cubicBezTo>
                  <a:pt x="199" y="189"/>
                  <a:pt x="194" y="207"/>
                  <a:pt x="188" y="225"/>
                </a:cubicBezTo>
                <a:cubicBezTo>
                  <a:pt x="186" y="210"/>
                  <a:pt x="182" y="195"/>
                  <a:pt x="177" y="182"/>
                </a:cubicBezTo>
                <a:cubicBezTo>
                  <a:pt x="180" y="162"/>
                  <a:pt x="180" y="140"/>
                  <a:pt x="176" y="118"/>
                </a:cubicBezTo>
                <a:cubicBezTo>
                  <a:pt x="173" y="98"/>
                  <a:pt x="167" y="78"/>
                  <a:pt x="160" y="58"/>
                </a:cubicBezTo>
                <a:cubicBezTo>
                  <a:pt x="173" y="69"/>
                  <a:pt x="185" y="81"/>
                  <a:pt x="197" y="95"/>
                </a:cubicBezTo>
                <a:cubicBezTo>
                  <a:pt x="198" y="100"/>
                  <a:pt x="199" y="104"/>
                  <a:pt x="199" y="110"/>
                </a:cubicBezTo>
                <a:cubicBezTo>
                  <a:pt x="203" y="130"/>
                  <a:pt x="203" y="151"/>
                  <a:pt x="201" y="170"/>
                </a:cubicBezTo>
                <a:close/>
                <a:moveTo>
                  <a:pt x="248" y="17"/>
                </a:moveTo>
                <a:cubicBezTo>
                  <a:pt x="250" y="19"/>
                  <a:pt x="251" y="22"/>
                  <a:pt x="253" y="26"/>
                </a:cubicBezTo>
                <a:cubicBezTo>
                  <a:pt x="254" y="30"/>
                  <a:pt x="257" y="36"/>
                  <a:pt x="260" y="46"/>
                </a:cubicBezTo>
                <a:cubicBezTo>
                  <a:pt x="264" y="56"/>
                  <a:pt x="267" y="67"/>
                  <a:pt x="269" y="78"/>
                </a:cubicBezTo>
                <a:cubicBezTo>
                  <a:pt x="272" y="89"/>
                  <a:pt x="274" y="102"/>
                  <a:pt x="275" y="118"/>
                </a:cubicBezTo>
                <a:cubicBezTo>
                  <a:pt x="277" y="133"/>
                  <a:pt x="277" y="149"/>
                  <a:pt x="276" y="165"/>
                </a:cubicBezTo>
                <a:cubicBezTo>
                  <a:pt x="275" y="181"/>
                  <a:pt x="272" y="198"/>
                  <a:pt x="268" y="218"/>
                </a:cubicBezTo>
                <a:cubicBezTo>
                  <a:pt x="263" y="237"/>
                  <a:pt x="257" y="256"/>
                  <a:pt x="248" y="274"/>
                </a:cubicBezTo>
                <a:cubicBezTo>
                  <a:pt x="245" y="280"/>
                  <a:pt x="242" y="285"/>
                  <a:pt x="236" y="288"/>
                </a:cubicBezTo>
                <a:cubicBezTo>
                  <a:pt x="231" y="291"/>
                  <a:pt x="226" y="293"/>
                  <a:pt x="220" y="293"/>
                </a:cubicBezTo>
                <a:cubicBezTo>
                  <a:pt x="215" y="293"/>
                  <a:pt x="211" y="292"/>
                  <a:pt x="207" y="290"/>
                </a:cubicBezTo>
                <a:cubicBezTo>
                  <a:pt x="199" y="286"/>
                  <a:pt x="193" y="280"/>
                  <a:pt x="190" y="272"/>
                </a:cubicBezTo>
                <a:cubicBezTo>
                  <a:pt x="187" y="264"/>
                  <a:pt x="188" y="256"/>
                  <a:pt x="191" y="248"/>
                </a:cubicBezTo>
                <a:cubicBezTo>
                  <a:pt x="198" y="234"/>
                  <a:pt x="203" y="218"/>
                  <a:pt x="207" y="203"/>
                </a:cubicBezTo>
                <a:cubicBezTo>
                  <a:pt x="211" y="188"/>
                  <a:pt x="213" y="174"/>
                  <a:pt x="214" y="161"/>
                </a:cubicBezTo>
                <a:cubicBezTo>
                  <a:pt x="214" y="148"/>
                  <a:pt x="214" y="136"/>
                  <a:pt x="213" y="123"/>
                </a:cubicBezTo>
                <a:cubicBezTo>
                  <a:pt x="212" y="111"/>
                  <a:pt x="210" y="101"/>
                  <a:pt x="208" y="92"/>
                </a:cubicBezTo>
                <a:cubicBezTo>
                  <a:pt x="206" y="83"/>
                  <a:pt x="204" y="75"/>
                  <a:pt x="202" y="67"/>
                </a:cubicBezTo>
                <a:cubicBezTo>
                  <a:pt x="199" y="60"/>
                  <a:pt x="197" y="55"/>
                  <a:pt x="196" y="52"/>
                </a:cubicBezTo>
                <a:cubicBezTo>
                  <a:pt x="195" y="49"/>
                  <a:pt x="194" y="47"/>
                  <a:pt x="193" y="46"/>
                </a:cubicBezTo>
                <a:cubicBezTo>
                  <a:pt x="189" y="38"/>
                  <a:pt x="188" y="30"/>
                  <a:pt x="191" y="22"/>
                </a:cubicBezTo>
                <a:cubicBezTo>
                  <a:pt x="194" y="14"/>
                  <a:pt x="199" y="8"/>
                  <a:pt x="206" y="4"/>
                </a:cubicBezTo>
                <a:cubicBezTo>
                  <a:pt x="211" y="1"/>
                  <a:pt x="216" y="0"/>
                  <a:pt x="221" y="0"/>
                </a:cubicBezTo>
                <a:cubicBezTo>
                  <a:pt x="226" y="0"/>
                  <a:pt x="232" y="2"/>
                  <a:pt x="237" y="5"/>
                </a:cubicBezTo>
                <a:cubicBezTo>
                  <a:pt x="242" y="8"/>
                  <a:pt x="246" y="12"/>
                  <a:pt x="248" y="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65"/>
          <p:cNvSpPr>
            <a:spLocks noEditPoints="1"/>
          </p:cNvSpPr>
          <p:nvPr/>
        </p:nvSpPr>
        <p:spPr bwMode="auto">
          <a:xfrm>
            <a:off x="5459413" y="1585913"/>
            <a:ext cx="438150" cy="292100"/>
          </a:xfrm>
          <a:custGeom>
            <a:avLst/>
            <a:gdLst>
              <a:gd name="T0" fmla="*/ 312 w 405"/>
              <a:gd name="T1" fmla="*/ 125 h 270"/>
              <a:gd name="T2" fmla="*/ 315 w 405"/>
              <a:gd name="T3" fmla="*/ 180 h 270"/>
              <a:gd name="T4" fmla="*/ 301 w 405"/>
              <a:gd name="T5" fmla="*/ 203 h 270"/>
              <a:gd name="T6" fmla="*/ 259 w 405"/>
              <a:gd name="T7" fmla="*/ 219 h 270"/>
              <a:gd name="T8" fmla="*/ 203 w 405"/>
              <a:gd name="T9" fmla="*/ 225 h 270"/>
              <a:gd name="T10" fmla="*/ 146 w 405"/>
              <a:gd name="T11" fmla="*/ 219 h 270"/>
              <a:gd name="T12" fmla="*/ 104 w 405"/>
              <a:gd name="T13" fmla="*/ 203 h 270"/>
              <a:gd name="T14" fmla="*/ 90 w 405"/>
              <a:gd name="T15" fmla="*/ 180 h 270"/>
              <a:gd name="T16" fmla="*/ 93 w 405"/>
              <a:gd name="T17" fmla="*/ 125 h 270"/>
              <a:gd name="T18" fmla="*/ 194 w 405"/>
              <a:gd name="T19" fmla="*/ 157 h 270"/>
              <a:gd name="T20" fmla="*/ 203 w 405"/>
              <a:gd name="T21" fmla="*/ 158 h 270"/>
              <a:gd name="T22" fmla="*/ 211 w 405"/>
              <a:gd name="T23" fmla="*/ 157 h 270"/>
              <a:gd name="T24" fmla="*/ 312 w 405"/>
              <a:gd name="T25" fmla="*/ 125 h 270"/>
              <a:gd name="T26" fmla="*/ 405 w 405"/>
              <a:gd name="T27" fmla="*/ 68 h 270"/>
              <a:gd name="T28" fmla="*/ 401 w 405"/>
              <a:gd name="T29" fmla="*/ 73 h 270"/>
              <a:gd name="T30" fmla="*/ 204 w 405"/>
              <a:gd name="T31" fmla="*/ 135 h 270"/>
              <a:gd name="T32" fmla="*/ 203 w 405"/>
              <a:gd name="T33" fmla="*/ 135 h 270"/>
              <a:gd name="T34" fmla="*/ 201 w 405"/>
              <a:gd name="T35" fmla="*/ 135 h 270"/>
              <a:gd name="T36" fmla="*/ 86 w 405"/>
              <a:gd name="T37" fmla="*/ 99 h 270"/>
              <a:gd name="T38" fmla="*/ 74 w 405"/>
              <a:gd name="T39" fmla="*/ 119 h 270"/>
              <a:gd name="T40" fmla="*/ 68 w 405"/>
              <a:gd name="T41" fmla="*/ 150 h 270"/>
              <a:gd name="T42" fmla="*/ 79 w 405"/>
              <a:gd name="T43" fmla="*/ 169 h 270"/>
              <a:gd name="T44" fmla="*/ 69 w 405"/>
              <a:gd name="T45" fmla="*/ 188 h 270"/>
              <a:gd name="T46" fmla="*/ 79 w 405"/>
              <a:gd name="T47" fmla="*/ 264 h 270"/>
              <a:gd name="T48" fmla="*/ 77 w 405"/>
              <a:gd name="T49" fmla="*/ 268 h 270"/>
              <a:gd name="T50" fmla="*/ 73 w 405"/>
              <a:gd name="T51" fmla="*/ 270 h 270"/>
              <a:gd name="T52" fmla="*/ 39 w 405"/>
              <a:gd name="T53" fmla="*/ 270 h 270"/>
              <a:gd name="T54" fmla="*/ 35 w 405"/>
              <a:gd name="T55" fmla="*/ 268 h 270"/>
              <a:gd name="T56" fmla="*/ 34 w 405"/>
              <a:gd name="T57" fmla="*/ 264 h 270"/>
              <a:gd name="T58" fmla="*/ 44 w 405"/>
              <a:gd name="T59" fmla="*/ 188 h 270"/>
              <a:gd name="T60" fmla="*/ 34 w 405"/>
              <a:gd name="T61" fmla="*/ 169 h 270"/>
              <a:gd name="T62" fmla="*/ 45 w 405"/>
              <a:gd name="T63" fmla="*/ 150 h 270"/>
              <a:gd name="T64" fmla="*/ 62 w 405"/>
              <a:gd name="T65" fmla="*/ 92 h 270"/>
              <a:gd name="T66" fmla="*/ 4 w 405"/>
              <a:gd name="T67" fmla="*/ 73 h 270"/>
              <a:gd name="T68" fmla="*/ 0 w 405"/>
              <a:gd name="T69" fmla="*/ 68 h 270"/>
              <a:gd name="T70" fmla="*/ 4 w 405"/>
              <a:gd name="T71" fmla="*/ 63 h 270"/>
              <a:gd name="T72" fmla="*/ 201 w 405"/>
              <a:gd name="T73" fmla="*/ 1 h 270"/>
              <a:gd name="T74" fmla="*/ 203 w 405"/>
              <a:gd name="T75" fmla="*/ 0 h 270"/>
              <a:gd name="T76" fmla="*/ 204 w 405"/>
              <a:gd name="T77" fmla="*/ 1 h 270"/>
              <a:gd name="T78" fmla="*/ 401 w 405"/>
              <a:gd name="T79" fmla="*/ 63 h 270"/>
              <a:gd name="T80" fmla="*/ 405 w 405"/>
              <a:gd name="T81" fmla="*/ 68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5" h="270">
                <a:moveTo>
                  <a:pt x="312" y="125"/>
                </a:moveTo>
                <a:cubicBezTo>
                  <a:pt x="315" y="180"/>
                  <a:pt x="315" y="180"/>
                  <a:pt x="315" y="180"/>
                </a:cubicBezTo>
                <a:cubicBezTo>
                  <a:pt x="315" y="188"/>
                  <a:pt x="311" y="196"/>
                  <a:pt x="301" y="203"/>
                </a:cubicBezTo>
                <a:cubicBezTo>
                  <a:pt x="290" y="210"/>
                  <a:pt x="277" y="215"/>
                  <a:pt x="259" y="219"/>
                </a:cubicBezTo>
                <a:cubicBezTo>
                  <a:pt x="242" y="223"/>
                  <a:pt x="223" y="225"/>
                  <a:pt x="203" y="225"/>
                </a:cubicBezTo>
                <a:cubicBezTo>
                  <a:pt x="182" y="225"/>
                  <a:pt x="163" y="223"/>
                  <a:pt x="146" y="219"/>
                </a:cubicBezTo>
                <a:cubicBezTo>
                  <a:pt x="128" y="215"/>
                  <a:pt x="115" y="210"/>
                  <a:pt x="104" y="203"/>
                </a:cubicBezTo>
                <a:cubicBezTo>
                  <a:pt x="94" y="196"/>
                  <a:pt x="90" y="188"/>
                  <a:pt x="90" y="180"/>
                </a:cubicBezTo>
                <a:cubicBezTo>
                  <a:pt x="93" y="125"/>
                  <a:pt x="93" y="125"/>
                  <a:pt x="93" y="125"/>
                </a:cubicBezTo>
                <a:cubicBezTo>
                  <a:pt x="194" y="157"/>
                  <a:pt x="194" y="157"/>
                  <a:pt x="194" y="157"/>
                </a:cubicBezTo>
                <a:cubicBezTo>
                  <a:pt x="197" y="157"/>
                  <a:pt x="199" y="158"/>
                  <a:pt x="203" y="158"/>
                </a:cubicBezTo>
                <a:cubicBezTo>
                  <a:pt x="206" y="158"/>
                  <a:pt x="208" y="157"/>
                  <a:pt x="211" y="157"/>
                </a:cubicBezTo>
                <a:lnTo>
                  <a:pt x="312" y="125"/>
                </a:lnTo>
                <a:close/>
                <a:moveTo>
                  <a:pt x="405" y="68"/>
                </a:moveTo>
                <a:cubicBezTo>
                  <a:pt x="405" y="71"/>
                  <a:pt x="404" y="72"/>
                  <a:pt x="401" y="73"/>
                </a:cubicBezTo>
                <a:cubicBezTo>
                  <a:pt x="204" y="135"/>
                  <a:pt x="204" y="135"/>
                  <a:pt x="204" y="135"/>
                </a:cubicBezTo>
                <a:cubicBezTo>
                  <a:pt x="204" y="135"/>
                  <a:pt x="203" y="135"/>
                  <a:pt x="203" y="135"/>
                </a:cubicBezTo>
                <a:cubicBezTo>
                  <a:pt x="202" y="135"/>
                  <a:pt x="201" y="135"/>
                  <a:pt x="201" y="135"/>
                </a:cubicBezTo>
                <a:cubicBezTo>
                  <a:pt x="86" y="99"/>
                  <a:pt x="86" y="99"/>
                  <a:pt x="86" y="99"/>
                </a:cubicBezTo>
                <a:cubicBezTo>
                  <a:pt x="81" y="103"/>
                  <a:pt x="77" y="110"/>
                  <a:pt x="74" y="119"/>
                </a:cubicBezTo>
                <a:cubicBezTo>
                  <a:pt x="70" y="128"/>
                  <a:pt x="68" y="138"/>
                  <a:pt x="68" y="150"/>
                </a:cubicBezTo>
                <a:cubicBezTo>
                  <a:pt x="75" y="154"/>
                  <a:pt x="79" y="161"/>
                  <a:pt x="79" y="169"/>
                </a:cubicBezTo>
                <a:cubicBezTo>
                  <a:pt x="79" y="177"/>
                  <a:pt x="75" y="183"/>
                  <a:pt x="69" y="188"/>
                </a:cubicBezTo>
                <a:cubicBezTo>
                  <a:pt x="79" y="264"/>
                  <a:pt x="79" y="264"/>
                  <a:pt x="79" y="264"/>
                </a:cubicBezTo>
                <a:cubicBezTo>
                  <a:pt x="79" y="266"/>
                  <a:pt x="79" y="267"/>
                  <a:pt x="77" y="268"/>
                </a:cubicBezTo>
                <a:cubicBezTo>
                  <a:pt x="76" y="270"/>
                  <a:pt x="75" y="270"/>
                  <a:pt x="73" y="270"/>
                </a:cubicBezTo>
                <a:cubicBezTo>
                  <a:pt x="39" y="270"/>
                  <a:pt x="39" y="270"/>
                  <a:pt x="39" y="270"/>
                </a:cubicBezTo>
                <a:cubicBezTo>
                  <a:pt x="38" y="270"/>
                  <a:pt x="36" y="270"/>
                  <a:pt x="35" y="268"/>
                </a:cubicBezTo>
                <a:cubicBezTo>
                  <a:pt x="34" y="267"/>
                  <a:pt x="34" y="266"/>
                  <a:pt x="34" y="264"/>
                </a:cubicBezTo>
                <a:cubicBezTo>
                  <a:pt x="44" y="188"/>
                  <a:pt x="44" y="188"/>
                  <a:pt x="44" y="188"/>
                </a:cubicBezTo>
                <a:cubicBezTo>
                  <a:pt x="37" y="183"/>
                  <a:pt x="34" y="177"/>
                  <a:pt x="34" y="169"/>
                </a:cubicBezTo>
                <a:cubicBezTo>
                  <a:pt x="34" y="161"/>
                  <a:pt x="38" y="154"/>
                  <a:pt x="45" y="150"/>
                </a:cubicBezTo>
                <a:cubicBezTo>
                  <a:pt x="47" y="125"/>
                  <a:pt x="52" y="106"/>
                  <a:pt x="62" y="92"/>
                </a:cubicBezTo>
                <a:cubicBezTo>
                  <a:pt x="4" y="73"/>
                  <a:pt x="4" y="73"/>
                  <a:pt x="4" y="73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65"/>
                  <a:pt x="1" y="63"/>
                  <a:pt x="4" y="63"/>
                </a:cubicBezTo>
                <a:cubicBezTo>
                  <a:pt x="201" y="1"/>
                  <a:pt x="201" y="1"/>
                  <a:pt x="201" y="1"/>
                </a:cubicBezTo>
                <a:cubicBezTo>
                  <a:pt x="201" y="1"/>
                  <a:pt x="202" y="0"/>
                  <a:pt x="203" y="0"/>
                </a:cubicBezTo>
                <a:cubicBezTo>
                  <a:pt x="203" y="0"/>
                  <a:pt x="204" y="1"/>
                  <a:pt x="204" y="1"/>
                </a:cubicBezTo>
                <a:cubicBezTo>
                  <a:pt x="401" y="63"/>
                  <a:pt x="401" y="63"/>
                  <a:pt x="401" y="63"/>
                </a:cubicBezTo>
                <a:cubicBezTo>
                  <a:pt x="404" y="63"/>
                  <a:pt x="405" y="65"/>
                  <a:pt x="405" y="6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66"/>
          <p:cNvSpPr>
            <a:spLocks noEditPoints="1"/>
          </p:cNvSpPr>
          <p:nvPr/>
        </p:nvSpPr>
        <p:spPr bwMode="auto">
          <a:xfrm>
            <a:off x="5964238" y="1585913"/>
            <a:ext cx="292100" cy="292100"/>
          </a:xfrm>
          <a:custGeom>
            <a:avLst/>
            <a:gdLst>
              <a:gd name="T0" fmla="*/ 145 w 270"/>
              <a:gd name="T1" fmla="*/ 152 h 270"/>
              <a:gd name="T2" fmla="*/ 205 w 270"/>
              <a:gd name="T3" fmla="*/ 48 h 270"/>
              <a:gd name="T4" fmla="*/ 179 w 270"/>
              <a:gd name="T5" fmla="*/ 48 h 270"/>
              <a:gd name="T6" fmla="*/ 168 w 270"/>
              <a:gd name="T7" fmla="*/ 69 h 270"/>
              <a:gd name="T8" fmla="*/ 156 w 270"/>
              <a:gd name="T9" fmla="*/ 92 h 270"/>
              <a:gd name="T10" fmla="*/ 146 w 270"/>
              <a:gd name="T11" fmla="*/ 113 h 270"/>
              <a:gd name="T12" fmla="*/ 135 w 270"/>
              <a:gd name="T13" fmla="*/ 135 h 270"/>
              <a:gd name="T14" fmla="*/ 134 w 270"/>
              <a:gd name="T15" fmla="*/ 135 h 270"/>
              <a:gd name="T16" fmla="*/ 127 w 270"/>
              <a:gd name="T17" fmla="*/ 118 h 270"/>
              <a:gd name="T18" fmla="*/ 118 w 270"/>
              <a:gd name="T19" fmla="*/ 100 h 270"/>
              <a:gd name="T20" fmla="*/ 109 w 270"/>
              <a:gd name="T21" fmla="*/ 83 h 270"/>
              <a:gd name="T22" fmla="*/ 100 w 270"/>
              <a:gd name="T23" fmla="*/ 65 h 270"/>
              <a:gd name="T24" fmla="*/ 91 w 270"/>
              <a:gd name="T25" fmla="*/ 48 h 270"/>
              <a:gd name="T26" fmla="*/ 65 w 270"/>
              <a:gd name="T27" fmla="*/ 48 h 270"/>
              <a:gd name="T28" fmla="*/ 122 w 270"/>
              <a:gd name="T29" fmla="*/ 152 h 270"/>
              <a:gd name="T30" fmla="*/ 122 w 270"/>
              <a:gd name="T31" fmla="*/ 228 h 270"/>
              <a:gd name="T32" fmla="*/ 145 w 270"/>
              <a:gd name="T33" fmla="*/ 228 h 270"/>
              <a:gd name="T34" fmla="*/ 145 w 270"/>
              <a:gd name="T35" fmla="*/ 152 h 270"/>
              <a:gd name="T36" fmla="*/ 270 w 270"/>
              <a:gd name="T37" fmla="*/ 51 h 270"/>
              <a:gd name="T38" fmla="*/ 270 w 270"/>
              <a:gd name="T39" fmla="*/ 220 h 270"/>
              <a:gd name="T40" fmla="*/ 255 w 270"/>
              <a:gd name="T41" fmla="*/ 255 h 270"/>
              <a:gd name="T42" fmla="*/ 219 w 270"/>
              <a:gd name="T43" fmla="*/ 270 h 270"/>
              <a:gd name="T44" fmla="*/ 51 w 270"/>
              <a:gd name="T45" fmla="*/ 270 h 270"/>
              <a:gd name="T46" fmla="*/ 15 w 270"/>
              <a:gd name="T47" fmla="*/ 255 h 270"/>
              <a:gd name="T48" fmla="*/ 0 w 270"/>
              <a:gd name="T49" fmla="*/ 220 h 270"/>
              <a:gd name="T50" fmla="*/ 0 w 270"/>
              <a:gd name="T51" fmla="*/ 51 h 270"/>
              <a:gd name="T52" fmla="*/ 15 w 270"/>
              <a:gd name="T53" fmla="*/ 15 h 270"/>
              <a:gd name="T54" fmla="*/ 51 w 270"/>
              <a:gd name="T55" fmla="*/ 0 h 270"/>
              <a:gd name="T56" fmla="*/ 219 w 270"/>
              <a:gd name="T57" fmla="*/ 0 h 270"/>
              <a:gd name="T58" fmla="*/ 255 w 270"/>
              <a:gd name="T59" fmla="*/ 15 h 270"/>
              <a:gd name="T60" fmla="*/ 270 w 270"/>
              <a:gd name="T6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0" h="270">
                <a:moveTo>
                  <a:pt x="145" y="152"/>
                </a:moveTo>
                <a:cubicBezTo>
                  <a:pt x="205" y="48"/>
                  <a:pt x="205" y="48"/>
                  <a:pt x="205" y="48"/>
                </a:cubicBezTo>
                <a:cubicBezTo>
                  <a:pt x="179" y="48"/>
                  <a:pt x="179" y="48"/>
                  <a:pt x="179" y="48"/>
                </a:cubicBezTo>
                <a:cubicBezTo>
                  <a:pt x="177" y="53"/>
                  <a:pt x="173" y="60"/>
                  <a:pt x="168" y="69"/>
                </a:cubicBezTo>
                <a:cubicBezTo>
                  <a:pt x="163" y="79"/>
                  <a:pt x="159" y="86"/>
                  <a:pt x="156" y="92"/>
                </a:cubicBezTo>
                <a:cubicBezTo>
                  <a:pt x="153" y="98"/>
                  <a:pt x="150" y="105"/>
                  <a:pt x="146" y="113"/>
                </a:cubicBezTo>
                <a:cubicBezTo>
                  <a:pt x="142" y="121"/>
                  <a:pt x="138" y="128"/>
                  <a:pt x="135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2" y="130"/>
                  <a:pt x="129" y="124"/>
                  <a:pt x="127" y="118"/>
                </a:cubicBezTo>
                <a:cubicBezTo>
                  <a:pt x="124" y="112"/>
                  <a:pt x="121" y="106"/>
                  <a:pt x="118" y="100"/>
                </a:cubicBezTo>
                <a:cubicBezTo>
                  <a:pt x="114" y="93"/>
                  <a:pt x="111" y="88"/>
                  <a:pt x="109" y="83"/>
                </a:cubicBezTo>
                <a:cubicBezTo>
                  <a:pt x="107" y="79"/>
                  <a:pt x="104" y="73"/>
                  <a:pt x="100" y="65"/>
                </a:cubicBezTo>
                <a:cubicBezTo>
                  <a:pt x="96" y="57"/>
                  <a:pt x="93" y="51"/>
                  <a:pt x="91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2" y="228"/>
                  <a:pt x="122" y="228"/>
                  <a:pt x="122" y="228"/>
                </a:cubicBezTo>
                <a:cubicBezTo>
                  <a:pt x="145" y="228"/>
                  <a:pt x="145" y="228"/>
                  <a:pt x="145" y="228"/>
                </a:cubicBezTo>
                <a:lnTo>
                  <a:pt x="145" y="152"/>
                </a:ln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67"/>
          <p:cNvSpPr>
            <a:spLocks noEditPoints="1"/>
          </p:cNvSpPr>
          <p:nvPr/>
        </p:nvSpPr>
        <p:spPr bwMode="auto">
          <a:xfrm>
            <a:off x="6396038" y="1562101"/>
            <a:ext cx="292100" cy="339725"/>
          </a:xfrm>
          <a:custGeom>
            <a:avLst/>
            <a:gdLst>
              <a:gd name="T0" fmla="*/ 242 w 270"/>
              <a:gd name="T1" fmla="*/ 137 h 315"/>
              <a:gd name="T2" fmla="*/ 225 w 270"/>
              <a:gd name="T3" fmla="*/ 73 h 315"/>
              <a:gd name="T4" fmla="*/ 112 w 270"/>
              <a:gd name="T5" fmla="*/ 67 h 315"/>
              <a:gd name="T6" fmla="*/ 110 w 270"/>
              <a:gd name="T7" fmla="*/ 85 h 315"/>
              <a:gd name="T8" fmla="*/ 96 w 270"/>
              <a:gd name="T9" fmla="*/ 105 h 315"/>
              <a:gd name="T10" fmla="*/ 84 w 270"/>
              <a:gd name="T11" fmla="*/ 115 h 315"/>
              <a:gd name="T12" fmla="*/ 46 w 270"/>
              <a:gd name="T13" fmla="*/ 142 h 315"/>
              <a:gd name="T14" fmla="*/ 36 w 270"/>
              <a:gd name="T15" fmla="*/ 147 h 315"/>
              <a:gd name="T16" fmla="*/ 24 w 270"/>
              <a:gd name="T17" fmla="*/ 154 h 315"/>
              <a:gd name="T18" fmla="*/ 28 w 270"/>
              <a:gd name="T19" fmla="*/ 178 h 315"/>
              <a:gd name="T20" fmla="*/ 60 w 270"/>
              <a:gd name="T21" fmla="*/ 183 h 315"/>
              <a:gd name="T22" fmla="*/ 81 w 270"/>
              <a:gd name="T23" fmla="*/ 171 h 315"/>
              <a:gd name="T24" fmla="*/ 90 w 270"/>
              <a:gd name="T25" fmla="*/ 270 h 315"/>
              <a:gd name="T26" fmla="*/ 112 w 270"/>
              <a:gd name="T27" fmla="*/ 292 h 315"/>
              <a:gd name="T28" fmla="*/ 135 w 270"/>
              <a:gd name="T29" fmla="*/ 270 h 315"/>
              <a:gd name="T30" fmla="*/ 153 w 270"/>
              <a:gd name="T31" fmla="*/ 218 h 315"/>
              <a:gd name="T32" fmla="*/ 186 w 270"/>
              <a:gd name="T33" fmla="*/ 212 h 315"/>
              <a:gd name="T34" fmla="*/ 208 w 270"/>
              <a:gd name="T35" fmla="*/ 200 h 315"/>
              <a:gd name="T36" fmla="*/ 240 w 270"/>
              <a:gd name="T37" fmla="*/ 192 h 315"/>
              <a:gd name="T38" fmla="*/ 225 w 270"/>
              <a:gd name="T39" fmla="*/ 34 h 315"/>
              <a:gd name="T40" fmla="*/ 214 w 270"/>
              <a:gd name="T41" fmla="*/ 22 h 315"/>
              <a:gd name="T42" fmla="*/ 202 w 270"/>
              <a:gd name="T43" fmla="*/ 34 h 315"/>
              <a:gd name="T44" fmla="*/ 214 w 270"/>
              <a:gd name="T45" fmla="*/ 45 h 315"/>
              <a:gd name="T46" fmla="*/ 225 w 270"/>
              <a:gd name="T47" fmla="*/ 34 h 315"/>
              <a:gd name="T48" fmla="*/ 256 w 270"/>
              <a:gd name="T49" fmla="*/ 208 h 315"/>
              <a:gd name="T50" fmla="*/ 217 w 270"/>
              <a:gd name="T51" fmla="*/ 223 h 315"/>
              <a:gd name="T52" fmla="*/ 178 w 270"/>
              <a:gd name="T53" fmla="*/ 234 h 315"/>
              <a:gd name="T54" fmla="*/ 157 w 270"/>
              <a:gd name="T55" fmla="*/ 270 h 315"/>
              <a:gd name="T56" fmla="*/ 112 w 270"/>
              <a:gd name="T57" fmla="*/ 315 h 315"/>
              <a:gd name="T58" fmla="*/ 67 w 270"/>
              <a:gd name="T59" fmla="*/ 270 h 315"/>
              <a:gd name="T60" fmla="*/ 45 w 270"/>
              <a:gd name="T61" fmla="*/ 208 h 315"/>
              <a:gd name="T62" fmla="*/ 0 w 270"/>
              <a:gd name="T63" fmla="*/ 157 h 315"/>
              <a:gd name="T64" fmla="*/ 12 w 270"/>
              <a:gd name="T65" fmla="*/ 136 h 315"/>
              <a:gd name="T66" fmla="*/ 35 w 270"/>
              <a:gd name="T67" fmla="*/ 122 h 315"/>
              <a:gd name="T68" fmla="*/ 69 w 270"/>
              <a:gd name="T69" fmla="*/ 99 h 315"/>
              <a:gd name="T70" fmla="*/ 76 w 270"/>
              <a:gd name="T71" fmla="*/ 93 h 315"/>
              <a:gd name="T72" fmla="*/ 83 w 270"/>
              <a:gd name="T73" fmla="*/ 85 h 315"/>
              <a:gd name="T74" fmla="*/ 89 w 270"/>
              <a:gd name="T75" fmla="*/ 77 h 315"/>
              <a:gd name="T76" fmla="*/ 90 w 270"/>
              <a:gd name="T77" fmla="*/ 22 h 315"/>
              <a:gd name="T78" fmla="*/ 112 w 270"/>
              <a:gd name="T79" fmla="*/ 0 h 315"/>
              <a:gd name="T80" fmla="*/ 241 w 270"/>
              <a:gd name="T81" fmla="*/ 7 h 315"/>
              <a:gd name="T82" fmla="*/ 247 w 270"/>
              <a:gd name="T83" fmla="*/ 73 h 315"/>
              <a:gd name="T84" fmla="*/ 270 w 270"/>
              <a:gd name="T85" fmla="*/ 168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0" h="315">
                <a:moveTo>
                  <a:pt x="247" y="169"/>
                </a:moveTo>
                <a:cubicBezTo>
                  <a:pt x="247" y="159"/>
                  <a:pt x="245" y="148"/>
                  <a:pt x="242" y="137"/>
                </a:cubicBezTo>
                <a:cubicBezTo>
                  <a:pt x="238" y="125"/>
                  <a:pt x="234" y="114"/>
                  <a:pt x="230" y="102"/>
                </a:cubicBezTo>
                <a:cubicBezTo>
                  <a:pt x="227" y="91"/>
                  <a:pt x="225" y="82"/>
                  <a:pt x="225" y="73"/>
                </a:cubicBezTo>
                <a:cubicBezTo>
                  <a:pt x="225" y="67"/>
                  <a:pt x="225" y="67"/>
                  <a:pt x="225" y="67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73"/>
                  <a:pt x="112" y="73"/>
                  <a:pt x="112" y="73"/>
                </a:cubicBezTo>
                <a:cubicBezTo>
                  <a:pt x="112" y="77"/>
                  <a:pt x="112" y="81"/>
                  <a:pt x="110" y="85"/>
                </a:cubicBezTo>
                <a:cubicBezTo>
                  <a:pt x="109" y="89"/>
                  <a:pt x="107" y="92"/>
                  <a:pt x="104" y="96"/>
                </a:cubicBezTo>
                <a:cubicBezTo>
                  <a:pt x="101" y="99"/>
                  <a:pt x="98" y="102"/>
                  <a:pt x="96" y="105"/>
                </a:cubicBezTo>
                <a:cubicBezTo>
                  <a:pt x="93" y="107"/>
                  <a:pt x="90" y="110"/>
                  <a:pt x="86" y="113"/>
                </a:cubicBezTo>
                <a:cubicBezTo>
                  <a:pt x="85" y="114"/>
                  <a:pt x="84" y="115"/>
                  <a:pt x="84" y="115"/>
                </a:cubicBezTo>
                <a:cubicBezTo>
                  <a:pt x="74" y="124"/>
                  <a:pt x="66" y="130"/>
                  <a:pt x="58" y="135"/>
                </a:cubicBezTo>
                <a:cubicBezTo>
                  <a:pt x="56" y="137"/>
                  <a:pt x="52" y="139"/>
                  <a:pt x="46" y="142"/>
                </a:cubicBezTo>
                <a:cubicBezTo>
                  <a:pt x="46" y="142"/>
                  <a:pt x="45" y="143"/>
                  <a:pt x="42" y="144"/>
                </a:cubicBezTo>
                <a:cubicBezTo>
                  <a:pt x="40" y="145"/>
                  <a:pt x="38" y="146"/>
                  <a:pt x="36" y="147"/>
                </a:cubicBezTo>
                <a:cubicBezTo>
                  <a:pt x="34" y="148"/>
                  <a:pt x="32" y="149"/>
                  <a:pt x="30" y="150"/>
                </a:cubicBezTo>
                <a:cubicBezTo>
                  <a:pt x="28" y="152"/>
                  <a:pt x="26" y="153"/>
                  <a:pt x="24" y="154"/>
                </a:cubicBezTo>
                <a:cubicBezTo>
                  <a:pt x="23" y="155"/>
                  <a:pt x="22" y="156"/>
                  <a:pt x="22" y="157"/>
                </a:cubicBezTo>
                <a:cubicBezTo>
                  <a:pt x="22" y="166"/>
                  <a:pt x="24" y="172"/>
                  <a:pt x="28" y="178"/>
                </a:cubicBezTo>
                <a:cubicBezTo>
                  <a:pt x="31" y="183"/>
                  <a:pt x="37" y="186"/>
                  <a:pt x="45" y="186"/>
                </a:cubicBezTo>
                <a:cubicBezTo>
                  <a:pt x="50" y="186"/>
                  <a:pt x="55" y="185"/>
                  <a:pt x="60" y="183"/>
                </a:cubicBezTo>
                <a:cubicBezTo>
                  <a:pt x="65" y="181"/>
                  <a:pt x="69" y="179"/>
                  <a:pt x="72" y="177"/>
                </a:cubicBezTo>
                <a:cubicBezTo>
                  <a:pt x="75" y="175"/>
                  <a:pt x="78" y="173"/>
                  <a:pt x="81" y="171"/>
                </a:cubicBezTo>
                <a:cubicBezTo>
                  <a:pt x="85" y="170"/>
                  <a:pt x="88" y="169"/>
                  <a:pt x="90" y="169"/>
                </a:cubicBezTo>
                <a:cubicBezTo>
                  <a:pt x="90" y="270"/>
                  <a:pt x="90" y="270"/>
                  <a:pt x="90" y="270"/>
                </a:cubicBezTo>
                <a:cubicBezTo>
                  <a:pt x="90" y="276"/>
                  <a:pt x="92" y="281"/>
                  <a:pt x="97" y="285"/>
                </a:cubicBezTo>
                <a:cubicBezTo>
                  <a:pt x="101" y="290"/>
                  <a:pt x="106" y="292"/>
                  <a:pt x="112" y="292"/>
                </a:cubicBezTo>
                <a:cubicBezTo>
                  <a:pt x="118" y="292"/>
                  <a:pt x="124" y="290"/>
                  <a:pt x="128" y="286"/>
                </a:cubicBezTo>
                <a:cubicBezTo>
                  <a:pt x="133" y="281"/>
                  <a:pt x="135" y="276"/>
                  <a:pt x="135" y="270"/>
                </a:cubicBezTo>
                <a:cubicBezTo>
                  <a:pt x="135" y="212"/>
                  <a:pt x="135" y="212"/>
                  <a:pt x="135" y="212"/>
                </a:cubicBezTo>
                <a:cubicBezTo>
                  <a:pt x="140" y="216"/>
                  <a:pt x="146" y="218"/>
                  <a:pt x="153" y="218"/>
                </a:cubicBezTo>
                <a:cubicBezTo>
                  <a:pt x="161" y="218"/>
                  <a:pt x="168" y="215"/>
                  <a:pt x="174" y="209"/>
                </a:cubicBezTo>
                <a:cubicBezTo>
                  <a:pt x="178" y="211"/>
                  <a:pt x="182" y="212"/>
                  <a:pt x="186" y="212"/>
                </a:cubicBezTo>
                <a:cubicBezTo>
                  <a:pt x="190" y="212"/>
                  <a:pt x="195" y="211"/>
                  <a:pt x="199" y="209"/>
                </a:cubicBezTo>
                <a:cubicBezTo>
                  <a:pt x="203" y="207"/>
                  <a:pt x="206" y="204"/>
                  <a:pt x="208" y="200"/>
                </a:cubicBezTo>
                <a:cubicBezTo>
                  <a:pt x="211" y="201"/>
                  <a:pt x="214" y="201"/>
                  <a:pt x="218" y="201"/>
                </a:cubicBezTo>
                <a:cubicBezTo>
                  <a:pt x="228" y="201"/>
                  <a:pt x="235" y="198"/>
                  <a:pt x="240" y="192"/>
                </a:cubicBezTo>
                <a:cubicBezTo>
                  <a:pt x="245" y="187"/>
                  <a:pt x="247" y="179"/>
                  <a:pt x="247" y="169"/>
                </a:cubicBezTo>
                <a:close/>
                <a:moveTo>
                  <a:pt x="225" y="34"/>
                </a:moveTo>
                <a:cubicBezTo>
                  <a:pt x="225" y="31"/>
                  <a:pt x="224" y="28"/>
                  <a:pt x="221" y="26"/>
                </a:cubicBezTo>
                <a:cubicBezTo>
                  <a:pt x="219" y="24"/>
                  <a:pt x="217" y="22"/>
                  <a:pt x="214" y="22"/>
                </a:cubicBezTo>
                <a:cubicBezTo>
                  <a:pt x="210" y="22"/>
                  <a:pt x="208" y="24"/>
                  <a:pt x="206" y="26"/>
                </a:cubicBezTo>
                <a:cubicBezTo>
                  <a:pt x="203" y="28"/>
                  <a:pt x="202" y="31"/>
                  <a:pt x="202" y="34"/>
                </a:cubicBezTo>
                <a:cubicBezTo>
                  <a:pt x="202" y="37"/>
                  <a:pt x="203" y="39"/>
                  <a:pt x="206" y="42"/>
                </a:cubicBezTo>
                <a:cubicBezTo>
                  <a:pt x="208" y="44"/>
                  <a:pt x="210" y="45"/>
                  <a:pt x="214" y="45"/>
                </a:cubicBezTo>
                <a:cubicBezTo>
                  <a:pt x="217" y="45"/>
                  <a:pt x="219" y="44"/>
                  <a:pt x="221" y="42"/>
                </a:cubicBezTo>
                <a:cubicBezTo>
                  <a:pt x="224" y="39"/>
                  <a:pt x="225" y="37"/>
                  <a:pt x="225" y="34"/>
                </a:cubicBezTo>
                <a:close/>
                <a:moveTo>
                  <a:pt x="270" y="168"/>
                </a:moveTo>
                <a:cubicBezTo>
                  <a:pt x="270" y="185"/>
                  <a:pt x="265" y="198"/>
                  <a:pt x="256" y="208"/>
                </a:cubicBezTo>
                <a:cubicBezTo>
                  <a:pt x="247" y="219"/>
                  <a:pt x="234" y="224"/>
                  <a:pt x="218" y="224"/>
                </a:cubicBezTo>
                <a:cubicBezTo>
                  <a:pt x="217" y="223"/>
                  <a:pt x="217" y="223"/>
                  <a:pt x="217" y="223"/>
                </a:cubicBezTo>
                <a:cubicBezTo>
                  <a:pt x="208" y="231"/>
                  <a:pt x="198" y="234"/>
                  <a:pt x="186" y="234"/>
                </a:cubicBezTo>
                <a:cubicBezTo>
                  <a:pt x="183" y="234"/>
                  <a:pt x="181" y="234"/>
                  <a:pt x="178" y="234"/>
                </a:cubicBezTo>
                <a:cubicBezTo>
                  <a:pt x="172" y="237"/>
                  <a:pt x="165" y="239"/>
                  <a:pt x="157" y="240"/>
                </a:cubicBezTo>
                <a:cubicBezTo>
                  <a:pt x="157" y="270"/>
                  <a:pt x="157" y="270"/>
                  <a:pt x="157" y="270"/>
                </a:cubicBezTo>
                <a:cubicBezTo>
                  <a:pt x="157" y="282"/>
                  <a:pt x="153" y="293"/>
                  <a:pt x="144" y="302"/>
                </a:cubicBezTo>
                <a:cubicBezTo>
                  <a:pt x="135" y="310"/>
                  <a:pt x="124" y="315"/>
                  <a:pt x="112" y="315"/>
                </a:cubicBezTo>
                <a:cubicBezTo>
                  <a:pt x="100" y="315"/>
                  <a:pt x="90" y="310"/>
                  <a:pt x="81" y="301"/>
                </a:cubicBezTo>
                <a:cubicBezTo>
                  <a:pt x="72" y="293"/>
                  <a:pt x="67" y="282"/>
                  <a:pt x="67" y="270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1" y="207"/>
                  <a:pt x="54" y="208"/>
                  <a:pt x="45" y="208"/>
                </a:cubicBezTo>
                <a:cubicBezTo>
                  <a:pt x="31" y="208"/>
                  <a:pt x="20" y="203"/>
                  <a:pt x="12" y="194"/>
                </a:cubicBezTo>
                <a:cubicBezTo>
                  <a:pt x="4" y="184"/>
                  <a:pt x="0" y="172"/>
                  <a:pt x="0" y="157"/>
                </a:cubicBezTo>
                <a:cubicBezTo>
                  <a:pt x="0" y="153"/>
                  <a:pt x="1" y="149"/>
                  <a:pt x="3" y="145"/>
                </a:cubicBezTo>
                <a:cubicBezTo>
                  <a:pt x="5" y="142"/>
                  <a:pt x="8" y="138"/>
                  <a:pt x="12" y="136"/>
                </a:cubicBezTo>
                <a:cubicBezTo>
                  <a:pt x="15" y="133"/>
                  <a:pt x="19" y="130"/>
                  <a:pt x="23" y="128"/>
                </a:cubicBezTo>
                <a:cubicBezTo>
                  <a:pt x="26" y="126"/>
                  <a:pt x="31" y="124"/>
                  <a:pt x="35" y="122"/>
                </a:cubicBezTo>
                <a:cubicBezTo>
                  <a:pt x="40" y="120"/>
                  <a:pt x="44" y="118"/>
                  <a:pt x="46" y="116"/>
                </a:cubicBezTo>
                <a:cubicBezTo>
                  <a:pt x="53" y="112"/>
                  <a:pt x="60" y="106"/>
                  <a:pt x="69" y="99"/>
                </a:cubicBezTo>
                <a:cubicBezTo>
                  <a:pt x="69" y="98"/>
                  <a:pt x="70" y="98"/>
                  <a:pt x="72" y="96"/>
                </a:cubicBezTo>
                <a:cubicBezTo>
                  <a:pt x="74" y="95"/>
                  <a:pt x="75" y="94"/>
                  <a:pt x="76" y="93"/>
                </a:cubicBezTo>
                <a:cubicBezTo>
                  <a:pt x="77" y="92"/>
                  <a:pt x="78" y="91"/>
                  <a:pt x="80" y="89"/>
                </a:cubicBezTo>
                <a:cubicBezTo>
                  <a:pt x="81" y="88"/>
                  <a:pt x="82" y="86"/>
                  <a:pt x="83" y="85"/>
                </a:cubicBezTo>
                <a:cubicBezTo>
                  <a:pt x="84" y="84"/>
                  <a:pt x="86" y="82"/>
                  <a:pt x="87" y="81"/>
                </a:cubicBezTo>
                <a:cubicBezTo>
                  <a:pt x="88" y="80"/>
                  <a:pt x="89" y="78"/>
                  <a:pt x="89" y="77"/>
                </a:cubicBezTo>
                <a:cubicBezTo>
                  <a:pt x="90" y="76"/>
                  <a:pt x="90" y="74"/>
                  <a:pt x="90" y="73"/>
                </a:cubicBezTo>
                <a:cubicBezTo>
                  <a:pt x="90" y="22"/>
                  <a:pt x="90" y="22"/>
                  <a:pt x="90" y="22"/>
                </a:cubicBezTo>
                <a:cubicBezTo>
                  <a:pt x="90" y="16"/>
                  <a:pt x="92" y="11"/>
                  <a:pt x="96" y="7"/>
                </a:cubicBezTo>
                <a:cubicBezTo>
                  <a:pt x="101" y="2"/>
                  <a:pt x="106" y="0"/>
                  <a:pt x="112" y="0"/>
                </a:cubicBezTo>
                <a:cubicBezTo>
                  <a:pt x="225" y="0"/>
                  <a:pt x="225" y="0"/>
                  <a:pt x="225" y="0"/>
                </a:cubicBezTo>
                <a:cubicBezTo>
                  <a:pt x="231" y="0"/>
                  <a:pt x="236" y="2"/>
                  <a:pt x="241" y="7"/>
                </a:cubicBezTo>
                <a:cubicBezTo>
                  <a:pt x="245" y="11"/>
                  <a:pt x="247" y="16"/>
                  <a:pt x="247" y="22"/>
                </a:cubicBezTo>
                <a:cubicBezTo>
                  <a:pt x="247" y="73"/>
                  <a:pt x="247" y="73"/>
                  <a:pt x="247" y="73"/>
                </a:cubicBezTo>
                <a:cubicBezTo>
                  <a:pt x="247" y="80"/>
                  <a:pt x="251" y="93"/>
                  <a:pt x="258" y="112"/>
                </a:cubicBezTo>
                <a:cubicBezTo>
                  <a:pt x="266" y="135"/>
                  <a:pt x="270" y="153"/>
                  <a:pt x="270" y="16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8"/>
          <p:cNvSpPr>
            <a:spLocks noEditPoints="1"/>
          </p:cNvSpPr>
          <p:nvPr/>
        </p:nvSpPr>
        <p:spPr bwMode="auto">
          <a:xfrm>
            <a:off x="7235826" y="1585913"/>
            <a:ext cx="339725" cy="292100"/>
          </a:xfrm>
          <a:custGeom>
            <a:avLst/>
            <a:gdLst>
              <a:gd name="T0" fmla="*/ 247 w 315"/>
              <a:gd name="T1" fmla="*/ 225 h 270"/>
              <a:gd name="T2" fmla="*/ 242 w 315"/>
              <a:gd name="T3" fmla="*/ 113 h 270"/>
              <a:gd name="T4" fmla="*/ 219 w 315"/>
              <a:gd name="T5" fmla="*/ 104 h 270"/>
              <a:gd name="T6" fmla="*/ 201 w 315"/>
              <a:gd name="T7" fmla="*/ 87 h 270"/>
              <a:gd name="T8" fmla="*/ 200 w 315"/>
              <a:gd name="T9" fmla="*/ 85 h 270"/>
              <a:gd name="T10" fmla="*/ 179 w 315"/>
              <a:gd name="T11" fmla="*/ 59 h 270"/>
              <a:gd name="T12" fmla="*/ 171 w 315"/>
              <a:gd name="T13" fmla="*/ 43 h 270"/>
              <a:gd name="T14" fmla="*/ 164 w 315"/>
              <a:gd name="T15" fmla="*/ 30 h 270"/>
              <a:gd name="T16" fmla="*/ 157 w 315"/>
              <a:gd name="T17" fmla="*/ 23 h 270"/>
              <a:gd name="T18" fmla="*/ 129 w 315"/>
              <a:gd name="T19" fmla="*/ 45 h 270"/>
              <a:gd name="T20" fmla="*/ 138 w 315"/>
              <a:gd name="T21" fmla="*/ 72 h 270"/>
              <a:gd name="T22" fmla="*/ 146 w 315"/>
              <a:gd name="T23" fmla="*/ 90 h 270"/>
              <a:gd name="T24" fmla="*/ 29 w 315"/>
              <a:gd name="T25" fmla="*/ 97 h 270"/>
              <a:gd name="T26" fmla="*/ 29 w 315"/>
              <a:gd name="T27" fmla="*/ 129 h 270"/>
              <a:gd name="T28" fmla="*/ 103 w 315"/>
              <a:gd name="T29" fmla="*/ 135 h 270"/>
              <a:gd name="T30" fmla="*/ 97 w 315"/>
              <a:gd name="T31" fmla="*/ 154 h 270"/>
              <a:gd name="T32" fmla="*/ 103 w 315"/>
              <a:gd name="T33" fmla="*/ 187 h 270"/>
              <a:gd name="T34" fmla="*/ 114 w 315"/>
              <a:gd name="T35" fmla="*/ 209 h 270"/>
              <a:gd name="T36" fmla="*/ 122 w 315"/>
              <a:gd name="T37" fmla="*/ 241 h 270"/>
              <a:gd name="T38" fmla="*/ 178 w 315"/>
              <a:gd name="T39" fmla="*/ 242 h 270"/>
              <a:gd name="T40" fmla="*/ 242 w 315"/>
              <a:gd name="T41" fmla="*/ 225 h 270"/>
              <a:gd name="T42" fmla="*/ 289 w 315"/>
              <a:gd name="T43" fmla="*/ 206 h 270"/>
              <a:gd name="T44" fmla="*/ 273 w 315"/>
              <a:gd name="T45" fmla="*/ 206 h 270"/>
              <a:gd name="T46" fmla="*/ 273 w 315"/>
              <a:gd name="T47" fmla="*/ 222 h 270"/>
              <a:gd name="T48" fmla="*/ 289 w 315"/>
              <a:gd name="T49" fmla="*/ 222 h 270"/>
              <a:gd name="T50" fmla="*/ 315 w 315"/>
              <a:gd name="T51" fmla="*/ 113 h 270"/>
              <a:gd name="T52" fmla="*/ 308 w 315"/>
              <a:gd name="T53" fmla="*/ 241 h 270"/>
              <a:gd name="T54" fmla="*/ 242 w 315"/>
              <a:gd name="T55" fmla="*/ 248 h 270"/>
              <a:gd name="T56" fmla="*/ 147 w 315"/>
              <a:gd name="T57" fmla="*/ 270 h 270"/>
              <a:gd name="T58" fmla="*/ 91 w 315"/>
              <a:gd name="T59" fmla="*/ 219 h 270"/>
              <a:gd name="T60" fmla="*/ 80 w 315"/>
              <a:gd name="T61" fmla="*/ 186 h 270"/>
              <a:gd name="T62" fmla="*/ 74 w 315"/>
              <a:gd name="T63" fmla="*/ 158 h 270"/>
              <a:gd name="T64" fmla="*/ 13 w 315"/>
              <a:gd name="T65" fmla="*/ 145 h 270"/>
              <a:gd name="T66" fmla="*/ 13 w 315"/>
              <a:gd name="T67" fmla="*/ 81 h 270"/>
              <a:gd name="T68" fmla="*/ 110 w 315"/>
              <a:gd name="T69" fmla="*/ 68 h 270"/>
              <a:gd name="T70" fmla="*/ 121 w 315"/>
              <a:gd name="T71" fmla="*/ 12 h 270"/>
              <a:gd name="T72" fmla="*/ 169 w 315"/>
              <a:gd name="T73" fmla="*/ 4 h 270"/>
              <a:gd name="T74" fmla="*/ 186 w 315"/>
              <a:gd name="T75" fmla="*/ 23 h 270"/>
              <a:gd name="T76" fmla="*/ 198 w 315"/>
              <a:gd name="T77" fmla="*/ 47 h 270"/>
              <a:gd name="T78" fmla="*/ 218 w 315"/>
              <a:gd name="T79" fmla="*/ 73 h 270"/>
              <a:gd name="T80" fmla="*/ 225 w 315"/>
              <a:gd name="T81" fmla="*/ 80 h 270"/>
              <a:gd name="T82" fmla="*/ 234 w 315"/>
              <a:gd name="T83" fmla="*/ 87 h 270"/>
              <a:gd name="T84" fmla="*/ 242 w 315"/>
              <a:gd name="T85" fmla="*/ 90 h 270"/>
              <a:gd name="T86" fmla="*/ 308 w 315"/>
              <a:gd name="T87" fmla="*/ 97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15" h="270">
                <a:moveTo>
                  <a:pt x="242" y="225"/>
                </a:moveTo>
                <a:cubicBezTo>
                  <a:pt x="247" y="225"/>
                  <a:pt x="247" y="225"/>
                  <a:pt x="247" y="225"/>
                </a:cubicBezTo>
                <a:cubicBezTo>
                  <a:pt x="247" y="113"/>
                  <a:pt x="247" y="113"/>
                  <a:pt x="247" y="113"/>
                </a:cubicBezTo>
                <a:cubicBezTo>
                  <a:pt x="242" y="113"/>
                  <a:pt x="242" y="113"/>
                  <a:pt x="242" y="113"/>
                </a:cubicBezTo>
                <a:cubicBezTo>
                  <a:pt x="237" y="113"/>
                  <a:pt x="233" y="112"/>
                  <a:pt x="230" y="111"/>
                </a:cubicBezTo>
                <a:cubicBezTo>
                  <a:pt x="226" y="109"/>
                  <a:pt x="222" y="107"/>
                  <a:pt x="219" y="104"/>
                </a:cubicBezTo>
                <a:cubicBezTo>
                  <a:pt x="215" y="101"/>
                  <a:pt x="212" y="99"/>
                  <a:pt x="210" y="96"/>
                </a:cubicBezTo>
                <a:cubicBezTo>
                  <a:pt x="208" y="94"/>
                  <a:pt x="205" y="91"/>
                  <a:pt x="201" y="87"/>
                </a:cubicBezTo>
                <a:cubicBezTo>
                  <a:pt x="201" y="86"/>
                  <a:pt x="201" y="86"/>
                  <a:pt x="201" y="86"/>
                </a:cubicBezTo>
                <a:cubicBezTo>
                  <a:pt x="200" y="86"/>
                  <a:pt x="200" y="86"/>
                  <a:pt x="200" y="85"/>
                </a:cubicBezTo>
                <a:cubicBezTo>
                  <a:pt x="200" y="85"/>
                  <a:pt x="199" y="85"/>
                  <a:pt x="199" y="84"/>
                </a:cubicBezTo>
                <a:cubicBezTo>
                  <a:pt x="191" y="75"/>
                  <a:pt x="184" y="66"/>
                  <a:pt x="179" y="59"/>
                </a:cubicBezTo>
                <a:cubicBezTo>
                  <a:pt x="178" y="56"/>
                  <a:pt x="176" y="52"/>
                  <a:pt x="173" y="47"/>
                </a:cubicBezTo>
                <a:cubicBezTo>
                  <a:pt x="173" y="47"/>
                  <a:pt x="172" y="45"/>
                  <a:pt x="171" y="43"/>
                </a:cubicBezTo>
                <a:cubicBezTo>
                  <a:pt x="170" y="41"/>
                  <a:pt x="169" y="39"/>
                  <a:pt x="168" y="37"/>
                </a:cubicBezTo>
                <a:cubicBezTo>
                  <a:pt x="167" y="35"/>
                  <a:pt x="165" y="33"/>
                  <a:pt x="164" y="30"/>
                </a:cubicBezTo>
                <a:cubicBezTo>
                  <a:pt x="163" y="28"/>
                  <a:pt x="162" y="26"/>
                  <a:pt x="160" y="25"/>
                </a:cubicBezTo>
                <a:cubicBezTo>
                  <a:pt x="159" y="24"/>
                  <a:pt x="158" y="23"/>
                  <a:pt x="157" y="23"/>
                </a:cubicBezTo>
                <a:cubicBezTo>
                  <a:pt x="149" y="23"/>
                  <a:pt x="142" y="25"/>
                  <a:pt x="137" y="28"/>
                </a:cubicBezTo>
                <a:cubicBezTo>
                  <a:pt x="132" y="32"/>
                  <a:pt x="129" y="38"/>
                  <a:pt x="129" y="45"/>
                </a:cubicBezTo>
                <a:cubicBezTo>
                  <a:pt x="129" y="51"/>
                  <a:pt x="130" y="55"/>
                  <a:pt x="132" y="60"/>
                </a:cubicBezTo>
                <a:cubicBezTo>
                  <a:pt x="133" y="65"/>
                  <a:pt x="135" y="69"/>
                  <a:pt x="138" y="72"/>
                </a:cubicBezTo>
                <a:cubicBezTo>
                  <a:pt x="140" y="75"/>
                  <a:pt x="142" y="79"/>
                  <a:pt x="143" y="82"/>
                </a:cubicBezTo>
                <a:cubicBezTo>
                  <a:pt x="145" y="85"/>
                  <a:pt x="146" y="88"/>
                  <a:pt x="146" y="90"/>
                </a:cubicBezTo>
                <a:cubicBezTo>
                  <a:pt x="45" y="90"/>
                  <a:pt x="45" y="90"/>
                  <a:pt x="45" y="90"/>
                </a:cubicBezTo>
                <a:cubicBezTo>
                  <a:pt x="39" y="90"/>
                  <a:pt x="34" y="93"/>
                  <a:pt x="29" y="97"/>
                </a:cubicBezTo>
                <a:cubicBezTo>
                  <a:pt x="25" y="102"/>
                  <a:pt x="22" y="107"/>
                  <a:pt x="22" y="113"/>
                </a:cubicBezTo>
                <a:cubicBezTo>
                  <a:pt x="22" y="119"/>
                  <a:pt x="24" y="124"/>
                  <a:pt x="29" y="129"/>
                </a:cubicBezTo>
                <a:cubicBezTo>
                  <a:pt x="33" y="133"/>
                  <a:pt x="39" y="135"/>
                  <a:pt x="45" y="135"/>
                </a:cubicBezTo>
                <a:cubicBezTo>
                  <a:pt x="103" y="135"/>
                  <a:pt x="103" y="135"/>
                  <a:pt x="103" y="135"/>
                </a:cubicBezTo>
                <a:cubicBezTo>
                  <a:pt x="101" y="137"/>
                  <a:pt x="100" y="140"/>
                  <a:pt x="99" y="144"/>
                </a:cubicBezTo>
                <a:cubicBezTo>
                  <a:pt x="97" y="147"/>
                  <a:pt x="97" y="151"/>
                  <a:pt x="97" y="154"/>
                </a:cubicBezTo>
                <a:cubicBezTo>
                  <a:pt x="97" y="162"/>
                  <a:pt x="100" y="169"/>
                  <a:pt x="106" y="174"/>
                </a:cubicBezTo>
                <a:cubicBezTo>
                  <a:pt x="104" y="178"/>
                  <a:pt x="103" y="182"/>
                  <a:pt x="103" y="187"/>
                </a:cubicBezTo>
                <a:cubicBezTo>
                  <a:pt x="103" y="191"/>
                  <a:pt x="104" y="195"/>
                  <a:pt x="106" y="199"/>
                </a:cubicBezTo>
                <a:cubicBezTo>
                  <a:pt x="108" y="204"/>
                  <a:pt x="111" y="207"/>
                  <a:pt x="114" y="209"/>
                </a:cubicBezTo>
                <a:cubicBezTo>
                  <a:pt x="114" y="211"/>
                  <a:pt x="114" y="215"/>
                  <a:pt x="114" y="219"/>
                </a:cubicBezTo>
                <a:cubicBezTo>
                  <a:pt x="114" y="228"/>
                  <a:pt x="116" y="236"/>
                  <a:pt x="122" y="241"/>
                </a:cubicBezTo>
                <a:cubicBezTo>
                  <a:pt x="128" y="245"/>
                  <a:pt x="136" y="248"/>
                  <a:pt x="146" y="248"/>
                </a:cubicBezTo>
                <a:cubicBezTo>
                  <a:pt x="156" y="248"/>
                  <a:pt x="166" y="246"/>
                  <a:pt x="178" y="242"/>
                </a:cubicBezTo>
                <a:cubicBezTo>
                  <a:pt x="190" y="238"/>
                  <a:pt x="201" y="235"/>
                  <a:pt x="212" y="231"/>
                </a:cubicBezTo>
                <a:cubicBezTo>
                  <a:pt x="223" y="227"/>
                  <a:pt x="233" y="225"/>
                  <a:pt x="242" y="225"/>
                </a:cubicBezTo>
                <a:close/>
                <a:moveTo>
                  <a:pt x="292" y="214"/>
                </a:moveTo>
                <a:cubicBezTo>
                  <a:pt x="292" y="211"/>
                  <a:pt x="291" y="208"/>
                  <a:pt x="289" y="206"/>
                </a:cubicBezTo>
                <a:cubicBezTo>
                  <a:pt x="287" y="204"/>
                  <a:pt x="284" y="203"/>
                  <a:pt x="281" y="203"/>
                </a:cubicBezTo>
                <a:cubicBezTo>
                  <a:pt x="278" y="203"/>
                  <a:pt x="275" y="204"/>
                  <a:pt x="273" y="206"/>
                </a:cubicBezTo>
                <a:cubicBezTo>
                  <a:pt x="271" y="208"/>
                  <a:pt x="270" y="211"/>
                  <a:pt x="270" y="214"/>
                </a:cubicBezTo>
                <a:cubicBezTo>
                  <a:pt x="270" y="217"/>
                  <a:pt x="271" y="220"/>
                  <a:pt x="273" y="222"/>
                </a:cubicBezTo>
                <a:cubicBezTo>
                  <a:pt x="275" y="224"/>
                  <a:pt x="278" y="225"/>
                  <a:pt x="281" y="225"/>
                </a:cubicBezTo>
                <a:cubicBezTo>
                  <a:pt x="284" y="225"/>
                  <a:pt x="287" y="224"/>
                  <a:pt x="289" y="222"/>
                </a:cubicBezTo>
                <a:cubicBezTo>
                  <a:pt x="291" y="220"/>
                  <a:pt x="292" y="217"/>
                  <a:pt x="292" y="214"/>
                </a:cubicBezTo>
                <a:close/>
                <a:moveTo>
                  <a:pt x="315" y="113"/>
                </a:moveTo>
                <a:cubicBezTo>
                  <a:pt x="315" y="225"/>
                  <a:pt x="315" y="225"/>
                  <a:pt x="315" y="225"/>
                </a:cubicBezTo>
                <a:cubicBezTo>
                  <a:pt x="315" y="232"/>
                  <a:pt x="312" y="237"/>
                  <a:pt x="308" y="241"/>
                </a:cubicBezTo>
                <a:cubicBezTo>
                  <a:pt x="304" y="246"/>
                  <a:pt x="298" y="248"/>
                  <a:pt x="292" y="248"/>
                </a:cubicBezTo>
                <a:cubicBezTo>
                  <a:pt x="242" y="248"/>
                  <a:pt x="242" y="248"/>
                  <a:pt x="242" y="248"/>
                </a:cubicBezTo>
                <a:cubicBezTo>
                  <a:pt x="235" y="248"/>
                  <a:pt x="222" y="251"/>
                  <a:pt x="202" y="258"/>
                </a:cubicBezTo>
                <a:cubicBezTo>
                  <a:pt x="180" y="266"/>
                  <a:pt x="162" y="270"/>
                  <a:pt x="147" y="270"/>
                </a:cubicBezTo>
                <a:cubicBezTo>
                  <a:pt x="130" y="270"/>
                  <a:pt x="117" y="266"/>
                  <a:pt x="106" y="257"/>
                </a:cubicBezTo>
                <a:cubicBezTo>
                  <a:pt x="96" y="248"/>
                  <a:pt x="91" y="235"/>
                  <a:pt x="91" y="219"/>
                </a:cubicBezTo>
                <a:cubicBezTo>
                  <a:pt x="91" y="218"/>
                  <a:pt x="91" y="218"/>
                  <a:pt x="91" y="218"/>
                </a:cubicBezTo>
                <a:cubicBezTo>
                  <a:pt x="84" y="209"/>
                  <a:pt x="80" y="198"/>
                  <a:pt x="80" y="186"/>
                </a:cubicBezTo>
                <a:cubicBezTo>
                  <a:pt x="80" y="184"/>
                  <a:pt x="81" y="181"/>
                  <a:pt x="81" y="179"/>
                </a:cubicBezTo>
                <a:cubicBezTo>
                  <a:pt x="77" y="172"/>
                  <a:pt x="75" y="165"/>
                  <a:pt x="74" y="158"/>
                </a:cubicBezTo>
                <a:cubicBezTo>
                  <a:pt x="45" y="158"/>
                  <a:pt x="45" y="158"/>
                  <a:pt x="45" y="158"/>
                </a:cubicBezTo>
                <a:cubicBezTo>
                  <a:pt x="32" y="158"/>
                  <a:pt x="22" y="153"/>
                  <a:pt x="13" y="145"/>
                </a:cubicBezTo>
                <a:cubicBezTo>
                  <a:pt x="4" y="136"/>
                  <a:pt x="0" y="125"/>
                  <a:pt x="0" y="113"/>
                </a:cubicBezTo>
                <a:cubicBezTo>
                  <a:pt x="0" y="101"/>
                  <a:pt x="4" y="90"/>
                  <a:pt x="13" y="81"/>
                </a:cubicBezTo>
                <a:cubicBezTo>
                  <a:pt x="22" y="72"/>
                  <a:pt x="33" y="68"/>
                  <a:pt x="45" y="68"/>
                </a:cubicBezTo>
                <a:cubicBezTo>
                  <a:pt x="110" y="68"/>
                  <a:pt x="110" y="68"/>
                  <a:pt x="110" y="68"/>
                </a:cubicBezTo>
                <a:cubicBezTo>
                  <a:pt x="108" y="61"/>
                  <a:pt x="107" y="53"/>
                  <a:pt x="107" y="45"/>
                </a:cubicBezTo>
                <a:cubicBezTo>
                  <a:pt x="107" y="31"/>
                  <a:pt x="111" y="20"/>
                  <a:pt x="121" y="12"/>
                </a:cubicBezTo>
                <a:cubicBezTo>
                  <a:pt x="130" y="4"/>
                  <a:pt x="143" y="0"/>
                  <a:pt x="157" y="0"/>
                </a:cubicBezTo>
                <a:cubicBezTo>
                  <a:pt x="162" y="0"/>
                  <a:pt x="166" y="2"/>
                  <a:pt x="169" y="4"/>
                </a:cubicBezTo>
                <a:cubicBezTo>
                  <a:pt x="173" y="6"/>
                  <a:pt x="176" y="9"/>
                  <a:pt x="179" y="12"/>
                </a:cubicBezTo>
                <a:cubicBezTo>
                  <a:pt x="182" y="16"/>
                  <a:pt x="184" y="20"/>
                  <a:pt x="186" y="23"/>
                </a:cubicBezTo>
                <a:cubicBezTo>
                  <a:pt x="188" y="27"/>
                  <a:pt x="190" y="31"/>
                  <a:pt x="193" y="36"/>
                </a:cubicBezTo>
                <a:cubicBezTo>
                  <a:pt x="195" y="41"/>
                  <a:pt x="197" y="44"/>
                  <a:pt x="198" y="47"/>
                </a:cubicBezTo>
                <a:cubicBezTo>
                  <a:pt x="203" y="53"/>
                  <a:pt x="208" y="61"/>
                  <a:pt x="216" y="70"/>
                </a:cubicBezTo>
                <a:cubicBezTo>
                  <a:pt x="216" y="70"/>
                  <a:pt x="217" y="71"/>
                  <a:pt x="218" y="73"/>
                </a:cubicBezTo>
                <a:cubicBezTo>
                  <a:pt x="220" y="74"/>
                  <a:pt x="221" y="75"/>
                  <a:pt x="222" y="76"/>
                </a:cubicBezTo>
                <a:cubicBezTo>
                  <a:pt x="223" y="77"/>
                  <a:pt x="224" y="78"/>
                  <a:pt x="225" y="80"/>
                </a:cubicBezTo>
                <a:cubicBezTo>
                  <a:pt x="227" y="82"/>
                  <a:pt x="228" y="83"/>
                  <a:pt x="230" y="84"/>
                </a:cubicBezTo>
                <a:cubicBezTo>
                  <a:pt x="231" y="85"/>
                  <a:pt x="232" y="86"/>
                  <a:pt x="234" y="87"/>
                </a:cubicBezTo>
                <a:cubicBezTo>
                  <a:pt x="235" y="88"/>
                  <a:pt x="236" y="89"/>
                  <a:pt x="238" y="90"/>
                </a:cubicBezTo>
                <a:cubicBezTo>
                  <a:pt x="239" y="90"/>
                  <a:pt x="240" y="90"/>
                  <a:pt x="24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8" y="90"/>
                  <a:pt x="304" y="93"/>
                  <a:pt x="308" y="97"/>
                </a:cubicBezTo>
                <a:cubicBezTo>
                  <a:pt x="312" y="101"/>
                  <a:pt x="315" y="107"/>
                  <a:pt x="315" y="11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9"/>
          <p:cNvSpPr>
            <a:spLocks noEditPoints="1"/>
          </p:cNvSpPr>
          <p:nvPr/>
        </p:nvSpPr>
        <p:spPr bwMode="auto">
          <a:xfrm>
            <a:off x="7666038" y="1585913"/>
            <a:ext cx="339725" cy="292100"/>
          </a:xfrm>
          <a:custGeom>
            <a:avLst/>
            <a:gdLst>
              <a:gd name="T0" fmla="*/ 42 w 315"/>
              <a:gd name="T1" fmla="*/ 206 h 270"/>
              <a:gd name="T2" fmla="*/ 26 w 315"/>
              <a:gd name="T3" fmla="*/ 206 h 270"/>
              <a:gd name="T4" fmla="*/ 26 w 315"/>
              <a:gd name="T5" fmla="*/ 222 h 270"/>
              <a:gd name="T6" fmla="*/ 42 w 315"/>
              <a:gd name="T7" fmla="*/ 222 h 270"/>
              <a:gd name="T8" fmla="*/ 293 w 315"/>
              <a:gd name="T9" fmla="*/ 113 h 270"/>
              <a:gd name="T10" fmla="*/ 270 w 315"/>
              <a:gd name="T11" fmla="*/ 90 h 270"/>
              <a:gd name="T12" fmla="*/ 172 w 315"/>
              <a:gd name="T13" fmla="*/ 82 h 270"/>
              <a:gd name="T14" fmla="*/ 183 w 315"/>
              <a:gd name="T15" fmla="*/ 60 h 270"/>
              <a:gd name="T16" fmla="*/ 178 w 315"/>
              <a:gd name="T17" fmla="*/ 28 h 270"/>
              <a:gd name="T18" fmla="*/ 142 w 315"/>
              <a:gd name="T19" fmla="*/ 47 h 270"/>
              <a:gd name="T20" fmla="*/ 116 w 315"/>
              <a:gd name="T21" fmla="*/ 84 h 270"/>
              <a:gd name="T22" fmla="*/ 74 w 315"/>
              <a:gd name="T23" fmla="*/ 113 h 270"/>
              <a:gd name="T24" fmla="*/ 68 w 315"/>
              <a:gd name="T25" fmla="*/ 225 h 270"/>
              <a:gd name="T26" fmla="*/ 103 w 315"/>
              <a:gd name="T27" fmla="*/ 231 h 270"/>
              <a:gd name="T28" fmla="*/ 168 w 315"/>
              <a:gd name="T29" fmla="*/ 248 h 270"/>
              <a:gd name="T30" fmla="*/ 201 w 315"/>
              <a:gd name="T31" fmla="*/ 209 h 270"/>
              <a:gd name="T32" fmla="*/ 212 w 315"/>
              <a:gd name="T33" fmla="*/ 187 h 270"/>
              <a:gd name="T34" fmla="*/ 218 w 315"/>
              <a:gd name="T35" fmla="*/ 154 h 270"/>
              <a:gd name="T36" fmla="*/ 212 w 315"/>
              <a:gd name="T37" fmla="*/ 135 h 270"/>
              <a:gd name="T38" fmla="*/ 286 w 315"/>
              <a:gd name="T39" fmla="*/ 129 h 270"/>
              <a:gd name="T40" fmla="*/ 315 w 315"/>
              <a:gd name="T41" fmla="*/ 113 h 270"/>
              <a:gd name="T42" fmla="*/ 270 w 315"/>
              <a:gd name="T43" fmla="*/ 158 h 270"/>
              <a:gd name="T44" fmla="*/ 234 w 315"/>
              <a:gd name="T45" fmla="*/ 179 h 270"/>
              <a:gd name="T46" fmla="*/ 224 w 315"/>
              <a:gd name="T47" fmla="*/ 218 h 270"/>
              <a:gd name="T48" fmla="*/ 169 w 315"/>
              <a:gd name="T49" fmla="*/ 270 h 270"/>
              <a:gd name="T50" fmla="*/ 74 w 315"/>
              <a:gd name="T51" fmla="*/ 248 h 270"/>
              <a:gd name="T52" fmla="*/ 7 w 315"/>
              <a:gd name="T53" fmla="*/ 241 h 270"/>
              <a:gd name="T54" fmla="*/ 0 w 315"/>
              <a:gd name="T55" fmla="*/ 113 h 270"/>
              <a:gd name="T56" fmla="*/ 23 w 315"/>
              <a:gd name="T57" fmla="*/ 90 h 270"/>
              <a:gd name="T58" fmla="*/ 77 w 315"/>
              <a:gd name="T59" fmla="*/ 90 h 270"/>
              <a:gd name="T60" fmla="*/ 85 w 315"/>
              <a:gd name="T61" fmla="*/ 84 h 270"/>
              <a:gd name="T62" fmla="*/ 93 w 315"/>
              <a:gd name="T63" fmla="*/ 76 h 270"/>
              <a:gd name="T64" fmla="*/ 99 w 315"/>
              <a:gd name="T65" fmla="*/ 70 h 270"/>
              <a:gd name="T66" fmla="*/ 122 w 315"/>
              <a:gd name="T67" fmla="*/ 36 h 270"/>
              <a:gd name="T68" fmla="*/ 136 w 315"/>
              <a:gd name="T69" fmla="*/ 12 h 270"/>
              <a:gd name="T70" fmla="*/ 158 w 315"/>
              <a:gd name="T71" fmla="*/ 0 h 270"/>
              <a:gd name="T72" fmla="*/ 208 w 315"/>
              <a:gd name="T73" fmla="*/ 45 h 270"/>
              <a:gd name="T74" fmla="*/ 270 w 315"/>
              <a:gd name="T75" fmla="*/ 68 h 270"/>
              <a:gd name="T76" fmla="*/ 315 w 315"/>
              <a:gd name="T77" fmla="*/ 11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5" h="270">
                <a:moveTo>
                  <a:pt x="45" y="214"/>
                </a:moveTo>
                <a:cubicBezTo>
                  <a:pt x="45" y="211"/>
                  <a:pt x="44" y="208"/>
                  <a:pt x="42" y="206"/>
                </a:cubicBezTo>
                <a:cubicBezTo>
                  <a:pt x="40" y="204"/>
                  <a:pt x="37" y="203"/>
                  <a:pt x="34" y="203"/>
                </a:cubicBezTo>
                <a:cubicBezTo>
                  <a:pt x="31" y="203"/>
                  <a:pt x="28" y="204"/>
                  <a:pt x="26" y="206"/>
                </a:cubicBezTo>
                <a:cubicBezTo>
                  <a:pt x="24" y="208"/>
                  <a:pt x="23" y="211"/>
                  <a:pt x="23" y="214"/>
                </a:cubicBezTo>
                <a:cubicBezTo>
                  <a:pt x="23" y="217"/>
                  <a:pt x="24" y="220"/>
                  <a:pt x="26" y="222"/>
                </a:cubicBezTo>
                <a:cubicBezTo>
                  <a:pt x="28" y="224"/>
                  <a:pt x="31" y="225"/>
                  <a:pt x="34" y="225"/>
                </a:cubicBezTo>
                <a:cubicBezTo>
                  <a:pt x="37" y="225"/>
                  <a:pt x="40" y="224"/>
                  <a:pt x="42" y="222"/>
                </a:cubicBezTo>
                <a:cubicBezTo>
                  <a:pt x="44" y="220"/>
                  <a:pt x="45" y="217"/>
                  <a:pt x="45" y="214"/>
                </a:cubicBezTo>
                <a:close/>
                <a:moveTo>
                  <a:pt x="293" y="113"/>
                </a:moveTo>
                <a:cubicBezTo>
                  <a:pt x="293" y="107"/>
                  <a:pt x="290" y="102"/>
                  <a:pt x="286" y="97"/>
                </a:cubicBezTo>
                <a:cubicBezTo>
                  <a:pt x="281" y="93"/>
                  <a:pt x="276" y="90"/>
                  <a:pt x="270" y="90"/>
                </a:cubicBezTo>
                <a:cubicBezTo>
                  <a:pt x="169" y="90"/>
                  <a:pt x="169" y="90"/>
                  <a:pt x="169" y="90"/>
                </a:cubicBezTo>
                <a:cubicBezTo>
                  <a:pt x="169" y="88"/>
                  <a:pt x="170" y="85"/>
                  <a:pt x="172" y="82"/>
                </a:cubicBezTo>
                <a:cubicBezTo>
                  <a:pt x="173" y="79"/>
                  <a:pt x="175" y="75"/>
                  <a:pt x="178" y="72"/>
                </a:cubicBezTo>
                <a:cubicBezTo>
                  <a:pt x="180" y="69"/>
                  <a:pt x="182" y="65"/>
                  <a:pt x="183" y="60"/>
                </a:cubicBezTo>
                <a:cubicBezTo>
                  <a:pt x="185" y="55"/>
                  <a:pt x="186" y="51"/>
                  <a:pt x="186" y="45"/>
                </a:cubicBezTo>
                <a:cubicBezTo>
                  <a:pt x="186" y="38"/>
                  <a:pt x="183" y="32"/>
                  <a:pt x="178" y="28"/>
                </a:cubicBezTo>
                <a:cubicBezTo>
                  <a:pt x="173" y="25"/>
                  <a:pt x="166" y="23"/>
                  <a:pt x="158" y="23"/>
                </a:cubicBezTo>
                <a:cubicBezTo>
                  <a:pt x="155" y="23"/>
                  <a:pt x="150" y="31"/>
                  <a:pt x="142" y="47"/>
                </a:cubicBezTo>
                <a:cubicBezTo>
                  <a:pt x="139" y="53"/>
                  <a:pt x="137" y="56"/>
                  <a:pt x="136" y="59"/>
                </a:cubicBezTo>
                <a:cubicBezTo>
                  <a:pt x="131" y="66"/>
                  <a:pt x="124" y="75"/>
                  <a:pt x="116" y="84"/>
                </a:cubicBezTo>
                <a:cubicBezTo>
                  <a:pt x="108" y="94"/>
                  <a:pt x="102" y="100"/>
                  <a:pt x="98" y="103"/>
                </a:cubicBezTo>
                <a:cubicBezTo>
                  <a:pt x="90" y="110"/>
                  <a:pt x="82" y="113"/>
                  <a:pt x="74" y="113"/>
                </a:cubicBezTo>
                <a:cubicBezTo>
                  <a:pt x="68" y="113"/>
                  <a:pt x="68" y="113"/>
                  <a:pt x="68" y="113"/>
                </a:cubicBezTo>
                <a:cubicBezTo>
                  <a:pt x="68" y="225"/>
                  <a:pt x="68" y="225"/>
                  <a:pt x="68" y="225"/>
                </a:cubicBezTo>
                <a:cubicBezTo>
                  <a:pt x="74" y="225"/>
                  <a:pt x="74" y="225"/>
                  <a:pt x="74" y="225"/>
                </a:cubicBezTo>
                <a:cubicBezTo>
                  <a:pt x="82" y="225"/>
                  <a:pt x="92" y="227"/>
                  <a:pt x="103" y="231"/>
                </a:cubicBezTo>
                <a:cubicBezTo>
                  <a:pt x="114" y="235"/>
                  <a:pt x="125" y="238"/>
                  <a:pt x="137" y="242"/>
                </a:cubicBezTo>
                <a:cubicBezTo>
                  <a:pt x="148" y="246"/>
                  <a:pt x="159" y="248"/>
                  <a:pt x="168" y="248"/>
                </a:cubicBezTo>
                <a:cubicBezTo>
                  <a:pt x="191" y="248"/>
                  <a:pt x="202" y="238"/>
                  <a:pt x="202" y="219"/>
                </a:cubicBezTo>
                <a:cubicBezTo>
                  <a:pt x="202" y="215"/>
                  <a:pt x="201" y="212"/>
                  <a:pt x="201" y="209"/>
                </a:cubicBezTo>
                <a:cubicBezTo>
                  <a:pt x="204" y="207"/>
                  <a:pt x="207" y="204"/>
                  <a:pt x="209" y="199"/>
                </a:cubicBezTo>
                <a:cubicBezTo>
                  <a:pt x="211" y="195"/>
                  <a:pt x="212" y="191"/>
                  <a:pt x="212" y="187"/>
                </a:cubicBezTo>
                <a:cubicBezTo>
                  <a:pt x="212" y="182"/>
                  <a:pt x="211" y="178"/>
                  <a:pt x="209" y="174"/>
                </a:cubicBezTo>
                <a:cubicBezTo>
                  <a:pt x="215" y="169"/>
                  <a:pt x="218" y="162"/>
                  <a:pt x="218" y="154"/>
                </a:cubicBezTo>
                <a:cubicBezTo>
                  <a:pt x="218" y="151"/>
                  <a:pt x="218" y="147"/>
                  <a:pt x="217" y="144"/>
                </a:cubicBezTo>
                <a:cubicBezTo>
                  <a:pt x="215" y="140"/>
                  <a:pt x="214" y="137"/>
                  <a:pt x="212" y="135"/>
                </a:cubicBezTo>
                <a:cubicBezTo>
                  <a:pt x="270" y="135"/>
                  <a:pt x="270" y="135"/>
                  <a:pt x="270" y="135"/>
                </a:cubicBezTo>
                <a:cubicBezTo>
                  <a:pt x="276" y="135"/>
                  <a:pt x="282" y="133"/>
                  <a:pt x="286" y="129"/>
                </a:cubicBezTo>
                <a:cubicBezTo>
                  <a:pt x="291" y="124"/>
                  <a:pt x="293" y="119"/>
                  <a:pt x="293" y="113"/>
                </a:cubicBezTo>
                <a:close/>
                <a:moveTo>
                  <a:pt x="315" y="113"/>
                </a:moveTo>
                <a:cubicBezTo>
                  <a:pt x="315" y="125"/>
                  <a:pt x="311" y="136"/>
                  <a:pt x="302" y="145"/>
                </a:cubicBezTo>
                <a:cubicBezTo>
                  <a:pt x="293" y="153"/>
                  <a:pt x="283" y="158"/>
                  <a:pt x="270" y="158"/>
                </a:cubicBezTo>
                <a:cubicBezTo>
                  <a:pt x="241" y="158"/>
                  <a:pt x="241" y="158"/>
                  <a:pt x="241" y="158"/>
                </a:cubicBezTo>
                <a:cubicBezTo>
                  <a:pt x="240" y="165"/>
                  <a:pt x="238" y="172"/>
                  <a:pt x="234" y="179"/>
                </a:cubicBezTo>
                <a:cubicBezTo>
                  <a:pt x="234" y="181"/>
                  <a:pt x="235" y="184"/>
                  <a:pt x="235" y="186"/>
                </a:cubicBezTo>
                <a:cubicBezTo>
                  <a:pt x="235" y="198"/>
                  <a:pt x="231" y="209"/>
                  <a:pt x="224" y="218"/>
                </a:cubicBezTo>
                <a:cubicBezTo>
                  <a:pt x="224" y="234"/>
                  <a:pt x="219" y="247"/>
                  <a:pt x="209" y="256"/>
                </a:cubicBezTo>
                <a:cubicBezTo>
                  <a:pt x="199" y="266"/>
                  <a:pt x="186" y="270"/>
                  <a:pt x="169" y="270"/>
                </a:cubicBezTo>
                <a:cubicBezTo>
                  <a:pt x="154" y="270"/>
                  <a:pt x="135" y="266"/>
                  <a:pt x="113" y="258"/>
                </a:cubicBezTo>
                <a:cubicBezTo>
                  <a:pt x="93" y="251"/>
                  <a:pt x="80" y="248"/>
                  <a:pt x="74" y="248"/>
                </a:cubicBezTo>
                <a:cubicBezTo>
                  <a:pt x="23" y="248"/>
                  <a:pt x="23" y="248"/>
                  <a:pt x="23" y="248"/>
                </a:cubicBezTo>
                <a:cubicBezTo>
                  <a:pt x="17" y="248"/>
                  <a:pt x="11" y="246"/>
                  <a:pt x="7" y="241"/>
                </a:cubicBezTo>
                <a:cubicBezTo>
                  <a:pt x="3" y="237"/>
                  <a:pt x="0" y="232"/>
                  <a:pt x="0" y="225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07"/>
                  <a:pt x="3" y="101"/>
                  <a:pt x="7" y="97"/>
                </a:cubicBezTo>
                <a:cubicBezTo>
                  <a:pt x="11" y="93"/>
                  <a:pt x="17" y="90"/>
                  <a:pt x="23" y="90"/>
                </a:cubicBezTo>
                <a:cubicBezTo>
                  <a:pt x="74" y="90"/>
                  <a:pt x="74" y="90"/>
                  <a:pt x="74" y="90"/>
                </a:cubicBezTo>
                <a:cubicBezTo>
                  <a:pt x="75" y="90"/>
                  <a:pt x="76" y="90"/>
                  <a:pt x="77" y="90"/>
                </a:cubicBezTo>
                <a:cubicBezTo>
                  <a:pt x="79" y="89"/>
                  <a:pt x="80" y="88"/>
                  <a:pt x="81" y="87"/>
                </a:cubicBezTo>
                <a:cubicBezTo>
                  <a:pt x="83" y="86"/>
                  <a:pt x="84" y="85"/>
                  <a:pt x="85" y="84"/>
                </a:cubicBezTo>
                <a:cubicBezTo>
                  <a:pt x="87" y="83"/>
                  <a:pt x="88" y="82"/>
                  <a:pt x="90" y="80"/>
                </a:cubicBezTo>
                <a:cubicBezTo>
                  <a:pt x="91" y="78"/>
                  <a:pt x="92" y="77"/>
                  <a:pt x="93" y="76"/>
                </a:cubicBezTo>
                <a:cubicBezTo>
                  <a:pt x="94" y="75"/>
                  <a:pt x="95" y="74"/>
                  <a:pt x="97" y="73"/>
                </a:cubicBezTo>
                <a:cubicBezTo>
                  <a:pt x="98" y="71"/>
                  <a:pt x="99" y="70"/>
                  <a:pt x="99" y="70"/>
                </a:cubicBezTo>
                <a:cubicBezTo>
                  <a:pt x="107" y="61"/>
                  <a:pt x="112" y="53"/>
                  <a:pt x="117" y="47"/>
                </a:cubicBezTo>
                <a:cubicBezTo>
                  <a:pt x="118" y="44"/>
                  <a:pt x="120" y="41"/>
                  <a:pt x="122" y="36"/>
                </a:cubicBezTo>
                <a:cubicBezTo>
                  <a:pt x="125" y="31"/>
                  <a:pt x="127" y="27"/>
                  <a:pt x="129" y="23"/>
                </a:cubicBezTo>
                <a:cubicBezTo>
                  <a:pt x="131" y="20"/>
                  <a:pt x="133" y="16"/>
                  <a:pt x="136" y="12"/>
                </a:cubicBezTo>
                <a:cubicBezTo>
                  <a:pt x="139" y="9"/>
                  <a:pt x="142" y="6"/>
                  <a:pt x="146" y="4"/>
                </a:cubicBezTo>
                <a:cubicBezTo>
                  <a:pt x="149" y="2"/>
                  <a:pt x="153" y="0"/>
                  <a:pt x="158" y="0"/>
                </a:cubicBezTo>
                <a:cubicBezTo>
                  <a:pt x="172" y="0"/>
                  <a:pt x="185" y="4"/>
                  <a:pt x="194" y="12"/>
                </a:cubicBezTo>
                <a:cubicBezTo>
                  <a:pt x="204" y="20"/>
                  <a:pt x="208" y="31"/>
                  <a:pt x="208" y="45"/>
                </a:cubicBezTo>
                <a:cubicBezTo>
                  <a:pt x="208" y="53"/>
                  <a:pt x="207" y="61"/>
                  <a:pt x="205" y="68"/>
                </a:cubicBezTo>
                <a:cubicBezTo>
                  <a:pt x="270" y="68"/>
                  <a:pt x="270" y="68"/>
                  <a:pt x="270" y="68"/>
                </a:cubicBezTo>
                <a:cubicBezTo>
                  <a:pt x="282" y="68"/>
                  <a:pt x="293" y="72"/>
                  <a:pt x="302" y="81"/>
                </a:cubicBezTo>
                <a:cubicBezTo>
                  <a:pt x="311" y="90"/>
                  <a:pt x="315" y="101"/>
                  <a:pt x="315" y="11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70"/>
          <p:cNvSpPr>
            <a:spLocks noEditPoints="1"/>
          </p:cNvSpPr>
          <p:nvPr/>
        </p:nvSpPr>
        <p:spPr bwMode="auto">
          <a:xfrm>
            <a:off x="8120063" y="1562101"/>
            <a:ext cx="292100" cy="339725"/>
          </a:xfrm>
          <a:custGeom>
            <a:avLst/>
            <a:gdLst>
              <a:gd name="T0" fmla="*/ 222 w 270"/>
              <a:gd name="T1" fmla="*/ 273 h 315"/>
              <a:gd name="T2" fmla="*/ 206 w 270"/>
              <a:gd name="T3" fmla="*/ 273 h 315"/>
              <a:gd name="T4" fmla="*/ 206 w 270"/>
              <a:gd name="T5" fmla="*/ 289 h 315"/>
              <a:gd name="T6" fmla="*/ 222 w 270"/>
              <a:gd name="T7" fmla="*/ 289 h 315"/>
              <a:gd name="T8" fmla="*/ 247 w 270"/>
              <a:gd name="T9" fmla="*/ 147 h 315"/>
              <a:gd name="T10" fmla="*/ 208 w 270"/>
              <a:gd name="T11" fmla="*/ 115 h 315"/>
              <a:gd name="T12" fmla="*/ 186 w 270"/>
              <a:gd name="T13" fmla="*/ 103 h 315"/>
              <a:gd name="T14" fmla="*/ 153 w 270"/>
              <a:gd name="T15" fmla="*/ 97 h 315"/>
              <a:gd name="T16" fmla="*/ 135 w 270"/>
              <a:gd name="T17" fmla="*/ 103 h 315"/>
              <a:gd name="T18" fmla="*/ 128 w 270"/>
              <a:gd name="T19" fmla="*/ 29 h 315"/>
              <a:gd name="T20" fmla="*/ 97 w 270"/>
              <a:gd name="T21" fmla="*/ 29 h 315"/>
              <a:gd name="T22" fmla="*/ 90 w 270"/>
              <a:gd name="T23" fmla="*/ 146 h 315"/>
              <a:gd name="T24" fmla="*/ 72 w 270"/>
              <a:gd name="T25" fmla="*/ 138 h 315"/>
              <a:gd name="T26" fmla="*/ 45 w 270"/>
              <a:gd name="T27" fmla="*/ 129 h 315"/>
              <a:gd name="T28" fmla="*/ 22 w 270"/>
              <a:gd name="T29" fmla="*/ 157 h 315"/>
              <a:gd name="T30" fmla="*/ 58 w 270"/>
              <a:gd name="T31" fmla="*/ 180 h 315"/>
              <a:gd name="T32" fmla="*/ 102 w 270"/>
              <a:gd name="T33" fmla="*/ 217 h 315"/>
              <a:gd name="T34" fmla="*/ 112 w 270"/>
              <a:gd name="T35" fmla="*/ 247 h 315"/>
              <a:gd name="T36" fmla="*/ 225 w 270"/>
              <a:gd name="T37" fmla="*/ 242 h 315"/>
              <a:gd name="T38" fmla="*/ 242 w 270"/>
              <a:gd name="T39" fmla="*/ 178 h 315"/>
              <a:gd name="T40" fmla="*/ 270 w 270"/>
              <a:gd name="T41" fmla="*/ 146 h 315"/>
              <a:gd name="T42" fmla="*/ 247 w 270"/>
              <a:gd name="T43" fmla="*/ 242 h 315"/>
              <a:gd name="T44" fmla="*/ 241 w 270"/>
              <a:gd name="T45" fmla="*/ 308 h 315"/>
              <a:gd name="T46" fmla="*/ 112 w 270"/>
              <a:gd name="T47" fmla="*/ 315 h 315"/>
              <a:gd name="T48" fmla="*/ 90 w 270"/>
              <a:gd name="T49" fmla="*/ 292 h 315"/>
              <a:gd name="T50" fmla="*/ 89 w 270"/>
              <a:gd name="T51" fmla="*/ 238 h 315"/>
              <a:gd name="T52" fmla="*/ 84 w 270"/>
              <a:gd name="T53" fmla="*/ 230 h 315"/>
              <a:gd name="T54" fmla="*/ 76 w 270"/>
              <a:gd name="T55" fmla="*/ 222 h 315"/>
              <a:gd name="T56" fmla="*/ 69 w 270"/>
              <a:gd name="T57" fmla="*/ 216 h 315"/>
              <a:gd name="T58" fmla="*/ 35 w 270"/>
              <a:gd name="T59" fmla="*/ 193 h 315"/>
              <a:gd name="T60" fmla="*/ 12 w 270"/>
              <a:gd name="T61" fmla="*/ 179 h 315"/>
              <a:gd name="T62" fmla="*/ 0 w 270"/>
              <a:gd name="T63" fmla="*/ 157 h 315"/>
              <a:gd name="T64" fmla="*/ 45 w 270"/>
              <a:gd name="T65" fmla="*/ 107 h 315"/>
              <a:gd name="T66" fmla="*/ 67 w 270"/>
              <a:gd name="T67" fmla="*/ 45 h 315"/>
              <a:gd name="T68" fmla="*/ 112 w 270"/>
              <a:gd name="T69" fmla="*/ 0 h 315"/>
              <a:gd name="T70" fmla="*/ 157 w 270"/>
              <a:gd name="T71" fmla="*/ 45 h 315"/>
              <a:gd name="T72" fmla="*/ 178 w 270"/>
              <a:gd name="T73" fmla="*/ 81 h 315"/>
              <a:gd name="T74" fmla="*/ 217 w 270"/>
              <a:gd name="T75" fmla="*/ 91 h 315"/>
              <a:gd name="T76" fmla="*/ 270 w 270"/>
              <a:gd name="T77" fmla="*/ 146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0" h="315">
                <a:moveTo>
                  <a:pt x="225" y="281"/>
                </a:moveTo>
                <a:cubicBezTo>
                  <a:pt x="225" y="278"/>
                  <a:pt x="224" y="275"/>
                  <a:pt x="222" y="273"/>
                </a:cubicBezTo>
                <a:cubicBezTo>
                  <a:pt x="219" y="271"/>
                  <a:pt x="217" y="270"/>
                  <a:pt x="214" y="270"/>
                </a:cubicBezTo>
                <a:cubicBezTo>
                  <a:pt x="211" y="270"/>
                  <a:pt x="208" y="271"/>
                  <a:pt x="206" y="273"/>
                </a:cubicBezTo>
                <a:cubicBezTo>
                  <a:pt x="203" y="275"/>
                  <a:pt x="202" y="278"/>
                  <a:pt x="202" y="281"/>
                </a:cubicBezTo>
                <a:cubicBezTo>
                  <a:pt x="202" y="284"/>
                  <a:pt x="203" y="287"/>
                  <a:pt x="206" y="289"/>
                </a:cubicBezTo>
                <a:cubicBezTo>
                  <a:pt x="208" y="291"/>
                  <a:pt x="211" y="292"/>
                  <a:pt x="214" y="292"/>
                </a:cubicBezTo>
                <a:cubicBezTo>
                  <a:pt x="217" y="292"/>
                  <a:pt x="219" y="291"/>
                  <a:pt x="222" y="289"/>
                </a:cubicBezTo>
                <a:cubicBezTo>
                  <a:pt x="224" y="287"/>
                  <a:pt x="225" y="284"/>
                  <a:pt x="225" y="281"/>
                </a:cubicBezTo>
                <a:close/>
                <a:moveTo>
                  <a:pt x="247" y="147"/>
                </a:moveTo>
                <a:cubicBezTo>
                  <a:pt x="247" y="125"/>
                  <a:pt x="238" y="114"/>
                  <a:pt x="218" y="114"/>
                </a:cubicBezTo>
                <a:cubicBezTo>
                  <a:pt x="215" y="114"/>
                  <a:pt x="212" y="114"/>
                  <a:pt x="208" y="115"/>
                </a:cubicBezTo>
                <a:cubicBezTo>
                  <a:pt x="206" y="111"/>
                  <a:pt x="203" y="108"/>
                  <a:pt x="199" y="106"/>
                </a:cubicBezTo>
                <a:cubicBezTo>
                  <a:pt x="195" y="104"/>
                  <a:pt x="190" y="103"/>
                  <a:pt x="186" y="103"/>
                </a:cubicBezTo>
                <a:cubicBezTo>
                  <a:pt x="182" y="103"/>
                  <a:pt x="178" y="104"/>
                  <a:pt x="174" y="106"/>
                </a:cubicBezTo>
                <a:cubicBezTo>
                  <a:pt x="168" y="100"/>
                  <a:pt x="161" y="97"/>
                  <a:pt x="153" y="97"/>
                </a:cubicBezTo>
                <a:cubicBezTo>
                  <a:pt x="150" y="97"/>
                  <a:pt x="147" y="98"/>
                  <a:pt x="143" y="99"/>
                </a:cubicBezTo>
                <a:cubicBezTo>
                  <a:pt x="140" y="100"/>
                  <a:pt x="137" y="101"/>
                  <a:pt x="135" y="103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135" y="39"/>
                  <a:pt x="133" y="34"/>
                  <a:pt x="128" y="29"/>
                </a:cubicBezTo>
                <a:cubicBezTo>
                  <a:pt x="124" y="25"/>
                  <a:pt x="119" y="22"/>
                  <a:pt x="112" y="22"/>
                </a:cubicBezTo>
                <a:cubicBezTo>
                  <a:pt x="106" y="22"/>
                  <a:pt x="101" y="25"/>
                  <a:pt x="97" y="29"/>
                </a:cubicBezTo>
                <a:cubicBezTo>
                  <a:pt x="92" y="34"/>
                  <a:pt x="90" y="39"/>
                  <a:pt x="90" y="45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88" y="146"/>
                  <a:pt x="85" y="145"/>
                  <a:pt x="81" y="144"/>
                </a:cubicBezTo>
                <a:cubicBezTo>
                  <a:pt x="78" y="142"/>
                  <a:pt x="75" y="140"/>
                  <a:pt x="72" y="138"/>
                </a:cubicBezTo>
                <a:cubicBezTo>
                  <a:pt x="69" y="136"/>
                  <a:pt x="65" y="134"/>
                  <a:pt x="60" y="132"/>
                </a:cubicBezTo>
                <a:cubicBezTo>
                  <a:pt x="55" y="130"/>
                  <a:pt x="50" y="129"/>
                  <a:pt x="45" y="129"/>
                </a:cubicBezTo>
                <a:cubicBezTo>
                  <a:pt x="37" y="129"/>
                  <a:pt x="31" y="132"/>
                  <a:pt x="28" y="137"/>
                </a:cubicBezTo>
                <a:cubicBezTo>
                  <a:pt x="24" y="142"/>
                  <a:pt x="22" y="149"/>
                  <a:pt x="22" y="157"/>
                </a:cubicBezTo>
                <a:cubicBezTo>
                  <a:pt x="22" y="160"/>
                  <a:pt x="31" y="165"/>
                  <a:pt x="47" y="173"/>
                </a:cubicBezTo>
                <a:cubicBezTo>
                  <a:pt x="52" y="176"/>
                  <a:pt x="56" y="178"/>
                  <a:pt x="58" y="180"/>
                </a:cubicBezTo>
                <a:cubicBezTo>
                  <a:pt x="66" y="184"/>
                  <a:pt x="74" y="191"/>
                  <a:pt x="84" y="199"/>
                </a:cubicBezTo>
                <a:cubicBezTo>
                  <a:pt x="93" y="208"/>
                  <a:pt x="99" y="214"/>
                  <a:pt x="102" y="217"/>
                </a:cubicBezTo>
                <a:cubicBezTo>
                  <a:pt x="109" y="225"/>
                  <a:pt x="112" y="233"/>
                  <a:pt x="112" y="242"/>
                </a:cubicBezTo>
                <a:cubicBezTo>
                  <a:pt x="112" y="247"/>
                  <a:pt x="112" y="247"/>
                  <a:pt x="112" y="247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5" y="242"/>
                  <a:pt x="225" y="242"/>
                  <a:pt x="225" y="242"/>
                </a:cubicBezTo>
                <a:cubicBezTo>
                  <a:pt x="225" y="233"/>
                  <a:pt x="227" y="224"/>
                  <a:pt x="230" y="212"/>
                </a:cubicBezTo>
                <a:cubicBezTo>
                  <a:pt x="234" y="201"/>
                  <a:pt x="238" y="190"/>
                  <a:pt x="242" y="178"/>
                </a:cubicBezTo>
                <a:cubicBezTo>
                  <a:pt x="245" y="167"/>
                  <a:pt x="247" y="156"/>
                  <a:pt x="247" y="147"/>
                </a:cubicBezTo>
                <a:close/>
                <a:moveTo>
                  <a:pt x="270" y="146"/>
                </a:moveTo>
                <a:cubicBezTo>
                  <a:pt x="270" y="162"/>
                  <a:pt x="266" y="180"/>
                  <a:pt x="258" y="203"/>
                </a:cubicBezTo>
                <a:cubicBezTo>
                  <a:pt x="251" y="222"/>
                  <a:pt x="247" y="235"/>
                  <a:pt x="247" y="242"/>
                </a:cubicBezTo>
                <a:cubicBezTo>
                  <a:pt x="247" y="292"/>
                  <a:pt x="247" y="292"/>
                  <a:pt x="247" y="292"/>
                </a:cubicBezTo>
                <a:cubicBezTo>
                  <a:pt x="247" y="299"/>
                  <a:pt x="245" y="304"/>
                  <a:pt x="241" y="308"/>
                </a:cubicBezTo>
                <a:cubicBezTo>
                  <a:pt x="236" y="313"/>
                  <a:pt x="231" y="315"/>
                  <a:pt x="225" y="315"/>
                </a:cubicBezTo>
                <a:cubicBezTo>
                  <a:pt x="112" y="315"/>
                  <a:pt x="112" y="315"/>
                  <a:pt x="112" y="315"/>
                </a:cubicBezTo>
                <a:cubicBezTo>
                  <a:pt x="106" y="315"/>
                  <a:pt x="101" y="313"/>
                  <a:pt x="97" y="308"/>
                </a:cubicBezTo>
                <a:cubicBezTo>
                  <a:pt x="92" y="304"/>
                  <a:pt x="90" y="299"/>
                  <a:pt x="90" y="292"/>
                </a:cubicBezTo>
                <a:cubicBezTo>
                  <a:pt x="90" y="242"/>
                  <a:pt x="90" y="242"/>
                  <a:pt x="90" y="242"/>
                </a:cubicBezTo>
                <a:cubicBezTo>
                  <a:pt x="90" y="241"/>
                  <a:pt x="90" y="239"/>
                  <a:pt x="89" y="238"/>
                </a:cubicBezTo>
                <a:cubicBezTo>
                  <a:pt x="89" y="237"/>
                  <a:pt x="88" y="235"/>
                  <a:pt x="87" y="234"/>
                </a:cubicBezTo>
                <a:cubicBezTo>
                  <a:pt x="86" y="232"/>
                  <a:pt x="85" y="231"/>
                  <a:pt x="84" y="230"/>
                </a:cubicBezTo>
                <a:cubicBezTo>
                  <a:pt x="83" y="229"/>
                  <a:pt x="81" y="227"/>
                  <a:pt x="80" y="226"/>
                </a:cubicBezTo>
                <a:cubicBezTo>
                  <a:pt x="78" y="224"/>
                  <a:pt x="77" y="223"/>
                  <a:pt x="76" y="222"/>
                </a:cubicBezTo>
                <a:cubicBezTo>
                  <a:pt x="75" y="221"/>
                  <a:pt x="74" y="220"/>
                  <a:pt x="72" y="219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60" y="209"/>
                  <a:pt x="53" y="203"/>
                  <a:pt x="46" y="199"/>
                </a:cubicBezTo>
                <a:cubicBezTo>
                  <a:pt x="44" y="197"/>
                  <a:pt x="40" y="195"/>
                  <a:pt x="35" y="193"/>
                </a:cubicBezTo>
                <a:cubicBezTo>
                  <a:pt x="31" y="191"/>
                  <a:pt x="26" y="188"/>
                  <a:pt x="23" y="186"/>
                </a:cubicBezTo>
                <a:cubicBezTo>
                  <a:pt x="19" y="184"/>
                  <a:pt x="16" y="182"/>
                  <a:pt x="12" y="179"/>
                </a:cubicBezTo>
                <a:cubicBezTo>
                  <a:pt x="8" y="177"/>
                  <a:pt x="5" y="173"/>
                  <a:pt x="3" y="170"/>
                </a:cubicBezTo>
                <a:cubicBezTo>
                  <a:pt x="1" y="166"/>
                  <a:pt x="0" y="162"/>
                  <a:pt x="0" y="157"/>
                </a:cubicBezTo>
                <a:cubicBezTo>
                  <a:pt x="0" y="143"/>
                  <a:pt x="4" y="131"/>
                  <a:pt x="12" y="121"/>
                </a:cubicBezTo>
                <a:cubicBezTo>
                  <a:pt x="20" y="112"/>
                  <a:pt x="31" y="107"/>
                  <a:pt x="45" y="107"/>
                </a:cubicBezTo>
                <a:cubicBezTo>
                  <a:pt x="53" y="107"/>
                  <a:pt x="60" y="108"/>
                  <a:pt x="67" y="111"/>
                </a:cubicBezTo>
                <a:cubicBezTo>
                  <a:pt x="67" y="45"/>
                  <a:pt x="67" y="45"/>
                  <a:pt x="67" y="45"/>
                </a:cubicBezTo>
                <a:cubicBezTo>
                  <a:pt x="67" y="33"/>
                  <a:pt x="72" y="22"/>
                  <a:pt x="81" y="13"/>
                </a:cubicBezTo>
                <a:cubicBezTo>
                  <a:pt x="90" y="4"/>
                  <a:pt x="100" y="0"/>
                  <a:pt x="112" y="0"/>
                </a:cubicBezTo>
                <a:cubicBezTo>
                  <a:pt x="125" y="0"/>
                  <a:pt x="135" y="4"/>
                  <a:pt x="144" y="13"/>
                </a:cubicBezTo>
                <a:cubicBezTo>
                  <a:pt x="153" y="22"/>
                  <a:pt x="157" y="33"/>
                  <a:pt x="157" y="45"/>
                </a:cubicBezTo>
                <a:cubicBezTo>
                  <a:pt x="157" y="75"/>
                  <a:pt x="157" y="75"/>
                  <a:pt x="157" y="75"/>
                </a:cubicBezTo>
                <a:cubicBezTo>
                  <a:pt x="165" y="75"/>
                  <a:pt x="172" y="77"/>
                  <a:pt x="178" y="81"/>
                </a:cubicBezTo>
                <a:cubicBezTo>
                  <a:pt x="181" y="81"/>
                  <a:pt x="183" y="81"/>
                  <a:pt x="186" y="81"/>
                </a:cubicBezTo>
                <a:cubicBezTo>
                  <a:pt x="198" y="81"/>
                  <a:pt x="208" y="84"/>
                  <a:pt x="217" y="91"/>
                </a:cubicBezTo>
                <a:cubicBezTo>
                  <a:pt x="233" y="91"/>
                  <a:pt x="246" y="96"/>
                  <a:pt x="256" y="106"/>
                </a:cubicBezTo>
                <a:cubicBezTo>
                  <a:pt x="265" y="116"/>
                  <a:pt x="270" y="129"/>
                  <a:pt x="270" y="14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71"/>
          <p:cNvSpPr>
            <a:spLocks noEditPoints="1"/>
          </p:cNvSpPr>
          <p:nvPr/>
        </p:nvSpPr>
        <p:spPr bwMode="auto">
          <a:xfrm>
            <a:off x="8120063" y="1181101"/>
            <a:ext cx="292100" cy="242888"/>
          </a:xfrm>
          <a:custGeom>
            <a:avLst/>
            <a:gdLst>
              <a:gd name="T0" fmla="*/ 183 w 270"/>
              <a:gd name="T1" fmla="*/ 169 h 225"/>
              <a:gd name="T2" fmla="*/ 179 w 270"/>
              <a:gd name="T3" fmla="*/ 178 h 225"/>
              <a:gd name="T4" fmla="*/ 169 w 270"/>
              <a:gd name="T5" fmla="*/ 183 h 225"/>
              <a:gd name="T6" fmla="*/ 159 w 270"/>
              <a:gd name="T7" fmla="*/ 178 h 225"/>
              <a:gd name="T8" fmla="*/ 155 w 270"/>
              <a:gd name="T9" fmla="*/ 169 h 225"/>
              <a:gd name="T10" fmla="*/ 159 w 270"/>
              <a:gd name="T11" fmla="*/ 159 h 225"/>
              <a:gd name="T12" fmla="*/ 169 w 270"/>
              <a:gd name="T13" fmla="*/ 154 h 225"/>
              <a:gd name="T14" fmla="*/ 179 w 270"/>
              <a:gd name="T15" fmla="*/ 159 h 225"/>
              <a:gd name="T16" fmla="*/ 183 w 270"/>
              <a:gd name="T17" fmla="*/ 169 h 225"/>
              <a:gd name="T18" fmla="*/ 228 w 270"/>
              <a:gd name="T19" fmla="*/ 169 h 225"/>
              <a:gd name="T20" fmla="*/ 224 w 270"/>
              <a:gd name="T21" fmla="*/ 178 h 225"/>
              <a:gd name="T22" fmla="*/ 214 w 270"/>
              <a:gd name="T23" fmla="*/ 183 h 225"/>
              <a:gd name="T24" fmla="*/ 204 w 270"/>
              <a:gd name="T25" fmla="*/ 178 h 225"/>
              <a:gd name="T26" fmla="*/ 200 w 270"/>
              <a:gd name="T27" fmla="*/ 169 h 225"/>
              <a:gd name="T28" fmla="*/ 204 w 270"/>
              <a:gd name="T29" fmla="*/ 159 h 225"/>
              <a:gd name="T30" fmla="*/ 214 w 270"/>
              <a:gd name="T31" fmla="*/ 154 h 225"/>
              <a:gd name="T32" fmla="*/ 224 w 270"/>
              <a:gd name="T33" fmla="*/ 159 h 225"/>
              <a:gd name="T34" fmla="*/ 228 w 270"/>
              <a:gd name="T35" fmla="*/ 169 h 225"/>
              <a:gd name="T36" fmla="*/ 247 w 270"/>
              <a:gd name="T37" fmla="*/ 197 h 225"/>
              <a:gd name="T38" fmla="*/ 247 w 270"/>
              <a:gd name="T39" fmla="*/ 140 h 225"/>
              <a:gd name="T40" fmla="*/ 246 w 270"/>
              <a:gd name="T41" fmla="*/ 136 h 225"/>
              <a:gd name="T42" fmla="*/ 242 w 270"/>
              <a:gd name="T43" fmla="*/ 135 h 225"/>
              <a:gd name="T44" fmla="*/ 28 w 270"/>
              <a:gd name="T45" fmla="*/ 135 h 225"/>
              <a:gd name="T46" fmla="*/ 24 w 270"/>
              <a:gd name="T47" fmla="*/ 136 h 225"/>
              <a:gd name="T48" fmla="*/ 22 w 270"/>
              <a:gd name="T49" fmla="*/ 140 h 225"/>
              <a:gd name="T50" fmla="*/ 22 w 270"/>
              <a:gd name="T51" fmla="*/ 197 h 225"/>
              <a:gd name="T52" fmla="*/ 24 w 270"/>
              <a:gd name="T53" fmla="*/ 201 h 225"/>
              <a:gd name="T54" fmla="*/ 28 w 270"/>
              <a:gd name="T55" fmla="*/ 202 h 225"/>
              <a:gd name="T56" fmla="*/ 242 w 270"/>
              <a:gd name="T57" fmla="*/ 202 h 225"/>
              <a:gd name="T58" fmla="*/ 246 w 270"/>
              <a:gd name="T59" fmla="*/ 201 h 225"/>
              <a:gd name="T60" fmla="*/ 247 w 270"/>
              <a:gd name="T61" fmla="*/ 197 h 225"/>
              <a:gd name="T62" fmla="*/ 31 w 270"/>
              <a:gd name="T63" fmla="*/ 112 h 225"/>
              <a:gd name="T64" fmla="*/ 239 w 270"/>
              <a:gd name="T65" fmla="*/ 112 h 225"/>
              <a:gd name="T66" fmla="*/ 211 w 270"/>
              <a:gd name="T67" fmla="*/ 28 h 225"/>
              <a:gd name="T68" fmla="*/ 208 w 270"/>
              <a:gd name="T69" fmla="*/ 24 h 225"/>
              <a:gd name="T70" fmla="*/ 204 w 270"/>
              <a:gd name="T71" fmla="*/ 22 h 225"/>
              <a:gd name="T72" fmla="*/ 66 w 270"/>
              <a:gd name="T73" fmla="*/ 22 h 225"/>
              <a:gd name="T74" fmla="*/ 62 w 270"/>
              <a:gd name="T75" fmla="*/ 24 h 225"/>
              <a:gd name="T76" fmla="*/ 59 w 270"/>
              <a:gd name="T77" fmla="*/ 28 h 225"/>
              <a:gd name="T78" fmla="*/ 31 w 270"/>
              <a:gd name="T79" fmla="*/ 112 h 225"/>
              <a:gd name="T80" fmla="*/ 270 w 270"/>
              <a:gd name="T81" fmla="*/ 140 h 225"/>
              <a:gd name="T82" fmla="*/ 270 w 270"/>
              <a:gd name="T83" fmla="*/ 197 h 225"/>
              <a:gd name="T84" fmla="*/ 262 w 270"/>
              <a:gd name="T85" fmla="*/ 217 h 225"/>
              <a:gd name="T86" fmla="*/ 242 w 270"/>
              <a:gd name="T87" fmla="*/ 225 h 225"/>
              <a:gd name="T88" fmla="*/ 28 w 270"/>
              <a:gd name="T89" fmla="*/ 225 h 225"/>
              <a:gd name="T90" fmla="*/ 8 w 270"/>
              <a:gd name="T91" fmla="*/ 217 h 225"/>
              <a:gd name="T92" fmla="*/ 0 w 270"/>
              <a:gd name="T93" fmla="*/ 197 h 225"/>
              <a:gd name="T94" fmla="*/ 0 w 270"/>
              <a:gd name="T95" fmla="*/ 140 h 225"/>
              <a:gd name="T96" fmla="*/ 3 w 270"/>
              <a:gd name="T97" fmla="*/ 127 h 225"/>
              <a:gd name="T98" fmla="*/ 37 w 270"/>
              <a:gd name="T99" fmla="*/ 21 h 225"/>
              <a:gd name="T100" fmla="*/ 48 w 270"/>
              <a:gd name="T101" fmla="*/ 6 h 225"/>
              <a:gd name="T102" fmla="*/ 66 w 270"/>
              <a:gd name="T103" fmla="*/ 0 h 225"/>
              <a:gd name="T104" fmla="*/ 204 w 270"/>
              <a:gd name="T105" fmla="*/ 0 h 225"/>
              <a:gd name="T106" fmla="*/ 221 w 270"/>
              <a:gd name="T107" fmla="*/ 6 h 225"/>
              <a:gd name="T108" fmla="*/ 232 w 270"/>
              <a:gd name="T109" fmla="*/ 21 h 225"/>
              <a:gd name="T110" fmla="*/ 267 w 270"/>
              <a:gd name="T111" fmla="*/ 127 h 225"/>
              <a:gd name="T112" fmla="*/ 270 w 270"/>
              <a:gd name="T113" fmla="*/ 14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0" h="225">
                <a:moveTo>
                  <a:pt x="183" y="169"/>
                </a:moveTo>
                <a:cubicBezTo>
                  <a:pt x="183" y="172"/>
                  <a:pt x="181" y="176"/>
                  <a:pt x="179" y="178"/>
                </a:cubicBezTo>
                <a:cubicBezTo>
                  <a:pt x="176" y="181"/>
                  <a:pt x="173" y="183"/>
                  <a:pt x="169" y="183"/>
                </a:cubicBezTo>
                <a:cubicBezTo>
                  <a:pt x="165" y="183"/>
                  <a:pt x="161" y="181"/>
                  <a:pt x="159" y="178"/>
                </a:cubicBezTo>
                <a:cubicBezTo>
                  <a:pt x="156" y="176"/>
                  <a:pt x="155" y="172"/>
                  <a:pt x="155" y="169"/>
                </a:cubicBezTo>
                <a:cubicBezTo>
                  <a:pt x="155" y="165"/>
                  <a:pt x="156" y="161"/>
                  <a:pt x="159" y="159"/>
                </a:cubicBezTo>
                <a:cubicBezTo>
                  <a:pt x="161" y="156"/>
                  <a:pt x="165" y="154"/>
                  <a:pt x="169" y="154"/>
                </a:cubicBezTo>
                <a:cubicBezTo>
                  <a:pt x="173" y="154"/>
                  <a:pt x="176" y="156"/>
                  <a:pt x="179" y="159"/>
                </a:cubicBezTo>
                <a:cubicBezTo>
                  <a:pt x="181" y="161"/>
                  <a:pt x="183" y="165"/>
                  <a:pt x="183" y="169"/>
                </a:cubicBezTo>
                <a:close/>
                <a:moveTo>
                  <a:pt x="228" y="169"/>
                </a:moveTo>
                <a:cubicBezTo>
                  <a:pt x="228" y="172"/>
                  <a:pt x="226" y="176"/>
                  <a:pt x="224" y="178"/>
                </a:cubicBezTo>
                <a:cubicBezTo>
                  <a:pt x="221" y="181"/>
                  <a:pt x="217" y="183"/>
                  <a:pt x="214" y="183"/>
                </a:cubicBezTo>
                <a:cubicBezTo>
                  <a:pt x="210" y="183"/>
                  <a:pt x="206" y="181"/>
                  <a:pt x="204" y="178"/>
                </a:cubicBezTo>
                <a:cubicBezTo>
                  <a:pt x="201" y="176"/>
                  <a:pt x="200" y="172"/>
                  <a:pt x="200" y="169"/>
                </a:cubicBezTo>
                <a:cubicBezTo>
                  <a:pt x="200" y="165"/>
                  <a:pt x="201" y="161"/>
                  <a:pt x="204" y="159"/>
                </a:cubicBezTo>
                <a:cubicBezTo>
                  <a:pt x="206" y="156"/>
                  <a:pt x="210" y="154"/>
                  <a:pt x="214" y="154"/>
                </a:cubicBezTo>
                <a:cubicBezTo>
                  <a:pt x="217" y="154"/>
                  <a:pt x="221" y="156"/>
                  <a:pt x="224" y="159"/>
                </a:cubicBezTo>
                <a:cubicBezTo>
                  <a:pt x="226" y="161"/>
                  <a:pt x="228" y="165"/>
                  <a:pt x="228" y="169"/>
                </a:cubicBezTo>
                <a:close/>
                <a:moveTo>
                  <a:pt x="247" y="197"/>
                </a:moveTo>
                <a:cubicBezTo>
                  <a:pt x="247" y="140"/>
                  <a:pt x="247" y="140"/>
                  <a:pt x="247" y="140"/>
                </a:cubicBezTo>
                <a:cubicBezTo>
                  <a:pt x="247" y="139"/>
                  <a:pt x="247" y="138"/>
                  <a:pt x="246" y="136"/>
                </a:cubicBezTo>
                <a:cubicBezTo>
                  <a:pt x="245" y="135"/>
                  <a:pt x="243" y="135"/>
                  <a:pt x="242" y="135"/>
                </a:cubicBezTo>
                <a:cubicBezTo>
                  <a:pt x="28" y="135"/>
                  <a:pt x="28" y="135"/>
                  <a:pt x="28" y="135"/>
                </a:cubicBezTo>
                <a:cubicBezTo>
                  <a:pt x="27" y="135"/>
                  <a:pt x="25" y="135"/>
                  <a:pt x="24" y="136"/>
                </a:cubicBezTo>
                <a:cubicBezTo>
                  <a:pt x="23" y="138"/>
                  <a:pt x="22" y="139"/>
                  <a:pt x="22" y="140"/>
                </a:cubicBezTo>
                <a:cubicBezTo>
                  <a:pt x="22" y="197"/>
                  <a:pt x="22" y="197"/>
                  <a:pt x="22" y="197"/>
                </a:cubicBezTo>
                <a:cubicBezTo>
                  <a:pt x="22" y="198"/>
                  <a:pt x="23" y="199"/>
                  <a:pt x="24" y="201"/>
                </a:cubicBezTo>
                <a:cubicBezTo>
                  <a:pt x="25" y="202"/>
                  <a:pt x="27" y="202"/>
                  <a:pt x="28" y="202"/>
                </a:cubicBezTo>
                <a:cubicBezTo>
                  <a:pt x="242" y="202"/>
                  <a:pt x="242" y="202"/>
                  <a:pt x="242" y="202"/>
                </a:cubicBezTo>
                <a:cubicBezTo>
                  <a:pt x="243" y="202"/>
                  <a:pt x="245" y="202"/>
                  <a:pt x="246" y="201"/>
                </a:cubicBezTo>
                <a:cubicBezTo>
                  <a:pt x="247" y="199"/>
                  <a:pt x="247" y="198"/>
                  <a:pt x="247" y="197"/>
                </a:cubicBezTo>
                <a:close/>
                <a:moveTo>
                  <a:pt x="31" y="112"/>
                </a:moveTo>
                <a:cubicBezTo>
                  <a:pt x="239" y="112"/>
                  <a:pt x="239" y="112"/>
                  <a:pt x="239" y="112"/>
                </a:cubicBezTo>
                <a:cubicBezTo>
                  <a:pt x="211" y="28"/>
                  <a:pt x="211" y="28"/>
                  <a:pt x="211" y="28"/>
                </a:cubicBezTo>
                <a:cubicBezTo>
                  <a:pt x="211" y="26"/>
                  <a:pt x="210" y="25"/>
                  <a:pt x="208" y="24"/>
                </a:cubicBezTo>
                <a:cubicBezTo>
                  <a:pt x="207" y="23"/>
                  <a:pt x="205" y="22"/>
                  <a:pt x="204" y="22"/>
                </a:cubicBezTo>
                <a:cubicBezTo>
                  <a:pt x="66" y="22"/>
                  <a:pt x="66" y="22"/>
                  <a:pt x="66" y="22"/>
                </a:cubicBezTo>
                <a:cubicBezTo>
                  <a:pt x="65" y="22"/>
                  <a:pt x="63" y="23"/>
                  <a:pt x="62" y="24"/>
                </a:cubicBezTo>
                <a:cubicBezTo>
                  <a:pt x="60" y="25"/>
                  <a:pt x="59" y="26"/>
                  <a:pt x="59" y="28"/>
                </a:cubicBezTo>
                <a:lnTo>
                  <a:pt x="31" y="112"/>
                </a:lnTo>
                <a:close/>
                <a:moveTo>
                  <a:pt x="270" y="140"/>
                </a:moveTo>
                <a:cubicBezTo>
                  <a:pt x="270" y="197"/>
                  <a:pt x="270" y="197"/>
                  <a:pt x="270" y="197"/>
                </a:cubicBezTo>
                <a:cubicBezTo>
                  <a:pt x="270" y="204"/>
                  <a:pt x="267" y="211"/>
                  <a:pt x="262" y="217"/>
                </a:cubicBezTo>
                <a:cubicBezTo>
                  <a:pt x="256" y="222"/>
                  <a:pt x="249" y="225"/>
                  <a:pt x="242" y="225"/>
                </a:cubicBezTo>
                <a:cubicBezTo>
                  <a:pt x="28" y="225"/>
                  <a:pt x="28" y="225"/>
                  <a:pt x="28" y="225"/>
                </a:cubicBezTo>
                <a:cubicBezTo>
                  <a:pt x="20" y="225"/>
                  <a:pt x="14" y="222"/>
                  <a:pt x="8" y="217"/>
                </a:cubicBezTo>
                <a:cubicBezTo>
                  <a:pt x="3" y="211"/>
                  <a:pt x="0" y="204"/>
                  <a:pt x="0" y="197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8"/>
                  <a:pt x="1" y="133"/>
                  <a:pt x="3" y="127"/>
                </a:cubicBezTo>
                <a:cubicBezTo>
                  <a:pt x="37" y="21"/>
                  <a:pt x="37" y="21"/>
                  <a:pt x="37" y="21"/>
                </a:cubicBezTo>
                <a:cubicBezTo>
                  <a:pt x="39" y="15"/>
                  <a:pt x="43" y="10"/>
                  <a:pt x="48" y="6"/>
                </a:cubicBezTo>
                <a:cubicBezTo>
                  <a:pt x="54" y="2"/>
                  <a:pt x="60" y="0"/>
                  <a:pt x="6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10" y="0"/>
                  <a:pt x="216" y="2"/>
                  <a:pt x="221" y="6"/>
                </a:cubicBezTo>
                <a:cubicBezTo>
                  <a:pt x="227" y="10"/>
                  <a:pt x="230" y="15"/>
                  <a:pt x="232" y="21"/>
                </a:cubicBezTo>
                <a:cubicBezTo>
                  <a:pt x="267" y="127"/>
                  <a:pt x="267" y="127"/>
                  <a:pt x="267" y="127"/>
                </a:cubicBezTo>
                <a:cubicBezTo>
                  <a:pt x="269" y="133"/>
                  <a:pt x="270" y="138"/>
                  <a:pt x="270" y="14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72"/>
          <p:cNvSpPr>
            <a:spLocks/>
          </p:cNvSpPr>
          <p:nvPr/>
        </p:nvSpPr>
        <p:spPr bwMode="auto">
          <a:xfrm>
            <a:off x="5087938" y="2017713"/>
            <a:ext cx="317500" cy="292100"/>
          </a:xfrm>
          <a:custGeom>
            <a:avLst/>
            <a:gdLst>
              <a:gd name="T0" fmla="*/ 262 w 293"/>
              <a:gd name="T1" fmla="*/ 269 h 270"/>
              <a:gd name="T2" fmla="*/ 215 w 293"/>
              <a:gd name="T3" fmla="*/ 269 h 270"/>
              <a:gd name="T4" fmla="*/ 185 w 293"/>
              <a:gd name="T5" fmla="*/ 266 h 270"/>
              <a:gd name="T6" fmla="*/ 186 w 293"/>
              <a:gd name="T7" fmla="*/ 250 h 270"/>
              <a:gd name="T8" fmla="*/ 202 w 293"/>
              <a:gd name="T9" fmla="*/ 246 h 270"/>
              <a:gd name="T10" fmla="*/ 216 w 293"/>
              <a:gd name="T11" fmla="*/ 219 h 270"/>
              <a:gd name="T12" fmla="*/ 215 w 293"/>
              <a:gd name="T13" fmla="*/ 145 h 270"/>
              <a:gd name="T14" fmla="*/ 88 w 293"/>
              <a:gd name="T15" fmla="*/ 144 h 270"/>
              <a:gd name="T16" fmla="*/ 79 w 293"/>
              <a:gd name="T17" fmla="*/ 150 h 270"/>
              <a:gd name="T18" fmla="*/ 85 w 293"/>
              <a:gd name="T19" fmla="*/ 244 h 270"/>
              <a:gd name="T20" fmla="*/ 103 w 293"/>
              <a:gd name="T21" fmla="*/ 247 h 270"/>
              <a:gd name="T22" fmla="*/ 115 w 293"/>
              <a:gd name="T23" fmla="*/ 258 h 270"/>
              <a:gd name="T24" fmla="*/ 106 w 293"/>
              <a:gd name="T25" fmla="*/ 270 h 270"/>
              <a:gd name="T26" fmla="*/ 57 w 293"/>
              <a:gd name="T27" fmla="*/ 269 h 270"/>
              <a:gd name="T28" fmla="*/ 13 w 293"/>
              <a:gd name="T29" fmla="*/ 270 h 270"/>
              <a:gd name="T30" fmla="*/ 4 w 293"/>
              <a:gd name="T31" fmla="*/ 258 h 270"/>
              <a:gd name="T32" fmla="*/ 13 w 293"/>
              <a:gd name="T33" fmla="*/ 247 h 270"/>
              <a:gd name="T34" fmla="*/ 29 w 293"/>
              <a:gd name="T35" fmla="*/ 243 h 270"/>
              <a:gd name="T36" fmla="*/ 35 w 293"/>
              <a:gd name="T37" fmla="*/ 208 h 270"/>
              <a:gd name="T38" fmla="*/ 35 w 293"/>
              <a:gd name="T39" fmla="*/ 61 h 270"/>
              <a:gd name="T40" fmla="*/ 34 w 293"/>
              <a:gd name="T41" fmla="*/ 48 h 270"/>
              <a:gd name="T42" fmla="*/ 33 w 293"/>
              <a:gd name="T43" fmla="*/ 34 h 270"/>
              <a:gd name="T44" fmla="*/ 28 w 293"/>
              <a:gd name="T45" fmla="*/ 25 h 270"/>
              <a:gd name="T46" fmla="*/ 11 w 293"/>
              <a:gd name="T47" fmla="*/ 23 h 270"/>
              <a:gd name="T48" fmla="*/ 0 w 293"/>
              <a:gd name="T49" fmla="*/ 12 h 270"/>
              <a:gd name="T50" fmla="*/ 9 w 293"/>
              <a:gd name="T51" fmla="*/ 0 h 270"/>
              <a:gd name="T52" fmla="*/ 57 w 293"/>
              <a:gd name="T53" fmla="*/ 1 h 270"/>
              <a:gd name="T54" fmla="*/ 102 w 293"/>
              <a:gd name="T55" fmla="*/ 0 h 270"/>
              <a:gd name="T56" fmla="*/ 111 w 293"/>
              <a:gd name="T57" fmla="*/ 12 h 270"/>
              <a:gd name="T58" fmla="*/ 101 w 293"/>
              <a:gd name="T59" fmla="*/ 23 h 270"/>
              <a:gd name="T60" fmla="*/ 85 w 293"/>
              <a:gd name="T61" fmla="*/ 26 h 270"/>
              <a:gd name="T62" fmla="*/ 79 w 293"/>
              <a:gd name="T63" fmla="*/ 110 h 270"/>
              <a:gd name="T64" fmla="*/ 86 w 293"/>
              <a:gd name="T65" fmla="*/ 116 h 270"/>
              <a:gd name="T66" fmla="*/ 215 w 293"/>
              <a:gd name="T67" fmla="*/ 116 h 270"/>
              <a:gd name="T68" fmla="*/ 216 w 293"/>
              <a:gd name="T69" fmla="*/ 54 h 270"/>
              <a:gd name="T70" fmla="*/ 199 w 293"/>
              <a:gd name="T71" fmla="*/ 23 h 270"/>
              <a:gd name="T72" fmla="*/ 183 w 293"/>
              <a:gd name="T73" fmla="*/ 12 h 270"/>
              <a:gd name="T74" fmla="*/ 192 w 293"/>
              <a:gd name="T75" fmla="*/ 0 h 270"/>
              <a:gd name="T76" fmla="*/ 238 w 293"/>
              <a:gd name="T77" fmla="*/ 1 h 270"/>
              <a:gd name="T78" fmla="*/ 284 w 293"/>
              <a:gd name="T79" fmla="*/ 0 h 270"/>
              <a:gd name="T80" fmla="*/ 292 w 293"/>
              <a:gd name="T81" fmla="*/ 12 h 270"/>
              <a:gd name="T82" fmla="*/ 282 w 293"/>
              <a:gd name="T83" fmla="*/ 23 h 270"/>
              <a:gd name="T84" fmla="*/ 265 w 293"/>
              <a:gd name="T85" fmla="*/ 25 h 270"/>
              <a:gd name="T86" fmla="*/ 259 w 293"/>
              <a:gd name="T87" fmla="*/ 219 h 270"/>
              <a:gd name="T88" fmla="*/ 273 w 293"/>
              <a:gd name="T89" fmla="*/ 246 h 270"/>
              <a:gd name="T90" fmla="*/ 290 w 293"/>
              <a:gd name="T91" fmla="*/ 250 h 270"/>
              <a:gd name="T92" fmla="*/ 291 w 293"/>
              <a:gd name="T93" fmla="*/ 266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93" h="270">
                <a:moveTo>
                  <a:pt x="285" y="270"/>
                </a:moveTo>
                <a:cubicBezTo>
                  <a:pt x="280" y="270"/>
                  <a:pt x="272" y="270"/>
                  <a:pt x="262" y="269"/>
                </a:cubicBezTo>
                <a:cubicBezTo>
                  <a:pt x="251" y="269"/>
                  <a:pt x="243" y="269"/>
                  <a:pt x="238" y="269"/>
                </a:cubicBezTo>
                <a:cubicBezTo>
                  <a:pt x="233" y="269"/>
                  <a:pt x="225" y="269"/>
                  <a:pt x="215" y="269"/>
                </a:cubicBezTo>
                <a:cubicBezTo>
                  <a:pt x="205" y="270"/>
                  <a:pt x="197" y="270"/>
                  <a:pt x="192" y="270"/>
                </a:cubicBezTo>
                <a:cubicBezTo>
                  <a:pt x="189" y="270"/>
                  <a:pt x="187" y="269"/>
                  <a:pt x="185" y="266"/>
                </a:cubicBezTo>
                <a:cubicBezTo>
                  <a:pt x="184" y="264"/>
                  <a:pt x="183" y="261"/>
                  <a:pt x="183" y="258"/>
                </a:cubicBezTo>
                <a:cubicBezTo>
                  <a:pt x="183" y="255"/>
                  <a:pt x="184" y="252"/>
                  <a:pt x="186" y="250"/>
                </a:cubicBezTo>
                <a:cubicBezTo>
                  <a:pt x="188" y="249"/>
                  <a:pt x="190" y="248"/>
                  <a:pt x="193" y="247"/>
                </a:cubicBezTo>
                <a:cubicBezTo>
                  <a:pt x="195" y="247"/>
                  <a:pt x="198" y="247"/>
                  <a:pt x="202" y="246"/>
                </a:cubicBezTo>
                <a:cubicBezTo>
                  <a:pt x="205" y="246"/>
                  <a:pt x="208" y="245"/>
                  <a:pt x="210" y="243"/>
                </a:cubicBezTo>
                <a:cubicBezTo>
                  <a:pt x="214" y="241"/>
                  <a:pt x="216" y="233"/>
                  <a:pt x="216" y="219"/>
                </a:cubicBezTo>
                <a:cubicBezTo>
                  <a:pt x="215" y="150"/>
                  <a:pt x="215" y="150"/>
                  <a:pt x="215" y="150"/>
                </a:cubicBezTo>
                <a:cubicBezTo>
                  <a:pt x="215" y="148"/>
                  <a:pt x="215" y="146"/>
                  <a:pt x="215" y="145"/>
                </a:cubicBezTo>
                <a:cubicBezTo>
                  <a:pt x="214" y="144"/>
                  <a:pt x="211" y="144"/>
                  <a:pt x="20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3" y="144"/>
                  <a:pt x="80" y="144"/>
                  <a:pt x="79" y="145"/>
                </a:cubicBezTo>
                <a:cubicBezTo>
                  <a:pt x="79" y="146"/>
                  <a:pt x="79" y="148"/>
                  <a:pt x="79" y="150"/>
                </a:cubicBezTo>
                <a:cubicBezTo>
                  <a:pt x="79" y="215"/>
                  <a:pt x="79" y="215"/>
                  <a:pt x="79" y="215"/>
                </a:cubicBezTo>
                <a:cubicBezTo>
                  <a:pt x="79" y="232"/>
                  <a:pt x="81" y="242"/>
                  <a:pt x="85" y="244"/>
                </a:cubicBezTo>
                <a:cubicBezTo>
                  <a:pt x="87" y="245"/>
                  <a:pt x="90" y="246"/>
                  <a:pt x="93" y="246"/>
                </a:cubicBezTo>
                <a:cubicBezTo>
                  <a:pt x="97" y="247"/>
                  <a:pt x="101" y="247"/>
                  <a:pt x="103" y="247"/>
                </a:cubicBezTo>
                <a:cubicBezTo>
                  <a:pt x="106" y="247"/>
                  <a:pt x="109" y="248"/>
                  <a:pt x="111" y="250"/>
                </a:cubicBezTo>
                <a:cubicBezTo>
                  <a:pt x="114" y="251"/>
                  <a:pt x="115" y="254"/>
                  <a:pt x="115" y="258"/>
                </a:cubicBezTo>
                <a:cubicBezTo>
                  <a:pt x="115" y="261"/>
                  <a:pt x="114" y="264"/>
                  <a:pt x="113" y="266"/>
                </a:cubicBezTo>
                <a:cubicBezTo>
                  <a:pt x="111" y="269"/>
                  <a:pt x="109" y="270"/>
                  <a:pt x="106" y="270"/>
                </a:cubicBezTo>
                <a:cubicBezTo>
                  <a:pt x="101" y="270"/>
                  <a:pt x="93" y="270"/>
                  <a:pt x="82" y="269"/>
                </a:cubicBezTo>
                <a:cubicBezTo>
                  <a:pt x="71" y="269"/>
                  <a:pt x="63" y="269"/>
                  <a:pt x="57" y="269"/>
                </a:cubicBezTo>
                <a:cubicBezTo>
                  <a:pt x="52" y="269"/>
                  <a:pt x="45" y="269"/>
                  <a:pt x="35" y="269"/>
                </a:cubicBezTo>
                <a:cubicBezTo>
                  <a:pt x="25" y="270"/>
                  <a:pt x="18" y="270"/>
                  <a:pt x="13" y="270"/>
                </a:cubicBezTo>
                <a:cubicBezTo>
                  <a:pt x="10" y="270"/>
                  <a:pt x="8" y="269"/>
                  <a:pt x="6" y="266"/>
                </a:cubicBezTo>
                <a:cubicBezTo>
                  <a:pt x="5" y="264"/>
                  <a:pt x="4" y="261"/>
                  <a:pt x="4" y="258"/>
                </a:cubicBezTo>
                <a:cubicBezTo>
                  <a:pt x="4" y="255"/>
                  <a:pt x="5" y="252"/>
                  <a:pt x="7" y="250"/>
                </a:cubicBezTo>
                <a:cubicBezTo>
                  <a:pt x="9" y="249"/>
                  <a:pt x="11" y="248"/>
                  <a:pt x="13" y="247"/>
                </a:cubicBezTo>
                <a:cubicBezTo>
                  <a:pt x="16" y="247"/>
                  <a:pt x="18" y="247"/>
                  <a:pt x="22" y="246"/>
                </a:cubicBezTo>
                <a:cubicBezTo>
                  <a:pt x="25" y="246"/>
                  <a:pt x="27" y="245"/>
                  <a:pt x="29" y="243"/>
                </a:cubicBezTo>
                <a:cubicBezTo>
                  <a:pt x="33" y="241"/>
                  <a:pt x="35" y="232"/>
                  <a:pt x="35" y="218"/>
                </a:cubicBezTo>
                <a:cubicBezTo>
                  <a:pt x="35" y="208"/>
                  <a:pt x="35" y="208"/>
                  <a:pt x="35" y="208"/>
                </a:cubicBezTo>
                <a:cubicBezTo>
                  <a:pt x="35" y="66"/>
                  <a:pt x="35" y="66"/>
                  <a:pt x="35" y="66"/>
                </a:cubicBezTo>
                <a:cubicBezTo>
                  <a:pt x="35" y="65"/>
                  <a:pt x="35" y="64"/>
                  <a:pt x="35" y="61"/>
                </a:cubicBezTo>
                <a:cubicBezTo>
                  <a:pt x="35" y="58"/>
                  <a:pt x="35" y="56"/>
                  <a:pt x="35" y="55"/>
                </a:cubicBezTo>
                <a:cubicBezTo>
                  <a:pt x="35" y="53"/>
                  <a:pt x="35" y="51"/>
                  <a:pt x="34" y="48"/>
                </a:cubicBezTo>
                <a:cubicBezTo>
                  <a:pt x="34" y="45"/>
                  <a:pt x="34" y="42"/>
                  <a:pt x="34" y="40"/>
                </a:cubicBezTo>
                <a:cubicBezTo>
                  <a:pt x="33" y="38"/>
                  <a:pt x="33" y="36"/>
                  <a:pt x="33" y="34"/>
                </a:cubicBezTo>
                <a:cubicBezTo>
                  <a:pt x="32" y="32"/>
                  <a:pt x="32" y="30"/>
                  <a:pt x="31" y="28"/>
                </a:cubicBezTo>
                <a:cubicBezTo>
                  <a:pt x="30" y="27"/>
                  <a:pt x="29" y="26"/>
                  <a:pt x="28" y="25"/>
                </a:cubicBezTo>
                <a:cubicBezTo>
                  <a:pt x="26" y="24"/>
                  <a:pt x="24" y="23"/>
                  <a:pt x="20" y="23"/>
                </a:cubicBezTo>
                <a:cubicBezTo>
                  <a:pt x="16" y="23"/>
                  <a:pt x="13" y="23"/>
                  <a:pt x="11" y="23"/>
                </a:cubicBezTo>
                <a:cubicBezTo>
                  <a:pt x="8" y="23"/>
                  <a:pt x="6" y="22"/>
                  <a:pt x="3" y="20"/>
                </a:cubicBezTo>
                <a:cubicBezTo>
                  <a:pt x="1" y="19"/>
                  <a:pt x="0" y="16"/>
                  <a:pt x="0" y="12"/>
                </a:cubicBezTo>
                <a:cubicBezTo>
                  <a:pt x="0" y="9"/>
                  <a:pt x="1" y="7"/>
                  <a:pt x="2" y="4"/>
                </a:cubicBezTo>
                <a:cubicBezTo>
                  <a:pt x="4" y="1"/>
                  <a:pt x="6" y="0"/>
                  <a:pt x="9" y="0"/>
                </a:cubicBezTo>
                <a:cubicBezTo>
                  <a:pt x="14" y="0"/>
                  <a:pt x="22" y="0"/>
                  <a:pt x="33" y="1"/>
                </a:cubicBezTo>
                <a:cubicBezTo>
                  <a:pt x="44" y="1"/>
                  <a:pt x="52" y="1"/>
                  <a:pt x="57" y="1"/>
                </a:cubicBezTo>
                <a:cubicBezTo>
                  <a:pt x="62" y="1"/>
                  <a:pt x="70" y="1"/>
                  <a:pt x="80" y="1"/>
                </a:cubicBezTo>
                <a:cubicBezTo>
                  <a:pt x="90" y="0"/>
                  <a:pt x="97" y="0"/>
                  <a:pt x="102" y="0"/>
                </a:cubicBezTo>
                <a:cubicBezTo>
                  <a:pt x="105" y="0"/>
                  <a:pt x="107" y="1"/>
                  <a:pt x="108" y="4"/>
                </a:cubicBezTo>
                <a:cubicBezTo>
                  <a:pt x="110" y="7"/>
                  <a:pt x="111" y="9"/>
                  <a:pt x="111" y="12"/>
                </a:cubicBezTo>
                <a:cubicBezTo>
                  <a:pt x="111" y="16"/>
                  <a:pt x="110" y="19"/>
                  <a:pt x="108" y="20"/>
                </a:cubicBezTo>
                <a:cubicBezTo>
                  <a:pt x="106" y="22"/>
                  <a:pt x="103" y="23"/>
                  <a:pt x="101" y="23"/>
                </a:cubicBezTo>
                <a:cubicBezTo>
                  <a:pt x="98" y="23"/>
                  <a:pt x="95" y="23"/>
                  <a:pt x="92" y="23"/>
                </a:cubicBezTo>
                <a:cubicBezTo>
                  <a:pt x="89" y="24"/>
                  <a:pt x="86" y="24"/>
                  <a:pt x="85" y="26"/>
                </a:cubicBezTo>
                <a:cubicBezTo>
                  <a:pt x="81" y="28"/>
                  <a:pt x="79" y="37"/>
                  <a:pt x="79" y="54"/>
                </a:cubicBezTo>
                <a:cubicBezTo>
                  <a:pt x="79" y="110"/>
                  <a:pt x="79" y="110"/>
                  <a:pt x="79" y="110"/>
                </a:cubicBezTo>
                <a:cubicBezTo>
                  <a:pt x="79" y="112"/>
                  <a:pt x="79" y="114"/>
                  <a:pt x="79" y="116"/>
                </a:cubicBezTo>
                <a:cubicBezTo>
                  <a:pt x="80" y="116"/>
                  <a:pt x="83" y="116"/>
                  <a:pt x="86" y="116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1" y="116"/>
                  <a:pt x="214" y="116"/>
                  <a:pt x="215" y="116"/>
                </a:cubicBezTo>
                <a:cubicBezTo>
                  <a:pt x="215" y="114"/>
                  <a:pt x="215" y="112"/>
                  <a:pt x="215" y="110"/>
                </a:cubicBezTo>
                <a:cubicBezTo>
                  <a:pt x="216" y="54"/>
                  <a:pt x="216" y="54"/>
                  <a:pt x="216" y="54"/>
                </a:cubicBezTo>
                <a:cubicBezTo>
                  <a:pt x="216" y="37"/>
                  <a:pt x="213" y="28"/>
                  <a:pt x="209" y="26"/>
                </a:cubicBezTo>
                <a:cubicBezTo>
                  <a:pt x="207" y="24"/>
                  <a:pt x="204" y="24"/>
                  <a:pt x="199" y="23"/>
                </a:cubicBezTo>
                <a:cubicBezTo>
                  <a:pt x="194" y="23"/>
                  <a:pt x="190" y="23"/>
                  <a:pt x="188" y="21"/>
                </a:cubicBezTo>
                <a:cubicBezTo>
                  <a:pt x="185" y="20"/>
                  <a:pt x="183" y="17"/>
                  <a:pt x="183" y="12"/>
                </a:cubicBezTo>
                <a:cubicBezTo>
                  <a:pt x="183" y="9"/>
                  <a:pt x="184" y="7"/>
                  <a:pt x="185" y="4"/>
                </a:cubicBezTo>
                <a:cubicBezTo>
                  <a:pt x="187" y="1"/>
                  <a:pt x="189" y="0"/>
                  <a:pt x="192" y="0"/>
                </a:cubicBezTo>
                <a:cubicBezTo>
                  <a:pt x="197" y="0"/>
                  <a:pt x="205" y="0"/>
                  <a:pt x="215" y="1"/>
                </a:cubicBezTo>
                <a:cubicBezTo>
                  <a:pt x="225" y="1"/>
                  <a:pt x="233" y="1"/>
                  <a:pt x="238" y="1"/>
                </a:cubicBezTo>
                <a:cubicBezTo>
                  <a:pt x="243" y="1"/>
                  <a:pt x="251" y="1"/>
                  <a:pt x="261" y="1"/>
                </a:cubicBezTo>
                <a:cubicBezTo>
                  <a:pt x="271" y="0"/>
                  <a:pt x="278" y="0"/>
                  <a:pt x="284" y="0"/>
                </a:cubicBezTo>
                <a:cubicBezTo>
                  <a:pt x="286" y="0"/>
                  <a:pt x="289" y="1"/>
                  <a:pt x="290" y="4"/>
                </a:cubicBezTo>
                <a:cubicBezTo>
                  <a:pt x="292" y="7"/>
                  <a:pt x="292" y="9"/>
                  <a:pt x="292" y="12"/>
                </a:cubicBezTo>
                <a:cubicBezTo>
                  <a:pt x="292" y="16"/>
                  <a:pt x="291" y="19"/>
                  <a:pt x="289" y="20"/>
                </a:cubicBezTo>
                <a:cubicBezTo>
                  <a:pt x="287" y="22"/>
                  <a:pt x="285" y="23"/>
                  <a:pt x="282" y="23"/>
                </a:cubicBezTo>
                <a:cubicBezTo>
                  <a:pt x="280" y="23"/>
                  <a:pt x="277" y="23"/>
                  <a:pt x="273" y="23"/>
                </a:cubicBezTo>
                <a:cubicBezTo>
                  <a:pt x="270" y="24"/>
                  <a:pt x="267" y="24"/>
                  <a:pt x="265" y="25"/>
                </a:cubicBezTo>
                <a:cubicBezTo>
                  <a:pt x="261" y="28"/>
                  <a:pt x="259" y="38"/>
                  <a:pt x="259" y="54"/>
                </a:cubicBezTo>
                <a:cubicBezTo>
                  <a:pt x="259" y="219"/>
                  <a:pt x="259" y="219"/>
                  <a:pt x="259" y="219"/>
                </a:cubicBezTo>
                <a:cubicBezTo>
                  <a:pt x="259" y="233"/>
                  <a:pt x="261" y="242"/>
                  <a:pt x="265" y="244"/>
                </a:cubicBezTo>
                <a:cubicBezTo>
                  <a:pt x="267" y="245"/>
                  <a:pt x="270" y="246"/>
                  <a:pt x="273" y="246"/>
                </a:cubicBezTo>
                <a:cubicBezTo>
                  <a:pt x="277" y="247"/>
                  <a:pt x="280" y="247"/>
                  <a:pt x="283" y="247"/>
                </a:cubicBezTo>
                <a:cubicBezTo>
                  <a:pt x="286" y="247"/>
                  <a:pt x="288" y="248"/>
                  <a:pt x="290" y="250"/>
                </a:cubicBezTo>
                <a:cubicBezTo>
                  <a:pt x="292" y="252"/>
                  <a:pt x="293" y="254"/>
                  <a:pt x="293" y="258"/>
                </a:cubicBezTo>
                <a:cubicBezTo>
                  <a:pt x="293" y="261"/>
                  <a:pt x="293" y="264"/>
                  <a:pt x="291" y="266"/>
                </a:cubicBezTo>
                <a:cubicBezTo>
                  <a:pt x="290" y="269"/>
                  <a:pt x="288" y="270"/>
                  <a:pt x="285" y="2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73"/>
          <p:cNvSpPr>
            <a:spLocks/>
          </p:cNvSpPr>
          <p:nvPr/>
        </p:nvSpPr>
        <p:spPr bwMode="auto">
          <a:xfrm>
            <a:off x="5519738" y="2030413"/>
            <a:ext cx="317500" cy="266700"/>
          </a:xfrm>
          <a:custGeom>
            <a:avLst/>
            <a:gdLst>
              <a:gd name="T0" fmla="*/ 293 w 293"/>
              <a:gd name="T1" fmla="*/ 134 h 248"/>
              <a:gd name="T2" fmla="*/ 282 w 293"/>
              <a:gd name="T3" fmla="*/ 189 h 248"/>
              <a:gd name="T4" fmla="*/ 279 w 293"/>
              <a:gd name="T5" fmla="*/ 197 h 248"/>
              <a:gd name="T6" fmla="*/ 246 w 293"/>
              <a:gd name="T7" fmla="*/ 203 h 248"/>
              <a:gd name="T8" fmla="*/ 230 w 293"/>
              <a:gd name="T9" fmla="*/ 227 h 248"/>
              <a:gd name="T10" fmla="*/ 203 w 293"/>
              <a:gd name="T11" fmla="*/ 237 h 248"/>
              <a:gd name="T12" fmla="*/ 203 w 293"/>
              <a:gd name="T13" fmla="*/ 242 h 248"/>
              <a:gd name="T14" fmla="*/ 201 w 293"/>
              <a:gd name="T15" fmla="*/ 246 h 248"/>
              <a:gd name="T16" fmla="*/ 197 w 293"/>
              <a:gd name="T17" fmla="*/ 248 h 248"/>
              <a:gd name="T18" fmla="*/ 186 w 293"/>
              <a:gd name="T19" fmla="*/ 248 h 248"/>
              <a:gd name="T20" fmla="*/ 182 w 293"/>
              <a:gd name="T21" fmla="*/ 246 h 248"/>
              <a:gd name="T22" fmla="*/ 180 w 293"/>
              <a:gd name="T23" fmla="*/ 242 h 248"/>
              <a:gd name="T24" fmla="*/ 180 w 293"/>
              <a:gd name="T25" fmla="*/ 141 h 248"/>
              <a:gd name="T26" fmla="*/ 182 w 293"/>
              <a:gd name="T27" fmla="*/ 137 h 248"/>
              <a:gd name="T28" fmla="*/ 186 w 293"/>
              <a:gd name="T29" fmla="*/ 135 h 248"/>
              <a:gd name="T30" fmla="*/ 197 w 293"/>
              <a:gd name="T31" fmla="*/ 135 h 248"/>
              <a:gd name="T32" fmla="*/ 201 w 293"/>
              <a:gd name="T33" fmla="*/ 137 h 248"/>
              <a:gd name="T34" fmla="*/ 203 w 293"/>
              <a:gd name="T35" fmla="*/ 141 h 248"/>
              <a:gd name="T36" fmla="*/ 203 w 293"/>
              <a:gd name="T37" fmla="*/ 147 h 248"/>
              <a:gd name="T38" fmla="*/ 226 w 293"/>
              <a:gd name="T39" fmla="*/ 153 h 248"/>
              <a:gd name="T40" fmla="*/ 242 w 293"/>
              <a:gd name="T41" fmla="*/ 170 h 248"/>
              <a:gd name="T42" fmla="*/ 254 w 293"/>
              <a:gd name="T43" fmla="*/ 167 h 248"/>
              <a:gd name="T44" fmla="*/ 259 w 293"/>
              <a:gd name="T45" fmla="*/ 134 h 248"/>
              <a:gd name="T46" fmla="*/ 243 w 293"/>
              <a:gd name="T47" fmla="*/ 85 h 248"/>
              <a:gd name="T48" fmla="*/ 202 w 293"/>
              <a:gd name="T49" fmla="*/ 48 h 248"/>
              <a:gd name="T50" fmla="*/ 147 w 293"/>
              <a:gd name="T51" fmla="*/ 34 h 248"/>
              <a:gd name="T52" fmla="*/ 91 w 293"/>
              <a:gd name="T53" fmla="*/ 48 h 248"/>
              <a:gd name="T54" fmla="*/ 50 w 293"/>
              <a:gd name="T55" fmla="*/ 85 h 248"/>
              <a:gd name="T56" fmla="*/ 34 w 293"/>
              <a:gd name="T57" fmla="*/ 134 h 248"/>
              <a:gd name="T58" fmla="*/ 39 w 293"/>
              <a:gd name="T59" fmla="*/ 167 h 248"/>
              <a:gd name="T60" fmla="*/ 51 w 293"/>
              <a:gd name="T61" fmla="*/ 170 h 248"/>
              <a:gd name="T62" fmla="*/ 67 w 293"/>
              <a:gd name="T63" fmla="*/ 153 h 248"/>
              <a:gd name="T64" fmla="*/ 90 w 293"/>
              <a:gd name="T65" fmla="*/ 147 h 248"/>
              <a:gd name="T66" fmla="*/ 90 w 293"/>
              <a:gd name="T67" fmla="*/ 141 h 248"/>
              <a:gd name="T68" fmla="*/ 92 w 293"/>
              <a:gd name="T69" fmla="*/ 137 h 248"/>
              <a:gd name="T70" fmla="*/ 96 w 293"/>
              <a:gd name="T71" fmla="*/ 135 h 248"/>
              <a:gd name="T72" fmla="*/ 107 w 293"/>
              <a:gd name="T73" fmla="*/ 135 h 248"/>
              <a:gd name="T74" fmla="*/ 111 w 293"/>
              <a:gd name="T75" fmla="*/ 137 h 248"/>
              <a:gd name="T76" fmla="*/ 113 w 293"/>
              <a:gd name="T77" fmla="*/ 141 h 248"/>
              <a:gd name="T78" fmla="*/ 113 w 293"/>
              <a:gd name="T79" fmla="*/ 242 h 248"/>
              <a:gd name="T80" fmla="*/ 111 w 293"/>
              <a:gd name="T81" fmla="*/ 246 h 248"/>
              <a:gd name="T82" fmla="*/ 107 w 293"/>
              <a:gd name="T83" fmla="*/ 248 h 248"/>
              <a:gd name="T84" fmla="*/ 96 w 293"/>
              <a:gd name="T85" fmla="*/ 248 h 248"/>
              <a:gd name="T86" fmla="*/ 92 w 293"/>
              <a:gd name="T87" fmla="*/ 246 h 248"/>
              <a:gd name="T88" fmla="*/ 90 w 293"/>
              <a:gd name="T89" fmla="*/ 242 h 248"/>
              <a:gd name="T90" fmla="*/ 90 w 293"/>
              <a:gd name="T91" fmla="*/ 237 h 248"/>
              <a:gd name="T92" fmla="*/ 63 w 293"/>
              <a:gd name="T93" fmla="*/ 227 h 248"/>
              <a:gd name="T94" fmla="*/ 47 w 293"/>
              <a:gd name="T95" fmla="*/ 203 h 248"/>
              <a:gd name="T96" fmla="*/ 14 w 293"/>
              <a:gd name="T97" fmla="*/ 197 h 248"/>
              <a:gd name="T98" fmla="*/ 11 w 293"/>
              <a:gd name="T99" fmla="*/ 189 h 248"/>
              <a:gd name="T100" fmla="*/ 0 w 293"/>
              <a:gd name="T101" fmla="*/ 134 h 248"/>
              <a:gd name="T102" fmla="*/ 12 w 293"/>
              <a:gd name="T103" fmla="*/ 82 h 248"/>
              <a:gd name="T104" fmla="*/ 44 w 293"/>
              <a:gd name="T105" fmla="*/ 40 h 248"/>
              <a:gd name="T106" fmla="*/ 90 w 293"/>
              <a:gd name="T107" fmla="*/ 11 h 248"/>
              <a:gd name="T108" fmla="*/ 147 w 293"/>
              <a:gd name="T109" fmla="*/ 0 h 248"/>
              <a:gd name="T110" fmla="*/ 203 w 293"/>
              <a:gd name="T111" fmla="*/ 11 h 248"/>
              <a:gd name="T112" fmla="*/ 249 w 293"/>
              <a:gd name="T113" fmla="*/ 40 h 248"/>
              <a:gd name="T114" fmla="*/ 281 w 293"/>
              <a:gd name="T115" fmla="*/ 82 h 248"/>
              <a:gd name="T116" fmla="*/ 293 w 293"/>
              <a:gd name="T117" fmla="*/ 134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3" h="248">
                <a:moveTo>
                  <a:pt x="293" y="134"/>
                </a:moveTo>
                <a:cubicBezTo>
                  <a:pt x="293" y="153"/>
                  <a:pt x="289" y="171"/>
                  <a:pt x="282" y="189"/>
                </a:cubicBezTo>
                <a:cubicBezTo>
                  <a:pt x="279" y="197"/>
                  <a:pt x="279" y="197"/>
                  <a:pt x="279" y="197"/>
                </a:cubicBezTo>
                <a:cubicBezTo>
                  <a:pt x="246" y="203"/>
                  <a:pt x="246" y="203"/>
                  <a:pt x="246" y="203"/>
                </a:cubicBezTo>
                <a:cubicBezTo>
                  <a:pt x="244" y="213"/>
                  <a:pt x="238" y="221"/>
                  <a:pt x="230" y="227"/>
                </a:cubicBezTo>
                <a:cubicBezTo>
                  <a:pt x="222" y="233"/>
                  <a:pt x="213" y="237"/>
                  <a:pt x="203" y="237"/>
                </a:cubicBezTo>
                <a:cubicBezTo>
                  <a:pt x="203" y="242"/>
                  <a:pt x="203" y="242"/>
                  <a:pt x="203" y="242"/>
                </a:cubicBezTo>
                <a:cubicBezTo>
                  <a:pt x="203" y="244"/>
                  <a:pt x="202" y="245"/>
                  <a:pt x="201" y="246"/>
                </a:cubicBezTo>
                <a:cubicBezTo>
                  <a:pt x="200" y="247"/>
                  <a:pt x="199" y="248"/>
                  <a:pt x="197" y="248"/>
                </a:cubicBezTo>
                <a:cubicBezTo>
                  <a:pt x="186" y="248"/>
                  <a:pt x="186" y="248"/>
                  <a:pt x="186" y="248"/>
                </a:cubicBezTo>
                <a:cubicBezTo>
                  <a:pt x="184" y="248"/>
                  <a:pt x="183" y="247"/>
                  <a:pt x="182" y="246"/>
                </a:cubicBezTo>
                <a:cubicBezTo>
                  <a:pt x="181" y="245"/>
                  <a:pt x="180" y="244"/>
                  <a:pt x="180" y="242"/>
                </a:cubicBezTo>
                <a:cubicBezTo>
                  <a:pt x="180" y="141"/>
                  <a:pt x="180" y="141"/>
                  <a:pt x="180" y="141"/>
                </a:cubicBezTo>
                <a:cubicBezTo>
                  <a:pt x="180" y="139"/>
                  <a:pt x="181" y="138"/>
                  <a:pt x="182" y="137"/>
                </a:cubicBezTo>
                <a:cubicBezTo>
                  <a:pt x="183" y="136"/>
                  <a:pt x="184" y="135"/>
                  <a:pt x="186" y="135"/>
                </a:cubicBezTo>
                <a:cubicBezTo>
                  <a:pt x="197" y="135"/>
                  <a:pt x="197" y="135"/>
                  <a:pt x="197" y="135"/>
                </a:cubicBezTo>
                <a:cubicBezTo>
                  <a:pt x="199" y="135"/>
                  <a:pt x="200" y="136"/>
                  <a:pt x="201" y="137"/>
                </a:cubicBezTo>
                <a:cubicBezTo>
                  <a:pt x="202" y="138"/>
                  <a:pt x="203" y="139"/>
                  <a:pt x="203" y="141"/>
                </a:cubicBezTo>
                <a:cubicBezTo>
                  <a:pt x="203" y="147"/>
                  <a:pt x="203" y="147"/>
                  <a:pt x="203" y="147"/>
                </a:cubicBezTo>
                <a:cubicBezTo>
                  <a:pt x="211" y="147"/>
                  <a:pt x="219" y="149"/>
                  <a:pt x="226" y="153"/>
                </a:cubicBezTo>
                <a:cubicBezTo>
                  <a:pt x="232" y="157"/>
                  <a:pt x="238" y="163"/>
                  <a:pt x="242" y="170"/>
                </a:cubicBezTo>
                <a:cubicBezTo>
                  <a:pt x="254" y="167"/>
                  <a:pt x="254" y="167"/>
                  <a:pt x="254" y="167"/>
                </a:cubicBezTo>
                <a:cubicBezTo>
                  <a:pt x="257" y="156"/>
                  <a:pt x="259" y="145"/>
                  <a:pt x="259" y="134"/>
                </a:cubicBezTo>
                <a:cubicBezTo>
                  <a:pt x="259" y="116"/>
                  <a:pt x="254" y="100"/>
                  <a:pt x="243" y="85"/>
                </a:cubicBezTo>
                <a:cubicBezTo>
                  <a:pt x="233" y="69"/>
                  <a:pt x="219" y="57"/>
                  <a:pt x="202" y="48"/>
                </a:cubicBezTo>
                <a:cubicBezTo>
                  <a:pt x="185" y="39"/>
                  <a:pt x="166" y="34"/>
                  <a:pt x="147" y="34"/>
                </a:cubicBezTo>
                <a:cubicBezTo>
                  <a:pt x="127" y="34"/>
                  <a:pt x="108" y="39"/>
                  <a:pt x="91" y="48"/>
                </a:cubicBezTo>
                <a:cubicBezTo>
                  <a:pt x="74" y="57"/>
                  <a:pt x="60" y="69"/>
                  <a:pt x="50" y="85"/>
                </a:cubicBezTo>
                <a:cubicBezTo>
                  <a:pt x="39" y="100"/>
                  <a:pt x="34" y="116"/>
                  <a:pt x="34" y="134"/>
                </a:cubicBezTo>
                <a:cubicBezTo>
                  <a:pt x="34" y="145"/>
                  <a:pt x="36" y="156"/>
                  <a:pt x="39" y="167"/>
                </a:cubicBezTo>
                <a:cubicBezTo>
                  <a:pt x="51" y="170"/>
                  <a:pt x="51" y="170"/>
                  <a:pt x="51" y="170"/>
                </a:cubicBezTo>
                <a:cubicBezTo>
                  <a:pt x="55" y="163"/>
                  <a:pt x="61" y="157"/>
                  <a:pt x="67" y="153"/>
                </a:cubicBezTo>
                <a:cubicBezTo>
                  <a:pt x="74" y="149"/>
                  <a:pt x="82" y="147"/>
                  <a:pt x="90" y="147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0" y="139"/>
                  <a:pt x="91" y="138"/>
                  <a:pt x="92" y="137"/>
                </a:cubicBezTo>
                <a:cubicBezTo>
                  <a:pt x="93" y="136"/>
                  <a:pt x="94" y="135"/>
                  <a:pt x="96" y="135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09" y="135"/>
                  <a:pt x="110" y="136"/>
                  <a:pt x="111" y="137"/>
                </a:cubicBezTo>
                <a:cubicBezTo>
                  <a:pt x="112" y="138"/>
                  <a:pt x="113" y="139"/>
                  <a:pt x="113" y="141"/>
                </a:cubicBezTo>
                <a:cubicBezTo>
                  <a:pt x="113" y="242"/>
                  <a:pt x="113" y="242"/>
                  <a:pt x="113" y="242"/>
                </a:cubicBezTo>
                <a:cubicBezTo>
                  <a:pt x="113" y="244"/>
                  <a:pt x="112" y="245"/>
                  <a:pt x="111" y="246"/>
                </a:cubicBezTo>
                <a:cubicBezTo>
                  <a:pt x="110" y="247"/>
                  <a:pt x="109" y="248"/>
                  <a:pt x="107" y="248"/>
                </a:cubicBezTo>
                <a:cubicBezTo>
                  <a:pt x="96" y="248"/>
                  <a:pt x="96" y="248"/>
                  <a:pt x="96" y="248"/>
                </a:cubicBezTo>
                <a:cubicBezTo>
                  <a:pt x="94" y="248"/>
                  <a:pt x="93" y="247"/>
                  <a:pt x="92" y="246"/>
                </a:cubicBezTo>
                <a:cubicBezTo>
                  <a:pt x="91" y="245"/>
                  <a:pt x="90" y="244"/>
                  <a:pt x="90" y="242"/>
                </a:cubicBezTo>
                <a:cubicBezTo>
                  <a:pt x="90" y="237"/>
                  <a:pt x="90" y="237"/>
                  <a:pt x="90" y="237"/>
                </a:cubicBezTo>
                <a:cubicBezTo>
                  <a:pt x="80" y="237"/>
                  <a:pt x="71" y="233"/>
                  <a:pt x="63" y="227"/>
                </a:cubicBezTo>
                <a:cubicBezTo>
                  <a:pt x="55" y="221"/>
                  <a:pt x="49" y="213"/>
                  <a:pt x="47" y="203"/>
                </a:cubicBezTo>
                <a:cubicBezTo>
                  <a:pt x="14" y="197"/>
                  <a:pt x="14" y="197"/>
                  <a:pt x="14" y="197"/>
                </a:cubicBezTo>
                <a:cubicBezTo>
                  <a:pt x="11" y="189"/>
                  <a:pt x="11" y="189"/>
                  <a:pt x="11" y="189"/>
                </a:cubicBezTo>
                <a:cubicBezTo>
                  <a:pt x="4" y="171"/>
                  <a:pt x="0" y="153"/>
                  <a:pt x="0" y="134"/>
                </a:cubicBezTo>
                <a:cubicBezTo>
                  <a:pt x="0" y="116"/>
                  <a:pt x="4" y="99"/>
                  <a:pt x="12" y="82"/>
                </a:cubicBezTo>
                <a:cubicBezTo>
                  <a:pt x="20" y="66"/>
                  <a:pt x="30" y="52"/>
                  <a:pt x="44" y="40"/>
                </a:cubicBezTo>
                <a:cubicBezTo>
                  <a:pt x="57" y="28"/>
                  <a:pt x="72" y="18"/>
                  <a:pt x="90" y="11"/>
                </a:cubicBezTo>
                <a:cubicBezTo>
                  <a:pt x="108" y="4"/>
                  <a:pt x="127" y="0"/>
                  <a:pt x="147" y="0"/>
                </a:cubicBezTo>
                <a:cubicBezTo>
                  <a:pt x="166" y="0"/>
                  <a:pt x="185" y="4"/>
                  <a:pt x="203" y="11"/>
                </a:cubicBezTo>
                <a:cubicBezTo>
                  <a:pt x="221" y="18"/>
                  <a:pt x="236" y="28"/>
                  <a:pt x="249" y="40"/>
                </a:cubicBezTo>
                <a:cubicBezTo>
                  <a:pt x="263" y="52"/>
                  <a:pt x="273" y="66"/>
                  <a:pt x="281" y="82"/>
                </a:cubicBezTo>
                <a:cubicBezTo>
                  <a:pt x="289" y="99"/>
                  <a:pt x="293" y="116"/>
                  <a:pt x="293" y="13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74"/>
          <p:cNvSpPr>
            <a:spLocks/>
          </p:cNvSpPr>
          <p:nvPr/>
        </p:nvSpPr>
        <p:spPr bwMode="auto">
          <a:xfrm>
            <a:off x="5940426" y="2017713"/>
            <a:ext cx="339725" cy="292100"/>
          </a:xfrm>
          <a:custGeom>
            <a:avLst/>
            <a:gdLst>
              <a:gd name="T0" fmla="*/ 157 w 315"/>
              <a:gd name="T1" fmla="*/ 270 h 270"/>
              <a:gd name="T2" fmla="*/ 149 w 315"/>
              <a:gd name="T3" fmla="*/ 267 h 270"/>
              <a:gd name="T4" fmla="*/ 40 w 315"/>
              <a:gd name="T5" fmla="*/ 161 h 270"/>
              <a:gd name="T6" fmla="*/ 35 w 315"/>
              <a:gd name="T7" fmla="*/ 157 h 270"/>
              <a:gd name="T8" fmla="*/ 25 w 315"/>
              <a:gd name="T9" fmla="*/ 145 h 270"/>
              <a:gd name="T10" fmla="*/ 13 w 315"/>
              <a:gd name="T11" fmla="*/ 128 h 270"/>
              <a:gd name="T12" fmla="*/ 4 w 315"/>
              <a:gd name="T13" fmla="*/ 107 h 270"/>
              <a:gd name="T14" fmla="*/ 0 w 315"/>
              <a:gd name="T15" fmla="*/ 82 h 270"/>
              <a:gd name="T16" fmla="*/ 22 w 315"/>
              <a:gd name="T17" fmla="*/ 22 h 270"/>
              <a:gd name="T18" fmla="*/ 84 w 315"/>
              <a:gd name="T19" fmla="*/ 0 h 270"/>
              <a:gd name="T20" fmla="*/ 106 w 315"/>
              <a:gd name="T21" fmla="*/ 4 h 270"/>
              <a:gd name="T22" fmla="*/ 127 w 315"/>
              <a:gd name="T23" fmla="*/ 14 h 270"/>
              <a:gd name="T24" fmla="*/ 144 w 315"/>
              <a:gd name="T25" fmla="*/ 26 h 270"/>
              <a:gd name="T26" fmla="*/ 157 w 315"/>
              <a:gd name="T27" fmla="*/ 38 h 270"/>
              <a:gd name="T28" fmla="*/ 171 w 315"/>
              <a:gd name="T29" fmla="*/ 26 h 270"/>
              <a:gd name="T30" fmla="*/ 187 w 315"/>
              <a:gd name="T31" fmla="*/ 14 h 270"/>
              <a:gd name="T32" fmla="*/ 208 w 315"/>
              <a:gd name="T33" fmla="*/ 4 h 270"/>
              <a:gd name="T34" fmla="*/ 231 w 315"/>
              <a:gd name="T35" fmla="*/ 0 h 270"/>
              <a:gd name="T36" fmla="*/ 292 w 315"/>
              <a:gd name="T37" fmla="*/ 22 h 270"/>
              <a:gd name="T38" fmla="*/ 315 w 315"/>
              <a:gd name="T39" fmla="*/ 82 h 270"/>
              <a:gd name="T40" fmla="*/ 274 w 315"/>
              <a:gd name="T41" fmla="*/ 161 h 270"/>
              <a:gd name="T42" fmla="*/ 165 w 315"/>
              <a:gd name="T43" fmla="*/ 267 h 270"/>
              <a:gd name="T44" fmla="*/ 157 w 315"/>
              <a:gd name="T45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5" h="270">
                <a:moveTo>
                  <a:pt x="157" y="270"/>
                </a:moveTo>
                <a:cubicBezTo>
                  <a:pt x="154" y="270"/>
                  <a:pt x="152" y="269"/>
                  <a:pt x="149" y="267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0"/>
                  <a:pt x="37" y="159"/>
                  <a:pt x="35" y="157"/>
                </a:cubicBezTo>
                <a:cubicBezTo>
                  <a:pt x="33" y="154"/>
                  <a:pt x="30" y="151"/>
                  <a:pt x="25" y="145"/>
                </a:cubicBezTo>
                <a:cubicBezTo>
                  <a:pt x="21" y="139"/>
                  <a:pt x="17" y="134"/>
                  <a:pt x="13" y="128"/>
                </a:cubicBezTo>
                <a:cubicBezTo>
                  <a:pt x="10" y="122"/>
                  <a:pt x="7" y="115"/>
                  <a:pt x="4" y="107"/>
                </a:cubicBezTo>
                <a:cubicBezTo>
                  <a:pt x="1" y="98"/>
                  <a:pt x="0" y="90"/>
                  <a:pt x="0" y="82"/>
                </a:cubicBezTo>
                <a:cubicBezTo>
                  <a:pt x="0" y="57"/>
                  <a:pt x="7" y="36"/>
                  <a:pt x="22" y="22"/>
                </a:cubicBezTo>
                <a:cubicBezTo>
                  <a:pt x="37" y="7"/>
                  <a:pt x="58" y="0"/>
                  <a:pt x="84" y="0"/>
                </a:cubicBezTo>
                <a:cubicBezTo>
                  <a:pt x="91" y="0"/>
                  <a:pt x="98" y="1"/>
                  <a:pt x="106" y="4"/>
                </a:cubicBezTo>
                <a:cubicBezTo>
                  <a:pt x="114" y="6"/>
                  <a:pt x="121" y="10"/>
                  <a:pt x="127" y="14"/>
                </a:cubicBezTo>
                <a:cubicBezTo>
                  <a:pt x="134" y="18"/>
                  <a:pt x="139" y="22"/>
                  <a:pt x="144" y="26"/>
                </a:cubicBezTo>
                <a:cubicBezTo>
                  <a:pt x="149" y="30"/>
                  <a:pt x="153" y="34"/>
                  <a:pt x="157" y="38"/>
                </a:cubicBezTo>
                <a:cubicBezTo>
                  <a:pt x="161" y="34"/>
                  <a:pt x="166" y="30"/>
                  <a:pt x="171" y="26"/>
                </a:cubicBezTo>
                <a:cubicBezTo>
                  <a:pt x="175" y="22"/>
                  <a:pt x="181" y="18"/>
                  <a:pt x="187" y="14"/>
                </a:cubicBezTo>
                <a:cubicBezTo>
                  <a:pt x="194" y="10"/>
                  <a:pt x="201" y="6"/>
                  <a:pt x="208" y="4"/>
                </a:cubicBezTo>
                <a:cubicBezTo>
                  <a:pt x="216" y="1"/>
                  <a:pt x="223" y="0"/>
                  <a:pt x="231" y="0"/>
                </a:cubicBezTo>
                <a:cubicBezTo>
                  <a:pt x="257" y="0"/>
                  <a:pt x="277" y="7"/>
                  <a:pt x="292" y="22"/>
                </a:cubicBezTo>
                <a:cubicBezTo>
                  <a:pt x="307" y="36"/>
                  <a:pt x="315" y="57"/>
                  <a:pt x="315" y="82"/>
                </a:cubicBezTo>
                <a:cubicBezTo>
                  <a:pt x="315" y="108"/>
                  <a:pt x="301" y="135"/>
                  <a:pt x="274" y="161"/>
                </a:cubicBezTo>
                <a:cubicBezTo>
                  <a:pt x="165" y="267"/>
                  <a:pt x="165" y="267"/>
                  <a:pt x="165" y="267"/>
                </a:cubicBezTo>
                <a:cubicBezTo>
                  <a:pt x="163" y="269"/>
                  <a:pt x="160" y="270"/>
                  <a:pt x="157" y="2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75"/>
          <p:cNvSpPr>
            <a:spLocks noEditPoints="1"/>
          </p:cNvSpPr>
          <p:nvPr/>
        </p:nvSpPr>
        <p:spPr bwMode="auto">
          <a:xfrm>
            <a:off x="6370638" y="2017713"/>
            <a:ext cx="341313" cy="292100"/>
          </a:xfrm>
          <a:custGeom>
            <a:avLst/>
            <a:gdLst>
              <a:gd name="T0" fmla="*/ 225 w 315"/>
              <a:gd name="T1" fmla="*/ 158 h 270"/>
              <a:gd name="T2" fmla="*/ 279 w 315"/>
              <a:gd name="T3" fmla="*/ 158 h 270"/>
              <a:gd name="T4" fmla="*/ 277 w 315"/>
              <a:gd name="T5" fmla="*/ 159 h 270"/>
              <a:gd name="T6" fmla="*/ 276 w 315"/>
              <a:gd name="T7" fmla="*/ 161 h 270"/>
              <a:gd name="T8" fmla="*/ 275 w 315"/>
              <a:gd name="T9" fmla="*/ 161 h 270"/>
              <a:gd name="T10" fmla="*/ 166 w 315"/>
              <a:gd name="T11" fmla="*/ 267 h 270"/>
              <a:gd name="T12" fmla="*/ 158 w 315"/>
              <a:gd name="T13" fmla="*/ 270 h 270"/>
              <a:gd name="T14" fmla="*/ 150 w 315"/>
              <a:gd name="T15" fmla="*/ 267 h 270"/>
              <a:gd name="T16" fmla="*/ 40 w 315"/>
              <a:gd name="T17" fmla="*/ 161 h 270"/>
              <a:gd name="T18" fmla="*/ 37 w 315"/>
              <a:gd name="T19" fmla="*/ 158 h 270"/>
              <a:gd name="T20" fmla="*/ 102 w 315"/>
              <a:gd name="T21" fmla="*/ 158 h 270"/>
              <a:gd name="T22" fmla="*/ 109 w 315"/>
              <a:gd name="T23" fmla="*/ 155 h 270"/>
              <a:gd name="T24" fmla="*/ 113 w 315"/>
              <a:gd name="T25" fmla="*/ 149 h 270"/>
              <a:gd name="T26" fmla="*/ 125 w 315"/>
              <a:gd name="T27" fmla="*/ 100 h 270"/>
              <a:gd name="T28" fmla="*/ 158 w 315"/>
              <a:gd name="T29" fmla="*/ 217 h 270"/>
              <a:gd name="T30" fmla="*/ 162 w 315"/>
              <a:gd name="T31" fmla="*/ 223 h 270"/>
              <a:gd name="T32" fmla="*/ 169 w 315"/>
              <a:gd name="T33" fmla="*/ 225 h 270"/>
              <a:gd name="T34" fmla="*/ 176 w 315"/>
              <a:gd name="T35" fmla="*/ 223 h 270"/>
              <a:gd name="T36" fmla="*/ 180 w 315"/>
              <a:gd name="T37" fmla="*/ 217 h 270"/>
              <a:gd name="T38" fmla="*/ 205 w 315"/>
              <a:gd name="T39" fmla="*/ 132 h 270"/>
              <a:gd name="T40" fmla="*/ 215 w 315"/>
              <a:gd name="T41" fmla="*/ 151 h 270"/>
              <a:gd name="T42" fmla="*/ 225 w 315"/>
              <a:gd name="T43" fmla="*/ 158 h 270"/>
              <a:gd name="T44" fmla="*/ 315 w 315"/>
              <a:gd name="T45" fmla="*/ 82 h 270"/>
              <a:gd name="T46" fmla="*/ 297 w 315"/>
              <a:gd name="T47" fmla="*/ 135 h 270"/>
              <a:gd name="T48" fmla="*/ 232 w 315"/>
              <a:gd name="T49" fmla="*/ 135 h 270"/>
              <a:gd name="T50" fmla="*/ 213 w 315"/>
              <a:gd name="T51" fmla="*/ 96 h 270"/>
              <a:gd name="T52" fmla="*/ 208 w 315"/>
              <a:gd name="T53" fmla="*/ 92 h 270"/>
              <a:gd name="T54" fmla="*/ 202 w 315"/>
              <a:gd name="T55" fmla="*/ 90 h 270"/>
              <a:gd name="T56" fmla="*/ 192 w 315"/>
              <a:gd name="T57" fmla="*/ 98 h 270"/>
              <a:gd name="T58" fmla="*/ 169 w 315"/>
              <a:gd name="T59" fmla="*/ 174 h 270"/>
              <a:gd name="T60" fmla="*/ 135 w 315"/>
              <a:gd name="T61" fmla="*/ 53 h 270"/>
              <a:gd name="T62" fmla="*/ 131 w 315"/>
              <a:gd name="T63" fmla="*/ 47 h 270"/>
              <a:gd name="T64" fmla="*/ 124 w 315"/>
              <a:gd name="T65" fmla="*/ 45 h 270"/>
              <a:gd name="T66" fmla="*/ 117 w 315"/>
              <a:gd name="T67" fmla="*/ 48 h 270"/>
              <a:gd name="T68" fmla="*/ 113 w 315"/>
              <a:gd name="T69" fmla="*/ 54 h 270"/>
              <a:gd name="T70" fmla="*/ 93 w 315"/>
              <a:gd name="T71" fmla="*/ 135 h 270"/>
              <a:gd name="T72" fmla="*/ 19 w 315"/>
              <a:gd name="T73" fmla="*/ 135 h 270"/>
              <a:gd name="T74" fmla="*/ 0 w 315"/>
              <a:gd name="T75" fmla="*/ 82 h 270"/>
              <a:gd name="T76" fmla="*/ 23 w 315"/>
              <a:gd name="T77" fmla="*/ 22 h 270"/>
              <a:gd name="T78" fmla="*/ 84 w 315"/>
              <a:gd name="T79" fmla="*/ 0 h 270"/>
              <a:gd name="T80" fmla="*/ 107 w 315"/>
              <a:gd name="T81" fmla="*/ 4 h 270"/>
              <a:gd name="T82" fmla="*/ 128 w 315"/>
              <a:gd name="T83" fmla="*/ 14 h 270"/>
              <a:gd name="T84" fmla="*/ 144 w 315"/>
              <a:gd name="T85" fmla="*/ 26 h 270"/>
              <a:gd name="T86" fmla="*/ 158 w 315"/>
              <a:gd name="T87" fmla="*/ 38 h 270"/>
              <a:gd name="T88" fmla="*/ 171 w 315"/>
              <a:gd name="T89" fmla="*/ 26 h 270"/>
              <a:gd name="T90" fmla="*/ 188 w 315"/>
              <a:gd name="T91" fmla="*/ 14 h 270"/>
              <a:gd name="T92" fmla="*/ 209 w 315"/>
              <a:gd name="T93" fmla="*/ 4 h 270"/>
              <a:gd name="T94" fmla="*/ 231 w 315"/>
              <a:gd name="T95" fmla="*/ 0 h 270"/>
              <a:gd name="T96" fmla="*/ 293 w 315"/>
              <a:gd name="T97" fmla="*/ 22 h 270"/>
              <a:gd name="T98" fmla="*/ 315 w 315"/>
              <a:gd name="T99" fmla="*/ 8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5" h="270">
                <a:moveTo>
                  <a:pt x="225" y="158"/>
                </a:moveTo>
                <a:cubicBezTo>
                  <a:pt x="279" y="158"/>
                  <a:pt x="279" y="158"/>
                  <a:pt x="279" y="158"/>
                </a:cubicBezTo>
                <a:cubicBezTo>
                  <a:pt x="278" y="158"/>
                  <a:pt x="278" y="159"/>
                  <a:pt x="277" y="159"/>
                </a:cubicBezTo>
                <a:cubicBezTo>
                  <a:pt x="277" y="160"/>
                  <a:pt x="276" y="160"/>
                  <a:pt x="276" y="161"/>
                </a:cubicBezTo>
                <a:cubicBezTo>
                  <a:pt x="275" y="161"/>
                  <a:pt x="275" y="161"/>
                  <a:pt x="275" y="161"/>
                </a:cubicBezTo>
                <a:cubicBezTo>
                  <a:pt x="166" y="267"/>
                  <a:pt x="166" y="267"/>
                  <a:pt x="166" y="267"/>
                </a:cubicBezTo>
                <a:cubicBezTo>
                  <a:pt x="163" y="269"/>
                  <a:pt x="161" y="270"/>
                  <a:pt x="158" y="270"/>
                </a:cubicBezTo>
                <a:cubicBezTo>
                  <a:pt x="155" y="270"/>
                  <a:pt x="152" y="269"/>
                  <a:pt x="150" y="267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40" y="161"/>
                  <a:pt x="39" y="160"/>
                  <a:pt x="37" y="158"/>
                </a:cubicBezTo>
                <a:cubicBezTo>
                  <a:pt x="102" y="158"/>
                  <a:pt x="102" y="158"/>
                  <a:pt x="102" y="158"/>
                </a:cubicBezTo>
                <a:cubicBezTo>
                  <a:pt x="104" y="158"/>
                  <a:pt x="107" y="157"/>
                  <a:pt x="109" y="155"/>
                </a:cubicBezTo>
                <a:cubicBezTo>
                  <a:pt x="111" y="154"/>
                  <a:pt x="112" y="152"/>
                  <a:pt x="113" y="149"/>
                </a:cubicBezTo>
                <a:cubicBezTo>
                  <a:pt x="125" y="100"/>
                  <a:pt x="125" y="100"/>
                  <a:pt x="125" y="100"/>
                </a:cubicBezTo>
                <a:cubicBezTo>
                  <a:pt x="158" y="217"/>
                  <a:pt x="158" y="217"/>
                  <a:pt x="158" y="217"/>
                </a:cubicBezTo>
                <a:cubicBezTo>
                  <a:pt x="159" y="219"/>
                  <a:pt x="160" y="221"/>
                  <a:pt x="162" y="223"/>
                </a:cubicBezTo>
                <a:cubicBezTo>
                  <a:pt x="164" y="224"/>
                  <a:pt x="167" y="225"/>
                  <a:pt x="169" y="225"/>
                </a:cubicBezTo>
                <a:cubicBezTo>
                  <a:pt x="172" y="225"/>
                  <a:pt x="174" y="224"/>
                  <a:pt x="176" y="223"/>
                </a:cubicBezTo>
                <a:cubicBezTo>
                  <a:pt x="178" y="221"/>
                  <a:pt x="179" y="219"/>
                  <a:pt x="180" y="217"/>
                </a:cubicBezTo>
                <a:cubicBezTo>
                  <a:pt x="205" y="132"/>
                  <a:pt x="205" y="132"/>
                  <a:pt x="205" y="132"/>
                </a:cubicBezTo>
                <a:cubicBezTo>
                  <a:pt x="215" y="151"/>
                  <a:pt x="215" y="151"/>
                  <a:pt x="215" y="151"/>
                </a:cubicBezTo>
                <a:cubicBezTo>
                  <a:pt x="217" y="156"/>
                  <a:pt x="221" y="158"/>
                  <a:pt x="225" y="158"/>
                </a:cubicBezTo>
                <a:close/>
                <a:moveTo>
                  <a:pt x="315" y="82"/>
                </a:moveTo>
                <a:cubicBezTo>
                  <a:pt x="315" y="99"/>
                  <a:pt x="309" y="117"/>
                  <a:pt x="297" y="135"/>
                </a:cubicBezTo>
                <a:cubicBezTo>
                  <a:pt x="232" y="135"/>
                  <a:pt x="232" y="135"/>
                  <a:pt x="232" y="135"/>
                </a:cubicBezTo>
                <a:cubicBezTo>
                  <a:pt x="213" y="96"/>
                  <a:pt x="213" y="96"/>
                  <a:pt x="213" y="96"/>
                </a:cubicBezTo>
                <a:cubicBezTo>
                  <a:pt x="212" y="94"/>
                  <a:pt x="210" y="93"/>
                  <a:pt x="208" y="92"/>
                </a:cubicBezTo>
                <a:cubicBezTo>
                  <a:pt x="206" y="90"/>
                  <a:pt x="204" y="90"/>
                  <a:pt x="202" y="90"/>
                </a:cubicBezTo>
                <a:cubicBezTo>
                  <a:pt x="197" y="91"/>
                  <a:pt x="193" y="93"/>
                  <a:pt x="192" y="98"/>
                </a:cubicBezTo>
                <a:cubicBezTo>
                  <a:pt x="169" y="174"/>
                  <a:pt x="169" y="174"/>
                  <a:pt x="169" y="174"/>
                </a:cubicBezTo>
                <a:cubicBezTo>
                  <a:pt x="135" y="53"/>
                  <a:pt x="135" y="53"/>
                  <a:pt x="135" y="53"/>
                </a:cubicBezTo>
                <a:cubicBezTo>
                  <a:pt x="134" y="51"/>
                  <a:pt x="133" y="49"/>
                  <a:pt x="131" y="47"/>
                </a:cubicBezTo>
                <a:cubicBezTo>
                  <a:pt x="129" y="46"/>
                  <a:pt x="127" y="45"/>
                  <a:pt x="124" y="45"/>
                </a:cubicBezTo>
                <a:cubicBezTo>
                  <a:pt x="121" y="45"/>
                  <a:pt x="119" y="46"/>
                  <a:pt x="117" y="48"/>
                </a:cubicBezTo>
                <a:cubicBezTo>
                  <a:pt x="115" y="49"/>
                  <a:pt x="114" y="51"/>
                  <a:pt x="113" y="54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19" y="135"/>
                  <a:pt x="19" y="135"/>
                  <a:pt x="19" y="135"/>
                </a:cubicBezTo>
                <a:cubicBezTo>
                  <a:pt x="6" y="117"/>
                  <a:pt x="0" y="99"/>
                  <a:pt x="0" y="82"/>
                </a:cubicBezTo>
                <a:cubicBezTo>
                  <a:pt x="0" y="57"/>
                  <a:pt x="8" y="36"/>
                  <a:pt x="23" y="22"/>
                </a:cubicBezTo>
                <a:cubicBezTo>
                  <a:pt x="38" y="7"/>
                  <a:pt x="58" y="0"/>
                  <a:pt x="84" y="0"/>
                </a:cubicBezTo>
                <a:cubicBezTo>
                  <a:pt x="92" y="0"/>
                  <a:pt x="99" y="1"/>
                  <a:pt x="107" y="4"/>
                </a:cubicBezTo>
                <a:cubicBezTo>
                  <a:pt x="114" y="6"/>
                  <a:pt x="121" y="10"/>
                  <a:pt x="128" y="14"/>
                </a:cubicBezTo>
                <a:cubicBezTo>
                  <a:pt x="134" y="18"/>
                  <a:pt x="140" y="22"/>
                  <a:pt x="144" y="26"/>
                </a:cubicBezTo>
                <a:cubicBezTo>
                  <a:pt x="149" y="30"/>
                  <a:pt x="154" y="34"/>
                  <a:pt x="158" y="38"/>
                </a:cubicBezTo>
                <a:cubicBezTo>
                  <a:pt x="162" y="34"/>
                  <a:pt x="167" y="30"/>
                  <a:pt x="171" y="26"/>
                </a:cubicBezTo>
                <a:cubicBezTo>
                  <a:pt x="176" y="22"/>
                  <a:pt x="181" y="18"/>
                  <a:pt x="188" y="14"/>
                </a:cubicBezTo>
                <a:cubicBezTo>
                  <a:pt x="194" y="10"/>
                  <a:pt x="201" y="6"/>
                  <a:pt x="209" y="4"/>
                </a:cubicBezTo>
                <a:cubicBezTo>
                  <a:pt x="217" y="1"/>
                  <a:pt x="224" y="0"/>
                  <a:pt x="231" y="0"/>
                </a:cubicBezTo>
                <a:cubicBezTo>
                  <a:pt x="258" y="0"/>
                  <a:pt x="278" y="7"/>
                  <a:pt x="293" y="22"/>
                </a:cubicBezTo>
                <a:cubicBezTo>
                  <a:pt x="308" y="36"/>
                  <a:pt x="315" y="57"/>
                  <a:pt x="315" y="8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76"/>
          <p:cNvSpPr>
            <a:spLocks noEditPoints="1"/>
          </p:cNvSpPr>
          <p:nvPr/>
        </p:nvSpPr>
        <p:spPr bwMode="auto">
          <a:xfrm>
            <a:off x="7235826" y="2017713"/>
            <a:ext cx="339725" cy="292100"/>
          </a:xfrm>
          <a:custGeom>
            <a:avLst/>
            <a:gdLst>
              <a:gd name="T0" fmla="*/ 292 w 315"/>
              <a:gd name="T1" fmla="*/ 82 h 270"/>
              <a:gd name="T2" fmla="*/ 288 w 315"/>
              <a:gd name="T3" fmla="*/ 57 h 270"/>
              <a:gd name="T4" fmla="*/ 279 w 315"/>
              <a:gd name="T5" fmla="*/ 40 h 270"/>
              <a:gd name="T6" fmla="*/ 264 w 315"/>
              <a:gd name="T7" fmla="*/ 30 h 270"/>
              <a:gd name="T8" fmla="*/ 248 w 315"/>
              <a:gd name="T9" fmla="*/ 24 h 270"/>
              <a:gd name="T10" fmla="*/ 231 w 315"/>
              <a:gd name="T11" fmla="*/ 23 h 270"/>
              <a:gd name="T12" fmla="*/ 211 w 315"/>
              <a:gd name="T13" fmla="*/ 27 h 270"/>
              <a:gd name="T14" fmla="*/ 192 w 315"/>
              <a:gd name="T15" fmla="*/ 38 h 270"/>
              <a:gd name="T16" fmla="*/ 176 w 315"/>
              <a:gd name="T17" fmla="*/ 51 h 270"/>
              <a:gd name="T18" fmla="*/ 166 w 315"/>
              <a:gd name="T19" fmla="*/ 62 h 270"/>
              <a:gd name="T20" fmla="*/ 157 w 315"/>
              <a:gd name="T21" fmla="*/ 66 h 270"/>
              <a:gd name="T22" fmla="*/ 149 w 315"/>
              <a:gd name="T23" fmla="*/ 62 h 270"/>
              <a:gd name="T24" fmla="*/ 138 w 315"/>
              <a:gd name="T25" fmla="*/ 51 h 270"/>
              <a:gd name="T26" fmla="*/ 123 w 315"/>
              <a:gd name="T27" fmla="*/ 38 h 270"/>
              <a:gd name="T28" fmla="*/ 103 w 315"/>
              <a:gd name="T29" fmla="*/ 27 h 270"/>
              <a:gd name="T30" fmla="*/ 84 w 315"/>
              <a:gd name="T31" fmla="*/ 23 h 270"/>
              <a:gd name="T32" fmla="*/ 67 w 315"/>
              <a:gd name="T33" fmla="*/ 24 h 270"/>
              <a:gd name="T34" fmla="*/ 50 w 315"/>
              <a:gd name="T35" fmla="*/ 30 h 270"/>
              <a:gd name="T36" fmla="*/ 36 w 315"/>
              <a:gd name="T37" fmla="*/ 40 h 270"/>
              <a:gd name="T38" fmla="*/ 26 w 315"/>
              <a:gd name="T39" fmla="*/ 57 h 270"/>
              <a:gd name="T40" fmla="*/ 22 w 315"/>
              <a:gd name="T41" fmla="*/ 82 h 270"/>
              <a:gd name="T42" fmla="*/ 55 w 315"/>
              <a:gd name="T43" fmla="*/ 145 h 270"/>
              <a:gd name="T44" fmla="*/ 157 w 315"/>
              <a:gd name="T45" fmla="*/ 243 h 270"/>
              <a:gd name="T46" fmla="*/ 259 w 315"/>
              <a:gd name="T47" fmla="*/ 145 h 270"/>
              <a:gd name="T48" fmla="*/ 292 w 315"/>
              <a:gd name="T49" fmla="*/ 82 h 270"/>
              <a:gd name="T50" fmla="*/ 315 w 315"/>
              <a:gd name="T51" fmla="*/ 82 h 270"/>
              <a:gd name="T52" fmla="*/ 274 w 315"/>
              <a:gd name="T53" fmla="*/ 161 h 270"/>
              <a:gd name="T54" fmla="*/ 165 w 315"/>
              <a:gd name="T55" fmla="*/ 267 h 270"/>
              <a:gd name="T56" fmla="*/ 157 w 315"/>
              <a:gd name="T57" fmla="*/ 270 h 270"/>
              <a:gd name="T58" fmla="*/ 149 w 315"/>
              <a:gd name="T59" fmla="*/ 267 h 270"/>
              <a:gd name="T60" fmla="*/ 40 w 315"/>
              <a:gd name="T61" fmla="*/ 161 h 270"/>
              <a:gd name="T62" fmla="*/ 35 w 315"/>
              <a:gd name="T63" fmla="*/ 157 h 270"/>
              <a:gd name="T64" fmla="*/ 25 w 315"/>
              <a:gd name="T65" fmla="*/ 145 h 270"/>
              <a:gd name="T66" fmla="*/ 13 w 315"/>
              <a:gd name="T67" fmla="*/ 128 h 270"/>
              <a:gd name="T68" fmla="*/ 4 w 315"/>
              <a:gd name="T69" fmla="*/ 107 h 270"/>
              <a:gd name="T70" fmla="*/ 0 w 315"/>
              <a:gd name="T71" fmla="*/ 82 h 270"/>
              <a:gd name="T72" fmla="*/ 22 w 315"/>
              <a:gd name="T73" fmla="*/ 22 h 270"/>
              <a:gd name="T74" fmla="*/ 84 w 315"/>
              <a:gd name="T75" fmla="*/ 0 h 270"/>
              <a:gd name="T76" fmla="*/ 106 w 315"/>
              <a:gd name="T77" fmla="*/ 4 h 270"/>
              <a:gd name="T78" fmla="*/ 127 w 315"/>
              <a:gd name="T79" fmla="*/ 14 h 270"/>
              <a:gd name="T80" fmla="*/ 144 w 315"/>
              <a:gd name="T81" fmla="*/ 26 h 270"/>
              <a:gd name="T82" fmla="*/ 157 w 315"/>
              <a:gd name="T83" fmla="*/ 38 h 270"/>
              <a:gd name="T84" fmla="*/ 171 w 315"/>
              <a:gd name="T85" fmla="*/ 26 h 270"/>
              <a:gd name="T86" fmla="*/ 187 w 315"/>
              <a:gd name="T87" fmla="*/ 14 h 270"/>
              <a:gd name="T88" fmla="*/ 208 w 315"/>
              <a:gd name="T89" fmla="*/ 4 h 270"/>
              <a:gd name="T90" fmla="*/ 231 w 315"/>
              <a:gd name="T91" fmla="*/ 0 h 270"/>
              <a:gd name="T92" fmla="*/ 292 w 315"/>
              <a:gd name="T93" fmla="*/ 22 h 270"/>
              <a:gd name="T94" fmla="*/ 315 w 315"/>
              <a:gd name="T95" fmla="*/ 8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5" h="270">
                <a:moveTo>
                  <a:pt x="292" y="82"/>
                </a:moveTo>
                <a:cubicBezTo>
                  <a:pt x="292" y="73"/>
                  <a:pt x="291" y="65"/>
                  <a:pt x="288" y="57"/>
                </a:cubicBezTo>
                <a:cubicBezTo>
                  <a:pt x="286" y="50"/>
                  <a:pt x="283" y="44"/>
                  <a:pt x="279" y="40"/>
                </a:cubicBezTo>
                <a:cubicBezTo>
                  <a:pt x="275" y="36"/>
                  <a:pt x="270" y="32"/>
                  <a:pt x="264" y="30"/>
                </a:cubicBezTo>
                <a:cubicBezTo>
                  <a:pt x="259" y="27"/>
                  <a:pt x="253" y="25"/>
                  <a:pt x="248" y="24"/>
                </a:cubicBezTo>
                <a:cubicBezTo>
                  <a:pt x="242" y="23"/>
                  <a:pt x="237" y="23"/>
                  <a:pt x="231" y="23"/>
                </a:cubicBezTo>
                <a:cubicBezTo>
                  <a:pt x="225" y="23"/>
                  <a:pt x="218" y="24"/>
                  <a:pt x="211" y="27"/>
                </a:cubicBezTo>
                <a:cubicBezTo>
                  <a:pt x="204" y="30"/>
                  <a:pt x="197" y="34"/>
                  <a:pt x="192" y="38"/>
                </a:cubicBezTo>
                <a:cubicBezTo>
                  <a:pt x="186" y="43"/>
                  <a:pt x="181" y="47"/>
                  <a:pt x="176" y="51"/>
                </a:cubicBezTo>
                <a:cubicBezTo>
                  <a:pt x="172" y="55"/>
                  <a:pt x="169" y="59"/>
                  <a:pt x="166" y="62"/>
                </a:cubicBezTo>
                <a:cubicBezTo>
                  <a:pt x="164" y="64"/>
                  <a:pt x="161" y="66"/>
                  <a:pt x="157" y="66"/>
                </a:cubicBezTo>
                <a:cubicBezTo>
                  <a:pt x="154" y="66"/>
                  <a:pt x="151" y="64"/>
                  <a:pt x="149" y="62"/>
                </a:cubicBezTo>
                <a:cubicBezTo>
                  <a:pt x="146" y="59"/>
                  <a:pt x="142" y="55"/>
                  <a:pt x="138" y="51"/>
                </a:cubicBezTo>
                <a:cubicBezTo>
                  <a:pt x="134" y="47"/>
                  <a:pt x="129" y="43"/>
                  <a:pt x="123" y="38"/>
                </a:cubicBezTo>
                <a:cubicBezTo>
                  <a:pt x="117" y="34"/>
                  <a:pt x="110" y="30"/>
                  <a:pt x="103" y="27"/>
                </a:cubicBezTo>
                <a:cubicBezTo>
                  <a:pt x="96" y="24"/>
                  <a:pt x="90" y="23"/>
                  <a:pt x="84" y="23"/>
                </a:cubicBezTo>
                <a:cubicBezTo>
                  <a:pt x="78" y="23"/>
                  <a:pt x="72" y="23"/>
                  <a:pt x="67" y="24"/>
                </a:cubicBezTo>
                <a:cubicBezTo>
                  <a:pt x="61" y="25"/>
                  <a:pt x="56" y="27"/>
                  <a:pt x="50" y="30"/>
                </a:cubicBezTo>
                <a:cubicBezTo>
                  <a:pt x="44" y="32"/>
                  <a:pt x="40" y="36"/>
                  <a:pt x="36" y="40"/>
                </a:cubicBezTo>
                <a:cubicBezTo>
                  <a:pt x="32" y="44"/>
                  <a:pt x="29" y="50"/>
                  <a:pt x="26" y="57"/>
                </a:cubicBezTo>
                <a:cubicBezTo>
                  <a:pt x="24" y="65"/>
                  <a:pt x="22" y="73"/>
                  <a:pt x="22" y="82"/>
                </a:cubicBezTo>
                <a:cubicBezTo>
                  <a:pt x="22" y="102"/>
                  <a:pt x="33" y="123"/>
                  <a:pt x="55" y="145"/>
                </a:cubicBezTo>
                <a:cubicBezTo>
                  <a:pt x="157" y="243"/>
                  <a:pt x="157" y="243"/>
                  <a:pt x="157" y="243"/>
                </a:cubicBezTo>
                <a:cubicBezTo>
                  <a:pt x="259" y="145"/>
                  <a:pt x="259" y="145"/>
                  <a:pt x="259" y="145"/>
                </a:cubicBezTo>
                <a:cubicBezTo>
                  <a:pt x="281" y="123"/>
                  <a:pt x="292" y="102"/>
                  <a:pt x="292" y="82"/>
                </a:cubicBezTo>
                <a:close/>
                <a:moveTo>
                  <a:pt x="315" y="82"/>
                </a:moveTo>
                <a:cubicBezTo>
                  <a:pt x="315" y="108"/>
                  <a:pt x="301" y="135"/>
                  <a:pt x="274" y="161"/>
                </a:cubicBezTo>
                <a:cubicBezTo>
                  <a:pt x="165" y="267"/>
                  <a:pt x="165" y="267"/>
                  <a:pt x="165" y="267"/>
                </a:cubicBezTo>
                <a:cubicBezTo>
                  <a:pt x="163" y="269"/>
                  <a:pt x="160" y="270"/>
                  <a:pt x="157" y="270"/>
                </a:cubicBezTo>
                <a:cubicBezTo>
                  <a:pt x="154" y="270"/>
                  <a:pt x="152" y="269"/>
                  <a:pt x="149" y="267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0"/>
                  <a:pt x="37" y="159"/>
                  <a:pt x="35" y="157"/>
                </a:cubicBezTo>
                <a:cubicBezTo>
                  <a:pt x="33" y="154"/>
                  <a:pt x="30" y="151"/>
                  <a:pt x="25" y="145"/>
                </a:cubicBezTo>
                <a:cubicBezTo>
                  <a:pt x="21" y="139"/>
                  <a:pt x="17" y="134"/>
                  <a:pt x="13" y="128"/>
                </a:cubicBezTo>
                <a:cubicBezTo>
                  <a:pt x="10" y="122"/>
                  <a:pt x="7" y="115"/>
                  <a:pt x="4" y="107"/>
                </a:cubicBezTo>
                <a:cubicBezTo>
                  <a:pt x="1" y="98"/>
                  <a:pt x="0" y="90"/>
                  <a:pt x="0" y="82"/>
                </a:cubicBezTo>
                <a:cubicBezTo>
                  <a:pt x="0" y="57"/>
                  <a:pt x="7" y="36"/>
                  <a:pt x="22" y="22"/>
                </a:cubicBezTo>
                <a:cubicBezTo>
                  <a:pt x="37" y="7"/>
                  <a:pt x="58" y="0"/>
                  <a:pt x="84" y="0"/>
                </a:cubicBezTo>
                <a:cubicBezTo>
                  <a:pt x="91" y="0"/>
                  <a:pt x="98" y="1"/>
                  <a:pt x="106" y="4"/>
                </a:cubicBezTo>
                <a:cubicBezTo>
                  <a:pt x="114" y="6"/>
                  <a:pt x="121" y="10"/>
                  <a:pt x="127" y="14"/>
                </a:cubicBezTo>
                <a:cubicBezTo>
                  <a:pt x="134" y="18"/>
                  <a:pt x="139" y="22"/>
                  <a:pt x="144" y="26"/>
                </a:cubicBezTo>
                <a:cubicBezTo>
                  <a:pt x="149" y="30"/>
                  <a:pt x="153" y="34"/>
                  <a:pt x="157" y="38"/>
                </a:cubicBezTo>
                <a:cubicBezTo>
                  <a:pt x="161" y="34"/>
                  <a:pt x="166" y="30"/>
                  <a:pt x="171" y="26"/>
                </a:cubicBezTo>
                <a:cubicBezTo>
                  <a:pt x="175" y="22"/>
                  <a:pt x="181" y="18"/>
                  <a:pt x="187" y="14"/>
                </a:cubicBezTo>
                <a:cubicBezTo>
                  <a:pt x="194" y="10"/>
                  <a:pt x="201" y="6"/>
                  <a:pt x="208" y="4"/>
                </a:cubicBezTo>
                <a:cubicBezTo>
                  <a:pt x="216" y="1"/>
                  <a:pt x="223" y="0"/>
                  <a:pt x="231" y="0"/>
                </a:cubicBezTo>
                <a:cubicBezTo>
                  <a:pt x="257" y="0"/>
                  <a:pt x="277" y="7"/>
                  <a:pt x="292" y="22"/>
                </a:cubicBezTo>
                <a:cubicBezTo>
                  <a:pt x="307" y="36"/>
                  <a:pt x="315" y="57"/>
                  <a:pt x="315" y="8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1" name="Freeform 77"/>
          <p:cNvSpPr>
            <a:spLocks noEditPoints="1"/>
          </p:cNvSpPr>
          <p:nvPr/>
        </p:nvSpPr>
        <p:spPr bwMode="auto">
          <a:xfrm>
            <a:off x="7691438" y="2017713"/>
            <a:ext cx="290513" cy="292100"/>
          </a:xfrm>
          <a:custGeom>
            <a:avLst/>
            <a:gdLst>
              <a:gd name="T0" fmla="*/ 270 w 270"/>
              <a:gd name="T1" fmla="*/ 135 h 270"/>
              <a:gd name="T2" fmla="*/ 259 w 270"/>
              <a:gd name="T3" fmla="*/ 187 h 270"/>
              <a:gd name="T4" fmla="*/ 230 w 270"/>
              <a:gd name="T5" fmla="*/ 230 h 270"/>
              <a:gd name="T6" fmla="*/ 187 w 270"/>
              <a:gd name="T7" fmla="*/ 259 h 270"/>
              <a:gd name="T8" fmla="*/ 135 w 270"/>
              <a:gd name="T9" fmla="*/ 270 h 270"/>
              <a:gd name="T10" fmla="*/ 77 w 270"/>
              <a:gd name="T11" fmla="*/ 257 h 270"/>
              <a:gd name="T12" fmla="*/ 31 w 270"/>
              <a:gd name="T13" fmla="*/ 221 h 270"/>
              <a:gd name="T14" fmla="*/ 30 w 270"/>
              <a:gd name="T15" fmla="*/ 217 h 270"/>
              <a:gd name="T16" fmla="*/ 31 w 270"/>
              <a:gd name="T17" fmla="*/ 214 h 270"/>
              <a:gd name="T18" fmla="*/ 55 w 270"/>
              <a:gd name="T19" fmla="*/ 190 h 270"/>
              <a:gd name="T20" fmla="*/ 60 w 270"/>
              <a:gd name="T21" fmla="*/ 188 h 270"/>
              <a:gd name="T22" fmla="*/ 64 w 270"/>
              <a:gd name="T23" fmla="*/ 190 h 270"/>
              <a:gd name="T24" fmla="*/ 95 w 270"/>
              <a:gd name="T25" fmla="*/ 216 h 270"/>
              <a:gd name="T26" fmla="*/ 135 w 270"/>
              <a:gd name="T27" fmla="*/ 225 h 270"/>
              <a:gd name="T28" fmla="*/ 170 w 270"/>
              <a:gd name="T29" fmla="*/ 218 h 270"/>
              <a:gd name="T30" fmla="*/ 198 w 270"/>
              <a:gd name="T31" fmla="*/ 199 h 270"/>
              <a:gd name="T32" fmla="*/ 218 w 270"/>
              <a:gd name="T33" fmla="*/ 170 h 270"/>
              <a:gd name="T34" fmla="*/ 225 w 270"/>
              <a:gd name="T35" fmla="*/ 135 h 270"/>
              <a:gd name="T36" fmla="*/ 218 w 270"/>
              <a:gd name="T37" fmla="*/ 100 h 270"/>
              <a:gd name="T38" fmla="*/ 198 w 270"/>
              <a:gd name="T39" fmla="*/ 71 h 270"/>
              <a:gd name="T40" fmla="*/ 170 w 270"/>
              <a:gd name="T41" fmla="*/ 52 h 270"/>
              <a:gd name="T42" fmla="*/ 135 w 270"/>
              <a:gd name="T43" fmla="*/ 45 h 270"/>
              <a:gd name="T44" fmla="*/ 102 w 270"/>
              <a:gd name="T45" fmla="*/ 51 h 270"/>
              <a:gd name="T46" fmla="*/ 74 w 270"/>
              <a:gd name="T47" fmla="*/ 69 h 270"/>
              <a:gd name="T48" fmla="*/ 98 w 270"/>
              <a:gd name="T49" fmla="*/ 93 h 270"/>
              <a:gd name="T50" fmla="*/ 100 w 270"/>
              <a:gd name="T51" fmla="*/ 106 h 270"/>
              <a:gd name="T52" fmla="*/ 90 w 270"/>
              <a:gd name="T53" fmla="*/ 113 h 270"/>
              <a:gd name="T54" fmla="*/ 11 w 270"/>
              <a:gd name="T55" fmla="*/ 113 h 270"/>
              <a:gd name="T56" fmla="*/ 3 w 270"/>
              <a:gd name="T57" fmla="*/ 109 h 270"/>
              <a:gd name="T58" fmla="*/ 0 w 270"/>
              <a:gd name="T59" fmla="*/ 101 h 270"/>
              <a:gd name="T60" fmla="*/ 0 w 270"/>
              <a:gd name="T61" fmla="*/ 23 h 270"/>
              <a:gd name="T62" fmla="*/ 7 w 270"/>
              <a:gd name="T63" fmla="*/ 12 h 270"/>
              <a:gd name="T64" fmla="*/ 19 w 270"/>
              <a:gd name="T65" fmla="*/ 15 h 270"/>
              <a:gd name="T66" fmla="*/ 42 w 270"/>
              <a:gd name="T67" fmla="*/ 37 h 270"/>
              <a:gd name="T68" fmla="*/ 85 w 270"/>
              <a:gd name="T69" fmla="*/ 10 h 270"/>
              <a:gd name="T70" fmla="*/ 135 w 270"/>
              <a:gd name="T71" fmla="*/ 0 h 270"/>
              <a:gd name="T72" fmla="*/ 187 w 270"/>
              <a:gd name="T73" fmla="*/ 11 h 270"/>
              <a:gd name="T74" fmla="*/ 230 w 270"/>
              <a:gd name="T75" fmla="*/ 40 h 270"/>
              <a:gd name="T76" fmla="*/ 259 w 270"/>
              <a:gd name="T77" fmla="*/ 83 h 270"/>
              <a:gd name="T78" fmla="*/ 270 w 270"/>
              <a:gd name="T79" fmla="*/ 135 h 270"/>
              <a:gd name="T80" fmla="*/ 157 w 270"/>
              <a:gd name="T81" fmla="*/ 84 h 270"/>
              <a:gd name="T82" fmla="*/ 157 w 270"/>
              <a:gd name="T83" fmla="*/ 163 h 270"/>
              <a:gd name="T84" fmla="*/ 156 w 270"/>
              <a:gd name="T85" fmla="*/ 167 h 270"/>
              <a:gd name="T86" fmla="*/ 152 w 270"/>
              <a:gd name="T87" fmla="*/ 169 h 270"/>
              <a:gd name="T88" fmla="*/ 95 w 270"/>
              <a:gd name="T89" fmla="*/ 169 h 270"/>
              <a:gd name="T90" fmla="*/ 91 w 270"/>
              <a:gd name="T91" fmla="*/ 167 h 270"/>
              <a:gd name="T92" fmla="*/ 90 w 270"/>
              <a:gd name="T93" fmla="*/ 163 h 270"/>
              <a:gd name="T94" fmla="*/ 90 w 270"/>
              <a:gd name="T95" fmla="*/ 152 h 270"/>
              <a:gd name="T96" fmla="*/ 91 w 270"/>
              <a:gd name="T97" fmla="*/ 148 h 270"/>
              <a:gd name="T98" fmla="*/ 95 w 270"/>
              <a:gd name="T99" fmla="*/ 146 h 270"/>
              <a:gd name="T100" fmla="*/ 135 w 270"/>
              <a:gd name="T101" fmla="*/ 146 h 270"/>
              <a:gd name="T102" fmla="*/ 135 w 270"/>
              <a:gd name="T103" fmla="*/ 84 h 270"/>
              <a:gd name="T104" fmla="*/ 136 w 270"/>
              <a:gd name="T105" fmla="*/ 80 h 270"/>
              <a:gd name="T106" fmla="*/ 140 w 270"/>
              <a:gd name="T107" fmla="*/ 79 h 270"/>
              <a:gd name="T108" fmla="*/ 152 w 270"/>
              <a:gd name="T109" fmla="*/ 79 h 270"/>
              <a:gd name="T110" fmla="*/ 156 w 270"/>
              <a:gd name="T111" fmla="*/ 80 h 270"/>
              <a:gd name="T112" fmla="*/ 157 w 270"/>
              <a:gd name="T113" fmla="*/ 84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0" h="270">
                <a:moveTo>
                  <a:pt x="270" y="135"/>
                </a:moveTo>
                <a:cubicBezTo>
                  <a:pt x="270" y="153"/>
                  <a:pt x="266" y="171"/>
                  <a:pt x="259" y="187"/>
                </a:cubicBezTo>
                <a:cubicBezTo>
                  <a:pt x="252" y="204"/>
                  <a:pt x="242" y="218"/>
                  <a:pt x="230" y="230"/>
                </a:cubicBezTo>
                <a:cubicBezTo>
                  <a:pt x="218" y="243"/>
                  <a:pt x="204" y="252"/>
                  <a:pt x="187" y="259"/>
                </a:cubicBezTo>
                <a:cubicBezTo>
                  <a:pt x="171" y="266"/>
                  <a:pt x="153" y="270"/>
                  <a:pt x="135" y="270"/>
                </a:cubicBezTo>
                <a:cubicBezTo>
                  <a:pt x="115" y="270"/>
                  <a:pt x="96" y="266"/>
                  <a:pt x="77" y="257"/>
                </a:cubicBezTo>
                <a:cubicBezTo>
                  <a:pt x="59" y="249"/>
                  <a:pt x="44" y="237"/>
                  <a:pt x="31" y="221"/>
                </a:cubicBezTo>
                <a:cubicBezTo>
                  <a:pt x="30" y="220"/>
                  <a:pt x="30" y="219"/>
                  <a:pt x="30" y="217"/>
                </a:cubicBezTo>
                <a:cubicBezTo>
                  <a:pt x="30" y="216"/>
                  <a:pt x="30" y="215"/>
                  <a:pt x="31" y="214"/>
                </a:cubicBezTo>
                <a:cubicBezTo>
                  <a:pt x="55" y="190"/>
                  <a:pt x="55" y="190"/>
                  <a:pt x="55" y="190"/>
                </a:cubicBezTo>
                <a:cubicBezTo>
                  <a:pt x="57" y="188"/>
                  <a:pt x="58" y="188"/>
                  <a:pt x="60" y="188"/>
                </a:cubicBezTo>
                <a:cubicBezTo>
                  <a:pt x="62" y="188"/>
                  <a:pt x="63" y="189"/>
                  <a:pt x="64" y="190"/>
                </a:cubicBezTo>
                <a:cubicBezTo>
                  <a:pt x="72" y="201"/>
                  <a:pt x="83" y="210"/>
                  <a:pt x="95" y="216"/>
                </a:cubicBezTo>
                <a:cubicBezTo>
                  <a:pt x="108" y="222"/>
                  <a:pt x="121" y="225"/>
                  <a:pt x="135" y="225"/>
                </a:cubicBezTo>
                <a:cubicBezTo>
                  <a:pt x="147" y="225"/>
                  <a:pt x="159" y="223"/>
                  <a:pt x="170" y="218"/>
                </a:cubicBezTo>
                <a:cubicBezTo>
                  <a:pt x="181" y="213"/>
                  <a:pt x="190" y="207"/>
                  <a:pt x="198" y="199"/>
                </a:cubicBezTo>
                <a:cubicBezTo>
                  <a:pt x="207" y="191"/>
                  <a:pt x="213" y="181"/>
                  <a:pt x="218" y="170"/>
                </a:cubicBezTo>
                <a:cubicBezTo>
                  <a:pt x="222" y="159"/>
                  <a:pt x="225" y="147"/>
                  <a:pt x="225" y="135"/>
                </a:cubicBezTo>
                <a:cubicBezTo>
                  <a:pt x="225" y="123"/>
                  <a:pt x="222" y="111"/>
                  <a:pt x="218" y="100"/>
                </a:cubicBezTo>
                <a:cubicBezTo>
                  <a:pt x="213" y="89"/>
                  <a:pt x="207" y="80"/>
                  <a:pt x="198" y="71"/>
                </a:cubicBezTo>
                <a:cubicBezTo>
                  <a:pt x="190" y="63"/>
                  <a:pt x="181" y="57"/>
                  <a:pt x="170" y="52"/>
                </a:cubicBezTo>
                <a:cubicBezTo>
                  <a:pt x="159" y="48"/>
                  <a:pt x="147" y="45"/>
                  <a:pt x="135" y="45"/>
                </a:cubicBezTo>
                <a:cubicBezTo>
                  <a:pt x="123" y="45"/>
                  <a:pt x="112" y="47"/>
                  <a:pt x="102" y="51"/>
                </a:cubicBezTo>
                <a:cubicBezTo>
                  <a:pt x="91" y="56"/>
                  <a:pt x="82" y="61"/>
                  <a:pt x="74" y="69"/>
                </a:cubicBezTo>
                <a:cubicBezTo>
                  <a:pt x="98" y="93"/>
                  <a:pt x="98" y="93"/>
                  <a:pt x="98" y="93"/>
                </a:cubicBezTo>
                <a:cubicBezTo>
                  <a:pt x="101" y="97"/>
                  <a:pt x="102" y="101"/>
                  <a:pt x="100" y="106"/>
                </a:cubicBezTo>
                <a:cubicBezTo>
                  <a:pt x="98" y="110"/>
                  <a:pt x="95" y="113"/>
                  <a:pt x="90" y="113"/>
                </a:cubicBezTo>
                <a:cubicBezTo>
                  <a:pt x="11" y="113"/>
                  <a:pt x="11" y="113"/>
                  <a:pt x="11" y="113"/>
                </a:cubicBezTo>
                <a:cubicBezTo>
                  <a:pt x="8" y="113"/>
                  <a:pt x="5" y="111"/>
                  <a:pt x="3" y="109"/>
                </a:cubicBezTo>
                <a:cubicBezTo>
                  <a:pt x="1" y="107"/>
                  <a:pt x="0" y="104"/>
                  <a:pt x="0" y="101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8"/>
                  <a:pt x="2" y="14"/>
                  <a:pt x="7" y="12"/>
                </a:cubicBezTo>
                <a:cubicBezTo>
                  <a:pt x="12" y="10"/>
                  <a:pt x="16" y="11"/>
                  <a:pt x="19" y="15"/>
                </a:cubicBezTo>
                <a:cubicBezTo>
                  <a:pt x="42" y="37"/>
                  <a:pt x="42" y="37"/>
                  <a:pt x="42" y="37"/>
                </a:cubicBezTo>
                <a:cubicBezTo>
                  <a:pt x="54" y="26"/>
                  <a:pt x="69" y="16"/>
                  <a:pt x="85" y="10"/>
                </a:cubicBezTo>
                <a:cubicBezTo>
                  <a:pt x="101" y="3"/>
                  <a:pt x="118" y="0"/>
                  <a:pt x="135" y="0"/>
                </a:cubicBezTo>
                <a:cubicBezTo>
                  <a:pt x="153" y="0"/>
                  <a:pt x="171" y="4"/>
                  <a:pt x="187" y="11"/>
                </a:cubicBezTo>
                <a:cubicBezTo>
                  <a:pt x="204" y="18"/>
                  <a:pt x="218" y="28"/>
                  <a:pt x="230" y="40"/>
                </a:cubicBezTo>
                <a:cubicBezTo>
                  <a:pt x="242" y="52"/>
                  <a:pt x="252" y="66"/>
                  <a:pt x="259" y="83"/>
                </a:cubicBezTo>
                <a:cubicBezTo>
                  <a:pt x="266" y="99"/>
                  <a:pt x="270" y="117"/>
                  <a:pt x="270" y="135"/>
                </a:cubicBezTo>
                <a:close/>
                <a:moveTo>
                  <a:pt x="157" y="84"/>
                </a:moveTo>
                <a:cubicBezTo>
                  <a:pt x="157" y="163"/>
                  <a:pt x="157" y="163"/>
                  <a:pt x="157" y="163"/>
                </a:cubicBezTo>
                <a:cubicBezTo>
                  <a:pt x="157" y="165"/>
                  <a:pt x="157" y="166"/>
                  <a:pt x="156" y="167"/>
                </a:cubicBezTo>
                <a:cubicBezTo>
                  <a:pt x="155" y="168"/>
                  <a:pt x="153" y="169"/>
                  <a:pt x="152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4" y="169"/>
                  <a:pt x="93" y="168"/>
                  <a:pt x="91" y="167"/>
                </a:cubicBezTo>
                <a:cubicBezTo>
                  <a:pt x="90" y="166"/>
                  <a:pt x="90" y="165"/>
                  <a:pt x="90" y="163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90" y="150"/>
                  <a:pt x="90" y="149"/>
                  <a:pt x="91" y="148"/>
                </a:cubicBezTo>
                <a:cubicBezTo>
                  <a:pt x="93" y="147"/>
                  <a:pt x="94" y="146"/>
                  <a:pt x="95" y="146"/>
                </a:cubicBezTo>
                <a:cubicBezTo>
                  <a:pt x="135" y="146"/>
                  <a:pt x="135" y="146"/>
                  <a:pt x="135" y="146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135" y="83"/>
                  <a:pt x="135" y="81"/>
                  <a:pt x="136" y="80"/>
                </a:cubicBezTo>
                <a:cubicBezTo>
                  <a:pt x="137" y="79"/>
                  <a:pt x="139" y="79"/>
                  <a:pt x="140" y="79"/>
                </a:cubicBezTo>
                <a:cubicBezTo>
                  <a:pt x="152" y="79"/>
                  <a:pt x="152" y="79"/>
                  <a:pt x="152" y="79"/>
                </a:cubicBezTo>
                <a:cubicBezTo>
                  <a:pt x="153" y="79"/>
                  <a:pt x="155" y="79"/>
                  <a:pt x="156" y="80"/>
                </a:cubicBezTo>
                <a:cubicBezTo>
                  <a:pt x="157" y="81"/>
                  <a:pt x="157" y="83"/>
                  <a:pt x="157" y="8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2" name="Freeform 78"/>
          <p:cNvSpPr>
            <a:spLocks noEditPoints="1"/>
          </p:cNvSpPr>
          <p:nvPr/>
        </p:nvSpPr>
        <p:spPr bwMode="auto">
          <a:xfrm>
            <a:off x="8113713" y="2041526"/>
            <a:ext cx="306388" cy="244475"/>
          </a:xfrm>
          <a:custGeom>
            <a:avLst/>
            <a:gdLst>
              <a:gd name="T0" fmla="*/ 243 w 284"/>
              <a:gd name="T1" fmla="*/ 130 h 226"/>
              <a:gd name="T2" fmla="*/ 243 w 284"/>
              <a:gd name="T3" fmla="*/ 215 h 226"/>
              <a:gd name="T4" fmla="*/ 240 w 284"/>
              <a:gd name="T5" fmla="*/ 222 h 226"/>
              <a:gd name="T6" fmla="*/ 232 w 284"/>
              <a:gd name="T7" fmla="*/ 226 h 226"/>
              <a:gd name="T8" fmla="*/ 164 w 284"/>
              <a:gd name="T9" fmla="*/ 226 h 226"/>
              <a:gd name="T10" fmla="*/ 164 w 284"/>
              <a:gd name="T11" fmla="*/ 158 h 226"/>
              <a:gd name="T12" fmla="*/ 119 w 284"/>
              <a:gd name="T13" fmla="*/ 158 h 226"/>
              <a:gd name="T14" fmla="*/ 119 w 284"/>
              <a:gd name="T15" fmla="*/ 226 h 226"/>
              <a:gd name="T16" fmla="*/ 52 w 284"/>
              <a:gd name="T17" fmla="*/ 226 h 226"/>
              <a:gd name="T18" fmla="*/ 44 w 284"/>
              <a:gd name="T19" fmla="*/ 222 h 226"/>
              <a:gd name="T20" fmla="*/ 41 w 284"/>
              <a:gd name="T21" fmla="*/ 215 h 226"/>
              <a:gd name="T22" fmla="*/ 41 w 284"/>
              <a:gd name="T23" fmla="*/ 130 h 226"/>
              <a:gd name="T24" fmla="*/ 41 w 284"/>
              <a:gd name="T25" fmla="*/ 130 h 226"/>
              <a:gd name="T26" fmla="*/ 41 w 284"/>
              <a:gd name="T27" fmla="*/ 129 h 226"/>
              <a:gd name="T28" fmla="*/ 142 w 284"/>
              <a:gd name="T29" fmla="*/ 46 h 226"/>
              <a:gd name="T30" fmla="*/ 243 w 284"/>
              <a:gd name="T31" fmla="*/ 129 h 226"/>
              <a:gd name="T32" fmla="*/ 243 w 284"/>
              <a:gd name="T33" fmla="*/ 130 h 226"/>
              <a:gd name="T34" fmla="*/ 282 w 284"/>
              <a:gd name="T35" fmla="*/ 118 h 226"/>
              <a:gd name="T36" fmla="*/ 271 w 284"/>
              <a:gd name="T37" fmla="*/ 131 h 226"/>
              <a:gd name="T38" fmla="*/ 268 w 284"/>
              <a:gd name="T39" fmla="*/ 133 h 226"/>
              <a:gd name="T40" fmla="*/ 267 w 284"/>
              <a:gd name="T41" fmla="*/ 133 h 226"/>
              <a:gd name="T42" fmla="*/ 263 w 284"/>
              <a:gd name="T43" fmla="*/ 132 h 226"/>
              <a:gd name="T44" fmla="*/ 142 w 284"/>
              <a:gd name="T45" fmla="*/ 30 h 226"/>
              <a:gd name="T46" fmla="*/ 20 w 284"/>
              <a:gd name="T47" fmla="*/ 132 h 226"/>
              <a:gd name="T48" fmla="*/ 16 w 284"/>
              <a:gd name="T49" fmla="*/ 133 h 226"/>
              <a:gd name="T50" fmla="*/ 12 w 284"/>
              <a:gd name="T51" fmla="*/ 131 h 226"/>
              <a:gd name="T52" fmla="*/ 2 w 284"/>
              <a:gd name="T53" fmla="*/ 118 h 226"/>
              <a:gd name="T54" fmla="*/ 0 w 284"/>
              <a:gd name="T55" fmla="*/ 114 h 226"/>
              <a:gd name="T56" fmla="*/ 2 w 284"/>
              <a:gd name="T57" fmla="*/ 110 h 226"/>
              <a:gd name="T58" fmla="*/ 129 w 284"/>
              <a:gd name="T59" fmla="*/ 5 h 226"/>
              <a:gd name="T60" fmla="*/ 142 w 284"/>
              <a:gd name="T61" fmla="*/ 0 h 226"/>
              <a:gd name="T62" fmla="*/ 155 w 284"/>
              <a:gd name="T63" fmla="*/ 5 h 226"/>
              <a:gd name="T64" fmla="*/ 198 w 284"/>
              <a:gd name="T65" fmla="*/ 41 h 226"/>
              <a:gd name="T66" fmla="*/ 198 w 284"/>
              <a:gd name="T67" fmla="*/ 7 h 226"/>
              <a:gd name="T68" fmla="*/ 200 w 284"/>
              <a:gd name="T69" fmla="*/ 2 h 226"/>
              <a:gd name="T70" fmla="*/ 204 w 284"/>
              <a:gd name="T71" fmla="*/ 1 h 226"/>
              <a:gd name="T72" fmla="*/ 237 w 284"/>
              <a:gd name="T73" fmla="*/ 1 h 226"/>
              <a:gd name="T74" fmla="*/ 242 w 284"/>
              <a:gd name="T75" fmla="*/ 2 h 226"/>
              <a:gd name="T76" fmla="*/ 243 w 284"/>
              <a:gd name="T77" fmla="*/ 7 h 226"/>
              <a:gd name="T78" fmla="*/ 243 w 284"/>
              <a:gd name="T79" fmla="*/ 78 h 226"/>
              <a:gd name="T80" fmla="*/ 282 w 284"/>
              <a:gd name="T81" fmla="*/ 110 h 226"/>
              <a:gd name="T82" fmla="*/ 284 w 284"/>
              <a:gd name="T83" fmla="*/ 114 h 226"/>
              <a:gd name="T84" fmla="*/ 282 w 284"/>
              <a:gd name="T85" fmla="*/ 118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4" h="226">
                <a:moveTo>
                  <a:pt x="243" y="130"/>
                </a:moveTo>
                <a:cubicBezTo>
                  <a:pt x="243" y="215"/>
                  <a:pt x="243" y="215"/>
                  <a:pt x="243" y="215"/>
                </a:cubicBezTo>
                <a:cubicBezTo>
                  <a:pt x="243" y="218"/>
                  <a:pt x="242" y="220"/>
                  <a:pt x="240" y="222"/>
                </a:cubicBezTo>
                <a:cubicBezTo>
                  <a:pt x="238" y="225"/>
                  <a:pt x="235" y="226"/>
                  <a:pt x="232" y="226"/>
                </a:cubicBezTo>
                <a:cubicBezTo>
                  <a:pt x="164" y="226"/>
                  <a:pt x="164" y="226"/>
                  <a:pt x="164" y="226"/>
                </a:cubicBezTo>
                <a:cubicBezTo>
                  <a:pt x="164" y="158"/>
                  <a:pt x="164" y="158"/>
                  <a:pt x="164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226"/>
                  <a:pt x="119" y="226"/>
                  <a:pt x="119" y="226"/>
                </a:cubicBezTo>
                <a:cubicBezTo>
                  <a:pt x="52" y="226"/>
                  <a:pt x="52" y="226"/>
                  <a:pt x="52" y="226"/>
                </a:cubicBezTo>
                <a:cubicBezTo>
                  <a:pt x="49" y="226"/>
                  <a:pt x="46" y="225"/>
                  <a:pt x="44" y="222"/>
                </a:cubicBezTo>
                <a:cubicBezTo>
                  <a:pt x="42" y="220"/>
                  <a:pt x="41" y="218"/>
                  <a:pt x="41" y="215"/>
                </a:cubicBezTo>
                <a:cubicBezTo>
                  <a:pt x="41" y="130"/>
                  <a:pt x="41" y="130"/>
                  <a:pt x="41" y="130"/>
                </a:cubicBezTo>
                <a:cubicBezTo>
                  <a:pt x="41" y="130"/>
                  <a:pt x="41" y="130"/>
                  <a:pt x="41" y="130"/>
                </a:cubicBezTo>
                <a:cubicBezTo>
                  <a:pt x="41" y="129"/>
                  <a:pt x="41" y="129"/>
                  <a:pt x="41" y="129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243" y="129"/>
                  <a:pt x="243" y="129"/>
                  <a:pt x="243" y="129"/>
                </a:cubicBezTo>
                <a:cubicBezTo>
                  <a:pt x="243" y="129"/>
                  <a:pt x="243" y="130"/>
                  <a:pt x="243" y="130"/>
                </a:cubicBezTo>
                <a:close/>
                <a:moveTo>
                  <a:pt x="282" y="118"/>
                </a:moveTo>
                <a:cubicBezTo>
                  <a:pt x="271" y="131"/>
                  <a:pt x="271" y="131"/>
                  <a:pt x="271" y="131"/>
                </a:cubicBezTo>
                <a:cubicBezTo>
                  <a:pt x="270" y="132"/>
                  <a:pt x="269" y="133"/>
                  <a:pt x="268" y="133"/>
                </a:cubicBezTo>
                <a:cubicBezTo>
                  <a:pt x="267" y="133"/>
                  <a:pt x="267" y="133"/>
                  <a:pt x="267" y="133"/>
                </a:cubicBezTo>
                <a:cubicBezTo>
                  <a:pt x="266" y="133"/>
                  <a:pt x="264" y="133"/>
                  <a:pt x="263" y="132"/>
                </a:cubicBezTo>
                <a:cubicBezTo>
                  <a:pt x="142" y="30"/>
                  <a:pt x="142" y="30"/>
                  <a:pt x="142" y="30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9" y="133"/>
                  <a:pt x="18" y="133"/>
                  <a:pt x="16" y="133"/>
                </a:cubicBezTo>
                <a:cubicBezTo>
                  <a:pt x="15" y="133"/>
                  <a:pt x="13" y="132"/>
                  <a:pt x="12" y="131"/>
                </a:cubicBezTo>
                <a:cubicBezTo>
                  <a:pt x="2" y="118"/>
                  <a:pt x="2" y="118"/>
                  <a:pt x="2" y="118"/>
                </a:cubicBezTo>
                <a:cubicBezTo>
                  <a:pt x="1" y="117"/>
                  <a:pt x="0" y="116"/>
                  <a:pt x="0" y="114"/>
                </a:cubicBezTo>
                <a:cubicBezTo>
                  <a:pt x="0" y="112"/>
                  <a:pt x="1" y="111"/>
                  <a:pt x="2" y="110"/>
                </a:cubicBezTo>
                <a:cubicBezTo>
                  <a:pt x="129" y="5"/>
                  <a:pt x="129" y="5"/>
                  <a:pt x="129" y="5"/>
                </a:cubicBezTo>
                <a:cubicBezTo>
                  <a:pt x="132" y="2"/>
                  <a:pt x="137" y="0"/>
                  <a:pt x="142" y="0"/>
                </a:cubicBezTo>
                <a:cubicBezTo>
                  <a:pt x="147" y="0"/>
                  <a:pt x="152" y="2"/>
                  <a:pt x="155" y="5"/>
                </a:cubicBezTo>
                <a:cubicBezTo>
                  <a:pt x="198" y="41"/>
                  <a:pt x="198" y="41"/>
                  <a:pt x="198" y="41"/>
                </a:cubicBezTo>
                <a:cubicBezTo>
                  <a:pt x="198" y="7"/>
                  <a:pt x="198" y="7"/>
                  <a:pt x="198" y="7"/>
                </a:cubicBezTo>
                <a:cubicBezTo>
                  <a:pt x="198" y="5"/>
                  <a:pt x="199" y="4"/>
                  <a:pt x="200" y="2"/>
                </a:cubicBezTo>
                <a:cubicBezTo>
                  <a:pt x="201" y="1"/>
                  <a:pt x="202" y="1"/>
                  <a:pt x="204" y="1"/>
                </a:cubicBezTo>
                <a:cubicBezTo>
                  <a:pt x="237" y="1"/>
                  <a:pt x="237" y="1"/>
                  <a:pt x="237" y="1"/>
                </a:cubicBezTo>
                <a:cubicBezTo>
                  <a:pt x="239" y="1"/>
                  <a:pt x="240" y="1"/>
                  <a:pt x="242" y="2"/>
                </a:cubicBezTo>
                <a:cubicBezTo>
                  <a:pt x="243" y="4"/>
                  <a:pt x="243" y="5"/>
                  <a:pt x="243" y="7"/>
                </a:cubicBezTo>
                <a:cubicBezTo>
                  <a:pt x="243" y="78"/>
                  <a:pt x="243" y="78"/>
                  <a:pt x="243" y="78"/>
                </a:cubicBezTo>
                <a:cubicBezTo>
                  <a:pt x="282" y="110"/>
                  <a:pt x="282" y="110"/>
                  <a:pt x="282" y="110"/>
                </a:cubicBezTo>
                <a:cubicBezTo>
                  <a:pt x="283" y="111"/>
                  <a:pt x="283" y="112"/>
                  <a:pt x="284" y="114"/>
                </a:cubicBezTo>
                <a:cubicBezTo>
                  <a:pt x="284" y="116"/>
                  <a:pt x="283" y="117"/>
                  <a:pt x="282" y="11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3" name="Freeform 79"/>
          <p:cNvSpPr>
            <a:spLocks noEditPoints="1"/>
          </p:cNvSpPr>
          <p:nvPr/>
        </p:nvSpPr>
        <p:spPr bwMode="auto">
          <a:xfrm>
            <a:off x="5113338" y="2425701"/>
            <a:ext cx="268288" cy="339725"/>
          </a:xfrm>
          <a:custGeom>
            <a:avLst/>
            <a:gdLst>
              <a:gd name="T0" fmla="*/ 62 w 248"/>
              <a:gd name="T1" fmla="*/ 248 h 315"/>
              <a:gd name="T2" fmla="*/ 45 w 248"/>
              <a:gd name="T3" fmla="*/ 231 h 315"/>
              <a:gd name="T4" fmla="*/ 66 w 248"/>
              <a:gd name="T5" fmla="*/ 227 h 315"/>
              <a:gd name="T6" fmla="*/ 66 w 248"/>
              <a:gd name="T7" fmla="*/ 201 h 315"/>
              <a:gd name="T8" fmla="*/ 45 w 248"/>
              <a:gd name="T9" fmla="*/ 197 h 315"/>
              <a:gd name="T10" fmla="*/ 62 w 248"/>
              <a:gd name="T11" fmla="*/ 180 h 315"/>
              <a:gd name="T12" fmla="*/ 113 w 248"/>
              <a:gd name="T13" fmla="*/ 197 h 315"/>
              <a:gd name="T14" fmla="*/ 92 w 248"/>
              <a:gd name="T15" fmla="*/ 201 h 315"/>
              <a:gd name="T16" fmla="*/ 96 w 248"/>
              <a:gd name="T17" fmla="*/ 180 h 315"/>
              <a:gd name="T18" fmla="*/ 68 w 248"/>
              <a:gd name="T19" fmla="*/ 141 h 315"/>
              <a:gd name="T20" fmla="*/ 51 w 248"/>
              <a:gd name="T21" fmla="*/ 158 h 315"/>
              <a:gd name="T22" fmla="*/ 47 w 248"/>
              <a:gd name="T23" fmla="*/ 137 h 315"/>
              <a:gd name="T24" fmla="*/ 68 w 248"/>
              <a:gd name="T25" fmla="*/ 141 h 315"/>
              <a:gd name="T26" fmla="*/ 197 w 248"/>
              <a:gd name="T27" fmla="*/ 248 h 315"/>
              <a:gd name="T28" fmla="*/ 180 w 248"/>
              <a:gd name="T29" fmla="*/ 231 h 315"/>
              <a:gd name="T30" fmla="*/ 201 w 248"/>
              <a:gd name="T31" fmla="*/ 227 h 315"/>
              <a:gd name="T32" fmla="*/ 156 w 248"/>
              <a:gd name="T33" fmla="*/ 201 h 315"/>
              <a:gd name="T34" fmla="*/ 135 w 248"/>
              <a:gd name="T35" fmla="*/ 197 h 315"/>
              <a:gd name="T36" fmla="*/ 152 w 248"/>
              <a:gd name="T37" fmla="*/ 180 h 315"/>
              <a:gd name="T38" fmla="*/ 113 w 248"/>
              <a:gd name="T39" fmla="*/ 152 h 315"/>
              <a:gd name="T40" fmla="*/ 92 w 248"/>
              <a:gd name="T41" fmla="*/ 156 h 315"/>
              <a:gd name="T42" fmla="*/ 96 w 248"/>
              <a:gd name="T43" fmla="*/ 135 h 315"/>
              <a:gd name="T44" fmla="*/ 203 w 248"/>
              <a:gd name="T45" fmla="*/ 186 h 315"/>
              <a:gd name="T46" fmla="*/ 186 w 248"/>
              <a:gd name="T47" fmla="*/ 203 h 315"/>
              <a:gd name="T48" fmla="*/ 182 w 248"/>
              <a:gd name="T49" fmla="*/ 182 h 315"/>
              <a:gd name="T50" fmla="*/ 203 w 248"/>
              <a:gd name="T51" fmla="*/ 186 h 315"/>
              <a:gd name="T52" fmla="*/ 152 w 248"/>
              <a:gd name="T53" fmla="*/ 158 h 315"/>
              <a:gd name="T54" fmla="*/ 135 w 248"/>
              <a:gd name="T55" fmla="*/ 141 h 315"/>
              <a:gd name="T56" fmla="*/ 156 w 248"/>
              <a:gd name="T57" fmla="*/ 137 h 315"/>
              <a:gd name="T58" fmla="*/ 201 w 248"/>
              <a:gd name="T59" fmla="*/ 156 h 315"/>
              <a:gd name="T60" fmla="*/ 180 w 248"/>
              <a:gd name="T61" fmla="*/ 152 h 315"/>
              <a:gd name="T62" fmla="*/ 197 w 248"/>
              <a:gd name="T63" fmla="*/ 135 h 315"/>
              <a:gd name="T64" fmla="*/ 225 w 248"/>
              <a:gd name="T65" fmla="*/ 293 h 315"/>
              <a:gd name="T66" fmla="*/ 175 w 248"/>
              <a:gd name="T67" fmla="*/ 108 h 315"/>
              <a:gd name="T68" fmla="*/ 68 w 248"/>
              <a:gd name="T69" fmla="*/ 96 h 315"/>
              <a:gd name="T70" fmla="*/ 90 w 248"/>
              <a:gd name="T71" fmla="*/ 293 h 315"/>
              <a:gd name="T72" fmla="*/ 152 w 248"/>
              <a:gd name="T73" fmla="*/ 248 h 315"/>
              <a:gd name="T74" fmla="*/ 158 w 248"/>
              <a:gd name="T75" fmla="*/ 85 h 315"/>
              <a:gd name="T76" fmla="*/ 141 w 248"/>
              <a:gd name="T77" fmla="*/ 23 h 315"/>
              <a:gd name="T78" fmla="*/ 113 w 248"/>
              <a:gd name="T79" fmla="*/ 45 h 315"/>
              <a:gd name="T80" fmla="*/ 96 w 248"/>
              <a:gd name="T81" fmla="*/ 23 h 315"/>
              <a:gd name="T82" fmla="*/ 92 w 248"/>
              <a:gd name="T83" fmla="*/ 89 h 315"/>
              <a:gd name="T84" fmla="*/ 113 w 248"/>
              <a:gd name="T85" fmla="*/ 85 h 315"/>
              <a:gd name="T86" fmla="*/ 137 w 248"/>
              <a:gd name="T87" fmla="*/ 89 h 315"/>
              <a:gd name="T88" fmla="*/ 158 w 248"/>
              <a:gd name="T89" fmla="*/ 85 h 315"/>
              <a:gd name="T90" fmla="*/ 236 w 248"/>
              <a:gd name="T91" fmla="*/ 315 h 315"/>
              <a:gd name="T92" fmla="*/ 0 w 248"/>
              <a:gd name="T93" fmla="*/ 79 h 315"/>
              <a:gd name="T94" fmla="*/ 68 w 248"/>
              <a:gd name="T95" fmla="*/ 17 h 315"/>
              <a:gd name="T96" fmla="*/ 175 w 248"/>
              <a:gd name="T97" fmla="*/ 5 h 315"/>
              <a:gd name="T98" fmla="*/ 244 w 248"/>
              <a:gd name="T99" fmla="*/ 71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8" h="315">
                <a:moveTo>
                  <a:pt x="68" y="231"/>
                </a:moveTo>
                <a:cubicBezTo>
                  <a:pt x="68" y="242"/>
                  <a:pt x="68" y="242"/>
                  <a:pt x="68" y="242"/>
                </a:cubicBezTo>
                <a:cubicBezTo>
                  <a:pt x="68" y="244"/>
                  <a:pt x="67" y="245"/>
                  <a:pt x="66" y="246"/>
                </a:cubicBezTo>
                <a:cubicBezTo>
                  <a:pt x="65" y="247"/>
                  <a:pt x="64" y="248"/>
                  <a:pt x="62" y="248"/>
                </a:cubicBezTo>
                <a:cubicBezTo>
                  <a:pt x="51" y="248"/>
                  <a:pt x="51" y="248"/>
                  <a:pt x="51" y="248"/>
                </a:cubicBezTo>
                <a:cubicBezTo>
                  <a:pt x="49" y="248"/>
                  <a:pt x="48" y="247"/>
                  <a:pt x="47" y="246"/>
                </a:cubicBezTo>
                <a:cubicBezTo>
                  <a:pt x="46" y="245"/>
                  <a:pt x="45" y="244"/>
                  <a:pt x="45" y="242"/>
                </a:cubicBezTo>
                <a:cubicBezTo>
                  <a:pt x="45" y="231"/>
                  <a:pt x="45" y="231"/>
                  <a:pt x="45" y="231"/>
                </a:cubicBezTo>
                <a:cubicBezTo>
                  <a:pt x="45" y="229"/>
                  <a:pt x="46" y="228"/>
                  <a:pt x="47" y="227"/>
                </a:cubicBezTo>
                <a:cubicBezTo>
                  <a:pt x="48" y="226"/>
                  <a:pt x="49" y="225"/>
                  <a:pt x="51" y="225"/>
                </a:cubicBezTo>
                <a:cubicBezTo>
                  <a:pt x="62" y="225"/>
                  <a:pt x="62" y="225"/>
                  <a:pt x="62" y="225"/>
                </a:cubicBezTo>
                <a:cubicBezTo>
                  <a:pt x="64" y="225"/>
                  <a:pt x="65" y="226"/>
                  <a:pt x="66" y="227"/>
                </a:cubicBezTo>
                <a:cubicBezTo>
                  <a:pt x="67" y="228"/>
                  <a:pt x="68" y="229"/>
                  <a:pt x="68" y="231"/>
                </a:cubicBezTo>
                <a:close/>
                <a:moveTo>
                  <a:pt x="68" y="186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9"/>
                  <a:pt x="67" y="200"/>
                  <a:pt x="66" y="201"/>
                </a:cubicBezTo>
                <a:cubicBezTo>
                  <a:pt x="65" y="202"/>
                  <a:pt x="64" y="203"/>
                  <a:pt x="62" y="203"/>
                </a:cubicBezTo>
                <a:cubicBezTo>
                  <a:pt x="51" y="203"/>
                  <a:pt x="51" y="203"/>
                  <a:pt x="51" y="203"/>
                </a:cubicBezTo>
                <a:cubicBezTo>
                  <a:pt x="49" y="203"/>
                  <a:pt x="48" y="202"/>
                  <a:pt x="47" y="201"/>
                </a:cubicBezTo>
                <a:cubicBezTo>
                  <a:pt x="46" y="200"/>
                  <a:pt x="45" y="199"/>
                  <a:pt x="45" y="197"/>
                </a:cubicBezTo>
                <a:cubicBezTo>
                  <a:pt x="45" y="186"/>
                  <a:pt x="45" y="186"/>
                  <a:pt x="45" y="186"/>
                </a:cubicBezTo>
                <a:cubicBezTo>
                  <a:pt x="45" y="184"/>
                  <a:pt x="46" y="183"/>
                  <a:pt x="47" y="182"/>
                </a:cubicBezTo>
                <a:cubicBezTo>
                  <a:pt x="48" y="181"/>
                  <a:pt x="49" y="180"/>
                  <a:pt x="51" y="180"/>
                </a:cubicBezTo>
                <a:cubicBezTo>
                  <a:pt x="62" y="180"/>
                  <a:pt x="62" y="180"/>
                  <a:pt x="62" y="180"/>
                </a:cubicBezTo>
                <a:cubicBezTo>
                  <a:pt x="64" y="180"/>
                  <a:pt x="65" y="181"/>
                  <a:pt x="66" y="182"/>
                </a:cubicBezTo>
                <a:cubicBezTo>
                  <a:pt x="67" y="183"/>
                  <a:pt x="68" y="184"/>
                  <a:pt x="68" y="186"/>
                </a:cubicBezTo>
                <a:close/>
                <a:moveTo>
                  <a:pt x="113" y="186"/>
                </a:moveTo>
                <a:cubicBezTo>
                  <a:pt x="113" y="197"/>
                  <a:pt x="113" y="197"/>
                  <a:pt x="113" y="197"/>
                </a:cubicBezTo>
                <a:cubicBezTo>
                  <a:pt x="113" y="199"/>
                  <a:pt x="112" y="200"/>
                  <a:pt x="111" y="201"/>
                </a:cubicBezTo>
                <a:cubicBezTo>
                  <a:pt x="110" y="202"/>
                  <a:pt x="108" y="203"/>
                  <a:pt x="107" y="203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94" y="203"/>
                  <a:pt x="93" y="202"/>
                  <a:pt x="92" y="201"/>
                </a:cubicBezTo>
                <a:cubicBezTo>
                  <a:pt x="91" y="200"/>
                  <a:pt x="90" y="199"/>
                  <a:pt x="90" y="197"/>
                </a:cubicBezTo>
                <a:cubicBezTo>
                  <a:pt x="90" y="186"/>
                  <a:pt x="90" y="186"/>
                  <a:pt x="90" y="186"/>
                </a:cubicBezTo>
                <a:cubicBezTo>
                  <a:pt x="90" y="184"/>
                  <a:pt x="91" y="183"/>
                  <a:pt x="92" y="182"/>
                </a:cubicBezTo>
                <a:cubicBezTo>
                  <a:pt x="93" y="181"/>
                  <a:pt x="94" y="180"/>
                  <a:pt x="96" y="180"/>
                </a:cubicBezTo>
                <a:cubicBezTo>
                  <a:pt x="107" y="180"/>
                  <a:pt x="107" y="180"/>
                  <a:pt x="107" y="180"/>
                </a:cubicBezTo>
                <a:cubicBezTo>
                  <a:pt x="108" y="180"/>
                  <a:pt x="110" y="181"/>
                  <a:pt x="111" y="182"/>
                </a:cubicBezTo>
                <a:cubicBezTo>
                  <a:pt x="112" y="183"/>
                  <a:pt x="113" y="184"/>
                  <a:pt x="113" y="186"/>
                </a:cubicBezTo>
                <a:close/>
                <a:moveTo>
                  <a:pt x="68" y="141"/>
                </a:moveTo>
                <a:cubicBezTo>
                  <a:pt x="68" y="152"/>
                  <a:pt x="68" y="152"/>
                  <a:pt x="68" y="152"/>
                </a:cubicBezTo>
                <a:cubicBezTo>
                  <a:pt x="68" y="154"/>
                  <a:pt x="67" y="155"/>
                  <a:pt x="66" y="156"/>
                </a:cubicBezTo>
                <a:cubicBezTo>
                  <a:pt x="65" y="157"/>
                  <a:pt x="64" y="158"/>
                  <a:pt x="62" y="158"/>
                </a:cubicBezTo>
                <a:cubicBezTo>
                  <a:pt x="51" y="158"/>
                  <a:pt x="51" y="158"/>
                  <a:pt x="51" y="158"/>
                </a:cubicBezTo>
                <a:cubicBezTo>
                  <a:pt x="49" y="158"/>
                  <a:pt x="48" y="157"/>
                  <a:pt x="47" y="156"/>
                </a:cubicBezTo>
                <a:cubicBezTo>
                  <a:pt x="46" y="155"/>
                  <a:pt x="45" y="154"/>
                  <a:pt x="45" y="152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45" y="139"/>
                  <a:pt x="46" y="138"/>
                  <a:pt x="47" y="137"/>
                </a:cubicBezTo>
                <a:cubicBezTo>
                  <a:pt x="48" y="136"/>
                  <a:pt x="49" y="135"/>
                  <a:pt x="51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4" y="135"/>
                  <a:pt x="65" y="136"/>
                  <a:pt x="66" y="137"/>
                </a:cubicBezTo>
                <a:cubicBezTo>
                  <a:pt x="67" y="138"/>
                  <a:pt x="68" y="139"/>
                  <a:pt x="68" y="141"/>
                </a:cubicBezTo>
                <a:close/>
                <a:moveTo>
                  <a:pt x="203" y="231"/>
                </a:moveTo>
                <a:cubicBezTo>
                  <a:pt x="203" y="242"/>
                  <a:pt x="203" y="242"/>
                  <a:pt x="203" y="242"/>
                </a:cubicBezTo>
                <a:cubicBezTo>
                  <a:pt x="203" y="244"/>
                  <a:pt x="202" y="245"/>
                  <a:pt x="201" y="246"/>
                </a:cubicBezTo>
                <a:cubicBezTo>
                  <a:pt x="200" y="247"/>
                  <a:pt x="198" y="248"/>
                  <a:pt x="197" y="248"/>
                </a:cubicBezTo>
                <a:cubicBezTo>
                  <a:pt x="186" y="248"/>
                  <a:pt x="186" y="248"/>
                  <a:pt x="186" y="248"/>
                </a:cubicBezTo>
                <a:cubicBezTo>
                  <a:pt x="184" y="248"/>
                  <a:pt x="183" y="247"/>
                  <a:pt x="182" y="246"/>
                </a:cubicBezTo>
                <a:cubicBezTo>
                  <a:pt x="181" y="245"/>
                  <a:pt x="180" y="244"/>
                  <a:pt x="180" y="242"/>
                </a:cubicBezTo>
                <a:cubicBezTo>
                  <a:pt x="180" y="231"/>
                  <a:pt x="180" y="231"/>
                  <a:pt x="180" y="231"/>
                </a:cubicBezTo>
                <a:cubicBezTo>
                  <a:pt x="180" y="229"/>
                  <a:pt x="181" y="228"/>
                  <a:pt x="182" y="227"/>
                </a:cubicBezTo>
                <a:cubicBezTo>
                  <a:pt x="183" y="226"/>
                  <a:pt x="184" y="225"/>
                  <a:pt x="186" y="225"/>
                </a:cubicBezTo>
                <a:cubicBezTo>
                  <a:pt x="197" y="225"/>
                  <a:pt x="197" y="225"/>
                  <a:pt x="197" y="225"/>
                </a:cubicBezTo>
                <a:cubicBezTo>
                  <a:pt x="198" y="225"/>
                  <a:pt x="200" y="226"/>
                  <a:pt x="201" y="227"/>
                </a:cubicBezTo>
                <a:cubicBezTo>
                  <a:pt x="202" y="228"/>
                  <a:pt x="203" y="229"/>
                  <a:pt x="203" y="231"/>
                </a:cubicBezTo>
                <a:close/>
                <a:moveTo>
                  <a:pt x="158" y="186"/>
                </a:moveTo>
                <a:cubicBezTo>
                  <a:pt x="158" y="197"/>
                  <a:pt x="158" y="197"/>
                  <a:pt x="158" y="197"/>
                </a:cubicBezTo>
                <a:cubicBezTo>
                  <a:pt x="158" y="199"/>
                  <a:pt x="157" y="200"/>
                  <a:pt x="156" y="201"/>
                </a:cubicBezTo>
                <a:cubicBezTo>
                  <a:pt x="155" y="202"/>
                  <a:pt x="153" y="203"/>
                  <a:pt x="152" y="203"/>
                </a:cubicBezTo>
                <a:cubicBezTo>
                  <a:pt x="141" y="203"/>
                  <a:pt x="141" y="203"/>
                  <a:pt x="141" y="203"/>
                </a:cubicBezTo>
                <a:cubicBezTo>
                  <a:pt x="139" y="203"/>
                  <a:pt x="138" y="202"/>
                  <a:pt x="137" y="201"/>
                </a:cubicBezTo>
                <a:cubicBezTo>
                  <a:pt x="136" y="200"/>
                  <a:pt x="135" y="199"/>
                  <a:pt x="135" y="197"/>
                </a:cubicBezTo>
                <a:cubicBezTo>
                  <a:pt x="135" y="186"/>
                  <a:pt x="135" y="186"/>
                  <a:pt x="135" y="186"/>
                </a:cubicBezTo>
                <a:cubicBezTo>
                  <a:pt x="135" y="184"/>
                  <a:pt x="136" y="183"/>
                  <a:pt x="137" y="182"/>
                </a:cubicBezTo>
                <a:cubicBezTo>
                  <a:pt x="138" y="181"/>
                  <a:pt x="139" y="180"/>
                  <a:pt x="141" y="180"/>
                </a:cubicBezTo>
                <a:cubicBezTo>
                  <a:pt x="152" y="180"/>
                  <a:pt x="152" y="180"/>
                  <a:pt x="152" y="180"/>
                </a:cubicBezTo>
                <a:cubicBezTo>
                  <a:pt x="153" y="180"/>
                  <a:pt x="155" y="181"/>
                  <a:pt x="156" y="182"/>
                </a:cubicBezTo>
                <a:cubicBezTo>
                  <a:pt x="157" y="183"/>
                  <a:pt x="158" y="184"/>
                  <a:pt x="158" y="186"/>
                </a:cubicBezTo>
                <a:close/>
                <a:moveTo>
                  <a:pt x="113" y="141"/>
                </a:moveTo>
                <a:cubicBezTo>
                  <a:pt x="113" y="152"/>
                  <a:pt x="113" y="152"/>
                  <a:pt x="113" y="152"/>
                </a:cubicBezTo>
                <a:cubicBezTo>
                  <a:pt x="113" y="154"/>
                  <a:pt x="112" y="155"/>
                  <a:pt x="111" y="156"/>
                </a:cubicBezTo>
                <a:cubicBezTo>
                  <a:pt x="110" y="157"/>
                  <a:pt x="108" y="158"/>
                  <a:pt x="107" y="158"/>
                </a:cubicBezTo>
                <a:cubicBezTo>
                  <a:pt x="96" y="158"/>
                  <a:pt x="96" y="158"/>
                  <a:pt x="96" y="158"/>
                </a:cubicBezTo>
                <a:cubicBezTo>
                  <a:pt x="94" y="158"/>
                  <a:pt x="93" y="157"/>
                  <a:pt x="92" y="156"/>
                </a:cubicBezTo>
                <a:cubicBezTo>
                  <a:pt x="91" y="155"/>
                  <a:pt x="90" y="154"/>
                  <a:pt x="90" y="152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0" y="139"/>
                  <a:pt x="91" y="138"/>
                  <a:pt x="92" y="137"/>
                </a:cubicBezTo>
                <a:cubicBezTo>
                  <a:pt x="93" y="136"/>
                  <a:pt x="94" y="135"/>
                  <a:pt x="96" y="135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08" y="135"/>
                  <a:pt x="110" y="136"/>
                  <a:pt x="111" y="137"/>
                </a:cubicBezTo>
                <a:cubicBezTo>
                  <a:pt x="112" y="138"/>
                  <a:pt x="113" y="139"/>
                  <a:pt x="113" y="141"/>
                </a:cubicBezTo>
                <a:close/>
                <a:moveTo>
                  <a:pt x="203" y="186"/>
                </a:moveTo>
                <a:cubicBezTo>
                  <a:pt x="203" y="197"/>
                  <a:pt x="203" y="197"/>
                  <a:pt x="203" y="197"/>
                </a:cubicBezTo>
                <a:cubicBezTo>
                  <a:pt x="203" y="199"/>
                  <a:pt x="202" y="200"/>
                  <a:pt x="201" y="201"/>
                </a:cubicBezTo>
                <a:cubicBezTo>
                  <a:pt x="200" y="202"/>
                  <a:pt x="198" y="203"/>
                  <a:pt x="197" y="203"/>
                </a:cubicBezTo>
                <a:cubicBezTo>
                  <a:pt x="186" y="203"/>
                  <a:pt x="186" y="203"/>
                  <a:pt x="186" y="203"/>
                </a:cubicBezTo>
                <a:cubicBezTo>
                  <a:pt x="184" y="203"/>
                  <a:pt x="183" y="202"/>
                  <a:pt x="182" y="201"/>
                </a:cubicBezTo>
                <a:cubicBezTo>
                  <a:pt x="181" y="200"/>
                  <a:pt x="180" y="199"/>
                  <a:pt x="180" y="197"/>
                </a:cubicBezTo>
                <a:cubicBezTo>
                  <a:pt x="180" y="186"/>
                  <a:pt x="180" y="186"/>
                  <a:pt x="180" y="186"/>
                </a:cubicBezTo>
                <a:cubicBezTo>
                  <a:pt x="180" y="184"/>
                  <a:pt x="181" y="183"/>
                  <a:pt x="182" y="182"/>
                </a:cubicBezTo>
                <a:cubicBezTo>
                  <a:pt x="183" y="181"/>
                  <a:pt x="184" y="180"/>
                  <a:pt x="186" y="180"/>
                </a:cubicBezTo>
                <a:cubicBezTo>
                  <a:pt x="197" y="180"/>
                  <a:pt x="197" y="180"/>
                  <a:pt x="197" y="180"/>
                </a:cubicBezTo>
                <a:cubicBezTo>
                  <a:pt x="198" y="180"/>
                  <a:pt x="200" y="181"/>
                  <a:pt x="201" y="182"/>
                </a:cubicBezTo>
                <a:cubicBezTo>
                  <a:pt x="202" y="183"/>
                  <a:pt x="203" y="184"/>
                  <a:pt x="203" y="186"/>
                </a:cubicBezTo>
                <a:close/>
                <a:moveTo>
                  <a:pt x="158" y="141"/>
                </a:moveTo>
                <a:cubicBezTo>
                  <a:pt x="158" y="152"/>
                  <a:pt x="158" y="152"/>
                  <a:pt x="158" y="152"/>
                </a:cubicBezTo>
                <a:cubicBezTo>
                  <a:pt x="158" y="154"/>
                  <a:pt x="157" y="155"/>
                  <a:pt x="156" y="156"/>
                </a:cubicBezTo>
                <a:cubicBezTo>
                  <a:pt x="155" y="157"/>
                  <a:pt x="153" y="158"/>
                  <a:pt x="152" y="158"/>
                </a:cubicBezTo>
                <a:cubicBezTo>
                  <a:pt x="141" y="158"/>
                  <a:pt x="141" y="158"/>
                  <a:pt x="141" y="158"/>
                </a:cubicBezTo>
                <a:cubicBezTo>
                  <a:pt x="139" y="158"/>
                  <a:pt x="138" y="157"/>
                  <a:pt x="137" y="156"/>
                </a:cubicBezTo>
                <a:cubicBezTo>
                  <a:pt x="136" y="155"/>
                  <a:pt x="135" y="154"/>
                  <a:pt x="135" y="152"/>
                </a:cubicBezTo>
                <a:cubicBezTo>
                  <a:pt x="135" y="141"/>
                  <a:pt x="135" y="141"/>
                  <a:pt x="135" y="141"/>
                </a:cubicBezTo>
                <a:cubicBezTo>
                  <a:pt x="135" y="139"/>
                  <a:pt x="136" y="138"/>
                  <a:pt x="137" y="137"/>
                </a:cubicBezTo>
                <a:cubicBezTo>
                  <a:pt x="138" y="136"/>
                  <a:pt x="139" y="135"/>
                  <a:pt x="141" y="135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53" y="135"/>
                  <a:pt x="155" y="136"/>
                  <a:pt x="156" y="137"/>
                </a:cubicBezTo>
                <a:cubicBezTo>
                  <a:pt x="157" y="138"/>
                  <a:pt x="158" y="139"/>
                  <a:pt x="158" y="141"/>
                </a:cubicBezTo>
                <a:close/>
                <a:moveTo>
                  <a:pt x="203" y="141"/>
                </a:moveTo>
                <a:cubicBezTo>
                  <a:pt x="203" y="152"/>
                  <a:pt x="203" y="152"/>
                  <a:pt x="203" y="152"/>
                </a:cubicBezTo>
                <a:cubicBezTo>
                  <a:pt x="203" y="154"/>
                  <a:pt x="202" y="155"/>
                  <a:pt x="201" y="156"/>
                </a:cubicBezTo>
                <a:cubicBezTo>
                  <a:pt x="200" y="157"/>
                  <a:pt x="198" y="158"/>
                  <a:pt x="197" y="158"/>
                </a:cubicBezTo>
                <a:cubicBezTo>
                  <a:pt x="186" y="158"/>
                  <a:pt x="186" y="158"/>
                  <a:pt x="186" y="158"/>
                </a:cubicBezTo>
                <a:cubicBezTo>
                  <a:pt x="184" y="158"/>
                  <a:pt x="183" y="157"/>
                  <a:pt x="182" y="156"/>
                </a:cubicBezTo>
                <a:cubicBezTo>
                  <a:pt x="181" y="155"/>
                  <a:pt x="180" y="154"/>
                  <a:pt x="180" y="152"/>
                </a:cubicBezTo>
                <a:cubicBezTo>
                  <a:pt x="180" y="141"/>
                  <a:pt x="180" y="141"/>
                  <a:pt x="180" y="141"/>
                </a:cubicBezTo>
                <a:cubicBezTo>
                  <a:pt x="180" y="139"/>
                  <a:pt x="181" y="138"/>
                  <a:pt x="182" y="137"/>
                </a:cubicBezTo>
                <a:cubicBezTo>
                  <a:pt x="183" y="136"/>
                  <a:pt x="184" y="135"/>
                  <a:pt x="186" y="135"/>
                </a:cubicBezTo>
                <a:cubicBezTo>
                  <a:pt x="197" y="135"/>
                  <a:pt x="197" y="135"/>
                  <a:pt x="197" y="135"/>
                </a:cubicBezTo>
                <a:cubicBezTo>
                  <a:pt x="198" y="135"/>
                  <a:pt x="200" y="136"/>
                  <a:pt x="201" y="137"/>
                </a:cubicBezTo>
                <a:cubicBezTo>
                  <a:pt x="202" y="138"/>
                  <a:pt x="203" y="139"/>
                  <a:pt x="203" y="141"/>
                </a:cubicBezTo>
                <a:close/>
                <a:moveTo>
                  <a:pt x="158" y="293"/>
                </a:moveTo>
                <a:cubicBezTo>
                  <a:pt x="225" y="293"/>
                  <a:pt x="225" y="293"/>
                  <a:pt x="225" y="293"/>
                </a:cubicBezTo>
                <a:cubicBezTo>
                  <a:pt x="225" y="90"/>
                  <a:pt x="225" y="90"/>
                  <a:pt x="225" y="90"/>
                </a:cubicBezTo>
                <a:cubicBezTo>
                  <a:pt x="180" y="90"/>
                  <a:pt x="180" y="90"/>
                  <a:pt x="180" y="90"/>
                </a:cubicBezTo>
                <a:cubicBezTo>
                  <a:pt x="180" y="96"/>
                  <a:pt x="180" y="96"/>
                  <a:pt x="180" y="96"/>
                </a:cubicBezTo>
                <a:cubicBezTo>
                  <a:pt x="180" y="101"/>
                  <a:pt x="178" y="105"/>
                  <a:pt x="175" y="108"/>
                </a:cubicBezTo>
                <a:cubicBezTo>
                  <a:pt x="172" y="111"/>
                  <a:pt x="168" y="113"/>
                  <a:pt x="163" y="11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0" y="113"/>
                  <a:pt x="76" y="111"/>
                  <a:pt x="73" y="108"/>
                </a:cubicBezTo>
                <a:cubicBezTo>
                  <a:pt x="69" y="105"/>
                  <a:pt x="68" y="101"/>
                  <a:pt x="68" y="96"/>
                </a:cubicBezTo>
                <a:cubicBezTo>
                  <a:pt x="68" y="90"/>
                  <a:pt x="68" y="90"/>
                  <a:pt x="68" y="90"/>
                </a:cubicBezTo>
                <a:cubicBezTo>
                  <a:pt x="23" y="90"/>
                  <a:pt x="23" y="90"/>
                  <a:pt x="23" y="90"/>
                </a:cubicBezTo>
                <a:cubicBezTo>
                  <a:pt x="23" y="293"/>
                  <a:pt x="23" y="293"/>
                  <a:pt x="23" y="293"/>
                </a:cubicBezTo>
                <a:cubicBezTo>
                  <a:pt x="90" y="293"/>
                  <a:pt x="90" y="293"/>
                  <a:pt x="90" y="293"/>
                </a:cubicBezTo>
                <a:cubicBezTo>
                  <a:pt x="90" y="253"/>
                  <a:pt x="90" y="253"/>
                  <a:pt x="90" y="253"/>
                </a:cubicBezTo>
                <a:cubicBezTo>
                  <a:pt x="90" y="252"/>
                  <a:pt x="91" y="250"/>
                  <a:pt x="92" y="249"/>
                </a:cubicBezTo>
                <a:cubicBezTo>
                  <a:pt x="93" y="248"/>
                  <a:pt x="94" y="248"/>
                  <a:pt x="96" y="248"/>
                </a:cubicBezTo>
                <a:cubicBezTo>
                  <a:pt x="152" y="248"/>
                  <a:pt x="152" y="248"/>
                  <a:pt x="152" y="248"/>
                </a:cubicBezTo>
                <a:cubicBezTo>
                  <a:pt x="153" y="248"/>
                  <a:pt x="155" y="248"/>
                  <a:pt x="156" y="249"/>
                </a:cubicBezTo>
                <a:cubicBezTo>
                  <a:pt x="157" y="250"/>
                  <a:pt x="158" y="252"/>
                  <a:pt x="158" y="253"/>
                </a:cubicBezTo>
                <a:lnTo>
                  <a:pt x="158" y="293"/>
                </a:lnTo>
                <a:close/>
                <a:moveTo>
                  <a:pt x="158" y="85"/>
                </a:moveTo>
                <a:cubicBezTo>
                  <a:pt x="158" y="28"/>
                  <a:pt x="158" y="28"/>
                  <a:pt x="158" y="28"/>
                </a:cubicBezTo>
                <a:cubicBezTo>
                  <a:pt x="158" y="27"/>
                  <a:pt x="157" y="26"/>
                  <a:pt x="156" y="25"/>
                </a:cubicBezTo>
                <a:cubicBezTo>
                  <a:pt x="155" y="23"/>
                  <a:pt x="153" y="23"/>
                  <a:pt x="152" y="23"/>
                </a:cubicBezTo>
                <a:cubicBezTo>
                  <a:pt x="141" y="23"/>
                  <a:pt x="141" y="23"/>
                  <a:pt x="141" y="23"/>
                </a:cubicBezTo>
                <a:cubicBezTo>
                  <a:pt x="139" y="23"/>
                  <a:pt x="138" y="23"/>
                  <a:pt x="137" y="25"/>
                </a:cubicBezTo>
                <a:cubicBezTo>
                  <a:pt x="136" y="26"/>
                  <a:pt x="135" y="27"/>
                  <a:pt x="135" y="28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27"/>
                  <a:pt x="112" y="26"/>
                  <a:pt x="111" y="25"/>
                </a:cubicBezTo>
                <a:cubicBezTo>
                  <a:pt x="110" y="23"/>
                  <a:pt x="108" y="23"/>
                  <a:pt x="107" y="23"/>
                </a:cubicBezTo>
                <a:cubicBezTo>
                  <a:pt x="96" y="23"/>
                  <a:pt x="96" y="23"/>
                  <a:pt x="96" y="23"/>
                </a:cubicBezTo>
                <a:cubicBezTo>
                  <a:pt x="94" y="23"/>
                  <a:pt x="93" y="23"/>
                  <a:pt x="92" y="25"/>
                </a:cubicBezTo>
                <a:cubicBezTo>
                  <a:pt x="91" y="26"/>
                  <a:pt x="90" y="27"/>
                  <a:pt x="90" y="28"/>
                </a:cubicBezTo>
                <a:cubicBezTo>
                  <a:pt x="90" y="85"/>
                  <a:pt x="90" y="85"/>
                  <a:pt x="90" y="85"/>
                </a:cubicBezTo>
                <a:cubicBezTo>
                  <a:pt x="90" y="86"/>
                  <a:pt x="91" y="88"/>
                  <a:pt x="92" y="89"/>
                </a:cubicBezTo>
                <a:cubicBezTo>
                  <a:pt x="93" y="90"/>
                  <a:pt x="94" y="90"/>
                  <a:pt x="96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8" y="90"/>
                  <a:pt x="110" y="90"/>
                  <a:pt x="111" y="89"/>
                </a:cubicBezTo>
                <a:cubicBezTo>
                  <a:pt x="112" y="88"/>
                  <a:pt x="113" y="86"/>
                  <a:pt x="113" y="85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35" y="85"/>
                  <a:pt x="135" y="85"/>
                  <a:pt x="135" y="85"/>
                </a:cubicBezTo>
                <a:cubicBezTo>
                  <a:pt x="135" y="86"/>
                  <a:pt x="136" y="88"/>
                  <a:pt x="137" y="89"/>
                </a:cubicBezTo>
                <a:cubicBezTo>
                  <a:pt x="138" y="90"/>
                  <a:pt x="139" y="90"/>
                  <a:pt x="141" y="90"/>
                </a:cubicBezTo>
                <a:cubicBezTo>
                  <a:pt x="152" y="90"/>
                  <a:pt x="152" y="90"/>
                  <a:pt x="152" y="90"/>
                </a:cubicBezTo>
                <a:cubicBezTo>
                  <a:pt x="153" y="90"/>
                  <a:pt x="155" y="90"/>
                  <a:pt x="156" y="89"/>
                </a:cubicBezTo>
                <a:cubicBezTo>
                  <a:pt x="157" y="88"/>
                  <a:pt x="158" y="86"/>
                  <a:pt x="158" y="85"/>
                </a:cubicBezTo>
                <a:close/>
                <a:moveTo>
                  <a:pt x="248" y="79"/>
                </a:moveTo>
                <a:cubicBezTo>
                  <a:pt x="248" y="304"/>
                  <a:pt x="248" y="304"/>
                  <a:pt x="248" y="304"/>
                </a:cubicBezTo>
                <a:cubicBezTo>
                  <a:pt x="248" y="307"/>
                  <a:pt x="246" y="310"/>
                  <a:pt x="244" y="312"/>
                </a:cubicBezTo>
                <a:cubicBezTo>
                  <a:pt x="242" y="314"/>
                  <a:pt x="239" y="315"/>
                  <a:pt x="236" y="315"/>
                </a:cubicBezTo>
                <a:cubicBezTo>
                  <a:pt x="11" y="315"/>
                  <a:pt x="11" y="315"/>
                  <a:pt x="11" y="315"/>
                </a:cubicBezTo>
                <a:cubicBezTo>
                  <a:pt x="8" y="315"/>
                  <a:pt x="6" y="314"/>
                  <a:pt x="4" y="312"/>
                </a:cubicBezTo>
                <a:cubicBezTo>
                  <a:pt x="1" y="310"/>
                  <a:pt x="0" y="307"/>
                  <a:pt x="0" y="304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6"/>
                  <a:pt x="1" y="73"/>
                  <a:pt x="4" y="71"/>
                </a:cubicBezTo>
                <a:cubicBezTo>
                  <a:pt x="6" y="69"/>
                  <a:pt x="8" y="68"/>
                  <a:pt x="11" y="68"/>
                </a:cubicBezTo>
                <a:cubicBezTo>
                  <a:pt x="68" y="68"/>
                  <a:pt x="68" y="68"/>
                  <a:pt x="68" y="68"/>
                </a:cubicBezTo>
                <a:cubicBezTo>
                  <a:pt x="68" y="17"/>
                  <a:pt x="68" y="17"/>
                  <a:pt x="68" y="17"/>
                </a:cubicBezTo>
                <a:cubicBezTo>
                  <a:pt x="68" y="13"/>
                  <a:pt x="69" y="9"/>
                  <a:pt x="73" y="5"/>
                </a:cubicBezTo>
                <a:cubicBezTo>
                  <a:pt x="76" y="2"/>
                  <a:pt x="80" y="0"/>
                  <a:pt x="84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8" y="0"/>
                  <a:pt x="172" y="2"/>
                  <a:pt x="175" y="5"/>
                </a:cubicBezTo>
                <a:cubicBezTo>
                  <a:pt x="178" y="9"/>
                  <a:pt x="180" y="13"/>
                  <a:pt x="180" y="17"/>
                </a:cubicBezTo>
                <a:cubicBezTo>
                  <a:pt x="180" y="68"/>
                  <a:pt x="180" y="68"/>
                  <a:pt x="180" y="68"/>
                </a:cubicBezTo>
                <a:cubicBezTo>
                  <a:pt x="236" y="68"/>
                  <a:pt x="236" y="68"/>
                  <a:pt x="236" y="68"/>
                </a:cubicBezTo>
                <a:cubicBezTo>
                  <a:pt x="239" y="68"/>
                  <a:pt x="242" y="69"/>
                  <a:pt x="244" y="71"/>
                </a:cubicBezTo>
                <a:cubicBezTo>
                  <a:pt x="246" y="73"/>
                  <a:pt x="248" y="76"/>
                  <a:pt x="248" y="7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4" name="Freeform 80"/>
          <p:cNvSpPr>
            <a:spLocks noEditPoints="1"/>
          </p:cNvSpPr>
          <p:nvPr/>
        </p:nvSpPr>
        <p:spPr bwMode="auto">
          <a:xfrm>
            <a:off x="5532438" y="2449513"/>
            <a:ext cx="290513" cy="292100"/>
          </a:xfrm>
          <a:custGeom>
            <a:avLst/>
            <a:gdLst>
              <a:gd name="T0" fmla="*/ 224 w 269"/>
              <a:gd name="T1" fmla="*/ 213 h 270"/>
              <a:gd name="T2" fmla="*/ 224 w 269"/>
              <a:gd name="T3" fmla="*/ 56 h 270"/>
              <a:gd name="T4" fmla="*/ 221 w 269"/>
              <a:gd name="T5" fmla="*/ 48 h 270"/>
              <a:gd name="T6" fmla="*/ 213 w 269"/>
              <a:gd name="T7" fmla="*/ 45 h 270"/>
              <a:gd name="T8" fmla="*/ 191 w 269"/>
              <a:gd name="T9" fmla="*/ 45 h 270"/>
              <a:gd name="T10" fmla="*/ 183 w 269"/>
              <a:gd name="T11" fmla="*/ 48 h 270"/>
              <a:gd name="T12" fmla="*/ 179 w 269"/>
              <a:gd name="T13" fmla="*/ 56 h 270"/>
              <a:gd name="T14" fmla="*/ 179 w 269"/>
              <a:gd name="T15" fmla="*/ 112 h 270"/>
              <a:gd name="T16" fmla="*/ 90 w 269"/>
              <a:gd name="T17" fmla="*/ 112 h 270"/>
              <a:gd name="T18" fmla="*/ 90 w 269"/>
              <a:gd name="T19" fmla="*/ 56 h 270"/>
              <a:gd name="T20" fmla="*/ 86 w 269"/>
              <a:gd name="T21" fmla="*/ 48 h 270"/>
              <a:gd name="T22" fmla="*/ 78 w 269"/>
              <a:gd name="T23" fmla="*/ 45 h 270"/>
              <a:gd name="T24" fmla="*/ 56 w 269"/>
              <a:gd name="T25" fmla="*/ 45 h 270"/>
              <a:gd name="T26" fmla="*/ 48 w 269"/>
              <a:gd name="T27" fmla="*/ 48 h 270"/>
              <a:gd name="T28" fmla="*/ 45 w 269"/>
              <a:gd name="T29" fmla="*/ 56 h 270"/>
              <a:gd name="T30" fmla="*/ 45 w 269"/>
              <a:gd name="T31" fmla="*/ 213 h 270"/>
              <a:gd name="T32" fmla="*/ 48 w 269"/>
              <a:gd name="T33" fmla="*/ 221 h 270"/>
              <a:gd name="T34" fmla="*/ 56 w 269"/>
              <a:gd name="T35" fmla="*/ 225 h 270"/>
              <a:gd name="T36" fmla="*/ 78 w 269"/>
              <a:gd name="T37" fmla="*/ 225 h 270"/>
              <a:gd name="T38" fmla="*/ 86 w 269"/>
              <a:gd name="T39" fmla="*/ 221 h 270"/>
              <a:gd name="T40" fmla="*/ 90 w 269"/>
              <a:gd name="T41" fmla="*/ 213 h 270"/>
              <a:gd name="T42" fmla="*/ 90 w 269"/>
              <a:gd name="T43" fmla="*/ 157 h 270"/>
              <a:gd name="T44" fmla="*/ 179 w 269"/>
              <a:gd name="T45" fmla="*/ 157 h 270"/>
              <a:gd name="T46" fmla="*/ 179 w 269"/>
              <a:gd name="T47" fmla="*/ 213 h 270"/>
              <a:gd name="T48" fmla="*/ 183 w 269"/>
              <a:gd name="T49" fmla="*/ 221 h 270"/>
              <a:gd name="T50" fmla="*/ 191 w 269"/>
              <a:gd name="T51" fmla="*/ 225 h 270"/>
              <a:gd name="T52" fmla="*/ 213 w 269"/>
              <a:gd name="T53" fmla="*/ 225 h 270"/>
              <a:gd name="T54" fmla="*/ 221 w 269"/>
              <a:gd name="T55" fmla="*/ 221 h 270"/>
              <a:gd name="T56" fmla="*/ 224 w 269"/>
              <a:gd name="T57" fmla="*/ 213 h 270"/>
              <a:gd name="T58" fmla="*/ 269 w 269"/>
              <a:gd name="T59" fmla="*/ 50 h 270"/>
              <a:gd name="T60" fmla="*/ 269 w 269"/>
              <a:gd name="T61" fmla="*/ 219 h 270"/>
              <a:gd name="T62" fmla="*/ 255 w 269"/>
              <a:gd name="T63" fmla="*/ 255 h 270"/>
              <a:gd name="T64" fmla="*/ 219 w 269"/>
              <a:gd name="T65" fmla="*/ 270 h 270"/>
              <a:gd name="T66" fmla="*/ 50 w 269"/>
              <a:gd name="T67" fmla="*/ 270 h 270"/>
              <a:gd name="T68" fmla="*/ 14 w 269"/>
              <a:gd name="T69" fmla="*/ 255 h 270"/>
              <a:gd name="T70" fmla="*/ 0 w 269"/>
              <a:gd name="T71" fmla="*/ 219 h 270"/>
              <a:gd name="T72" fmla="*/ 0 w 269"/>
              <a:gd name="T73" fmla="*/ 50 h 270"/>
              <a:gd name="T74" fmla="*/ 14 w 269"/>
              <a:gd name="T75" fmla="*/ 15 h 270"/>
              <a:gd name="T76" fmla="*/ 50 w 269"/>
              <a:gd name="T77" fmla="*/ 0 h 270"/>
              <a:gd name="T78" fmla="*/ 219 w 269"/>
              <a:gd name="T79" fmla="*/ 0 h 270"/>
              <a:gd name="T80" fmla="*/ 255 w 269"/>
              <a:gd name="T81" fmla="*/ 15 h 270"/>
              <a:gd name="T82" fmla="*/ 269 w 269"/>
              <a:gd name="T83" fmla="*/ 5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9" h="270">
                <a:moveTo>
                  <a:pt x="224" y="213"/>
                </a:moveTo>
                <a:cubicBezTo>
                  <a:pt x="224" y="56"/>
                  <a:pt x="224" y="56"/>
                  <a:pt x="224" y="56"/>
                </a:cubicBezTo>
                <a:cubicBezTo>
                  <a:pt x="224" y="53"/>
                  <a:pt x="223" y="50"/>
                  <a:pt x="221" y="48"/>
                </a:cubicBezTo>
                <a:cubicBezTo>
                  <a:pt x="219" y="46"/>
                  <a:pt x="216" y="45"/>
                  <a:pt x="213" y="45"/>
                </a:cubicBezTo>
                <a:cubicBezTo>
                  <a:pt x="191" y="45"/>
                  <a:pt x="191" y="45"/>
                  <a:pt x="191" y="45"/>
                </a:cubicBezTo>
                <a:cubicBezTo>
                  <a:pt x="188" y="45"/>
                  <a:pt x="185" y="46"/>
                  <a:pt x="183" y="48"/>
                </a:cubicBezTo>
                <a:cubicBezTo>
                  <a:pt x="181" y="50"/>
                  <a:pt x="179" y="53"/>
                  <a:pt x="179" y="56"/>
                </a:cubicBezTo>
                <a:cubicBezTo>
                  <a:pt x="179" y="112"/>
                  <a:pt x="179" y="112"/>
                  <a:pt x="179" y="112"/>
                </a:cubicBezTo>
                <a:cubicBezTo>
                  <a:pt x="90" y="112"/>
                  <a:pt x="90" y="112"/>
                  <a:pt x="90" y="112"/>
                </a:cubicBezTo>
                <a:cubicBezTo>
                  <a:pt x="90" y="56"/>
                  <a:pt x="90" y="56"/>
                  <a:pt x="90" y="56"/>
                </a:cubicBezTo>
                <a:cubicBezTo>
                  <a:pt x="90" y="53"/>
                  <a:pt x="88" y="50"/>
                  <a:pt x="86" y="48"/>
                </a:cubicBezTo>
                <a:cubicBezTo>
                  <a:pt x="84" y="46"/>
                  <a:pt x="81" y="45"/>
                  <a:pt x="78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3" y="45"/>
                  <a:pt x="50" y="46"/>
                  <a:pt x="48" y="48"/>
                </a:cubicBezTo>
                <a:cubicBezTo>
                  <a:pt x="46" y="50"/>
                  <a:pt x="45" y="53"/>
                  <a:pt x="45" y="56"/>
                </a:cubicBezTo>
                <a:cubicBezTo>
                  <a:pt x="45" y="213"/>
                  <a:pt x="45" y="213"/>
                  <a:pt x="45" y="213"/>
                </a:cubicBezTo>
                <a:cubicBezTo>
                  <a:pt x="45" y="216"/>
                  <a:pt x="46" y="219"/>
                  <a:pt x="48" y="221"/>
                </a:cubicBezTo>
                <a:cubicBezTo>
                  <a:pt x="50" y="224"/>
                  <a:pt x="53" y="225"/>
                  <a:pt x="56" y="225"/>
                </a:cubicBezTo>
                <a:cubicBezTo>
                  <a:pt x="78" y="225"/>
                  <a:pt x="78" y="225"/>
                  <a:pt x="78" y="225"/>
                </a:cubicBezTo>
                <a:cubicBezTo>
                  <a:pt x="81" y="225"/>
                  <a:pt x="84" y="224"/>
                  <a:pt x="86" y="221"/>
                </a:cubicBezTo>
                <a:cubicBezTo>
                  <a:pt x="88" y="219"/>
                  <a:pt x="90" y="216"/>
                  <a:pt x="90" y="213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179" y="157"/>
                  <a:pt x="179" y="157"/>
                  <a:pt x="179" y="157"/>
                </a:cubicBezTo>
                <a:cubicBezTo>
                  <a:pt x="179" y="213"/>
                  <a:pt x="179" y="213"/>
                  <a:pt x="179" y="213"/>
                </a:cubicBezTo>
                <a:cubicBezTo>
                  <a:pt x="179" y="216"/>
                  <a:pt x="181" y="219"/>
                  <a:pt x="183" y="221"/>
                </a:cubicBezTo>
                <a:cubicBezTo>
                  <a:pt x="185" y="224"/>
                  <a:pt x="188" y="225"/>
                  <a:pt x="191" y="225"/>
                </a:cubicBezTo>
                <a:cubicBezTo>
                  <a:pt x="213" y="225"/>
                  <a:pt x="213" y="225"/>
                  <a:pt x="213" y="225"/>
                </a:cubicBezTo>
                <a:cubicBezTo>
                  <a:pt x="216" y="225"/>
                  <a:pt x="219" y="224"/>
                  <a:pt x="221" y="221"/>
                </a:cubicBezTo>
                <a:cubicBezTo>
                  <a:pt x="223" y="219"/>
                  <a:pt x="224" y="216"/>
                  <a:pt x="224" y="213"/>
                </a:cubicBezTo>
                <a:close/>
                <a:moveTo>
                  <a:pt x="269" y="50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4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4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4" y="25"/>
                  <a:pt x="269" y="36"/>
                  <a:pt x="269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5" name="Freeform 81"/>
          <p:cNvSpPr>
            <a:spLocks noEditPoints="1"/>
          </p:cNvSpPr>
          <p:nvPr/>
        </p:nvSpPr>
        <p:spPr bwMode="auto">
          <a:xfrm>
            <a:off x="5940426" y="2462213"/>
            <a:ext cx="339725" cy="266700"/>
          </a:xfrm>
          <a:custGeom>
            <a:avLst/>
            <a:gdLst>
              <a:gd name="T0" fmla="*/ 104 w 315"/>
              <a:gd name="T1" fmla="*/ 135 h 247"/>
              <a:gd name="T2" fmla="*/ 90 w 315"/>
              <a:gd name="T3" fmla="*/ 188 h 247"/>
              <a:gd name="T4" fmla="*/ 90 w 315"/>
              <a:gd name="T5" fmla="*/ 189 h 247"/>
              <a:gd name="T6" fmla="*/ 90 w 315"/>
              <a:gd name="T7" fmla="*/ 188 h 247"/>
              <a:gd name="T8" fmla="*/ 117 w 315"/>
              <a:gd name="T9" fmla="*/ 90 h 247"/>
              <a:gd name="T10" fmla="*/ 71 w 315"/>
              <a:gd name="T11" fmla="*/ 113 h 247"/>
              <a:gd name="T12" fmla="*/ 144 w 315"/>
              <a:gd name="T13" fmla="*/ 113 h 247"/>
              <a:gd name="T14" fmla="*/ 162 w 315"/>
              <a:gd name="T15" fmla="*/ 90 h 247"/>
              <a:gd name="T16" fmla="*/ 144 w 315"/>
              <a:gd name="T17" fmla="*/ 113 h 247"/>
              <a:gd name="T18" fmla="*/ 237 w 315"/>
              <a:gd name="T19" fmla="*/ 135 h 247"/>
              <a:gd name="T20" fmla="*/ 223 w 315"/>
              <a:gd name="T21" fmla="*/ 188 h 247"/>
              <a:gd name="T22" fmla="*/ 223 w 315"/>
              <a:gd name="T23" fmla="*/ 189 h 247"/>
              <a:gd name="T24" fmla="*/ 223 w 315"/>
              <a:gd name="T25" fmla="*/ 188 h 247"/>
              <a:gd name="T26" fmla="*/ 248 w 315"/>
              <a:gd name="T27" fmla="*/ 90 h 247"/>
              <a:gd name="T28" fmla="*/ 202 w 315"/>
              <a:gd name="T29" fmla="*/ 113 h 247"/>
              <a:gd name="T30" fmla="*/ 315 w 315"/>
              <a:gd name="T31" fmla="*/ 118 h 247"/>
              <a:gd name="T32" fmla="*/ 313 w 315"/>
              <a:gd name="T33" fmla="*/ 133 h 247"/>
              <a:gd name="T34" fmla="*/ 272 w 315"/>
              <a:gd name="T35" fmla="*/ 135 h 247"/>
              <a:gd name="T36" fmla="*/ 237 w 315"/>
              <a:gd name="T37" fmla="*/ 247 h 247"/>
              <a:gd name="T38" fmla="*/ 204 w 315"/>
              <a:gd name="T39" fmla="*/ 243 h 247"/>
              <a:gd name="T40" fmla="*/ 138 w 315"/>
              <a:gd name="T41" fmla="*/ 135 h 247"/>
              <a:gd name="T42" fmla="*/ 103 w 315"/>
              <a:gd name="T43" fmla="*/ 247 h 247"/>
              <a:gd name="T44" fmla="*/ 72 w 315"/>
              <a:gd name="T45" fmla="*/ 246 h 247"/>
              <a:gd name="T46" fmla="*/ 42 w 315"/>
              <a:gd name="T47" fmla="*/ 135 h 247"/>
              <a:gd name="T48" fmla="*/ 1 w 315"/>
              <a:gd name="T49" fmla="*/ 133 h 247"/>
              <a:gd name="T50" fmla="*/ 0 w 315"/>
              <a:gd name="T51" fmla="*/ 118 h 247"/>
              <a:gd name="T52" fmla="*/ 5 w 315"/>
              <a:gd name="T53" fmla="*/ 113 h 247"/>
              <a:gd name="T54" fmla="*/ 30 w 315"/>
              <a:gd name="T55" fmla="*/ 90 h 247"/>
              <a:gd name="T56" fmla="*/ 1 w 315"/>
              <a:gd name="T57" fmla="*/ 88 h 247"/>
              <a:gd name="T58" fmla="*/ 0 w 315"/>
              <a:gd name="T59" fmla="*/ 73 h 247"/>
              <a:gd name="T60" fmla="*/ 5 w 315"/>
              <a:gd name="T61" fmla="*/ 68 h 247"/>
              <a:gd name="T62" fmla="*/ 9 w 315"/>
              <a:gd name="T63" fmla="*/ 7 h 247"/>
              <a:gd name="T64" fmla="*/ 14 w 315"/>
              <a:gd name="T65" fmla="*/ 0 h 247"/>
              <a:gd name="T66" fmla="*/ 44 w 315"/>
              <a:gd name="T67" fmla="*/ 4 h 247"/>
              <a:gd name="T68" fmla="*/ 123 w 315"/>
              <a:gd name="T69" fmla="*/ 68 h 247"/>
              <a:gd name="T70" fmla="*/ 145 w 315"/>
              <a:gd name="T71" fmla="*/ 0 h 247"/>
              <a:gd name="T72" fmla="*/ 173 w 315"/>
              <a:gd name="T73" fmla="*/ 4 h 247"/>
              <a:gd name="T74" fmla="*/ 254 w 315"/>
              <a:gd name="T75" fmla="*/ 68 h 247"/>
              <a:gd name="T76" fmla="*/ 276 w 315"/>
              <a:gd name="T77" fmla="*/ 0 h 247"/>
              <a:gd name="T78" fmla="*/ 305 w 315"/>
              <a:gd name="T79" fmla="*/ 2 h 247"/>
              <a:gd name="T80" fmla="*/ 289 w 315"/>
              <a:gd name="T81" fmla="*/ 68 h 247"/>
              <a:gd name="T82" fmla="*/ 313 w 315"/>
              <a:gd name="T83" fmla="*/ 69 h 247"/>
              <a:gd name="T84" fmla="*/ 315 w 315"/>
              <a:gd name="T85" fmla="*/ 84 h 247"/>
              <a:gd name="T86" fmla="*/ 309 w 315"/>
              <a:gd name="T87" fmla="*/ 90 h 247"/>
              <a:gd name="T88" fmla="*/ 278 w 315"/>
              <a:gd name="T89" fmla="*/ 113 h 247"/>
              <a:gd name="T90" fmla="*/ 313 w 315"/>
              <a:gd name="T91" fmla="*/ 114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5" h="247">
                <a:moveTo>
                  <a:pt x="90" y="188"/>
                </a:moveTo>
                <a:cubicBezTo>
                  <a:pt x="104" y="135"/>
                  <a:pt x="104" y="135"/>
                  <a:pt x="104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90" y="188"/>
                  <a:pt x="90" y="188"/>
                  <a:pt x="90" y="188"/>
                </a:cubicBezTo>
                <a:cubicBezTo>
                  <a:pt x="90" y="188"/>
                  <a:pt x="90" y="188"/>
                  <a:pt x="90" y="188"/>
                </a:cubicBezTo>
                <a:cubicBezTo>
                  <a:pt x="90" y="188"/>
                  <a:pt x="90" y="189"/>
                  <a:pt x="90" y="189"/>
                </a:cubicBezTo>
                <a:cubicBezTo>
                  <a:pt x="90" y="189"/>
                  <a:pt x="90" y="188"/>
                  <a:pt x="90" y="188"/>
                </a:cubicBezTo>
                <a:cubicBezTo>
                  <a:pt x="90" y="188"/>
                  <a:pt x="90" y="188"/>
                  <a:pt x="90" y="188"/>
                </a:cubicBezTo>
                <a:close/>
                <a:moveTo>
                  <a:pt x="110" y="113"/>
                </a:moveTo>
                <a:cubicBezTo>
                  <a:pt x="117" y="90"/>
                  <a:pt x="117" y="90"/>
                  <a:pt x="117" y="90"/>
                </a:cubicBezTo>
                <a:cubicBezTo>
                  <a:pt x="65" y="90"/>
                  <a:pt x="65" y="90"/>
                  <a:pt x="65" y="90"/>
                </a:cubicBezTo>
                <a:cubicBezTo>
                  <a:pt x="71" y="113"/>
                  <a:pt x="71" y="113"/>
                  <a:pt x="71" y="113"/>
                </a:cubicBezTo>
                <a:lnTo>
                  <a:pt x="110" y="113"/>
                </a:lnTo>
                <a:close/>
                <a:moveTo>
                  <a:pt x="144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62" y="90"/>
                  <a:pt x="162" y="90"/>
                  <a:pt x="162" y="90"/>
                </a:cubicBezTo>
                <a:cubicBezTo>
                  <a:pt x="150" y="90"/>
                  <a:pt x="150" y="90"/>
                  <a:pt x="150" y="90"/>
                </a:cubicBezTo>
                <a:lnTo>
                  <a:pt x="144" y="113"/>
                </a:lnTo>
                <a:close/>
                <a:moveTo>
                  <a:pt x="223" y="188"/>
                </a:moveTo>
                <a:cubicBezTo>
                  <a:pt x="237" y="135"/>
                  <a:pt x="237" y="135"/>
                  <a:pt x="237" y="135"/>
                </a:cubicBezTo>
                <a:cubicBezTo>
                  <a:pt x="208" y="135"/>
                  <a:pt x="208" y="135"/>
                  <a:pt x="208" y="135"/>
                </a:cubicBezTo>
                <a:cubicBezTo>
                  <a:pt x="223" y="188"/>
                  <a:pt x="223" y="188"/>
                  <a:pt x="223" y="188"/>
                </a:cubicBezTo>
                <a:cubicBezTo>
                  <a:pt x="223" y="188"/>
                  <a:pt x="223" y="188"/>
                  <a:pt x="223" y="188"/>
                </a:cubicBezTo>
                <a:cubicBezTo>
                  <a:pt x="223" y="188"/>
                  <a:pt x="223" y="189"/>
                  <a:pt x="223" y="189"/>
                </a:cubicBezTo>
                <a:cubicBezTo>
                  <a:pt x="223" y="189"/>
                  <a:pt x="223" y="188"/>
                  <a:pt x="223" y="188"/>
                </a:cubicBezTo>
                <a:cubicBezTo>
                  <a:pt x="223" y="188"/>
                  <a:pt x="223" y="188"/>
                  <a:pt x="223" y="188"/>
                </a:cubicBezTo>
                <a:close/>
                <a:moveTo>
                  <a:pt x="243" y="113"/>
                </a:moveTo>
                <a:cubicBezTo>
                  <a:pt x="248" y="90"/>
                  <a:pt x="248" y="90"/>
                  <a:pt x="248" y="90"/>
                </a:cubicBezTo>
                <a:cubicBezTo>
                  <a:pt x="196" y="90"/>
                  <a:pt x="196" y="90"/>
                  <a:pt x="196" y="90"/>
                </a:cubicBezTo>
                <a:cubicBezTo>
                  <a:pt x="202" y="113"/>
                  <a:pt x="202" y="113"/>
                  <a:pt x="202" y="113"/>
                </a:cubicBezTo>
                <a:lnTo>
                  <a:pt x="243" y="113"/>
                </a:lnTo>
                <a:close/>
                <a:moveTo>
                  <a:pt x="315" y="118"/>
                </a:moveTo>
                <a:cubicBezTo>
                  <a:pt x="315" y="129"/>
                  <a:pt x="315" y="129"/>
                  <a:pt x="315" y="129"/>
                </a:cubicBezTo>
                <a:cubicBezTo>
                  <a:pt x="315" y="131"/>
                  <a:pt x="314" y="132"/>
                  <a:pt x="313" y="133"/>
                </a:cubicBezTo>
                <a:cubicBezTo>
                  <a:pt x="312" y="134"/>
                  <a:pt x="311" y="135"/>
                  <a:pt x="309" y="135"/>
                </a:cubicBezTo>
                <a:cubicBezTo>
                  <a:pt x="272" y="135"/>
                  <a:pt x="272" y="135"/>
                  <a:pt x="272" y="135"/>
                </a:cubicBezTo>
                <a:cubicBezTo>
                  <a:pt x="243" y="243"/>
                  <a:pt x="243" y="243"/>
                  <a:pt x="243" y="243"/>
                </a:cubicBezTo>
                <a:cubicBezTo>
                  <a:pt x="242" y="246"/>
                  <a:pt x="240" y="247"/>
                  <a:pt x="237" y="247"/>
                </a:cubicBezTo>
                <a:cubicBezTo>
                  <a:pt x="209" y="247"/>
                  <a:pt x="209" y="247"/>
                  <a:pt x="209" y="247"/>
                </a:cubicBezTo>
                <a:cubicBezTo>
                  <a:pt x="207" y="247"/>
                  <a:pt x="205" y="246"/>
                  <a:pt x="204" y="243"/>
                </a:cubicBezTo>
                <a:cubicBezTo>
                  <a:pt x="175" y="135"/>
                  <a:pt x="175" y="135"/>
                  <a:pt x="175" y="135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09" y="243"/>
                  <a:pt x="109" y="243"/>
                  <a:pt x="109" y="243"/>
                </a:cubicBezTo>
                <a:cubicBezTo>
                  <a:pt x="108" y="246"/>
                  <a:pt x="106" y="247"/>
                  <a:pt x="103" y="247"/>
                </a:cubicBezTo>
                <a:cubicBezTo>
                  <a:pt x="75" y="247"/>
                  <a:pt x="75" y="247"/>
                  <a:pt x="75" y="247"/>
                </a:cubicBezTo>
                <a:cubicBezTo>
                  <a:pt x="74" y="247"/>
                  <a:pt x="73" y="247"/>
                  <a:pt x="72" y="246"/>
                </a:cubicBezTo>
                <a:cubicBezTo>
                  <a:pt x="71" y="245"/>
                  <a:pt x="70" y="244"/>
                  <a:pt x="70" y="243"/>
                </a:cubicBezTo>
                <a:cubicBezTo>
                  <a:pt x="42" y="135"/>
                  <a:pt x="42" y="135"/>
                  <a:pt x="42" y="135"/>
                </a:cubicBezTo>
                <a:cubicBezTo>
                  <a:pt x="5" y="135"/>
                  <a:pt x="5" y="135"/>
                  <a:pt x="5" y="135"/>
                </a:cubicBezTo>
                <a:cubicBezTo>
                  <a:pt x="4" y="135"/>
                  <a:pt x="2" y="134"/>
                  <a:pt x="1" y="133"/>
                </a:cubicBezTo>
                <a:cubicBezTo>
                  <a:pt x="0" y="132"/>
                  <a:pt x="0" y="131"/>
                  <a:pt x="0" y="129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6"/>
                  <a:pt x="0" y="115"/>
                  <a:pt x="1" y="114"/>
                </a:cubicBezTo>
                <a:cubicBezTo>
                  <a:pt x="2" y="113"/>
                  <a:pt x="4" y="113"/>
                  <a:pt x="5" y="113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30" y="90"/>
                  <a:pt x="30" y="90"/>
                  <a:pt x="30" y="90"/>
                </a:cubicBezTo>
                <a:cubicBezTo>
                  <a:pt x="5" y="90"/>
                  <a:pt x="5" y="90"/>
                  <a:pt x="5" y="90"/>
                </a:cubicBezTo>
                <a:cubicBezTo>
                  <a:pt x="4" y="90"/>
                  <a:pt x="2" y="89"/>
                  <a:pt x="1" y="88"/>
                </a:cubicBezTo>
                <a:cubicBezTo>
                  <a:pt x="0" y="87"/>
                  <a:pt x="0" y="86"/>
                  <a:pt x="0" y="84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2"/>
                  <a:pt x="0" y="70"/>
                  <a:pt x="1" y="69"/>
                </a:cubicBezTo>
                <a:cubicBezTo>
                  <a:pt x="2" y="68"/>
                  <a:pt x="4" y="68"/>
                  <a:pt x="5" y="68"/>
                </a:cubicBezTo>
                <a:cubicBezTo>
                  <a:pt x="25" y="68"/>
                  <a:pt x="25" y="68"/>
                  <a:pt x="25" y="68"/>
                </a:cubicBezTo>
                <a:cubicBezTo>
                  <a:pt x="9" y="7"/>
                  <a:pt x="9" y="7"/>
                  <a:pt x="9" y="7"/>
                </a:cubicBezTo>
                <a:cubicBezTo>
                  <a:pt x="8" y="5"/>
                  <a:pt x="9" y="4"/>
                  <a:pt x="10" y="2"/>
                </a:cubicBezTo>
                <a:cubicBezTo>
                  <a:pt x="11" y="1"/>
                  <a:pt x="12" y="0"/>
                  <a:pt x="14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1" y="0"/>
                  <a:pt x="43" y="1"/>
                  <a:pt x="44" y="4"/>
                </a:cubicBezTo>
                <a:cubicBezTo>
                  <a:pt x="60" y="68"/>
                  <a:pt x="60" y="68"/>
                  <a:pt x="60" y="68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40" y="4"/>
                  <a:pt x="140" y="4"/>
                  <a:pt x="140" y="4"/>
                </a:cubicBezTo>
                <a:cubicBezTo>
                  <a:pt x="141" y="1"/>
                  <a:pt x="142" y="0"/>
                  <a:pt x="145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70" y="0"/>
                  <a:pt x="172" y="1"/>
                  <a:pt x="173" y="4"/>
                </a:cubicBezTo>
                <a:cubicBezTo>
                  <a:pt x="190" y="68"/>
                  <a:pt x="190" y="68"/>
                  <a:pt x="190" y="68"/>
                </a:cubicBezTo>
                <a:cubicBezTo>
                  <a:pt x="254" y="68"/>
                  <a:pt x="254" y="68"/>
                  <a:pt x="254" y="68"/>
                </a:cubicBezTo>
                <a:cubicBezTo>
                  <a:pt x="270" y="4"/>
                  <a:pt x="270" y="4"/>
                  <a:pt x="270" y="4"/>
                </a:cubicBezTo>
                <a:cubicBezTo>
                  <a:pt x="271" y="1"/>
                  <a:pt x="273" y="0"/>
                  <a:pt x="276" y="0"/>
                </a:cubicBezTo>
                <a:cubicBezTo>
                  <a:pt x="300" y="0"/>
                  <a:pt x="300" y="0"/>
                  <a:pt x="300" y="0"/>
                </a:cubicBezTo>
                <a:cubicBezTo>
                  <a:pt x="302" y="0"/>
                  <a:pt x="303" y="1"/>
                  <a:pt x="305" y="2"/>
                </a:cubicBezTo>
                <a:cubicBezTo>
                  <a:pt x="306" y="4"/>
                  <a:pt x="306" y="5"/>
                  <a:pt x="305" y="7"/>
                </a:cubicBezTo>
                <a:cubicBezTo>
                  <a:pt x="289" y="68"/>
                  <a:pt x="289" y="68"/>
                  <a:pt x="289" y="68"/>
                </a:cubicBezTo>
                <a:cubicBezTo>
                  <a:pt x="309" y="68"/>
                  <a:pt x="309" y="68"/>
                  <a:pt x="309" y="68"/>
                </a:cubicBezTo>
                <a:cubicBezTo>
                  <a:pt x="311" y="68"/>
                  <a:pt x="312" y="68"/>
                  <a:pt x="313" y="69"/>
                </a:cubicBezTo>
                <a:cubicBezTo>
                  <a:pt x="314" y="70"/>
                  <a:pt x="315" y="72"/>
                  <a:pt x="315" y="73"/>
                </a:cubicBezTo>
                <a:cubicBezTo>
                  <a:pt x="315" y="84"/>
                  <a:pt x="315" y="84"/>
                  <a:pt x="315" y="84"/>
                </a:cubicBezTo>
                <a:cubicBezTo>
                  <a:pt x="315" y="86"/>
                  <a:pt x="314" y="87"/>
                  <a:pt x="313" y="88"/>
                </a:cubicBezTo>
                <a:cubicBezTo>
                  <a:pt x="312" y="89"/>
                  <a:pt x="311" y="90"/>
                  <a:pt x="309" y="90"/>
                </a:cubicBezTo>
                <a:cubicBezTo>
                  <a:pt x="283" y="90"/>
                  <a:pt x="283" y="90"/>
                  <a:pt x="283" y="90"/>
                </a:cubicBezTo>
                <a:cubicBezTo>
                  <a:pt x="278" y="113"/>
                  <a:pt x="278" y="113"/>
                  <a:pt x="278" y="113"/>
                </a:cubicBezTo>
                <a:cubicBezTo>
                  <a:pt x="309" y="113"/>
                  <a:pt x="309" y="113"/>
                  <a:pt x="309" y="113"/>
                </a:cubicBezTo>
                <a:cubicBezTo>
                  <a:pt x="311" y="113"/>
                  <a:pt x="312" y="113"/>
                  <a:pt x="313" y="114"/>
                </a:cubicBezTo>
                <a:cubicBezTo>
                  <a:pt x="314" y="115"/>
                  <a:pt x="315" y="116"/>
                  <a:pt x="315" y="11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6" name="Freeform 82"/>
          <p:cNvSpPr>
            <a:spLocks noEditPoints="1"/>
          </p:cNvSpPr>
          <p:nvPr/>
        </p:nvSpPr>
        <p:spPr bwMode="auto">
          <a:xfrm>
            <a:off x="6411913" y="2462213"/>
            <a:ext cx="260350" cy="266700"/>
          </a:xfrm>
          <a:custGeom>
            <a:avLst/>
            <a:gdLst>
              <a:gd name="T0" fmla="*/ 174 w 242"/>
              <a:gd name="T1" fmla="*/ 87 h 247"/>
              <a:gd name="T2" fmla="*/ 174 w 242"/>
              <a:gd name="T3" fmla="*/ 174 h 247"/>
              <a:gd name="T4" fmla="*/ 173 w 242"/>
              <a:gd name="T5" fmla="*/ 178 h 247"/>
              <a:gd name="T6" fmla="*/ 169 w 242"/>
              <a:gd name="T7" fmla="*/ 180 h 247"/>
              <a:gd name="T8" fmla="*/ 141 w 242"/>
              <a:gd name="T9" fmla="*/ 180 h 247"/>
              <a:gd name="T10" fmla="*/ 136 w 242"/>
              <a:gd name="T11" fmla="*/ 178 h 247"/>
              <a:gd name="T12" fmla="*/ 135 w 242"/>
              <a:gd name="T13" fmla="*/ 174 h 247"/>
              <a:gd name="T14" fmla="*/ 135 w 242"/>
              <a:gd name="T15" fmla="*/ 87 h 247"/>
              <a:gd name="T16" fmla="*/ 121 w 242"/>
              <a:gd name="T17" fmla="*/ 53 h 247"/>
              <a:gd name="T18" fmla="*/ 87 w 242"/>
              <a:gd name="T19" fmla="*/ 39 h 247"/>
              <a:gd name="T20" fmla="*/ 39 w 242"/>
              <a:gd name="T21" fmla="*/ 39 h 247"/>
              <a:gd name="T22" fmla="*/ 39 w 242"/>
              <a:gd name="T23" fmla="*/ 242 h 247"/>
              <a:gd name="T24" fmla="*/ 38 w 242"/>
              <a:gd name="T25" fmla="*/ 246 h 247"/>
              <a:gd name="T26" fmla="*/ 34 w 242"/>
              <a:gd name="T27" fmla="*/ 247 h 247"/>
              <a:gd name="T28" fmla="*/ 6 w 242"/>
              <a:gd name="T29" fmla="*/ 247 h 247"/>
              <a:gd name="T30" fmla="*/ 2 w 242"/>
              <a:gd name="T31" fmla="*/ 246 h 247"/>
              <a:gd name="T32" fmla="*/ 0 w 242"/>
              <a:gd name="T33" fmla="*/ 242 h 247"/>
              <a:gd name="T34" fmla="*/ 0 w 242"/>
              <a:gd name="T35" fmla="*/ 6 h 247"/>
              <a:gd name="T36" fmla="*/ 2 w 242"/>
              <a:gd name="T37" fmla="*/ 2 h 247"/>
              <a:gd name="T38" fmla="*/ 6 w 242"/>
              <a:gd name="T39" fmla="*/ 0 h 247"/>
              <a:gd name="T40" fmla="*/ 87 w 242"/>
              <a:gd name="T41" fmla="*/ 0 h 247"/>
              <a:gd name="T42" fmla="*/ 131 w 242"/>
              <a:gd name="T43" fmla="*/ 12 h 247"/>
              <a:gd name="T44" fmla="*/ 163 w 242"/>
              <a:gd name="T45" fmla="*/ 43 h 247"/>
              <a:gd name="T46" fmla="*/ 174 w 242"/>
              <a:gd name="T47" fmla="*/ 87 h 247"/>
              <a:gd name="T48" fmla="*/ 242 w 242"/>
              <a:gd name="T49" fmla="*/ 6 h 247"/>
              <a:gd name="T50" fmla="*/ 242 w 242"/>
              <a:gd name="T51" fmla="*/ 160 h 247"/>
              <a:gd name="T52" fmla="*/ 230 w 242"/>
              <a:gd name="T53" fmla="*/ 204 h 247"/>
              <a:gd name="T54" fmla="*/ 198 w 242"/>
              <a:gd name="T55" fmla="*/ 236 h 247"/>
              <a:gd name="T56" fmla="*/ 155 w 242"/>
              <a:gd name="T57" fmla="*/ 247 h 247"/>
              <a:gd name="T58" fmla="*/ 73 w 242"/>
              <a:gd name="T59" fmla="*/ 247 h 247"/>
              <a:gd name="T60" fmla="*/ 69 w 242"/>
              <a:gd name="T61" fmla="*/ 246 h 247"/>
              <a:gd name="T62" fmla="*/ 67 w 242"/>
              <a:gd name="T63" fmla="*/ 242 h 247"/>
              <a:gd name="T64" fmla="*/ 67 w 242"/>
              <a:gd name="T65" fmla="*/ 73 h 247"/>
              <a:gd name="T66" fmla="*/ 69 w 242"/>
              <a:gd name="T67" fmla="*/ 69 h 247"/>
              <a:gd name="T68" fmla="*/ 73 w 242"/>
              <a:gd name="T69" fmla="*/ 68 h 247"/>
              <a:gd name="T70" fmla="*/ 101 w 242"/>
              <a:gd name="T71" fmla="*/ 68 h 247"/>
              <a:gd name="T72" fmla="*/ 105 w 242"/>
              <a:gd name="T73" fmla="*/ 69 h 247"/>
              <a:gd name="T74" fmla="*/ 107 w 242"/>
              <a:gd name="T75" fmla="*/ 73 h 247"/>
              <a:gd name="T76" fmla="*/ 107 w 242"/>
              <a:gd name="T77" fmla="*/ 208 h 247"/>
              <a:gd name="T78" fmla="*/ 155 w 242"/>
              <a:gd name="T79" fmla="*/ 208 h 247"/>
              <a:gd name="T80" fmla="*/ 188 w 242"/>
              <a:gd name="T81" fmla="*/ 194 h 247"/>
              <a:gd name="T82" fmla="*/ 202 w 242"/>
              <a:gd name="T83" fmla="*/ 160 h 247"/>
              <a:gd name="T84" fmla="*/ 202 w 242"/>
              <a:gd name="T85" fmla="*/ 6 h 247"/>
              <a:gd name="T86" fmla="*/ 204 w 242"/>
              <a:gd name="T87" fmla="*/ 2 h 247"/>
              <a:gd name="T88" fmla="*/ 208 w 242"/>
              <a:gd name="T89" fmla="*/ 0 h 247"/>
              <a:gd name="T90" fmla="*/ 236 w 242"/>
              <a:gd name="T91" fmla="*/ 0 h 247"/>
              <a:gd name="T92" fmla="*/ 240 w 242"/>
              <a:gd name="T93" fmla="*/ 2 h 247"/>
              <a:gd name="T94" fmla="*/ 242 w 242"/>
              <a:gd name="T95" fmla="*/ 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42" h="247">
                <a:moveTo>
                  <a:pt x="174" y="87"/>
                </a:moveTo>
                <a:cubicBezTo>
                  <a:pt x="174" y="174"/>
                  <a:pt x="174" y="174"/>
                  <a:pt x="174" y="174"/>
                </a:cubicBezTo>
                <a:cubicBezTo>
                  <a:pt x="174" y="176"/>
                  <a:pt x="174" y="177"/>
                  <a:pt x="173" y="178"/>
                </a:cubicBezTo>
                <a:cubicBezTo>
                  <a:pt x="172" y="179"/>
                  <a:pt x="170" y="180"/>
                  <a:pt x="169" y="180"/>
                </a:cubicBezTo>
                <a:cubicBezTo>
                  <a:pt x="141" y="180"/>
                  <a:pt x="141" y="180"/>
                  <a:pt x="141" y="180"/>
                </a:cubicBezTo>
                <a:cubicBezTo>
                  <a:pt x="139" y="180"/>
                  <a:pt x="138" y="179"/>
                  <a:pt x="136" y="178"/>
                </a:cubicBezTo>
                <a:cubicBezTo>
                  <a:pt x="135" y="177"/>
                  <a:pt x="135" y="176"/>
                  <a:pt x="135" y="174"/>
                </a:cubicBezTo>
                <a:cubicBezTo>
                  <a:pt x="135" y="87"/>
                  <a:pt x="135" y="87"/>
                  <a:pt x="135" y="87"/>
                </a:cubicBezTo>
                <a:cubicBezTo>
                  <a:pt x="135" y="74"/>
                  <a:pt x="130" y="63"/>
                  <a:pt x="121" y="53"/>
                </a:cubicBezTo>
                <a:cubicBezTo>
                  <a:pt x="111" y="44"/>
                  <a:pt x="100" y="39"/>
                  <a:pt x="87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242"/>
                  <a:pt x="39" y="242"/>
                  <a:pt x="39" y="242"/>
                </a:cubicBezTo>
                <a:cubicBezTo>
                  <a:pt x="39" y="243"/>
                  <a:pt x="39" y="245"/>
                  <a:pt x="38" y="246"/>
                </a:cubicBezTo>
                <a:cubicBezTo>
                  <a:pt x="37" y="247"/>
                  <a:pt x="35" y="247"/>
                  <a:pt x="34" y="247"/>
                </a:cubicBezTo>
                <a:cubicBezTo>
                  <a:pt x="6" y="247"/>
                  <a:pt x="6" y="247"/>
                  <a:pt x="6" y="247"/>
                </a:cubicBezTo>
                <a:cubicBezTo>
                  <a:pt x="4" y="247"/>
                  <a:pt x="3" y="247"/>
                  <a:pt x="2" y="246"/>
                </a:cubicBezTo>
                <a:cubicBezTo>
                  <a:pt x="1" y="245"/>
                  <a:pt x="0" y="243"/>
                  <a:pt x="0" y="242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103" y="0"/>
                  <a:pt x="118" y="4"/>
                  <a:pt x="131" y="12"/>
                </a:cubicBezTo>
                <a:cubicBezTo>
                  <a:pt x="144" y="20"/>
                  <a:pt x="155" y="30"/>
                  <a:pt x="163" y="43"/>
                </a:cubicBezTo>
                <a:cubicBezTo>
                  <a:pt x="170" y="57"/>
                  <a:pt x="174" y="71"/>
                  <a:pt x="174" y="87"/>
                </a:cubicBezTo>
                <a:close/>
                <a:moveTo>
                  <a:pt x="242" y="6"/>
                </a:moveTo>
                <a:cubicBezTo>
                  <a:pt x="242" y="160"/>
                  <a:pt x="242" y="160"/>
                  <a:pt x="242" y="160"/>
                </a:cubicBezTo>
                <a:cubicBezTo>
                  <a:pt x="242" y="176"/>
                  <a:pt x="238" y="191"/>
                  <a:pt x="230" y="204"/>
                </a:cubicBezTo>
                <a:cubicBezTo>
                  <a:pt x="222" y="217"/>
                  <a:pt x="212" y="228"/>
                  <a:pt x="198" y="236"/>
                </a:cubicBezTo>
                <a:cubicBezTo>
                  <a:pt x="185" y="244"/>
                  <a:pt x="170" y="247"/>
                  <a:pt x="155" y="247"/>
                </a:cubicBezTo>
                <a:cubicBezTo>
                  <a:pt x="73" y="247"/>
                  <a:pt x="73" y="247"/>
                  <a:pt x="73" y="247"/>
                </a:cubicBezTo>
                <a:cubicBezTo>
                  <a:pt x="71" y="247"/>
                  <a:pt x="70" y="247"/>
                  <a:pt x="69" y="246"/>
                </a:cubicBezTo>
                <a:cubicBezTo>
                  <a:pt x="68" y="245"/>
                  <a:pt x="67" y="243"/>
                  <a:pt x="67" y="242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2"/>
                  <a:pt x="68" y="70"/>
                  <a:pt x="69" y="69"/>
                </a:cubicBezTo>
                <a:cubicBezTo>
                  <a:pt x="70" y="68"/>
                  <a:pt x="71" y="68"/>
                  <a:pt x="73" y="68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103" y="68"/>
                  <a:pt x="104" y="68"/>
                  <a:pt x="105" y="69"/>
                </a:cubicBezTo>
                <a:cubicBezTo>
                  <a:pt x="106" y="70"/>
                  <a:pt x="107" y="72"/>
                  <a:pt x="107" y="73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55" y="208"/>
                  <a:pt x="155" y="208"/>
                  <a:pt x="155" y="208"/>
                </a:cubicBezTo>
                <a:cubicBezTo>
                  <a:pt x="168" y="208"/>
                  <a:pt x="179" y="203"/>
                  <a:pt x="188" y="194"/>
                </a:cubicBezTo>
                <a:cubicBezTo>
                  <a:pt x="198" y="185"/>
                  <a:pt x="202" y="173"/>
                  <a:pt x="202" y="160"/>
                </a:cubicBezTo>
                <a:cubicBezTo>
                  <a:pt x="202" y="6"/>
                  <a:pt x="202" y="6"/>
                  <a:pt x="202" y="6"/>
                </a:cubicBezTo>
                <a:cubicBezTo>
                  <a:pt x="202" y="4"/>
                  <a:pt x="203" y="3"/>
                  <a:pt x="204" y="2"/>
                </a:cubicBezTo>
                <a:cubicBezTo>
                  <a:pt x="205" y="1"/>
                  <a:pt x="206" y="0"/>
                  <a:pt x="208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38" y="0"/>
                  <a:pt x="239" y="1"/>
                  <a:pt x="240" y="2"/>
                </a:cubicBezTo>
                <a:cubicBezTo>
                  <a:pt x="241" y="3"/>
                  <a:pt x="242" y="4"/>
                  <a:pt x="242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7" name="Freeform 83"/>
          <p:cNvSpPr>
            <a:spLocks noEditPoints="1"/>
          </p:cNvSpPr>
          <p:nvPr/>
        </p:nvSpPr>
        <p:spPr bwMode="auto">
          <a:xfrm>
            <a:off x="7259638" y="2473326"/>
            <a:ext cx="290513" cy="244475"/>
          </a:xfrm>
          <a:custGeom>
            <a:avLst/>
            <a:gdLst>
              <a:gd name="T0" fmla="*/ 180 w 270"/>
              <a:gd name="T1" fmla="*/ 124 h 225"/>
              <a:gd name="T2" fmla="*/ 235 w 270"/>
              <a:gd name="T3" fmla="*/ 124 h 225"/>
              <a:gd name="T4" fmla="*/ 235 w 270"/>
              <a:gd name="T5" fmla="*/ 123 h 225"/>
              <a:gd name="T6" fmla="*/ 235 w 270"/>
              <a:gd name="T7" fmla="*/ 121 h 225"/>
              <a:gd name="T8" fmla="*/ 197 w 270"/>
              <a:gd name="T9" fmla="*/ 34 h 225"/>
              <a:gd name="T10" fmla="*/ 73 w 270"/>
              <a:gd name="T11" fmla="*/ 34 h 225"/>
              <a:gd name="T12" fmla="*/ 36 w 270"/>
              <a:gd name="T13" fmla="*/ 121 h 225"/>
              <a:gd name="T14" fmla="*/ 35 w 270"/>
              <a:gd name="T15" fmla="*/ 123 h 225"/>
              <a:gd name="T16" fmla="*/ 35 w 270"/>
              <a:gd name="T17" fmla="*/ 124 h 225"/>
              <a:gd name="T18" fmla="*/ 90 w 270"/>
              <a:gd name="T19" fmla="*/ 124 h 225"/>
              <a:gd name="T20" fmla="*/ 107 w 270"/>
              <a:gd name="T21" fmla="*/ 158 h 225"/>
              <a:gd name="T22" fmla="*/ 163 w 270"/>
              <a:gd name="T23" fmla="*/ 158 h 225"/>
              <a:gd name="T24" fmla="*/ 180 w 270"/>
              <a:gd name="T25" fmla="*/ 124 h 225"/>
              <a:gd name="T26" fmla="*/ 270 w 270"/>
              <a:gd name="T27" fmla="*/ 129 h 225"/>
              <a:gd name="T28" fmla="*/ 270 w 270"/>
              <a:gd name="T29" fmla="*/ 214 h 225"/>
              <a:gd name="T30" fmla="*/ 267 w 270"/>
              <a:gd name="T31" fmla="*/ 222 h 225"/>
              <a:gd name="T32" fmla="*/ 259 w 270"/>
              <a:gd name="T33" fmla="*/ 225 h 225"/>
              <a:gd name="T34" fmla="*/ 12 w 270"/>
              <a:gd name="T35" fmla="*/ 225 h 225"/>
              <a:gd name="T36" fmla="*/ 4 w 270"/>
              <a:gd name="T37" fmla="*/ 222 h 225"/>
              <a:gd name="T38" fmla="*/ 0 w 270"/>
              <a:gd name="T39" fmla="*/ 214 h 225"/>
              <a:gd name="T40" fmla="*/ 0 w 270"/>
              <a:gd name="T41" fmla="*/ 129 h 225"/>
              <a:gd name="T42" fmla="*/ 5 w 270"/>
              <a:gd name="T43" fmla="*/ 108 h 225"/>
              <a:gd name="T44" fmla="*/ 46 w 270"/>
              <a:gd name="T45" fmla="*/ 11 h 225"/>
              <a:gd name="T46" fmla="*/ 53 w 270"/>
              <a:gd name="T47" fmla="*/ 3 h 225"/>
              <a:gd name="T48" fmla="*/ 62 w 270"/>
              <a:gd name="T49" fmla="*/ 0 h 225"/>
              <a:gd name="T50" fmla="*/ 208 w 270"/>
              <a:gd name="T51" fmla="*/ 0 h 225"/>
              <a:gd name="T52" fmla="*/ 217 w 270"/>
              <a:gd name="T53" fmla="*/ 3 h 225"/>
              <a:gd name="T54" fmla="*/ 224 w 270"/>
              <a:gd name="T55" fmla="*/ 11 h 225"/>
              <a:gd name="T56" fmla="*/ 266 w 270"/>
              <a:gd name="T57" fmla="*/ 108 h 225"/>
              <a:gd name="T58" fmla="*/ 270 w 270"/>
              <a:gd name="T59" fmla="*/ 12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25">
                <a:moveTo>
                  <a:pt x="180" y="124"/>
                </a:moveTo>
                <a:cubicBezTo>
                  <a:pt x="235" y="124"/>
                  <a:pt x="235" y="124"/>
                  <a:pt x="235" y="124"/>
                </a:cubicBezTo>
                <a:cubicBezTo>
                  <a:pt x="235" y="124"/>
                  <a:pt x="235" y="123"/>
                  <a:pt x="235" y="123"/>
                </a:cubicBezTo>
                <a:cubicBezTo>
                  <a:pt x="235" y="122"/>
                  <a:pt x="235" y="122"/>
                  <a:pt x="235" y="121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73" y="34"/>
                  <a:pt x="73" y="34"/>
                  <a:pt x="73" y="34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6" y="121"/>
                  <a:pt x="35" y="122"/>
                  <a:pt x="35" y="123"/>
                </a:cubicBezTo>
                <a:cubicBezTo>
                  <a:pt x="35" y="123"/>
                  <a:pt x="35" y="124"/>
                  <a:pt x="35" y="124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63" y="158"/>
                  <a:pt x="163" y="158"/>
                  <a:pt x="163" y="158"/>
                </a:cubicBezTo>
                <a:lnTo>
                  <a:pt x="180" y="124"/>
                </a:lnTo>
                <a:close/>
                <a:moveTo>
                  <a:pt x="270" y="129"/>
                </a:moveTo>
                <a:cubicBezTo>
                  <a:pt x="270" y="214"/>
                  <a:pt x="270" y="214"/>
                  <a:pt x="270" y="214"/>
                </a:cubicBezTo>
                <a:cubicBezTo>
                  <a:pt x="270" y="217"/>
                  <a:pt x="269" y="220"/>
                  <a:pt x="267" y="222"/>
                </a:cubicBezTo>
                <a:cubicBezTo>
                  <a:pt x="265" y="224"/>
                  <a:pt x="262" y="225"/>
                  <a:pt x="259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8" y="225"/>
                  <a:pt x="6" y="224"/>
                  <a:pt x="4" y="222"/>
                </a:cubicBezTo>
                <a:cubicBezTo>
                  <a:pt x="1" y="220"/>
                  <a:pt x="0" y="217"/>
                  <a:pt x="0" y="214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2"/>
                  <a:pt x="2" y="115"/>
                  <a:pt x="5" y="108"/>
                </a:cubicBezTo>
                <a:cubicBezTo>
                  <a:pt x="46" y="11"/>
                  <a:pt x="46" y="11"/>
                  <a:pt x="46" y="11"/>
                </a:cubicBezTo>
                <a:cubicBezTo>
                  <a:pt x="48" y="8"/>
                  <a:pt x="50" y="5"/>
                  <a:pt x="53" y="3"/>
                </a:cubicBezTo>
                <a:cubicBezTo>
                  <a:pt x="56" y="1"/>
                  <a:pt x="59" y="0"/>
                  <a:pt x="62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7" y="3"/>
                </a:cubicBezTo>
                <a:cubicBezTo>
                  <a:pt x="221" y="5"/>
                  <a:pt x="223" y="8"/>
                  <a:pt x="224" y="11"/>
                </a:cubicBezTo>
                <a:cubicBezTo>
                  <a:pt x="266" y="108"/>
                  <a:pt x="266" y="108"/>
                  <a:pt x="266" y="108"/>
                </a:cubicBezTo>
                <a:cubicBezTo>
                  <a:pt x="269" y="115"/>
                  <a:pt x="270" y="122"/>
                  <a:pt x="270" y="12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8" name="Freeform 84"/>
          <p:cNvSpPr>
            <a:spLocks noEditPoints="1"/>
          </p:cNvSpPr>
          <p:nvPr/>
        </p:nvSpPr>
        <p:spPr bwMode="auto">
          <a:xfrm>
            <a:off x="7666038" y="2462213"/>
            <a:ext cx="339725" cy="266700"/>
          </a:xfrm>
          <a:custGeom>
            <a:avLst/>
            <a:gdLst>
              <a:gd name="T0" fmla="*/ 61 w 315"/>
              <a:gd name="T1" fmla="*/ 128 h 247"/>
              <a:gd name="T2" fmla="*/ 6 w 315"/>
              <a:gd name="T3" fmla="*/ 180 h 247"/>
              <a:gd name="T4" fmla="*/ 0 w 315"/>
              <a:gd name="T5" fmla="*/ 174 h 247"/>
              <a:gd name="T6" fmla="*/ 2 w 315"/>
              <a:gd name="T7" fmla="*/ 69 h 247"/>
              <a:gd name="T8" fmla="*/ 10 w 315"/>
              <a:gd name="T9" fmla="*/ 69 h 247"/>
              <a:gd name="T10" fmla="*/ 62 w 315"/>
              <a:gd name="T11" fmla="*/ 124 h 247"/>
              <a:gd name="T12" fmla="*/ 315 w 315"/>
              <a:gd name="T13" fmla="*/ 242 h 247"/>
              <a:gd name="T14" fmla="*/ 310 w 315"/>
              <a:gd name="T15" fmla="*/ 247 h 247"/>
              <a:gd name="T16" fmla="*/ 2 w 315"/>
              <a:gd name="T17" fmla="*/ 246 h 247"/>
              <a:gd name="T18" fmla="*/ 0 w 315"/>
              <a:gd name="T19" fmla="*/ 208 h 247"/>
              <a:gd name="T20" fmla="*/ 6 w 315"/>
              <a:gd name="T21" fmla="*/ 202 h 247"/>
              <a:gd name="T22" fmla="*/ 314 w 315"/>
              <a:gd name="T23" fmla="*/ 204 h 247"/>
              <a:gd name="T24" fmla="*/ 315 w 315"/>
              <a:gd name="T25" fmla="*/ 141 h 247"/>
              <a:gd name="T26" fmla="*/ 314 w 315"/>
              <a:gd name="T27" fmla="*/ 178 h 247"/>
              <a:gd name="T28" fmla="*/ 118 w 315"/>
              <a:gd name="T29" fmla="*/ 180 h 247"/>
              <a:gd name="T30" fmla="*/ 113 w 315"/>
              <a:gd name="T31" fmla="*/ 174 h 247"/>
              <a:gd name="T32" fmla="*/ 115 w 315"/>
              <a:gd name="T33" fmla="*/ 137 h 247"/>
              <a:gd name="T34" fmla="*/ 310 w 315"/>
              <a:gd name="T35" fmla="*/ 135 h 247"/>
              <a:gd name="T36" fmla="*/ 315 w 315"/>
              <a:gd name="T37" fmla="*/ 141 h 247"/>
              <a:gd name="T38" fmla="*/ 315 w 315"/>
              <a:gd name="T39" fmla="*/ 107 h 247"/>
              <a:gd name="T40" fmla="*/ 310 w 315"/>
              <a:gd name="T41" fmla="*/ 113 h 247"/>
              <a:gd name="T42" fmla="*/ 115 w 315"/>
              <a:gd name="T43" fmla="*/ 111 h 247"/>
              <a:gd name="T44" fmla="*/ 113 w 315"/>
              <a:gd name="T45" fmla="*/ 73 h 247"/>
              <a:gd name="T46" fmla="*/ 118 w 315"/>
              <a:gd name="T47" fmla="*/ 68 h 247"/>
              <a:gd name="T48" fmla="*/ 314 w 315"/>
              <a:gd name="T49" fmla="*/ 69 h 247"/>
              <a:gd name="T50" fmla="*/ 315 w 315"/>
              <a:gd name="T51" fmla="*/ 6 h 247"/>
              <a:gd name="T52" fmla="*/ 314 w 315"/>
              <a:gd name="T53" fmla="*/ 43 h 247"/>
              <a:gd name="T54" fmla="*/ 6 w 315"/>
              <a:gd name="T55" fmla="*/ 45 h 247"/>
              <a:gd name="T56" fmla="*/ 0 w 315"/>
              <a:gd name="T57" fmla="*/ 39 h 247"/>
              <a:gd name="T58" fmla="*/ 2 w 315"/>
              <a:gd name="T59" fmla="*/ 2 h 247"/>
              <a:gd name="T60" fmla="*/ 310 w 315"/>
              <a:gd name="T61" fmla="*/ 0 h 247"/>
              <a:gd name="T62" fmla="*/ 315 w 315"/>
              <a:gd name="T63" fmla="*/ 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5" h="247">
                <a:moveTo>
                  <a:pt x="62" y="124"/>
                </a:moveTo>
                <a:cubicBezTo>
                  <a:pt x="62" y="125"/>
                  <a:pt x="62" y="127"/>
                  <a:pt x="61" y="128"/>
                </a:cubicBezTo>
                <a:cubicBezTo>
                  <a:pt x="10" y="178"/>
                  <a:pt x="10" y="178"/>
                  <a:pt x="10" y="178"/>
                </a:cubicBezTo>
                <a:cubicBezTo>
                  <a:pt x="9" y="179"/>
                  <a:pt x="8" y="180"/>
                  <a:pt x="6" y="180"/>
                </a:cubicBezTo>
                <a:cubicBezTo>
                  <a:pt x="5" y="180"/>
                  <a:pt x="3" y="179"/>
                  <a:pt x="2" y="178"/>
                </a:cubicBezTo>
                <a:cubicBezTo>
                  <a:pt x="1" y="177"/>
                  <a:pt x="0" y="176"/>
                  <a:pt x="0" y="174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2"/>
                  <a:pt x="1" y="70"/>
                  <a:pt x="2" y="69"/>
                </a:cubicBezTo>
                <a:cubicBezTo>
                  <a:pt x="3" y="68"/>
                  <a:pt x="5" y="68"/>
                  <a:pt x="6" y="68"/>
                </a:cubicBezTo>
                <a:cubicBezTo>
                  <a:pt x="8" y="68"/>
                  <a:pt x="9" y="68"/>
                  <a:pt x="10" y="69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2" y="121"/>
                  <a:pt x="62" y="122"/>
                  <a:pt x="62" y="124"/>
                </a:cubicBezTo>
                <a:close/>
                <a:moveTo>
                  <a:pt x="315" y="208"/>
                </a:moveTo>
                <a:cubicBezTo>
                  <a:pt x="315" y="242"/>
                  <a:pt x="315" y="242"/>
                  <a:pt x="315" y="242"/>
                </a:cubicBezTo>
                <a:cubicBezTo>
                  <a:pt x="315" y="243"/>
                  <a:pt x="315" y="245"/>
                  <a:pt x="314" y="246"/>
                </a:cubicBezTo>
                <a:cubicBezTo>
                  <a:pt x="312" y="247"/>
                  <a:pt x="311" y="247"/>
                  <a:pt x="310" y="247"/>
                </a:cubicBezTo>
                <a:cubicBezTo>
                  <a:pt x="6" y="247"/>
                  <a:pt x="6" y="247"/>
                  <a:pt x="6" y="247"/>
                </a:cubicBezTo>
                <a:cubicBezTo>
                  <a:pt x="5" y="247"/>
                  <a:pt x="3" y="247"/>
                  <a:pt x="2" y="246"/>
                </a:cubicBezTo>
                <a:cubicBezTo>
                  <a:pt x="1" y="245"/>
                  <a:pt x="0" y="243"/>
                  <a:pt x="0" y="242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07"/>
                  <a:pt x="1" y="205"/>
                  <a:pt x="2" y="204"/>
                </a:cubicBezTo>
                <a:cubicBezTo>
                  <a:pt x="3" y="203"/>
                  <a:pt x="5" y="202"/>
                  <a:pt x="6" y="202"/>
                </a:cubicBezTo>
                <a:cubicBezTo>
                  <a:pt x="310" y="202"/>
                  <a:pt x="310" y="202"/>
                  <a:pt x="310" y="202"/>
                </a:cubicBezTo>
                <a:cubicBezTo>
                  <a:pt x="311" y="202"/>
                  <a:pt x="312" y="203"/>
                  <a:pt x="314" y="204"/>
                </a:cubicBezTo>
                <a:cubicBezTo>
                  <a:pt x="315" y="205"/>
                  <a:pt x="315" y="207"/>
                  <a:pt x="315" y="208"/>
                </a:cubicBezTo>
                <a:close/>
                <a:moveTo>
                  <a:pt x="315" y="141"/>
                </a:moveTo>
                <a:cubicBezTo>
                  <a:pt x="315" y="174"/>
                  <a:pt x="315" y="174"/>
                  <a:pt x="315" y="174"/>
                </a:cubicBezTo>
                <a:cubicBezTo>
                  <a:pt x="315" y="176"/>
                  <a:pt x="315" y="177"/>
                  <a:pt x="314" y="178"/>
                </a:cubicBezTo>
                <a:cubicBezTo>
                  <a:pt x="312" y="179"/>
                  <a:pt x="311" y="180"/>
                  <a:pt x="310" y="180"/>
                </a:cubicBezTo>
                <a:cubicBezTo>
                  <a:pt x="118" y="180"/>
                  <a:pt x="118" y="180"/>
                  <a:pt x="118" y="180"/>
                </a:cubicBezTo>
                <a:cubicBezTo>
                  <a:pt x="117" y="180"/>
                  <a:pt x="116" y="179"/>
                  <a:pt x="115" y="178"/>
                </a:cubicBezTo>
                <a:cubicBezTo>
                  <a:pt x="113" y="177"/>
                  <a:pt x="113" y="176"/>
                  <a:pt x="113" y="174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39"/>
                  <a:pt x="113" y="138"/>
                  <a:pt x="115" y="137"/>
                </a:cubicBezTo>
                <a:cubicBezTo>
                  <a:pt x="116" y="136"/>
                  <a:pt x="117" y="135"/>
                  <a:pt x="118" y="135"/>
                </a:cubicBezTo>
                <a:cubicBezTo>
                  <a:pt x="310" y="135"/>
                  <a:pt x="310" y="135"/>
                  <a:pt x="310" y="135"/>
                </a:cubicBezTo>
                <a:cubicBezTo>
                  <a:pt x="311" y="135"/>
                  <a:pt x="312" y="136"/>
                  <a:pt x="314" y="137"/>
                </a:cubicBezTo>
                <a:cubicBezTo>
                  <a:pt x="315" y="138"/>
                  <a:pt x="315" y="139"/>
                  <a:pt x="315" y="141"/>
                </a:cubicBezTo>
                <a:close/>
                <a:moveTo>
                  <a:pt x="315" y="73"/>
                </a:moveTo>
                <a:cubicBezTo>
                  <a:pt x="315" y="107"/>
                  <a:pt x="315" y="107"/>
                  <a:pt x="315" y="107"/>
                </a:cubicBezTo>
                <a:cubicBezTo>
                  <a:pt x="315" y="108"/>
                  <a:pt x="315" y="110"/>
                  <a:pt x="314" y="111"/>
                </a:cubicBezTo>
                <a:cubicBezTo>
                  <a:pt x="312" y="112"/>
                  <a:pt x="311" y="113"/>
                  <a:pt x="310" y="11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7" y="113"/>
                  <a:pt x="116" y="112"/>
                  <a:pt x="115" y="111"/>
                </a:cubicBezTo>
                <a:cubicBezTo>
                  <a:pt x="113" y="110"/>
                  <a:pt x="113" y="108"/>
                  <a:pt x="113" y="107"/>
                </a:cubicBezTo>
                <a:cubicBezTo>
                  <a:pt x="113" y="73"/>
                  <a:pt x="113" y="73"/>
                  <a:pt x="113" y="73"/>
                </a:cubicBezTo>
                <a:cubicBezTo>
                  <a:pt x="113" y="72"/>
                  <a:pt x="113" y="70"/>
                  <a:pt x="115" y="69"/>
                </a:cubicBezTo>
                <a:cubicBezTo>
                  <a:pt x="116" y="68"/>
                  <a:pt x="117" y="68"/>
                  <a:pt x="118" y="68"/>
                </a:cubicBezTo>
                <a:cubicBezTo>
                  <a:pt x="310" y="68"/>
                  <a:pt x="310" y="68"/>
                  <a:pt x="310" y="68"/>
                </a:cubicBezTo>
                <a:cubicBezTo>
                  <a:pt x="311" y="68"/>
                  <a:pt x="312" y="68"/>
                  <a:pt x="314" y="69"/>
                </a:cubicBezTo>
                <a:cubicBezTo>
                  <a:pt x="315" y="70"/>
                  <a:pt x="315" y="72"/>
                  <a:pt x="315" y="73"/>
                </a:cubicBezTo>
                <a:close/>
                <a:moveTo>
                  <a:pt x="315" y="6"/>
                </a:moveTo>
                <a:cubicBezTo>
                  <a:pt x="315" y="39"/>
                  <a:pt x="315" y="39"/>
                  <a:pt x="315" y="39"/>
                </a:cubicBezTo>
                <a:cubicBezTo>
                  <a:pt x="315" y="41"/>
                  <a:pt x="315" y="42"/>
                  <a:pt x="314" y="43"/>
                </a:cubicBezTo>
                <a:cubicBezTo>
                  <a:pt x="312" y="44"/>
                  <a:pt x="311" y="45"/>
                  <a:pt x="310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5" y="45"/>
                  <a:pt x="3" y="44"/>
                  <a:pt x="2" y="43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310" y="0"/>
                  <a:pt x="310" y="0"/>
                  <a:pt x="310" y="0"/>
                </a:cubicBezTo>
                <a:cubicBezTo>
                  <a:pt x="311" y="0"/>
                  <a:pt x="312" y="1"/>
                  <a:pt x="314" y="2"/>
                </a:cubicBezTo>
                <a:cubicBezTo>
                  <a:pt x="315" y="3"/>
                  <a:pt x="315" y="4"/>
                  <a:pt x="315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85"/>
          <p:cNvSpPr>
            <a:spLocks noEditPoints="1"/>
          </p:cNvSpPr>
          <p:nvPr/>
        </p:nvSpPr>
        <p:spPr bwMode="auto">
          <a:xfrm>
            <a:off x="5618163" y="2894013"/>
            <a:ext cx="120650" cy="266700"/>
          </a:xfrm>
          <a:custGeom>
            <a:avLst/>
            <a:gdLst>
              <a:gd name="T0" fmla="*/ 113 w 113"/>
              <a:gd name="T1" fmla="*/ 213 h 247"/>
              <a:gd name="T2" fmla="*/ 113 w 113"/>
              <a:gd name="T3" fmla="*/ 236 h 247"/>
              <a:gd name="T4" fmla="*/ 109 w 113"/>
              <a:gd name="T5" fmla="*/ 244 h 247"/>
              <a:gd name="T6" fmla="*/ 101 w 113"/>
              <a:gd name="T7" fmla="*/ 247 h 247"/>
              <a:gd name="T8" fmla="*/ 12 w 113"/>
              <a:gd name="T9" fmla="*/ 247 h 247"/>
              <a:gd name="T10" fmla="*/ 4 w 113"/>
              <a:gd name="T11" fmla="*/ 244 h 247"/>
              <a:gd name="T12" fmla="*/ 0 w 113"/>
              <a:gd name="T13" fmla="*/ 236 h 247"/>
              <a:gd name="T14" fmla="*/ 0 w 113"/>
              <a:gd name="T15" fmla="*/ 213 h 247"/>
              <a:gd name="T16" fmla="*/ 4 w 113"/>
              <a:gd name="T17" fmla="*/ 205 h 247"/>
              <a:gd name="T18" fmla="*/ 12 w 113"/>
              <a:gd name="T19" fmla="*/ 202 h 247"/>
              <a:gd name="T20" fmla="*/ 23 w 113"/>
              <a:gd name="T21" fmla="*/ 202 h 247"/>
              <a:gd name="T22" fmla="*/ 23 w 113"/>
              <a:gd name="T23" fmla="*/ 135 h 247"/>
              <a:gd name="T24" fmla="*/ 12 w 113"/>
              <a:gd name="T25" fmla="*/ 135 h 247"/>
              <a:gd name="T26" fmla="*/ 4 w 113"/>
              <a:gd name="T27" fmla="*/ 131 h 247"/>
              <a:gd name="T28" fmla="*/ 0 w 113"/>
              <a:gd name="T29" fmla="*/ 123 h 247"/>
              <a:gd name="T30" fmla="*/ 0 w 113"/>
              <a:gd name="T31" fmla="*/ 101 h 247"/>
              <a:gd name="T32" fmla="*/ 4 w 113"/>
              <a:gd name="T33" fmla="*/ 93 h 247"/>
              <a:gd name="T34" fmla="*/ 12 w 113"/>
              <a:gd name="T35" fmla="*/ 90 h 247"/>
              <a:gd name="T36" fmla="*/ 79 w 113"/>
              <a:gd name="T37" fmla="*/ 90 h 247"/>
              <a:gd name="T38" fmla="*/ 87 w 113"/>
              <a:gd name="T39" fmla="*/ 93 h 247"/>
              <a:gd name="T40" fmla="*/ 90 w 113"/>
              <a:gd name="T41" fmla="*/ 101 h 247"/>
              <a:gd name="T42" fmla="*/ 90 w 113"/>
              <a:gd name="T43" fmla="*/ 202 h 247"/>
              <a:gd name="T44" fmla="*/ 101 w 113"/>
              <a:gd name="T45" fmla="*/ 202 h 247"/>
              <a:gd name="T46" fmla="*/ 109 w 113"/>
              <a:gd name="T47" fmla="*/ 205 h 247"/>
              <a:gd name="T48" fmla="*/ 113 w 113"/>
              <a:gd name="T49" fmla="*/ 213 h 247"/>
              <a:gd name="T50" fmla="*/ 90 w 113"/>
              <a:gd name="T51" fmla="*/ 11 h 247"/>
              <a:gd name="T52" fmla="*/ 90 w 113"/>
              <a:gd name="T53" fmla="*/ 45 h 247"/>
              <a:gd name="T54" fmla="*/ 87 w 113"/>
              <a:gd name="T55" fmla="*/ 53 h 247"/>
              <a:gd name="T56" fmla="*/ 79 w 113"/>
              <a:gd name="T57" fmla="*/ 56 h 247"/>
              <a:gd name="T58" fmla="*/ 34 w 113"/>
              <a:gd name="T59" fmla="*/ 56 h 247"/>
              <a:gd name="T60" fmla="*/ 26 w 113"/>
              <a:gd name="T61" fmla="*/ 53 h 247"/>
              <a:gd name="T62" fmla="*/ 23 w 113"/>
              <a:gd name="T63" fmla="*/ 45 h 247"/>
              <a:gd name="T64" fmla="*/ 23 w 113"/>
              <a:gd name="T65" fmla="*/ 11 h 247"/>
              <a:gd name="T66" fmla="*/ 26 w 113"/>
              <a:gd name="T67" fmla="*/ 3 h 247"/>
              <a:gd name="T68" fmla="*/ 34 w 113"/>
              <a:gd name="T69" fmla="*/ 0 h 247"/>
              <a:gd name="T70" fmla="*/ 79 w 113"/>
              <a:gd name="T71" fmla="*/ 0 h 247"/>
              <a:gd name="T72" fmla="*/ 87 w 113"/>
              <a:gd name="T73" fmla="*/ 3 h 247"/>
              <a:gd name="T74" fmla="*/ 90 w 113"/>
              <a:gd name="T75" fmla="*/ 11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3" h="247">
                <a:moveTo>
                  <a:pt x="113" y="213"/>
                </a:moveTo>
                <a:cubicBezTo>
                  <a:pt x="113" y="236"/>
                  <a:pt x="113" y="236"/>
                  <a:pt x="113" y="236"/>
                </a:cubicBezTo>
                <a:cubicBezTo>
                  <a:pt x="113" y="239"/>
                  <a:pt x="112" y="242"/>
                  <a:pt x="109" y="244"/>
                </a:cubicBezTo>
                <a:cubicBezTo>
                  <a:pt x="107" y="246"/>
                  <a:pt x="105" y="247"/>
                  <a:pt x="101" y="247"/>
                </a:cubicBezTo>
                <a:cubicBezTo>
                  <a:pt x="12" y="247"/>
                  <a:pt x="12" y="247"/>
                  <a:pt x="12" y="247"/>
                </a:cubicBezTo>
                <a:cubicBezTo>
                  <a:pt x="8" y="247"/>
                  <a:pt x="6" y="246"/>
                  <a:pt x="4" y="244"/>
                </a:cubicBezTo>
                <a:cubicBezTo>
                  <a:pt x="1" y="242"/>
                  <a:pt x="0" y="239"/>
                  <a:pt x="0" y="236"/>
                </a:cubicBezTo>
                <a:cubicBezTo>
                  <a:pt x="0" y="213"/>
                  <a:pt x="0" y="213"/>
                  <a:pt x="0" y="213"/>
                </a:cubicBezTo>
                <a:cubicBezTo>
                  <a:pt x="0" y="210"/>
                  <a:pt x="1" y="208"/>
                  <a:pt x="4" y="205"/>
                </a:cubicBezTo>
                <a:cubicBezTo>
                  <a:pt x="6" y="203"/>
                  <a:pt x="8" y="202"/>
                  <a:pt x="12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3" y="135"/>
                  <a:pt x="23" y="135"/>
                  <a:pt x="23" y="135"/>
                </a:cubicBezTo>
                <a:cubicBezTo>
                  <a:pt x="12" y="135"/>
                  <a:pt x="12" y="135"/>
                  <a:pt x="12" y="135"/>
                </a:cubicBezTo>
                <a:cubicBezTo>
                  <a:pt x="8" y="135"/>
                  <a:pt x="6" y="134"/>
                  <a:pt x="4" y="131"/>
                </a:cubicBezTo>
                <a:cubicBezTo>
                  <a:pt x="1" y="129"/>
                  <a:pt x="0" y="126"/>
                  <a:pt x="0" y="123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98"/>
                  <a:pt x="1" y="95"/>
                  <a:pt x="4" y="93"/>
                </a:cubicBezTo>
                <a:cubicBezTo>
                  <a:pt x="6" y="91"/>
                  <a:pt x="8" y="90"/>
                  <a:pt x="12" y="90"/>
                </a:cubicBezTo>
                <a:cubicBezTo>
                  <a:pt x="79" y="90"/>
                  <a:pt x="79" y="90"/>
                  <a:pt x="79" y="90"/>
                </a:cubicBezTo>
                <a:cubicBezTo>
                  <a:pt x="82" y="90"/>
                  <a:pt x="85" y="91"/>
                  <a:pt x="87" y="93"/>
                </a:cubicBezTo>
                <a:cubicBezTo>
                  <a:pt x="89" y="95"/>
                  <a:pt x="90" y="98"/>
                  <a:pt x="90" y="101"/>
                </a:cubicBezTo>
                <a:cubicBezTo>
                  <a:pt x="90" y="202"/>
                  <a:pt x="90" y="202"/>
                  <a:pt x="90" y="202"/>
                </a:cubicBezTo>
                <a:cubicBezTo>
                  <a:pt x="101" y="202"/>
                  <a:pt x="101" y="202"/>
                  <a:pt x="101" y="202"/>
                </a:cubicBezTo>
                <a:cubicBezTo>
                  <a:pt x="105" y="202"/>
                  <a:pt x="107" y="203"/>
                  <a:pt x="109" y="205"/>
                </a:cubicBezTo>
                <a:cubicBezTo>
                  <a:pt x="112" y="208"/>
                  <a:pt x="113" y="210"/>
                  <a:pt x="113" y="213"/>
                </a:cubicBezTo>
                <a:close/>
                <a:moveTo>
                  <a:pt x="90" y="11"/>
                </a:moveTo>
                <a:cubicBezTo>
                  <a:pt x="90" y="45"/>
                  <a:pt x="90" y="45"/>
                  <a:pt x="90" y="45"/>
                </a:cubicBezTo>
                <a:cubicBezTo>
                  <a:pt x="90" y="48"/>
                  <a:pt x="89" y="50"/>
                  <a:pt x="87" y="53"/>
                </a:cubicBezTo>
                <a:cubicBezTo>
                  <a:pt x="85" y="55"/>
                  <a:pt x="82" y="56"/>
                  <a:pt x="79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1" y="56"/>
                  <a:pt x="28" y="55"/>
                  <a:pt x="26" y="53"/>
                </a:cubicBezTo>
                <a:cubicBezTo>
                  <a:pt x="24" y="50"/>
                  <a:pt x="23" y="48"/>
                  <a:pt x="23" y="45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8"/>
                  <a:pt x="24" y="5"/>
                  <a:pt x="26" y="3"/>
                </a:cubicBezTo>
                <a:cubicBezTo>
                  <a:pt x="28" y="1"/>
                  <a:pt x="31" y="0"/>
                  <a:pt x="34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2" y="0"/>
                  <a:pt x="85" y="1"/>
                  <a:pt x="87" y="3"/>
                </a:cubicBezTo>
                <a:cubicBezTo>
                  <a:pt x="89" y="5"/>
                  <a:pt x="90" y="8"/>
                  <a:pt x="90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0" name="Freeform 86"/>
          <p:cNvSpPr>
            <a:spLocks noEditPoints="1"/>
          </p:cNvSpPr>
          <p:nvPr/>
        </p:nvSpPr>
        <p:spPr bwMode="auto">
          <a:xfrm>
            <a:off x="5100638" y="2882901"/>
            <a:ext cx="292100" cy="290513"/>
          </a:xfrm>
          <a:custGeom>
            <a:avLst/>
            <a:gdLst>
              <a:gd name="T0" fmla="*/ 180 w 270"/>
              <a:gd name="T1" fmla="*/ 219 h 269"/>
              <a:gd name="T2" fmla="*/ 180 w 270"/>
              <a:gd name="T3" fmla="*/ 191 h 269"/>
              <a:gd name="T4" fmla="*/ 178 w 270"/>
              <a:gd name="T5" fmla="*/ 187 h 269"/>
              <a:gd name="T6" fmla="*/ 174 w 270"/>
              <a:gd name="T7" fmla="*/ 185 h 269"/>
              <a:gd name="T8" fmla="*/ 157 w 270"/>
              <a:gd name="T9" fmla="*/ 185 h 269"/>
              <a:gd name="T10" fmla="*/ 157 w 270"/>
              <a:gd name="T11" fmla="*/ 95 h 269"/>
              <a:gd name="T12" fmla="*/ 156 w 270"/>
              <a:gd name="T13" fmla="*/ 91 h 269"/>
              <a:gd name="T14" fmla="*/ 152 w 270"/>
              <a:gd name="T15" fmla="*/ 89 h 269"/>
              <a:gd name="T16" fmla="*/ 95 w 270"/>
              <a:gd name="T17" fmla="*/ 89 h 269"/>
              <a:gd name="T18" fmla="*/ 91 w 270"/>
              <a:gd name="T19" fmla="*/ 91 h 269"/>
              <a:gd name="T20" fmla="*/ 90 w 270"/>
              <a:gd name="T21" fmla="*/ 95 h 269"/>
              <a:gd name="T22" fmla="*/ 90 w 270"/>
              <a:gd name="T23" fmla="*/ 123 h 269"/>
              <a:gd name="T24" fmla="*/ 91 w 270"/>
              <a:gd name="T25" fmla="*/ 127 h 269"/>
              <a:gd name="T26" fmla="*/ 95 w 270"/>
              <a:gd name="T27" fmla="*/ 129 h 269"/>
              <a:gd name="T28" fmla="*/ 112 w 270"/>
              <a:gd name="T29" fmla="*/ 129 h 269"/>
              <a:gd name="T30" fmla="*/ 112 w 270"/>
              <a:gd name="T31" fmla="*/ 185 h 269"/>
              <a:gd name="T32" fmla="*/ 95 w 270"/>
              <a:gd name="T33" fmla="*/ 185 h 269"/>
              <a:gd name="T34" fmla="*/ 91 w 270"/>
              <a:gd name="T35" fmla="*/ 187 h 269"/>
              <a:gd name="T36" fmla="*/ 90 w 270"/>
              <a:gd name="T37" fmla="*/ 191 h 269"/>
              <a:gd name="T38" fmla="*/ 90 w 270"/>
              <a:gd name="T39" fmla="*/ 219 h 269"/>
              <a:gd name="T40" fmla="*/ 91 w 270"/>
              <a:gd name="T41" fmla="*/ 223 h 269"/>
              <a:gd name="T42" fmla="*/ 95 w 270"/>
              <a:gd name="T43" fmla="*/ 224 h 269"/>
              <a:gd name="T44" fmla="*/ 174 w 270"/>
              <a:gd name="T45" fmla="*/ 224 h 269"/>
              <a:gd name="T46" fmla="*/ 178 w 270"/>
              <a:gd name="T47" fmla="*/ 223 h 269"/>
              <a:gd name="T48" fmla="*/ 180 w 270"/>
              <a:gd name="T49" fmla="*/ 219 h 269"/>
              <a:gd name="T50" fmla="*/ 157 w 270"/>
              <a:gd name="T51" fmla="*/ 61 h 269"/>
              <a:gd name="T52" fmla="*/ 157 w 270"/>
              <a:gd name="T53" fmla="*/ 33 h 269"/>
              <a:gd name="T54" fmla="*/ 156 w 270"/>
              <a:gd name="T55" fmla="*/ 29 h 269"/>
              <a:gd name="T56" fmla="*/ 152 w 270"/>
              <a:gd name="T57" fmla="*/ 28 h 269"/>
              <a:gd name="T58" fmla="*/ 118 w 270"/>
              <a:gd name="T59" fmla="*/ 28 h 269"/>
              <a:gd name="T60" fmla="*/ 114 w 270"/>
              <a:gd name="T61" fmla="*/ 29 h 269"/>
              <a:gd name="T62" fmla="*/ 112 w 270"/>
              <a:gd name="T63" fmla="*/ 33 h 269"/>
              <a:gd name="T64" fmla="*/ 112 w 270"/>
              <a:gd name="T65" fmla="*/ 61 h 269"/>
              <a:gd name="T66" fmla="*/ 114 w 270"/>
              <a:gd name="T67" fmla="*/ 65 h 269"/>
              <a:gd name="T68" fmla="*/ 118 w 270"/>
              <a:gd name="T69" fmla="*/ 67 h 269"/>
              <a:gd name="T70" fmla="*/ 152 w 270"/>
              <a:gd name="T71" fmla="*/ 67 h 269"/>
              <a:gd name="T72" fmla="*/ 156 w 270"/>
              <a:gd name="T73" fmla="*/ 65 h 269"/>
              <a:gd name="T74" fmla="*/ 157 w 270"/>
              <a:gd name="T75" fmla="*/ 61 h 269"/>
              <a:gd name="T76" fmla="*/ 270 w 270"/>
              <a:gd name="T77" fmla="*/ 134 h 269"/>
              <a:gd name="T78" fmla="*/ 252 w 270"/>
              <a:gd name="T79" fmla="*/ 202 h 269"/>
              <a:gd name="T80" fmla="*/ 203 w 270"/>
              <a:gd name="T81" fmla="*/ 251 h 269"/>
              <a:gd name="T82" fmla="*/ 135 w 270"/>
              <a:gd name="T83" fmla="*/ 269 h 269"/>
              <a:gd name="T84" fmla="*/ 67 w 270"/>
              <a:gd name="T85" fmla="*/ 251 h 269"/>
              <a:gd name="T86" fmla="*/ 18 w 270"/>
              <a:gd name="T87" fmla="*/ 202 h 269"/>
              <a:gd name="T88" fmla="*/ 0 w 270"/>
              <a:gd name="T89" fmla="*/ 134 h 269"/>
              <a:gd name="T90" fmla="*/ 18 w 270"/>
              <a:gd name="T91" fmla="*/ 67 h 269"/>
              <a:gd name="T92" fmla="*/ 67 w 270"/>
              <a:gd name="T93" fmla="*/ 18 h 269"/>
              <a:gd name="T94" fmla="*/ 135 w 270"/>
              <a:gd name="T95" fmla="*/ 0 h 269"/>
              <a:gd name="T96" fmla="*/ 203 w 270"/>
              <a:gd name="T97" fmla="*/ 18 h 269"/>
              <a:gd name="T98" fmla="*/ 252 w 270"/>
              <a:gd name="T99" fmla="*/ 67 h 269"/>
              <a:gd name="T100" fmla="*/ 270 w 270"/>
              <a:gd name="T101" fmla="*/ 134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0" h="269">
                <a:moveTo>
                  <a:pt x="180" y="219"/>
                </a:moveTo>
                <a:cubicBezTo>
                  <a:pt x="180" y="191"/>
                  <a:pt x="180" y="191"/>
                  <a:pt x="180" y="191"/>
                </a:cubicBezTo>
                <a:cubicBezTo>
                  <a:pt x="180" y="189"/>
                  <a:pt x="179" y="188"/>
                  <a:pt x="178" y="187"/>
                </a:cubicBezTo>
                <a:cubicBezTo>
                  <a:pt x="177" y="186"/>
                  <a:pt x="176" y="185"/>
                  <a:pt x="174" y="185"/>
                </a:cubicBezTo>
                <a:cubicBezTo>
                  <a:pt x="157" y="185"/>
                  <a:pt x="157" y="185"/>
                  <a:pt x="157" y="18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3"/>
                  <a:pt x="157" y="92"/>
                  <a:pt x="156" y="91"/>
                </a:cubicBezTo>
                <a:cubicBezTo>
                  <a:pt x="155" y="90"/>
                  <a:pt x="153" y="89"/>
                  <a:pt x="152" y="89"/>
                </a:cubicBezTo>
                <a:cubicBezTo>
                  <a:pt x="95" y="89"/>
                  <a:pt x="95" y="89"/>
                  <a:pt x="95" y="89"/>
                </a:cubicBezTo>
                <a:cubicBezTo>
                  <a:pt x="94" y="89"/>
                  <a:pt x="93" y="90"/>
                  <a:pt x="91" y="91"/>
                </a:cubicBezTo>
                <a:cubicBezTo>
                  <a:pt x="90" y="92"/>
                  <a:pt x="90" y="93"/>
                  <a:pt x="90" y="95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90" y="125"/>
                  <a:pt x="90" y="126"/>
                  <a:pt x="91" y="127"/>
                </a:cubicBezTo>
                <a:cubicBezTo>
                  <a:pt x="93" y="128"/>
                  <a:pt x="94" y="129"/>
                  <a:pt x="95" y="129"/>
                </a:cubicBezTo>
                <a:cubicBezTo>
                  <a:pt x="112" y="129"/>
                  <a:pt x="112" y="129"/>
                  <a:pt x="112" y="129"/>
                </a:cubicBezTo>
                <a:cubicBezTo>
                  <a:pt x="112" y="185"/>
                  <a:pt x="112" y="185"/>
                  <a:pt x="112" y="185"/>
                </a:cubicBezTo>
                <a:cubicBezTo>
                  <a:pt x="95" y="185"/>
                  <a:pt x="95" y="185"/>
                  <a:pt x="95" y="185"/>
                </a:cubicBezTo>
                <a:cubicBezTo>
                  <a:pt x="94" y="185"/>
                  <a:pt x="93" y="186"/>
                  <a:pt x="91" y="187"/>
                </a:cubicBezTo>
                <a:cubicBezTo>
                  <a:pt x="90" y="188"/>
                  <a:pt x="90" y="189"/>
                  <a:pt x="90" y="191"/>
                </a:cubicBezTo>
                <a:cubicBezTo>
                  <a:pt x="90" y="219"/>
                  <a:pt x="90" y="219"/>
                  <a:pt x="90" y="219"/>
                </a:cubicBezTo>
                <a:cubicBezTo>
                  <a:pt x="90" y="220"/>
                  <a:pt x="90" y="222"/>
                  <a:pt x="91" y="223"/>
                </a:cubicBezTo>
                <a:cubicBezTo>
                  <a:pt x="93" y="224"/>
                  <a:pt x="94" y="224"/>
                  <a:pt x="95" y="224"/>
                </a:cubicBezTo>
                <a:cubicBezTo>
                  <a:pt x="174" y="224"/>
                  <a:pt x="174" y="224"/>
                  <a:pt x="174" y="224"/>
                </a:cubicBezTo>
                <a:cubicBezTo>
                  <a:pt x="176" y="224"/>
                  <a:pt x="177" y="224"/>
                  <a:pt x="178" y="223"/>
                </a:cubicBezTo>
                <a:cubicBezTo>
                  <a:pt x="179" y="222"/>
                  <a:pt x="180" y="220"/>
                  <a:pt x="180" y="219"/>
                </a:cubicBezTo>
                <a:close/>
                <a:moveTo>
                  <a:pt x="157" y="61"/>
                </a:moveTo>
                <a:cubicBezTo>
                  <a:pt x="157" y="33"/>
                  <a:pt x="157" y="33"/>
                  <a:pt x="157" y="33"/>
                </a:cubicBezTo>
                <a:cubicBezTo>
                  <a:pt x="157" y="32"/>
                  <a:pt x="157" y="30"/>
                  <a:pt x="156" y="29"/>
                </a:cubicBezTo>
                <a:cubicBezTo>
                  <a:pt x="155" y="28"/>
                  <a:pt x="153" y="28"/>
                  <a:pt x="152" y="28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6" y="28"/>
                  <a:pt x="115" y="28"/>
                  <a:pt x="114" y="29"/>
                </a:cubicBezTo>
                <a:cubicBezTo>
                  <a:pt x="113" y="30"/>
                  <a:pt x="112" y="32"/>
                  <a:pt x="112" y="33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2" y="63"/>
                  <a:pt x="113" y="64"/>
                  <a:pt x="114" y="65"/>
                </a:cubicBezTo>
                <a:cubicBezTo>
                  <a:pt x="115" y="66"/>
                  <a:pt x="116" y="67"/>
                  <a:pt x="118" y="67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3" y="67"/>
                  <a:pt x="155" y="66"/>
                  <a:pt x="156" y="65"/>
                </a:cubicBezTo>
                <a:cubicBezTo>
                  <a:pt x="157" y="64"/>
                  <a:pt x="157" y="63"/>
                  <a:pt x="157" y="61"/>
                </a:cubicBezTo>
                <a:close/>
                <a:moveTo>
                  <a:pt x="270" y="134"/>
                </a:moveTo>
                <a:cubicBezTo>
                  <a:pt x="270" y="159"/>
                  <a:pt x="264" y="181"/>
                  <a:pt x="252" y="202"/>
                </a:cubicBezTo>
                <a:cubicBezTo>
                  <a:pt x="240" y="223"/>
                  <a:pt x="223" y="239"/>
                  <a:pt x="203" y="251"/>
                </a:cubicBezTo>
                <a:cubicBezTo>
                  <a:pt x="182" y="263"/>
                  <a:pt x="159" y="269"/>
                  <a:pt x="135" y="269"/>
                </a:cubicBezTo>
                <a:cubicBezTo>
                  <a:pt x="110" y="269"/>
                  <a:pt x="88" y="263"/>
                  <a:pt x="67" y="251"/>
                </a:cubicBezTo>
                <a:cubicBezTo>
                  <a:pt x="46" y="239"/>
                  <a:pt x="30" y="223"/>
                  <a:pt x="18" y="202"/>
                </a:cubicBezTo>
                <a:cubicBezTo>
                  <a:pt x="6" y="181"/>
                  <a:pt x="0" y="159"/>
                  <a:pt x="0" y="134"/>
                </a:cubicBezTo>
                <a:cubicBezTo>
                  <a:pt x="0" y="110"/>
                  <a:pt x="6" y="87"/>
                  <a:pt x="18" y="67"/>
                </a:cubicBezTo>
                <a:cubicBezTo>
                  <a:pt x="30" y="46"/>
                  <a:pt x="46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6"/>
                  <a:pt x="252" y="67"/>
                </a:cubicBezTo>
                <a:cubicBezTo>
                  <a:pt x="264" y="87"/>
                  <a:pt x="270" y="110"/>
                  <a:pt x="270" y="13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1" name="Freeform 87"/>
          <p:cNvSpPr>
            <a:spLocks/>
          </p:cNvSpPr>
          <p:nvPr/>
        </p:nvSpPr>
        <p:spPr bwMode="auto">
          <a:xfrm>
            <a:off x="8181976" y="2462213"/>
            <a:ext cx="169863" cy="266700"/>
          </a:xfrm>
          <a:custGeom>
            <a:avLst/>
            <a:gdLst>
              <a:gd name="T0" fmla="*/ 158 w 158"/>
              <a:gd name="T1" fmla="*/ 60 h 247"/>
              <a:gd name="T2" fmla="*/ 158 w 158"/>
              <a:gd name="T3" fmla="*/ 78 h 247"/>
              <a:gd name="T4" fmla="*/ 156 w 158"/>
              <a:gd name="T5" fmla="*/ 82 h 247"/>
              <a:gd name="T6" fmla="*/ 152 w 158"/>
              <a:gd name="T7" fmla="*/ 84 h 247"/>
              <a:gd name="T8" fmla="*/ 123 w 158"/>
              <a:gd name="T9" fmla="*/ 84 h 247"/>
              <a:gd name="T10" fmla="*/ 100 w 158"/>
              <a:gd name="T11" fmla="*/ 125 h 247"/>
              <a:gd name="T12" fmla="*/ 52 w 158"/>
              <a:gd name="T13" fmla="*/ 144 h 247"/>
              <a:gd name="T14" fmla="*/ 132 w 158"/>
              <a:gd name="T15" fmla="*/ 238 h 247"/>
              <a:gd name="T16" fmla="*/ 133 w 158"/>
              <a:gd name="T17" fmla="*/ 244 h 247"/>
              <a:gd name="T18" fmla="*/ 128 w 158"/>
              <a:gd name="T19" fmla="*/ 247 h 247"/>
              <a:gd name="T20" fmla="*/ 94 w 158"/>
              <a:gd name="T21" fmla="*/ 247 h 247"/>
              <a:gd name="T22" fmla="*/ 89 w 158"/>
              <a:gd name="T23" fmla="*/ 245 h 247"/>
              <a:gd name="T24" fmla="*/ 2 w 158"/>
              <a:gd name="T25" fmla="*/ 145 h 247"/>
              <a:gd name="T26" fmla="*/ 0 w 158"/>
              <a:gd name="T27" fmla="*/ 141 h 247"/>
              <a:gd name="T28" fmla="*/ 0 w 158"/>
              <a:gd name="T29" fmla="*/ 119 h 247"/>
              <a:gd name="T30" fmla="*/ 2 w 158"/>
              <a:gd name="T31" fmla="*/ 115 h 247"/>
              <a:gd name="T32" fmla="*/ 6 w 158"/>
              <a:gd name="T33" fmla="*/ 113 h 247"/>
              <a:gd name="T34" fmla="*/ 25 w 158"/>
              <a:gd name="T35" fmla="*/ 113 h 247"/>
              <a:gd name="T36" fmla="*/ 63 w 158"/>
              <a:gd name="T37" fmla="*/ 106 h 247"/>
              <a:gd name="T38" fmla="*/ 81 w 158"/>
              <a:gd name="T39" fmla="*/ 84 h 247"/>
              <a:gd name="T40" fmla="*/ 6 w 158"/>
              <a:gd name="T41" fmla="*/ 84 h 247"/>
              <a:gd name="T42" fmla="*/ 2 w 158"/>
              <a:gd name="T43" fmla="*/ 82 h 247"/>
              <a:gd name="T44" fmla="*/ 0 w 158"/>
              <a:gd name="T45" fmla="*/ 78 h 247"/>
              <a:gd name="T46" fmla="*/ 0 w 158"/>
              <a:gd name="T47" fmla="*/ 60 h 247"/>
              <a:gd name="T48" fmla="*/ 2 w 158"/>
              <a:gd name="T49" fmla="*/ 56 h 247"/>
              <a:gd name="T50" fmla="*/ 6 w 158"/>
              <a:gd name="T51" fmla="*/ 55 h 247"/>
              <a:gd name="T52" fmla="*/ 78 w 158"/>
              <a:gd name="T53" fmla="*/ 55 h 247"/>
              <a:gd name="T54" fmla="*/ 31 w 158"/>
              <a:gd name="T55" fmla="*/ 35 h 247"/>
              <a:gd name="T56" fmla="*/ 6 w 158"/>
              <a:gd name="T57" fmla="*/ 35 h 247"/>
              <a:gd name="T58" fmla="*/ 2 w 158"/>
              <a:gd name="T59" fmla="*/ 33 h 247"/>
              <a:gd name="T60" fmla="*/ 0 w 158"/>
              <a:gd name="T61" fmla="*/ 29 h 247"/>
              <a:gd name="T62" fmla="*/ 0 w 158"/>
              <a:gd name="T63" fmla="*/ 6 h 247"/>
              <a:gd name="T64" fmla="*/ 2 w 158"/>
              <a:gd name="T65" fmla="*/ 2 h 247"/>
              <a:gd name="T66" fmla="*/ 6 w 158"/>
              <a:gd name="T67" fmla="*/ 0 h 247"/>
              <a:gd name="T68" fmla="*/ 152 w 158"/>
              <a:gd name="T69" fmla="*/ 0 h 247"/>
              <a:gd name="T70" fmla="*/ 156 w 158"/>
              <a:gd name="T71" fmla="*/ 2 h 247"/>
              <a:gd name="T72" fmla="*/ 157 w 158"/>
              <a:gd name="T73" fmla="*/ 6 h 247"/>
              <a:gd name="T74" fmla="*/ 157 w 158"/>
              <a:gd name="T75" fmla="*/ 24 h 247"/>
              <a:gd name="T76" fmla="*/ 156 w 158"/>
              <a:gd name="T77" fmla="*/ 28 h 247"/>
              <a:gd name="T78" fmla="*/ 152 w 158"/>
              <a:gd name="T79" fmla="*/ 29 h 247"/>
              <a:gd name="T80" fmla="*/ 111 w 158"/>
              <a:gd name="T81" fmla="*/ 29 h 247"/>
              <a:gd name="T82" fmla="*/ 122 w 158"/>
              <a:gd name="T83" fmla="*/ 55 h 247"/>
              <a:gd name="T84" fmla="*/ 152 w 158"/>
              <a:gd name="T85" fmla="*/ 55 h 247"/>
              <a:gd name="T86" fmla="*/ 156 w 158"/>
              <a:gd name="T87" fmla="*/ 56 h 247"/>
              <a:gd name="T88" fmla="*/ 158 w 158"/>
              <a:gd name="T89" fmla="*/ 6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8" h="247">
                <a:moveTo>
                  <a:pt x="158" y="60"/>
                </a:moveTo>
                <a:cubicBezTo>
                  <a:pt x="158" y="78"/>
                  <a:pt x="158" y="78"/>
                  <a:pt x="158" y="78"/>
                </a:cubicBezTo>
                <a:cubicBezTo>
                  <a:pt x="158" y="80"/>
                  <a:pt x="157" y="81"/>
                  <a:pt x="156" y="82"/>
                </a:cubicBezTo>
                <a:cubicBezTo>
                  <a:pt x="155" y="83"/>
                  <a:pt x="154" y="84"/>
                  <a:pt x="152" y="84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0" y="101"/>
                  <a:pt x="112" y="114"/>
                  <a:pt x="100" y="125"/>
                </a:cubicBezTo>
                <a:cubicBezTo>
                  <a:pt x="88" y="135"/>
                  <a:pt x="71" y="142"/>
                  <a:pt x="52" y="144"/>
                </a:cubicBezTo>
                <a:cubicBezTo>
                  <a:pt x="71" y="165"/>
                  <a:pt x="98" y="196"/>
                  <a:pt x="132" y="238"/>
                </a:cubicBezTo>
                <a:cubicBezTo>
                  <a:pt x="134" y="240"/>
                  <a:pt x="134" y="242"/>
                  <a:pt x="133" y="244"/>
                </a:cubicBezTo>
                <a:cubicBezTo>
                  <a:pt x="132" y="246"/>
                  <a:pt x="130" y="247"/>
                  <a:pt x="128" y="247"/>
                </a:cubicBezTo>
                <a:cubicBezTo>
                  <a:pt x="94" y="247"/>
                  <a:pt x="94" y="247"/>
                  <a:pt x="94" y="247"/>
                </a:cubicBezTo>
                <a:cubicBezTo>
                  <a:pt x="92" y="247"/>
                  <a:pt x="90" y="247"/>
                  <a:pt x="89" y="245"/>
                </a:cubicBezTo>
                <a:cubicBezTo>
                  <a:pt x="53" y="202"/>
                  <a:pt x="24" y="169"/>
                  <a:pt x="2" y="145"/>
                </a:cubicBezTo>
                <a:cubicBezTo>
                  <a:pt x="1" y="144"/>
                  <a:pt x="0" y="143"/>
                  <a:pt x="0" y="141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17"/>
                  <a:pt x="1" y="116"/>
                  <a:pt x="2" y="115"/>
                </a:cubicBezTo>
                <a:cubicBezTo>
                  <a:pt x="3" y="114"/>
                  <a:pt x="4" y="113"/>
                  <a:pt x="6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41" y="113"/>
                  <a:pt x="53" y="111"/>
                  <a:pt x="63" y="106"/>
                </a:cubicBezTo>
                <a:cubicBezTo>
                  <a:pt x="72" y="101"/>
                  <a:pt x="78" y="93"/>
                  <a:pt x="81" y="84"/>
                </a:cubicBezTo>
                <a:cubicBezTo>
                  <a:pt x="6" y="84"/>
                  <a:pt x="6" y="84"/>
                  <a:pt x="6" y="84"/>
                </a:cubicBezTo>
                <a:cubicBezTo>
                  <a:pt x="4" y="84"/>
                  <a:pt x="3" y="83"/>
                  <a:pt x="2" y="82"/>
                </a:cubicBezTo>
                <a:cubicBezTo>
                  <a:pt x="1" y="81"/>
                  <a:pt x="0" y="80"/>
                  <a:pt x="0" y="7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9"/>
                  <a:pt x="1" y="57"/>
                  <a:pt x="2" y="56"/>
                </a:cubicBezTo>
                <a:cubicBezTo>
                  <a:pt x="3" y="55"/>
                  <a:pt x="4" y="55"/>
                  <a:pt x="6" y="55"/>
                </a:cubicBezTo>
                <a:cubicBezTo>
                  <a:pt x="78" y="55"/>
                  <a:pt x="78" y="55"/>
                  <a:pt x="78" y="55"/>
                </a:cubicBezTo>
                <a:cubicBezTo>
                  <a:pt x="72" y="41"/>
                  <a:pt x="56" y="35"/>
                  <a:pt x="31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5"/>
                  <a:pt x="3" y="34"/>
                  <a:pt x="2" y="33"/>
                </a:cubicBezTo>
                <a:cubicBezTo>
                  <a:pt x="1" y="32"/>
                  <a:pt x="0" y="31"/>
                  <a:pt x="0" y="29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53" y="0"/>
                  <a:pt x="155" y="1"/>
                  <a:pt x="156" y="2"/>
                </a:cubicBezTo>
                <a:cubicBezTo>
                  <a:pt x="157" y="3"/>
                  <a:pt x="157" y="4"/>
                  <a:pt x="157" y="6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57" y="25"/>
                  <a:pt x="157" y="27"/>
                  <a:pt x="156" y="28"/>
                </a:cubicBezTo>
                <a:cubicBezTo>
                  <a:pt x="155" y="29"/>
                  <a:pt x="153" y="29"/>
                  <a:pt x="152" y="29"/>
                </a:cubicBezTo>
                <a:cubicBezTo>
                  <a:pt x="111" y="29"/>
                  <a:pt x="111" y="29"/>
                  <a:pt x="111" y="29"/>
                </a:cubicBezTo>
                <a:cubicBezTo>
                  <a:pt x="116" y="36"/>
                  <a:pt x="120" y="45"/>
                  <a:pt x="122" y="55"/>
                </a:cubicBezTo>
                <a:cubicBezTo>
                  <a:pt x="152" y="55"/>
                  <a:pt x="152" y="55"/>
                  <a:pt x="152" y="55"/>
                </a:cubicBezTo>
                <a:cubicBezTo>
                  <a:pt x="154" y="55"/>
                  <a:pt x="155" y="55"/>
                  <a:pt x="156" y="56"/>
                </a:cubicBezTo>
                <a:cubicBezTo>
                  <a:pt x="157" y="57"/>
                  <a:pt x="158" y="59"/>
                  <a:pt x="158" y="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2" name="Freeform 88"/>
          <p:cNvSpPr>
            <a:spLocks noEditPoints="1"/>
          </p:cNvSpPr>
          <p:nvPr/>
        </p:nvSpPr>
        <p:spPr bwMode="auto">
          <a:xfrm>
            <a:off x="5964238" y="2882901"/>
            <a:ext cx="292100" cy="290513"/>
          </a:xfrm>
          <a:custGeom>
            <a:avLst/>
            <a:gdLst>
              <a:gd name="T0" fmla="*/ 240 w 270"/>
              <a:gd name="T1" fmla="*/ 228 h 269"/>
              <a:gd name="T2" fmla="*/ 240 w 270"/>
              <a:gd name="T3" fmla="*/ 114 h 269"/>
              <a:gd name="T4" fmla="*/ 216 w 270"/>
              <a:gd name="T5" fmla="*/ 114 h 269"/>
              <a:gd name="T6" fmla="*/ 219 w 270"/>
              <a:gd name="T7" fmla="*/ 137 h 269"/>
              <a:gd name="T8" fmla="*/ 208 w 270"/>
              <a:gd name="T9" fmla="*/ 178 h 269"/>
              <a:gd name="T10" fmla="*/ 178 w 270"/>
              <a:gd name="T11" fmla="*/ 207 h 269"/>
              <a:gd name="T12" fmla="*/ 135 w 270"/>
              <a:gd name="T13" fmla="*/ 218 h 269"/>
              <a:gd name="T14" fmla="*/ 76 w 270"/>
              <a:gd name="T15" fmla="*/ 194 h 269"/>
              <a:gd name="T16" fmla="*/ 52 w 270"/>
              <a:gd name="T17" fmla="*/ 137 h 269"/>
              <a:gd name="T18" fmla="*/ 55 w 270"/>
              <a:gd name="T19" fmla="*/ 114 h 269"/>
              <a:gd name="T20" fmla="*/ 30 w 270"/>
              <a:gd name="T21" fmla="*/ 114 h 269"/>
              <a:gd name="T22" fmla="*/ 30 w 270"/>
              <a:gd name="T23" fmla="*/ 228 h 269"/>
              <a:gd name="T24" fmla="*/ 33 w 270"/>
              <a:gd name="T25" fmla="*/ 235 h 269"/>
              <a:gd name="T26" fmla="*/ 41 w 270"/>
              <a:gd name="T27" fmla="*/ 238 h 269"/>
              <a:gd name="T28" fmla="*/ 229 w 270"/>
              <a:gd name="T29" fmla="*/ 238 h 269"/>
              <a:gd name="T30" fmla="*/ 236 w 270"/>
              <a:gd name="T31" fmla="*/ 235 h 269"/>
              <a:gd name="T32" fmla="*/ 240 w 270"/>
              <a:gd name="T33" fmla="*/ 228 h 269"/>
              <a:gd name="T34" fmla="*/ 190 w 270"/>
              <a:gd name="T35" fmla="*/ 134 h 269"/>
              <a:gd name="T36" fmla="*/ 174 w 270"/>
              <a:gd name="T37" fmla="*/ 97 h 269"/>
              <a:gd name="T38" fmla="*/ 135 w 270"/>
              <a:gd name="T39" fmla="*/ 81 h 269"/>
              <a:gd name="T40" fmla="*/ 97 w 270"/>
              <a:gd name="T41" fmla="*/ 97 h 269"/>
              <a:gd name="T42" fmla="*/ 81 w 270"/>
              <a:gd name="T43" fmla="*/ 134 h 269"/>
              <a:gd name="T44" fmla="*/ 97 w 270"/>
              <a:gd name="T45" fmla="*/ 171 h 269"/>
              <a:gd name="T46" fmla="*/ 135 w 270"/>
              <a:gd name="T47" fmla="*/ 186 h 269"/>
              <a:gd name="T48" fmla="*/ 174 w 270"/>
              <a:gd name="T49" fmla="*/ 171 h 269"/>
              <a:gd name="T50" fmla="*/ 190 w 270"/>
              <a:gd name="T51" fmla="*/ 134 h 269"/>
              <a:gd name="T52" fmla="*/ 240 w 270"/>
              <a:gd name="T53" fmla="*/ 71 h 269"/>
              <a:gd name="T54" fmla="*/ 240 w 270"/>
              <a:gd name="T55" fmla="*/ 42 h 269"/>
              <a:gd name="T56" fmla="*/ 236 w 270"/>
              <a:gd name="T57" fmla="*/ 33 h 269"/>
              <a:gd name="T58" fmla="*/ 227 w 270"/>
              <a:gd name="T59" fmla="*/ 30 h 269"/>
              <a:gd name="T60" fmla="*/ 197 w 270"/>
              <a:gd name="T61" fmla="*/ 30 h 269"/>
              <a:gd name="T62" fmla="*/ 188 w 270"/>
              <a:gd name="T63" fmla="*/ 33 h 269"/>
              <a:gd name="T64" fmla="*/ 185 w 270"/>
              <a:gd name="T65" fmla="*/ 42 h 269"/>
              <a:gd name="T66" fmla="*/ 185 w 270"/>
              <a:gd name="T67" fmla="*/ 71 h 269"/>
              <a:gd name="T68" fmla="*/ 188 w 270"/>
              <a:gd name="T69" fmla="*/ 79 h 269"/>
              <a:gd name="T70" fmla="*/ 197 w 270"/>
              <a:gd name="T71" fmla="*/ 83 h 269"/>
              <a:gd name="T72" fmla="*/ 227 w 270"/>
              <a:gd name="T73" fmla="*/ 83 h 269"/>
              <a:gd name="T74" fmla="*/ 236 w 270"/>
              <a:gd name="T75" fmla="*/ 79 h 269"/>
              <a:gd name="T76" fmla="*/ 240 w 270"/>
              <a:gd name="T77" fmla="*/ 71 h 269"/>
              <a:gd name="T78" fmla="*/ 270 w 270"/>
              <a:gd name="T79" fmla="*/ 34 h 269"/>
              <a:gd name="T80" fmla="*/ 270 w 270"/>
              <a:gd name="T81" fmla="*/ 235 h 269"/>
              <a:gd name="T82" fmla="*/ 260 w 270"/>
              <a:gd name="T83" fmla="*/ 259 h 269"/>
              <a:gd name="T84" fmla="*/ 235 w 270"/>
              <a:gd name="T85" fmla="*/ 269 h 269"/>
              <a:gd name="T86" fmla="*/ 35 w 270"/>
              <a:gd name="T87" fmla="*/ 269 h 269"/>
              <a:gd name="T88" fmla="*/ 10 w 270"/>
              <a:gd name="T89" fmla="*/ 259 h 269"/>
              <a:gd name="T90" fmla="*/ 0 w 270"/>
              <a:gd name="T91" fmla="*/ 235 h 269"/>
              <a:gd name="T92" fmla="*/ 0 w 270"/>
              <a:gd name="T93" fmla="*/ 34 h 269"/>
              <a:gd name="T94" fmla="*/ 10 w 270"/>
              <a:gd name="T95" fmla="*/ 10 h 269"/>
              <a:gd name="T96" fmla="*/ 35 w 270"/>
              <a:gd name="T97" fmla="*/ 0 h 269"/>
              <a:gd name="T98" fmla="*/ 235 w 270"/>
              <a:gd name="T99" fmla="*/ 0 h 269"/>
              <a:gd name="T100" fmla="*/ 260 w 270"/>
              <a:gd name="T101" fmla="*/ 10 h 269"/>
              <a:gd name="T102" fmla="*/ 270 w 270"/>
              <a:gd name="T103" fmla="*/ 34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0" h="269">
                <a:moveTo>
                  <a:pt x="240" y="228"/>
                </a:moveTo>
                <a:cubicBezTo>
                  <a:pt x="240" y="114"/>
                  <a:pt x="240" y="114"/>
                  <a:pt x="240" y="114"/>
                </a:cubicBezTo>
                <a:cubicBezTo>
                  <a:pt x="216" y="114"/>
                  <a:pt x="216" y="114"/>
                  <a:pt x="216" y="114"/>
                </a:cubicBezTo>
                <a:cubicBezTo>
                  <a:pt x="218" y="121"/>
                  <a:pt x="219" y="129"/>
                  <a:pt x="219" y="137"/>
                </a:cubicBezTo>
                <a:cubicBezTo>
                  <a:pt x="219" y="151"/>
                  <a:pt x="216" y="165"/>
                  <a:pt x="208" y="178"/>
                </a:cubicBezTo>
                <a:cubicBezTo>
                  <a:pt x="201" y="190"/>
                  <a:pt x="190" y="200"/>
                  <a:pt x="178" y="207"/>
                </a:cubicBezTo>
                <a:cubicBezTo>
                  <a:pt x="165" y="214"/>
                  <a:pt x="151" y="218"/>
                  <a:pt x="135" y="218"/>
                </a:cubicBezTo>
                <a:cubicBezTo>
                  <a:pt x="112" y="218"/>
                  <a:pt x="93" y="210"/>
                  <a:pt x="76" y="194"/>
                </a:cubicBezTo>
                <a:cubicBezTo>
                  <a:pt x="60" y="178"/>
                  <a:pt x="52" y="159"/>
                  <a:pt x="52" y="137"/>
                </a:cubicBezTo>
                <a:cubicBezTo>
                  <a:pt x="52" y="129"/>
                  <a:pt x="53" y="121"/>
                  <a:pt x="55" y="114"/>
                </a:cubicBezTo>
                <a:cubicBezTo>
                  <a:pt x="30" y="114"/>
                  <a:pt x="30" y="114"/>
                  <a:pt x="30" y="114"/>
                </a:cubicBezTo>
                <a:cubicBezTo>
                  <a:pt x="30" y="228"/>
                  <a:pt x="30" y="228"/>
                  <a:pt x="30" y="228"/>
                </a:cubicBezTo>
                <a:cubicBezTo>
                  <a:pt x="30" y="231"/>
                  <a:pt x="31" y="233"/>
                  <a:pt x="33" y="235"/>
                </a:cubicBezTo>
                <a:cubicBezTo>
                  <a:pt x="35" y="237"/>
                  <a:pt x="38" y="238"/>
                  <a:pt x="41" y="238"/>
                </a:cubicBezTo>
                <a:cubicBezTo>
                  <a:pt x="229" y="238"/>
                  <a:pt x="229" y="238"/>
                  <a:pt x="229" y="238"/>
                </a:cubicBezTo>
                <a:cubicBezTo>
                  <a:pt x="232" y="238"/>
                  <a:pt x="234" y="237"/>
                  <a:pt x="236" y="235"/>
                </a:cubicBezTo>
                <a:cubicBezTo>
                  <a:pt x="238" y="233"/>
                  <a:pt x="240" y="231"/>
                  <a:pt x="240" y="228"/>
                </a:cubicBezTo>
                <a:close/>
                <a:moveTo>
                  <a:pt x="190" y="134"/>
                </a:moveTo>
                <a:cubicBezTo>
                  <a:pt x="190" y="119"/>
                  <a:pt x="184" y="107"/>
                  <a:pt x="174" y="97"/>
                </a:cubicBezTo>
                <a:cubicBezTo>
                  <a:pt x="163" y="86"/>
                  <a:pt x="150" y="81"/>
                  <a:pt x="135" y="81"/>
                </a:cubicBezTo>
                <a:cubicBezTo>
                  <a:pt x="120" y="81"/>
                  <a:pt x="108" y="86"/>
                  <a:pt x="97" y="97"/>
                </a:cubicBezTo>
                <a:cubicBezTo>
                  <a:pt x="87" y="107"/>
                  <a:pt x="81" y="119"/>
                  <a:pt x="81" y="134"/>
                </a:cubicBezTo>
                <a:cubicBezTo>
                  <a:pt x="81" y="148"/>
                  <a:pt x="87" y="161"/>
                  <a:pt x="97" y="171"/>
                </a:cubicBezTo>
                <a:cubicBezTo>
                  <a:pt x="108" y="181"/>
                  <a:pt x="120" y="186"/>
                  <a:pt x="135" y="186"/>
                </a:cubicBezTo>
                <a:cubicBezTo>
                  <a:pt x="150" y="186"/>
                  <a:pt x="163" y="181"/>
                  <a:pt x="174" y="171"/>
                </a:cubicBezTo>
                <a:cubicBezTo>
                  <a:pt x="184" y="161"/>
                  <a:pt x="190" y="148"/>
                  <a:pt x="190" y="134"/>
                </a:cubicBezTo>
                <a:close/>
                <a:moveTo>
                  <a:pt x="240" y="71"/>
                </a:moveTo>
                <a:cubicBezTo>
                  <a:pt x="240" y="42"/>
                  <a:pt x="240" y="42"/>
                  <a:pt x="240" y="42"/>
                </a:cubicBezTo>
                <a:cubicBezTo>
                  <a:pt x="240" y="38"/>
                  <a:pt x="238" y="36"/>
                  <a:pt x="236" y="33"/>
                </a:cubicBezTo>
                <a:cubicBezTo>
                  <a:pt x="234" y="31"/>
                  <a:pt x="231" y="30"/>
                  <a:pt x="22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3" y="30"/>
                  <a:pt x="191" y="31"/>
                  <a:pt x="188" y="33"/>
                </a:cubicBezTo>
                <a:cubicBezTo>
                  <a:pt x="186" y="36"/>
                  <a:pt x="185" y="38"/>
                  <a:pt x="185" y="42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4"/>
                  <a:pt x="186" y="77"/>
                  <a:pt x="188" y="79"/>
                </a:cubicBezTo>
                <a:cubicBezTo>
                  <a:pt x="191" y="82"/>
                  <a:pt x="193" y="83"/>
                  <a:pt x="197" y="83"/>
                </a:cubicBezTo>
                <a:cubicBezTo>
                  <a:pt x="227" y="83"/>
                  <a:pt x="227" y="83"/>
                  <a:pt x="227" y="83"/>
                </a:cubicBezTo>
                <a:cubicBezTo>
                  <a:pt x="231" y="83"/>
                  <a:pt x="234" y="82"/>
                  <a:pt x="236" y="79"/>
                </a:cubicBezTo>
                <a:cubicBezTo>
                  <a:pt x="238" y="77"/>
                  <a:pt x="240" y="74"/>
                  <a:pt x="240" y="71"/>
                </a:cubicBezTo>
                <a:close/>
                <a:moveTo>
                  <a:pt x="270" y="34"/>
                </a:moveTo>
                <a:cubicBezTo>
                  <a:pt x="270" y="235"/>
                  <a:pt x="270" y="235"/>
                  <a:pt x="270" y="235"/>
                </a:cubicBezTo>
                <a:cubicBezTo>
                  <a:pt x="270" y="244"/>
                  <a:pt x="267" y="252"/>
                  <a:pt x="260" y="259"/>
                </a:cubicBezTo>
                <a:cubicBezTo>
                  <a:pt x="253" y="266"/>
                  <a:pt x="245" y="269"/>
                  <a:pt x="235" y="269"/>
                </a:cubicBezTo>
                <a:cubicBezTo>
                  <a:pt x="35" y="269"/>
                  <a:pt x="35" y="269"/>
                  <a:pt x="35" y="269"/>
                </a:cubicBezTo>
                <a:cubicBezTo>
                  <a:pt x="25" y="269"/>
                  <a:pt x="17" y="266"/>
                  <a:pt x="10" y="259"/>
                </a:cubicBezTo>
                <a:cubicBezTo>
                  <a:pt x="4" y="252"/>
                  <a:pt x="0" y="244"/>
                  <a:pt x="0" y="235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5"/>
                  <a:pt x="4" y="16"/>
                  <a:pt x="10" y="10"/>
                </a:cubicBezTo>
                <a:cubicBezTo>
                  <a:pt x="17" y="3"/>
                  <a:pt x="25" y="0"/>
                  <a:pt x="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45" y="0"/>
                  <a:pt x="253" y="3"/>
                  <a:pt x="260" y="10"/>
                </a:cubicBezTo>
                <a:cubicBezTo>
                  <a:pt x="267" y="16"/>
                  <a:pt x="270" y="25"/>
                  <a:pt x="270" y="3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3" name="Freeform 89"/>
          <p:cNvSpPr>
            <a:spLocks noEditPoints="1"/>
          </p:cNvSpPr>
          <p:nvPr/>
        </p:nvSpPr>
        <p:spPr bwMode="auto">
          <a:xfrm>
            <a:off x="6346826" y="2871788"/>
            <a:ext cx="388938" cy="312738"/>
          </a:xfrm>
          <a:custGeom>
            <a:avLst/>
            <a:gdLst>
              <a:gd name="T0" fmla="*/ 253 w 360"/>
              <a:gd name="T1" fmla="*/ 155 h 289"/>
              <a:gd name="T2" fmla="*/ 119 w 360"/>
              <a:gd name="T3" fmla="*/ 160 h 289"/>
              <a:gd name="T4" fmla="*/ 103 w 360"/>
              <a:gd name="T5" fmla="*/ 144 h 289"/>
              <a:gd name="T6" fmla="*/ 119 w 360"/>
              <a:gd name="T7" fmla="*/ 129 h 289"/>
              <a:gd name="T8" fmla="*/ 253 w 360"/>
              <a:gd name="T9" fmla="*/ 134 h 289"/>
              <a:gd name="T10" fmla="*/ 295 w 360"/>
              <a:gd name="T11" fmla="*/ 144 h 289"/>
              <a:gd name="T12" fmla="*/ 118 w 360"/>
              <a:gd name="T13" fmla="*/ 115 h 289"/>
              <a:gd name="T14" fmla="*/ 103 w 360"/>
              <a:gd name="T15" fmla="*/ 100 h 289"/>
              <a:gd name="T16" fmla="*/ 118 w 360"/>
              <a:gd name="T17" fmla="*/ 85 h 289"/>
              <a:gd name="T18" fmla="*/ 236 w 360"/>
              <a:gd name="T19" fmla="*/ 45 h 289"/>
              <a:gd name="T20" fmla="*/ 122 w 360"/>
              <a:gd name="T21" fmla="*/ 45 h 289"/>
              <a:gd name="T22" fmla="*/ 65 w 360"/>
              <a:gd name="T23" fmla="*/ 144 h 289"/>
              <a:gd name="T24" fmla="*/ 242 w 360"/>
              <a:gd name="T25" fmla="*/ 174 h 289"/>
              <a:gd name="T26" fmla="*/ 257 w 360"/>
              <a:gd name="T27" fmla="*/ 189 h 289"/>
              <a:gd name="T28" fmla="*/ 242 w 360"/>
              <a:gd name="T29" fmla="*/ 204 h 289"/>
              <a:gd name="T30" fmla="*/ 124 w 360"/>
              <a:gd name="T31" fmla="*/ 244 h 289"/>
              <a:gd name="T32" fmla="*/ 224 w 360"/>
              <a:gd name="T33" fmla="*/ 250 h 289"/>
              <a:gd name="T34" fmla="*/ 285 w 360"/>
              <a:gd name="T35" fmla="*/ 189 h 289"/>
              <a:gd name="T36" fmla="*/ 360 w 360"/>
              <a:gd name="T37" fmla="*/ 100 h 289"/>
              <a:gd name="T38" fmla="*/ 345 w 360"/>
              <a:gd name="T39" fmla="*/ 115 h 289"/>
              <a:gd name="T40" fmla="*/ 325 w 360"/>
              <a:gd name="T41" fmla="*/ 144 h 289"/>
              <a:gd name="T42" fmla="*/ 282 w 360"/>
              <a:gd name="T43" fmla="*/ 247 h 289"/>
              <a:gd name="T44" fmla="*/ 180 w 360"/>
              <a:gd name="T45" fmla="*/ 289 h 289"/>
              <a:gd name="T46" fmla="*/ 48 w 360"/>
              <a:gd name="T47" fmla="*/ 204 h 289"/>
              <a:gd name="T48" fmla="*/ 4 w 360"/>
              <a:gd name="T49" fmla="*/ 200 h 289"/>
              <a:gd name="T50" fmla="*/ 4 w 360"/>
              <a:gd name="T51" fmla="*/ 179 h 289"/>
              <a:gd name="T52" fmla="*/ 38 w 360"/>
              <a:gd name="T53" fmla="*/ 174 h 289"/>
              <a:gd name="T54" fmla="*/ 47 w 360"/>
              <a:gd name="T55" fmla="*/ 88 h 289"/>
              <a:gd name="T56" fmla="*/ 124 w 360"/>
              <a:gd name="T57" fmla="*/ 11 h 289"/>
              <a:gd name="T58" fmla="*/ 259 w 360"/>
              <a:gd name="T59" fmla="*/ 23 h 289"/>
              <a:gd name="T60" fmla="*/ 345 w 360"/>
              <a:gd name="T61" fmla="*/ 85 h 289"/>
              <a:gd name="T62" fmla="*/ 360 w 360"/>
              <a:gd name="T63" fmla="*/ 10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60" h="289">
                <a:moveTo>
                  <a:pt x="257" y="144"/>
                </a:moveTo>
                <a:cubicBezTo>
                  <a:pt x="257" y="149"/>
                  <a:pt x="255" y="152"/>
                  <a:pt x="253" y="155"/>
                </a:cubicBezTo>
                <a:cubicBezTo>
                  <a:pt x="250" y="158"/>
                  <a:pt x="246" y="160"/>
                  <a:pt x="242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4" y="160"/>
                  <a:pt x="111" y="158"/>
                  <a:pt x="108" y="155"/>
                </a:cubicBezTo>
                <a:cubicBezTo>
                  <a:pt x="105" y="152"/>
                  <a:pt x="103" y="149"/>
                  <a:pt x="103" y="144"/>
                </a:cubicBezTo>
                <a:cubicBezTo>
                  <a:pt x="103" y="140"/>
                  <a:pt x="105" y="137"/>
                  <a:pt x="108" y="134"/>
                </a:cubicBezTo>
                <a:cubicBezTo>
                  <a:pt x="111" y="131"/>
                  <a:pt x="114" y="129"/>
                  <a:pt x="119" y="129"/>
                </a:cubicBezTo>
                <a:cubicBezTo>
                  <a:pt x="242" y="129"/>
                  <a:pt x="242" y="129"/>
                  <a:pt x="242" y="129"/>
                </a:cubicBezTo>
                <a:cubicBezTo>
                  <a:pt x="246" y="129"/>
                  <a:pt x="250" y="131"/>
                  <a:pt x="253" y="134"/>
                </a:cubicBezTo>
                <a:cubicBezTo>
                  <a:pt x="255" y="137"/>
                  <a:pt x="257" y="140"/>
                  <a:pt x="257" y="144"/>
                </a:cubicBezTo>
                <a:close/>
                <a:moveTo>
                  <a:pt x="295" y="144"/>
                </a:moveTo>
                <a:cubicBezTo>
                  <a:pt x="295" y="134"/>
                  <a:pt x="293" y="124"/>
                  <a:pt x="291" y="115"/>
                </a:cubicBezTo>
                <a:cubicBezTo>
                  <a:pt x="118" y="115"/>
                  <a:pt x="118" y="115"/>
                  <a:pt x="118" y="115"/>
                </a:cubicBezTo>
                <a:cubicBezTo>
                  <a:pt x="114" y="115"/>
                  <a:pt x="110" y="113"/>
                  <a:pt x="107" y="110"/>
                </a:cubicBezTo>
                <a:cubicBezTo>
                  <a:pt x="104" y="107"/>
                  <a:pt x="103" y="104"/>
                  <a:pt x="103" y="100"/>
                </a:cubicBezTo>
                <a:cubicBezTo>
                  <a:pt x="103" y="95"/>
                  <a:pt x="104" y="92"/>
                  <a:pt x="107" y="89"/>
                </a:cubicBezTo>
                <a:cubicBezTo>
                  <a:pt x="110" y="86"/>
                  <a:pt x="114" y="85"/>
                  <a:pt x="118" y="85"/>
                </a:cubicBezTo>
                <a:cubicBezTo>
                  <a:pt x="278" y="85"/>
                  <a:pt x="278" y="85"/>
                  <a:pt x="278" y="85"/>
                </a:cubicBezTo>
                <a:cubicBezTo>
                  <a:pt x="267" y="68"/>
                  <a:pt x="253" y="54"/>
                  <a:pt x="236" y="45"/>
                </a:cubicBezTo>
                <a:cubicBezTo>
                  <a:pt x="219" y="35"/>
                  <a:pt x="200" y="30"/>
                  <a:pt x="180" y="30"/>
                </a:cubicBezTo>
                <a:cubicBezTo>
                  <a:pt x="159" y="30"/>
                  <a:pt x="140" y="35"/>
                  <a:pt x="122" y="45"/>
                </a:cubicBezTo>
                <a:cubicBezTo>
                  <a:pt x="105" y="56"/>
                  <a:pt x="91" y="69"/>
                  <a:pt x="81" y="87"/>
                </a:cubicBezTo>
                <a:cubicBezTo>
                  <a:pt x="70" y="105"/>
                  <a:pt x="65" y="124"/>
                  <a:pt x="65" y="144"/>
                </a:cubicBezTo>
                <a:cubicBezTo>
                  <a:pt x="65" y="154"/>
                  <a:pt x="67" y="164"/>
                  <a:pt x="69" y="174"/>
                </a:cubicBezTo>
                <a:cubicBezTo>
                  <a:pt x="242" y="174"/>
                  <a:pt x="242" y="174"/>
                  <a:pt x="242" y="174"/>
                </a:cubicBezTo>
                <a:cubicBezTo>
                  <a:pt x="246" y="174"/>
                  <a:pt x="250" y="176"/>
                  <a:pt x="253" y="179"/>
                </a:cubicBezTo>
                <a:cubicBezTo>
                  <a:pt x="255" y="182"/>
                  <a:pt x="257" y="185"/>
                  <a:pt x="257" y="189"/>
                </a:cubicBezTo>
                <a:cubicBezTo>
                  <a:pt x="257" y="193"/>
                  <a:pt x="255" y="197"/>
                  <a:pt x="253" y="200"/>
                </a:cubicBezTo>
                <a:cubicBezTo>
                  <a:pt x="250" y="203"/>
                  <a:pt x="246" y="204"/>
                  <a:pt x="242" y="204"/>
                </a:cubicBezTo>
                <a:cubicBezTo>
                  <a:pt x="82" y="204"/>
                  <a:pt x="82" y="204"/>
                  <a:pt x="82" y="204"/>
                </a:cubicBezTo>
                <a:cubicBezTo>
                  <a:pt x="93" y="221"/>
                  <a:pt x="106" y="234"/>
                  <a:pt x="124" y="244"/>
                </a:cubicBezTo>
                <a:cubicBezTo>
                  <a:pt x="141" y="254"/>
                  <a:pt x="160" y="259"/>
                  <a:pt x="180" y="259"/>
                </a:cubicBezTo>
                <a:cubicBezTo>
                  <a:pt x="195" y="259"/>
                  <a:pt x="210" y="256"/>
                  <a:pt x="224" y="250"/>
                </a:cubicBezTo>
                <a:cubicBezTo>
                  <a:pt x="239" y="244"/>
                  <a:pt x="251" y="236"/>
                  <a:pt x="261" y="225"/>
                </a:cubicBezTo>
                <a:cubicBezTo>
                  <a:pt x="271" y="215"/>
                  <a:pt x="279" y="203"/>
                  <a:pt x="285" y="189"/>
                </a:cubicBezTo>
                <a:cubicBezTo>
                  <a:pt x="292" y="175"/>
                  <a:pt x="295" y="160"/>
                  <a:pt x="295" y="144"/>
                </a:cubicBezTo>
                <a:close/>
                <a:moveTo>
                  <a:pt x="360" y="100"/>
                </a:moveTo>
                <a:cubicBezTo>
                  <a:pt x="360" y="104"/>
                  <a:pt x="358" y="107"/>
                  <a:pt x="355" y="110"/>
                </a:cubicBezTo>
                <a:cubicBezTo>
                  <a:pt x="352" y="113"/>
                  <a:pt x="349" y="115"/>
                  <a:pt x="345" y="115"/>
                </a:cubicBezTo>
                <a:cubicBezTo>
                  <a:pt x="322" y="115"/>
                  <a:pt x="322" y="115"/>
                  <a:pt x="322" y="115"/>
                </a:cubicBezTo>
                <a:cubicBezTo>
                  <a:pt x="324" y="125"/>
                  <a:pt x="325" y="134"/>
                  <a:pt x="325" y="144"/>
                </a:cubicBezTo>
                <a:cubicBezTo>
                  <a:pt x="325" y="164"/>
                  <a:pt x="321" y="183"/>
                  <a:pt x="313" y="201"/>
                </a:cubicBezTo>
                <a:cubicBezTo>
                  <a:pt x="305" y="218"/>
                  <a:pt x="295" y="234"/>
                  <a:pt x="282" y="247"/>
                </a:cubicBezTo>
                <a:cubicBezTo>
                  <a:pt x="269" y="260"/>
                  <a:pt x="254" y="270"/>
                  <a:pt x="236" y="278"/>
                </a:cubicBezTo>
                <a:cubicBezTo>
                  <a:pt x="218" y="285"/>
                  <a:pt x="200" y="289"/>
                  <a:pt x="180" y="289"/>
                </a:cubicBezTo>
                <a:cubicBezTo>
                  <a:pt x="151" y="289"/>
                  <a:pt x="125" y="281"/>
                  <a:pt x="101" y="266"/>
                </a:cubicBezTo>
                <a:cubicBezTo>
                  <a:pt x="78" y="250"/>
                  <a:pt x="60" y="230"/>
                  <a:pt x="48" y="204"/>
                </a:cubicBezTo>
                <a:cubicBezTo>
                  <a:pt x="15" y="204"/>
                  <a:pt x="15" y="204"/>
                  <a:pt x="15" y="204"/>
                </a:cubicBezTo>
                <a:cubicBezTo>
                  <a:pt x="11" y="204"/>
                  <a:pt x="7" y="203"/>
                  <a:pt x="4" y="200"/>
                </a:cubicBezTo>
                <a:cubicBezTo>
                  <a:pt x="1" y="197"/>
                  <a:pt x="0" y="193"/>
                  <a:pt x="0" y="189"/>
                </a:cubicBezTo>
                <a:cubicBezTo>
                  <a:pt x="0" y="185"/>
                  <a:pt x="1" y="182"/>
                  <a:pt x="4" y="179"/>
                </a:cubicBezTo>
                <a:cubicBezTo>
                  <a:pt x="7" y="176"/>
                  <a:pt x="11" y="174"/>
                  <a:pt x="15" y="174"/>
                </a:cubicBezTo>
                <a:cubicBezTo>
                  <a:pt x="38" y="174"/>
                  <a:pt x="38" y="174"/>
                  <a:pt x="38" y="174"/>
                </a:cubicBezTo>
                <a:cubicBezTo>
                  <a:pt x="36" y="164"/>
                  <a:pt x="35" y="154"/>
                  <a:pt x="35" y="144"/>
                </a:cubicBezTo>
                <a:cubicBezTo>
                  <a:pt x="35" y="125"/>
                  <a:pt x="39" y="106"/>
                  <a:pt x="47" y="88"/>
                </a:cubicBezTo>
                <a:cubicBezTo>
                  <a:pt x="54" y="70"/>
                  <a:pt x="65" y="55"/>
                  <a:pt x="78" y="42"/>
                </a:cubicBezTo>
                <a:cubicBezTo>
                  <a:pt x="90" y="29"/>
                  <a:pt x="106" y="19"/>
                  <a:pt x="124" y="11"/>
                </a:cubicBezTo>
                <a:cubicBezTo>
                  <a:pt x="142" y="4"/>
                  <a:pt x="160" y="0"/>
                  <a:pt x="180" y="0"/>
                </a:cubicBezTo>
                <a:cubicBezTo>
                  <a:pt x="209" y="0"/>
                  <a:pt x="235" y="7"/>
                  <a:pt x="259" y="23"/>
                </a:cubicBezTo>
                <a:cubicBezTo>
                  <a:pt x="282" y="39"/>
                  <a:pt x="300" y="59"/>
                  <a:pt x="312" y="85"/>
                </a:cubicBezTo>
                <a:cubicBezTo>
                  <a:pt x="345" y="85"/>
                  <a:pt x="345" y="85"/>
                  <a:pt x="345" y="85"/>
                </a:cubicBezTo>
                <a:cubicBezTo>
                  <a:pt x="349" y="85"/>
                  <a:pt x="352" y="86"/>
                  <a:pt x="355" y="89"/>
                </a:cubicBezTo>
                <a:cubicBezTo>
                  <a:pt x="358" y="92"/>
                  <a:pt x="360" y="95"/>
                  <a:pt x="360" y="1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4" name="Freeform 90"/>
          <p:cNvSpPr>
            <a:spLocks/>
          </p:cNvSpPr>
          <p:nvPr/>
        </p:nvSpPr>
        <p:spPr bwMode="auto">
          <a:xfrm>
            <a:off x="6877051" y="2882901"/>
            <a:ext cx="193675" cy="290513"/>
          </a:xfrm>
          <a:custGeom>
            <a:avLst/>
            <a:gdLst>
              <a:gd name="T0" fmla="*/ 0 w 179"/>
              <a:gd name="T1" fmla="*/ 269 h 269"/>
              <a:gd name="T2" fmla="*/ 3 w 179"/>
              <a:gd name="T3" fmla="*/ 254 h 269"/>
              <a:gd name="T4" fmla="*/ 17 w 179"/>
              <a:gd name="T5" fmla="*/ 250 h 269"/>
              <a:gd name="T6" fmla="*/ 36 w 179"/>
              <a:gd name="T7" fmla="*/ 244 h 269"/>
              <a:gd name="T8" fmla="*/ 44 w 179"/>
              <a:gd name="T9" fmla="*/ 226 h 269"/>
              <a:gd name="T10" fmla="*/ 55 w 179"/>
              <a:gd name="T11" fmla="*/ 175 h 269"/>
              <a:gd name="T12" fmla="*/ 75 w 179"/>
              <a:gd name="T13" fmla="*/ 80 h 269"/>
              <a:gd name="T14" fmla="*/ 84 w 179"/>
              <a:gd name="T15" fmla="*/ 28 h 269"/>
              <a:gd name="T16" fmla="*/ 84 w 179"/>
              <a:gd name="T17" fmla="*/ 23 h 269"/>
              <a:gd name="T18" fmla="*/ 74 w 179"/>
              <a:gd name="T19" fmla="*/ 20 h 269"/>
              <a:gd name="T20" fmla="*/ 62 w 179"/>
              <a:gd name="T21" fmla="*/ 19 h 269"/>
              <a:gd name="T22" fmla="*/ 52 w 179"/>
              <a:gd name="T23" fmla="*/ 18 h 269"/>
              <a:gd name="T24" fmla="*/ 55 w 179"/>
              <a:gd name="T25" fmla="*/ 0 h 269"/>
              <a:gd name="T26" fmla="*/ 76 w 179"/>
              <a:gd name="T27" fmla="*/ 1 h 269"/>
              <a:gd name="T28" fmla="*/ 102 w 179"/>
              <a:gd name="T29" fmla="*/ 2 h 269"/>
              <a:gd name="T30" fmla="*/ 124 w 179"/>
              <a:gd name="T31" fmla="*/ 2 h 269"/>
              <a:gd name="T32" fmla="*/ 141 w 179"/>
              <a:gd name="T33" fmla="*/ 2 h 269"/>
              <a:gd name="T34" fmla="*/ 162 w 179"/>
              <a:gd name="T35" fmla="*/ 1 h 269"/>
              <a:gd name="T36" fmla="*/ 179 w 179"/>
              <a:gd name="T37" fmla="*/ 0 h 269"/>
              <a:gd name="T38" fmla="*/ 176 w 179"/>
              <a:gd name="T39" fmla="*/ 15 h 269"/>
              <a:gd name="T40" fmla="*/ 158 w 179"/>
              <a:gd name="T41" fmla="*/ 20 h 269"/>
              <a:gd name="T42" fmla="*/ 139 w 179"/>
              <a:gd name="T43" fmla="*/ 26 h 269"/>
              <a:gd name="T44" fmla="*/ 137 w 179"/>
              <a:gd name="T45" fmla="*/ 33 h 269"/>
              <a:gd name="T46" fmla="*/ 135 w 179"/>
              <a:gd name="T47" fmla="*/ 41 h 269"/>
              <a:gd name="T48" fmla="*/ 134 w 179"/>
              <a:gd name="T49" fmla="*/ 49 h 269"/>
              <a:gd name="T50" fmla="*/ 133 w 179"/>
              <a:gd name="T51" fmla="*/ 56 h 269"/>
              <a:gd name="T52" fmla="*/ 117 w 179"/>
              <a:gd name="T53" fmla="*/ 130 h 269"/>
              <a:gd name="T54" fmla="*/ 104 w 179"/>
              <a:gd name="T55" fmla="*/ 192 h 269"/>
              <a:gd name="T56" fmla="*/ 101 w 179"/>
              <a:gd name="T57" fmla="*/ 202 h 269"/>
              <a:gd name="T58" fmla="*/ 98 w 179"/>
              <a:gd name="T59" fmla="*/ 218 h 269"/>
              <a:gd name="T60" fmla="*/ 95 w 179"/>
              <a:gd name="T61" fmla="*/ 233 h 269"/>
              <a:gd name="T62" fmla="*/ 94 w 179"/>
              <a:gd name="T63" fmla="*/ 243 h 269"/>
              <a:gd name="T64" fmla="*/ 94 w 179"/>
              <a:gd name="T65" fmla="*/ 246 h 269"/>
              <a:gd name="T66" fmla="*/ 127 w 179"/>
              <a:gd name="T67" fmla="*/ 251 h 269"/>
              <a:gd name="T68" fmla="*/ 124 w 179"/>
              <a:gd name="T69" fmla="*/ 269 h 269"/>
              <a:gd name="T70" fmla="*/ 118 w 179"/>
              <a:gd name="T71" fmla="*/ 269 h 269"/>
              <a:gd name="T72" fmla="*/ 113 w 179"/>
              <a:gd name="T73" fmla="*/ 269 h 269"/>
              <a:gd name="T74" fmla="*/ 97 w 179"/>
              <a:gd name="T75" fmla="*/ 268 h 269"/>
              <a:gd name="T76" fmla="*/ 82 w 179"/>
              <a:gd name="T77" fmla="*/ 266 h 269"/>
              <a:gd name="T78" fmla="*/ 46 w 179"/>
              <a:gd name="T79" fmla="*/ 265 h 269"/>
              <a:gd name="T80" fmla="*/ 21 w 179"/>
              <a:gd name="T81" fmla="*/ 267 h 269"/>
              <a:gd name="T82" fmla="*/ 0 w 179"/>
              <a:gd name="T83" fmla="*/ 269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9" h="269">
                <a:moveTo>
                  <a:pt x="0" y="269"/>
                </a:moveTo>
                <a:cubicBezTo>
                  <a:pt x="3" y="254"/>
                  <a:pt x="3" y="254"/>
                  <a:pt x="3" y="254"/>
                </a:cubicBezTo>
                <a:cubicBezTo>
                  <a:pt x="3" y="254"/>
                  <a:pt x="8" y="253"/>
                  <a:pt x="17" y="250"/>
                </a:cubicBezTo>
                <a:cubicBezTo>
                  <a:pt x="26" y="248"/>
                  <a:pt x="32" y="246"/>
                  <a:pt x="36" y="244"/>
                </a:cubicBezTo>
                <a:cubicBezTo>
                  <a:pt x="40" y="240"/>
                  <a:pt x="42" y="234"/>
                  <a:pt x="44" y="226"/>
                </a:cubicBezTo>
                <a:cubicBezTo>
                  <a:pt x="44" y="225"/>
                  <a:pt x="47" y="208"/>
                  <a:pt x="55" y="175"/>
                </a:cubicBezTo>
                <a:cubicBezTo>
                  <a:pt x="62" y="142"/>
                  <a:pt x="68" y="110"/>
                  <a:pt x="75" y="80"/>
                </a:cubicBezTo>
                <a:cubicBezTo>
                  <a:pt x="81" y="49"/>
                  <a:pt x="84" y="32"/>
                  <a:pt x="84" y="28"/>
                </a:cubicBezTo>
                <a:cubicBezTo>
                  <a:pt x="84" y="23"/>
                  <a:pt x="84" y="23"/>
                  <a:pt x="84" y="23"/>
                </a:cubicBezTo>
                <a:cubicBezTo>
                  <a:pt x="81" y="22"/>
                  <a:pt x="78" y="21"/>
                  <a:pt x="74" y="20"/>
                </a:cubicBezTo>
                <a:cubicBezTo>
                  <a:pt x="71" y="19"/>
                  <a:pt x="66" y="19"/>
                  <a:pt x="62" y="19"/>
                </a:cubicBezTo>
                <a:cubicBezTo>
                  <a:pt x="57" y="18"/>
                  <a:pt x="54" y="18"/>
                  <a:pt x="52" y="18"/>
                </a:cubicBezTo>
                <a:cubicBezTo>
                  <a:pt x="55" y="0"/>
                  <a:pt x="55" y="0"/>
                  <a:pt x="55" y="0"/>
                </a:cubicBezTo>
                <a:cubicBezTo>
                  <a:pt x="59" y="0"/>
                  <a:pt x="66" y="0"/>
                  <a:pt x="76" y="1"/>
                </a:cubicBezTo>
                <a:cubicBezTo>
                  <a:pt x="86" y="1"/>
                  <a:pt x="95" y="2"/>
                  <a:pt x="102" y="2"/>
                </a:cubicBezTo>
                <a:cubicBezTo>
                  <a:pt x="110" y="2"/>
                  <a:pt x="117" y="2"/>
                  <a:pt x="124" y="2"/>
                </a:cubicBezTo>
                <a:cubicBezTo>
                  <a:pt x="129" y="2"/>
                  <a:pt x="135" y="2"/>
                  <a:pt x="141" y="2"/>
                </a:cubicBezTo>
                <a:cubicBezTo>
                  <a:pt x="147" y="2"/>
                  <a:pt x="154" y="1"/>
                  <a:pt x="162" y="1"/>
                </a:cubicBezTo>
                <a:cubicBezTo>
                  <a:pt x="170" y="0"/>
                  <a:pt x="176" y="0"/>
                  <a:pt x="179" y="0"/>
                </a:cubicBezTo>
                <a:cubicBezTo>
                  <a:pt x="179" y="4"/>
                  <a:pt x="178" y="9"/>
                  <a:pt x="176" y="15"/>
                </a:cubicBezTo>
                <a:cubicBezTo>
                  <a:pt x="173" y="16"/>
                  <a:pt x="167" y="18"/>
                  <a:pt x="158" y="20"/>
                </a:cubicBezTo>
                <a:cubicBezTo>
                  <a:pt x="150" y="22"/>
                  <a:pt x="144" y="24"/>
                  <a:pt x="139" y="26"/>
                </a:cubicBezTo>
                <a:cubicBezTo>
                  <a:pt x="138" y="28"/>
                  <a:pt x="137" y="31"/>
                  <a:pt x="137" y="33"/>
                </a:cubicBezTo>
                <a:cubicBezTo>
                  <a:pt x="136" y="36"/>
                  <a:pt x="136" y="39"/>
                  <a:pt x="135" y="41"/>
                </a:cubicBezTo>
                <a:cubicBezTo>
                  <a:pt x="135" y="42"/>
                  <a:pt x="134" y="45"/>
                  <a:pt x="134" y="49"/>
                </a:cubicBezTo>
                <a:cubicBezTo>
                  <a:pt x="133" y="52"/>
                  <a:pt x="133" y="54"/>
                  <a:pt x="133" y="56"/>
                </a:cubicBezTo>
                <a:cubicBezTo>
                  <a:pt x="130" y="73"/>
                  <a:pt x="124" y="98"/>
                  <a:pt x="117" y="130"/>
                </a:cubicBezTo>
                <a:cubicBezTo>
                  <a:pt x="110" y="161"/>
                  <a:pt x="106" y="182"/>
                  <a:pt x="104" y="192"/>
                </a:cubicBezTo>
                <a:cubicBezTo>
                  <a:pt x="104" y="193"/>
                  <a:pt x="103" y="196"/>
                  <a:pt x="101" y="202"/>
                </a:cubicBezTo>
                <a:cubicBezTo>
                  <a:pt x="100" y="208"/>
                  <a:pt x="99" y="213"/>
                  <a:pt x="98" y="218"/>
                </a:cubicBezTo>
                <a:cubicBezTo>
                  <a:pt x="97" y="223"/>
                  <a:pt x="96" y="228"/>
                  <a:pt x="95" y="233"/>
                </a:cubicBezTo>
                <a:cubicBezTo>
                  <a:pt x="94" y="238"/>
                  <a:pt x="94" y="241"/>
                  <a:pt x="94" y="243"/>
                </a:cubicBezTo>
                <a:cubicBezTo>
                  <a:pt x="94" y="246"/>
                  <a:pt x="94" y="246"/>
                  <a:pt x="94" y="246"/>
                </a:cubicBezTo>
                <a:cubicBezTo>
                  <a:pt x="96" y="246"/>
                  <a:pt x="107" y="248"/>
                  <a:pt x="127" y="251"/>
                </a:cubicBezTo>
                <a:cubicBezTo>
                  <a:pt x="126" y="257"/>
                  <a:pt x="125" y="262"/>
                  <a:pt x="124" y="269"/>
                </a:cubicBezTo>
                <a:cubicBezTo>
                  <a:pt x="123" y="269"/>
                  <a:pt x="121" y="269"/>
                  <a:pt x="118" y="269"/>
                </a:cubicBezTo>
                <a:cubicBezTo>
                  <a:pt x="116" y="269"/>
                  <a:pt x="114" y="269"/>
                  <a:pt x="113" y="269"/>
                </a:cubicBezTo>
                <a:cubicBezTo>
                  <a:pt x="109" y="269"/>
                  <a:pt x="104" y="269"/>
                  <a:pt x="97" y="268"/>
                </a:cubicBezTo>
                <a:cubicBezTo>
                  <a:pt x="90" y="266"/>
                  <a:pt x="85" y="266"/>
                  <a:pt x="82" y="266"/>
                </a:cubicBezTo>
                <a:cubicBezTo>
                  <a:pt x="66" y="266"/>
                  <a:pt x="54" y="265"/>
                  <a:pt x="46" y="265"/>
                </a:cubicBezTo>
                <a:cubicBezTo>
                  <a:pt x="40" y="265"/>
                  <a:pt x="32" y="266"/>
                  <a:pt x="21" y="267"/>
                </a:cubicBezTo>
                <a:cubicBezTo>
                  <a:pt x="10" y="268"/>
                  <a:pt x="3" y="269"/>
                  <a:pt x="0" y="26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Freeform 91"/>
          <p:cNvSpPr>
            <a:spLocks noEditPoints="1"/>
          </p:cNvSpPr>
          <p:nvPr/>
        </p:nvSpPr>
        <p:spPr bwMode="auto">
          <a:xfrm>
            <a:off x="7259638" y="2882901"/>
            <a:ext cx="290513" cy="290513"/>
          </a:xfrm>
          <a:custGeom>
            <a:avLst/>
            <a:gdLst>
              <a:gd name="T0" fmla="*/ 160 w 270"/>
              <a:gd name="T1" fmla="*/ 194 h 269"/>
              <a:gd name="T2" fmla="*/ 128 w 270"/>
              <a:gd name="T3" fmla="*/ 226 h 269"/>
              <a:gd name="T4" fmla="*/ 72 w 270"/>
              <a:gd name="T5" fmla="*/ 241 h 269"/>
              <a:gd name="T6" fmla="*/ 36 w 270"/>
              <a:gd name="T7" fmla="*/ 269 h 269"/>
              <a:gd name="T8" fmla="*/ 0 w 270"/>
              <a:gd name="T9" fmla="*/ 233 h 269"/>
              <a:gd name="T10" fmla="*/ 28 w 270"/>
              <a:gd name="T11" fmla="*/ 198 h 269"/>
              <a:gd name="T12" fmla="*/ 44 w 270"/>
              <a:gd name="T13" fmla="*/ 141 h 269"/>
              <a:gd name="T14" fmla="*/ 72 w 270"/>
              <a:gd name="T15" fmla="*/ 166 h 269"/>
              <a:gd name="T16" fmla="*/ 64 w 270"/>
              <a:gd name="T17" fmla="*/ 183 h 269"/>
              <a:gd name="T18" fmla="*/ 86 w 270"/>
              <a:gd name="T19" fmla="*/ 205 h 269"/>
              <a:gd name="T20" fmla="*/ 107 w 270"/>
              <a:gd name="T21" fmla="*/ 194 h 269"/>
              <a:gd name="T22" fmla="*/ 162 w 270"/>
              <a:gd name="T23" fmla="*/ 139 h 269"/>
              <a:gd name="T24" fmla="*/ 128 w 270"/>
              <a:gd name="T25" fmla="*/ 46 h 269"/>
              <a:gd name="T26" fmla="*/ 104 w 270"/>
              <a:gd name="T27" fmla="*/ 75 h 269"/>
              <a:gd name="T28" fmla="*/ 86 w 270"/>
              <a:gd name="T29" fmla="*/ 66 h 269"/>
              <a:gd name="T30" fmla="*/ 64 w 270"/>
              <a:gd name="T31" fmla="*/ 88 h 269"/>
              <a:gd name="T32" fmla="*/ 75 w 270"/>
              <a:gd name="T33" fmla="*/ 109 h 269"/>
              <a:gd name="T34" fmla="*/ 130 w 270"/>
              <a:gd name="T35" fmla="*/ 164 h 269"/>
              <a:gd name="T36" fmla="*/ 75 w 270"/>
              <a:gd name="T37" fmla="*/ 162 h 269"/>
              <a:gd name="T38" fmla="*/ 44 w 270"/>
              <a:gd name="T39" fmla="*/ 130 h 269"/>
              <a:gd name="T40" fmla="*/ 29 w 270"/>
              <a:gd name="T41" fmla="*/ 71 h 269"/>
              <a:gd name="T42" fmla="*/ 1 w 270"/>
              <a:gd name="T43" fmla="*/ 36 h 269"/>
              <a:gd name="T44" fmla="*/ 37 w 270"/>
              <a:gd name="T45" fmla="*/ 0 h 269"/>
              <a:gd name="T46" fmla="*/ 72 w 270"/>
              <a:gd name="T47" fmla="*/ 30 h 269"/>
              <a:gd name="T48" fmla="*/ 128 w 270"/>
              <a:gd name="T49" fmla="*/ 46 h 269"/>
              <a:gd name="T50" fmla="*/ 260 w 270"/>
              <a:gd name="T51" fmla="*/ 259 h 269"/>
              <a:gd name="T52" fmla="*/ 211 w 270"/>
              <a:gd name="T53" fmla="*/ 261 h 269"/>
              <a:gd name="T54" fmla="*/ 167 w 270"/>
              <a:gd name="T55" fmla="*/ 241 h 269"/>
              <a:gd name="T56" fmla="*/ 137 w 270"/>
              <a:gd name="T57" fmla="*/ 223 h 269"/>
              <a:gd name="T58" fmla="*/ 165 w 270"/>
              <a:gd name="T59" fmla="*/ 199 h 269"/>
              <a:gd name="T60" fmla="*/ 197 w 270"/>
              <a:gd name="T61" fmla="*/ 199 h 269"/>
              <a:gd name="T62" fmla="*/ 197 w 270"/>
              <a:gd name="T63" fmla="*/ 168 h 269"/>
              <a:gd name="T64" fmla="*/ 165 w 270"/>
              <a:gd name="T65" fmla="*/ 136 h 269"/>
              <a:gd name="T66" fmla="*/ 163 w 270"/>
              <a:gd name="T67" fmla="*/ 81 h 269"/>
              <a:gd name="T68" fmla="*/ 218 w 270"/>
              <a:gd name="T69" fmla="*/ 136 h 269"/>
              <a:gd name="T70" fmla="*/ 239 w 270"/>
              <a:gd name="T71" fmla="*/ 167 h 269"/>
              <a:gd name="T72" fmla="*/ 261 w 270"/>
              <a:gd name="T73" fmla="*/ 210 h 269"/>
              <a:gd name="T74" fmla="*/ 270 w 270"/>
              <a:gd name="T75" fmla="*/ 36 h 269"/>
              <a:gd name="T76" fmla="*/ 238 w 270"/>
              <a:gd name="T77" fmla="*/ 72 h 269"/>
              <a:gd name="T78" fmla="*/ 223 w 270"/>
              <a:gd name="T79" fmla="*/ 130 h 269"/>
              <a:gd name="T80" fmla="*/ 195 w 270"/>
              <a:gd name="T81" fmla="*/ 106 h 269"/>
              <a:gd name="T82" fmla="*/ 203 w 270"/>
              <a:gd name="T83" fmla="*/ 88 h 269"/>
              <a:gd name="T84" fmla="*/ 181 w 270"/>
              <a:gd name="T85" fmla="*/ 66 h 269"/>
              <a:gd name="T86" fmla="*/ 160 w 270"/>
              <a:gd name="T87" fmla="*/ 78 h 269"/>
              <a:gd name="T88" fmla="*/ 105 w 270"/>
              <a:gd name="T89" fmla="*/ 132 h 269"/>
              <a:gd name="T90" fmla="*/ 107 w 270"/>
              <a:gd name="T91" fmla="*/ 78 h 269"/>
              <a:gd name="T92" fmla="*/ 139 w 270"/>
              <a:gd name="T93" fmla="*/ 46 h 269"/>
              <a:gd name="T94" fmla="*/ 198 w 270"/>
              <a:gd name="T95" fmla="*/ 31 h 269"/>
              <a:gd name="T96" fmla="*/ 234 w 270"/>
              <a:gd name="T97" fmla="*/ 0 h 269"/>
              <a:gd name="T98" fmla="*/ 270 w 270"/>
              <a:gd name="T99" fmla="*/ 36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70" h="269">
                <a:moveTo>
                  <a:pt x="188" y="166"/>
                </a:moveTo>
                <a:cubicBezTo>
                  <a:pt x="160" y="194"/>
                  <a:pt x="160" y="194"/>
                  <a:pt x="160" y="194"/>
                </a:cubicBezTo>
                <a:cubicBezTo>
                  <a:pt x="134" y="220"/>
                  <a:pt x="134" y="220"/>
                  <a:pt x="134" y="220"/>
                </a:cubicBezTo>
                <a:cubicBezTo>
                  <a:pt x="128" y="226"/>
                  <a:pt x="128" y="226"/>
                  <a:pt x="128" y="226"/>
                </a:cubicBezTo>
                <a:cubicBezTo>
                  <a:pt x="121" y="233"/>
                  <a:pt x="112" y="238"/>
                  <a:pt x="102" y="241"/>
                </a:cubicBezTo>
                <a:cubicBezTo>
                  <a:pt x="92" y="244"/>
                  <a:pt x="82" y="244"/>
                  <a:pt x="72" y="241"/>
                </a:cubicBezTo>
                <a:cubicBezTo>
                  <a:pt x="70" y="249"/>
                  <a:pt x="65" y="256"/>
                  <a:pt x="59" y="261"/>
                </a:cubicBezTo>
                <a:cubicBezTo>
                  <a:pt x="52" y="267"/>
                  <a:pt x="45" y="269"/>
                  <a:pt x="36" y="269"/>
                </a:cubicBezTo>
                <a:cubicBezTo>
                  <a:pt x="26" y="269"/>
                  <a:pt x="18" y="266"/>
                  <a:pt x="11" y="259"/>
                </a:cubicBezTo>
                <a:cubicBezTo>
                  <a:pt x="4" y="252"/>
                  <a:pt x="0" y="243"/>
                  <a:pt x="0" y="233"/>
                </a:cubicBezTo>
                <a:cubicBezTo>
                  <a:pt x="0" y="225"/>
                  <a:pt x="3" y="217"/>
                  <a:pt x="8" y="211"/>
                </a:cubicBezTo>
                <a:cubicBezTo>
                  <a:pt x="13" y="204"/>
                  <a:pt x="20" y="200"/>
                  <a:pt x="28" y="198"/>
                </a:cubicBezTo>
                <a:cubicBezTo>
                  <a:pt x="25" y="188"/>
                  <a:pt x="26" y="178"/>
                  <a:pt x="28" y="168"/>
                </a:cubicBezTo>
                <a:cubicBezTo>
                  <a:pt x="31" y="157"/>
                  <a:pt x="36" y="149"/>
                  <a:pt x="44" y="141"/>
                </a:cubicBezTo>
                <a:cubicBezTo>
                  <a:pt x="46" y="139"/>
                  <a:pt x="46" y="139"/>
                  <a:pt x="46" y="139"/>
                </a:cubicBezTo>
                <a:cubicBezTo>
                  <a:pt x="72" y="166"/>
                  <a:pt x="72" y="166"/>
                  <a:pt x="72" y="166"/>
                </a:cubicBezTo>
                <a:cubicBezTo>
                  <a:pt x="70" y="167"/>
                  <a:pt x="70" y="167"/>
                  <a:pt x="70" y="167"/>
                </a:cubicBezTo>
                <a:cubicBezTo>
                  <a:pt x="66" y="172"/>
                  <a:pt x="64" y="177"/>
                  <a:pt x="64" y="183"/>
                </a:cubicBezTo>
                <a:cubicBezTo>
                  <a:pt x="64" y="189"/>
                  <a:pt x="66" y="194"/>
                  <a:pt x="70" y="199"/>
                </a:cubicBezTo>
                <a:cubicBezTo>
                  <a:pt x="75" y="203"/>
                  <a:pt x="80" y="205"/>
                  <a:pt x="86" y="205"/>
                </a:cubicBezTo>
                <a:cubicBezTo>
                  <a:pt x="92" y="205"/>
                  <a:pt x="97" y="203"/>
                  <a:pt x="102" y="199"/>
                </a:cubicBezTo>
                <a:cubicBezTo>
                  <a:pt x="107" y="194"/>
                  <a:pt x="107" y="194"/>
                  <a:pt x="107" y="194"/>
                </a:cubicBezTo>
                <a:cubicBezTo>
                  <a:pt x="133" y="167"/>
                  <a:pt x="133" y="167"/>
                  <a:pt x="133" y="167"/>
                </a:cubicBezTo>
                <a:cubicBezTo>
                  <a:pt x="162" y="139"/>
                  <a:pt x="162" y="139"/>
                  <a:pt x="162" y="139"/>
                </a:cubicBezTo>
                <a:lnTo>
                  <a:pt x="188" y="166"/>
                </a:lnTo>
                <a:close/>
                <a:moveTo>
                  <a:pt x="128" y="46"/>
                </a:moveTo>
                <a:cubicBezTo>
                  <a:pt x="130" y="48"/>
                  <a:pt x="130" y="48"/>
                  <a:pt x="130" y="48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97" y="68"/>
                  <a:pt x="92" y="66"/>
                  <a:pt x="86" y="66"/>
                </a:cubicBezTo>
                <a:cubicBezTo>
                  <a:pt x="80" y="66"/>
                  <a:pt x="75" y="68"/>
                  <a:pt x="70" y="72"/>
                </a:cubicBezTo>
                <a:cubicBezTo>
                  <a:pt x="66" y="77"/>
                  <a:pt x="64" y="82"/>
                  <a:pt x="64" y="88"/>
                </a:cubicBezTo>
                <a:cubicBezTo>
                  <a:pt x="64" y="94"/>
                  <a:pt x="66" y="100"/>
                  <a:pt x="70" y="104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30" y="164"/>
                  <a:pt x="130" y="164"/>
                  <a:pt x="130" y="164"/>
                </a:cubicBezTo>
                <a:cubicBezTo>
                  <a:pt x="104" y="190"/>
                  <a:pt x="104" y="190"/>
                  <a:pt x="104" y="190"/>
                </a:cubicBezTo>
                <a:cubicBezTo>
                  <a:pt x="75" y="162"/>
                  <a:pt x="75" y="162"/>
                  <a:pt x="75" y="162"/>
                </a:cubicBezTo>
                <a:cubicBezTo>
                  <a:pt x="49" y="136"/>
                  <a:pt x="49" y="136"/>
                  <a:pt x="49" y="136"/>
                </a:cubicBezTo>
                <a:cubicBezTo>
                  <a:pt x="44" y="130"/>
                  <a:pt x="44" y="130"/>
                  <a:pt x="44" y="130"/>
                </a:cubicBezTo>
                <a:cubicBezTo>
                  <a:pt x="36" y="123"/>
                  <a:pt x="30" y="113"/>
                  <a:pt x="28" y="102"/>
                </a:cubicBezTo>
                <a:cubicBezTo>
                  <a:pt x="25" y="92"/>
                  <a:pt x="26" y="81"/>
                  <a:pt x="29" y="71"/>
                </a:cubicBezTo>
                <a:cubicBezTo>
                  <a:pt x="21" y="69"/>
                  <a:pt x="14" y="65"/>
                  <a:pt x="9" y="58"/>
                </a:cubicBezTo>
                <a:cubicBezTo>
                  <a:pt x="3" y="52"/>
                  <a:pt x="1" y="44"/>
                  <a:pt x="1" y="36"/>
                </a:cubicBezTo>
                <a:cubicBezTo>
                  <a:pt x="1" y="26"/>
                  <a:pt x="4" y="17"/>
                  <a:pt x="11" y="10"/>
                </a:cubicBezTo>
                <a:cubicBezTo>
                  <a:pt x="18" y="3"/>
                  <a:pt x="27" y="0"/>
                  <a:pt x="37" y="0"/>
                </a:cubicBezTo>
                <a:cubicBezTo>
                  <a:pt x="46" y="0"/>
                  <a:pt x="53" y="2"/>
                  <a:pt x="60" y="8"/>
                </a:cubicBezTo>
                <a:cubicBezTo>
                  <a:pt x="67" y="14"/>
                  <a:pt x="71" y="21"/>
                  <a:pt x="72" y="30"/>
                </a:cubicBezTo>
                <a:cubicBezTo>
                  <a:pt x="82" y="27"/>
                  <a:pt x="92" y="28"/>
                  <a:pt x="102" y="30"/>
                </a:cubicBezTo>
                <a:cubicBezTo>
                  <a:pt x="112" y="33"/>
                  <a:pt x="121" y="38"/>
                  <a:pt x="128" y="46"/>
                </a:cubicBezTo>
                <a:close/>
                <a:moveTo>
                  <a:pt x="270" y="233"/>
                </a:moveTo>
                <a:cubicBezTo>
                  <a:pt x="270" y="243"/>
                  <a:pt x="267" y="252"/>
                  <a:pt x="260" y="259"/>
                </a:cubicBezTo>
                <a:cubicBezTo>
                  <a:pt x="253" y="266"/>
                  <a:pt x="244" y="269"/>
                  <a:pt x="234" y="269"/>
                </a:cubicBezTo>
                <a:cubicBezTo>
                  <a:pt x="225" y="269"/>
                  <a:pt x="218" y="267"/>
                  <a:pt x="211" y="261"/>
                </a:cubicBezTo>
                <a:cubicBezTo>
                  <a:pt x="204" y="256"/>
                  <a:pt x="200" y="249"/>
                  <a:pt x="199" y="240"/>
                </a:cubicBezTo>
                <a:cubicBezTo>
                  <a:pt x="189" y="244"/>
                  <a:pt x="178" y="244"/>
                  <a:pt x="167" y="241"/>
                </a:cubicBezTo>
                <a:cubicBezTo>
                  <a:pt x="156" y="239"/>
                  <a:pt x="147" y="234"/>
                  <a:pt x="139" y="226"/>
                </a:cubicBezTo>
                <a:cubicBezTo>
                  <a:pt x="137" y="223"/>
                  <a:pt x="137" y="223"/>
                  <a:pt x="137" y="223"/>
                </a:cubicBezTo>
                <a:cubicBezTo>
                  <a:pt x="163" y="197"/>
                  <a:pt x="163" y="197"/>
                  <a:pt x="163" y="197"/>
                </a:cubicBezTo>
                <a:cubicBezTo>
                  <a:pt x="165" y="199"/>
                  <a:pt x="165" y="199"/>
                  <a:pt x="165" y="199"/>
                </a:cubicBezTo>
                <a:cubicBezTo>
                  <a:pt x="170" y="203"/>
                  <a:pt x="175" y="205"/>
                  <a:pt x="181" y="205"/>
                </a:cubicBezTo>
                <a:cubicBezTo>
                  <a:pt x="187" y="205"/>
                  <a:pt x="192" y="203"/>
                  <a:pt x="197" y="199"/>
                </a:cubicBezTo>
                <a:cubicBezTo>
                  <a:pt x="201" y="195"/>
                  <a:pt x="203" y="189"/>
                  <a:pt x="203" y="183"/>
                </a:cubicBezTo>
                <a:cubicBezTo>
                  <a:pt x="203" y="177"/>
                  <a:pt x="201" y="172"/>
                  <a:pt x="197" y="168"/>
                </a:cubicBezTo>
                <a:cubicBezTo>
                  <a:pt x="191" y="162"/>
                  <a:pt x="191" y="162"/>
                  <a:pt x="191" y="162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63" y="81"/>
                  <a:pt x="163" y="81"/>
                  <a:pt x="163" y="81"/>
                </a:cubicBezTo>
                <a:cubicBezTo>
                  <a:pt x="191" y="109"/>
                  <a:pt x="191" y="109"/>
                  <a:pt x="191" y="109"/>
                </a:cubicBezTo>
                <a:cubicBezTo>
                  <a:pt x="218" y="136"/>
                  <a:pt x="218" y="136"/>
                  <a:pt x="218" y="136"/>
                </a:cubicBezTo>
                <a:cubicBezTo>
                  <a:pt x="223" y="141"/>
                  <a:pt x="223" y="141"/>
                  <a:pt x="223" y="141"/>
                </a:cubicBezTo>
                <a:cubicBezTo>
                  <a:pt x="231" y="148"/>
                  <a:pt x="236" y="157"/>
                  <a:pt x="239" y="167"/>
                </a:cubicBezTo>
                <a:cubicBezTo>
                  <a:pt x="241" y="177"/>
                  <a:pt x="241" y="188"/>
                  <a:pt x="239" y="197"/>
                </a:cubicBezTo>
                <a:cubicBezTo>
                  <a:pt x="248" y="199"/>
                  <a:pt x="255" y="203"/>
                  <a:pt x="261" y="210"/>
                </a:cubicBezTo>
                <a:cubicBezTo>
                  <a:pt x="267" y="216"/>
                  <a:pt x="270" y="224"/>
                  <a:pt x="270" y="233"/>
                </a:cubicBezTo>
                <a:close/>
                <a:moveTo>
                  <a:pt x="270" y="36"/>
                </a:moveTo>
                <a:cubicBezTo>
                  <a:pt x="270" y="45"/>
                  <a:pt x="267" y="53"/>
                  <a:pt x="261" y="59"/>
                </a:cubicBezTo>
                <a:cubicBezTo>
                  <a:pt x="255" y="66"/>
                  <a:pt x="247" y="70"/>
                  <a:pt x="238" y="72"/>
                </a:cubicBezTo>
                <a:cubicBezTo>
                  <a:pt x="242" y="81"/>
                  <a:pt x="242" y="92"/>
                  <a:pt x="239" y="103"/>
                </a:cubicBezTo>
                <a:cubicBezTo>
                  <a:pt x="236" y="113"/>
                  <a:pt x="231" y="123"/>
                  <a:pt x="223" y="130"/>
                </a:cubicBezTo>
                <a:cubicBezTo>
                  <a:pt x="221" y="132"/>
                  <a:pt x="221" y="132"/>
                  <a:pt x="221" y="132"/>
                </a:cubicBezTo>
                <a:cubicBezTo>
                  <a:pt x="195" y="106"/>
                  <a:pt x="195" y="106"/>
                  <a:pt x="195" y="106"/>
                </a:cubicBezTo>
                <a:cubicBezTo>
                  <a:pt x="197" y="104"/>
                  <a:pt x="197" y="104"/>
                  <a:pt x="197" y="104"/>
                </a:cubicBezTo>
                <a:cubicBezTo>
                  <a:pt x="201" y="99"/>
                  <a:pt x="203" y="94"/>
                  <a:pt x="203" y="88"/>
                </a:cubicBezTo>
                <a:cubicBezTo>
                  <a:pt x="203" y="82"/>
                  <a:pt x="201" y="77"/>
                  <a:pt x="197" y="72"/>
                </a:cubicBezTo>
                <a:cubicBezTo>
                  <a:pt x="192" y="68"/>
                  <a:pt x="187" y="66"/>
                  <a:pt x="181" y="66"/>
                </a:cubicBezTo>
                <a:cubicBezTo>
                  <a:pt x="175" y="66"/>
                  <a:pt x="170" y="68"/>
                  <a:pt x="165" y="72"/>
                </a:cubicBezTo>
                <a:cubicBezTo>
                  <a:pt x="160" y="78"/>
                  <a:pt x="160" y="78"/>
                  <a:pt x="160" y="78"/>
                </a:cubicBezTo>
                <a:cubicBezTo>
                  <a:pt x="133" y="104"/>
                  <a:pt x="133" y="104"/>
                  <a:pt x="133" y="104"/>
                </a:cubicBezTo>
                <a:cubicBezTo>
                  <a:pt x="105" y="132"/>
                  <a:pt x="105" y="132"/>
                  <a:pt x="105" y="132"/>
                </a:cubicBezTo>
                <a:cubicBezTo>
                  <a:pt x="79" y="106"/>
                  <a:pt x="79" y="106"/>
                  <a:pt x="79" y="106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34" y="51"/>
                  <a:pt x="134" y="51"/>
                  <a:pt x="134" y="51"/>
                </a:cubicBezTo>
                <a:cubicBezTo>
                  <a:pt x="139" y="46"/>
                  <a:pt x="139" y="46"/>
                  <a:pt x="139" y="46"/>
                </a:cubicBezTo>
                <a:cubicBezTo>
                  <a:pt x="147" y="38"/>
                  <a:pt x="156" y="33"/>
                  <a:pt x="167" y="30"/>
                </a:cubicBezTo>
                <a:cubicBezTo>
                  <a:pt x="177" y="27"/>
                  <a:pt x="188" y="28"/>
                  <a:pt x="198" y="31"/>
                </a:cubicBezTo>
                <a:cubicBezTo>
                  <a:pt x="199" y="22"/>
                  <a:pt x="203" y="14"/>
                  <a:pt x="210" y="8"/>
                </a:cubicBezTo>
                <a:cubicBezTo>
                  <a:pt x="217" y="2"/>
                  <a:pt x="225" y="0"/>
                  <a:pt x="234" y="0"/>
                </a:cubicBezTo>
                <a:cubicBezTo>
                  <a:pt x="244" y="0"/>
                  <a:pt x="252" y="3"/>
                  <a:pt x="259" y="10"/>
                </a:cubicBezTo>
                <a:cubicBezTo>
                  <a:pt x="266" y="17"/>
                  <a:pt x="270" y="26"/>
                  <a:pt x="270" y="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6" name="Freeform 92"/>
          <p:cNvSpPr>
            <a:spLocks/>
          </p:cNvSpPr>
          <p:nvPr/>
        </p:nvSpPr>
        <p:spPr bwMode="auto">
          <a:xfrm>
            <a:off x="7739063" y="2894013"/>
            <a:ext cx="195263" cy="266700"/>
          </a:xfrm>
          <a:custGeom>
            <a:avLst/>
            <a:gdLst>
              <a:gd name="T0" fmla="*/ 107 w 181"/>
              <a:gd name="T1" fmla="*/ 247 h 247"/>
              <a:gd name="T2" fmla="*/ 76 w 181"/>
              <a:gd name="T3" fmla="*/ 247 h 247"/>
              <a:gd name="T4" fmla="*/ 72 w 181"/>
              <a:gd name="T5" fmla="*/ 246 h 247"/>
              <a:gd name="T6" fmla="*/ 71 w 181"/>
              <a:gd name="T7" fmla="*/ 241 h 247"/>
              <a:gd name="T8" fmla="*/ 71 w 181"/>
              <a:gd name="T9" fmla="*/ 183 h 247"/>
              <a:gd name="T10" fmla="*/ 20 w 181"/>
              <a:gd name="T11" fmla="*/ 183 h 247"/>
              <a:gd name="T12" fmla="*/ 16 w 181"/>
              <a:gd name="T13" fmla="*/ 182 h 247"/>
              <a:gd name="T14" fmla="*/ 15 w 181"/>
              <a:gd name="T15" fmla="*/ 178 h 247"/>
              <a:gd name="T16" fmla="*/ 15 w 181"/>
              <a:gd name="T17" fmla="*/ 160 h 247"/>
              <a:gd name="T18" fmla="*/ 16 w 181"/>
              <a:gd name="T19" fmla="*/ 156 h 247"/>
              <a:gd name="T20" fmla="*/ 20 w 181"/>
              <a:gd name="T21" fmla="*/ 154 h 247"/>
              <a:gd name="T22" fmla="*/ 71 w 181"/>
              <a:gd name="T23" fmla="*/ 154 h 247"/>
              <a:gd name="T24" fmla="*/ 71 w 181"/>
              <a:gd name="T25" fmla="*/ 139 h 247"/>
              <a:gd name="T26" fmla="*/ 20 w 181"/>
              <a:gd name="T27" fmla="*/ 139 h 247"/>
              <a:gd name="T28" fmla="*/ 16 w 181"/>
              <a:gd name="T29" fmla="*/ 138 h 247"/>
              <a:gd name="T30" fmla="*/ 15 w 181"/>
              <a:gd name="T31" fmla="*/ 134 h 247"/>
              <a:gd name="T32" fmla="*/ 15 w 181"/>
              <a:gd name="T33" fmla="*/ 115 h 247"/>
              <a:gd name="T34" fmla="*/ 16 w 181"/>
              <a:gd name="T35" fmla="*/ 111 h 247"/>
              <a:gd name="T36" fmla="*/ 20 w 181"/>
              <a:gd name="T37" fmla="*/ 110 h 247"/>
              <a:gd name="T38" fmla="*/ 58 w 181"/>
              <a:gd name="T39" fmla="*/ 110 h 247"/>
              <a:gd name="T40" fmla="*/ 1 w 181"/>
              <a:gd name="T41" fmla="*/ 8 h 247"/>
              <a:gd name="T42" fmla="*/ 1 w 181"/>
              <a:gd name="T43" fmla="*/ 3 h 247"/>
              <a:gd name="T44" fmla="*/ 6 w 181"/>
              <a:gd name="T45" fmla="*/ 0 h 247"/>
              <a:gd name="T46" fmla="*/ 40 w 181"/>
              <a:gd name="T47" fmla="*/ 0 h 247"/>
              <a:gd name="T48" fmla="*/ 45 w 181"/>
              <a:gd name="T49" fmla="*/ 3 h 247"/>
              <a:gd name="T50" fmla="*/ 83 w 181"/>
              <a:gd name="T51" fmla="*/ 78 h 247"/>
              <a:gd name="T52" fmla="*/ 93 w 181"/>
              <a:gd name="T53" fmla="*/ 100 h 247"/>
              <a:gd name="T54" fmla="*/ 98 w 181"/>
              <a:gd name="T55" fmla="*/ 88 h 247"/>
              <a:gd name="T56" fmla="*/ 103 w 181"/>
              <a:gd name="T57" fmla="*/ 77 h 247"/>
              <a:gd name="T58" fmla="*/ 137 w 181"/>
              <a:gd name="T59" fmla="*/ 3 h 247"/>
              <a:gd name="T60" fmla="*/ 142 w 181"/>
              <a:gd name="T61" fmla="*/ 0 h 247"/>
              <a:gd name="T62" fmla="*/ 175 w 181"/>
              <a:gd name="T63" fmla="*/ 0 h 247"/>
              <a:gd name="T64" fmla="*/ 180 w 181"/>
              <a:gd name="T65" fmla="*/ 3 h 247"/>
              <a:gd name="T66" fmla="*/ 180 w 181"/>
              <a:gd name="T67" fmla="*/ 8 h 247"/>
              <a:gd name="T68" fmla="*/ 125 w 181"/>
              <a:gd name="T69" fmla="*/ 110 h 247"/>
              <a:gd name="T70" fmla="*/ 163 w 181"/>
              <a:gd name="T71" fmla="*/ 110 h 247"/>
              <a:gd name="T72" fmla="*/ 167 w 181"/>
              <a:gd name="T73" fmla="*/ 111 h 247"/>
              <a:gd name="T74" fmla="*/ 169 w 181"/>
              <a:gd name="T75" fmla="*/ 115 h 247"/>
              <a:gd name="T76" fmla="*/ 169 w 181"/>
              <a:gd name="T77" fmla="*/ 134 h 247"/>
              <a:gd name="T78" fmla="*/ 167 w 181"/>
              <a:gd name="T79" fmla="*/ 138 h 247"/>
              <a:gd name="T80" fmla="*/ 163 w 181"/>
              <a:gd name="T81" fmla="*/ 139 h 247"/>
              <a:gd name="T82" fmla="*/ 112 w 181"/>
              <a:gd name="T83" fmla="*/ 139 h 247"/>
              <a:gd name="T84" fmla="*/ 112 w 181"/>
              <a:gd name="T85" fmla="*/ 154 h 247"/>
              <a:gd name="T86" fmla="*/ 163 w 181"/>
              <a:gd name="T87" fmla="*/ 154 h 247"/>
              <a:gd name="T88" fmla="*/ 167 w 181"/>
              <a:gd name="T89" fmla="*/ 156 h 247"/>
              <a:gd name="T90" fmla="*/ 169 w 181"/>
              <a:gd name="T91" fmla="*/ 160 h 247"/>
              <a:gd name="T92" fmla="*/ 169 w 181"/>
              <a:gd name="T93" fmla="*/ 178 h 247"/>
              <a:gd name="T94" fmla="*/ 167 w 181"/>
              <a:gd name="T95" fmla="*/ 182 h 247"/>
              <a:gd name="T96" fmla="*/ 163 w 181"/>
              <a:gd name="T97" fmla="*/ 183 h 247"/>
              <a:gd name="T98" fmla="*/ 112 w 181"/>
              <a:gd name="T99" fmla="*/ 183 h 247"/>
              <a:gd name="T100" fmla="*/ 112 w 181"/>
              <a:gd name="T101" fmla="*/ 241 h 247"/>
              <a:gd name="T102" fmla="*/ 111 w 181"/>
              <a:gd name="T103" fmla="*/ 245 h 247"/>
              <a:gd name="T104" fmla="*/ 107 w 181"/>
              <a:gd name="T105" fmla="*/ 247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81" h="247">
                <a:moveTo>
                  <a:pt x="107" y="247"/>
                </a:moveTo>
                <a:cubicBezTo>
                  <a:pt x="76" y="247"/>
                  <a:pt x="76" y="247"/>
                  <a:pt x="76" y="247"/>
                </a:cubicBezTo>
                <a:cubicBezTo>
                  <a:pt x="75" y="247"/>
                  <a:pt x="74" y="247"/>
                  <a:pt x="72" y="246"/>
                </a:cubicBezTo>
                <a:cubicBezTo>
                  <a:pt x="71" y="244"/>
                  <a:pt x="71" y="243"/>
                  <a:pt x="71" y="241"/>
                </a:cubicBezTo>
                <a:cubicBezTo>
                  <a:pt x="71" y="183"/>
                  <a:pt x="71" y="183"/>
                  <a:pt x="71" y="183"/>
                </a:cubicBezTo>
                <a:cubicBezTo>
                  <a:pt x="20" y="183"/>
                  <a:pt x="20" y="183"/>
                  <a:pt x="20" y="183"/>
                </a:cubicBezTo>
                <a:cubicBezTo>
                  <a:pt x="19" y="183"/>
                  <a:pt x="17" y="183"/>
                  <a:pt x="16" y="182"/>
                </a:cubicBezTo>
                <a:cubicBezTo>
                  <a:pt x="15" y="181"/>
                  <a:pt x="15" y="180"/>
                  <a:pt x="15" y="178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15" y="158"/>
                  <a:pt x="15" y="157"/>
                  <a:pt x="16" y="156"/>
                </a:cubicBezTo>
                <a:cubicBezTo>
                  <a:pt x="17" y="155"/>
                  <a:pt x="19" y="154"/>
                  <a:pt x="20" y="154"/>
                </a:cubicBezTo>
                <a:cubicBezTo>
                  <a:pt x="71" y="154"/>
                  <a:pt x="71" y="154"/>
                  <a:pt x="71" y="154"/>
                </a:cubicBezTo>
                <a:cubicBezTo>
                  <a:pt x="71" y="139"/>
                  <a:pt x="71" y="139"/>
                  <a:pt x="71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19" y="139"/>
                  <a:pt x="17" y="139"/>
                  <a:pt x="16" y="138"/>
                </a:cubicBezTo>
                <a:cubicBezTo>
                  <a:pt x="15" y="137"/>
                  <a:pt x="15" y="135"/>
                  <a:pt x="15" y="134"/>
                </a:cubicBezTo>
                <a:cubicBezTo>
                  <a:pt x="15" y="115"/>
                  <a:pt x="15" y="115"/>
                  <a:pt x="15" y="115"/>
                </a:cubicBezTo>
                <a:cubicBezTo>
                  <a:pt x="15" y="114"/>
                  <a:pt x="15" y="112"/>
                  <a:pt x="16" y="111"/>
                </a:cubicBezTo>
                <a:cubicBezTo>
                  <a:pt x="17" y="110"/>
                  <a:pt x="19" y="110"/>
                  <a:pt x="20" y="110"/>
                </a:cubicBezTo>
                <a:cubicBezTo>
                  <a:pt x="58" y="110"/>
                  <a:pt x="58" y="110"/>
                  <a:pt x="58" y="110"/>
                </a:cubicBezTo>
                <a:cubicBezTo>
                  <a:pt x="1" y="8"/>
                  <a:pt x="1" y="8"/>
                  <a:pt x="1" y="8"/>
                </a:cubicBezTo>
                <a:cubicBezTo>
                  <a:pt x="0" y="6"/>
                  <a:pt x="0" y="4"/>
                  <a:pt x="1" y="3"/>
                </a:cubicBezTo>
                <a:cubicBezTo>
                  <a:pt x="3" y="1"/>
                  <a:pt x="4" y="0"/>
                  <a:pt x="6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3" y="0"/>
                  <a:pt x="44" y="1"/>
                  <a:pt x="45" y="3"/>
                </a:cubicBezTo>
                <a:cubicBezTo>
                  <a:pt x="83" y="78"/>
                  <a:pt x="83" y="78"/>
                  <a:pt x="83" y="78"/>
                </a:cubicBezTo>
                <a:cubicBezTo>
                  <a:pt x="85" y="82"/>
                  <a:pt x="89" y="89"/>
                  <a:pt x="93" y="100"/>
                </a:cubicBezTo>
                <a:cubicBezTo>
                  <a:pt x="94" y="97"/>
                  <a:pt x="96" y="93"/>
                  <a:pt x="98" y="88"/>
                </a:cubicBezTo>
                <a:cubicBezTo>
                  <a:pt x="101" y="82"/>
                  <a:pt x="102" y="79"/>
                  <a:pt x="103" y="77"/>
                </a:cubicBezTo>
                <a:cubicBezTo>
                  <a:pt x="137" y="3"/>
                  <a:pt x="137" y="3"/>
                  <a:pt x="137" y="3"/>
                </a:cubicBezTo>
                <a:cubicBezTo>
                  <a:pt x="138" y="1"/>
                  <a:pt x="139" y="0"/>
                  <a:pt x="142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7" y="0"/>
                  <a:pt x="179" y="1"/>
                  <a:pt x="180" y="3"/>
                </a:cubicBezTo>
                <a:cubicBezTo>
                  <a:pt x="181" y="4"/>
                  <a:pt x="181" y="6"/>
                  <a:pt x="180" y="8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63" y="110"/>
                  <a:pt x="163" y="110"/>
                  <a:pt x="163" y="110"/>
                </a:cubicBezTo>
                <a:cubicBezTo>
                  <a:pt x="165" y="110"/>
                  <a:pt x="166" y="110"/>
                  <a:pt x="167" y="111"/>
                </a:cubicBezTo>
                <a:cubicBezTo>
                  <a:pt x="168" y="112"/>
                  <a:pt x="169" y="114"/>
                  <a:pt x="169" y="115"/>
                </a:cubicBezTo>
                <a:cubicBezTo>
                  <a:pt x="169" y="134"/>
                  <a:pt x="169" y="134"/>
                  <a:pt x="169" y="134"/>
                </a:cubicBezTo>
                <a:cubicBezTo>
                  <a:pt x="169" y="135"/>
                  <a:pt x="168" y="137"/>
                  <a:pt x="167" y="138"/>
                </a:cubicBezTo>
                <a:cubicBezTo>
                  <a:pt x="166" y="139"/>
                  <a:pt x="165" y="139"/>
                  <a:pt x="163" y="13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4"/>
                  <a:pt x="112" y="154"/>
                  <a:pt x="112" y="154"/>
                </a:cubicBezTo>
                <a:cubicBezTo>
                  <a:pt x="163" y="154"/>
                  <a:pt x="163" y="154"/>
                  <a:pt x="163" y="154"/>
                </a:cubicBezTo>
                <a:cubicBezTo>
                  <a:pt x="165" y="154"/>
                  <a:pt x="166" y="155"/>
                  <a:pt x="167" y="156"/>
                </a:cubicBezTo>
                <a:cubicBezTo>
                  <a:pt x="168" y="157"/>
                  <a:pt x="169" y="158"/>
                  <a:pt x="169" y="160"/>
                </a:cubicBezTo>
                <a:cubicBezTo>
                  <a:pt x="169" y="178"/>
                  <a:pt x="169" y="178"/>
                  <a:pt x="169" y="178"/>
                </a:cubicBezTo>
                <a:cubicBezTo>
                  <a:pt x="169" y="180"/>
                  <a:pt x="168" y="181"/>
                  <a:pt x="167" y="182"/>
                </a:cubicBezTo>
                <a:cubicBezTo>
                  <a:pt x="166" y="183"/>
                  <a:pt x="165" y="183"/>
                  <a:pt x="163" y="183"/>
                </a:cubicBezTo>
                <a:cubicBezTo>
                  <a:pt x="112" y="183"/>
                  <a:pt x="112" y="183"/>
                  <a:pt x="112" y="183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112" y="243"/>
                  <a:pt x="112" y="244"/>
                  <a:pt x="111" y="245"/>
                </a:cubicBezTo>
                <a:cubicBezTo>
                  <a:pt x="109" y="247"/>
                  <a:pt x="108" y="247"/>
                  <a:pt x="107" y="2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7" name="Freeform 93"/>
          <p:cNvSpPr>
            <a:spLocks noEditPoints="1"/>
          </p:cNvSpPr>
          <p:nvPr/>
        </p:nvSpPr>
        <p:spPr bwMode="auto">
          <a:xfrm>
            <a:off x="8072438" y="2894013"/>
            <a:ext cx="388938" cy="266700"/>
          </a:xfrm>
          <a:custGeom>
            <a:avLst/>
            <a:gdLst>
              <a:gd name="T0" fmla="*/ 316 w 360"/>
              <a:gd name="T1" fmla="*/ 112 h 246"/>
              <a:gd name="T2" fmla="*/ 348 w 360"/>
              <a:gd name="T3" fmla="*/ 138 h 246"/>
              <a:gd name="T4" fmla="*/ 360 w 360"/>
              <a:gd name="T5" fmla="*/ 177 h 246"/>
              <a:gd name="T6" fmla="*/ 339 w 360"/>
              <a:gd name="T7" fmla="*/ 226 h 246"/>
              <a:gd name="T8" fmla="*/ 289 w 360"/>
              <a:gd name="T9" fmla="*/ 246 h 246"/>
              <a:gd name="T10" fmla="*/ 287 w 360"/>
              <a:gd name="T11" fmla="*/ 246 h 246"/>
              <a:gd name="T12" fmla="*/ 285 w 360"/>
              <a:gd name="T13" fmla="*/ 246 h 246"/>
              <a:gd name="T14" fmla="*/ 71 w 360"/>
              <a:gd name="T15" fmla="*/ 246 h 246"/>
              <a:gd name="T16" fmla="*/ 21 w 360"/>
              <a:gd name="T17" fmla="*/ 224 h 246"/>
              <a:gd name="T18" fmla="*/ 0 w 360"/>
              <a:gd name="T19" fmla="*/ 175 h 246"/>
              <a:gd name="T20" fmla="*/ 10 w 360"/>
              <a:gd name="T21" fmla="*/ 139 h 246"/>
              <a:gd name="T22" fmla="*/ 36 w 360"/>
              <a:gd name="T23" fmla="*/ 113 h 246"/>
              <a:gd name="T24" fmla="*/ 33 w 360"/>
              <a:gd name="T25" fmla="*/ 99 h 246"/>
              <a:gd name="T26" fmla="*/ 48 w 360"/>
              <a:gd name="T27" fmla="*/ 65 h 246"/>
              <a:gd name="T28" fmla="*/ 83 w 360"/>
              <a:gd name="T29" fmla="*/ 50 h 246"/>
              <a:gd name="T30" fmla="*/ 113 w 360"/>
              <a:gd name="T31" fmla="*/ 61 h 246"/>
              <a:gd name="T32" fmla="*/ 152 w 360"/>
              <a:gd name="T33" fmla="*/ 17 h 246"/>
              <a:gd name="T34" fmla="*/ 209 w 360"/>
              <a:gd name="T35" fmla="*/ 0 h 246"/>
              <a:gd name="T36" fmla="*/ 263 w 360"/>
              <a:gd name="T37" fmla="*/ 15 h 246"/>
              <a:gd name="T38" fmla="*/ 302 w 360"/>
              <a:gd name="T39" fmla="*/ 53 h 246"/>
              <a:gd name="T40" fmla="*/ 316 w 360"/>
              <a:gd name="T41" fmla="*/ 106 h 246"/>
              <a:gd name="T42" fmla="*/ 316 w 360"/>
              <a:gd name="T43" fmla="*/ 109 h 246"/>
              <a:gd name="T44" fmla="*/ 316 w 360"/>
              <a:gd name="T45" fmla="*/ 112 h 246"/>
              <a:gd name="T46" fmla="*/ 82 w 360"/>
              <a:gd name="T47" fmla="*/ 159 h 246"/>
              <a:gd name="T48" fmla="*/ 97 w 360"/>
              <a:gd name="T49" fmla="*/ 193 h 246"/>
              <a:gd name="T50" fmla="*/ 134 w 360"/>
              <a:gd name="T51" fmla="*/ 205 h 246"/>
              <a:gd name="T52" fmla="*/ 176 w 360"/>
              <a:gd name="T53" fmla="*/ 188 h 246"/>
              <a:gd name="T54" fmla="*/ 167 w 360"/>
              <a:gd name="T55" fmla="*/ 178 h 246"/>
              <a:gd name="T56" fmla="*/ 160 w 360"/>
              <a:gd name="T57" fmla="*/ 169 h 246"/>
              <a:gd name="T58" fmla="*/ 134 w 360"/>
              <a:gd name="T59" fmla="*/ 181 h 246"/>
              <a:gd name="T60" fmla="*/ 118 w 360"/>
              <a:gd name="T61" fmla="*/ 175 h 246"/>
              <a:gd name="T62" fmla="*/ 111 w 360"/>
              <a:gd name="T63" fmla="*/ 159 h 246"/>
              <a:gd name="T64" fmla="*/ 118 w 360"/>
              <a:gd name="T65" fmla="*/ 144 h 246"/>
              <a:gd name="T66" fmla="*/ 134 w 360"/>
              <a:gd name="T67" fmla="*/ 138 h 246"/>
              <a:gd name="T68" fmla="*/ 149 w 360"/>
              <a:gd name="T69" fmla="*/ 142 h 246"/>
              <a:gd name="T70" fmla="*/ 162 w 360"/>
              <a:gd name="T71" fmla="*/ 151 h 246"/>
              <a:gd name="T72" fmla="*/ 173 w 360"/>
              <a:gd name="T73" fmla="*/ 165 h 246"/>
              <a:gd name="T74" fmla="*/ 185 w 360"/>
              <a:gd name="T75" fmla="*/ 179 h 246"/>
              <a:gd name="T76" fmla="*/ 199 w 360"/>
              <a:gd name="T77" fmla="*/ 192 h 246"/>
              <a:gd name="T78" fmla="*/ 216 w 360"/>
              <a:gd name="T79" fmla="*/ 202 h 246"/>
              <a:gd name="T80" fmla="*/ 237 w 360"/>
              <a:gd name="T81" fmla="*/ 205 h 246"/>
              <a:gd name="T82" fmla="*/ 273 w 360"/>
              <a:gd name="T83" fmla="*/ 193 h 246"/>
              <a:gd name="T84" fmla="*/ 288 w 360"/>
              <a:gd name="T85" fmla="*/ 159 h 246"/>
              <a:gd name="T86" fmla="*/ 273 w 360"/>
              <a:gd name="T87" fmla="*/ 126 h 246"/>
              <a:gd name="T88" fmla="*/ 237 w 360"/>
              <a:gd name="T89" fmla="*/ 113 h 246"/>
              <a:gd name="T90" fmla="*/ 194 w 360"/>
              <a:gd name="T91" fmla="*/ 130 h 246"/>
              <a:gd name="T92" fmla="*/ 200 w 360"/>
              <a:gd name="T93" fmla="*/ 136 h 246"/>
              <a:gd name="T94" fmla="*/ 206 w 360"/>
              <a:gd name="T95" fmla="*/ 143 h 246"/>
              <a:gd name="T96" fmla="*/ 211 w 360"/>
              <a:gd name="T97" fmla="*/ 149 h 246"/>
              <a:gd name="T98" fmla="*/ 236 w 360"/>
              <a:gd name="T99" fmla="*/ 138 h 246"/>
              <a:gd name="T100" fmla="*/ 252 w 360"/>
              <a:gd name="T101" fmla="*/ 144 h 246"/>
              <a:gd name="T102" fmla="*/ 259 w 360"/>
              <a:gd name="T103" fmla="*/ 159 h 246"/>
              <a:gd name="T104" fmla="*/ 252 w 360"/>
              <a:gd name="T105" fmla="*/ 175 h 246"/>
              <a:gd name="T106" fmla="*/ 236 w 360"/>
              <a:gd name="T107" fmla="*/ 181 h 246"/>
              <a:gd name="T108" fmla="*/ 221 w 360"/>
              <a:gd name="T109" fmla="*/ 177 h 246"/>
              <a:gd name="T110" fmla="*/ 209 w 360"/>
              <a:gd name="T111" fmla="*/ 167 h 246"/>
              <a:gd name="T112" fmla="*/ 197 w 360"/>
              <a:gd name="T113" fmla="*/ 154 h 246"/>
              <a:gd name="T114" fmla="*/ 185 w 360"/>
              <a:gd name="T115" fmla="*/ 140 h 246"/>
              <a:gd name="T116" fmla="*/ 171 w 360"/>
              <a:gd name="T117" fmla="*/ 127 h 246"/>
              <a:gd name="T118" fmla="*/ 154 w 360"/>
              <a:gd name="T119" fmla="*/ 117 h 246"/>
              <a:gd name="T120" fmla="*/ 134 w 360"/>
              <a:gd name="T121" fmla="*/ 113 h 246"/>
              <a:gd name="T122" fmla="*/ 97 w 360"/>
              <a:gd name="T123" fmla="*/ 126 h 246"/>
              <a:gd name="T124" fmla="*/ 82 w 360"/>
              <a:gd name="T125" fmla="*/ 159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0" h="246">
                <a:moveTo>
                  <a:pt x="316" y="112"/>
                </a:moveTo>
                <a:cubicBezTo>
                  <a:pt x="329" y="118"/>
                  <a:pt x="340" y="126"/>
                  <a:pt x="348" y="138"/>
                </a:cubicBezTo>
                <a:cubicBezTo>
                  <a:pt x="356" y="149"/>
                  <a:pt x="360" y="162"/>
                  <a:pt x="360" y="177"/>
                </a:cubicBezTo>
                <a:cubicBezTo>
                  <a:pt x="360" y="196"/>
                  <a:pt x="353" y="212"/>
                  <a:pt x="339" y="226"/>
                </a:cubicBezTo>
                <a:cubicBezTo>
                  <a:pt x="325" y="240"/>
                  <a:pt x="309" y="246"/>
                  <a:pt x="289" y="246"/>
                </a:cubicBezTo>
                <a:cubicBezTo>
                  <a:pt x="289" y="246"/>
                  <a:pt x="288" y="246"/>
                  <a:pt x="287" y="246"/>
                </a:cubicBezTo>
                <a:cubicBezTo>
                  <a:pt x="286" y="246"/>
                  <a:pt x="286" y="246"/>
                  <a:pt x="285" y="246"/>
                </a:cubicBezTo>
                <a:cubicBezTo>
                  <a:pt x="71" y="246"/>
                  <a:pt x="71" y="246"/>
                  <a:pt x="71" y="246"/>
                </a:cubicBezTo>
                <a:cubicBezTo>
                  <a:pt x="51" y="245"/>
                  <a:pt x="35" y="238"/>
                  <a:pt x="21" y="224"/>
                </a:cubicBezTo>
                <a:cubicBezTo>
                  <a:pt x="7" y="211"/>
                  <a:pt x="0" y="194"/>
                  <a:pt x="0" y="175"/>
                </a:cubicBezTo>
                <a:cubicBezTo>
                  <a:pt x="0" y="162"/>
                  <a:pt x="3" y="150"/>
                  <a:pt x="10" y="139"/>
                </a:cubicBezTo>
                <a:cubicBezTo>
                  <a:pt x="16" y="128"/>
                  <a:pt x="25" y="120"/>
                  <a:pt x="36" y="113"/>
                </a:cubicBezTo>
                <a:cubicBezTo>
                  <a:pt x="34" y="109"/>
                  <a:pt x="33" y="104"/>
                  <a:pt x="33" y="99"/>
                </a:cubicBezTo>
                <a:cubicBezTo>
                  <a:pt x="33" y="86"/>
                  <a:pt x="38" y="74"/>
                  <a:pt x="48" y="65"/>
                </a:cubicBezTo>
                <a:cubicBezTo>
                  <a:pt x="57" y="55"/>
                  <a:pt x="69" y="50"/>
                  <a:pt x="83" y="50"/>
                </a:cubicBezTo>
                <a:cubicBezTo>
                  <a:pt x="94" y="50"/>
                  <a:pt x="104" y="54"/>
                  <a:pt x="113" y="61"/>
                </a:cubicBezTo>
                <a:cubicBezTo>
                  <a:pt x="122" y="42"/>
                  <a:pt x="135" y="28"/>
                  <a:pt x="152" y="17"/>
                </a:cubicBezTo>
                <a:cubicBezTo>
                  <a:pt x="169" y="6"/>
                  <a:pt x="188" y="0"/>
                  <a:pt x="209" y="0"/>
                </a:cubicBezTo>
                <a:cubicBezTo>
                  <a:pt x="229" y="0"/>
                  <a:pt x="247" y="5"/>
                  <a:pt x="263" y="15"/>
                </a:cubicBezTo>
                <a:cubicBezTo>
                  <a:pt x="280" y="24"/>
                  <a:pt x="293" y="37"/>
                  <a:pt x="302" y="53"/>
                </a:cubicBezTo>
                <a:cubicBezTo>
                  <a:pt x="312" y="69"/>
                  <a:pt x="316" y="87"/>
                  <a:pt x="316" y="106"/>
                </a:cubicBezTo>
                <a:cubicBezTo>
                  <a:pt x="316" y="107"/>
                  <a:pt x="316" y="108"/>
                  <a:pt x="316" y="109"/>
                </a:cubicBezTo>
                <a:cubicBezTo>
                  <a:pt x="316" y="110"/>
                  <a:pt x="316" y="111"/>
                  <a:pt x="316" y="112"/>
                </a:cubicBezTo>
                <a:close/>
                <a:moveTo>
                  <a:pt x="82" y="159"/>
                </a:moveTo>
                <a:cubicBezTo>
                  <a:pt x="82" y="173"/>
                  <a:pt x="87" y="184"/>
                  <a:pt x="97" y="193"/>
                </a:cubicBezTo>
                <a:cubicBezTo>
                  <a:pt x="107" y="201"/>
                  <a:pt x="119" y="205"/>
                  <a:pt x="134" y="205"/>
                </a:cubicBezTo>
                <a:cubicBezTo>
                  <a:pt x="150" y="205"/>
                  <a:pt x="164" y="199"/>
                  <a:pt x="176" y="188"/>
                </a:cubicBezTo>
                <a:cubicBezTo>
                  <a:pt x="174" y="186"/>
                  <a:pt x="171" y="182"/>
                  <a:pt x="167" y="178"/>
                </a:cubicBezTo>
                <a:cubicBezTo>
                  <a:pt x="164" y="174"/>
                  <a:pt x="161" y="171"/>
                  <a:pt x="160" y="169"/>
                </a:cubicBezTo>
                <a:cubicBezTo>
                  <a:pt x="152" y="177"/>
                  <a:pt x="143" y="181"/>
                  <a:pt x="134" y="181"/>
                </a:cubicBezTo>
                <a:cubicBezTo>
                  <a:pt x="128" y="181"/>
                  <a:pt x="123" y="179"/>
                  <a:pt x="118" y="175"/>
                </a:cubicBezTo>
                <a:cubicBezTo>
                  <a:pt x="113" y="171"/>
                  <a:pt x="111" y="166"/>
                  <a:pt x="111" y="159"/>
                </a:cubicBezTo>
                <a:cubicBezTo>
                  <a:pt x="111" y="153"/>
                  <a:pt x="113" y="148"/>
                  <a:pt x="118" y="144"/>
                </a:cubicBezTo>
                <a:cubicBezTo>
                  <a:pt x="123" y="140"/>
                  <a:pt x="128" y="138"/>
                  <a:pt x="134" y="138"/>
                </a:cubicBezTo>
                <a:cubicBezTo>
                  <a:pt x="139" y="138"/>
                  <a:pt x="144" y="139"/>
                  <a:pt x="149" y="142"/>
                </a:cubicBezTo>
                <a:cubicBezTo>
                  <a:pt x="154" y="144"/>
                  <a:pt x="158" y="147"/>
                  <a:pt x="162" y="151"/>
                </a:cubicBezTo>
                <a:cubicBezTo>
                  <a:pt x="166" y="155"/>
                  <a:pt x="169" y="160"/>
                  <a:pt x="173" y="165"/>
                </a:cubicBezTo>
                <a:cubicBezTo>
                  <a:pt x="177" y="169"/>
                  <a:pt x="181" y="174"/>
                  <a:pt x="185" y="179"/>
                </a:cubicBezTo>
                <a:cubicBezTo>
                  <a:pt x="190" y="184"/>
                  <a:pt x="194" y="188"/>
                  <a:pt x="199" y="192"/>
                </a:cubicBezTo>
                <a:cubicBezTo>
                  <a:pt x="204" y="196"/>
                  <a:pt x="209" y="199"/>
                  <a:pt x="216" y="202"/>
                </a:cubicBezTo>
                <a:cubicBezTo>
                  <a:pt x="222" y="204"/>
                  <a:pt x="230" y="205"/>
                  <a:pt x="237" y="205"/>
                </a:cubicBezTo>
                <a:cubicBezTo>
                  <a:pt x="251" y="205"/>
                  <a:pt x="263" y="201"/>
                  <a:pt x="273" y="193"/>
                </a:cubicBezTo>
                <a:cubicBezTo>
                  <a:pt x="283" y="185"/>
                  <a:pt x="288" y="173"/>
                  <a:pt x="288" y="159"/>
                </a:cubicBezTo>
                <a:cubicBezTo>
                  <a:pt x="288" y="145"/>
                  <a:pt x="283" y="134"/>
                  <a:pt x="273" y="126"/>
                </a:cubicBezTo>
                <a:cubicBezTo>
                  <a:pt x="263" y="117"/>
                  <a:pt x="251" y="113"/>
                  <a:pt x="237" y="113"/>
                </a:cubicBezTo>
                <a:cubicBezTo>
                  <a:pt x="220" y="113"/>
                  <a:pt x="206" y="119"/>
                  <a:pt x="194" y="130"/>
                </a:cubicBezTo>
                <a:cubicBezTo>
                  <a:pt x="196" y="132"/>
                  <a:pt x="198" y="134"/>
                  <a:pt x="200" y="136"/>
                </a:cubicBezTo>
                <a:cubicBezTo>
                  <a:pt x="201" y="138"/>
                  <a:pt x="203" y="141"/>
                  <a:pt x="206" y="143"/>
                </a:cubicBezTo>
                <a:cubicBezTo>
                  <a:pt x="208" y="146"/>
                  <a:pt x="209" y="148"/>
                  <a:pt x="211" y="149"/>
                </a:cubicBezTo>
                <a:cubicBezTo>
                  <a:pt x="218" y="142"/>
                  <a:pt x="227" y="138"/>
                  <a:pt x="236" y="138"/>
                </a:cubicBezTo>
                <a:cubicBezTo>
                  <a:pt x="242" y="138"/>
                  <a:pt x="247" y="140"/>
                  <a:pt x="252" y="144"/>
                </a:cubicBezTo>
                <a:cubicBezTo>
                  <a:pt x="256" y="148"/>
                  <a:pt x="259" y="153"/>
                  <a:pt x="259" y="159"/>
                </a:cubicBezTo>
                <a:cubicBezTo>
                  <a:pt x="259" y="165"/>
                  <a:pt x="257" y="171"/>
                  <a:pt x="252" y="175"/>
                </a:cubicBezTo>
                <a:cubicBezTo>
                  <a:pt x="248" y="179"/>
                  <a:pt x="242" y="181"/>
                  <a:pt x="236" y="181"/>
                </a:cubicBezTo>
                <a:cubicBezTo>
                  <a:pt x="231" y="181"/>
                  <a:pt x="226" y="179"/>
                  <a:pt x="221" y="177"/>
                </a:cubicBezTo>
                <a:cubicBezTo>
                  <a:pt x="217" y="175"/>
                  <a:pt x="212" y="171"/>
                  <a:pt x="209" y="167"/>
                </a:cubicBezTo>
                <a:cubicBezTo>
                  <a:pt x="205" y="163"/>
                  <a:pt x="201" y="159"/>
                  <a:pt x="197" y="154"/>
                </a:cubicBezTo>
                <a:cubicBezTo>
                  <a:pt x="193" y="149"/>
                  <a:pt x="189" y="145"/>
                  <a:pt x="185" y="140"/>
                </a:cubicBezTo>
                <a:cubicBezTo>
                  <a:pt x="181" y="135"/>
                  <a:pt x="176" y="131"/>
                  <a:pt x="171" y="127"/>
                </a:cubicBezTo>
                <a:cubicBezTo>
                  <a:pt x="167" y="123"/>
                  <a:pt x="161" y="119"/>
                  <a:pt x="154" y="117"/>
                </a:cubicBezTo>
                <a:cubicBezTo>
                  <a:pt x="148" y="114"/>
                  <a:pt x="141" y="113"/>
                  <a:pt x="134" y="113"/>
                </a:cubicBezTo>
                <a:cubicBezTo>
                  <a:pt x="119" y="113"/>
                  <a:pt x="107" y="117"/>
                  <a:pt x="97" y="126"/>
                </a:cubicBezTo>
                <a:cubicBezTo>
                  <a:pt x="87" y="134"/>
                  <a:pt x="82" y="145"/>
                  <a:pt x="82" y="15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8" name="Freeform 94"/>
          <p:cNvSpPr>
            <a:spLocks noEditPoints="1"/>
          </p:cNvSpPr>
          <p:nvPr/>
        </p:nvSpPr>
        <p:spPr bwMode="auto">
          <a:xfrm>
            <a:off x="5087938" y="3308351"/>
            <a:ext cx="319088" cy="301625"/>
          </a:xfrm>
          <a:custGeom>
            <a:avLst/>
            <a:gdLst>
              <a:gd name="T0" fmla="*/ 146 w 296"/>
              <a:gd name="T1" fmla="*/ 68 h 280"/>
              <a:gd name="T2" fmla="*/ 136 w 296"/>
              <a:gd name="T3" fmla="*/ 44 h 280"/>
              <a:gd name="T4" fmla="*/ 112 w 296"/>
              <a:gd name="T5" fmla="*/ 34 h 280"/>
              <a:gd name="T6" fmla="*/ 89 w 296"/>
              <a:gd name="T7" fmla="*/ 44 h 280"/>
              <a:gd name="T8" fmla="*/ 79 w 296"/>
              <a:gd name="T9" fmla="*/ 68 h 280"/>
              <a:gd name="T10" fmla="*/ 82 w 296"/>
              <a:gd name="T11" fmla="*/ 82 h 280"/>
              <a:gd name="T12" fmla="*/ 67 w 296"/>
              <a:gd name="T13" fmla="*/ 79 h 280"/>
              <a:gd name="T14" fmla="*/ 44 w 296"/>
              <a:gd name="T15" fmla="*/ 89 h 280"/>
              <a:gd name="T16" fmla="*/ 34 w 296"/>
              <a:gd name="T17" fmla="*/ 113 h 280"/>
              <a:gd name="T18" fmla="*/ 44 w 296"/>
              <a:gd name="T19" fmla="*/ 137 h 280"/>
              <a:gd name="T20" fmla="*/ 67 w 296"/>
              <a:gd name="T21" fmla="*/ 146 h 280"/>
              <a:gd name="T22" fmla="*/ 91 w 296"/>
              <a:gd name="T23" fmla="*/ 137 h 280"/>
              <a:gd name="T24" fmla="*/ 101 w 296"/>
              <a:gd name="T25" fmla="*/ 113 h 280"/>
              <a:gd name="T26" fmla="*/ 98 w 296"/>
              <a:gd name="T27" fmla="*/ 98 h 280"/>
              <a:gd name="T28" fmla="*/ 112 w 296"/>
              <a:gd name="T29" fmla="*/ 101 h 280"/>
              <a:gd name="T30" fmla="*/ 136 w 296"/>
              <a:gd name="T31" fmla="*/ 92 h 280"/>
              <a:gd name="T32" fmla="*/ 146 w 296"/>
              <a:gd name="T33" fmla="*/ 68 h 280"/>
              <a:gd name="T34" fmla="*/ 296 w 296"/>
              <a:gd name="T35" fmla="*/ 191 h 280"/>
              <a:gd name="T36" fmla="*/ 287 w 296"/>
              <a:gd name="T37" fmla="*/ 203 h 280"/>
              <a:gd name="T38" fmla="*/ 275 w 296"/>
              <a:gd name="T39" fmla="*/ 212 h 280"/>
              <a:gd name="T40" fmla="*/ 270 w 296"/>
              <a:gd name="T41" fmla="*/ 209 h 280"/>
              <a:gd name="T42" fmla="*/ 264 w 296"/>
              <a:gd name="T43" fmla="*/ 203 h 280"/>
              <a:gd name="T44" fmla="*/ 257 w 296"/>
              <a:gd name="T45" fmla="*/ 196 h 280"/>
              <a:gd name="T46" fmla="*/ 253 w 296"/>
              <a:gd name="T47" fmla="*/ 191 h 280"/>
              <a:gd name="T48" fmla="*/ 236 w 296"/>
              <a:gd name="T49" fmla="*/ 208 h 280"/>
              <a:gd name="T50" fmla="*/ 275 w 296"/>
              <a:gd name="T51" fmla="*/ 247 h 280"/>
              <a:gd name="T52" fmla="*/ 280 w 296"/>
              <a:gd name="T53" fmla="*/ 259 h 280"/>
              <a:gd name="T54" fmla="*/ 273 w 296"/>
              <a:gd name="T55" fmla="*/ 273 h 280"/>
              <a:gd name="T56" fmla="*/ 259 w 296"/>
              <a:gd name="T57" fmla="*/ 280 h 280"/>
              <a:gd name="T58" fmla="*/ 247 w 296"/>
              <a:gd name="T59" fmla="*/ 275 h 280"/>
              <a:gd name="T60" fmla="*/ 129 w 296"/>
              <a:gd name="T61" fmla="*/ 157 h 280"/>
              <a:gd name="T62" fmla="*/ 65 w 296"/>
              <a:gd name="T63" fmla="*/ 180 h 280"/>
              <a:gd name="T64" fmla="*/ 18 w 296"/>
              <a:gd name="T65" fmla="*/ 162 h 280"/>
              <a:gd name="T66" fmla="*/ 0 w 296"/>
              <a:gd name="T67" fmla="*/ 115 h 280"/>
              <a:gd name="T68" fmla="*/ 17 w 296"/>
              <a:gd name="T69" fmla="*/ 61 h 280"/>
              <a:gd name="T70" fmla="*/ 60 w 296"/>
              <a:gd name="T71" fmla="*/ 17 h 280"/>
              <a:gd name="T72" fmla="*/ 115 w 296"/>
              <a:gd name="T73" fmla="*/ 0 h 280"/>
              <a:gd name="T74" fmla="*/ 162 w 296"/>
              <a:gd name="T75" fmla="*/ 18 h 280"/>
              <a:gd name="T76" fmla="*/ 180 w 296"/>
              <a:gd name="T77" fmla="*/ 65 h 280"/>
              <a:gd name="T78" fmla="*/ 157 w 296"/>
              <a:gd name="T79" fmla="*/ 129 h 280"/>
              <a:gd name="T80" fmla="*/ 219 w 296"/>
              <a:gd name="T81" fmla="*/ 191 h 280"/>
              <a:gd name="T82" fmla="*/ 236 w 296"/>
              <a:gd name="T83" fmla="*/ 175 h 280"/>
              <a:gd name="T84" fmla="*/ 232 w 296"/>
              <a:gd name="T85" fmla="*/ 170 h 280"/>
              <a:gd name="T86" fmla="*/ 225 w 296"/>
              <a:gd name="T87" fmla="*/ 163 h 280"/>
              <a:gd name="T88" fmla="*/ 219 w 296"/>
              <a:gd name="T89" fmla="*/ 157 h 280"/>
              <a:gd name="T90" fmla="*/ 216 w 296"/>
              <a:gd name="T91" fmla="*/ 152 h 280"/>
              <a:gd name="T92" fmla="*/ 225 w 296"/>
              <a:gd name="T93" fmla="*/ 140 h 280"/>
              <a:gd name="T94" fmla="*/ 236 w 296"/>
              <a:gd name="T95" fmla="*/ 132 h 280"/>
              <a:gd name="T96" fmla="*/ 240 w 296"/>
              <a:gd name="T97" fmla="*/ 134 h 280"/>
              <a:gd name="T98" fmla="*/ 248 w 296"/>
              <a:gd name="T99" fmla="*/ 141 h 280"/>
              <a:gd name="T100" fmla="*/ 263 w 296"/>
              <a:gd name="T101" fmla="*/ 155 h 280"/>
              <a:gd name="T102" fmla="*/ 278 w 296"/>
              <a:gd name="T103" fmla="*/ 170 h 280"/>
              <a:gd name="T104" fmla="*/ 291 w 296"/>
              <a:gd name="T105" fmla="*/ 184 h 280"/>
              <a:gd name="T106" fmla="*/ 296 w 296"/>
              <a:gd name="T107" fmla="*/ 191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6" h="280">
                <a:moveTo>
                  <a:pt x="146" y="68"/>
                </a:moveTo>
                <a:cubicBezTo>
                  <a:pt x="146" y="58"/>
                  <a:pt x="143" y="50"/>
                  <a:pt x="136" y="44"/>
                </a:cubicBezTo>
                <a:cubicBezTo>
                  <a:pt x="130" y="37"/>
                  <a:pt x="122" y="34"/>
                  <a:pt x="112" y="34"/>
                </a:cubicBezTo>
                <a:cubicBezTo>
                  <a:pt x="103" y="34"/>
                  <a:pt x="95" y="37"/>
                  <a:pt x="89" y="44"/>
                </a:cubicBezTo>
                <a:cubicBezTo>
                  <a:pt x="82" y="50"/>
                  <a:pt x="79" y="58"/>
                  <a:pt x="79" y="68"/>
                </a:cubicBezTo>
                <a:cubicBezTo>
                  <a:pt x="79" y="73"/>
                  <a:pt x="80" y="77"/>
                  <a:pt x="82" y="82"/>
                </a:cubicBezTo>
                <a:cubicBezTo>
                  <a:pt x="77" y="80"/>
                  <a:pt x="72" y="79"/>
                  <a:pt x="67" y="79"/>
                </a:cubicBezTo>
                <a:cubicBezTo>
                  <a:pt x="58" y="79"/>
                  <a:pt x="50" y="82"/>
                  <a:pt x="44" y="89"/>
                </a:cubicBezTo>
                <a:cubicBezTo>
                  <a:pt x="37" y="95"/>
                  <a:pt x="34" y="103"/>
                  <a:pt x="34" y="113"/>
                </a:cubicBezTo>
                <a:cubicBezTo>
                  <a:pt x="34" y="122"/>
                  <a:pt x="37" y="130"/>
                  <a:pt x="44" y="137"/>
                </a:cubicBezTo>
                <a:cubicBezTo>
                  <a:pt x="50" y="143"/>
                  <a:pt x="58" y="146"/>
                  <a:pt x="67" y="146"/>
                </a:cubicBezTo>
                <a:cubicBezTo>
                  <a:pt x="77" y="146"/>
                  <a:pt x="85" y="143"/>
                  <a:pt x="91" y="137"/>
                </a:cubicBezTo>
                <a:cubicBezTo>
                  <a:pt x="98" y="130"/>
                  <a:pt x="101" y="122"/>
                  <a:pt x="101" y="113"/>
                </a:cubicBezTo>
                <a:cubicBezTo>
                  <a:pt x="101" y="108"/>
                  <a:pt x="100" y="103"/>
                  <a:pt x="98" y="98"/>
                </a:cubicBezTo>
                <a:cubicBezTo>
                  <a:pt x="103" y="100"/>
                  <a:pt x="108" y="101"/>
                  <a:pt x="112" y="101"/>
                </a:cubicBezTo>
                <a:cubicBezTo>
                  <a:pt x="122" y="101"/>
                  <a:pt x="130" y="98"/>
                  <a:pt x="136" y="92"/>
                </a:cubicBezTo>
                <a:cubicBezTo>
                  <a:pt x="143" y="85"/>
                  <a:pt x="146" y="77"/>
                  <a:pt x="146" y="68"/>
                </a:cubicBezTo>
                <a:close/>
                <a:moveTo>
                  <a:pt x="296" y="191"/>
                </a:moveTo>
                <a:cubicBezTo>
                  <a:pt x="296" y="193"/>
                  <a:pt x="293" y="197"/>
                  <a:pt x="287" y="203"/>
                </a:cubicBezTo>
                <a:cubicBezTo>
                  <a:pt x="281" y="209"/>
                  <a:pt x="277" y="212"/>
                  <a:pt x="275" y="212"/>
                </a:cubicBezTo>
                <a:cubicBezTo>
                  <a:pt x="274" y="212"/>
                  <a:pt x="273" y="211"/>
                  <a:pt x="270" y="209"/>
                </a:cubicBezTo>
                <a:cubicBezTo>
                  <a:pt x="268" y="207"/>
                  <a:pt x="266" y="205"/>
                  <a:pt x="264" y="203"/>
                </a:cubicBezTo>
                <a:cubicBezTo>
                  <a:pt x="262" y="201"/>
                  <a:pt x="260" y="199"/>
                  <a:pt x="257" y="196"/>
                </a:cubicBezTo>
                <a:cubicBezTo>
                  <a:pt x="255" y="193"/>
                  <a:pt x="253" y="192"/>
                  <a:pt x="253" y="191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75" y="247"/>
                  <a:pt x="275" y="247"/>
                  <a:pt x="275" y="247"/>
                </a:cubicBezTo>
                <a:cubicBezTo>
                  <a:pt x="278" y="250"/>
                  <a:pt x="280" y="254"/>
                  <a:pt x="280" y="259"/>
                </a:cubicBezTo>
                <a:cubicBezTo>
                  <a:pt x="280" y="264"/>
                  <a:pt x="277" y="268"/>
                  <a:pt x="273" y="273"/>
                </a:cubicBezTo>
                <a:cubicBezTo>
                  <a:pt x="268" y="278"/>
                  <a:pt x="264" y="280"/>
                  <a:pt x="259" y="280"/>
                </a:cubicBezTo>
                <a:cubicBezTo>
                  <a:pt x="254" y="280"/>
                  <a:pt x="250" y="278"/>
                  <a:pt x="247" y="275"/>
                </a:cubicBezTo>
                <a:cubicBezTo>
                  <a:pt x="129" y="157"/>
                  <a:pt x="129" y="157"/>
                  <a:pt x="129" y="157"/>
                </a:cubicBezTo>
                <a:cubicBezTo>
                  <a:pt x="108" y="172"/>
                  <a:pt x="87" y="180"/>
                  <a:pt x="65" y="180"/>
                </a:cubicBezTo>
                <a:cubicBezTo>
                  <a:pt x="46" y="180"/>
                  <a:pt x="30" y="174"/>
                  <a:pt x="18" y="162"/>
                </a:cubicBezTo>
                <a:cubicBezTo>
                  <a:pt x="6" y="150"/>
                  <a:pt x="0" y="135"/>
                  <a:pt x="0" y="115"/>
                </a:cubicBezTo>
                <a:cubicBezTo>
                  <a:pt x="0" y="97"/>
                  <a:pt x="6" y="78"/>
                  <a:pt x="17" y="61"/>
                </a:cubicBezTo>
                <a:cubicBezTo>
                  <a:pt x="28" y="43"/>
                  <a:pt x="42" y="28"/>
                  <a:pt x="60" y="17"/>
                </a:cubicBezTo>
                <a:cubicBezTo>
                  <a:pt x="78" y="6"/>
                  <a:pt x="97" y="0"/>
                  <a:pt x="115" y="0"/>
                </a:cubicBezTo>
                <a:cubicBezTo>
                  <a:pt x="134" y="0"/>
                  <a:pt x="150" y="6"/>
                  <a:pt x="162" y="18"/>
                </a:cubicBezTo>
                <a:cubicBezTo>
                  <a:pt x="174" y="30"/>
                  <a:pt x="180" y="46"/>
                  <a:pt x="180" y="65"/>
                </a:cubicBezTo>
                <a:cubicBezTo>
                  <a:pt x="180" y="87"/>
                  <a:pt x="172" y="108"/>
                  <a:pt x="157" y="129"/>
                </a:cubicBezTo>
                <a:cubicBezTo>
                  <a:pt x="219" y="191"/>
                  <a:pt x="219" y="191"/>
                  <a:pt x="219" y="191"/>
                </a:cubicBezTo>
                <a:cubicBezTo>
                  <a:pt x="236" y="175"/>
                  <a:pt x="236" y="175"/>
                  <a:pt x="236" y="175"/>
                </a:cubicBezTo>
                <a:cubicBezTo>
                  <a:pt x="236" y="174"/>
                  <a:pt x="234" y="173"/>
                  <a:pt x="232" y="170"/>
                </a:cubicBezTo>
                <a:cubicBezTo>
                  <a:pt x="229" y="168"/>
                  <a:pt x="227" y="165"/>
                  <a:pt x="225" y="163"/>
                </a:cubicBezTo>
                <a:cubicBezTo>
                  <a:pt x="223" y="161"/>
                  <a:pt x="221" y="159"/>
                  <a:pt x="219" y="157"/>
                </a:cubicBezTo>
                <a:cubicBezTo>
                  <a:pt x="217" y="155"/>
                  <a:pt x="216" y="153"/>
                  <a:pt x="216" y="152"/>
                </a:cubicBezTo>
                <a:cubicBezTo>
                  <a:pt x="216" y="150"/>
                  <a:pt x="219" y="146"/>
                  <a:pt x="225" y="140"/>
                </a:cubicBezTo>
                <a:cubicBezTo>
                  <a:pt x="230" y="135"/>
                  <a:pt x="234" y="132"/>
                  <a:pt x="236" y="132"/>
                </a:cubicBezTo>
                <a:cubicBezTo>
                  <a:pt x="238" y="132"/>
                  <a:pt x="239" y="132"/>
                  <a:pt x="240" y="134"/>
                </a:cubicBezTo>
                <a:cubicBezTo>
                  <a:pt x="241" y="134"/>
                  <a:pt x="244" y="137"/>
                  <a:pt x="248" y="141"/>
                </a:cubicBezTo>
                <a:cubicBezTo>
                  <a:pt x="253" y="146"/>
                  <a:pt x="258" y="151"/>
                  <a:pt x="263" y="155"/>
                </a:cubicBezTo>
                <a:cubicBezTo>
                  <a:pt x="268" y="160"/>
                  <a:pt x="273" y="165"/>
                  <a:pt x="278" y="170"/>
                </a:cubicBezTo>
                <a:cubicBezTo>
                  <a:pt x="283" y="176"/>
                  <a:pt x="287" y="180"/>
                  <a:pt x="291" y="184"/>
                </a:cubicBezTo>
                <a:cubicBezTo>
                  <a:pt x="294" y="188"/>
                  <a:pt x="296" y="190"/>
                  <a:pt x="296" y="19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9" name="Freeform 95"/>
          <p:cNvSpPr>
            <a:spLocks noEditPoints="1"/>
          </p:cNvSpPr>
          <p:nvPr/>
        </p:nvSpPr>
        <p:spPr bwMode="auto">
          <a:xfrm>
            <a:off x="5495926" y="3349626"/>
            <a:ext cx="365125" cy="219075"/>
          </a:xfrm>
          <a:custGeom>
            <a:avLst/>
            <a:gdLst>
              <a:gd name="T0" fmla="*/ 65 w 337"/>
              <a:gd name="T1" fmla="*/ 157 h 202"/>
              <a:gd name="T2" fmla="*/ 45 w 337"/>
              <a:gd name="T3" fmla="*/ 138 h 202"/>
              <a:gd name="T4" fmla="*/ 67 w 337"/>
              <a:gd name="T5" fmla="*/ 138 h 202"/>
              <a:gd name="T6" fmla="*/ 87 w 337"/>
              <a:gd name="T7" fmla="*/ 112 h 202"/>
              <a:gd name="T8" fmla="*/ 45 w 337"/>
              <a:gd name="T9" fmla="*/ 93 h 202"/>
              <a:gd name="T10" fmla="*/ 90 w 337"/>
              <a:gd name="T11" fmla="*/ 93 h 202"/>
              <a:gd name="T12" fmla="*/ 65 w 337"/>
              <a:gd name="T13" fmla="*/ 67 h 202"/>
              <a:gd name="T14" fmla="*/ 45 w 337"/>
              <a:gd name="T15" fmla="*/ 48 h 202"/>
              <a:gd name="T16" fmla="*/ 67 w 337"/>
              <a:gd name="T17" fmla="*/ 48 h 202"/>
              <a:gd name="T18" fmla="*/ 244 w 337"/>
              <a:gd name="T19" fmla="*/ 157 h 202"/>
              <a:gd name="T20" fmla="*/ 90 w 337"/>
              <a:gd name="T21" fmla="*/ 138 h 202"/>
              <a:gd name="T22" fmla="*/ 247 w 337"/>
              <a:gd name="T23" fmla="*/ 138 h 202"/>
              <a:gd name="T24" fmla="*/ 132 w 337"/>
              <a:gd name="T25" fmla="*/ 112 h 202"/>
              <a:gd name="T26" fmla="*/ 112 w 337"/>
              <a:gd name="T27" fmla="*/ 93 h 202"/>
              <a:gd name="T28" fmla="*/ 135 w 337"/>
              <a:gd name="T29" fmla="*/ 93 h 202"/>
              <a:gd name="T30" fmla="*/ 109 w 337"/>
              <a:gd name="T31" fmla="*/ 67 h 202"/>
              <a:gd name="T32" fmla="*/ 90 w 337"/>
              <a:gd name="T33" fmla="*/ 48 h 202"/>
              <a:gd name="T34" fmla="*/ 112 w 337"/>
              <a:gd name="T35" fmla="*/ 48 h 202"/>
              <a:gd name="T36" fmla="*/ 177 w 337"/>
              <a:gd name="T37" fmla="*/ 112 h 202"/>
              <a:gd name="T38" fmla="*/ 157 w 337"/>
              <a:gd name="T39" fmla="*/ 93 h 202"/>
              <a:gd name="T40" fmla="*/ 180 w 337"/>
              <a:gd name="T41" fmla="*/ 93 h 202"/>
              <a:gd name="T42" fmla="*/ 154 w 337"/>
              <a:gd name="T43" fmla="*/ 67 h 202"/>
              <a:gd name="T44" fmla="*/ 135 w 337"/>
              <a:gd name="T45" fmla="*/ 48 h 202"/>
              <a:gd name="T46" fmla="*/ 157 w 337"/>
              <a:gd name="T47" fmla="*/ 48 h 202"/>
              <a:gd name="T48" fmla="*/ 222 w 337"/>
              <a:gd name="T49" fmla="*/ 112 h 202"/>
              <a:gd name="T50" fmla="*/ 202 w 337"/>
              <a:gd name="T51" fmla="*/ 93 h 202"/>
              <a:gd name="T52" fmla="*/ 225 w 337"/>
              <a:gd name="T53" fmla="*/ 93 h 202"/>
              <a:gd name="T54" fmla="*/ 289 w 337"/>
              <a:gd name="T55" fmla="*/ 157 h 202"/>
              <a:gd name="T56" fmla="*/ 270 w 337"/>
              <a:gd name="T57" fmla="*/ 138 h 202"/>
              <a:gd name="T58" fmla="*/ 292 w 337"/>
              <a:gd name="T59" fmla="*/ 138 h 202"/>
              <a:gd name="T60" fmla="*/ 199 w 337"/>
              <a:gd name="T61" fmla="*/ 67 h 202"/>
              <a:gd name="T62" fmla="*/ 180 w 337"/>
              <a:gd name="T63" fmla="*/ 48 h 202"/>
              <a:gd name="T64" fmla="*/ 202 w 337"/>
              <a:gd name="T65" fmla="*/ 48 h 202"/>
              <a:gd name="T66" fmla="*/ 244 w 337"/>
              <a:gd name="T67" fmla="*/ 67 h 202"/>
              <a:gd name="T68" fmla="*/ 225 w 337"/>
              <a:gd name="T69" fmla="*/ 48 h 202"/>
              <a:gd name="T70" fmla="*/ 247 w 337"/>
              <a:gd name="T71" fmla="*/ 48 h 202"/>
              <a:gd name="T72" fmla="*/ 289 w 337"/>
              <a:gd name="T73" fmla="*/ 112 h 202"/>
              <a:gd name="T74" fmla="*/ 247 w 337"/>
              <a:gd name="T75" fmla="*/ 93 h 202"/>
              <a:gd name="T76" fmla="*/ 270 w 337"/>
              <a:gd name="T77" fmla="*/ 48 h 202"/>
              <a:gd name="T78" fmla="*/ 292 w 337"/>
              <a:gd name="T79" fmla="*/ 48 h 202"/>
              <a:gd name="T80" fmla="*/ 22 w 337"/>
              <a:gd name="T81" fmla="*/ 22 h 202"/>
              <a:gd name="T82" fmla="*/ 337 w 337"/>
              <a:gd name="T83" fmla="*/ 22 h 202"/>
              <a:gd name="T84" fmla="*/ 315 w 337"/>
              <a:gd name="T85" fmla="*/ 202 h 202"/>
              <a:gd name="T86" fmla="*/ 0 w 337"/>
              <a:gd name="T87" fmla="*/ 180 h 202"/>
              <a:gd name="T88" fmla="*/ 22 w 337"/>
              <a:gd name="T89" fmla="*/ 0 h 202"/>
              <a:gd name="T90" fmla="*/ 337 w 337"/>
              <a:gd name="T91" fmla="*/ 2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7" h="202">
                <a:moveTo>
                  <a:pt x="67" y="138"/>
                </a:moveTo>
                <a:cubicBezTo>
                  <a:pt x="67" y="154"/>
                  <a:pt x="67" y="154"/>
                  <a:pt x="67" y="154"/>
                </a:cubicBezTo>
                <a:cubicBezTo>
                  <a:pt x="67" y="156"/>
                  <a:pt x="66" y="157"/>
                  <a:pt x="65" y="157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46" y="157"/>
                  <a:pt x="45" y="156"/>
                  <a:pt x="45" y="154"/>
                </a:cubicBezTo>
                <a:cubicBezTo>
                  <a:pt x="45" y="138"/>
                  <a:pt x="45" y="138"/>
                  <a:pt x="45" y="138"/>
                </a:cubicBezTo>
                <a:cubicBezTo>
                  <a:pt x="45" y="136"/>
                  <a:pt x="46" y="135"/>
                  <a:pt x="48" y="135"/>
                </a:cubicBezTo>
                <a:cubicBezTo>
                  <a:pt x="65" y="135"/>
                  <a:pt x="65" y="135"/>
                  <a:pt x="65" y="135"/>
                </a:cubicBezTo>
                <a:cubicBezTo>
                  <a:pt x="66" y="135"/>
                  <a:pt x="67" y="136"/>
                  <a:pt x="67" y="138"/>
                </a:cubicBezTo>
                <a:close/>
                <a:moveTo>
                  <a:pt x="90" y="93"/>
                </a:moveTo>
                <a:cubicBezTo>
                  <a:pt x="90" y="110"/>
                  <a:pt x="90" y="110"/>
                  <a:pt x="90" y="110"/>
                </a:cubicBezTo>
                <a:cubicBezTo>
                  <a:pt x="90" y="111"/>
                  <a:pt x="89" y="112"/>
                  <a:pt x="87" y="112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46" y="112"/>
                  <a:pt x="45" y="111"/>
                  <a:pt x="45" y="110"/>
                </a:cubicBezTo>
                <a:cubicBezTo>
                  <a:pt x="45" y="93"/>
                  <a:pt x="45" y="93"/>
                  <a:pt x="45" y="93"/>
                </a:cubicBezTo>
                <a:cubicBezTo>
                  <a:pt x="45" y="91"/>
                  <a:pt x="46" y="90"/>
                  <a:pt x="48" y="90"/>
                </a:cubicBezTo>
                <a:cubicBezTo>
                  <a:pt x="87" y="90"/>
                  <a:pt x="87" y="90"/>
                  <a:pt x="87" y="90"/>
                </a:cubicBezTo>
                <a:cubicBezTo>
                  <a:pt x="89" y="90"/>
                  <a:pt x="90" y="91"/>
                  <a:pt x="90" y="93"/>
                </a:cubicBezTo>
                <a:close/>
                <a:moveTo>
                  <a:pt x="67" y="48"/>
                </a:moveTo>
                <a:cubicBezTo>
                  <a:pt x="67" y="65"/>
                  <a:pt x="67" y="65"/>
                  <a:pt x="67" y="65"/>
                </a:cubicBezTo>
                <a:cubicBezTo>
                  <a:pt x="67" y="66"/>
                  <a:pt x="66" y="67"/>
                  <a:pt x="65" y="67"/>
                </a:cubicBezTo>
                <a:cubicBezTo>
                  <a:pt x="48" y="67"/>
                  <a:pt x="48" y="67"/>
                  <a:pt x="48" y="67"/>
                </a:cubicBezTo>
                <a:cubicBezTo>
                  <a:pt x="46" y="67"/>
                  <a:pt x="45" y="66"/>
                  <a:pt x="45" y="65"/>
                </a:cubicBezTo>
                <a:cubicBezTo>
                  <a:pt x="45" y="48"/>
                  <a:pt x="45" y="48"/>
                  <a:pt x="45" y="48"/>
                </a:cubicBezTo>
                <a:cubicBezTo>
                  <a:pt x="45" y="46"/>
                  <a:pt x="46" y="45"/>
                  <a:pt x="48" y="45"/>
                </a:cubicBezTo>
                <a:cubicBezTo>
                  <a:pt x="65" y="45"/>
                  <a:pt x="65" y="45"/>
                  <a:pt x="65" y="45"/>
                </a:cubicBezTo>
                <a:cubicBezTo>
                  <a:pt x="66" y="45"/>
                  <a:pt x="67" y="46"/>
                  <a:pt x="67" y="48"/>
                </a:cubicBezTo>
                <a:close/>
                <a:moveTo>
                  <a:pt x="247" y="138"/>
                </a:moveTo>
                <a:cubicBezTo>
                  <a:pt x="247" y="154"/>
                  <a:pt x="247" y="154"/>
                  <a:pt x="247" y="154"/>
                </a:cubicBezTo>
                <a:cubicBezTo>
                  <a:pt x="247" y="156"/>
                  <a:pt x="246" y="157"/>
                  <a:pt x="244" y="157"/>
                </a:cubicBezTo>
                <a:cubicBezTo>
                  <a:pt x="93" y="157"/>
                  <a:pt x="93" y="157"/>
                  <a:pt x="93" y="157"/>
                </a:cubicBezTo>
                <a:cubicBezTo>
                  <a:pt x="91" y="157"/>
                  <a:pt x="90" y="156"/>
                  <a:pt x="90" y="154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90" y="136"/>
                  <a:pt x="91" y="135"/>
                  <a:pt x="93" y="135"/>
                </a:cubicBezTo>
                <a:cubicBezTo>
                  <a:pt x="244" y="135"/>
                  <a:pt x="244" y="135"/>
                  <a:pt x="244" y="135"/>
                </a:cubicBezTo>
                <a:cubicBezTo>
                  <a:pt x="246" y="135"/>
                  <a:pt x="247" y="136"/>
                  <a:pt x="247" y="138"/>
                </a:cubicBezTo>
                <a:close/>
                <a:moveTo>
                  <a:pt x="135" y="93"/>
                </a:moveTo>
                <a:cubicBezTo>
                  <a:pt x="135" y="110"/>
                  <a:pt x="135" y="110"/>
                  <a:pt x="135" y="110"/>
                </a:cubicBezTo>
                <a:cubicBezTo>
                  <a:pt x="135" y="111"/>
                  <a:pt x="134" y="112"/>
                  <a:pt x="132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3" y="112"/>
                  <a:pt x="112" y="111"/>
                  <a:pt x="112" y="110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1"/>
                  <a:pt x="113" y="90"/>
                  <a:pt x="115" y="90"/>
                </a:cubicBezTo>
                <a:cubicBezTo>
                  <a:pt x="132" y="90"/>
                  <a:pt x="132" y="90"/>
                  <a:pt x="132" y="90"/>
                </a:cubicBezTo>
                <a:cubicBezTo>
                  <a:pt x="134" y="90"/>
                  <a:pt x="135" y="91"/>
                  <a:pt x="135" y="93"/>
                </a:cubicBezTo>
                <a:close/>
                <a:moveTo>
                  <a:pt x="112" y="48"/>
                </a:moveTo>
                <a:cubicBezTo>
                  <a:pt x="112" y="65"/>
                  <a:pt x="112" y="65"/>
                  <a:pt x="112" y="65"/>
                </a:cubicBezTo>
                <a:cubicBezTo>
                  <a:pt x="112" y="66"/>
                  <a:pt x="111" y="67"/>
                  <a:pt x="109" y="67"/>
                </a:cubicBezTo>
                <a:cubicBezTo>
                  <a:pt x="93" y="67"/>
                  <a:pt x="93" y="67"/>
                  <a:pt x="93" y="67"/>
                </a:cubicBezTo>
                <a:cubicBezTo>
                  <a:pt x="91" y="67"/>
                  <a:pt x="90" y="66"/>
                  <a:pt x="90" y="65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6"/>
                  <a:pt x="91" y="45"/>
                  <a:pt x="93" y="45"/>
                </a:cubicBezTo>
                <a:cubicBezTo>
                  <a:pt x="109" y="45"/>
                  <a:pt x="109" y="45"/>
                  <a:pt x="109" y="45"/>
                </a:cubicBezTo>
                <a:cubicBezTo>
                  <a:pt x="111" y="45"/>
                  <a:pt x="112" y="46"/>
                  <a:pt x="112" y="48"/>
                </a:cubicBezTo>
                <a:close/>
                <a:moveTo>
                  <a:pt x="180" y="93"/>
                </a:moveTo>
                <a:cubicBezTo>
                  <a:pt x="180" y="110"/>
                  <a:pt x="180" y="110"/>
                  <a:pt x="180" y="110"/>
                </a:cubicBezTo>
                <a:cubicBezTo>
                  <a:pt x="180" y="111"/>
                  <a:pt x="179" y="112"/>
                  <a:pt x="177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58" y="112"/>
                  <a:pt x="157" y="111"/>
                  <a:pt x="157" y="110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7" y="91"/>
                  <a:pt x="158" y="90"/>
                  <a:pt x="160" y="90"/>
                </a:cubicBezTo>
                <a:cubicBezTo>
                  <a:pt x="177" y="90"/>
                  <a:pt x="177" y="90"/>
                  <a:pt x="177" y="90"/>
                </a:cubicBezTo>
                <a:cubicBezTo>
                  <a:pt x="179" y="90"/>
                  <a:pt x="180" y="91"/>
                  <a:pt x="180" y="93"/>
                </a:cubicBezTo>
                <a:close/>
                <a:moveTo>
                  <a:pt x="157" y="48"/>
                </a:moveTo>
                <a:cubicBezTo>
                  <a:pt x="157" y="65"/>
                  <a:pt x="157" y="65"/>
                  <a:pt x="157" y="65"/>
                </a:cubicBezTo>
                <a:cubicBezTo>
                  <a:pt x="157" y="66"/>
                  <a:pt x="156" y="67"/>
                  <a:pt x="154" y="67"/>
                </a:cubicBezTo>
                <a:cubicBezTo>
                  <a:pt x="138" y="67"/>
                  <a:pt x="138" y="67"/>
                  <a:pt x="138" y="67"/>
                </a:cubicBezTo>
                <a:cubicBezTo>
                  <a:pt x="136" y="67"/>
                  <a:pt x="135" y="66"/>
                  <a:pt x="135" y="65"/>
                </a:cubicBezTo>
                <a:cubicBezTo>
                  <a:pt x="135" y="48"/>
                  <a:pt x="135" y="48"/>
                  <a:pt x="135" y="48"/>
                </a:cubicBezTo>
                <a:cubicBezTo>
                  <a:pt x="135" y="46"/>
                  <a:pt x="136" y="45"/>
                  <a:pt x="138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56" y="45"/>
                  <a:pt x="157" y="46"/>
                  <a:pt x="157" y="48"/>
                </a:cubicBezTo>
                <a:close/>
                <a:moveTo>
                  <a:pt x="225" y="93"/>
                </a:moveTo>
                <a:cubicBezTo>
                  <a:pt x="225" y="110"/>
                  <a:pt x="225" y="110"/>
                  <a:pt x="225" y="110"/>
                </a:cubicBezTo>
                <a:cubicBezTo>
                  <a:pt x="225" y="111"/>
                  <a:pt x="224" y="112"/>
                  <a:pt x="222" y="112"/>
                </a:cubicBezTo>
                <a:cubicBezTo>
                  <a:pt x="205" y="112"/>
                  <a:pt x="205" y="112"/>
                  <a:pt x="205" y="112"/>
                </a:cubicBezTo>
                <a:cubicBezTo>
                  <a:pt x="203" y="112"/>
                  <a:pt x="202" y="111"/>
                  <a:pt x="202" y="110"/>
                </a:cubicBezTo>
                <a:cubicBezTo>
                  <a:pt x="202" y="93"/>
                  <a:pt x="202" y="93"/>
                  <a:pt x="202" y="93"/>
                </a:cubicBezTo>
                <a:cubicBezTo>
                  <a:pt x="202" y="91"/>
                  <a:pt x="203" y="90"/>
                  <a:pt x="205" y="90"/>
                </a:cubicBezTo>
                <a:cubicBezTo>
                  <a:pt x="222" y="90"/>
                  <a:pt x="222" y="90"/>
                  <a:pt x="222" y="90"/>
                </a:cubicBezTo>
                <a:cubicBezTo>
                  <a:pt x="224" y="90"/>
                  <a:pt x="225" y="91"/>
                  <a:pt x="225" y="93"/>
                </a:cubicBezTo>
                <a:close/>
                <a:moveTo>
                  <a:pt x="292" y="138"/>
                </a:moveTo>
                <a:cubicBezTo>
                  <a:pt x="292" y="154"/>
                  <a:pt x="292" y="154"/>
                  <a:pt x="292" y="154"/>
                </a:cubicBezTo>
                <a:cubicBezTo>
                  <a:pt x="292" y="156"/>
                  <a:pt x="291" y="157"/>
                  <a:pt x="289" y="157"/>
                </a:cubicBezTo>
                <a:cubicBezTo>
                  <a:pt x="273" y="157"/>
                  <a:pt x="273" y="157"/>
                  <a:pt x="273" y="157"/>
                </a:cubicBezTo>
                <a:cubicBezTo>
                  <a:pt x="271" y="157"/>
                  <a:pt x="270" y="156"/>
                  <a:pt x="270" y="154"/>
                </a:cubicBezTo>
                <a:cubicBezTo>
                  <a:pt x="270" y="138"/>
                  <a:pt x="270" y="138"/>
                  <a:pt x="270" y="138"/>
                </a:cubicBezTo>
                <a:cubicBezTo>
                  <a:pt x="270" y="136"/>
                  <a:pt x="271" y="135"/>
                  <a:pt x="273" y="135"/>
                </a:cubicBezTo>
                <a:cubicBezTo>
                  <a:pt x="289" y="135"/>
                  <a:pt x="289" y="135"/>
                  <a:pt x="289" y="135"/>
                </a:cubicBezTo>
                <a:cubicBezTo>
                  <a:pt x="291" y="135"/>
                  <a:pt x="292" y="136"/>
                  <a:pt x="292" y="138"/>
                </a:cubicBezTo>
                <a:close/>
                <a:moveTo>
                  <a:pt x="202" y="48"/>
                </a:moveTo>
                <a:cubicBezTo>
                  <a:pt x="202" y="65"/>
                  <a:pt x="202" y="65"/>
                  <a:pt x="202" y="65"/>
                </a:cubicBezTo>
                <a:cubicBezTo>
                  <a:pt x="202" y="66"/>
                  <a:pt x="201" y="67"/>
                  <a:pt x="199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1" y="67"/>
                  <a:pt x="180" y="66"/>
                  <a:pt x="180" y="65"/>
                </a:cubicBezTo>
                <a:cubicBezTo>
                  <a:pt x="180" y="48"/>
                  <a:pt x="180" y="48"/>
                  <a:pt x="180" y="48"/>
                </a:cubicBezTo>
                <a:cubicBezTo>
                  <a:pt x="180" y="46"/>
                  <a:pt x="181" y="45"/>
                  <a:pt x="183" y="45"/>
                </a:cubicBezTo>
                <a:cubicBezTo>
                  <a:pt x="199" y="45"/>
                  <a:pt x="199" y="45"/>
                  <a:pt x="199" y="45"/>
                </a:cubicBezTo>
                <a:cubicBezTo>
                  <a:pt x="201" y="45"/>
                  <a:pt x="202" y="46"/>
                  <a:pt x="202" y="48"/>
                </a:cubicBezTo>
                <a:close/>
                <a:moveTo>
                  <a:pt x="247" y="48"/>
                </a:moveTo>
                <a:cubicBezTo>
                  <a:pt x="247" y="65"/>
                  <a:pt x="247" y="65"/>
                  <a:pt x="247" y="65"/>
                </a:cubicBezTo>
                <a:cubicBezTo>
                  <a:pt x="247" y="66"/>
                  <a:pt x="246" y="67"/>
                  <a:pt x="244" y="67"/>
                </a:cubicBezTo>
                <a:cubicBezTo>
                  <a:pt x="228" y="67"/>
                  <a:pt x="228" y="67"/>
                  <a:pt x="228" y="67"/>
                </a:cubicBezTo>
                <a:cubicBezTo>
                  <a:pt x="226" y="67"/>
                  <a:pt x="225" y="66"/>
                  <a:pt x="225" y="65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6"/>
                  <a:pt x="226" y="45"/>
                  <a:pt x="228" y="45"/>
                </a:cubicBezTo>
                <a:cubicBezTo>
                  <a:pt x="244" y="45"/>
                  <a:pt x="244" y="45"/>
                  <a:pt x="244" y="45"/>
                </a:cubicBezTo>
                <a:cubicBezTo>
                  <a:pt x="246" y="45"/>
                  <a:pt x="247" y="46"/>
                  <a:pt x="247" y="48"/>
                </a:cubicBezTo>
                <a:close/>
                <a:moveTo>
                  <a:pt x="292" y="48"/>
                </a:moveTo>
                <a:cubicBezTo>
                  <a:pt x="292" y="110"/>
                  <a:pt x="292" y="110"/>
                  <a:pt x="292" y="110"/>
                </a:cubicBezTo>
                <a:cubicBezTo>
                  <a:pt x="292" y="111"/>
                  <a:pt x="291" y="112"/>
                  <a:pt x="289" y="112"/>
                </a:cubicBezTo>
                <a:cubicBezTo>
                  <a:pt x="250" y="112"/>
                  <a:pt x="250" y="112"/>
                  <a:pt x="250" y="112"/>
                </a:cubicBezTo>
                <a:cubicBezTo>
                  <a:pt x="248" y="112"/>
                  <a:pt x="247" y="111"/>
                  <a:pt x="247" y="110"/>
                </a:cubicBezTo>
                <a:cubicBezTo>
                  <a:pt x="247" y="93"/>
                  <a:pt x="247" y="93"/>
                  <a:pt x="247" y="93"/>
                </a:cubicBezTo>
                <a:cubicBezTo>
                  <a:pt x="247" y="91"/>
                  <a:pt x="248" y="90"/>
                  <a:pt x="250" y="90"/>
                </a:cubicBezTo>
                <a:cubicBezTo>
                  <a:pt x="270" y="90"/>
                  <a:pt x="270" y="90"/>
                  <a:pt x="270" y="90"/>
                </a:cubicBezTo>
                <a:cubicBezTo>
                  <a:pt x="270" y="48"/>
                  <a:pt x="270" y="48"/>
                  <a:pt x="270" y="48"/>
                </a:cubicBezTo>
                <a:cubicBezTo>
                  <a:pt x="270" y="46"/>
                  <a:pt x="271" y="45"/>
                  <a:pt x="273" y="45"/>
                </a:cubicBezTo>
                <a:cubicBezTo>
                  <a:pt x="289" y="45"/>
                  <a:pt x="289" y="45"/>
                  <a:pt x="289" y="45"/>
                </a:cubicBezTo>
                <a:cubicBezTo>
                  <a:pt x="291" y="45"/>
                  <a:pt x="292" y="46"/>
                  <a:pt x="292" y="48"/>
                </a:cubicBezTo>
                <a:close/>
                <a:moveTo>
                  <a:pt x="315" y="180"/>
                </a:moveTo>
                <a:cubicBezTo>
                  <a:pt x="315" y="22"/>
                  <a:pt x="315" y="22"/>
                  <a:pt x="315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80"/>
                  <a:pt x="22" y="180"/>
                  <a:pt x="22" y="180"/>
                </a:cubicBezTo>
                <a:lnTo>
                  <a:pt x="315" y="180"/>
                </a:lnTo>
                <a:close/>
                <a:moveTo>
                  <a:pt x="337" y="22"/>
                </a:moveTo>
                <a:cubicBezTo>
                  <a:pt x="337" y="180"/>
                  <a:pt x="337" y="180"/>
                  <a:pt x="337" y="180"/>
                </a:cubicBezTo>
                <a:cubicBezTo>
                  <a:pt x="337" y="186"/>
                  <a:pt x="335" y="191"/>
                  <a:pt x="331" y="196"/>
                </a:cubicBezTo>
                <a:cubicBezTo>
                  <a:pt x="326" y="200"/>
                  <a:pt x="321" y="202"/>
                  <a:pt x="315" y="202"/>
                </a:cubicBezTo>
                <a:cubicBezTo>
                  <a:pt x="22" y="202"/>
                  <a:pt x="22" y="202"/>
                  <a:pt x="22" y="202"/>
                </a:cubicBezTo>
                <a:cubicBezTo>
                  <a:pt x="16" y="202"/>
                  <a:pt x="11" y="200"/>
                  <a:pt x="6" y="196"/>
                </a:cubicBezTo>
                <a:cubicBezTo>
                  <a:pt x="2" y="191"/>
                  <a:pt x="0" y="186"/>
                  <a:pt x="0" y="18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6"/>
                </a:cubicBezTo>
                <a:cubicBezTo>
                  <a:pt x="11" y="2"/>
                  <a:pt x="16" y="0"/>
                  <a:pt x="22" y="0"/>
                </a:cubicBezTo>
                <a:cubicBezTo>
                  <a:pt x="315" y="0"/>
                  <a:pt x="315" y="0"/>
                  <a:pt x="315" y="0"/>
                </a:cubicBezTo>
                <a:cubicBezTo>
                  <a:pt x="321" y="0"/>
                  <a:pt x="326" y="2"/>
                  <a:pt x="331" y="6"/>
                </a:cubicBezTo>
                <a:cubicBezTo>
                  <a:pt x="335" y="11"/>
                  <a:pt x="337" y="16"/>
                  <a:pt x="337" y="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0" name="Freeform 96"/>
          <p:cNvSpPr>
            <a:spLocks/>
          </p:cNvSpPr>
          <p:nvPr/>
        </p:nvSpPr>
        <p:spPr bwMode="auto">
          <a:xfrm>
            <a:off x="5964238" y="3302001"/>
            <a:ext cx="292100" cy="315913"/>
          </a:xfrm>
          <a:custGeom>
            <a:avLst/>
            <a:gdLst>
              <a:gd name="T0" fmla="*/ 270 w 270"/>
              <a:gd name="T1" fmla="*/ 17 h 292"/>
              <a:gd name="T2" fmla="*/ 270 w 270"/>
              <a:gd name="T3" fmla="*/ 214 h 292"/>
              <a:gd name="T4" fmla="*/ 264 w 270"/>
              <a:gd name="T5" fmla="*/ 229 h 292"/>
              <a:gd name="T6" fmla="*/ 249 w 270"/>
              <a:gd name="T7" fmla="*/ 240 h 292"/>
              <a:gd name="T8" fmla="*/ 231 w 270"/>
              <a:gd name="T9" fmla="*/ 245 h 292"/>
              <a:gd name="T10" fmla="*/ 214 w 270"/>
              <a:gd name="T11" fmla="*/ 247 h 292"/>
              <a:gd name="T12" fmla="*/ 197 w 270"/>
              <a:gd name="T13" fmla="*/ 245 h 292"/>
              <a:gd name="T14" fmla="*/ 179 w 270"/>
              <a:gd name="T15" fmla="*/ 240 h 292"/>
              <a:gd name="T16" fmla="*/ 164 w 270"/>
              <a:gd name="T17" fmla="*/ 229 h 292"/>
              <a:gd name="T18" fmla="*/ 158 w 270"/>
              <a:gd name="T19" fmla="*/ 214 h 292"/>
              <a:gd name="T20" fmla="*/ 164 w 270"/>
              <a:gd name="T21" fmla="*/ 198 h 292"/>
              <a:gd name="T22" fmla="*/ 179 w 270"/>
              <a:gd name="T23" fmla="*/ 187 h 292"/>
              <a:gd name="T24" fmla="*/ 197 w 270"/>
              <a:gd name="T25" fmla="*/ 182 h 292"/>
              <a:gd name="T26" fmla="*/ 214 w 270"/>
              <a:gd name="T27" fmla="*/ 180 h 292"/>
              <a:gd name="T28" fmla="*/ 248 w 270"/>
              <a:gd name="T29" fmla="*/ 187 h 292"/>
              <a:gd name="T30" fmla="*/ 248 w 270"/>
              <a:gd name="T31" fmla="*/ 92 h 292"/>
              <a:gd name="T32" fmla="*/ 113 w 270"/>
              <a:gd name="T33" fmla="*/ 134 h 292"/>
              <a:gd name="T34" fmla="*/ 113 w 270"/>
              <a:gd name="T35" fmla="*/ 259 h 292"/>
              <a:gd name="T36" fmla="*/ 107 w 270"/>
              <a:gd name="T37" fmla="*/ 274 h 292"/>
              <a:gd name="T38" fmla="*/ 92 w 270"/>
              <a:gd name="T39" fmla="*/ 285 h 292"/>
              <a:gd name="T40" fmla="*/ 73 w 270"/>
              <a:gd name="T41" fmla="*/ 290 h 292"/>
              <a:gd name="T42" fmla="*/ 56 w 270"/>
              <a:gd name="T43" fmla="*/ 292 h 292"/>
              <a:gd name="T44" fmla="*/ 40 w 270"/>
              <a:gd name="T45" fmla="*/ 290 h 292"/>
              <a:gd name="T46" fmla="*/ 21 w 270"/>
              <a:gd name="T47" fmla="*/ 285 h 292"/>
              <a:gd name="T48" fmla="*/ 6 w 270"/>
              <a:gd name="T49" fmla="*/ 274 h 292"/>
              <a:gd name="T50" fmla="*/ 0 w 270"/>
              <a:gd name="T51" fmla="*/ 259 h 292"/>
              <a:gd name="T52" fmla="*/ 6 w 270"/>
              <a:gd name="T53" fmla="*/ 243 h 292"/>
              <a:gd name="T54" fmla="*/ 21 w 270"/>
              <a:gd name="T55" fmla="*/ 232 h 292"/>
              <a:gd name="T56" fmla="*/ 40 w 270"/>
              <a:gd name="T57" fmla="*/ 227 h 292"/>
              <a:gd name="T58" fmla="*/ 56 w 270"/>
              <a:gd name="T59" fmla="*/ 225 h 292"/>
              <a:gd name="T60" fmla="*/ 90 w 270"/>
              <a:gd name="T61" fmla="*/ 232 h 292"/>
              <a:gd name="T62" fmla="*/ 90 w 270"/>
              <a:gd name="T63" fmla="*/ 62 h 292"/>
              <a:gd name="T64" fmla="*/ 94 w 270"/>
              <a:gd name="T65" fmla="*/ 52 h 292"/>
              <a:gd name="T66" fmla="*/ 102 w 270"/>
              <a:gd name="T67" fmla="*/ 46 h 292"/>
              <a:gd name="T68" fmla="*/ 248 w 270"/>
              <a:gd name="T69" fmla="*/ 1 h 292"/>
              <a:gd name="T70" fmla="*/ 253 w 270"/>
              <a:gd name="T71" fmla="*/ 0 h 292"/>
              <a:gd name="T72" fmla="*/ 265 w 270"/>
              <a:gd name="T73" fmla="*/ 5 h 292"/>
              <a:gd name="T74" fmla="*/ 270 w 270"/>
              <a:gd name="T75" fmla="*/ 17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0" h="292">
                <a:moveTo>
                  <a:pt x="270" y="17"/>
                </a:moveTo>
                <a:cubicBezTo>
                  <a:pt x="270" y="214"/>
                  <a:pt x="270" y="214"/>
                  <a:pt x="270" y="214"/>
                </a:cubicBezTo>
                <a:cubicBezTo>
                  <a:pt x="270" y="219"/>
                  <a:pt x="268" y="225"/>
                  <a:pt x="264" y="229"/>
                </a:cubicBezTo>
                <a:cubicBezTo>
                  <a:pt x="260" y="234"/>
                  <a:pt x="255" y="237"/>
                  <a:pt x="249" y="240"/>
                </a:cubicBezTo>
                <a:cubicBezTo>
                  <a:pt x="243" y="242"/>
                  <a:pt x="237" y="244"/>
                  <a:pt x="231" y="245"/>
                </a:cubicBezTo>
                <a:cubicBezTo>
                  <a:pt x="225" y="247"/>
                  <a:pt x="219" y="247"/>
                  <a:pt x="214" y="247"/>
                </a:cubicBezTo>
                <a:cubicBezTo>
                  <a:pt x="209" y="247"/>
                  <a:pt x="203" y="247"/>
                  <a:pt x="197" y="245"/>
                </a:cubicBezTo>
                <a:cubicBezTo>
                  <a:pt x="191" y="244"/>
                  <a:pt x="185" y="242"/>
                  <a:pt x="179" y="240"/>
                </a:cubicBezTo>
                <a:cubicBezTo>
                  <a:pt x="173" y="237"/>
                  <a:pt x="168" y="234"/>
                  <a:pt x="164" y="229"/>
                </a:cubicBezTo>
                <a:cubicBezTo>
                  <a:pt x="160" y="225"/>
                  <a:pt x="158" y="219"/>
                  <a:pt x="158" y="214"/>
                </a:cubicBezTo>
                <a:cubicBezTo>
                  <a:pt x="158" y="208"/>
                  <a:pt x="160" y="202"/>
                  <a:pt x="164" y="198"/>
                </a:cubicBezTo>
                <a:cubicBezTo>
                  <a:pt x="168" y="193"/>
                  <a:pt x="173" y="190"/>
                  <a:pt x="179" y="187"/>
                </a:cubicBezTo>
                <a:cubicBezTo>
                  <a:pt x="185" y="185"/>
                  <a:pt x="191" y="183"/>
                  <a:pt x="197" y="182"/>
                </a:cubicBezTo>
                <a:cubicBezTo>
                  <a:pt x="203" y="180"/>
                  <a:pt x="209" y="180"/>
                  <a:pt x="214" y="180"/>
                </a:cubicBezTo>
                <a:cubicBezTo>
                  <a:pt x="226" y="180"/>
                  <a:pt x="237" y="182"/>
                  <a:pt x="248" y="187"/>
                </a:cubicBezTo>
                <a:cubicBezTo>
                  <a:pt x="248" y="92"/>
                  <a:pt x="248" y="92"/>
                  <a:pt x="248" y="92"/>
                </a:cubicBezTo>
                <a:cubicBezTo>
                  <a:pt x="113" y="134"/>
                  <a:pt x="113" y="134"/>
                  <a:pt x="113" y="134"/>
                </a:cubicBezTo>
                <a:cubicBezTo>
                  <a:pt x="113" y="259"/>
                  <a:pt x="113" y="259"/>
                  <a:pt x="113" y="259"/>
                </a:cubicBezTo>
                <a:cubicBezTo>
                  <a:pt x="113" y="264"/>
                  <a:pt x="111" y="270"/>
                  <a:pt x="107" y="274"/>
                </a:cubicBezTo>
                <a:cubicBezTo>
                  <a:pt x="103" y="279"/>
                  <a:pt x="98" y="282"/>
                  <a:pt x="92" y="285"/>
                </a:cubicBezTo>
                <a:cubicBezTo>
                  <a:pt x="86" y="287"/>
                  <a:pt x="79" y="289"/>
                  <a:pt x="73" y="290"/>
                </a:cubicBezTo>
                <a:cubicBezTo>
                  <a:pt x="67" y="292"/>
                  <a:pt x="62" y="292"/>
                  <a:pt x="56" y="292"/>
                </a:cubicBezTo>
                <a:cubicBezTo>
                  <a:pt x="51" y="292"/>
                  <a:pt x="46" y="292"/>
                  <a:pt x="40" y="290"/>
                </a:cubicBezTo>
                <a:cubicBezTo>
                  <a:pt x="33" y="289"/>
                  <a:pt x="27" y="287"/>
                  <a:pt x="21" y="285"/>
                </a:cubicBezTo>
                <a:cubicBezTo>
                  <a:pt x="15" y="282"/>
                  <a:pt x="10" y="279"/>
                  <a:pt x="6" y="274"/>
                </a:cubicBezTo>
                <a:cubicBezTo>
                  <a:pt x="2" y="270"/>
                  <a:pt x="0" y="264"/>
                  <a:pt x="0" y="259"/>
                </a:cubicBezTo>
                <a:cubicBezTo>
                  <a:pt x="0" y="253"/>
                  <a:pt x="2" y="247"/>
                  <a:pt x="6" y="243"/>
                </a:cubicBezTo>
                <a:cubicBezTo>
                  <a:pt x="10" y="238"/>
                  <a:pt x="15" y="235"/>
                  <a:pt x="21" y="232"/>
                </a:cubicBezTo>
                <a:cubicBezTo>
                  <a:pt x="27" y="230"/>
                  <a:pt x="33" y="228"/>
                  <a:pt x="40" y="227"/>
                </a:cubicBezTo>
                <a:cubicBezTo>
                  <a:pt x="46" y="225"/>
                  <a:pt x="51" y="225"/>
                  <a:pt x="56" y="225"/>
                </a:cubicBezTo>
                <a:cubicBezTo>
                  <a:pt x="69" y="225"/>
                  <a:pt x="80" y="227"/>
                  <a:pt x="90" y="232"/>
                </a:cubicBezTo>
                <a:cubicBezTo>
                  <a:pt x="90" y="62"/>
                  <a:pt x="90" y="62"/>
                  <a:pt x="90" y="62"/>
                </a:cubicBezTo>
                <a:cubicBezTo>
                  <a:pt x="90" y="58"/>
                  <a:pt x="91" y="55"/>
                  <a:pt x="94" y="52"/>
                </a:cubicBezTo>
                <a:cubicBezTo>
                  <a:pt x="96" y="49"/>
                  <a:pt x="99" y="47"/>
                  <a:pt x="102" y="46"/>
                </a:cubicBezTo>
                <a:cubicBezTo>
                  <a:pt x="248" y="1"/>
                  <a:pt x="248" y="1"/>
                  <a:pt x="248" y="1"/>
                </a:cubicBezTo>
                <a:cubicBezTo>
                  <a:pt x="250" y="0"/>
                  <a:pt x="251" y="0"/>
                  <a:pt x="253" y="0"/>
                </a:cubicBezTo>
                <a:cubicBezTo>
                  <a:pt x="258" y="0"/>
                  <a:pt x="262" y="2"/>
                  <a:pt x="265" y="5"/>
                </a:cubicBezTo>
                <a:cubicBezTo>
                  <a:pt x="268" y="8"/>
                  <a:pt x="270" y="12"/>
                  <a:pt x="270" y="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1" name="Freeform 97"/>
          <p:cNvSpPr>
            <a:spLocks noEditPoints="1"/>
          </p:cNvSpPr>
          <p:nvPr/>
        </p:nvSpPr>
        <p:spPr bwMode="auto">
          <a:xfrm>
            <a:off x="6396038" y="3289301"/>
            <a:ext cx="292100" cy="339725"/>
          </a:xfrm>
          <a:custGeom>
            <a:avLst/>
            <a:gdLst>
              <a:gd name="T0" fmla="*/ 113 w 270"/>
              <a:gd name="T1" fmla="*/ 189 h 314"/>
              <a:gd name="T2" fmla="*/ 104 w 270"/>
              <a:gd name="T3" fmla="*/ 185 h 314"/>
              <a:gd name="T4" fmla="*/ 81 w 270"/>
              <a:gd name="T5" fmla="*/ 171 h 314"/>
              <a:gd name="T6" fmla="*/ 51 w 270"/>
              <a:gd name="T7" fmla="*/ 198 h 314"/>
              <a:gd name="T8" fmla="*/ 29 w 270"/>
              <a:gd name="T9" fmla="*/ 218 h 314"/>
              <a:gd name="T10" fmla="*/ 40 w 270"/>
              <a:gd name="T11" fmla="*/ 202 h 314"/>
              <a:gd name="T12" fmla="*/ 69 w 270"/>
              <a:gd name="T13" fmla="*/ 161 h 314"/>
              <a:gd name="T14" fmla="*/ 84 w 270"/>
              <a:gd name="T15" fmla="*/ 130 h 314"/>
              <a:gd name="T16" fmla="*/ 60 w 270"/>
              <a:gd name="T17" fmla="*/ 137 h 314"/>
              <a:gd name="T18" fmla="*/ 51 w 270"/>
              <a:gd name="T19" fmla="*/ 140 h 314"/>
              <a:gd name="T20" fmla="*/ 51 w 270"/>
              <a:gd name="T21" fmla="*/ 143 h 314"/>
              <a:gd name="T22" fmla="*/ 37 w 270"/>
              <a:gd name="T23" fmla="*/ 146 h 314"/>
              <a:gd name="T24" fmla="*/ 31 w 270"/>
              <a:gd name="T25" fmla="*/ 138 h 314"/>
              <a:gd name="T26" fmla="*/ 41 w 270"/>
              <a:gd name="T27" fmla="*/ 136 h 314"/>
              <a:gd name="T28" fmla="*/ 77 w 270"/>
              <a:gd name="T29" fmla="*/ 124 h 314"/>
              <a:gd name="T30" fmla="*/ 92 w 270"/>
              <a:gd name="T31" fmla="*/ 117 h 314"/>
              <a:gd name="T32" fmla="*/ 98 w 270"/>
              <a:gd name="T33" fmla="*/ 115 h 314"/>
              <a:gd name="T34" fmla="*/ 99 w 270"/>
              <a:gd name="T35" fmla="*/ 121 h 314"/>
              <a:gd name="T36" fmla="*/ 93 w 270"/>
              <a:gd name="T37" fmla="*/ 135 h 314"/>
              <a:gd name="T38" fmla="*/ 76 w 270"/>
              <a:gd name="T39" fmla="*/ 164 h 314"/>
              <a:gd name="T40" fmla="*/ 100 w 270"/>
              <a:gd name="T41" fmla="*/ 174 h 314"/>
              <a:gd name="T42" fmla="*/ 114 w 270"/>
              <a:gd name="T43" fmla="*/ 184 h 314"/>
              <a:gd name="T44" fmla="*/ 79 w 270"/>
              <a:gd name="T45" fmla="*/ 104 h 314"/>
              <a:gd name="T46" fmla="*/ 69 w 270"/>
              <a:gd name="T47" fmla="*/ 115 h 314"/>
              <a:gd name="T48" fmla="*/ 50 w 270"/>
              <a:gd name="T49" fmla="*/ 113 h 314"/>
              <a:gd name="T50" fmla="*/ 47 w 270"/>
              <a:gd name="T51" fmla="*/ 105 h 314"/>
              <a:gd name="T52" fmla="*/ 55 w 270"/>
              <a:gd name="T53" fmla="*/ 106 h 314"/>
              <a:gd name="T54" fmla="*/ 75 w 270"/>
              <a:gd name="T55" fmla="*/ 101 h 314"/>
              <a:gd name="T56" fmla="*/ 201 w 270"/>
              <a:gd name="T57" fmla="*/ 126 h 314"/>
              <a:gd name="T58" fmla="*/ 188 w 270"/>
              <a:gd name="T59" fmla="*/ 159 h 314"/>
              <a:gd name="T60" fmla="*/ 7 w 270"/>
              <a:gd name="T61" fmla="*/ 267 h 314"/>
              <a:gd name="T62" fmla="*/ 129 w 270"/>
              <a:gd name="T63" fmla="*/ 45 h 314"/>
              <a:gd name="T64" fmla="*/ 7 w 270"/>
              <a:gd name="T65" fmla="*/ 267 h 314"/>
              <a:gd name="T66" fmla="*/ 243 w 270"/>
              <a:gd name="T67" fmla="*/ 217 h 314"/>
              <a:gd name="T68" fmla="*/ 193 w 270"/>
              <a:gd name="T69" fmla="*/ 96 h 314"/>
              <a:gd name="T70" fmla="*/ 173 w 270"/>
              <a:gd name="T71" fmla="*/ 195 h 314"/>
              <a:gd name="T72" fmla="*/ 218 w 270"/>
              <a:gd name="T73" fmla="*/ 187 h 314"/>
              <a:gd name="T74" fmla="*/ 136 w 270"/>
              <a:gd name="T75" fmla="*/ 42 h 314"/>
              <a:gd name="T76" fmla="*/ 237 w 270"/>
              <a:gd name="T77" fmla="*/ 8 h 314"/>
              <a:gd name="T78" fmla="*/ 191 w 270"/>
              <a:gd name="T79" fmla="*/ 275 h 314"/>
              <a:gd name="T80" fmla="*/ 209 w 270"/>
              <a:gd name="T81" fmla="*/ 305 h 314"/>
              <a:gd name="T82" fmla="*/ 154 w 270"/>
              <a:gd name="T83" fmla="*/ 312 h 314"/>
              <a:gd name="T84" fmla="*/ 123 w 270"/>
              <a:gd name="T85" fmla="*/ 314 h 314"/>
              <a:gd name="T86" fmla="*/ 56 w 270"/>
              <a:gd name="T87" fmla="*/ 293 h 314"/>
              <a:gd name="T88" fmla="*/ 55 w 270"/>
              <a:gd name="T89" fmla="*/ 288 h 314"/>
              <a:gd name="T90" fmla="*/ 61 w 270"/>
              <a:gd name="T91" fmla="*/ 288 h 314"/>
              <a:gd name="T92" fmla="*/ 70 w 270"/>
              <a:gd name="T93" fmla="*/ 293 h 314"/>
              <a:gd name="T94" fmla="*/ 125 w 270"/>
              <a:gd name="T95" fmla="*/ 308 h 314"/>
              <a:gd name="T96" fmla="*/ 182 w 270"/>
              <a:gd name="T97" fmla="*/ 296 h 314"/>
              <a:gd name="T98" fmla="*/ 194 w 270"/>
              <a:gd name="T99" fmla="*/ 290 h 314"/>
              <a:gd name="T100" fmla="*/ 191 w 270"/>
              <a:gd name="T101" fmla="*/ 275 h 314"/>
              <a:gd name="T102" fmla="*/ 270 w 270"/>
              <a:gd name="T103" fmla="*/ 275 h 314"/>
              <a:gd name="T104" fmla="*/ 68 w 270"/>
              <a:gd name="T105" fmla="*/ 254 h 314"/>
              <a:gd name="T106" fmla="*/ 0 w 270"/>
              <a:gd name="T107" fmla="*/ 273 h 314"/>
              <a:gd name="T108" fmla="*/ 0 w 270"/>
              <a:gd name="T109" fmla="*/ 83 h 314"/>
              <a:gd name="T110" fmla="*/ 4 w 270"/>
              <a:gd name="T111" fmla="*/ 79 h 314"/>
              <a:gd name="T112" fmla="*/ 30 w 270"/>
              <a:gd name="T113" fmla="*/ 3 h 314"/>
              <a:gd name="T114" fmla="*/ 157 w 270"/>
              <a:gd name="T115" fmla="*/ 28 h 314"/>
              <a:gd name="T116" fmla="*/ 240 w 270"/>
              <a:gd name="T117" fmla="*/ 0 h 314"/>
              <a:gd name="T118" fmla="*/ 244 w 270"/>
              <a:gd name="T119" fmla="*/ 77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0" h="314">
                <a:moveTo>
                  <a:pt x="115" y="189"/>
                </a:moveTo>
                <a:cubicBezTo>
                  <a:pt x="115" y="189"/>
                  <a:pt x="114" y="189"/>
                  <a:pt x="113" y="189"/>
                </a:cubicBezTo>
                <a:cubicBezTo>
                  <a:pt x="111" y="189"/>
                  <a:pt x="109" y="188"/>
                  <a:pt x="107" y="187"/>
                </a:cubicBezTo>
                <a:cubicBezTo>
                  <a:pt x="104" y="185"/>
                  <a:pt x="104" y="185"/>
                  <a:pt x="104" y="185"/>
                </a:cubicBezTo>
                <a:cubicBezTo>
                  <a:pt x="98" y="183"/>
                  <a:pt x="93" y="180"/>
                  <a:pt x="88" y="177"/>
                </a:cubicBezTo>
                <a:cubicBezTo>
                  <a:pt x="87" y="176"/>
                  <a:pt x="85" y="174"/>
                  <a:pt x="81" y="171"/>
                </a:cubicBezTo>
                <a:cubicBezTo>
                  <a:pt x="77" y="168"/>
                  <a:pt x="75" y="166"/>
                  <a:pt x="74" y="166"/>
                </a:cubicBezTo>
                <a:cubicBezTo>
                  <a:pt x="67" y="178"/>
                  <a:pt x="59" y="189"/>
                  <a:pt x="51" y="198"/>
                </a:cubicBezTo>
                <a:cubicBezTo>
                  <a:pt x="41" y="209"/>
                  <a:pt x="35" y="216"/>
                  <a:pt x="32" y="217"/>
                </a:cubicBezTo>
                <a:cubicBezTo>
                  <a:pt x="32" y="218"/>
                  <a:pt x="31" y="218"/>
                  <a:pt x="29" y="218"/>
                </a:cubicBezTo>
                <a:cubicBezTo>
                  <a:pt x="27" y="218"/>
                  <a:pt x="26" y="218"/>
                  <a:pt x="26" y="218"/>
                </a:cubicBezTo>
                <a:cubicBezTo>
                  <a:pt x="26" y="218"/>
                  <a:pt x="31" y="212"/>
                  <a:pt x="40" y="202"/>
                </a:cubicBezTo>
                <a:cubicBezTo>
                  <a:pt x="43" y="199"/>
                  <a:pt x="48" y="192"/>
                  <a:pt x="55" y="182"/>
                </a:cubicBezTo>
                <a:cubicBezTo>
                  <a:pt x="63" y="171"/>
                  <a:pt x="67" y="164"/>
                  <a:pt x="69" y="161"/>
                </a:cubicBezTo>
                <a:cubicBezTo>
                  <a:pt x="71" y="157"/>
                  <a:pt x="74" y="152"/>
                  <a:pt x="78" y="144"/>
                </a:cubicBezTo>
                <a:cubicBezTo>
                  <a:pt x="82" y="136"/>
                  <a:pt x="84" y="131"/>
                  <a:pt x="84" y="130"/>
                </a:cubicBezTo>
                <a:cubicBezTo>
                  <a:pt x="83" y="130"/>
                  <a:pt x="77" y="132"/>
                  <a:pt x="65" y="136"/>
                </a:cubicBezTo>
                <a:cubicBezTo>
                  <a:pt x="64" y="136"/>
                  <a:pt x="62" y="137"/>
                  <a:pt x="60" y="137"/>
                </a:cubicBezTo>
                <a:cubicBezTo>
                  <a:pt x="58" y="138"/>
                  <a:pt x="56" y="138"/>
                  <a:pt x="54" y="139"/>
                </a:cubicBezTo>
                <a:cubicBezTo>
                  <a:pt x="52" y="139"/>
                  <a:pt x="51" y="140"/>
                  <a:pt x="51" y="140"/>
                </a:cubicBezTo>
                <a:cubicBezTo>
                  <a:pt x="51" y="140"/>
                  <a:pt x="51" y="141"/>
                  <a:pt x="51" y="142"/>
                </a:cubicBezTo>
                <a:cubicBezTo>
                  <a:pt x="51" y="143"/>
                  <a:pt x="51" y="143"/>
                  <a:pt x="51" y="143"/>
                </a:cubicBezTo>
                <a:cubicBezTo>
                  <a:pt x="50" y="144"/>
                  <a:pt x="48" y="145"/>
                  <a:pt x="45" y="146"/>
                </a:cubicBezTo>
                <a:cubicBezTo>
                  <a:pt x="42" y="147"/>
                  <a:pt x="40" y="147"/>
                  <a:pt x="37" y="146"/>
                </a:cubicBezTo>
                <a:cubicBezTo>
                  <a:pt x="35" y="145"/>
                  <a:pt x="33" y="144"/>
                  <a:pt x="32" y="142"/>
                </a:cubicBezTo>
                <a:cubicBezTo>
                  <a:pt x="31" y="141"/>
                  <a:pt x="31" y="140"/>
                  <a:pt x="31" y="138"/>
                </a:cubicBezTo>
                <a:cubicBezTo>
                  <a:pt x="32" y="138"/>
                  <a:pt x="33" y="138"/>
                  <a:pt x="35" y="137"/>
                </a:cubicBezTo>
                <a:cubicBezTo>
                  <a:pt x="37" y="137"/>
                  <a:pt x="39" y="137"/>
                  <a:pt x="41" y="136"/>
                </a:cubicBezTo>
                <a:cubicBezTo>
                  <a:pt x="47" y="134"/>
                  <a:pt x="53" y="132"/>
                  <a:pt x="59" y="131"/>
                </a:cubicBezTo>
                <a:cubicBezTo>
                  <a:pt x="71" y="126"/>
                  <a:pt x="77" y="124"/>
                  <a:pt x="77" y="124"/>
                </a:cubicBezTo>
                <a:cubicBezTo>
                  <a:pt x="78" y="124"/>
                  <a:pt x="81" y="123"/>
                  <a:pt x="84" y="121"/>
                </a:cubicBezTo>
                <a:cubicBezTo>
                  <a:pt x="88" y="119"/>
                  <a:pt x="91" y="118"/>
                  <a:pt x="92" y="117"/>
                </a:cubicBezTo>
                <a:cubicBezTo>
                  <a:pt x="93" y="117"/>
                  <a:pt x="94" y="116"/>
                  <a:pt x="96" y="116"/>
                </a:cubicBezTo>
                <a:cubicBezTo>
                  <a:pt x="97" y="115"/>
                  <a:pt x="98" y="115"/>
                  <a:pt x="98" y="115"/>
                </a:cubicBezTo>
                <a:cubicBezTo>
                  <a:pt x="99" y="115"/>
                  <a:pt x="99" y="115"/>
                  <a:pt x="100" y="115"/>
                </a:cubicBezTo>
                <a:cubicBezTo>
                  <a:pt x="100" y="116"/>
                  <a:pt x="100" y="118"/>
                  <a:pt x="99" y="121"/>
                </a:cubicBezTo>
                <a:cubicBezTo>
                  <a:pt x="99" y="121"/>
                  <a:pt x="99" y="123"/>
                  <a:pt x="97" y="125"/>
                </a:cubicBezTo>
                <a:cubicBezTo>
                  <a:pt x="96" y="128"/>
                  <a:pt x="94" y="132"/>
                  <a:pt x="93" y="135"/>
                </a:cubicBezTo>
                <a:cubicBezTo>
                  <a:pt x="91" y="138"/>
                  <a:pt x="90" y="140"/>
                  <a:pt x="90" y="141"/>
                </a:cubicBezTo>
                <a:cubicBezTo>
                  <a:pt x="87" y="147"/>
                  <a:pt x="82" y="154"/>
                  <a:pt x="76" y="164"/>
                </a:cubicBezTo>
                <a:cubicBezTo>
                  <a:pt x="87" y="169"/>
                  <a:pt x="87" y="169"/>
                  <a:pt x="87" y="169"/>
                </a:cubicBezTo>
                <a:cubicBezTo>
                  <a:pt x="89" y="169"/>
                  <a:pt x="93" y="171"/>
                  <a:pt x="100" y="174"/>
                </a:cubicBezTo>
                <a:cubicBezTo>
                  <a:pt x="108" y="177"/>
                  <a:pt x="112" y="179"/>
                  <a:pt x="112" y="179"/>
                </a:cubicBezTo>
                <a:cubicBezTo>
                  <a:pt x="113" y="179"/>
                  <a:pt x="113" y="181"/>
                  <a:pt x="114" y="184"/>
                </a:cubicBezTo>
                <a:cubicBezTo>
                  <a:pt x="115" y="187"/>
                  <a:pt x="115" y="188"/>
                  <a:pt x="115" y="189"/>
                </a:cubicBezTo>
                <a:close/>
                <a:moveTo>
                  <a:pt x="79" y="104"/>
                </a:moveTo>
                <a:cubicBezTo>
                  <a:pt x="79" y="105"/>
                  <a:pt x="79" y="107"/>
                  <a:pt x="78" y="109"/>
                </a:cubicBezTo>
                <a:cubicBezTo>
                  <a:pt x="77" y="111"/>
                  <a:pt x="74" y="114"/>
                  <a:pt x="69" y="115"/>
                </a:cubicBezTo>
                <a:cubicBezTo>
                  <a:pt x="66" y="117"/>
                  <a:pt x="62" y="117"/>
                  <a:pt x="59" y="117"/>
                </a:cubicBezTo>
                <a:cubicBezTo>
                  <a:pt x="56" y="117"/>
                  <a:pt x="53" y="116"/>
                  <a:pt x="50" y="113"/>
                </a:cubicBezTo>
                <a:cubicBezTo>
                  <a:pt x="49" y="111"/>
                  <a:pt x="47" y="109"/>
                  <a:pt x="47" y="106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8" y="105"/>
                  <a:pt x="49" y="106"/>
                  <a:pt x="51" y="106"/>
                </a:cubicBezTo>
                <a:cubicBezTo>
                  <a:pt x="53" y="106"/>
                  <a:pt x="54" y="106"/>
                  <a:pt x="55" y="106"/>
                </a:cubicBezTo>
                <a:cubicBezTo>
                  <a:pt x="56" y="106"/>
                  <a:pt x="60" y="105"/>
                  <a:pt x="65" y="103"/>
                </a:cubicBezTo>
                <a:cubicBezTo>
                  <a:pt x="70" y="102"/>
                  <a:pt x="73" y="101"/>
                  <a:pt x="75" y="101"/>
                </a:cubicBezTo>
                <a:cubicBezTo>
                  <a:pt x="77" y="101"/>
                  <a:pt x="78" y="102"/>
                  <a:pt x="79" y="104"/>
                </a:cubicBezTo>
                <a:close/>
                <a:moveTo>
                  <a:pt x="201" y="126"/>
                </a:moveTo>
                <a:cubicBezTo>
                  <a:pt x="212" y="166"/>
                  <a:pt x="212" y="166"/>
                  <a:pt x="212" y="166"/>
                </a:cubicBezTo>
                <a:cubicBezTo>
                  <a:pt x="188" y="159"/>
                  <a:pt x="188" y="159"/>
                  <a:pt x="188" y="159"/>
                </a:cubicBezTo>
                <a:lnTo>
                  <a:pt x="201" y="126"/>
                </a:lnTo>
                <a:close/>
                <a:moveTo>
                  <a:pt x="7" y="267"/>
                </a:moveTo>
                <a:cubicBezTo>
                  <a:pt x="129" y="226"/>
                  <a:pt x="129" y="226"/>
                  <a:pt x="129" y="226"/>
                </a:cubicBezTo>
                <a:cubicBezTo>
                  <a:pt x="129" y="45"/>
                  <a:pt x="129" y="45"/>
                  <a:pt x="129" y="45"/>
                </a:cubicBezTo>
                <a:cubicBezTo>
                  <a:pt x="7" y="86"/>
                  <a:pt x="7" y="86"/>
                  <a:pt x="7" y="86"/>
                </a:cubicBezTo>
                <a:lnTo>
                  <a:pt x="7" y="267"/>
                </a:lnTo>
                <a:close/>
                <a:moveTo>
                  <a:pt x="225" y="211"/>
                </a:moveTo>
                <a:cubicBezTo>
                  <a:pt x="243" y="217"/>
                  <a:pt x="243" y="217"/>
                  <a:pt x="243" y="217"/>
                </a:cubicBezTo>
                <a:cubicBezTo>
                  <a:pt x="211" y="101"/>
                  <a:pt x="211" y="101"/>
                  <a:pt x="211" y="101"/>
                </a:cubicBezTo>
                <a:cubicBezTo>
                  <a:pt x="193" y="96"/>
                  <a:pt x="193" y="96"/>
                  <a:pt x="193" y="96"/>
                </a:cubicBezTo>
                <a:cubicBezTo>
                  <a:pt x="155" y="190"/>
                  <a:pt x="155" y="190"/>
                  <a:pt x="155" y="190"/>
                </a:cubicBezTo>
                <a:cubicBezTo>
                  <a:pt x="173" y="195"/>
                  <a:pt x="173" y="195"/>
                  <a:pt x="173" y="195"/>
                </a:cubicBezTo>
                <a:cubicBezTo>
                  <a:pt x="181" y="176"/>
                  <a:pt x="181" y="176"/>
                  <a:pt x="181" y="176"/>
                </a:cubicBezTo>
                <a:cubicBezTo>
                  <a:pt x="218" y="187"/>
                  <a:pt x="218" y="187"/>
                  <a:pt x="218" y="187"/>
                </a:cubicBezTo>
                <a:lnTo>
                  <a:pt x="225" y="211"/>
                </a:lnTo>
                <a:close/>
                <a:moveTo>
                  <a:pt x="136" y="42"/>
                </a:moveTo>
                <a:cubicBezTo>
                  <a:pt x="237" y="75"/>
                  <a:pt x="237" y="75"/>
                  <a:pt x="237" y="75"/>
                </a:cubicBezTo>
                <a:cubicBezTo>
                  <a:pt x="237" y="8"/>
                  <a:pt x="237" y="8"/>
                  <a:pt x="237" y="8"/>
                </a:cubicBezTo>
                <a:lnTo>
                  <a:pt x="136" y="42"/>
                </a:lnTo>
                <a:close/>
                <a:moveTo>
                  <a:pt x="191" y="275"/>
                </a:moveTo>
                <a:cubicBezTo>
                  <a:pt x="219" y="277"/>
                  <a:pt x="219" y="277"/>
                  <a:pt x="219" y="277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202" y="293"/>
                  <a:pt x="202" y="293"/>
                  <a:pt x="202" y="293"/>
                </a:cubicBezTo>
                <a:cubicBezTo>
                  <a:pt x="187" y="303"/>
                  <a:pt x="171" y="309"/>
                  <a:pt x="154" y="312"/>
                </a:cubicBezTo>
                <a:cubicBezTo>
                  <a:pt x="147" y="314"/>
                  <a:pt x="142" y="314"/>
                  <a:pt x="138" y="314"/>
                </a:cubicBezTo>
                <a:cubicBezTo>
                  <a:pt x="123" y="314"/>
                  <a:pt x="123" y="314"/>
                  <a:pt x="123" y="314"/>
                </a:cubicBezTo>
                <a:cubicBezTo>
                  <a:pt x="114" y="314"/>
                  <a:pt x="102" y="312"/>
                  <a:pt x="88" y="308"/>
                </a:cubicBezTo>
                <a:cubicBezTo>
                  <a:pt x="74" y="303"/>
                  <a:pt x="63" y="298"/>
                  <a:pt x="56" y="293"/>
                </a:cubicBezTo>
                <a:cubicBezTo>
                  <a:pt x="55" y="292"/>
                  <a:pt x="54" y="291"/>
                  <a:pt x="54" y="290"/>
                </a:cubicBezTo>
                <a:cubicBezTo>
                  <a:pt x="54" y="289"/>
                  <a:pt x="55" y="288"/>
                  <a:pt x="55" y="288"/>
                </a:cubicBezTo>
                <a:cubicBezTo>
                  <a:pt x="56" y="287"/>
                  <a:pt x="57" y="287"/>
                  <a:pt x="58" y="287"/>
                </a:cubicBezTo>
                <a:cubicBezTo>
                  <a:pt x="58" y="287"/>
                  <a:pt x="59" y="287"/>
                  <a:pt x="61" y="288"/>
                </a:cubicBezTo>
                <a:cubicBezTo>
                  <a:pt x="62" y="289"/>
                  <a:pt x="64" y="290"/>
                  <a:pt x="66" y="291"/>
                </a:cubicBezTo>
                <a:cubicBezTo>
                  <a:pt x="68" y="292"/>
                  <a:pt x="69" y="292"/>
                  <a:pt x="70" y="293"/>
                </a:cubicBezTo>
                <a:cubicBezTo>
                  <a:pt x="78" y="297"/>
                  <a:pt x="88" y="301"/>
                  <a:pt x="98" y="304"/>
                </a:cubicBezTo>
                <a:cubicBezTo>
                  <a:pt x="108" y="306"/>
                  <a:pt x="117" y="308"/>
                  <a:pt x="125" y="308"/>
                </a:cubicBezTo>
                <a:cubicBezTo>
                  <a:pt x="136" y="308"/>
                  <a:pt x="146" y="307"/>
                  <a:pt x="155" y="305"/>
                </a:cubicBezTo>
                <a:cubicBezTo>
                  <a:pt x="163" y="304"/>
                  <a:pt x="172" y="301"/>
                  <a:pt x="182" y="296"/>
                </a:cubicBezTo>
                <a:cubicBezTo>
                  <a:pt x="184" y="296"/>
                  <a:pt x="186" y="295"/>
                  <a:pt x="188" y="294"/>
                </a:cubicBezTo>
                <a:cubicBezTo>
                  <a:pt x="189" y="293"/>
                  <a:pt x="191" y="292"/>
                  <a:pt x="194" y="290"/>
                </a:cubicBezTo>
                <a:cubicBezTo>
                  <a:pt x="196" y="289"/>
                  <a:pt x="197" y="288"/>
                  <a:pt x="199" y="287"/>
                </a:cubicBezTo>
                <a:lnTo>
                  <a:pt x="191" y="275"/>
                </a:lnTo>
                <a:close/>
                <a:moveTo>
                  <a:pt x="270" y="85"/>
                </a:moveTo>
                <a:cubicBezTo>
                  <a:pt x="270" y="275"/>
                  <a:pt x="270" y="275"/>
                  <a:pt x="270" y="275"/>
                </a:cubicBezTo>
                <a:cubicBezTo>
                  <a:pt x="134" y="231"/>
                  <a:pt x="134" y="231"/>
                  <a:pt x="134" y="231"/>
                </a:cubicBezTo>
                <a:cubicBezTo>
                  <a:pt x="132" y="232"/>
                  <a:pt x="110" y="240"/>
                  <a:pt x="68" y="254"/>
                </a:cubicBezTo>
                <a:cubicBezTo>
                  <a:pt x="26" y="268"/>
                  <a:pt x="4" y="275"/>
                  <a:pt x="3" y="275"/>
                </a:cubicBezTo>
                <a:cubicBezTo>
                  <a:pt x="2" y="275"/>
                  <a:pt x="1" y="274"/>
                  <a:pt x="0" y="273"/>
                </a:cubicBezTo>
                <a:cubicBezTo>
                  <a:pt x="0" y="273"/>
                  <a:pt x="0" y="273"/>
                  <a:pt x="0" y="272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2"/>
                  <a:pt x="1" y="81"/>
                  <a:pt x="1" y="81"/>
                </a:cubicBezTo>
                <a:cubicBezTo>
                  <a:pt x="1" y="80"/>
                  <a:pt x="2" y="80"/>
                  <a:pt x="4" y="79"/>
                </a:cubicBezTo>
                <a:cubicBezTo>
                  <a:pt x="17" y="75"/>
                  <a:pt x="25" y="72"/>
                  <a:pt x="30" y="70"/>
                </a:cubicBezTo>
                <a:cubicBezTo>
                  <a:pt x="30" y="3"/>
                  <a:pt x="30" y="3"/>
                  <a:pt x="30" y="3"/>
                </a:cubicBezTo>
                <a:cubicBezTo>
                  <a:pt x="128" y="38"/>
                  <a:pt x="128" y="38"/>
                  <a:pt x="128" y="38"/>
                </a:cubicBezTo>
                <a:cubicBezTo>
                  <a:pt x="129" y="38"/>
                  <a:pt x="138" y="35"/>
                  <a:pt x="157" y="28"/>
                </a:cubicBezTo>
                <a:cubicBezTo>
                  <a:pt x="175" y="22"/>
                  <a:pt x="194" y="15"/>
                  <a:pt x="212" y="9"/>
                </a:cubicBezTo>
                <a:cubicBezTo>
                  <a:pt x="230" y="3"/>
                  <a:pt x="240" y="0"/>
                  <a:pt x="240" y="0"/>
                </a:cubicBezTo>
                <a:cubicBezTo>
                  <a:pt x="243" y="0"/>
                  <a:pt x="244" y="1"/>
                  <a:pt x="244" y="3"/>
                </a:cubicBezTo>
                <a:cubicBezTo>
                  <a:pt x="244" y="77"/>
                  <a:pt x="244" y="77"/>
                  <a:pt x="244" y="77"/>
                </a:cubicBezTo>
                <a:lnTo>
                  <a:pt x="270" y="8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2" name="Freeform 98"/>
          <p:cNvSpPr>
            <a:spLocks noEditPoints="1"/>
          </p:cNvSpPr>
          <p:nvPr/>
        </p:nvSpPr>
        <p:spPr bwMode="auto">
          <a:xfrm>
            <a:off x="7223126" y="3338513"/>
            <a:ext cx="363538" cy="242888"/>
          </a:xfrm>
          <a:custGeom>
            <a:avLst/>
            <a:gdLst>
              <a:gd name="T0" fmla="*/ 73 w 337"/>
              <a:gd name="T1" fmla="*/ 180 h 225"/>
              <a:gd name="T2" fmla="*/ 53 w 337"/>
              <a:gd name="T3" fmla="*/ 171 h 225"/>
              <a:gd name="T4" fmla="*/ 45 w 337"/>
              <a:gd name="T5" fmla="*/ 151 h 225"/>
              <a:gd name="T6" fmla="*/ 45 w 337"/>
              <a:gd name="T7" fmla="*/ 28 h 225"/>
              <a:gd name="T8" fmla="*/ 53 w 337"/>
              <a:gd name="T9" fmla="*/ 8 h 225"/>
              <a:gd name="T10" fmla="*/ 73 w 337"/>
              <a:gd name="T11" fmla="*/ 0 h 225"/>
              <a:gd name="T12" fmla="*/ 264 w 337"/>
              <a:gd name="T13" fmla="*/ 0 h 225"/>
              <a:gd name="T14" fmla="*/ 284 w 337"/>
              <a:gd name="T15" fmla="*/ 8 h 225"/>
              <a:gd name="T16" fmla="*/ 292 w 337"/>
              <a:gd name="T17" fmla="*/ 28 h 225"/>
              <a:gd name="T18" fmla="*/ 292 w 337"/>
              <a:gd name="T19" fmla="*/ 151 h 225"/>
              <a:gd name="T20" fmla="*/ 284 w 337"/>
              <a:gd name="T21" fmla="*/ 171 h 225"/>
              <a:gd name="T22" fmla="*/ 264 w 337"/>
              <a:gd name="T23" fmla="*/ 180 h 225"/>
              <a:gd name="T24" fmla="*/ 73 w 337"/>
              <a:gd name="T25" fmla="*/ 180 h 225"/>
              <a:gd name="T26" fmla="*/ 67 w 337"/>
              <a:gd name="T27" fmla="*/ 28 h 225"/>
              <a:gd name="T28" fmla="*/ 67 w 337"/>
              <a:gd name="T29" fmla="*/ 151 h 225"/>
              <a:gd name="T30" fmla="*/ 69 w 337"/>
              <a:gd name="T31" fmla="*/ 155 h 225"/>
              <a:gd name="T32" fmla="*/ 73 w 337"/>
              <a:gd name="T33" fmla="*/ 157 h 225"/>
              <a:gd name="T34" fmla="*/ 264 w 337"/>
              <a:gd name="T35" fmla="*/ 157 h 225"/>
              <a:gd name="T36" fmla="*/ 268 w 337"/>
              <a:gd name="T37" fmla="*/ 155 h 225"/>
              <a:gd name="T38" fmla="*/ 269 w 337"/>
              <a:gd name="T39" fmla="*/ 151 h 225"/>
              <a:gd name="T40" fmla="*/ 269 w 337"/>
              <a:gd name="T41" fmla="*/ 28 h 225"/>
              <a:gd name="T42" fmla="*/ 268 w 337"/>
              <a:gd name="T43" fmla="*/ 24 h 225"/>
              <a:gd name="T44" fmla="*/ 264 w 337"/>
              <a:gd name="T45" fmla="*/ 22 h 225"/>
              <a:gd name="T46" fmla="*/ 73 w 337"/>
              <a:gd name="T47" fmla="*/ 22 h 225"/>
              <a:gd name="T48" fmla="*/ 69 w 337"/>
              <a:gd name="T49" fmla="*/ 24 h 225"/>
              <a:gd name="T50" fmla="*/ 67 w 337"/>
              <a:gd name="T51" fmla="*/ 28 h 225"/>
              <a:gd name="T52" fmla="*/ 309 w 337"/>
              <a:gd name="T53" fmla="*/ 191 h 225"/>
              <a:gd name="T54" fmla="*/ 337 w 337"/>
              <a:gd name="T55" fmla="*/ 191 h 225"/>
              <a:gd name="T56" fmla="*/ 337 w 337"/>
              <a:gd name="T57" fmla="*/ 208 h 225"/>
              <a:gd name="T58" fmla="*/ 329 w 337"/>
              <a:gd name="T59" fmla="*/ 220 h 225"/>
              <a:gd name="T60" fmla="*/ 309 w 337"/>
              <a:gd name="T61" fmla="*/ 225 h 225"/>
              <a:gd name="T62" fmla="*/ 28 w 337"/>
              <a:gd name="T63" fmla="*/ 225 h 225"/>
              <a:gd name="T64" fmla="*/ 8 w 337"/>
              <a:gd name="T65" fmla="*/ 220 h 225"/>
              <a:gd name="T66" fmla="*/ 0 w 337"/>
              <a:gd name="T67" fmla="*/ 208 h 225"/>
              <a:gd name="T68" fmla="*/ 0 w 337"/>
              <a:gd name="T69" fmla="*/ 191 h 225"/>
              <a:gd name="T70" fmla="*/ 309 w 337"/>
              <a:gd name="T71" fmla="*/ 191 h 225"/>
              <a:gd name="T72" fmla="*/ 182 w 337"/>
              <a:gd name="T73" fmla="*/ 208 h 225"/>
              <a:gd name="T74" fmla="*/ 185 w 337"/>
              <a:gd name="T75" fmla="*/ 205 h 225"/>
              <a:gd name="T76" fmla="*/ 182 w 337"/>
              <a:gd name="T77" fmla="*/ 202 h 225"/>
              <a:gd name="T78" fmla="*/ 154 w 337"/>
              <a:gd name="T79" fmla="*/ 202 h 225"/>
              <a:gd name="T80" fmla="*/ 151 w 337"/>
              <a:gd name="T81" fmla="*/ 205 h 225"/>
              <a:gd name="T82" fmla="*/ 154 w 337"/>
              <a:gd name="T83" fmla="*/ 208 h 225"/>
              <a:gd name="T84" fmla="*/ 182 w 337"/>
              <a:gd name="T85" fmla="*/ 20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37" h="225">
                <a:moveTo>
                  <a:pt x="73" y="180"/>
                </a:moveTo>
                <a:cubicBezTo>
                  <a:pt x="65" y="180"/>
                  <a:pt x="58" y="177"/>
                  <a:pt x="53" y="171"/>
                </a:cubicBezTo>
                <a:cubicBezTo>
                  <a:pt x="47" y="166"/>
                  <a:pt x="45" y="159"/>
                  <a:pt x="45" y="151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0"/>
                  <a:pt x="47" y="13"/>
                  <a:pt x="53" y="8"/>
                </a:cubicBezTo>
                <a:cubicBezTo>
                  <a:pt x="58" y="2"/>
                  <a:pt x="65" y="0"/>
                  <a:pt x="73" y="0"/>
                </a:cubicBezTo>
                <a:cubicBezTo>
                  <a:pt x="264" y="0"/>
                  <a:pt x="264" y="0"/>
                  <a:pt x="264" y="0"/>
                </a:cubicBezTo>
                <a:cubicBezTo>
                  <a:pt x="271" y="0"/>
                  <a:pt x="278" y="2"/>
                  <a:pt x="284" y="8"/>
                </a:cubicBezTo>
                <a:cubicBezTo>
                  <a:pt x="289" y="13"/>
                  <a:pt x="292" y="20"/>
                  <a:pt x="292" y="28"/>
                </a:cubicBezTo>
                <a:cubicBezTo>
                  <a:pt x="292" y="151"/>
                  <a:pt x="292" y="151"/>
                  <a:pt x="292" y="151"/>
                </a:cubicBezTo>
                <a:cubicBezTo>
                  <a:pt x="292" y="159"/>
                  <a:pt x="289" y="166"/>
                  <a:pt x="284" y="171"/>
                </a:cubicBezTo>
                <a:cubicBezTo>
                  <a:pt x="278" y="177"/>
                  <a:pt x="271" y="180"/>
                  <a:pt x="264" y="180"/>
                </a:cubicBezTo>
                <a:lnTo>
                  <a:pt x="73" y="180"/>
                </a:lnTo>
                <a:close/>
                <a:moveTo>
                  <a:pt x="67" y="28"/>
                </a:moveTo>
                <a:cubicBezTo>
                  <a:pt x="67" y="151"/>
                  <a:pt x="67" y="151"/>
                  <a:pt x="67" y="151"/>
                </a:cubicBezTo>
                <a:cubicBezTo>
                  <a:pt x="67" y="153"/>
                  <a:pt x="68" y="154"/>
                  <a:pt x="69" y="155"/>
                </a:cubicBezTo>
                <a:cubicBezTo>
                  <a:pt x="70" y="157"/>
                  <a:pt x="71" y="157"/>
                  <a:pt x="73" y="157"/>
                </a:cubicBezTo>
                <a:cubicBezTo>
                  <a:pt x="264" y="157"/>
                  <a:pt x="264" y="157"/>
                  <a:pt x="264" y="157"/>
                </a:cubicBezTo>
                <a:cubicBezTo>
                  <a:pt x="265" y="157"/>
                  <a:pt x="267" y="157"/>
                  <a:pt x="268" y="155"/>
                </a:cubicBezTo>
                <a:cubicBezTo>
                  <a:pt x="269" y="154"/>
                  <a:pt x="269" y="153"/>
                  <a:pt x="269" y="151"/>
                </a:cubicBezTo>
                <a:cubicBezTo>
                  <a:pt x="269" y="28"/>
                  <a:pt x="269" y="28"/>
                  <a:pt x="269" y="28"/>
                </a:cubicBezTo>
                <a:cubicBezTo>
                  <a:pt x="269" y="26"/>
                  <a:pt x="269" y="25"/>
                  <a:pt x="268" y="24"/>
                </a:cubicBezTo>
                <a:cubicBezTo>
                  <a:pt x="267" y="23"/>
                  <a:pt x="265" y="22"/>
                  <a:pt x="264" y="22"/>
                </a:cubicBezTo>
                <a:cubicBezTo>
                  <a:pt x="73" y="22"/>
                  <a:pt x="73" y="22"/>
                  <a:pt x="73" y="22"/>
                </a:cubicBezTo>
                <a:cubicBezTo>
                  <a:pt x="71" y="22"/>
                  <a:pt x="70" y="23"/>
                  <a:pt x="69" y="24"/>
                </a:cubicBezTo>
                <a:cubicBezTo>
                  <a:pt x="68" y="25"/>
                  <a:pt x="67" y="26"/>
                  <a:pt x="67" y="28"/>
                </a:cubicBezTo>
                <a:close/>
                <a:moveTo>
                  <a:pt x="309" y="191"/>
                </a:moveTo>
                <a:cubicBezTo>
                  <a:pt x="337" y="191"/>
                  <a:pt x="337" y="191"/>
                  <a:pt x="337" y="191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12"/>
                  <a:pt x="334" y="216"/>
                  <a:pt x="329" y="220"/>
                </a:cubicBezTo>
                <a:cubicBezTo>
                  <a:pt x="323" y="223"/>
                  <a:pt x="316" y="225"/>
                  <a:pt x="309" y="225"/>
                </a:cubicBezTo>
                <a:cubicBezTo>
                  <a:pt x="28" y="225"/>
                  <a:pt x="28" y="225"/>
                  <a:pt x="28" y="225"/>
                </a:cubicBezTo>
                <a:cubicBezTo>
                  <a:pt x="20" y="225"/>
                  <a:pt x="13" y="223"/>
                  <a:pt x="8" y="220"/>
                </a:cubicBezTo>
                <a:cubicBezTo>
                  <a:pt x="2" y="216"/>
                  <a:pt x="0" y="212"/>
                  <a:pt x="0" y="208"/>
                </a:cubicBezTo>
                <a:cubicBezTo>
                  <a:pt x="0" y="191"/>
                  <a:pt x="0" y="191"/>
                  <a:pt x="0" y="191"/>
                </a:cubicBezTo>
                <a:lnTo>
                  <a:pt x="309" y="191"/>
                </a:lnTo>
                <a:close/>
                <a:moveTo>
                  <a:pt x="182" y="208"/>
                </a:moveTo>
                <a:cubicBezTo>
                  <a:pt x="184" y="208"/>
                  <a:pt x="185" y="207"/>
                  <a:pt x="185" y="205"/>
                </a:cubicBezTo>
                <a:cubicBezTo>
                  <a:pt x="185" y="203"/>
                  <a:pt x="184" y="202"/>
                  <a:pt x="182" y="202"/>
                </a:cubicBezTo>
                <a:cubicBezTo>
                  <a:pt x="154" y="202"/>
                  <a:pt x="154" y="202"/>
                  <a:pt x="154" y="202"/>
                </a:cubicBezTo>
                <a:cubicBezTo>
                  <a:pt x="152" y="202"/>
                  <a:pt x="151" y="203"/>
                  <a:pt x="151" y="205"/>
                </a:cubicBezTo>
                <a:cubicBezTo>
                  <a:pt x="151" y="207"/>
                  <a:pt x="152" y="208"/>
                  <a:pt x="154" y="208"/>
                </a:cubicBezTo>
                <a:lnTo>
                  <a:pt x="182" y="20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3" name="Freeform 99"/>
          <p:cNvSpPr>
            <a:spLocks/>
          </p:cNvSpPr>
          <p:nvPr/>
        </p:nvSpPr>
        <p:spPr bwMode="auto">
          <a:xfrm>
            <a:off x="7666038" y="3352801"/>
            <a:ext cx="339725" cy="212725"/>
          </a:xfrm>
          <a:custGeom>
            <a:avLst/>
            <a:gdLst>
              <a:gd name="T0" fmla="*/ 229 w 315"/>
              <a:gd name="T1" fmla="*/ 57 h 196"/>
              <a:gd name="T2" fmla="*/ 241 w 315"/>
              <a:gd name="T3" fmla="*/ 71 h 196"/>
              <a:gd name="T4" fmla="*/ 258 w 315"/>
              <a:gd name="T5" fmla="*/ 78 h 196"/>
              <a:gd name="T6" fmla="*/ 297 w 315"/>
              <a:gd name="T7" fmla="*/ 179 h 196"/>
              <a:gd name="T8" fmla="*/ 232 w 315"/>
              <a:gd name="T9" fmla="*/ 192 h 196"/>
              <a:gd name="T10" fmla="*/ 203 w 315"/>
              <a:gd name="T11" fmla="*/ 171 h 196"/>
              <a:gd name="T12" fmla="*/ 182 w 315"/>
              <a:gd name="T13" fmla="*/ 138 h 196"/>
              <a:gd name="T14" fmla="*/ 168 w 315"/>
              <a:gd name="T15" fmla="*/ 101 h 196"/>
              <a:gd name="T16" fmla="*/ 151 w 315"/>
              <a:gd name="T17" fmla="*/ 61 h 196"/>
              <a:gd name="T18" fmla="*/ 120 w 315"/>
              <a:gd name="T19" fmla="*/ 33 h 196"/>
              <a:gd name="T20" fmla="*/ 62 w 315"/>
              <a:gd name="T21" fmla="*/ 39 h 196"/>
              <a:gd name="T22" fmla="*/ 29 w 315"/>
              <a:gd name="T23" fmla="*/ 97 h 196"/>
              <a:gd name="T24" fmla="*/ 94 w 315"/>
              <a:gd name="T25" fmla="*/ 167 h 196"/>
              <a:gd name="T26" fmla="*/ 154 w 315"/>
              <a:gd name="T27" fmla="*/ 130 h 196"/>
              <a:gd name="T28" fmla="*/ 161 w 315"/>
              <a:gd name="T29" fmla="*/ 169 h 196"/>
              <a:gd name="T30" fmla="*/ 93 w 315"/>
              <a:gd name="T31" fmla="*/ 196 h 196"/>
              <a:gd name="T32" fmla="*/ 12 w 315"/>
              <a:gd name="T33" fmla="*/ 145 h 196"/>
              <a:gd name="T34" fmla="*/ 8 w 315"/>
              <a:gd name="T35" fmla="*/ 61 h 196"/>
              <a:gd name="T36" fmla="*/ 59 w 315"/>
              <a:gd name="T37" fmla="*/ 9 h 196"/>
              <a:gd name="T38" fmla="*/ 123 w 315"/>
              <a:gd name="T39" fmla="*/ 4 h 196"/>
              <a:gd name="T40" fmla="*/ 161 w 315"/>
              <a:gd name="T41" fmla="*/ 27 h 196"/>
              <a:gd name="T42" fmla="*/ 184 w 315"/>
              <a:gd name="T43" fmla="*/ 65 h 196"/>
              <a:gd name="T44" fmla="*/ 202 w 315"/>
              <a:gd name="T45" fmla="*/ 109 h 196"/>
              <a:gd name="T46" fmla="*/ 252 w 315"/>
              <a:gd name="T47" fmla="*/ 167 h 196"/>
              <a:gd name="T48" fmla="*/ 287 w 315"/>
              <a:gd name="T49" fmla="*/ 136 h 196"/>
              <a:gd name="T50" fmla="*/ 274 w 315"/>
              <a:gd name="T51" fmla="*/ 115 h 196"/>
              <a:gd name="T52" fmla="*/ 247 w 315"/>
              <a:gd name="T53" fmla="*/ 105 h 196"/>
              <a:gd name="T54" fmla="*/ 217 w 315"/>
              <a:gd name="T55" fmla="*/ 90 h 196"/>
              <a:gd name="T56" fmla="*/ 199 w 315"/>
              <a:gd name="T57" fmla="*/ 54 h 196"/>
              <a:gd name="T58" fmla="*/ 214 w 315"/>
              <a:gd name="T59" fmla="*/ 14 h 196"/>
              <a:gd name="T60" fmla="*/ 270 w 315"/>
              <a:gd name="T61" fmla="*/ 3 h 196"/>
              <a:gd name="T62" fmla="*/ 286 w 315"/>
              <a:gd name="T63" fmla="*/ 12 h 196"/>
              <a:gd name="T64" fmla="*/ 294 w 315"/>
              <a:gd name="T65" fmla="*/ 23 h 196"/>
              <a:gd name="T66" fmla="*/ 275 w 315"/>
              <a:gd name="T67" fmla="*/ 45 h 196"/>
              <a:gd name="T68" fmla="*/ 265 w 315"/>
              <a:gd name="T69" fmla="*/ 33 h 196"/>
              <a:gd name="T70" fmla="*/ 234 w 315"/>
              <a:gd name="T71" fmla="*/ 35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5" h="196">
                <a:moveTo>
                  <a:pt x="227" y="50"/>
                </a:moveTo>
                <a:cubicBezTo>
                  <a:pt x="227" y="50"/>
                  <a:pt x="228" y="53"/>
                  <a:pt x="229" y="57"/>
                </a:cubicBezTo>
                <a:cubicBezTo>
                  <a:pt x="230" y="60"/>
                  <a:pt x="232" y="63"/>
                  <a:pt x="234" y="65"/>
                </a:cubicBezTo>
                <a:cubicBezTo>
                  <a:pt x="235" y="68"/>
                  <a:pt x="238" y="70"/>
                  <a:pt x="241" y="71"/>
                </a:cubicBezTo>
                <a:cubicBezTo>
                  <a:pt x="244" y="73"/>
                  <a:pt x="246" y="74"/>
                  <a:pt x="248" y="75"/>
                </a:cubicBezTo>
                <a:cubicBezTo>
                  <a:pt x="251" y="76"/>
                  <a:pt x="254" y="77"/>
                  <a:pt x="258" y="78"/>
                </a:cubicBezTo>
                <a:cubicBezTo>
                  <a:pt x="296" y="88"/>
                  <a:pt x="315" y="108"/>
                  <a:pt x="315" y="136"/>
                </a:cubicBezTo>
                <a:cubicBezTo>
                  <a:pt x="315" y="153"/>
                  <a:pt x="309" y="167"/>
                  <a:pt x="297" y="179"/>
                </a:cubicBezTo>
                <a:cubicBezTo>
                  <a:pt x="284" y="190"/>
                  <a:pt x="269" y="196"/>
                  <a:pt x="252" y="196"/>
                </a:cubicBezTo>
                <a:cubicBezTo>
                  <a:pt x="245" y="196"/>
                  <a:pt x="239" y="195"/>
                  <a:pt x="232" y="192"/>
                </a:cubicBezTo>
                <a:cubicBezTo>
                  <a:pt x="226" y="190"/>
                  <a:pt x="221" y="188"/>
                  <a:pt x="216" y="184"/>
                </a:cubicBezTo>
                <a:cubicBezTo>
                  <a:pt x="212" y="181"/>
                  <a:pt x="207" y="177"/>
                  <a:pt x="203" y="171"/>
                </a:cubicBezTo>
                <a:cubicBezTo>
                  <a:pt x="198" y="166"/>
                  <a:pt x="195" y="161"/>
                  <a:pt x="192" y="156"/>
                </a:cubicBezTo>
                <a:cubicBezTo>
                  <a:pt x="189" y="151"/>
                  <a:pt x="186" y="145"/>
                  <a:pt x="182" y="138"/>
                </a:cubicBezTo>
                <a:cubicBezTo>
                  <a:pt x="179" y="130"/>
                  <a:pt x="176" y="124"/>
                  <a:pt x="175" y="120"/>
                </a:cubicBezTo>
                <a:cubicBezTo>
                  <a:pt x="173" y="115"/>
                  <a:pt x="171" y="109"/>
                  <a:pt x="168" y="101"/>
                </a:cubicBezTo>
                <a:cubicBezTo>
                  <a:pt x="165" y="93"/>
                  <a:pt x="163" y="88"/>
                  <a:pt x="162" y="84"/>
                </a:cubicBezTo>
                <a:cubicBezTo>
                  <a:pt x="158" y="75"/>
                  <a:pt x="154" y="67"/>
                  <a:pt x="151" y="61"/>
                </a:cubicBezTo>
                <a:cubicBezTo>
                  <a:pt x="147" y="55"/>
                  <a:pt x="143" y="49"/>
                  <a:pt x="138" y="44"/>
                </a:cubicBezTo>
                <a:cubicBezTo>
                  <a:pt x="133" y="39"/>
                  <a:pt x="127" y="35"/>
                  <a:pt x="120" y="33"/>
                </a:cubicBezTo>
                <a:cubicBezTo>
                  <a:pt x="113" y="30"/>
                  <a:pt x="104" y="29"/>
                  <a:pt x="95" y="29"/>
                </a:cubicBezTo>
                <a:cubicBezTo>
                  <a:pt x="83" y="29"/>
                  <a:pt x="73" y="32"/>
                  <a:pt x="62" y="39"/>
                </a:cubicBezTo>
                <a:cubicBezTo>
                  <a:pt x="52" y="45"/>
                  <a:pt x="44" y="54"/>
                  <a:pt x="38" y="64"/>
                </a:cubicBezTo>
                <a:cubicBezTo>
                  <a:pt x="32" y="75"/>
                  <a:pt x="29" y="86"/>
                  <a:pt x="29" y="97"/>
                </a:cubicBezTo>
                <a:cubicBezTo>
                  <a:pt x="29" y="116"/>
                  <a:pt x="35" y="132"/>
                  <a:pt x="48" y="146"/>
                </a:cubicBezTo>
                <a:cubicBezTo>
                  <a:pt x="60" y="160"/>
                  <a:pt x="76" y="167"/>
                  <a:pt x="94" y="167"/>
                </a:cubicBezTo>
                <a:cubicBezTo>
                  <a:pt x="115" y="167"/>
                  <a:pt x="130" y="161"/>
                  <a:pt x="140" y="150"/>
                </a:cubicBezTo>
                <a:cubicBezTo>
                  <a:pt x="146" y="143"/>
                  <a:pt x="151" y="136"/>
                  <a:pt x="154" y="130"/>
                </a:cubicBezTo>
                <a:cubicBezTo>
                  <a:pt x="169" y="157"/>
                  <a:pt x="169" y="157"/>
                  <a:pt x="169" y="157"/>
                </a:cubicBezTo>
                <a:cubicBezTo>
                  <a:pt x="167" y="160"/>
                  <a:pt x="165" y="165"/>
                  <a:pt x="161" y="169"/>
                </a:cubicBezTo>
                <a:cubicBezTo>
                  <a:pt x="161" y="169"/>
                  <a:pt x="161" y="169"/>
                  <a:pt x="161" y="169"/>
                </a:cubicBezTo>
                <a:cubicBezTo>
                  <a:pt x="146" y="187"/>
                  <a:pt x="123" y="196"/>
                  <a:pt x="93" y="196"/>
                </a:cubicBezTo>
                <a:cubicBezTo>
                  <a:pt x="76" y="196"/>
                  <a:pt x="60" y="191"/>
                  <a:pt x="46" y="182"/>
                </a:cubicBezTo>
                <a:cubicBezTo>
                  <a:pt x="32" y="173"/>
                  <a:pt x="20" y="160"/>
                  <a:pt x="12" y="145"/>
                </a:cubicBezTo>
                <a:cubicBezTo>
                  <a:pt x="4" y="130"/>
                  <a:pt x="0" y="114"/>
                  <a:pt x="0" y="97"/>
                </a:cubicBezTo>
                <a:cubicBezTo>
                  <a:pt x="0" y="85"/>
                  <a:pt x="3" y="73"/>
                  <a:pt x="8" y="61"/>
                </a:cubicBezTo>
                <a:cubicBezTo>
                  <a:pt x="13" y="49"/>
                  <a:pt x="20" y="39"/>
                  <a:pt x="28" y="30"/>
                </a:cubicBezTo>
                <a:cubicBezTo>
                  <a:pt x="37" y="21"/>
                  <a:pt x="47" y="14"/>
                  <a:pt x="59" y="9"/>
                </a:cubicBezTo>
                <a:cubicBezTo>
                  <a:pt x="70" y="3"/>
                  <a:pt x="82" y="1"/>
                  <a:pt x="95" y="1"/>
                </a:cubicBezTo>
                <a:cubicBezTo>
                  <a:pt x="105" y="1"/>
                  <a:pt x="114" y="2"/>
                  <a:pt x="123" y="4"/>
                </a:cubicBezTo>
                <a:cubicBezTo>
                  <a:pt x="131" y="6"/>
                  <a:pt x="138" y="9"/>
                  <a:pt x="144" y="13"/>
                </a:cubicBezTo>
                <a:cubicBezTo>
                  <a:pt x="150" y="16"/>
                  <a:pt x="156" y="21"/>
                  <a:pt x="161" y="27"/>
                </a:cubicBezTo>
                <a:cubicBezTo>
                  <a:pt x="166" y="32"/>
                  <a:pt x="170" y="38"/>
                  <a:pt x="174" y="44"/>
                </a:cubicBezTo>
                <a:cubicBezTo>
                  <a:pt x="177" y="50"/>
                  <a:pt x="180" y="57"/>
                  <a:pt x="184" y="65"/>
                </a:cubicBezTo>
                <a:cubicBezTo>
                  <a:pt x="187" y="72"/>
                  <a:pt x="190" y="80"/>
                  <a:pt x="193" y="87"/>
                </a:cubicBezTo>
                <a:cubicBezTo>
                  <a:pt x="195" y="93"/>
                  <a:pt x="198" y="101"/>
                  <a:pt x="202" y="109"/>
                </a:cubicBezTo>
                <a:cubicBezTo>
                  <a:pt x="205" y="118"/>
                  <a:pt x="208" y="125"/>
                  <a:pt x="211" y="132"/>
                </a:cubicBezTo>
                <a:cubicBezTo>
                  <a:pt x="222" y="155"/>
                  <a:pt x="236" y="167"/>
                  <a:pt x="252" y="167"/>
                </a:cubicBezTo>
                <a:cubicBezTo>
                  <a:pt x="262" y="167"/>
                  <a:pt x="270" y="164"/>
                  <a:pt x="277" y="158"/>
                </a:cubicBezTo>
                <a:cubicBezTo>
                  <a:pt x="283" y="153"/>
                  <a:pt x="287" y="145"/>
                  <a:pt x="287" y="136"/>
                </a:cubicBezTo>
                <a:cubicBezTo>
                  <a:pt x="287" y="131"/>
                  <a:pt x="285" y="127"/>
                  <a:pt x="283" y="123"/>
                </a:cubicBezTo>
                <a:cubicBezTo>
                  <a:pt x="281" y="120"/>
                  <a:pt x="278" y="117"/>
                  <a:pt x="274" y="115"/>
                </a:cubicBezTo>
                <a:cubicBezTo>
                  <a:pt x="271" y="113"/>
                  <a:pt x="266" y="111"/>
                  <a:pt x="262" y="110"/>
                </a:cubicBezTo>
                <a:cubicBezTo>
                  <a:pt x="257" y="108"/>
                  <a:pt x="252" y="106"/>
                  <a:pt x="247" y="105"/>
                </a:cubicBezTo>
                <a:cubicBezTo>
                  <a:pt x="242" y="103"/>
                  <a:pt x="237" y="101"/>
                  <a:pt x="231" y="99"/>
                </a:cubicBezTo>
                <a:cubicBezTo>
                  <a:pt x="226" y="96"/>
                  <a:pt x="222" y="93"/>
                  <a:pt x="217" y="90"/>
                </a:cubicBezTo>
                <a:cubicBezTo>
                  <a:pt x="213" y="86"/>
                  <a:pt x="209" y="81"/>
                  <a:pt x="206" y="75"/>
                </a:cubicBezTo>
                <a:cubicBezTo>
                  <a:pt x="203" y="69"/>
                  <a:pt x="200" y="62"/>
                  <a:pt x="199" y="54"/>
                </a:cubicBezTo>
                <a:cubicBezTo>
                  <a:pt x="199" y="52"/>
                  <a:pt x="198" y="50"/>
                  <a:pt x="198" y="48"/>
                </a:cubicBezTo>
                <a:cubicBezTo>
                  <a:pt x="198" y="35"/>
                  <a:pt x="204" y="24"/>
                  <a:pt x="214" y="14"/>
                </a:cubicBezTo>
                <a:cubicBezTo>
                  <a:pt x="224" y="5"/>
                  <a:pt x="236" y="0"/>
                  <a:pt x="249" y="1"/>
                </a:cubicBezTo>
                <a:cubicBezTo>
                  <a:pt x="258" y="1"/>
                  <a:pt x="265" y="2"/>
                  <a:pt x="270" y="3"/>
                </a:cubicBezTo>
                <a:cubicBezTo>
                  <a:pt x="275" y="4"/>
                  <a:pt x="280" y="8"/>
                  <a:pt x="286" y="12"/>
                </a:cubicBezTo>
                <a:cubicBezTo>
                  <a:pt x="286" y="12"/>
                  <a:pt x="286" y="12"/>
                  <a:pt x="286" y="12"/>
                </a:cubicBezTo>
                <a:cubicBezTo>
                  <a:pt x="287" y="14"/>
                  <a:pt x="288" y="15"/>
                  <a:pt x="290" y="17"/>
                </a:cubicBezTo>
                <a:cubicBezTo>
                  <a:pt x="291" y="18"/>
                  <a:pt x="292" y="20"/>
                  <a:pt x="294" y="23"/>
                </a:cubicBezTo>
                <a:cubicBezTo>
                  <a:pt x="296" y="26"/>
                  <a:pt x="297" y="27"/>
                  <a:pt x="298" y="28"/>
                </a:cubicBezTo>
                <a:cubicBezTo>
                  <a:pt x="275" y="45"/>
                  <a:pt x="275" y="45"/>
                  <a:pt x="275" y="45"/>
                </a:cubicBezTo>
                <a:cubicBezTo>
                  <a:pt x="272" y="40"/>
                  <a:pt x="269" y="35"/>
                  <a:pt x="265" y="33"/>
                </a:cubicBezTo>
                <a:cubicBezTo>
                  <a:pt x="265" y="33"/>
                  <a:pt x="265" y="33"/>
                  <a:pt x="265" y="33"/>
                </a:cubicBezTo>
                <a:cubicBezTo>
                  <a:pt x="263" y="30"/>
                  <a:pt x="257" y="29"/>
                  <a:pt x="248" y="29"/>
                </a:cubicBezTo>
                <a:cubicBezTo>
                  <a:pt x="243" y="29"/>
                  <a:pt x="238" y="31"/>
                  <a:pt x="234" y="35"/>
                </a:cubicBezTo>
                <a:cubicBezTo>
                  <a:pt x="229" y="39"/>
                  <a:pt x="227" y="44"/>
                  <a:pt x="227" y="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4" name="Freeform 100"/>
          <p:cNvSpPr>
            <a:spLocks noEditPoints="1"/>
          </p:cNvSpPr>
          <p:nvPr/>
        </p:nvSpPr>
        <p:spPr bwMode="auto">
          <a:xfrm>
            <a:off x="8120063" y="3313113"/>
            <a:ext cx="292100" cy="292100"/>
          </a:xfrm>
          <a:custGeom>
            <a:avLst/>
            <a:gdLst>
              <a:gd name="T0" fmla="*/ 210 w 270"/>
              <a:gd name="T1" fmla="*/ 121 h 270"/>
              <a:gd name="T2" fmla="*/ 194 w 270"/>
              <a:gd name="T3" fmla="*/ 113 h 270"/>
              <a:gd name="T4" fmla="*/ 189 w 270"/>
              <a:gd name="T5" fmla="*/ 104 h 270"/>
              <a:gd name="T6" fmla="*/ 188 w 270"/>
              <a:gd name="T7" fmla="*/ 100 h 270"/>
              <a:gd name="T8" fmla="*/ 203 w 270"/>
              <a:gd name="T9" fmla="*/ 86 h 270"/>
              <a:gd name="T10" fmla="*/ 216 w 270"/>
              <a:gd name="T11" fmla="*/ 88 h 270"/>
              <a:gd name="T12" fmla="*/ 239 w 270"/>
              <a:gd name="T13" fmla="*/ 85 h 270"/>
              <a:gd name="T14" fmla="*/ 218 w 270"/>
              <a:gd name="T15" fmla="*/ 67 h 270"/>
              <a:gd name="T16" fmla="*/ 178 w 270"/>
              <a:gd name="T17" fmla="*/ 75 h 270"/>
              <a:gd name="T18" fmla="*/ 168 w 270"/>
              <a:gd name="T19" fmla="*/ 103 h 270"/>
              <a:gd name="T20" fmla="*/ 205 w 270"/>
              <a:gd name="T21" fmla="*/ 141 h 270"/>
              <a:gd name="T22" fmla="*/ 222 w 270"/>
              <a:gd name="T23" fmla="*/ 147 h 270"/>
              <a:gd name="T24" fmla="*/ 231 w 270"/>
              <a:gd name="T25" fmla="*/ 161 h 270"/>
              <a:gd name="T26" fmla="*/ 224 w 270"/>
              <a:gd name="T27" fmla="*/ 178 h 270"/>
              <a:gd name="T28" fmla="*/ 177 w 270"/>
              <a:gd name="T29" fmla="*/ 159 h 270"/>
              <a:gd name="T30" fmla="*/ 159 w 270"/>
              <a:gd name="T31" fmla="*/ 116 h 270"/>
              <a:gd name="T32" fmla="*/ 137 w 270"/>
              <a:gd name="T33" fmla="*/ 80 h 270"/>
              <a:gd name="T34" fmla="*/ 93 w 270"/>
              <a:gd name="T35" fmla="*/ 65 h 270"/>
              <a:gd name="T36" fmla="*/ 34 w 270"/>
              <a:gd name="T37" fmla="*/ 101 h 270"/>
              <a:gd name="T38" fmla="*/ 25 w 270"/>
              <a:gd name="T39" fmla="*/ 135 h 270"/>
              <a:gd name="T40" fmla="*/ 57 w 270"/>
              <a:gd name="T41" fmla="*/ 195 h 270"/>
              <a:gd name="T42" fmla="*/ 141 w 270"/>
              <a:gd name="T43" fmla="*/ 186 h 270"/>
              <a:gd name="T44" fmla="*/ 136 w 270"/>
              <a:gd name="T45" fmla="*/ 158 h 270"/>
              <a:gd name="T46" fmla="*/ 93 w 270"/>
              <a:gd name="T47" fmla="*/ 185 h 270"/>
              <a:gd name="T48" fmla="*/ 46 w 270"/>
              <a:gd name="T49" fmla="*/ 134 h 270"/>
              <a:gd name="T50" fmla="*/ 93 w 270"/>
              <a:gd name="T51" fmla="*/ 86 h 270"/>
              <a:gd name="T52" fmla="*/ 141 w 270"/>
              <a:gd name="T53" fmla="*/ 125 h 270"/>
              <a:gd name="T54" fmla="*/ 150 w 270"/>
              <a:gd name="T55" fmla="*/ 151 h 270"/>
              <a:gd name="T56" fmla="*/ 163 w 270"/>
              <a:gd name="T57" fmla="*/ 177 h 270"/>
              <a:gd name="T58" fmla="*/ 180 w 270"/>
              <a:gd name="T59" fmla="*/ 197 h 270"/>
              <a:gd name="T60" fmla="*/ 206 w 270"/>
              <a:gd name="T61" fmla="*/ 205 h 270"/>
              <a:gd name="T62" fmla="*/ 252 w 270"/>
              <a:gd name="T63" fmla="*/ 162 h 270"/>
              <a:gd name="T64" fmla="*/ 270 w 270"/>
              <a:gd name="T65" fmla="*/ 219 h 270"/>
              <a:gd name="T66" fmla="*/ 219 w 270"/>
              <a:gd name="T67" fmla="*/ 270 h 270"/>
              <a:gd name="T68" fmla="*/ 15 w 270"/>
              <a:gd name="T69" fmla="*/ 255 h 270"/>
              <a:gd name="T70" fmla="*/ 0 w 270"/>
              <a:gd name="T71" fmla="*/ 51 h 270"/>
              <a:gd name="T72" fmla="*/ 51 w 270"/>
              <a:gd name="T73" fmla="*/ 0 h 270"/>
              <a:gd name="T74" fmla="*/ 255 w 270"/>
              <a:gd name="T75" fmla="*/ 1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0" h="270">
                <a:moveTo>
                  <a:pt x="252" y="162"/>
                </a:moveTo>
                <a:cubicBezTo>
                  <a:pt x="252" y="142"/>
                  <a:pt x="238" y="128"/>
                  <a:pt x="210" y="121"/>
                </a:cubicBezTo>
                <a:cubicBezTo>
                  <a:pt x="206" y="119"/>
                  <a:pt x="203" y="118"/>
                  <a:pt x="201" y="118"/>
                </a:cubicBezTo>
                <a:cubicBezTo>
                  <a:pt x="199" y="117"/>
                  <a:pt x="197" y="115"/>
                  <a:pt x="194" y="113"/>
                </a:cubicBezTo>
                <a:cubicBezTo>
                  <a:pt x="192" y="111"/>
                  <a:pt x="190" y="108"/>
                  <a:pt x="189" y="105"/>
                </a:cubicBezTo>
                <a:cubicBezTo>
                  <a:pt x="189" y="105"/>
                  <a:pt x="189" y="104"/>
                  <a:pt x="189" y="104"/>
                </a:cubicBezTo>
                <a:cubicBezTo>
                  <a:pt x="189" y="103"/>
                  <a:pt x="189" y="102"/>
                  <a:pt x="189" y="101"/>
                </a:cubicBezTo>
                <a:cubicBezTo>
                  <a:pt x="188" y="101"/>
                  <a:pt x="188" y="100"/>
                  <a:pt x="188" y="100"/>
                </a:cubicBezTo>
                <a:cubicBezTo>
                  <a:pt x="188" y="96"/>
                  <a:pt x="190" y="92"/>
                  <a:pt x="193" y="90"/>
                </a:cubicBezTo>
                <a:cubicBezTo>
                  <a:pt x="195" y="87"/>
                  <a:pt x="199" y="86"/>
                  <a:pt x="203" y="86"/>
                </a:cubicBezTo>
                <a:cubicBezTo>
                  <a:pt x="210" y="86"/>
                  <a:pt x="214" y="86"/>
                  <a:pt x="216" y="88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18" y="90"/>
                  <a:pt x="220" y="93"/>
                  <a:pt x="222" y="97"/>
                </a:cubicBezTo>
                <a:cubicBezTo>
                  <a:pt x="239" y="85"/>
                  <a:pt x="239" y="85"/>
                  <a:pt x="239" y="85"/>
                </a:cubicBezTo>
                <a:cubicBezTo>
                  <a:pt x="234" y="78"/>
                  <a:pt x="231" y="75"/>
                  <a:pt x="230" y="73"/>
                </a:cubicBezTo>
                <a:cubicBezTo>
                  <a:pt x="226" y="70"/>
                  <a:pt x="222" y="68"/>
                  <a:pt x="218" y="67"/>
                </a:cubicBezTo>
                <a:cubicBezTo>
                  <a:pt x="214" y="65"/>
                  <a:pt x="209" y="65"/>
                  <a:pt x="203" y="65"/>
                </a:cubicBezTo>
                <a:cubicBezTo>
                  <a:pt x="194" y="65"/>
                  <a:pt x="186" y="68"/>
                  <a:pt x="178" y="75"/>
                </a:cubicBezTo>
                <a:cubicBezTo>
                  <a:pt x="171" y="82"/>
                  <a:pt x="167" y="90"/>
                  <a:pt x="167" y="99"/>
                </a:cubicBezTo>
                <a:cubicBezTo>
                  <a:pt x="167" y="100"/>
                  <a:pt x="168" y="101"/>
                  <a:pt x="168" y="103"/>
                </a:cubicBezTo>
                <a:cubicBezTo>
                  <a:pt x="170" y="114"/>
                  <a:pt x="173" y="123"/>
                  <a:pt x="179" y="128"/>
                </a:cubicBezTo>
                <a:cubicBezTo>
                  <a:pt x="185" y="133"/>
                  <a:pt x="193" y="137"/>
                  <a:pt x="205" y="141"/>
                </a:cubicBezTo>
                <a:cubicBezTo>
                  <a:pt x="209" y="141"/>
                  <a:pt x="211" y="142"/>
                  <a:pt x="214" y="143"/>
                </a:cubicBezTo>
                <a:cubicBezTo>
                  <a:pt x="216" y="144"/>
                  <a:pt x="219" y="145"/>
                  <a:pt x="222" y="147"/>
                </a:cubicBezTo>
                <a:cubicBezTo>
                  <a:pt x="225" y="149"/>
                  <a:pt x="227" y="151"/>
                  <a:pt x="228" y="153"/>
                </a:cubicBezTo>
                <a:cubicBezTo>
                  <a:pt x="230" y="155"/>
                  <a:pt x="231" y="158"/>
                  <a:pt x="231" y="161"/>
                </a:cubicBezTo>
                <a:cubicBezTo>
                  <a:pt x="231" y="162"/>
                  <a:pt x="231" y="162"/>
                  <a:pt x="231" y="162"/>
                </a:cubicBezTo>
                <a:cubicBezTo>
                  <a:pt x="231" y="169"/>
                  <a:pt x="229" y="174"/>
                  <a:pt x="224" y="178"/>
                </a:cubicBezTo>
                <a:cubicBezTo>
                  <a:pt x="219" y="183"/>
                  <a:pt x="213" y="185"/>
                  <a:pt x="206" y="185"/>
                </a:cubicBezTo>
                <a:cubicBezTo>
                  <a:pt x="195" y="185"/>
                  <a:pt x="185" y="176"/>
                  <a:pt x="177" y="159"/>
                </a:cubicBezTo>
                <a:cubicBezTo>
                  <a:pt x="174" y="154"/>
                  <a:pt x="171" y="147"/>
                  <a:pt x="168" y="138"/>
                </a:cubicBezTo>
                <a:cubicBezTo>
                  <a:pt x="164" y="129"/>
                  <a:pt x="162" y="122"/>
                  <a:pt x="159" y="116"/>
                </a:cubicBezTo>
                <a:cubicBezTo>
                  <a:pt x="157" y="110"/>
                  <a:pt x="154" y="103"/>
                  <a:pt x="150" y="97"/>
                </a:cubicBezTo>
                <a:cubicBezTo>
                  <a:pt x="146" y="90"/>
                  <a:pt x="141" y="84"/>
                  <a:pt x="137" y="80"/>
                </a:cubicBezTo>
                <a:cubicBezTo>
                  <a:pt x="132" y="76"/>
                  <a:pt x="126" y="72"/>
                  <a:pt x="119" y="69"/>
                </a:cubicBezTo>
                <a:cubicBezTo>
                  <a:pt x="111" y="66"/>
                  <a:pt x="102" y="65"/>
                  <a:pt x="93" y="65"/>
                </a:cubicBezTo>
                <a:cubicBezTo>
                  <a:pt x="81" y="65"/>
                  <a:pt x="70" y="68"/>
                  <a:pt x="59" y="75"/>
                </a:cubicBezTo>
                <a:cubicBezTo>
                  <a:pt x="48" y="81"/>
                  <a:pt x="40" y="90"/>
                  <a:pt x="34" y="101"/>
                </a:cubicBezTo>
                <a:cubicBezTo>
                  <a:pt x="28" y="111"/>
                  <a:pt x="25" y="123"/>
                  <a:pt x="25" y="134"/>
                </a:cubicBezTo>
                <a:cubicBezTo>
                  <a:pt x="25" y="135"/>
                  <a:pt x="25" y="135"/>
                  <a:pt x="25" y="135"/>
                </a:cubicBezTo>
                <a:cubicBezTo>
                  <a:pt x="25" y="147"/>
                  <a:pt x="28" y="159"/>
                  <a:pt x="34" y="170"/>
                </a:cubicBezTo>
                <a:cubicBezTo>
                  <a:pt x="39" y="180"/>
                  <a:pt x="47" y="189"/>
                  <a:pt x="57" y="195"/>
                </a:cubicBezTo>
                <a:cubicBezTo>
                  <a:pt x="67" y="202"/>
                  <a:pt x="79" y="205"/>
                  <a:pt x="92" y="205"/>
                </a:cubicBezTo>
                <a:cubicBezTo>
                  <a:pt x="113" y="205"/>
                  <a:pt x="130" y="199"/>
                  <a:pt x="141" y="186"/>
                </a:cubicBezTo>
                <a:cubicBezTo>
                  <a:pt x="143" y="183"/>
                  <a:pt x="145" y="180"/>
                  <a:pt x="146" y="177"/>
                </a:cubicBezTo>
                <a:cubicBezTo>
                  <a:pt x="136" y="158"/>
                  <a:pt x="136" y="158"/>
                  <a:pt x="136" y="158"/>
                </a:cubicBezTo>
                <a:cubicBezTo>
                  <a:pt x="131" y="167"/>
                  <a:pt x="125" y="174"/>
                  <a:pt x="118" y="178"/>
                </a:cubicBezTo>
                <a:cubicBezTo>
                  <a:pt x="112" y="183"/>
                  <a:pt x="103" y="185"/>
                  <a:pt x="93" y="185"/>
                </a:cubicBezTo>
                <a:cubicBezTo>
                  <a:pt x="79" y="185"/>
                  <a:pt x="68" y="180"/>
                  <a:pt x="59" y="169"/>
                </a:cubicBezTo>
                <a:cubicBezTo>
                  <a:pt x="50" y="159"/>
                  <a:pt x="46" y="147"/>
                  <a:pt x="46" y="134"/>
                </a:cubicBezTo>
                <a:cubicBezTo>
                  <a:pt x="46" y="121"/>
                  <a:pt x="50" y="110"/>
                  <a:pt x="60" y="100"/>
                </a:cubicBezTo>
                <a:cubicBezTo>
                  <a:pt x="70" y="90"/>
                  <a:pt x="81" y="86"/>
                  <a:pt x="93" y="86"/>
                </a:cubicBezTo>
                <a:cubicBezTo>
                  <a:pt x="106" y="86"/>
                  <a:pt x="116" y="89"/>
                  <a:pt x="123" y="95"/>
                </a:cubicBezTo>
                <a:cubicBezTo>
                  <a:pt x="129" y="101"/>
                  <a:pt x="136" y="111"/>
                  <a:pt x="141" y="125"/>
                </a:cubicBezTo>
                <a:cubicBezTo>
                  <a:pt x="142" y="128"/>
                  <a:pt x="143" y="132"/>
                  <a:pt x="145" y="137"/>
                </a:cubicBezTo>
                <a:cubicBezTo>
                  <a:pt x="147" y="143"/>
                  <a:pt x="149" y="147"/>
                  <a:pt x="150" y="151"/>
                </a:cubicBezTo>
                <a:cubicBezTo>
                  <a:pt x="152" y="154"/>
                  <a:pt x="154" y="158"/>
                  <a:pt x="156" y="164"/>
                </a:cubicBezTo>
                <a:cubicBezTo>
                  <a:pt x="158" y="169"/>
                  <a:pt x="161" y="173"/>
                  <a:pt x="163" y="177"/>
                </a:cubicBezTo>
                <a:cubicBezTo>
                  <a:pt x="165" y="180"/>
                  <a:pt x="167" y="184"/>
                  <a:pt x="171" y="188"/>
                </a:cubicBezTo>
                <a:cubicBezTo>
                  <a:pt x="174" y="192"/>
                  <a:pt x="177" y="195"/>
                  <a:pt x="180" y="197"/>
                </a:cubicBezTo>
                <a:cubicBezTo>
                  <a:pt x="184" y="199"/>
                  <a:pt x="188" y="201"/>
                  <a:pt x="192" y="203"/>
                </a:cubicBezTo>
                <a:cubicBezTo>
                  <a:pt x="196" y="205"/>
                  <a:pt x="201" y="205"/>
                  <a:pt x="206" y="205"/>
                </a:cubicBezTo>
                <a:cubicBezTo>
                  <a:pt x="219" y="205"/>
                  <a:pt x="229" y="201"/>
                  <a:pt x="238" y="193"/>
                </a:cubicBezTo>
                <a:cubicBezTo>
                  <a:pt x="247" y="185"/>
                  <a:pt x="252" y="175"/>
                  <a:pt x="252" y="162"/>
                </a:cubicBezTo>
                <a:close/>
                <a:moveTo>
                  <a:pt x="270" y="51"/>
                </a:moveTo>
                <a:cubicBezTo>
                  <a:pt x="270" y="219"/>
                  <a:pt x="270" y="219"/>
                  <a:pt x="270" y="219"/>
                </a:cubicBezTo>
                <a:cubicBezTo>
                  <a:pt x="270" y="233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5" name="Freeform 101"/>
          <p:cNvSpPr>
            <a:spLocks noEditPoints="1"/>
          </p:cNvSpPr>
          <p:nvPr/>
        </p:nvSpPr>
        <p:spPr bwMode="auto">
          <a:xfrm>
            <a:off x="5484813" y="3759201"/>
            <a:ext cx="387350" cy="265113"/>
          </a:xfrm>
          <a:custGeom>
            <a:avLst/>
            <a:gdLst>
              <a:gd name="T0" fmla="*/ 332 w 359"/>
              <a:gd name="T1" fmla="*/ 22 h 246"/>
              <a:gd name="T2" fmla="*/ 359 w 359"/>
              <a:gd name="T3" fmla="*/ 246 h 246"/>
              <a:gd name="T4" fmla="*/ 314 w 359"/>
              <a:gd name="T5" fmla="*/ 236 h 246"/>
              <a:gd name="T6" fmla="*/ 245 w 359"/>
              <a:gd name="T7" fmla="*/ 220 h 246"/>
              <a:gd name="T8" fmla="*/ 180 w 359"/>
              <a:gd name="T9" fmla="*/ 246 h 246"/>
              <a:gd name="T10" fmla="*/ 114 w 359"/>
              <a:gd name="T11" fmla="*/ 220 h 246"/>
              <a:gd name="T12" fmla="*/ 45 w 359"/>
              <a:gd name="T13" fmla="*/ 236 h 246"/>
              <a:gd name="T14" fmla="*/ 1 w 359"/>
              <a:gd name="T15" fmla="*/ 246 h 246"/>
              <a:gd name="T16" fmla="*/ 0 w 359"/>
              <a:gd name="T17" fmla="*/ 246 h 246"/>
              <a:gd name="T18" fmla="*/ 27 w 359"/>
              <a:gd name="T19" fmla="*/ 22 h 246"/>
              <a:gd name="T20" fmla="*/ 112 w 359"/>
              <a:gd name="T21" fmla="*/ 0 h 246"/>
              <a:gd name="T22" fmla="*/ 180 w 359"/>
              <a:gd name="T23" fmla="*/ 18 h 246"/>
              <a:gd name="T24" fmla="*/ 247 w 359"/>
              <a:gd name="T25" fmla="*/ 0 h 246"/>
              <a:gd name="T26" fmla="*/ 332 w 359"/>
              <a:gd name="T27" fmla="*/ 22 h 246"/>
              <a:gd name="T28" fmla="*/ 245 w 359"/>
              <a:gd name="T29" fmla="*/ 196 h 246"/>
              <a:gd name="T30" fmla="*/ 286 w 359"/>
              <a:gd name="T31" fmla="*/ 201 h 246"/>
              <a:gd name="T32" fmla="*/ 332 w 359"/>
              <a:gd name="T33" fmla="*/ 217 h 246"/>
              <a:gd name="T34" fmla="*/ 310 w 359"/>
              <a:gd name="T35" fmla="*/ 38 h 246"/>
              <a:gd name="T36" fmla="*/ 245 w 359"/>
              <a:gd name="T37" fmla="*/ 24 h 246"/>
              <a:gd name="T38" fmla="*/ 180 w 359"/>
              <a:gd name="T39" fmla="*/ 49 h 246"/>
              <a:gd name="T40" fmla="*/ 114 w 359"/>
              <a:gd name="T41" fmla="*/ 24 h 246"/>
              <a:gd name="T42" fmla="*/ 49 w 359"/>
              <a:gd name="T43" fmla="*/ 38 h 246"/>
              <a:gd name="T44" fmla="*/ 27 w 359"/>
              <a:gd name="T45" fmla="*/ 217 h 246"/>
              <a:gd name="T46" fmla="*/ 56 w 359"/>
              <a:gd name="T47" fmla="*/ 206 h 246"/>
              <a:gd name="T48" fmla="*/ 83 w 359"/>
              <a:gd name="T49" fmla="*/ 199 h 246"/>
              <a:gd name="T50" fmla="*/ 114 w 359"/>
              <a:gd name="T51" fmla="*/ 196 h 246"/>
              <a:gd name="T52" fmla="*/ 180 w 359"/>
              <a:gd name="T53" fmla="*/ 215 h 246"/>
              <a:gd name="T54" fmla="*/ 245 w 359"/>
              <a:gd name="T55" fmla="*/ 196 h 246"/>
              <a:gd name="T56" fmla="*/ 252 w 359"/>
              <a:gd name="T57" fmla="*/ 190 h 246"/>
              <a:gd name="T58" fmla="*/ 243 w 359"/>
              <a:gd name="T59" fmla="*/ 30 h 246"/>
              <a:gd name="T60" fmla="*/ 180 w 359"/>
              <a:gd name="T61" fmla="*/ 57 h 246"/>
              <a:gd name="T62" fmla="*/ 114 w 359"/>
              <a:gd name="T63" fmla="*/ 30 h 246"/>
              <a:gd name="T64" fmla="*/ 55 w 359"/>
              <a:gd name="T65" fmla="*/ 42 h 246"/>
              <a:gd name="T66" fmla="*/ 35 w 359"/>
              <a:gd name="T67" fmla="*/ 207 h 246"/>
              <a:gd name="T68" fmla="*/ 75 w 359"/>
              <a:gd name="T69" fmla="*/ 194 h 246"/>
              <a:gd name="T70" fmla="*/ 114 w 359"/>
              <a:gd name="T71" fmla="*/ 189 h 246"/>
              <a:gd name="T72" fmla="*/ 180 w 359"/>
              <a:gd name="T73" fmla="*/ 207 h 246"/>
              <a:gd name="T74" fmla="*/ 245 w 359"/>
              <a:gd name="T75" fmla="*/ 189 h 246"/>
              <a:gd name="T76" fmla="*/ 252 w 359"/>
              <a:gd name="T77" fmla="*/ 19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9" h="246">
                <a:moveTo>
                  <a:pt x="332" y="22"/>
                </a:moveTo>
                <a:cubicBezTo>
                  <a:pt x="359" y="246"/>
                  <a:pt x="359" y="246"/>
                  <a:pt x="359" y="246"/>
                </a:cubicBezTo>
                <a:cubicBezTo>
                  <a:pt x="344" y="246"/>
                  <a:pt x="329" y="242"/>
                  <a:pt x="314" y="236"/>
                </a:cubicBezTo>
                <a:cubicBezTo>
                  <a:pt x="291" y="225"/>
                  <a:pt x="268" y="220"/>
                  <a:pt x="245" y="220"/>
                </a:cubicBezTo>
                <a:cubicBezTo>
                  <a:pt x="219" y="220"/>
                  <a:pt x="197" y="228"/>
                  <a:pt x="180" y="246"/>
                </a:cubicBezTo>
                <a:cubicBezTo>
                  <a:pt x="162" y="228"/>
                  <a:pt x="140" y="220"/>
                  <a:pt x="114" y="220"/>
                </a:cubicBezTo>
                <a:cubicBezTo>
                  <a:pt x="91" y="220"/>
                  <a:pt x="68" y="225"/>
                  <a:pt x="45" y="236"/>
                </a:cubicBezTo>
                <a:cubicBezTo>
                  <a:pt x="30" y="242"/>
                  <a:pt x="15" y="246"/>
                  <a:pt x="1" y="246"/>
                </a:cubicBezTo>
                <a:cubicBezTo>
                  <a:pt x="0" y="246"/>
                  <a:pt x="0" y="246"/>
                  <a:pt x="0" y="246"/>
                </a:cubicBezTo>
                <a:cubicBezTo>
                  <a:pt x="27" y="22"/>
                  <a:pt x="27" y="22"/>
                  <a:pt x="27" y="22"/>
                </a:cubicBezTo>
                <a:cubicBezTo>
                  <a:pt x="53" y="7"/>
                  <a:pt x="81" y="0"/>
                  <a:pt x="112" y="0"/>
                </a:cubicBezTo>
                <a:cubicBezTo>
                  <a:pt x="139" y="0"/>
                  <a:pt x="161" y="6"/>
                  <a:pt x="180" y="18"/>
                </a:cubicBezTo>
                <a:cubicBezTo>
                  <a:pt x="198" y="6"/>
                  <a:pt x="220" y="0"/>
                  <a:pt x="247" y="0"/>
                </a:cubicBezTo>
                <a:cubicBezTo>
                  <a:pt x="278" y="0"/>
                  <a:pt x="306" y="7"/>
                  <a:pt x="332" y="22"/>
                </a:cubicBezTo>
                <a:close/>
                <a:moveTo>
                  <a:pt x="245" y="196"/>
                </a:moveTo>
                <a:cubicBezTo>
                  <a:pt x="260" y="196"/>
                  <a:pt x="274" y="197"/>
                  <a:pt x="286" y="201"/>
                </a:cubicBezTo>
                <a:cubicBezTo>
                  <a:pt x="298" y="204"/>
                  <a:pt x="313" y="209"/>
                  <a:pt x="332" y="217"/>
                </a:cubicBezTo>
                <a:cubicBezTo>
                  <a:pt x="310" y="38"/>
                  <a:pt x="310" y="38"/>
                  <a:pt x="310" y="38"/>
                </a:cubicBezTo>
                <a:cubicBezTo>
                  <a:pt x="290" y="29"/>
                  <a:pt x="268" y="24"/>
                  <a:pt x="245" y="24"/>
                </a:cubicBezTo>
                <a:cubicBezTo>
                  <a:pt x="219" y="24"/>
                  <a:pt x="197" y="32"/>
                  <a:pt x="180" y="49"/>
                </a:cubicBezTo>
                <a:cubicBezTo>
                  <a:pt x="162" y="32"/>
                  <a:pt x="140" y="24"/>
                  <a:pt x="114" y="24"/>
                </a:cubicBezTo>
                <a:cubicBezTo>
                  <a:pt x="91" y="24"/>
                  <a:pt x="69" y="29"/>
                  <a:pt x="49" y="38"/>
                </a:cubicBezTo>
                <a:cubicBezTo>
                  <a:pt x="27" y="217"/>
                  <a:pt x="27" y="217"/>
                  <a:pt x="27" y="217"/>
                </a:cubicBezTo>
                <a:cubicBezTo>
                  <a:pt x="40" y="212"/>
                  <a:pt x="49" y="208"/>
                  <a:pt x="56" y="206"/>
                </a:cubicBezTo>
                <a:cubicBezTo>
                  <a:pt x="64" y="203"/>
                  <a:pt x="72" y="201"/>
                  <a:pt x="83" y="199"/>
                </a:cubicBezTo>
                <a:cubicBezTo>
                  <a:pt x="93" y="197"/>
                  <a:pt x="103" y="196"/>
                  <a:pt x="114" y="196"/>
                </a:cubicBezTo>
                <a:cubicBezTo>
                  <a:pt x="137" y="196"/>
                  <a:pt x="159" y="202"/>
                  <a:pt x="180" y="215"/>
                </a:cubicBezTo>
                <a:cubicBezTo>
                  <a:pt x="200" y="202"/>
                  <a:pt x="222" y="196"/>
                  <a:pt x="245" y="196"/>
                </a:cubicBezTo>
                <a:close/>
                <a:moveTo>
                  <a:pt x="252" y="190"/>
                </a:moveTo>
                <a:cubicBezTo>
                  <a:pt x="243" y="30"/>
                  <a:pt x="243" y="30"/>
                  <a:pt x="243" y="30"/>
                </a:cubicBezTo>
                <a:cubicBezTo>
                  <a:pt x="218" y="31"/>
                  <a:pt x="197" y="40"/>
                  <a:pt x="180" y="57"/>
                </a:cubicBezTo>
                <a:cubicBezTo>
                  <a:pt x="162" y="39"/>
                  <a:pt x="140" y="30"/>
                  <a:pt x="114" y="30"/>
                </a:cubicBezTo>
                <a:cubicBezTo>
                  <a:pt x="93" y="30"/>
                  <a:pt x="74" y="34"/>
                  <a:pt x="55" y="42"/>
                </a:cubicBezTo>
                <a:cubicBezTo>
                  <a:pt x="35" y="207"/>
                  <a:pt x="35" y="207"/>
                  <a:pt x="35" y="207"/>
                </a:cubicBezTo>
                <a:cubicBezTo>
                  <a:pt x="49" y="201"/>
                  <a:pt x="63" y="197"/>
                  <a:pt x="75" y="194"/>
                </a:cubicBezTo>
                <a:cubicBezTo>
                  <a:pt x="87" y="191"/>
                  <a:pt x="100" y="189"/>
                  <a:pt x="114" y="189"/>
                </a:cubicBezTo>
                <a:cubicBezTo>
                  <a:pt x="138" y="189"/>
                  <a:pt x="160" y="195"/>
                  <a:pt x="180" y="207"/>
                </a:cubicBezTo>
                <a:cubicBezTo>
                  <a:pt x="200" y="195"/>
                  <a:pt x="222" y="189"/>
                  <a:pt x="245" y="189"/>
                </a:cubicBezTo>
                <a:lnTo>
                  <a:pt x="252" y="19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6" name="Freeform 102"/>
          <p:cNvSpPr>
            <a:spLocks noEditPoints="1"/>
          </p:cNvSpPr>
          <p:nvPr/>
        </p:nvSpPr>
        <p:spPr bwMode="auto">
          <a:xfrm>
            <a:off x="5076826" y="3757613"/>
            <a:ext cx="339725" cy="266700"/>
          </a:xfrm>
          <a:custGeom>
            <a:avLst/>
            <a:gdLst>
              <a:gd name="T0" fmla="*/ 225 w 315"/>
              <a:gd name="T1" fmla="*/ 101 h 247"/>
              <a:gd name="T2" fmla="*/ 222 w 315"/>
              <a:gd name="T3" fmla="*/ 93 h 247"/>
              <a:gd name="T4" fmla="*/ 214 w 315"/>
              <a:gd name="T5" fmla="*/ 90 h 247"/>
              <a:gd name="T6" fmla="*/ 158 w 315"/>
              <a:gd name="T7" fmla="*/ 99 h 247"/>
              <a:gd name="T8" fmla="*/ 113 w 315"/>
              <a:gd name="T9" fmla="*/ 122 h 247"/>
              <a:gd name="T10" fmla="*/ 71 w 315"/>
              <a:gd name="T11" fmla="*/ 161 h 247"/>
              <a:gd name="T12" fmla="*/ 68 w 315"/>
              <a:gd name="T13" fmla="*/ 169 h 247"/>
              <a:gd name="T14" fmla="*/ 71 w 315"/>
              <a:gd name="T15" fmla="*/ 177 h 247"/>
              <a:gd name="T16" fmla="*/ 79 w 315"/>
              <a:gd name="T17" fmla="*/ 180 h 247"/>
              <a:gd name="T18" fmla="*/ 87 w 315"/>
              <a:gd name="T19" fmla="*/ 177 h 247"/>
              <a:gd name="T20" fmla="*/ 100 w 315"/>
              <a:gd name="T21" fmla="*/ 164 h 247"/>
              <a:gd name="T22" fmla="*/ 112 w 315"/>
              <a:gd name="T23" fmla="*/ 153 h 247"/>
              <a:gd name="T24" fmla="*/ 159 w 315"/>
              <a:gd name="T25" fmla="*/ 122 h 247"/>
              <a:gd name="T26" fmla="*/ 214 w 315"/>
              <a:gd name="T27" fmla="*/ 113 h 247"/>
              <a:gd name="T28" fmla="*/ 222 w 315"/>
              <a:gd name="T29" fmla="*/ 109 h 247"/>
              <a:gd name="T30" fmla="*/ 225 w 315"/>
              <a:gd name="T31" fmla="*/ 101 h 247"/>
              <a:gd name="T32" fmla="*/ 315 w 315"/>
              <a:gd name="T33" fmla="*/ 66 h 247"/>
              <a:gd name="T34" fmla="*/ 312 w 315"/>
              <a:gd name="T35" fmla="*/ 100 h 247"/>
              <a:gd name="T36" fmla="*/ 279 w 315"/>
              <a:gd name="T37" fmla="*/ 168 h 247"/>
              <a:gd name="T38" fmla="*/ 217 w 315"/>
              <a:gd name="T39" fmla="*/ 215 h 247"/>
              <a:gd name="T40" fmla="*/ 140 w 315"/>
              <a:gd name="T41" fmla="*/ 234 h 247"/>
              <a:gd name="T42" fmla="*/ 89 w 315"/>
              <a:gd name="T43" fmla="*/ 225 h 247"/>
              <a:gd name="T44" fmla="*/ 74 w 315"/>
              <a:gd name="T45" fmla="*/ 218 h 247"/>
              <a:gd name="T46" fmla="*/ 57 w 315"/>
              <a:gd name="T47" fmla="*/ 212 h 247"/>
              <a:gd name="T48" fmla="*/ 50 w 315"/>
              <a:gd name="T49" fmla="*/ 217 h 247"/>
              <a:gd name="T50" fmla="*/ 42 w 315"/>
              <a:gd name="T51" fmla="*/ 230 h 247"/>
              <a:gd name="T52" fmla="*/ 33 w 315"/>
              <a:gd name="T53" fmla="*/ 242 h 247"/>
              <a:gd name="T54" fmla="*/ 22 w 315"/>
              <a:gd name="T55" fmla="*/ 247 h 247"/>
              <a:gd name="T56" fmla="*/ 13 w 315"/>
              <a:gd name="T57" fmla="*/ 245 h 247"/>
              <a:gd name="T58" fmla="*/ 8 w 315"/>
              <a:gd name="T59" fmla="*/ 241 h 247"/>
              <a:gd name="T60" fmla="*/ 3 w 315"/>
              <a:gd name="T61" fmla="*/ 234 h 247"/>
              <a:gd name="T62" fmla="*/ 2 w 315"/>
              <a:gd name="T63" fmla="*/ 232 h 247"/>
              <a:gd name="T64" fmla="*/ 1 w 315"/>
              <a:gd name="T65" fmla="*/ 230 h 247"/>
              <a:gd name="T66" fmla="*/ 1 w 315"/>
              <a:gd name="T67" fmla="*/ 229 h 247"/>
              <a:gd name="T68" fmla="*/ 0 w 315"/>
              <a:gd name="T69" fmla="*/ 226 h 247"/>
              <a:gd name="T70" fmla="*/ 6 w 315"/>
              <a:gd name="T71" fmla="*/ 213 h 247"/>
              <a:gd name="T72" fmla="*/ 18 w 315"/>
              <a:gd name="T73" fmla="*/ 202 h 247"/>
              <a:gd name="T74" fmla="*/ 30 w 315"/>
              <a:gd name="T75" fmla="*/ 192 h 247"/>
              <a:gd name="T76" fmla="*/ 35 w 315"/>
              <a:gd name="T77" fmla="*/ 183 h 247"/>
              <a:gd name="T78" fmla="*/ 33 w 315"/>
              <a:gd name="T79" fmla="*/ 177 h 247"/>
              <a:gd name="T80" fmla="*/ 30 w 315"/>
              <a:gd name="T81" fmla="*/ 169 h 247"/>
              <a:gd name="T82" fmla="*/ 28 w 315"/>
              <a:gd name="T83" fmla="*/ 151 h 247"/>
              <a:gd name="T84" fmla="*/ 36 w 315"/>
              <a:gd name="T85" fmla="*/ 112 h 247"/>
              <a:gd name="T86" fmla="*/ 57 w 315"/>
              <a:gd name="T87" fmla="*/ 80 h 247"/>
              <a:gd name="T88" fmla="*/ 87 w 315"/>
              <a:gd name="T89" fmla="*/ 55 h 247"/>
              <a:gd name="T90" fmla="*/ 123 w 315"/>
              <a:gd name="T91" fmla="*/ 39 h 247"/>
              <a:gd name="T92" fmla="*/ 148 w 315"/>
              <a:gd name="T93" fmla="*/ 34 h 247"/>
              <a:gd name="T94" fmla="*/ 180 w 315"/>
              <a:gd name="T95" fmla="*/ 32 h 247"/>
              <a:gd name="T96" fmla="*/ 211 w 315"/>
              <a:gd name="T97" fmla="*/ 31 h 247"/>
              <a:gd name="T98" fmla="*/ 240 w 315"/>
              <a:gd name="T99" fmla="*/ 27 h 247"/>
              <a:gd name="T100" fmla="*/ 260 w 315"/>
              <a:gd name="T101" fmla="*/ 17 h 247"/>
              <a:gd name="T102" fmla="*/ 265 w 315"/>
              <a:gd name="T103" fmla="*/ 12 h 247"/>
              <a:gd name="T104" fmla="*/ 270 w 315"/>
              <a:gd name="T105" fmla="*/ 7 h 247"/>
              <a:gd name="T106" fmla="*/ 275 w 315"/>
              <a:gd name="T107" fmla="*/ 4 h 247"/>
              <a:gd name="T108" fmla="*/ 281 w 315"/>
              <a:gd name="T109" fmla="*/ 1 h 247"/>
              <a:gd name="T110" fmla="*/ 289 w 315"/>
              <a:gd name="T111" fmla="*/ 0 h 247"/>
              <a:gd name="T112" fmla="*/ 301 w 315"/>
              <a:gd name="T113" fmla="*/ 8 h 247"/>
              <a:gd name="T114" fmla="*/ 310 w 315"/>
              <a:gd name="T115" fmla="*/ 28 h 247"/>
              <a:gd name="T116" fmla="*/ 314 w 315"/>
              <a:gd name="T117" fmla="*/ 50 h 247"/>
              <a:gd name="T118" fmla="*/ 315 w 315"/>
              <a:gd name="T119" fmla="*/ 6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15" h="247">
                <a:moveTo>
                  <a:pt x="225" y="101"/>
                </a:moveTo>
                <a:cubicBezTo>
                  <a:pt x="225" y="98"/>
                  <a:pt x="224" y="96"/>
                  <a:pt x="222" y="93"/>
                </a:cubicBezTo>
                <a:cubicBezTo>
                  <a:pt x="220" y="91"/>
                  <a:pt x="217" y="90"/>
                  <a:pt x="214" y="90"/>
                </a:cubicBezTo>
                <a:cubicBezTo>
                  <a:pt x="194" y="90"/>
                  <a:pt x="175" y="93"/>
                  <a:pt x="158" y="99"/>
                </a:cubicBezTo>
                <a:cubicBezTo>
                  <a:pt x="141" y="105"/>
                  <a:pt x="126" y="112"/>
                  <a:pt x="113" y="122"/>
                </a:cubicBezTo>
                <a:cubicBezTo>
                  <a:pt x="99" y="132"/>
                  <a:pt x="86" y="145"/>
                  <a:pt x="71" y="161"/>
                </a:cubicBezTo>
                <a:cubicBezTo>
                  <a:pt x="69" y="163"/>
                  <a:pt x="68" y="166"/>
                  <a:pt x="68" y="169"/>
                </a:cubicBezTo>
                <a:cubicBezTo>
                  <a:pt x="68" y="172"/>
                  <a:pt x="69" y="174"/>
                  <a:pt x="71" y="177"/>
                </a:cubicBezTo>
                <a:cubicBezTo>
                  <a:pt x="73" y="179"/>
                  <a:pt x="76" y="180"/>
                  <a:pt x="79" y="180"/>
                </a:cubicBezTo>
                <a:cubicBezTo>
                  <a:pt x="82" y="180"/>
                  <a:pt x="85" y="179"/>
                  <a:pt x="87" y="177"/>
                </a:cubicBezTo>
                <a:cubicBezTo>
                  <a:pt x="90" y="174"/>
                  <a:pt x="95" y="170"/>
                  <a:pt x="100" y="164"/>
                </a:cubicBezTo>
                <a:cubicBezTo>
                  <a:pt x="106" y="159"/>
                  <a:pt x="109" y="155"/>
                  <a:pt x="112" y="153"/>
                </a:cubicBezTo>
                <a:cubicBezTo>
                  <a:pt x="128" y="138"/>
                  <a:pt x="144" y="128"/>
                  <a:pt x="159" y="122"/>
                </a:cubicBezTo>
                <a:cubicBezTo>
                  <a:pt x="174" y="116"/>
                  <a:pt x="193" y="113"/>
                  <a:pt x="214" y="113"/>
                </a:cubicBezTo>
                <a:cubicBezTo>
                  <a:pt x="217" y="113"/>
                  <a:pt x="220" y="111"/>
                  <a:pt x="222" y="109"/>
                </a:cubicBezTo>
                <a:cubicBezTo>
                  <a:pt x="224" y="107"/>
                  <a:pt x="225" y="104"/>
                  <a:pt x="225" y="101"/>
                </a:cubicBezTo>
                <a:close/>
                <a:moveTo>
                  <a:pt x="315" y="66"/>
                </a:moveTo>
                <a:cubicBezTo>
                  <a:pt x="315" y="78"/>
                  <a:pt x="314" y="89"/>
                  <a:pt x="312" y="100"/>
                </a:cubicBezTo>
                <a:cubicBezTo>
                  <a:pt x="306" y="127"/>
                  <a:pt x="296" y="149"/>
                  <a:pt x="279" y="168"/>
                </a:cubicBezTo>
                <a:cubicBezTo>
                  <a:pt x="263" y="186"/>
                  <a:pt x="242" y="202"/>
                  <a:pt x="217" y="215"/>
                </a:cubicBezTo>
                <a:cubicBezTo>
                  <a:pt x="191" y="227"/>
                  <a:pt x="166" y="234"/>
                  <a:pt x="140" y="234"/>
                </a:cubicBezTo>
                <a:cubicBezTo>
                  <a:pt x="122" y="234"/>
                  <a:pt x="105" y="231"/>
                  <a:pt x="89" y="225"/>
                </a:cubicBezTo>
                <a:cubicBezTo>
                  <a:pt x="88" y="225"/>
                  <a:pt x="82" y="222"/>
                  <a:pt x="74" y="218"/>
                </a:cubicBezTo>
                <a:cubicBezTo>
                  <a:pt x="65" y="214"/>
                  <a:pt x="60" y="212"/>
                  <a:pt x="57" y="212"/>
                </a:cubicBezTo>
                <a:cubicBezTo>
                  <a:pt x="55" y="212"/>
                  <a:pt x="53" y="213"/>
                  <a:pt x="50" y="217"/>
                </a:cubicBezTo>
                <a:cubicBezTo>
                  <a:pt x="47" y="221"/>
                  <a:pt x="45" y="225"/>
                  <a:pt x="42" y="230"/>
                </a:cubicBezTo>
                <a:cubicBezTo>
                  <a:pt x="40" y="234"/>
                  <a:pt x="37" y="238"/>
                  <a:pt x="33" y="242"/>
                </a:cubicBezTo>
                <a:cubicBezTo>
                  <a:pt x="29" y="246"/>
                  <a:pt x="26" y="247"/>
                  <a:pt x="22" y="247"/>
                </a:cubicBezTo>
                <a:cubicBezTo>
                  <a:pt x="19" y="247"/>
                  <a:pt x="16" y="247"/>
                  <a:pt x="13" y="245"/>
                </a:cubicBezTo>
                <a:cubicBezTo>
                  <a:pt x="11" y="244"/>
                  <a:pt x="9" y="243"/>
                  <a:pt x="8" y="241"/>
                </a:cubicBezTo>
                <a:cubicBezTo>
                  <a:pt x="7" y="240"/>
                  <a:pt x="5" y="237"/>
                  <a:pt x="3" y="234"/>
                </a:cubicBezTo>
                <a:cubicBezTo>
                  <a:pt x="3" y="233"/>
                  <a:pt x="3" y="233"/>
                  <a:pt x="2" y="232"/>
                </a:cubicBezTo>
                <a:cubicBezTo>
                  <a:pt x="2" y="231"/>
                  <a:pt x="1" y="231"/>
                  <a:pt x="1" y="230"/>
                </a:cubicBezTo>
                <a:cubicBezTo>
                  <a:pt x="1" y="230"/>
                  <a:pt x="1" y="229"/>
                  <a:pt x="1" y="229"/>
                </a:cubicBezTo>
                <a:cubicBezTo>
                  <a:pt x="1" y="228"/>
                  <a:pt x="0" y="227"/>
                  <a:pt x="0" y="226"/>
                </a:cubicBezTo>
                <a:cubicBezTo>
                  <a:pt x="0" y="222"/>
                  <a:pt x="2" y="218"/>
                  <a:pt x="6" y="213"/>
                </a:cubicBezTo>
                <a:cubicBezTo>
                  <a:pt x="10" y="209"/>
                  <a:pt x="13" y="205"/>
                  <a:pt x="18" y="202"/>
                </a:cubicBezTo>
                <a:cubicBezTo>
                  <a:pt x="22" y="199"/>
                  <a:pt x="26" y="195"/>
                  <a:pt x="30" y="192"/>
                </a:cubicBezTo>
                <a:cubicBezTo>
                  <a:pt x="33" y="189"/>
                  <a:pt x="35" y="186"/>
                  <a:pt x="35" y="183"/>
                </a:cubicBezTo>
                <a:cubicBezTo>
                  <a:pt x="35" y="183"/>
                  <a:pt x="34" y="181"/>
                  <a:pt x="33" y="177"/>
                </a:cubicBezTo>
                <a:cubicBezTo>
                  <a:pt x="31" y="173"/>
                  <a:pt x="30" y="170"/>
                  <a:pt x="30" y="169"/>
                </a:cubicBezTo>
                <a:cubicBezTo>
                  <a:pt x="29" y="163"/>
                  <a:pt x="28" y="157"/>
                  <a:pt x="28" y="151"/>
                </a:cubicBezTo>
                <a:cubicBezTo>
                  <a:pt x="28" y="137"/>
                  <a:pt x="31" y="124"/>
                  <a:pt x="36" y="112"/>
                </a:cubicBezTo>
                <a:cubicBezTo>
                  <a:pt x="41" y="100"/>
                  <a:pt x="48" y="89"/>
                  <a:pt x="57" y="80"/>
                </a:cubicBezTo>
                <a:cubicBezTo>
                  <a:pt x="66" y="70"/>
                  <a:pt x="76" y="62"/>
                  <a:pt x="87" y="55"/>
                </a:cubicBezTo>
                <a:cubicBezTo>
                  <a:pt x="98" y="48"/>
                  <a:pt x="110" y="43"/>
                  <a:pt x="123" y="39"/>
                </a:cubicBezTo>
                <a:cubicBezTo>
                  <a:pt x="129" y="36"/>
                  <a:pt x="138" y="35"/>
                  <a:pt x="148" y="34"/>
                </a:cubicBezTo>
                <a:cubicBezTo>
                  <a:pt x="159" y="33"/>
                  <a:pt x="169" y="33"/>
                  <a:pt x="180" y="32"/>
                </a:cubicBezTo>
                <a:cubicBezTo>
                  <a:pt x="190" y="32"/>
                  <a:pt x="201" y="32"/>
                  <a:pt x="211" y="31"/>
                </a:cubicBezTo>
                <a:cubicBezTo>
                  <a:pt x="221" y="31"/>
                  <a:pt x="231" y="30"/>
                  <a:pt x="240" y="27"/>
                </a:cubicBezTo>
                <a:cubicBezTo>
                  <a:pt x="249" y="25"/>
                  <a:pt x="255" y="22"/>
                  <a:pt x="260" y="17"/>
                </a:cubicBezTo>
                <a:cubicBezTo>
                  <a:pt x="265" y="12"/>
                  <a:pt x="265" y="12"/>
                  <a:pt x="265" y="12"/>
                </a:cubicBezTo>
                <a:cubicBezTo>
                  <a:pt x="270" y="7"/>
                  <a:pt x="270" y="7"/>
                  <a:pt x="270" y="7"/>
                </a:cubicBezTo>
                <a:cubicBezTo>
                  <a:pt x="275" y="4"/>
                  <a:pt x="275" y="4"/>
                  <a:pt x="275" y="4"/>
                </a:cubicBezTo>
                <a:cubicBezTo>
                  <a:pt x="281" y="1"/>
                  <a:pt x="281" y="1"/>
                  <a:pt x="281" y="1"/>
                </a:cubicBezTo>
                <a:cubicBezTo>
                  <a:pt x="289" y="0"/>
                  <a:pt x="289" y="0"/>
                  <a:pt x="289" y="0"/>
                </a:cubicBezTo>
                <a:cubicBezTo>
                  <a:pt x="293" y="0"/>
                  <a:pt x="298" y="3"/>
                  <a:pt x="301" y="8"/>
                </a:cubicBezTo>
                <a:cubicBezTo>
                  <a:pt x="305" y="14"/>
                  <a:pt x="308" y="20"/>
                  <a:pt x="310" y="28"/>
                </a:cubicBezTo>
                <a:cubicBezTo>
                  <a:pt x="311" y="36"/>
                  <a:pt x="313" y="43"/>
                  <a:pt x="314" y="50"/>
                </a:cubicBezTo>
                <a:cubicBezTo>
                  <a:pt x="315" y="56"/>
                  <a:pt x="315" y="62"/>
                  <a:pt x="315" y="6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7" name="Freeform 103"/>
          <p:cNvSpPr>
            <a:spLocks noEditPoints="1"/>
          </p:cNvSpPr>
          <p:nvPr/>
        </p:nvSpPr>
        <p:spPr bwMode="auto">
          <a:xfrm>
            <a:off x="5964238" y="3746501"/>
            <a:ext cx="292100" cy="290513"/>
          </a:xfrm>
          <a:custGeom>
            <a:avLst/>
            <a:gdLst>
              <a:gd name="T0" fmla="*/ 246 w 270"/>
              <a:gd name="T1" fmla="*/ 103 h 270"/>
              <a:gd name="T2" fmla="*/ 240 w 270"/>
              <a:gd name="T3" fmla="*/ 78 h 270"/>
              <a:gd name="T4" fmla="*/ 238 w 270"/>
              <a:gd name="T5" fmla="*/ 63 h 270"/>
              <a:gd name="T6" fmla="*/ 240 w 270"/>
              <a:gd name="T7" fmla="*/ 39 h 270"/>
              <a:gd name="T8" fmla="*/ 236 w 270"/>
              <a:gd name="T9" fmla="*/ 29 h 270"/>
              <a:gd name="T10" fmla="*/ 215 w 270"/>
              <a:gd name="T11" fmla="*/ 31 h 270"/>
              <a:gd name="T12" fmla="*/ 153 w 270"/>
              <a:gd name="T13" fmla="*/ 22 h 270"/>
              <a:gd name="T14" fmla="*/ 122 w 270"/>
              <a:gd name="T15" fmla="*/ 28 h 270"/>
              <a:gd name="T16" fmla="*/ 71 w 270"/>
              <a:gd name="T17" fmla="*/ 53 h 270"/>
              <a:gd name="T18" fmla="*/ 27 w 270"/>
              <a:gd name="T19" fmla="*/ 127 h 270"/>
              <a:gd name="T20" fmla="*/ 25 w 270"/>
              <a:gd name="T21" fmla="*/ 192 h 270"/>
              <a:gd name="T22" fmla="*/ 25 w 270"/>
              <a:gd name="T23" fmla="*/ 225 h 270"/>
              <a:gd name="T24" fmla="*/ 25 w 270"/>
              <a:gd name="T25" fmla="*/ 243 h 270"/>
              <a:gd name="T26" fmla="*/ 44 w 270"/>
              <a:gd name="T27" fmla="*/ 243 h 270"/>
              <a:gd name="T28" fmla="*/ 87 w 270"/>
              <a:gd name="T29" fmla="*/ 244 h 270"/>
              <a:gd name="T30" fmla="*/ 167 w 270"/>
              <a:gd name="T31" fmla="*/ 241 h 270"/>
              <a:gd name="T32" fmla="*/ 237 w 270"/>
              <a:gd name="T33" fmla="*/ 171 h 270"/>
              <a:gd name="T34" fmla="*/ 270 w 270"/>
              <a:gd name="T35" fmla="*/ 122 h 270"/>
              <a:gd name="T36" fmla="*/ 223 w 270"/>
              <a:gd name="T37" fmla="*/ 230 h 270"/>
              <a:gd name="T38" fmla="*/ 117 w 270"/>
              <a:gd name="T39" fmla="*/ 270 h 270"/>
              <a:gd name="T40" fmla="*/ 57 w 270"/>
              <a:gd name="T41" fmla="*/ 265 h 270"/>
              <a:gd name="T42" fmla="*/ 31 w 270"/>
              <a:gd name="T43" fmla="*/ 270 h 270"/>
              <a:gd name="T44" fmla="*/ 1 w 270"/>
              <a:gd name="T45" fmla="*/ 237 h 270"/>
              <a:gd name="T46" fmla="*/ 5 w 270"/>
              <a:gd name="T47" fmla="*/ 214 h 270"/>
              <a:gd name="T48" fmla="*/ 0 w 270"/>
              <a:gd name="T49" fmla="*/ 171 h 270"/>
              <a:gd name="T50" fmla="*/ 13 w 270"/>
              <a:gd name="T51" fmla="*/ 96 h 270"/>
              <a:gd name="T52" fmla="*/ 57 w 270"/>
              <a:gd name="T53" fmla="*/ 35 h 270"/>
              <a:gd name="T54" fmla="*/ 153 w 270"/>
              <a:gd name="T55" fmla="*/ 0 h 270"/>
              <a:gd name="T56" fmla="*/ 215 w 270"/>
              <a:gd name="T57" fmla="*/ 8 h 270"/>
              <a:gd name="T58" fmla="*/ 235 w 270"/>
              <a:gd name="T59" fmla="*/ 7 h 270"/>
              <a:gd name="T60" fmla="*/ 262 w 270"/>
              <a:gd name="T61" fmla="*/ 39 h 270"/>
              <a:gd name="T62" fmla="*/ 260 w 270"/>
              <a:gd name="T63" fmla="*/ 63 h 270"/>
              <a:gd name="T64" fmla="*/ 261 w 270"/>
              <a:gd name="T65" fmla="*/ 69 h 270"/>
              <a:gd name="T66" fmla="*/ 263 w 270"/>
              <a:gd name="T67" fmla="*/ 74 h 270"/>
              <a:gd name="T68" fmla="*/ 268 w 270"/>
              <a:gd name="T69" fmla="*/ 98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0" h="270">
                <a:moveTo>
                  <a:pt x="248" y="122"/>
                </a:moveTo>
                <a:cubicBezTo>
                  <a:pt x="248" y="117"/>
                  <a:pt x="247" y="111"/>
                  <a:pt x="246" y="103"/>
                </a:cubicBezTo>
                <a:cubicBezTo>
                  <a:pt x="245" y="94"/>
                  <a:pt x="244" y="89"/>
                  <a:pt x="243" y="86"/>
                </a:cubicBezTo>
                <a:cubicBezTo>
                  <a:pt x="242" y="82"/>
                  <a:pt x="241" y="79"/>
                  <a:pt x="240" y="78"/>
                </a:cubicBezTo>
                <a:cubicBezTo>
                  <a:pt x="240" y="76"/>
                  <a:pt x="239" y="74"/>
                  <a:pt x="239" y="71"/>
                </a:cubicBezTo>
                <a:cubicBezTo>
                  <a:pt x="238" y="69"/>
                  <a:pt x="238" y="66"/>
                  <a:pt x="238" y="63"/>
                </a:cubicBezTo>
                <a:cubicBezTo>
                  <a:pt x="238" y="60"/>
                  <a:pt x="238" y="56"/>
                  <a:pt x="239" y="51"/>
                </a:cubicBezTo>
                <a:cubicBezTo>
                  <a:pt x="239" y="46"/>
                  <a:pt x="240" y="42"/>
                  <a:pt x="240" y="39"/>
                </a:cubicBezTo>
                <a:cubicBezTo>
                  <a:pt x="240" y="35"/>
                  <a:pt x="239" y="31"/>
                  <a:pt x="238" y="29"/>
                </a:cubicBezTo>
                <a:cubicBezTo>
                  <a:pt x="237" y="29"/>
                  <a:pt x="237" y="29"/>
                  <a:pt x="236" y="29"/>
                </a:cubicBezTo>
                <a:cubicBezTo>
                  <a:pt x="233" y="29"/>
                  <a:pt x="230" y="29"/>
                  <a:pt x="225" y="30"/>
                </a:cubicBezTo>
                <a:cubicBezTo>
                  <a:pt x="221" y="30"/>
                  <a:pt x="217" y="31"/>
                  <a:pt x="215" y="31"/>
                </a:cubicBezTo>
                <a:cubicBezTo>
                  <a:pt x="208" y="31"/>
                  <a:pt x="198" y="29"/>
                  <a:pt x="184" y="27"/>
                </a:cubicBezTo>
                <a:cubicBezTo>
                  <a:pt x="171" y="24"/>
                  <a:pt x="160" y="22"/>
                  <a:pt x="153" y="22"/>
                </a:cubicBezTo>
                <a:cubicBezTo>
                  <a:pt x="148" y="22"/>
                  <a:pt x="143" y="23"/>
                  <a:pt x="137" y="24"/>
                </a:cubicBezTo>
                <a:cubicBezTo>
                  <a:pt x="131" y="26"/>
                  <a:pt x="126" y="27"/>
                  <a:pt x="122" y="28"/>
                </a:cubicBezTo>
                <a:cubicBezTo>
                  <a:pt x="118" y="30"/>
                  <a:pt x="113" y="32"/>
                  <a:pt x="106" y="34"/>
                </a:cubicBezTo>
                <a:cubicBezTo>
                  <a:pt x="90" y="41"/>
                  <a:pt x="78" y="47"/>
                  <a:pt x="71" y="53"/>
                </a:cubicBezTo>
                <a:cubicBezTo>
                  <a:pt x="59" y="61"/>
                  <a:pt x="50" y="72"/>
                  <a:pt x="43" y="86"/>
                </a:cubicBezTo>
                <a:cubicBezTo>
                  <a:pt x="35" y="99"/>
                  <a:pt x="30" y="113"/>
                  <a:pt x="27" y="127"/>
                </a:cubicBezTo>
                <a:cubicBezTo>
                  <a:pt x="24" y="141"/>
                  <a:pt x="23" y="156"/>
                  <a:pt x="23" y="171"/>
                </a:cubicBezTo>
                <a:cubicBezTo>
                  <a:pt x="23" y="176"/>
                  <a:pt x="24" y="183"/>
                  <a:pt x="25" y="192"/>
                </a:cubicBezTo>
                <a:cubicBezTo>
                  <a:pt x="26" y="201"/>
                  <a:pt x="27" y="208"/>
                  <a:pt x="27" y="213"/>
                </a:cubicBezTo>
                <a:cubicBezTo>
                  <a:pt x="27" y="216"/>
                  <a:pt x="27" y="220"/>
                  <a:pt x="25" y="225"/>
                </a:cubicBezTo>
                <a:cubicBezTo>
                  <a:pt x="24" y="230"/>
                  <a:pt x="23" y="234"/>
                  <a:pt x="23" y="236"/>
                </a:cubicBezTo>
                <a:cubicBezTo>
                  <a:pt x="23" y="239"/>
                  <a:pt x="24" y="241"/>
                  <a:pt x="25" y="243"/>
                </a:cubicBezTo>
                <a:cubicBezTo>
                  <a:pt x="27" y="245"/>
                  <a:pt x="29" y="245"/>
                  <a:pt x="31" y="245"/>
                </a:cubicBezTo>
                <a:cubicBezTo>
                  <a:pt x="34" y="245"/>
                  <a:pt x="38" y="245"/>
                  <a:pt x="44" y="243"/>
                </a:cubicBezTo>
                <a:cubicBezTo>
                  <a:pt x="50" y="242"/>
                  <a:pt x="54" y="242"/>
                  <a:pt x="57" y="242"/>
                </a:cubicBezTo>
                <a:cubicBezTo>
                  <a:pt x="64" y="242"/>
                  <a:pt x="74" y="242"/>
                  <a:pt x="87" y="244"/>
                </a:cubicBezTo>
                <a:cubicBezTo>
                  <a:pt x="100" y="246"/>
                  <a:pt x="110" y="247"/>
                  <a:pt x="117" y="247"/>
                </a:cubicBezTo>
                <a:cubicBezTo>
                  <a:pt x="138" y="247"/>
                  <a:pt x="154" y="245"/>
                  <a:pt x="167" y="241"/>
                </a:cubicBezTo>
                <a:cubicBezTo>
                  <a:pt x="182" y="235"/>
                  <a:pt x="195" y="226"/>
                  <a:pt x="208" y="214"/>
                </a:cubicBezTo>
                <a:cubicBezTo>
                  <a:pt x="220" y="201"/>
                  <a:pt x="230" y="187"/>
                  <a:pt x="237" y="171"/>
                </a:cubicBezTo>
                <a:cubicBezTo>
                  <a:pt x="244" y="155"/>
                  <a:pt x="248" y="139"/>
                  <a:pt x="248" y="122"/>
                </a:cubicBezTo>
                <a:close/>
                <a:moveTo>
                  <a:pt x="270" y="122"/>
                </a:moveTo>
                <a:cubicBezTo>
                  <a:pt x="270" y="141"/>
                  <a:pt x="266" y="161"/>
                  <a:pt x="258" y="180"/>
                </a:cubicBezTo>
                <a:cubicBezTo>
                  <a:pt x="250" y="199"/>
                  <a:pt x="238" y="216"/>
                  <a:pt x="223" y="230"/>
                </a:cubicBezTo>
                <a:cubicBezTo>
                  <a:pt x="209" y="245"/>
                  <a:pt x="192" y="255"/>
                  <a:pt x="174" y="262"/>
                </a:cubicBezTo>
                <a:cubicBezTo>
                  <a:pt x="159" y="267"/>
                  <a:pt x="140" y="270"/>
                  <a:pt x="117" y="270"/>
                </a:cubicBezTo>
                <a:cubicBezTo>
                  <a:pt x="110" y="270"/>
                  <a:pt x="100" y="269"/>
                  <a:pt x="87" y="267"/>
                </a:cubicBezTo>
                <a:cubicBezTo>
                  <a:pt x="74" y="265"/>
                  <a:pt x="64" y="265"/>
                  <a:pt x="57" y="265"/>
                </a:cubicBezTo>
                <a:cubicBezTo>
                  <a:pt x="54" y="265"/>
                  <a:pt x="50" y="265"/>
                  <a:pt x="44" y="267"/>
                </a:cubicBezTo>
                <a:cubicBezTo>
                  <a:pt x="39" y="269"/>
                  <a:pt x="34" y="270"/>
                  <a:pt x="31" y="270"/>
                </a:cubicBezTo>
                <a:cubicBezTo>
                  <a:pt x="23" y="270"/>
                  <a:pt x="16" y="266"/>
                  <a:pt x="10" y="260"/>
                </a:cubicBezTo>
                <a:cubicBezTo>
                  <a:pt x="4" y="253"/>
                  <a:pt x="1" y="246"/>
                  <a:pt x="1" y="237"/>
                </a:cubicBezTo>
                <a:cubicBezTo>
                  <a:pt x="1" y="235"/>
                  <a:pt x="2" y="231"/>
                  <a:pt x="3" y="225"/>
                </a:cubicBezTo>
                <a:cubicBezTo>
                  <a:pt x="4" y="220"/>
                  <a:pt x="5" y="216"/>
                  <a:pt x="5" y="214"/>
                </a:cubicBezTo>
                <a:cubicBezTo>
                  <a:pt x="5" y="209"/>
                  <a:pt x="4" y="202"/>
                  <a:pt x="3" y="192"/>
                </a:cubicBezTo>
                <a:cubicBezTo>
                  <a:pt x="1" y="183"/>
                  <a:pt x="0" y="176"/>
                  <a:pt x="0" y="171"/>
                </a:cubicBezTo>
                <a:cubicBezTo>
                  <a:pt x="0" y="158"/>
                  <a:pt x="1" y="145"/>
                  <a:pt x="4" y="133"/>
                </a:cubicBezTo>
                <a:cubicBezTo>
                  <a:pt x="6" y="120"/>
                  <a:pt x="9" y="108"/>
                  <a:pt x="13" y="96"/>
                </a:cubicBezTo>
                <a:cubicBezTo>
                  <a:pt x="17" y="84"/>
                  <a:pt x="23" y="73"/>
                  <a:pt x="31" y="62"/>
                </a:cubicBezTo>
                <a:cubicBezTo>
                  <a:pt x="38" y="51"/>
                  <a:pt x="47" y="42"/>
                  <a:pt x="57" y="35"/>
                </a:cubicBezTo>
                <a:cubicBezTo>
                  <a:pt x="66" y="28"/>
                  <a:pt x="80" y="21"/>
                  <a:pt x="98" y="14"/>
                </a:cubicBezTo>
                <a:cubicBezTo>
                  <a:pt x="121" y="4"/>
                  <a:pt x="139" y="0"/>
                  <a:pt x="153" y="0"/>
                </a:cubicBezTo>
                <a:cubicBezTo>
                  <a:pt x="160" y="0"/>
                  <a:pt x="171" y="1"/>
                  <a:pt x="184" y="4"/>
                </a:cubicBezTo>
                <a:cubicBezTo>
                  <a:pt x="198" y="7"/>
                  <a:pt x="208" y="8"/>
                  <a:pt x="215" y="8"/>
                </a:cubicBezTo>
                <a:cubicBezTo>
                  <a:pt x="217" y="8"/>
                  <a:pt x="220" y="8"/>
                  <a:pt x="225" y="7"/>
                </a:cubicBezTo>
                <a:cubicBezTo>
                  <a:pt x="229" y="7"/>
                  <a:pt x="233" y="7"/>
                  <a:pt x="235" y="7"/>
                </a:cubicBezTo>
                <a:cubicBezTo>
                  <a:pt x="244" y="7"/>
                  <a:pt x="251" y="9"/>
                  <a:pt x="256" y="15"/>
                </a:cubicBezTo>
                <a:cubicBezTo>
                  <a:pt x="260" y="21"/>
                  <a:pt x="262" y="29"/>
                  <a:pt x="262" y="39"/>
                </a:cubicBezTo>
                <a:cubicBezTo>
                  <a:pt x="262" y="42"/>
                  <a:pt x="262" y="46"/>
                  <a:pt x="261" y="51"/>
                </a:cubicBezTo>
                <a:cubicBezTo>
                  <a:pt x="261" y="56"/>
                  <a:pt x="260" y="60"/>
                  <a:pt x="260" y="63"/>
                </a:cubicBezTo>
                <a:cubicBezTo>
                  <a:pt x="260" y="64"/>
                  <a:pt x="260" y="65"/>
                  <a:pt x="261" y="66"/>
                </a:cubicBezTo>
                <a:cubicBezTo>
                  <a:pt x="261" y="67"/>
                  <a:pt x="261" y="68"/>
                  <a:pt x="261" y="69"/>
                </a:cubicBezTo>
                <a:cubicBezTo>
                  <a:pt x="261" y="70"/>
                  <a:pt x="262" y="71"/>
                  <a:pt x="262" y="72"/>
                </a:cubicBezTo>
                <a:cubicBezTo>
                  <a:pt x="262" y="72"/>
                  <a:pt x="262" y="73"/>
                  <a:pt x="263" y="74"/>
                </a:cubicBezTo>
                <a:cubicBezTo>
                  <a:pt x="263" y="76"/>
                  <a:pt x="264" y="77"/>
                  <a:pt x="264" y="77"/>
                </a:cubicBezTo>
                <a:cubicBezTo>
                  <a:pt x="266" y="82"/>
                  <a:pt x="267" y="89"/>
                  <a:pt x="268" y="98"/>
                </a:cubicBezTo>
                <a:cubicBezTo>
                  <a:pt x="269" y="107"/>
                  <a:pt x="270" y="115"/>
                  <a:pt x="270" y="1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8" name="Freeform 104"/>
          <p:cNvSpPr>
            <a:spLocks/>
          </p:cNvSpPr>
          <p:nvPr/>
        </p:nvSpPr>
        <p:spPr bwMode="auto">
          <a:xfrm>
            <a:off x="6443663" y="3757613"/>
            <a:ext cx="196850" cy="266700"/>
          </a:xfrm>
          <a:custGeom>
            <a:avLst/>
            <a:gdLst>
              <a:gd name="T0" fmla="*/ 6 w 182"/>
              <a:gd name="T1" fmla="*/ 0 h 247"/>
              <a:gd name="T2" fmla="*/ 130 w 182"/>
              <a:gd name="T3" fmla="*/ 0 h 247"/>
              <a:gd name="T4" fmla="*/ 134 w 182"/>
              <a:gd name="T5" fmla="*/ 2 h 247"/>
              <a:gd name="T6" fmla="*/ 136 w 182"/>
              <a:gd name="T7" fmla="*/ 6 h 247"/>
              <a:gd name="T8" fmla="*/ 136 w 182"/>
              <a:gd name="T9" fmla="*/ 157 h 247"/>
              <a:gd name="T10" fmla="*/ 169 w 182"/>
              <a:gd name="T11" fmla="*/ 157 h 247"/>
              <a:gd name="T12" fmla="*/ 180 w 182"/>
              <a:gd name="T13" fmla="*/ 164 h 247"/>
              <a:gd name="T14" fmla="*/ 178 w 182"/>
              <a:gd name="T15" fmla="*/ 176 h 247"/>
              <a:gd name="T16" fmla="*/ 122 w 182"/>
              <a:gd name="T17" fmla="*/ 244 h 247"/>
              <a:gd name="T18" fmla="*/ 113 w 182"/>
              <a:gd name="T19" fmla="*/ 247 h 247"/>
              <a:gd name="T20" fmla="*/ 105 w 182"/>
              <a:gd name="T21" fmla="*/ 244 h 247"/>
              <a:gd name="T22" fmla="*/ 48 w 182"/>
              <a:gd name="T23" fmla="*/ 176 h 247"/>
              <a:gd name="T24" fmla="*/ 47 w 182"/>
              <a:gd name="T25" fmla="*/ 164 h 247"/>
              <a:gd name="T26" fmla="*/ 57 w 182"/>
              <a:gd name="T27" fmla="*/ 157 h 247"/>
              <a:gd name="T28" fmla="*/ 91 w 182"/>
              <a:gd name="T29" fmla="*/ 157 h 247"/>
              <a:gd name="T30" fmla="*/ 91 w 182"/>
              <a:gd name="T31" fmla="*/ 45 h 247"/>
              <a:gd name="T32" fmla="*/ 35 w 182"/>
              <a:gd name="T33" fmla="*/ 45 h 247"/>
              <a:gd name="T34" fmla="*/ 30 w 182"/>
              <a:gd name="T35" fmla="*/ 43 h 247"/>
              <a:gd name="T36" fmla="*/ 2 w 182"/>
              <a:gd name="T37" fmla="*/ 9 h 247"/>
              <a:gd name="T38" fmla="*/ 1 w 182"/>
              <a:gd name="T39" fmla="*/ 3 h 247"/>
              <a:gd name="T40" fmla="*/ 6 w 182"/>
              <a:gd name="T41" fmla="*/ 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2" h="247">
                <a:moveTo>
                  <a:pt x="6" y="0"/>
                </a:moveTo>
                <a:cubicBezTo>
                  <a:pt x="130" y="0"/>
                  <a:pt x="130" y="0"/>
                  <a:pt x="130" y="0"/>
                </a:cubicBezTo>
                <a:cubicBezTo>
                  <a:pt x="132" y="0"/>
                  <a:pt x="133" y="1"/>
                  <a:pt x="134" y="2"/>
                </a:cubicBezTo>
                <a:cubicBezTo>
                  <a:pt x="135" y="3"/>
                  <a:pt x="136" y="4"/>
                  <a:pt x="136" y="6"/>
                </a:cubicBezTo>
                <a:cubicBezTo>
                  <a:pt x="136" y="157"/>
                  <a:pt x="136" y="157"/>
                  <a:pt x="136" y="157"/>
                </a:cubicBezTo>
                <a:cubicBezTo>
                  <a:pt x="169" y="157"/>
                  <a:pt x="169" y="157"/>
                  <a:pt x="169" y="157"/>
                </a:cubicBezTo>
                <a:cubicBezTo>
                  <a:pt x="174" y="157"/>
                  <a:pt x="178" y="160"/>
                  <a:pt x="180" y="164"/>
                </a:cubicBezTo>
                <a:cubicBezTo>
                  <a:pt x="182" y="168"/>
                  <a:pt x="181" y="172"/>
                  <a:pt x="178" y="176"/>
                </a:cubicBezTo>
                <a:cubicBezTo>
                  <a:pt x="122" y="244"/>
                  <a:pt x="122" y="244"/>
                  <a:pt x="122" y="244"/>
                </a:cubicBezTo>
                <a:cubicBezTo>
                  <a:pt x="120" y="246"/>
                  <a:pt x="117" y="247"/>
                  <a:pt x="113" y="247"/>
                </a:cubicBezTo>
                <a:cubicBezTo>
                  <a:pt x="110" y="247"/>
                  <a:pt x="107" y="246"/>
                  <a:pt x="105" y="244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45" y="172"/>
                  <a:pt x="45" y="168"/>
                  <a:pt x="47" y="164"/>
                </a:cubicBezTo>
                <a:cubicBezTo>
                  <a:pt x="49" y="160"/>
                  <a:pt x="52" y="157"/>
                  <a:pt x="57" y="157"/>
                </a:cubicBezTo>
                <a:cubicBezTo>
                  <a:pt x="91" y="157"/>
                  <a:pt x="91" y="157"/>
                  <a:pt x="91" y="157"/>
                </a:cubicBezTo>
                <a:cubicBezTo>
                  <a:pt x="91" y="45"/>
                  <a:pt x="91" y="45"/>
                  <a:pt x="91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3" y="45"/>
                  <a:pt x="31" y="44"/>
                  <a:pt x="30" y="43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1" y="3"/>
                </a:cubicBezTo>
                <a:cubicBezTo>
                  <a:pt x="2" y="1"/>
                  <a:pt x="4" y="0"/>
                  <a:pt x="6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9" name="Freeform 105"/>
          <p:cNvSpPr>
            <a:spLocks/>
          </p:cNvSpPr>
          <p:nvPr/>
        </p:nvSpPr>
        <p:spPr bwMode="auto">
          <a:xfrm>
            <a:off x="6875463" y="3757613"/>
            <a:ext cx="195263" cy="266700"/>
          </a:xfrm>
          <a:custGeom>
            <a:avLst/>
            <a:gdLst>
              <a:gd name="T0" fmla="*/ 179 w 181"/>
              <a:gd name="T1" fmla="*/ 83 h 247"/>
              <a:gd name="T2" fmla="*/ 169 w 181"/>
              <a:gd name="T3" fmla="*/ 90 h 247"/>
              <a:gd name="T4" fmla="*/ 135 w 181"/>
              <a:gd name="T5" fmla="*/ 90 h 247"/>
              <a:gd name="T6" fmla="*/ 135 w 181"/>
              <a:gd name="T7" fmla="*/ 242 h 247"/>
              <a:gd name="T8" fmla="*/ 134 w 181"/>
              <a:gd name="T9" fmla="*/ 246 h 247"/>
              <a:gd name="T10" fmla="*/ 130 w 181"/>
              <a:gd name="T11" fmla="*/ 247 h 247"/>
              <a:gd name="T12" fmla="*/ 6 w 181"/>
              <a:gd name="T13" fmla="*/ 247 h 247"/>
              <a:gd name="T14" fmla="*/ 1 w 181"/>
              <a:gd name="T15" fmla="*/ 244 h 247"/>
              <a:gd name="T16" fmla="*/ 2 w 181"/>
              <a:gd name="T17" fmla="*/ 238 h 247"/>
              <a:gd name="T18" fmla="*/ 30 w 181"/>
              <a:gd name="T19" fmla="*/ 204 h 247"/>
              <a:gd name="T20" fmla="*/ 34 w 181"/>
              <a:gd name="T21" fmla="*/ 202 h 247"/>
              <a:gd name="T22" fmla="*/ 90 w 181"/>
              <a:gd name="T23" fmla="*/ 202 h 247"/>
              <a:gd name="T24" fmla="*/ 90 w 181"/>
              <a:gd name="T25" fmla="*/ 90 h 247"/>
              <a:gd name="T26" fmla="*/ 57 w 181"/>
              <a:gd name="T27" fmla="*/ 90 h 247"/>
              <a:gd name="T28" fmla="*/ 47 w 181"/>
              <a:gd name="T29" fmla="*/ 83 h 247"/>
              <a:gd name="T30" fmla="*/ 48 w 181"/>
              <a:gd name="T31" fmla="*/ 71 h 247"/>
              <a:gd name="T32" fmla="*/ 104 w 181"/>
              <a:gd name="T33" fmla="*/ 4 h 247"/>
              <a:gd name="T34" fmla="*/ 113 w 181"/>
              <a:gd name="T35" fmla="*/ 0 h 247"/>
              <a:gd name="T36" fmla="*/ 122 w 181"/>
              <a:gd name="T37" fmla="*/ 4 h 247"/>
              <a:gd name="T38" fmla="*/ 178 w 181"/>
              <a:gd name="T39" fmla="*/ 71 h 247"/>
              <a:gd name="T40" fmla="*/ 179 w 181"/>
              <a:gd name="T41" fmla="*/ 83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1" h="247">
                <a:moveTo>
                  <a:pt x="179" y="83"/>
                </a:moveTo>
                <a:cubicBezTo>
                  <a:pt x="177" y="88"/>
                  <a:pt x="174" y="90"/>
                  <a:pt x="169" y="90"/>
                </a:cubicBezTo>
                <a:cubicBezTo>
                  <a:pt x="135" y="90"/>
                  <a:pt x="135" y="90"/>
                  <a:pt x="135" y="90"/>
                </a:cubicBezTo>
                <a:cubicBezTo>
                  <a:pt x="135" y="242"/>
                  <a:pt x="135" y="242"/>
                  <a:pt x="135" y="242"/>
                </a:cubicBezTo>
                <a:cubicBezTo>
                  <a:pt x="135" y="243"/>
                  <a:pt x="135" y="245"/>
                  <a:pt x="134" y="246"/>
                </a:cubicBezTo>
                <a:cubicBezTo>
                  <a:pt x="133" y="247"/>
                  <a:pt x="131" y="247"/>
                  <a:pt x="130" y="247"/>
                </a:cubicBezTo>
                <a:cubicBezTo>
                  <a:pt x="6" y="247"/>
                  <a:pt x="6" y="247"/>
                  <a:pt x="6" y="247"/>
                </a:cubicBezTo>
                <a:cubicBezTo>
                  <a:pt x="4" y="247"/>
                  <a:pt x="2" y="246"/>
                  <a:pt x="1" y="244"/>
                </a:cubicBezTo>
                <a:cubicBezTo>
                  <a:pt x="0" y="242"/>
                  <a:pt x="0" y="240"/>
                  <a:pt x="2" y="238"/>
                </a:cubicBezTo>
                <a:cubicBezTo>
                  <a:pt x="30" y="204"/>
                  <a:pt x="30" y="204"/>
                  <a:pt x="30" y="204"/>
                </a:cubicBezTo>
                <a:cubicBezTo>
                  <a:pt x="31" y="203"/>
                  <a:pt x="32" y="202"/>
                  <a:pt x="34" y="202"/>
                </a:cubicBezTo>
                <a:cubicBezTo>
                  <a:pt x="90" y="202"/>
                  <a:pt x="90" y="202"/>
                  <a:pt x="90" y="202"/>
                </a:cubicBezTo>
                <a:cubicBezTo>
                  <a:pt x="90" y="90"/>
                  <a:pt x="90" y="90"/>
                  <a:pt x="90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52" y="90"/>
                  <a:pt x="49" y="88"/>
                  <a:pt x="47" y="83"/>
                </a:cubicBezTo>
                <a:cubicBezTo>
                  <a:pt x="45" y="79"/>
                  <a:pt x="45" y="75"/>
                  <a:pt x="48" y="71"/>
                </a:cubicBezTo>
                <a:cubicBezTo>
                  <a:pt x="104" y="4"/>
                  <a:pt x="104" y="4"/>
                  <a:pt x="104" y="4"/>
                </a:cubicBezTo>
                <a:cubicBezTo>
                  <a:pt x="106" y="1"/>
                  <a:pt x="109" y="0"/>
                  <a:pt x="113" y="0"/>
                </a:cubicBezTo>
                <a:cubicBezTo>
                  <a:pt x="117" y="0"/>
                  <a:pt x="119" y="1"/>
                  <a:pt x="122" y="4"/>
                </a:cubicBezTo>
                <a:cubicBezTo>
                  <a:pt x="178" y="71"/>
                  <a:pt x="178" y="71"/>
                  <a:pt x="178" y="71"/>
                </a:cubicBezTo>
                <a:cubicBezTo>
                  <a:pt x="181" y="75"/>
                  <a:pt x="181" y="79"/>
                  <a:pt x="179" y="8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0" name="Freeform 106"/>
          <p:cNvSpPr>
            <a:spLocks noEditPoints="1"/>
          </p:cNvSpPr>
          <p:nvPr/>
        </p:nvSpPr>
        <p:spPr bwMode="auto">
          <a:xfrm>
            <a:off x="7235826" y="3721101"/>
            <a:ext cx="339725" cy="339725"/>
          </a:xfrm>
          <a:custGeom>
            <a:avLst/>
            <a:gdLst>
              <a:gd name="T0" fmla="*/ 157 w 315"/>
              <a:gd name="T1" fmla="*/ 0 h 315"/>
              <a:gd name="T2" fmla="*/ 218 w 315"/>
              <a:gd name="T3" fmla="*/ 13 h 315"/>
              <a:gd name="T4" fmla="*/ 269 w 315"/>
              <a:gd name="T5" fmla="*/ 46 h 315"/>
              <a:gd name="T6" fmla="*/ 302 w 315"/>
              <a:gd name="T7" fmla="*/ 97 h 315"/>
              <a:gd name="T8" fmla="*/ 315 w 315"/>
              <a:gd name="T9" fmla="*/ 158 h 315"/>
              <a:gd name="T10" fmla="*/ 302 w 315"/>
              <a:gd name="T11" fmla="*/ 219 h 315"/>
              <a:gd name="T12" fmla="*/ 269 w 315"/>
              <a:gd name="T13" fmla="*/ 269 h 315"/>
              <a:gd name="T14" fmla="*/ 218 w 315"/>
              <a:gd name="T15" fmla="*/ 303 h 315"/>
              <a:gd name="T16" fmla="*/ 157 w 315"/>
              <a:gd name="T17" fmla="*/ 315 h 315"/>
              <a:gd name="T18" fmla="*/ 96 w 315"/>
              <a:gd name="T19" fmla="*/ 303 h 315"/>
              <a:gd name="T20" fmla="*/ 46 w 315"/>
              <a:gd name="T21" fmla="*/ 269 h 315"/>
              <a:gd name="T22" fmla="*/ 12 w 315"/>
              <a:gd name="T23" fmla="*/ 219 h 315"/>
              <a:gd name="T24" fmla="*/ 0 w 315"/>
              <a:gd name="T25" fmla="*/ 158 h 315"/>
              <a:gd name="T26" fmla="*/ 12 w 315"/>
              <a:gd name="T27" fmla="*/ 97 h 315"/>
              <a:gd name="T28" fmla="*/ 46 w 315"/>
              <a:gd name="T29" fmla="*/ 46 h 315"/>
              <a:gd name="T30" fmla="*/ 96 w 315"/>
              <a:gd name="T31" fmla="*/ 13 h 315"/>
              <a:gd name="T32" fmla="*/ 157 w 315"/>
              <a:gd name="T33" fmla="*/ 0 h 315"/>
              <a:gd name="T34" fmla="*/ 157 w 315"/>
              <a:gd name="T35" fmla="*/ 23 h 315"/>
              <a:gd name="T36" fmla="*/ 94 w 315"/>
              <a:gd name="T37" fmla="*/ 39 h 315"/>
              <a:gd name="T38" fmla="*/ 128 w 315"/>
              <a:gd name="T39" fmla="*/ 73 h 315"/>
              <a:gd name="T40" fmla="*/ 157 w 315"/>
              <a:gd name="T41" fmla="*/ 68 h 315"/>
              <a:gd name="T42" fmla="*/ 187 w 315"/>
              <a:gd name="T43" fmla="*/ 73 h 315"/>
              <a:gd name="T44" fmla="*/ 221 w 315"/>
              <a:gd name="T45" fmla="*/ 39 h 315"/>
              <a:gd name="T46" fmla="*/ 157 w 315"/>
              <a:gd name="T47" fmla="*/ 23 h 315"/>
              <a:gd name="T48" fmla="*/ 38 w 315"/>
              <a:gd name="T49" fmla="*/ 221 h 315"/>
              <a:gd name="T50" fmla="*/ 72 w 315"/>
              <a:gd name="T51" fmla="*/ 187 h 315"/>
              <a:gd name="T52" fmla="*/ 67 w 315"/>
              <a:gd name="T53" fmla="*/ 158 h 315"/>
              <a:gd name="T54" fmla="*/ 72 w 315"/>
              <a:gd name="T55" fmla="*/ 128 h 315"/>
              <a:gd name="T56" fmla="*/ 38 w 315"/>
              <a:gd name="T57" fmla="*/ 94 h 315"/>
              <a:gd name="T58" fmla="*/ 22 w 315"/>
              <a:gd name="T59" fmla="*/ 158 h 315"/>
              <a:gd name="T60" fmla="*/ 38 w 315"/>
              <a:gd name="T61" fmla="*/ 221 h 315"/>
              <a:gd name="T62" fmla="*/ 157 w 315"/>
              <a:gd name="T63" fmla="*/ 293 h 315"/>
              <a:gd name="T64" fmla="*/ 221 w 315"/>
              <a:gd name="T65" fmla="*/ 277 h 315"/>
              <a:gd name="T66" fmla="*/ 187 w 315"/>
              <a:gd name="T67" fmla="*/ 243 h 315"/>
              <a:gd name="T68" fmla="*/ 157 w 315"/>
              <a:gd name="T69" fmla="*/ 248 h 315"/>
              <a:gd name="T70" fmla="*/ 128 w 315"/>
              <a:gd name="T71" fmla="*/ 243 h 315"/>
              <a:gd name="T72" fmla="*/ 94 w 315"/>
              <a:gd name="T73" fmla="*/ 277 h 315"/>
              <a:gd name="T74" fmla="*/ 157 w 315"/>
              <a:gd name="T75" fmla="*/ 293 h 315"/>
              <a:gd name="T76" fmla="*/ 157 w 315"/>
              <a:gd name="T77" fmla="*/ 225 h 315"/>
              <a:gd name="T78" fmla="*/ 205 w 315"/>
              <a:gd name="T79" fmla="*/ 205 h 315"/>
              <a:gd name="T80" fmla="*/ 225 w 315"/>
              <a:gd name="T81" fmla="*/ 158 h 315"/>
              <a:gd name="T82" fmla="*/ 205 w 315"/>
              <a:gd name="T83" fmla="*/ 110 h 315"/>
              <a:gd name="T84" fmla="*/ 157 w 315"/>
              <a:gd name="T85" fmla="*/ 90 h 315"/>
              <a:gd name="T86" fmla="*/ 109 w 315"/>
              <a:gd name="T87" fmla="*/ 110 h 315"/>
              <a:gd name="T88" fmla="*/ 90 w 315"/>
              <a:gd name="T89" fmla="*/ 158 h 315"/>
              <a:gd name="T90" fmla="*/ 109 w 315"/>
              <a:gd name="T91" fmla="*/ 205 h 315"/>
              <a:gd name="T92" fmla="*/ 157 w 315"/>
              <a:gd name="T93" fmla="*/ 225 h 315"/>
              <a:gd name="T94" fmla="*/ 242 w 315"/>
              <a:gd name="T95" fmla="*/ 187 h 315"/>
              <a:gd name="T96" fmla="*/ 276 w 315"/>
              <a:gd name="T97" fmla="*/ 221 h 315"/>
              <a:gd name="T98" fmla="*/ 292 w 315"/>
              <a:gd name="T99" fmla="*/ 158 h 315"/>
              <a:gd name="T100" fmla="*/ 276 w 315"/>
              <a:gd name="T101" fmla="*/ 94 h 315"/>
              <a:gd name="T102" fmla="*/ 242 w 315"/>
              <a:gd name="T103" fmla="*/ 128 h 315"/>
              <a:gd name="T104" fmla="*/ 247 w 315"/>
              <a:gd name="T105" fmla="*/ 158 h 315"/>
              <a:gd name="T106" fmla="*/ 242 w 315"/>
              <a:gd name="T107" fmla="*/ 18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15" h="315">
                <a:moveTo>
                  <a:pt x="157" y="0"/>
                </a:moveTo>
                <a:cubicBezTo>
                  <a:pt x="178" y="0"/>
                  <a:pt x="199" y="5"/>
                  <a:pt x="218" y="13"/>
                </a:cubicBezTo>
                <a:cubicBezTo>
                  <a:pt x="238" y="21"/>
                  <a:pt x="255" y="32"/>
                  <a:pt x="269" y="46"/>
                </a:cubicBezTo>
                <a:cubicBezTo>
                  <a:pt x="283" y="60"/>
                  <a:pt x="294" y="77"/>
                  <a:pt x="302" y="97"/>
                </a:cubicBezTo>
                <a:cubicBezTo>
                  <a:pt x="310" y="116"/>
                  <a:pt x="315" y="136"/>
                  <a:pt x="315" y="158"/>
                </a:cubicBezTo>
                <a:cubicBezTo>
                  <a:pt x="315" y="179"/>
                  <a:pt x="310" y="199"/>
                  <a:pt x="302" y="219"/>
                </a:cubicBezTo>
                <a:cubicBezTo>
                  <a:pt x="294" y="238"/>
                  <a:pt x="283" y="255"/>
                  <a:pt x="269" y="269"/>
                </a:cubicBezTo>
                <a:cubicBezTo>
                  <a:pt x="255" y="283"/>
                  <a:pt x="238" y="294"/>
                  <a:pt x="218" y="303"/>
                </a:cubicBezTo>
                <a:cubicBezTo>
                  <a:pt x="199" y="311"/>
                  <a:pt x="178" y="315"/>
                  <a:pt x="157" y="315"/>
                </a:cubicBezTo>
                <a:cubicBezTo>
                  <a:pt x="136" y="315"/>
                  <a:pt x="115" y="311"/>
                  <a:pt x="96" y="303"/>
                </a:cubicBezTo>
                <a:cubicBezTo>
                  <a:pt x="77" y="294"/>
                  <a:pt x="60" y="283"/>
                  <a:pt x="46" y="269"/>
                </a:cubicBezTo>
                <a:cubicBezTo>
                  <a:pt x="32" y="255"/>
                  <a:pt x="21" y="238"/>
                  <a:pt x="12" y="219"/>
                </a:cubicBezTo>
                <a:cubicBezTo>
                  <a:pt x="4" y="199"/>
                  <a:pt x="0" y="179"/>
                  <a:pt x="0" y="158"/>
                </a:cubicBezTo>
                <a:cubicBezTo>
                  <a:pt x="0" y="136"/>
                  <a:pt x="4" y="116"/>
                  <a:pt x="12" y="97"/>
                </a:cubicBezTo>
                <a:cubicBezTo>
                  <a:pt x="21" y="77"/>
                  <a:pt x="32" y="60"/>
                  <a:pt x="46" y="46"/>
                </a:cubicBezTo>
                <a:cubicBezTo>
                  <a:pt x="60" y="32"/>
                  <a:pt x="77" y="21"/>
                  <a:pt x="96" y="13"/>
                </a:cubicBezTo>
                <a:cubicBezTo>
                  <a:pt x="115" y="5"/>
                  <a:pt x="136" y="0"/>
                  <a:pt x="157" y="0"/>
                </a:cubicBezTo>
                <a:close/>
                <a:moveTo>
                  <a:pt x="157" y="23"/>
                </a:moveTo>
                <a:cubicBezTo>
                  <a:pt x="135" y="23"/>
                  <a:pt x="114" y="28"/>
                  <a:pt x="94" y="39"/>
                </a:cubicBezTo>
                <a:cubicBezTo>
                  <a:pt x="128" y="73"/>
                  <a:pt x="128" y="73"/>
                  <a:pt x="128" y="73"/>
                </a:cubicBezTo>
                <a:cubicBezTo>
                  <a:pt x="137" y="69"/>
                  <a:pt x="147" y="68"/>
                  <a:pt x="157" y="68"/>
                </a:cubicBezTo>
                <a:cubicBezTo>
                  <a:pt x="167" y="68"/>
                  <a:pt x="177" y="69"/>
                  <a:pt x="187" y="73"/>
                </a:cubicBezTo>
                <a:cubicBezTo>
                  <a:pt x="221" y="39"/>
                  <a:pt x="221" y="39"/>
                  <a:pt x="221" y="39"/>
                </a:cubicBezTo>
                <a:cubicBezTo>
                  <a:pt x="201" y="28"/>
                  <a:pt x="179" y="23"/>
                  <a:pt x="157" y="23"/>
                </a:cubicBezTo>
                <a:close/>
                <a:moveTo>
                  <a:pt x="38" y="221"/>
                </a:moveTo>
                <a:cubicBezTo>
                  <a:pt x="72" y="187"/>
                  <a:pt x="72" y="187"/>
                  <a:pt x="72" y="187"/>
                </a:cubicBezTo>
                <a:cubicBezTo>
                  <a:pt x="69" y="177"/>
                  <a:pt x="67" y="168"/>
                  <a:pt x="67" y="158"/>
                </a:cubicBezTo>
                <a:cubicBezTo>
                  <a:pt x="67" y="148"/>
                  <a:pt x="69" y="138"/>
                  <a:pt x="72" y="128"/>
                </a:cubicBezTo>
                <a:cubicBezTo>
                  <a:pt x="38" y="94"/>
                  <a:pt x="38" y="94"/>
                  <a:pt x="38" y="94"/>
                </a:cubicBezTo>
                <a:cubicBezTo>
                  <a:pt x="28" y="114"/>
                  <a:pt x="22" y="136"/>
                  <a:pt x="22" y="158"/>
                </a:cubicBezTo>
                <a:cubicBezTo>
                  <a:pt x="22" y="180"/>
                  <a:pt x="28" y="201"/>
                  <a:pt x="38" y="221"/>
                </a:cubicBezTo>
                <a:close/>
                <a:moveTo>
                  <a:pt x="157" y="293"/>
                </a:moveTo>
                <a:cubicBezTo>
                  <a:pt x="179" y="293"/>
                  <a:pt x="201" y="287"/>
                  <a:pt x="221" y="277"/>
                </a:cubicBezTo>
                <a:cubicBezTo>
                  <a:pt x="187" y="243"/>
                  <a:pt x="187" y="243"/>
                  <a:pt x="187" y="243"/>
                </a:cubicBezTo>
                <a:cubicBezTo>
                  <a:pt x="177" y="246"/>
                  <a:pt x="167" y="248"/>
                  <a:pt x="157" y="248"/>
                </a:cubicBezTo>
                <a:cubicBezTo>
                  <a:pt x="147" y="248"/>
                  <a:pt x="137" y="246"/>
                  <a:pt x="128" y="243"/>
                </a:cubicBezTo>
                <a:cubicBezTo>
                  <a:pt x="94" y="277"/>
                  <a:pt x="94" y="277"/>
                  <a:pt x="94" y="277"/>
                </a:cubicBezTo>
                <a:cubicBezTo>
                  <a:pt x="114" y="287"/>
                  <a:pt x="135" y="293"/>
                  <a:pt x="157" y="293"/>
                </a:cubicBezTo>
                <a:close/>
                <a:moveTo>
                  <a:pt x="157" y="225"/>
                </a:moveTo>
                <a:cubicBezTo>
                  <a:pt x="176" y="225"/>
                  <a:pt x="192" y="219"/>
                  <a:pt x="205" y="205"/>
                </a:cubicBezTo>
                <a:cubicBezTo>
                  <a:pt x="218" y="192"/>
                  <a:pt x="225" y="176"/>
                  <a:pt x="225" y="158"/>
                </a:cubicBezTo>
                <a:cubicBezTo>
                  <a:pt x="225" y="139"/>
                  <a:pt x="218" y="123"/>
                  <a:pt x="205" y="110"/>
                </a:cubicBezTo>
                <a:cubicBezTo>
                  <a:pt x="192" y="97"/>
                  <a:pt x="176" y="90"/>
                  <a:pt x="157" y="90"/>
                </a:cubicBezTo>
                <a:cubicBezTo>
                  <a:pt x="139" y="90"/>
                  <a:pt x="123" y="97"/>
                  <a:pt x="109" y="110"/>
                </a:cubicBezTo>
                <a:cubicBezTo>
                  <a:pt x="96" y="123"/>
                  <a:pt x="90" y="139"/>
                  <a:pt x="90" y="158"/>
                </a:cubicBezTo>
                <a:cubicBezTo>
                  <a:pt x="90" y="176"/>
                  <a:pt x="96" y="192"/>
                  <a:pt x="109" y="205"/>
                </a:cubicBezTo>
                <a:cubicBezTo>
                  <a:pt x="123" y="219"/>
                  <a:pt x="139" y="225"/>
                  <a:pt x="157" y="225"/>
                </a:cubicBezTo>
                <a:close/>
                <a:moveTo>
                  <a:pt x="242" y="187"/>
                </a:moveTo>
                <a:cubicBezTo>
                  <a:pt x="276" y="221"/>
                  <a:pt x="276" y="221"/>
                  <a:pt x="276" y="221"/>
                </a:cubicBezTo>
                <a:cubicBezTo>
                  <a:pt x="287" y="201"/>
                  <a:pt x="292" y="180"/>
                  <a:pt x="292" y="158"/>
                </a:cubicBezTo>
                <a:cubicBezTo>
                  <a:pt x="292" y="136"/>
                  <a:pt x="287" y="114"/>
                  <a:pt x="276" y="94"/>
                </a:cubicBezTo>
                <a:cubicBezTo>
                  <a:pt x="242" y="128"/>
                  <a:pt x="242" y="128"/>
                  <a:pt x="242" y="128"/>
                </a:cubicBezTo>
                <a:cubicBezTo>
                  <a:pt x="245" y="138"/>
                  <a:pt x="247" y="148"/>
                  <a:pt x="247" y="158"/>
                </a:cubicBezTo>
                <a:cubicBezTo>
                  <a:pt x="247" y="168"/>
                  <a:pt x="245" y="177"/>
                  <a:pt x="242" y="18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1" name="Freeform 107"/>
          <p:cNvSpPr>
            <a:spLocks noEditPoints="1"/>
          </p:cNvSpPr>
          <p:nvPr/>
        </p:nvSpPr>
        <p:spPr bwMode="auto">
          <a:xfrm>
            <a:off x="7739063" y="3746501"/>
            <a:ext cx="195263" cy="290513"/>
          </a:xfrm>
          <a:custGeom>
            <a:avLst/>
            <a:gdLst>
              <a:gd name="T0" fmla="*/ 128 w 180"/>
              <a:gd name="T1" fmla="*/ 82 h 270"/>
              <a:gd name="T2" fmla="*/ 120 w 180"/>
              <a:gd name="T3" fmla="*/ 82 h 270"/>
              <a:gd name="T4" fmla="*/ 108 w 180"/>
              <a:gd name="T5" fmla="*/ 66 h 270"/>
              <a:gd name="T6" fmla="*/ 86 w 180"/>
              <a:gd name="T7" fmla="*/ 60 h 270"/>
              <a:gd name="T8" fmla="*/ 86 w 180"/>
              <a:gd name="T9" fmla="*/ 52 h 270"/>
              <a:gd name="T10" fmla="*/ 107 w 180"/>
              <a:gd name="T11" fmla="*/ 53 h 270"/>
              <a:gd name="T12" fmla="*/ 129 w 180"/>
              <a:gd name="T13" fmla="*/ 79 h 270"/>
              <a:gd name="T14" fmla="*/ 151 w 180"/>
              <a:gd name="T15" fmla="*/ 55 h 270"/>
              <a:gd name="T16" fmla="*/ 114 w 180"/>
              <a:gd name="T17" fmla="*/ 26 h 270"/>
              <a:gd name="T18" fmla="*/ 66 w 180"/>
              <a:gd name="T19" fmla="*/ 26 h 270"/>
              <a:gd name="T20" fmla="*/ 28 w 180"/>
              <a:gd name="T21" fmla="*/ 55 h 270"/>
              <a:gd name="T22" fmla="*/ 34 w 180"/>
              <a:gd name="T23" fmla="*/ 110 h 270"/>
              <a:gd name="T24" fmla="*/ 45 w 180"/>
              <a:gd name="T25" fmla="*/ 122 h 270"/>
              <a:gd name="T26" fmla="*/ 110 w 180"/>
              <a:gd name="T27" fmla="*/ 174 h 270"/>
              <a:gd name="T28" fmla="*/ 140 w 180"/>
              <a:gd name="T29" fmla="*/ 116 h 270"/>
              <a:gd name="T30" fmla="*/ 157 w 180"/>
              <a:gd name="T31" fmla="*/ 79 h 270"/>
              <a:gd name="T32" fmla="*/ 162 w 180"/>
              <a:gd name="T33" fmla="*/ 126 h 270"/>
              <a:gd name="T34" fmla="*/ 138 w 180"/>
              <a:gd name="T35" fmla="*/ 158 h 270"/>
              <a:gd name="T36" fmla="*/ 140 w 180"/>
              <a:gd name="T37" fmla="*/ 191 h 270"/>
              <a:gd name="T38" fmla="*/ 140 w 180"/>
              <a:gd name="T39" fmla="*/ 213 h 270"/>
              <a:gd name="T40" fmla="*/ 135 w 180"/>
              <a:gd name="T41" fmla="*/ 236 h 270"/>
              <a:gd name="T42" fmla="*/ 116 w 180"/>
              <a:gd name="T43" fmla="*/ 253 h 270"/>
              <a:gd name="T44" fmla="*/ 90 w 180"/>
              <a:gd name="T45" fmla="*/ 270 h 270"/>
              <a:gd name="T46" fmla="*/ 64 w 180"/>
              <a:gd name="T47" fmla="*/ 253 h 270"/>
              <a:gd name="T48" fmla="*/ 45 w 180"/>
              <a:gd name="T49" fmla="*/ 236 h 270"/>
              <a:gd name="T50" fmla="*/ 39 w 180"/>
              <a:gd name="T51" fmla="*/ 213 h 270"/>
              <a:gd name="T52" fmla="*/ 39 w 180"/>
              <a:gd name="T53" fmla="*/ 191 h 270"/>
              <a:gd name="T54" fmla="*/ 42 w 180"/>
              <a:gd name="T55" fmla="*/ 158 h 270"/>
              <a:gd name="T56" fmla="*/ 18 w 180"/>
              <a:gd name="T57" fmla="*/ 126 h 270"/>
              <a:gd name="T58" fmla="*/ 8 w 180"/>
              <a:gd name="T59" fmla="*/ 46 h 270"/>
              <a:gd name="T60" fmla="*/ 57 w 180"/>
              <a:gd name="T61" fmla="*/ 6 h 270"/>
              <a:gd name="T62" fmla="*/ 123 w 180"/>
              <a:gd name="T63" fmla="*/ 6 h 270"/>
              <a:gd name="T64" fmla="*/ 172 w 180"/>
              <a:gd name="T65" fmla="*/ 46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0" h="270">
                <a:moveTo>
                  <a:pt x="129" y="79"/>
                </a:moveTo>
                <a:cubicBezTo>
                  <a:pt x="129" y="80"/>
                  <a:pt x="129" y="81"/>
                  <a:pt x="128" y="82"/>
                </a:cubicBezTo>
                <a:cubicBezTo>
                  <a:pt x="126" y="84"/>
                  <a:pt x="125" y="84"/>
                  <a:pt x="124" y="84"/>
                </a:cubicBezTo>
                <a:cubicBezTo>
                  <a:pt x="122" y="84"/>
                  <a:pt x="121" y="84"/>
                  <a:pt x="120" y="82"/>
                </a:cubicBezTo>
                <a:cubicBezTo>
                  <a:pt x="119" y="81"/>
                  <a:pt x="118" y="80"/>
                  <a:pt x="118" y="79"/>
                </a:cubicBezTo>
                <a:cubicBezTo>
                  <a:pt x="118" y="73"/>
                  <a:pt x="115" y="69"/>
                  <a:pt x="108" y="66"/>
                </a:cubicBezTo>
                <a:cubicBezTo>
                  <a:pt x="102" y="63"/>
                  <a:pt x="96" y="62"/>
                  <a:pt x="90" y="62"/>
                </a:cubicBezTo>
                <a:cubicBezTo>
                  <a:pt x="88" y="62"/>
                  <a:pt x="87" y="61"/>
                  <a:pt x="86" y="60"/>
                </a:cubicBezTo>
                <a:cubicBezTo>
                  <a:pt x="85" y="59"/>
                  <a:pt x="84" y="58"/>
                  <a:pt x="84" y="56"/>
                </a:cubicBezTo>
                <a:cubicBezTo>
                  <a:pt x="84" y="55"/>
                  <a:pt x="85" y="53"/>
                  <a:pt x="86" y="52"/>
                </a:cubicBezTo>
                <a:cubicBezTo>
                  <a:pt x="87" y="51"/>
                  <a:pt x="88" y="50"/>
                  <a:pt x="90" y="50"/>
                </a:cubicBezTo>
                <a:cubicBezTo>
                  <a:pt x="96" y="50"/>
                  <a:pt x="102" y="51"/>
                  <a:pt x="107" y="53"/>
                </a:cubicBezTo>
                <a:cubicBezTo>
                  <a:pt x="113" y="55"/>
                  <a:pt x="118" y="58"/>
                  <a:pt x="123" y="63"/>
                </a:cubicBezTo>
                <a:cubicBezTo>
                  <a:pt x="127" y="67"/>
                  <a:pt x="129" y="72"/>
                  <a:pt x="129" y="79"/>
                </a:cubicBezTo>
                <a:close/>
                <a:moveTo>
                  <a:pt x="157" y="79"/>
                </a:moveTo>
                <a:cubicBezTo>
                  <a:pt x="157" y="70"/>
                  <a:pt x="155" y="62"/>
                  <a:pt x="151" y="55"/>
                </a:cubicBezTo>
                <a:cubicBezTo>
                  <a:pt x="147" y="48"/>
                  <a:pt x="142" y="42"/>
                  <a:pt x="135" y="37"/>
                </a:cubicBezTo>
                <a:cubicBezTo>
                  <a:pt x="129" y="33"/>
                  <a:pt x="122" y="29"/>
                  <a:pt x="114" y="26"/>
                </a:cubicBezTo>
                <a:cubicBezTo>
                  <a:pt x="106" y="24"/>
                  <a:pt x="98" y="22"/>
                  <a:pt x="90" y="22"/>
                </a:cubicBezTo>
                <a:cubicBezTo>
                  <a:pt x="82" y="22"/>
                  <a:pt x="74" y="24"/>
                  <a:pt x="66" y="26"/>
                </a:cubicBezTo>
                <a:cubicBezTo>
                  <a:pt x="58" y="29"/>
                  <a:pt x="51" y="33"/>
                  <a:pt x="44" y="37"/>
                </a:cubicBezTo>
                <a:cubicBezTo>
                  <a:pt x="38" y="42"/>
                  <a:pt x="32" y="48"/>
                  <a:pt x="28" y="55"/>
                </a:cubicBezTo>
                <a:cubicBezTo>
                  <a:pt x="24" y="62"/>
                  <a:pt x="22" y="70"/>
                  <a:pt x="22" y="79"/>
                </a:cubicBezTo>
                <a:cubicBezTo>
                  <a:pt x="22" y="90"/>
                  <a:pt x="26" y="101"/>
                  <a:pt x="34" y="110"/>
                </a:cubicBezTo>
                <a:cubicBezTo>
                  <a:pt x="36" y="111"/>
                  <a:pt x="37" y="113"/>
                  <a:pt x="40" y="116"/>
                </a:cubicBezTo>
                <a:cubicBezTo>
                  <a:pt x="42" y="119"/>
                  <a:pt x="44" y="120"/>
                  <a:pt x="45" y="122"/>
                </a:cubicBezTo>
                <a:cubicBezTo>
                  <a:pt x="60" y="140"/>
                  <a:pt x="68" y="157"/>
                  <a:pt x="70" y="174"/>
                </a:cubicBezTo>
                <a:cubicBezTo>
                  <a:pt x="110" y="174"/>
                  <a:pt x="110" y="174"/>
                  <a:pt x="110" y="174"/>
                </a:cubicBezTo>
                <a:cubicBezTo>
                  <a:pt x="111" y="157"/>
                  <a:pt x="120" y="140"/>
                  <a:pt x="135" y="122"/>
                </a:cubicBezTo>
                <a:cubicBezTo>
                  <a:pt x="136" y="120"/>
                  <a:pt x="138" y="119"/>
                  <a:pt x="140" y="116"/>
                </a:cubicBezTo>
                <a:cubicBezTo>
                  <a:pt x="142" y="113"/>
                  <a:pt x="144" y="111"/>
                  <a:pt x="145" y="110"/>
                </a:cubicBezTo>
                <a:cubicBezTo>
                  <a:pt x="153" y="101"/>
                  <a:pt x="157" y="90"/>
                  <a:pt x="157" y="79"/>
                </a:cubicBezTo>
                <a:close/>
                <a:moveTo>
                  <a:pt x="180" y="79"/>
                </a:moveTo>
                <a:cubicBezTo>
                  <a:pt x="180" y="97"/>
                  <a:pt x="174" y="112"/>
                  <a:pt x="162" y="126"/>
                </a:cubicBezTo>
                <a:cubicBezTo>
                  <a:pt x="156" y="131"/>
                  <a:pt x="152" y="136"/>
                  <a:pt x="149" y="141"/>
                </a:cubicBezTo>
                <a:cubicBezTo>
                  <a:pt x="145" y="145"/>
                  <a:pt x="142" y="151"/>
                  <a:pt x="138" y="158"/>
                </a:cubicBezTo>
                <a:cubicBezTo>
                  <a:pt x="135" y="164"/>
                  <a:pt x="133" y="171"/>
                  <a:pt x="132" y="177"/>
                </a:cubicBezTo>
                <a:cubicBezTo>
                  <a:pt x="138" y="180"/>
                  <a:pt x="140" y="185"/>
                  <a:pt x="140" y="191"/>
                </a:cubicBezTo>
                <a:cubicBezTo>
                  <a:pt x="140" y="195"/>
                  <a:pt x="139" y="199"/>
                  <a:pt x="136" y="202"/>
                </a:cubicBezTo>
                <a:cubicBezTo>
                  <a:pt x="139" y="205"/>
                  <a:pt x="140" y="209"/>
                  <a:pt x="140" y="213"/>
                </a:cubicBezTo>
                <a:cubicBezTo>
                  <a:pt x="140" y="220"/>
                  <a:pt x="138" y="224"/>
                  <a:pt x="133" y="228"/>
                </a:cubicBezTo>
                <a:cubicBezTo>
                  <a:pt x="134" y="230"/>
                  <a:pt x="135" y="233"/>
                  <a:pt x="135" y="236"/>
                </a:cubicBezTo>
                <a:cubicBezTo>
                  <a:pt x="135" y="241"/>
                  <a:pt x="133" y="245"/>
                  <a:pt x="129" y="248"/>
                </a:cubicBezTo>
                <a:cubicBezTo>
                  <a:pt x="126" y="251"/>
                  <a:pt x="121" y="253"/>
                  <a:pt x="116" y="253"/>
                </a:cubicBezTo>
                <a:cubicBezTo>
                  <a:pt x="113" y="258"/>
                  <a:pt x="110" y="262"/>
                  <a:pt x="105" y="265"/>
                </a:cubicBezTo>
                <a:cubicBezTo>
                  <a:pt x="100" y="268"/>
                  <a:pt x="95" y="270"/>
                  <a:pt x="90" y="270"/>
                </a:cubicBezTo>
                <a:cubicBezTo>
                  <a:pt x="84" y="270"/>
                  <a:pt x="79" y="268"/>
                  <a:pt x="75" y="265"/>
                </a:cubicBezTo>
                <a:cubicBezTo>
                  <a:pt x="70" y="262"/>
                  <a:pt x="66" y="258"/>
                  <a:pt x="64" y="253"/>
                </a:cubicBezTo>
                <a:cubicBezTo>
                  <a:pt x="59" y="253"/>
                  <a:pt x="54" y="251"/>
                  <a:pt x="50" y="248"/>
                </a:cubicBezTo>
                <a:cubicBezTo>
                  <a:pt x="47" y="245"/>
                  <a:pt x="45" y="241"/>
                  <a:pt x="45" y="236"/>
                </a:cubicBezTo>
                <a:cubicBezTo>
                  <a:pt x="45" y="233"/>
                  <a:pt x="46" y="230"/>
                  <a:pt x="47" y="228"/>
                </a:cubicBezTo>
                <a:cubicBezTo>
                  <a:pt x="42" y="224"/>
                  <a:pt x="39" y="220"/>
                  <a:pt x="39" y="213"/>
                </a:cubicBezTo>
                <a:cubicBezTo>
                  <a:pt x="39" y="209"/>
                  <a:pt x="41" y="205"/>
                  <a:pt x="44" y="202"/>
                </a:cubicBezTo>
                <a:cubicBezTo>
                  <a:pt x="41" y="199"/>
                  <a:pt x="39" y="195"/>
                  <a:pt x="39" y="191"/>
                </a:cubicBezTo>
                <a:cubicBezTo>
                  <a:pt x="39" y="185"/>
                  <a:pt x="42" y="180"/>
                  <a:pt x="48" y="177"/>
                </a:cubicBezTo>
                <a:cubicBezTo>
                  <a:pt x="47" y="171"/>
                  <a:pt x="45" y="164"/>
                  <a:pt x="42" y="158"/>
                </a:cubicBezTo>
                <a:cubicBezTo>
                  <a:pt x="38" y="151"/>
                  <a:pt x="35" y="145"/>
                  <a:pt x="31" y="141"/>
                </a:cubicBezTo>
                <a:cubicBezTo>
                  <a:pt x="28" y="136"/>
                  <a:pt x="23" y="131"/>
                  <a:pt x="18" y="126"/>
                </a:cubicBezTo>
                <a:cubicBezTo>
                  <a:pt x="6" y="112"/>
                  <a:pt x="0" y="97"/>
                  <a:pt x="0" y="79"/>
                </a:cubicBezTo>
                <a:cubicBezTo>
                  <a:pt x="0" y="67"/>
                  <a:pt x="3" y="56"/>
                  <a:pt x="8" y="46"/>
                </a:cubicBezTo>
                <a:cubicBezTo>
                  <a:pt x="13" y="36"/>
                  <a:pt x="20" y="28"/>
                  <a:pt x="28" y="21"/>
                </a:cubicBezTo>
                <a:cubicBezTo>
                  <a:pt x="37" y="15"/>
                  <a:pt x="46" y="9"/>
                  <a:pt x="57" y="6"/>
                </a:cubicBezTo>
                <a:cubicBezTo>
                  <a:pt x="68" y="2"/>
                  <a:pt x="79" y="0"/>
                  <a:pt x="90" y="0"/>
                </a:cubicBezTo>
                <a:cubicBezTo>
                  <a:pt x="101" y="0"/>
                  <a:pt x="112" y="2"/>
                  <a:pt x="123" y="6"/>
                </a:cubicBezTo>
                <a:cubicBezTo>
                  <a:pt x="133" y="9"/>
                  <a:pt x="143" y="15"/>
                  <a:pt x="151" y="21"/>
                </a:cubicBezTo>
                <a:cubicBezTo>
                  <a:pt x="160" y="28"/>
                  <a:pt x="167" y="36"/>
                  <a:pt x="172" y="46"/>
                </a:cubicBezTo>
                <a:cubicBezTo>
                  <a:pt x="177" y="56"/>
                  <a:pt x="180" y="67"/>
                  <a:pt x="180" y="7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2" name="Freeform 108"/>
          <p:cNvSpPr>
            <a:spLocks noEditPoints="1"/>
          </p:cNvSpPr>
          <p:nvPr/>
        </p:nvSpPr>
        <p:spPr bwMode="auto">
          <a:xfrm>
            <a:off x="8072438" y="3746501"/>
            <a:ext cx="388938" cy="290513"/>
          </a:xfrm>
          <a:custGeom>
            <a:avLst/>
            <a:gdLst>
              <a:gd name="T0" fmla="*/ 360 w 360"/>
              <a:gd name="T1" fmla="*/ 247 h 270"/>
              <a:gd name="T2" fmla="*/ 360 w 360"/>
              <a:gd name="T3" fmla="*/ 270 h 270"/>
              <a:gd name="T4" fmla="*/ 0 w 360"/>
              <a:gd name="T5" fmla="*/ 270 h 270"/>
              <a:gd name="T6" fmla="*/ 0 w 360"/>
              <a:gd name="T7" fmla="*/ 0 h 270"/>
              <a:gd name="T8" fmla="*/ 23 w 360"/>
              <a:gd name="T9" fmla="*/ 0 h 270"/>
              <a:gd name="T10" fmla="*/ 23 w 360"/>
              <a:gd name="T11" fmla="*/ 247 h 270"/>
              <a:gd name="T12" fmla="*/ 360 w 360"/>
              <a:gd name="T13" fmla="*/ 247 h 270"/>
              <a:gd name="T14" fmla="*/ 337 w 360"/>
              <a:gd name="T15" fmla="*/ 28 h 270"/>
              <a:gd name="T16" fmla="*/ 337 w 360"/>
              <a:gd name="T17" fmla="*/ 104 h 270"/>
              <a:gd name="T18" fmla="*/ 334 w 360"/>
              <a:gd name="T19" fmla="*/ 110 h 270"/>
              <a:gd name="T20" fmla="*/ 328 w 360"/>
              <a:gd name="T21" fmla="*/ 108 h 270"/>
              <a:gd name="T22" fmla="*/ 306 w 360"/>
              <a:gd name="T23" fmla="*/ 87 h 270"/>
              <a:gd name="T24" fmla="*/ 195 w 360"/>
              <a:gd name="T25" fmla="*/ 198 h 270"/>
              <a:gd name="T26" fmla="*/ 191 w 360"/>
              <a:gd name="T27" fmla="*/ 200 h 270"/>
              <a:gd name="T28" fmla="*/ 187 w 360"/>
              <a:gd name="T29" fmla="*/ 198 h 270"/>
              <a:gd name="T30" fmla="*/ 146 w 360"/>
              <a:gd name="T31" fmla="*/ 157 h 270"/>
              <a:gd name="T32" fmla="*/ 73 w 360"/>
              <a:gd name="T33" fmla="*/ 230 h 270"/>
              <a:gd name="T34" fmla="*/ 39 w 360"/>
              <a:gd name="T35" fmla="*/ 197 h 270"/>
              <a:gd name="T36" fmla="*/ 142 w 360"/>
              <a:gd name="T37" fmla="*/ 94 h 270"/>
              <a:gd name="T38" fmla="*/ 146 w 360"/>
              <a:gd name="T39" fmla="*/ 92 h 270"/>
              <a:gd name="T40" fmla="*/ 150 w 360"/>
              <a:gd name="T41" fmla="*/ 94 h 270"/>
              <a:gd name="T42" fmla="*/ 191 w 360"/>
              <a:gd name="T43" fmla="*/ 135 h 270"/>
              <a:gd name="T44" fmla="*/ 273 w 360"/>
              <a:gd name="T45" fmla="*/ 53 h 270"/>
              <a:gd name="T46" fmla="*/ 251 w 360"/>
              <a:gd name="T47" fmla="*/ 32 h 270"/>
              <a:gd name="T48" fmla="*/ 250 w 360"/>
              <a:gd name="T49" fmla="*/ 26 h 270"/>
              <a:gd name="T50" fmla="*/ 255 w 360"/>
              <a:gd name="T51" fmla="*/ 22 h 270"/>
              <a:gd name="T52" fmla="*/ 332 w 360"/>
              <a:gd name="T53" fmla="*/ 22 h 270"/>
              <a:gd name="T54" fmla="*/ 336 w 360"/>
              <a:gd name="T55" fmla="*/ 24 h 270"/>
              <a:gd name="T56" fmla="*/ 337 w 360"/>
              <a:gd name="T57" fmla="*/ 28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60" h="270">
                <a:moveTo>
                  <a:pt x="360" y="247"/>
                </a:moveTo>
                <a:cubicBezTo>
                  <a:pt x="360" y="270"/>
                  <a:pt x="360" y="270"/>
                  <a:pt x="360" y="270"/>
                </a:cubicBezTo>
                <a:cubicBezTo>
                  <a:pt x="0" y="270"/>
                  <a:pt x="0" y="270"/>
                  <a:pt x="0" y="270"/>
                </a:cubicBezTo>
                <a:cubicBezTo>
                  <a:pt x="0" y="0"/>
                  <a:pt x="0" y="0"/>
                  <a:pt x="0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247"/>
                  <a:pt x="23" y="247"/>
                  <a:pt x="23" y="247"/>
                </a:cubicBezTo>
                <a:lnTo>
                  <a:pt x="360" y="247"/>
                </a:lnTo>
                <a:close/>
                <a:moveTo>
                  <a:pt x="337" y="28"/>
                </a:moveTo>
                <a:cubicBezTo>
                  <a:pt x="337" y="104"/>
                  <a:pt x="337" y="104"/>
                  <a:pt x="337" y="104"/>
                </a:cubicBezTo>
                <a:cubicBezTo>
                  <a:pt x="337" y="107"/>
                  <a:pt x="336" y="109"/>
                  <a:pt x="334" y="110"/>
                </a:cubicBezTo>
                <a:cubicBezTo>
                  <a:pt x="332" y="111"/>
                  <a:pt x="330" y="110"/>
                  <a:pt x="328" y="108"/>
                </a:cubicBezTo>
                <a:cubicBezTo>
                  <a:pt x="306" y="87"/>
                  <a:pt x="306" y="87"/>
                  <a:pt x="306" y="87"/>
                </a:cubicBezTo>
                <a:cubicBezTo>
                  <a:pt x="195" y="198"/>
                  <a:pt x="195" y="198"/>
                  <a:pt x="195" y="198"/>
                </a:cubicBezTo>
                <a:cubicBezTo>
                  <a:pt x="194" y="199"/>
                  <a:pt x="193" y="200"/>
                  <a:pt x="191" y="200"/>
                </a:cubicBezTo>
                <a:cubicBezTo>
                  <a:pt x="190" y="200"/>
                  <a:pt x="188" y="199"/>
                  <a:pt x="187" y="198"/>
                </a:cubicBezTo>
                <a:cubicBezTo>
                  <a:pt x="146" y="157"/>
                  <a:pt x="146" y="157"/>
                  <a:pt x="146" y="157"/>
                </a:cubicBezTo>
                <a:cubicBezTo>
                  <a:pt x="73" y="230"/>
                  <a:pt x="73" y="230"/>
                  <a:pt x="73" y="230"/>
                </a:cubicBezTo>
                <a:cubicBezTo>
                  <a:pt x="39" y="197"/>
                  <a:pt x="39" y="197"/>
                  <a:pt x="39" y="197"/>
                </a:cubicBezTo>
                <a:cubicBezTo>
                  <a:pt x="142" y="94"/>
                  <a:pt x="142" y="94"/>
                  <a:pt x="142" y="94"/>
                </a:cubicBezTo>
                <a:cubicBezTo>
                  <a:pt x="143" y="93"/>
                  <a:pt x="145" y="92"/>
                  <a:pt x="146" y="92"/>
                </a:cubicBezTo>
                <a:cubicBezTo>
                  <a:pt x="148" y="92"/>
                  <a:pt x="149" y="93"/>
                  <a:pt x="150" y="94"/>
                </a:cubicBezTo>
                <a:cubicBezTo>
                  <a:pt x="191" y="135"/>
                  <a:pt x="191" y="135"/>
                  <a:pt x="191" y="135"/>
                </a:cubicBezTo>
                <a:cubicBezTo>
                  <a:pt x="273" y="53"/>
                  <a:pt x="273" y="53"/>
                  <a:pt x="273" y="53"/>
                </a:cubicBezTo>
                <a:cubicBezTo>
                  <a:pt x="251" y="32"/>
                  <a:pt x="251" y="32"/>
                  <a:pt x="251" y="32"/>
                </a:cubicBezTo>
                <a:cubicBezTo>
                  <a:pt x="250" y="30"/>
                  <a:pt x="249" y="28"/>
                  <a:pt x="250" y="26"/>
                </a:cubicBezTo>
                <a:cubicBezTo>
                  <a:pt x="251" y="23"/>
                  <a:pt x="253" y="22"/>
                  <a:pt x="255" y="22"/>
                </a:cubicBezTo>
                <a:cubicBezTo>
                  <a:pt x="332" y="22"/>
                  <a:pt x="332" y="22"/>
                  <a:pt x="332" y="22"/>
                </a:cubicBezTo>
                <a:cubicBezTo>
                  <a:pt x="333" y="22"/>
                  <a:pt x="335" y="23"/>
                  <a:pt x="336" y="24"/>
                </a:cubicBezTo>
                <a:cubicBezTo>
                  <a:pt x="337" y="25"/>
                  <a:pt x="337" y="26"/>
                  <a:pt x="337" y="2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3" name="Freeform 109"/>
          <p:cNvSpPr>
            <a:spLocks noEditPoints="1"/>
          </p:cNvSpPr>
          <p:nvPr/>
        </p:nvSpPr>
        <p:spPr bwMode="auto">
          <a:xfrm>
            <a:off x="1536701" y="2859088"/>
            <a:ext cx="387350" cy="338138"/>
          </a:xfrm>
          <a:custGeom>
            <a:avLst/>
            <a:gdLst>
              <a:gd name="T0" fmla="*/ 294 w 359"/>
              <a:gd name="T1" fmla="*/ 2 h 313"/>
              <a:gd name="T2" fmla="*/ 348 w 359"/>
              <a:gd name="T3" fmla="*/ 0 h 313"/>
              <a:gd name="T4" fmla="*/ 359 w 359"/>
              <a:gd name="T5" fmla="*/ 11 h 313"/>
              <a:gd name="T6" fmla="*/ 357 w 359"/>
              <a:gd name="T7" fmla="*/ 65 h 313"/>
              <a:gd name="T8" fmla="*/ 342 w 359"/>
              <a:gd name="T9" fmla="*/ 67 h 313"/>
              <a:gd name="T10" fmla="*/ 337 w 359"/>
              <a:gd name="T11" fmla="*/ 61 h 313"/>
              <a:gd name="T12" fmla="*/ 292 w 359"/>
              <a:gd name="T13" fmla="*/ 83 h 313"/>
              <a:gd name="T14" fmla="*/ 313 w 359"/>
              <a:gd name="T15" fmla="*/ 163 h 313"/>
              <a:gd name="T16" fmla="*/ 229 w 359"/>
              <a:gd name="T17" fmla="*/ 245 h 313"/>
              <a:gd name="T18" fmla="*/ 113 w 359"/>
              <a:gd name="T19" fmla="*/ 245 h 313"/>
              <a:gd name="T20" fmla="*/ 130 w 359"/>
              <a:gd name="T21" fmla="*/ 268 h 313"/>
              <a:gd name="T22" fmla="*/ 135 w 359"/>
              <a:gd name="T23" fmla="*/ 274 h 313"/>
              <a:gd name="T24" fmla="*/ 134 w 359"/>
              <a:gd name="T25" fmla="*/ 289 h 313"/>
              <a:gd name="T26" fmla="*/ 113 w 359"/>
              <a:gd name="T27" fmla="*/ 291 h 313"/>
              <a:gd name="T28" fmla="*/ 112 w 359"/>
              <a:gd name="T29" fmla="*/ 311 h 313"/>
              <a:gd name="T30" fmla="*/ 96 w 359"/>
              <a:gd name="T31" fmla="*/ 313 h 313"/>
              <a:gd name="T32" fmla="*/ 91 w 359"/>
              <a:gd name="T33" fmla="*/ 307 h 313"/>
              <a:gd name="T34" fmla="*/ 74 w 359"/>
              <a:gd name="T35" fmla="*/ 291 h 313"/>
              <a:gd name="T36" fmla="*/ 68 w 359"/>
              <a:gd name="T37" fmla="*/ 285 h 313"/>
              <a:gd name="T38" fmla="*/ 70 w 359"/>
              <a:gd name="T39" fmla="*/ 270 h 313"/>
              <a:gd name="T40" fmla="*/ 91 w 359"/>
              <a:gd name="T41" fmla="*/ 268 h 313"/>
              <a:gd name="T42" fmla="*/ 42 w 359"/>
              <a:gd name="T43" fmla="*/ 226 h 313"/>
              <a:gd name="T44" fmla="*/ 2 w 359"/>
              <a:gd name="T45" fmla="*/ 131 h 313"/>
              <a:gd name="T46" fmla="*/ 86 w 359"/>
              <a:gd name="T47" fmla="*/ 46 h 313"/>
              <a:gd name="T48" fmla="*/ 214 w 359"/>
              <a:gd name="T49" fmla="*/ 45 h 313"/>
              <a:gd name="T50" fmla="*/ 321 w 359"/>
              <a:gd name="T51" fmla="*/ 22 h 313"/>
              <a:gd name="T52" fmla="*/ 294 w 359"/>
              <a:gd name="T53" fmla="*/ 21 h 313"/>
              <a:gd name="T54" fmla="*/ 292 w 359"/>
              <a:gd name="T55" fmla="*/ 6 h 313"/>
              <a:gd name="T56" fmla="*/ 180 w 359"/>
              <a:gd name="T57" fmla="*/ 145 h 313"/>
              <a:gd name="T58" fmla="*/ 135 w 359"/>
              <a:gd name="T59" fmla="*/ 145 h 313"/>
              <a:gd name="T60" fmla="*/ 24 w 359"/>
              <a:gd name="T61" fmla="*/ 145 h 313"/>
              <a:gd name="T62" fmla="*/ 102 w 359"/>
              <a:gd name="T63" fmla="*/ 223 h 313"/>
              <a:gd name="T64" fmla="*/ 113 w 359"/>
              <a:gd name="T65" fmla="*/ 145 h 313"/>
              <a:gd name="T66" fmla="*/ 102 w 359"/>
              <a:gd name="T67" fmla="*/ 67 h 313"/>
              <a:gd name="T68" fmla="*/ 24 w 359"/>
              <a:gd name="T69" fmla="*/ 145 h 313"/>
              <a:gd name="T70" fmla="*/ 269 w 359"/>
              <a:gd name="T71" fmla="*/ 201 h 313"/>
              <a:gd name="T72" fmla="*/ 269 w 359"/>
              <a:gd name="T73" fmla="*/ 90 h 313"/>
              <a:gd name="T74" fmla="*/ 176 w 359"/>
              <a:gd name="T75" fmla="*/ 77 h 313"/>
              <a:gd name="T76" fmla="*/ 176 w 359"/>
              <a:gd name="T77" fmla="*/ 214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9" h="313">
                <a:moveTo>
                  <a:pt x="292" y="6"/>
                </a:moveTo>
                <a:cubicBezTo>
                  <a:pt x="292" y="4"/>
                  <a:pt x="292" y="3"/>
                  <a:pt x="294" y="2"/>
                </a:cubicBezTo>
                <a:cubicBezTo>
                  <a:pt x="295" y="0"/>
                  <a:pt x="296" y="0"/>
                  <a:pt x="298" y="0"/>
                </a:cubicBezTo>
                <a:cubicBezTo>
                  <a:pt x="348" y="0"/>
                  <a:pt x="348" y="0"/>
                  <a:pt x="348" y="0"/>
                </a:cubicBezTo>
                <a:cubicBezTo>
                  <a:pt x="351" y="0"/>
                  <a:pt x="353" y="1"/>
                  <a:pt x="356" y="3"/>
                </a:cubicBezTo>
                <a:cubicBezTo>
                  <a:pt x="358" y="5"/>
                  <a:pt x="359" y="8"/>
                  <a:pt x="359" y="11"/>
                </a:cubicBezTo>
                <a:cubicBezTo>
                  <a:pt x="359" y="61"/>
                  <a:pt x="359" y="61"/>
                  <a:pt x="359" y="61"/>
                </a:cubicBezTo>
                <a:cubicBezTo>
                  <a:pt x="359" y="63"/>
                  <a:pt x="358" y="64"/>
                  <a:pt x="357" y="65"/>
                </a:cubicBezTo>
                <a:cubicBezTo>
                  <a:pt x="356" y="66"/>
                  <a:pt x="355" y="67"/>
                  <a:pt x="353" y="67"/>
                </a:cubicBezTo>
                <a:cubicBezTo>
                  <a:pt x="342" y="67"/>
                  <a:pt x="342" y="67"/>
                  <a:pt x="342" y="67"/>
                </a:cubicBezTo>
                <a:cubicBezTo>
                  <a:pt x="341" y="67"/>
                  <a:pt x="339" y="66"/>
                  <a:pt x="338" y="65"/>
                </a:cubicBezTo>
                <a:cubicBezTo>
                  <a:pt x="337" y="64"/>
                  <a:pt x="337" y="63"/>
                  <a:pt x="337" y="61"/>
                </a:cubicBezTo>
                <a:cubicBezTo>
                  <a:pt x="337" y="38"/>
                  <a:pt x="337" y="38"/>
                  <a:pt x="337" y="38"/>
                </a:cubicBezTo>
                <a:cubicBezTo>
                  <a:pt x="292" y="83"/>
                  <a:pt x="292" y="83"/>
                  <a:pt x="292" y="83"/>
                </a:cubicBezTo>
                <a:cubicBezTo>
                  <a:pt x="301" y="94"/>
                  <a:pt x="307" y="106"/>
                  <a:pt x="311" y="120"/>
                </a:cubicBezTo>
                <a:cubicBezTo>
                  <a:pt x="315" y="134"/>
                  <a:pt x="315" y="148"/>
                  <a:pt x="313" y="163"/>
                </a:cubicBezTo>
                <a:cubicBezTo>
                  <a:pt x="309" y="184"/>
                  <a:pt x="299" y="202"/>
                  <a:pt x="284" y="217"/>
                </a:cubicBezTo>
                <a:cubicBezTo>
                  <a:pt x="269" y="232"/>
                  <a:pt x="250" y="241"/>
                  <a:pt x="229" y="245"/>
                </a:cubicBezTo>
                <a:cubicBezTo>
                  <a:pt x="203" y="249"/>
                  <a:pt x="179" y="243"/>
                  <a:pt x="158" y="229"/>
                </a:cubicBezTo>
                <a:cubicBezTo>
                  <a:pt x="144" y="238"/>
                  <a:pt x="129" y="243"/>
                  <a:pt x="113" y="245"/>
                </a:cubicBezTo>
                <a:cubicBezTo>
                  <a:pt x="113" y="268"/>
                  <a:pt x="113" y="268"/>
                  <a:pt x="113" y="268"/>
                </a:cubicBezTo>
                <a:cubicBezTo>
                  <a:pt x="130" y="268"/>
                  <a:pt x="130" y="268"/>
                  <a:pt x="130" y="268"/>
                </a:cubicBezTo>
                <a:cubicBezTo>
                  <a:pt x="132" y="268"/>
                  <a:pt x="133" y="269"/>
                  <a:pt x="134" y="270"/>
                </a:cubicBezTo>
                <a:cubicBezTo>
                  <a:pt x="135" y="271"/>
                  <a:pt x="135" y="272"/>
                  <a:pt x="135" y="274"/>
                </a:cubicBezTo>
                <a:cubicBezTo>
                  <a:pt x="135" y="285"/>
                  <a:pt x="135" y="285"/>
                  <a:pt x="135" y="285"/>
                </a:cubicBezTo>
                <a:cubicBezTo>
                  <a:pt x="135" y="287"/>
                  <a:pt x="135" y="288"/>
                  <a:pt x="134" y="289"/>
                </a:cubicBezTo>
                <a:cubicBezTo>
                  <a:pt x="133" y="290"/>
                  <a:pt x="132" y="291"/>
                  <a:pt x="130" y="291"/>
                </a:cubicBezTo>
                <a:cubicBezTo>
                  <a:pt x="113" y="291"/>
                  <a:pt x="113" y="291"/>
                  <a:pt x="113" y="291"/>
                </a:cubicBezTo>
                <a:cubicBezTo>
                  <a:pt x="113" y="307"/>
                  <a:pt x="113" y="307"/>
                  <a:pt x="113" y="307"/>
                </a:cubicBezTo>
                <a:cubicBezTo>
                  <a:pt x="113" y="309"/>
                  <a:pt x="113" y="310"/>
                  <a:pt x="112" y="311"/>
                </a:cubicBezTo>
                <a:cubicBezTo>
                  <a:pt x="110" y="312"/>
                  <a:pt x="109" y="313"/>
                  <a:pt x="108" y="31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5" y="313"/>
                  <a:pt x="93" y="312"/>
                  <a:pt x="92" y="311"/>
                </a:cubicBezTo>
                <a:cubicBezTo>
                  <a:pt x="91" y="310"/>
                  <a:pt x="91" y="309"/>
                  <a:pt x="91" y="307"/>
                </a:cubicBezTo>
                <a:cubicBezTo>
                  <a:pt x="91" y="291"/>
                  <a:pt x="91" y="291"/>
                  <a:pt x="91" y="291"/>
                </a:cubicBezTo>
                <a:cubicBezTo>
                  <a:pt x="74" y="291"/>
                  <a:pt x="74" y="291"/>
                  <a:pt x="74" y="291"/>
                </a:cubicBezTo>
                <a:cubicBezTo>
                  <a:pt x="72" y="291"/>
                  <a:pt x="71" y="290"/>
                  <a:pt x="70" y="289"/>
                </a:cubicBezTo>
                <a:cubicBezTo>
                  <a:pt x="69" y="288"/>
                  <a:pt x="68" y="287"/>
                  <a:pt x="68" y="285"/>
                </a:cubicBezTo>
                <a:cubicBezTo>
                  <a:pt x="68" y="274"/>
                  <a:pt x="68" y="274"/>
                  <a:pt x="68" y="274"/>
                </a:cubicBezTo>
                <a:cubicBezTo>
                  <a:pt x="68" y="272"/>
                  <a:pt x="69" y="271"/>
                  <a:pt x="70" y="270"/>
                </a:cubicBezTo>
                <a:cubicBezTo>
                  <a:pt x="71" y="269"/>
                  <a:pt x="72" y="268"/>
                  <a:pt x="74" y="268"/>
                </a:cubicBezTo>
                <a:cubicBezTo>
                  <a:pt x="91" y="268"/>
                  <a:pt x="91" y="268"/>
                  <a:pt x="91" y="268"/>
                </a:cubicBezTo>
                <a:cubicBezTo>
                  <a:pt x="91" y="245"/>
                  <a:pt x="91" y="245"/>
                  <a:pt x="91" y="245"/>
                </a:cubicBezTo>
                <a:cubicBezTo>
                  <a:pt x="73" y="243"/>
                  <a:pt x="56" y="237"/>
                  <a:pt x="42" y="226"/>
                </a:cubicBezTo>
                <a:cubicBezTo>
                  <a:pt x="27" y="215"/>
                  <a:pt x="17" y="201"/>
                  <a:pt x="9" y="185"/>
                </a:cubicBezTo>
                <a:cubicBezTo>
                  <a:pt x="2" y="168"/>
                  <a:pt x="0" y="150"/>
                  <a:pt x="2" y="131"/>
                </a:cubicBezTo>
                <a:cubicBezTo>
                  <a:pt x="5" y="109"/>
                  <a:pt x="15" y="90"/>
                  <a:pt x="30" y="75"/>
                </a:cubicBezTo>
                <a:cubicBezTo>
                  <a:pt x="46" y="59"/>
                  <a:pt x="65" y="49"/>
                  <a:pt x="86" y="46"/>
                </a:cubicBezTo>
                <a:cubicBezTo>
                  <a:pt x="112" y="42"/>
                  <a:pt x="136" y="47"/>
                  <a:pt x="158" y="62"/>
                </a:cubicBezTo>
                <a:cubicBezTo>
                  <a:pt x="175" y="50"/>
                  <a:pt x="193" y="45"/>
                  <a:pt x="214" y="45"/>
                </a:cubicBezTo>
                <a:cubicBezTo>
                  <a:pt x="237" y="45"/>
                  <a:pt x="258" y="52"/>
                  <a:pt x="276" y="67"/>
                </a:cubicBezTo>
                <a:cubicBezTo>
                  <a:pt x="321" y="22"/>
                  <a:pt x="321" y="22"/>
                  <a:pt x="321" y="22"/>
                </a:cubicBezTo>
                <a:cubicBezTo>
                  <a:pt x="298" y="22"/>
                  <a:pt x="298" y="22"/>
                  <a:pt x="298" y="22"/>
                </a:cubicBezTo>
                <a:cubicBezTo>
                  <a:pt x="296" y="22"/>
                  <a:pt x="295" y="22"/>
                  <a:pt x="294" y="21"/>
                </a:cubicBezTo>
                <a:cubicBezTo>
                  <a:pt x="292" y="20"/>
                  <a:pt x="292" y="18"/>
                  <a:pt x="292" y="17"/>
                </a:cubicBezTo>
                <a:lnTo>
                  <a:pt x="292" y="6"/>
                </a:lnTo>
                <a:close/>
                <a:moveTo>
                  <a:pt x="158" y="200"/>
                </a:moveTo>
                <a:cubicBezTo>
                  <a:pt x="173" y="185"/>
                  <a:pt x="180" y="166"/>
                  <a:pt x="180" y="145"/>
                </a:cubicBezTo>
                <a:cubicBezTo>
                  <a:pt x="180" y="124"/>
                  <a:pt x="173" y="106"/>
                  <a:pt x="158" y="91"/>
                </a:cubicBezTo>
                <a:cubicBezTo>
                  <a:pt x="143" y="106"/>
                  <a:pt x="135" y="124"/>
                  <a:pt x="135" y="145"/>
                </a:cubicBezTo>
                <a:cubicBezTo>
                  <a:pt x="135" y="166"/>
                  <a:pt x="143" y="185"/>
                  <a:pt x="158" y="200"/>
                </a:cubicBezTo>
                <a:close/>
                <a:moveTo>
                  <a:pt x="24" y="145"/>
                </a:moveTo>
                <a:cubicBezTo>
                  <a:pt x="24" y="167"/>
                  <a:pt x="31" y="185"/>
                  <a:pt x="47" y="201"/>
                </a:cubicBezTo>
                <a:cubicBezTo>
                  <a:pt x="62" y="216"/>
                  <a:pt x="80" y="223"/>
                  <a:pt x="102" y="223"/>
                </a:cubicBezTo>
                <a:cubicBezTo>
                  <a:pt x="116" y="223"/>
                  <a:pt x="128" y="220"/>
                  <a:pt x="140" y="214"/>
                </a:cubicBezTo>
                <a:cubicBezTo>
                  <a:pt x="122" y="194"/>
                  <a:pt x="113" y="171"/>
                  <a:pt x="113" y="145"/>
                </a:cubicBezTo>
                <a:cubicBezTo>
                  <a:pt x="113" y="119"/>
                  <a:pt x="122" y="96"/>
                  <a:pt x="140" y="77"/>
                </a:cubicBezTo>
                <a:cubicBezTo>
                  <a:pt x="128" y="70"/>
                  <a:pt x="116" y="67"/>
                  <a:pt x="102" y="67"/>
                </a:cubicBezTo>
                <a:cubicBezTo>
                  <a:pt x="80" y="67"/>
                  <a:pt x="62" y="75"/>
                  <a:pt x="47" y="90"/>
                </a:cubicBezTo>
                <a:cubicBezTo>
                  <a:pt x="31" y="105"/>
                  <a:pt x="24" y="124"/>
                  <a:pt x="24" y="145"/>
                </a:cubicBezTo>
                <a:close/>
                <a:moveTo>
                  <a:pt x="214" y="223"/>
                </a:moveTo>
                <a:cubicBezTo>
                  <a:pt x="235" y="223"/>
                  <a:pt x="254" y="216"/>
                  <a:pt x="269" y="201"/>
                </a:cubicBezTo>
                <a:cubicBezTo>
                  <a:pt x="284" y="185"/>
                  <a:pt x="292" y="167"/>
                  <a:pt x="292" y="145"/>
                </a:cubicBezTo>
                <a:cubicBezTo>
                  <a:pt x="292" y="124"/>
                  <a:pt x="284" y="105"/>
                  <a:pt x="269" y="90"/>
                </a:cubicBezTo>
                <a:cubicBezTo>
                  <a:pt x="254" y="75"/>
                  <a:pt x="235" y="67"/>
                  <a:pt x="214" y="67"/>
                </a:cubicBezTo>
                <a:cubicBezTo>
                  <a:pt x="200" y="67"/>
                  <a:pt x="187" y="70"/>
                  <a:pt x="176" y="77"/>
                </a:cubicBezTo>
                <a:cubicBezTo>
                  <a:pt x="194" y="96"/>
                  <a:pt x="203" y="119"/>
                  <a:pt x="203" y="145"/>
                </a:cubicBezTo>
                <a:cubicBezTo>
                  <a:pt x="203" y="171"/>
                  <a:pt x="194" y="194"/>
                  <a:pt x="176" y="214"/>
                </a:cubicBezTo>
                <a:cubicBezTo>
                  <a:pt x="187" y="220"/>
                  <a:pt x="200" y="223"/>
                  <a:pt x="214" y="22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4" name="Freeform 110"/>
          <p:cNvSpPr>
            <a:spLocks noEditPoints="1"/>
          </p:cNvSpPr>
          <p:nvPr/>
        </p:nvSpPr>
        <p:spPr bwMode="auto">
          <a:xfrm>
            <a:off x="6864351" y="1617663"/>
            <a:ext cx="217488" cy="230188"/>
          </a:xfrm>
          <a:custGeom>
            <a:avLst/>
            <a:gdLst>
              <a:gd name="T0" fmla="*/ 134 w 201"/>
              <a:gd name="T1" fmla="*/ 11 h 213"/>
              <a:gd name="T2" fmla="*/ 134 w 201"/>
              <a:gd name="T3" fmla="*/ 201 h 213"/>
              <a:gd name="T4" fmla="*/ 131 w 201"/>
              <a:gd name="T5" fmla="*/ 209 h 213"/>
              <a:gd name="T6" fmla="*/ 123 w 201"/>
              <a:gd name="T7" fmla="*/ 213 h 213"/>
              <a:gd name="T8" fmla="*/ 115 w 201"/>
              <a:gd name="T9" fmla="*/ 209 h 213"/>
              <a:gd name="T10" fmla="*/ 57 w 201"/>
              <a:gd name="T11" fmla="*/ 151 h 213"/>
              <a:gd name="T12" fmla="*/ 11 w 201"/>
              <a:gd name="T13" fmla="*/ 151 h 213"/>
              <a:gd name="T14" fmla="*/ 3 w 201"/>
              <a:gd name="T15" fmla="*/ 148 h 213"/>
              <a:gd name="T16" fmla="*/ 0 w 201"/>
              <a:gd name="T17" fmla="*/ 140 h 213"/>
              <a:gd name="T18" fmla="*/ 0 w 201"/>
              <a:gd name="T19" fmla="*/ 73 h 213"/>
              <a:gd name="T20" fmla="*/ 3 w 201"/>
              <a:gd name="T21" fmla="*/ 65 h 213"/>
              <a:gd name="T22" fmla="*/ 11 w 201"/>
              <a:gd name="T23" fmla="*/ 62 h 213"/>
              <a:gd name="T24" fmla="*/ 57 w 201"/>
              <a:gd name="T25" fmla="*/ 62 h 213"/>
              <a:gd name="T26" fmla="*/ 115 w 201"/>
              <a:gd name="T27" fmla="*/ 4 h 213"/>
              <a:gd name="T28" fmla="*/ 123 w 201"/>
              <a:gd name="T29" fmla="*/ 0 h 213"/>
              <a:gd name="T30" fmla="*/ 131 w 201"/>
              <a:gd name="T31" fmla="*/ 4 h 213"/>
              <a:gd name="T32" fmla="*/ 134 w 201"/>
              <a:gd name="T33" fmla="*/ 11 h 213"/>
              <a:gd name="T34" fmla="*/ 201 w 201"/>
              <a:gd name="T35" fmla="*/ 106 h 213"/>
              <a:gd name="T36" fmla="*/ 194 w 201"/>
              <a:gd name="T37" fmla="*/ 131 h 213"/>
              <a:gd name="T38" fmla="*/ 174 w 201"/>
              <a:gd name="T39" fmla="*/ 147 h 213"/>
              <a:gd name="T40" fmla="*/ 170 w 201"/>
              <a:gd name="T41" fmla="*/ 148 h 213"/>
              <a:gd name="T42" fmla="*/ 162 w 201"/>
              <a:gd name="T43" fmla="*/ 145 h 213"/>
              <a:gd name="T44" fmla="*/ 158 w 201"/>
              <a:gd name="T45" fmla="*/ 137 h 213"/>
              <a:gd name="T46" fmla="*/ 161 w 201"/>
              <a:gd name="T47" fmla="*/ 131 h 213"/>
              <a:gd name="T48" fmla="*/ 166 w 201"/>
              <a:gd name="T49" fmla="*/ 127 h 213"/>
              <a:gd name="T50" fmla="*/ 172 w 201"/>
              <a:gd name="T51" fmla="*/ 123 h 213"/>
              <a:gd name="T52" fmla="*/ 177 w 201"/>
              <a:gd name="T53" fmla="*/ 116 h 213"/>
              <a:gd name="T54" fmla="*/ 179 w 201"/>
              <a:gd name="T55" fmla="*/ 106 h 213"/>
              <a:gd name="T56" fmla="*/ 177 w 201"/>
              <a:gd name="T57" fmla="*/ 96 h 213"/>
              <a:gd name="T58" fmla="*/ 172 w 201"/>
              <a:gd name="T59" fmla="*/ 90 h 213"/>
              <a:gd name="T60" fmla="*/ 166 w 201"/>
              <a:gd name="T61" fmla="*/ 86 h 213"/>
              <a:gd name="T62" fmla="*/ 161 w 201"/>
              <a:gd name="T63" fmla="*/ 82 h 213"/>
              <a:gd name="T64" fmla="*/ 158 w 201"/>
              <a:gd name="T65" fmla="*/ 76 h 213"/>
              <a:gd name="T66" fmla="*/ 162 w 201"/>
              <a:gd name="T67" fmla="*/ 68 h 213"/>
              <a:gd name="T68" fmla="*/ 170 w 201"/>
              <a:gd name="T69" fmla="*/ 64 h 213"/>
              <a:gd name="T70" fmla="*/ 174 w 201"/>
              <a:gd name="T71" fmla="*/ 65 h 213"/>
              <a:gd name="T72" fmla="*/ 194 w 201"/>
              <a:gd name="T73" fmla="*/ 82 h 213"/>
              <a:gd name="T74" fmla="*/ 201 w 201"/>
              <a:gd name="T75" fmla="*/ 106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1" h="213">
                <a:moveTo>
                  <a:pt x="134" y="11"/>
                </a:moveTo>
                <a:cubicBezTo>
                  <a:pt x="134" y="201"/>
                  <a:pt x="134" y="201"/>
                  <a:pt x="134" y="201"/>
                </a:cubicBezTo>
                <a:cubicBezTo>
                  <a:pt x="134" y="204"/>
                  <a:pt x="133" y="207"/>
                  <a:pt x="131" y="209"/>
                </a:cubicBezTo>
                <a:cubicBezTo>
                  <a:pt x="129" y="211"/>
                  <a:pt x="126" y="213"/>
                  <a:pt x="123" y="213"/>
                </a:cubicBezTo>
                <a:cubicBezTo>
                  <a:pt x="120" y="213"/>
                  <a:pt x="117" y="211"/>
                  <a:pt x="115" y="209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11" y="151"/>
                  <a:pt x="11" y="151"/>
                  <a:pt x="11" y="151"/>
                </a:cubicBezTo>
                <a:cubicBezTo>
                  <a:pt x="8" y="151"/>
                  <a:pt x="5" y="150"/>
                  <a:pt x="3" y="148"/>
                </a:cubicBezTo>
                <a:cubicBezTo>
                  <a:pt x="1" y="146"/>
                  <a:pt x="0" y="143"/>
                  <a:pt x="0" y="140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1" y="67"/>
                  <a:pt x="3" y="65"/>
                </a:cubicBezTo>
                <a:cubicBezTo>
                  <a:pt x="5" y="63"/>
                  <a:pt x="8" y="62"/>
                  <a:pt x="11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115" y="4"/>
                  <a:pt x="115" y="4"/>
                  <a:pt x="115" y="4"/>
                </a:cubicBezTo>
                <a:cubicBezTo>
                  <a:pt x="117" y="1"/>
                  <a:pt x="120" y="0"/>
                  <a:pt x="123" y="0"/>
                </a:cubicBezTo>
                <a:cubicBezTo>
                  <a:pt x="126" y="0"/>
                  <a:pt x="129" y="1"/>
                  <a:pt x="131" y="4"/>
                </a:cubicBezTo>
                <a:cubicBezTo>
                  <a:pt x="133" y="6"/>
                  <a:pt x="134" y="8"/>
                  <a:pt x="134" y="11"/>
                </a:cubicBezTo>
                <a:close/>
                <a:moveTo>
                  <a:pt x="201" y="106"/>
                </a:moveTo>
                <a:cubicBezTo>
                  <a:pt x="201" y="115"/>
                  <a:pt x="199" y="123"/>
                  <a:pt x="194" y="131"/>
                </a:cubicBezTo>
                <a:cubicBezTo>
                  <a:pt x="189" y="139"/>
                  <a:pt x="182" y="144"/>
                  <a:pt x="174" y="147"/>
                </a:cubicBezTo>
                <a:cubicBezTo>
                  <a:pt x="173" y="148"/>
                  <a:pt x="171" y="148"/>
                  <a:pt x="170" y="148"/>
                </a:cubicBezTo>
                <a:cubicBezTo>
                  <a:pt x="167" y="148"/>
                  <a:pt x="164" y="147"/>
                  <a:pt x="162" y="145"/>
                </a:cubicBezTo>
                <a:cubicBezTo>
                  <a:pt x="160" y="143"/>
                  <a:pt x="158" y="140"/>
                  <a:pt x="158" y="137"/>
                </a:cubicBezTo>
                <a:cubicBezTo>
                  <a:pt x="158" y="135"/>
                  <a:pt x="159" y="133"/>
                  <a:pt x="161" y="131"/>
                </a:cubicBezTo>
                <a:cubicBezTo>
                  <a:pt x="162" y="129"/>
                  <a:pt x="164" y="128"/>
                  <a:pt x="166" y="127"/>
                </a:cubicBezTo>
                <a:cubicBezTo>
                  <a:pt x="168" y="125"/>
                  <a:pt x="170" y="124"/>
                  <a:pt x="172" y="123"/>
                </a:cubicBezTo>
                <a:cubicBezTo>
                  <a:pt x="174" y="121"/>
                  <a:pt x="175" y="119"/>
                  <a:pt x="177" y="116"/>
                </a:cubicBezTo>
                <a:cubicBezTo>
                  <a:pt x="178" y="114"/>
                  <a:pt x="179" y="110"/>
                  <a:pt x="179" y="106"/>
                </a:cubicBezTo>
                <a:cubicBezTo>
                  <a:pt x="179" y="102"/>
                  <a:pt x="178" y="99"/>
                  <a:pt x="177" y="96"/>
                </a:cubicBezTo>
                <a:cubicBezTo>
                  <a:pt x="175" y="94"/>
                  <a:pt x="174" y="92"/>
                  <a:pt x="172" y="90"/>
                </a:cubicBezTo>
                <a:cubicBezTo>
                  <a:pt x="170" y="89"/>
                  <a:pt x="168" y="87"/>
                  <a:pt x="166" y="86"/>
                </a:cubicBezTo>
                <a:cubicBezTo>
                  <a:pt x="164" y="85"/>
                  <a:pt x="162" y="84"/>
                  <a:pt x="161" y="82"/>
                </a:cubicBezTo>
                <a:cubicBezTo>
                  <a:pt x="159" y="80"/>
                  <a:pt x="158" y="78"/>
                  <a:pt x="158" y="76"/>
                </a:cubicBezTo>
                <a:cubicBezTo>
                  <a:pt x="158" y="73"/>
                  <a:pt x="160" y="70"/>
                  <a:pt x="162" y="68"/>
                </a:cubicBezTo>
                <a:cubicBezTo>
                  <a:pt x="164" y="66"/>
                  <a:pt x="167" y="64"/>
                  <a:pt x="170" y="64"/>
                </a:cubicBezTo>
                <a:cubicBezTo>
                  <a:pt x="171" y="64"/>
                  <a:pt x="173" y="65"/>
                  <a:pt x="174" y="65"/>
                </a:cubicBezTo>
                <a:cubicBezTo>
                  <a:pt x="182" y="69"/>
                  <a:pt x="189" y="74"/>
                  <a:pt x="194" y="82"/>
                </a:cubicBezTo>
                <a:cubicBezTo>
                  <a:pt x="199" y="89"/>
                  <a:pt x="201" y="98"/>
                  <a:pt x="201" y="10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5" name="Freeform 111"/>
          <p:cNvSpPr>
            <a:spLocks/>
          </p:cNvSpPr>
          <p:nvPr/>
        </p:nvSpPr>
        <p:spPr bwMode="auto">
          <a:xfrm>
            <a:off x="6900863" y="2049463"/>
            <a:ext cx="146050" cy="228600"/>
          </a:xfrm>
          <a:custGeom>
            <a:avLst/>
            <a:gdLst>
              <a:gd name="T0" fmla="*/ 135 w 135"/>
              <a:gd name="T1" fmla="*/ 11 h 212"/>
              <a:gd name="T2" fmla="*/ 135 w 135"/>
              <a:gd name="T3" fmla="*/ 201 h 212"/>
              <a:gd name="T4" fmla="*/ 131 w 135"/>
              <a:gd name="T5" fmla="*/ 209 h 212"/>
              <a:gd name="T6" fmla="*/ 123 w 135"/>
              <a:gd name="T7" fmla="*/ 212 h 212"/>
              <a:gd name="T8" fmla="*/ 116 w 135"/>
              <a:gd name="T9" fmla="*/ 209 h 212"/>
              <a:gd name="T10" fmla="*/ 57 w 135"/>
              <a:gd name="T11" fmla="*/ 151 h 212"/>
              <a:gd name="T12" fmla="*/ 12 w 135"/>
              <a:gd name="T13" fmla="*/ 151 h 212"/>
              <a:gd name="T14" fmla="*/ 4 w 135"/>
              <a:gd name="T15" fmla="*/ 147 h 212"/>
              <a:gd name="T16" fmla="*/ 0 w 135"/>
              <a:gd name="T17" fmla="*/ 140 h 212"/>
              <a:gd name="T18" fmla="*/ 0 w 135"/>
              <a:gd name="T19" fmla="*/ 73 h 212"/>
              <a:gd name="T20" fmla="*/ 4 w 135"/>
              <a:gd name="T21" fmla="*/ 65 h 212"/>
              <a:gd name="T22" fmla="*/ 12 w 135"/>
              <a:gd name="T23" fmla="*/ 61 h 212"/>
              <a:gd name="T24" fmla="*/ 57 w 135"/>
              <a:gd name="T25" fmla="*/ 61 h 212"/>
              <a:gd name="T26" fmla="*/ 116 w 135"/>
              <a:gd name="T27" fmla="*/ 3 h 212"/>
              <a:gd name="T28" fmla="*/ 123 w 135"/>
              <a:gd name="T29" fmla="*/ 0 h 212"/>
              <a:gd name="T30" fmla="*/ 131 w 135"/>
              <a:gd name="T31" fmla="*/ 3 h 212"/>
              <a:gd name="T32" fmla="*/ 135 w 135"/>
              <a:gd name="T33" fmla="*/ 11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5" h="212">
                <a:moveTo>
                  <a:pt x="135" y="11"/>
                </a:moveTo>
                <a:cubicBezTo>
                  <a:pt x="135" y="201"/>
                  <a:pt x="135" y="201"/>
                  <a:pt x="135" y="201"/>
                </a:cubicBezTo>
                <a:cubicBezTo>
                  <a:pt x="135" y="204"/>
                  <a:pt x="133" y="207"/>
                  <a:pt x="131" y="209"/>
                </a:cubicBezTo>
                <a:cubicBezTo>
                  <a:pt x="129" y="211"/>
                  <a:pt x="126" y="212"/>
                  <a:pt x="123" y="212"/>
                </a:cubicBezTo>
                <a:cubicBezTo>
                  <a:pt x="120" y="212"/>
                  <a:pt x="118" y="211"/>
                  <a:pt x="116" y="209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9" y="151"/>
                  <a:pt x="6" y="150"/>
                  <a:pt x="4" y="147"/>
                </a:cubicBezTo>
                <a:cubicBezTo>
                  <a:pt x="2" y="145"/>
                  <a:pt x="0" y="143"/>
                  <a:pt x="0" y="140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2" y="67"/>
                  <a:pt x="4" y="65"/>
                </a:cubicBezTo>
                <a:cubicBezTo>
                  <a:pt x="6" y="62"/>
                  <a:pt x="9" y="61"/>
                  <a:pt x="12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116" y="3"/>
                  <a:pt x="116" y="3"/>
                  <a:pt x="116" y="3"/>
                </a:cubicBezTo>
                <a:cubicBezTo>
                  <a:pt x="118" y="1"/>
                  <a:pt x="120" y="0"/>
                  <a:pt x="123" y="0"/>
                </a:cubicBezTo>
                <a:cubicBezTo>
                  <a:pt x="126" y="0"/>
                  <a:pt x="129" y="1"/>
                  <a:pt x="131" y="3"/>
                </a:cubicBezTo>
                <a:cubicBezTo>
                  <a:pt x="133" y="5"/>
                  <a:pt x="135" y="8"/>
                  <a:pt x="135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6" name="Freeform 112"/>
          <p:cNvSpPr>
            <a:spLocks noEditPoints="1"/>
          </p:cNvSpPr>
          <p:nvPr/>
        </p:nvSpPr>
        <p:spPr bwMode="auto">
          <a:xfrm>
            <a:off x="6816726" y="2462213"/>
            <a:ext cx="314325" cy="268288"/>
          </a:xfrm>
          <a:custGeom>
            <a:avLst/>
            <a:gdLst>
              <a:gd name="T0" fmla="*/ 134 w 291"/>
              <a:gd name="T1" fmla="*/ 219 h 248"/>
              <a:gd name="T2" fmla="*/ 123 w 291"/>
              <a:gd name="T3" fmla="*/ 230 h 248"/>
              <a:gd name="T4" fmla="*/ 57 w 291"/>
              <a:gd name="T5" fmla="*/ 168 h 248"/>
              <a:gd name="T6" fmla="*/ 4 w 291"/>
              <a:gd name="T7" fmla="*/ 165 h 248"/>
              <a:gd name="T8" fmla="*/ 0 w 291"/>
              <a:gd name="T9" fmla="*/ 90 h 248"/>
              <a:gd name="T10" fmla="*/ 11 w 291"/>
              <a:gd name="T11" fmla="*/ 79 h 248"/>
              <a:gd name="T12" fmla="*/ 115 w 291"/>
              <a:gd name="T13" fmla="*/ 21 h 248"/>
              <a:gd name="T14" fmla="*/ 131 w 291"/>
              <a:gd name="T15" fmla="*/ 21 h 248"/>
              <a:gd name="T16" fmla="*/ 201 w 291"/>
              <a:gd name="T17" fmla="*/ 124 h 248"/>
              <a:gd name="T18" fmla="*/ 174 w 291"/>
              <a:gd name="T19" fmla="*/ 165 h 248"/>
              <a:gd name="T20" fmla="*/ 162 w 291"/>
              <a:gd name="T21" fmla="*/ 162 h 248"/>
              <a:gd name="T22" fmla="*/ 161 w 291"/>
              <a:gd name="T23" fmla="*/ 148 h 248"/>
              <a:gd name="T24" fmla="*/ 172 w 291"/>
              <a:gd name="T25" fmla="*/ 140 h 248"/>
              <a:gd name="T26" fmla="*/ 179 w 291"/>
              <a:gd name="T27" fmla="*/ 124 h 248"/>
              <a:gd name="T28" fmla="*/ 172 w 291"/>
              <a:gd name="T29" fmla="*/ 108 h 248"/>
              <a:gd name="T30" fmla="*/ 161 w 291"/>
              <a:gd name="T31" fmla="*/ 99 h 248"/>
              <a:gd name="T32" fmla="*/ 162 w 291"/>
              <a:gd name="T33" fmla="*/ 85 h 248"/>
              <a:gd name="T34" fmla="*/ 174 w 291"/>
              <a:gd name="T35" fmla="*/ 83 h 248"/>
              <a:gd name="T36" fmla="*/ 201 w 291"/>
              <a:gd name="T37" fmla="*/ 124 h 248"/>
              <a:gd name="T38" fmla="*/ 231 w 291"/>
              <a:gd name="T39" fmla="*/ 173 h 248"/>
              <a:gd name="T40" fmla="*/ 188 w 291"/>
              <a:gd name="T41" fmla="*/ 207 h 248"/>
              <a:gd name="T42" fmla="*/ 176 w 291"/>
              <a:gd name="T43" fmla="*/ 196 h 248"/>
              <a:gd name="T44" fmla="*/ 196 w 291"/>
              <a:gd name="T45" fmla="*/ 178 h 248"/>
              <a:gd name="T46" fmla="*/ 224 w 291"/>
              <a:gd name="T47" fmla="*/ 124 h 248"/>
              <a:gd name="T48" fmla="*/ 196 w 291"/>
              <a:gd name="T49" fmla="*/ 70 h 248"/>
              <a:gd name="T50" fmla="*/ 176 w 291"/>
              <a:gd name="T51" fmla="*/ 52 h 248"/>
              <a:gd name="T52" fmla="*/ 187 w 291"/>
              <a:gd name="T53" fmla="*/ 41 h 248"/>
              <a:gd name="T54" fmla="*/ 231 w 291"/>
              <a:gd name="T55" fmla="*/ 74 h 248"/>
              <a:gd name="T56" fmla="*/ 291 w 291"/>
              <a:gd name="T57" fmla="*/ 124 h 248"/>
              <a:gd name="T58" fmla="*/ 210 w 291"/>
              <a:gd name="T59" fmla="*/ 247 h 248"/>
              <a:gd name="T60" fmla="*/ 197 w 291"/>
              <a:gd name="T61" fmla="*/ 245 h 248"/>
              <a:gd name="T62" fmla="*/ 201 w 291"/>
              <a:gd name="T63" fmla="*/ 226 h 248"/>
              <a:gd name="T64" fmla="*/ 209 w 291"/>
              <a:gd name="T65" fmla="*/ 223 h 248"/>
              <a:gd name="T66" fmla="*/ 256 w 291"/>
              <a:gd name="T67" fmla="*/ 174 h 248"/>
              <a:gd name="T68" fmla="*/ 256 w 291"/>
              <a:gd name="T69" fmla="*/ 73 h 248"/>
              <a:gd name="T70" fmla="*/ 209 w 291"/>
              <a:gd name="T71" fmla="*/ 25 h 248"/>
              <a:gd name="T72" fmla="*/ 201 w 291"/>
              <a:gd name="T73" fmla="*/ 21 h 248"/>
              <a:gd name="T74" fmla="*/ 197 w 291"/>
              <a:gd name="T75" fmla="*/ 3 h 248"/>
              <a:gd name="T76" fmla="*/ 210 w 291"/>
              <a:gd name="T77" fmla="*/ 0 h 248"/>
              <a:gd name="T78" fmla="*/ 291 w 291"/>
              <a:gd name="T79" fmla="*/ 124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91" h="248">
                <a:moveTo>
                  <a:pt x="134" y="29"/>
                </a:moveTo>
                <a:cubicBezTo>
                  <a:pt x="134" y="219"/>
                  <a:pt x="134" y="219"/>
                  <a:pt x="134" y="219"/>
                </a:cubicBezTo>
                <a:cubicBezTo>
                  <a:pt x="134" y="222"/>
                  <a:pt x="133" y="224"/>
                  <a:pt x="131" y="227"/>
                </a:cubicBezTo>
                <a:cubicBezTo>
                  <a:pt x="129" y="229"/>
                  <a:pt x="126" y="230"/>
                  <a:pt x="123" y="230"/>
                </a:cubicBezTo>
                <a:cubicBezTo>
                  <a:pt x="120" y="230"/>
                  <a:pt x="118" y="229"/>
                  <a:pt x="115" y="227"/>
                </a:cubicBezTo>
                <a:cubicBezTo>
                  <a:pt x="57" y="168"/>
                  <a:pt x="57" y="168"/>
                  <a:pt x="57" y="168"/>
                </a:cubicBezTo>
                <a:cubicBezTo>
                  <a:pt x="11" y="168"/>
                  <a:pt x="11" y="168"/>
                  <a:pt x="11" y="168"/>
                </a:cubicBezTo>
                <a:cubicBezTo>
                  <a:pt x="8" y="168"/>
                  <a:pt x="6" y="167"/>
                  <a:pt x="4" y="165"/>
                </a:cubicBezTo>
                <a:cubicBezTo>
                  <a:pt x="1" y="163"/>
                  <a:pt x="0" y="160"/>
                  <a:pt x="0" y="157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87"/>
                  <a:pt x="1" y="85"/>
                  <a:pt x="4" y="82"/>
                </a:cubicBezTo>
                <a:cubicBezTo>
                  <a:pt x="6" y="80"/>
                  <a:pt x="8" y="79"/>
                  <a:pt x="11" y="79"/>
                </a:cubicBezTo>
                <a:cubicBezTo>
                  <a:pt x="57" y="79"/>
                  <a:pt x="57" y="79"/>
                  <a:pt x="57" y="79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8" y="19"/>
                  <a:pt x="120" y="18"/>
                  <a:pt x="123" y="18"/>
                </a:cubicBezTo>
                <a:cubicBezTo>
                  <a:pt x="126" y="18"/>
                  <a:pt x="129" y="19"/>
                  <a:pt x="131" y="21"/>
                </a:cubicBezTo>
                <a:cubicBezTo>
                  <a:pt x="133" y="23"/>
                  <a:pt x="134" y="26"/>
                  <a:pt x="134" y="29"/>
                </a:cubicBezTo>
                <a:close/>
                <a:moveTo>
                  <a:pt x="201" y="124"/>
                </a:moveTo>
                <a:cubicBezTo>
                  <a:pt x="201" y="133"/>
                  <a:pt x="199" y="141"/>
                  <a:pt x="194" y="148"/>
                </a:cubicBezTo>
                <a:cubicBezTo>
                  <a:pt x="189" y="156"/>
                  <a:pt x="182" y="162"/>
                  <a:pt x="174" y="165"/>
                </a:cubicBezTo>
                <a:cubicBezTo>
                  <a:pt x="173" y="165"/>
                  <a:pt x="172" y="166"/>
                  <a:pt x="170" y="166"/>
                </a:cubicBezTo>
                <a:cubicBezTo>
                  <a:pt x="167" y="166"/>
                  <a:pt x="164" y="165"/>
                  <a:pt x="162" y="162"/>
                </a:cubicBezTo>
                <a:cubicBezTo>
                  <a:pt x="160" y="160"/>
                  <a:pt x="159" y="158"/>
                  <a:pt x="159" y="154"/>
                </a:cubicBezTo>
                <a:cubicBezTo>
                  <a:pt x="159" y="152"/>
                  <a:pt x="159" y="150"/>
                  <a:pt x="161" y="148"/>
                </a:cubicBezTo>
                <a:cubicBezTo>
                  <a:pt x="162" y="147"/>
                  <a:pt x="164" y="145"/>
                  <a:pt x="166" y="144"/>
                </a:cubicBezTo>
                <a:cubicBezTo>
                  <a:pt x="168" y="143"/>
                  <a:pt x="170" y="141"/>
                  <a:pt x="172" y="140"/>
                </a:cubicBezTo>
                <a:cubicBezTo>
                  <a:pt x="174" y="138"/>
                  <a:pt x="176" y="136"/>
                  <a:pt x="177" y="134"/>
                </a:cubicBezTo>
                <a:cubicBezTo>
                  <a:pt x="178" y="131"/>
                  <a:pt x="179" y="128"/>
                  <a:pt x="179" y="124"/>
                </a:cubicBezTo>
                <a:cubicBezTo>
                  <a:pt x="179" y="120"/>
                  <a:pt x="178" y="116"/>
                  <a:pt x="177" y="114"/>
                </a:cubicBezTo>
                <a:cubicBezTo>
                  <a:pt x="176" y="111"/>
                  <a:pt x="174" y="109"/>
                  <a:pt x="172" y="108"/>
                </a:cubicBezTo>
                <a:cubicBezTo>
                  <a:pt x="170" y="106"/>
                  <a:pt x="168" y="105"/>
                  <a:pt x="166" y="104"/>
                </a:cubicBezTo>
                <a:cubicBezTo>
                  <a:pt x="164" y="102"/>
                  <a:pt x="162" y="101"/>
                  <a:pt x="161" y="99"/>
                </a:cubicBezTo>
                <a:cubicBezTo>
                  <a:pt x="159" y="98"/>
                  <a:pt x="159" y="95"/>
                  <a:pt x="159" y="93"/>
                </a:cubicBezTo>
                <a:cubicBezTo>
                  <a:pt x="159" y="90"/>
                  <a:pt x="160" y="87"/>
                  <a:pt x="162" y="85"/>
                </a:cubicBezTo>
                <a:cubicBezTo>
                  <a:pt x="164" y="83"/>
                  <a:pt x="167" y="82"/>
                  <a:pt x="170" y="82"/>
                </a:cubicBezTo>
                <a:cubicBezTo>
                  <a:pt x="172" y="82"/>
                  <a:pt x="173" y="82"/>
                  <a:pt x="174" y="83"/>
                </a:cubicBezTo>
                <a:cubicBezTo>
                  <a:pt x="182" y="86"/>
                  <a:pt x="189" y="91"/>
                  <a:pt x="194" y="99"/>
                </a:cubicBezTo>
                <a:cubicBezTo>
                  <a:pt x="199" y="107"/>
                  <a:pt x="201" y="115"/>
                  <a:pt x="201" y="124"/>
                </a:cubicBezTo>
                <a:close/>
                <a:moveTo>
                  <a:pt x="246" y="124"/>
                </a:moveTo>
                <a:cubicBezTo>
                  <a:pt x="246" y="142"/>
                  <a:pt x="241" y="158"/>
                  <a:pt x="231" y="173"/>
                </a:cubicBezTo>
                <a:cubicBezTo>
                  <a:pt x="221" y="188"/>
                  <a:pt x="208" y="199"/>
                  <a:pt x="192" y="206"/>
                </a:cubicBezTo>
                <a:cubicBezTo>
                  <a:pt x="190" y="207"/>
                  <a:pt x="189" y="207"/>
                  <a:pt x="188" y="207"/>
                </a:cubicBezTo>
                <a:cubicBezTo>
                  <a:pt x="184" y="207"/>
                  <a:pt x="182" y="206"/>
                  <a:pt x="180" y="204"/>
                </a:cubicBezTo>
                <a:cubicBezTo>
                  <a:pt x="177" y="201"/>
                  <a:pt x="176" y="199"/>
                  <a:pt x="176" y="196"/>
                </a:cubicBezTo>
                <a:cubicBezTo>
                  <a:pt x="176" y="191"/>
                  <a:pt x="179" y="188"/>
                  <a:pt x="183" y="185"/>
                </a:cubicBezTo>
                <a:cubicBezTo>
                  <a:pt x="190" y="182"/>
                  <a:pt x="194" y="179"/>
                  <a:pt x="196" y="178"/>
                </a:cubicBezTo>
                <a:cubicBezTo>
                  <a:pt x="205" y="171"/>
                  <a:pt x="212" y="164"/>
                  <a:pt x="216" y="154"/>
                </a:cubicBezTo>
                <a:cubicBezTo>
                  <a:pt x="221" y="145"/>
                  <a:pt x="224" y="134"/>
                  <a:pt x="224" y="124"/>
                </a:cubicBezTo>
                <a:cubicBezTo>
                  <a:pt x="224" y="113"/>
                  <a:pt x="221" y="103"/>
                  <a:pt x="216" y="93"/>
                </a:cubicBezTo>
                <a:cubicBezTo>
                  <a:pt x="212" y="84"/>
                  <a:pt x="205" y="76"/>
                  <a:pt x="196" y="70"/>
                </a:cubicBezTo>
                <a:cubicBezTo>
                  <a:pt x="194" y="68"/>
                  <a:pt x="190" y="65"/>
                  <a:pt x="183" y="62"/>
                </a:cubicBezTo>
                <a:cubicBezTo>
                  <a:pt x="179" y="60"/>
                  <a:pt x="176" y="56"/>
                  <a:pt x="176" y="52"/>
                </a:cubicBezTo>
                <a:cubicBezTo>
                  <a:pt x="176" y="49"/>
                  <a:pt x="177" y="46"/>
                  <a:pt x="180" y="44"/>
                </a:cubicBezTo>
                <a:cubicBezTo>
                  <a:pt x="182" y="42"/>
                  <a:pt x="184" y="41"/>
                  <a:pt x="187" y="41"/>
                </a:cubicBezTo>
                <a:cubicBezTo>
                  <a:pt x="189" y="41"/>
                  <a:pt x="190" y="41"/>
                  <a:pt x="192" y="41"/>
                </a:cubicBezTo>
                <a:cubicBezTo>
                  <a:pt x="208" y="48"/>
                  <a:pt x="221" y="59"/>
                  <a:pt x="231" y="74"/>
                </a:cubicBezTo>
                <a:cubicBezTo>
                  <a:pt x="241" y="89"/>
                  <a:pt x="246" y="106"/>
                  <a:pt x="246" y="124"/>
                </a:cubicBezTo>
                <a:close/>
                <a:moveTo>
                  <a:pt x="291" y="124"/>
                </a:moveTo>
                <a:cubicBezTo>
                  <a:pt x="291" y="151"/>
                  <a:pt x="283" y="175"/>
                  <a:pt x="269" y="198"/>
                </a:cubicBezTo>
                <a:cubicBezTo>
                  <a:pt x="254" y="220"/>
                  <a:pt x="234" y="236"/>
                  <a:pt x="210" y="247"/>
                </a:cubicBezTo>
                <a:cubicBezTo>
                  <a:pt x="208" y="248"/>
                  <a:pt x="207" y="248"/>
                  <a:pt x="205" y="248"/>
                </a:cubicBezTo>
                <a:cubicBezTo>
                  <a:pt x="202" y="248"/>
                  <a:pt x="199" y="247"/>
                  <a:pt x="197" y="245"/>
                </a:cubicBezTo>
                <a:cubicBezTo>
                  <a:pt x="195" y="242"/>
                  <a:pt x="194" y="240"/>
                  <a:pt x="194" y="237"/>
                </a:cubicBezTo>
                <a:cubicBezTo>
                  <a:pt x="194" y="233"/>
                  <a:pt x="196" y="229"/>
                  <a:pt x="201" y="226"/>
                </a:cubicBezTo>
                <a:cubicBezTo>
                  <a:pt x="202" y="226"/>
                  <a:pt x="203" y="225"/>
                  <a:pt x="205" y="225"/>
                </a:cubicBezTo>
                <a:cubicBezTo>
                  <a:pt x="206" y="224"/>
                  <a:pt x="208" y="223"/>
                  <a:pt x="209" y="223"/>
                </a:cubicBezTo>
                <a:cubicBezTo>
                  <a:pt x="214" y="220"/>
                  <a:pt x="219" y="217"/>
                  <a:pt x="223" y="214"/>
                </a:cubicBezTo>
                <a:cubicBezTo>
                  <a:pt x="237" y="203"/>
                  <a:pt x="248" y="190"/>
                  <a:pt x="256" y="174"/>
                </a:cubicBezTo>
                <a:cubicBezTo>
                  <a:pt x="264" y="158"/>
                  <a:pt x="268" y="142"/>
                  <a:pt x="268" y="124"/>
                </a:cubicBezTo>
                <a:cubicBezTo>
                  <a:pt x="268" y="106"/>
                  <a:pt x="264" y="89"/>
                  <a:pt x="256" y="73"/>
                </a:cubicBezTo>
                <a:cubicBezTo>
                  <a:pt x="248" y="57"/>
                  <a:pt x="237" y="44"/>
                  <a:pt x="223" y="34"/>
                </a:cubicBezTo>
                <a:cubicBezTo>
                  <a:pt x="219" y="31"/>
                  <a:pt x="214" y="28"/>
                  <a:pt x="209" y="25"/>
                </a:cubicBezTo>
                <a:cubicBezTo>
                  <a:pt x="208" y="24"/>
                  <a:pt x="206" y="24"/>
                  <a:pt x="205" y="23"/>
                </a:cubicBezTo>
                <a:cubicBezTo>
                  <a:pt x="203" y="22"/>
                  <a:pt x="202" y="22"/>
                  <a:pt x="201" y="21"/>
                </a:cubicBezTo>
                <a:cubicBezTo>
                  <a:pt x="196" y="18"/>
                  <a:pt x="194" y="15"/>
                  <a:pt x="194" y="11"/>
                </a:cubicBezTo>
                <a:cubicBezTo>
                  <a:pt x="194" y="8"/>
                  <a:pt x="195" y="5"/>
                  <a:pt x="197" y="3"/>
                </a:cubicBezTo>
                <a:cubicBezTo>
                  <a:pt x="199" y="1"/>
                  <a:pt x="202" y="0"/>
                  <a:pt x="205" y="0"/>
                </a:cubicBezTo>
                <a:cubicBezTo>
                  <a:pt x="207" y="0"/>
                  <a:pt x="208" y="0"/>
                  <a:pt x="210" y="0"/>
                </a:cubicBezTo>
                <a:cubicBezTo>
                  <a:pt x="234" y="11"/>
                  <a:pt x="254" y="28"/>
                  <a:pt x="269" y="50"/>
                </a:cubicBezTo>
                <a:cubicBezTo>
                  <a:pt x="283" y="72"/>
                  <a:pt x="291" y="97"/>
                  <a:pt x="291" y="12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7" name="Freeform 113"/>
          <p:cNvSpPr>
            <a:spLocks noEditPoints="1"/>
          </p:cNvSpPr>
          <p:nvPr/>
        </p:nvSpPr>
        <p:spPr bwMode="auto">
          <a:xfrm>
            <a:off x="6819901" y="3292476"/>
            <a:ext cx="307975" cy="333375"/>
          </a:xfrm>
          <a:custGeom>
            <a:avLst/>
            <a:gdLst>
              <a:gd name="T0" fmla="*/ 179 w 285"/>
              <a:gd name="T1" fmla="*/ 202 h 308"/>
              <a:gd name="T2" fmla="*/ 197 w 285"/>
              <a:gd name="T3" fmla="*/ 238 h 308"/>
              <a:gd name="T4" fmla="*/ 160 w 285"/>
              <a:gd name="T5" fmla="*/ 288 h 308"/>
              <a:gd name="T6" fmla="*/ 101 w 285"/>
              <a:gd name="T7" fmla="*/ 308 h 308"/>
              <a:gd name="T8" fmla="*/ 50 w 285"/>
              <a:gd name="T9" fmla="*/ 294 h 308"/>
              <a:gd name="T10" fmla="*/ 14 w 285"/>
              <a:gd name="T11" fmla="*/ 258 h 308"/>
              <a:gd name="T12" fmla="*/ 0 w 285"/>
              <a:gd name="T13" fmla="*/ 207 h 308"/>
              <a:gd name="T14" fmla="*/ 19 w 285"/>
              <a:gd name="T15" fmla="*/ 150 h 308"/>
              <a:gd name="T16" fmla="*/ 66 w 285"/>
              <a:gd name="T17" fmla="*/ 113 h 308"/>
              <a:gd name="T18" fmla="*/ 69 w 285"/>
              <a:gd name="T19" fmla="*/ 136 h 308"/>
              <a:gd name="T20" fmla="*/ 35 w 285"/>
              <a:gd name="T21" fmla="*/ 164 h 308"/>
              <a:gd name="T22" fmla="*/ 23 w 285"/>
              <a:gd name="T23" fmla="*/ 207 h 308"/>
              <a:gd name="T24" fmla="*/ 46 w 285"/>
              <a:gd name="T25" fmla="*/ 262 h 308"/>
              <a:gd name="T26" fmla="*/ 101 w 285"/>
              <a:gd name="T27" fmla="*/ 285 h 308"/>
              <a:gd name="T28" fmla="*/ 141 w 285"/>
              <a:gd name="T29" fmla="*/ 274 h 308"/>
              <a:gd name="T30" fmla="*/ 170 w 285"/>
              <a:gd name="T31" fmla="*/ 243 h 308"/>
              <a:gd name="T32" fmla="*/ 179 w 285"/>
              <a:gd name="T33" fmla="*/ 202 h 308"/>
              <a:gd name="T34" fmla="*/ 275 w 285"/>
              <a:gd name="T35" fmla="*/ 220 h 308"/>
              <a:gd name="T36" fmla="*/ 285 w 285"/>
              <a:gd name="T37" fmla="*/ 239 h 308"/>
              <a:gd name="T38" fmla="*/ 240 w 285"/>
              <a:gd name="T39" fmla="*/ 262 h 308"/>
              <a:gd name="T40" fmla="*/ 235 w 285"/>
              <a:gd name="T41" fmla="*/ 263 h 308"/>
              <a:gd name="T42" fmla="*/ 225 w 285"/>
              <a:gd name="T43" fmla="*/ 257 h 308"/>
              <a:gd name="T44" fmla="*/ 183 w 285"/>
              <a:gd name="T45" fmla="*/ 174 h 308"/>
              <a:gd name="T46" fmla="*/ 101 w 285"/>
              <a:gd name="T47" fmla="*/ 174 h 308"/>
              <a:gd name="T48" fmla="*/ 93 w 285"/>
              <a:gd name="T49" fmla="*/ 171 h 308"/>
              <a:gd name="T50" fmla="*/ 90 w 285"/>
              <a:gd name="T51" fmla="*/ 164 h 308"/>
              <a:gd name="T52" fmla="*/ 73 w 285"/>
              <a:gd name="T53" fmla="*/ 28 h 308"/>
              <a:gd name="T54" fmla="*/ 74 w 285"/>
              <a:gd name="T55" fmla="*/ 20 h 308"/>
              <a:gd name="T56" fmla="*/ 84 w 285"/>
              <a:gd name="T57" fmla="*/ 6 h 308"/>
              <a:gd name="T58" fmla="*/ 101 w 285"/>
              <a:gd name="T59" fmla="*/ 0 h 308"/>
              <a:gd name="T60" fmla="*/ 121 w 285"/>
              <a:gd name="T61" fmla="*/ 9 h 308"/>
              <a:gd name="T62" fmla="*/ 129 w 285"/>
              <a:gd name="T63" fmla="*/ 28 h 308"/>
              <a:gd name="T64" fmla="*/ 120 w 285"/>
              <a:gd name="T65" fmla="*/ 49 h 308"/>
              <a:gd name="T66" fmla="*/ 99 w 285"/>
              <a:gd name="T67" fmla="*/ 56 h 308"/>
              <a:gd name="T68" fmla="*/ 105 w 285"/>
              <a:gd name="T69" fmla="*/ 107 h 308"/>
              <a:gd name="T70" fmla="*/ 179 w 285"/>
              <a:gd name="T71" fmla="*/ 107 h 308"/>
              <a:gd name="T72" fmla="*/ 179 w 285"/>
              <a:gd name="T73" fmla="*/ 129 h 308"/>
              <a:gd name="T74" fmla="*/ 108 w 285"/>
              <a:gd name="T75" fmla="*/ 129 h 308"/>
              <a:gd name="T76" fmla="*/ 111 w 285"/>
              <a:gd name="T77" fmla="*/ 151 h 308"/>
              <a:gd name="T78" fmla="*/ 190 w 285"/>
              <a:gd name="T79" fmla="*/ 151 h 308"/>
              <a:gd name="T80" fmla="*/ 200 w 285"/>
              <a:gd name="T81" fmla="*/ 157 h 308"/>
              <a:gd name="T82" fmla="*/ 240 w 285"/>
              <a:gd name="T83" fmla="*/ 237 h 308"/>
              <a:gd name="T84" fmla="*/ 275 w 285"/>
              <a:gd name="T85" fmla="*/ 220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5" h="308">
                <a:moveTo>
                  <a:pt x="179" y="202"/>
                </a:moveTo>
                <a:cubicBezTo>
                  <a:pt x="197" y="238"/>
                  <a:pt x="197" y="238"/>
                  <a:pt x="197" y="238"/>
                </a:cubicBezTo>
                <a:cubicBezTo>
                  <a:pt x="190" y="259"/>
                  <a:pt x="178" y="275"/>
                  <a:pt x="160" y="288"/>
                </a:cubicBezTo>
                <a:cubicBezTo>
                  <a:pt x="142" y="301"/>
                  <a:pt x="123" y="308"/>
                  <a:pt x="101" y="308"/>
                </a:cubicBezTo>
                <a:cubicBezTo>
                  <a:pt x="83" y="308"/>
                  <a:pt x="66" y="303"/>
                  <a:pt x="50" y="294"/>
                </a:cubicBezTo>
                <a:cubicBezTo>
                  <a:pt x="35" y="285"/>
                  <a:pt x="23" y="273"/>
                  <a:pt x="14" y="258"/>
                </a:cubicBezTo>
                <a:cubicBezTo>
                  <a:pt x="5" y="242"/>
                  <a:pt x="0" y="225"/>
                  <a:pt x="0" y="207"/>
                </a:cubicBezTo>
                <a:cubicBezTo>
                  <a:pt x="0" y="186"/>
                  <a:pt x="6" y="167"/>
                  <a:pt x="19" y="150"/>
                </a:cubicBezTo>
                <a:cubicBezTo>
                  <a:pt x="31" y="132"/>
                  <a:pt x="47" y="120"/>
                  <a:pt x="66" y="113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55" y="142"/>
                  <a:pt x="44" y="151"/>
                  <a:pt x="35" y="164"/>
                </a:cubicBezTo>
                <a:cubicBezTo>
                  <a:pt x="27" y="177"/>
                  <a:pt x="23" y="192"/>
                  <a:pt x="23" y="207"/>
                </a:cubicBezTo>
                <a:cubicBezTo>
                  <a:pt x="23" y="229"/>
                  <a:pt x="30" y="247"/>
                  <a:pt x="46" y="262"/>
                </a:cubicBezTo>
                <a:cubicBezTo>
                  <a:pt x="61" y="278"/>
                  <a:pt x="79" y="285"/>
                  <a:pt x="101" y="285"/>
                </a:cubicBezTo>
                <a:cubicBezTo>
                  <a:pt x="116" y="285"/>
                  <a:pt x="129" y="282"/>
                  <a:pt x="141" y="274"/>
                </a:cubicBezTo>
                <a:cubicBezTo>
                  <a:pt x="154" y="266"/>
                  <a:pt x="163" y="256"/>
                  <a:pt x="170" y="243"/>
                </a:cubicBezTo>
                <a:cubicBezTo>
                  <a:pt x="177" y="231"/>
                  <a:pt x="180" y="217"/>
                  <a:pt x="179" y="202"/>
                </a:cubicBezTo>
                <a:close/>
                <a:moveTo>
                  <a:pt x="275" y="220"/>
                </a:moveTo>
                <a:cubicBezTo>
                  <a:pt x="285" y="239"/>
                  <a:pt x="285" y="239"/>
                  <a:pt x="285" y="239"/>
                </a:cubicBezTo>
                <a:cubicBezTo>
                  <a:pt x="240" y="262"/>
                  <a:pt x="240" y="262"/>
                  <a:pt x="240" y="262"/>
                </a:cubicBezTo>
                <a:cubicBezTo>
                  <a:pt x="239" y="263"/>
                  <a:pt x="237" y="263"/>
                  <a:pt x="235" y="263"/>
                </a:cubicBezTo>
                <a:cubicBezTo>
                  <a:pt x="230" y="263"/>
                  <a:pt x="227" y="261"/>
                  <a:pt x="225" y="257"/>
                </a:cubicBezTo>
                <a:cubicBezTo>
                  <a:pt x="183" y="174"/>
                  <a:pt x="183" y="174"/>
                  <a:pt x="183" y="174"/>
                </a:cubicBezTo>
                <a:cubicBezTo>
                  <a:pt x="101" y="174"/>
                  <a:pt x="101" y="174"/>
                  <a:pt x="101" y="174"/>
                </a:cubicBezTo>
                <a:cubicBezTo>
                  <a:pt x="98" y="174"/>
                  <a:pt x="96" y="173"/>
                  <a:pt x="93" y="171"/>
                </a:cubicBezTo>
                <a:cubicBezTo>
                  <a:pt x="91" y="169"/>
                  <a:pt x="90" y="166"/>
                  <a:pt x="90" y="164"/>
                </a:cubicBezTo>
                <a:cubicBezTo>
                  <a:pt x="73" y="28"/>
                  <a:pt x="73" y="28"/>
                  <a:pt x="73" y="28"/>
                </a:cubicBezTo>
                <a:cubicBezTo>
                  <a:pt x="73" y="26"/>
                  <a:pt x="73" y="23"/>
                  <a:pt x="74" y="20"/>
                </a:cubicBezTo>
                <a:cubicBezTo>
                  <a:pt x="76" y="14"/>
                  <a:pt x="79" y="10"/>
                  <a:pt x="84" y="6"/>
                </a:cubicBezTo>
                <a:cubicBezTo>
                  <a:pt x="89" y="2"/>
                  <a:pt x="95" y="0"/>
                  <a:pt x="101" y="0"/>
                </a:cubicBezTo>
                <a:cubicBezTo>
                  <a:pt x="109" y="0"/>
                  <a:pt x="115" y="3"/>
                  <a:pt x="121" y="9"/>
                </a:cubicBezTo>
                <a:cubicBezTo>
                  <a:pt x="126" y="14"/>
                  <a:pt x="129" y="21"/>
                  <a:pt x="129" y="28"/>
                </a:cubicBezTo>
                <a:cubicBezTo>
                  <a:pt x="129" y="36"/>
                  <a:pt x="126" y="43"/>
                  <a:pt x="120" y="49"/>
                </a:cubicBezTo>
                <a:cubicBezTo>
                  <a:pt x="114" y="55"/>
                  <a:pt x="107" y="57"/>
                  <a:pt x="99" y="56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79" y="107"/>
                  <a:pt x="179" y="107"/>
                  <a:pt x="179" y="107"/>
                </a:cubicBezTo>
                <a:cubicBezTo>
                  <a:pt x="179" y="129"/>
                  <a:pt x="179" y="129"/>
                  <a:pt x="179" y="129"/>
                </a:cubicBezTo>
                <a:cubicBezTo>
                  <a:pt x="108" y="129"/>
                  <a:pt x="108" y="129"/>
                  <a:pt x="108" y="129"/>
                </a:cubicBezTo>
                <a:cubicBezTo>
                  <a:pt x="111" y="151"/>
                  <a:pt x="111" y="151"/>
                  <a:pt x="111" y="151"/>
                </a:cubicBezTo>
                <a:cubicBezTo>
                  <a:pt x="190" y="151"/>
                  <a:pt x="190" y="151"/>
                  <a:pt x="190" y="151"/>
                </a:cubicBezTo>
                <a:cubicBezTo>
                  <a:pt x="195" y="151"/>
                  <a:pt x="198" y="153"/>
                  <a:pt x="200" y="157"/>
                </a:cubicBezTo>
                <a:cubicBezTo>
                  <a:pt x="240" y="237"/>
                  <a:pt x="240" y="237"/>
                  <a:pt x="240" y="237"/>
                </a:cubicBezTo>
                <a:lnTo>
                  <a:pt x="275" y="22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8" name="Freeform 114"/>
          <p:cNvSpPr>
            <a:spLocks noEditPoints="1"/>
          </p:cNvSpPr>
          <p:nvPr/>
        </p:nvSpPr>
        <p:spPr bwMode="auto">
          <a:xfrm>
            <a:off x="1574801" y="3733801"/>
            <a:ext cx="312738" cy="314325"/>
          </a:xfrm>
          <a:custGeom>
            <a:avLst/>
            <a:gdLst>
              <a:gd name="T0" fmla="*/ 81 w 197"/>
              <a:gd name="T1" fmla="*/ 105 h 198"/>
              <a:gd name="T2" fmla="*/ 81 w 197"/>
              <a:gd name="T3" fmla="*/ 182 h 198"/>
              <a:gd name="T4" fmla="*/ 0 w 197"/>
              <a:gd name="T5" fmla="*/ 171 h 198"/>
              <a:gd name="T6" fmla="*/ 0 w 197"/>
              <a:gd name="T7" fmla="*/ 105 h 198"/>
              <a:gd name="T8" fmla="*/ 81 w 197"/>
              <a:gd name="T9" fmla="*/ 105 h 198"/>
              <a:gd name="T10" fmla="*/ 81 w 197"/>
              <a:gd name="T11" fmla="*/ 16 h 198"/>
              <a:gd name="T12" fmla="*/ 81 w 197"/>
              <a:gd name="T13" fmla="*/ 95 h 198"/>
              <a:gd name="T14" fmla="*/ 0 w 197"/>
              <a:gd name="T15" fmla="*/ 95 h 198"/>
              <a:gd name="T16" fmla="*/ 0 w 197"/>
              <a:gd name="T17" fmla="*/ 27 h 198"/>
              <a:gd name="T18" fmla="*/ 81 w 197"/>
              <a:gd name="T19" fmla="*/ 16 h 198"/>
              <a:gd name="T20" fmla="*/ 197 w 197"/>
              <a:gd name="T21" fmla="*/ 105 h 198"/>
              <a:gd name="T22" fmla="*/ 197 w 197"/>
              <a:gd name="T23" fmla="*/ 198 h 198"/>
              <a:gd name="T24" fmla="*/ 89 w 197"/>
              <a:gd name="T25" fmla="*/ 183 h 198"/>
              <a:gd name="T26" fmla="*/ 89 w 197"/>
              <a:gd name="T27" fmla="*/ 105 h 198"/>
              <a:gd name="T28" fmla="*/ 197 w 197"/>
              <a:gd name="T29" fmla="*/ 105 h 198"/>
              <a:gd name="T30" fmla="*/ 197 w 197"/>
              <a:gd name="T31" fmla="*/ 0 h 198"/>
              <a:gd name="T32" fmla="*/ 197 w 197"/>
              <a:gd name="T33" fmla="*/ 95 h 198"/>
              <a:gd name="T34" fmla="*/ 89 w 197"/>
              <a:gd name="T35" fmla="*/ 95 h 198"/>
              <a:gd name="T36" fmla="*/ 89 w 197"/>
              <a:gd name="T37" fmla="*/ 15 h 198"/>
              <a:gd name="T38" fmla="*/ 197 w 197"/>
              <a:gd name="T39" fmla="*/ 0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97" h="198">
                <a:moveTo>
                  <a:pt x="81" y="105"/>
                </a:moveTo>
                <a:lnTo>
                  <a:pt x="81" y="182"/>
                </a:lnTo>
                <a:lnTo>
                  <a:pt x="0" y="171"/>
                </a:lnTo>
                <a:lnTo>
                  <a:pt x="0" y="105"/>
                </a:lnTo>
                <a:lnTo>
                  <a:pt x="81" y="105"/>
                </a:lnTo>
                <a:close/>
                <a:moveTo>
                  <a:pt x="81" y="16"/>
                </a:moveTo>
                <a:lnTo>
                  <a:pt x="81" y="95"/>
                </a:lnTo>
                <a:lnTo>
                  <a:pt x="0" y="95"/>
                </a:lnTo>
                <a:lnTo>
                  <a:pt x="0" y="27"/>
                </a:lnTo>
                <a:lnTo>
                  <a:pt x="81" y="16"/>
                </a:lnTo>
                <a:close/>
                <a:moveTo>
                  <a:pt x="197" y="105"/>
                </a:moveTo>
                <a:lnTo>
                  <a:pt x="197" y="198"/>
                </a:lnTo>
                <a:lnTo>
                  <a:pt x="89" y="183"/>
                </a:lnTo>
                <a:lnTo>
                  <a:pt x="89" y="105"/>
                </a:lnTo>
                <a:lnTo>
                  <a:pt x="197" y="105"/>
                </a:lnTo>
                <a:close/>
                <a:moveTo>
                  <a:pt x="197" y="0"/>
                </a:moveTo>
                <a:lnTo>
                  <a:pt x="197" y="95"/>
                </a:lnTo>
                <a:lnTo>
                  <a:pt x="89" y="95"/>
                </a:lnTo>
                <a:lnTo>
                  <a:pt x="89" y="15"/>
                </a:lnTo>
                <a:lnTo>
                  <a:pt x="197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9" name="Freeform 115"/>
          <p:cNvSpPr>
            <a:spLocks noEditPoints="1"/>
          </p:cNvSpPr>
          <p:nvPr/>
        </p:nvSpPr>
        <p:spPr bwMode="auto">
          <a:xfrm>
            <a:off x="1562101" y="3290888"/>
            <a:ext cx="338138" cy="338138"/>
          </a:xfrm>
          <a:custGeom>
            <a:avLst/>
            <a:gdLst>
              <a:gd name="T0" fmla="*/ 34 w 313"/>
              <a:gd name="T1" fmla="*/ 101 h 313"/>
              <a:gd name="T2" fmla="*/ 43 w 313"/>
              <a:gd name="T3" fmla="*/ 228 h 313"/>
              <a:gd name="T4" fmla="*/ 247 w 313"/>
              <a:gd name="T5" fmla="*/ 149 h 313"/>
              <a:gd name="T6" fmla="*/ 245 w 313"/>
              <a:gd name="T7" fmla="*/ 165 h 313"/>
              <a:gd name="T8" fmla="*/ 240 w 313"/>
              <a:gd name="T9" fmla="*/ 183 h 313"/>
              <a:gd name="T10" fmla="*/ 223 w 313"/>
              <a:gd name="T11" fmla="*/ 237 h 313"/>
              <a:gd name="T12" fmla="*/ 190 w 313"/>
              <a:gd name="T13" fmla="*/ 92 h 313"/>
              <a:gd name="T14" fmla="*/ 194 w 313"/>
              <a:gd name="T15" fmla="*/ 83 h 313"/>
              <a:gd name="T16" fmla="*/ 153 w 313"/>
              <a:gd name="T17" fmla="*/ 83 h 313"/>
              <a:gd name="T18" fmla="*/ 115 w 313"/>
              <a:gd name="T19" fmla="*/ 82 h 313"/>
              <a:gd name="T20" fmla="*/ 112 w 313"/>
              <a:gd name="T21" fmla="*/ 88 h 313"/>
              <a:gd name="T22" fmla="*/ 117 w 313"/>
              <a:gd name="T23" fmla="*/ 92 h 313"/>
              <a:gd name="T24" fmla="*/ 152 w 313"/>
              <a:gd name="T25" fmla="*/ 150 h 313"/>
              <a:gd name="T26" fmla="*/ 74 w 313"/>
              <a:gd name="T27" fmla="*/ 93 h 313"/>
              <a:gd name="T28" fmla="*/ 94 w 313"/>
              <a:gd name="T29" fmla="*/ 89 h 313"/>
              <a:gd name="T30" fmla="*/ 88 w 313"/>
              <a:gd name="T31" fmla="*/ 81 h 313"/>
              <a:gd name="T32" fmla="*/ 49 w 313"/>
              <a:gd name="T33" fmla="*/ 82 h 313"/>
              <a:gd name="T34" fmla="*/ 92 w 313"/>
              <a:gd name="T35" fmla="*/ 38 h 313"/>
              <a:gd name="T36" fmla="*/ 205 w 313"/>
              <a:gd name="T37" fmla="*/ 31 h 313"/>
              <a:gd name="T38" fmla="*/ 245 w 313"/>
              <a:gd name="T39" fmla="*/ 57 h 313"/>
              <a:gd name="T40" fmla="*/ 223 w 313"/>
              <a:gd name="T41" fmla="*/ 81 h 313"/>
              <a:gd name="T42" fmla="*/ 224 w 313"/>
              <a:gd name="T43" fmla="*/ 89 h 313"/>
              <a:gd name="T44" fmla="*/ 227 w 313"/>
              <a:gd name="T45" fmla="*/ 96 h 313"/>
              <a:gd name="T46" fmla="*/ 231 w 313"/>
              <a:gd name="T47" fmla="*/ 104 h 313"/>
              <a:gd name="T48" fmla="*/ 236 w 313"/>
              <a:gd name="T49" fmla="*/ 112 h 313"/>
              <a:gd name="T50" fmla="*/ 158 w 313"/>
              <a:gd name="T51" fmla="*/ 168 h 313"/>
              <a:gd name="T52" fmla="*/ 201 w 313"/>
              <a:gd name="T53" fmla="*/ 283 h 313"/>
              <a:gd name="T54" fmla="*/ 118 w 313"/>
              <a:gd name="T55" fmla="*/ 285 h 313"/>
              <a:gd name="T56" fmla="*/ 274 w 313"/>
              <a:gd name="T57" fmla="*/ 92 h 313"/>
              <a:gd name="T58" fmla="*/ 272 w 313"/>
              <a:gd name="T59" fmla="*/ 223 h 313"/>
              <a:gd name="T60" fmla="*/ 265 w 313"/>
              <a:gd name="T61" fmla="*/ 154 h 313"/>
              <a:gd name="T62" fmla="*/ 274 w 313"/>
              <a:gd name="T63" fmla="*/ 92 h 313"/>
              <a:gd name="T64" fmla="*/ 217 w 313"/>
              <a:gd name="T65" fmla="*/ 12 h 313"/>
              <a:gd name="T66" fmla="*/ 300 w 313"/>
              <a:gd name="T67" fmla="*/ 95 h 313"/>
              <a:gd name="T68" fmla="*/ 300 w 313"/>
              <a:gd name="T69" fmla="*/ 217 h 313"/>
              <a:gd name="T70" fmla="*/ 217 w 313"/>
              <a:gd name="T71" fmla="*/ 300 h 313"/>
              <a:gd name="T72" fmla="*/ 95 w 313"/>
              <a:gd name="T73" fmla="*/ 300 h 313"/>
              <a:gd name="T74" fmla="*/ 12 w 313"/>
              <a:gd name="T75" fmla="*/ 217 h 313"/>
              <a:gd name="T76" fmla="*/ 12 w 313"/>
              <a:gd name="T77" fmla="*/ 95 h 313"/>
              <a:gd name="T78" fmla="*/ 95 w 313"/>
              <a:gd name="T79" fmla="*/ 12 h 313"/>
              <a:gd name="T80" fmla="*/ 156 w 313"/>
              <a:gd name="T81" fmla="*/ 305 h 313"/>
              <a:gd name="T82" fmla="*/ 262 w 313"/>
              <a:gd name="T83" fmla="*/ 262 h 313"/>
              <a:gd name="T84" fmla="*/ 305 w 313"/>
              <a:gd name="T85" fmla="*/ 156 h 313"/>
              <a:gd name="T86" fmla="*/ 262 w 313"/>
              <a:gd name="T87" fmla="*/ 51 h 313"/>
              <a:gd name="T88" fmla="*/ 156 w 313"/>
              <a:gd name="T89" fmla="*/ 7 h 313"/>
              <a:gd name="T90" fmla="*/ 51 w 313"/>
              <a:gd name="T91" fmla="*/ 51 h 313"/>
              <a:gd name="T92" fmla="*/ 7 w 313"/>
              <a:gd name="T93" fmla="*/ 156 h 313"/>
              <a:gd name="T94" fmla="*/ 51 w 313"/>
              <a:gd name="T95" fmla="*/ 262 h 313"/>
              <a:gd name="T96" fmla="*/ 156 w 313"/>
              <a:gd name="T97" fmla="*/ 305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3" h="313">
                <a:moveTo>
                  <a:pt x="22" y="156"/>
                </a:moveTo>
                <a:cubicBezTo>
                  <a:pt x="22" y="137"/>
                  <a:pt x="26" y="119"/>
                  <a:pt x="34" y="101"/>
                </a:cubicBezTo>
                <a:cubicBezTo>
                  <a:pt x="98" y="277"/>
                  <a:pt x="98" y="277"/>
                  <a:pt x="98" y="277"/>
                </a:cubicBezTo>
                <a:cubicBezTo>
                  <a:pt x="75" y="266"/>
                  <a:pt x="57" y="250"/>
                  <a:pt x="43" y="228"/>
                </a:cubicBezTo>
                <a:cubicBezTo>
                  <a:pt x="29" y="206"/>
                  <a:pt x="22" y="182"/>
                  <a:pt x="22" y="156"/>
                </a:cubicBezTo>
                <a:close/>
                <a:moveTo>
                  <a:pt x="247" y="149"/>
                </a:moveTo>
                <a:cubicBezTo>
                  <a:pt x="247" y="151"/>
                  <a:pt x="247" y="154"/>
                  <a:pt x="246" y="156"/>
                </a:cubicBezTo>
                <a:cubicBezTo>
                  <a:pt x="246" y="158"/>
                  <a:pt x="245" y="161"/>
                  <a:pt x="245" y="165"/>
                </a:cubicBezTo>
                <a:cubicBezTo>
                  <a:pt x="244" y="168"/>
                  <a:pt x="243" y="171"/>
                  <a:pt x="243" y="172"/>
                </a:cubicBezTo>
                <a:cubicBezTo>
                  <a:pt x="242" y="174"/>
                  <a:pt x="241" y="177"/>
                  <a:pt x="240" y="183"/>
                </a:cubicBezTo>
                <a:cubicBezTo>
                  <a:pt x="238" y="188"/>
                  <a:pt x="237" y="191"/>
                  <a:pt x="236" y="193"/>
                </a:cubicBezTo>
                <a:cubicBezTo>
                  <a:pt x="223" y="237"/>
                  <a:pt x="223" y="237"/>
                  <a:pt x="223" y="237"/>
                </a:cubicBezTo>
                <a:cubicBezTo>
                  <a:pt x="175" y="93"/>
                  <a:pt x="175" y="93"/>
                  <a:pt x="175" y="93"/>
                </a:cubicBezTo>
                <a:cubicBezTo>
                  <a:pt x="180" y="93"/>
                  <a:pt x="185" y="92"/>
                  <a:pt x="190" y="92"/>
                </a:cubicBezTo>
                <a:cubicBezTo>
                  <a:pt x="192" y="92"/>
                  <a:pt x="194" y="91"/>
                  <a:pt x="195" y="89"/>
                </a:cubicBezTo>
                <a:cubicBezTo>
                  <a:pt x="195" y="87"/>
                  <a:pt x="195" y="85"/>
                  <a:pt x="194" y="83"/>
                </a:cubicBezTo>
                <a:cubicBezTo>
                  <a:pt x="193" y="81"/>
                  <a:pt x="191" y="81"/>
                  <a:pt x="189" y="81"/>
                </a:cubicBezTo>
                <a:cubicBezTo>
                  <a:pt x="153" y="83"/>
                  <a:pt x="153" y="83"/>
                  <a:pt x="153" y="83"/>
                </a:cubicBezTo>
                <a:cubicBezTo>
                  <a:pt x="145" y="82"/>
                  <a:pt x="133" y="82"/>
                  <a:pt x="118" y="81"/>
                </a:cubicBezTo>
                <a:cubicBezTo>
                  <a:pt x="117" y="81"/>
                  <a:pt x="115" y="81"/>
                  <a:pt x="115" y="82"/>
                </a:cubicBezTo>
                <a:cubicBezTo>
                  <a:pt x="114" y="82"/>
                  <a:pt x="113" y="83"/>
                  <a:pt x="113" y="84"/>
                </a:cubicBezTo>
                <a:cubicBezTo>
                  <a:pt x="112" y="85"/>
                  <a:pt x="112" y="86"/>
                  <a:pt x="112" y="88"/>
                </a:cubicBezTo>
                <a:cubicBezTo>
                  <a:pt x="112" y="89"/>
                  <a:pt x="113" y="90"/>
                  <a:pt x="114" y="90"/>
                </a:cubicBezTo>
                <a:cubicBezTo>
                  <a:pt x="115" y="91"/>
                  <a:pt x="116" y="92"/>
                  <a:pt x="117" y="92"/>
                </a:cubicBezTo>
                <a:cubicBezTo>
                  <a:pt x="131" y="93"/>
                  <a:pt x="131" y="93"/>
                  <a:pt x="131" y="93"/>
                </a:cubicBezTo>
                <a:cubicBezTo>
                  <a:pt x="152" y="150"/>
                  <a:pt x="152" y="150"/>
                  <a:pt x="152" y="150"/>
                </a:cubicBezTo>
                <a:cubicBezTo>
                  <a:pt x="123" y="239"/>
                  <a:pt x="123" y="239"/>
                  <a:pt x="123" y="239"/>
                </a:cubicBezTo>
                <a:cubicBezTo>
                  <a:pt x="74" y="93"/>
                  <a:pt x="74" y="93"/>
                  <a:pt x="74" y="93"/>
                </a:cubicBezTo>
                <a:cubicBezTo>
                  <a:pt x="79" y="93"/>
                  <a:pt x="84" y="92"/>
                  <a:pt x="89" y="92"/>
                </a:cubicBezTo>
                <a:cubicBezTo>
                  <a:pt x="91" y="92"/>
                  <a:pt x="93" y="91"/>
                  <a:pt x="94" y="89"/>
                </a:cubicBezTo>
                <a:cubicBezTo>
                  <a:pt x="95" y="87"/>
                  <a:pt x="94" y="85"/>
                  <a:pt x="93" y="83"/>
                </a:cubicBezTo>
                <a:cubicBezTo>
                  <a:pt x="92" y="81"/>
                  <a:pt x="91" y="81"/>
                  <a:pt x="88" y="81"/>
                </a:cubicBezTo>
                <a:cubicBezTo>
                  <a:pt x="53" y="83"/>
                  <a:pt x="53" y="83"/>
                  <a:pt x="53" y="83"/>
                </a:cubicBezTo>
                <a:cubicBezTo>
                  <a:pt x="52" y="83"/>
                  <a:pt x="50" y="83"/>
                  <a:pt x="49" y="82"/>
                </a:cubicBezTo>
                <a:cubicBezTo>
                  <a:pt x="47" y="82"/>
                  <a:pt x="45" y="82"/>
                  <a:pt x="44" y="82"/>
                </a:cubicBezTo>
                <a:cubicBezTo>
                  <a:pt x="56" y="64"/>
                  <a:pt x="72" y="49"/>
                  <a:pt x="92" y="38"/>
                </a:cubicBezTo>
                <a:cubicBezTo>
                  <a:pt x="112" y="27"/>
                  <a:pt x="133" y="22"/>
                  <a:pt x="156" y="22"/>
                </a:cubicBezTo>
                <a:cubicBezTo>
                  <a:pt x="173" y="22"/>
                  <a:pt x="190" y="25"/>
                  <a:pt x="205" y="31"/>
                </a:cubicBezTo>
                <a:cubicBezTo>
                  <a:pt x="221" y="37"/>
                  <a:pt x="235" y="46"/>
                  <a:pt x="247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39" y="57"/>
                  <a:pt x="233" y="59"/>
                  <a:pt x="229" y="64"/>
                </a:cubicBezTo>
                <a:cubicBezTo>
                  <a:pt x="225" y="69"/>
                  <a:pt x="223" y="74"/>
                  <a:pt x="223" y="81"/>
                </a:cubicBezTo>
                <a:cubicBezTo>
                  <a:pt x="223" y="82"/>
                  <a:pt x="223" y="84"/>
                  <a:pt x="223" y="85"/>
                </a:cubicBezTo>
                <a:cubicBezTo>
                  <a:pt x="223" y="86"/>
                  <a:pt x="223" y="88"/>
                  <a:pt x="224" y="89"/>
                </a:cubicBezTo>
                <a:cubicBezTo>
                  <a:pt x="224" y="90"/>
                  <a:pt x="224" y="91"/>
                  <a:pt x="225" y="93"/>
                </a:cubicBezTo>
                <a:cubicBezTo>
                  <a:pt x="226" y="94"/>
                  <a:pt x="226" y="96"/>
                  <a:pt x="227" y="96"/>
                </a:cubicBezTo>
                <a:cubicBezTo>
                  <a:pt x="227" y="97"/>
                  <a:pt x="228" y="99"/>
                  <a:pt x="229" y="100"/>
                </a:cubicBezTo>
                <a:cubicBezTo>
                  <a:pt x="230" y="102"/>
                  <a:pt x="230" y="103"/>
                  <a:pt x="231" y="104"/>
                </a:cubicBezTo>
                <a:cubicBezTo>
                  <a:pt x="231" y="105"/>
                  <a:pt x="232" y="106"/>
                  <a:pt x="233" y="108"/>
                </a:cubicBezTo>
                <a:cubicBezTo>
                  <a:pt x="235" y="110"/>
                  <a:pt x="235" y="112"/>
                  <a:pt x="236" y="112"/>
                </a:cubicBezTo>
                <a:cubicBezTo>
                  <a:pt x="243" y="125"/>
                  <a:pt x="247" y="137"/>
                  <a:pt x="247" y="149"/>
                </a:cubicBezTo>
                <a:close/>
                <a:moveTo>
                  <a:pt x="158" y="168"/>
                </a:moveTo>
                <a:cubicBezTo>
                  <a:pt x="200" y="281"/>
                  <a:pt x="200" y="281"/>
                  <a:pt x="200" y="281"/>
                </a:cubicBezTo>
                <a:cubicBezTo>
                  <a:pt x="200" y="281"/>
                  <a:pt x="200" y="282"/>
                  <a:pt x="201" y="283"/>
                </a:cubicBezTo>
                <a:cubicBezTo>
                  <a:pt x="186" y="288"/>
                  <a:pt x="171" y="290"/>
                  <a:pt x="156" y="290"/>
                </a:cubicBezTo>
                <a:cubicBezTo>
                  <a:pt x="143" y="290"/>
                  <a:pt x="130" y="289"/>
                  <a:pt x="118" y="285"/>
                </a:cubicBezTo>
                <a:lnTo>
                  <a:pt x="158" y="168"/>
                </a:lnTo>
                <a:close/>
                <a:moveTo>
                  <a:pt x="274" y="92"/>
                </a:moveTo>
                <a:cubicBezTo>
                  <a:pt x="285" y="112"/>
                  <a:pt x="290" y="133"/>
                  <a:pt x="290" y="156"/>
                </a:cubicBezTo>
                <a:cubicBezTo>
                  <a:pt x="290" y="180"/>
                  <a:pt x="284" y="203"/>
                  <a:pt x="272" y="223"/>
                </a:cubicBezTo>
                <a:cubicBezTo>
                  <a:pt x="260" y="244"/>
                  <a:pt x="244" y="260"/>
                  <a:pt x="224" y="272"/>
                </a:cubicBezTo>
                <a:cubicBezTo>
                  <a:pt x="265" y="154"/>
                  <a:pt x="265" y="154"/>
                  <a:pt x="265" y="154"/>
                </a:cubicBezTo>
                <a:cubicBezTo>
                  <a:pt x="271" y="134"/>
                  <a:pt x="275" y="118"/>
                  <a:pt x="275" y="105"/>
                </a:cubicBezTo>
                <a:cubicBezTo>
                  <a:pt x="275" y="101"/>
                  <a:pt x="275" y="96"/>
                  <a:pt x="274" y="92"/>
                </a:cubicBezTo>
                <a:close/>
                <a:moveTo>
                  <a:pt x="156" y="0"/>
                </a:moveTo>
                <a:cubicBezTo>
                  <a:pt x="177" y="0"/>
                  <a:pt x="198" y="4"/>
                  <a:pt x="217" y="12"/>
                </a:cubicBezTo>
                <a:cubicBezTo>
                  <a:pt x="236" y="20"/>
                  <a:pt x="253" y="31"/>
                  <a:pt x="267" y="45"/>
                </a:cubicBezTo>
                <a:cubicBezTo>
                  <a:pt x="281" y="59"/>
                  <a:pt x="292" y="76"/>
                  <a:pt x="300" y="95"/>
                </a:cubicBezTo>
                <a:cubicBezTo>
                  <a:pt x="308" y="115"/>
                  <a:pt x="313" y="135"/>
                  <a:pt x="313" y="156"/>
                </a:cubicBezTo>
                <a:cubicBezTo>
                  <a:pt x="313" y="177"/>
                  <a:pt x="308" y="198"/>
                  <a:pt x="300" y="217"/>
                </a:cubicBezTo>
                <a:cubicBezTo>
                  <a:pt x="292" y="236"/>
                  <a:pt x="281" y="253"/>
                  <a:pt x="267" y="267"/>
                </a:cubicBezTo>
                <a:cubicBezTo>
                  <a:pt x="253" y="281"/>
                  <a:pt x="236" y="292"/>
                  <a:pt x="217" y="300"/>
                </a:cubicBezTo>
                <a:cubicBezTo>
                  <a:pt x="198" y="308"/>
                  <a:pt x="177" y="313"/>
                  <a:pt x="156" y="313"/>
                </a:cubicBezTo>
                <a:cubicBezTo>
                  <a:pt x="135" y="313"/>
                  <a:pt x="115" y="308"/>
                  <a:pt x="95" y="300"/>
                </a:cubicBezTo>
                <a:cubicBezTo>
                  <a:pt x="76" y="292"/>
                  <a:pt x="59" y="281"/>
                  <a:pt x="45" y="267"/>
                </a:cubicBezTo>
                <a:cubicBezTo>
                  <a:pt x="31" y="253"/>
                  <a:pt x="20" y="236"/>
                  <a:pt x="12" y="217"/>
                </a:cubicBezTo>
                <a:cubicBezTo>
                  <a:pt x="4" y="198"/>
                  <a:pt x="0" y="177"/>
                  <a:pt x="0" y="156"/>
                </a:cubicBezTo>
                <a:cubicBezTo>
                  <a:pt x="0" y="135"/>
                  <a:pt x="4" y="115"/>
                  <a:pt x="12" y="95"/>
                </a:cubicBezTo>
                <a:cubicBezTo>
                  <a:pt x="20" y="76"/>
                  <a:pt x="31" y="59"/>
                  <a:pt x="45" y="45"/>
                </a:cubicBezTo>
                <a:cubicBezTo>
                  <a:pt x="59" y="31"/>
                  <a:pt x="76" y="20"/>
                  <a:pt x="95" y="12"/>
                </a:cubicBezTo>
                <a:cubicBezTo>
                  <a:pt x="115" y="4"/>
                  <a:pt x="135" y="0"/>
                  <a:pt x="156" y="0"/>
                </a:cubicBezTo>
                <a:close/>
                <a:moveTo>
                  <a:pt x="156" y="305"/>
                </a:moveTo>
                <a:cubicBezTo>
                  <a:pt x="176" y="305"/>
                  <a:pt x="196" y="301"/>
                  <a:pt x="214" y="294"/>
                </a:cubicBezTo>
                <a:cubicBezTo>
                  <a:pt x="232" y="286"/>
                  <a:pt x="248" y="275"/>
                  <a:pt x="262" y="262"/>
                </a:cubicBezTo>
                <a:cubicBezTo>
                  <a:pt x="275" y="248"/>
                  <a:pt x="286" y="232"/>
                  <a:pt x="294" y="214"/>
                </a:cubicBezTo>
                <a:cubicBezTo>
                  <a:pt x="302" y="196"/>
                  <a:pt x="305" y="176"/>
                  <a:pt x="305" y="156"/>
                </a:cubicBezTo>
                <a:cubicBezTo>
                  <a:pt x="305" y="136"/>
                  <a:pt x="302" y="117"/>
                  <a:pt x="294" y="98"/>
                </a:cubicBezTo>
                <a:cubicBezTo>
                  <a:pt x="286" y="80"/>
                  <a:pt x="275" y="64"/>
                  <a:pt x="262" y="51"/>
                </a:cubicBezTo>
                <a:cubicBezTo>
                  <a:pt x="248" y="37"/>
                  <a:pt x="232" y="27"/>
                  <a:pt x="214" y="19"/>
                </a:cubicBezTo>
                <a:cubicBezTo>
                  <a:pt x="196" y="11"/>
                  <a:pt x="176" y="7"/>
                  <a:pt x="156" y="7"/>
                </a:cubicBezTo>
                <a:cubicBezTo>
                  <a:pt x="136" y="7"/>
                  <a:pt x="117" y="11"/>
                  <a:pt x="98" y="19"/>
                </a:cubicBezTo>
                <a:cubicBezTo>
                  <a:pt x="80" y="27"/>
                  <a:pt x="64" y="37"/>
                  <a:pt x="51" y="51"/>
                </a:cubicBezTo>
                <a:cubicBezTo>
                  <a:pt x="37" y="64"/>
                  <a:pt x="27" y="80"/>
                  <a:pt x="19" y="98"/>
                </a:cubicBezTo>
                <a:cubicBezTo>
                  <a:pt x="11" y="117"/>
                  <a:pt x="7" y="136"/>
                  <a:pt x="7" y="156"/>
                </a:cubicBezTo>
                <a:cubicBezTo>
                  <a:pt x="7" y="176"/>
                  <a:pt x="11" y="196"/>
                  <a:pt x="19" y="214"/>
                </a:cubicBezTo>
                <a:cubicBezTo>
                  <a:pt x="27" y="232"/>
                  <a:pt x="37" y="248"/>
                  <a:pt x="51" y="262"/>
                </a:cubicBezTo>
                <a:cubicBezTo>
                  <a:pt x="64" y="275"/>
                  <a:pt x="80" y="286"/>
                  <a:pt x="98" y="294"/>
                </a:cubicBezTo>
                <a:cubicBezTo>
                  <a:pt x="117" y="301"/>
                  <a:pt x="136" y="305"/>
                  <a:pt x="156" y="30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0" name="Freeform 116"/>
          <p:cNvSpPr>
            <a:spLocks/>
          </p:cNvSpPr>
          <p:nvPr/>
        </p:nvSpPr>
        <p:spPr bwMode="auto">
          <a:xfrm>
            <a:off x="1606551" y="1574801"/>
            <a:ext cx="247650" cy="314325"/>
          </a:xfrm>
          <a:custGeom>
            <a:avLst/>
            <a:gdLst>
              <a:gd name="T0" fmla="*/ 131 w 230"/>
              <a:gd name="T1" fmla="*/ 167 h 291"/>
              <a:gd name="T2" fmla="*/ 133 w 230"/>
              <a:gd name="T3" fmla="*/ 291 h 291"/>
              <a:gd name="T4" fmla="*/ 115 w 230"/>
              <a:gd name="T5" fmla="*/ 289 h 291"/>
              <a:gd name="T6" fmla="*/ 97 w 230"/>
              <a:gd name="T7" fmla="*/ 291 h 291"/>
              <a:gd name="T8" fmla="*/ 99 w 230"/>
              <a:gd name="T9" fmla="*/ 167 h 291"/>
              <a:gd name="T10" fmla="*/ 69 w 230"/>
              <a:gd name="T11" fmla="*/ 116 h 291"/>
              <a:gd name="T12" fmla="*/ 32 w 230"/>
              <a:gd name="T13" fmla="*/ 50 h 291"/>
              <a:gd name="T14" fmla="*/ 0 w 230"/>
              <a:gd name="T15" fmla="*/ 0 h 291"/>
              <a:gd name="T16" fmla="*/ 19 w 230"/>
              <a:gd name="T17" fmla="*/ 3 h 291"/>
              <a:gd name="T18" fmla="*/ 38 w 230"/>
              <a:gd name="T19" fmla="*/ 0 h 291"/>
              <a:gd name="T20" fmla="*/ 62 w 230"/>
              <a:gd name="T21" fmla="*/ 40 h 291"/>
              <a:gd name="T22" fmla="*/ 91 w 230"/>
              <a:gd name="T23" fmla="*/ 88 h 291"/>
              <a:gd name="T24" fmla="*/ 115 w 230"/>
              <a:gd name="T25" fmla="*/ 128 h 291"/>
              <a:gd name="T26" fmla="*/ 134 w 230"/>
              <a:gd name="T27" fmla="*/ 97 h 291"/>
              <a:gd name="T28" fmla="*/ 155 w 230"/>
              <a:gd name="T29" fmla="*/ 64 h 291"/>
              <a:gd name="T30" fmla="*/ 173 w 230"/>
              <a:gd name="T31" fmla="*/ 33 h 291"/>
              <a:gd name="T32" fmla="*/ 192 w 230"/>
              <a:gd name="T33" fmla="*/ 0 h 291"/>
              <a:gd name="T34" fmla="*/ 210 w 230"/>
              <a:gd name="T35" fmla="*/ 3 h 291"/>
              <a:gd name="T36" fmla="*/ 230 w 230"/>
              <a:gd name="T37" fmla="*/ 0 h 291"/>
              <a:gd name="T38" fmla="*/ 220 w 230"/>
              <a:gd name="T39" fmla="*/ 16 h 291"/>
              <a:gd name="T40" fmla="*/ 211 w 230"/>
              <a:gd name="T41" fmla="*/ 29 h 291"/>
              <a:gd name="T42" fmla="*/ 201 w 230"/>
              <a:gd name="T43" fmla="*/ 46 h 291"/>
              <a:gd name="T44" fmla="*/ 193 w 230"/>
              <a:gd name="T45" fmla="*/ 61 h 291"/>
              <a:gd name="T46" fmla="*/ 131 w 230"/>
              <a:gd name="T47" fmla="*/ 167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30" h="291">
                <a:moveTo>
                  <a:pt x="131" y="167"/>
                </a:moveTo>
                <a:cubicBezTo>
                  <a:pt x="133" y="291"/>
                  <a:pt x="133" y="291"/>
                  <a:pt x="133" y="291"/>
                </a:cubicBezTo>
                <a:cubicBezTo>
                  <a:pt x="126" y="289"/>
                  <a:pt x="120" y="289"/>
                  <a:pt x="115" y="289"/>
                </a:cubicBezTo>
                <a:cubicBezTo>
                  <a:pt x="110" y="289"/>
                  <a:pt x="104" y="289"/>
                  <a:pt x="97" y="291"/>
                </a:cubicBezTo>
                <a:cubicBezTo>
                  <a:pt x="99" y="167"/>
                  <a:pt x="99" y="167"/>
                  <a:pt x="99" y="167"/>
                </a:cubicBezTo>
                <a:cubicBezTo>
                  <a:pt x="94" y="159"/>
                  <a:pt x="84" y="142"/>
                  <a:pt x="69" y="116"/>
                </a:cubicBezTo>
                <a:cubicBezTo>
                  <a:pt x="55" y="89"/>
                  <a:pt x="42" y="67"/>
                  <a:pt x="32" y="50"/>
                </a:cubicBezTo>
                <a:cubicBezTo>
                  <a:pt x="21" y="33"/>
                  <a:pt x="11" y="16"/>
                  <a:pt x="0" y="0"/>
                </a:cubicBezTo>
                <a:cubicBezTo>
                  <a:pt x="7" y="2"/>
                  <a:pt x="13" y="3"/>
                  <a:pt x="19" y="3"/>
                </a:cubicBezTo>
                <a:cubicBezTo>
                  <a:pt x="24" y="3"/>
                  <a:pt x="30" y="2"/>
                  <a:pt x="38" y="0"/>
                </a:cubicBezTo>
                <a:cubicBezTo>
                  <a:pt x="46" y="13"/>
                  <a:pt x="53" y="26"/>
                  <a:pt x="62" y="40"/>
                </a:cubicBezTo>
                <a:cubicBezTo>
                  <a:pt x="70" y="54"/>
                  <a:pt x="80" y="70"/>
                  <a:pt x="91" y="88"/>
                </a:cubicBezTo>
                <a:cubicBezTo>
                  <a:pt x="102" y="107"/>
                  <a:pt x="110" y="120"/>
                  <a:pt x="115" y="128"/>
                </a:cubicBezTo>
                <a:cubicBezTo>
                  <a:pt x="119" y="121"/>
                  <a:pt x="126" y="111"/>
                  <a:pt x="134" y="97"/>
                </a:cubicBezTo>
                <a:cubicBezTo>
                  <a:pt x="143" y="84"/>
                  <a:pt x="149" y="73"/>
                  <a:pt x="155" y="64"/>
                </a:cubicBezTo>
                <a:cubicBezTo>
                  <a:pt x="160" y="55"/>
                  <a:pt x="166" y="45"/>
                  <a:pt x="173" y="33"/>
                </a:cubicBezTo>
                <a:cubicBezTo>
                  <a:pt x="180" y="21"/>
                  <a:pt x="186" y="10"/>
                  <a:pt x="192" y="0"/>
                </a:cubicBezTo>
                <a:cubicBezTo>
                  <a:pt x="198" y="2"/>
                  <a:pt x="204" y="3"/>
                  <a:pt x="210" y="3"/>
                </a:cubicBezTo>
                <a:cubicBezTo>
                  <a:pt x="217" y="3"/>
                  <a:pt x="223" y="2"/>
                  <a:pt x="230" y="0"/>
                </a:cubicBezTo>
                <a:cubicBezTo>
                  <a:pt x="227" y="5"/>
                  <a:pt x="223" y="10"/>
                  <a:pt x="220" y="16"/>
                </a:cubicBezTo>
                <a:cubicBezTo>
                  <a:pt x="216" y="21"/>
                  <a:pt x="213" y="26"/>
                  <a:pt x="211" y="29"/>
                </a:cubicBezTo>
                <a:cubicBezTo>
                  <a:pt x="209" y="33"/>
                  <a:pt x="206" y="38"/>
                  <a:pt x="201" y="46"/>
                </a:cubicBezTo>
                <a:cubicBezTo>
                  <a:pt x="197" y="54"/>
                  <a:pt x="194" y="59"/>
                  <a:pt x="193" y="61"/>
                </a:cubicBezTo>
                <a:cubicBezTo>
                  <a:pt x="176" y="90"/>
                  <a:pt x="155" y="125"/>
                  <a:pt x="131" y="16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15834307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5059994" y="3731820"/>
            <a:ext cx="389511" cy="292824"/>
          </a:xfrm>
          <a:custGeom>
            <a:avLst/>
            <a:gdLst>
              <a:gd name="T0" fmla="*/ 182 w 376"/>
              <a:gd name="T1" fmla="*/ 161 h 282"/>
              <a:gd name="T2" fmla="*/ 125 w 376"/>
              <a:gd name="T3" fmla="*/ 223 h 282"/>
              <a:gd name="T4" fmla="*/ 61 w 376"/>
              <a:gd name="T5" fmla="*/ 144 h 282"/>
              <a:gd name="T6" fmla="*/ 121 w 376"/>
              <a:gd name="T7" fmla="*/ 65 h 282"/>
              <a:gd name="T8" fmla="*/ 181 w 376"/>
              <a:gd name="T9" fmla="*/ 127 h 282"/>
              <a:gd name="T10" fmla="*/ 137 w 376"/>
              <a:gd name="T11" fmla="*/ 109 h 282"/>
              <a:gd name="T12" fmla="*/ 106 w 376"/>
              <a:gd name="T13" fmla="*/ 113 h 282"/>
              <a:gd name="T14" fmla="*/ 101 w 376"/>
              <a:gd name="T15" fmla="*/ 161 h 282"/>
              <a:gd name="T16" fmla="*/ 112 w 376"/>
              <a:gd name="T17" fmla="*/ 183 h 282"/>
              <a:gd name="T18" fmla="*/ 144 w 376"/>
              <a:gd name="T19" fmla="*/ 161 h 282"/>
              <a:gd name="T20" fmla="*/ 312 w 376"/>
              <a:gd name="T21" fmla="*/ 161 h 282"/>
              <a:gd name="T22" fmla="*/ 255 w 376"/>
              <a:gd name="T23" fmla="*/ 223 h 282"/>
              <a:gd name="T24" fmla="*/ 192 w 376"/>
              <a:gd name="T25" fmla="*/ 144 h 282"/>
              <a:gd name="T26" fmla="*/ 251 w 376"/>
              <a:gd name="T27" fmla="*/ 65 h 282"/>
              <a:gd name="T28" fmla="*/ 312 w 376"/>
              <a:gd name="T29" fmla="*/ 127 h 282"/>
              <a:gd name="T30" fmla="*/ 268 w 376"/>
              <a:gd name="T31" fmla="*/ 109 h 282"/>
              <a:gd name="T32" fmla="*/ 237 w 376"/>
              <a:gd name="T33" fmla="*/ 113 h 282"/>
              <a:gd name="T34" fmla="*/ 232 w 376"/>
              <a:gd name="T35" fmla="*/ 161 h 282"/>
              <a:gd name="T36" fmla="*/ 242 w 376"/>
              <a:gd name="T37" fmla="*/ 183 h 282"/>
              <a:gd name="T38" fmla="*/ 268 w 376"/>
              <a:gd name="T39" fmla="*/ 180 h 282"/>
              <a:gd name="T40" fmla="*/ 340 w 376"/>
              <a:gd name="T41" fmla="*/ 139 h 282"/>
              <a:gd name="T42" fmla="*/ 327 w 376"/>
              <a:gd name="T43" fmla="*/ 54 h 282"/>
              <a:gd name="T44" fmla="*/ 320 w 376"/>
              <a:gd name="T45" fmla="*/ 48 h 282"/>
              <a:gd name="T46" fmla="*/ 189 w 376"/>
              <a:gd name="T47" fmla="*/ 35 h 282"/>
              <a:gd name="T48" fmla="*/ 56 w 376"/>
              <a:gd name="T49" fmla="*/ 48 h 282"/>
              <a:gd name="T50" fmla="*/ 49 w 376"/>
              <a:gd name="T51" fmla="*/ 54 h 282"/>
              <a:gd name="T52" fmla="*/ 36 w 376"/>
              <a:gd name="T53" fmla="*/ 139 h 282"/>
              <a:gd name="T54" fmla="*/ 49 w 376"/>
              <a:gd name="T55" fmla="*/ 225 h 282"/>
              <a:gd name="T56" fmla="*/ 56 w 376"/>
              <a:gd name="T57" fmla="*/ 231 h 282"/>
              <a:gd name="T58" fmla="*/ 103 w 376"/>
              <a:gd name="T59" fmla="*/ 242 h 282"/>
              <a:gd name="T60" fmla="*/ 317 w 376"/>
              <a:gd name="T61" fmla="*/ 233 h 282"/>
              <a:gd name="T62" fmla="*/ 324 w 376"/>
              <a:gd name="T63" fmla="*/ 228 h 282"/>
              <a:gd name="T64" fmla="*/ 338 w 376"/>
              <a:gd name="T65" fmla="*/ 196 h 282"/>
              <a:gd name="T66" fmla="*/ 376 w 376"/>
              <a:gd name="T67" fmla="*/ 0 h 282"/>
              <a:gd name="T68" fmla="*/ 0 w 376"/>
              <a:gd name="T69" fmla="*/ 282 h 282"/>
              <a:gd name="T70" fmla="*/ 376 w 376"/>
              <a:gd name="T71" fmla="*/ 0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6" h="282">
                <a:moveTo>
                  <a:pt x="144" y="161"/>
                </a:moveTo>
                <a:cubicBezTo>
                  <a:pt x="182" y="161"/>
                  <a:pt x="182" y="161"/>
                  <a:pt x="182" y="161"/>
                </a:cubicBezTo>
                <a:cubicBezTo>
                  <a:pt x="180" y="181"/>
                  <a:pt x="174" y="196"/>
                  <a:pt x="164" y="207"/>
                </a:cubicBezTo>
                <a:cubicBezTo>
                  <a:pt x="154" y="218"/>
                  <a:pt x="140" y="223"/>
                  <a:pt x="125" y="223"/>
                </a:cubicBezTo>
                <a:cubicBezTo>
                  <a:pt x="105" y="223"/>
                  <a:pt x="89" y="216"/>
                  <a:pt x="78" y="202"/>
                </a:cubicBezTo>
                <a:cubicBezTo>
                  <a:pt x="67" y="188"/>
                  <a:pt x="61" y="169"/>
                  <a:pt x="61" y="144"/>
                </a:cubicBezTo>
                <a:cubicBezTo>
                  <a:pt x="61" y="120"/>
                  <a:pt x="67" y="101"/>
                  <a:pt x="78" y="87"/>
                </a:cubicBezTo>
                <a:cubicBezTo>
                  <a:pt x="89" y="73"/>
                  <a:pt x="104" y="65"/>
                  <a:pt x="121" y="65"/>
                </a:cubicBezTo>
                <a:cubicBezTo>
                  <a:pt x="139" y="65"/>
                  <a:pt x="153" y="71"/>
                  <a:pt x="163" y="81"/>
                </a:cubicBezTo>
                <a:cubicBezTo>
                  <a:pt x="174" y="92"/>
                  <a:pt x="179" y="107"/>
                  <a:pt x="181" y="127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143" y="119"/>
                  <a:pt x="141" y="113"/>
                  <a:pt x="137" y="109"/>
                </a:cubicBezTo>
                <a:cubicBezTo>
                  <a:pt x="134" y="104"/>
                  <a:pt x="129" y="102"/>
                  <a:pt x="122" y="102"/>
                </a:cubicBezTo>
                <a:cubicBezTo>
                  <a:pt x="115" y="102"/>
                  <a:pt x="110" y="106"/>
                  <a:pt x="106" y="113"/>
                </a:cubicBezTo>
                <a:cubicBezTo>
                  <a:pt x="102" y="121"/>
                  <a:pt x="100" y="131"/>
                  <a:pt x="100" y="146"/>
                </a:cubicBezTo>
                <a:cubicBezTo>
                  <a:pt x="100" y="152"/>
                  <a:pt x="101" y="157"/>
                  <a:pt x="101" y="161"/>
                </a:cubicBezTo>
                <a:cubicBezTo>
                  <a:pt x="102" y="166"/>
                  <a:pt x="103" y="170"/>
                  <a:pt x="105" y="174"/>
                </a:cubicBezTo>
                <a:cubicBezTo>
                  <a:pt x="106" y="178"/>
                  <a:pt x="109" y="181"/>
                  <a:pt x="112" y="183"/>
                </a:cubicBezTo>
                <a:cubicBezTo>
                  <a:pt x="115" y="186"/>
                  <a:pt x="119" y="187"/>
                  <a:pt x="124" y="187"/>
                </a:cubicBezTo>
                <a:cubicBezTo>
                  <a:pt x="136" y="187"/>
                  <a:pt x="142" y="178"/>
                  <a:pt x="144" y="161"/>
                </a:cubicBezTo>
                <a:close/>
                <a:moveTo>
                  <a:pt x="275" y="161"/>
                </a:moveTo>
                <a:cubicBezTo>
                  <a:pt x="312" y="161"/>
                  <a:pt x="312" y="161"/>
                  <a:pt x="312" y="161"/>
                </a:cubicBezTo>
                <a:cubicBezTo>
                  <a:pt x="311" y="181"/>
                  <a:pt x="305" y="196"/>
                  <a:pt x="294" y="207"/>
                </a:cubicBezTo>
                <a:cubicBezTo>
                  <a:pt x="284" y="218"/>
                  <a:pt x="271" y="223"/>
                  <a:pt x="255" y="223"/>
                </a:cubicBezTo>
                <a:cubicBezTo>
                  <a:pt x="235" y="223"/>
                  <a:pt x="220" y="216"/>
                  <a:pt x="208" y="202"/>
                </a:cubicBezTo>
                <a:cubicBezTo>
                  <a:pt x="197" y="188"/>
                  <a:pt x="192" y="169"/>
                  <a:pt x="192" y="144"/>
                </a:cubicBezTo>
                <a:cubicBezTo>
                  <a:pt x="192" y="120"/>
                  <a:pt x="197" y="101"/>
                  <a:pt x="209" y="87"/>
                </a:cubicBezTo>
                <a:cubicBezTo>
                  <a:pt x="220" y="73"/>
                  <a:pt x="234" y="65"/>
                  <a:pt x="251" y="65"/>
                </a:cubicBezTo>
                <a:cubicBezTo>
                  <a:pt x="269" y="65"/>
                  <a:pt x="284" y="71"/>
                  <a:pt x="294" y="81"/>
                </a:cubicBezTo>
                <a:cubicBezTo>
                  <a:pt x="304" y="92"/>
                  <a:pt x="310" y="107"/>
                  <a:pt x="312" y="127"/>
                </a:cubicBezTo>
                <a:cubicBezTo>
                  <a:pt x="274" y="127"/>
                  <a:pt x="274" y="127"/>
                  <a:pt x="274" y="127"/>
                </a:cubicBezTo>
                <a:cubicBezTo>
                  <a:pt x="274" y="119"/>
                  <a:pt x="272" y="113"/>
                  <a:pt x="268" y="109"/>
                </a:cubicBezTo>
                <a:cubicBezTo>
                  <a:pt x="264" y="104"/>
                  <a:pt x="259" y="102"/>
                  <a:pt x="253" y="102"/>
                </a:cubicBezTo>
                <a:cubicBezTo>
                  <a:pt x="246" y="102"/>
                  <a:pt x="241" y="106"/>
                  <a:pt x="237" y="113"/>
                </a:cubicBezTo>
                <a:cubicBezTo>
                  <a:pt x="233" y="121"/>
                  <a:pt x="231" y="131"/>
                  <a:pt x="231" y="146"/>
                </a:cubicBezTo>
                <a:cubicBezTo>
                  <a:pt x="231" y="152"/>
                  <a:pt x="231" y="157"/>
                  <a:pt x="232" y="161"/>
                </a:cubicBezTo>
                <a:cubicBezTo>
                  <a:pt x="232" y="166"/>
                  <a:pt x="234" y="170"/>
                  <a:pt x="235" y="174"/>
                </a:cubicBezTo>
                <a:cubicBezTo>
                  <a:pt x="237" y="178"/>
                  <a:pt x="239" y="181"/>
                  <a:pt x="242" y="183"/>
                </a:cubicBezTo>
                <a:cubicBezTo>
                  <a:pt x="246" y="186"/>
                  <a:pt x="250" y="187"/>
                  <a:pt x="254" y="187"/>
                </a:cubicBezTo>
                <a:cubicBezTo>
                  <a:pt x="260" y="187"/>
                  <a:pt x="265" y="184"/>
                  <a:pt x="268" y="180"/>
                </a:cubicBezTo>
                <a:cubicBezTo>
                  <a:pt x="272" y="175"/>
                  <a:pt x="274" y="169"/>
                  <a:pt x="275" y="161"/>
                </a:cubicBezTo>
                <a:close/>
                <a:moveTo>
                  <a:pt x="340" y="139"/>
                </a:moveTo>
                <a:cubicBezTo>
                  <a:pt x="340" y="114"/>
                  <a:pt x="340" y="95"/>
                  <a:pt x="338" y="83"/>
                </a:cubicBezTo>
                <a:cubicBezTo>
                  <a:pt x="336" y="71"/>
                  <a:pt x="332" y="61"/>
                  <a:pt x="327" y="54"/>
                </a:cubicBezTo>
                <a:cubicBezTo>
                  <a:pt x="326" y="53"/>
                  <a:pt x="325" y="52"/>
                  <a:pt x="324" y="51"/>
                </a:cubicBezTo>
                <a:cubicBezTo>
                  <a:pt x="323" y="50"/>
                  <a:pt x="322" y="49"/>
                  <a:pt x="320" y="48"/>
                </a:cubicBezTo>
                <a:cubicBezTo>
                  <a:pt x="318" y="47"/>
                  <a:pt x="317" y="46"/>
                  <a:pt x="317" y="46"/>
                </a:cubicBezTo>
                <a:cubicBezTo>
                  <a:pt x="307" y="38"/>
                  <a:pt x="264" y="35"/>
                  <a:pt x="189" y="35"/>
                </a:cubicBezTo>
                <a:cubicBezTo>
                  <a:pt x="113" y="35"/>
                  <a:pt x="69" y="38"/>
                  <a:pt x="59" y="46"/>
                </a:cubicBezTo>
                <a:cubicBezTo>
                  <a:pt x="58" y="47"/>
                  <a:pt x="57" y="47"/>
                  <a:pt x="56" y="48"/>
                </a:cubicBezTo>
                <a:cubicBezTo>
                  <a:pt x="54" y="49"/>
                  <a:pt x="53" y="50"/>
                  <a:pt x="52" y="51"/>
                </a:cubicBezTo>
                <a:cubicBezTo>
                  <a:pt x="51" y="52"/>
                  <a:pt x="50" y="53"/>
                  <a:pt x="49" y="54"/>
                </a:cubicBezTo>
                <a:cubicBezTo>
                  <a:pt x="44" y="61"/>
                  <a:pt x="40" y="71"/>
                  <a:pt x="38" y="83"/>
                </a:cubicBezTo>
                <a:cubicBezTo>
                  <a:pt x="37" y="95"/>
                  <a:pt x="36" y="114"/>
                  <a:pt x="36" y="139"/>
                </a:cubicBezTo>
                <a:cubicBezTo>
                  <a:pt x="36" y="165"/>
                  <a:pt x="37" y="184"/>
                  <a:pt x="38" y="196"/>
                </a:cubicBezTo>
                <a:cubicBezTo>
                  <a:pt x="40" y="208"/>
                  <a:pt x="44" y="218"/>
                  <a:pt x="49" y="225"/>
                </a:cubicBezTo>
                <a:cubicBezTo>
                  <a:pt x="50" y="226"/>
                  <a:pt x="51" y="227"/>
                  <a:pt x="52" y="228"/>
                </a:cubicBezTo>
                <a:cubicBezTo>
                  <a:pt x="53" y="229"/>
                  <a:pt x="54" y="230"/>
                  <a:pt x="56" y="231"/>
                </a:cubicBezTo>
                <a:cubicBezTo>
                  <a:pt x="57" y="231"/>
                  <a:pt x="58" y="232"/>
                  <a:pt x="59" y="233"/>
                </a:cubicBezTo>
                <a:cubicBezTo>
                  <a:pt x="64" y="237"/>
                  <a:pt x="79" y="240"/>
                  <a:pt x="103" y="242"/>
                </a:cubicBezTo>
                <a:cubicBezTo>
                  <a:pt x="127" y="244"/>
                  <a:pt x="156" y="245"/>
                  <a:pt x="189" y="245"/>
                </a:cubicBezTo>
                <a:cubicBezTo>
                  <a:pt x="264" y="245"/>
                  <a:pt x="307" y="241"/>
                  <a:pt x="317" y="233"/>
                </a:cubicBezTo>
                <a:cubicBezTo>
                  <a:pt x="318" y="232"/>
                  <a:pt x="319" y="232"/>
                  <a:pt x="320" y="231"/>
                </a:cubicBezTo>
                <a:cubicBezTo>
                  <a:pt x="322" y="230"/>
                  <a:pt x="323" y="229"/>
                  <a:pt x="324" y="228"/>
                </a:cubicBezTo>
                <a:cubicBezTo>
                  <a:pt x="325" y="227"/>
                  <a:pt x="326" y="226"/>
                  <a:pt x="327" y="225"/>
                </a:cubicBezTo>
                <a:cubicBezTo>
                  <a:pt x="332" y="218"/>
                  <a:pt x="336" y="208"/>
                  <a:pt x="338" y="196"/>
                </a:cubicBezTo>
                <a:cubicBezTo>
                  <a:pt x="340" y="184"/>
                  <a:pt x="340" y="165"/>
                  <a:pt x="340" y="139"/>
                </a:cubicBezTo>
                <a:close/>
                <a:moveTo>
                  <a:pt x="376" y="0"/>
                </a:moveTo>
                <a:cubicBezTo>
                  <a:pt x="376" y="282"/>
                  <a:pt x="376" y="282"/>
                  <a:pt x="376" y="282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0"/>
                  <a:pt x="0" y="0"/>
                  <a:pt x="0" y="0"/>
                </a:cubicBezTo>
                <a:lnTo>
                  <a:pt x="376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5035131" y="2863018"/>
            <a:ext cx="437855" cy="292824"/>
          </a:xfrm>
          <a:custGeom>
            <a:avLst/>
            <a:gdLst>
              <a:gd name="T0" fmla="*/ 149 w 422"/>
              <a:gd name="T1" fmla="*/ 183 h 282"/>
              <a:gd name="T2" fmla="*/ 106 w 422"/>
              <a:gd name="T3" fmla="*/ 188 h 282"/>
              <a:gd name="T4" fmla="*/ 164 w 422"/>
              <a:gd name="T5" fmla="*/ 184 h 282"/>
              <a:gd name="T6" fmla="*/ 217 w 422"/>
              <a:gd name="T7" fmla="*/ 175 h 282"/>
              <a:gd name="T8" fmla="*/ 270 w 422"/>
              <a:gd name="T9" fmla="*/ 174 h 282"/>
              <a:gd name="T10" fmla="*/ 219 w 422"/>
              <a:gd name="T11" fmla="*/ 89 h 282"/>
              <a:gd name="T12" fmla="*/ 128 w 422"/>
              <a:gd name="T13" fmla="*/ 123 h 282"/>
              <a:gd name="T14" fmla="*/ 71 w 422"/>
              <a:gd name="T15" fmla="*/ 123 h 282"/>
              <a:gd name="T16" fmla="*/ 21 w 422"/>
              <a:gd name="T17" fmla="*/ 73 h 282"/>
              <a:gd name="T18" fmla="*/ 108 w 422"/>
              <a:gd name="T19" fmla="*/ 73 h 282"/>
              <a:gd name="T20" fmla="*/ 217 w 422"/>
              <a:gd name="T21" fmla="*/ 191 h 282"/>
              <a:gd name="T22" fmla="*/ 171 w 422"/>
              <a:gd name="T23" fmla="*/ 208 h 282"/>
              <a:gd name="T24" fmla="*/ 157 w 422"/>
              <a:gd name="T25" fmla="*/ 175 h 282"/>
              <a:gd name="T26" fmla="*/ 137 w 422"/>
              <a:gd name="T27" fmla="*/ 123 h 282"/>
              <a:gd name="T28" fmla="*/ 176 w 422"/>
              <a:gd name="T29" fmla="*/ 92 h 282"/>
              <a:gd name="T30" fmla="*/ 422 w 422"/>
              <a:gd name="T31" fmla="*/ 257 h 282"/>
              <a:gd name="T32" fmla="*/ 0 w 422"/>
              <a:gd name="T33" fmla="*/ 133 h 282"/>
              <a:gd name="T34" fmla="*/ 79 w 422"/>
              <a:gd name="T35" fmla="*/ 124 h 282"/>
              <a:gd name="T36" fmla="*/ 206 w 422"/>
              <a:gd name="T37" fmla="*/ 114 h 282"/>
              <a:gd name="T38" fmla="*/ 271 w 422"/>
              <a:gd name="T39" fmla="*/ 132 h 282"/>
              <a:gd name="T40" fmla="*/ 321 w 422"/>
              <a:gd name="T41" fmla="*/ 133 h 282"/>
              <a:gd name="T42" fmla="*/ 370 w 422"/>
              <a:gd name="T43" fmla="*/ 63 h 282"/>
              <a:gd name="T44" fmla="*/ 281 w 422"/>
              <a:gd name="T45" fmla="*/ 63 h 282"/>
              <a:gd name="T46" fmla="*/ 101 w 422"/>
              <a:gd name="T47" fmla="*/ 63 h 282"/>
              <a:gd name="T48" fmla="*/ 14 w 422"/>
              <a:gd name="T49" fmla="*/ 63 h 282"/>
              <a:gd name="T50" fmla="*/ 415 w 422"/>
              <a:gd name="T51" fmla="*/ 7 h 282"/>
              <a:gd name="T52" fmla="*/ 353 w 422"/>
              <a:gd name="T53" fmla="*/ 149 h 282"/>
              <a:gd name="T54" fmla="*/ 226 w 422"/>
              <a:gd name="T55" fmla="*/ 149 h 282"/>
              <a:gd name="T56" fmla="*/ 84 w 422"/>
              <a:gd name="T57" fmla="*/ 149 h 282"/>
              <a:gd name="T58" fmla="*/ 205 w 422"/>
              <a:gd name="T59" fmla="*/ 202 h 282"/>
              <a:gd name="T60" fmla="*/ 259 w 422"/>
              <a:gd name="T61" fmla="*/ 200 h 282"/>
              <a:gd name="T62" fmla="*/ 374 w 422"/>
              <a:gd name="T63" fmla="*/ 218 h 282"/>
              <a:gd name="T64" fmla="*/ 281 w 422"/>
              <a:gd name="T65" fmla="*/ 190 h 282"/>
              <a:gd name="T66" fmla="*/ 260 w 422"/>
              <a:gd name="T67" fmla="*/ 190 h 282"/>
              <a:gd name="T68" fmla="*/ 278 w 422"/>
              <a:gd name="T69" fmla="*/ 161 h 282"/>
              <a:gd name="T70" fmla="*/ 232 w 422"/>
              <a:gd name="T71" fmla="*/ 113 h 282"/>
              <a:gd name="T72" fmla="*/ 218 w 422"/>
              <a:gd name="T73" fmla="*/ 107 h 282"/>
              <a:gd name="T74" fmla="*/ 185 w 422"/>
              <a:gd name="T75" fmla="*/ 73 h 282"/>
              <a:gd name="T76" fmla="*/ 290 w 422"/>
              <a:gd name="T77" fmla="*/ 208 h 282"/>
              <a:gd name="T78" fmla="*/ 329 w 422"/>
              <a:gd name="T79" fmla="*/ 178 h 282"/>
              <a:gd name="T80" fmla="*/ 251 w 422"/>
              <a:gd name="T81" fmla="*/ 123 h 282"/>
              <a:gd name="T82" fmla="*/ 337 w 422"/>
              <a:gd name="T83" fmla="*/ 208 h 282"/>
              <a:gd name="T84" fmla="*/ 346 w 422"/>
              <a:gd name="T85" fmla="*/ 188 h 282"/>
              <a:gd name="T86" fmla="*/ 376 w 422"/>
              <a:gd name="T87" fmla="*/ 169 h 282"/>
              <a:gd name="T88" fmla="*/ 375 w 422"/>
              <a:gd name="T89" fmla="*/ 183 h 282"/>
              <a:gd name="T90" fmla="*/ 383 w 422"/>
              <a:gd name="T91" fmla="*/ 198 h 282"/>
              <a:gd name="T92" fmla="*/ 389 w 422"/>
              <a:gd name="T93" fmla="*/ 187 h 282"/>
              <a:gd name="T94" fmla="*/ 422 w 422"/>
              <a:gd name="T95" fmla="*/ 169 h 282"/>
              <a:gd name="T96" fmla="*/ 392 w 422"/>
              <a:gd name="T97" fmla="*/ 73 h 282"/>
              <a:gd name="T98" fmla="*/ 324 w 422"/>
              <a:gd name="T99" fmla="*/ 112 h 282"/>
              <a:gd name="T100" fmla="*/ 293 w 422"/>
              <a:gd name="T101" fmla="*/ 73 h 282"/>
              <a:gd name="T102" fmla="*/ 272 w 422"/>
              <a:gd name="T103" fmla="*/ 88 h 282"/>
              <a:gd name="T104" fmla="*/ 303 w 422"/>
              <a:gd name="T105" fmla="*/ 73 h 282"/>
              <a:gd name="T106" fmla="*/ 380 w 422"/>
              <a:gd name="T107" fmla="*/ 7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22" h="282">
                <a:moveTo>
                  <a:pt x="21" y="101"/>
                </a:moveTo>
                <a:cubicBezTo>
                  <a:pt x="38" y="101"/>
                  <a:pt x="38" y="101"/>
                  <a:pt x="38" y="101"/>
                </a:cubicBezTo>
                <a:cubicBezTo>
                  <a:pt x="29" y="82"/>
                  <a:pt x="29" y="82"/>
                  <a:pt x="29" y="82"/>
                </a:cubicBezTo>
                <a:lnTo>
                  <a:pt x="21" y="101"/>
                </a:lnTo>
                <a:close/>
                <a:moveTo>
                  <a:pt x="135" y="198"/>
                </a:moveTo>
                <a:cubicBezTo>
                  <a:pt x="149" y="183"/>
                  <a:pt x="149" y="183"/>
                  <a:pt x="149" y="183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06" y="169"/>
                  <a:pt x="106" y="169"/>
                  <a:pt x="106" y="169"/>
                </a:cubicBezTo>
                <a:cubicBezTo>
                  <a:pt x="106" y="178"/>
                  <a:pt x="106" y="178"/>
                  <a:pt x="106" y="178"/>
                </a:cubicBezTo>
                <a:cubicBezTo>
                  <a:pt x="132" y="178"/>
                  <a:pt x="132" y="178"/>
                  <a:pt x="132" y="178"/>
                </a:cubicBezTo>
                <a:cubicBezTo>
                  <a:pt x="132" y="188"/>
                  <a:pt x="132" y="188"/>
                  <a:pt x="132" y="188"/>
                </a:cubicBezTo>
                <a:cubicBezTo>
                  <a:pt x="106" y="188"/>
                  <a:pt x="106" y="188"/>
                  <a:pt x="106" y="188"/>
                </a:cubicBezTo>
                <a:cubicBezTo>
                  <a:pt x="106" y="198"/>
                  <a:pt x="106" y="198"/>
                  <a:pt x="106" y="198"/>
                </a:cubicBezTo>
                <a:lnTo>
                  <a:pt x="135" y="198"/>
                </a:lnTo>
                <a:close/>
                <a:moveTo>
                  <a:pt x="164" y="184"/>
                </a:moveTo>
                <a:cubicBezTo>
                  <a:pt x="182" y="204"/>
                  <a:pt x="182" y="204"/>
                  <a:pt x="182" y="204"/>
                </a:cubicBezTo>
                <a:cubicBezTo>
                  <a:pt x="182" y="164"/>
                  <a:pt x="182" y="164"/>
                  <a:pt x="182" y="164"/>
                </a:cubicBezTo>
                <a:lnTo>
                  <a:pt x="164" y="184"/>
                </a:lnTo>
                <a:close/>
                <a:moveTo>
                  <a:pt x="217" y="175"/>
                </a:moveTo>
                <a:cubicBezTo>
                  <a:pt x="217" y="171"/>
                  <a:pt x="215" y="169"/>
                  <a:pt x="210" y="169"/>
                </a:cubicBezTo>
                <a:cubicBezTo>
                  <a:pt x="194" y="169"/>
                  <a:pt x="194" y="169"/>
                  <a:pt x="194" y="169"/>
                </a:cubicBezTo>
                <a:cubicBezTo>
                  <a:pt x="194" y="182"/>
                  <a:pt x="194" y="182"/>
                  <a:pt x="194" y="182"/>
                </a:cubicBezTo>
                <a:cubicBezTo>
                  <a:pt x="210" y="182"/>
                  <a:pt x="210" y="182"/>
                  <a:pt x="210" y="182"/>
                </a:cubicBezTo>
                <a:cubicBezTo>
                  <a:pt x="215" y="182"/>
                  <a:pt x="217" y="179"/>
                  <a:pt x="217" y="175"/>
                </a:cubicBezTo>
                <a:close/>
                <a:moveTo>
                  <a:pt x="270" y="174"/>
                </a:moveTo>
                <a:cubicBezTo>
                  <a:pt x="270" y="171"/>
                  <a:pt x="268" y="169"/>
                  <a:pt x="262" y="169"/>
                </a:cubicBezTo>
                <a:cubicBezTo>
                  <a:pt x="247" y="169"/>
                  <a:pt x="247" y="169"/>
                  <a:pt x="247" y="169"/>
                </a:cubicBezTo>
                <a:cubicBezTo>
                  <a:pt x="247" y="180"/>
                  <a:pt x="247" y="180"/>
                  <a:pt x="247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7" y="180"/>
                  <a:pt x="270" y="178"/>
                  <a:pt x="270" y="174"/>
                </a:cubicBezTo>
                <a:close/>
                <a:moveTo>
                  <a:pt x="219" y="89"/>
                </a:moveTo>
                <a:cubicBezTo>
                  <a:pt x="219" y="85"/>
                  <a:pt x="217" y="83"/>
                  <a:pt x="211" y="83"/>
                </a:cubicBezTo>
                <a:cubicBezTo>
                  <a:pt x="196" y="83"/>
                  <a:pt x="196" y="83"/>
                  <a:pt x="196" y="83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211" y="94"/>
                  <a:pt x="211" y="94"/>
                  <a:pt x="211" y="94"/>
                </a:cubicBezTo>
                <a:cubicBezTo>
                  <a:pt x="216" y="94"/>
                  <a:pt x="219" y="93"/>
                  <a:pt x="219" y="89"/>
                </a:cubicBezTo>
                <a:close/>
                <a:moveTo>
                  <a:pt x="303" y="101"/>
                </a:moveTo>
                <a:cubicBezTo>
                  <a:pt x="320" y="101"/>
                  <a:pt x="320" y="101"/>
                  <a:pt x="320" y="101"/>
                </a:cubicBezTo>
                <a:cubicBezTo>
                  <a:pt x="312" y="82"/>
                  <a:pt x="312" y="82"/>
                  <a:pt x="312" y="82"/>
                </a:cubicBezTo>
                <a:lnTo>
                  <a:pt x="303" y="101"/>
                </a:lnTo>
                <a:close/>
                <a:moveTo>
                  <a:pt x="128" y="73"/>
                </a:moveTo>
                <a:cubicBezTo>
                  <a:pt x="128" y="123"/>
                  <a:pt x="128" y="123"/>
                  <a:pt x="128" y="123"/>
                </a:cubicBezTo>
                <a:cubicBezTo>
                  <a:pt x="116" y="123"/>
                  <a:pt x="116" y="123"/>
                  <a:pt x="116" y="123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88" y="123"/>
                  <a:pt x="88" y="123"/>
                  <a:pt x="88" y="123"/>
                </a:cubicBezTo>
                <a:cubicBezTo>
                  <a:pt x="71" y="84"/>
                  <a:pt x="71" y="84"/>
                  <a:pt x="71" y="84"/>
                </a:cubicBezTo>
                <a:cubicBezTo>
                  <a:pt x="71" y="123"/>
                  <a:pt x="71" y="123"/>
                  <a:pt x="71" y="12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3" y="123"/>
                  <a:pt x="13" y="123"/>
                  <a:pt x="13" y="123"/>
                </a:cubicBezTo>
                <a:cubicBezTo>
                  <a:pt x="0" y="123"/>
                  <a:pt x="0" y="123"/>
                  <a:pt x="0" y="123"/>
                </a:cubicBezTo>
                <a:cubicBezTo>
                  <a:pt x="21" y="73"/>
                  <a:pt x="21" y="73"/>
                  <a:pt x="21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59" y="120"/>
                  <a:pt x="59" y="120"/>
                  <a:pt x="59" y="120"/>
                </a:cubicBezTo>
                <a:cubicBezTo>
                  <a:pt x="59" y="73"/>
                  <a:pt x="59" y="73"/>
                  <a:pt x="59" y="73"/>
                </a:cubicBezTo>
                <a:cubicBezTo>
                  <a:pt x="78" y="73"/>
                  <a:pt x="78" y="73"/>
                  <a:pt x="78" y="73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108" y="73"/>
                  <a:pt x="108" y="73"/>
                  <a:pt x="108" y="73"/>
                </a:cubicBezTo>
                <a:lnTo>
                  <a:pt x="128" y="73"/>
                </a:lnTo>
                <a:close/>
                <a:moveTo>
                  <a:pt x="230" y="175"/>
                </a:moveTo>
                <a:cubicBezTo>
                  <a:pt x="230" y="177"/>
                  <a:pt x="229" y="180"/>
                  <a:pt x="229" y="181"/>
                </a:cubicBezTo>
                <a:cubicBezTo>
                  <a:pt x="228" y="183"/>
                  <a:pt x="227" y="185"/>
                  <a:pt x="226" y="186"/>
                </a:cubicBezTo>
                <a:cubicBezTo>
                  <a:pt x="225" y="187"/>
                  <a:pt x="224" y="188"/>
                  <a:pt x="222" y="189"/>
                </a:cubicBezTo>
                <a:cubicBezTo>
                  <a:pt x="220" y="190"/>
                  <a:pt x="219" y="190"/>
                  <a:pt x="217" y="191"/>
                </a:cubicBezTo>
                <a:cubicBezTo>
                  <a:pt x="216" y="191"/>
                  <a:pt x="214" y="192"/>
                  <a:pt x="211" y="192"/>
                </a:cubicBezTo>
                <a:cubicBezTo>
                  <a:pt x="209" y="192"/>
                  <a:pt x="207" y="192"/>
                  <a:pt x="206" y="192"/>
                </a:cubicBezTo>
                <a:cubicBezTo>
                  <a:pt x="204" y="192"/>
                  <a:pt x="202" y="192"/>
                  <a:pt x="200" y="192"/>
                </a:cubicBezTo>
                <a:cubicBezTo>
                  <a:pt x="197" y="192"/>
                  <a:pt x="195" y="192"/>
                  <a:pt x="194" y="192"/>
                </a:cubicBezTo>
                <a:cubicBezTo>
                  <a:pt x="194" y="208"/>
                  <a:pt x="194" y="208"/>
                  <a:pt x="194" y="208"/>
                </a:cubicBezTo>
                <a:cubicBezTo>
                  <a:pt x="171" y="208"/>
                  <a:pt x="171" y="208"/>
                  <a:pt x="171" y="208"/>
                </a:cubicBezTo>
                <a:cubicBezTo>
                  <a:pt x="157" y="192"/>
                  <a:pt x="157" y="192"/>
                  <a:pt x="157" y="192"/>
                </a:cubicBezTo>
                <a:cubicBezTo>
                  <a:pt x="141" y="208"/>
                  <a:pt x="141" y="208"/>
                  <a:pt x="141" y="208"/>
                </a:cubicBezTo>
                <a:cubicBezTo>
                  <a:pt x="94" y="208"/>
                  <a:pt x="94" y="208"/>
                  <a:pt x="94" y="208"/>
                </a:cubicBezTo>
                <a:cubicBezTo>
                  <a:pt x="94" y="159"/>
                  <a:pt x="94" y="159"/>
                  <a:pt x="94" y="159"/>
                </a:cubicBezTo>
                <a:cubicBezTo>
                  <a:pt x="142" y="159"/>
                  <a:pt x="142" y="159"/>
                  <a:pt x="142" y="159"/>
                </a:cubicBezTo>
                <a:cubicBezTo>
                  <a:pt x="157" y="175"/>
                  <a:pt x="157" y="175"/>
                  <a:pt x="157" y="175"/>
                </a:cubicBezTo>
                <a:cubicBezTo>
                  <a:pt x="172" y="159"/>
                  <a:pt x="172" y="159"/>
                  <a:pt x="172" y="159"/>
                </a:cubicBezTo>
                <a:cubicBezTo>
                  <a:pt x="210" y="159"/>
                  <a:pt x="210" y="159"/>
                  <a:pt x="210" y="159"/>
                </a:cubicBezTo>
                <a:cubicBezTo>
                  <a:pt x="223" y="159"/>
                  <a:pt x="230" y="164"/>
                  <a:pt x="230" y="175"/>
                </a:cubicBezTo>
                <a:close/>
                <a:moveTo>
                  <a:pt x="176" y="112"/>
                </a:moveTo>
                <a:cubicBezTo>
                  <a:pt x="176" y="123"/>
                  <a:pt x="176" y="123"/>
                  <a:pt x="176" y="123"/>
                </a:cubicBezTo>
                <a:cubicBezTo>
                  <a:pt x="137" y="123"/>
                  <a:pt x="137" y="123"/>
                  <a:pt x="137" y="123"/>
                </a:cubicBezTo>
                <a:cubicBezTo>
                  <a:pt x="137" y="73"/>
                  <a:pt x="137" y="73"/>
                  <a:pt x="137" y="73"/>
                </a:cubicBezTo>
                <a:cubicBezTo>
                  <a:pt x="176" y="73"/>
                  <a:pt x="176" y="73"/>
                  <a:pt x="176" y="73"/>
                </a:cubicBezTo>
                <a:cubicBezTo>
                  <a:pt x="176" y="83"/>
                  <a:pt x="176" y="83"/>
                  <a:pt x="176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02"/>
                  <a:pt x="176" y="102"/>
                  <a:pt x="176" y="102"/>
                </a:cubicBezTo>
                <a:cubicBezTo>
                  <a:pt x="148" y="102"/>
                  <a:pt x="148" y="102"/>
                  <a:pt x="148" y="102"/>
                </a:cubicBezTo>
                <a:cubicBezTo>
                  <a:pt x="148" y="112"/>
                  <a:pt x="148" y="112"/>
                  <a:pt x="148" y="112"/>
                </a:cubicBezTo>
                <a:lnTo>
                  <a:pt x="176" y="112"/>
                </a:lnTo>
                <a:close/>
                <a:moveTo>
                  <a:pt x="422" y="215"/>
                </a:moveTo>
                <a:cubicBezTo>
                  <a:pt x="422" y="257"/>
                  <a:pt x="422" y="257"/>
                  <a:pt x="422" y="257"/>
                </a:cubicBezTo>
                <a:cubicBezTo>
                  <a:pt x="422" y="264"/>
                  <a:pt x="420" y="269"/>
                  <a:pt x="415" y="274"/>
                </a:cubicBezTo>
                <a:cubicBezTo>
                  <a:pt x="410" y="279"/>
                  <a:pt x="405" y="282"/>
                  <a:pt x="398" y="282"/>
                </a:cubicBezTo>
                <a:cubicBezTo>
                  <a:pt x="24" y="282"/>
                  <a:pt x="24" y="282"/>
                  <a:pt x="24" y="282"/>
                </a:cubicBezTo>
                <a:cubicBezTo>
                  <a:pt x="17" y="282"/>
                  <a:pt x="11" y="279"/>
                  <a:pt x="7" y="274"/>
                </a:cubicBezTo>
                <a:cubicBezTo>
                  <a:pt x="2" y="269"/>
                  <a:pt x="0" y="264"/>
                  <a:pt x="0" y="257"/>
                </a:cubicBezTo>
                <a:cubicBezTo>
                  <a:pt x="0" y="133"/>
                  <a:pt x="0" y="133"/>
                  <a:pt x="0" y="133"/>
                </a:cubicBezTo>
                <a:cubicBezTo>
                  <a:pt x="20" y="133"/>
                  <a:pt x="20" y="133"/>
                  <a:pt x="20" y="133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35" y="121"/>
                  <a:pt x="35" y="121"/>
                  <a:pt x="35" y="121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79" y="133"/>
                  <a:pt x="79" y="133"/>
                  <a:pt x="79" y="133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83" y="133"/>
                  <a:pt x="83" y="133"/>
                  <a:pt x="83" y="133"/>
                </a:cubicBezTo>
                <a:cubicBezTo>
                  <a:pt x="103" y="133"/>
                  <a:pt x="103" y="133"/>
                  <a:pt x="103" y="133"/>
                </a:cubicBezTo>
                <a:cubicBezTo>
                  <a:pt x="107" y="124"/>
                  <a:pt x="107" y="124"/>
                  <a:pt x="107" y="124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206" y="133"/>
                  <a:pt x="206" y="133"/>
                  <a:pt x="206" y="133"/>
                </a:cubicBezTo>
                <a:cubicBezTo>
                  <a:pt x="206" y="114"/>
                  <a:pt x="206" y="114"/>
                  <a:pt x="206" y="114"/>
                </a:cubicBezTo>
                <a:cubicBezTo>
                  <a:pt x="208" y="114"/>
                  <a:pt x="208" y="114"/>
                  <a:pt x="208" y="114"/>
                </a:cubicBezTo>
                <a:cubicBezTo>
                  <a:pt x="209" y="114"/>
                  <a:pt x="210" y="115"/>
                  <a:pt x="210" y="117"/>
                </a:cubicBezTo>
                <a:cubicBezTo>
                  <a:pt x="210" y="133"/>
                  <a:pt x="210" y="133"/>
                  <a:pt x="210" y="133"/>
                </a:cubicBezTo>
                <a:cubicBezTo>
                  <a:pt x="261" y="133"/>
                  <a:pt x="261" y="133"/>
                  <a:pt x="261" y="133"/>
                </a:cubicBezTo>
                <a:cubicBezTo>
                  <a:pt x="261" y="128"/>
                  <a:pt x="261" y="128"/>
                  <a:pt x="261" y="128"/>
                </a:cubicBezTo>
                <a:cubicBezTo>
                  <a:pt x="264" y="130"/>
                  <a:pt x="267" y="131"/>
                  <a:pt x="271" y="132"/>
                </a:cubicBezTo>
                <a:cubicBezTo>
                  <a:pt x="275" y="132"/>
                  <a:pt x="278" y="133"/>
                  <a:pt x="281" y="133"/>
                </a:cubicBezTo>
                <a:cubicBezTo>
                  <a:pt x="283" y="133"/>
                  <a:pt x="287" y="133"/>
                  <a:pt x="292" y="133"/>
                </a:cubicBezTo>
                <a:cubicBezTo>
                  <a:pt x="298" y="133"/>
                  <a:pt x="301" y="133"/>
                  <a:pt x="302" y="133"/>
                </a:cubicBezTo>
                <a:cubicBezTo>
                  <a:pt x="306" y="121"/>
                  <a:pt x="306" y="121"/>
                  <a:pt x="306" y="121"/>
                </a:cubicBezTo>
                <a:cubicBezTo>
                  <a:pt x="317" y="121"/>
                  <a:pt x="317" y="121"/>
                  <a:pt x="317" y="121"/>
                </a:cubicBezTo>
                <a:cubicBezTo>
                  <a:pt x="321" y="133"/>
                  <a:pt x="321" y="133"/>
                  <a:pt x="321" y="133"/>
                </a:cubicBezTo>
                <a:cubicBezTo>
                  <a:pt x="363" y="133"/>
                  <a:pt x="363" y="133"/>
                  <a:pt x="363" y="133"/>
                </a:cubicBezTo>
                <a:cubicBezTo>
                  <a:pt x="363" y="122"/>
                  <a:pt x="363" y="122"/>
                  <a:pt x="363" y="122"/>
                </a:cubicBezTo>
                <a:cubicBezTo>
                  <a:pt x="369" y="133"/>
                  <a:pt x="369" y="133"/>
                  <a:pt x="369" y="133"/>
                </a:cubicBezTo>
                <a:cubicBezTo>
                  <a:pt x="403" y="133"/>
                  <a:pt x="403" y="133"/>
                  <a:pt x="403" y="133"/>
                </a:cubicBezTo>
                <a:cubicBezTo>
                  <a:pt x="403" y="63"/>
                  <a:pt x="403" y="63"/>
                  <a:pt x="403" y="63"/>
                </a:cubicBezTo>
                <a:cubicBezTo>
                  <a:pt x="370" y="63"/>
                  <a:pt x="370" y="63"/>
                  <a:pt x="370" y="63"/>
                </a:cubicBezTo>
                <a:cubicBezTo>
                  <a:pt x="370" y="71"/>
                  <a:pt x="370" y="71"/>
                  <a:pt x="370" y="71"/>
                </a:cubicBezTo>
                <a:cubicBezTo>
                  <a:pt x="365" y="63"/>
                  <a:pt x="365" y="63"/>
                  <a:pt x="365" y="63"/>
                </a:cubicBezTo>
                <a:cubicBezTo>
                  <a:pt x="331" y="63"/>
                  <a:pt x="331" y="63"/>
                  <a:pt x="331" y="63"/>
                </a:cubicBezTo>
                <a:cubicBezTo>
                  <a:pt x="331" y="71"/>
                  <a:pt x="331" y="71"/>
                  <a:pt x="331" y="71"/>
                </a:cubicBezTo>
                <a:cubicBezTo>
                  <a:pt x="327" y="63"/>
                  <a:pt x="327" y="63"/>
                  <a:pt x="327" y="63"/>
                </a:cubicBezTo>
                <a:cubicBezTo>
                  <a:pt x="281" y="63"/>
                  <a:pt x="281" y="63"/>
                  <a:pt x="281" y="63"/>
                </a:cubicBezTo>
                <a:cubicBezTo>
                  <a:pt x="273" y="63"/>
                  <a:pt x="266" y="65"/>
                  <a:pt x="261" y="67"/>
                </a:cubicBezTo>
                <a:cubicBezTo>
                  <a:pt x="261" y="63"/>
                  <a:pt x="261" y="63"/>
                  <a:pt x="261" y="63"/>
                </a:cubicBezTo>
                <a:cubicBezTo>
                  <a:pt x="230" y="63"/>
                  <a:pt x="230" y="63"/>
                  <a:pt x="230" y="63"/>
                </a:cubicBezTo>
                <a:cubicBezTo>
                  <a:pt x="230" y="67"/>
                  <a:pt x="230" y="67"/>
                  <a:pt x="230" y="67"/>
                </a:cubicBezTo>
                <a:cubicBezTo>
                  <a:pt x="227" y="65"/>
                  <a:pt x="222" y="63"/>
                  <a:pt x="216" y="63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93" y="81"/>
                  <a:pt x="93" y="81"/>
                  <a:pt x="93" y="81"/>
                </a:cubicBezTo>
                <a:cubicBezTo>
                  <a:pt x="85" y="63"/>
                  <a:pt x="85" y="63"/>
                  <a:pt x="85" y="63"/>
                </a:cubicBezTo>
                <a:cubicBezTo>
                  <a:pt x="49" y="63"/>
                  <a:pt x="49" y="63"/>
                  <a:pt x="49" y="63"/>
                </a:cubicBezTo>
                <a:cubicBezTo>
                  <a:pt x="49" y="71"/>
                  <a:pt x="49" y="71"/>
                  <a:pt x="49" y="71"/>
                </a:cubicBezTo>
                <a:cubicBezTo>
                  <a:pt x="45" y="63"/>
                  <a:pt x="45" y="63"/>
                  <a:pt x="45" y="63"/>
                </a:cubicBezTo>
                <a:cubicBezTo>
                  <a:pt x="14" y="63"/>
                  <a:pt x="14" y="63"/>
                  <a:pt x="14" y="63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8"/>
                  <a:pt x="2" y="12"/>
                  <a:pt x="7" y="7"/>
                </a:cubicBezTo>
                <a:cubicBezTo>
                  <a:pt x="11" y="2"/>
                  <a:pt x="17" y="0"/>
                  <a:pt x="24" y="0"/>
                </a:cubicBezTo>
                <a:cubicBezTo>
                  <a:pt x="398" y="0"/>
                  <a:pt x="398" y="0"/>
                  <a:pt x="398" y="0"/>
                </a:cubicBezTo>
                <a:cubicBezTo>
                  <a:pt x="405" y="0"/>
                  <a:pt x="410" y="2"/>
                  <a:pt x="415" y="7"/>
                </a:cubicBezTo>
                <a:cubicBezTo>
                  <a:pt x="420" y="12"/>
                  <a:pt x="422" y="18"/>
                  <a:pt x="422" y="24"/>
                </a:cubicBezTo>
                <a:cubicBezTo>
                  <a:pt x="422" y="149"/>
                  <a:pt x="422" y="149"/>
                  <a:pt x="422" y="149"/>
                </a:cubicBezTo>
                <a:cubicBezTo>
                  <a:pt x="400" y="149"/>
                  <a:pt x="400" y="149"/>
                  <a:pt x="400" y="149"/>
                </a:cubicBezTo>
                <a:cubicBezTo>
                  <a:pt x="394" y="149"/>
                  <a:pt x="389" y="150"/>
                  <a:pt x="385" y="153"/>
                </a:cubicBezTo>
                <a:cubicBezTo>
                  <a:pt x="385" y="149"/>
                  <a:pt x="385" y="149"/>
                  <a:pt x="385" y="149"/>
                </a:cubicBezTo>
                <a:cubicBezTo>
                  <a:pt x="353" y="149"/>
                  <a:pt x="353" y="149"/>
                  <a:pt x="353" y="149"/>
                </a:cubicBezTo>
                <a:cubicBezTo>
                  <a:pt x="346" y="149"/>
                  <a:pt x="341" y="150"/>
                  <a:pt x="339" y="153"/>
                </a:cubicBezTo>
                <a:cubicBezTo>
                  <a:pt x="339" y="149"/>
                  <a:pt x="339" y="149"/>
                  <a:pt x="339" y="149"/>
                </a:cubicBezTo>
                <a:cubicBezTo>
                  <a:pt x="281" y="149"/>
                  <a:pt x="281" y="149"/>
                  <a:pt x="281" y="149"/>
                </a:cubicBezTo>
                <a:cubicBezTo>
                  <a:pt x="281" y="153"/>
                  <a:pt x="281" y="153"/>
                  <a:pt x="281" y="153"/>
                </a:cubicBezTo>
                <a:cubicBezTo>
                  <a:pt x="277" y="150"/>
                  <a:pt x="271" y="149"/>
                  <a:pt x="265" y="149"/>
                </a:cubicBezTo>
                <a:cubicBezTo>
                  <a:pt x="226" y="149"/>
                  <a:pt x="226" y="149"/>
                  <a:pt x="226" y="149"/>
                </a:cubicBezTo>
                <a:cubicBezTo>
                  <a:pt x="226" y="153"/>
                  <a:pt x="226" y="153"/>
                  <a:pt x="226" y="153"/>
                </a:cubicBezTo>
                <a:cubicBezTo>
                  <a:pt x="223" y="150"/>
                  <a:pt x="218" y="149"/>
                  <a:pt x="210" y="149"/>
                </a:cubicBezTo>
                <a:cubicBezTo>
                  <a:pt x="167" y="149"/>
                  <a:pt x="167" y="149"/>
                  <a:pt x="167" y="149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84" y="149"/>
                  <a:pt x="84" y="149"/>
                  <a:pt x="84" y="149"/>
                </a:cubicBezTo>
                <a:cubicBezTo>
                  <a:pt x="84" y="218"/>
                  <a:pt x="84" y="218"/>
                  <a:pt x="84" y="218"/>
                </a:cubicBezTo>
                <a:cubicBezTo>
                  <a:pt x="146" y="218"/>
                  <a:pt x="146" y="218"/>
                  <a:pt x="146" y="218"/>
                </a:cubicBezTo>
                <a:cubicBezTo>
                  <a:pt x="157" y="207"/>
                  <a:pt x="157" y="207"/>
                  <a:pt x="157" y="207"/>
                </a:cubicBezTo>
                <a:cubicBezTo>
                  <a:pt x="166" y="218"/>
                  <a:pt x="166" y="218"/>
                  <a:pt x="166" y="218"/>
                </a:cubicBezTo>
                <a:cubicBezTo>
                  <a:pt x="205" y="218"/>
                  <a:pt x="205" y="218"/>
                  <a:pt x="205" y="218"/>
                </a:cubicBezTo>
                <a:cubicBezTo>
                  <a:pt x="205" y="202"/>
                  <a:pt x="205" y="202"/>
                  <a:pt x="205" y="202"/>
                </a:cubicBezTo>
                <a:cubicBezTo>
                  <a:pt x="209" y="202"/>
                  <a:pt x="209" y="202"/>
                  <a:pt x="209" y="202"/>
                </a:cubicBezTo>
                <a:cubicBezTo>
                  <a:pt x="216" y="202"/>
                  <a:pt x="221" y="201"/>
                  <a:pt x="225" y="199"/>
                </a:cubicBezTo>
                <a:cubicBezTo>
                  <a:pt x="225" y="218"/>
                  <a:pt x="225" y="218"/>
                  <a:pt x="225" y="218"/>
                </a:cubicBezTo>
                <a:cubicBezTo>
                  <a:pt x="257" y="218"/>
                  <a:pt x="257" y="218"/>
                  <a:pt x="257" y="218"/>
                </a:cubicBezTo>
                <a:cubicBezTo>
                  <a:pt x="257" y="200"/>
                  <a:pt x="257" y="200"/>
                  <a:pt x="257" y="200"/>
                </a:cubicBezTo>
                <a:cubicBezTo>
                  <a:pt x="259" y="200"/>
                  <a:pt x="259" y="200"/>
                  <a:pt x="259" y="200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61" y="200"/>
                  <a:pt x="261" y="201"/>
                  <a:pt x="261" y="202"/>
                </a:cubicBezTo>
                <a:cubicBezTo>
                  <a:pt x="261" y="218"/>
                  <a:pt x="261" y="218"/>
                  <a:pt x="261" y="218"/>
                </a:cubicBezTo>
                <a:cubicBezTo>
                  <a:pt x="358" y="218"/>
                  <a:pt x="358" y="218"/>
                  <a:pt x="358" y="218"/>
                </a:cubicBezTo>
                <a:cubicBezTo>
                  <a:pt x="365" y="218"/>
                  <a:pt x="370" y="217"/>
                  <a:pt x="374" y="214"/>
                </a:cubicBezTo>
                <a:cubicBezTo>
                  <a:pt x="374" y="218"/>
                  <a:pt x="374" y="218"/>
                  <a:pt x="374" y="218"/>
                </a:cubicBezTo>
                <a:cubicBezTo>
                  <a:pt x="405" y="218"/>
                  <a:pt x="405" y="218"/>
                  <a:pt x="405" y="218"/>
                </a:cubicBezTo>
                <a:cubicBezTo>
                  <a:pt x="412" y="218"/>
                  <a:pt x="418" y="217"/>
                  <a:pt x="422" y="215"/>
                </a:cubicBezTo>
                <a:close/>
                <a:moveTo>
                  <a:pt x="283" y="172"/>
                </a:moveTo>
                <a:cubicBezTo>
                  <a:pt x="283" y="175"/>
                  <a:pt x="282" y="177"/>
                  <a:pt x="281" y="180"/>
                </a:cubicBezTo>
                <a:cubicBezTo>
                  <a:pt x="279" y="182"/>
                  <a:pt x="277" y="184"/>
                  <a:pt x="275" y="185"/>
                </a:cubicBezTo>
                <a:cubicBezTo>
                  <a:pt x="278" y="186"/>
                  <a:pt x="280" y="188"/>
                  <a:pt x="281" y="190"/>
                </a:cubicBezTo>
                <a:cubicBezTo>
                  <a:pt x="282" y="192"/>
                  <a:pt x="283" y="195"/>
                  <a:pt x="283" y="198"/>
                </a:cubicBezTo>
                <a:cubicBezTo>
                  <a:pt x="283" y="208"/>
                  <a:pt x="283" y="208"/>
                  <a:pt x="283" y="208"/>
                </a:cubicBezTo>
                <a:cubicBezTo>
                  <a:pt x="271" y="208"/>
                  <a:pt x="271" y="208"/>
                  <a:pt x="271" y="208"/>
                </a:cubicBezTo>
                <a:cubicBezTo>
                  <a:pt x="271" y="200"/>
                  <a:pt x="271" y="200"/>
                  <a:pt x="271" y="200"/>
                </a:cubicBezTo>
                <a:cubicBezTo>
                  <a:pt x="271" y="196"/>
                  <a:pt x="270" y="193"/>
                  <a:pt x="268" y="192"/>
                </a:cubicBezTo>
                <a:cubicBezTo>
                  <a:pt x="267" y="191"/>
                  <a:pt x="264" y="190"/>
                  <a:pt x="260" y="190"/>
                </a:cubicBezTo>
                <a:cubicBezTo>
                  <a:pt x="247" y="190"/>
                  <a:pt x="247" y="190"/>
                  <a:pt x="247" y="190"/>
                </a:cubicBezTo>
                <a:cubicBezTo>
                  <a:pt x="247" y="208"/>
                  <a:pt x="247" y="208"/>
                  <a:pt x="247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5" y="159"/>
                  <a:pt x="235" y="159"/>
                  <a:pt x="235" y="159"/>
                </a:cubicBezTo>
                <a:cubicBezTo>
                  <a:pt x="264" y="159"/>
                  <a:pt x="264" y="159"/>
                  <a:pt x="264" y="159"/>
                </a:cubicBezTo>
                <a:cubicBezTo>
                  <a:pt x="270" y="159"/>
                  <a:pt x="274" y="160"/>
                  <a:pt x="278" y="161"/>
                </a:cubicBezTo>
                <a:cubicBezTo>
                  <a:pt x="281" y="163"/>
                  <a:pt x="283" y="167"/>
                  <a:pt x="283" y="172"/>
                </a:cubicBezTo>
                <a:close/>
                <a:moveTo>
                  <a:pt x="232" y="86"/>
                </a:moveTo>
                <a:cubicBezTo>
                  <a:pt x="232" y="89"/>
                  <a:pt x="232" y="92"/>
                  <a:pt x="230" y="94"/>
                </a:cubicBezTo>
                <a:cubicBezTo>
                  <a:pt x="228" y="97"/>
                  <a:pt x="226" y="99"/>
                  <a:pt x="224" y="100"/>
                </a:cubicBezTo>
                <a:cubicBezTo>
                  <a:pt x="227" y="101"/>
                  <a:pt x="229" y="102"/>
                  <a:pt x="230" y="104"/>
                </a:cubicBezTo>
                <a:cubicBezTo>
                  <a:pt x="231" y="106"/>
                  <a:pt x="232" y="109"/>
                  <a:pt x="232" y="11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20" y="123"/>
                  <a:pt x="220" y="123"/>
                  <a:pt x="220" y="123"/>
                </a:cubicBezTo>
                <a:cubicBezTo>
                  <a:pt x="220" y="122"/>
                  <a:pt x="220" y="120"/>
                  <a:pt x="220" y="118"/>
                </a:cubicBezTo>
                <a:cubicBezTo>
                  <a:pt x="220" y="116"/>
                  <a:pt x="220" y="114"/>
                  <a:pt x="220" y="113"/>
                </a:cubicBezTo>
                <a:cubicBezTo>
                  <a:pt x="220" y="112"/>
                  <a:pt x="220" y="111"/>
                  <a:pt x="219" y="110"/>
                </a:cubicBezTo>
                <a:cubicBezTo>
                  <a:pt x="219" y="108"/>
                  <a:pt x="219" y="107"/>
                  <a:pt x="218" y="107"/>
                </a:cubicBezTo>
                <a:cubicBezTo>
                  <a:pt x="217" y="106"/>
                  <a:pt x="216" y="106"/>
                  <a:pt x="215" y="105"/>
                </a:cubicBezTo>
                <a:cubicBezTo>
                  <a:pt x="213" y="105"/>
                  <a:pt x="211" y="105"/>
                  <a:pt x="209" y="105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96" y="123"/>
                  <a:pt x="196" y="123"/>
                  <a:pt x="196" y="123"/>
                </a:cubicBezTo>
                <a:cubicBezTo>
                  <a:pt x="185" y="123"/>
                  <a:pt x="185" y="123"/>
                  <a:pt x="185" y="12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213" y="73"/>
                  <a:pt x="213" y="73"/>
                  <a:pt x="213" y="73"/>
                </a:cubicBezTo>
                <a:cubicBezTo>
                  <a:pt x="219" y="73"/>
                  <a:pt x="223" y="74"/>
                  <a:pt x="227" y="76"/>
                </a:cubicBezTo>
                <a:cubicBezTo>
                  <a:pt x="231" y="78"/>
                  <a:pt x="232" y="81"/>
                  <a:pt x="232" y="86"/>
                </a:cubicBezTo>
                <a:close/>
                <a:moveTo>
                  <a:pt x="329" y="198"/>
                </a:moveTo>
                <a:cubicBezTo>
                  <a:pt x="329" y="208"/>
                  <a:pt x="329" y="208"/>
                  <a:pt x="329" y="208"/>
                </a:cubicBezTo>
                <a:cubicBezTo>
                  <a:pt x="290" y="208"/>
                  <a:pt x="290" y="208"/>
                  <a:pt x="290" y="208"/>
                </a:cubicBezTo>
                <a:cubicBezTo>
                  <a:pt x="290" y="159"/>
                  <a:pt x="290" y="159"/>
                  <a:pt x="290" y="159"/>
                </a:cubicBezTo>
                <a:cubicBezTo>
                  <a:pt x="329" y="159"/>
                  <a:pt x="329" y="159"/>
                  <a:pt x="329" y="159"/>
                </a:cubicBezTo>
                <a:cubicBezTo>
                  <a:pt x="329" y="169"/>
                  <a:pt x="329" y="169"/>
                  <a:pt x="329" y="169"/>
                </a:cubicBezTo>
                <a:cubicBezTo>
                  <a:pt x="302" y="169"/>
                  <a:pt x="302" y="169"/>
                  <a:pt x="302" y="169"/>
                </a:cubicBezTo>
                <a:cubicBezTo>
                  <a:pt x="302" y="178"/>
                  <a:pt x="302" y="178"/>
                  <a:pt x="302" y="178"/>
                </a:cubicBezTo>
                <a:cubicBezTo>
                  <a:pt x="329" y="178"/>
                  <a:pt x="329" y="178"/>
                  <a:pt x="329" y="178"/>
                </a:cubicBezTo>
                <a:cubicBezTo>
                  <a:pt x="329" y="188"/>
                  <a:pt x="329" y="188"/>
                  <a:pt x="329" y="188"/>
                </a:cubicBezTo>
                <a:cubicBezTo>
                  <a:pt x="302" y="188"/>
                  <a:pt x="302" y="188"/>
                  <a:pt x="302" y="188"/>
                </a:cubicBezTo>
                <a:cubicBezTo>
                  <a:pt x="302" y="198"/>
                  <a:pt x="302" y="198"/>
                  <a:pt x="302" y="198"/>
                </a:cubicBezTo>
                <a:lnTo>
                  <a:pt x="329" y="198"/>
                </a:lnTo>
                <a:close/>
                <a:moveTo>
                  <a:pt x="251" y="73"/>
                </a:moveTo>
                <a:cubicBezTo>
                  <a:pt x="251" y="123"/>
                  <a:pt x="251" y="123"/>
                  <a:pt x="251" y="123"/>
                </a:cubicBezTo>
                <a:cubicBezTo>
                  <a:pt x="239" y="123"/>
                  <a:pt x="239" y="123"/>
                  <a:pt x="239" y="123"/>
                </a:cubicBezTo>
                <a:cubicBezTo>
                  <a:pt x="239" y="73"/>
                  <a:pt x="239" y="73"/>
                  <a:pt x="239" y="73"/>
                </a:cubicBezTo>
                <a:lnTo>
                  <a:pt x="251" y="73"/>
                </a:lnTo>
                <a:close/>
                <a:moveTo>
                  <a:pt x="378" y="193"/>
                </a:moveTo>
                <a:cubicBezTo>
                  <a:pt x="378" y="203"/>
                  <a:pt x="372" y="208"/>
                  <a:pt x="360" y="208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198"/>
                  <a:pt x="337" y="198"/>
                  <a:pt x="337" y="198"/>
                </a:cubicBezTo>
                <a:cubicBezTo>
                  <a:pt x="360" y="198"/>
                  <a:pt x="360" y="198"/>
                  <a:pt x="360" y="198"/>
                </a:cubicBezTo>
                <a:cubicBezTo>
                  <a:pt x="364" y="198"/>
                  <a:pt x="366" y="196"/>
                  <a:pt x="366" y="193"/>
                </a:cubicBezTo>
                <a:cubicBezTo>
                  <a:pt x="366" y="191"/>
                  <a:pt x="365" y="190"/>
                  <a:pt x="363" y="189"/>
                </a:cubicBezTo>
                <a:cubicBezTo>
                  <a:pt x="361" y="189"/>
                  <a:pt x="358" y="188"/>
                  <a:pt x="355" y="188"/>
                </a:cubicBezTo>
                <a:cubicBezTo>
                  <a:pt x="352" y="188"/>
                  <a:pt x="349" y="188"/>
                  <a:pt x="346" y="188"/>
                </a:cubicBezTo>
                <a:cubicBezTo>
                  <a:pt x="343" y="187"/>
                  <a:pt x="340" y="186"/>
                  <a:pt x="338" y="184"/>
                </a:cubicBezTo>
                <a:cubicBezTo>
                  <a:pt x="336" y="181"/>
                  <a:pt x="335" y="178"/>
                  <a:pt x="335" y="173"/>
                </a:cubicBezTo>
                <a:cubicBezTo>
                  <a:pt x="335" y="169"/>
                  <a:pt x="337" y="165"/>
                  <a:pt x="340" y="162"/>
                </a:cubicBezTo>
                <a:cubicBezTo>
                  <a:pt x="343" y="160"/>
                  <a:pt x="347" y="159"/>
                  <a:pt x="352" y="159"/>
                </a:cubicBezTo>
                <a:cubicBezTo>
                  <a:pt x="376" y="159"/>
                  <a:pt x="376" y="159"/>
                  <a:pt x="376" y="159"/>
                </a:cubicBezTo>
                <a:cubicBezTo>
                  <a:pt x="376" y="169"/>
                  <a:pt x="376" y="169"/>
                  <a:pt x="376" y="169"/>
                </a:cubicBezTo>
                <a:cubicBezTo>
                  <a:pt x="354" y="169"/>
                  <a:pt x="354" y="169"/>
                  <a:pt x="354" y="169"/>
                </a:cubicBezTo>
                <a:cubicBezTo>
                  <a:pt x="350" y="169"/>
                  <a:pt x="348" y="171"/>
                  <a:pt x="348" y="174"/>
                </a:cubicBezTo>
                <a:cubicBezTo>
                  <a:pt x="348" y="176"/>
                  <a:pt x="349" y="177"/>
                  <a:pt x="351" y="177"/>
                </a:cubicBezTo>
                <a:cubicBezTo>
                  <a:pt x="353" y="178"/>
                  <a:pt x="355" y="178"/>
                  <a:pt x="358" y="178"/>
                </a:cubicBezTo>
                <a:cubicBezTo>
                  <a:pt x="361" y="178"/>
                  <a:pt x="364" y="178"/>
                  <a:pt x="367" y="179"/>
                </a:cubicBezTo>
                <a:cubicBezTo>
                  <a:pt x="370" y="179"/>
                  <a:pt x="373" y="180"/>
                  <a:pt x="375" y="183"/>
                </a:cubicBezTo>
                <a:cubicBezTo>
                  <a:pt x="377" y="185"/>
                  <a:pt x="378" y="188"/>
                  <a:pt x="378" y="193"/>
                </a:cubicBezTo>
                <a:close/>
                <a:moveTo>
                  <a:pt x="422" y="183"/>
                </a:moveTo>
                <a:cubicBezTo>
                  <a:pt x="422" y="202"/>
                  <a:pt x="422" y="202"/>
                  <a:pt x="422" y="202"/>
                </a:cubicBezTo>
                <a:cubicBezTo>
                  <a:pt x="419" y="206"/>
                  <a:pt x="414" y="208"/>
                  <a:pt x="406" y="208"/>
                </a:cubicBezTo>
                <a:cubicBezTo>
                  <a:pt x="383" y="208"/>
                  <a:pt x="383" y="208"/>
                  <a:pt x="383" y="208"/>
                </a:cubicBezTo>
                <a:cubicBezTo>
                  <a:pt x="383" y="198"/>
                  <a:pt x="383" y="198"/>
                  <a:pt x="383" y="198"/>
                </a:cubicBezTo>
                <a:cubicBezTo>
                  <a:pt x="406" y="198"/>
                  <a:pt x="406" y="198"/>
                  <a:pt x="406" y="198"/>
                </a:cubicBezTo>
                <a:cubicBezTo>
                  <a:pt x="410" y="198"/>
                  <a:pt x="412" y="196"/>
                  <a:pt x="412" y="193"/>
                </a:cubicBezTo>
                <a:cubicBezTo>
                  <a:pt x="412" y="192"/>
                  <a:pt x="411" y="190"/>
                  <a:pt x="410" y="190"/>
                </a:cubicBezTo>
                <a:cubicBezTo>
                  <a:pt x="408" y="189"/>
                  <a:pt x="406" y="189"/>
                  <a:pt x="404" y="189"/>
                </a:cubicBezTo>
                <a:cubicBezTo>
                  <a:pt x="402" y="189"/>
                  <a:pt x="399" y="189"/>
                  <a:pt x="397" y="188"/>
                </a:cubicBezTo>
                <a:cubicBezTo>
                  <a:pt x="394" y="188"/>
                  <a:pt x="392" y="187"/>
                  <a:pt x="389" y="187"/>
                </a:cubicBezTo>
                <a:cubicBezTo>
                  <a:pt x="387" y="186"/>
                  <a:pt x="385" y="185"/>
                  <a:pt x="384" y="182"/>
                </a:cubicBezTo>
                <a:cubicBezTo>
                  <a:pt x="382" y="180"/>
                  <a:pt x="381" y="177"/>
                  <a:pt x="381" y="173"/>
                </a:cubicBezTo>
                <a:cubicBezTo>
                  <a:pt x="381" y="169"/>
                  <a:pt x="383" y="165"/>
                  <a:pt x="386" y="162"/>
                </a:cubicBezTo>
                <a:cubicBezTo>
                  <a:pt x="390" y="160"/>
                  <a:pt x="394" y="159"/>
                  <a:pt x="399" y="159"/>
                </a:cubicBezTo>
                <a:cubicBezTo>
                  <a:pt x="422" y="159"/>
                  <a:pt x="422" y="159"/>
                  <a:pt x="422" y="159"/>
                </a:cubicBezTo>
                <a:cubicBezTo>
                  <a:pt x="422" y="169"/>
                  <a:pt x="422" y="169"/>
                  <a:pt x="422" y="169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396" y="169"/>
                  <a:pt x="394" y="171"/>
                  <a:pt x="394" y="174"/>
                </a:cubicBezTo>
                <a:cubicBezTo>
                  <a:pt x="394" y="176"/>
                  <a:pt x="396" y="177"/>
                  <a:pt x="399" y="178"/>
                </a:cubicBezTo>
                <a:cubicBezTo>
                  <a:pt x="403" y="178"/>
                  <a:pt x="407" y="178"/>
                  <a:pt x="412" y="179"/>
                </a:cubicBezTo>
                <a:cubicBezTo>
                  <a:pt x="417" y="179"/>
                  <a:pt x="420" y="181"/>
                  <a:pt x="422" y="183"/>
                </a:cubicBezTo>
                <a:close/>
                <a:moveTo>
                  <a:pt x="392" y="73"/>
                </a:moveTo>
                <a:cubicBezTo>
                  <a:pt x="392" y="123"/>
                  <a:pt x="392" y="123"/>
                  <a:pt x="392" y="123"/>
                </a:cubicBezTo>
                <a:cubicBezTo>
                  <a:pt x="375" y="123"/>
                  <a:pt x="375" y="123"/>
                  <a:pt x="375" y="123"/>
                </a:cubicBezTo>
                <a:cubicBezTo>
                  <a:pt x="353" y="85"/>
                  <a:pt x="353" y="85"/>
                  <a:pt x="353" y="85"/>
                </a:cubicBezTo>
                <a:cubicBezTo>
                  <a:pt x="353" y="123"/>
                  <a:pt x="353" y="123"/>
                  <a:pt x="353" y="123"/>
                </a:cubicBezTo>
                <a:cubicBezTo>
                  <a:pt x="328" y="123"/>
                  <a:pt x="328" y="123"/>
                  <a:pt x="328" y="123"/>
                </a:cubicBezTo>
                <a:cubicBezTo>
                  <a:pt x="324" y="112"/>
                  <a:pt x="324" y="112"/>
                  <a:pt x="324" y="112"/>
                </a:cubicBezTo>
                <a:cubicBezTo>
                  <a:pt x="299" y="112"/>
                  <a:pt x="299" y="112"/>
                  <a:pt x="299" y="112"/>
                </a:cubicBezTo>
                <a:cubicBezTo>
                  <a:pt x="295" y="123"/>
                  <a:pt x="295" y="123"/>
                  <a:pt x="295" y="123"/>
                </a:cubicBezTo>
                <a:cubicBezTo>
                  <a:pt x="281" y="123"/>
                  <a:pt x="281" y="123"/>
                  <a:pt x="281" y="123"/>
                </a:cubicBezTo>
                <a:cubicBezTo>
                  <a:pt x="265" y="123"/>
                  <a:pt x="257" y="115"/>
                  <a:pt x="257" y="98"/>
                </a:cubicBezTo>
                <a:cubicBezTo>
                  <a:pt x="257" y="81"/>
                  <a:pt x="265" y="73"/>
                  <a:pt x="281" y="73"/>
                </a:cubicBezTo>
                <a:cubicBezTo>
                  <a:pt x="293" y="73"/>
                  <a:pt x="293" y="73"/>
                  <a:pt x="293" y="73"/>
                </a:cubicBezTo>
                <a:cubicBezTo>
                  <a:pt x="293" y="84"/>
                  <a:pt x="293" y="84"/>
                  <a:pt x="293" y="84"/>
                </a:cubicBezTo>
                <a:cubicBezTo>
                  <a:pt x="292" y="84"/>
                  <a:pt x="290" y="84"/>
                  <a:pt x="288" y="84"/>
                </a:cubicBezTo>
                <a:cubicBezTo>
                  <a:pt x="285" y="83"/>
                  <a:pt x="284" y="83"/>
                  <a:pt x="283" y="83"/>
                </a:cubicBezTo>
                <a:cubicBezTo>
                  <a:pt x="282" y="84"/>
                  <a:pt x="280" y="84"/>
                  <a:pt x="278" y="84"/>
                </a:cubicBezTo>
                <a:cubicBezTo>
                  <a:pt x="277" y="84"/>
                  <a:pt x="275" y="84"/>
                  <a:pt x="275" y="85"/>
                </a:cubicBezTo>
                <a:cubicBezTo>
                  <a:pt x="274" y="86"/>
                  <a:pt x="273" y="86"/>
                  <a:pt x="272" y="88"/>
                </a:cubicBezTo>
                <a:cubicBezTo>
                  <a:pt x="271" y="89"/>
                  <a:pt x="270" y="90"/>
                  <a:pt x="270" y="92"/>
                </a:cubicBezTo>
                <a:cubicBezTo>
                  <a:pt x="269" y="94"/>
                  <a:pt x="269" y="96"/>
                  <a:pt x="269" y="98"/>
                </a:cubicBezTo>
                <a:cubicBezTo>
                  <a:pt x="269" y="103"/>
                  <a:pt x="270" y="106"/>
                  <a:pt x="272" y="109"/>
                </a:cubicBezTo>
                <a:cubicBezTo>
                  <a:pt x="273" y="111"/>
                  <a:pt x="276" y="112"/>
                  <a:pt x="281" y="112"/>
                </a:cubicBezTo>
                <a:cubicBezTo>
                  <a:pt x="286" y="112"/>
                  <a:pt x="286" y="112"/>
                  <a:pt x="286" y="112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21" y="73"/>
                  <a:pt x="321" y="73"/>
                  <a:pt x="321" y="73"/>
                </a:cubicBezTo>
                <a:cubicBezTo>
                  <a:pt x="341" y="120"/>
                  <a:pt x="341" y="120"/>
                  <a:pt x="341" y="120"/>
                </a:cubicBezTo>
                <a:cubicBezTo>
                  <a:pt x="341" y="73"/>
                  <a:pt x="341" y="73"/>
                  <a:pt x="341" y="73"/>
                </a:cubicBezTo>
                <a:cubicBezTo>
                  <a:pt x="359" y="73"/>
                  <a:pt x="359" y="73"/>
                  <a:pt x="359" y="73"/>
                </a:cubicBezTo>
                <a:cubicBezTo>
                  <a:pt x="380" y="108"/>
                  <a:pt x="380" y="108"/>
                  <a:pt x="380" y="108"/>
                </a:cubicBezTo>
                <a:cubicBezTo>
                  <a:pt x="380" y="73"/>
                  <a:pt x="380" y="73"/>
                  <a:pt x="380" y="73"/>
                </a:cubicBezTo>
                <a:lnTo>
                  <a:pt x="392" y="7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5035131" y="3296728"/>
            <a:ext cx="437855" cy="292824"/>
          </a:xfrm>
          <a:custGeom>
            <a:avLst/>
            <a:gdLst>
              <a:gd name="T0" fmla="*/ 34 w 422"/>
              <a:gd name="T1" fmla="*/ 139 h 282"/>
              <a:gd name="T2" fmla="*/ 34 w 422"/>
              <a:gd name="T3" fmla="*/ 99 h 282"/>
              <a:gd name="T4" fmla="*/ 383 w 422"/>
              <a:gd name="T5" fmla="*/ 107 h 282"/>
              <a:gd name="T6" fmla="*/ 368 w 422"/>
              <a:gd name="T7" fmla="*/ 98 h 282"/>
              <a:gd name="T8" fmla="*/ 69 w 422"/>
              <a:gd name="T9" fmla="*/ 119 h 282"/>
              <a:gd name="T10" fmla="*/ 19 w 422"/>
              <a:gd name="T11" fmla="*/ 89 h 282"/>
              <a:gd name="T12" fmla="*/ 58 w 422"/>
              <a:gd name="T13" fmla="*/ 143 h 282"/>
              <a:gd name="T14" fmla="*/ 87 w 422"/>
              <a:gd name="T15" fmla="*/ 150 h 282"/>
              <a:gd name="T16" fmla="*/ 75 w 422"/>
              <a:gd name="T17" fmla="*/ 150 h 282"/>
              <a:gd name="T18" fmla="*/ 116 w 422"/>
              <a:gd name="T19" fmla="*/ 112 h 282"/>
              <a:gd name="T20" fmla="*/ 109 w 422"/>
              <a:gd name="T21" fmla="*/ 100 h 282"/>
              <a:gd name="T22" fmla="*/ 131 w 422"/>
              <a:gd name="T23" fmla="*/ 95 h 282"/>
              <a:gd name="T24" fmla="*/ 94 w 422"/>
              <a:gd name="T25" fmla="*/ 105 h 282"/>
              <a:gd name="T26" fmla="*/ 118 w 422"/>
              <a:gd name="T27" fmla="*/ 126 h 282"/>
              <a:gd name="T28" fmla="*/ 112 w 422"/>
              <a:gd name="T29" fmla="*/ 140 h 282"/>
              <a:gd name="T30" fmla="*/ 112 w 422"/>
              <a:gd name="T31" fmla="*/ 151 h 282"/>
              <a:gd name="T32" fmla="*/ 184 w 422"/>
              <a:gd name="T33" fmla="*/ 148 h 282"/>
              <a:gd name="T34" fmla="*/ 155 w 422"/>
              <a:gd name="T35" fmla="*/ 134 h 282"/>
              <a:gd name="T36" fmla="*/ 170 w 422"/>
              <a:gd name="T37" fmla="*/ 98 h 282"/>
              <a:gd name="T38" fmla="*/ 170 w 422"/>
              <a:gd name="T39" fmla="*/ 87 h 282"/>
              <a:gd name="T40" fmla="*/ 147 w 422"/>
              <a:gd name="T41" fmla="*/ 142 h 282"/>
              <a:gd name="T42" fmla="*/ 410 w 422"/>
              <a:gd name="T43" fmla="*/ 259 h 282"/>
              <a:gd name="T44" fmla="*/ 340 w 422"/>
              <a:gd name="T45" fmla="*/ 199 h 282"/>
              <a:gd name="T46" fmla="*/ 111 w 422"/>
              <a:gd name="T47" fmla="*/ 270 h 282"/>
              <a:gd name="T48" fmla="*/ 410 w 422"/>
              <a:gd name="T49" fmla="*/ 259 h 282"/>
              <a:gd name="T50" fmla="*/ 221 w 422"/>
              <a:gd name="T51" fmla="*/ 86 h 282"/>
              <a:gd name="T52" fmla="*/ 198 w 422"/>
              <a:gd name="T53" fmla="*/ 143 h 282"/>
              <a:gd name="T54" fmla="*/ 254 w 422"/>
              <a:gd name="T55" fmla="*/ 120 h 282"/>
              <a:gd name="T56" fmla="*/ 296 w 422"/>
              <a:gd name="T57" fmla="*/ 89 h 282"/>
              <a:gd name="T58" fmla="*/ 250 w 422"/>
              <a:gd name="T59" fmla="*/ 89 h 282"/>
              <a:gd name="T60" fmla="*/ 314 w 422"/>
              <a:gd name="T61" fmla="*/ 150 h 282"/>
              <a:gd name="T62" fmla="*/ 326 w 422"/>
              <a:gd name="T63" fmla="*/ 139 h 282"/>
              <a:gd name="T64" fmla="*/ 347 w 422"/>
              <a:gd name="T65" fmla="*/ 113 h 282"/>
              <a:gd name="T66" fmla="*/ 348 w 422"/>
              <a:gd name="T67" fmla="*/ 99 h 282"/>
              <a:gd name="T68" fmla="*/ 314 w 422"/>
              <a:gd name="T69" fmla="*/ 150 h 282"/>
              <a:gd name="T70" fmla="*/ 381 w 422"/>
              <a:gd name="T71" fmla="*/ 124 h 282"/>
              <a:gd name="T72" fmla="*/ 373 w 422"/>
              <a:gd name="T73" fmla="*/ 89 h 282"/>
              <a:gd name="T74" fmla="*/ 368 w 422"/>
              <a:gd name="T75" fmla="*/ 150 h 282"/>
              <a:gd name="T76" fmla="*/ 386 w 422"/>
              <a:gd name="T77" fmla="*/ 150 h 282"/>
              <a:gd name="T78" fmla="*/ 415 w 422"/>
              <a:gd name="T79" fmla="*/ 275 h 282"/>
              <a:gd name="T80" fmla="*/ 7 w 422"/>
              <a:gd name="T81" fmla="*/ 275 h 282"/>
              <a:gd name="T82" fmla="*/ 7 w 422"/>
              <a:gd name="T83" fmla="*/ 7 h 282"/>
              <a:gd name="T84" fmla="*/ 415 w 422"/>
              <a:gd name="T85" fmla="*/ 7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22" h="282">
                <a:moveTo>
                  <a:pt x="57" y="119"/>
                </a:moveTo>
                <a:cubicBezTo>
                  <a:pt x="57" y="126"/>
                  <a:pt x="55" y="131"/>
                  <a:pt x="50" y="135"/>
                </a:cubicBezTo>
                <a:cubicBezTo>
                  <a:pt x="47" y="138"/>
                  <a:pt x="41" y="139"/>
                  <a:pt x="34" y="139"/>
                </a:cubicBezTo>
                <a:cubicBezTo>
                  <a:pt x="31" y="139"/>
                  <a:pt x="31" y="139"/>
                  <a:pt x="31" y="139"/>
                </a:cubicBezTo>
                <a:cubicBezTo>
                  <a:pt x="31" y="99"/>
                  <a:pt x="31" y="99"/>
                  <a:pt x="31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41" y="99"/>
                  <a:pt x="47" y="101"/>
                  <a:pt x="50" y="104"/>
                </a:cubicBezTo>
                <a:cubicBezTo>
                  <a:pt x="55" y="108"/>
                  <a:pt x="57" y="113"/>
                  <a:pt x="57" y="119"/>
                </a:cubicBezTo>
                <a:close/>
                <a:moveTo>
                  <a:pt x="383" y="107"/>
                </a:moveTo>
                <a:cubicBezTo>
                  <a:pt x="383" y="114"/>
                  <a:pt x="379" y="117"/>
                  <a:pt x="371" y="117"/>
                </a:cubicBezTo>
                <a:cubicBezTo>
                  <a:pt x="368" y="117"/>
                  <a:pt x="368" y="117"/>
                  <a:pt x="368" y="117"/>
                </a:cubicBezTo>
                <a:cubicBezTo>
                  <a:pt x="368" y="98"/>
                  <a:pt x="368" y="98"/>
                  <a:pt x="368" y="98"/>
                </a:cubicBezTo>
                <a:cubicBezTo>
                  <a:pt x="371" y="98"/>
                  <a:pt x="371" y="98"/>
                  <a:pt x="371" y="98"/>
                </a:cubicBezTo>
                <a:cubicBezTo>
                  <a:pt x="379" y="98"/>
                  <a:pt x="383" y="101"/>
                  <a:pt x="383" y="107"/>
                </a:cubicBezTo>
                <a:close/>
                <a:moveTo>
                  <a:pt x="69" y="119"/>
                </a:moveTo>
                <a:cubicBezTo>
                  <a:pt x="69" y="110"/>
                  <a:pt x="66" y="103"/>
                  <a:pt x="60" y="97"/>
                </a:cubicBezTo>
                <a:cubicBezTo>
                  <a:pt x="54" y="92"/>
                  <a:pt x="46" y="89"/>
                  <a:pt x="36" y="89"/>
                </a:cubicBezTo>
                <a:cubicBezTo>
                  <a:pt x="19" y="89"/>
                  <a:pt x="19" y="89"/>
                  <a:pt x="19" y="89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36" y="150"/>
                  <a:pt x="36" y="150"/>
                  <a:pt x="36" y="150"/>
                </a:cubicBezTo>
                <a:cubicBezTo>
                  <a:pt x="45" y="150"/>
                  <a:pt x="53" y="147"/>
                  <a:pt x="58" y="143"/>
                </a:cubicBezTo>
                <a:cubicBezTo>
                  <a:pt x="66" y="137"/>
                  <a:pt x="69" y="129"/>
                  <a:pt x="69" y="119"/>
                </a:cubicBezTo>
                <a:close/>
                <a:moveTo>
                  <a:pt x="75" y="150"/>
                </a:moveTo>
                <a:cubicBezTo>
                  <a:pt x="87" y="150"/>
                  <a:pt x="87" y="150"/>
                  <a:pt x="87" y="150"/>
                </a:cubicBezTo>
                <a:cubicBezTo>
                  <a:pt x="87" y="89"/>
                  <a:pt x="87" y="89"/>
                  <a:pt x="87" y="89"/>
                </a:cubicBezTo>
                <a:cubicBezTo>
                  <a:pt x="75" y="89"/>
                  <a:pt x="75" y="89"/>
                  <a:pt x="75" y="89"/>
                </a:cubicBezTo>
                <a:lnTo>
                  <a:pt x="75" y="150"/>
                </a:lnTo>
                <a:close/>
                <a:moveTo>
                  <a:pt x="133" y="131"/>
                </a:moveTo>
                <a:cubicBezTo>
                  <a:pt x="133" y="126"/>
                  <a:pt x="132" y="123"/>
                  <a:pt x="130" y="120"/>
                </a:cubicBezTo>
                <a:cubicBezTo>
                  <a:pt x="127" y="117"/>
                  <a:pt x="123" y="115"/>
                  <a:pt x="116" y="112"/>
                </a:cubicBezTo>
                <a:cubicBezTo>
                  <a:pt x="112" y="111"/>
                  <a:pt x="110" y="110"/>
                  <a:pt x="109" y="109"/>
                </a:cubicBezTo>
                <a:cubicBezTo>
                  <a:pt x="107" y="108"/>
                  <a:pt x="107" y="106"/>
                  <a:pt x="107" y="104"/>
                </a:cubicBezTo>
                <a:cubicBezTo>
                  <a:pt x="107" y="102"/>
                  <a:pt x="107" y="101"/>
                  <a:pt x="109" y="100"/>
                </a:cubicBezTo>
                <a:cubicBezTo>
                  <a:pt x="111" y="98"/>
                  <a:pt x="113" y="98"/>
                  <a:pt x="115" y="98"/>
                </a:cubicBezTo>
                <a:cubicBezTo>
                  <a:pt x="119" y="98"/>
                  <a:pt x="122" y="99"/>
                  <a:pt x="125" y="103"/>
                </a:cubicBezTo>
                <a:cubicBezTo>
                  <a:pt x="131" y="95"/>
                  <a:pt x="131" y="95"/>
                  <a:pt x="131" y="95"/>
                </a:cubicBezTo>
                <a:cubicBezTo>
                  <a:pt x="126" y="90"/>
                  <a:pt x="120" y="88"/>
                  <a:pt x="113" y="88"/>
                </a:cubicBezTo>
                <a:cubicBezTo>
                  <a:pt x="108" y="88"/>
                  <a:pt x="104" y="89"/>
                  <a:pt x="100" y="93"/>
                </a:cubicBezTo>
                <a:cubicBezTo>
                  <a:pt x="96" y="96"/>
                  <a:pt x="94" y="100"/>
                  <a:pt x="94" y="105"/>
                </a:cubicBezTo>
                <a:cubicBezTo>
                  <a:pt x="94" y="109"/>
                  <a:pt x="95" y="113"/>
                  <a:pt x="98" y="115"/>
                </a:cubicBezTo>
                <a:cubicBezTo>
                  <a:pt x="100" y="118"/>
                  <a:pt x="104" y="120"/>
                  <a:pt x="109" y="122"/>
                </a:cubicBezTo>
                <a:cubicBezTo>
                  <a:pt x="114" y="124"/>
                  <a:pt x="117" y="125"/>
                  <a:pt x="118" y="126"/>
                </a:cubicBezTo>
                <a:cubicBezTo>
                  <a:pt x="120" y="127"/>
                  <a:pt x="121" y="129"/>
                  <a:pt x="121" y="132"/>
                </a:cubicBezTo>
                <a:cubicBezTo>
                  <a:pt x="121" y="134"/>
                  <a:pt x="120" y="136"/>
                  <a:pt x="119" y="138"/>
                </a:cubicBezTo>
                <a:cubicBezTo>
                  <a:pt x="117" y="140"/>
                  <a:pt x="115" y="140"/>
                  <a:pt x="112" y="140"/>
                </a:cubicBezTo>
                <a:cubicBezTo>
                  <a:pt x="106" y="140"/>
                  <a:pt x="102" y="138"/>
                  <a:pt x="99" y="132"/>
                </a:cubicBezTo>
                <a:cubicBezTo>
                  <a:pt x="91" y="140"/>
                  <a:pt x="91" y="140"/>
                  <a:pt x="91" y="140"/>
                </a:cubicBezTo>
                <a:cubicBezTo>
                  <a:pt x="97" y="148"/>
                  <a:pt x="104" y="151"/>
                  <a:pt x="112" y="151"/>
                </a:cubicBezTo>
                <a:cubicBezTo>
                  <a:pt x="119" y="151"/>
                  <a:pt x="124" y="150"/>
                  <a:pt x="128" y="146"/>
                </a:cubicBezTo>
                <a:cubicBezTo>
                  <a:pt x="131" y="142"/>
                  <a:pt x="133" y="137"/>
                  <a:pt x="133" y="131"/>
                </a:cubicBezTo>
                <a:close/>
                <a:moveTo>
                  <a:pt x="184" y="148"/>
                </a:moveTo>
                <a:cubicBezTo>
                  <a:pt x="184" y="134"/>
                  <a:pt x="184" y="134"/>
                  <a:pt x="184" y="134"/>
                </a:cubicBezTo>
                <a:cubicBezTo>
                  <a:pt x="180" y="138"/>
                  <a:pt x="175" y="140"/>
                  <a:pt x="170" y="140"/>
                </a:cubicBezTo>
                <a:cubicBezTo>
                  <a:pt x="164" y="140"/>
                  <a:pt x="159" y="138"/>
                  <a:pt x="155" y="134"/>
                </a:cubicBezTo>
                <a:cubicBezTo>
                  <a:pt x="152" y="130"/>
                  <a:pt x="150" y="125"/>
                  <a:pt x="150" y="119"/>
                </a:cubicBezTo>
                <a:cubicBezTo>
                  <a:pt x="150" y="113"/>
                  <a:pt x="152" y="108"/>
                  <a:pt x="155" y="104"/>
                </a:cubicBezTo>
                <a:cubicBezTo>
                  <a:pt x="159" y="100"/>
                  <a:pt x="164" y="98"/>
                  <a:pt x="170" y="98"/>
                </a:cubicBezTo>
                <a:cubicBezTo>
                  <a:pt x="175" y="98"/>
                  <a:pt x="180" y="101"/>
                  <a:pt x="184" y="105"/>
                </a:cubicBezTo>
                <a:cubicBezTo>
                  <a:pt x="184" y="91"/>
                  <a:pt x="184" y="91"/>
                  <a:pt x="184" y="91"/>
                </a:cubicBezTo>
                <a:cubicBezTo>
                  <a:pt x="180" y="89"/>
                  <a:pt x="175" y="87"/>
                  <a:pt x="170" y="87"/>
                </a:cubicBezTo>
                <a:cubicBezTo>
                  <a:pt x="161" y="87"/>
                  <a:pt x="153" y="90"/>
                  <a:pt x="147" y="97"/>
                </a:cubicBezTo>
                <a:cubicBezTo>
                  <a:pt x="140" y="103"/>
                  <a:pt x="137" y="110"/>
                  <a:pt x="137" y="119"/>
                </a:cubicBezTo>
                <a:cubicBezTo>
                  <a:pt x="137" y="128"/>
                  <a:pt x="140" y="136"/>
                  <a:pt x="147" y="142"/>
                </a:cubicBezTo>
                <a:cubicBezTo>
                  <a:pt x="153" y="148"/>
                  <a:pt x="161" y="151"/>
                  <a:pt x="170" y="151"/>
                </a:cubicBezTo>
                <a:cubicBezTo>
                  <a:pt x="175" y="151"/>
                  <a:pt x="180" y="150"/>
                  <a:pt x="184" y="148"/>
                </a:cubicBezTo>
                <a:close/>
                <a:moveTo>
                  <a:pt x="410" y="259"/>
                </a:moveTo>
                <a:cubicBezTo>
                  <a:pt x="410" y="162"/>
                  <a:pt x="410" y="162"/>
                  <a:pt x="410" y="162"/>
                </a:cubicBezTo>
                <a:cubicBezTo>
                  <a:pt x="403" y="167"/>
                  <a:pt x="394" y="172"/>
                  <a:pt x="384" y="177"/>
                </a:cubicBezTo>
                <a:cubicBezTo>
                  <a:pt x="374" y="183"/>
                  <a:pt x="360" y="190"/>
                  <a:pt x="340" y="199"/>
                </a:cubicBezTo>
                <a:cubicBezTo>
                  <a:pt x="321" y="208"/>
                  <a:pt x="301" y="216"/>
                  <a:pt x="280" y="224"/>
                </a:cubicBezTo>
                <a:cubicBezTo>
                  <a:pt x="259" y="232"/>
                  <a:pt x="233" y="240"/>
                  <a:pt x="203" y="249"/>
                </a:cubicBezTo>
                <a:cubicBezTo>
                  <a:pt x="173" y="257"/>
                  <a:pt x="142" y="264"/>
                  <a:pt x="111" y="270"/>
                </a:cubicBezTo>
                <a:cubicBezTo>
                  <a:pt x="399" y="270"/>
                  <a:pt x="399" y="270"/>
                  <a:pt x="399" y="270"/>
                </a:cubicBezTo>
                <a:cubicBezTo>
                  <a:pt x="402" y="270"/>
                  <a:pt x="405" y="269"/>
                  <a:pt x="407" y="267"/>
                </a:cubicBezTo>
                <a:cubicBezTo>
                  <a:pt x="409" y="264"/>
                  <a:pt x="410" y="262"/>
                  <a:pt x="410" y="259"/>
                </a:cubicBezTo>
                <a:close/>
                <a:moveTo>
                  <a:pt x="254" y="120"/>
                </a:moveTo>
                <a:cubicBezTo>
                  <a:pt x="254" y="111"/>
                  <a:pt x="251" y="103"/>
                  <a:pt x="245" y="96"/>
                </a:cubicBezTo>
                <a:cubicBezTo>
                  <a:pt x="238" y="90"/>
                  <a:pt x="230" y="86"/>
                  <a:pt x="221" y="86"/>
                </a:cubicBezTo>
                <a:cubicBezTo>
                  <a:pt x="212" y="86"/>
                  <a:pt x="204" y="90"/>
                  <a:pt x="198" y="96"/>
                </a:cubicBezTo>
                <a:cubicBezTo>
                  <a:pt x="191" y="103"/>
                  <a:pt x="188" y="111"/>
                  <a:pt x="188" y="120"/>
                </a:cubicBezTo>
                <a:cubicBezTo>
                  <a:pt x="188" y="129"/>
                  <a:pt x="191" y="137"/>
                  <a:pt x="198" y="143"/>
                </a:cubicBezTo>
                <a:cubicBezTo>
                  <a:pt x="204" y="150"/>
                  <a:pt x="212" y="153"/>
                  <a:pt x="221" y="153"/>
                </a:cubicBezTo>
                <a:cubicBezTo>
                  <a:pt x="230" y="153"/>
                  <a:pt x="238" y="150"/>
                  <a:pt x="245" y="143"/>
                </a:cubicBezTo>
                <a:cubicBezTo>
                  <a:pt x="251" y="137"/>
                  <a:pt x="254" y="129"/>
                  <a:pt x="254" y="120"/>
                </a:cubicBezTo>
                <a:close/>
                <a:moveTo>
                  <a:pt x="282" y="151"/>
                </a:moveTo>
                <a:cubicBezTo>
                  <a:pt x="309" y="89"/>
                  <a:pt x="309" y="89"/>
                  <a:pt x="309" y="89"/>
                </a:cubicBezTo>
                <a:cubicBezTo>
                  <a:pt x="296" y="89"/>
                  <a:pt x="296" y="89"/>
                  <a:pt x="296" y="89"/>
                </a:cubicBezTo>
                <a:cubicBezTo>
                  <a:pt x="279" y="130"/>
                  <a:pt x="279" y="130"/>
                  <a:pt x="279" y="130"/>
                </a:cubicBezTo>
                <a:cubicBezTo>
                  <a:pt x="263" y="89"/>
                  <a:pt x="263" y="89"/>
                  <a:pt x="263" y="89"/>
                </a:cubicBezTo>
                <a:cubicBezTo>
                  <a:pt x="250" y="89"/>
                  <a:pt x="250" y="89"/>
                  <a:pt x="250" y="89"/>
                </a:cubicBezTo>
                <a:cubicBezTo>
                  <a:pt x="276" y="151"/>
                  <a:pt x="276" y="151"/>
                  <a:pt x="276" y="151"/>
                </a:cubicBezTo>
                <a:lnTo>
                  <a:pt x="282" y="151"/>
                </a:lnTo>
                <a:close/>
                <a:moveTo>
                  <a:pt x="314" y="150"/>
                </a:moveTo>
                <a:cubicBezTo>
                  <a:pt x="348" y="150"/>
                  <a:pt x="348" y="150"/>
                  <a:pt x="348" y="150"/>
                </a:cubicBezTo>
                <a:cubicBezTo>
                  <a:pt x="348" y="139"/>
                  <a:pt x="348" y="139"/>
                  <a:pt x="348" y="139"/>
                </a:cubicBezTo>
                <a:cubicBezTo>
                  <a:pt x="326" y="139"/>
                  <a:pt x="326" y="139"/>
                  <a:pt x="326" y="139"/>
                </a:cubicBezTo>
                <a:cubicBezTo>
                  <a:pt x="326" y="123"/>
                  <a:pt x="326" y="123"/>
                  <a:pt x="326" y="123"/>
                </a:cubicBezTo>
                <a:cubicBezTo>
                  <a:pt x="347" y="123"/>
                  <a:pt x="347" y="123"/>
                  <a:pt x="347" y="123"/>
                </a:cubicBezTo>
                <a:cubicBezTo>
                  <a:pt x="347" y="113"/>
                  <a:pt x="347" y="113"/>
                  <a:pt x="347" y="113"/>
                </a:cubicBezTo>
                <a:cubicBezTo>
                  <a:pt x="326" y="113"/>
                  <a:pt x="326" y="113"/>
                  <a:pt x="326" y="113"/>
                </a:cubicBezTo>
                <a:cubicBezTo>
                  <a:pt x="326" y="99"/>
                  <a:pt x="326" y="99"/>
                  <a:pt x="326" y="99"/>
                </a:cubicBezTo>
                <a:cubicBezTo>
                  <a:pt x="348" y="99"/>
                  <a:pt x="348" y="99"/>
                  <a:pt x="348" y="99"/>
                </a:cubicBezTo>
                <a:cubicBezTo>
                  <a:pt x="348" y="89"/>
                  <a:pt x="348" y="89"/>
                  <a:pt x="348" y="89"/>
                </a:cubicBezTo>
                <a:cubicBezTo>
                  <a:pt x="314" y="89"/>
                  <a:pt x="314" y="89"/>
                  <a:pt x="314" y="89"/>
                </a:cubicBezTo>
                <a:lnTo>
                  <a:pt x="314" y="150"/>
                </a:lnTo>
                <a:close/>
                <a:moveTo>
                  <a:pt x="386" y="150"/>
                </a:moveTo>
                <a:cubicBezTo>
                  <a:pt x="400" y="150"/>
                  <a:pt x="400" y="150"/>
                  <a:pt x="400" y="150"/>
                </a:cubicBezTo>
                <a:cubicBezTo>
                  <a:pt x="381" y="124"/>
                  <a:pt x="381" y="124"/>
                  <a:pt x="381" y="124"/>
                </a:cubicBezTo>
                <a:cubicBezTo>
                  <a:pt x="390" y="122"/>
                  <a:pt x="395" y="116"/>
                  <a:pt x="395" y="107"/>
                </a:cubicBezTo>
                <a:cubicBezTo>
                  <a:pt x="395" y="101"/>
                  <a:pt x="393" y="97"/>
                  <a:pt x="389" y="93"/>
                </a:cubicBezTo>
                <a:cubicBezTo>
                  <a:pt x="386" y="90"/>
                  <a:pt x="380" y="89"/>
                  <a:pt x="373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6" y="150"/>
                  <a:pt x="356" y="150"/>
                  <a:pt x="356" y="150"/>
                </a:cubicBezTo>
                <a:cubicBezTo>
                  <a:pt x="368" y="150"/>
                  <a:pt x="368" y="150"/>
                  <a:pt x="368" y="150"/>
                </a:cubicBezTo>
                <a:cubicBezTo>
                  <a:pt x="368" y="125"/>
                  <a:pt x="368" y="125"/>
                  <a:pt x="368" y="125"/>
                </a:cubicBezTo>
                <a:cubicBezTo>
                  <a:pt x="369" y="125"/>
                  <a:pt x="369" y="125"/>
                  <a:pt x="369" y="125"/>
                </a:cubicBezTo>
                <a:lnTo>
                  <a:pt x="386" y="150"/>
                </a:lnTo>
                <a:close/>
                <a:moveTo>
                  <a:pt x="422" y="25"/>
                </a:moveTo>
                <a:cubicBezTo>
                  <a:pt x="422" y="257"/>
                  <a:pt x="422" y="257"/>
                  <a:pt x="422" y="257"/>
                </a:cubicBezTo>
                <a:cubicBezTo>
                  <a:pt x="422" y="264"/>
                  <a:pt x="420" y="270"/>
                  <a:pt x="415" y="275"/>
                </a:cubicBezTo>
                <a:cubicBezTo>
                  <a:pt x="410" y="280"/>
                  <a:pt x="405" y="282"/>
                  <a:pt x="398" y="282"/>
                </a:cubicBezTo>
                <a:cubicBezTo>
                  <a:pt x="24" y="282"/>
                  <a:pt x="24" y="282"/>
                  <a:pt x="24" y="282"/>
                </a:cubicBezTo>
                <a:cubicBezTo>
                  <a:pt x="17" y="282"/>
                  <a:pt x="11" y="280"/>
                  <a:pt x="7" y="275"/>
                </a:cubicBezTo>
                <a:cubicBezTo>
                  <a:pt x="2" y="270"/>
                  <a:pt x="0" y="264"/>
                  <a:pt x="0" y="257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18"/>
                  <a:pt x="2" y="12"/>
                  <a:pt x="7" y="7"/>
                </a:cubicBezTo>
                <a:cubicBezTo>
                  <a:pt x="11" y="3"/>
                  <a:pt x="17" y="0"/>
                  <a:pt x="24" y="0"/>
                </a:cubicBezTo>
                <a:cubicBezTo>
                  <a:pt x="398" y="0"/>
                  <a:pt x="398" y="0"/>
                  <a:pt x="398" y="0"/>
                </a:cubicBezTo>
                <a:cubicBezTo>
                  <a:pt x="405" y="0"/>
                  <a:pt x="410" y="3"/>
                  <a:pt x="415" y="7"/>
                </a:cubicBezTo>
                <a:cubicBezTo>
                  <a:pt x="420" y="12"/>
                  <a:pt x="422" y="18"/>
                  <a:pt x="422" y="2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5035131" y="1128175"/>
            <a:ext cx="437855" cy="291443"/>
          </a:xfrm>
          <a:custGeom>
            <a:avLst/>
            <a:gdLst>
              <a:gd name="T0" fmla="*/ 115 w 422"/>
              <a:gd name="T1" fmla="*/ 158 h 282"/>
              <a:gd name="T2" fmla="*/ 206 w 422"/>
              <a:gd name="T3" fmla="*/ 141 h 282"/>
              <a:gd name="T4" fmla="*/ 206 w 422"/>
              <a:gd name="T5" fmla="*/ 137 h 282"/>
              <a:gd name="T6" fmla="*/ 195 w 422"/>
              <a:gd name="T7" fmla="*/ 141 h 282"/>
              <a:gd name="T8" fmla="*/ 287 w 422"/>
              <a:gd name="T9" fmla="*/ 158 h 282"/>
              <a:gd name="T10" fmla="*/ 347 w 422"/>
              <a:gd name="T11" fmla="*/ 136 h 282"/>
              <a:gd name="T12" fmla="*/ 350 w 422"/>
              <a:gd name="T13" fmla="*/ 153 h 282"/>
              <a:gd name="T14" fmla="*/ 95 w 422"/>
              <a:gd name="T15" fmla="*/ 165 h 282"/>
              <a:gd name="T16" fmla="*/ 71 w 422"/>
              <a:gd name="T17" fmla="*/ 165 h 282"/>
              <a:gd name="T18" fmla="*/ 62 w 422"/>
              <a:gd name="T19" fmla="*/ 117 h 282"/>
              <a:gd name="T20" fmla="*/ 134 w 422"/>
              <a:gd name="T21" fmla="*/ 137 h 282"/>
              <a:gd name="T22" fmla="*/ 122 w 422"/>
              <a:gd name="T23" fmla="*/ 161 h 282"/>
              <a:gd name="T24" fmla="*/ 106 w 422"/>
              <a:gd name="T25" fmla="*/ 144 h 282"/>
              <a:gd name="T26" fmla="*/ 124 w 422"/>
              <a:gd name="T27" fmla="*/ 139 h 282"/>
              <a:gd name="T28" fmla="*/ 108 w 422"/>
              <a:gd name="T29" fmla="*/ 128 h 282"/>
              <a:gd name="T30" fmla="*/ 161 w 422"/>
              <a:gd name="T31" fmla="*/ 135 h 282"/>
              <a:gd name="T32" fmla="*/ 153 w 422"/>
              <a:gd name="T33" fmla="*/ 142 h 282"/>
              <a:gd name="T34" fmla="*/ 135 w 422"/>
              <a:gd name="T35" fmla="*/ 156 h 282"/>
              <a:gd name="T36" fmla="*/ 146 w 422"/>
              <a:gd name="T37" fmla="*/ 150 h 282"/>
              <a:gd name="T38" fmla="*/ 179 w 422"/>
              <a:gd name="T39" fmla="*/ 126 h 282"/>
              <a:gd name="T40" fmla="*/ 176 w 422"/>
              <a:gd name="T41" fmla="*/ 143 h 282"/>
              <a:gd name="T42" fmla="*/ 181 w 422"/>
              <a:gd name="T43" fmla="*/ 156 h 282"/>
              <a:gd name="T44" fmla="*/ 165 w 422"/>
              <a:gd name="T45" fmla="*/ 147 h 282"/>
              <a:gd name="T46" fmla="*/ 216 w 422"/>
              <a:gd name="T47" fmla="*/ 140 h 282"/>
              <a:gd name="T48" fmla="*/ 203 w 422"/>
              <a:gd name="T49" fmla="*/ 157 h 282"/>
              <a:gd name="T50" fmla="*/ 184 w 422"/>
              <a:gd name="T51" fmla="*/ 149 h 282"/>
              <a:gd name="T52" fmla="*/ 216 w 422"/>
              <a:gd name="T53" fmla="*/ 140 h 282"/>
              <a:gd name="T54" fmla="*/ 227 w 422"/>
              <a:gd name="T55" fmla="*/ 165 h 282"/>
              <a:gd name="T56" fmla="*/ 232 w 422"/>
              <a:gd name="T57" fmla="*/ 126 h 282"/>
              <a:gd name="T58" fmla="*/ 276 w 422"/>
              <a:gd name="T59" fmla="*/ 119 h 282"/>
              <a:gd name="T60" fmla="*/ 252 w 422"/>
              <a:gd name="T61" fmla="*/ 145 h 282"/>
              <a:gd name="T62" fmla="*/ 268 w 422"/>
              <a:gd name="T63" fmla="*/ 165 h 282"/>
              <a:gd name="T64" fmla="*/ 248 w 422"/>
              <a:gd name="T65" fmla="*/ 124 h 282"/>
              <a:gd name="T66" fmla="*/ 305 w 422"/>
              <a:gd name="T67" fmla="*/ 145 h 282"/>
              <a:gd name="T68" fmla="*/ 283 w 422"/>
              <a:gd name="T69" fmla="*/ 166 h 282"/>
              <a:gd name="T70" fmla="*/ 291 w 422"/>
              <a:gd name="T71" fmla="*/ 141 h 282"/>
              <a:gd name="T72" fmla="*/ 278 w 422"/>
              <a:gd name="T73" fmla="*/ 136 h 282"/>
              <a:gd name="T74" fmla="*/ 331 w 422"/>
              <a:gd name="T75" fmla="*/ 126 h 282"/>
              <a:gd name="T76" fmla="*/ 307 w 422"/>
              <a:gd name="T77" fmla="*/ 165 h 282"/>
              <a:gd name="T78" fmla="*/ 321 w 422"/>
              <a:gd name="T79" fmla="*/ 132 h 282"/>
              <a:gd name="T80" fmla="*/ 368 w 422"/>
              <a:gd name="T81" fmla="*/ 117 h 282"/>
              <a:gd name="T82" fmla="*/ 341 w 422"/>
              <a:gd name="T83" fmla="*/ 166 h 282"/>
              <a:gd name="T84" fmla="*/ 345 w 422"/>
              <a:gd name="T85" fmla="*/ 126 h 282"/>
              <a:gd name="T86" fmla="*/ 364 w 422"/>
              <a:gd name="T87" fmla="*/ 91 h 282"/>
              <a:gd name="T88" fmla="*/ 249 w 422"/>
              <a:gd name="T89" fmla="*/ 114 h 282"/>
              <a:gd name="T90" fmla="*/ 173 w 422"/>
              <a:gd name="T91" fmla="*/ 114 h 282"/>
              <a:gd name="T92" fmla="*/ 57 w 422"/>
              <a:gd name="T93" fmla="*/ 91 h 282"/>
              <a:gd name="T94" fmla="*/ 144 w 422"/>
              <a:gd name="T95" fmla="*/ 241 h 282"/>
              <a:gd name="T96" fmla="*/ 211 w 422"/>
              <a:gd name="T97" fmla="*/ 215 h 282"/>
              <a:gd name="T98" fmla="*/ 278 w 422"/>
              <a:gd name="T99" fmla="*/ 241 h 282"/>
              <a:gd name="T100" fmla="*/ 422 w 422"/>
              <a:gd name="T101" fmla="*/ 24 h 282"/>
              <a:gd name="T102" fmla="*/ 23 w 422"/>
              <a:gd name="T103" fmla="*/ 282 h 282"/>
              <a:gd name="T104" fmla="*/ 6 w 422"/>
              <a:gd name="T105" fmla="*/ 7 h 282"/>
              <a:gd name="T106" fmla="*/ 422 w 422"/>
              <a:gd name="T107" fmla="*/ 24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22" h="282">
                <a:moveTo>
                  <a:pt x="123" y="148"/>
                </a:moveTo>
                <a:cubicBezTo>
                  <a:pt x="120" y="148"/>
                  <a:pt x="120" y="148"/>
                  <a:pt x="120" y="148"/>
                </a:cubicBezTo>
                <a:cubicBezTo>
                  <a:pt x="114" y="148"/>
                  <a:pt x="112" y="150"/>
                  <a:pt x="112" y="154"/>
                </a:cubicBezTo>
                <a:cubicBezTo>
                  <a:pt x="112" y="157"/>
                  <a:pt x="113" y="158"/>
                  <a:pt x="115" y="158"/>
                </a:cubicBezTo>
                <a:cubicBezTo>
                  <a:pt x="117" y="158"/>
                  <a:pt x="119" y="157"/>
                  <a:pt x="120" y="155"/>
                </a:cubicBezTo>
                <a:cubicBezTo>
                  <a:pt x="122" y="153"/>
                  <a:pt x="122" y="151"/>
                  <a:pt x="123" y="148"/>
                </a:cubicBezTo>
                <a:close/>
                <a:moveTo>
                  <a:pt x="195" y="141"/>
                </a:moveTo>
                <a:cubicBezTo>
                  <a:pt x="206" y="141"/>
                  <a:pt x="206" y="141"/>
                  <a:pt x="206" y="141"/>
                </a:cubicBezTo>
                <a:cubicBezTo>
                  <a:pt x="206" y="141"/>
                  <a:pt x="206" y="141"/>
                  <a:pt x="206" y="141"/>
                </a:cubicBezTo>
                <a:cubicBezTo>
                  <a:pt x="207" y="140"/>
                  <a:pt x="207" y="140"/>
                  <a:pt x="207" y="140"/>
                </a:cubicBezTo>
                <a:cubicBezTo>
                  <a:pt x="206" y="139"/>
                  <a:pt x="206" y="139"/>
                  <a:pt x="206" y="138"/>
                </a:cubicBezTo>
                <a:cubicBezTo>
                  <a:pt x="206" y="138"/>
                  <a:pt x="206" y="137"/>
                  <a:pt x="206" y="137"/>
                </a:cubicBezTo>
                <a:cubicBezTo>
                  <a:pt x="206" y="137"/>
                  <a:pt x="206" y="136"/>
                  <a:pt x="205" y="136"/>
                </a:cubicBezTo>
                <a:cubicBezTo>
                  <a:pt x="205" y="135"/>
                  <a:pt x="204" y="135"/>
                  <a:pt x="204" y="135"/>
                </a:cubicBezTo>
                <a:cubicBezTo>
                  <a:pt x="203" y="135"/>
                  <a:pt x="203" y="134"/>
                  <a:pt x="202" y="134"/>
                </a:cubicBezTo>
                <a:cubicBezTo>
                  <a:pt x="198" y="134"/>
                  <a:pt x="196" y="137"/>
                  <a:pt x="195" y="141"/>
                </a:cubicBezTo>
                <a:close/>
                <a:moveTo>
                  <a:pt x="294" y="148"/>
                </a:moveTo>
                <a:cubicBezTo>
                  <a:pt x="292" y="148"/>
                  <a:pt x="292" y="148"/>
                  <a:pt x="292" y="148"/>
                </a:cubicBezTo>
                <a:cubicBezTo>
                  <a:pt x="286" y="148"/>
                  <a:pt x="283" y="150"/>
                  <a:pt x="283" y="154"/>
                </a:cubicBezTo>
                <a:cubicBezTo>
                  <a:pt x="283" y="157"/>
                  <a:pt x="284" y="158"/>
                  <a:pt x="287" y="158"/>
                </a:cubicBezTo>
                <a:cubicBezTo>
                  <a:pt x="289" y="158"/>
                  <a:pt x="291" y="157"/>
                  <a:pt x="292" y="155"/>
                </a:cubicBezTo>
                <a:cubicBezTo>
                  <a:pt x="293" y="153"/>
                  <a:pt x="294" y="151"/>
                  <a:pt x="294" y="148"/>
                </a:cubicBezTo>
                <a:close/>
                <a:moveTo>
                  <a:pt x="353" y="143"/>
                </a:moveTo>
                <a:cubicBezTo>
                  <a:pt x="353" y="138"/>
                  <a:pt x="351" y="136"/>
                  <a:pt x="347" y="136"/>
                </a:cubicBezTo>
                <a:cubicBezTo>
                  <a:pt x="345" y="136"/>
                  <a:pt x="343" y="137"/>
                  <a:pt x="341" y="139"/>
                </a:cubicBezTo>
                <a:cubicBezTo>
                  <a:pt x="340" y="142"/>
                  <a:pt x="339" y="145"/>
                  <a:pt x="339" y="149"/>
                </a:cubicBezTo>
                <a:cubicBezTo>
                  <a:pt x="339" y="154"/>
                  <a:pt x="341" y="156"/>
                  <a:pt x="344" y="156"/>
                </a:cubicBezTo>
                <a:cubicBezTo>
                  <a:pt x="347" y="156"/>
                  <a:pt x="349" y="155"/>
                  <a:pt x="350" y="153"/>
                </a:cubicBezTo>
                <a:cubicBezTo>
                  <a:pt x="352" y="150"/>
                  <a:pt x="353" y="147"/>
                  <a:pt x="353" y="143"/>
                </a:cubicBezTo>
                <a:close/>
                <a:moveTo>
                  <a:pt x="88" y="117"/>
                </a:moveTo>
                <a:cubicBezTo>
                  <a:pt x="104" y="117"/>
                  <a:pt x="104" y="117"/>
                  <a:pt x="104" y="117"/>
                </a:cubicBezTo>
                <a:cubicBezTo>
                  <a:pt x="95" y="165"/>
                  <a:pt x="95" y="165"/>
                  <a:pt x="95" y="165"/>
                </a:cubicBezTo>
                <a:cubicBezTo>
                  <a:pt x="85" y="165"/>
                  <a:pt x="85" y="165"/>
                  <a:pt x="85" y="165"/>
                </a:cubicBezTo>
                <a:cubicBezTo>
                  <a:pt x="91" y="129"/>
                  <a:pt x="91" y="129"/>
                  <a:pt x="91" y="129"/>
                </a:cubicBezTo>
                <a:cubicBezTo>
                  <a:pt x="78" y="165"/>
                  <a:pt x="78" y="165"/>
                  <a:pt x="78" y="165"/>
                </a:cubicBezTo>
                <a:cubicBezTo>
                  <a:pt x="71" y="165"/>
                  <a:pt x="71" y="165"/>
                  <a:pt x="71" y="165"/>
                </a:cubicBezTo>
                <a:cubicBezTo>
                  <a:pt x="70" y="129"/>
                  <a:pt x="70" y="129"/>
                  <a:pt x="70" y="129"/>
                </a:cubicBezTo>
                <a:cubicBezTo>
                  <a:pt x="64" y="165"/>
                  <a:pt x="64" y="165"/>
                  <a:pt x="64" y="165"/>
                </a:cubicBezTo>
                <a:cubicBezTo>
                  <a:pt x="54" y="165"/>
                  <a:pt x="54" y="165"/>
                  <a:pt x="54" y="165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47"/>
                  <a:pt x="77" y="147"/>
                  <a:pt x="77" y="147"/>
                </a:cubicBezTo>
                <a:lnTo>
                  <a:pt x="88" y="117"/>
                </a:lnTo>
                <a:close/>
                <a:moveTo>
                  <a:pt x="134" y="137"/>
                </a:moveTo>
                <a:cubicBezTo>
                  <a:pt x="134" y="138"/>
                  <a:pt x="134" y="140"/>
                  <a:pt x="133" y="145"/>
                </a:cubicBezTo>
                <a:cubicBezTo>
                  <a:pt x="131" y="157"/>
                  <a:pt x="130" y="164"/>
                  <a:pt x="130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19" y="165"/>
                  <a:pt x="116" y="166"/>
                  <a:pt x="111" y="166"/>
                </a:cubicBezTo>
                <a:cubicBezTo>
                  <a:pt x="108" y="166"/>
                  <a:pt x="106" y="165"/>
                  <a:pt x="104" y="163"/>
                </a:cubicBezTo>
                <a:cubicBezTo>
                  <a:pt x="102" y="161"/>
                  <a:pt x="102" y="159"/>
                  <a:pt x="102" y="156"/>
                </a:cubicBezTo>
                <a:cubicBezTo>
                  <a:pt x="102" y="151"/>
                  <a:pt x="103" y="147"/>
                  <a:pt x="106" y="144"/>
                </a:cubicBezTo>
                <a:cubicBezTo>
                  <a:pt x="109" y="142"/>
                  <a:pt x="114" y="141"/>
                  <a:pt x="120" y="141"/>
                </a:cubicBezTo>
                <a:cubicBezTo>
                  <a:pt x="121" y="141"/>
                  <a:pt x="123" y="141"/>
                  <a:pt x="124" y="141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124" y="139"/>
                  <a:pt x="124" y="139"/>
                  <a:pt x="124" y="139"/>
                </a:cubicBezTo>
                <a:cubicBezTo>
                  <a:pt x="124" y="139"/>
                  <a:pt x="124" y="138"/>
                  <a:pt x="124" y="138"/>
                </a:cubicBezTo>
                <a:cubicBezTo>
                  <a:pt x="124" y="136"/>
                  <a:pt x="122" y="135"/>
                  <a:pt x="118" y="135"/>
                </a:cubicBezTo>
                <a:cubicBezTo>
                  <a:pt x="114" y="135"/>
                  <a:pt x="111" y="135"/>
                  <a:pt x="107" y="136"/>
                </a:cubicBezTo>
                <a:cubicBezTo>
                  <a:pt x="107" y="136"/>
                  <a:pt x="107" y="133"/>
                  <a:pt x="108" y="128"/>
                </a:cubicBezTo>
                <a:cubicBezTo>
                  <a:pt x="113" y="126"/>
                  <a:pt x="117" y="126"/>
                  <a:pt x="120" y="126"/>
                </a:cubicBezTo>
                <a:cubicBezTo>
                  <a:pt x="129" y="126"/>
                  <a:pt x="134" y="129"/>
                  <a:pt x="134" y="137"/>
                </a:cubicBezTo>
                <a:close/>
                <a:moveTo>
                  <a:pt x="163" y="126"/>
                </a:moveTo>
                <a:cubicBezTo>
                  <a:pt x="161" y="135"/>
                  <a:pt x="161" y="135"/>
                  <a:pt x="161" y="135"/>
                </a:cubicBezTo>
                <a:cubicBezTo>
                  <a:pt x="158" y="135"/>
                  <a:pt x="156" y="135"/>
                  <a:pt x="154" y="135"/>
                </a:cubicBezTo>
                <a:cubicBezTo>
                  <a:pt x="150" y="135"/>
                  <a:pt x="149" y="136"/>
                  <a:pt x="149" y="138"/>
                </a:cubicBezTo>
                <a:cubicBezTo>
                  <a:pt x="149" y="139"/>
                  <a:pt x="149" y="140"/>
                  <a:pt x="149" y="140"/>
                </a:cubicBezTo>
                <a:cubicBezTo>
                  <a:pt x="150" y="141"/>
                  <a:pt x="151" y="141"/>
                  <a:pt x="153" y="142"/>
                </a:cubicBezTo>
                <a:cubicBezTo>
                  <a:pt x="158" y="145"/>
                  <a:pt x="161" y="148"/>
                  <a:pt x="161" y="153"/>
                </a:cubicBezTo>
                <a:cubicBezTo>
                  <a:pt x="161" y="162"/>
                  <a:pt x="155" y="166"/>
                  <a:pt x="145" y="166"/>
                </a:cubicBezTo>
                <a:cubicBezTo>
                  <a:pt x="141" y="166"/>
                  <a:pt x="137" y="166"/>
                  <a:pt x="134" y="165"/>
                </a:cubicBezTo>
                <a:cubicBezTo>
                  <a:pt x="134" y="165"/>
                  <a:pt x="135" y="162"/>
                  <a:pt x="135" y="156"/>
                </a:cubicBezTo>
                <a:cubicBezTo>
                  <a:pt x="139" y="157"/>
                  <a:pt x="142" y="158"/>
                  <a:pt x="145" y="158"/>
                </a:cubicBezTo>
                <a:cubicBezTo>
                  <a:pt x="149" y="158"/>
                  <a:pt x="151" y="156"/>
                  <a:pt x="151" y="154"/>
                </a:cubicBezTo>
                <a:cubicBezTo>
                  <a:pt x="151" y="153"/>
                  <a:pt x="150" y="153"/>
                  <a:pt x="150" y="152"/>
                </a:cubicBezTo>
                <a:cubicBezTo>
                  <a:pt x="149" y="151"/>
                  <a:pt x="148" y="151"/>
                  <a:pt x="146" y="150"/>
                </a:cubicBezTo>
                <a:cubicBezTo>
                  <a:pt x="141" y="147"/>
                  <a:pt x="138" y="144"/>
                  <a:pt x="138" y="139"/>
                </a:cubicBezTo>
                <a:cubicBezTo>
                  <a:pt x="138" y="130"/>
                  <a:pt x="143" y="126"/>
                  <a:pt x="153" y="126"/>
                </a:cubicBezTo>
                <a:cubicBezTo>
                  <a:pt x="157" y="126"/>
                  <a:pt x="160" y="126"/>
                  <a:pt x="163" y="126"/>
                </a:cubicBezTo>
                <a:close/>
                <a:moveTo>
                  <a:pt x="179" y="126"/>
                </a:moveTo>
                <a:cubicBezTo>
                  <a:pt x="184" y="126"/>
                  <a:pt x="184" y="126"/>
                  <a:pt x="184" y="126"/>
                </a:cubicBezTo>
                <a:cubicBezTo>
                  <a:pt x="183" y="136"/>
                  <a:pt x="183" y="136"/>
                  <a:pt x="183" y="136"/>
                </a:cubicBezTo>
                <a:cubicBezTo>
                  <a:pt x="177" y="136"/>
                  <a:pt x="177" y="136"/>
                  <a:pt x="177" y="136"/>
                </a:cubicBezTo>
                <a:cubicBezTo>
                  <a:pt x="177" y="138"/>
                  <a:pt x="177" y="141"/>
                  <a:pt x="176" y="143"/>
                </a:cubicBezTo>
                <a:cubicBezTo>
                  <a:pt x="176" y="146"/>
                  <a:pt x="175" y="149"/>
                  <a:pt x="175" y="150"/>
                </a:cubicBezTo>
                <a:cubicBezTo>
                  <a:pt x="175" y="152"/>
                  <a:pt x="174" y="153"/>
                  <a:pt x="174" y="154"/>
                </a:cubicBezTo>
                <a:cubicBezTo>
                  <a:pt x="174" y="156"/>
                  <a:pt x="176" y="157"/>
                  <a:pt x="178" y="157"/>
                </a:cubicBezTo>
                <a:cubicBezTo>
                  <a:pt x="179" y="157"/>
                  <a:pt x="180" y="157"/>
                  <a:pt x="181" y="156"/>
                </a:cubicBezTo>
                <a:cubicBezTo>
                  <a:pt x="179" y="165"/>
                  <a:pt x="179" y="165"/>
                  <a:pt x="179" y="165"/>
                </a:cubicBezTo>
                <a:cubicBezTo>
                  <a:pt x="177" y="166"/>
                  <a:pt x="174" y="166"/>
                  <a:pt x="172" y="166"/>
                </a:cubicBezTo>
                <a:cubicBezTo>
                  <a:pt x="167" y="166"/>
                  <a:pt x="164" y="163"/>
                  <a:pt x="164" y="158"/>
                </a:cubicBezTo>
                <a:cubicBezTo>
                  <a:pt x="164" y="156"/>
                  <a:pt x="164" y="153"/>
                  <a:pt x="165" y="147"/>
                </a:cubicBezTo>
                <a:cubicBezTo>
                  <a:pt x="166" y="145"/>
                  <a:pt x="167" y="136"/>
                  <a:pt x="170" y="121"/>
                </a:cubicBezTo>
                <a:cubicBezTo>
                  <a:pt x="180" y="121"/>
                  <a:pt x="180" y="121"/>
                  <a:pt x="180" y="121"/>
                </a:cubicBezTo>
                <a:lnTo>
                  <a:pt x="179" y="126"/>
                </a:lnTo>
                <a:close/>
                <a:moveTo>
                  <a:pt x="216" y="140"/>
                </a:moveTo>
                <a:cubicBezTo>
                  <a:pt x="216" y="143"/>
                  <a:pt x="216" y="146"/>
                  <a:pt x="215" y="149"/>
                </a:cubicBezTo>
                <a:cubicBezTo>
                  <a:pt x="194" y="149"/>
                  <a:pt x="194" y="149"/>
                  <a:pt x="194" y="149"/>
                </a:cubicBezTo>
                <a:cubicBezTo>
                  <a:pt x="194" y="152"/>
                  <a:pt x="195" y="154"/>
                  <a:pt x="196" y="155"/>
                </a:cubicBezTo>
                <a:cubicBezTo>
                  <a:pt x="198" y="157"/>
                  <a:pt x="200" y="157"/>
                  <a:pt x="203" y="157"/>
                </a:cubicBezTo>
                <a:cubicBezTo>
                  <a:pt x="207" y="157"/>
                  <a:pt x="210" y="157"/>
                  <a:pt x="214" y="155"/>
                </a:cubicBezTo>
                <a:cubicBezTo>
                  <a:pt x="212" y="165"/>
                  <a:pt x="212" y="165"/>
                  <a:pt x="212" y="165"/>
                </a:cubicBezTo>
                <a:cubicBezTo>
                  <a:pt x="208" y="166"/>
                  <a:pt x="205" y="166"/>
                  <a:pt x="202" y="166"/>
                </a:cubicBezTo>
                <a:cubicBezTo>
                  <a:pt x="190" y="166"/>
                  <a:pt x="184" y="160"/>
                  <a:pt x="184" y="149"/>
                </a:cubicBezTo>
                <a:cubicBezTo>
                  <a:pt x="184" y="142"/>
                  <a:pt x="186" y="137"/>
                  <a:pt x="189" y="132"/>
                </a:cubicBezTo>
                <a:cubicBezTo>
                  <a:pt x="193" y="128"/>
                  <a:pt x="197" y="126"/>
                  <a:pt x="202" y="126"/>
                </a:cubicBezTo>
                <a:cubicBezTo>
                  <a:pt x="206" y="126"/>
                  <a:pt x="210" y="127"/>
                  <a:pt x="212" y="130"/>
                </a:cubicBezTo>
                <a:cubicBezTo>
                  <a:pt x="215" y="132"/>
                  <a:pt x="216" y="136"/>
                  <a:pt x="216" y="140"/>
                </a:cubicBezTo>
                <a:close/>
                <a:moveTo>
                  <a:pt x="241" y="126"/>
                </a:moveTo>
                <a:cubicBezTo>
                  <a:pt x="240" y="129"/>
                  <a:pt x="239" y="133"/>
                  <a:pt x="237" y="138"/>
                </a:cubicBezTo>
                <a:cubicBezTo>
                  <a:pt x="235" y="137"/>
                  <a:pt x="233" y="139"/>
                  <a:pt x="232" y="142"/>
                </a:cubicBezTo>
                <a:cubicBezTo>
                  <a:pt x="231" y="145"/>
                  <a:pt x="229" y="153"/>
                  <a:pt x="227" y="165"/>
                </a:cubicBezTo>
                <a:cubicBezTo>
                  <a:pt x="217" y="165"/>
                  <a:pt x="217" y="165"/>
                  <a:pt x="217" y="165"/>
                </a:cubicBezTo>
                <a:cubicBezTo>
                  <a:pt x="217" y="163"/>
                  <a:pt x="217" y="163"/>
                  <a:pt x="217" y="163"/>
                </a:cubicBezTo>
                <a:cubicBezTo>
                  <a:pt x="220" y="147"/>
                  <a:pt x="222" y="135"/>
                  <a:pt x="223" y="126"/>
                </a:cubicBezTo>
                <a:cubicBezTo>
                  <a:pt x="232" y="126"/>
                  <a:pt x="232" y="126"/>
                  <a:pt x="232" y="126"/>
                </a:cubicBezTo>
                <a:cubicBezTo>
                  <a:pt x="232" y="132"/>
                  <a:pt x="232" y="132"/>
                  <a:pt x="232" y="132"/>
                </a:cubicBezTo>
                <a:cubicBezTo>
                  <a:pt x="233" y="130"/>
                  <a:pt x="235" y="128"/>
                  <a:pt x="236" y="127"/>
                </a:cubicBezTo>
                <a:cubicBezTo>
                  <a:pt x="238" y="126"/>
                  <a:pt x="239" y="126"/>
                  <a:pt x="241" y="126"/>
                </a:cubicBezTo>
                <a:close/>
                <a:moveTo>
                  <a:pt x="276" y="119"/>
                </a:moveTo>
                <a:cubicBezTo>
                  <a:pt x="274" y="129"/>
                  <a:pt x="274" y="129"/>
                  <a:pt x="274" y="129"/>
                </a:cubicBezTo>
                <a:cubicBezTo>
                  <a:pt x="271" y="127"/>
                  <a:pt x="268" y="127"/>
                  <a:pt x="265" y="127"/>
                </a:cubicBezTo>
                <a:cubicBezTo>
                  <a:pt x="261" y="127"/>
                  <a:pt x="258" y="128"/>
                  <a:pt x="256" y="132"/>
                </a:cubicBezTo>
                <a:cubicBezTo>
                  <a:pt x="253" y="135"/>
                  <a:pt x="252" y="139"/>
                  <a:pt x="252" y="145"/>
                </a:cubicBezTo>
                <a:cubicBezTo>
                  <a:pt x="252" y="148"/>
                  <a:pt x="253" y="151"/>
                  <a:pt x="254" y="153"/>
                </a:cubicBezTo>
                <a:cubicBezTo>
                  <a:pt x="256" y="155"/>
                  <a:pt x="258" y="156"/>
                  <a:pt x="261" y="156"/>
                </a:cubicBezTo>
                <a:cubicBezTo>
                  <a:pt x="264" y="156"/>
                  <a:pt x="267" y="156"/>
                  <a:pt x="270" y="154"/>
                </a:cubicBezTo>
                <a:cubicBezTo>
                  <a:pt x="268" y="165"/>
                  <a:pt x="268" y="165"/>
                  <a:pt x="268" y="165"/>
                </a:cubicBezTo>
                <a:cubicBezTo>
                  <a:pt x="265" y="166"/>
                  <a:pt x="262" y="166"/>
                  <a:pt x="259" y="166"/>
                </a:cubicBezTo>
                <a:cubicBezTo>
                  <a:pt x="254" y="166"/>
                  <a:pt x="249" y="164"/>
                  <a:pt x="246" y="161"/>
                </a:cubicBezTo>
                <a:cubicBezTo>
                  <a:pt x="243" y="157"/>
                  <a:pt x="241" y="152"/>
                  <a:pt x="241" y="145"/>
                </a:cubicBezTo>
                <a:cubicBezTo>
                  <a:pt x="241" y="137"/>
                  <a:pt x="243" y="130"/>
                  <a:pt x="248" y="124"/>
                </a:cubicBezTo>
                <a:cubicBezTo>
                  <a:pt x="252" y="119"/>
                  <a:pt x="258" y="116"/>
                  <a:pt x="265" y="116"/>
                </a:cubicBezTo>
                <a:cubicBezTo>
                  <a:pt x="268" y="116"/>
                  <a:pt x="272" y="117"/>
                  <a:pt x="276" y="119"/>
                </a:cubicBezTo>
                <a:close/>
                <a:moveTo>
                  <a:pt x="306" y="137"/>
                </a:moveTo>
                <a:cubicBezTo>
                  <a:pt x="306" y="139"/>
                  <a:pt x="305" y="142"/>
                  <a:pt x="305" y="145"/>
                </a:cubicBezTo>
                <a:cubicBezTo>
                  <a:pt x="303" y="154"/>
                  <a:pt x="302" y="161"/>
                  <a:pt x="302" y="165"/>
                </a:cubicBezTo>
                <a:cubicBezTo>
                  <a:pt x="293" y="165"/>
                  <a:pt x="293" y="165"/>
                  <a:pt x="293" y="165"/>
                </a:cubicBezTo>
                <a:cubicBezTo>
                  <a:pt x="293" y="161"/>
                  <a:pt x="293" y="161"/>
                  <a:pt x="293" y="161"/>
                </a:cubicBezTo>
                <a:cubicBezTo>
                  <a:pt x="291" y="165"/>
                  <a:pt x="287" y="166"/>
                  <a:pt x="283" y="166"/>
                </a:cubicBezTo>
                <a:cubicBezTo>
                  <a:pt x="280" y="166"/>
                  <a:pt x="278" y="165"/>
                  <a:pt x="276" y="163"/>
                </a:cubicBezTo>
                <a:cubicBezTo>
                  <a:pt x="274" y="161"/>
                  <a:pt x="273" y="159"/>
                  <a:pt x="273" y="156"/>
                </a:cubicBezTo>
                <a:cubicBezTo>
                  <a:pt x="273" y="151"/>
                  <a:pt x="275" y="147"/>
                  <a:pt x="278" y="144"/>
                </a:cubicBezTo>
                <a:cubicBezTo>
                  <a:pt x="281" y="142"/>
                  <a:pt x="285" y="141"/>
                  <a:pt x="291" y="141"/>
                </a:cubicBezTo>
                <a:cubicBezTo>
                  <a:pt x="293" y="141"/>
                  <a:pt x="294" y="141"/>
                  <a:pt x="295" y="141"/>
                </a:cubicBezTo>
                <a:cubicBezTo>
                  <a:pt x="296" y="140"/>
                  <a:pt x="296" y="139"/>
                  <a:pt x="296" y="138"/>
                </a:cubicBezTo>
                <a:cubicBezTo>
                  <a:pt x="296" y="136"/>
                  <a:pt x="294" y="135"/>
                  <a:pt x="289" y="135"/>
                </a:cubicBezTo>
                <a:cubicBezTo>
                  <a:pt x="286" y="135"/>
                  <a:pt x="282" y="135"/>
                  <a:pt x="278" y="136"/>
                </a:cubicBezTo>
                <a:cubicBezTo>
                  <a:pt x="278" y="136"/>
                  <a:pt x="279" y="133"/>
                  <a:pt x="280" y="128"/>
                </a:cubicBezTo>
                <a:cubicBezTo>
                  <a:pt x="284" y="126"/>
                  <a:pt x="289" y="126"/>
                  <a:pt x="292" y="126"/>
                </a:cubicBezTo>
                <a:cubicBezTo>
                  <a:pt x="301" y="126"/>
                  <a:pt x="306" y="129"/>
                  <a:pt x="306" y="137"/>
                </a:cubicBezTo>
                <a:close/>
                <a:moveTo>
                  <a:pt x="331" y="126"/>
                </a:moveTo>
                <a:cubicBezTo>
                  <a:pt x="330" y="129"/>
                  <a:pt x="328" y="133"/>
                  <a:pt x="328" y="138"/>
                </a:cubicBezTo>
                <a:cubicBezTo>
                  <a:pt x="325" y="137"/>
                  <a:pt x="323" y="139"/>
                  <a:pt x="322" y="142"/>
                </a:cubicBezTo>
                <a:cubicBezTo>
                  <a:pt x="321" y="145"/>
                  <a:pt x="319" y="153"/>
                  <a:pt x="31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07" y="163"/>
                  <a:pt x="307" y="163"/>
                  <a:pt x="307" y="163"/>
                </a:cubicBezTo>
                <a:cubicBezTo>
                  <a:pt x="310" y="150"/>
                  <a:pt x="311" y="138"/>
                  <a:pt x="313" y="126"/>
                </a:cubicBezTo>
                <a:cubicBezTo>
                  <a:pt x="322" y="126"/>
                  <a:pt x="322" y="126"/>
                  <a:pt x="322" y="126"/>
                </a:cubicBezTo>
                <a:cubicBezTo>
                  <a:pt x="322" y="128"/>
                  <a:pt x="322" y="130"/>
                  <a:pt x="321" y="132"/>
                </a:cubicBezTo>
                <a:cubicBezTo>
                  <a:pt x="323" y="130"/>
                  <a:pt x="325" y="128"/>
                  <a:pt x="326" y="127"/>
                </a:cubicBezTo>
                <a:cubicBezTo>
                  <a:pt x="328" y="126"/>
                  <a:pt x="329" y="126"/>
                  <a:pt x="331" y="126"/>
                </a:cubicBezTo>
                <a:close/>
                <a:moveTo>
                  <a:pt x="357" y="117"/>
                </a:moveTo>
                <a:cubicBezTo>
                  <a:pt x="368" y="117"/>
                  <a:pt x="368" y="117"/>
                  <a:pt x="368" y="117"/>
                </a:cubicBezTo>
                <a:cubicBezTo>
                  <a:pt x="360" y="165"/>
                  <a:pt x="360" y="165"/>
                  <a:pt x="360" y="165"/>
                </a:cubicBezTo>
                <a:cubicBezTo>
                  <a:pt x="350" y="165"/>
                  <a:pt x="350" y="165"/>
                  <a:pt x="350" y="165"/>
                </a:cubicBezTo>
                <a:cubicBezTo>
                  <a:pt x="350" y="162"/>
                  <a:pt x="350" y="162"/>
                  <a:pt x="350" y="162"/>
                </a:cubicBezTo>
                <a:cubicBezTo>
                  <a:pt x="348" y="165"/>
                  <a:pt x="344" y="166"/>
                  <a:pt x="341" y="166"/>
                </a:cubicBezTo>
                <a:cubicBezTo>
                  <a:pt x="337" y="166"/>
                  <a:pt x="334" y="165"/>
                  <a:pt x="332" y="162"/>
                </a:cubicBezTo>
                <a:cubicBezTo>
                  <a:pt x="330" y="159"/>
                  <a:pt x="328" y="155"/>
                  <a:pt x="328" y="150"/>
                </a:cubicBezTo>
                <a:cubicBezTo>
                  <a:pt x="328" y="144"/>
                  <a:pt x="330" y="138"/>
                  <a:pt x="333" y="133"/>
                </a:cubicBezTo>
                <a:cubicBezTo>
                  <a:pt x="337" y="128"/>
                  <a:pt x="341" y="126"/>
                  <a:pt x="345" y="126"/>
                </a:cubicBezTo>
                <a:cubicBezTo>
                  <a:pt x="349" y="126"/>
                  <a:pt x="352" y="128"/>
                  <a:pt x="355" y="131"/>
                </a:cubicBezTo>
                <a:lnTo>
                  <a:pt x="357" y="117"/>
                </a:lnTo>
                <a:close/>
                <a:moveTo>
                  <a:pt x="378" y="141"/>
                </a:moveTo>
                <a:cubicBezTo>
                  <a:pt x="378" y="123"/>
                  <a:pt x="373" y="106"/>
                  <a:pt x="364" y="91"/>
                </a:cubicBezTo>
                <a:cubicBezTo>
                  <a:pt x="355" y="76"/>
                  <a:pt x="343" y="64"/>
                  <a:pt x="328" y="55"/>
                </a:cubicBezTo>
                <a:cubicBezTo>
                  <a:pt x="313" y="46"/>
                  <a:pt x="296" y="41"/>
                  <a:pt x="278" y="41"/>
                </a:cubicBezTo>
                <a:cubicBezTo>
                  <a:pt x="256" y="41"/>
                  <a:pt x="236" y="48"/>
                  <a:pt x="218" y="62"/>
                </a:cubicBezTo>
                <a:cubicBezTo>
                  <a:pt x="233" y="76"/>
                  <a:pt x="244" y="93"/>
                  <a:pt x="249" y="114"/>
                </a:cubicBezTo>
                <a:cubicBezTo>
                  <a:pt x="240" y="114"/>
                  <a:pt x="240" y="114"/>
                  <a:pt x="240" y="114"/>
                </a:cubicBezTo>
                <a:cubicBezTo>
                  <a:pt x="234" y="95"/>
                  <a:pt x="225" y="80"/>
                  <a:pt x="211" y="67"/>
                </a:cubicBezTo>
                <a:cubicBezTo>
                  <a:pt x="197" y="80"/>
                  <a:pt x="187" y="95"/>
                  <a:pt x="182" y="114"/>
                </a:cubicBezTo>
                <a:cubicBezTo>
                  <a:pt x="173" y="114"/>
                  <a:pt x="173" y="114"/>
                  <a:pt x="173" y="114"/>
                </a:cubicBezTo>
                <a:cubicBezTo>
                  <a:pt x="178" y="93"/>
                  <a:pt x="189" y="76"/>
                  <a:pt x="204" y="62"/>
                </a:cubicBezTo>
                <a:cubicBezTo>
                  <a:pt x="186" y="48"/>
                  <a:pt x="166" y="41"/>
                  <a:pt x="144" y="41"/>
                </a:cubicBezTo>
                <a:cubicBezTo>
                  <a:pt x="126" y="41"/>
                  <a:pt x="109" y="46"/>
                  <a:pt x="94" y="55"/>
                </a:cubicBezTo>
                <a:cubicBezTo>
                  <a:pt x="78" y="64"/>
                  <a:pt x="66" y="76"/>
                  <a:pt x="57" y="91"/>
                </a:cubicBezTo>
                <a:cubicBezTo>
                  <a:pt x="49" y="106"/>
                  <a:pt x="44" y="123"/>
                  <a:pt x="44" y="141"/>
                </a:cubicBezTo>
                <a:cubicBezTo>
                  <a:pt x="44" y="159"/>
                  <a:pt x="49" y="176"/>
                  <a:pt x="57" y="191"/>
                </a:cubicBezTo>
                <a:cubicBezTo>
                  <a:pt x="66" y="207"/>
                  <a:pt x="78" y="219"/>
                  <a:pt x="94" y="228"/>
                </a:cubicBezTo>
                <a:cubicBezTo>
                  <a:pt x="109" y="237"/>
                  <a:pt x="126" y="241"/>
                  <a:pt x="144" y="241"/>
                </a:cubicBezTo>
                <a:cubicBezTo>
                  <a:pt x="166" y="241"/>
                  <a:pt x="186" y="234"/>
                  <a:pt x="204" y="221"/>
                </a:cubicBezTo>
                <a:cubicBezTo>
                  <a:pt x="189" y="207"/>
                  <a:pt x="179" y="191"/>
                  <a:pt x="174" y="172"/>
                </a:cubicBezTo>
                <a:cubicBezTo>
                  <a:pt x="183" y="172"/>
                  <a:pt x="183" y="172"/>
                  <a:pt x="183" y="172"/>
                </a:cubicBezTo>
                <a:cubicBezTo>
                  <a:pt x="189" y="189"/>
                  <a:pt x="198" y="204"/>
                  <a:pt x="211" y="215"/>
                </a:cubicBezTo>
                <a:cubicBezTo>
                  <a:pt x="224" y="204"/>
                  <a:pt x="233" y="189"/>
                  <a:pt x="239" y="17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2" y="191"/>
                  <a:pt x="232" y="207"/>
                  <a:pt x="218" y="221"/>
                </a:cubicBezTo>
                <a:cubicBezTo>
                  <a:pt x="236" y="234"/>
                  <a:pt x="256" y="241"/>
                  <a:pt x="278" y="241"/>
                </a:cubicBezTo>
                <a:cubicBezTo>
                  <a:pt x="296" y="241"/>
                  <a:pt x="313" y="237"/>
                  <a:pt x="328" y="228"/>
                </a:cubicBezTo>
                <a:cubicBezTo>
                  <a:pt x="343" y="219"/>
                  <a:pt x="355" y="207"/>
                  <a:pt x="364" y="191"/>
                </a:cubicBezTo>
                <a:cubicBezTo>
                  <a:pt x="373" y="176"/>
                  <a:pt x="378" y="159"/>
                  <a:pt x="378" y="141"/>
                </a:cubicBezTo>
                <a:close/>
                <a:moveTo>
                  <a:pt x="422" y="24"/>
                </a:moveTo>
                <a:cubicBezTo>
                  <a:pt x="422" y="259"/>
                  <a:pt x="422" y="259"/>
                  <a:pt x="422" y="259"/>
                </a:cubicBezTo>
                <a:cubicBezTo>
                  <a:pt x="422" y="265"/>
                  <a:pt x="420" y="271"/>
                  <a:pt x="415" y="275"/>
                </a:cubicBezTo>
                <a:cubicBezTo>
                  <a:pt x="411" y="280"/>
                  <a:pt x="405" y="282"/>
                  <a:pt x="399" y="282"/>
                </a:cubicBezTo>
                <a:cubicBezTo>
                  <a:pt x="23" y="282"/>
                  <a:pt x="23" y="282"/>
                  <a:pt x="23" y="282"/>
                </a:cubicBezTo>
                <a:cubicBezTo>
                  <a:pt x="17" y="282"/>
                  <a:pt x="11" y="280"/>
                  <a:pt x="6" y="275"/>
                </a:cubicBezTo>
                <a:cubicBezTo>
                  <a:pt x="2" y="271"/>
                  <a:pt x="0" y="265"/>
                  <a:pt x="0" y="25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7"/>
                  <a:pt x="2" y="12"/>
                  <a:pt x="6" y="7"/>
                </a:cubicBezTo>
                <a:cubicBezTo>
                  <a:pt x="11" y="3"/>
                  <a:pt x="17" y="0"/>
                  <a:pt x="23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5" y="0"/>
                  <a:pt x="411" y="3"/>
                  <a:pt x="415" y="7"/>
                </a:cubicBezTo>
                <a:cubicBezTo>
                  <a:pt x="420" y="12"/>
                  <a:pt x="422" y="17"/>
                  <a:pt x="422" y="2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5035131" y="1560504"/>
            <a:ext cx="437855" cy="292824"/>
          </a:xfrm>
          <a:custGeom>
            <a:avLst/>
            <a:gdLst>
              <a:gd name="T0" fmla="*/ 56 w 422"/>
              <a:gd name="T1" fmla="*/ 113 h 282"/>
              <a:gd name="T2" fmla="*/ 72 w 422"/>
              <a:gd name="T3" fmla="*/ 129 h 282"/>
              <a:gd name="T4" fmla="*/ 135 w 422"/>
              <a:gd name="T5" fmla="*/ 145 h 282"/>
              <a:gd name="T6" fmla="*/ 261 w 422"/>
              <a:gd name="T7" fmla="*/ 132 h 282"/>
              <a:gd name="T8" fmla="*/ 268 w 422"/>
              <a:gd name="T9" fmla="*/ 109 h 282"/>
              <a:gd name="T10" fmla="*/ 326 w 422"/>
              <a:gd name="T11" fmla="*/ 162 h 282"/>
              <a:gd name="T12" fmla="*/ 326 w 422"/>
              <a:gd name="T13" fmla="*/ 162 h 282"/>
              <a:gd name="T14" fmla="*/ 40 w 422"/>
              <a:gd name="T15" fmla="*/ 97 h 282"/>
              <a:gd name="T16" fmla="*/ 24 w 422"/>
              <a:gd name="T17" fmla="*/ 171 h 282"/>
              <a:gd name="T18" fmla="*/ 47 w 422"/>
              <a:gd name="T19" fmla="*/ 153 h 282"/>
              <a:gd name="T20" fmla="*/ 95 w 422"/>
              <a:gd name="T21" fmla="*/ 131 h 282"/>
              <a:gd name="T22" fmla="*/ 79 w 422"/>
              <a:gd name="T23" fmla="*/ 95 h 282"/>
              <a:gd name="T24" fmla="*/ 116 w 422"/>
              <a:gd name="T25" fmla="*/ 113 h 282"/>
              <a:gd name="T26" fmla="*/ 111 w 422"/>
              <a:gd name="T27" fmla="*/ 115 h 282"/>
              <a:gd name="T28" fmla="*/ 107 w 422"/>
              <a:gd name="T29" fmla="*/ 119 h 282"/>
              <a:gd name="T30" fmla="*/ 115 w 422"/>
              <a:gd name="T31" fmla="*/ 126 h 282"/>
              <a:gd name="T32" fmla="*/ 134 w 422"/>
              <a:gd name="T33" fmla="*/ 135 h 282"/>
              <a:gd name="T34" fmla="*/ 104 w 422"/>
              <a:gd name="T35" fmla="*/ 141 h 282"/>
              <a:gd name="T36" fmla="*/ 110 w 422"/>
              <a:gd name="T37" fmla="*/ 174 h 282"/>
              <a:gd name="T38" fmla="*/ 130 w 422"/>
              <a:gd name="T39" fmla="*/ 169 h 282"/>
              <a:gd name="T40" fmla="*/ 145 w 422"/>
              <a:gd name="T41" fmla="*/ 172 h 282"/>
              <a:gd name="T42" fmla="*/ 149 w 422"/>
              <a:gd name="T43" fmla="*/ 168 h 282"/>
              <a:gd name="T44" fmla="*/ 228 w 422"/>
              <a:gd name="T45" fmla="*/ 113 h 282"/>
              <a:gd name="T46" fmla="*/ 194 w 422"/>
              <a:gd name="T47" fmla="*/ 142 h 282"/>
              <a:gd name="T48" fmla="*/ 182 w 422"/>
              <a:gd name="T49" fmla="*/ 116 h 282"/>
              <a:gd name="T50" fmla="*/ 177 w 422"/>
              <a:gd name="T51" fmla="*/ 113 h 282"/>
              <a:gd name="T52" fmla="*/ 163 w 422"/>
              <a:gd name="T53" fmla="*/ 117 h 282"/>
              <a:gd name="T54" fmla="*/ 173 w 422"/>
              <a:gd name="T55" fmla="*/ 176 h 282"/>
              <a:gd name="T56" fmla="*/ 183 w 422"/>
              <a:gd name="T57" fmla="*/ 196 h 282"/>
              <a:gd name="T58" fmla="*/ 273 w 422"/>
              <a:gd name="T59" fmla="*/ 95 h 282"/>
              <a:gd name="T60" fmla="*/ 228 w 422"/>
              <a:gd name="T61" fmla="*/ 169 h 282"/>
              <a:gd name="T62" fmla="*/ 244 w 422"/>
              <a:gd name="T63" fmla="*/ 172 h 282"/>
              <a:gd name="T64" fmla="*/ 248 w 422"/>
              <a:gd name="T65" fmla="*/ 168 h 282"/>
              <a:gd name="T66" fmla="*/ 273 w 422"/>
              <a:gd name="T67" fmla="*/ 146 h 282"/>
              <a:gd name="T68" fmla="*/ 301 w 422"/>
              <a:gd name="T69" fmla="*/ 105 h 282"/>
              <a:gd name="T70" fmla="*/ 336 w 422"/>
              <a:gd name="T71" fmla="*/ 112 h 282"/>
              <a:gd name="T72" fmla="*/ 310 w 422"/>
              <a:gd name="T73" fmla="*/ 127 h 282"/>
              <a:gd name="T74" fmla="*/ 343 w 422"/>
              <a:gd name="T75" fmla="*/ 132 h 282"/>
              <a:gd name="T76" fmla="*/ 309 w 422"/>
              <a:gd name="T77" fmla="*/ 141 h 282"/>
              <a:gd name="T78" fmla="*/ 314 w 422"/>
              <a:gd name="T79" fmla="*/ 174 h 282"/>
              <a:gd name="T80" fmla="*/ 335 w 422"/>
              <a:gd name="T81" fmla="*/ 169 h 282"/>
              <a:gd name="T82" fmla="*/ 340 w 422"/>
              <a:gd name="T83" fmla="*/ 173 h 282"/>
              <a:gd name="T84" fmla="*/ 362 w 422"/>
              <a:gd name="T85" fmla="*/ 133 h 282"/>
              <a:gd name="T86" fmla="*/ 385 w 422"/>
              <a:gd name="T87" fmla="*/ 95 h 282"/>
              <a:gd name="T88" fmla="*/ 365 w 422"/>
              <a:gd name="T89" fmla="*/ 169 h 282"/>
              <a:gd name="T90" fmla="*/ 383 w 422"/>
              <a:gd name="T91" fmla="*/ 168 h 282"/>
              <a:gd name="T92" fmla="*/ 398 w 422"/>
              <a:gd name="T93" fmla="*/ 96 h 282"/>
              <a:gd name="T94" fmla="*/ 415 w 422"/>
              <a:gd name="T95" fmla="*/ 275 h 282"/>
              <a:gd name="T96" fmla="*/ 0 w 422"/>
              <a:gd name="T97" fmla="*/ 259 h 282"/>
              <a:gd name="T98" fmla="*/ 399 w 422"/>
              <a:gd name="T99" fmla="*/ 0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22" h="282">
                <a:moveTo>
                  <a:pt x="59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4" y="132"/>
                  <a:pt x="52" y="131"/>
                  <a:pt x="52" y="129"/>
                </a:cubicBezTo>
                <a:cubicBezTo>
                  <a:pt x="52" y="125"/>
                  <a:pt x="54" y="120"/>
                  <a:pt x="56" y="113"/>
                </a:cubicBezTo>
                <a:cubicBezTo>
                  <a:pt x="56" y="111"/>
                  <a:pt x="57" y="110"/>
                  <a:pt x="59" y="110"/>
                </a:cubicBezTo>
                <a:cubicBezTo>
                  <a:pt x="60" y="109"/>
                  <a:pt x="62" y="109"/>
                  <a:pt x="64" y="109"/>
                </a:cubicBezTo>
                <a:cubicBezTo>
                  <a:pt x="73" y="109"/>
                  <a:pt x="78" y="112"/>
                  <a:pt x="78" y="118"/>
                </a:cubicBezTo>
                <a:cubicBezTo>
                  <a:pt x="78" y="123"/>
                  <a:pt x="76" y="126"/>
                  <a:pt x="72" y="129"/>
                </a:cubicBezTo>
                <a:cubicBezTo>
                  <a:pt x="69" y="131"/>
                  <a:pt x="64" y="132"/>
                  <a:pt x="59" y="132"/>
                </a:cubicBezTo>
                <a:close/>
                <a:moveTo>
                  <a:pt x="121" y="162"/>
                </a:moveTo>
                <a:cubicBezTo>
                  <a:pt x="116" y="162"/>
                  <a:pt x="113" y="160"/>
                  <a:pt x="113" y="156"/>
                </a:cubicBezTo>
                <a:cubicBezTo>
                  <a:pt x="113" y="149"/>
                  <a:pt x="120" y="145"/>
                  <a:pt x="135" y="145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5" y="156"/>
                  <a:pt x="130" y="162"/>
                  <a:pt x="121" y="162"/>
                </a:cubicBezTo>
                <a:close/>
                <a:moveTo>
                  <a:pt x="263" y="132"/>
                </a:moveTo>
                <a:cubicBezTo>
                  <a:pt x="261" y="132"/>
                  <a:pt x="261" y="132"/>
                  <a:pt x="261" y="132"/>
                </a:cubicBezTo>
                <a:cubicBezTo>
                  <a:pt x="258" y="132"/>
                  <a:pt x="257" y="131"/>
                  <a:pt x="257" y="129"/>
                </a:cubicBezTo>
                <a:cubicBezTo>
                  <a:pt x="257" y="126"/>
                  <a:pt x="258" y="120"/>
                  <a:pt x="261" y="113"/>
                </a:cubicBezTo>
                <a:cubicBezTo>
                  <a:pt x="261" y="112"/>
                  <a:pt x="262" y="110"/>
                  <a:pt x="263" y="110"/>
                </a:cubicBezTo>
                <a:cubicBezTo>
                  <a:pt x="264" y="109"/>
                  <a:pt x="266" y="109"/>
                  <a:pt x="268" y="109"/>
                </a:cubicBezTo>
                <a:cubicBezTo>
                  <a:pt x="278" y="109"/>
                  <a:pt x="283" y="112"/>
                  <a:pt x="283" y="118"/>
                </a:cubicBezTo>
                <a:cubicBezTo>
                  <a:pt x="283" y="123"/>
                  <a:pt x="281" y="127"/>
                  <a:pt x="277" y="129"/>
                </a:cubicBezTo>
                <a:cubicBezTo>
                  <a:pt x="273" y="131"/>
                  <a:pt x="269" y="132"/>
                  <a:pt x="263" y="132"/>
                </a:cubicBezTo>
                <a:close/>
                <a:moveTo>
                  <a:pt x="326" y="162"/>
                </a:moveTo>
                <a:cubicBezTo>
                  <a:pt x="320" y="162"/>
                  <a:pt x="317" y="160"/>
                  <a:pt x="317" y="156"/>
                </a:cubicBezTo>
                <a:cubicBezTo>
                  <a:pt x="317" y="149"/>
                  <a:pt x="325" y="145"/>
                  <a:pt x="340" y="145"/>
                </a:cubicBezTo>
                <a:cubicBezTo>
                  <a:pt x="341" y="146"/>
                  <a:pt x="341" y="146"/>
                  <a:pt x="341" y="146"/>
                </a:cubicBezTo>
                <a:cubicBezTo>
                  <a:pt x="340" y="156"/>
                  <a:pt x="335" y="162"/>
                  <a:pt x="326" y="162"/>
                </a:cubicBezTo>
                <a:close/>
                <a:moveTo>
                  <a:pt x="68" y="95"/>
                </a:moveTo>
                <a:cubicBezTo>
                  <a:pt x="44" y="95"/>
                  <a:pt x="44" y="95"/>
                  <a:pt x="44" y="95"/>
                </a:cubicBezTo>
                <a:cubicBezTo>
                  <a:pt x="43" y="95"/>
                  <a:pt x="43" y="95"/>
                  <a:pt x="42" y="95"/>
                </a:cubicBezTo>
                <a:cubicBezTo>
                  <a:pt x="41" y="96"/>
                  <a:pt x="40" y="96"/>
                  <a:pt x="40" y="97"/>
                </a:cubicBezTo>
                <a:cubicBezTo>
                  <a:pt x="40" y="97"/>
                  <a:pt x="40" y="98"/>
                  <a:pt x="39" y="99"/>
                </a:cubicBezTo>
                <a:cubicBezTo>
                  <a:pt x="39" y="100"/>
                  <a:pt x="36" y="111"/>
                  <a:pt x="31" y="134"/>
                </a:cubicBezTo>
                <a:cubicBezTo>
                  <a:pt x="26" y="156"/>
                  <a:pt x="23" y="168"/>
                  <a:pt x="23" y="169"/>
                </a:cubicBezTo>
                <a:cubicBezTo>
                  <a:pt x="23" y="170"/>
                  <a:pt x="23" y="171"/>
                  <a:pt x="24" y="171"/>
                </a:cubicBezTo>
                <a:cubicBezTo>
                  <a:pt x="25" y="172"/>
                  <a:pt x="26" y="172"/>
                  <a:pt x="26" y="172"/>
                </a:cubicBezTo>
                <a:cubicBezTo>
                  <a:pt x="38" y="172"/>
                  <a:pt x="38" y="172"/>
                  <a:pt x="38" y="172"/>
                </a:cubicBezTo>
                <a:cubicBezTo>
                  <a:pt x="41" y="172"/>
                  <a:pt x="43" y="170"/>
                  <a:pt x="44" y="166"/>
                </a:cubicBezTo>
                <a:cubicBezTo>
                  <a:pt x="47" y="153"/>
                  <a:pt x="47" y="153"/>
                  <a:pt x="47" y="153"/>
                </a:cubicBezTo>
                <a:cubicBezTo>
                  <a:pt x="53" y="147"/>
                  <a:pt x="53" y="147"/>
                  <a:pt x="53" y="147"/>
                </a:cubicBezTo>
                <a:cubicBezTo>
                  <a:pt x="58" y="147"/>
                  <a:pt x="64" y="147"/>
                  <a:pt x="69" y="146"/>
                </a:cubicBezTo>
                <a:cubicBezTo>
                  <a:pt x="74" y="145"/>
                  <a:pt x="78" y="143"/>
                  <a:pt x="83" y="141"/>
                </a:cubicBezTo>
                <a:cubicBezTo>
                  <a:pt x="88" y="139"/>
                  <a:pt x="92" y="136"/>
                  <a:pt x="95" y="131"/>
                </a:cubicBezTo>
                <a:cubicBezTo>
                  <a:pt x="98" y="127"/>
                  <a:pt x="99" y="122"/>
                  <a:pt x="99" y="116"/>
                </a:cubicBezTo>
                <a:cubicBezTo>
                  <a:pt x="99" y="112"/>
                  <a:pt x="98" y="108"/>
                  <a:pt x="97" y="105"/>
                </a:cubicBezTo>
                <a:cubicBezTo>
                  <a:pt x="95" y="102"/>
                  <a:pt x="92" y="99"/>
                  <a:pt x="89" y="98"/>
                </a:cubicBezTo>
                <a:cubicBezTo>
                  <a:pt x="86" y="97"/>
                  <a:pt x="83" y="96"/>
                  <a:pt x="79" y="95"/>
                </a:cubicBezTo>
                <a:cubicBezTo>
                  <a:pt x="76" y="95"/>
                  <a:pt x="72" y="95"/>
                  <a:pt x="68" y="95"/>
                </a:cubicBezTo>
                <a:close/>
                <a:moveTo>
                  <a:pt x="131" y="112"/>
                </a:moveTo>
                <a:cubicBezTo>
                  <a:pt x="127" y="112"/>
                  <a:pt x="122" y="112"/>
                  <a:pt x="118" y="113"/>
                </a:cubicBezTo>
                <a:cubicBezTo>
                  <a:pt x="118" y="113"/>
                  <a:pt x="117" y="113"/>
                  <a:pt x="116" y="113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3" y="114"/>
                  <a:pt x="113" y="114"/>
                  <a:pt x="113" y="114"/>
                </a:cubicBezTo>
                <a:cubicBezTo>
                  <a:pt x="112" y="114"/>
                  <a:pt x="112" y="114"/>
                  <a:pt x="112" y="114"/>
                </a:cubicBezTo>
                <a:cubicBezTo>
                  <a:pt x="111" y="115"/>
                  <a:pt x="111" y="115"/>
                  <a:pt x="111" y="115"/>
                </a:cubicBezTo>
                <a:cubicBezTo>
                  <a:pt x="109" y="116"/>
                  <a:pt x="109" y="116"/>
                  <a:pt x="109" y="116"/>
                </a:cubicBezTo>
                <a:cubicBezTo>
                  <a:pt x="109" y="117"/>
                  <a:pt x="109" y="117"/>
                  <a:pt x="109" y="117"/>
                </a:cubicBezTo>
                <a:cubicBezTo>
                  <a:pt x="108" y="118"/>
                  <a:pt x="108" y="118"/>
                  <a:pt x="108" y="118"/>
                </a:cubicBezTo>
                <a:cubicBezTo>
                  <a:pt x="107" y="119"/>
                  <a:pt x="107" y="119"/>
                  <a:pt x="107" y="119"/>
                </a:cubicBezTo>
                <a:cubicBezTo>
                  <a:pt x="106" y="123"/>
                  <a:pt x="105" y="125"/>
                  <a:pt x="105" y="127"/>
                </a:cubicBezTo>
                <a:cubicBezTo>
                  <a:pt x="105" y="128"/>
                  <a:pt x="106" y="128"/>
                  <a:pt x="107" y="128"/>
                </a:cubicBezTo>
                <a:cubicBezTo>
                  <a:pt x="108" y="128"/>
                  <a:pt x="109" y="128"/>
                  <a:pt x="111" y="128"/>
                </a:cubicBezTo>
                <a:cubicBezTo>
                  <a:pt x="113" y="127"/>
                  <a:pt x="114" y="127"/>
                  <a:pt x="115" y="126"/>
                </a:cubicBezTo>
                <a:cubicBezTo>
                  <a:pt x="118" y="125"/>
                  <a:pt x="122" y="125"/>
                  <a:pt x="125" y="125"/>
                </a:cubicBezTo>
                <a:cubicBezTo>
                  <a:pt x="134" y="125"/>
                  <a:pt x="139" y="127"/>
                  <a:pt x="139" y="132"/>
                </a:cubicBezTo>
                <a:cubicBezTo>
                  <a:pt x="139" y="133"/>
                  <a:pt x="138" y="134"/>
                  <a:pt x="137" y="134"/>
                </a:cubicBezTo>
                <a:cubicBezTo>
                  <a:pt x="136" y="134"/>
                  <a:pt x="135" y="135"/>
                  <a:pt x="134" y="135"/>
                </a:cubicBezTo>
                <a:cubicBezTo>
                  <a:pt x="132" y="135"/>
                  <a:pt x="131" y="135"/>
                  <a:pt x="130" y="135"/>
                </a:cubicBezTo>
                <a:cubicBezTo>
                  <a:pt x="128" y="135"/>
                  <a:pt x="127" y="135"/>
                  <a:pt x="126" y="135"/>
                </a:cubicBezTo>
                <a:cubicBezTo>
                  <a:pt x="122" y="136"/>
                  <a:pt x="118" y="136"/>
                  <a:pt x="115" y="137"/>
                </a:cubicBezTo>
                <a:cubicBezTo>
                  <a:pt x="111" y="138"/>
                  <a:pt x="108" y="139"/>
                  <a:pt x="104" y="141"/>
                </a:cubicBezTo>
                <a:cubicBezTo>
                  <a:pt x="101" y="142"/>
                  <a:pt x="98" y="145"/>
                  <a:pt x="96" y="148"/>
                </a:cubicBezTo>
                <a:cubicBezTo>
                  <a:pt x="94" y="151"/>
                  <a:pt x="93" y="155"/>
                  <a:pt x="93" y="159"/>
                </a:cubicBezTo>
                <a:cubicBezTo>
                  <a:pt x="93" y="164"/>
                  <a:pt x="95" y="168"/>
                  <a:pt x="98" y="170"/>
                </a:cubicBezTo>
                <a:cubicBezTo>
                  <a:pt x="101" y="173"/>
                  <a:pt x="105" y="174"/>
                  <a:pt x="110" y="174"/>
                </a:cubicBezTo>
                <a:cubicBezTo>
                  <a:pt x="113" y="174"/>
                  <a:pt x="115" y="174"/>
                  <a:pt x="118" y="173"/>
                </a:cubicBezTo>
                <a:cubicBezTo>
                  <a:pt x="121" y="172"/>
                  <a:pt x="123" y="171"/>
                  <a:pt x="124" y="171"/>
                </a:cubicBezTo>
                <a:cubicBezTo>
                  <a:pt x="125" y="170"/>
                  <a:pt x="128" y="168"/>
                  <a:pt x="131" y="166"/>
                </a:cubicBezTo>
                <a:cubicBezTo>
                  <a:pt x="131" y="167"/>
                  <a:pt x="130" y="168"/>
                  <a:pt x="130" y="169"/>
                </a:cubicBezTo>
                <a:cubicBezTo>
                  <a:pt x="130" y="170"/>
                  <a:pt x="131" y="171"/>
                  <a:pt x="132" y="171"/>
                </a:cubicBezTo>
                <a:cubicBezTo>
                  <a:pt x="132" y="172"/>
                  <a:pt x="133" y="172"/>
                  <a:pt x="134" y="172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2"/>
                  <a:pt x="145" y="172"/>
                  <a:pt x="145" y="172"/>
                </a:cubicBezTo>
                <a:cubicBezTo>
                  <a:pt x="146" y="172"/>
                  <a:pt x="147" y="171"/>
                  <a:pt x="147" y="171"/>
                </a:cubicBezTo>
                <a:cubicBezTo>
                  <a:pt x="147" y="171"/>
                  <a:pt x="147" y="171"/>
                  <a:pt x="148" y="171"/>
                </a:cubicBezTo>
                <a:cubicBezTo>
                  <a:pt x="148" y="170"/>
                  <a:pt x="148" y="170"/>
                  <a:pt x="149" y="170"/>
                </a:cubicBezTo>
                <a:cubicBezTo>
                  <a:pt x="149" y="169"/>
                  <a:pt x="149" y="169"/>
                  <a:pt x="149" y="168"/>
                </a:cubicBezTo>
                <a:cubicBezTo>
                  <a:pt x="157" y="132"/>
                  <a:pt x="157" y="132"/>
                  <a:pt x="157" y="132"/>
                </a:cubicBezTo>
                <a:cubicBezTo>
                  <a:pt x="158" y="131"/>
                  <a:pt x="158" y="129"/>
                  <a:pt x="158" y="127"/>
                </a:cubicBezTo>
                <a:cubicBezTo>
                  <a:pt x="158" y="117"/>
                  <a:pt x="149" y="112"/>
                  <a:pt x="131" y="112"/>
                </a:cubicBezTo>
                <a:close/>
                <a:moveTo>
                  <a:pt x="228" y="113"/>
                </a:moveTo>
                <a:cubicBezTo>
                  <a:pt x="215" y="113"/>
                  <a:pt x="215" y="113"/>
                  <a:pt x="215" y="113"/>
                </a:cubicBezTo>
                <a:cubicBezTo>
                  <a:pt x="212" y="113"/>
                  <a:pt x="210" y="114"/>
                  <a:pt x="208" y="117"/>
                </a:cubicBezTo>
                <a:cubicBezTo>
                  <a:pt x="207" y="118"/>
                  <a:pt x="205" y="121"/>
                  <a:pt x="202" y="127"/>
                </a:cubicBezTo>
                <a:cubicBezTo>
                  <a:pt x="199" y="132"/>
                  <a:pt x="196" y="137"/>
                  <a:pt x="194" y="142"/>
                </a:cubicBezTo>
                <a:cubicBezTo>
                  <a:pt x="191" y="146"/>
                  <a:pt x="189" y="149"/>
                  <a:pt x="189" y="149"/>
                </a:cubicBezTo>
                <a:cubicBezTo>
                  <a:pt x="188" y="148"/>
                  <a:pt x="188" y="148"/>
                  <a:pt x="188" y="148"/>
                </a:cubicBezTo>
                <a:cubicBezTo>
                  <a:pt x="188" y="138"/>
                  <a:pt x="186" y="128"/>
                  <a:pt x="183" y="117"/>
                </a:cubicBezTo>
                <a:cubicBezTo>
                  <a:pt x="183" y="117"/>
                  <a:pt x="183" y="116"/>
                  <a:pt x="182" y="116"/>
                </a:cubicBezTo>
                <a:cubicBezTo>
                  <a:pt x="182" y="115"/>
                  <a:pt x="182" y="115"/>
                  <a:pt x="181" y="115"/>
                </a:cubicBezTo>
                <a:cubicBezTo>
                  <a:pt x="181" y="114"/>
                  <a:pt x="180" y="114"/>
                  <a:pt x="180" y="114"/>
                </a:cubicBezTo>
                <a:cubicBezTo>
                  <a:pt x="180" y="114"/>
                  <a:pt x="179" y="113"/>
                  <a:pt x="178" y="113"/>
                </a:cubicBezTo>
                <a:cubicBezTo>
                  <a:pt x="178" y="113"/>
                  <a:pt x="177" y="113"/>
                  <a:pt x="177" y="113"/>
                </a:cubicBezTo>
                <a:cubicBezTo>
                  <a:pt x="177" y="113"/>
                  <a:pt x="176" y="113"/>
                  <a:pt x="175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70" y="113"/>
                  <a:pt x="170" y="113"/>
                </a:cubicBezTo>
                <a:cubicBezTo>
                  <a:pt x="165" y="113"/>
                  <a:pt x="163" y="114"/>
                  <a:pt x="163" y="117"/>
                </a:cubicBezTo>
                <a:cubicBezTo>
                  <a:pt x="163" y="117"/>
                  <a:pt x="163" y="117"/>
                  <a:pt x="163" y="117"/>
                </a:cubicBezTo>
                <a:cubicBezTo>
                  <a:pt x="164" y="124"/>
                  <a:pt x="165" y="133"/>
                  <a:pt x="168" y="145"/>
                </a:cubicBezTo>
                <a:cubicBezTo>
                  <a:pt x="170" y="157"/>
                  <a:pt x="172" y="166"/>
                  <a:pt x="173" y="171"/>
                </a:cubicBezTo>
                <a:cubicBezTo>
                  <a:pt x="173" y="173"/>
                  <a:pt x="173" y="175"/>
                  <a:pt x="173" y="176"/>
                </a:cubicBezTo>
                <a:cubicBezTo>
                  <a:pt x="173" y="178"/>
                  <a:pt x="171" y="182"/>
                  <a:pt x="167" y="187"/>
                </a:cubicBezTo>
                <a:cubicBezTo>
                  <a:pt x="164" y="192"/>
                  <a:pt x="162" y="196"/>
                  <a:pt x="162" y="198"/>
                </a:cubicBezTo>
                <a:cubicBezTo>
                  <a:pt x="162" y="199"/>
                  <a:pt x="164" y="200"/>
                  <a:pt x="169" y="200"/>
                </a:cubicBezTo>
                <a:cubicBezTo>
                  <a:pt x="176" y="200"/>
                  <a:pt x="181" y="199"/>
                  <a:pt x="183" y="196"/>
                </a:cubicBezTo>
                <a:cubicBezTo>
                  <a:pt x="228" y="119"/>
                  <a:pt x="228" y="119"/>
                  <a:pt x="228" y="119"/>
                </a:cubicBezTo>
                <a:cubicBezTo>
                  <a:pt x="229" y="117"/>
                  <a:pt x="230" y="115"/>
                  <a:pt x="230" y="115"/>
                </a:cubicBezTo>
                <a:cubicBezTo>
                  <a:pt x="230" y="114"/>
                  <a:pt x="229" y="113"/>
                  <a:pt x="228" y="113"/>
                </a:cubicBezTo>
                <a:close/>
                <a:moveTo>
                  <a:pt x="273" y="95"/>
                </a:moveTo>
                <a:cubicBezTo>
                  <a:pt x="249" y="95"/>
                  <a:pt x="249" y="95"/>
                  <a:pt x="249" y="95"/>
                </a:cubicBezTo>
                <a:cubicBezTo>
                  <a:pt x="247" y="95"/>
                  <a:pt x="245" y="96"/>
                  <a:pt x="244" y="99"/>
                </a:cubicBezTo>
                <a:cubicBezTo>
                  <a:pt x="243" y="101"/>
                  <a:pt x="240" y="112"/>
                  <a:pt x="235" y="134"/>
                </a:cubicBezTo>
                <a:cubicBezTo>
                  <a:pt x="230" y="156"/>
                  <a:pt x="228" y="168"/>
                  <a:pt x="228" y="169"/>
                </a:cubicBezTo>
                <a:cubicBezTo>
                  <a:pt x="228" y="172"/>
                  <a:pt x="230" y="173"/>
                  <a:pt x="236" y="173"/>
                </a:cubicBezTo>
                <a:cubicBezTo>
                  <a:pt x="240" y="173"/>
                  <a:pt x="240" y="173"/>
                  <a:pt x="240" y="173"/>
                </a:cubicBezTo>
                <a:cubicBezTo>
                  <a:pt x="242" y="173"/>
                  <a:pt x="242" y="173"/>
                  <a:pt x="242" y="173"/>
                </a:cubicBezTo>
                <a:cubicBezTo>
                  <a:pt x="244" y="172"/>
                  <a:pt x="244" y="172"/>
                  <a:pt x="244" y="172"/>
                </a:cubicBezTo>
                <a:cubicBezTo>
                  <a:pt x="245" y="172"/>
                  <a:pt x="245" y="172"/>
                  <a:pt x="245" y="172"/>
                </a:cubicBezTo>
                <a:cubicBezTo>
                  <a:pt x="246" y="171"/>
                  <a:pt x="246" y="171"/>
                  <a:pt x="246" y="171"/>
                </a:cubicBezTo>
                <a:cubicBezTo>
                  <a:pt x="247" y="170"/>
                  <a:pt x="247" y="170"/>
                  <a:pt x="247" y="170"/>
                </a:cubicBezTo>
                <a:cubicBezTo>
                  <a:pt x="248" y="168"/>
                  <a:pt x="248" y="168"/>
                  <a:pt x="248" y="168"/>
                </a:cubicBezTo>
                <a:cubicBezTo>
                  <a:pt x="252" y="152"/>
                  <a:pt x="252" y="152"/>
                  <a:pt x="252" y="152"/>
                </a:cubicBezTo>
                <a:cubicBezTo>
                  <a:pt x="252" y="150"/>
                  <a:pt x="253" y="149"/>
                  <a:pt x="254" y="148"/>
                </a:cubicBezTo>
                <a:cubicBezTo>
                  <a:pt x="255" y="148"/>
                  <a:pt x="256" y="147"/>
                  <a:pt x="257" y="147"/>
                </a:cubicBezTo>
                <a:cubicBezTo>
                  <a:pt x="263" y="147"/>
                  <a:pt x="268" y="147"/>
                  <a:pt x="273" y="146"/>
                </a:cubicBezTo>
                <a:cubicBezTo>
                  <a:pt x="278" y="145"/>
                  <a:pt x="283" y="144"/>
                  <a:pt x="288" y="141"/>
                </a:cubicBezTo>
                <a:cubicBezTo>
                  <a:pt x="293" y="139"/>
                  <a:pt x="297" y="136"/>
                  <a:pt x="300" y="132"/>
                </a:cubicBezTo>
                <a:cubicBezTo>
                  <a:pt x="303" y="127"/>
                  <a:pt x="304" y="122"/>
                  <a:pt x="304" y="116"/>
                </a:cubicBezTo>
                <a:cubicBezTo>
                  <a:pt x="304" y="112"/>
                  <a:pt x="303" y="108"/>
                  <a:pt x="301" y="105"/>
                </a:cubicBezTo>
                <a:cubicBezTo>
                  <a:pt x="300" y="102"/>
                  <a:pt x="297" y="100"/>
                  <a:pt x="294" y="98"/>
                </a:cubicBezTo>
                <a:cubicBezTo>
                  <a:pt x="291" y="97"/>
                  <a:pt x="287" y="96"/>
                  <a:pt x="284" y="96"/>
                </a:cubicBezTo>
                <a:cubicBezTo>
                  <a:pt x="281" y="95"/>
                  <a:pt x="277" y="95"/>
                  <a:pt x="273" y="95"/>
                </a:cubicBezTo>
                <a:close/>
                <a:moveTo>
                  <a:pt x="336" y="112"/>
                </a:moveTo>
                <a:cubicBezTo>
                  <a:pt x="333" y="112"/>
                  <a:pt x="328" y="112"/>
                  <a:pt x="323" y="113"/>
                </a:cubicBezTo>
                <a:cubicBezTo>
                  <a:pt x="318" y="114"/>
                  <a:pt x="315" y="115"/>
                  <a:pt x="314" y="116"/>
                </a:cubicBezTo>
                <a:cubicBezTo>
                  <a:pt x="313" y="117"/>
                  <a:pt x="312" y="118"/>
                  <a:pt x="312" y="120"/>
                </a:cubicBezTo>
                <a:cubicBezTo>
                  <a:pt x="311" y="123"/>
                  <a:pt x="310" y="125"/>
                  <a:pt x="310" y="127"/>
                </a:cubicBezTo>
                <a:cubicBezTo>
                  <a:pt x="310" y="128"/>
                  <a:pt x="311" y="129"/>
                  <a:pt x="312" y="129"/>
                </a:cubicBezTo>
                <a:cubicBezTo>
                  <a:pt x="312" y="129"/>
                  <a:pt x="314" y="128"/>
                  <a:pt x="319" y="126"/>
                </a:cubicBezTo>
                <a:cubicBezTo>
                  <a:pt x="323" y="125"/>
                  <a:pt x="326" y="125"/>
                  <a:pt x="330" y="125"/>
                </a:cubicBezTo>
                <a:cubicBezTo>
                  <a:pt x="339" y="125"/>
                  <a:pt x="343" y="127"/>
                  <a:pt x="343" y="132"/>
                </a:cubicBezTo>
                <a:cubicBezTo>
                  <a:pt x="343" y="133"/>
                  <a:pt x="343" y="134"/>
                  <a:pt x="342" y="134"/>
                </a:cubicBezTo>
                <a:cubicBezTo>
                  <a:pt x="341" y="134"/>
                  <a:pt x="338" y="135"/>
                  <a:pt x="331" y="135"/>
                </a:cubicBezTo>
                <a:cubicBezTo>
                  <a:pt x="327" y="136"/>
                  <a:pt x="323" y="137"/>
                  <a:pt x="319" y="137"/>
                </a:cubicBezTo>
                <a:cubicBezTo>
                  <a:pt x="316" y="138"/>
                  <a:pt x="313" y="139"/>
                  <a:pt x="309" y="141"/>
                </a:cubicBezTo>
                <a:cubicBezTo>
                  <a:pt x="305" y="142"/>
                  <a:pt x="303" y="145"/>
                  <a:pt x="301" y="148"/>
                </a:cubicBezTo>
                <a:cubicBezTo>
                  <a:pt x="299" y="151"/>
                  <a:pt x="298" y="155"/>
                  <a:pt x="298" y="159"/>
                </a:cubicBezTo>
                <a:cubicBezTo>
                  <a:pt x="298" y="164"/>
                  <a:pt x="299" y="168"/>
                  <a:pt x="303" y="170"/>
                </a:cubicBezTo>
                <a:cubicBezTo>
                  <a:pt x="306" y="173"/>
                  <a:pt x="310" y="174"/>
                  <a:pt x="314" y="174"/>
                </a:cubicBezTo>
                <a:cubicBezTo>
                  <a:pt x="317" y="174"/>
                  <a:pt x="320" y="174"/>
                  <a:pt x="323" y="173"/>
                </a:cubicBezTo>
                <a:cubicBezTo>
                  <a:pt x="325" y="172"/>
                  <a:pt x="327" y="171"/>
                  <a:pt x="329" y="171"/>
                </a:cubicBezTo>
                <a:cubicBezTo>
                  <a:pt x="330" y="170"/>
                  <a:pt x="333" y="168"/>
                  <a:pt x="336" y="166"/>
                </a:cubicBezTo>
                <a:cubicBezTo>
                  <a:pt x="335" y="168"/>
                  <a:pt x="335" y="169"/>
                  <a:pt x="335" y="169"/>
                </a:cubicBezTo>
                <a:cubicBezTo>
                  <a:pt x="335" y="170"/>
                  <a:pt x="335" y="170"/>
                  <a:pt x="336" y="171"/>
                </a:cubicBezTo>
                <a:cubicBezTo>
                  <a:pt x="336" y="171"/>
                  <a:pt x="336" y="171"/>
                  <a:pt x="337" y="172"/>
                </a:cubicBezTo>
                <a:cubicBezTo>
                  <a:pt x="337" y="172"/>
                  <a:pt x="338" y="172"/>
                  <a:pt x="338" y="172"/>
                </a:cubicBezTo>
                <a:cubicBezTo>
                  <a:pt x="339" y="173"/>
                  <a:pt x="339" y="173"/>
                  <a:pt x="340" y="173"/>
                </a:cubicBezTo>
                <a:cubicBezTo>
                  <a:pt x="341" y="173"/>
                  <a:pt x="342" y="173"/>
                  <a:pt x="342" y="173"/>
                </a:cubicBezTo>
                <a:cubicBezTo>
                  <a:pt x="345" y="173"/>
                  <a:pt x="345" y="173"/>
                  <a:pt x="345" y="173"/>
                </a:cubicBezTo>
                <a:cubicBezTo>
                  <a:pt x="350" y="173"/>
                  <a:pt x="353" y="171"/>
                  <a:pt x="354" y="168"/>
                </a:cubicBezTo>
                <a:cubicBezTo>
                  <a:pt x="362" y="133"/>
                  <a:pt x="362" y="133"/>
                  <a:pt x="362" y="133"/>
                </a:cubicBezTo>
                <a:cubicBezTo>
                  <a:pt x="363" y="131"/>
                  <a:pt x="363" y="129"/>
                  <a:pt x="363" y="127"/>
                </a:cubicBezTo>
                <a:cubicBezTo>
                  <a:pt x="363" y="117"/>
                  <a:pt x="354" y="112"/>
                  <a:pt x="336" y="112"/>
                </a:cubicBezTo>
                <a:close/>
                <a:moveTo>
                  <a:pt x="395" y="95"/>
                </a:moveTo>
                <a:cubicBezTo>
                  <a:pt x="385" y="95"/>
                  <a:pt x="385" y="95"/>
                  <a:pt x="385" y="95"/>
                </a:cubicBezTo>
                <a:cubicBezTo>
                  <a:pt x="382" y="95"/>
                  <a:pt x="380" y="98"/>
                  <a:pt x="379" y="103"/>
                </a:cubicBezTo>
                <a:cubicBezTo>
                  <a:pt x="378" y="108"/>
                  <a:pt x="376" y="118"/>
                  <a:pt x="372" y="133"/>
                </a:cubicBezTo>
                <a:cubicBezTo>
                  <a:pt x="369" y="148"/>
                  <a:pt x="367" y="160"/>
                  <a:pt x="365" y="168"/>
                </a:cubicBezTo>
                <a:cubicBezTo>
                  <a:pt x="365" y="169"/>
                  <a:pt x="365" y="169"/>
                  <a:pt x="365" y="169"/>
                </a:cubicBezTo>
                <a:cubicBezTo>
                  <a:pt x="365" y="171"/>
                  <a:pt x="366" y="172"/>
                  <a:pt x="368" y="172"/>
                </a:cubicBezTo>
                <a:cubicBezTo>
                  <a:pt x="378" y="172"/>
                  <a:pt x="378" y="172"/>
                  <a:pt x="378" y="172"/>
                </a:cubicBezTo>
                <a:cubicBezTo>
                  <a:pt x="379" y="172"/>
                  <a:pt x="381" y="172"/>
                  <a:pt x="382" y="171"/>
                </a:cubicBezTo>
                <a:cubicBezTo>
                  <a:pt x="383" y="170"/>
                  <a:pt x="383" y="169"/>
                  <a:pt x="383" y="168"/>
                </a:cubicBezTo>
                <a:cubicBezTo>
                  <a:pt x="399" y="100"/>
                  <a:pt x="399" y="100"/>
                  <a:pt x="399" y="100"/>
                </a:cubicBezTo>
                <a:cubicBezTo>
                  <a:pt x="399" y="100"/>
                  <a:pt x="399" y="100"/>
                  <a:pt x="399" y="100"/>
                </a:cubicBezTo>
                <a:cubicBezTo>
                  <a:pt x="399" y="99"/>
                  <a:pt x="399" y="99"/>
                  <a:pt x="399" y="99"/>
                </a:cubicBezTo>
                <a:cubicBezTo>
                  <a:pt x="399" y="98"/>
                  <a:pt x="398" y="97"/>
                  <a:pt x="398" y="96"/>
                </a:cubicBezTo>
                <a:cubicBezTo>
                  <a:pt x="397" y="96"/>
                  <a:pt x="396" y="95"/>
                  <a:pt x="395" y="95"/>
                </a:cubicBezTo>
                <a:close/>
                <a:moveTo>
                  <a:pt x="422" y="24"/>
                </a:moveTo>
                <a:cubicBezTo>
                  <a:pt x="422" y="259"/>
                  <a:pt x="422" y="259"/>
                  <a:pt x="422" y="259"/>
                </a:cubicBezTo>
                <a:cubicBezTo>
                  <a:pt x="422" y="265"/>
                  <a:pt x="420" y="270"/>
                  <a:pt x="415" y="275"/>
                </a:cubicBezTo>
                <a:cubicBezTo>
                  <a:pt x="411" y="280"/>
                  <a:pt x="405" y="282"/>
                  <a:pt x="399" y="282"/>
                </a:cubicBezTo>
                <a:cubicBezTo>
                  <a:pt x="23" y="282"/>
                  <a:pt x="23" y="282"/>
                  <a:pt x="23" y="282"/>
                </a:cubicBezTo>
                <a:cubicBezTo>
                  <a:pt x="17" y="282"/>
                  <a:pt x="11" y="280"/>
                  <a:pt x="6" y="275"/>
                </a:cubicBezTo>
                <a:cubicBezTo>
                  <a:pt x="2" y="270"/>
                  <a:pt x="0" y="265"/>
                  <a:pt x="0" y="25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7"/>
                  <a:pt x="2" y="12"/>
                  <a:pt x="6" y="7"/>
                </a:cubicBezTo>
                <a:cubicBezTo>
                  <a:pt x="11" y="3"/>
                  <a:pt x="17" y="0"/>
                  <a:pt x="23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5" y="0"/>
                  <a:pt x="411" y="3"/>
                  <a:pt x="415" y="7"/>
                </a:cubicBezTo>
                <a:cubicBezTo>
                  <a:pt x="420" y="12"/>
                  <a:pt x="422" y="17"/>
                  <a:pt x="422" y="2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5035131" y="1995597"/>
            <a:ext cx="437855" cy="291443"/>
          </a:xfrm>
          <a:custGeom>
            <a:avLst/>
            <a:gdLst>
              <a:gd name="T0" fmla="*/ 289 w 422"/>
              <a:gd name="T1" fmla="*/ 161 h 282"/>
              <a:gd name="T2" fmla="*/ 272 w 422"/>
              <a:gd name="T3" fmla="*/ 166 h 282"/>
              <a:gd name="T4" fmla="*/ 282 w 422"/>
              <a:gd name="T5" fmla="*/ 120 h 282"/>
              <a:gd name="T6" fmla="*/ 373 w 422"/>
              <a:gd name="T7" fmla="*/ 135 h 282"/>
              <a:gd name="T8" fmla="*/ 363 w 422"/>
              <a:gd name="T9" fmla="*/ 117 h 282"/>
              <a:gd name="T10" fmla="*/ 87 w 422"/>
              <a:gd name="T11" fmla="*/ 160 h 282"/>
              <a:gd name="T12" fmla="*/ 62 w 422"/>
              <a:gd name="T13" fmla="*/ 133 h 282"/>
              <a:gd name="T14" fmla="*/ 50 w 422"/>
              <a:gd name="T15" fmla="*/ 124 h 282"/>
              <a:gd name="T16" fmla="*/ 79 w 422"/>
              <a:gd name="T17" fmla="*/ 125 h 282"/>
              <a:gd name="T18" fmla="*/ 55 w 422"/>
              <a:gd name="T19" fmla="*/ 99 h 282"/>
              <a:gd name="T20" fmla="*/ 24 w 422"/>
              <a:gd name="T21" fmla="*/ 126 h 282"/>
              <a:gd name="T22" fmla="*/ 48 w 422"/>
              <a:gd name="T23" fmla="*/ 153 h 282"/>
              <a:gd name="T24" fmla="*/ 61 w 422"/>
              <a:gd name="T25" fmla="*/ 162 h 282"/>
              <a:gd name="T26" fmla="*/ 40 w 422"/>
              <a:gd name="T27" fmla="*/ 166 h 282"/>
              <a:gd name="T28" fmla="*/ 23 w 422"/>
              <a:gd name="T29" fmla="*/ 181 h 282"/>
              <a:gd name="T30" fmla="*/ 77 w 422"/>
              <a:gd name="T31" fmla="*/ 182 h 282"/>
              <a:gd name="T32" fmla="*/ 141 w 422"/>
              <a:gd name="T33" fmla="*/ 121 h 282"/>
              <a:gd name="T34" fmla="*/ 127 w 422"/>
              <a:gd name="T35" fmla="*/ 100 h 282"/>
              <a:gd name="T36" fmla="*/ 103 w 422"/>
              <a:gd name="T37" fmla="*/ 79 h 282"/>
              <a:gd name="T38" fmla="*/ 91 w 422"/>
              <a:gd name="T39" fmla="*/ 102 h 282"/>
              <a:gd name="T40" fmla="*/ 100 w 422"/>
              <a:gd name="T41" fmla="*/ 121 h 282"/>
              <a:gd name="T42" fmla="*/ 108 w 422"/>
              <a:gd name="T43" fmla="*/ 183 h 282"/>
              <a:gd name="T44" fmla="*/ 143 w 422"/>
              <a:gd name="T45" fmla="*/ 186 h 282"/>
              <a:gd name="T46" fmla="*/ 135 w 422"/>
              <a:gd name="T47" fmla="*/ 166 h 282"/>
              <a:gd name="T48" fmla="*/ 127 w 422"/>
              <a:gd name="T49" fmla="*/ 121 h 282"/>
              <a:gd name="T50" fmla="*/ 199 w 422"/>
              <a:gd name="T51" fmla="*/ 125 h 282"/>
              <a:gd name="T52" fmla="*/ 194 w 422"/>
              <a:gd name="T53" fmla="*/ 99 h 282"/>
              <a:gd name="T54" fmla="*/ 177 w 422"/>
              <a:gd name="T55" fmla="*/ 111 h 282"/>
              <a:gd name="T56" fmla="*/ 152 w 422"/>
              <a:gd name="T57" fmla="*/ 100 h 282"/>
              <a:gd name="T58" fmla="*/ 179 w 422"/>
              <a:gd name="T59" fmla="*/ 187 h 282"/>
              <a:gd name="T60" fmla="*/ 194 w 422"/>
              <a:gd name="T61" fmla="*/ 125 h 282"/>
              <a:gd name="T62" fmla="*/ 206 w 422"/>
              <a:gd name="T63" fmla="*/ 187 h 282"/>
              <a:gd name="T64" fmla="*/ 233 w 422"/>
              <a:gd name="T65" fmla="*/ 100 h 282"/>
              <a:gd name="T66" fmla="*/ 206 w 422"/>
              <a:gd name="T67" fmla="*/ 187 h 282"/>
              <a:gd name="T68" fmla="*/ 312 w 422"/>
              <a:gd name="T69" fmla="*/ 108 h 282"/>
              <a:gd name="T70" fmla="*/ 270 w 422"/>
              <a:gd name="T71" fmla="*/ 109 h 282"/>
              <a:gd name="T72" fmla="*/ 244 w 422"/>
              <a:gd name="T73" fmla="*/ 100 h 282"/>
              <a:gd name="T74" fmla="*/ 272 w 422"/>
              <a:gd name="T75" fmla="*/ 214 h 282"/>
              <a:gd name="T76" fmla="*/ 284 w 422"/>
              <a:gd name="T77" fmla="*/ 188 h 282"/>
              <a:gd name="T78" fmla="*/ 320 w 422"/>
              <a:gd name="T79" fmla="*/ 141 h 282"/>
              <a:gd name="T80" fmla="*/ 230 w 422"/>
              <a:gd name="T81" fmla="*/ 67 h 282"/>
              <a:gd name="T82" fmla="*/ 209 w 422"/>
              <a:gd name="T83" fmla="*/ 67 h 282"/>
              <a:gd name="T84" fmla="*/ 209 w 422"/>
              <a:gd name="T85" fmla="*/ 88 h 282"/>
              <a:gd name="T86" fmla="*/ 230 w 422"/>
              <a:gd name="T87" fmla="*/ 88 h 282"/>
              <a:gd name="T88" fmla="*/ 399 w 422"/>
              <a:gd name="T89" fmla="*/ 143 h 282"/>
              <a:gd name="T90" fmla="*/ 363 w 422"/>
              <a:gd name="T91" fmla="*/ 99 h 282"/>
              <a:gd name="T92" fmla="*/ 326 w 422"/>
              <a:gd name="T93" fmla="*/ 144 h 282"/>
              <a:gd name="T94" fmla="*/ 367 w 422"/>
              <a:gd name="T95" fmla="*/ 188 h 282"/>
              <a:gd name="T96" fmla="*/ 393 w 422"/>
              <a:gd name="T97" fmla="*/ 162 h 282"/>
              <a:gd name="T98" fmla="*/ 358 w 422"/>
              <a:gd name="T99" fmla="*/ 164 h 282"/>
              <a:gd name="T100" fmla="*/ 398 w 422"/>
              <a:gd name="T101" fmla="*/ 152 h 282"/>
              <a:gd name="T102" fmla="*/ 422 w 422"/>
              <a:gd name="T103" fmla="*/ 23 h 282"/>
              <a:gd name="T104" fmla="*/ 415 w 422"/>
              <a:gd name="T105" fmla="*/ 275 h 282"/>
              <a:gd name="T106" fmla="*/ 23 w 422"/>
              <a:gd name="T107" fmla="*/ 282 h 282"/>
              <a:gd name="T108" fmla="*/ 0 w 422"/>
              <a:gd name="T109" fmla="*/ 258 h 282"/>
              <a:gd name="T110" fmla="*/ 6 w 422"/>
              <a:gd name="T111" fmla="*/ 7 h 282"/>
              <a:gd name="T112" fmla="*/ 399 w 422"/>
              <a:gd name="T113" fmla="*/ 0 h 282"/>
              <a:gd name="T114" fmla="*/ 422 w 422"/>
              <a:gd name="T115" fmla="*/ 2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22" h="282">
                <a:moveTo>
                  <a:pt x="292" y="142"/>
                </a:moveTo>
                <a:cubicBezTo>
                  <a:pt x="292" y="150"/>
                  <a:pt x="291" y="157"/>
                  <a:pt x="289" y="161"/>
                </a:cubicBezTo>
                <a:cubicBezTo>
                  <a:pt x="286" y="166"/>
                  <a:pt x="283" y="168"/>
                  <a:pt x="279" y="168"/>
                </a:cubicBezTo>
                <a:cubicBezTo>
                  <a:pt x="276" y="168"/>
                  <a:pt x="274" y="167"/>
                  <a:pt x="272" y="166"/>
                </a:cubicBezTo>
                <a:cubicBezTo>
                  <a:pt x="272" y="125"/>
                  <a:pt x="272" y="125"/>
                  <a:pt x="272" y="125"/>
                </a:cubicBezTo>
                <a:cubicBezTo>
                  <a:pt x="275" y="121"/>
                  <a:pt x="279" y="120"/>
                  <a:pt x="282" y="120"/>
                </a:cubicBezTo>
                <a:cubicBezTo>
                  <a:pt x="289" y="120"/>
                  <a:pt x="292" y="127"/>
                  <a:pt x="292" y="142"/>
                </a:cubicBezTo>
                <a:close/>
                <a:moveTo>
                  <a:pt x="373" y="135"/>
                </a:moveTo>
                <a:cubicBezTo>
                  <a:pt x="353" y="135"/>
                  <a:pt x="353" y="135"/>
                  <a:pt x="353" y="135"/>
                </a:cubicBezTo>
                <a:cubicBezTo>
                  <a:pt x="353" y="123"/>
                  <a:pt x="357" y="117"/>
                  <a:pt x="363" y="117"/>
                </a:cubicBezTo>
                <a:cubicBezTo>
                  <a:pt x="369" y="117"/>
                  <a:pt x="372" y="123"/>
                  <a:pt x="373" y="135"/>
                </a:cubicBezTo>
                <a:close/>
                <a:moveTo>
                  <a:pt x="87" y="160"/>
                </a:moveTo>
                <a:cubicBezTo>
                  <a:pt x="87" y="153"/>
                  <a:pt x="85" y="147"/>
                  <a:pt x="81" y="143"/>
                </a:cubicBezTo>
                <a:cubicBezTo>
                  <a:pt x="77" y="139"/>
                  <a:pt x="71" y="136"/>
                  <a:pt x="62" y="133"/>
                </a:cubicBezTo>
                <a:cubicBezTo>
                  <a:pt x="58" y="131"/>
                  <a:pt x="55" y="130"/>
                  <a:pt x="53" y="128"/>
                </a:cubicBezTo>
                <a:cubicBezTo>
                  <a:pt x="51" y="127"/>
                  <a:pt x="50" y="125"/>
                  <a:pt x="50" y="124"/>
                </a:cubicBezTo>
                <a:cubicBezTo>
                  <a:pt x="50" y="121"/>
                  <a:pt x="52" y="119"/>
                  <a:pt x="57" y="119"/>
                </a:cubicBezTo>
                <a:cubicBezTo>
                  <a:pt x="64" y="119"/>
                  <a:pt x="71" y="121"/>
                  <a:pt x="79" y="125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75" y="101"/>
                  <a:pt x="65" y="99"/>
                  <a:pt x="55" y="99"/>
                </a:cubicBezTo>
                <a:cubicBezTo>
                  <a:pt x="46" y="99"/>
                  <a:pt x="39" y="101"/>
                  <a:pt x="33" y="106"/>
                </a:cubicBezTo>
                <a:cubicBezTo>
                  <a:pt x="27" y="110"/>
                  <a:pt x="24" y="117"/>
                  <a:pt x="24" y="126"/>
                </a:cubicBezTo>
                <a:cubicBezTo>
                  <a:pt x="24" y="133"/>
                  <a:pt x="26" y="138"/>
                  <a:pt x="30" y="142"/>
                </a:cubicBezTo>
                <a:cubicBezTo>
                  <a:pt x="34" y="146"/>
                  <a:pt x="40" y="150"/>
                  <a:pt x="48" y="153"/>
                </a:cubicBezTo>
                <a:cubicBezTo>
                  <a:pt x="53" y="154"/>
                  <a:pt x="56" y="156"/>
                  <a:pt x="58" y="157"/>
                </a:cubicBezTo>
                <a:cubicBezTo>
                  <a:pt x="60" y="159"/>
                  <a:pt x="61" y="160"/>
                  <a:pt x="61" y="162"/>
                </a:cubicBezTo>
                <a:cubicBezTo>
                  <a:pt x="61" y="166"/>
                  <a:pt x="58" y="168"/>
                  <a:pt x="52" y="168"/>
                </a:cubicBezTo>
                <a:cubicBezTo>
                  <a:pt x="49" y="168"/>
                  <a:pt x="45" y="167"/>
                  <a:pt x="40" y="166"/>
                </a:cubicBezTo>
                <a:cubicBezTo>
                  <a:pt x="34" y="164"/>
                  <a:pt x="30" y="162"/>
                  <a:pt x="26" y="160"/>
                </a:cubicBezTo>
                <a:cubicBezTo>
                  <a:pt x="23" y="181"/>
                  <a:pt x="23" y="181"/>
                  <a:pt x="23" y="181"/>
                </a:cubicBezTo>
                <a:cubicBezTo>
                  <a:pt x="32" y="186"/>
                  <a:pt x="42" y="188"/>
                  <a:pt x="54" y="188"/>
                </a:cubicBezTo>
                <a:cubicBezTo>
                  <a:pt x="64" y="188"/>
                  <a:pt x="72" y="186"/>
                  <a:pt x="77" y="182"/>
                </a:cubicBezTo>
                <a:cubicBezTo>
                  <a:pt x="84" y="177"/>
                  <a:pt x="87" y="169"/>
                  <a:pt x="87" y="160"/>
                </a:cubicBezTo>
                <a:close/>
                <a:moveTo>
                  <a:pt x="141" y="121"/>
                </a:moveTo>
                <a:cubicBezTo>
                  <a:pt x="144" y="100"/>
                  <a:pt x="144" y="100"/>
                  <a:pt x="144" y="100"/>
                </a:cubicBezTo>
                <a:cubicBezTo>
                  <a:pt x="127" y="100"/>
                  <a:pt x="127" y="100"/>
                  <a:pt x="127" y="100"/>
                </a:cubicBezTo>
                <a:cubicBezTo>
                  <a:pt x="127" y="75"/>
                  <a:pt x="127" y="75"/>
                  <a:pt x="127" y="75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0" y="100"/>
                  <a:pt x="100" y="100"/>
                  <a:pt x="100" y="100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100" y="121"/>
                  <a:pt x="100" y="121"/>
                  <a:pt x="100" y="121"/>
                </a:cubicBezTo>
                <a:cubicBezTo>
                  <a:pt x="100" y="161"/>
                  <a:pt x="100" y="161"/>
                  <a:pt x="100" y="161"/>
                </a:cubicBezTo>
                <a:cubicBezTo>
                  <a:pt x="100" y="171"/>
                  <a:pt x="102" y="178"/>
                  <a:pt x="108" y="183"/>
                </a:cubicBezTo>
                <a:cubicBezTo>
                  <a:pt x="112" y="186"/>
                  <a:pt x="119" y="188"/>
                  <a:pt x="128" y="188"/>
                </a:cubicBezTo>
                <a:cubicBezTo>
                  <a:pt x="132" y="188"/>
                  <a:pt x="137" y="188"/>
                  <a:pt x="143" y="186"/>
                </a:cubicBezTo>
                <a:cubicBezTo>
                  <a:pt x="143" y="165"/>
                  <a:pt x="143" y="165"/>
                  <a:pt x="143" y="165"/>
                </a:cubicBezTo>
                <a:cubicBezTo>
                  <a:pt x="139" y="166"/>
                  <a:pt x="136" y="166"/>
                  <a:pt x="135" y="166"/>
                </a:cubicBezTo>
                <a:cubicBezTo>
                  <a:pt x="129" y="166"/>
                  <a:pt x="127" y="163"/>
                  <a:pt x="127" y="157"/>
                </a:cubicBezTo>
                <a:cubicBezTo>
                  <a:pt x="127" y="121"/>
                  <a:pt x="127" y="121"/>
                  <a:pt x="127" y="121"/>
                </a:cubicBezTo>
                <a:lnTo>
                  <a:pt x="141" y="121"/>
                </a:lnTo>
                <a:close/>
                <a:moveTo>
                  <a:pt x="199" y="125"/>
                </a:moveTo>
                <a:cubicBezTo>
                  <a:pt x="199" y="100"/>
                  <a:pt x="199" y="100"/>
                  <a:pt x="199" y="100"/>
                </a:cubicBezTo>
                <a:cubicBezTo>
                  <a:pt x="197" y="99"/>
                  <a:pt x="195" y="99"/>
                  <a:pt x="194" y="99"/>
                </a:cubicBezTo>
                <a:cubicBezTo>
                  <a:pt x="190" y="99"/>
                  <a:pt x="186" y="100"/>
                  <a:pt x="184" y="102"/>
                </a:cubicBezTo>
                <a:cubicBezTo>
                  <a:pt x="181" y="104"/>
                  <a:pt x="179" y="107"/>
                  <a:pt x="177" y="111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187"/>
                  <a:pt x="152" y="187"/>
                  <a:pt x="152" y="187"/>
                </a:cubicBezTo>
                <a:cubicBezTo>
                  <a:pt x="179" y="187"/>
                  <a:pt x="179" y="187"/>
                  <a:pt x="179" y="187"/>
                </a:cubicBezTo>
                <a:cubicBezTo>
                  <a:pt x="179" y="131"/>
                  <a:pt x="179" y="131"/>
                  <a:pt x="179" y="131"/>
                </a:cubicBezTo>
                <a:cubicBezTo>
                  <a:pt x="182" y="127"/>
                  <a:pt x="187" y="125"/>
                  <a:pt x="194" y="125"/>
                </a:cubicBezTo>
                <a:cubicBezTo>
                  <a:pt x="196" y="125"/>
                  <a:pt x="198" y="125"/>
                  <a:pt x="199" y="125"/>
                </a:cubicBezTo>
                <a:close/>
                <a:moveTo>
                  <a:pt x="206" y="187"/>
                </a:moveTo>
                <a:cubicBezTo>
                  <a:pt x="233" y="187"/>
                  <a:pt x="233" y="187"/>
                  <a:pt x="233" y="187"/>
                </a:cubicBezTo>
                <a:cubicBezTo>
                  <a:pt x="233" y="100"/>
                  <a:pt x="233" y="100"/>
                  <a:pt x="233" y="100"/>
                </a:cubicBezTo>
                <a:cubicBezTo>
                  <a:pt x="206" y="100"/>
                  <a:pt x="206" y="100"/>
                  <a:pt x="206" y="100"/>
                </a:cubicBezTo>
                <a:lnTo>
                  <a:pt x="206" y="187"/>
                </a:lnTo>
                <a:close/>
                <a:moveTo>
                  <a:pt x="320" y="141"/>
                </a:moveTo>
                <a:cubicBezTo>
                  <a:pt x="320" y="126"/>
                  <a:pt x="317" y="115"/>
                  <a:pt x="312" y="108"/>
                </a:cubicBezTo>
                <a:cubicBezTo>
                  <a:pt x="307" y="102"/>
                  <a:pt x="300" y="99"/>
                  <a:pt x="291" y="99"/>
                </a:cubicBezTo>
                <a:cubicBezTo>
                  <a:pt x="283" y="99"/>
                  <a:pt x="276" y="102"/>
                  <a:pt x="270" y="109"/>
                </a:cubicBezTo>
                <a:cubicBezTo>
                  <a:pt x="268" y="100"/>
                  <a:pt x="268" y="100"/>
                  <a:pt x="268" y="100"/>
                </a:cubicBezTo>
                <a:cubicBezTo>
                  <a:pt x="244" y="100"/>
                  <a:pt x="244" y="100"/>
                  <a:pt x="244" y="100"/>
                </a:cubicBezTo>
                <a:cubicBezTo>
                  <a:pt x="244" y="219"/>
                  <a:pt x="244" y="219"/>
                  <a:pt x="244" y="219"/>
                </a:cubicBezTo>
                <a:cubicBezTo>
                  <a:pt x="272" y="214"/>
                  <a:pt x="272" y="214"/>
                  <a:pt x="272" y="214"/>
                </a:cubicBezTo>
                <a:cubicBezTo>
                  <a:pt x="272" y="186"/>
                  <a:pt x="272" y="186"/>
                  <a:pt x="272" y="186"/>
                </a:cubicBezTo>
                <a:cubicBezTo>
                  <a:pt x="276" y="188"/>
                  <a:pt x="280" y="188"/>
                  <a:pt x="284" y="188"/>
                </a:cubicBezTo>
                <a:cubicBezTo>
                  <a:pt x="294" y="188"/>
                  <a:pt x="302" y="185"/>
                  <a:pt x="309" y="178"/>
                </a:cubicBezTo>
                <a:cubicBezTo>
                  <a:pt x="316" y="170"/>
                  <a:pt x="320" y="158"/>
                  <a:pt x="320" y="141"/>
                </a:cubicBezTo>
                <a:close/>
                <a:moveTo>
                  <a:pt x="234" y="77"/>
                </a:moveTo>
                <a:cubicBezTo>
                  <a:pt x="234" y="73"/>
                  <a:pt x="233" y="70"/>
                  <a:pt x="230" y="67"/>
                </a:cubicBezTo>
                <a:cubicBezTo>
                  <a:pt x="227" y="64"/>
                  <a:pt x="224" y="63"/>
                  <a:pt x="219" y="63"/>
                </a:cubicBezTo>
                <a:cubicBezTo>
                  <a:pt x="215" y="63"/>
                  <a:pt x="212" y="64"/>
                  <a:pt x="209" y="67"/>
                </a:cubicBezTo>
                <a:cubicBezTo>
                  <a:pt x="206" y="70"/>
                  <a:pt x="205" y="73"/>
                  <a:pt x="205" y="77"/>
                </a:cubicBezTo>
                <a:cubicBezTo>
                  <a:pt x="205" y="81"/>
                  <a:pt x="206" y="85"/>
                  <a:pt x="209" y="88"/>
                </a:cubicBezTo>
                <a:cubicBezTo>
                  <a:pt x="212" y="90"/>
                  <a:pt x="215" y="92"/>
                  <a:pt x="219" y="92"/>
                </a:cubicBezTo>
                <a:cubicBezTo>
                  <a:pt x="224" y="92"/>
                  <a:pt x="227" y="90"/>
                  <a:pt x="230" y="88"/>
                </a:cubicBezTo>
                <a:cubicBezTo>
                  <a:pt x="233" y="85"/>
                  <a:pt x="234" y="81"/>
                  <a:pt x="234" y="77"/>
                </a:cubicBezTo>
                <a:close/>
                <a:moveTo>
                  <a:pt x="399" y="143"/>
                </a:moveTo>
                <a:cubicBezTo>
                  <a:pt x="399" y="129"/>
                  <a:pt x="396" y="118"/>
                  <a:pt x="390" y="110"/>
                </a:cubicBezTo>
                <a:cubicBezTo>
                  <a:pt x="384" y="103"/>
                  <a:pt x="375" y="99"/>
                  <a:pt x="363" y="99"/>
                </a:cubicBezTo>
                <a:cubicBezTo>
                  <a:pt x="352" y="99"/>
                  <a:pt x="342" y="103"/>
                  <a:pt x="336" y="111"/>
                </a:cubicBezTo>
                <a:cubicBezTo>
                  <a:pt x="329" y="119"/>
                  <a:pt x="326" y="130"/>
                  <a:pt x="326" y="144"/>
                </a:cubicBezTo>
                <a:cubicBezTo>
                  <a:pt x="326" y="159"/>
                  <a:pt x="329" y="171"/>
                  <a:pt x="337" y="178"/>
                </a:cubicBezTo>
                <a:cubicBezTo>
                  <a:pt x="344" y="185"/>
                  <a:pt x="354" y="188"/>
                  <a:pt x="367" y="188"/>
                </a:cubicBezTo>
                <a:cubicBezTo>
                  <a:pt x="379" y="188"/>
                  <a:pt x="389" y="186"/>
                  <a:pt x="396" y="181"/>
                </a:cubicBezTo>
                <a:cubicBezTo>
                  <a:pt x="393" y="162"/>
                  <a:pt x="393" y="162"/>
                  <a:pt x="393" y="162"/>
                </a:cubicBezTo>
                <a:cubicBezTo>
                  <a:pt x="386" y="166"/>
                  <a:pt x="378" y="168"/>
                  <a:pt x="370" y="168"/>
                </a:cubicBezTo>
                <a:cubicBezTo>
                  <a:pt x="364" y="168"/>
                  <a:pt x="360" y="167"/>
                  <a:pt x="358" y="164"/>
                </a:cubicBezTo>
                <a:cubicBezTo>
                  <a:pt x="355" y="162"/>
                  <a:pt x="353" y="158"/>
                  <a:pt x="353" y="152"/>
                </a:cubicBezTo>
                <a:cubicBezTo>
                  <a:pt x="398" y="152"/>
                  <a:pt x="398" y="152"/>
                  <a:pt x="398" y="152"/>
                </a:cubicBezTo>
                <a:cubicBezTo>
                  <a:pt x="399" y="150"/>
                  <a:pt x="399" y="147"/>
                  <a:pt x="399" y="143"/>
                </a:cubicBezTo>
                <a:close/>
                <a:moveTo>
                  <a:pt x="422" y="23"/>
                </a:moveTo>
                <a:cubicBezTo>
                  <a:pt x="422" y="258"/>
                  <a:pt x="422" y="258"/>
                  <a:pt x="422" y="258"/>
                </a:cubicBezTo>
                <a:cubicBezTo>
                  <a:pt x="422" y="264"/>
                  <a:pt x="420" y="270"/>
                  <a:pt x="415" y="275"/>
                </a:cubicBezTo>
                <a:cubicBezTo>
                  <a:pt x="411" y="279"/>
                  <a:pt x="405" y="282"/>
                  <a:pt x="399" y="282"/>
                </a:cubicBezTo>
                <a:cubicBezTo>
                  <a:pt x="23" y="282"/>
                  <a:pt x="23" y="282"/>
                  <a:pt x="23" y="282"/>
                </a:cubicBezTo>
                <a:cubicBezTo>
                  <a:pt x="17" y="282"/>
                  <a:pt x="11" y="279"/>
                  <a:pt x="6" y="275"/>
                </a:cubicBezTo>
                <a:cubicBezTo>
                  <a:pt x="2" y="270"/>
                  <a:pt x="0" y="264"/>
                  <a:pt x="0" y="258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7"/>
                  <a:pt x="2" y="11"/>
                  <a:pt x="6" y="7"/>
                </a:cubicBezTo>
                <a:cubicBezTo>
                  <a:pt x="11" y="2"/>
                  <a:pt x="17" y="0"/>
                  <a:pt x="23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5" y="0"/>
                  <a:pt x="411" y="2"/>
                  <a:pt x="415" y="7"/>
                </a:cubicBezTo>
                <a:cubicBezTo>
                  <a:pt x="420" y="11"/>
                  <a:pt x="422" y="17"/>
                  <a:pt x="422" y="2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5035131" y="2429307"/>
            <a:ext cx="437855" cy="291443"/>
          </a:xfrm>
          <a:custGeom>
            <a:avLst/>
            <a:gdLst>
              <a:gd name="T0" fmla="*/ 337 w 422"/>
              <a:gd name="T1" fmla="*/ 158 h 282"/>
              <a:gd name="T2" fmla="*/ 349 w 422"/>
              <a:gd name="T3" fmla="*/ 124 h 282"/>
              <a:gd name="T4" fmla="*/ 353 w 422"/>
              <a:gd name="T5" fmla="*/ 114 h 282"/>
              <a:gd name="T6" fmla="*/ 362 w 422"/>
              <a:gd name="T7" fmla="*/ 158 h 282"/>
              <a:gd name="T8" fmla="*/ 86 w 422"/>
              <a:gd name="T9" fmla="*/ 92 h 282"/>
              <a:gd name="T10" fmla="*/ 23 w 422"/>
              <a:gd name="T11" fmla="*/ 82 h 282"/>
              <a:gd name="T12" fmla="*/ 97 w 422"/>
              <a:gd name="T13" fmla="*/ 146 h 282"/>
              <a:gd name="T14" fmla="*/ 100 w 422"/>
              <a:gd name="T15" fmla="*/ 163 h 282"/>
              <a:gd name="T16" fmla="*/ 81 w 422"/>
              <a:gd name="T17" fmla="*/ 123 h 282"/>
              <a:gd name="T18" fmla="*/ 82 w 422"/>
              <a:gd name="T19" fmla="*/ 200 h 282"/>
              <a:gd name="T20" fmla="*/ 162 w 422"/>
              <a:gd name="T21" fmla="*/ 82 h 282"/>
              <a:gd name="T22" fmla="*/ 155 w 422"/>
              <a:gd name="T23" fmla="*/ 200 h 282"/>
              <a:gd name="T24" fmla="*/ 205 w 422"/>
              <a:gd name="T25" fmla="*/ 82 h 282"/>
              <a:gd name="T26" fmla="*/ 155 w 422"/>
              <a:gd name="T27" fmla="*/ 200 h 282"/>
              <a:gd name="T28" fmla="*/ 269 w 422"/>
              <a:gd name="T29" fmla="*/ 80 h 282"/>
              <a:gd name="T30" fmla="*/ 217 w 422"/>
              <a:gd name="T31" fmla="*/ 119 h 282"/>
              <a:gd name="T32" fmla="*/ 256 w 422"/>
              <a:gd name="T33" fmla="*/ 159 h 282"/>
              <a:gd name="T34" fmla="*/ 254 w 422"/>
              <a:gd name="T35" fmla="*/ 174 h 282"/>
              <a:gd name="T36" fmla="*/ 213 w 422"/>
              <a:gd name="T37" fmla="*/ 171 h 282"/>
              <a:gd name="T38" fmla="*/ 205 w 422"/>
              <a:gd name="T39" fmla="*/ 196 h 282"/>
              <a:gd name="T40" fmla="*/ 277 w 422"/>
              <a:gd name="T41" fmla="*/ 191 h 282"/>
              <a:gd name="T42" fmla="*/ 266 w 422"/>
              <a:gd name="T43" fmla="*/ 130 h 282"/>
              <a:gd name="T44" fmla="*/ 249 w 422"/>
              <a:gd name="T45" fmla="*/ 115 h 282"/>
              <a:gd name="T46" fmla="*/ 266 w 422"/>
              <a:gd name="T47" fmla="*/ 105 h 282"/>
              <a:gd name="T48" fmla="*/ 292 w 422"/>
              <a:gd name="T49" fmla="*/ 111 h 282"/>
              <a:gd name="T50" fmla="*/ 374 w 422"/>
              <a:gd name="T51" fmla="*/ 82 h 282"/>
              <a:gd name="T52" fmla="*/ 335 w 422"/>
              <a:gd name="T53" fmla="*/ 92 h 282"/>
              <a:gd name="T54" fmla="*/ 321 w 422"/>
              <a:gd name="T55" fmla="*/ 200 h 282"/>
              <a:gd name="T56" fmla="*/ 367 w 422"/>
              <a:gd name="T57" fmla="*/ 183 h 282"/>
              <a:gd name="T58" fmla="*/ 399 w 422"/>
              <a:gd name="T59" fmla="*/ 200 h 282"/>
              <a:gd name="T60" fmla="*/ 422 w 422"/>
              <a:gd name="T61" fmla="*/ 24 h 282"/>
              <a:gd name="T62" fmla="*/ 415 w 422"/>
              <a:gd name="T63" fmla="*/ 275 h 282"/>
              <a:gd name="T64" fmla="*/ 23 w 422"/>
              <a:gd name="T65" fmla="*/ 282 h 282"/>
              <a:gd name="T66" fmla="*/ 0 w 422"/>
              <a:gd name="T67" fmla="*/ 259 h 282"/>
              <a:gd name="T68" fmla="*/ 6 w 422"/>
              <a:gd name="T69" fmla="*/ 7 h 282"/>
              <a:gd name="T70" fmla="*/ 399 w 422"/>
              <a:gd name="T71" fmla="*/ 0 h 282"/>
              <a:gd name="T72" fmla="*/ 422 w 422"/>
              <a:gd name="T73" fmla="*/ 24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22" h="282">
                <a:moveTo>
                  <a:pt x="362" y="158"/>
                </a:moveTo>
                <a:cubicBezTo>
                  <a:pt x="337" y="158"/>
                  <a:pt x="337" y="158"/>
                  <a:pt x="337" y="158"/>
                </a:cubicBezTo>
                <a:cubicBezTo>
                  <a:pt x="338" y="154"/>
                  <a:pt x="342" y="143"/>
                  <a:pt x="349" y="126"/>
                </a:cubicBezTo>
                <a:cubicBezTo>
                  <a:pt x="349" y="124"/>
                  <a:pt x="349" y="124"/>
                  <a:pt x="349" y="124"/>
                </a:cubicBezTo>
                <a:cubicBezTo>
                  <a:pt x="350" y="123"/>
                  <a:pt x="350" y="121"/>
                  <a:pt x="351" y="119"/>
                </a:cubicBezTo>
                <a:cubicBezTo>
                  <a:pt x="352" y="117"/>
                  <a:pt x="352" y="116"/>
                  <a:pt x="353" y="114"/>
                </a:cubicBezTo>
                <a:cubicBezTo>
                  <a:pt x="355" y="124"/>
                  <a:pt x="355" y="124"/>
                  <a:pt x="355" y="124"/>
                </a:cubicBezTo>
                <a:lnTo>
                  <a:pt x="362" y="158"/>
                </a:lnTo>
                <a:close/>
                <a:moveTo>
                  <a:pt x="97" y="146"/>
                </a:moveTo>
                <a:cubicBezTo>
                  <a:pt x="86" y="92"/>
                  <a:pt x="86" y="92"/>
                  <a:pt x="86" y="92"/>
                </a:cubicBezTo>
                <a:cubicBezTo>
                  <a:pt x="85" y="86"/>
                  <a:pt x="80" y="82"/>
                  <a:pt x="73" y="82"/>
                </a:cubicBezTo>
                <a:cubicBezTo>
                  <a:pt x="23" y="82"/>
                  <a:pt x="23" y="82"/>
                  <a:pt x="23" y="82"/>
                </a:cubicBezTo>
                <a:cubicBezTo>
                  <a:pt x="23" y="85"/>
                  <a:pt x="23" y="85"/>
                  <a:pt x="23" y="85"/>
                </a:cubicBezTo>
                <a:cubicBezTo>
                  <a:pt x="61" y="94"/>
                  <a:pt x="86" y="115"/>
                  <a:pt x="97" y="146"/>
                </a:cubicBezTo>
                <a:close/>
                <a:moveTo>
                  <a:pt x="130" y="82"/>
                </a:moveTo>
                <a:cubicBezTo>
                  <a:pt x="100" y="163"/>
                  <a:pt x="100" y="163"/>
                  <a:pt x="100" y="163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4" y="138"/>
                  <a:pt x="89" y="130"/>
                  <a:pt x="81" y="123"/>
                </a:cubicBezTo>
                <a:cubicBezTo>
                  <a:pt x="74" y="115"/>
                  <a:pt x="66" y="110"/>
                  <a:pt x="57" y="106"/>
                </a:cubicBezTo>
                <a:cubicBezTo>
                  <a:pt x="82" y="200"/>
                  <a:pt x="82" y="200"/>
                  <a:pt x="82" y="200"/>
                </a:cubicBezTo>
                <a:cubicBezTo>
                  <a:pt x="114" y="200"/>
                  <a:pt x="114" y="200"/>
                  <a:pt x="114" y="200"/>
                </a:cubicBezTo>
                <a:cubicBezTo>
                  <a:pt x="162" y="82"/>
                  <a:pt x="162" y="82"/>
                  <a:pt x="162" y="82"/>
                </a:cubicBezTo>
                <a:lnTo>
                  <a:pt x="130" y="82"/>
                </a:lnTo>
                <a:close/>
                <a:moveTo>
                  <a:pt x="155" y="200"/>
                </a:moveTo>
                <a:cubicBezTo>
                  <a:pt x="186" y="200"/>
                  <a:pt x="186" y="200"/>
                  <a:pt x="186" y="200"/>
                </a:cubicBezTo>
                <a:cubicBezTo>
                  <a:pt x="205" y="82"/>
                  <a:pt x="205" y="82"/>
                  <a:pt x="205" y="82"/>
                </a:cubicBezTo>
                <a:cubicBezTo>
                  <a:pt x="174" y="82"/>
                  <a:pt x="174" y="82"/>
                  <a:pt x="174" y="82"/>
                </a:cubicBezTo>
                <a:lnTo>
                  <a:pt x="155" y="200"/>
                </a:lnTo>
                <a:close/>
                <a:moveTo>
                  <a:pt x="296" y="85"/>
                </a:moveTo>
                <a:cubicBezTo>
                  <a:pt x="288" y="82"/>
                  <a:pt x="279" y="80"/>
                  <a:pt x="269" y="80"/>
                </a:cubicBezTo>
                <a:cubicBezTo>
                  <a:pt x="254" y="80"/>
                  <a:pt x="241" y="84"/>
                  <a:pt x="232" y="91"/>
                </a:cubicBezTo>
                <a:cubicBezTo>
                  <a:pt x="222" y="98"/>
                  <a:pt x="218" y="108"/>
                  <a:pt x="217" y="119"/>
                </a:cubicBezTo>
                <a:cubicBezTo>
                  <a:pt x="217" y="132"/>
                  <a:pt x="226" y="142"/>
                  <a:pt x="244" y="151"/>
                </a:cubicBezTo>
                <a:cubicBezTo>
                  <a:pt x="250" y="154"/>
                  <a:pt x="254" y="157"/>
                  <a:pt x="256" y="159"/>
                </a:cubicBezTo>
                <a:cubicBezTo>
                  <a:pt x="259" y="161"/>
                  <a:pt x="260" y="163"/>
                  <a:pt x="260" y="166"/>
                </a:cubicBezTo>
                <a:cubicBezTo>
                  <a:pt x="260" y="170"/>
                  <a:pt x="258" y="172"/>
                  <a:pt x="254" y="174"/>
                </a:cubicBezTo>
                <a:cubicBezTo>
                  <a:pt x="251" y="176"/>
                  <a:pt x="246" y="177"/>
                  <a:pt x="242" y="177"/>
                </a:cubicBezTo>
                <a:cubicBezTo>
                  <a:pt x="231" y="177"/>
                  <a:pt x="222" y="175"/>
                  <a:pt x="213" y="171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5" y="196"/>
                  <a:pt x="205" y="196"/>
                  <a:pt x="205" y="196"/>
                </a:cubicBezTo>
                <a:cubicBezTo>
                  <a:pt x="214" y="200"/>
                  <a:pt x="225" y="202"/>
                  <a:pt x="239" y="202"/>
                </a:cubicBezTo>
                <a:cubicBezTo>
                  <a:pt x="255" y="202"/>
                  <a:pt x="267" y="198"/>
                  <a:pt x="277" y="191"/>
                </a:cubicBezTo>
                <a:cubicBezTo>
                  <a:pt x="287" y="184"/>
                  <a:pt x="292" y="174"/>
                  <a:pt x="292" y="162"/>
                </a:cubicBezTo>
                <a:cubicBezTo>
                  <a:pt x="292" y="149"/>
                  <a:pt x="283" y="138"/>
                  <a:pt x="266" y="130"/>
                </a:cubicBezTo>
                <a:cubicBezTo>
                  <a:pt x="260" y="127"/>
                  <a:pt x="256" y="124"/>
                  <a:pt x="253" y="122"/>
                </a:cubicBezTo>
                <a:cubicBezTo>
                  <a:pt x="250" y="120"/>
                  <a:pt x="249" y="118"/>
                  <a:pt x="249" y="115"/>
                </a:cubicBezTo>
                <a:cubicBezTo>
                  <a:pt x="249" y="112"/>
                  <a:pt x="251" y="110"/>
                  <a:pt x="254" y="108"/>
                </a:cubicBezTo>
                <a:cubicBezTo>
                  <a:pt x="257" y="106"/>
                  <a:pt x="261" y="105"/>
                  <a:pt x="266" y="105"/>
                </a:cubicBezTo>
                <a:cubicBezTo>
                  <a:pt x="275" y="105"/>
                  <a:pt x="283" y="106"/>
                  <a:pt x="289" y="109"/>
                </a:cubicBezTo>
                <a:cubicBezTo>
                  <a:pt x="292" y="111"/>
                  <a:pt x="292" y="111"/>
                  <a:pt x="292" y="111"/>
                </a:cubicBezTo>
                <a:lnTo>
                  <a:pt x="296" y="85"/>
                </a:lnTo>
                <a:close/>
                <a:moveTo>
                  <a:pt x="374" y="82"/>
                </a:moveTo>
                <a:cubicBezTo>
                  <a:pt x="351" y="82"/>
                  <a:pt x="351" y="82"/>
                  <a:pt x="351" y="82"/>
                </a:cubicBezTo>
                <a:cubicBezTo>
                  <a:pt x="343" y="82"/>
                  <a:pt x="337" y="86"/>
                  <a:pt x="335" y="92"/>
                </a:cubicBezTo>
                <a:cubicBezTo>
                  <a:pt x="290" y="200"/>
                  <a:pt x="290" y="200"/>
                  <a:pt x="290" y="200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28" y="183"/>
                  <a:pt x="328" y="183"/>
                  <a:pt x="328" y="183"/>
                </a:cubicBezTo>
                <a:cubicBezTo>
                  <a:pt x="367" y="183"/>
                  <a:pt x="367" y="183"/>
                  <a:pt x="367" y="183"/>
                </a:cubicBezTo>
                <a:cubicBezTo>
                  <a:pt x="367" y="185"/>
                  <a:pt x="369" y="191"/>
                  <a:pt x="370" y="200"/>
                </a:cubicBezTo>
                <a:cubicBezTo>
                  <a:pt x="399" y="200"/>
                  <a:pt x="399" y="200"/>
                  <a:pt x="399" y="200"/>
                </a:cubicBezTo>
                <a:lnTo>
                  <a:pt x="374" y="82"/>
                </a:lnTo>
                <a:close/>
                <a:moveTo>
                  <a:pt x="422" y="24"/>
                </a:moveTo>
                <a:cubicBezTo>
                  <a:pt x="422" y="259"/>
                  <a:pt x="422" y="259"/>
                  <a:pt x="422" y="259"/>
                </a:cubicBezTo>
                <a:cubicBezTo>
                  <a:pt x="422" y="265"/>
                  <a:pt x="420" y="270"/>
                  <a:pt x="415" y="275"/>
                </a:cubicBezTo>
                <a:cubicBezTo>
                  <a:pt x="411" y="280"/>
                  <a:pt x="405" y="282"/>
                  <a:pt x="399" y="282"/>
                </a:cubicBezTo>
                <a:cubicBezTo>
                  <a:pt x="23" y="282"/>
                  <a:pt x="23" y="282"/>
                  <a:pt x="23" y="282"/>
                </a:cubicBezTo>
                <a:cubicBezTo>
                  <a:pt x="17" y="282"/>
                  <a:pt x="11" y="280"/>
                  <a:pt x="6" y="275"/>
                </a:cubicBezTo>
                <a:cubicBezTo>
                  <a:pt x="2" y="270"/>
                  <a:pt x="0" y="265"/>
                  <a:pt x="0" y="25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7"/>
                  <a:pt x="2" y="12"/>
                  <a:pt x="6" y="7"/>
                </a:cubicBezTo>
                <a:cubicBezTo>
                  <a:pt x="11" y="3"/>
                  <a:pt x="17" y="0"/>
                  <a:pt x="23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5" y="0"/>
                  <a:pt x="411" y="3"/>
                  <a:pt x="415" y="7"/>
                </a:cubicBezTo>
                <a:cubicBezTo>
                  <a:pt x="420" y="12"/>
                  <a:pt x="422" y="17"/>
                  <a:pt x="422" y="2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695263" y="1119888"/>
            <a:ext cx="310780" cy="309399"/>
          </a:xfrm>
          <a:custGeom>
            <a:avLst/>
            <a:gdLst>
              <a:gd name="T0" fmla="*/ 259 w 299"/>
              <a:gd name="T1" fmla="*/ 207 h 299"/>
              <a:gd name="T2" fmla="*/ 208 w 299"/>
              <a:gd name="T3" fmla="*/ 164 h 299"/>
              <a:gd name="T4" fmla="*/ 199 w 299"/>
              <a:gd name="T5" fmla="*/ 173 h 299"/>
              <a:gd name="T6" fmla="*/ 205 w 299"/>
              <a:gd name="T7" fmla="*/ 181 h 299"/>
              <a:gd name="T8" fmla="*/ 208 w 299"/>
              <a:gd name="T9" fmla="*/ 190 h 299"/>
              <a:gd name="T10" fmla="*/ 191 w 299"/>
              <a:gd name="T11" fmla="*/ 208 h 299"/>
              <a:gd name="T12" fmla="*/ 181 w 299"/>
              <a:gd name="T13" fmla="*/ 205 h 299"/>
              <a:gd name="T14" fmla="*/ 174 w 299"/>
              <a:gd name="T15" fmla="*/ 198 h 299"/>
              <a:gd name="T16" fmla="*/ 164 w 299"/>
              <a:gd name="T17" fmla="*/ 208 h 299"/>
              <a:gd name="T18" fmla="*/ 207 w 299"/>
              <a:gd name="T19" fmla="*/ 259 h 299"/>
              <a:gd name="T20" fmla="*/ 232 w 299"/>
              <a:gd name="T21" fmla="*/ 259 h 299"/>
              <a:gd name="T22" fmla="*/ 264 w 299"/>
              <a:gd name="T23" fmla="*/ 220 h 299"/>
              <a:gd name="T24" fmla="*/ 130 w 299"/>
              <a:gd name="T25" fmla="*/ 78 h 299"/>
              <a:gd name="T26" fmla="*/ 80 w 299"/>
              <a:gd name="T27" fmla="*/ 35 h 299"/>
              <a:gd name="T28" fmla="*/ 40 w 299"/>
              <a:gd name="T29" fmla="*/ 66 h 299"/>
              <a:gd name="T30" fmla="*/ 40 w 299"/>
              <a:gd name="T31" fmla="*/ 91 h 299"/>
              <a:gd name="T32" fmla="*/ 91 w 299"/>
              <a:gd name="T33" fmla="*/ 134 h 299"/>
              <a:gd name="T34" fmla="*/ 101 w 299"/>
              <a:gd name="T35" fmla="*/ 125 h 299"/>
              <a:gd name="T36" fmla="*/ 94 w 299"/>
              <a:gd name="T37" fmla="*/ 118 h 299"/>
              <a:gd name="T38" fmla="*/ 91 w 299"/>
              <a:gd name="T39" fmla="*/ 108 h 299"/>
              <a:gd name="T40" fmla="*/ 109 w 299"/>
              <a:gd name="T41" fmla="*/ 91 h 299"/>
              <a:gd name="T42" fmla="*/ 118 w 299"/>
              <a:gd name="T43" fmla="*/ 94 h 299"/>
              <a:gd name="T44" fmla="*/ 126 w 299"/>
              <a:gd name="T45" fmla="*/ 100 h 299"/>
              <a:gd name="T46" fmla="*/ 135 w 299"/>
              <a:gd name="T47" fmla="*/ 90 h 299"/>
              <a:gd name="T48" fmla="*/ 284 w 299"/>
              <a:gd name="T49" fmla="*/ 257 h 299"/>
              <a:gd name="T50" fmla="*/ 220 w 299"/>
              <a:gd name="T51" fmla="*/ 299 h 299"/>
              <a:gd name="T52" fmla="*/ 144 w 299"/>
              <a:gd name="T53" fmla="*/ 245 h 299"/>
              <a:gd name="T54" fmla="*/ 145 w 299"/>
              <a:gd name="T55" fmla="*/ 170 h 299"/>
              <a:gd name="T56" fmla="*/ 91 w 299"/>
              <a:gd name="T57" fmla="*/ 170 h 299"/>
              <a:gd name="T58" fmla="*/ 15 w 299"/>
              <a:gd name="T59" fmla="*/ 116 h 299"/>
              <a:gd name="T60" fmla="*/ 16 w 299"/>
              <a:gd name="T61" fmla="*/ 42 h 299"/>
              <a:gd name="T62" fmla="*/ 80 w 299"/>
              <a:gd name="T63" fmla="*/ 0 h 299"/>
              <a:gd name="T64" fmla="*/ 155 w 299"/>
              <a:gd name="T65" fmla="*/ 53 h 299"/>
              <a:gd name="T66" fmla="*/ 154 w 299"/>
              <a:gd name="T67" fmla="*/ 129 h 299"/>
              <a:gd name="T68" fmla="*/ 208 w 299"/>
              <a:gd name="T69" fmla="*/ 129 h 299"/>
              <a:gd name="T70" fmla="*/ 284 w 299"/>
              <a:gd name="T71" fmla="*/ 182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9" h="299">
                <a:moveTo>
                  <a:pt x="264" y="220"/>
                </a:moveTo>
                <a:cubicBezTo>
                  <a:pt x="264" y="215"/>
                  <a:pt x="263" y="211"/>
                  <a:pt x="259" y="207"/>
                </a:cubicBezTo>
                <a:cubicBezTo>
                  <a:pt x="221" y="169"/>
                  <a:pt x="221" y="169"/>
                  <a:pt x="221" y="169"/>
                </a:cubicBezTo>
                <a:cubicBezTo>
                  <a:pt x="217" y="166"/>
                  <a:pt x="213" y="164"/>
                  <a:pt x="208" y="164"/>
                </a:cubicBezTo>
                <a:cubicBezTo>
                  <a:pt x="203" y="164"/>
                  <a:pt x="199" y="166"/>
                  <a:pt x="195" y="170"/>
                </a:cubicBezTo>
                <a:cubicBezTo>
                  <a:pt x="196" y="170"/>
                  <a:pt x="197" y="171"/>
                  <a:pt x="199" y="173"/>
                </a:cubicBezTo>
                <a:cubicBezTo>
                  <a:pt x="201" y="175"/>
                  <a:pt x="202" y="176"/>
                  <a:pt x="203" y="177"/>
                </a:cubicBezTo>
                <a:cubicBezTo>
                  <a:pt x="203" y="178"/>
                  <a:pt x="204" y="179"/>
                  <a:pt x="205" y="181"/>
                </a:cubicBezTo>
                <a:cubicBezTo>
                  <a:pt x="207" y="182"/>
                  <a:pt x="207" y="184"/>
                  <a:pt x="208" y="185"/>
                </a:cubicBezTo>
                <a:cubicBezTo>
                  <a:pt x="208" y="187"/>
                  <a:pt x="208" y="189"/>
                  <a:pt x="208" y="190"/>
                </a:cubicBezTo>
                <a:cubicBezTo>
                  <a:pt x="208" y="195"/>
                  <a:pt x="207" y="199"/>
                  <a:pt x="203" y="203"/>
                </a:cubicBezTo>
                <a:cubicBezTo>
                  <a:pt x="200" y="206"/>
                  <a:pt x="196" y="208"/>
                  <a:pt x="191" y="208"/>
                </a:cubicBezTo>
                <a:cubicBezTo>
                  <a:pt x="189" y="208"/>
                  <a:pt x="187" y="208"/>
                  <a:pt x="186" y="207"/>
                </a:cubicBezTo>
                <a:cubicBezTo>
                  <a:pt x="184" y="207"/>
                  <a:pt x="183" y="206"/>
                  <a:pt x="181" y="205"/>
                </a:cubicBezTo>
                <a:cubicBezTo>
                  <a:pt x="179" y="204"/>
                  <a:pt x="178" y="203"/>
                  <a:pt x="178" y="202"/>
                </a:cubicBezTo>
                <a:cubicBezTo>
                  <a:pt x="177" y="202"/>
                  <a:pt x="176" y="200"/>
                  <a:pt x="174" y="198"/>
                </a:cubicBezTo>
                <a:cubicBezTo>
                  <a:pt x="172" y="196"/>
                  <a:pt x="171" y="195"/>
                  <a:pt x="170" y="195"/>
                </a:cubicBezTo>
                <a:cubicBezTo>
                  <a:pt x="166" y="199"/>
                  <a:pt x="164" y="203"/>
                  <a:pt x="164" y="208"/>
                </a:cubicBezTo>
                <a:cubicBezTo>
                  <a:pt x="164" y="213"/>
                  <a:pt x="166" y="217"/>
                  <a:pt x="169" y="221"/>
                </a:cubicBezTo>
                <a:cubicBezTo>
                  <a:pt x="207" y="259"/>
                  <a:pt x="207" y="259"/>
                  <a:pt x="207" y="259"/>
                </a:cubicBezTo>
                <a:cubicBezTo>
                  <a:pt x="210" y="262"/>
                  <a:pt x="215" y="264"/>
                  <a:pt x="220" y="264"/>
                </a:cubicBezTo>
                <a:cubicBezTo>
                  <a:pt x="225" y="264"/>
                  <a:pt x="229" y="262"/>
                  <a:pt x="232" y="259"/>
                </a:cubicBezTo>
                <a:cubicBezTo>
                  <a:pt x="259" y="232"/>
                  <a:pt x="259" y="232"/>
                  <a:pt x="259" y="232"/>
                </a:cubicBezTo>
                <a:cubicBezTo>
                  <a:pt x="263" y="229"/>
                  <a:pt x="264" y="225"/>
                  <a:pt x="264" y="220"/>
                </a:cubicBezTo>
                <a:close/>
                <a:moveTo>
                  <a:pt x="135" y="90"/>
                </a:moveTo>
                <a:cubicBezTo>
                  <a:pt x="135" y="85"/>
                  <a:pt x="133" y="81"/>
                  <a:pt x="130" y="78"/>
                </a:cubicBezTo>
                <a:cubicBezTo>
                  <a:pt x="92" y="40"/>
                  <a:pt x="92" y="40"/>
                  <a:pt x="92" y="40"/>
                </a:cubicBezTo>
                <a:cubicBezTo>
                  <a:pt x="89" y="36"/>
                  <a:pt x="85" y="35"/>
                  <a:pt x="80" y="35"/>
                </a:cubicBezTo>
                <a:cubicBezTo>
                  <a:pt x="75" y="35"/>
                  <a:pt x="71" y="36"/>
                  <a:pt x="67" y="40"/>
                </a:cubicBezTo>
                <a:cubicBezTo>
                  <a:pt x="40" y="66"/>
                  <a:pt x="40" y="66"/>
                  <a:pt x="40" y="66"/>
                </a:cubicBezTo>
                <a:cubicBezTo>
                  <a:pt x="37" y="70"/>
                  <a:pt x="35" y="74"/>
                  <a:pt x="35" y="79"/>
                </a:cubicBezTo>
                <a:cubicBezTo>
                  <a:pt x="35" y="84"/>
                  <a:pt x="37" y="88"/>
                  <a:pt x="40" y="91"/>
                </a:cubicBezTo>
                <a:cubicBezTo>
                  <a:pt x="78" y="129"/>
                  <a:pt x="78" y="129"/>
                  <a:pt x="78" y="129"/>
                </a:cubicBezTo>
                <a:cubicBezTo>
                  <a:pt x="82" y="133"/>
                  <a:pt x="86" y="134"/>
                  <a:pt x="91" y="134"/>
                </a:cubicBezTo>
                <a:cubicBezTo>
                  <a:pt x="96" y="134"/>
                  <a:pt x="101" y="133"/>
                  <a:pt x="104" y="129"/>
                </a:cubicBezTo>
                <a:cubicBezTo>
                  <a:pt x="104" y="128"/>
                  <a:pt x="103" y="127"/>
                  <a:pt x="101" y="125"/>
                </a:cubicBezTo>
                <a:cubicBezTo>
                  <a:pt x="99" y="123"/>
                  <a:pt x="97" y="122"/>
                  <a:pt x="97" y="121"/>
                </a:cubicBezTo>
                <a:cubicBezTo>
                  <a:pt x="96" y="121"/>
                  <a:pt x="95" y="119"/>
                  <a:pt x="94" y="118"/>
                </a:cubicBezTo>
                <a:cubicBezTo>
                  <a:pt x="93" y="116"/>
                  <a:pt x="92" y="115"/>
                  <a:pt x="92" y="113"/>
                </a:cubicBezTo>
                <a:cubicBezTo>
                  <a:pt x="91" y="112"/>
                  <a:pt x="91" y="110"/>
                  <a:pt x="91" y="108"/>
                </a:cubicBezTo>
                <a:cubicBezTo>
                  <a:pt x="91" y="103"/>
                  <a:pt x="93" y="99"/>
                  <a:pt x="96" y="96"/>
                </a:cubicBezTo>
                <a:cubicBezTo>
                  <a:pt x="100" y="92"/>
                  <a:pt x="104" y="91"/>
                  <a:pt x="109" y="91"/>
                </a:cubicBezTo>
                <a:cubicBezTo>
                  <a:pt x="110" y="91"/>
                  <a:pt x="112" y="91"/>
                  <a:pt x="114" y="91"/>
                </a:cubicBezTo>
                <a:cubicBezTo>
                  <a:pt x="115" y="92"/>
                  <a:pt x="117" y="92"/>
                  <a:pt x="118" y="94"/>
                </a:cubicBezTo>
                <a:cubicBezTo>
                  <a:pt x="120" y="95"/>
                  <a:pt x="121" y="96"/>
                  <a:pt x="122" y="96"/>
                </a:cubicBezTo>
                <a:cubicBezTo>
                  <a:pt x="123" y="97"/>
                  <a:pt x="124" y="98"/>
                  <a:pt x="126" y="100"/>
                </a:cubicBezTo>
                <a:cubicBezTo>
                  <a:pt x="128" y="102"/>
                  <a:pt x="129" y="103"/>
                  <a:pt x="129" y="104"/>
                </a:cubicBezTo>
                <a:cubicBezTo>
                  <a:pt x="133" y="100"/>
                  <a:pt x="135" y="95"/>
                  <a:pt x="135" y="90"/>
                </a:cubicBezTo>
                <a:close/>
                <a:moveTo>
                  <a:pt x="299" y="220"/>
                </a:moveTo>
                <a:cubicBezTo>
                  <a:pt x="299" y="234"/>
                  <a:pt x="294" y="247"/>
                  <a:pt x="284" y="257"/>
                </a:cubicBezTo>
                <a:cubicBezTo>
                  <a:pt x="257" y="284"/>
                  <a:pt x="257" y="284"/>
                  <a:pt x="257" y="284"/>
                </a:cubicBezTo>
                <a:cubicBezTo>
                  <a:pt x="247" y="294"/>
                  <a:pt x="234" y="299"/>
                  <a:pt x="220" y="299"/>
                </a:cubicBezTo>
                <a:cubicBezTo>
                  <a:pt x="205" y="299"/>
                  <a:pt x="192" y="294"/>
                  <a:pt x="182" y="283"/>
                </a:cubicBezTo>
                <a:cubicBezTo>
                  <a:pt x="144" y="245"/>
                  <a:pt x="144" y="245"/>
                  <a:pt x="144" y="245"/>
                </a:cubicBezTo>
                <a:cubicBezTo>
                  <a:pt x="134" y="235"/>
                  <a:pt x="129" y="223"/>
                  <a:pt x="129" y="208"/>
                </a:cubicBezTo>
                <a:cubicBezTo>
                  <a:pt x="129" y="193"/>
                  <a:pt x="135" y="180"/>
                  <a:pt x="145" y="170"/>
                </a:cubicBezTo>
                <a:cubicBezTo>
                  <a:pt x="129" y="154"/>
                  <a:pt x="129" y="154"/>
                  <a:pt x="129" y="154"/>
                </a:cubicBezTo>
                <a:cubicBezTo>
                  <a:pt x="119" y="164"/>
                  <a:pt x="106" y="170"/>
                  <a:pt x="91" y="170"/>
                </a:cubicBezTo>
                <a:cubicBezTo>
                  <a:pt x="76" y="170"/>
                  <a:pt x="64" y="165"/>
                  <a:pt x="54" y="154"/>
                </a:cubicBezTo>
                <a:cubicBezTo>
                  <a:pt x="15" y="116"/>
                  <a:pt x="15" y="116"/>
                  <a:pt x="15" y="116"/>
                </a:cubicBezTo>
                <a:cubicBezTo>
                  <a:pt x="5" y="106"/>
                  <a:pt x="0" y="93"/>
                  <a:pt x="0" y="79"/>
                </a:cubicBezTo>
                <a:cubicBezTo>
                  <a:pt x="0" y="64"/>
                  <a:pt x="5" y="52"/>
                  <a:pt x="16" y="42"/>
                </a:cubicBezTo>
                <a:cubicBezTo>
                  <a:pt x="43" y="15"/>
                  <a:pt x="43" y="15"/>
                  <a:pt x="43" y="15"/>
                </a:cubicBezTo>
                <a:cubicBezTo>
                  <a:pt x="53" y="5"/>
                  <a:pt x="65" y="0"/>
                  <a:pt x="80" y="0"/>
                </a:cubicBezTo>
                <a:cubicBezTo>
                  <a:pt x="95" y="0"/>
                  <a:pt x="107" y="5"/>
                  <a:pt x="117" y="15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65" y="63"/>
                  <a:pt x="170" y="76"/>
                  <a:pt x="170" y="90"/>
                </a:cubicBezTo>
                <a:cubicBezTo>
                  <a:pt x="170" y="105"/>
                  <a:pt x="165" y="118"/>
                  <a:pt x="154" y="129"/>
                </a:cubicBezTo>
                <a:cubicBezTo>
                  <a:pt x="170" y="145"/>
                  <a:pt x="170" y="145"/>
                  <a:pt x="170" y="145"/>
                </a:cubicBezTo>
                <a:cubicBezTo>
                  <a:pt x="181" y="134"/>
                  <a:pt x="194" y="129"/>
                  <a:pt x="208" y="129"/>
                </a:cubicBezTo>
                <a:cubicBezTo>
                  <a:pt x="223" y="129"/>
                  <a:pt x="236" y="134"/>
                  <a:pt x="246" y="144"/>
                </a:cubicBezTo>
                <a:cubicBezTo>
                  <a:pt x="284" y="182"/>
                  <a:pt x="284" y="182"/>
                  <a:pt x="284" y="182"/>
                </a:cubicBezTo>
                <a:cubicBezTo>
                  <a:pt x="294" y="193"/>
                  <a:pt x="299" y="205"/>
                  <a:pt x="299" y="22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138642" y="1135081"/>
            <a:ext cx="291443" cy="279011"/>
          </a:xfrm>
          <a:custGeom>
            <a:avLst/>
            <a:gdLst>
              <a:gd name="T0" fmla="*/ 64 w 282"/>
              <a:gd name="T1" fmla="*/ 87 h 269"/>
              <a:gd name="T2" fmla="*/ 64 w 282"/>
              <a:gd name="T3" fmla="*/ 269 h 269"/>
              <a:gd name="T4" fmla="*/ 4 w 282"/>
              <a:gd name="T5" fmla="*/ 269 h 269"/>
              <a:gd name="T6" fmla="*/ 4 w 282"/>
              <a:gd name="T7" fmla="*/ 87 h 269"/>
              <a:gd name="T8" fmla="*/ 64 w 282"/>
              <a:gd name="T9" fmla="*/ 87 h 269"/>
              <a:gd name="T10" fmla="*/ 68 w 282"/>
              <a:gd name="T11" fmla="*/ 31 h 269"/>
              <a:gd name="T12" fmla="*/ 59 w 282"/>
              <a:gd name="T13" fmla="*/ 53 h 269"/>
              <a:gd name="T14" fmla="*/ 34 w 282"/>
              <a:gd name="T15" fmla="*/ 62 h 269"/>
              <a:gd name="T16" fmla="*/ 34 w 282"/>
              <a:gd name="T17" fmla="*/ 62 h 269"/>
              <a:gd name="T18" fmla="*/ 9 w 282"/>
              <a:gd name="T19" fmla="*/ 53 h 269"/>
              <a:gd name="T20" fmla="*/ 0 w 282"/>
              <a:gd name="T21" fmla="*/ 31 h 269"/>
              <a:gd name="T22" fmla="*/ 10 w 282"/>
              <a:gd name="T23" fmla="*/ 8 h 269"/>
              <a:gd name="T24" fmla="*/ 34 w 282"/>
              <a:gd name="T25" fmla="*/ 0 h 269"/>
              <a:gd name="T26" fmla="*/ 59 w 282"/>
              <a:gd name="T27" fmla="*/ 8 h 269"/>
              <a:gd name="T28" fmla="*/ 68 w 282"/>
              <a:gd name="T29" fmla="*/ 31 h 269"/>
              <a:gd name="T30" fmla="*/ 282 w 282"/>
              <a:gd name="T31" fmla="*/ 165 h 269"/>
              <a:gd name="T32" fmla="*/ 282 w 282"/>
              <a:gd name="T33" fmla="*/ 269 h 269"/>
              <a:gd name="T34" fmla="*/ 222 w 282"/>
              <a:gd name="T35" fmla="*/ 269 h 269"/>
              <a:gd name="T36" fmla="*/ 222 w 282"/>
              <a:gd name="T37" fmla="*/ 172 h 269"/>
              <a:gd name="T38" fmla="*/ 214 w 282"/>
              <a:gd name="T39" fmla="*/ 142 h 269"/>
              <a:gd name="T40" fmla="*/ 191 w 282"/>
              <a:gd name="T41" fmla="*/ 131 h 269"/>
              <a:gd name="T42" fmla="*/ 172 w 282"/>
              <a:gd name="T43" fmla="*/ 137 h 269"/>
              <a:gd name="T44" fmla="*/ 160 w 282"/>
              <a:gd name="T45" fmla="*/ 153 h 269"/>
              <a:gd name="T46" fmla="*/ 158 w 282"/>
              <a:gd name="T47" fmla="*/ 167 h 269"/>
              <a:gd name="T48" fmla="*/ 158 w 282"/>
              <a:gd name="T49" fmla="*/ 269 h 269"/>
              <a:gd name="T50" fmla="*/ 98 w 282"/>
              <a:gd name="T51" fmla="*/ 269 h 269"/>
              <a:gd name="T52" fmla="*/ 98 w 282"/>
              <a:gd name="T53" fmla="*/ 150 h 269"/>
              <a:gd name="T54" fmla="*/ 98 w 282"/>
              <a:gd name="T55" fmla="*/ 96 h 269"/>
              <a:gd name="T56" fmla="*/ 98 w 282"/>
              <a:gd name="T57" fmla="*/ 87 h 269"/>
              <a:gd name="T58" fmla="*/ 158 w 282"/>
              <a:gd name="T59" fmla="*/ 87 h 269"/>
              <a:gd name="T60" fmla="*/ 158 w 282"/>
              <a:gd name="T61" fmla="*/ 114 h 269"/>
              <a:gd name="T62" fmla="*/ 158 w 282"/>
              <a:gd name="T63" fmla="*/ 114 h 269"/>
              <a:gd name="T64" fmla="*/ 165 w 282"/>
              <a:gd name="T65" fmla="*/ 103 h 269"/>
              <a:gd name="T66" fmla="*/ 176 w 282"/>
              <a:gd name="T67" fmla="*/ 94 h 269"/>
              <a:gd name="T68" fmla="*/ 192 w 282"/>
              <a:gd name="T69" fmla="*/ 86 h 269"/>
              <a:gd name="T70" fmla="*/ 213 w 282"/>
              <a:gd name="T71" fmla="*/ 83 h 269"/>
              <a:gd name="T72" fmla="*/ 263 w 282"/>
              <a:gd name="T73" fmla="*/ 104 h 269"/>
              <a:gd name="T74" fmla="*/ 282 w 282"/>
              <a:gd name="T75" fmla="*/ 165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2" h="269">
                <a:moveTo>
                  <a:pt x="64" y="87"/>
                </a:moveTo>
                <a:cubicBezTo>
                  <a:pt x="64" y="269"/>
                  <a:pt x="64" y="269"/>
                  <a:pt x="64" y="269"/>
                </a:cubicBezTo>
                <a:cubicBezTo>
                  <a:pt x="4" y="269"/>
                  <a:pt x="4" y="269"/>
                  <a:pt x="4" y="269"/>
                </a:cubicBezTo>
                <a:cubicBezTo>
                  <a:pt x="4" y="87"/>
                  <a:pt x="4" y="87"/>
                  <a:pt x="4" y="87"/>
                </a:cubicBezTo>
                <a:lnTo>
                  <a:pt x="64" y="87"/>
                </a:lnTo>
                <a:close/>
                <a:moveTo>
                  <a:pt x="68" y="31"/>
                </a:moveTo>
                <a:cubicBezTo>
                  <a:pt x="68" y="40"/>
                  <a:pt x="65" y="47"/>
                  <a:pt x="59" y="53"/>
                </a:cubicBezTo>
                <a:cubicBezTo>
                  <a:pt x="53" y="59"/>
                  <a:pt x="44" y="62"/>
                  <a:pt x="34" y="62"/>
                </a:cubicBezTo>
                <a:cubicBezTo>
                  <a:pt x="34" y="62"/>
                  <a:pt x="34" y="62"/>
                  <a:pt x="34" y="62"/>
                </a:cubicBezTo>
                <a:cubicBezTo>
                  <a:pt x="24" y="62"/>
                  <a:pt x="16" y="59"/>
                  <a:pt x="9" y="53"/>
                </a:cubicBezTo>
                <a:cubicBezTo>
                  <a:pt x="3" y="47"/>
                  <a:pt x="0" y="40"/>
                  <a:pt x="0" y="31"/>
                </a:cubicBezTo>
                <a:cubicBezTo>
                  <a:pt x="0" y="22"/>
                  <a:pt x="3" y="14"/>
                  <a:pt x="10" y="8"/>
                </a:cubicBezTo>
                <a:cubicBezTo>
                  <a:pt x="16" y="3"/>
                  <a:pt x="24" y="0"/>
                  <a:pt x="34" y="0"/>
                </a:cubicBezTo>
                <a:cubicBezTo>
                  <a:pt x="45" y="0"/>
                  <a:pt x="53" y="3"/>
                  <a:pt x="59" y="8"/>
                </a:cubicBezTo>
                <a:cubicBezTo>
                  <a:pt x="65" y="14"/>
                  <a:pt x="68" y="22"/>
                  <a:pt x="68" y="31"/>
                </a:cubicBezTo>
                <a:close/>
                <a:moveTo>
                  <a:pt x="282" y="165"/>
                </a:moveTo>
                <a:cubicBezTo>
                  <a:pt x="282" y="269"/>
                  <a:pt x="282" y="269"/>
                  <a:pt x="282" y="269"/>
                </a:cubicBezTo>
                <a:cubicBezTo>
                  <a:pt x="222" y="269"/>
                  <a:pt x="222" y="269"/>
                  <a:pt x="222" y="269"/>
                </a:cubicBezTo>
                <a:cubicBezTo>
                  <a:pt x="222" y="172"/>
                  <a:pt x="222" y="172"/>
                  <a:pt x="222" y="172"/>
                </a:cubicBezTo>
                <a:cubicBezTo>
                  <a:pt x="222" y="159"/>
                  <a:pt x="219" y="149"/>
                  <a:pt x="214" y="142"/>
                </a:cubicBezTo>
                <a:cubicBezTo>
                  <a:pt x="209" y="134"/>
                  <a:pt x="202" y="131"/>
                  <a:pt x="191" y="131"/>
                </a:cubicBezTo>
                <a:cubicBezTo>
                  <a:pt x="183" y="131"/>
                  <a:pt x="177" y="133"/>
                  <a:pt x="172" y="137"/>
                </a:cubicBezTo>
                <a:cubicBezTo>
                  <a:pt x="167" y="141"/>
                  <a:pt x="163" y="146"/>
                  <a:pt x="160" y="153"/>
                </a:cubicBezTo>
                <a:cubicBezTo>
                  <a:pt x="159" y="156"/>
                  <a:pt x="158" y="161"/>
                  <a:pt x="158" y="167"/>
                </a:cubicBezTo>
                <a:cubicBezTo>
                  <a:pt x="158" y="269"/>
                  <a:pt x="158" y="269"/>
                  <a:pt x="158" y="269"/>
                </a:cubicBezTo>
                <a:cubicBezTo>
                  <a:pt x="98" y="269"/>
                  <a:pt x="98" y="269"/>
                  <a:pt x="98" y="269"/>
                </a:cubicBezTo>
                <a:cubicBezTo>
                  <a:pt x="98" y="220"/>
                  <a:pt x="98" y="181"/>
                  <a:pt x="98" y="150"/>
                </a:cubicBezTo>
                <a:cubicBezTo>
                  <a:pt x="98" y="120"/>
                  <a:pt x="98" y="102"/>
                  <a:pt x="98" y="96"/>
                </a:cubicBezTo>
                <a:cubicBezTo>
                  <a:pt x="98" y="87"/>
                  <a:pt x="98" y="87"/>
                  <a:pt x="98" y="87"/>
                </a:cubicBezTo>
                <a:cubicBezTo>
                  <a:pt x="158" y="87"/>
                  <a:pt x="158" y="87"/>
                  <a:pt x="158" y="87"/>
                </a:cubicBezTo>
                <a:cubicBezTo>
                  <a:pt x="158" y="114"/>
                  <a:pt x="158" y="114"/>
                  <a:pt x="158" y="114"/>
                </a:cubicBezTo>
                <a:cubicBezTo>
                  <a:pt x="158" y="114"/>
                  <a:pt x="158" y="114"/>
                  <a:pt x="158" y="114"/>
                </a:cubicBezTo>
                <a:cubicBezTo>
                  <a:pt x="160" y="110"/>
                  <a:pt x="163" y="106"/>
                  <a:pt x="165" y="103"/>
                </a:cubicBezTo>
                <a:cubicBezTo>
                  <a:pt x="168" y="100"/>
                  <a:pt x="171" y="97"/>
                  <a:pt x="176" y="94"/>
                </a:cubicBezTo>
                <a:cubicBezTo>
                  <a:pt x="180" y="90"/>
                  <a:pt x="185" y="88"/>
                  <a:pt x="192" y="86"/>
                </a:cubicBezTo>
                <a:cubicBezTo>
                  <a:pt x="198" y="84"/>
                  <a:pt x="205" y="83"/>
                  <a:pt x="213" y="83"/>
                </a:cubicBezTo>
                <a:cubicBezTo>
                  <a:pt x="234" y="83"/>
                  <a:pt x="250" y="90"/>
                  <a:pt x="263" y="104"/>
                </a:cubicBezTo>
                <a:cubicBezTo>
                  <a:pt x="276" y="118"/>
                  <a:pt x="282" y="138"/>
                  <a:pt x="282" y="16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1572352" y="1128175"/>
            <a:ext cx="292824" cy="291443"/>
          </a:xfrm>
          <a:custGeom>
            <a:avLst/>
            <a:gdLst>
              <a:gd name="T0" fmla="*/ 43 w 282"/>
              <a:gd name="T1" fmla="*/ 236 h 282"/>
              <a:gd name="T2" fmla="*/ 86 w 282"/>
              <a:gd name="T3" fmla="*/ 236 h 282"/>
              <a:gd name="T4" fmla="*/ 86 w 282"/>
              <a:gd name="T5" fmla="*/ 109 h 282"/>
              <a:gd name="T6" fmla="*/ 43 w 282"/>
              <a:gd name="T7" fmla="*/ 109 h 282"/>
              <a:gd name="T8" fmla="*/ 43 w 282"/>
              <a:gd name="T9" fmla="*/ 236 h 282"/>
              <a:gd name="T10" fmla="*/ 88 w 282"/>
              <a:gd name="T11" fmla="*/ 70 h 282"/>
              <a:gd name="T12" fmla="*/ 82 w 282"/>
              <a:gd name="T13" fmla="*/ 54 h 282"/>
              <a:gd name="T14" fmla="*/ 65 w 282"/>
              <a:gd name="T15" fmla="*/ 48 h 282"/>
              <a:gd name="T16" fmla="*/ 47 w 282"/>
              <a:gd name="T17" fmla="*/ 54 h 282"/>
              <a:gd name="T18" fmla="*/ 41 w 282"/>
              <a:gd name="T19" fmla="*/ 70 h 282"/>
              <a:gd name="T20" fmla="*/ 47 w 282"/>
              <a:gd name="T21" fmla="*/ 85 h 282"/>
              <a:gd name="T22" fmla="*/ 64 w 282"/>
              <a:gd name="T23" fmla="*/ 92 h 282"/>
              <a:gd name="T24" fmla="*/ 64 w 282"/>
              <a:gd name="T25" fmla="*/ 92 h 282"/>
              <a:gd name="T26" fmla="*/ 82 w 282"/>
              <a:gd name="T27" fmla="*/ 85 h 282"/>
              <a:gd name="T28" fmla="*/ 88 w 282"/>
              <a:gd name="T29" fmla="*/ 70 h 282"/>
              <a:gd name="T30" fmla="*/ 196 w 282"/>
              <a:gd name="T31" fmla="*/ 236 h 282"/>
              <a:gd name="T32" fmla="*/ 238 w 282"/>
              <a:gd name="T33" fmla="*/ 236 h 282"/>
              <a:gd name="T34" fmla="*/ 238 w 282"/>
              <a:gd name="T35" fmla="*/ 163 h 282"/>
              <a:gd name="T36" fmla="*/ 225 w 282"/>
              <a:gd name="T37" fmla="*/ 121 h 282"/>
              <a:gd name="T38" fmla="*/ 189 w 282"/>
              <a:gd name="T39" fmla="*/ 106 h 282"/>
              <a:gd name="T40" fmla="*/ 151 w 282"/>
              <a:gd name="T41" fmla="*/ 128 h 282"/>
              <a:gd name="T42" fmla="*/ 151 w 282"/>
              <a:gd name="T43" fmla="*/ 128 h 282"/>
              <a:gd name="T44" fmla="*/ 151 w 282"/>
              <a:gd name="T45" fmla="*/ 109 h 282"/>
              <a:gd name="T46" fmla="*/ 109 w 282"/>
              <a:gd name="T47" fmla="*/ 109 h 282"/>
              <a:gd name="T48" fmla="*/ 109 w 282"/>
              <a:gd name="T49" fmla="*/ 236 h 282"/>
              <a:gd name="T50" fmla="*/ 151 w 282"/>
              <a:gd name="T51" fmla="*/ 236 h 282"/>
              <a:gd name="T52" fmla="*/ 151 w 282"/>
              <a:gd name="T53" fmla="*/ 165 h 282"/>
              <a:gd name="T54" fmla="*/ 153 w 282"/>
              <a:gd name="T55" fmla="*/ 155 h 282"/>
              <a:gd name="T56" fmla="*/ 161 w 282"/>
              <a:gd name="T57" fmla="*/ 144 h 282"/>
              <a:gd name="T58" fmla="*/ 174 w 282"/>
              <a:gd name="T59" fmla="*/ 139 h 282"/>
              <a:gd name="T60" fmla="*/ 196 w 282"/>
              <a:gd name="T61" fmla="*/ 168 h 282"/>
              <a:gd name="T62" fmla="*/ 196 w 282"/>
              <a:gd name="T63" fmla="*/ 236 h 282"/>
              <a:gd name="T64" fmla="*/ 282 w 282"/>
              <a:gd name="T65" fmla="*/ 53 h 282"/>
              <a:gd name="T66" fmla="*/ 282 w 282"/>
              <a:gd name="T67" fmla="*/ 229 h 282"/>
              <a:gd name="T68" fmla="*/ 266 w 282"/>
              <a:gd name="T69" fmla="*/ 267 h 282"/>
              <a:gd name="T70" fmla="*/ 229 w 282"/>
              <a:gd name="T71" fmla="*/ 282 h 282"/>
              <a:gd name="T72" fmla="*/ 53 w 282"/>
              <a:gd name="T73" fmla="*/ 282 h 282"/>
              <a:gd name="T74" fmla="*/ 15 w 282"/>
              <a:gd name="T75" fmla="*/ 267 h 282"/>
              <a:gd name="T76" fmla="*/ 0 w 282"/>
              <a:gd name="T77" fmla="*/ 229 h 282"/>
              <a:gd name="T78" fmla="*/ 0 w 282"/>
              <a:gd name="T79" fmla="*/ 53 h 282"/>
              <a:gd name="T80" fmla="*/ 15 w 282"/>
              <a:gd name="T81" fmla="*/ 16 h 282"/>
              <a:gd name="T82" fmla="*/ 53 w 282"/>
              <a:gd name="T83" fmla="*/ 0 h 282"/>
              <a:gd name="T84" fmla="*/ 229 w 282"/>
              <a:gd name="T85" fmla="*/ 0 h 282"/>
              <a:gd name="T86" fmla="*/ 266 w 282"/>
              <a:gd name="T87" fmla="*/ 16 h 282"/>
              <a:gd name="T88" fmla="*/ 282 w 282"/>
              <a:gd name="T89" fmla="*/ 5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2" h="282">
                <a:moveTo>
                  <a:pt x="43" y="236"/>
                </a:moveTo>
                <a:cubicBezTo>
                  <a:pt x="86" y="236"/>
                  <a:pt x="86" y="236"/>
                  <a:pt x="86" y="236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43" y="109"/>
                  <a:pt x="43" y="109"/>
                  <a:pt x="43" y="109"/>
                </a:cubicBezTo>
                <a:lnTo>
                  <a:pt x="43" y="236"/>
                </a:lnTo>
                <a:close/>
                <a:moveTo>
                  <a:pt x="88" y="70"/>
                </a:moveTo>
                <a:cubicBezTo>
                  <a:pt x="88" y="63"/>
                  <a:pt x="86" y="58"/>
                  <a:pt x="82" y="54"/>
                </a:cubicBezTo>
                <a:cubicBezTo>
                  <a:pt x="78" y="50"/>
                  <a:pt x="72" y="48"/>
                  <a:pt x="65" y="48"/>
                </a:cubicBezTo>
                <a:cubicBezTo>
                  <a:pt x="58" y="48"/>
                  <a:pt x="52" y="50"/>
                  <a:pt x="47" y="54"/>
                </a:cubicBezTo>
                <a:cubicBezTo>
                  <a:pt x="43" y="58"/>
                  <a:pt x="41" y="63"/>
                  <a:pt x="41" y="70"/>
                </a:cubicBezTo>
                <a:cubicBezTo>
                  <a:pt x="41" y="76"/>
                  <a:pt x="43" y="81"/>
                  <a:pt x="47" y="85"/>
                </a:cubicBezTo>
                <a:cubicBezTo>
                  <a:pt x="52" y="90"/>
                  <a:pt x="57" y="92"/>
                  <a:pt x="64" y="92"/>
                </a:cubicBezTo>
                <a:cubicBezTo>
                  <a:pt x="64" y="92"/>
                  <a:pt x="64" y="92"/>
                  <a:pt x="64" y="92"/>
                </a:cubicBezTo>
                <a:cubicBezTo>
                  <a:pt x="72" y="92"/>
                  <a:pt x="77" y="90"/>
                  <a:pt x="82" y="85"/>
                </a:cubicBezTo>
                <a:cubicBezTo>
                  <a:pt x="86" y="81"/>
                  <a:pt x="88" y="76"/>
                  <a:pt x="88" y="70"/>
                </a:cubicBezTo>
                <a:close/>
                <a:moveTo>
                  <a:pt x="196" y="236"/>
                </a:moveTo>
                <a:cubicBezTo>
                  <a:pt x="238" y="236"/>
                  <a:pt x="238" y="236"/>
                  <a:pt x="238" y="236"/>
                </a:cubicBezTo>
                <a:cubicBezTo>
                  <a:pt x="238" y="163"/>
                  <a:pt x="238" y="163"/>
                  <a:pt x="238" y="163"/>
                </a:cubicBezTo>
                <a:cubicBezTo>
                  <a:pt x="238" y="144"/>
                  <a:pt x="234" y="130"/>
                  <a:pt x="225" y="121"/>
                </a:cubicBezTo>
                <a:cubicBezTo>
                  <a:pt x="216" y="111"/>
                  <a:pt x="204" y="106"/>
                  <a:pt x="189" y="106"/>
                </a:cubicBezTo>
                <a:cubicBezTo>
                  <a:pt x="173" y="106"/>
                  <a:pt x="160" y="113"/>
                  <a:pt x="151" y="128"/>
                </a:cubicBezTo>
                <a:cubicBezTo>
                  <a:pt x="151" y="128"/>
                  <a:pt x="151" y="128"/>
                  <a:pt x="151" y="128"/>
                </a:cubicBezTo>
                <a:cubicBezTo>
                  <a:pt x="151" y="109"/>
                  <a:pt x="151" y="109"/>
                  <a:pt x="151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9" y="117"/>
                  <a:pt x="109" y="159"/>
                  <a:pt x="109" y="236"/>
                </a:cubicBezTo>
                <a:cubicBezTo>
                  <a:pt x="151" y="236"/>
                  <a:pt x="151" y="236"/>
                  <a:pt x="151" y="236"/>
                </a:cubicBezTo>
                <a:cubicBezTo>
                  <a:pt x="151" y="165"/>
                  <a:pt x="151" y="165"/>
                  <a:pt x="151" y="165"/>
                </a:cubicBezTo>
                <a:cubicBezTo>
                  <a:pt x="151" y="160"/>
                  <a:pt x="152" y="157"/>
                  <a:pt x="153" y="155"/>
                </a:cubicBezTo>
                <a:cubicBezTo>
                  <a:pt x="154" y="151"/>
                  <a:pt x="157" y="147"/>
                  <a:pt x="161" y="144"/>
                </a:cubicBezTo>
                <a:cubicBezTo>
                  <a:pt x="165" y="141"/>
                  <a:pt x="169" y="139"/>
                  <a:pt x="174" y="139"/>
                </a:cubicBezTo>
                <a:cubicBezTo>
                  <a:pt x="189" y="139"/>
                  <a:pt x="196" y="149"/>
                  <a:pt x="196" y="168"/>
                </a:cubicBezTo>
                <a:lnTo>
                  <a:pt x="196" y="236"/>
                </a:lnTo>
                <a:close/>
                <a:moveTo>
                  <a:pt x="282" y="53"/>
                </a:moveTo>
                <a:cubicBezTo>
                  <a:pt x="282" y="229"/>
                  <a:pt x="282" y="229"/>
                  <a:pt x="282" y="229"/>
                </a:cubicBezTo>
                <a:cubicBezTo>
                  <a:pt x="282" y="244"/>
                  <a:pt x="276" y="256"/>
                  <a:pt x="266" y="267"/>
                </a:cubicBezTo>
                <a:cubicBezTo>
                  <a:pt x="256" y="277"/>
                  <a:pt x="243" y="282"/>
                  <a:pt x="229" y="282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38" y="282"/>
                  <a:pt x="26" y="277"/>
                  <a:pt x="15" y="267"/>
                </a:cubicBezTo>
                <a:cubicBezTo>
                  <a:pt x="5" y="256"/>
                  <a:pt x="0" y="244"/>
                  <a:pt x="0" y="229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9"/>
                  <a:pt x="5" y="26"/>
                  <a:pt x="15" y="16"/>
                </a:cubicBezTo>
                <a:cubicBezTo>
                  <a:pt x="26" y="5"/>
                  <a:pt x="38" y="0"/>
                  <a:pt x="53" y="0"/>
                </a:cubicBezTo>
                <a:cubicBezTo>
                  <a:pt x="229" y="0"/>
                  <a:pt x="229" y="0"/>
                  <a:pt x="229" y="0"/>
                </a:cubicBezTo>
                <a:cubicBezTo>
                  <a:pt x="243" y="0"/>
                  <a:pt x="256" y="5"/>
                  <a:pt x="266" y="16"/>
                </a:cubicBezTo>
                <a:cubicBezTo>
                  <a:pt x="276" y="26"/>
                  <a:pt x="282" y="39"/>
                  <a:pt x="28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2007445" y="1103313"/>
            <a:ext cx="290061" cy="341168"/>
          </a:xfrm>
          <a:custGeom>
            <a:avLst/>
            <a:gdLst>
              <a:gd name="T0" fmla="*/ 121 w 280"/>
              <a:gd name="T1" fmla="*/ 75 h 329"/>
              <a:gd name="T2" fmla="*/ 72 w 280"/>
              <a:gd name="T3" fmla="*/ 156 h 329"/>
              <a:gd name="T4" fmla="*/ 70 w 280"/>
              <a:gd name="T5" fmla="*/ 165 h 329"/>
              <a:gd name="T6" fmla="*/ 73 w 280"/>
              <a:gd name="T7" fmla="*/ 157 h 329"/>
              <a:gd name="T8" fmla="*/ 222 w 280"/>
              <a:gd name="T9" fmla="*/ 205 h 329"/>
              <a:gd name="T10" fmla="*/ 220 w 280"/>
              <a:gd name="T11" fmla="*/ 181 h 329"/>
              <a:gd name="T12" fmla="*/ 208 w 280"/>
              <a:gd name="T13" fmla="*/ 217 h 329"/>
              <a:gd name="T14" fmla="*/ 187 w 280"/>
              <a:gd name="T15" fmla="*/ 153 h 329"/>
              <a:gd name="T16" fmla="*/ 166 w 280"/>
              <a:gd name="T17" fmla="*/ 106 h 329"/>
              <a:gd name="T18" fmla="*/ 143 w 280"/>
              <a:gd name="T19" fmla="*/ 72 h 329"/>
              <a:gd name="T20" fmla="*/ 166 w 280"/>
              <a:gd name="T21" fmla="*/ 79 h 329"/>
              <a:gd name="T22" fmla="*/ 153 w 280"/>
              <a:gd name="T23" fmla="*/ 46 h 329"/>
              <a:gd name="T24" fmla="*/ 119 w 280"/>
              <a:gd name="T25" fmla="*/ 55 h 329"/>
              <a:gd name="T26" fmla="*/ 106 w 280"/>
              <a:gd name="T27" fmla="*/ 80 h 329"/>
              <a:gd name="T28" fmla="*/ 111 w 280"/>
              <a:gd name="T29" fmla="*/ 58 h 329"/>
              <a:gd name="T30" fmla="*/ 103 w 280"/>
              <a:gd name="T31" fmla="*/ 85 h 329"/>
              <a:gd name="T32" fmla="*/ 119 w 280"/>
              <a:gd name="T33" fmla="*/ 104 h 329"/>
              <a:gd name="T34" fmla="*/ 161 w 280"/>
              <a:gd name="T35" fmla="*/ 91 h 329"/>
              <a:gd name="T36" fmla="*/ 127 w 280"/>
              <a:gd name="T37" fmla="*/ 108 h 329"/>
              <a:gd name="T38" fmla="*/ 139 w 280"/>
              <a:gd name="T39" fmla="*/ 112 h 329"/>
              <a:gd name="T40" fmla="*/ 160 w 280"/>
              <a:gd name="T41" fmla="*/ 106 h 329"/>
              <a:gd name="T42" fmla="*/ 152 w 280"/>
              <a:gd name="T43" fmla="*/ 111 h 329"/>
              <a:gd name="T44" fmla="*/ 102 w 280"/>
              <a:gd name="T45" fmla="*/ 112 h 329"/>
              <a:gd name="T46" fmla="*/ 72 w 280"/>
              <a:gd name="T47" fmla="*/ 197 h 329"/>
              <a:gd name="T48" fmla="*/ 59 w 280"/>
              <a:gd name="T49" fmla="*/ 190 h 329"/>
              <a:gd name="T50" fmla="*/ 105 w 280"/>
              <a:gd name="T51" fmla="*/ 261 h 329"/>
              <a:gd name="T52" fmla="*/ 109 w 280"/>
              <a:gd name="T53" fmla="*/ 311 h 329"/>
              <a:gd name="T54" fmla="*/ 112 w 280"/>
              <a:gd name="T55" fmla="*/ 286 h 329"/>
              <a:gd name="T56" fmla="*/ 178 w 280"/>
              <a:gd name="T57" fmla="*/ 305 h 329"/>
              <a:gd name="T58" fmla="*/ 189 w 280"/>
              <a:gd name="T59" fmla="*/ 233 h 329"/>
              <a:gd name="T60" fmla="*/ 114 w 280"/>
              <a:gd name="T61" fmla="*/ 65 h 329"/>
              <a:gd name="T62" fmla="*/ 114 w 280"/>
              <a:gd name="T63" fmla="*/ 70 h 329"/>
              <a:gd name="T64" fmla="*/ 182 w 280"/>
              <a:gd name="T65" fmla="*/ 99 h 329"/>
              <a:gd name="T66" fmla="*/ 190 w 280"/>
              <a:gd name="T67" fmla="*/ 110 h 329"/>
              <a:gd name="T68" fmla="*/ 152 w 280"/>
              <a:gd name="T69" fmla="*/ 62 h 329"/>
              <a:gd name="T70" fmla="*/ 168 w 280"/>
              <a:gd name="T71" fmla="*/ 24 h 329"/>
              <a:gd name="T72" fmla="*/ 158 w 280"/>
              <a:gd name="T73" fmla="*/ 25 h 329"/>
              <a:gd name="T74" fmla="*/ 162 w 280"/>
              <a:gd name="T75" fmla="*/ 26 h 329"/>
              <a:gd name="T76" fmla="*/ 280 w 280"/>
              <a:gd name="T77" fmla="*/ 280 h 329"/>
              <a:gd name="T78" fmla="*/ 255 w 280"/>
              <a:gd name="T79" fmla="*/ 301 h 329"/>
              <a:gd name="T80" fmla="*/ 186 w 280"/>
              <a:gd name="T81" fmla="*/ 322 h 329"/>
              <a:gd name="T82" fmla="*/ 126 w 280"/>
              <a:gd name="T83" fmla="*/ 312 h 329"/>
              <a:gd name="T84" fmla="*/ 36 w 280"/>
              <a:gd name="T85" fmla="*/ 314 h 329"/>
              <a:gd name="T86" fmla="*/ 3 w 280"/>
              <a:gd name="T87" fmla="*/ 291 h 329"/>
              <a:gd name="T88" fmla="*/ 15 w 280"/>
              <a:gd name="T89" fmla="*/ 251 h 329"/>
              <a:gd name="T90" fmla="*/ 7 w 280"/>
              <a:gd name="T91" fmla="*/ 257 h 329"/>
              <a:gd name="T92" fmla="*/ 9 w 280"/>
              <a:gd name="T93" fmla="*/ 291 h 329"/>
              <a:gd name="T94" fmla="*/ 75 w 280"/>
              <a:gd name="T95" fmla="*/ 320 h 329"/>
              <a:gd name="T96" fmla="*/ 93 w 280"/>
              <a:gd name="T97" fmla="*/ 279 h 329"/>
              <a:gd name="T98" fmla="*/ 44 w 280"/>
              <a:gd name="T99" fmla="*/ 200 h 329"/>
              <a:gd name="T100" fmla="*/ 94 w 280"/>
              <a:gd name="T101" fmla="*/ 108 h 329"/>
              <a:gd name="T102" fmla="*/ 170 w 280"/>
              <a:gd name="T103" fmla="*/ 10 h 329"/>
              <a:gd name="T104" fmla="*/ 251 w 280"/>
              <a:gd name="T105" fmla="*/ 204 h 329"/>
              <a:gd name="T106" fmla="*/ 230 w 280"/>
              <a:gd name="T107" fmla="*/ 249 h 329"/>
              <a:gd name="T108" fmla="*/ 202 w 280"/>
              <a:gd name="T109" fmla="*/ 238 h 329"/>
              <a:gd name="T110" fmla="*/ 208 w 280"/>
              <a:gd name="T111" fmla="*/ 320 h 329"/>
              <a:gd name="T112" fmla="*/ 272 w 280"/>
              <a:gd name="T113" fmla="*/ 275 h 329"/>
              <a:gd name="T114" fmla="*/ 257 w 280"/>
              <a:gd name="T115" fmla="*/ 258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0" h="329">
                <a:moveTo>
                  <a:pt x="121" y="75"/>
                </a:moveTo>
                <a:cubicBezTo>
                  <a:pt x="120" y="75"/>
                  <a:pt x="119" y="76"/>
                  <a:pt x="118" y="77"/>
                </a:cubicBezTo>
                <a:cubicBezTo>
                  <a:pt x="118" y="78"/>
                  <a:pt x="117" y="79"/>
                  <a:pt x="117" y="79"/>
                </a:cubicBezTo>
                <a:cubicBezTo>
                  <a:pt x="116" y="79"/>
                  <a:pt x="116" y="79"/>
                  <a:pt x="116" y="78"/>
                </a:cubicBezTo>
                <a:cubicBezTo>
                  <a:pt x="116" y="77"/>
                  <a:pt x="117" y="76"/>
                  <a:pt x="119" y="75"/>
                </a:cubicBezTo>
                <a:lnTo>
                  <a:pt x="121" y="75"/>
                </a:lnTo>
                <a:close/>
                <a:moveTo>
                  <a:pt x="137" y="78"/>
                </a:moveTo>
                <a:cubicBezTo>
                  <a:pt x="136" y="78"/>
                  <a:pt x="136" y="78"/>
                  <a:pt x="135" y="77"/>
                </a:cubicBezTo>
                <a:cubicBezTo>
                  <a:pt x="134" y="76"/>
                  <a:pt x="133" y="75"/>
                  <a:pt x="132" y="76"/>
                </a:cubicBezTo>
                <a:cubicBezTo>
                  <a:pt x="134" y="74"/>
                  <a:pt x="136" y="75"/>
                  <a:pt x="137" y="76"/>
                </a:cubicBezTo>
                <a:cubicBezTo>
                  <a:pt x="138" y="77"/>
                  <a:pt x="138" y="77"/>
                  <a:pt x="137" y="78"/>
                </a:cubicBezTo>
                <a:close/>
                <a:moveTo>
                  <a:pt x="72" y="156"/>
                </a:moveTo>
                <a:cubicBezTo>
                  <a:pt x="72" y="156"/>
                  <a:pt x="72" y="156"/>
                  <a:pt x="71" y="157"/>
                </a:cubicBezTo>
                <a:cubicBezTo>
                  <a:pt x="71" y="157"/>
                  <a:pt x="71" y="158"/>
                  <a:pt x="71" y="159"/>
                </a:cubicBezTo>
                <a:cubicBezTo>
                  <a:pt x="70" y="160"/>
                  <a:pt x="70" y="161"/>
                  <a:pt x="70" y="162"/>
                </a:cubicBezTo>
                <a:cubicBezTo>
                  <a:pt x="69" y="162"/>
                  <a:pt x="69" y="163"/>
                  <a:pt x="68" y="164"/>
                </a:cubicBezTo>
                <a:cubicBezTo>
                  <a:pt x="67" y="165"/>
                  <a:pt x="67" y="166"/>
                  <a:pt x="68" y="166"/>
                </a:cubicBezTo>
                <a:cubicBezTo>
                  <a:pt x="68" y="166"/>
                  <a:pt x="69" y="166"/>
                  <a:pt x="70" y="165"/>
                </a:cubicBezTo>
                <a:cubicBezTo>
                  <a:pt x="71" y="164"/>
                  <a:pt x="72" y="163"/>
                  <a:pt x="72" y="162"/>
                </a:cubicBezTo>
                <a:cubicBezTo>
                  <a:pt x="72" y="161"/>
                  <a:pt x="72" y="161"/>
                  <a:pt x="72" y="160"/>
                </a:cubicBezTo>
                <a:cubicBezTo>
                  <a:pt x="73" y="160"/>
                  <a:pt x="73" y="159"/>
                  <a:pt x="73" y="159"/>
                </a:cubicBezTo>
                <a:cubicBezTo>
                  <a:pt x="73" y="159"/>
                  <a:pt x="73" y="159"/>
                  <a:pt x="73" y="158"/>
                </a:cubicBezTo>
                <a:cubicBezTo>
                  <a:pt x="73" y="158"/>
                  <a:pt x="73" y="158"/>
                  <a:pt x="73" y="158"/>
                </a:cubicBezTo>
                <a:cubicBezTo>
                  <a:pt x="73" y="157"/>
                  <a:pt x="73" y="157"/>
                  <a:pt x="73" y="157"/>
                </a:cubicBezTo>
                <a:cubicBezTo>
                  <a:pt x="73" y="157"/>
                  <a:pt x="73" y="157"/>
                  <a:pt x="73" y="157"/>
                </a:cubicBezTo>
                <a:lnTo>
                  <a:pt x="72" y="156"/>
                </a:lnTo>
                <a:close/>
                <a:moveTo>
                  <a:pt x="229" y="222"/>
                </a:moveTo>
                <a:cubicBezTo>
                  <a:pt x="229" y="220"/>
                  <a:pt x="226" y="217"/>
                  <a:pt x="219" y="214"/>
                </a:cubicBezTo>
                <a:cubicBezTo>
                  <a:pt x="220" y="213"/>
                  <a:pt x="220" y="211"/>
                  <a:pt x="221" y="209"/>
                </a:cubicBezTo>
                <a:cubicBezTo>
                  <a:pt x="221" y="208"/>
                  <a:pt x="221" y="206"/>
                  <a:pt x="222" y="205"/>
                </a:cubicBezTo>
                <a:cubicBezTo>
                  <a:pt x="222" y="203"/>
                  <a:pt x="222" y="202"/>
                  <a:pt x="222" y="201"/>
                </a:cubicBezTo>
                <a:cubicBezTo>
                  <a:pt x="222" y="200"/>
                  <a:pt x="222" y="198"/>
                  <a:pt x="222" y="196"/>
                </a:cubicBezTo>
                <a:cubicBezTo>
                  <a:pt x="222" y="195"/>
                  <a:pt x="222" y="194"/>
                  <a:pt x="222" y="193"/>
                </a:cubicBezTo>
                <a:cubicBezTo>
                  <a:pt x="222" y="192"/>
                  <a:pt x="222" y="191"/>
                  <a:pt x="221" y="189"/>
                </a:cubicBezTo>
                <a:cubicBezTo>
                  <a:pt x="221" y="187"/>
                  <a:pt x="221" y="186"/>
                  <a:pt x="221" y="185"/>
                </a:cubicBezTo>
                <a:cubicBezTo>
                  <a:pt x="221" y="185"/>
                  <a:pt x="220" y="183"/>
                  <a:pt x="220" y="181"/>
                </a:cubicBezTo>
                <a:cubicBezTo>
                  <a:pt x="219" y="178"/>
                  <a:pt x="219" y="176"/>
                  <a:pt x="219" y="176"/>
                </a:cubicBezTo>
                <a:cubicBezTo>
                  <a:pt x="218" y="170"/>
                  <a:pt x="215" y="163"/>
                  <a:pt x="210" y="157"/>
                </a:cubicBezTo>
                <a:cubicBezTo>
                  <a:pt x="206" y="150"/>
                  <a:pt x="201" y="145"/>
                  <a:pt x="197" y="143"/>
                </a:cubicBezTo>
                <a:cubicBezTo>
                  <a:pt x="200" y="145"/>
                  <a:pt x="203" y="151"/>
                  <a:pt x="207" y="158"/>
                </a:cubicBezTo>
                <a:cubicBezTo>
                  <a:pt x="218" y="178"/>
                  <a:pt x="221" y="195"/>
                  <a:pt x="217" y="209"/>
                </a:cubicBezTo>
                <a:cubicBezTo>
                  <a:pt x="216" y="214"/>
                  <a:pt x="213" y="217"/>
                  <a:pt x="208" y="217"/>
                </a:cubicBezTo>
                <a:cubicBezTo>
                  <a:pt x="204" y="217"/>
                  <a:pt x="202" y="216"/>
                  <a:pt x="201" y="214"/>
                </a:cubicBezTo>
                <a:cubicBezTo>
                  <a:pt x="200" y="211"/>
                  <a:pt x="200" y="206"/>
                  <a:pt x="200" y="198"/>
                </a:cubicBezTo>
                <a:cubicBezTo>
                  <a:pt x="199" y="191"/>
                  <a:pt x="199" y="184"/>
                  <a:pt x="197" y="179"/>
                </a:cubicBezTo>
                <a:cubicBezTo>
                  <a:pt x="196" y="174"/>
                  <a:pt x="195" y="170"/>
                  <a:pt x="194" y="166"/>
                </a:cubicBezTo>
                <a:cubicBezTo>
                  <a:pt x="193" y="162"/>
                  <a:pt x="191" y="159"/>
                  <a:pt x="190" y="158"/>
                </a:cubicBezTo>
                <a:cubicBezTo>
                  <a:pt x="189" y="156"/>
                  <a:pt x="188" y="154"/>
                  <a:pt x="187" y="153"/>
                </a:cubicBezTo>
                <a:cubicBezTo>
                  <a:pt x="187" y="152"/>
                  <a:pt x="186" y="151"/>
                  <a:pt x="185" y="150"/>
                </a:cubicBezTo>
                <a:cubicBezTo>
                  <a:pt x="184" y="150"/>
                  <a:pt x="184" y="149"/>
                  <a:pt x="184" y="149"/>
                </a:cubicBezTo>
                <a:cubicBezTo>
                  <a:pt x="182" y="141"/>
                  <a:pt x="180" y="135"/>
                  <a:pt x="178" y="130"/>
                </a:cubicBezTo>
                <a:cubicBezTo>
                  <a:pt x="176" y="125"/>
                  <a:pt x="174" y="122"/>
                  <a:pt x="173" y="120"/>
                </a:cubicBezTo>
                <a:cubicBezTo>
                  <a:pt x="171" y="118"/>
                  <a:pt x="170" y="116"/>
                  <a:pt x="168" y="114"/>
                </a:cubicBezTo>
                <a:cubicBezTo>
                  <a:pt x="167" y="112"/>
                  <a:pt x="166" y="109"/>
                  <a:pt x="166" y="106"/>
                </a:cubicBezTo>
                <a:cubicBezTo>
                  <a:pt x="165" y="104"/>
                  <a:pt x="165" y="101"/>
                  <a:pt x="167" y="97"/>
                </a:cubicBezTo>
                <a:cubicBezTo>
                  <a:pt x="168" y="93"/>
                  <a:pt x="168" y="90"/>
                  <a:pt x="167" y="88"/>
                </a:cubicBezTo>
                <a:cubicBezTo>
                  <a:pt x="167" y="85"/>
                  <a:pt x="164" y="84"/>
                  <a:pt x="159" y="83"/>
                </a:cubicBezTo>
                <a:cubicBezTo>
                  <a:pt x="157" y="83"/>
                  <a:pt x="155" y="81"/>
                  <a:pt x="151" y="80"/>
                </a:cubicBezTo>
                <a:cubicBezTo>
                  <a:pt x="147" y="78"/>
                  <a:pt x="145" y="77"/>
                  <a:pt x="145" y="77"/>
                </a:cubicBezTo>
                <a:cubicBezTo>
                  <a:pt x="144" y="77"/>
                  <a:pt x="143" y="75"/>
                  <a:pt x="143" y="72"/>
                </a:cubicBezTo>
                <a:cubicBezTo>
                  <a:pt x="142" y="69"/>
                  <a:pt x="143" y="66"/>
                  <a:pt x="144" y="63"/>
                </a:cubicBezTo>
                <a:cubicBezTo>
                  <a:pt x="145" y="59"/>
                  <a:pt x="148" y="58"/>
                  <a:pt x="151" y="58"/>
                </a:cubicBezTo>
                <a:cubicBezTo>
                  <a:pt x="155" y="57"/>
                  <a:pt x="158" y="59"/>
                  <a:pt x="160" y="63"/>
                </a:cubicBezTo>
                <a:cubicBezTo>
                  <a:pt x="162" y="67"/>
                  <a:pt x="162" y="71"/>
                  <a:pt x="161" y="74"/>
                </a:cubicBezTo>
                <a:cubicBezTo>
                  <a:pt x="159" y="76"/>
                  <a:pt x="159" y="78"/>
                  <a:pt x="160" y="79"/>
                </a:cubicBezTo>
                <a:cubicBezTo>
                  <a:pt x="161" y="80"/>
                  <a:pt x="163" y="80"/>
                  <a:pt x="166" y="79"/>
                </a:cubicBezTo>
                <a:cubicBezTo>
                  <a:pt x="167" y="78"/>
                  <a:pt x="168" y="76"/>
                  <a:pt x="168" y="72"/>
                </a:cubicBezTo>
                <a:cubicBezTo>
                  <a:pt x="168" y="65"/>
                  <a:pt x="168" y="65"/>
                  <a:pt x="168" y="65"/>
                </a:cubicBezTo>
                <a:cubicBezTo>
                  <a:pt x="168" y="62"/>
                  <a:pt x="167" y="59"/>
                  <a:pt x="166" y="56"/>
                </a:cubicBezTo>
                <a:cubicBezTo>
                  <a:pt x="165" y="54"/>
                  <a:pt x="163" y="52"/>
                  <a:pt x="162" y="51"/>
                </a:cubicBezTo>
                <a:cubicBezTo>
                  <a:pt x="160" y="49"/>
                  <a:pt x="159" y="48"/>
                  <a:pt x="158" y="48"/>
                </a:cubicBezTo>
                <a:cubicBezTo>
                  <a:pt x="156" y="47"/>
                  <a:pt x="155" y="47"/>
                  <a:pt x="153" y="46"/>
                </a:cubicBezTo>
                <a:cubicBezTo>
                  <a:pt x="140" y="47"/>
                  <a:pt x="134" y="56"/>
                  <a:pt x="136" y="71"/>
                </a:cubicBezTo>
                <a:cubicBezTo>
                  <a:pt x="136" y="73"/>
                  <a:pt x="136" y="74"/>
                  <a:pt x="136" y="74"/>
                </a:cubicBezTo>
                <a:cubicBezTo>
                  <a:pt x="135" y="73"/>
                  <a:pt x="133" y="72"/>
                  <a:pt x="131" y="72"/>
                </a:cubicBezTo>
                <a:cubicBezTo>
                  <a:pt x="128" y="72"/>
                  <a:pt x="126" y="72"/>
                  <a:pt x="125" y="72"/>
                </a:cubicBezTo>
                <a:cubicBezTo>
                  <a:pt x="123" y="72"/>
                  <a:pt x="122" y="72"/>
                  <a:pt x="122" y="71"/>
                </a:cubicBezTo>
                <a:cubicBezTo>
                  <a:pt x="122" y="64"/>
                  <a:pt x="121" y="59"/>
                  <a:pt x="119" y="55"/>
                </a:cubicBezTo>
                <a:cubicBezTo>
                  <a:pt x="117" y="50"/>
                  <a:pt x="114" y="48"/>
                  <a:pt x="111" y="48"/>
                </a:cubicBezTo>
                <a:cubicBezTo>
                  <a:pt x="107" y="48"/>
                  <a:pt x="105" y="50"/>
                  <a:pt x="103" y="53"/>
                </a:cubicBezTo>
                <a:cubicBezTo>
                  <a:pt x="101" y="57"/>
                  <a:pt x="100" y="60"/>
                  <a:pt x="100" y="64"/>
                </a:cubicBezTo>
                <a:cubicBezTo>
                  <a:pt x="100" y="66"/>
                  <a:pt x="100" y="68"/>
                  <a:pt x="101" y="71"/>
                </a:cubicBezTo>
                <a:cubicBezTo>
                  <a:pt x="101" y="74"/>
                  <a:pt x="102" y="76"/>
                  <a:pt x="103" y="78"/>
                </a:cubicBezTo>
                <a:cubicBezTo>
                  <a:pt x="104" y="80"/>
                  <a:pt x="105" y="81"/>
                  <a:pt x="106" y="80"/>
                </a:cubicBezTo>
                <a:cubicBezTo>
                  <a:pt x="107" y="80"/>
                  <a:pt x="108" y="79"/>
                  <a:pt x="109" y="78"/>
                </a:cubicBezTo>
                <a:cubicBezTo>
                  <a:pt x="109" y="77"/>
                  <a:pt x="109" y="76"/>
                  <a:pt x="108" y="76"/>
                </a:cubicBezTo>
                <a:cubicBezTo>
                  <a:pt x="107" y="76"/>
                  <a:pt x="106" y="75"/>
                  <a:pt x="105" y="74"/>
                </a:cubicBezTo>
                <a:cubicBezTo>
                  <a:pt x="104" y="72"/>
                  <a:pt x="103" y="70"/>
                  <a:pt x="103" y="68"/>
                </a:cubicBezTo>
                <a:cubicBezTo>
                  <a:pt x="103" y="65"/>
                  <a:pt x="103" y="63"/>
                  <a:pt x="105" y="61"/>
                </a:cubicBezTo>
                <a:cubicBezTo>
                  <a:pt x="106" y="59"/>
                  <a:pt x="108" y="58"/>
                  <a:pt x="111" y="58"/>
                </a:cubicBezTo>
                <a:cubicBezTo>
                  <a:pt x="113" y="58"/>
                  <a:pt x="115" y="59"/>
                  <a:pt x="116" y="62"/>
                </a:cubicBezTo>
                <a:cubicBezTo>
                  <a:pt x="117" y="65"/>
                  <a:pt x="118" y="67"/>
                  <a:pt x="118" y="69"/>
                </a:cubicBezTo>
                <a:cubicBezTo>
                  <a:pt x="117" y="71"/>
                  <a:pt x="117" y="73"/>
                  <a:pt x="117" y="73"/>
                </a:cubicBezTo>
                <a:cubicBezTo>
                  <a:pt x="115" y="75"/>
                  <a:pt x="113" y="77"/>
                  <a:pt x="112" y="79"/>
                </a:cubicBezTo>
                <a:cubicBezTo>
                  <a:pt x="111" y="80"/>
                  <a:pt x="109" y="81"/>
                  <a:pt x="107" y="83"/>
                </a:cubicBezTo>
                <a:cubicBezTo>
                  <a:pt x="104" y="84"/>
                  <a:pt x="103" y="85"/>
                  <a:pt x="103" y="85"/>
                </a:cubicBezTo>
                <a:cubicBezTo>
                  <a:pt x="101" y="87"/>
                  <a:pt x="100" y="89"/>
                  <a:pt x="100" y="90"/>
                </a:cubicBezTo>
                <a:cubicBezTo>
                  <a:pt x="100" y="92"/>
                  <a:pt x="100" y="93"/>
                  <a:pt x="101" y="93"/>
                </a:cubicBezTo>
                <a:cubicBezTo>
                  <a:pt x="103" y="94"/>
                  <a:pt x="105" y="96"/>
                  <a:pt x="106" y="97"/>
                </a:cubicBezTo>
                <a:cubicBezTo>
                  <a:pt x="107" y="98"/>
                  <a:pt x="108" y="100"/>
                  <a:pt x="109" y="100"/>
                </a:cubicBezTo>
                <a:cubicBezTo>
                  <a:pt x="109" y="101"/>
                  <a:pt x="111" y="102"/>
                  <a:pt x="112" y="103"/>
                </a:cubicBezTo>
                <a:cubicBezTo>
                  <a:pt x="114" y="104"/>
                  <a:pt x="116" y="104"/>
                  <a:pt x="119" y="104"/>
                </a:cubicBezTo>
                <a:cubicBezTo>
                  <a:pt x="124" y="104"/>
                  <a:pt x="131" y="103"/>
                  <a:pt x="137" y="101"/>
                </a:cubicBezTo>
                <a:cubicBezTo>
                  <a:pt x="138" y="101"/>
                  <a:pt x="139" y="101"/>
                  <a:pt x="142" y="100"/>
                </a:cubicBezTo>
                <a:cubicBezTo>
                  <a:pt x="144" y="99"/>
                  <a:pt x="146" y="99"/>
                  <a:pt x="148" y="98"/>
                </a:cubicBezTo>
                <a:cubicBezTo>
                  <a:pt x="150" y="98"/>
                  <a:pt x="151" y="97"/>
                  <a:pt x="153" y="96"/>
                </a:cubicBezTo>
                <a:cubicBezTo>
                  <a:pt x="155" y="95"/>
                  <a:pt x="157" y="94"/>
                  <a:pt x="157" y="93"/>
                </a:cubicBezTo>
                <a:cubicBezTo>
                  <a:pt x="158" y="91"/>
                  <a:pt x="160" y="90"/>
                  <a:pt x="161" y="91"/>
                </a:cubicBezTo>
                <a:cubicBezTo>
                  <a:pt x="162" y="91"/>
                  <a:pt x="162" y="92"/>
                  <a:pt x="162" y="93"/>
                </a:cubicBezTo>
                <a:cubicBezTo>
                  <a:pt x="162" y="93"/>
                  <a:pt x="162" y="94"/>
                  <a:pt x="162" y="95"/>
                </a:cubicBezTo>
                <a:cubicBezTo>
                  <a:pt x="161" y="96"/>
                  <a:pt x="160" y="96"/>
                  <a:pt x="159" y="97"/>
                </a:cubicBezTo>
                <a:cubicBezTo>
                  <a:pt x="156" y="97"/>
                  <a:pt x="153" y="99"/>
                  <a:pt x="148" y="100"/>
                </a:cubicBezTo>
                <a:cubicBezTo>
                  <a:pt x="144" y="102"/>
                  <a:pt x="141" y="104"/>
                  <a:pt x="140" y="104"/>
                </a:cubicBezTo>
                <a:cubicBezTo>
                  <a:pt x="134" y="106"/>
                  <a:pt x="130" y="108"/>
                  <a:pt x="127" y="108"/>
                </a:cubicBezTo>
                <a:cubicBezTo>
                  <a:pt x="124" y="109"/>
                  <a:pt x="119" y="109"/>
                  <a:pt x="112" y="108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11" y="109"/>
                  <a:pt x="112" y="110"/>
                  <a:pt x="114" y="112"/>
                </a:cubicBezTo>
                <a:cubicBezTo>
                  <a:pt x="117" y="115"/>
                  <a:pt x="121" y="116"/>
                  <a:pt x="126" y="116"/>
                </a:cubicBezTo>
                <a:cubicBezTo>
                  <a:pt x="128" y="116"/>
                  <a:pt x="131" y="115"/>
                  <a:pt x="133" y="115"/>
                </a:cubicBezTo>
                <a:cubicBezTo>
                  <a:pt x="135" y="114"/>
                  <a:pt x="137" y="113"/>
                  <a:pt x="139" y="112"/>
                </a:cubicBezTo>
                <a:cubicBezTo>
                  <a:pt x="142" y="111"/>
                  <a:pt x="144" y="110"/>
                  <a:pt x="146" y="109"/>
                </a:cubicBezTo>
                <a:cubicBezTo>
                  <a:pt x="148" y="108"/>
                  <a:pt x="149" y="107"/>
                  <a:pt x="151" y="106"/>
                </a:cubicBezTo>
                <a:cubicBezTo>
                  <a:pt x="153" y="105"/>
                  <a:pt x="154" y="104"/>
                  <a:pt x="156" y="103"/>
                </a:cubicBezTo>
                <a:cubicBezTo>
                  <a:pt x="157" y="103"/>
                  <a:pt x="158" y="103"/>
                  <a:pt x="159" y="103"/>
                </a:cubicBezTo>
                <a:cubicBezTo>
                  <a:pt x="160" y="103"/>
                  <a:pt x="160" y="104"/>
                  <a:pt x="160" y="105"/>
                </a:cubicBezTo>
                <a:cubicBezTo>
                  <a:pt x="160" y="105"/>
                  <a:pt x="160" y="106"/>
                  <a:pt x="160" y="106"/>
                </a:cubicBezTo>
                <a:cubicBezTo>
                  <a:pt x="160" y="106"/>
                  <a:pt x="160" y="106"/>
                  <a:pt x="159" y="107"/>
                </a:cubicBezTo>
                <a:cubicBezTo>
                  <a:pt x="159" y="107"/>
                  <a:pt x="159" y="107"/>
                  <a:pt x="158" y="108"/>
                </a:cubicBezTo>
                <a:cubicBezTo>
                  <a:pt x="158" y="108"/>
                  <a:pt x="157" y="108"/>
                  <a:pt x="157" y="108"/>
                </a:cubicBezTo>
                <a:cubicBezTo>
                  <a:pt x="156" y="109"/>
                  <a:pt x="156" y="109"/>
                  <a:pt x="155" y="109"/>
                </a:cubicBezTo>
                <a:cubicBezTo>
                  <a:pt x="155" y="109"/>
                  <a:pt x="154" y="110"/>
                  <a:pt x="153" y="110"/>
                </a:cubicBezTo>
                <a:cubicBezTo>
                  <a:pt x="153" y="111"/>
                  <a:pt x="152" y="111"/>
                  <a:pt x="152" y="111"/>
                </a:cubicBezTo>
                <a:cubicBezTo>
                  <a:pt x="148" y="113"/>
                  <a:pt x="144" y="115"/>
                  <a:pt x="139" y="119"/>
                </a:cubicBezTo>
                <a:cubicBezTo>
                  <a:pt x="134" y="123"/>
                  <a:pt x="130" y="125"/>
                  <a:pt x="127" y="127"/>
                </a:cubicBezTo>
                <a:cubicBezTo>
                  <a:pt x="124" y="129"/>
                  <a:pt x="121" y="129"/>
                  <a:pt x="118" y="127"/>
                </a:cubicBezTo>
                <a:cubicBezTo>
                  <a:pt x="115" y="126"/>
                  <a:pt x="112" y="121"/>
                  <a:pt x="106" y="114"/>
                </a:cubicBezTo>
                <a:cubicBezTo>
                  <a:pt x="104" y="110"/>
                  <a:pt x="102" y="109"/>
                  <a:pt x="102" y="110"/>
                </a:cubicBezTo>
                <a:cubicBezTo>
                  <a:pt x="102" y="110"/>
                  <a:pt x="102" y="111"/>
                  <a:pt x="102" y="112"/>
                </a:cubicBezTo>
                <a:cubicBezTo>
                  <a:pt x="102" y="115"/>
                  <a:pt x="101" y="118"/>
                  <a:pt x="99" y="122"/>
                </a:cubicBezTo>
                <a:cubicBezTo>
                  <a:pt x="97" y="126"/>
                  <a:pt x="95" y="129"/>
                  <a:pt x="93" y="132"/>
                </a:cubicBezTo>
                <a:cubicBezTo>
                  <a:pt x="92" y="135"/>
                  <a:pt x="90" y="139"/>
                  <a:pt x="90" y="143"/>
                </a:cubicBezTo>
                <a:cubicBezTo>
                  <a:pt x="89" y="147"/>
                  <a:pt x="90" y="151"/>
                  <a:pt x="92" y="154"/>
                </a:cubicBezTo>
                <a:cubicBezTo>
                  <a:pt x="89" y="155"/>
                  <a:pt x="85" y="161"/>
                  <a:pt x="80" y="171"/>
                </a:cubicBezTo>
                <a:cubicBezTo>
                  <a:pt x="75" y="181"/>
                  <a:pt x="73" y="190"/>
                  <a:pt x="72" y="197"/>
                </a:cubicBezTo>
                <a:cubicBezTo>
                  <a:pt x="71" y="199"/>
                  <a:pt x="71" y="203"/>
                  <a:pt x="71" y="209"/>
                </a:cubicBezTo>
                <a:cubicBezTo>
                  <a:pt x="71" y="216"/>
                  <a:pt x="71" y="219"/>
                  <a:pt x="70" y="220"/>
                </a:cubicBezTo>
                <a:cubicBezTo>
                  <a:pt x="69" y="223"/>
                  <a:pt x="68" y="223"/>
                  <a:pt x="65" y="221"/>
                </a:cubicBezTo>
                <a:cubicBezTo>
                  <a:pt x="61" y="217"/>
                  <a:pt x="59" y="211"/>
                  <a:pt x="58" y="204"/>
                </a:cubicBezTo>
                <a:cubicBezTo>
                  <a:pt x="58" y="200"/>
                  <a:pt x="58" y="197"/>
                  <a:pt x="59" y="193"/>
                </a:cubicBezTo>
                <a:cubicBezTo>
                  <a:pt x="60" y="191"/>
                  <a:pt x="59" y="190"/>
                  <a:pt x="59" y="190"/>
                </a:cubicBezTo>
                <a:cubicBezTo>
                  <a:pt x="58" y="191"/>
                  <a:pt x="58" y="191"/>
                  <a:pt x="58" y="191"/>
                </a:cubicBezTo>
                <a:cubicBezTo>
                  <a:pt x="54" y="199"/>
                  <a:pt x="54" y="209"/>
                  <a:pt x="60" y="221"/>
                </a:cubicBezTo>
                <a:cubicBezTo>
                  <a:pt x="61" y="223"/>
                  <a:pt x="62" y="225"/>
                  <a:pt x="65" y="226"/>
                </a:cubicBezTo>
                <a:cubicBezTo>
                  <a:pt x="67" y="228"/>
                  <a:pt x="68" y="230"/>
                  <a:pt x="69" y="230"/>
                </a:cubicBezTo>
                <a:cubicBezTo>
                  <a:pt x="71" y="233"/>
                  <a:pt x="78" y="239"/>
                  <a:pt x="88" y="247"/>
                </a:cubicBezTo>
                <a:cubicBezTo>
                  <a:pt x="98" y="255"/>
                  <a:pt x="104" y="260"/>
                  <a:pt x="105" y="261"/>
                </a:cubicBezTo>
                <a:cubicBezTo>
                  <a:pt x="107" y="263"/>
                  <a:pt x="108" y="265"/>
                  <a:pt x="108" y="268"/>
                </a:cubicBezTo>
                <a:cubicBezTo>
                  <a:pt x="109" y="271"/>
                  <a:pt x="108" y="273"/>
                  <a:pt x="106" y="276"/>
                </a:cubicBezTo>
                <a:cubicBezTo>
                  <a:pt x="104" y="278"/>
                  <a:pt x="101" y="280"/>
                  <a:pt x="97" y="280"/>
                </a:cubicBezTo>
                <a:cubicBezTo>
                  <a:pt x="98" y="282"/>
                  <a:pt x="100" y="284"/>
                  <a:pt x="103" y="288"/>
                </a:cubicBezTo>
                <a:cubicBezTo>
                  <a:pt x="105" y="292"/>
                  <a:pt x="107" y="295"/>
                  <a:pt x="108" y="298"/>
                </a:cubicBezTo>
                <a:cubicBezTo>
                  <a:pt x="109" y="301"/>
                  <a:pt x="109" y="305"/>
                  <a:pt x="109" y="311"/>
                </a:cubicBezTo>
                <a:cubicBezTo>
                  <a:pt x="115" y="308"/>
                  <a:pt x="115" y="302"/>
                  <a:pt x="110" y="294"/>
                </a:cubicBezTo>
                <a:cubicBezTo>
                  <a:pt x="110" y="293"/>
                  <a:pt x="109" y="292"/>
                  <a:pt x="109" y="291"/>
                </a:cubicBezTo>
                <a:cubicBezTo>
                  <a:pt x="108" y="290"/>
                  <a:pt x="107" y="289"/>
                  <a:pt x="107" y="289"/>
                </a:cubicBezTo>
                <a:cubicBezTo>
                  <a:pt x="106" y="288"/>
                  <a:pt x="106" y="288"/>
                  <a:pt x="106" y="288"/>
                </a:cubicBezTo>
                <a:cubicBezTo>
                  <a:pt x="107" y="287"/>
                  <a:pt x="108" y="287"/>
                  <a:pt x="109" y="286"/>
                </a:cubicBezTo>
                <a:cubicBezTo>
                  <a:pt x="110" y="285"/>
                  <a:pt x="111" y="286"/>
                  <a:pt x="112" y="286"/>
                </a:cubicBezTo>
                <a:cubicBezTo>
                  <a:pt x="118" y="293"/>
                  <a:pt x="128" y="295"/>
                  <a:pt x="143" y="293"/>
                </a:cubicBezTo>
                <a:cubicBezTo>
                  <a:pt x="159" y="291"/>
                  <a:pt x="170" y="286"/>
                  <a:pt x="175" y="277"/>
                </a:cubicBezTo>
                <a:cubicBezTo>
                  <a:pt x="178" y="272"/>
                  <a:pt x="180" y="271"/>
                  <a:pt x="182" y="272"/>
                </a:cubicBezTo>
                <a:cubicBezTo>
                  <a:pt x="183" y="272"/>
                  <a:pt x="184" y="276"/>
                  <a:pt x="183" y="281"/>
                </a:cubicBezTo>
                <a:cubicBezTo>
                  <a:pt x="183" y="284"/>
                  <a:pt x="182" y="290"/>
                  <a:pt x="179" y="298"/>
                </a:cubicBezTo>
                <a:cubicBezTo>
                  <a:pt x="178" y="301"/>
                  <a:pt x="178" y="303"/>
                  <a:pt x="178" y="305"/>
                </a:cubicBezTo>
                <a:cubicBezTo>
                  <a:pt x="179" y="307"/>
                  <a:pt x="180" y="308"/>
                  <a:pt x="183" y="308"/>
                </a:cubicBezTo>
                <a:cubicBezTo>
                  <a:pt x="183" y="305"/>
                  <a:pt x="184" y="301"/>
                  <a:pt x="185" y="294"/>
                </a:cubicBezTo>
                <a:cubicBezTo>
                  <a:pt x="187" y="287"/>
                  <a:pt x="187" y="281"/>
                  <a:pt x="188" y="277"/>
                </a:cubicBezTo>
                <a:cubicBezTo>
                  <a:pt x="188" y="275"/>
                  <a:pt x="188" y="270"/>
                  <a:pt x="187" y="264"/>
                </a:cubicBezTo>
                <a:cubicBezTo>
                  <a:pt x="185" y="257"/>
                  <a:pt x="185" y="251"/>
                  <a:pt x="185" y="246"/>
                </a:cubicBezTo>
                <a:cubicBezTo>
                  <a:pt x="185" y="240"/>
                  <a:pt x="187" y="236"/>
                  <a:pt x="189" y="233"/>
                </a:cubicBezTo>
                <a:cubicBezTo>
                  <a:pt x="191" y="231"/>
                  <a:pt x="194" y="230"/>
                  <a:pt x="199" y="230"/>
                </a:cubicBezTo>
                <a:cubicBezTo>
                  <a:pt x="199" y="225"/>
                  <a:pt x="201" y="222"/>
                  <a:pt x="205" y="220"/>
                </a:cubicBezTo>
                <a:cubicBezTo>
                  <a:pt x="209" y="218"/>
                  <a:pt x="214" y="217"/>
                  <a:pt x="218" y="218"/>
                </a:cubicBezTo>
                <a:cubicBezTo>
                  <a:pt x="223" y="219"/>
                  <a:pt x="227" y="220"/>
                  <a:pt x="229" y="222"/>
                </a:cubicBezTo>
                <a:close/>
                <a:moveTo>
                  <a:pt x="114" y="70"/>
                </a:moveTo>
                <a:cubicBezTo>
                  <a:pt x="114" y="68"/>
                  <a:pt x="114" y="66"/>
                  <a:pt x="114" y="65"/>
                </a:cubicBezTo>
                <a:cubicBezTo>
                  <a:pt x="113" y="63"/>
                  <a:pt x="112" y="62"/>
                  <a:pt x="112" y="62"/>
                </a:cubicBezTo>
                <a:cubicBezTo>
                  <a:pt x="110" y="62"/>
                  <a:pt x="110" y="62"/>
                  <a:pt x="110" y="63"/>
                </a:cubicBezTo>
                <a:cubicBezTo>
                  <a:pt x="110" y="64"/>
                  <a:pt x="110" y="64"/>
                  <a:pt x="111" y="64"/>
                </a:cubicBezTo>
                <a:cubicBezTo>
                  <a:pt x="112" y="64"/>
                  <a:pt x="112" y="65"/>
                  <a:pt x="112" y="67"/>
                </a:cubicBezTo>
                <a:cubicBezTo>
                  <a:pt x="112" y="70"/>
                  <a:pt x="112" y="71"/>
                  <a:pt x="114" y="71"/>
                </a:cubicBezTo>
                <a:cubicBezTo>
                  <a:pt x="114" y="71"/>
                  <a:pt x="114" y="71"/>
                  <a:pt x="114" y="70"/>
                </a:cubicBezTo>
                <a:close/>
                <a:moveTo>
                  <a:pt x="191" y="106"/>
                </a:moveTo>
                <a:cubicBezTo>
                  <a:pt x="191" y="105"/>
                  <a:pt x="190" y="105"/>
                  <a:pt x="190" y="104"/>
                </a:cubicBezTo>
                <a:cubicBezTo>
                  <a:pt x="189" y="104"/>
                  <a:pt x="188" y="104"/>
                  <a:pt x="187" y="103"/>
                </a:cubicBezTo>
                <a:cubicBezTo>
                  <a:pt x="186" y="103"/>
                  <a:pt x="186" y="103"/>
                  <a:pt x="185" y="102"/>
                </a:cubicBezTo>
                <a:cubicBezTo>
                  <a:pt x="184" y="102"/>
                  <a:pt x="184" y="102"/>
                  <a:pt x="183" y="101"/>
                </a:cubicBezTo>
                <a:cubicBezTo>
                  <a:pt x="182" y="100"/>
                  <a:pt x="182" y="100"/>
                  <a:pt x="182" y="99"/>
                </a:cubicBezTo>
                <a:cubicBezTo>
                  <a:pt x="181" y="99"/>
                  <a:pt x="181" y="99"/>
                  <a:pt x="181" y="98"/>
                </a:cubicBezTo>
                <a:cubicBezTo>
                  <a:pt x="180" y="98"/>
                  <a:pt x="180" y="98"/>
                  <a:pt x="180" y="98"/>
                </a:cubicBezTo>
                <a:cubicBezTo>
                  <a:pt x="180" y="97"/>
                  <a:pt x="180" y="98"/>
                  <a:pt x="179" y="98"/>
                </a:cubicBezTo>
                <a:cubicBezTo>
                  <a:pt x="178" y="100"/>
                  <a:pt x="178" y="102"/>
                  <a:pt x="181" y="106"/>
                </a:cubicBezTo>
                <a:cubicBezTo>
                  <a:pt x="183" y="109"/>
                  <a:pt x="186" y="111"/>
                  <a:pt x="188" y="112"/>
                </a:cubicBezTo>
                <a:cubicBezTo>
                  <a:pt x="189" y="112"/>
                  <a:pt x="190" y="111"/>
                  <a:pt x="190" y="110"/>
                </a:cubicBezTo>
                <a:cubicBezTo>
                  <a:pt x="191" y="109"/>
                  <a:pt x="191" y="108"/>
                  <a:pt x="191" y="106"/>
                </a:cubicBezTo>
                <a:close/>
                <a:moveTo>
                  <a:pt x="158" y="67"/>
                </a:moveTo>
                <a:cubicBezTo>
                  <a:pt x="158" y="66"/>
                  <a:pt x="158" y="65"/>
                  <a:pt x="157" y="64"/>
                </a:cubicBezTo>
                <a:cubicBezTo>
                  <a:pt x="157" y="63"/>
                  <a:pt x="156" y="62"/>
                  <a:pt x="155" y="61"/>
                </a:cubicBezTo>
                <a:cubicBezTo>
                  <a:pt x="155" y="61"/>
                  <a:pt x="154" y="61"/>
                  <a:pt x="154" y="61"/>
                </a:cubicBezTo>
                <a:cubicBezTo>
                  <a:pt x="152" y="61"/>
                  <a:pt x="152" y="61"/>
                  <a:pt x="152" y="62"/>
                </a:cubicBezTo>
                <a:cubicBezTo>
                  <a:pt x="153" y="63"/>
                  <a:pt x="153" y="63"/>
                  <a:pt x="153" y="63"/>
                </a:cubicBezTo>
                <a:cubicBezTo>
                  <a:pt x="155" y="63"/>
                  <a:pt x="156" y="65"/>
                  <a:pt x="157" y="68"/>
                </a:cubicBezTo>
                <a:cubicBezTo>
                  <a:pt x="157" y="69"/>
                  <a:pt x="157" y="69"/>
                  <a:pt x="158" y="68"/>
                </a:cubicBezTo>
                <a:lnTo>
                  <a:pt x="158" y="67"/>
                </a:lnTo>
                <a:close/>
                <a:moveTo>
                  <a:pt x="168" y="25"/>
                </a:moveTo>
                <a:cubicBezTo>
                  <a:pt x="168" y="24"/>
                  <a:pt x="168" y="24"/>
                  <a:pt x="168" y="24"/>
                </a:cubicBezTo>
                <a:cubicBezTo>
                  <a:pt x="167" y="23"/>
                  <a:pt x="167" y="23"/>
                  <a:pt x="166" y="22"/>
                </a:cubicBezTo>
                <a:cubicBezTo>
                  <a:pt x="165" y="22"/>
                  <a:pt x="165" y="22"/>
                  <a:pt x="164" y="21"/>
                </a:cubicBezTo>
                <a:cubicBezTo>
                  <a:pt x="163" y="19"/>
                  <a:pt x="161" y="19"/>
                  <a:pt x="160" y="19"/>
                </a:cubicBezTo>
                <a:cubicBezTo>
                  <a:pt x="159" y="19"/>
                  <a:pt x="158" y="19"/>
                  <a:pt x="158" y="20"/>
                </a:cubicBezTo>
                <a:cubicBezTo>
                  <a:pt x="158" y="21"/>
                  <a:pt x="158" y="22"/>
                  <a:pt x="158" y="22"/>
                </a:cubicBezTo>
                <a:cubicBezTo>
                  <a:pt x="158" y="23"/>
                  <a:pt x="158" y="24"/>
                  <a:pt x="158" y="25"/>
                </a:cubicBezTo>
                <a:cubicBezTo>
                  <a:pt x="157" y="25"/>
                  <a:pt x="157" y="26"/>
                  <a:pt x="157" y="27"/>
                </a:cubicBezTo>
                <a:cubicBezTo>
                  <a:pt x="156" y="27"/>
                  <a:pt x="156" y="28"/>
                  <a:pt x="155" y="28"/>
                </a:cubicBezTo>
                <a:cubicBezTo>
                  <a:pt x="155" y="28"/>
                  <a:pt x="155" y="29"/>
                  <a:pt x="156" y="30"/>
                </a:cubicBezTo>
                <a:cubicBezTo>
                  <a:pt x="156" y="30"/>
                  <a:pt x="157" y="30"/>
                  <a:pt x="157" y="30"/>
                </a:cubicBezTo>
                <a:cubicBezTo>
                  <a:pt x="158" y="29"/>
                  <a:pt x="159" y="29"/>
                  <a:pt x="159" y="28"/>
                </a:cubicBezTo>
                <a:cubicBezTo>
                  <a:pt x="160" y="27"/>
                  <a:pt x="161" y="27"/>
                  <a:pt x="162" y="26"/>
                </a:cubicBezTo>
                <a:cubicBezTo>
                  <a:pt x="162" y="26"/>
                  <a:pt x="163" y="26"/>
                  <a:pt x="164" y="26"/>
                </a:cubicBezTo>
                <a:cubicBezTo>
                  <a:pt x="165" y="26"/>
                  <a:pt x="166" y="26"/>
                  <a:pt x="167" y="26"/>
                </a:cubicBezTo>
                <a:cubicBezTo>
                  <a:pt x="167" y="26"/>
                  <a:pt x="168" y="25"/>
                  <a:pt x="168" y="25"/>
                </a:cubicBezTo>
                <a:close/>
                <a:moveTo>
                  <a:pt x="272" y="271"/>
                </a:moveTo>
                <a:cubicBezTo>
                  <a:pt x="274" y="272"/>
                  <a:pt x="276" y="274"/>
                  <a:pt x="278" y="275"/>
                </a:cubicBezTo>
                <a:cubicBezTo>
                  <a:pt x="279" y="277"/>
                  <a:pt x="280" y="278"/>
                  <a:pt x="280" y="280"/>
                </a:cubicBezTo>
                <a:cubicBezTo>
                  <a:pt x="280" y="281"/>
                  <a:pt x="280" y="282"/>
                  <a:pt x="279" y="284"/>
                </a:cubicBezTo>
                <a:cubicBezTo>
                  <a:pt x="279" y="285"/>
                  <a:pt x="278" y="286"/>
                  <a:pt x="277" y="288"/>
                </a:cubicBezTo>
                <a:cubicBezTo>
                  <a:pt x="275" y="289"/>
                  <a:pt x="274" y="290"/>
                  <a:pt x="272" y="291"/>
                </a:cubicBezTo>
                <a:cubicBezTo>
                  <a:pt x="271" y="292"/>
                  <a:pt x="269" y="294"/>
                  <a:pt x="267" y="295"/>
                </a:cubicBezTo>
                <a:cubicBezTo>
                  <a:pt x="264" y="296"/>
                  <a:pt x="263" y="297"/>
                  <a:pt x="261" y="298"/>
                </a:cubicBezTo>
                <a:cubicBezTo>
                  <a:pt x="259" y="299"/>
                  <a:pt x="257" y="300"/>
                  <a:pt x="255" y="301"/>
                </a:cubicBezTo>
                <a:cubicBezTo>
                  <a:pt x="253" y="302"/>
                  <a:pt x="251" y="303"/>
                  <a:pt x="250" y="303"/>
                </a:cubicBezTo>
                <a:cubicBezTo>
                  <a:pt x="245" y="305"/>
                  <a:pt x="240" y="309"/>
                  <a:pt x="234" y="313"/>
                </a:cubicBezTo>
                <a:cubicBezTo>
                  <a:pt x="229" y="318"/>
                  <a:pt x="224" y="322"/>
                  <a:pt x="221" y="325"/>
                </a:cubicBezTo>
                <a:cubicBezTo>
                  <a:pt x="218" y="327"/>
                  <a:pt x="214" y="328"/>
                  <a:pt x="208" y="329"/>
                </a:cubicBezTo>
                <a:cubicBezTo>
                  <a:pt x="202" y="329"/>
                  <a:pt x="196" y="328"/>
                  <a:pt x="192" y="326"/>
                </a:cubicBezTo>
                <a:cubicBezTo>
                  <a:pt x="190" y="325"/>
                  <a:pt x="188" y="323"/>
                  <a:pt x="186" y="322"/>
                </a:cubicBezTo>
                <a:cubicBezTo>
                  <a:pt x="185" y="320"/>
                  <a:pt x="184" y="318"/>
                  <a:pt x="183" y="317"/>
                </a:cubicBezTo>
                <a:cubicBezTo>
                  <a:pt x="183" y="316"/>
                  <a:pt x="181" y="314"/>
                  <a:pt x="179" y="313"/>
                </a:cubicBezTo>
                <a:cubicBezTo>
                  <a:pt x="177" y="312"/>
                  <a:pt x="174" y="312"/>
                  <a:pt x="171" y="312"/>
                </a:cubicBezTo>
                <a:cubicBezTo>
                  <a:pt x="165" y="312"/>
                  <a:pt x="157" y="311"/>
                  <a:pt x="147" y="311"/>
                </a:cubicBezTo>
                <a:cubicBezTo>
                  <a:pt x="144" y="311"/>
                  <a:pt x="141" y="312"/>
                  <a:pt x="136" y="312"/>
                </a:cubicBezTo>
                <a:cubicBezTo>
                  <a:pt x="132" y="312"/>
                  <a:pt x="128" y="312"/>
                  <a:pt x="126" y="312"/>
                </a:cubicBezTo>
                <a:cubicBezTo>
                  <a:pt x="120" y="312"/>
                  <a:pt x="115" y="313"/>
                  <a:pt x="111" y="315"/>
                </a:cubicBezTo>
                <a:cubicBezTo>
                  <a:pt x="107" y="317"/>
                  <a:pt x="103" y="318"/>
                  <a:pt x="101" y="320"/>
                </a:cubicBezTo>
                <a:cubicBezTo>
                  <a:pt x="99" y="322"/>
                  <a:pt x="96" y="324"/>
                  <a:pt x="93" y="326"/>
                </a:cubicBezTo>
                <a:cubicBezTo>
                  <a:pt x="90" y="327"/>
                  <a:pt x="87" y="328"/>
                  <a:pt x="83" y="328"/>
                </a:cubicBezTo>
                <a:cubicBezTo>
                  <a:pt x="80" y="328"/>
                  <a:pt x="73" y="326"/>
                  <a:pt x="63" y="322"/>
                </a:cubicBezTo>
                <a:cubicBezTo>
                  <a:pt x="53" y="318"/>
                  <a:pt x="44" y="316"/>
                  <a:pt x="36" y="314"/>
                </a:cubicBezTo>
                <a:cubicBezTo>
                  <a:pt x="34" y="314"/>
                  <a:pt x="31" y="313"/>
                  <a:pt x="27" y="312"/>
                </a:cubicBezTo>
                <a:cubicBezTo>
                  <a:pt x="23" y="312"/>
                  <a:pt x="20" y="311"/>
                  <a:pt x="18" y="311"/>
                </a:cubicBezTo>
                <a:cubicBezTo>
                  <a:pt x="16" y="310"/>
                  <a:pt x="13" y="310"/>
                  <a:pt x="11" y="309"/>
                </a:cubicBezTo>
                <a:cubicBezTo>
                  <a:pt x="8" y="308"/>
                  <a:pt x="6" y="307"/>
                  <a:pt x="4" y="306"/>
                </a:cubicBezTo>
                <a:cubicBezTo>
                  <a:pt x="3" y="305"/>
                  <a:pt x="2" y="304"/>
                  <a:pt x="1" y="303"/>
                </a:cubicBezTo>
                <a:cubicBezTo>
                  <a:pt x="0" y="300"/>
                  <a:pt x="0" y="296"/>
                  <a:pt x="3" y="291"/>
                </a:cubicBezTo>
                <a:cubicBezTo>
                  <a:pt x="5" y="285"/>
                  <a:pt x="6" y="282"/>
                  <a:pt x="6" y="281"/>
                </a:cubicBezTo>
                <a:cubicBezTo>
                  <a:pt x="6" y="279"/>
                  <a:pt x="6" y="276"/>
                  <a:pt x="5" y="273"/>
                </a:cubicBezTo>
                <a:cubicBezTo>
                  <a:pt x="4" y="270"/>
                  <a:pt x="4" y="268"/>
                  <a:pt x="3" y="265"/>
                </a:cubicBezTo>
                <a:cubicBezTo>
                  <a:pt x="3" y="263"/>
                  <a:pt x="2" y="261"/>
                  <a:pt x="2" y="259"/>
                </a:cubicBezTo>
                <a:cubicBezTo>
                  <a:pt x="3" y="257"/>
                  <a:pt x="3" y="255"/>
                  <a:pt x="4" y="254"/>
                </a:cubicBezTo>
                <a:cubicBezTo>
                  <a:pt x="6" y="252"/>
                  <a:pt x="10" y="252"/>
                  <a:pt x="15" y="251"/>
                </a:cubicBezTo>
                <a:cubicBezTo>
                  <a:pt x="20" y="251"/>
                  <a:pt x="24" y="250"/>
                  <a:pt x="26" y="249"/>
                </a:cubicBezTo>
                <a:cubicBezTo>
                  <a:pt x="30" y="247"/>
                  <a:pt x="32" y="245"/>
                  <a:pt x="34" y="243"/>
                </a:cubicBezTo>
                <a:cubicBezTo>
                  <a:pt x="35" y="241"/>
                  <a:pt x="36" y="237"/>
                  <a:pt x="36" y="233"/>
                </a:cubicBezTo>
                <a:cubicBezTo>
                  <a:pt x="38" y="242"/>
                  <a:pt x="36" y="249"/>
                  <a:pt x="30" y="253"/>
                </a:cubicBezTo>
                <a:cubicBezTo>
                  <a:pt x="26" y="255"/>
                  <a:pt x="21" y="256"/>
                  <a:pt x="15" y="255"/>
                </a:cubicBezTo>
                <a:cubicBezTo>
                  <a:pt x="10" y="255"/>
                  <a:pt x="8" y="256"/>
                  <a:pt x="7" y="257"/>
                </a:cubicBezTo>
                <a:cubicBezTo>
                  <a:pt x="5" y="259"/>
                  <a:pt x="5" y="263"/>
                  <a:pt x="8" y="268"/>
                </a:cubicBezTo>
                <a:cubicBezTo>
                  <a:pt x="8" y="269"/>
                  <a:pt x="8" y="270"/>
                  <a:pt x="9" y="271"/>
                </a:cubicBezTo>
                <a:cubicBezTo>
                  <a:pt x="10" y="273"/>
                  <a:pt x="10" y="274"/>
                  <a:pt x="11" y="274"/>
                </a:cubicBezTo>
                <a:cubicBezTo>
                  <a:pt x="11" y="275"/>
                  <a:pt x="11" y="276"/>
                  <a:pt x="12" y="278"/>
                </a:cubicBezTo>
                <a:cubicBezTo>
                  <a:pt x="12" y="279"/>
                  <a:pt x="12" y="280"/>
                  <a:pt x="12" y="282"/>
                </a:cubicBezTo>
                <a:cubicBezTo>
                  <a:pt x="12" y="283"/>
                  <a:pt x="11" y="286"/>
                  <a:pt x="9" y="291"/>
                </a:cubicBezTo>
                <a:cubicBezTo>
                  <a:pt x="7" y="295"/>
                  <a:pt x="6" y="298"/>
                  <a:pt x="6" y="299"/>
                </a:cubicBezTo>
                <a:cubicBezTo>
                  <a:pt x="6" y="301"/>
                  <a:pt x="9" y="303"/>
                  <a:pt x="13" y="304"/>
                </a:cubicBezTo>
                <a:cubicBezTo>
                  <a:pt x="15" y="305"/>
                  <a:pt x="20" y="306"/>
                  <a:pt x="28" y="308"/>
                </a:cubicBezTo>
                <a:cubicBezTo>
                  <a:pt x="36" y="309"/>
                  <a:pt x="42" y="310"/>
                  <a:pt x="47" y="311"/>
                </a:cubicBezTo>
                <a:cubicBezTo>
                  <a:pt x="50" y="312"/>
                  <a:pt x="54" y="313"/>
                  <a:pt x="60" y="315"/>
                </a:cubicBezTo>
                <a:cubicBezTo>
                  <a:pt x="66" y="317"/>
                  <a:pt x="71" y="319"/>
                  <a:pt x="75" y="320"/>
                </a:cubicBezTo>
                <a:cubicBezTo>
                  <a:pt x="79" y="320"/>
                  <a:pt x="83" y="321"/>
                  <a:pt x="85" y="320"/>
                </a:cubicBezTo>
                <a:cubicBezTo>
                  <a:pt x="91" y="320"/>
                  <a:pt x="95" y="318"/>
                  <a:pt x="97" y="315"/>
                </a:cubicBezTo>
                <a:cubicBezTo>
                  <a:pt x="100" y="312"/>
                  <a:pt x="101" y="309"/>
                  <a:pt x="102" y="306"/>
                </a:cubicBezTo>
                <a:cubicBezTo>
                  <a:pt x="102" y="303"/>
                  <a:pt x="101" y="300"/>
                  <a:pt x="100" y="296"/>
                </a:cubicBezTo>
                <a:cubicBezTo>
                  <a:pt x="99" y="292"/>
                  <a:pt x="98" y="288"/>
                  <a:pt x="97" y="286"/>
                </a:cubicBezTo>
                <a:cubicBezTo>
                  <a:pt x="95" y="284"/>
                  <a:pt x="94" y="281"/>
                  <a:pt x="93" y="279"/>
                </a:cubicBezTo>
                <a:cubicBezTo>
                  <a:pt x="78" y="256"/>
                  <a:pt x="68" y="241"/>
                  <a:pt x="62" y="235"/>
                </a:cubicBezTo>
                <a:cubicBezTo>
                  <a:pt x="54" y="226"/>
                  <a:pt x="47" y="223"/>
                  <a:pt x="41" y="228"/>
                </a:cubicBezTo>
                <a:cubicBezTo>
                  <a:pt x="40" y="229"/>
                  <a:pt x="39" y="228"/>
                  <a:pt x="39" y="225"/>
                </a:cubicBezTo>
                <a:cubicBezTo>
                  <a:pt x="38" y="223"/>
                  <a:pt x="38" y="221"/>
                  <a:pt x="38" y="218"/>
                </a:cubicBezTo>
                <a:cubicBezTo>
                  <a:pt x="38" y="214"/>
                  <a:pt x="39" y="211"/>
                  <a:pt x="40" y="208"/>
                </a:cubicBezTo>
                <a:cubicBezTo>
                  <a:pt x="41" y="206"/>
                  <a:pt x="43" y="203"/>
                  <a:pt x="44" y="200"/>
                </a:cubicBezTo>
                <a:cubicBezTo>
                  <a:pt x="46" y="197"/>
                  <a:pt x="48" y="194"/>
                  <a:pt x="48" y="192"/>
                </a:cubicBezTo>
                <a:cubicBezTo>
                  <a:pt x="49" y="189"/>
                  <a:pt x="51" y="185"/>
                  <a:pt x="53" y="179"/>
                </a:cubicBezTo>
                <a:cubicBezTo>
                  <a:pt x="56" y="173"/>
                  <a:pt x="57" y="168"/>
                  <a:pt x="59" y="164"/>
                </a:cubicBezTo>
                <a:cubicBezTo>
                  <a:pt x="60" y="161"/>
                  <a:pt x="62" y="157"/>
                  <a:pt x="64" y="153"/>
                </a:cubicBezTo>
                <a:cubicBezTo>
                  <a:pt x="67" y="149"/>
                  <a:pt x="69" y="146"/>
                  <a:pt x="71" y="143"/>
                </a:cubicBezTo>
                <a:cubicBezTo>
                  <a:pt x="85" y="126"/>
                  <a:pt x="92" y="114"/>
                  <a:pt x="94" y="108"/>
                </a:cubicBezTo>
                <a:cubicBezTo>
                  <a:pt x="93" y="94"/>
                  <a:pt x="92" y="75"/>
                  <a:pt x="91" y="51"/>
                </a:cubicBezTo>
                <a:cubicBezTo>
                  <a:pt x="91" y="40"/>
                  <a:pt x="92" y="30"/>
                  <a:pt x="96" y="23"/>
                </a:cubicBezTo>
                <a:cubicBezTo>
                  <a:pt x="99" y="15"/>
                  <a:pt x="105" y="9"/>
                  <a:pt x="115" y="4"/>
                </a:cubicBezTo>
                <a:cubicBezTo>
                  <a:pt x="120" y="1"/>
                  <a:pt x="126" y="0"/>
                  <a:pt x="134" y="0"/>
                </a:cubicBezTo>
                <a:cubicBezTo>
                  <a:pt x="141" y="0"/>
                  <a:pt x="147" y="1"/>
                  <a:pt x="154" y="2"/>
                </a:cubicBezTo>
                <a:cubicBezTo>
                  <a:pt x="160" y="4"/>
                  <a:pt x="166" y="7"/>
                  <a:pt x="170" y="10"/>
                </a:cubicBezTo>
                <a:cubicBezTo>
                  <a:pt x="177" y="15"/>
                  <a:pt x="182" y="22"/>
                  <a:pt x="187" y="32"/>
                </a:cubicBezTo>
                <a:cubicBezTo>
                  <a:pt x="191" y="42"/>
                  <a:pt x="193" y="51"/>
                  <a:pt x="192" y="59"/>
                </a:cubicBezTo>
                <a:cubicBezTo>
                  <a:pt x="192" y="71"/>
                  <a:pt x="193" y="84"/>
                  <a:pt x="198" y="99"/>
                </a:cubicBezTo>
                <a:cubicBezTo>
                  <a:pt x="202" y="112"/>
                  <a:pt x="210" y="126"/>
                  <a:pt x="222" y="139"/>
                </a:cubicBezTo>
                <a:cubicBezTo>
                  <a:pt x="229" y="146"/>
                  <a:pt x="235" y="156"/>
                  <a:pt x="240" y="168"/>
                </a:cubicBezTo>
                <a:cubicBezTo>
                  <a:pt x="246" y="181"/>
                  <a:pt x="249" y="193"/>
                  <a:pt x="251" y="204"/>
                </a:cubicBezTo>
                <a:cubicBezTo>
                  <a:pt x="252" y="210"/>
                  <a:pt x="252" y="215"/>
                  <a:pt x="252" y="219"/>
                </a:cubicBezTo>
                <a:cubicBezTo>
                  <a:pt x="252" y="223"/>
                  <a:pt x="251" y="227"/>
                  <a:pt x="250" y="229"/>
                </a:cubicBezTo>
                <a:cubicBezTo>
                  <a:pt x="249" y="232"/>
                  <a:pt x="248" y="233"/>
                  <a:pt x="246" y="233"/>
                </a:cubicBezTo>
                <a:cubicBezTo>
                  <a:pt x="245" y="234"/>
                  <a:pt x="244" y="235"/>
                  <a:pt x="242" y="237"/>
                </a:cubicBezTo>
                <a:cubicBezTo>
                  <a:pt x="240" y="239"/>
                  <a:pt x="239" y="241"/>
                  <a:pt x="237" y="243"/>
                </a:cubicBezTo>
                <a:cubicBezTo>
                  <a:pt x="235" y="246"/>
                  <a:pt x="233" y="248"/>
                  <a:pt x="230" y="249"/>
                </a:cubicBezTo>
                <a:cubicBezTo>
                  <a:pt x="226" y="251"/>
                  <a:pt x="223" y="252"/>
                  <a:pt x="218" y="252"/>
                </a:cubicBezTo>
                <a:cubicBezTo>
                  <a:pt x="216" y="252"/>
                  <a:pt x="214" y="252"/>
                  <a:pt x="213" y="251"/>
                </a:cubicBezTo>
                <a:cubicBezTo>
                  <a:pt x="211" y="251"/>
                  <a:pt x="210" y="250"/>
                  <a:pt x="208" y="249"/>
                </a:cubicBezTo>
                <a:cubicBezTo>
                  <a:pt x="207" y="247"/>
                  <a:pt x="207" y="246"/>
                  <a:pt x="206" y="246"/>
                </a:cubicBezTo>
                <a:cubicBezTo>
                  <a:pt x="205" y="245"/>
                  <a:pt x="205" y="244"/>
                  <a:pt x="204" y="242"/>
                </a:cubicBezTo>
                <a:cubicBezTo>
                  <a:pt x="203" y="240"/>
                  <a:pt x="202" y="239"/>
                  <a:pt x="202" y="238"/>
                </a:cubicBezTo>
                <a:cubicBezTo>
                  <a:pt x="200" y="234"/>
                  <a:pt x="197" y="232"/>
                  <a:pt x="195" y="233"/>
                </a:cubicBezTo>
                <a:cubicBezTo>
                  <a:pt x="192" y="234"/>
                  <a:pt x="191" y="237"/>
                  <a:pt x="190" y="242"/>
                </a:cubicBezTo>
                <a:cubicBezTo>
                  <a:pt x="188" y="247"/>
                  <a:pt x="189" y="253"/>
                  <a:pt x="191" y="260"/>
                </a:cubicBezTo>
                <a:cubicBezTo>
                  <a:pt x="193" y="268"/>
                  <a:pt x="193" y="280"/>
                  <a:pt x="191" y="295"/>
                </a:cubicBezTo>
                <a:cubicBezTo>
                  <a:pt x="190" y="303"/>
                  <a:pt x="191" y="310"/>
                  <a:pt x="194" y="314"/>
                </a:cubicBezTo>
                <a:cubicBezTo>
                  <a:pt x="198" y="318"/>
                  <a:pt x="202" y="320"/>
                  <a:pt x="208" y="320"/>
                </a:cubicBezTo>
                <a:cubicBezTo>
                  <a:pt x="213" y="320"/>
                  <a:pt x="218" y="318"/>
                  <a:pt x="223" y="313"/>
                </a:cubicBezTo>
                <a:cubicBezTo>
                  <a:pt x="231" y="307"/>
                  <a:pt x="236" y="303"/>
                  <a:pt x="240" y="301"/>
                </a:cubicBezTo>
                <a:cubicBezTo>
                  <a:pt x="243" y="299"/>
                  <a:pt x="250" y="297"/>
                  <a:pt x="259" y="293"/>
                </a:cubicBezTo>
                <a:cubicBezTo>
                  <a:pt x="265" y="291"/>
                  <a:pt x="270" y="289"/>
                  <a:pt x="273" y="287"/>
                </a:cubicBezTo>
                <a:cubicBezTo>
                  <a:pt x="276" y="285"/>
                  <a:pt x="277" y="282"/>
                  <a:pt x="276" y="280"/>
                </a:cubicBezTo>
                <a:cubicBezTo>
                  <a:pt x="276" y="278"/>
                  <a:pt x="274" y="277"/>
                  <a:pt x="272" y="275"/>
                </a:cubicBezTo>
                <a:cubicBezTo>
                  <a:pt x="269" y="274"/>
                  <a:pt x="266" y="272"/>
                  <a:pt x="262" y="271"/>
                </a:cubicBezTo>
                <a:cubicBezTo>
                  <a:pt x="258" y="270"/>
                  <a:pt x="255" y="267"/>
                  <a:pt x="253" y="262"/>
                </a:cubicBezTo>
                <a:cubicBezTo>
                  <a:pt x="251" y="258"/>
                  <a:pt x="250" y="253"/>
                  <a:pt x="250" y="249"/>
                </a:cubicBezTo>
                <a:cubicBezTo>
                  <a:pt x="251" y="244"/>
                  <a:pt x="252" y="242"/>
                  <a:pt x="253" y="240"/>
                </a:cubicBezTo>
                <a:cubicBezTo>
                  <a:pt x="253" y="244"/>
                  <a:pt x="254" y="247"/>
                  <a:pt x="255" y="250"/>
                </a:cubicBezTo>
                <a:cubicBezTo>
                  <a:pt x="256" y="254"/>
                  <a:pt x="256" y="256"/>
                  <a:pt x="257" y="258"/>
                </a:cubicBezTo>
                <a:cubicBezTo>
                  <a:pt x="258" y="260"/>
                  <a:pt x="260" y="261"/>
                  <a:pt x="261" y="263"/>
                </a:cubicBezTo>
                <a:cubicBezTo>
                  <a:pt x="263" y="265"/>
                  <a:pt x="264" y="266"/>
                  <a:pt x="265" y="267"/>
                </a:cubicBezTo>
                <a:cubicBezTo>
                  <a:pt x="266" y="267"/>
                  <a:pt x="267" y="268"/>
                  <a:pt x="269" y="269"/>
                </a:cubicBezTo>
                <a:cubicBezTo>
                  <a:pt x="271" y="270"/>
                  <a:pt x="272" y="270"/>
                  <a:pt x="272" y="27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2416293" y="1140606"/>
            <a:ext cx="341168" cy="266581"/>
          </a:xfrm>
          <a:custGeom>
            <a:avLst/>
            <a:gdLst>
              <a:gd name="T0" fmla="*/ 47 w 329"/>
              <a:gd name="T1" fmla="*/ 253 h 258"/>
              <a:gd name="T2" fmla="*/ 41 w 329"/>
              <a:gd name="T3" fmla="*/ 258 h 258"/>
              <a:gd name="T4" fmla="*/ 2 w 329"/>
              <a:gd name="T5" fmla="*/ 257 h 258"/>
              <a:gd name="T6" fmla="*/ 0 w 329"/>
              <a:gd name="T7" fmla="*/ 217 h 258"/>
              <a:gd name="T8" fmla="*/ 6 w 329"/>
              <a:gd name="T9" fmla="*/ 211 h 258"/>
              <a:gd name="T10" fmla="*/ 46 w 329"/>
              <a:gd name="T11" fmla="*/ 213 h 258"/>
              <a:gd name="T12" fmla="*/ 47 w 329"/>
              <a:gd name="T13" fmla="*/ 147 h 258"/>
              <a:gd name="T14" fmla="*/ 46 w 329"/>
              <a:gd name="T15" fmla="*/ 186 h 258"/>
              <a:gd name="T16" fmla="*/ 6 w 329"/>
              <a:gd name="T17" fmla="*/ 188 h 258"/>
              <a:gd name="T18" fmla="*/ 0 w 329"/>
              <a:gd name="T19" fmla="*/ 182 h 258"/>
              <a:gd name="T20" fmla="*/ 2 w 329"/>
              <a:gd name="T21" fmla="*/ 143 h 258"/>
              <a:gd name="T22" fmla="*/ 41 w 329"/>
              <a:gd name="T23" fmla="*/ 141 h 258"/>
              <a:gd name="T24" fmla="*/ 47 w 329"/>
              <a:gd name="T25" fmla="*/ 147 h 258"/>
              <a:gd name="T26" fmla="*/ 47 w 329"/>
              <a:gd name="T27" fmla="*/ 112 h 258"/>
              <a:gd name="T28" fmla="*/ 41 w 329"/>
              <a:gd name="T29" fmla="*/ 118 h 258"/>
              <a:gd name="T30" fmla="*/ 2 w 329"/>
              <a:gd name="T31" fmla="*/ 116 h 258"/>
              <a:gd name="T32" fmla="*/ 0 w 329"/>
              <a:gd name="T33" fmla="*/ 76 h 258"/>
              <a:gd name="T34" fmla="*/ 6 w 329"/>
              <a:gd name="T35" fmla="*/ 71 h 258"/>
              <a:gd name="T36" fmla="*/ 46 w 329"/>
              <a:gd name="T37" fmla="*/ 72 h 258"/>
              <a:gd name="T38" fmla="*/ 329 w 329"/>
              <a:gd name="T39" fmla="*/ 217 h 258"/>
              <a:gd name="T40" fmla="*/ 327 w 329"/>
              <a:gd name="T41" fmla="*/ 257 h 258"/>
              <a:gd name="T42" fmla="*/ 77 w 329"/>
              <a:gd name="T43" fmla="*/ 258 h 258"/>
              <a:gd name="T44" fmla="*/ 71 w 329"/>
              <a:gd name="T45" fmla="*/ 253 h 258"/>
              <a:gd name="T46" fmla="*/ 73 w 329"/>
              <a:gd name="T47" fmla="*/ 213 h 258"/>
              <a:gd name="T48" fmla="*/ 323 w 329"/>
              <a:gd name="T49" fmla="*/ 211 h 258"/>
              <a:gd name="T50" fmla="*/ 329 w 329"/>
              <a:gd name="T51" fmla="*/ 217 h 258"/>
              <a:gd name="T52" fmla="*/ 47 w 329"/>
              <a:gd name="T53" fmla="*/ 41 h 258"/>
              <a:gd name="T54" fmla="*/ 41 w 329"/>
              <a:gd name="T55" fmla="*/ 47 h 258"/>
              <a:gd name="T56" fmla="*/ 2 w 329"/>
              <a:gd name="T57" fmla="*/ 45 h 258"/>
              <a:gd name="T58" fmla="*/ 0 w 329"/>
              <a:gd name="T59" fmla="*/ 6 h 258"/>
              <a:gd name="T60" fmla="*/ 6 w 329"/>
              <a:gd name="T61" fmla="*/ 0 h 258"/>
              <a:gd name="T62" fmla="*/ 46 w 329"/>
              <a:gd name="T63" fmla="*/ 2 h 258"/>
              <a:gd name="T64" fmla="*/ 329 w 329"/>
              <a:gd name="T65" fmla="*/ 147 h 258"/>
              <a:gd name="T66" fmla="*/ 327 w 329"/>
              <a:gd name="T67" fmla="*/ 186 h 258"/>
              <a:gd name="T68" fmla="*/ 77 w 329"/>
              <a:gd name="T69" fmla="*/ 188 h 258"/>
              <a:gd name="T70" fmla="*/ 71 w 329"/>
              <a:gd name="T71" fmla="*/ 182 h 258"/>
              <a:gd name="T72" fmla="*/ 73 w 329"/>
              <a:gd name="T73" fmla="*/ 143 h 258"/>
              <a:gd name="T74" fmla="*/ 323 w 329"/>
              <a:gd name="T75" fmla="*/ 141 h 258"/>
              <a:gd name="T76" fmla="*/ 329 w 329"/>
              <a:gd name="T77" fmla="*/ 147 h 258"/>
              <a:gd name="T78" fmla="*/ 329 w 329"/>
              <a:gd name="T79" fmla="*/ 112 h 258"/>
              <a:gd name="T80" fmla="*/ 323 w 329"/>
              <a:gd name="T81" fmla="*/ 118 h 258"/>
              <a:gd name="T82" fmla="*/ 73 w 329"/>
              <a:gd name="T83" fmla="*/ 116 h 258"/>
              <a:gd name="T84" fmla="*/ 71 w 329"/>
              <a:gd name="T85" fmla="*/ 76 h 258"/>
              <a:gd name="T86" fmla="*/ 77 w 329"/>
              <a:gd name="T87" fmla="*/ 71 h 258"/>
              <a:gd name="T88" fmla="*/ 327 w 329"/>
              <a:gd name="T89" fmla="*/ 72 h 258"/>
              <a:gd name="T90" fmla="*/ 329 w 329"/>
              <a:gd name="T91" fmla="*/ 6 h 258"/>
              <a:gd name="T92" fmla="*/ 327 w 329"/>
              <a:gd name="T93" fmla="*/ 45 h 258"/>
              <a:gd name="T94" fmla="*/ 77 w 329"/>
              <a:gd name="T95" fmla="*/ 47 h 258"/>
              <a:gd name="T96" fmla="*/ 71 w 329"/>
              <a:gd name="T97" fmla="*/ 41 h 258"/>
              <a:gd name="T98" fmla="*/ 73 w 329"/>
              <a:gd name="T99" fmla="*/ 2 h 258"/>
              <a:gd name="T100" fmla="*/ 323 w 329"/>
              <a:gd name="T101" fmla="*/ 0 h 258"/>
              <a:gd name="T102" fmla="*/ 329 w 329"/>
              <a:gd name="T103" fmla="*/ 6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9" h="258">
                <a:moveTo>
                  <a:pt x="47" y="217"/>
                </a:moveTo>
                <a:cubicBezTo>
                  <a:pt x="47" y="253"/>
                  <a:pt x="47" y="253"/>
                  <a:pt x="47" y="253"/>
                </a:cubicBezTo>
                <a:cubicBezTo>
                  <a:pt x="47" y="254"/>
                  <a:pt x="47" y="256"/>
                  <a:pt x="46" y="257"/>
                </a:cubicBezTo>
                <a:cubicBezTo>
                  <a:pt x="44" y="258"/>
                  <a:pt x="43" y="258"/>
                  <a:pt x="41" y="258"/>
                </a:cubicBezTo>
                <a:cubicBezTo>
                  <a:pt x="6" y="258"/>
                  <a:pt x="6" y="258"/>
                  <a:pt x="6" y="258"/>
                </a:cubicBezTo>
                <a:cubicBezTo>
                  <a:pt x="5" y="258"/>
                  <a:pt x="3" y="258"/>
                  <a:pt x="2" y="257"/>
                </a:cubicBezTo>
                <a:cubicBezTo>
                  <a:pt x="1" y="256"/>
                  <a:pt x="0" y="254"/>
                  <a:pt x="0" y="253"/>
                </a:cubicBezTo>
                <a:cubicBezTo>
                  <a:pt x="0" y="217"/>
                  <a:pt x="0" y="217"/>
                  <a:pt x="0" y="217"/>
                </a:cubicBezTo>
                <a:cubicBezTo>
                  <a:pt x="0" y="216"/>
                  <a:pt x="1" y="214"/>
                  <a:pt x="2" y="213"/>
                </a:cubicBezTo>
                <a:cubicBezTo>
                  <a:pt x="3" y="212"/>
                  <a:pt x="5" y="211"/>
                  <a:pt x="6" y="211"/>
                </a:cubicBezTo>
                <a:cubicBezTo>
                  <a:pt x="41" y="211"/>
                  <a:pt x="41" y="211"/>
                  <a:pt x="41" y="211"/>
                </a:cubicBezTo>
                <a:cubicBezTo>
                  <a:pt x="43" y="211"/>
                  <a:pt x="44" y="212"/>
                  <a:pt x="46" y="213"/>
                </a:cubicBezTo>
                <a:cubicBezTo>
                  <a:pt x="47" y="214"/>
                  <a:pt x="47" y="216"/>
                  <a:pt x="47" y="217"/>
                </a:cubicBezTo>
                <a:close/>
                <a:moveTo>
                  <a:pt x="47" y="147"/>
                </a:moveTo>
                <a:cubicBezTo>
                  <a:pt x="47" y="182"/>
                  <a:pt x="47" y="182"/>
                  <a:pt x="47" y="182"/>
                </a:cubicBezTo>
                <a:cubicBezTo>
                  <a:pt x="47" y="184"/>
                  <a:pt x="47" y="185"/>
                  <a:pt x="46" y="186"/>
                </a:cubicBezTo>
                <a:cubicBezTo>
                  <a:pt x="44" y="187"/>
                  <a:pt x="43" y="188"/>
                  <a:pt x="41" y="188"/>
                </a:cubicBezTo>
                <a:cubicBezTo>
                  <a:pt x="6" y="188"/>
                  <a:pt x="6" y="188"/>
                  <a:pt x="6" y="188"/>
                </a:cubicBezTo>
                <a:cubicBezTo>
                  <a:pt x="5" y="188"/>
                  <a:pt x="3" y="187"/>
                  <a:pt x="2" y="186"/>
                </a:cubicBezTo>
                <a:cubicBezTo>
                  <a:pt x="1" y="185"/>
                  <a:pt x="0" y="184"/>
                  <a:pt x="0" y="182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45"/>
                  <a:pt x="1" y="144"/>
                  <a:pt x="2" y="143"/>
                </a:cubicBezTo>
                <a:cubicBezTo>
                  <a:pt x="3" y="142"/>
                  <a:pt x="5" y="141"/>
                  <a:pt x="6" y="141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43" y="141"/>
                  <a:pt x="44" y="142"/>
                  <a:pt x="46" y="143"/>
                </a:cubicBezTo>
                <a:cubicBezTo>
                  <a:pt x="47" y="144"/>
                  <a:pt x="47" y="145"/>
                  <a:pt x="47" y="147"/>
                </a:cubicBezTo>
                <a:close/>
                <a:moveTo>
                  <a:pt x="47" y="76"/>
                </a:moveTo>
                <a:cubicBezTo>
                  <a:pt x="47" y="112"/>
                  <a:pt x="47" y="112"/>
                  <a:pt x="47" y="112"/>
                </a:cubicBezTo>
                <a:cubicBezTo>
                  <a:pt x="47" y="113"/>
                  <a:pt x="47" y="115"/>
                  <a:pt x="46" y="116"/>
                </a:cubicBezTo>
                <a:cubicBezTo>
                  <a:pt x="44" y="117"/>
                  <a:pt x="43" y="118"/>
                  <a:pt x="41" y="118"/>
                </a:cubicBezTo>
                <a:cubicBezTo>
                  <a:pt x="6" y="118"/>
                  <a:pt x="6" y="118"/>
                  <a:pt x="6" y="118"/>
                </a:cubicBezTo>
                <a:cubicBezTo>
                  <a:pt x="5" y="118"/>
                  <a:pt x="3" y="117"/>
                  <a:pt x="2" y="116"/>
                </a:cubicBezTo>
                <a:cubicBezTo>
                  <a:pt x="1" y="115"/>
                  <a:pt x="0" y="113"/>
                  <a:pt x="0" y="11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1" y="73"/>
                  <a:pt x="2" y="72"/>
                </a:cubicBezTo>
                <a:cubicBezTo>
                  <a:pt x="3" y="71"/>
                  <a:pt x="5" y="71"/>
                  <a:pt x="6" y="71"/>
                </a:cubicBezTo>
                <a:cubicBezTo>
                  <a:pt x="41" y="71"/>
                  <a:pt x="41" y="71"/>
                  <a:pt x="41" y="71"/>
                </a:cubicBezTo>
                <a:cubicBezTo>
                  <a:pt x="43" y="71"/>
                  <a:pt x="44" y="71"/>
                  <a:pt x="46" y="72"/>
                </a:cubicBezTo>
                <a:cubicBezTo>
                  <a:pt x="47" y="73"/>
                  <a:pt x="47" y="75"/>
                  <a:pt x="47" y="76"/>
                </a:cubicBezTo>
                <a:close/>
                <a:moveTo>
                  <a:pt x="329" y="217"/>
                </a:moveTo>
                <a:cubicBezTo>
                  <a:pt x="329" y="253"/>
                  <a:pt x="329" y="253"/>
                  <a:pt x="329" y="253"/>
                </a:cubicBezTo>
                <a:cubicBezTo>
                  <a:pt x="329" y="254"/>
                  <a:pt x="329" y="256"/>
                  <a:pt x="327" y="257"/>
                </a:cubicBezTo>
                <a:cubicBezTo>
                  <a:pt x="326" y="258"/>
                  <a:pt x="325" y="258"/>
                  <a:pt x="323" y="258"/>
                </a:cubicBezTo>
                <a:cubicBezTo>
                  <a:pt x="77" y="258"/>
                  <a:pt x="77" y="258"/>
                  <a:pt x="77" y="258"/>
                </a:cubicBezTo>
                <a:cubicBezTo>
                  <a:pt x="75" y="258"/>
                  <a:pt x="74" y="258"/>
                  <a:pt x="73" y="257"/>
                </a:cubicBezTo>
                <a:cubicBezTo>
                  <a:pt x="71" y="256"/>
                  <a:pt x="71" y="254"/>
                  <a:pt x="71" y="253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1" y="216"/>
                  <a:pt x="71" y="214"/>
                  <a:pt x="73" y="213"/>
                </a:cubicBezTo>
                <a:cubicBezTo>
                  <a:pt x="74" y="212"/>
                  <a:pt x="75" y="211"/>
                  <a:pt x="77" y="211"/>
                </a:cubicBezTo>
                <a:cubicBezTo>
                  <a:pt x="323" y="211"/>
                  <a:pt x="323" y="211"/>
                  <a:pt x="323" y="211"/>
                </a:cubicBezTo>
                <a:cubicBezTo>
                  <a:pt x="325" y="211"/>
                  <a:pt x="326" y="212"/>
                  <a:pt x="327" y="213"/>
                </a:cubicBezTo>
                <a:cubicBezTo>
                  <a:pt x="329" y="214"/>
                  <a:pt x="329" y="216"/>
                  <a:pt x="329" y="217"/>
                </a:cubicBezTo>
                <a:close/>
                <a:moveTo>
                  <a:pt x="47" y="6"/>
                </a:moveTo>
                <a:cubicBezTo>
                  <a:pt x="47" y="41"/>
                  <a:pt x="47" y="41"/>
                  <a:pt x="47" y="41"/>
                </a:cubicBezTo>
                <a:cubicBezTo>
                  <a:pt x="47" y="43"/>
                  <a:pt x="47" y="44"/>
                  <a:pt x="46" y="45"/>
                </a:cubicBezTo>
                <a:cubicBezTo>
                  <a:pt x="44" y="46"/>
                  <a:pt x="43" y="47"/>
                  <a:pt x="41" y="47"/>
                </a:cubicBezTo>
                <a:cubicBezTo>
                  <a:pt x="6" y="47"/>
                  <a:pt x="6" y="47"/>
                  <a:pt x="6" y="47"/>
                </a:cubicBezTo>
                <a:cubicBezTo>
                  <a:pt x="5" y="47"/>
                  <a:pt x="3" y="46"/>
                  <a:pt x="2" y="45"/>
                </a:cubicBezTo>
                <a:cubicBezTo>
                  <a:pt x="1" y="44"/>
                  <a:pt x="0" y="43"/>
                  <a:pt x="0" y="41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3" y="0"/>
                  <a:pt x="44" y="1"/>
                  <a:pt x="46" y="2"/>
                </a:cubicBezTo>
                <a:cubicBezTo>
                  <a:pt x="47" y="3"/>
                  <a:pt x="47" y="4"/>
                  <a:pt x="47" y="6"/>
                </a:cubicBezTo>
                <a:close/>
                <a:moveTo>
                  <a:pt x="329" y="147"/>
                </a:moveTo>
                <a:cubicBezTo>
                  <a:pt x="329" y="182"/>
                  <a:pt x="329" y="182"/>
                  <a:pt x="329" y="182"/>
                </a:cubicBezTo>
                <a:cubicBezTo>
                  <a:pt x="329" y="184"/>
                  <a:pt x="329" y="185"/>
                  <a:pt x="327" y="186"/>
                </a:cubicBezTo>
                <a:cubicBezTo>
                  <a:pt x="326" y="187"/>
                  <a:pt x="325" y="188"/>
                  <a:pt x="323" y="188"/>
                </a:cubicBezTo>
                <a:cubicBezTo>
                  <a:pt x="77" y="188"/>
                  <a:pt x="77" y="188"/>
                  <a:pt x="77" y="188"/>
                </a:cubicBezTo>
                <a:cubicBezTo>
                  <a:pt x="75" y="188"/>
                  <a:pt x="74" y="187"/>
                  <a:pt x="73" y="186"/>
                </a:cubicBezTo>
                <a:cubicBezTo>
                  <a:pt x="71" y="185"/>
                  <a:pt x="71" y="184"/>
                  <a:pt x="71" y="182"/>
                </a:cubicBezTo>
                <a:cubicBezTo>
                  <a:pt x="71" y="147"/>
                  <a:pt x="71" y="147"/>
                  <a:pt x="71" y="147"/>
                </a:cubicBezTo>
                <a:cubicBezTo>
                  <a:pt x="71" y="145"/>
                  <a:pt x="71" y="144"/>
                  <a:pt x="73" y="143"/>
                </a:cubicBezTo>
                <a:cubicBezTo>
                  <a:pt x="74" y="142"/>
                  <a:pt x="75" y="141"/>
                  <a:pt x="77" y="141"/>
                </a:cubicBezTo>
                <a:cubicBezTo>
                  <a:pt x="323" y="141"/>
                  <a:pt x="323" y="141"/>
                  <a:pt x="323" y="141"/>
                </a:cubicBezTo>
                <a:cubicBezTo>
                  <a:pt x="325" y="141"/>
                  <a:pt x="326" y="142"/>
                  <a:pt x="327" y="143"/>
                </a:cubicBezTo>
                <a:cubicBezTo>
                  <a:pt x="329" y="144"/>
                  <a:pt x="329" y="145"/>
                  <a:pt x="329" y="147"/>
                </a:cubicBezTo>
                <a:close/>
                <a:moveTo>
                  <a:pt x="329" y="76"/>
                </a:moveTo>
                <a:cubicBezTo>
                  <a:pt x="329" y="112"/>
                  <a:pt x="329" y="112"/>
                  <a:pt x="329" y="112"/>
                </a:cubicBezTo>
                <a:cubicBezTo>
                  <a:pt x="329" y="113"/>
                  <a:pt x="329" y="115"/>
                  <a:pt x="327" y="116"/>
                </a:cubicBezTo>
                <a:cubicBezTo>
                  <a:pt x="326" y="117"/>
                  <a:pt x="325" y="118"/>
                  <a:pt x="323" y="118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5" y="118"/>
                  <a:pt x="74" y="117"/>
                  <a:pt x="73" y="116"/>
                </a:cubicBezTo>
                <a:cubicBezTo>
                  <a:pt x="71" y="115"/>
                  <a:pt x="71" y="113"/>
                  <a:pt x="71" y="112"/>
                </a:cubicBezTo>
                <a:cubicBezTo>
                  <a:pt x="71" y="76"/>
                  <a:pt x="71" y="76"/>
                  <a:pt x="71" y="76"/>
                </a:cubicBezTo>
                <a:cubicBezTo>
                  <a:pt x="71" y="75"/>
                  <a:pt x="71" y="73"/>
                  <a:pt x="73" y="72"/>
                </a:cubicBezTo>
                <a:cubicBezTo>
                  <a:pt x="74" y="71"/>
                  <a:pt x="75" y="71"/>
                  <a:pt x="77" y="71"/>
                </a:cubicBezTo>
                <a:cubicBezTo>
                  <a:pt x="323" y="71"/>
                  <a:pt x="323" y="71"/>
                  <a:pt x="323" y="71"/>
                </a:cubicBezTo>
                <a:cubicBezTo>
                  <a:pt x="325" y="71"/>
                  <a:pt x="326" y="71"/>
                  <a:pt x="327" y="72"/>
                </a:cubicBezTo>
                <a:cubicBezTo>
                  <a:pt x="329" y="73"/>
                  <a:pt x="329" y="75"/>
                  <a:pt x="329" y="76"/>
                </a:cubicBezTo>
                <a:close/>
                <a:moveTo>
                  <a:pt x="329" y="6"/>
                </a:moveTo>
                <a:cubicBezTo>
                  <a:pt x="329" y="41"/>
                  <a:pt x="329" y="41"/>
                  <a:pt x="329" y="41"/>
                </a:cubicBezTo>
                <a:cubicBezTo>
                  <a:pt x="329" y="43"/>
                  <a:pt x="329" y="44"/>
                  <a:pt x="327" y="45"/>
                </a:cubicBezTo>
                <a:cubicBezTo>
                  <a:pt x="326" y="46"/>
                  <a:pt x="325" y="47"/>
                  <a:pt x="323" y="47"/>
                </a:cubicBezTo>
                <a:cubicBezTo>
                  <a:pt x="77" y="47"/>
                  <a:pt x="77" y="47"/>
                  <a:pt x="77" y="47"/>
                </a:cubicBezTo>
                <a:cubicBezTo>
                  <a:pt x="75" y="47"/>
                  <a:pt x="74" y="46"/>
                  <a:pt x="73" y="45"/>
                </a:cubicBezTo>
                <a:cubicBezTo>
                  <a:pt x="71" y="44"/>
                  <a:pt x="71" y="43"/>
                  <a:pt x="71" y="41"/>
                </a:cubicBezTo>
                <a:cubicBezTo>
                  <a:pt x="71" y="6"/>
                  <a:pt x="71" y="6"/>
                  <a:pt x="71" y="6"/>
                </a:cubicBezTo>
                <a:cubicBezTo>
                  <a:pt x="71" y="4"/>
                  <a:pt x="71" y="3"/>
                  <a:pt x="73" y="2"/>
                </a:cubicBezTo>
                <a:cubicBezTo>
                  <a:pt x="74" y="1"/>
                  <a:pt x="75" y="0"/>
                  <a:pt x="77" y="0"/>
                </a:cubicBezTo>
                <a:cubicBezTo>
                  <a:pt x="323" y="0"/>
                  <a:pt x="323" y="0"/>
                  <a:pt x="323" y="0"/>
                </a:cubicBezTo>
                <a:cubicBezTo>
                  <a:pt x="325" y="0"/>
                  <a:pt x="326" y="1"/>
                  <a:pt x="327" y="2"/>
                </a:cubicBezTo>
                <a:cubicBezTo>
                  <a:pt x="329" y="3"/>
                  <a:pt x="329" y="4"/>
                  <a:pt x="329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2850003" y="1140606"/>
            <a:ext cx="341168" cy="266581"/>
          </a:xfrm>
          <a:custGeom>
            <a:avLst/>
            <a:gdLst>
              <a:gd name="T0" fmla="*/ 70 w 329"/>
              <a:gd name="T1" fmla="*/ 206 h 258"/>
              <a:gd name="T2" fmla="*/ 64 w 329"/>
              <a:gd name="T3" fmla="*/ 211 h 258"/>
              <a:gd name="T4" fmla="*/ 49 w 329"/>
              <a:gd name="T5" fmla="*/ 210 h 258"/>
              <a:gd name="T6" fmla="*/ 47 w 329"/>
              <a:gd name="T7" fmla="*/ 194 h 258"/>
              <a:gd name="T8" fmla="*/ 53 w 329"/>
              <a:gd name="T9" fmla="*/ 188 h 258"/>
              <a:gd name="T10" fmla="*/ 69 w 329"/>
              <a:gd name="T11" fmla="*/ 190 h 258"/>
              <a:gd name="T12" fmla="*/ 70 w 329"/>
              <a:gd name="T13" fmla="*/ 147 h 258"/>
              <a:gd name="T14" fmla="*/ 69 w 329"/>
              <a:gd name="T15" fmla="*/ 163 h 258"/>
              <a:gd name="T16" fmla="*/ 53 w 329"/>
              <a:gd name="T17" fmla="*/ 165 h 258"/>
              <a:gd name="T18" fmla="*/ 47 w 329"/>
              <a:gd name="T19" fmla="*/ 159 h 258"/>
              <a:gd name="T20" fmla="*/ 49 w 329"/>
              <a:gd name="T21" fmla="*/ 143 h 258"/>
              <a:gd name="T22" fmla="*/ 64 w 329"/>
              <a:gd name="T23" fmla="*/ 141 h 258"/>
              <a:gd name="T24" fmla="*/ 70 w 329"/>
              <a:gd name="T25" fmla="*/ 147 h 258"/>
              <a:gd name="T26" fmla="*/ 70 w 329"/>
              <a:gd name="T27" fmla="*/ 112 h 258"/>
              <a:gd name="T28" fmla="*/ 64 w 329"/>
              <a:gd name="T29" fmla="*/ 118 h 258"/>
              <a:gd name="T30" fmla="*/ 49 w 329"/>
              <a:gd name="T31" fmla="*/ 116 h 258"/>
              <a:gd name="T32" fmla="*/ 47 w 329"/>
              <a:gd name="T33" fmla="*/ 100 h 258"/>
              <a:gd name="T34" fmla="*/ 53 w 329"/>
              <a:gd name="T35" fmla="*/ 94 h 258"/>
              <a:gd name="T36" fmla="*/ 69 w 329"/>
              <a:gd name="T37" fmla="*/ 96 h 258"/>
              <a:gd name="T38" fmla="*/ 282 w 329"/>
              <a:gd name="T39" fmla="*/ 194 h 258"/>
              <a:gd name="T40" fmla="*/ 280 w 329"/>
              <a:gd name="T41" fmla="*/ 210 h 258"/>
              <a:gd name="T42" fmla="*/ 100 w 329"/>
              <a:gd name="T43" fmla="*/ 211 h 258"/>
              <a:gd name="T44" fmla="*/ 94 w 329"/>
              <a:gd name="T45" fmla="*/ 206 h 258"/>
              <a:gd name="T46" fmla="*/ 96 w 329"/>
              <a:gd name="T47" fmla="*/ 190 h 258"/>
              <a:gd name="T48" fmla="*/ 276 w 329"/>
              <a:gd name="T49" fmla="*/ 188 h 258"/>
              <a:gd name="T50" fmla="*/ 282 w 329"/>
              <a:gd name="T51" fmla="*/ 194 h 258"/>
              <a:gd name="T52" fmla="*/ 282 w 329"/>
              <a:gd name="T53" fmla="*/ 159 h 258"/>
              <a:gd name="T54" fmla="*/ 276 w 329"/>
              <a:gd name="T55" fmla="*/ 165 h 258"/>
              <a:gd name="T56" fmla="*/ 96 w 329"/>
              <a:gd name="T57" fmla="*/ 163 h 258"/>
              <a:gd name="T58" fmla="*/ 94 w 329"/>
              <a:gd name="T59" fmla="*/ 147 h 258"/>
              <a:gd name="T60" fmla="*/ 100 w 329"/>
              <a:gd name="T61" fmla="*/ 141 h 258"/>
              <a:gd name="T62" fmla="*/ 280 w 329"/>
              <a:gd name="T63" fmla="*/ 143 h 258"/>
              <a:gd name="T64" fmla="*/ 282 w 329"/>
              <a:gd name="T65" fmla="*/ 100 h 258"/>
              <a:gd name="T66" fmla="*/ 280 w 329"/>
              <a:gd name="T67" fmla="*/ 116 h 258"/>
              <a:gd name="T68" fmla="*/ 100 w 329"/>
              <a:gd name="T69" fmla="*/ 118 h 258"/>
              <a:gd name="T70" fmla="*/ 94 w 329"/>
              <a:gd name="T71" fmla="*/ 112 h 258"/>
              <a:gd name="T72" fmla="*/ 96 w 329"/>
              <a:gd name="T73" fmla="*/ 96 h 258"/>
              <a:gd name="T74" fmla="*/ 276 w 329"/>
              <a:gd name="T75" fmla="*/ 94 h 258"/>
              <a:gd name="T76" fmla="*/ 282 w 329"/>
              <a:gd name="T77" fmla="*/ 100 h 258"/>
              <a:gd name="T78" fmla="*/ 305 w 329"/>
              <a:gd name="T79" fmla="*/ 76 h 258"/>
              <a:gd name="T80" fmla="*/ 299 w 329"/>
              <a:gd name="T81" fmla="*/ 71 h 258"/>
              <a:gd name="T82" fmla="*/ 25 w 329"/>
              <a:gd name="T83" fmla="*/ 72 h 258"/>
              <a:gd name="T84" fmla="*/ 23 w 329"/>
              <a:gd name="T85" fmla="*/ 229 h 258"/>
              <a:gd name="T86" fmla="*/ 29 w 329"/>
              <a:gd name="T87" fmla="*/ 235 h 258"/>
              <a:gd name="T88" fmla="*/ 303 w 329"/>
              <a:gd name="T89" fmla="*/ 233 h 258"/>
              <a:gd name="T90" fmla="*/ 329 w 329"/>
              <a:gd name="T91" fmla="*/ 29 h 258"/>
              <a:gd name="T92" fmla="*/ 320 w 329"/>
              <a:gd name="T93" fmla="*/ 250 h 258"/>
              <a:gd name="T94" fmla="*/ 29 w 329"/>
              <a:gd name="T95" fmla="*/ 258 h 258"/>
              <a:gd name="T96" fmla="*/ 0 w 329"/>
              <a:gd name="T97" fmla="*/ 229 h 258"/>
              <a:gd name="T98" fmla="*/ 8 w 329"/>
              <a:gd name="T99" fmla="*/ 9 h 258"/>
              <a:gd name="T100" fmla="*/ 299 w 329"/>
              <a:gd name="T101" fmla="*/ 0 h 258"/>
              <a:gd name="T102" fmla="*/ 329 w 329"/>
              <a:gd name="T103" fmla="*/ 29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9" h="258">
                <a:moveTo>
                  <a:pt x="70" y="194"/>
                </a:moveTo>
                <a:cubicBezTo>
                  <a:pt x="70" y="206"/>
                  <a:pt x="70" y="206"/>
                  <a:pt x="70" y="206"/>
                </a:cubicBezTo>
                <a:cubicBezTo>
                  <a:pt x="70" y="207"/>
                  <a:pt x="70" y="209"/>
                  <a:pt x="69" y="210"/>
                </a:cubicBezTo>
                <a:cubicBezTo>
                  <a:pt x="67" y="211"/>
                  <a:pt x="66" y="211"/>
                  <a:pt x="64" y="211"/>
                </a:cubicBezTo>
                <a:cubicBezTo>
                  <a:pt x="53" y="211"/>
                  <a:pt x="53" y="211"/>
                  <a:pt x="53" y="211"/>
                </a:cubicBezTo>
                <a:cubicBezTo>
                  <a:pt x="51" y="211"/>
                  <a:pt x="50" y="211"/>
                  <a:pt x="49" y="210"/>
                </a:cubicBezTo>
                <a:cubicBezTo>
                  <a:pt x="47" y="209"/>
                  <a:pt x="47" y="207"/>
                  <a:pt x="47" y="206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47" y="192"/>
                  <a:pt x="47" y="191"/>
                  <a:pt x="49" y="190"/>
                </a:cubicBezTo>
                <a:cubicBezTo>
                  <a:pt x="50" y="189"/>
                  <a:pt x="51" y="188"/>
                  <a:pt x="53" y="188"/>
                </a:cubicBezTo>
                <a:cubicBezTo>
                  <a:pt x="64" y="188"/>
                  <a:pt x="64" y="188"/>
                  <a:pt x="64" y="188"/>
                </a:cubicBezTo>
                <a:cubicBezTo>
                  <a:pt x="66" y="188"/>
                  <a:pt x="67" y="189"/>
                  <a:pt x="69" y="190"/>
                </a:cubicBezTo>
                <a:cubicBezTo>
                  <a:pt x="70" y="191"/>
                  <a:pt x="70" y="192"/>
                  <a:pt x="70" y="194"/>
                </a:cubicBezTo>
                <a:close/>
                <a:moveTo>
                  <a:pt x="70" y="147"/>
                </a:moveTo>
                <a:cubicBezTo>
                  <a:pt x="70" y="159"/>
                  <a:pt x="70" y="159"/>
                  <a:pt x="70" y="159"/>
                </a:cubicBezTo>
                <a:cubicBezTo>
                  <a:pt x="70" y="160"/>
                  <a:pt x="70" y="162"/>
                  <a:pt x="69" y="163"/>
                </a:cubicBezTo>
                <a:cubicBezTo>
                  <a:pt x="67" y="164"/>
                  <a:pt x="66" y="165"/>
                  <a:pt x="64" y="165"/>
                </a:cubicBezTo>
                <a:cubicBezTo>
                  <a:pt x="53" y="165"/>
                  <a:pt x="53" y="165"/>
                  <a:pt x="53" y="165"/>
                </a:cubicBezTo>
                <a:cubicBezTo>
                  <a:pt x="51" y="165"/>
                  <a:pt x="50" y="164"/>
                  <a:pt x="49" y="163"/>
                </a:cubicBezTo>
                <a:cubicBezTo>
                  <a:pt x="47" y="162"/>
                  <a:pt x="47" y="160"/>
                  <a:pt x="47" y="159"/>
                </a:cubicBezTo>
                <a:cubicBezTo>
                  <a:pt x="47" y="147"/>
                  <a:pt x="47" y="147"/>
                  <a:pt x="47" y="147"/>
                </a:cubicBezTo>
                <a:cubicBezTo>
                  <a:pt x="47" y="145"/>
                  <a:pt x="47" y="144"/>
                  <a:pt x="49" y="143"/>
                </a:cubicBezTo>
                <a:cubicBezTo>
                  <a:pt x="50" y="142"/>
                  <a:pt x="51" y="141"/>
                  <a:pt x="53" y="141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6" y="141"/>
                  <a:pt x="67" y="142"/>
                  <a:pt x="69" y="143"/>
                </a:cubicBezTo>
                <a:cubicBezTo>
                  <a:pt x="70" y="144"/>
                  <a:pt x="70" y="145"/>
                  <a:pt x="70" y="147"/>
                </a:cubicBezTo>
                <a:close/>
                <a:moveTo>
                  <a:pt x="70" y="100"/>
                </a:moveTo>
                <a:cubicBezTo>
                  <a:pt x="70" y="112"/>
                  <a:pt x="70" y="112"/>
                  <a:pt x="70" y="112"/>
                </a:cubicBezTo>
                <a:cubicBezTo>
                  <a:pt x="70" y="113"/>
                  <a:pt x="70" y="115"/>
                  <a:pt x="69" y="116"/>
                </a:cubicBezTo>
                <a:cubicBezTo>
                  <a:pt x="67" y="117"/>
                  <a:pt x="66" y="118"/>
                  <a:pt x="64" y="118"/>
                </a:cubicBezTo>
                <a:cubicBezTo>
                  <a:pt x="53" y="118"/>
                  <a:pt x="53" y="118"/>
                  <a:pt x="53" y="118"/>
                </a:cubicBezTo>
                <a:cubicBezTo>
                  <a:pt x="51" y="118"/>
                  <a:pt x="50" y="117"/>
                  <a:pt x="49" y="116"/>
                </a:cubicBezTo>
                <a:cubicBezTo>
                  <a:pt x="47" y="115"/>
                  <a:pt x="47" y="113"/>
                  <a:pt x="47" y="112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98"/>
                  <a:pt x="47" y="97"/>
                  <a:pt x="49" y="96"/>
                </a:cubicBezTo>
                <a:cubicBezTo>
                  <a:pt x="50" y="95"/>
                  <a:pt x="51" y="94"/>
                  <a:pt x="53" y="94"/>
                </a:cubicBezTo>
                <a:cubicBezTo>
                  <a:pt x="64" y="94"/>
                  <a:pt x="64" y="94"/>
                  <a:pt x="64" y="94"/>
                </a:cubicBezTo>
                <a:cubicBezTo>
                  <a:pt x="66" y="94"/>
                  <a:pt x="67" y="95"/>
                  <a:pt x="69" y="96"/>
                </a:cubicBezTo>
                <a:cubicBezTo>
                  <a:pt x="70" y="97"/>
                  <a:pt x="70" y="98"/>
                  <a:pt x="70" y="100"/>
                </a:cubicBezTo>
                <a:close/>
                <a:moveTo>
                  <a:pt x="282" y="194"/>
                </a:moveTo>
                <a:cubicBezTo>
                  <a:pt x="282" y="206"/>
                  <a:pt x="282" y="206"/>
                  <a:pt x="282" y="206"/>
                </a:cubicBezTo>
                <a:cubicBezTo>
                  <a:pt x="282" y="207"/>
                  <a:pt x="281" y="209"/>
                  <a:pt x="280" y="210"/>
                </a:cubicBezTo>
                <a:cubicBezTo>
                  <a:pt x="279" y="211"/>
                  <a:pt x="277" y="211"/>
                  <a:pt x="276" y="211"/>
                </a:cubicBezTo>
                <a:cubicBezTo>
                  <a:pt x="100" y="211"/>
                  <a:pt x="100" y="211"/>
                  <a:pt x="100" y="211"/>
                </a:cubicBezTo>
                <a:cubicBezTo>
                  <a:pt x="98" y="211"/>
                  <a:pt x="97" y="211"/>
                  <a:pt x="96" y="210"/>
                </a:cubicBezTo>
                <a:cubicBezTo>
                  <a:pt x="94" y="209"/>
                  <a:pt x="94" y="207"/>
                  <a:pt x="94" y="206"/>
                </a:cubicBezTo>
                <a:cubicBezTo>
                  <a:pt x="94" y="194"/>
                  <a:pt x="94" y="194"/>
                  <a:pt x="94" y="194"/>
                </a:cubicBezTo>
                <a:cubicBezTo>
                  <a:pt x="94" y="192"/>
                  <a:pt x="94" y="191"/>
                  <a:pt x="96" y="190"/>
                </a:cubicBezTo>
                <a:cubicBezTo>
                  <a:pt x="97" y="189"/>
                  <a:pt x="98" y="188"/>
                  <a:pt x="100" y="188"/>
                </a:cubicBezTo>
                <a:cubicBezTo>
                  <a:pt x="276" y="188"/>
                  <a:pt x="276" y="188"/>
                  <a:pt x="276" y="188"/>
                </a:cubicBezTo>
                <a:cubicBezTo>
                  <a:pt x="277" y="188"/>
                  <a:pt x="279" y="189"/>
                  <a:pt x="280" y="190"/>
                </a:cubicBezTo>
                <a:cubicBezTo>
                  <a:pt x="281" y="191"/>
                  <a:pt x="282" y="192"/>
                  <a:pt x="282" y="194"/>
                </a:cubicBezTo>
                <a:close/>
                <a:moveTo>
                  <a:pt x="282" y="147"/>
                </a:moveTo>
                <a:cubicBezTo>
                  <a:pt x="282" y="159"/>
                  <a:pt x="282" y="159"/>
                  <a:pt x="282" y="159"/>
                </a:cubicBezTo>
                <a:cubicBezTo>
                  <a:pt x="282" y="160"/>
                  <a:pt x="281" y="162"/>
                  <a:pt x="280" y="163"/>
                </a:cubicBezTo>
                <a:cubicBezTo>
                  <a:pt x="279" y="164"/>
                  <a:pt x="277" y="165"/>
                  <a:pt x="276" y="165"/>
                </a:cubicBezTo>
                <a:cubicBezTo>
                  <a:pt x="100" y="165"/>
                  <a:pt x="100" y="165"/>
                  <a:pt x="100" y="165"/>
                </a:cubicBezTo>
                <a:cubicBezTo>
                  <a:pt x="98" y="165"/>
                  <a:pt x="97" y="164"/>
                  <a:pt x="96" y="163"/>
                </a:cubicBezTo>
                <a:cubicBezTo>
                  <a:pt x="94" y="162"/>
                  <a:pt x="94" y="160"/>
                  <a:pt x="94" y="159"/>
                </a:cubicBezTo>
                <a:cubicBezTo>
                  <a:pt x="94" y="147"/>
                  <a:pt x="94" y="147"/>
                  <a:pt x="94" y="147"/>
                </a:cubicBezTo>
                <a:cubicBezTo>
                  <a:pt x="94" y="145"/>
                  <a:pt x="94" y="144"/>
                  <a:pt x="96" y="143"/>
                </a:cubicBezTo>
                <a:cubicBezTo>
                  <a:pt x="97" y="142"/>
                  <a:pt x="98" y="141"/>
                  <a:pt x="100" y="141"/>
                </a:cubicBezTo>
                <a:cubicBezTo>
                  <a:pt x="276" y="141"/>
                  <a:pt x="276" y="141"/>
                  <a:pt x="276" y="141"/>
                </a:cubicBezTo>
                <a:cubicBezTo>
                  <a:pt x="277" y="141"/>
                  <a:pt x="279" y="142"/>
                  <a:pt x="280" y="143"/>
                </a:cubicBezTo>
                <a:cubicBezTo>
                  <a:pt x="281" y="144"/>
                  <a:pt x="282" y="145"/>
                  <a:pt x="282" y="147"/>
                </a:cubicBezTo>
                <a:close/>
                <a:moveTo>
                  <a:pt x="282" y="100"/>
                </a:moveTo>
                <a:cubicBezTo>
                  <a:pt x="282" y="112"/>
                  <a:pt x="282" y="112"/>
                  <a:pt x="282" y="112"/>
                </a:cubicBezTo>
                <a:cubicBezTo>
                  <a:pt x="282" y="113"/>
                  <a:pt x="281" y="115"/>
                  <a:pt x="280" y="116"/>
                </a:cubicBezTo>
                <a:cubicBezTo>
                  <a:pt x="279" y="117"/>
                  <a:pt x="277" y="118"/>
                  <a:pt x="276" y="118"/>
                </a:cubicBezTo>
                <a:cubicBezTo>
                  <a:pt x="100" y="118"/>
                  <a:pt x="100" y="118"/>
                  <a:pt x="100" y="118"/>
                </a:cubicBezTo>
                <a:cubicBezTo>
                  <a:pt x="98" y="118"/>
                  <a:pt x="97" y="117"/>
                  <a:pt x="96" y="116"/>
                </a:cubicBezTo>
                <a:cubicBezTo>
                  <a:pt x="94" y="115"/>
                  <a:pt x="94" y="113"/>
                  <a:pt x="94" y="112"/>
                </a:cubicBezTo>
                <a:cubicBezTo>
                  <a:pt x="94" y="100"/>
                  <a:pt x="94" y="100"/>
                  <a:pt x="94" y="100"/>
                </a:cubicBezTo>
                <a:cubicBezTo>
                  <a:pt x="94" y="98"/>
                  <a:pt x="94" y="97"/>
                  <a:pt x="96" y="96"/>
                </a:cubicBezTo>
                <a:cubicBezTo>
                  <a:pt x="97" y="95"/>
                  <a:pt x="98" y="94"/>
                  <a:pt x="100" y="94"/>
                </a:cubicBezTo>
                <a:cubicBezTo>
                  <a:pt x="276" y="94"/>
                  <a:pt x="276" y="94"/>
                  <a:pt x="276" y="94"/>
                </a:cubicBezTo>
                <a:cubicBezTo>
                  <a:pt x="277" y="94"/>
                  <a:pt x="279" y="95"/>
                  <a:pt x="280" y="96"/>
                </a:cubicBezTo>
                <a:cubicBezTo>
                  <a:pt x="281" y="97"/>
                  <a:pt x="282" y="98"/>
                  <a:pt x="282" y="100"/>
                </a:cubicBezTo>
                <a:close/>
                <a:moveTo>
                  <a:pt x="305" y="229"/>
                </a:moveTo>
                <a:cubicBezTo>
                  <a:pt x="305" y="76"/>
                  <a:pt x="305" y="76"/>
                  <a:pt x="305" y="76"/>
                </a:cubicBezTo>
                <a:cubicBezTo>
                  <a:pt x="305" y="75"/>
                  <a:pt x="305" y="73"/>
                  <a:pt x="303" y="72"/>
                </a:cubicBezTo>
                <a:cubicBezTo>
                  <a:pt x="302" y="71"/>
                  <a:pt x="301" y="71"/>
                  <a:pt x="299" y="71"/>
                </a:cubicBezTo>
                <a:cubicBezTo>
                  <a:pt x="29" y="71"/>
                  <a:pt x="29" y="71"/>
                  <a:pt x="29" y="71"/>
                </a:cubicBezTo>
                <a:cubicBezTo>
                  <a:pt x="28" y="71"/>
                  <a:pt x="26" y="71"/>
                  <a:pt x="25" y="72"/>
                </a:cubicBezTo>
                <a:cubicBezTo>
                  <a:pt x="24" y="73"/>
                  <a:pt x="23" y="75"/>
                  <a:pt x="23" y="76"/>
                </a:cubicBezTo>
                <a:cubicBezTo>
                  <a:pt x="23" y="229"/>
                  <a:pt x="23" y="229"/>
                  <a:pt x="23" y="229"/>
                </a:cubicBezTo>
                <a:cubicBezTo>
                  <a:pt x="23" y="231"/>
                  <a:pt x="24" y="232"/>
                  <a:pt x="25" y="233"/>
                </a:cubicBezTo>
                <a:cubicBezTo>
                  <a:pt x="26" y="234"/>
                  <a:pt x="28" y="235"/>
                  <a:pt x="29" y="235"/>
                </a:cubicBezTo>
                <a:cubicBezTo>
                  <a:pt x="299" y="235"/>
                  <a:pt x="299" y="235"/>
                  <a:pt x="299" y="235"/>
                </a:cubicBezTo>
                <a:cubicBezTo>
                  <a:pt x="301" y="235"/>
                  <a:pt x="302" y="234"/>
                  <a:pt x="303" y="233"/>
                </a:cubicBezTo>
                <a:cubicBezTo>
                  <a:pt x="305" y="232"/>
                  <a:pt x="305" y="231"/>
                  <a:pt x="305" y="229"/>
                </a:cubicBezTo>
                <a:close/>
                <a:moveTo>
                  <a:pt x="329" y="29"/>
                </a:moveTo>
                <a:cubicBezTo>
                  <a:pt x="329" y="229"/>
                  <a:pt x="329" y="229"/>
                  <a:pt x="329" y="229"/>
                </a:cubicBezTo>
                <a:cubicBezTo>
                  <a:pt x="329" y="237"/>
                  <a:pt x="326" y="244"/>
                  <a:pt x="320" y="250"/>
                </a:cubicBezTo>
                <a:cubicBezTo>
                  <a:pt x="314" y="256"/>
                  <a:pt x="307" y="258"/>
                  <a:pt x="299" y="258"/>
                </a:cubicBezTo>
                <a:cubicBezTo>
                  <a:pt x="29" y="258"/>
                  <a:pt x="29" y="258"/>
                  <a:pt x="29" y="258"/>
                </a:cubicBezTo>
                <a:cubicBezTo>
                  <a:pt x="21" y="258"/>
                  <a:pt x="14" y="256"/>
                  <a:pt x="8" y="250"/>
                </a:cubicBezTo>
                <a:cubicBezTo>
                  <a:pt x="3" y="244"/>
                  <a:pt x="0" y="237"/>
                  <a:pt x="0" y="2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3" y="14"/>
                  <a:pt x="8" y="9"/>
                </a:cubicBezTo>
                <a:cubicBezTo>
                  <a:pt x="14" y="3"/>
                  <a:pt x="21" y="0"/>
                  <a:pt x="29" y="0"/>
                </a:cubicBezTo>
                <a:cubicBezTo>
                  <a:pt x="299" y="0"/>
                  <a:pt x="299" y="0"/>
                  <a:pt x="299" y="0"/>
                </a:cubicBezTo>
                <a:cubicBezTo>
                  <a:pt x="307" y="0"/>
                  <a:pt x="314" y="3"/>
                  <a:pt x="320" y="9"/>
                </a:cubicBezTo>
                <a:cubicBezTo>
                  <a:pt x="326" y="14"/>
                  <a:pt x="329" y="21"/>
                  <a:pt x="329" y="2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3286476" y="1104694"/>
            <a:ext cx="337024" cy="339786"/>
          </a:xfrm>
          <a:custGeom>
            <a:avLst/>
            <a:gdLst>
              <a:gd name="T0" fmla="*/ 57 w 326"/>
              <a:gd name="T1" fmla="*/ 318 h 327"/>
              <a:gd name="T2" fmla="*/ 0 w 326"/>
              <a:gd name="T3" fmla="*/ 315 h 327"/>
              <a:gd name="T4" fmla="*/ 30 w 326"/>
              <a:gd name="T5" fmla="*/ 307 h 327"/>
              <a:gd name="T6" fmla="*/ 44 w 326"/>
              <a:gd name="T7" fmla="*/ 296 h 327"/>
              <a:gd name="T8" fmla="*/ 20 w 326"/>
              <a:gd name="T9" fmla="*/ 276 h 327"/>
              <a:gd name="T10" fmla="*/ 33 w 326"/>
              <a:gd name="T11" fmla="*/ 258 h 327"/>
              <a:gd name="T12" fmla="*/ 40 w 326"/>
              <a:gd name="T13" fmla="*/ 251 h 327"/>
              <a:gd name="T14" fmla="*/ 22 w 326"/>
              <a:gd name="T15" fmla="*/ 251 h 327"/>
              <a:gd name="T16" fmla="*/ 3 w 326"/>
              <a:gd name="T17" fmla="*/ 261 h 327"/>
              <a:gd name="T18" fmla="*/ 64 w 326"/>
              <a:gd name="T19" fmla="*/ 233 h 327"/>
              <a:gd name="T20" fmla="*/ 46 w 326"/>
              <a:gd name="T21" fmla="*/ 270 h 327"/>
              <a:gd name="T22" fmla="*/ 67 w 326"/>
              <a:gd name="T23" fmla="*/ 295 h 327"/>
              <a:gd name="T24" fmla="*/ 67 w 326"/>
              <a:gd name="T25" fmla="*/ 209 h 327"/>
              <a:gd name="T26" fmla="*/ 0 w 326"/>
              <a:gd name="T27" fmla="*/ 200 h 327"/>
              <a:gd name="T28" fmla="*/ 14 w 326"/>
              <a:gd name="T29" fmla="*/ 170 h 327"/>
              <a:gd name="T30" fmla="*/ 37 w 326"/>
              <a:gd name="T31" fmla="*/ 153 h 327"/>
              <a:gd name="T32" fmla="*/ 38 w 326"/>
              <a:gd name="T33" fmla="*/ 138 h 327"/>
              <a:gd name="T34" fmla="*/ 16 w 326"/>
              <a:gd name="T35" fmla="*/ 146 h 327"/>
              <a:gd name="T36" fmla="*/ 14 w 326"/>
              <a:gd name="T37" fmla="*/ 121 h 327"/>
              <a:gd name="T38" fmla="*/ 56 w 326"/>
              <a:gd name="T39" fmla="*/ 123 h 327"/>
              <a:gd name="T40" fmla="*/ 59 w 326"/>
              <a:gd name="T41" fmla="*/ 161 h 327"/>
              <a:gd name="T42" fmla="*/ 31 w 326"/>
              <a:gd name="T43" fmla="*/ 182 h 327"/>
              <a:gd name="T44" fmla="*/ 48 w 326"/>
              <a:gd name="T45" fmla="*/ 191 h 327"/>
              <a:gd name="T46" fmla="*/ 67 w 326"/>
              <a:gd name="T47" fmla="*/ 180 h 327"/>
              <a:gd name="T48" fmla="*/ 326 w 326"/>
              <a:gd name="T49" fmla="*/ 274 h 327"/>
              <a:gd name="T50" fmla="*/ 320 w 326"/>
              <a:gd name="T51" fmla="*/ 280 h 327"/>
              <a:gd name="T52" fmla="*/ 93 w 326"/>
              <a:gd name="T53" fmla="*/ 278 h 327"/>
              <a:gd name="T54" fmla="*/ 91 w 326"/>
              <a:gd name="T55" fmla="*/ 239 h 327"/>
              <a:gd name="T56" fmla="*/ 97 w 326"/>
              <a:gd name="T57" fmla="*/ 233 h 327"/>
              <a:gd name="T58" fmla="*/ 324 w 326"/>
              <a:gd name="T59" fmla="*/ 235 h 327"/>
              <a:gd name="T60" fmla="*/ 67 w 326"/>
              <a:gd name="T61" fmla="*/ 74 h 327"/>
              <a:gd name="T62" fmla="*/ 6 w 326"/>
              <a:gd name="T63" fmla="*/ 92 h 327"/>
              <a:gd name="T64" fmla="*/ 26 w 326"/>
              <a:gd name="T65" fmla="*/ 74 h 327"/>
              <a:gd name="T66" fmla="*/ 26 w 326"/>
              <a:gd name="T67" fmla="*/ 29 h 327"/>
              <a:gd name="T68" fmla="*/ 25 w 326"/>
              <a:gd name="T69" fmla="*/ 27 h 327"/>
              <a:gd name="T70" fmla="*/ 3 w 326"/>
              <a:gd name="T71" fmla="*/ 23 h 327"/>
              <a:gd name="T72" fmla="*/ 48 w 326"/>
              <a:gd name="T73" fmla="*/ 0 h 327"/>
              <a:gd name="T74" fmla="*/ 67 w 326"/>
              <a:gd name="T75" fmla="*/ 74 h 327"/>
              <a:gd name="T76" fmla="*/ 326 w 326"/>
              <a:gd name="T77" fmla="*/ 180 h 327"/>
              <a:gd name="T78" fmla="*/ 320 w 326"/>
              <a:gd name="T79" fmla="*/ 186 h 327"/>
              <a:gd name="T80" fmla="*/ 93 w 326"/>
              <a:gd name="T81" fmla="*/ 184 h 327"/>
              <a:gd name="T82" fmla="*/ 91 w 326"/>
              <a:gd name="T83" fmla="*/ 145 h 327"/>
              <a:gd name="T84" fmla="*/ 97 w 326"/>
              <a:gd name="T85" fmla="*/ 139 h 327"/>
              <a:gd name="T86" fmla="*/ 324 w 326"/>
              <a:gd name="T87" fmla="*/ 141 h 327"/>
              <a:gd name="T88" fmla="*/ 326 w 326"/>
              <a:gd name="T89" fmla="*/ 51 h 327"/>
              <a:gd name="T90" fmla="*/ 324 w 326"/>
              <a:gd name="T91" fmla="*/ 90 h 327"/>
              <a:gd name="T92" fmla="*/ 97 w 326"/>
              <a:gd name="T93" fmla="*/ 92 h 327"/>
              <a:gd name="T94" fmla="*/ 91 w 326"/>
              <a:gd name="T95" fmla="*/ 86 h 327"/>
              <a:gd name="T96" fmla="*/ 93 w 326"/>
              <a:gd name="T97" fmla="*/ 47 h 327"/>
              <a:gd name="T98" fmla="*/ 320 w 326"/>
              <a:gd name="T99" fmla="*/ 45 h 327"/>
              <a:gd name="T100" fmla="*/ 326 w 326"/>
              <a:gd name="T101" fmla="*/ 51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26" h="327">
                <a:moveTo>
                  <a:pt x="67" y="295"/>
                </a:moveTo>
                <a:cubicBezTo>
                  <a:pt x="67" y="305"/>
                  <a:pt x="64" y="313"/>
                  <a:pt x="57" y="318"/>
                </a:cubicBezTo>
                <a:cubicBezTo>
                  <a:pt x="50" y="324"/>
                  <a:pt x="42" y="327"/>
                  <a:pt x="32" y="327"/>
                </a:cubicBezTo>
                <a:cubicBezTo>
                  <a:pt x="19" y="327"/>
                  <a:pt x="8" y="323"/>
                  <a:pt x="0" y="315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7" y="304"/>
                  <a:pt x="23" y="307"/>
                  <a:pt x="30" y="307"/>
                </a:cubicBezTo>
                <a:cubicBezTo>
                  <a:pt x="34" y="307"/>
                  <a:pt x="37" y="306"/>
                  <a:pt x="40" y="304"/>
                </a:cubicBezTo>
                <a:cubicBezTo>
                  <a:pt x="42" y="302"/>
                  <a:pt x="44" y="300"/>
                  <a:pt x="44" y="296"/>
                </a:cubicBezTo>
                <a:cubicBezTo>
                  <a:pt x="44" y="289"/>
                  <a:pt x="37" y="285"/>
                  <a:pt x="24" y="286"/>
                </a:cubicBezTo>
                <a:cubicBezTo>
                  <a:pt x="20" y="276"/>
                  <a:pt x="20" y="276"/>
                  <a:pt x="20" y="276"/>
                </a:cubicBezTo>
                <a:cubicBezTo>
                  <a:pt x="20" y="275"/>
                  <a:pt x="22" y="272"/>
                  <a:pt x="25" y="268"/>
                </a:cubicBezTo>
                <a:cubicBezTo>
                  <a:pt x="28" y="264"/>
                  <a:pt x="31" y="260"/>
                  <a:pt x="33" y="258"/>
                </a:cubicBezTo>
                <a:cubicBezTo>
                  <a:pt x="35" y="255"/>
                  <a:pt x="38" y="253"/>
                  <a:pt x="40" y="251"/>
                </a:cubicBezTo>
                <a:cubicBezTo>
                  <a:pt x="40" y="251"/>
                  <a:pt x="40" y="251"/>
                  <a:pt x="40" y="251"/>
                </a:cubicBezTo>
                <a:cubicBezTo>
                  <a:pt x="38" y="251"/>
                  <a:pt x="35" y="251"/>
                  <a:pt x="31" y="251"/>
                </a:cubicBezTo>
                <a:cubicBezTo>
                  <a:pt x="27" y="251"/>
                  <a:pt x="24" y="251"/>
                  <a:pt x="22" y="251"/>
                </a:cubicBezTo>
                <a:cubicBezTo>
                  <a:pt x="22" y="261"/>
                  <a:pt x="22" y="261"/>
                  <a:pt x="22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3" y="233"/>
                  <a:pt x="3" y="233"/>
                  <a:pt x="3" y="233"/>
                </a:cubicBezTo>
                <a:cubicBezTo>
                  <a:pt x="64" y="233"/>
                  <a:pt x="64" y="233"/>
                  <a:pt x="64" y="233"/>
                </a:cubicBezTo>
                <a:cubicBezTo>
                  <a:pt x="64" y="249"/>
                  <a:pt x="64" y="249"/>
                  <a:pt x="64" y="249"/>
                </a:cubicBezTo>
                <a:cubicBezTo>
                  <a:pt x="46" y="270"/>
                  <a:pt x="46" y="270"/>
                  <a:pt x="46" y="270"/>
                </a:cubicBezTo>
                <a:cubicBezTo>
                  <a:pt x="53" y="272"/>
                  <a:pt x="58" y="275"/>
                  <a:pt x="61" y="279"/>
                </a:cubicBezTo>
                <a:cubicBezTo>
                  <a:pt x="65" y="284"/>
                  <a:pt x="67" y="289"/>
                  <a:pt x="67" y="295"/>
                </a:cubicBezTo>
                <a:close/>
                <a:moveTo>
                  <a:pt x="67" y="180"/>
                </a:moveTo>
                <a:cubicBezTo>
                  <a:pt x="67" y="209"/>
                  <a:pt x="67" y="209"/>
                  <a:pt x="67" y="209"/>
                </a:cubicBezTo>
                <a:cubicBezTo>
                  <a:pt x="1" y="209"/>
                  <a:pt x="1" y="209"/>
                  <a:pt x="1" y="209"/>
                </a:cubicBezTo>
                <a:cubicBezTo>
                  <a:pt x="0" y="205"/>
                  <a:pt x="0" y="202"/>
                  <a:pt x="0" y="200"/>
                </a:cubicBezTo>
                <a:cubicBezTo>
                  <a:pt x="0" y="193"/>
                  <a:pt x="1" y="188"/>
                  <a:pt x="4" y="182"/>
                </a:cubicBezTo>
                <a:cubicBezTo>
                  <a:pt x="7" y="177"/>
                  <a:pt x="10" y="173"/>
                  <a:pt x="14" y="170"/>
                </a:cubicBezTo>
                <a:cubicBezTo>
                  <a:pt x="18" y="167"/>
                  <a:pt x="22" y="164"/>
                  <a:pt x="26" y="161"/>
                </a:cubicBezTo>
                <a:cubicBezTo>
                  <a:pt x="31" y="159"/>
                  <a:pt x="34" y="156"/>
                  <a:pt x="37" y="153"/>
                </a:cubicBezTo>
                <a:cubicBezTo>
                  <a:pt x="40" y="151"/>
                  <a:pt x="41" y="148"/>
                  <a:pt x="41" y="145"/>
                </a:cubicBezTo>
                <a:cubicBezTo>
                  <a:pt x="41" y="142"/>
                  <a:pt x="40" y="140"/>
                  <a:pt x="38" y="138"/>
                </a:cubicBezTo>
                <a:cubicBezTo>
                  <a:pt x="37" y="136"/>
                  <a:pt x="34" y="135"/>
                  <a:pt x="31" y="135"/>
                </a:cubicBezTo>
                <a:cubicBezTo>
                  <a:pt x="26" y="135"/>
                  <a:pt x="21" y="139"/>
                  <a:pt x="16" y="146"/>
                </a:cubicBezTo>
                <a:cubicBezTo>
                  <a:pt x="1" y="135"/>
                  <a:pt x="1" y="135"/>
                  <a:pt x="1" y="135"/>
                </a:cubicBezTo>
                <a:cubicBezTo>
                  <a:pt x="4" y="129"/>
                  <a:pt x="8" y="124"/>
                  <a:pt x="14" y="121"/>
                </a:cubicBezTo>
                <a:cubicBezTo>
                  <a:pt x="20" y="117"/>
                  <a:pt x="26" y="115"/>
                  <a:pt x="33" y="115"/>
                </a:cubicBezTo>
                <a:cubicBezTo>
                  <a:pt x="42" y="115"/>
                  <a:pt x="50" y="118"/>
                  <a:pt x="56" y="123"/>
                </a:cubicBezTo>
                <a:cubicBezTo>
                  <a:pt x="62" y="128"/>
                  <a:pt x="65" y="135"/>
                  <a:pt x="65" y="144"/>
                </a:cubicBezTo>
                <a:cubicBezTo>
                  <a:pt x="65" y="150"/>
                  <a:pt x="63" y="155"/>
                  <a:pt x="59" y="161"/>
                </a:cubicBezTo>
                <a:cubicBezTo>
                  <a:pt x="55" y="166"/>
                  <a:pt x="50" y="170"/>
                  <a:pt x="45" y="172"/>
                </a:cubicBezTo>
                <a:cubicBezTo>
                  <a:pt x="40" y="175"/>
                  <a:pt x="35" y="178"/>
                  <a:pt x="31" y="182"/>
                </a:cubicBezTo>
                <a:cubicBezTo>
                  <a:pt x="27" y="185"/>
                  <a:pt x="25" y="188"/>
                  <a:pt x="25" y="191"/>
                </a:cubicBezTo>
                <a:cubicBezTo>
                  <a:pt x="48" y="191"/>
                  <a:pt x="48" y="191"/>
                  <a:pt x="48" y="191"/>
                </a:cubicBezTo>
                <a:cubicBezTo>
                  <a:pt x="48" y="180"/>
                  <a:pt x="48" y="180"/>
                  <a:pt x="48" y="180"/>
                </a:cubicBezTo>
                <a:lnTo>
                  <a:pt x="67" y="180"/>
                </a:lnTo>
                <a:close/>
                <a:moveTo>
                  <a:pt x="326" y="239"/>
                </a:moveTo>
                <a:cubicBezTo>
                  <a:pt x="326" y="274"/>
                  <a:pt x="326" y="274"/>
                  <a:pt x="326" y="274"/>
                </a:cubicBezTo>
                <a:cubicBezTo>
                  <a:pt x="326" y="276"/>
                  <a:pt x="325" y="277"/>
                  <a:pt x="324" y="278"/>
                </a:cubicBezTo>
                <a:cubicBezTo>
                  <a:pt x="323" y="279"/>
                  <a:pt x="322" y="280"/>
                  <a:pt x="320" y="280"/>
                </a:cubicBezTo>
                <a:cubicBezTo>
                  <a:pt x="97" y="280"/>
                  <a:pt x="97" y="280"/>
                  <a:pt x="97" y="280"/>
                </a:cubicBezTo>
                <a:cubicBezTo>
                  <a:pt x="95" y="280"/>
                  <a:pt x="94" y="279"/>
                  <a:pt x="93" y="278"/>
                </a:cubicBezTo>
                <a:cubicBezTo>
                  <a:pt x="91" y="277"/>
                  <a:pt x="91" y="276"/>
                  <a:pt x="91" y="274"/>
                </a:cubicBezTo>
                <a:cubicBezTo>
                  <a:pt x="91" y="239"/>
                  <a:pt x="91" y="239"/>
                  <a:pt x="91" y="239"/>
                </a:cubicBezTo>
                <a:cubicBezTo>
                  <a:pt x="91" y="237"/>
                  <a:pt x="91" y="236"/>
                  <a:pt x="93" y="235"/>
                </a:cubicBezTo>
                <a:cubicBezTo>
                  <a:pt x="94" y="233"/>
                  <a:pt x="95" y="233"/>
                  <a:pt x="97" y="233"/>
                </a:cubicBezTo>
                <a:cubicBezTo>
                  <a:pt x="320" y="233"/>
                  <a:pt x="320" y="233"/>
                  <a:pt x="320" y="233"/>
                </a:cubicBezTo>
                <a:cubicBezTo>
                  <a:pt x="322" y="233"/>
                  <a:pt x="323" y="233"/>
                  <a:pt x="324" y="235"/>
                </a:cubicBezTo>
                <a:cubicBezTo>
                  <a:pt x="325" y="236"/>
                  <a:pt x="326" y="237"/>
                  <a:pt x="326" y="239"/>
                </a:cubicBezTo>
                <a:close/>
                <a:moveTo>
                  <a:pt x="67" y="74"/>
                </a:moveTo>
                <a:cubicBezTo>
                  <a:pt x="67" y="92"/>
                  <a:pt x="67" y="92"/>
                  <a:pt x="67" y="92"/>
                </a:cubicBezTo>
                <a:cubicBezTo>
                  <a:pt x="6" y="92"/>
                  <a:pt x="6" y="92"/>
                  <a:pt x="6" y="92"/>
                </a:cubicBezTo>
                <a:cubicBezTo>
                  <a:pt x="6" y="74"/>
                  <a:pt x="6" y="74"/>
                  <a:pt x="6" y="74"/>
                </a:cubicBezTo>
                <a:cubicBezTo>
                  <a:pt x="26" y="74"/>
                  <a:pt x="26" y="74"/>
                  <a:pt x="26" y="74"/>
                </a:cubicBezTo>
                <a:cubicBezTo>
                  <a:pt x="26" y="69"/>
                  <a:pt x="26" y="61"/>
                  <a:pt x="26" y="51"/>
                </a:cubicBezTo>
                <a:cubicBezTo>
                  <a:pt x="26" y="41"/>
                  <a:pt x="26" y="34"/>
                  <a:pt x="26" y="29"/>
                </a:cubicBezTo>
                <a:cubicBezTo>
                  <a:pt x="26" y="27"/>
                  <a:pt x="26" y="27"/>
                  <a:pt x="26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4" y="29"/>
                  <a:pt x="21" y="32"/>
                  <a:pt x="16" y="37"/>
                </a:cubicBezTo>
                <a:cubicBezTo>
                  <a:pt x="3" y="23"/>
                  <a:pt x="3" y="23"/>
                  <a:pt x="3" y="23"/>
                </a:cubicBezTo>
                <a:cubicBezTo>
                  <a:pt x="28" y="0"/>
                  <a:pt x="28" y="0"/>
                  <a:pt x="2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74"/>
                  <a:pt x="48" y="74"/>
                  <a:pt x="48" y="74"/>
                </a:cubicBezTo>
                <a:lnTo>
                  <a:pt x="67" y="74"/>
                </a:lnTo>
                <a:close/>
                <a:moveTo>
                  <a:pt x="326" y="145"/>
                </a:moveTo>
                <a:cubicBezTo>
                  <a:pt x="326" y="180"/>
                  <a:pt x="326" y="180"/>
                  <a:pt x="326" y="180"/>
                </a:cubicBezTo>
                <a:cubicBezTo>
                  <a:pt x="326" y="182"/>
                  <a:pt x="325" y="183"/>
                  <a:pt x="324" y="184"/>
                </a:cubicBezTo>
                <a:cubicBezTo>
                  <a:pt x="323" y="185"/>
                  <a:pt x="322" y="186"/>
                  <a:pt x="320" y="186"/>
                </a:cubicBezTo>
                <a:cubicBezTo>
                  <a:pt x="97" y="186"/>
                  <a:pt x="97" y="186"/>
                  <a:pt x="97" y="186"/>
                </a:cubicBezTo>
                <a:cubicBezTo>
                  <a:pt x="95" y="186"/>
                  <a:pt x="94" y="185"/>
                  <a:pt x="93" y="184"/>
                </a:cubicBezTo>
                <a:cubicBezTo>
                  <a:pt x="91" y="183"/>
                  <a:pt x="91" y="182"/>
                  <a:pt x="91" y="180"/>
                </a:cubicBezTo>
                <a:cubicBezTo>
                  <a:pt x="91" y="145"/>
                  <a:pt x="91" y="145"/>
                  <a:pt x="91" y="145"/>
                </a:cubicBezTo>
                <a:cubicBezTo>
                  <a:pt x="91" y="143"/>
                  <a:pt x="91" y="142"/>
                  <a:pt x="93" y="141"/>
                </a:cubicBezTo>
                <a:cubicBezTo>
                  <a:pt x="94" y="140"/>
                  <a:pt x="95" y="139"/>
                  <a:pt x="97" y="139"/>
                </a:cubicBezTo>
                <a:cubicBezTo>
                  <a:pt x="320" y="139"/>
                  <a:pt x="320" y="139"/>
                  <a:pt x="320" y="139"/>
                </a:cubicBezTo>
                <a:cubicBezTo>
                  <a:pt x="322" y="139"/>
                  <a:pt x="323" y="140"/>
                  <a:pt x="324" y="141"/>
                </a:cubicBezTo>
                <a:cubicBezTo>
                  <a:pt x="325" y="142"/>
                  <a:pt x="326" y="143"/>
                  <a:pt x="326" y="145"/>
                </a:cubicBezTo>
                <a:close/>
                <a:moveTo>
                  <a:pt x="326" y="51"/>
                </a:moveTo>
                <a:cubicBezTo>
                  <a:pt x="326" y="86"/>
                  <a:pt x="326" y="86"/>
                  <a:pt x="326" y="86"/>
                </a:cubicBezTo>
                <a:cubicBezTo>
                  <a:pt x="326" y="88"/>
                  <a:pt x="325" y="89"/>
                  <a:pt x="324" y="90"/>
                </a:cubicBezTo>
                <a:cubicBezTo>
                  <a:pt x="323" y="91"/>
                  <a:pt x="322" y="92"/>
                  <a:pt x="320" y="92"/>
                </a:cubicBezTo>
                <a:cubicBezTo>
                  <a:pt x="97" y="92"/>
                  <a:pt x="97" y="92"/>
                  <a:pt x="97" y="92"/>
                </a:cubicBezTo>
                <a:cubicBezTo>
                  <a:pt x="95" y="92"/>
                  <a:pt x="94" y="91"/>
                  <a:pt x="93" y="90"/>
                </a:cubicBezTo>
                <a:cubicBezTo>
                  <a:pt x="91" y="89"/>
                  <a:pt x="91" y="88"/>
                  <a:pt x="91" y="86"/>
                </a:cubicBezTo>
                <a:cubicBezTo>
                  <a:pt x="91" y="51"/>
                  <a:pt x="91" y="51"/>
                  <a:pt x="91" y="51"/>
                </a:cubicBezTo>
                <a:cubicBezTo>
                  <a:pt x="91" y="49"/>
                  <a:pt x="91" y="48"/>
                  <a:pt x="93" y="47"/>
                </a:cubicBezTo>
                <a:cubicBezTo>
                  <a:pt x="94" y="46"/>
                  <a:pt x="95" y="45"/>
                  <a:pt x="97" y="45"/>
                </a:cubicBezTo>
                <a:cubicBezTo>
                  <a:pt x="320" y="45"/>
                  <a:pt x="320" y="45"/>
                  <a:pt x="320" y="45"/>
                </a:cubicBezTo>
                <a:cubicBezTo>
                  <a:pt x="322" y="45"/>
                  <a:pt x="323" y="46"/>
                  <a:pt x="324" y="47"/>
                </a:cubicBezTo>
                <a:cubicBezTo>
                  <a:pt x="325" y="48"/>
                  <a:pt x="326" y="49"/>
                  <a:pt x="326" y="5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3716043" y="1140606"/>
            <a:ext cx="341168" cy="266581"/>
          </a:xfrm>
          <a:custGeom>
            <a:avLst/>
            <a:gdLst>
              <a:gd name="T0" fmla="*/ 60 w 329"/>
              <a:gd name="T1" fmla="*/ 248 h 258"/>
              <a:gd name="T2" fmla="*/ 10 w 329"/>
              <a:gd name="T3" fmla="*/ 248 h 258"/>
              <a:gd name="T4" fmla="*/ 10 w 329"/>
              <a:gd name="T5" fmla="*/ 198 h 258"/>
              <a:gd name="T6" fmla="*/ 60 w 329"/>
              <a:gd name="T7" fmla="*/ 198 h 258"/>
              <a:gd name="T8" fmla="*/ 71 w 329"/>
              <a:gd name="T9" fmla="*/ 129 h 258"/>
              <a:gd name="T10" fmla="*/ 35 w 329"/>
              <a:gd name="T11" fmla="*/ 165 h 258"/>
              <a:gd name="T12" fmla="*/ 0 w 329"/>
              <a:gd name="T13" fmla="*/ 129 h 258"/>
              <a:gd name="T14" fmla="*/ 35 w 329"/>
              <a:gd name="T15" fmla="*/ 94 h 258"/>
              <a:gd name="T16" fmla="*/ 71 w 329"/>
              <a:gd name="T17" fmla="*/ 129 h 258"/>
              <a:gd name="T18" fmla="*/ 329 w 329"/>
              <a:gd name="T19" fmla="*/ 241 h 258"/>
              <a:gd name="T20" fmla="*/ 323 w 329"/>
              <a:gd name="T21" fmla="*/ 247 h 258"/>
              <a:gd name="T22" fmla="*/ 96 w 329"/>
              <a:gd name="T23" fmla="*/ 245 h 258"/>
              <a:gd name="T24" fmla="*/ 94 w 329"/>
              <a:gd name="T25" fmla="*/ 206 h 258"/>
              <a:gd name="T26" fmla="*/ 100 w 329"/>
              <a:gd name="T27" fmla="*/ 200 h 258"/>
              <a:gd name="T28" fmla="*/ 327 w 329"/>
              <a:gd name="T29" fmla="*/ 201 h 258"/>
              <a:gd name="T30" fmla="*/ 71 w 329"/>
              <a:gd name="T31" fmla="*/ 35 h 258"/>
              <a:gd name="T32" fmla="*/ 35 w 329"/>
              <a:gd name="T33" fmla="*/ 71 h 258"/>
              <a:gd name="T34" fmla="*/ 0 w 329"/>
              <a:gd name="T35" fmla="*/ 35 h 258"/>
              <a:gd name="T36" fmla="*/ 35 w 329"/>
              <a:gd name="T37" fmla="*/ 0 h 258"/>
              <a:gd name="T38" fmla="*/ 71 w 329"/>
              <a:gd name="T39" fmla="*/ 35 h 258"/>
              <a:gd name="T40" fmla="*/ 329 w 329"/>
              <a:gd name="T41" fmla="*/ 147 h 258"/>
              <a:gd name="T42" fmla="*/ 323 w 329"/>
              <a:gd name="T43" fmla="*/ 153 h 258"/>
              <a:gd name="T44" fmla="*/ 96 w 329"/>
              <a:gd name="T45" fmla="*/ 151 h 258"/>
              <a:gd name="T46" fmla="*/ 94 w 329"/>
              <a:gd name="T47" fmla="*/ 112 h 258"/>
              <a:gd name="T48" fmla="*/ 100 w 329"/>
              <a:gd name="T49" fmla="*/ 106 h 258"/>
              <a:gd name="T50" fmla="*/ 327 w 329"/>
              <a:gd name="T51" fmla="*/ 108 h 258"/>
              <a:gd name="T52" fmla="*/ 329 w 329"/>
              <a:gd name="T53" fmla="*/ 18 h 258"/>
              <a:gd name="T54" fmla="*/ 327 w 329"/>
              <a:gd name="T55" fmla="*/ 57 h 258"/>
              <a:gd name="T56" fmla="*/ 100 w 329"/>
              <a:gd name="T57" fmla="*/ 59 h 258"/>
              <a:gd name="T58" fmla="*/ 94 w 329"/>
              <a:gd name="T59" fmla="*/ 53 h 258"/>
              <a:gd name="T60" fmla="*/ 96 w 329"/>
              <a:gd name="T61" fmla="*/ 14 h 258"/>
              <a:gd name="T62" fmla="*/ 323 w 329"/>
              <a:gd name="T63" fmla="*/ 12 h 258"/>
              <a:gd name="T64" fmla="*/ 329 w 329"/>
              <a:gd name="T65" fmla="*/ 1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29" h="258">
                <a:moveTo>
                  <a:pt x="71" y="223"/>
                </a:moveTo>
                <a:cubicBezTo>
                  <a:pt x="71" y="233"/>
                  <a:pt x="67" y="241"/>
                  <a:pt x="60" y="248"/>
                </a:cubicBezTo>
                <a:cubicBezTo>
                  <a:pt x="53" y="255"/>
                  <a:pt x="45" y="258"/>
                  <a:pt x="35" y="258"/>
                </a:cubicBezTo>
                <a:cubicBezTo>
                  <a:pt x="26" y="258"/>
                  <a:pt x="17" y="255"/>
                  <a:pt x="10" y="248"/>
                </a:cubicBezTo>
                <a:cubicBezTo>
                  <a:pt x="4" y="241"/>
                  <a:pt x="0" y="233"/>
                  <a:pt x="0" y="223"/>
                </a:cubicBezTo>
                <a:cubicBezTo>
                  <a:pt x="0" y="213"/>
                  <a:pt x="4" y="205"/>
                  <a:pt x="10" y="198"/>
                </a:cubicBezTo>
                <a:cubicBezTo>
                  <a:pt x="17" y="191"/>
                  <a:pt x="26" y="188"/>
                  <a:pt x="35" y="188"/>
                </a:cubicBezTo>
                <a:cubicBezTo>
                  <a:pt x="45" y="188"/>
                  <a:pt x="53" y="191"/>
                  <a:pt x="60" y="198"/>
                </a:cubicBezTo>
                <a:cubicBezTo>
                  <a:pt x="67" y="205"/>
                  <a:pt x="71" y="213"/>
                  <a:pt x="71" y="223"/>
                </a:cubicBezTo>
                <a:close/>
                <a:moveTo>
                  <a:pt x="71" y="129"/>
                </a:moveTo>
                <a:cubicBezTo>
                  <a:pt x="71" y="139"/>
                  <a:pt x="67" y="147"/>
                  <a:pt x="60" y="154"/>
                </a:cubicBezTo>
                <a:cubicBezTo>
                  <a:pt x="53" y="161"/>
                  <a:pt x="45" y="165"/>
                  <a:pt x="35" y="165"/>
                </a:cubicBezTo>
                <a:cubicBezTo>
                  <a:pt x="26" y="165"/>
                  <a:pt x="17" y="161"/>
                  <a:pt x="10" y="154"/>
                </a:cubicBezTo>
                <a:cubicBezTo>
                  <a:pt x="4" y="147"/>
                  <a:pt x="0" y="139"/>
                  <a:pt x="0" y="129"/>
                </a:cubicBezTo>
                <a:cubicBezTo>
                  <a:pt x="0" y="119"/>
                  <a:pt x="4" y="111"/>
                  <a:pt x="10" y="104"/>
                </a:cubicBezTo>
                <a:cubicBezTo>
                  <a:pt x="17" y="97"/>
                  <a:pt x="26" y="94"/>
                  <a:pt x="35" y="94"/>
                </a:cubicBezTo>
                <a:cubicBezTo>
                  <a:pt x="45" y="94"/>
                  <a:pt x="53" y="97"/>
                  <a:pt x="60" y="104"/>
                </a:cubicBezTo>
                <a:cubicBezTo>
                  <a:pt x="67" y="111"/>
                  <a:pt x="71" y="119"/>
                  <a:pt x="71" y="129"/>
                </a:cubicBezTo>
                <a:close/>
                <a:moveTo>
                  <a:pt x="329" y="206"/>
                </a:moveTo>
                <a:cubicBezTo>
                  <a:pt x="329" y="241"/>
                  <a:pt x="329" y="241"/>
                  <a:pt x="329" y="241"/>
                </a:cubicBezTo>
                <a:cubicBezTo>
                  <a:pt x="329" y="242"/>
                  <a:pt x="328" y="244"/>
                  <a:pt x="327" y="245"/>
                </a:cubicBezTo>
                <a:cubicBezTo>
                  <a:pt x="326" y="246"/>
                  <a:pt x="325" y="247"/>
                  <a:pt x="323" y="247"/>
                </a:cubicBezTo>
                <a:cubicBezTo>
                  <a:pt x="100" y="247"/>
                  <a:pt x="100" y="247"/>
                  <a:pt x="100" y="247"/>
                </a:cubicBezTo>
                <a:cubicBezTo>
                  <a:pt x="98" y="247"/>
                  <a:pt x="97" y="246"/>
                  <a:pt x="96" y="245"/>
                </a:cubicBezTo>
                <a:cubicBezTo>
                  <a:pt x="95" y="244"/>
                  <a:pt x="94" y="242"/>
                  <a:pt x="94" y="241"/>
                </a:cubicBezTo>
                <a:cubicBezTo>
                  <a:pt x="94" y="206"/>
                  <a:pt x="94" y="206"/>
                  <a:pt x="94" y="206"/>
                </a:cubicBezTo>
                <a:cubicBezTo>
                  <a:pt x="94" y="204"/>
                  <a:pt x="95" y="203"/>
                  <a:pt x="96" y="201"/>
                </a:cubicBezTo>
                <a:cubicBezTo>
                  <a:pt x="97" y="200"/>
                  <a:pt x="98" y="200"/>
                  <a:pt x="100" y="200"/>
                </a:cubicBezTo>
                <a:cubicBezTo>
                  <a:pt x="323" y="200"/>
                  <a:pt x="323" y="200"/>
                  <a:pt x="323" y="200"/>
                </a:cubicBezTo>
                <a:cubicBezTo>
                  <a:pt x="325" y="200"/>
                  <a:pt x="326" y="200"/>
                  <a:pt x="327" y="201"/>
                </a:cubicBezTo>
                <a:cubicBezTo>
                  <a:pt x="328" y="203"/>
                  <a:pt x="329" y="204"/>
                  <a:pt x="329" y="206"/>
                </a:cubicBezTo>
                <a:close/>
                <a:moveTo>
                  <a:pt x="71" y="35"/>
                </a:moveTo>
                <a:cubicBezTo>
                  <a:pt x="71" y="45"/>
                  <a:pt x="67" y="53"/>
                  <a:pt x="60" y="60"/>
                </a:cubicBezTo>
                <a:cubicBezTo>
                  <a:pt x="53" y="67"/>
                  <a:pt x="45" y="71"/>
                  <a:pt x="35" y="71"/>
                </a:cubicBezTo>
                <a:cubicBezTo>
                  <a:pt x="26" y="71"/>
                  <a:pt x="17" y="67"/>
                  <a:pt x="10" y="60"/>
                </a:cubicBezTo>
                <a:cubicBezTo>
                  <a:pt x="4" y="53"/>
                  <a:pt x="0" y="45"/>
                  <a:pt x="0" y="35"/>
                </a:cubicBezTo>
                <a:cubicBezTo>
                  <a:pt x="0" y="26"/>
                  <a:pt x="4" y="17"/>
                  <a:pt x="10" y="10"/>
                </a:cubicBezTo>
                <a:cubicBezTo>
                  <a:pt x="17" y="3"/>
                  <a:pt x="26" y="0"/>
                  <a:pt x="35" y="0"/>
                </a:cubicBezTo>
                <a:cubicBezTo>
                  <a:pt x="45" y="0"/>
                  <a:pt x="53" y="3"/>
                  <a:pt x="60" y="10"/>
                </a:cubicBezTo>
                <a:cubicBezTo>
                  <a:pt x="67" y="17"/>
                  <a:pt x="71" y="26"/>
                  <a:pt x="71" y="35"/>
                </a:cubicBezTo>
                <a:close/>
                <a:moveTo>
                  <a:pt x="329" y="112"/>
                </a:moveTo>
                <a:cubicBezTo>
                  <a:pt x="329" y="147"/>
                  <a:pt x="329" y="147"/>
                  <a:pt x="329" y="147"/>
                </a:cubicBezTo>
                <a:cubicBezTo>
                  <a:pt x="329" y="148"/>
                  <a:pt x="328" y="150"/>
                  <a:pt x="327" y="151"/>
                </a:cubicBezTo>
                <a:cubicBezTo>
                  <a:pt x="326" y="152"/>
                  <a:pt x="325" y="153"/>
                  <a:pt x="323" y="153"/>
                </a:cubicBezTo>
                <a:cubicBezTo>
                  <a:pt x="100" y="153"/>
                  <a:pt x="100" y="153"/>
                  <a:pt x="100" y="153"/>
                </a:cubicBezTo>
                <a:cubicBezTo>
                  <a:pt x="98" y="153"/>
                  <a:pt x="97" y="152"/>
                  <a:pt x="96" y="151"/>
                </a:cubicBezTo>
                <a:cubicBezTo>
                  <a:pt x="95" y="150"/>
                  <a:pt x="94" y="148"/>
                  <a:pt x="94" y="147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4" y="110"/>
                  <a:pt x="95" y="109"/>
                  <a:pt x="96" y="108"/>
                </a:cubicBezTo>
                <a:cubicBezTo>
                  <a:pt x="97" y="106"/>
                  <a:pt x="98" y="106"/>
                  <a:pt x="100" y="106"/>
                </a:cubicBezTo>
                <a:cubicBezTo>
                  <a:pt x="323" y="106"/>
                  <a:pt x="323" y="106"/>
                  <a:pt x="323" y="106"/>
                </a:cubicBezTo>
                <a:cubicBezTo>
                  <a:pt x="325" y="106"/>
                  <a:pt x="326" y="106"/>
                  <a:pt x="327" y="108"/>
                </a:cubicBezTo>
                <a:cubicBezTo>
                  <a:pt x="328" y="109"/>
                  <a:pt x="329" y="110"/>
                  <a:pt x="329" y="112"/>
                </a:cubicBezTo>
                <a:close/>
                <a:moveTo>
                  <a:pt x="329" y="18"/>
                </a:moveTo>
                <a:cubicBezTo>
                  <a:pt x="329" y="53"/>
                  <a:pt x="329" y="53"/>
                  <a:pt x="329" y="53"/>
                </a:cubicBezTo>
                <a:cubicBezTo>
                  <a:pt x="329" y="55"/>
                  <a:pt x="328" y="56"/>
                  <a:pt x="327" y="57"/>
                </a:cubicBezTo>
                <a:cubicBezTo>
                  <a:pt x="326" y="58"/>
                  <a:pt x="325" y="59"/>
                  <a:pt x="323" y="59"/>
                </a:cubicBezTo>
                <a:cubicBezTo>
                  <a:pt x="100" y="59"/>
                  <a:pt x="100" y="59"/>
                  <a:pt x="100" y="59"/>
                </a:cubicBezTo>
                <a:cubicBezTo>
                  <a:pt x="98" y="59"/>
                  <a:pt x="97" y="58"/>
                  <a:pt x="96" y="57"/>
                </a:cubicBezTo>
                <a:cubicBezTo>
                  <a:pt x="95" y="56"/>
                  <a:pt x="94" y="55"/>
                  <a:pt x="94" y="53"/>
                </a:cubicBezTo>
                <a:cubicBezTo>
                  <a:pt x="94" y="18"/>
                  <a:pt x="94" y="18"/>
                  <a:pt x="94" y="18"/>
                </a:cubicBezTo>
                <a:cubicBezTo>
                  <a:pt x="94" y="16"/>
                  <a:pt x="95" y="15"/>
                  <a:pt x="96" y="14"/>
                </a:cubicBezTo>
                <a:cubicBezTo>
                  <a:pt x="97" y="12"/>
                  <a:pt x="98" y="12"/>
                  <a:pt x="100" y="12"/>
                </a:cubicBezTo>
                <a:cubicBezTo>
                  <a:pt x="323" y="12"/>
                  <a:pt x="323" y="12"/>
                  <a:pt x="323" y="12"/>
                </a:cubicBezTo>
                <a:cubicBezTo>
                  <a:pt x="325" y="12"/>
                  <a:pt x="326" y="12"/>
                  <a:pt x="327" y="14"/>
                </a:cubicBezTo>
                <a:cubicBezTo>
                  <a:pt x="328" y="15"/>
                  <a:pt x="329" y="16"/>
                  <a:pt x="329" y="1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0"/>
          <p:cNvSpPr>
            <a:spLocks/>
          </p:cNvSpPr>
          <p:nvPr/>
        </p:nvSpPr>
        <p:spPr bwMode="auto">
          <a:xfrm>
            <a:off x="715981" y="1572936"/>
            <a:ext cx="269343" cy="267961"/>
          </a:xfrm>
          <a:custGeom>
            <a:avLst/>
            <a:gdLst>
              <a:gd name="T0" fmla="*/ 258 w 259"/>
              <a:gd name="T1" fmla="*/ 17 h 258"/>
              <a:gd name="T2" fmla="*/ 140 w 259"/>
              <a:gd name="T3" fmla="*/ 252 h 258"/>
              <a:gd name="T4" fmla="*/ 130 w 259"/>
              <a:gd name="T5" fmla="*/ 258 h 258"/>
              <a:gd name="T6" fmla="*/ 127 w 259"/>
              <a:gd name="T7" fmla="*/ 258 h 258"/>
              <a:gd name="T8" fmla="*/ 120 w 259"/>
              <a:gd name="T9" fmla="*/ 254 h 258"/>
              <a:gd name="T10" fmla="*/ 118 w 259"/>
              <a:gd name="T11" fmla="*/ 247 h 258"/>
              <a:gd name="T12" fmla="*/ 118 w 259"/>
              <a:gd name="T13" fmla="*/ 141 h 258"/>
              <a:gd name="T14" fmla="*/ 12 w 259"/>
              <a:gd name="T15" fmla="*/ 141 h 258"/>
              <a:gd name="T16" fmla="*/ 5 w 259"/>
              <a:gd name="T17" fmla="*/ 138 h 258"/>
              <a:gd name="T18" fmla="*/ 1 w 259"/>
              <a:gd name="T19" fmla="*/ 132 h 258"/>
              <a:gd name="T20" fmla="*/ 2 w 259"/>
              <a:gd name="T21" fmla="*/ 124 h 258"/>
              <a:gd name="T22" fmla="*/ 7 w 259"/>
              <a:gd name="T23" fmla="*/ 119 h 258"/>
              <a:gd name="T24" fmla="*/ 242 w 259"/>
              <a:gd name="T25" fmla="*/ 1 h 258"/>
              <a:gd name="T26" fmla="*/ 247 w 259"/>
              <a:gd name="T27" fmla="*/ 0 h 258"/>
              <a:gd name="T28" fmla="*/ 255 w 259"/>
              <a:gd name="T29" fmla="*/ 3 h 258"/>
              <a:gd name="T30" fmla="*/ 259 w 259"/>
              <a:gd name="T31" fmla="*/ 10 h 258"/>
              <a:gd name="T32" fmla="*/ 258 w 259"/>
              <a:gd name="T33" fmla="*/ 17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9" h="258">
                <a:moveTo>
                  <a:pt x="258" y="17"/>
                </a:moveTo>
                <a:cubicBezTo>
                  <a:pt x="140" y="252"/>
                  <a:pt x="140" y="252"/>
                  <a:pt x="140" y="252"/>
                </a:cubicBezTo>
                <a:cubicBezTo>
                  <a:pt x="138" y="256"/>
                  <a:pt x="135" y="258"/>
                  <a:pt x="130" y="258"/>
                </a:cubicBezTo>
                <a:cubicBezTo>
                  <a:pt x="129" y="258"/>
                  <a:pt x="128" y="258"/>
                  <a:pt x="127" y="258"/>
                </a:cubicBezTo>
                <a:cubicBezTo>
                  <a:pt x="124" y="257"/>
                  <a:pt x="122" y="256"/>
                  <a:pt x="120" y="254"/>
                </a:cubicBezTo>
                <a:cubicBezTo>
                  <a:pt x="119" y="252"/>
                  <a:pt x="118" y="249"/>
                  <a:pt x="118" y="247"/>
                </a:cubicBezTo>
                <a:cubicBezTo>
                  <a:pt x="118" y="141"/>
                  <a:pt x="118" y="141"/>
                  <a:pt x="118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0" y="141"/>
                  <a:pt x="7" y="140"/>
                  <a:pt x="5" y="138"/>
                </a:cubicBezTo>
                <a:cubicBezTo>
                  <a:pt x="3" y="137"/>
                  <a:pt x="1" y="135"/>
                  <a:pt x="1" y="132"/>
                </a:cubicBezTo>
                <a:cubicBezTo>
                  <a:pt x="0" y="129"/>
                  <a:pt x="0" y="127"/>
                  <a:pt x="2" y="124"/>
                </a:cubicBezTo>
                <a:cubicBezTo>
                  <a:pt x="3" y="122"/>
                  <a:pt x="4" y="120"/>
                  <a:pt x="7" y="119"/>
                </a:cubicBezTo>
                <a:cubicBezTo>
                  <a:pt x="242" y="1"/>
                  <a:pt x="242" y="1"/>
                  <a:pt x="242" y="1"/>
                </a:cubicBezTo>
                <a:cubicBezTo>
                  <a:pt x="243" y="0"/>
                  <a:pt x="245" y="0"/>
                  <a:pt x="247" y="0"/>
                </a:cubicBezTo>
                <a:cubicBezTo>
                  <a:pt x="250" y="0"/>
                  <a:pt x="253" y="1"/>
                  <a:pt x="255" y="3"/>
                </a:cubicBezTo>
                <a:cubicBezTo>
                  <a:pt x="257" y="5"/>
                  <a:pt x="258" y="7"/>
                  <a:pt x="259" y="10"/>
                </a:cubicBezTo>
                <a:cubicBezTo>
                  <a:pt x="259" y="12"/>
                  <a:pt x="259" y="15"/>
                  <a:pt x="258" y="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175936" y="1572936"/>
            <a:ext cx="218237" cy="267961"/>
          </a:xfrm>
          <a:custGeom>
            <a:avLst/>
            <a:gdLst>
              <a:gd name="T0" fmla="*/ 58 w 211"/>
              <a:gd name="T1" fmla="*/ 117 h 258"/>
              <a:gd name="T2" fmla="*/ 152 w 211"/>
              <a:gd name="T3" fmla="*/ 117 h 258"/>
              <a:gd name="T4" fmla="*/ 152 w 211"/>
              <a:gd name="T5" fmla="*/ 82 h 258"/>
              <a:gd name="T6" fmla="*/ 138 w 211"/>
              <a:gd name="T7" fmla="*/ 49 h 258"/>
              <a:gd name="T8" fmla="*/ 105 w 211"/>
              <a:gd name="T9" fmla="*/ 35 h 258"/>
              <a:gd name="T10" fmla="*/ 72 w 211"/>
              <a:gd name="T11" fmla="*/ 49 h 258"/>
              <a:gd name="T12" fmla="*/ 58 w 211"/>
              <a:gd name="T13" fmla="*/ 82 h 258"/>
              <a:gd name="T14" fmla="*/ 58 w 211"/>
              <a:gd name="T15" fmla="*/ 117 h 258"/>
              <a:gd name="T16" fmla="*/ 211 w 211"/>
              <a:gd name="T17" fmla="*/ 135 h 258"/>
              <a:gd name="T18" fmla="*/ 211 w 211"/>
              <a:gd name="T19" fmla="*/ 241 h 258"/>
              <a:gd name="T20" fmla="*/ 206 w 211"/>
              <a:gd name="T21" fmla="*/ 253 h 258"/>
              <a:gd name="T22" fmla="*/ 193 w 211"/>
              <a:gd name="T23" fmla="*/ 258 h 258"/>
              <a:gd name="T24" fmla="*/ 17 w 211"/>
              <a:gd name="T25" fmla="*/ 258 h 258"/>
              <a:gd name="T26" fmla="*/ 5 w 211"/>
              <a:gd name="T27" fmla="*/ 253 h 258"/>
              <a:gd name="T28" fmla="*/ 0 w 211"/>
              <a:gd name="T29" fmla="*/ 241 h 258"/>
              <a:gd name="T30" fmla="*/ 0 w 211"/>
              <a:gd name="T31" fmla="*/ 135 h 258"/>
              <a:gd name="T32" fmla="*/ 5 w 211"/>
              <a:gd name="T33" fmla="*/ 123 h 258"/>
              <a:gd name="T34" fmla="*/ 17 w 211"/>
              <a:gd name="T35" fmla="*/ 117 h 258"/>
              <a:gd name="T36" fmla="*/ 23 w 211"/>
              <a:gd name="T37" fmla="*/ 117 h 258"/>
              <a:gd name="T38" fmla="*/ 23 w 211"/>
              <a:gd name="T39" fmla="*/ 82 h 258"/>
              <a:gd name="T40" fmla="*/ 47 w 211"/>
              <a:gd name="T41" fmla="*/ 24 h 258"/>
              <a:gd name="T42" fmla="*/ 105 w 211"/>
              <a:gd name="T43" fmla="*/ 0 h 258"/>
              <a:gd name="T44" fmla="*/ 163 w 211"/>
              <a:gd name="T45" fmla="*/ 24 h 258"/>
              <a:gd name="T46" fmla="*/ 187 w 211"/>
              <a:gd name="T47" fmla="*/ 82 h 258"/>
              <a:gd name="T48" fmla="*/ 187 w 211"/>
              <a:gd name="T49" fmla="*/ 117 h 258"/>
              <a:gd name="T50" fmla="*/ 193 w 211"/>
              <a:gd name="T51" fmla="*/ 117 h 258"/>
              <a:gd name="T52" fmla="*/ 206 w 211"/>
              <a:gd name="T53" fmla="*/ 123 h 258"/>
              <a:gd name="T54" fmla="*/ 211 w 211"/>
              <a:gd name="T55" fmla="*/ 135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11" h="258">
                <a:moveTo>
                  <a:pt x="58" y="117"/>
                </a:moveTo>
                <a:cubicBezTo>
                  <a:pt x="152" y="117"/>
                  <a:pt x="152" y="117"/>
                  <a:pt x="152" y="117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2" y="69"/>
                  <a:pt x="148" y="58"/>
                  <a:pt x="138" y="49"/>
                </a:cubicBezTo>
                <a:cubicBezTo>
                  <a:pt x="129" y="40"/>
                  <a:pt x="118" y="35"/>
                  <a:pt x="105" y="35"/>
                </a:cubicBezTo>
                <a:cubicBezTo>
                  <a:pt x="92" y="35"/>
                  <a:pt x="81" y="40"/>
                  <a:pt x="72" y="49"/>
                </a:cubicBezTo>
                <a:cubicBezTo>
                  <a:pt x="63" y="58"/>
                  <a:pt x="58" y="69"/>
                  <a:pt x="58" y="82"/>
                </a:cubicBezTo>
                <a:lnTo>
                  <a:pt x="58" y="117"/>
                </a:lnTo>
                <a:close/>
                <a:moveTo>
                  <a:pt x="211" y="135"/>
                </a:moveTo>
                <a:cubicBezTo>
                  <a:pt x="211" y="241"/>
                  <a:pt x="211" y="241"/>
                  <a:pt x="211" y="241"/>
                </a:cubicBezTo>
                <a:cubicBezTo>
                  <a:pt x="211" y="246"/>
                  <a:pt x="209" y="250"/>
                  <a:pt x="206" y="253"/>
                </a:cubicBezTo>
                <a:cubicBezTo>
                  <a:pt x="202" y="257"/>
                  <a:pt x="198" y="258"/>
                  <a:pt x="193" y="258"/>
                </a:cubicBezTo>
                <a:cubicBezTo>
                  <a:pt x="17" y="258"/>
                  <a:pt x="17" y="258"/>
                  <a:pt x="17" y="258"/>
                </a:cubicBezTo>
                <a:cubicBezTo>
                  <a:pt x="12" y="258"/>
                  <a:pt x="8" y="257"/>
                  <a:pt x="5" y="253"/>
                </a:cubicBezTo>
                <a:cubicBezTo>
                  <a:pt x="1" y="250"/>
                  <a:pt x="0" y="246"/>
                  <a:pt x="0" y="241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30"/>
                  <a:pt x="1" y="126"/>
                  <a:pt x="5" y="123"/>
                </a:cubicBezTo>
                <a:cubicBezTo>
                  <a:pt x="8" y="119"/>
                  <a:pt x="12" y="117"/>
                  <a:pt x="17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82"/>
                  <a:pt x="23" y="82"/>
                  <a:pt x="23" y="82"/>
                </a:cubicBezTo>
                <a:cubicBezTo>
                  <a:pt x="23" y="60"/>
                  <a:pt x="31" y="40"/>
                  <a:pt x="47" y="24"/>
                </a:cubicBezTo>
                <a:cubicBezTo>
                  <a:pt x="63" y="8"/>
                  <a:pt x="83" y="0"/>
                  <a:pt x="105" y="0"/>
                </a:cubicBezTo>
                <a:cubicBezTo>
                  <a:pt x="128" y="0"/>
                  <a:pt x="147" y="8"/>
                  <a:pt x="163" y="24"/>
                </a:cubicBezTo>
                <a:cubicBezTo>
                  <a:pt x="179" y="40"/>
                  <a:pt x="187" y="60"/>
                  <a:pt x="187" y="82"/>
                </a:cubicBezTo>
                <a:cubicBezTo>
                  <a:pt x="187" y="117"/>
                  <a:pt x="187" y="117"/>
                  <a:pt x="187" y="117"/>
                </a:cubicBezTo>
                <a:cubicBezTo>
                  <a:pt x="193" y="117"/>
                  <a:pt x="193" y="117"/>
                  <a:pt x="193" y="117"/>
                </a:cubicBezTo>
                <a:cubicBezTo>
                  <a:pt x="198" y="117"/>
                  <a:pt x="202" y="119"/>
                  <a:pt x="206" y="123"/>
                </a:cubicBezTo>
                <a:cubicBezTo>
                  <a:pt x="209" y="126"/>
                  <a:pt x="211" y="130"/>
                  <a:pt x="211" y="1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2"/>
          <p:cNvSpPr>
            <a:spLocks/>
          </p:cNvSpPr>
          <p:nvPr/>
        </p:nvSpPr>
        <p:spPr bwMode="auto">
          <a:xfrm>
            <a:off x="1645559" y="1542549"/>
            <a:ext cx="146412" cy="328736"/>
          </a:xfrm>
          <a:custGeom>
            <a:avLst/>
            <a:gdLst>
              <a:gd name="T0" fmla="*/ 141 w 142"/>
              <a:gd name="T1" fmla="*/ 238 h 317"/>
              <a:gd name="T2" fmla="*/ 140 w 142"/>
              <a:gd name="T3" fmla="*/ 244 h 317"/>
              <a:gd name="T4" fmla="*/ 75 w 142"/>
              <a:gd name="T5" fmla="*/ 315 h 317"/>
              <a:gd name="T6" fmla="*/ 71 w 142"/>
              <a:gd name="T7" fmla="*/ 317 h 317"/>
              <a:gd name="T8" fmla="*/ 67 w 142"/>
              <a:gd name="T9" fmla="*/ 315 h 317"/>
              <a:gd name="T10" fmla="*/ 2 w 142"/>
              <a:gd name="T11" fmla="*/ 244 h 317"/>
              <a:gd name="T12" fmla="*/ 1 w 142"/>
              <a:gd name="T13" fmla="*/ 238 h 317"/>
              <a:gd name="T14" fmla="*/ 6 w 142"/>
              <a:gd name="T15" fmla="*/ 234 h 317"/>
              <a:gd name="T16" fmla="*/ 47 w 142"/>
              <a:gd name="T17" fmla="*/ 234 h 317"/>
              <a:gd name="T18" fmla="*/ 47 w 142"/>
              <a:gd name="T19" fmla="*/ 5 h 317"/>
              <a:gd name="T20" fmla="*/ 49 w 142"/>
              <a:gd name="T21" fmla="*/ 1 h 317"/>
              <a:gd name="T22" fmla="*/ 53 w 142"/>
              <a:gd name="T23" fmla="*/ 0 h 317"/>
              <a:gd name="T24" fmla="*/ 88 w 142"/>
              <a:gd name="T25" fmla="*/ 0 h 317"/>
              <a:gd name="T26" fmla="*/ 93 w 142"/>
              <a:gd name="T27" fmla="*/ 1 h 317"/>
              <a:gd name="T28" fmla="*/ 94 w 142"/>
              <a:gd name="T29" fmla="*/ 5 h 317"/>
              <a:gd name="T30" fmla="*/ 94 w 142"/>
              <a:gd name="T31" fmla="*/ 234 h 317"/>
              <a:gd name="T32" fmla="*/ 135 w 142"/>
              <a:gd name="T33" fmla="*/ 234 h 317"/>
              <a:gd name="T34" fmla="*/ 141 w 142"/>
              <a:gd name="T35" fmla="*/ 238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2" h="317">
                <a:moveTo>
                  <a:pt x="141" y="238"/>
                </a:moveTo>
                <a:cubicBezTo>
                  <a:pt x="142" y="240"/>
                  <a:pt x="141" y="242"/>
                  <a:pt x="140" y="244"/>
                </a:cubicBezTo>
                <a:cubicBezTo>
                  <a:pt x="75" y="315"/>
                  <a:pt x="75" y="315"/>
                  <a:pt x="75" y="315"/>
                </a:cubicBezTo>
                <a:cubicBezTo>
                  <a:pt x="74" y="316"/>
                  <a:pt x="73" y="317"/>
                  <a:pt x="71" y="317"/>
                </a:cubicBezTo>
                <a:cubicBezTo>
                  <a:pt x="70" y="317"/>
                  <a:pt x="68" y="316"/>
                  <a:pt x="67" y="315"/>
                </a:cubicBezTo>
                <a:cubicBezTo>
                  <a:pt x="2" y="244"/>
                  <a:pt x="2" y="244"/>
                  <a:pt x="2" y="244"/>
                </a:cubicBezTo>
                <a:cubicBezTo>
                  <a:pt x="0" y="242"/>
                  <a:pt x="0" y="240"/>
                  <a:pt x="1" y="238"/>
                </a:cubicBezTo>
                <a:cubicBezTo>
                  <a:pt x="2" y="236"/>
                  <a:pt x="4" y="234"/>
                  <a:pt x="6" y="234"/>
                </a:cubicBezTo>
                <a:cubicBezTo>
                  <a:pt x="47" y="234"/>
                  <a:pt x="47" y="234"/>
                  <a:pt x="47" y="234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8" y="2"/>
                  <a:pt x="49" y="1"/>
                </a:cubicBezTo>
                <a:cubicBezTo>
                  <a:pt x="50" y="0"/>
                  <a:pt x="51" y="0"/>
                  <a:pt x="53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0" y="0"/>
                  <a:pt x="91" y="0"/>
                  <a:pt x="93" y="1"/>
                </a:cubicBezTo>
                <a:cubicBezTo>
                  <a:pt x="94" y="2"/>
                  <a:pt x="94" y="4"/>
                  <a:pt x="94" y="5"/>
                </a:cubicBezTo>
                <a:cubicBezTo>
                  <a:pt x="94" y="234"/>
                  <a:pt x="94" y="234"/>
                  <a:pt x="94" y="234"/>
                </a:cubicBezTo>
                <a:cubicBezTo>
                  <a:pt x="135" y="234"/>
                  <a:pt x="135" y="234"/>
                  <a:pt x="135" y="234"/>
                </a:cubicBezTo>
                <a:cubicBezTo>
                  <a:pt x="138" y="234"/>
                  <a:pt x="140" y="236"/>
                  <a:pt x="141" y="23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3"/>
          <p:cNvSpPr>
            <a:spLocks/>
          </p:cNvSpPr>
          <p:nvPr/>
        </p:nvSpPr>
        <p:spPr bwMode="auto">
          <a:xfrm>
            <a:off x="1988107" y="1632329"/>
            <a:ext cx="328736" cy="147794"/>
          </a:xfrm>
          <a:custGeom>
            <a:avLst/>
            <a:gdLst>
              <a:gd name="T0" fmla="*/ 317 w 317"/>
              <a:gd name="T1" fmla="*/ 53 h 142"/>
              <a:gd name="T2" fmla="*/ 317 w 317"/>
              <a:gd name="T3" fmla="*/ 89 h 142"/>
              <a:gd name="T4" fmla="*/ 315 w 317"/>
              <a:gd name="T5" fmla="*/ 93 h 142"/>
              <a:gd name="T6" fmla="*/ 311 w 317"/>
              <a:gd name="T7" fmla="*/ 95 h 142"/>
              <a:gd name="T8" fmla="*/ 82 w 317"/>
              <a:gd name="T9" fmla="*/ 95 h 142"/>
              <a:gd name="T10" fmla="*/ 82 w 317"/>
              <a:gd name="T11" fmla="*/ 136 h 142"/>
              <a:gd name="T12" fmla="*/ 78 w 317"/>
              <a:gd name="T13" fmla="*/ 141 h 142"/>
              <a:gd name="T14" fmla="*/ 72 w 317"/>
              <a:gd name="T15" fmla="*/ 140 h 142"/>
              <a:gd name="T16" fmla="*/ 1 w 317"/>
              <a:gd name="T17" fmla="*/ 76 h 142"/>
              <a:gd name="T18" fmla="*/ 0 w 317"/>
              <a:gd name="T19" fmla="*/ 72 h 142"/>
              <a:gd name="T20" fmla="*/ 1 w 317"/>
              <a:gd name="T21" fmla="*/ 67 h 142"/>
              <a:gd name="T22" fmla="*/ 72 w 317"/>
              <a:gd name="T23" fmla="*/ 2 h 142"/>
              <a:gd name="T24" fmla="*/ 78 w 317"/>
              <a:gd name="T25" fmla="*/ 1 h 142"/>
              <a:gd name="T26" fmla="*/ 82 w 317"/>
              <a:gd name="T27" fmla="*/ 6 h 142"/>
              <a:gd name="T28" fmla="*/ 82 w 317"/>
              <a:gd name="T29" fmla="*/ 48 h 142"/>
              <a:gd name="T30" fmla="*/ 311 w 317"/>
              <a:gd name="T31" fmla="*/ 48 h 142"/>
              <a:gd name="T32" fmla="*/ 315 w 317"/>
              <a:gd name="T33" fmla="*/ 49 h 142"/>
              <a:gd name="T34" fmla="*/ 317 w 317"/>
              <a:gd name="T35" fmla="*/ 5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17" h="142">
                <a:moveTo>
                  <a:pt x="317" y="53"/>
                </a:moveTo>
                <a:cubicBezTo>
                  <a:pt x="317" y="89"/>
                  <a:pt x="317" y="89"/>
                  <a:pt x="317" y="89"/>
                </a:cubicBezTo>
                <a:cubicBezTo>
                  <a:pt x="317" y="90"/>
                  <a:pt x="316" y="92"/>
                  <a:pt x="315" y="93"/>
                </a:cubicBezTo>
                <a:cubicBezTo>
                  <a:pt x="314" y="94"/>
                  <a:pt x="313" y="95"/>
                  <a:pt x="311" y="95"/>
                </a:cubicBezTo>
                <a:cubicBezTo>
                  <a:pt x="82" y="95"/>
                  <a:pt x="82" y="95"/>
                  <a:pt x="82" y="95"/>
                </a:cubicBezTo>
                <a:cubicBezTo>
                  <a:pt x="82" y="136"/>
                  <a:pt x="82" y="136"/>
                  <a:pt x="82" y="136"/>
                </a:cubicBezTo>
                <a:cubicBezTo>
                  <a:pt x="82" y="138"/>
                  <a:pt x="81" y="140"/>
                  <a:pt x="78" y="141"/>
                </a:cubicBezTo>
                <a:cubicBezTo>
                  <a:pt x="76" y="142"/>
                  <a:pt x="74" y="142"/>
                  <a:pt x="72" y="140"/>
                </a:cubicBezTo>
                <a:cubicBezTo>
                  <a:pt x="1" y="76"/>
                  <a:pt x="1" y="76"/>
                  <a:pt x="1" y="76"/>
                </a:cubicBezTo>
                <a:cubicBezTo>
                  <a:pt x="0" y="75"/>
                  <a:pt x="0" y="73"/>
                  <a:pt x="0" y="72"/>
                </a:cubicBezTo>
                <a:cubicBezTo>
                  <a:pt x="0" y="70"/>
                  <a:pt x="0" y="68"/>
                  <a:pt x="1" y="67"/>
                </a:cubicBezTo>
                <a:cubicBezTo>
                  <a:pt x="72" y="2"/>
                  <a:pt x="72" y="2"/>
                  <a:pt x="72" y="2"/>
                </a:cubicBezTo>
                <a:cubicBezTo>
                  <a:pt x="74" y="1"/>
                  <a:pt x="76" y="0"/>
                  <a:pt x="78" y="1"/>
                </a:cubicBezTo>
                <a:cubicBezTo>
                  <a:pt x="81" y="2"/>
                  <a:pt x="82" y="4"/>
                  <a:pt x="82" y="6"/>
                </a:cubicBezTo>
                <a:cubicBezTo>
                  <a:pt x="82" y="48"/>
                  <a:pt x="82" y="48"/>
                  <a:pt x="82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13" y="48"/>
                  <a:pt x="314" y="48"/>
                  <a:pt x="315" y="49"/>
                </a:cubicBezTo>
                <a:cubicBezTo>
                  <a:pt x="316" y="50"/>
                  <a:pt x="317" y="52"/>
                  <a:pt x="317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4"/>
          <p:cNvSpPr>
            <a:spLocks/>
          </p:cNvSpPr>
          <p:nvPr/>
        </p:nvSpPr>
        <p:spPr bwMode="auto">
          <a:xfrm>
            <a:off x="2421818" y="1632329"/>
            <a:ext cx="328736" cy="147794"/>
          </a:xfrm>
          <a:custGeom>
            <a:avLst/>
            <a:gdLst>
              <a:gd name="T0" fmla="*/ 317 w 317"/>
              <a:gd name="T1" fmla="*/ 71 h 142"/>
              <a:gd name="T2" fmla="*/ 315 w 317"/>
              <a:gd name="T3" fmla="*/ 75 h 142"/>
              <a:gd name="T4" fmla="*/ 245 w 317"/>
              <a:gd name="T5" fmla="*/ 140 h 142"/>
              <a:gd name="T6" fmla="*/ 239 w 317"/>
              <a:gd name="T7" fmla="*/ 141 h 142"/>
              <a:gd name="T8" fmla="*/ 235 w 317"/>
              <a:gd name="T9" fmla="*/ 136 h 142"/>
              <a:gd name="T10" fmla="*/ 235 w 317"/>
              <a:gd name="T11" fmla="*/ 95 h 142"/>
              <a:gd name="T12" fmla="*/ 6 w 317"/>
              <a:gd name="T13" fmla="*/ 95 h 142"/>
              <a:gd name="T14" fmla="*/ 2 w 317"/>
              <a:gd name="T15" fmla="*/ 93 h 142"/>
              <a:gd name="T16" fmla="*/ 0 w 317"/>
              <a:gd name="T17" fmla="*/ 89 h 142"/>
              <a:gd name="T18" fmla="*/ 0 w 317"/>
              <a:gd name="T19" fmla="*/ 54 h 142"/>
              <a:gd name="T20" fmla="*/ 2 w 317"/>
              <a:gd name="T21" fmla="*/ 49 h 142"/>
              <a:gd name="T22" fmla="*/ 6 w 317"/>
              <a:gd name="T23" fmla="*/ 48 h 142"/>
              <a:gd name="T24" fmla="*/ 235 w 317"/>
              <a:gd name="T25" fmla="*/ 48 h 142"/>
              <a:gd name="T26" fmla="*/ 235 w 317"/>
              <a:gd name="T27" fmla="*/ 7 h 142"/>
              <a:gd name="T28" fmla="*/ 239 w 317"/>
              <a:gd name="T29" fmla="*/ 1 h 142"/>
              <a:gd name="T30" fmla="*/ 245 w 317"/>
              <a:gd name="T31" fmla="*/ 2 h 142"/>
              <a:gd name="T32" fmla="*/ 315 w 317"/>
              <a:gd name="T33" fmla="*/ 66 h 142"/>
              <a:gd name="T34" fmla="*/ 317 w 317"/>
              <a:gd name="T35" fmla="*/ 71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17" h="142">
                <a:moveTo>
                  <a:pt x="317" y="71"/>
                </a:moveTo>
                <a:cubicBezTo>
                  <a:pt x="317" y="72"/>
                  <a:pt x="317" y="74"/>
                  <a:pt x="315" y="75"/>
                </a:cubicBezTo>
                <a:cubicBezTo>
                  <a:pt x="245" y="140"/>
                  <a:pt x="245" y="140"/>
                  <a:pt x="245" y="140"/>
                </a:cubicBezTo>
                <a:cubicBezTo>
                  <a:pt x="243" y="142"/>
                  <a:pt x="241" y="142"/>
                  <a:pt x="239" y="141"/>
                </a:cubicBezTo>
                <a:cubicBezTo>
                  <a:pt x="236" y="140"/>
                  <a:pt x="235" y="138"/>
                  <a:pt x="235" y="136"/>
                </a:cubicBezTo>
                <a:cubicBezTo>
                  <a:pt x="235" y="95"/>
                  <a:pt x="235" y="95"/>
                  <a:pt x="235" y="95"/>
                </a:cubicBezTo>
                <a:cubicBezTo>
                  <a:pt x="6" y="95"/>
                  <a:pt x="6" y="95"/>
                  <a:pt x="6" y="95"/>
                </a:cubicBezTo>
                <a:cubicBezTo>
                  <a:pt x="4" y="95"/>
                  <a:pt x="3" y="94"/>
                  <a:pt x="2" y="93"/>
                </a:cubicBezTo>
                <a:cubicBezTo>
                  <a:pt x="1" y="92"/>
                  <a:pt x="0" y="90"/>
                  <a:pt x="0" y="89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2"/>
                  <a:pt x="1" y="50"/>
                  <a:pt x="2" y="49"/>
                </a:cubicBezTo>
                <a:cubicBezTo>
                  <a:pt x="3" y="48"/>
                  <a:pt x="4" y="48"/>
                  <a:pt x="6" y="48"/>
                </a:cubicBezTo>
                <a:cubicBezTo>
                  <a:pt x="235" y="48"/>
                  <a:pt x="235" y="48"/>
                  <a:pt x="235" y="48"/>
                </a:cubicBezTo>
                <a:cubicBezTo>
                  <a:pt x="235" y="7"/>
                  <a:pt x="235" y="7"/>
                  <a:pt x="235" y="7"/>
                </a:cubicBezTo>
                <a:cubicBezTo>
                  <a:pt x="235" y="4"/>
                  <a:pt x="236" y="2"/>
                  <a:pt x="239" y="1"/>
                </a:cubicBezTo>
                <a:cubicBezTo>
                  <a:pt x="241" y="0"/>
                  <a:pt x="243" y="1"/>
                  <a:pt x="245" y="2"/>
                </a:cubicBezTo>
                <a:cubicBezTo>
                  <a:pt x="315" y="66"/>
                  <a:pt x="315" y="66"/>
                  <a:pt x="315" y="66"/>
                </a:cubicBezTo>
                <a:cubicBezTo>
                  <a:pt x="317" y="68"/>
                  <a:pt x="317" y="69"/>
                  <a:pt x="317" y="7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5"/>
          <p:cNvSpPr>
            <a:spLocks/>
          </p:cNvSpPr>
          <p:nvPr/>
        </p:nvSpPr>
        <p:spPr bwMode="auto">
          <a:xfrm>
            <a:off x="2946690" y="1542549"/>
            <a:ext cx="147794" cy="328736"/>
          </a:xfrm>
          <a:custGeom>
            <a:avLst/>
            <a:gdLst>
              <a:gd name="T0" fmla="*/ 141 w 142"/>
              <a:gd name="T1" fmla="*/ 78 h 317"/>
              <a:gd name="T2" fmla="*/ 136 w 142"/>
              <a:gd name="T3" fmla="*/ 82 h 317"/>
              <a:gd name="T4" fmla="*/ 95 w 142"/>
              <a:gd name="T5" fmla="*/ 82 h 317"/>
              <a:gd name="T6" fmla="*/ 95 w 142"/>
              <a:gd name="T7" fmla="*/ 311 h 317"/>
              <a:gd name="T8" fmla="*/ 93 w 142"/>
              <a:gd name="T9" fmla="*/ 315 h 317"/>
              <a:gd name="T10" fmla="*/ 89 w 142"/>
              <a:gd name="T11" fmla="*/ 317 h 317"/>
              <a:gd name="T12" fmla="*/ 54 w 142"/>
              <a:gd name="T13" fmla="*/ 317 h 317"/>
              <a:gd name="T14" fmla="*/ 49 w 142"/>
              <a:gd name="T15" fmla="*/ 315 h 317"/>
              <a:gd name="T16" fmla="*/ 48 w 142"/>
              <a:gd name="T17" fmla="*/ 311 h 317"/>
              <a:gd name="T18" fmla="*/ 48 w 142"/>
              <a:gd name="T19" fmla="*/ 82 h 317"/>
              <a:gd name="T20" fmla="*/ 7 w 142"/>
              <a:gd name="T21" fmla="*/ 82 h 317"/>
              <a:gd name="T22" fmla="*/ 1 w 142"/>
              <a:gd name="T23" fmla="*/ 78 h 317"/>
              <a:gd name="T24" fmla="*/ 2 w 142"/>
              <a:gd name="T25" fmla="*/ 72 h 317"/>
              <a:gd name="T26" fmla="*/ 66 w 142"/>
              <a:gd name="T27" fmla="*/ 1 h 317"/>
              <a:gd name="T28" fmla="*/ 71 w 142"/>
              <a:gd name="T29" fmla="*/ 0 h 317"/>
              <a:gd name="T30" fmla="*/ 75 w 142"/>
              <a:gd name="T31" fmla="*/ 1 h 317"/>
              <a:gd name="T32" fmla="*/ 140 w 142"/>
              <a:gd name="T33" fmla="*/ 72 h 317"/>
              <a:gd name="T34" fmla="*/ 141 w 142"/>
              <a:gd name="T35" fmla="*/ 78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2" h="317">
                <a:moveTo>
                  <a:pt x="141" y="78"/>
                </a:moveTo>
                <a:cubicBezTo>
                  <a:pt x="140" y="81"/>
                  <a:pt x="138" y="82"/>
                  <a:pt x="136" y="82"/>
                </a:cubicBezTo>
                <a:cubicBezTo>
                  <a:pt x="95" y="82"/>
                  <a:pt x="95" y="82"/>
                  <a:pt x="95" y="82"/>
                </a:cubicBezTo>
                <a:cubicBezTo>
                  <a:pt x="95" y="311"/>
                  <a:pt x="95" y="311"/>
                  <a:pt x="95" y="311"/>
                </a:cubicBezTo>
                <a:cubicBezTo>
                  <a:pt x="95" y="313"/>
                  <a:pt x="94" y="314"/>
                  <a:pt x="93" y="315"/>
                </a:cubicBezTo>
                <a:cubicBezTo>
                  <a:pt x="92" y="316"/>
                  <a:pt x="91" y="317"/>
                  <a:pt x="89" y="317"/>
                </a:cubicBezTo>
                <a:cubicBezTo>
                  <a:pt x="54" y="317"/>
                  <a:pt x="54" y="317"/>
                  <a:pt x="54" y="317"/>
                </a:cubicBezTo>
                <a:cubicBezTo>
                  <a:pt x="52" y="317"/>
                  <a:pt x="50" y="316"/>
                  <a:pt x="49" y="315"/>
                </a:cubicBezTo>
                <a:cubicBezTo>
                  <a:pt x="48" y="314"/>
                  <a:pt x="48" y="313"/>
                  <a:pt x="48" y="311"/>
                </a:cubicBezTo>
                <a:cubicBezTo>
                  <a:pt x="48" y="82"/>
                  <a:pt x="48" y="82"/>
                  <a:pt x="48" y="82"/>
                </a:cubicBezTo>
                <a:cubicBezTo>
                  <a:pt x="7" y="82"/>
                  <a:pt x="7" y="82"/>
                  <a:pt x="7" y="82"/>
                </a:cubicBezTo>
                <a:cubicBezTo>
                  <a:pt x="4" y="82"/>
                  <a:pt x="2" y="81"/>
                  <a:pt x="1" y="78"/>
                </a:cubicBezTo>
                <a:cubicBezTo>
                  <a:pt x="0" y="76"/>
                  <a:pt x="1" y="74"/>
                  <a:pt x="2" y="72"/>
                </a:cubicBezTo>
                <a:cubicBezTo>
                  <a:pt x="66" y="1"/>
                  <a:pt x="66" y="1"/>
                  <a:pt x="66" y="1"/>
                </a:cubicBezTo>
                <a:cubicBezTo>
                  <a:pt x="68" y="0"/>
                  <a:pt x="69" y="0"/>
                  <a:pt x="71" y="0"/>
                </a:cubicBezTo>
                <a:cubicBezTo>
                  <a:pt x="72" y="0"/>
                  <a:pt x="74" y="0"/>
                  <a:pt x="75" y="1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2" y="74"/>
                  <a:pt x="142" y="76"/>
                  <a:pt x="141" y="7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298907" y="1550836"/>
            <a:ext cx="312161" cy="310780"/>
          </a:xfrm>
          <a:custGeom>
            <a:avLst/>
            <a:gdLst>
              <a:gd name="T0" fmla="*/ 213 w 300"/>
              <a:gd name="T1" fmla="*/ 107 h 300"/>
              <a:gd name="T2" fmla="*/ 267 w 300"/>
              <a:gd name="T3" fmla="*/ 53 h 300"/>
              <a:gd name="T4" fmla="*/ 247 w 300"/>
              <a:gd name="T5" fmla="*/ 33 h 300"/>
              <a:gd name="T6" fmla="*/ 193 w 300"/>
              <a:gd name="T7" fmla="*/ 87 h 300"/>
              <a:gd name="T8" fmla="*/ 213 w 300"/>
              <a:gd name="T9" fmla="*/ 107 h 300"/>
              <a:gd name="T10" fmla="*/ 295 w 300"/>
              <a:gd name="T11" fmla="*/ 53 h 300"/>
              <a:gd name="T12" fmla="*/ 292 w 300"/>
              <a:gd name="T13" fmla="*/ 61 h 300"/>
              <a:gd name="T14" fmla="*/ 56 w 300"/>
              <a:gd name="T15" fmla="*/ 297 h 300"/>
              <a:gd name="T16" fmla="*/ 47 w 300"/>
              <a:gd name="T17" fmla="*/ 300 h 300"/>
              <a:gd name="T18" fmla="*/ 39 w 300"/>
              <a:gd name="T19" fmla="*/ 297 h 300"/>
              <a:gd name="T20" fmla="*/ 3 w 300"/>
              <a:gd name="T21" fmla="*/ 261 h 300"/>
              <a:gd name="T22" fmla="*/ 0 w 300"/>
              <a:gd name="T23" fmla="*/ 252 h 300"/>
              <a:gd name="T24" fmla="*/ 3 w 300"/>
              <a:gd name="T25" fmla="*/ 244 h 300"/>
              <a:gd name="T26" fmla="*/ 239 w 300"/>
              <a:gd name="T27" fmla="*/ 8 h 300"/>
              <a:gd name="T28" fmla="*/ 247 w 300"/>
              <a:gd name="T29" fmla="*/ 5 h 300"/>
              <a:gd name="T30" fmla="*/ 255 w 300"/>
              <a:gd name="T31" fmla="*/ 8 h 300"/>
              <a:gd name="T32" fmla="*/ 292 w 300"/>
              <a:gd name="T33" fmla="*/ 44 h 300"/>
              <a:gd name="T34" fmla="*/ 295 w 300"/>
              <a:gd name="T35" fmla="*/ 53 h 300"/>
              <a:gd name="T36" fmla="*/ 47 w 300"/>
              <a:gd name="T37" fmla="*/ 18 h 300"/>
              <a:gd name="T38" fmla="*/ 65 w 300"/>
              <a:gd name="T39" fmla="*/ 23 h 300"/>
              <a:gd name="T40" fmla="*/ 47 w 300"/>
              <a:gd name="T41" fmla="*/ 29 h 300"/>
              <a:gd name="T42" fmla="*/ 42 w 300"/>
              <a:gd name="T43" fmla="*/ 47 h 300"/>
              <a:gd name="T44" fmla="*/ 36 w 300"/>
              <a:gd name="T45" fmla="*/ 29 h 300"/>
              <a:gd name="T46" fmla="*/ 18 w 300"/>
              <a:gd name="T47" fmla="*/ 23 h 300"/>
              <a:gd name="T48" fmla="*/ 36 w 300"/>
              <a:gd name="T49" fmla="*/ 18 h 300"/>
              <a:gd name="T50" fmla="*/ 42 w 300"/>
              <a:gd name="T51" fmla="*/ 0 h 300"/>
              <a:gd name="T52" fmla="*/ 47 w 300"/>
              <a:gd name="T53" fmla="*/ 18 h 300"/>
              <a:gd name="T54" fmla="*/ 111 w 300"/>
              <a:gd name="T55" fmla="*/ 48 h 300"/>
              <a:gd name="T56" fmla="*/ 147 w 300"/>
              <a:gd name="T57" fmla="*/ 59 h 300"/>
              <a:gd name="T58" fmla="*/ 111 w 300"/>
              <a:gd name="T59" fmla="*/ 70 h 300"/>
              <a:gd name="T60" fmla="*/ 100 w 300"/>
              <a:gd name="T61" fmla="*/ 106 h 300"/>
              <a:gd name="T62" fmla="*/ 89 w 300"/>
              <a:gd name="T63" fmla="*/ 70 h 300"/>
              <a:gd name="T64" fmla="*/ 53 w 300"/>
              <a:gd name="T65" fmla="*/ 59 h 300"/>
              <a:gd name="T66" fmla="*/ 89 w 300"/>
              <a:gd name="T67" fmla="*/ 48 h 300"/>
              <a:gd name="T68" fmla="*/ 100 w 300"/>
              <a:gd name="T69" fmla="*/ 12 h 300"/>
              <a:gd name="T70" fmla="*/ 111 w 300"/>
              <a:gd name="T71" fmla="*/ 48 h 300"/>
              <a:gd name="T72" fmla="*/ 282 w 300"/>
              <a:gd name="T73" fmla="*/ 135 h 300"/>
              <a:gd name="T74" fmla="*/ 300 w 300"/>
              <a:gd name="T75" fmla="*/ 141 h 300"/>
              <a:gd name="T76" fmla="*/ 282 w 300"/>
              <a:gd name="T77" fmla="*/ 146 h 300"/>
              <a:gd name="T78" fmla="*/ 276 w 300"/>
              <a:gd name="T79" fmla="*/ 164 h 300"/>
              <a:gd name="T80" fmla="*/ 271 w 300"/>
              <a:gd name="T81" fmla="*/ 146 h 300"/>
              <a:gd name="T82" fmla="*/ 253 w 300"/>
              <a:gd name="T83" fmla="*/ 141 h 300"/>
              <a:gd name="T84" fmla="*/ 271 w 300"/>
              <a:gd name="T85" fmla="*/ 135 h 300"/>
              <a:gd name="T86" fmla="*/ 276 w 300"/>
              <a:gd name="T87" fmla="*/ 117 h 300"/>
              <a:gd name="T88" fmla="*/ 282 w 300"/>
              <a:gd name="T89" fmla="*/ 135 h 300"/>
              <a:gd name="T90" fmla="*/ 165 w 300"/>
              <a:gd name="T91" fmla="*/ 18 h 300"/>
              <a:gd name="T92" fmla="*/ 183 w 300"/>
              <a:gd name="T93" fmla="*/ 23 h 300"/>
              <a:gd name="T94" fmla="*/ 165 w 300"/>
              <a:gd name="T95" fmla="*/ 29 h 300"/>
              <a:gd name="T96" fmla="*/ 159 w 300"/>
              <a:gd name="T97" fmla="*/ 47 h 300"/>
              <a:gd name="T98" fmla="*/ 154 w 300"/>
              <a:gd name="T99" fmla="*/ 29 h 300"/>
              <a:gd name="T100" fmla="*/ 136 w 300"/>
              <a:gd name="T101" fmla="*/ 23 h 300"/>
              <a:gd name="T102" fmla="*/ 154 w 300"/>
              <a:gd name="T103" fmla="*/ 18 h 300"/>
              <a:gd name="T104" fmla="*/ 159 w 300"/>
              <a:gd name="T105" fmla="*/ 0 h 300"/>
              <a:gd name="T106" fmla="*/ 165 w 300"/>
              <a:gd name="T107" fmla="*/ 18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0" h="300">
                <a:moveTo>
                  <a:pt x="213" y="107"/>
                </a:moveTo>
                <a:cubicBezTo>
                  <a:pt x="267" y="53"/>
                  <a:pt x="267" y="53"/>
                  <a:pt x="267" y="53"/>
                </a:cubicBezTo>
                <a:cubicBezTo>
                  <a:pt x="247" y="33"/>
                  <a:pt x="247" y="33"/>
                  <a:pt x="247" y="33"/>
                </a:cubicBezTo>
                <a:cubicBezTo>
                  <a:pt x="193" y="87"/>
                  <a:pt x="193" y="87"/>
                  <a:pt x="193" y="87"/>
                </a:cubicBezTo>
                <a:lnTo>
                  <a:pt x="213" y="107"/>
                </a:lnTo>
                <a:close/>
                <a:moveTo>
                  <a:pt x="295" y="53"/>
                </a:moveTo>
                <a:cubicBezTo>
                  <a:pt x="295" y="56"/>
                  <a:pt x="294" y="59"/>
                  <a:pt x="292" y="61"/>
                </a:cubicBezTo>
                <a:cubicBezTo>
                  <a:pt x="56" y="297"/>
                  <a:pt x="56" y="297"/>
                  <a:pt x="56" y="297"/>
                </a:cubicBezTo>
                <a:cubicBezTo>
                  <a:pt x="53" y="299"/>
                  <a:pt x="51" y="300"/>
                  <a:pt x="47" y="300"/>
                </a:cubicBezTo>
                <a:cubicBezTo>
                  <a:pt x="44" y="300"/>
                  <a:pt x="41" y="299"/>
                  <a:pt x="39" y="297"/>
                </a:cubicBezTo>
                <a:cubicBezTo>
                  <a:pt x="3" y="261"/>
                  <a:pt x="3" y="261"/>
                  <a:pt x="3" y="261"/>
                </a:cubicBezTo>
                <a:cubicBezTo>
                  <a:pt x="1" y="258"/>
                  <a:pt x="0" y="256"/>
                  <a:pt x="0" y="252"/>
                </a:cubicBezTo>
                <a:cubicBezTo>
                  <a:pt x="0" y="249"/>
                  <a:pt x="1" y="246"/>
                  <a:pt x="3" y="244"/>
                </a:cubicBezTo>
                <a:cubicBezTo>
                  <a:pt x="239" y="8"/>
                  <a:pt x="239" y="8"/>
                  <a:pt x="239" y="8"/>
                </a:cubicBezTo>
                <a:cubicBezTo>
                  <a:pt x="241" y="6"/>
                  <a:pt x="244" y="5"/>
                  <a:pt x="247" y="5"/>
                </a:cubicBezTo>
                <a:cubicBezTo>
                  <a:pt x="250" y="5"/>
                  <a:pt x="253" y="6"/>
                  <a:pt x="255" y="8"/>
                </a:cubicBezTo>
                <a:cubicBezTo>
                  <a:pt x="292" y="44"/>
                  <a:pt x="292" y="44"/>
                  <a:pt x="292" y="44"/>
                </a:cubicBezTo>
                <a:cubicBezTo>
                  <a:pt x="294" y="47"/>
                  <a:pt x="295" y="49"/>
                  <a:pt x="295" y="53"/>
                </a:cubicBezTo>
                <a:close/>
                <a:moveTo>
                  <a:pt x="47" y="18"/>
                </a:moveTo>
                <a:cubicBezTo>
                  <a:pt x="65" y="23"/>
                  <a:pt x="65" y="23"/>
                  <a:pt x="65" y="23"/>
                </a:cubicBezTo>
                <a:cubicBezTo>
                  <a:pt x="47" y="29"/>
                  <a:pt x="47" y="29"/>
                  <a:pt x="47" y="29"/>
                </a:cubicBezTo>
                <a:cubicBezTo>
                  <a:pt x="42" y="47"/>
                  <a:pt x="42" y="47"/>
                  <a:pt x="42" y="47"/>
                </a:cubicBezTo>
                <a:cubicBezTo>
                  <a:pt x="36" y="29"/>
                  <a:pt x="36" y="29"/>
                  <a:pt x="36" y="29"/>
                </a:cubicBezTo>
                <a:cubicBezTo>
                  <a:pt x="18" y="23"/>
                  <a:pt x="18" y="23"/>
                  <a:pt x="18" y="23"/>
                </a:cubicBezTo>
                <a:cubicBezTo>
                  <a:pt x="36" y="18"/>
                  <a:pt x="36" y="18"/>
                  <a:pt x="36" y="18"/>
                </a:cubicBezTo>
                <a:cubicBezTo>
                  <a:pt x="42" y="0"/>
                  <a:pt x="42" y="0"/>
                  <a:pt x="42" y="0"/>
                </a:cubicBezTo>
                <a:lnTo>
                  <a:pt x="47" y="18"/>
                </a:lnTo>
                <a:close/>
                <a:moveTo>
                  <a:pt x="111" y="48"/>
                </a:moveTo>
                <a:cubicBezTo>
                  <a:pt x="147" y="59"/>
                  <a:pt x="147" y="59"/>
                  <a:pt x="147" y="59"/>
                </a:cubicBezTo>
                <a:cubicBezTo>
                  <a:pt x="111" y="70"/>
                  <a:pt x="111" y="70"/>
                  <a:pt x="111" y="70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89" y="70"/>
                  <a:pt x="89" y="70"/>
                  <a:pt x="89" y="70"/>
                </a:cubicBezTo>
                <a:cubicBezTo>
                  <a:pt x="53" y="59"/>
                  <a:pt x="53" y="59"/>
                  <a:pt x="53" y="59"/>
                </a:cubicBezTo>
                <a:cubicBezTo>
                  <a:pt x="89" y="48"/>
                  <a:pt x="89" y="48"/>
                  <a:pt x="89" y="48"/>
                </a:cubicBezTo>
                <a:cubicBezTo>
                  <a:pt x="100" y="12"/>
                  <a:pt x="100" y="12"/>
                  <a:pt x="100" y="12"/>
                </a:cubicBezTo>
                <a:lnTo>
                  <a:pt x="111" y="48"/>
                </a:lnTo>
                <a:close/>
                <a:moveTo>
                  <a:pt x="282" y="135"/>
                </a:moveTo>
                <a:cubicBezTo>
                  <a:pt x="300" y="141"/>
                  <a:pt x="300" y="141"/>
                  <a:pt x="300" y="141"/>
                </a:cubicBezTo>
                <a:cubicBezTo>
                  <a:pt x="282" y="146"/>
                  <a:pt x="282" y="146"/>
                  <a:pt x="282" y="146"/>
                </a:cubicBezTo>
                <a:cubicBezTo>
                  <a:pt x="276" y="164"/>
                  <a:pt x="276" y="164"/>
                  <a:pt x="276" y="164"/>
                </a:cubicBezTo>
                <a:cubicBezTo>
                  <a:pt x="271" y="146"/>
                  <a:pt x="271" y="146"/>
                  <a:pt x="271" y="146"/>
                </a:cubicBezTo>
                <a:cubicBezTo>
                  <a:pt x="253" y="141"/>
                  <a:pt x="253" y="141"/>
                  <a:pt x="253" y="141"/>
                </a:cubicBezTo>
                <a:cubicBezTo>
                  <a:pt x="271" y="135"/>
                  <a:pt x="271" y="135"/>
                  <a:pt x="271" y="135"/>
                </a:cubicBezTo>
                <a:cubicBezTo>
                  <a:pt x="276" y="117"/>
                  <a:pt x="276" y="117"/>
                  <a:pt x="276" y="117"/>
                </a:cubicBezTo>
                <a:lnTo>
                  <a:pt x="282" y="135"/>
                </a:lnTo>
                <a:close/>
                <a:moveTo>
                  <a:pt x="165" y="18"/>
                </a:moveTo>
                <a:cubicBezTo>
                  <a:pt x="183" y="23"/>
                  <a:pt x="183" y="23"/>
                  <a:pt x="183" y="23"/>
                </a:cubicBezTo>
                <a:cubicBezTo>
                  <a:pt x="165" y="29"/>
                  <a:pt x="165" y="29"/>
                  <a:pt x="165" y="29"/>
                </a:cubicBezTo>
                <a:cubicBezTo>
                  <a:pt x="159" y="47"/>
                  <a:pt x="159" y="47"/>
                  <a:pt x="159" y="47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36" y="23"/>
                  <a:pt x="136" y="23"/>
                  <a:pt x="136" y="23"/>
                </a:cubicBezTo>
                <a:cubicBezTo>
                  <a:pt x="154" y="18"/>
                  <a:pt x="154" y="18"/>
                  <a:pt x="154" y="18"/>
                </a:cubicBezTo>
                <a:cubicBezTo>
                  <a:pt x="159" y="0"/>
                  <a:pt x="159" y="0"/>
                  <a:pt x="159" y="0"/>
                </a:cubicBezTo>
                <a:lnTo>
                  <a:pt x="165" y="1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3740905" y="1560504"/>
            <a:ext cx="292824" cy="292824"/>
          </a:xfrm>
          <a:custGeom>
            <a:avLst/>
            <a:gdLst>
              <a:gd name="T0" fmla="*/ 282 w 282"/>
              <a:gd name="T1" fmla="*/ 129 h 282"/>
              <a:gd name="T2" fmla="*/ 282 w 282"/>
              <a:gd name="T3" fmla="*/ 153 h 282"/>
              <a:gd name="T4" fmla="*/ 263 w 282"/>
              <a:gd name="T5" fmla="*/ 219 h 282"/>
              <a:gd name="T6" fmla="*/ 213 w 282"/>
              <a:gd name="T7" fmla="*/ 265 h 282"/>
              <a:gd name="T8" fmla="*/ 141 w 282"/>
              <a:gd name="T9" fmla="*/ 282 h 282"/>
              <a:gd name="T10" fmla="*/ 68 w 282"/>
              <a:gd name="T11" fmla="*/ 265 h 282"/>
              <a:gd name="T12" fmla="*/ 18 w 282"/>
              <a:gd name="T13" fmla="*/ 219 h 282"/>
              <a:gd name="T14" fmla="*/ 0 w 282"/>
              <a:gd name="T15" fmla="*/ 153 h 282"/>
              <a:gd name="T16" fmla="*/ 0 w 282"/>
              <a:gd name="T17" fmla="*/ 129 h 282"/>
              <a:gd name="T18" fmla="*/ 3 w 282"/>
              <a:gd name="T19" fmla="*/ 121 h 282"/>
              <a:gd name="T20" fmla="*/ 11 w 282"/>
              <a:gd name="T21" fmla="*/ 118 h 282"/>
              <a:gd name="T22" fmla="*/ 82 w 282"/>
              <a:gd name="T23" fmla="*/ 118 h 282"/>
              <a:gd name="T24" fmla="*/ 90 w 282"/>
              <a:gd name="T25" fmla="*/ 121 h 282"/>
              <a:gd name="T26" fmla="*/ 94 w 282"/>
              <a:gd name="T27" fmla="*/ 129 h 282"/>
              <a:gd name="T28" fmla="*/ 94 w 282"/>
              <a:gd name="T29" fmla="*/ 153 h 282"/>
              <a:gd name="T30" fmla="*/ 98 w 282"/>
              <a:gd name="T31" fmla="*/ 169 h 282"/>
              <a:gd name="T32" fmla="*/ 108 w 282"/>
              <a:gd name="T33" fmla="*/ 180 h 282"/>
              <a:gd name="T34" fmla="*/ 121 w 282"/>
              <a:gd name="T35" fmla="*/ 185 h 282"/>
              <a:gd name="T36" fmla="*/ 133 w 282"/>
              <a:gd name="T37" fmla="*/ 188 h 282"/>
              <a:gd name="T38" fmla="*/ 141 w 282"/>
              <a:gd name="T39" fmla="*/ 188 h 282"/>
              <a:gd name="T40" fmla="*/ 149 w 282"/>
              <a:gd name="T41" fmla="*/ 188 h 282"/>
              <a:gd name="T42" fmla="*/ 160 w 282"/>
              <a:gd name="T43" fmla="*/ 185 h 282"/>
              <a:gd name="T44" fmla="*/ 173 w 282"/>
              <a:gd name="T45" fmla="*/ 180 h 282"/>
              <a:gd name="T46" fmla="*/ 183 w 282"/>
              <a:gd name="T47" fmla="*/ 169 h 282"/>
              <a:gd name="T48" fmla="*/ 188 w 282"/>
              <a:gd name="T49" fmla="*/ 153 h 282"/>
              <a:gd name="T50" fmla="*/ 188 w 282"/>
              <a:gd name="T51" fmla="*/ 129 h 282"/>
              <a:gd name="T52" fmla="*/ 191 w 282"/>
              <a:gd name="T53" fmla="*/ 121 h 282"/>
              <a:gd name="T54" fmla="*/ 199 w 282"/>
              <a:gd name="T55" fmla="*/ 118 h 282"/>
              <a:gd name="T56" fmla="*/ 270 w 282"/>
              <a:gd name="T57" fmla="*/ 118 h 282"/>
              <a:gd name="T58" fmla="*/ 278 w 282"/>
              <a:gd name="T59" fmla="*/ 121 h 282"/>
              <a:gd name="T60" fmla="*/ 282 w 282"/>
              <a:gd name="T61" fmla="*/ 129 h 282"/>
              <a:gd name="T62" fmla="*/ 94 w 282"/>
              <a:gd name="T63" fmla="*/ 12 h 282"/>
              <a:gd name="T64" fmla="*/ 94 w 282"/>
              <a:gd name="T65" fmla="*/ 82 h 282"/>
              <a:gd name="T66" fmla="*/ 90 w 282"/>
              <a:gd name="T67" fmla="*/ 91 h 282"/>
              <a:gd name="T68" fmla="*/ 82 w 282"/>
              <a:gd name="T69" fmla="*/ 94 h 282"/>
              <a:gd name="T70" fmla="*/ 11 w 282"/>
              <a:gd name="T71" fmla="*/ 94 h 282"/>
              <a:gd name="T72" fmla="*/ 3 w 282"/>
              <a:gd name="T73" fmla="*/ 91 h 282"/>
              <a:gd name="T74" fmla="*/ 0 w 282"/>
              <a:gd name="T75" fmla="*/ 82 h 282"/>
              <a:gd name="T76" fmla="*/ 0 w 282"/>
              <a:gd name="T77" fmla="*/ 12 h 282"/>
              <a:gd name="T78" fmla="*/ 3 w 282"/>
              <a:gd name="T79" fmla="*/ 4 h 282"/>
              <a:gd name="T80" fmla="*/ 11 w 282"/>
              <a:gd name="T81" fmla="*/ 0 h 282"/>
              <a:gd name="T82" fmla="*/ 82 w 282"/>
              <a:gd name="T83" fmla="*/ 0 h 282"/>
              <a:gd name="T84" fmla="*/ 90 w 282"/>
              <a:gd name="T85" fmla="*/ 4 h 282"/>
              <a:gd name="T86" fmla="*/ 94 w 282"/>
              <a:gd name="T87" fmla="*/ 12 h 282"/>
              <a:gd name="T88" fmla="*/ 282 w 282"/>
              <a:gd name="T89" fmla="*/ 12 h 282"/>
              <a:gd name="T90" fmla="*/ 282 w 282"/>
              <a:gd name="T91" fmla="*/ 82 h 282"/>
              <a:gd name="T92" fmla="*/ 278 w 282"/>
              <a:gd name="T93" fmla="*/ 91 h 282"/>
              <a:gd name="T94" fmla="*/ 270 w 282"/>
              <a:gd name="T95" fmla="*/ 94 h 282"/>
              <a:gd name="T96" fmla="*/ 199 w 282"/>
              <a:gd name="T97" fmla="*/ 94 h 282"/>
              <a:gd name="T98" fmla="*/ 191 w 282"/>
              <a:gd name="T99" fmla="*/ 91 h 282"/>
              <a:gd name="T100" fmla="*/ 188 w 282"/>
              <a:gd name="T101" fmla="*/ 82 h 282"/>
              <a:gd name="T102" fmla="*/ 188 w 282"/>
              <a:gd name="T103" fmla="*/ 12 h 282"/>
              <a:gd name="T104" fmla="*/ 191 w 282"/>
              <a:gd name="T105" fmla="*/ 4 h 282"/>
              <a:gd name="T106" fmla="*/ 199 w 282"/>
              <a:gd name="T107" fmla="*/ 0 h 282"/>
              <a:gd name="T108" fmla="*/ 270 w 282"/>
              <a:gd name="T109" fmla="*/ 0 h 282"/>
              <a:gd name="T110" fmla="*/ 278 w 282"/>
              <a:gd name="T111" fmla="*/ 4 h 282"/>
              <a:gd name="T112" fmla="*/ 282 w 282"/>
              <a:gd name="T113" fmla="*/ 12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82" h="282">
                <a:moveTo>
                  <a:pt x="282" y="129"/>
                </a:moveTo>
                <a:cubicBezTo>
                  <a:pt x="282" y="153"/>
                  <a:pt x="282" y="153"/>
                  <a:pt x="282" y="153"/>
                </a:cubicBezTo>
                <a:cubicBezTo>
                  <a:pt x="282" y="177"/>
                  <a:pt x="276" y="200"/>
                  <a:pt x="263" y="219"/>
                </a:cubicBezTo>
                <a:cubicBezTo>
                  <a:pt x="251" y="239"/>
                  <a:pt x="235" y="254"/>
                  <a:pt x="213" y="265"/>
                </a:cubicBezTo>
                <a:cubicBezTo>
                  <a:pt x="192" y="277"/>
                  <a:pt x="168" y="282"/>
                  <a:pt x="141" y="282"/>
                </a:cubicBezTo>
                <a:cubicBezTo>
                  <a:pt x="114" y="282"/>
                  <a:pt x="89" y="277"/>
                  <a:pt x="68" y="265"/>
                </a:cubicBezTo>
                <a:cubicBezTo>
                  <a:pt x="47" y="254"/>
                  <a:pt x="30" y="239"/>
                  <a:pt x="18" y="219"/>
                </a:cubicBezTo>
                <a:cubicBezTo>
                  <a:pt x="6" y="200"/>
                  <a:pt x="0" y="177"/>
                  <a:pt x="0" y="153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6"/>
                  <a:pt x="1" y="123"/>
                  <a:pt x="3" y="121"/>
                </a:cubicBezTo>
                <a:cubicBezTo>
                  <a:pt x="5" y="119"/>
                  <a:pt x="8" y="118"/>
                  <a:pt x="11" y="118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85" y="118"/>
                  <a:pt x="88" y="119"/>
                  <a:pt x="90" y="121"/>
                </a:cubicBezTo>
                <a:cubicBezTo>
                  <a:pt x="92" y="123"/>
                  <a:pt x="94" y="126"/>
                  <a:pt x="94" y="129"/>
                </a:cubicBezTo>
                <a:cubicBezTo>
                  <a:pt x="94" y="153"/>
                  <a:pt x="94" y="153"/>
                  <a:pt x="94" y="153"/>
                </a:cubicBezTo>
                <a:cubicBezTo>
                  <a:pt x="94" y="159"/>
                  <a:pt x="95" y="165"/>
                  <a:pt x="98" y="169"/>
                </a:cubicBezTo>
                <a:cubicBezTo>
                  <a:pt x="101" y="174"/>
                  <a:pt x="104" y="178"/>
                  <a:pt x="108" y="180"/>
                </a:cubicBezTo>
                <a:cubicBezTo>
                  <a:pt x="111" y="182"/>
                  <a:pt x="116" y="184"/>
                  <a:pt x="121" y="185"/>
                </a:cubicBezTo>
                <a:cubicBezTo>
                  <a:pt x="126" y="187"/>
                  <a:pt x="130" y="187"/>
                  <a:pt x="133" y="188"/>
                </a:cubicBezTo>
                <a:cubicBezTo>
                  <a:pt x="135" y="188"/>
                  <a:pt x="138" y="188"/>
                  <a:pt x="141" y="188"/>
                </a:cubicBezTo>
                <a:cubicBezTo>
                  <a:pt x="143" y="188"/>
                  <a:pt x="146" y="188"/>
                  <a:pt x="149" y="188"/>
                </a:cubicBezTo>
                <a:cubicBezTo>
                  <a:pt x="151" y="187"/>
                  <a:pt x="155" y="187"/>
                  <a:pt x="160" y="185"/>
                </a:cubicBezTo>
                <a:cubicBezTo>
                  <a:pt x="165" y="184"/>
                  <a:pt x="170" y="182"/>
                  <a:pt x="173" y="180"/>
                </a:cubicBezTo>
                <a:cubicBezTo>
                  <a:pt x="177" y="178"/>
                  <a:pt x="180" y="174"/>
                  <a:pt x="183" y="169"/>
                </a:cubicBezTo>
                <a:cubicBezTo>
                  <a:pt x="186" y="165"/>
                  <a:pt x="188" y="159"/>
                  <a:pt x="188" y="153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88" y="126"/>
                  <a:pt x="189" y="123"/>
                  <a:pt x="191" y="121"/>
                </a:cubicBezTo>
                <a:cubicBezTo>
                  <a:pt x="193" y="119"/>
                  <a:pt x="196" y="118"/>
                  <a:pt x="199" y="118"/>
                </a:cubicBezTo>
                <a:cubicBezTo>
                  <a:pt x="270" y="118"/>
                  <a:pt x="270" y="118"/>
                  <a:pt x="270" y="118"/>
                </a:cubicBezTo>
                <a:cubicBezTo>
                  <a:pt x="273" y="118"/>
                  <a:pt x="276" y="119"/>
                  <a:pt x="278" y="121"/>
                </a:cubicBezTo>
                <a:cubicBezTo>
                  <a:pt x="280" y="123"/>
                  <a:pt x="282" y="126"/>
                  <a:pt x="282" y="129"/>
                </a:cubicBezTo>
                <a:close/>
                <a:moveTo>
                  <a:pt x="94" y="12"/>
                </a:moveTo>
                <a:cubicBezTo>
                  <a:pt x="94" y="82"/>
                  <a:pt x="94" y="82"/>
                  <a:pt x="94" y="82"/>
                </a:cubicBezTo>
                <a:cubicBezTo>
                  <a:pt x="94" y="86"/>
                  <a:pt x="92" y="88"/>
                  <a:pt x="90" y="91"/>
                </a:cubicBezTo>
                <a:cubicBezTo>
                  <a:pt x="88" y="93"/>
                  <a:pt x="85" y="94"/>
                  <a:pt x="82" y="94"/>
                </a:cubicBezTo>
                <a:cubicBezTo>
                  <a:pt x="11" y="94"/>
                  <a:pt x="11" y="94"/>
                  <a:pt x="11" y="94"/>
                </a:cubicBezTo>
                <a:cubicBezTo>
                  <a:pt x="8" y="94"/>
                  <a:pt x="5" y="93"/>
                  <a:pt x="3" y="91"/>
                </a:cubicBezTo>
                <a:cubicBezTo>
                  <a:pt x="1" y="88"/>
                  <a:pt x="0" y="86"/>
                  <a:pt x="0" y="8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5" y="1"/>
                  <a:pt x="8" y="0"/>
                  <a:pt x="11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5" y="0"/>
                  <a:pt x="88" y="1"/>
                  <a:pt x="90" y="4"/>
                </a:cubicBezTo>
                <a:cubicBezTo>
                  <a:pt x="92" y="6"/>
                  <a:pt x="94" y="9"/>
                  <a:pt x="94" y="12"/>
                </a:cubicBezTo>
                <a:close/>
                <a:moveTo>
                  <a:pt x="282" y="12"/>
                </a:moveTo>
                <a:cubicBezTo>
                  <a:pt x="282" y="82"/>
                  <a:pt x="282" y="82"/>
                  <a:pt x="282" y="82"/>
                </a:cubicBezTo>
                <a:cubicBezTo>
                  <a:pt x="282" y="86"/>
                  <a:pt x="280" y="88"/>
                  <a:pt x="278" y="91"/>
                </a:cubicBezTo>
                <a:cubicBezTo>
                  <a:pt x="276" y="93"/>
                  <a:pt x="273" y="94"/>
                  <a:pt x="270" y="94"/>
                </a:cubicBezTo>
                <a:cubicBezTo>
                  <a:pt x="199" y="94"/>
                  <a:pt x="199" y="94"/>
                  <a:pt x="199" y="94"/>
                </a:cubicBezTo>
                <a:cubicBezTo>
                  <a:pt x="196" y="94"/>
                  <a:pt x="193" y="93"/>
                  <a:pt x="191" y="91"/>
                </a:cubicBezTo>
                <a:cubicBezTo>
                  <a:pt x="189" y="88"/>
                  <a:pt x="188" y="86"/>
                  <a:pt x="188" y="82"/>
                </a:cubicBezTo>
                <a:cubicBezTo>
                  <a:pt x="188" y="12"/>
                  <a:pt x="188" y="12"/>
                  <a:pt x="188" y="12"/>
                </a:cubicBezTo>
                <a:cubicBezTo>
                  <a:pt x="188" y="9"/>
                  <a:pt x="189" y="6"/>
                  <a:pt x="191" y="4"/>
                </a:cubicBezTo>
                <a:cubicBezTo>
                  <a:pt x="193" y="1"/>
                  <a:pt x="196" y="0"/>
                  <a:pt x="199" y="0"/>
                </a:cubicBezTo>
                <a:cubicBezTo>
                  <a:pt x="270" y="0"/>
                  <a:pt x="270" y="0"/>
                  <a:pt x="270" y="0"/>
                </a:cubicBezTo>
                <a:cubicBezTo>
                  <a:pt x="273" y="0"/>
                  <a:pt x="276" y="1"/>
                  <a:pt x="278" y="4"/>
                </a:cubicBezTo>
                <a:cubicBezTo>
                  <a:pt x="280" y="6"/>
                  <a:pt x="282" y="9"/>
                  <a:pt x="282" y="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753275" y="1973497"/>
            <a:ext cx="194756" cy="334261"/>
          </a:xfrm>
          <a:custGeom>
            <a:avLst/>
            <a:gdLst>
              <a:gd name="T0" fmla="*/ 188 w 188"/>
              <a:gd name="T1" fmla="*/ 123 h 323"/>
              <a:gd name="T2" fmla="*/ 188 w 188"/>
              <a:gd name="T3" fmla="*/ 200 h 323"/>
              <a:gd name="T4" fmla="*/ 183 w 188"/>
              <a:gd name="T5" fmla="*/ 212 h 323"/>
              <a:gd name="T6" fmla="*/ 170 w 188"/>
              <a:gd name="T7" fmla="*/ 217 h 323"/>
              <a:gd name="T8" fmla="*/ 158 w 188"/>
              <a:gd name="T9" fmla="*/ 212 h 323"/>
              <a:gd name="T10" fmla="*/ 152 w 188"/>
              <a:gd name="T11" fmla="*/ 200 h 323"/>
              <a:gd name="T12" fmla="*/ 152 w 188"/>
              <a:gd name="T13" fmla="*/ 135 h 323"/>
              <a:gd name="T14" fmla="*/ 141 w 188"/>
              <a:gd name="T15" fmla="*/ 135 h 323"/>
              <a:gd name="T16" fmla="*/ 141 w 188"/>
              <a:gd name="T17" fmla="*/ 303 h 323"/>
              <a:gd name="T18" fmla="*/ 135 w 188"/>
              <a:gd name="T19" fmla="*/ 317 h 323"/>
              <a:gd name="T20" fmla="*/ 120 w 188"/>
              <a:gd name="T21" fmla="*/ 323 h 323"/>
              <a:gd name="T22" fmla="*/ 106 w 188"/>
              <a:gd name="T23" fmla="*/ 317 h 323"/>
              <a:gd name="T24" fmla="*/ 100 w 188"/>
              <a:gd name="T25" fmla="*/ 303 h 323"/>
              <a:gd name="T26" fmla="*/ 100 w 188"/>
              <a:gd name="T27" fmla="*/ 217 h 323"/>
              <a:gd name="T28" fmla="*/ 88 w 188"/>
              <a:gd name="T29" fmla="*/ 217 h 323"/>
              <a:gd name="T30" fmla="*/ 88 w 188"/>
              <a:gd name="T31" fmla="*/ 303 h 323"/>
              <a:gd name="T32" fmla="*/ 82 w 188"/>
              <a:gd name="T33" fmla="*/ 317 h 323"/>
              <a:gd name="T34" fmla="*/ 67 w 188"/>
              <a:gd name="T35" fmla="*/ 323 h 323"/>
              <a:gd name="T36" fmla="*/ 53 w 188"/>
              <a:gd name="T37" fmla="*/ 317 h 323"/>
              <a:gd name="T38" fmla="*/ 47 w 188"/>
              <a:gd name="T39" fmla="*/ 303 h 323"/>
              <a:gd name="T40" fmla="*/ 47 w 188"/>
              <a:gd name="T41" fmla="*/ 135 h 323"/>
              <a:gd name="T42" fmla="*/ 35 w 188"/>
              <a:gd name="T43" fmla="*/ 135 h 323"/>
              <a:gd name="T44" fmla="*/ 35 w 188"/>
              <a:gd name="T45" fmla="*/ 200 h 323"/>
              <a:gd name="T46" fmla="*/ 30 w 188"/>
              <a:gd name="T47" fmla="*/ 212 h 323"/>
              <a:gd name="T48" fmla="*/ 17 w 188"/>
              <a:gd name="T49" fmla="*/ 217 h 323"/>
              <a:gd name="T50" fmla="*/ 5 w 188"/>
              <a:gd name="T51" fmla="*/ 212 h 323"/>
              <a:gd name="T52" fmla="*/ 0 w 188"/>
              <a:gd name="T53" fmla="*/ 200 h 323"/>
              <a:gd name="T54" fmla="*/ 0 w 188"/>
              <a:gd name="T55" fmla="*/ 123 h 323"/>
              <a:gd name="T56" fmla="*/ 10 w 188"/>
              <a:gd name="T57" fmla="*/ 98 h 323"/>
              <a:gd name="T58" fmla="*/ 35 w 188"/>
              <a:gd name="T59" fmla="*/ 88 h 323"/>
              <a:gd name="T60" fmla="*/ 152 w 188"/>
              <a:gd name="T61" fmla="*/ 88 h 323"/>
              <a:gd name="T62" fmla="*/ 177 w 188"/>
              <a:gd name="T63" fmla="*/ 98 h 323"/>
              <a:gd name="T64" fmla="*/ 188 w 188"/>
              <a:gd name="T65" fmla="*/ 123 h 323"/>
              <a:gd name="T66" fmla="*/ 135 w 188"/>
              <a:gd name="T67" fmla="*/ 41 h 323"/>
              <a:gd name="T68" fmla="*/ 123 w 188"/>
              <a:gd name="T69" fmla="*/ 70 h 323"/>
              <a:gd name="T70" fmla="*/ 94 w 188"/>
              <a:gd name="T71" fmla="*/ 82 h 323"/>
              <a:gd name="T72" fmla="*/ 65 w 188"/>
              <a:gd name="T73" fmla="*/ 70 h 323"/>
              <a:gd name="T74" fmla="*/ 53 w 188"/>
              <a:gd name="T75" fmla="*/ 41 h 323"/>
              <a:gd name="T76" fmla="*/ 65 w 188"/>
              <a:gd name="T77" fmla="*/ 12 h 323"/>
              <a:gd name="T78" fmla="*/ 94 w 188"/>
              <a:gd name="T79" fmla="*/ 0 h 323"/>
              <a:gd name="T80" fmla="*/ 123 w 188"/>
              <a:gd name="T81" fmla="*/ 12 h 323"/>
              <a:gd name="T82" fmla="*/ 135 w 188"/>
              <a:gd name="T83" fmla="*/ 41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88" h="323">
                <a:moveTo>
                  <a:pt x="188" y="123"/>
                </a:moveTo>
                <a:cubicBezTo>
                  <a:pt x="188" y="200"/>
                  <a:pt x="188" y="200"/>
                  <a:pt x="188" y="200"/>
                </a:cubicBezTo>
                <a:cubicBezTo>
                  <a:pt x="188" y="205"/>
                  <a:pt x="186" y="209"/>
                  <a:pt x="183" y="212"/>
                </a:cubicBezTo>
                <a:cubicBezTo>
                  <a:pt x="179" y="216"/>
                  <a:pt x="175" y="217"/>
                  <a:pt x="170" y="217"/>
                </a:cubicBezTo>
                <a:cubicBezTo>
                  <a:pt x="165" y="217"/>
                  <a:pt x="161" y="216"/>
                  <a:pt x="158" y="212"/>
                </a:cubicBezTo>
                <a:cubicBezTo>
                  <a:pt x="154" y="209"/>
                  <a:pt x="152" y="205"/>
                  <a:pt x="152" y="200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41" y="135"/>
                  <a:pt x="141" y="135"/>
                  <a:pt x="141" y="135"/>
                </a:cubicBezTo>
                <a:cubicBezTo>
                  <a:pt x="141" y="303"/>
                  <a:pt x="141" y="303"/>
                  <a:pt x="141" y="303"/>
                </a:cubicBezTo>
                <a:cubicBezTo>
                  <a:pt x="141" y="308"/>
                  <a:pt x="139" y="313"/>
                  <a:pt x="135" y="317"/>
                </a:cubicBezTo>
                <a:cubicBezTo>
                  <a:pt x="131" y="321"/>
                  <a:pt x="126" y="323"/>
                  <a:pt x="120" y="323"/>
                </a:cubicBezTo>
                <a:cubicBezTo>
                  <a:pt x="115" y="323"/>
                  <a:pt x="110" y="321"/>
                  <a:pt x="106" y="317"/>
                </a:cubicBezTo>
                <a:cubicBezTo>
                  <a:pt x="102" y="313"/>
                  <a:pt x="100" y="308"/>
                  <a:pt x="100" y="303"/>
                </a:cubicBezTo>
                <a:cubicBezTo>
                  <a:pt x="100" y="217"/>
                  <a:pt x="100" y="217"/>
                  <a:pt x="100" y="217"/>
                </a:cubicBezTo>
                <a:cubicBezTo>
                  <a:pt x="88" y="217"/>
                  <a:pt x="88" y="217"/>
                  <a:pt x="88" y="217"/>
                </a:cubicBezTo>
                <a:cubicBezTo>
                  <a:pt x="88" y="303"/>
                  <a:pt x="88" y="303"/>
                  <a:pt x="88" y="303"/>
                </a:cubicBezTo>
                <a:cubicBezTo>
                  <a:pt x="88" y="308"/>
                  <a:pt x="86" y="313"/>
                  <a:pt x="82" y="317"/>
                </a:cubicBezTo>
                <a:cubicBezTo>
                  <a:pt x="78" y="321"/>
                  <a:pt x="73" y="323"/>
                  <a:pt x="67" y="323"/>
                </a:cubicBezTo>
                <a:cubicBezTo>
                  <a:pt x="62" y="323"/>
                  <a:pt x="57" y="321"/>
                  <a:pt x="53" y="317"/>
                </a:cubicBezTo>
                <a:cubicBezTo>
                  <a:pt x="49" y="313"/>
                  <a:pt x="47" y="308"/>
                  <a:pt x="47" y="303"/>
                </a:cubicBezTo>
                <a:cubicBezTo>
                  <a:pt x="47" y="135"/>
                  <a:pt x="47" y="135"/>
                  <a:pt x="47" y="135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35" y="200"/>
                  <a:pt x="35" y="200"/>
                  <a:pt x="35" y="200"/>
                </a:cubicBezTo>
                <a:cubicBezTo>
                  <a:pt x="35" y="205"/>
                  <a:pt x="33" y="209"/>
                  <a:pt x="30" y="212"/>
                </a:cubicBezTo>
                <a:cubicBezTo>
                  <a:pt x="26" y="216"/>
                  <a:pt x="22" y="217"/>
                  <a:pt x="17" y="217"/>
                </a:cubicBezTo>
                <a:cubicBezTo>
                  <a:pt x="12" y="217"/>
                  <a:pt x="8" y="216"/>
                  <a:pt x="5" y="212"/>
                </a:cubicBezTo>
                <a:cubicBezTo>
                  <a:pt x="1" y="209"/>
                  <a:pt x="0" y="205"/>
                  <a:pt x="0" y="200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14"/>
                  <a:pt x="3" y="105"/>
                  <a:pt x="10" y="98"/>
                </a:cubicBezTo>
                <a:cubicBezTo>
                  <a:pt x="17" y="92"/>
                  <a:pt x="25" y="88"/>
                  <a:pt x="35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62" y="88"/>
                  <a:pt x="171" y="92"/>
                  <a:pt x="177" y="98"/>
                </a:cubicBezTo>
                <a:cubicBezTo>
                  <a:pt x="184" y="105"/>
                  <a:pt x="188" y="114"/>
                  <a:pt x="188" y="123"/>
                </a:cubicBezTo>
                <a:close/>
                <a:moveTo>
                  <a:pt x="135" y="41"/>
                </a:moveTo>
                <a:cubicBezTo>
                  <a:pt x="135" y="53"/>
                  <a:pt x="131" y="62"/>
                  <a:pt x="123" y="70"/>
                </a:cubicBezTo>
                <a:cubicBezTo>
                  <a:pt x="115" y="78"/>
                  <a:pt x="105" y="82"/>
                  <a:pt x="94" y="82"/>
                </a:cubicBezTo>
                <a:cubicBezTo>
                  <a:pt x="82" y="82"/>
                  <a:pt x="73" y="78"/>
                  <a:pt x="65" y="70"/>
                </a:cubicBezTo>
                <a:cubicBezTo>
                  <a:pt x="57" y="62"/>
                  <a:pt x="53" y="53"/>
                  <a:pt x="53" y="41"/>
                </a:cubicBezTo>
                <a:cubicBezTo>
                  <a:pt x="53" y="30"/>
                  <a:pt x="57" y="20"/>
                  <a:pt x="65" y="12"/>
                </a:cubicBezTo>
                <a:cubicBezTo>
                  <a:pt x="73" y="4"/>
                  <a:pt x="82" y="0"/>
                  <a:pt x="94" y="0"/>
                </a:cubicBezTo>
                <a:cubicBezTo>
                  <a:pt x="105" y="0"/>
                  <a:pt x="115" y="4"/>
                  <a:pt x="123" y="12"/>
                </a:cubicBezTo>
                <a:cubicBezTo>
                  <a:pt x="131" y="20"/>
                  <a:pt x="135" y="30"/>
                  <a:pt x="135" y="4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622077" y="1995597"/>
            <a:ext cx="194756" cy="291443"/>
          </a:xfrm>
          <a:custGeom>
            <a:avLst/>
            <a:gdLst>
              <a:gd name="T0" fmla="*/ 141 w 188"/>
              <a:gd name="T1" fmla="*/ 94 h 282"/>
              <a:gd name="T2" fmla="*/ 127 w 188"/>
              <a:gd name="T3" fmla="*/ 60 h 282"/>
              <a:gd name="T4" fmla="*/ 94 w 188"/>
              <a:gd name="T5" fmla="*/ 47 h 282"/>
              <a:gd name="T6" fmla="*/ 60 w 188"/>
              <a:gd name="T7" fmla="*/ 60 h 282"/>
              <a:gd name="T8" fmla="*/ 47 w 188"/>
              <a:gd name="T9" fmla="*/ 94 h 282"/>
              <a:gd name="T10" fmla="*/ 60 w 188"/>
              <a:gd name="T11" fmla="*/ 127 h 282"/>
              <a:gd name="T12" fmla="*/ 94 w 188"/>
              <a:gd name="T13" fmla="*/ 141 h 282"/>
              <a:gd name="T14" fmla="*/ 127 w 188"/>
              <a:gd name="T15" fmla="*/ 127 h 282"/>
              <a:gd name="T16" fmla="*/ 141 w 188"/>
              <a:gd name="T17" fmla="*/ 94 h 282"/>
              <a:gd name="T18" fmla="*/ 188 w 188"/>
              <a:gd name="T19" fmla="*/ 94 h 282"/>
              <a:gd name="T20" fmla="*/ 182 w 188"/>
              <a:gd name="T21" fmla="*/ 126 h 282"/>
              <a:gd name="T22" fmla="*/ 115 w 188"/>
              <a:gd name="T23" fmla="*/ 269 h 282"/>
              <a:gd name="T24" fmla="*/ 106 w 188"/>
              <a:gd name="T25" fmla="*/ 278 h 282"/>
              <a:gd name="T26" fmla="*/ 94 w 188"/>
              <a:gd name="T27" fmla="*/ 282 h 282"/>
              <a:gd name="T28" fmla="*/ 81 w 188"/>
              <a:gd name="T29" fmla="*/ 278 h 282"/>
              <a:gd name="T30" fmla="*/ 73 w 188"/>
              <a:gd name="T31" fmla="*/ 269 h 282"/>
              <a:gd name="T32" fmla="*/ 6 w 188"/>
              <a:gd name="T33" fmla="*/ 126 h 282"/>
              <a:gd name="T34" fmla="*/ 0 w 188"/>
              <a:gd name="T35" fmla="*/ 94 h 282"/>
              <a:gd name="T36" fmla="*/ 27 w 188"/>
              <a:gd name="T37" fmla="*/ 27 h 282"/>
              <a:gd name="T38" fmla="*/ 94 w 188"/>
              <a:gd name="T39" fmla="*/ 0 h 282"/>
              <a:gd name="T40" fmla="*/ 160 w 188"/>
              <a:gd name="T41" fmla="*/ 27 h 282"/>
              <a:gd name="T42" fmla="*/ 188 w 188"/>
              <a:gd name="T43" fmla="*/ 94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88" h="282">
                <a:moveTo>
                  <a:pt x="141" y="94"/>
                </a:moveTo>
                <a:cubicBezTo>
                  <a:pt x="141" y="81"/>
                  <a:pt x="136" y="70"/>
                  <a:pt x="127" y="60"/>
                </a:cubicBezTo>
                <a:cubicBezTo>
                  <a:pt x="118" y="51"/>
                  <a:pt x="107" y="47"/>
                  <a:pt x="94" y="47"/>
                </a:cubicBezTo>
                <a:cubicBezTo>
                  <a:pt x="81" y="47"/>
                  <a:pt x="70" y="51"/>
                  <a:pt x="60" y="60"/>
                </a:cubicBezTo>
                <a:cubicBezTo>
                  <a:pt x="51" y="70"/>
                  <a:pt x="47" y="81"/>
                  <a:pt x="47" y="94"/>
                </a:cubicBezTo>
                <a:cubicBezTo>
                  <a:pt x="47" y="107"/>
                  <a:pt x="51" y="118"/>
                  <a:pt x="60" y="127"/>
                </a:cubicBezTo>
                <a:cubicBezTo>
                  <a:pt x="70" y="136"/>
                  <a:pt x="81" y="141"/>
                  <a:pt x="94" y="141"/>
                </a:cubicBezTo>
                <a:cubicBezTo>
                  <a:pt x="107" y="141"/>
                  <a:pt x="118" y="136"/>
                  <a:pt x="127" y="127"/>
                </a:cubicBezTo>
                <a:cubicBezTo>
                  <a:pt x="136" y="118"/>
                  <a:pt x="141" y="107"/>
                  <a:pt x="141" y="94"/>
                </a:cubicBezTo>
                <a:close/>
                <a:moveTo>
                  <a:pt x="188" y="94"/>
                </a:moveTo>
                <a:cubicBezTo>
                  <a:pt x="188" y="107"/>
                  <a:pt x="186" y="118"/>
                  <a:pt x="182" y="126"/>
                </a:cubicBezTo>
                <a:cubicBezTo>
                  <a:pt x="115" y="269"/>
                  <a:pt x="115" y="269"/>
                  <a:pt x="115" y="269"/>
                </a:cubicBezTo>
                <a:cubicBezTo>
                  <a:pt x="113" y="273"/>
                  <a:pt x="110" y="276"/>
                  <a:pt x="106" y="278"/>
                </a:cubicBezTo>
                <a:cubicBezTo>
                  <a:pt x="102" y="280"/>
                  <a:pt x="98" y="282"/>
                  <a:pt x="94" y="282"/>
                </a:cubicBezTo>
                <a:cubicBezTo>
                  <a:pt x="89" y="282"/>
                  <a:pt x="85" y="280"/>
                  <a:pt x="81" y="278"/>
                </a:cubicBezTo>
                <a:cubicBezTo>
                  <a:pt x="77" y="276"/>
                  <a:pt x="75" y="273"/>
                  <a:pt x="73" y="269"/>
                </a:cubicBezTo>
                <a:cubicBezTo>
                  <a:pt x="6" y="126"/>
                  <a:pt x="6" y="126"/>
                  <a:pt x="6" y="126"/>
                </a:cubicBezTo>
                <a:cubicBezTo>
                  <a:pt x="2" y="118"/>
                  <a:pt x="0" y="107"/>
                  <a:pt x="0" y="94"/>
                </a:cubicBezTo>
                <a:cubicBezTo>
                  <a:pt x="0" y="68"/>
                  <a:pt x="9" y="46"/>
                  <a:pt x="27" y="27"/>
                </a:cubicBezTo>
                <a:cubicBezTo>
                  <a:pt x="46" y="9"/>
                  <a:pt x="68" y="0"/>
                  <a:pt x="94" y="0"/>
                </a:cubicBezTo>
                <a:cubicBezTo>
                  <a:pt x="120" y="0"/>
                  <a:pt x="142" y="9"/>
                  <a:pt x="160" y="27"/>
                </a:cubicBezTo>
                <a:cubicBezTo>
                  <a:pt x="179" y="46"/>
                  <a:pt x="188" y="68"/>
                  <a:pt x="188" y="9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979820" y="1970734"/>
            <a:ext cx="343930" cy="341168"/>
          </a:xfrm>
          <a:custGeom>
            <a:avLst/>
            <a:gdLst>
              <a:gd name="T0" fmla="*/ 237 w 331"/>
              <a:gd name="T1" fmla="*/ 6 h 330"/>
              <a:gd name="T2" fmla="*/ 238 w 331"/>
              <a:gd name="T3" fmla="*/ 2 h 330"/>
              <a:gd name="T4" fmla="*/ 243 w 331"/>
              <a:gd name="T5" fmla="*/ 0 h 330"/>
              <a:gd name="T6" fmla="*/ 319 w 331"/>
              <a:gd name="T7" fmla="*/ 0 h 330"/>
              <a:gd name="T8" fmla="*/ 327 w 331"/>
              <a:gd name="T9" fmla="*/ 4 h 330"/>
              <a:gd name="T10" fmla="*/ 331 w 331"/>
              <a:gd name="T11" fmla="*/ 12 h 330"/>
              <a:gd name="T12" fmla="*/ 331 w 331"/>
              <a:gd name="T13" fmla="*/ 88 h 330"/>
              <a:gd name="T14" fmla="*/ 329 w 331"/>
              <a:gd name="T15" fmla="*/ 92 h 330"/>
              <a:gd name="T16" fmla="*/ 325 w 331"/>
              <a:gd name="T17" fmla="*/ 94 h 330"/>
              <a:gd name="T18" fmla="*/ 313 w 331"/>
              <a:gd name="T19" fmla="*/ 94 h 330"/>
              <a:gd name="T20" fmla="*/ 309 w 331"/>
              <a:gd name="T21" fmla="*/ 92 h 330"/>
              <a:gd name="T22" fmla="*/ 307 w 331"/>
              <a:gd name="T23" fmla="*/ 88 h 330"/>
              <a:gd name="T24" fmla="*/ 307 w 331"/>
              <a:gd name="T25" fmla="*/ 40 h 330"/>
              <a:gd name="T26" fmla="*/ 230 w 331"/>
              <a:gd name="T27" fmla="*/ 117 h 330"/>
              <a:gd name="T28" fmla="*/ 254 w 331"/>
              <a:gd name="T29" fmla="*/ 161 h 330"/>
              <a:gd name="T30" fmla="*/ 260 w 331"/>
              <a:gd name="T31" fmla="*/ 211 h 330"/>
              <a:gd name="T32" fmla="*/ 223 w 331"/>
              <a:gd name="T33" fmla="*/ 291 h 330"/>
              <a:gd name="T34" fmla="*/ 144 w 331"/>
              <a:gd name="T35" fmla="*/ 328 h 330"/>
              <a:gd name="T36" fmla="*/ 87 w 331"/>
              <a:gd name="T37" fmla="*/ 321 h 330"/>
              <a:gd name="T38" fmla="*/ 39 w 331"/>
              <a:gd name="T39" fmla="*/ 291 h 330"/>
              <a:gd name="T40" fmla="*/ 10 w 331"/>
              <a:gd name="T41" fmla="*/ 244 h 330"/>
              <a:gd name="T42" fmla="*/ 3 w 331"/>
              <a:gd name="T43" fmla="*/ 187 h 330"/>
              <a:gd name="T44" fmla="*/ 40 w 331"/>
              <a:gd name="T45" fmla="*/ 108 h 330"/>
              <a:gd name="T46" fmla="*/ 119 w 331"/>
              <a:gd name="T47" fmla="*/ 71 h 330"/>
              <a:gd name="T48" fmla="*/ 170 w 331"/>
              <a:gd name="T49" fmla="*/ 77 h 330"/>
              <a:gd name="T50" fmla="*/ 214 w 331"/>
              <a:gd name="T51" fmla="*/ 101 h 330"/>
              <a:gd name="T52" fmla="*/ 290 w 331"/>
              <a:gd name="T53" fmla="*/ 24 h 330"/>
              <a:gd name="T54" fmla="*/ 243 w 331"/>
              <a:gd name="T55" fmla="*/ 24 h 330"/>
              <a:gd name="T56" fmla="*/ 238 w 331"/>
              <a:gd name="T57" fmla="*/ 22 h 330"/>
              <a:gd name="T58" fmla="*/ 237 w 331"/>
              <a:gd name="T59" fmla="*/ 18 h 330"/>
              <a:gd name="T60" fmla="*/ 237 w 331"/>
              <a:gd name="T61" fmla="*/ 6 h 330"/>
              <a:gd name="T62" fmla="*/ 131 w 331"/>
              <a:gd name="T63" fmla="*/ 306 h 330"/>
              <a:gd name="T64" fmla="*/ 172 w 331"/>
              <a:gd name="T65" fmla="*/ 297 h 330"/>
              <a:gd name="T66" fmla="*/ 206 w 331"/>
              <a:gd name="T67" fmla="*/ 275 h 330"/>
              <a:gd name="T68" fmla="*/ 228 w 331"/>
              <a:gd name="T69" fmla="*/ 241 h 330"/>
              <a:gd name="T70" fmla="*/ 237 w 331"/>
              <a:gd name="T71" fmla="*/ 200 h 330"/>
              <a:gd name="T72" fmla="*/ 228 w 331"/>
              <a:gd name="T73" fmla="*/ 159 h 330"/>
              <a:gd name="T74" fmla="*/ 206 w 331"/>
              <a:gd name="T75" fmla="*/ 125 h 330"/>
              <a:gd name="T76" fmla="*/ 172 w 331"/>
              <a:gd name="T77" fmla="*/ 102 h 330"/>
              <a:gd name="T78" fmla="*/ 131 w 331"/>
              <a:gd name="T79" fmla="*/ 94 h 330"/>
              <a:gd name="T80" fmla="*/ 90 w 331"/>
              <a:gd name="T81" fmla="*/ 102 h 330"/>
              <a:gd name="T82" fmla="*/ 56 w 331"/>
              <a:gd name="T83" fmla="*/ 125 h 330"/>
              <a:gd name="T84" fmla="*/ 34 w 331"/>
              <a:gd name="T85" fmla="*/ 159 h 330"/>
              <a:gd name="T86" fmla="*/ 25 w 331"/>
              <a:gd name="T87" fmla="*/ 200 h 330"/>
              <a:gd name="T88" fmla="*/ 34 w 331"/>
              <a:gd name="T89" fmla="*/ 241 h 330"/>
              <a:gd name="T90" fmla="*/ 56 w 331"/>
              <a:gd name="T91" fmla="*/ 275 h 330"/>
              <a:gd name="T92" fmla="*/ 90 w 331"/>
              <a:gd name="T93" fmla="*/ 297 h 330"/>
              <a:gd name="T94" fmla="*/ 131 w 331"/>
              <a:gd name="T95" fmla="*/ 306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31" h="330">
                <a:moveTo>
                  <a:pt x="237" y="6"/>
                </a:moveTo>
                <a:cubicBezTo>
                  <a:pt x="237" y="4"/>
                  <a:pt x="237" y="3"/>
                  <a:pt x="238" y="2"/>
                </a:cubicBezTo>
                <a:cubicBezTo>
                  <a:pt x="239" y="1"/>
                  <a:pt x="241" y="0"/>
                  <a:pt x="243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322" y="0"/>
                  <a:pt x="325" y="1"/>
                  <a:pt x="327" y="4"/>
                </a:cubicBezTo>
                <a:cubicBezTo>
                  <a:pt x="329" y="6"/>
                  <a:pt x="331" y="9"/>
                  <a:pt x="331" y="12"/>
                </a:cubicBezTo>
                <a:cubicBezTo>
                  <a:pt x="331" y="88"/>
                  <a:pt x="331" y="88"/>
                  <a:pt x="331" y="88"/>
                </a:cubicBezTo>
                <a:cubicBezTo>
                  <a:pt x="331" y="90"/>
                  <a:pt x="330" y="91"/>
                  <a:pt x="329" y="92"/>
                </a:cubicBezTo>
                <a:cubicBezTo>
                  <a:pt x="328" y="94"/>
                  <a:pt x="326" y="94"/>
                  <a:pt x="325" y="94"/>
                </a:cubicBezTo>
                <a:cubicBezTo>
                  <a:pt x="313" y="94"/>
                  <a:pt x="313" y="94"/>
                  <a:pt x="313" y="94"/>
                </a:cubicBezTo>
                <a:cubicBezTo>
                  <a:pt x="311" y="94"/>
                  <a:pt x="310" y="94"/>
                  <a:pt x="309" y="92"/>
                </a:cubicBezTo>
                <a:cubicBezTo>
                  <a:pt x="308" y="91"/>
                  <a:pt x="307" y="90"/>
                  <a:pt x="307" y="88"/>
                </a:cubicBezTo>
                <a:cubicBezTo>
                  <a:pt x="307" y="40"/>
                  <a:pt x="307" y="40"/>
                  <a:pt x="307" y="40"/>
                </a:cubicBezTo>
                <a:cubicBezTo>
                  <a:pt x="230" y="117"/>
                  <a:pt x="230" y="117"/>
                  <a:pt x="230" y="117"/>
                </a:cubicBezTo>
                <a:cubicBezTo>
                  <a:pt x="241" y="130"/>
                  <a:pt x="249" y="144"/>
                  <a:pt x="254" y="161"/>
                </a:cubicBezTo>
                <a:cubicBezTo>
                  <a:pt x="259" y="177"/>
                  <a:pt x="261" y="194"/>
                  <a:pt x="260" y="211"/>
                </a:cubicBezTo>
                <a:cubicBezTo>
                  <a:pt x="257" y="242"/>
                  <a:pt x="245" y="268"/>
                  <a:pt x="223" y="291"/>
                </a:cubicBezTo>
                <a:cubicBezTo>
                  <a:pt x="201" y="313"/>
                  <a:pt x="175" y="325"/>
                  <a:pt x="144" y="328"/>
                </a:cubicBezTo>
                <a:cubicBezTo>
                  <a:pt x="124" y="330"/>
                  <a:pt x="105" y="328"/>
                  <a:pt x="87" y="321"/>
                </a:cubicBezTo>
                <a:cubicBezTo>
                  <a:pt x="68" y="314"/>
                  <a:pt x="52" y="304"/>
                  <a:pt x="39" y="291"/>
                </a:cubicBezTo>
                <a:cubicBezTo>
                  <a:pt x="27" y="278"/>
                  <a:pt x="17" y="263"/>
                  <a:pt x="10" y="244"/>
                </a:cubicBezTo>
                <a:cubicBezTo>
                  <a:pt x="3" y="226"/>
                  <a:pt x="0" y="207"/>
                  <a:pt x="3" y="187"/>
                </a:cubicBezTo>
                <a:cubicBezTo>
                  <a:pt x="6" y="156"/>
                  <a:pt x="18" y="130"/>
                  <a:pt x="40" y="108"/>
                </a:cubicBezTo>
                <a:cubicBezTo>
                  <a:pt x="62" y="86"/>
                  <a:pt x="89" y="74"/>
                  <a:pt x="119" y="71"/>
                </a:cubicBezTo>
                <a:cubicBezTo>
                  <a:pt x="137" y="70"/>
                  <a:pt x="154" y="72"/>
                  <a:pt x="170" y="77"/>
                </a:cubicBezTo>
                <a:cubicBezTo>
                  <a:pt x="186" y="82"/>
                  <a:pt x="201" y="90"/>
                  <a:pt x="214" y="101"/>
                </a:cubicBezTo>
                <a:cubicBezTo>
                  <a:pt x="290" y="24"/>
                  <a:pt x="290" y="24"/>
                  <a:pt x="290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1" y="24"/>
                  <a:pt x="239" y="23"/>
                  <a:pt x="238" y="22"/>
                </a:cubicBezTo>
                <a:cubicBezTo>
                  <a:pt x="237" y="21"/>
                  <a:pt x="237" y="20"/>
                  <a:pt x="237" y="18"/>
                </a:cubicBezTo>
                <a:lnTo>
                  <a:pt x="237" y="6"/>
                </a:lnTo>
                <a:close/>
                <a:moveTo>
                  <a:pt x="131" y="306"/>
                </a:moveTo>
                <a:cubicBezTo>
                  <a:pt x="145" y="306"/>
                  <a:pt x="159" y="303"/>
                  <a:pt x="172" y="297"/>
                </a:cubicBezTo>
                <a:cubicBezTo>
                  <a:pt x="185" y="292"/>
                  <a:pt x="196" y="284"/>
                  <a:pt x="206" y="275"/>
                </a:cubicBezTo>
                <a:cubicBezTo>
                  <a:pt x="215" y="265"/>
                  <a:pt x="223" y="254"/>
                  <a:pt x="228" y="241"/>
                </a:cubicBezTo>
                <a:cubicBezTo>
                  <a:pt x="234" y="228"/>
                  <a:pt x="237" y="214"/>
                  <a:pt x="237" y="200"/>
                </a:cubicBezTo>
                <a:cubicBezTo>
                  <a:pt x="237" y="186"/>
                  <a:pt x="234" y="172"/>
                  <a:pt x="228" y="159"/>
                </a:cubicBezTo>
                <a:cubicBezTo>
                  <a:pt x="223" y="146"/>
                  <a:pt x="215" y="135"/>
                  <a:pt x="206" y="125"/>
                </a:cubicBezTo>
                <a:cubicBezTo>
                  <a:pt x="196" y="116"/>
                  <a:pt x="185" y="108"/>
                  <a:pt x="172" y="102"/>
                </a:cubicBezTo>
                <a:cubicBezTo>
                  <a:pt x="159" y="97"/>
                  <a:pt x="145" y="94"/>
                  <a:pt x="131" y="94"/>
                </a:cubicBezTo>
                <a:cubicBezTo>
                  <a:pt x="117" y="94"/>
                  <a:pt x="103" y="97"/>
                  <a:pt x="90" y="102"/>
                </a:cubicBezTo>
                <a:cubicBezTo>
                  <a:pt x="77" y="108"/>
                  <a:pt x="66" y="116"/>
                  <a:pt x="56" y="125"/>
                </a:cubicBezTo>
                <a:cubicBezTo>
                  <a:pt x="47" y="135"/>
                  <a:pt x="39" y="146"/>
                  <a:pt x="34" y="159"/>
                </a:cubicBezTo>
                <a:cubicBezTo>
                  <a:pt x="28" y="172"/>
                  <a:pt x="25" y="186"/>
                  <a:pt x="25" y="200"/>
                </a:cubicBezTo>
                <a:cubicBezTo>
                  <a:pt x="25" y="214"/>
                  <a:pt x="28" y="228"/>
                  <a:pt x="34" y="241"/>
                </a:cubicBezTo>
                <a:cubicBezTo>
                  <a:pt x="39" y="254"/>
                  <a:pt x="47" y="265"/>
                  <a:pt x="56" y="275"/>
                </a:cubicBezTo>
                <a:cubicBezTo>
                  <a:pt x="66" y="284"/>
                  <a:pt x="77" y="292"/>
                  <a:pt x="90" y="297"/>
                </a:cubicBezTo>
                <a:cubicBezTo>
                  <a:pt x="103" y="303"/>
                  <a:pt x="117" y="306"/>
                  <a:pt x="131" y="30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2403861" y="1970734"/>
            <a:ext cx="366030" cy="342548"/>
          </a:xfrm>
          <a:custGeom>
            <a:avLst/>
            <a:gdLst>
              <a:gd name="T0" fmla="*/ 284 w 353"/>
              <a:gd name="T1" fmla="*/ 72 h 331"/>
              <a:gd name="T2" fmla="*/ 341 w 353"/>
              <a:gd name="T3" fmla="*/ 71 h 331"/>
              <a:gd name="T4" fmla="*/ 353 w 353"/>
              <a:gd name="T5" fmla="*/ 82 h 331"/>
              <a:gd name="T6" fmla="*/ 351 w 353"/>
              <a:gd name="T7" fmla="*/ 139 h 331"/>
              <a:gd name="T8" fmla="*/ 335 w 353"/>
              <a:gd name="T9" fmla="*/ 141 h 331"/>
              <a:gd name="T10" fmla="*/ 329 w 353"/>
              <a:gd name="T11" fmla="*/ 135 h 331"/>
              <a:gd name="T12" fmla="*/ 283 w 353"/>
              <a:gd name="T13" fmla="*/ 157 h 331"/>
              <a:gd name="T14" fmla="*/ 304 w 353"/>
              <a:gd name="T15" fmla="*/ 242 h 331"/>
              <a:gd name="T16" fmla="*/ 215 w 353"/>
              <a:gd name="T17" fmla="*/ 328 h 331"/>
              <a:gd name="T18" fmla="*/ 101 w 353"/>
              <a:gd name="T19" fmla="*/ 258 h 331"/>
              <a:gd name="T20" fmla="*/ 27 w 353"/>
              <a:gd name="T21" fmla="*/ 223 h 331"/>
              <a:gd name="T22" fmla="*/ 1 w 353"/>
              <a:gd name="T23" fmla="*/ 146 h 331"/>
              <a:gd name="T24" fmla="*/ 48 w 353"/>
              <a:gd name="T25" fmla="*/ 64 h 331"/>
              <a:gd name="T26" fmla="*/ 136 w 353"/>
              <a:gd name="T27" fmla="*/ 51 h 331"/>
              <a:gd name="T28" fmla="*/ 219 w 353"/>
              <a:gd name="T29" fmla="*/ 24 h 331"/>
              <a:gd name="T30" fmla="*/ 190 w 353"/>
              <a:gd name="T31" fmla="*/ 22 h 331"/>
              <a:gd name="T32" fmla="*/ 189 w 353"/>
              <a:gd name="T33" fmla="*/ 6 h 331"/>
              <a:gd name="T34" fmla="*/ 194 w 353"/>
              <a:gd name="T35" fmla="*/ 0 h 331"/>
              <a:gd name="T36" fmla="*/ 255 w 353"/>
              <a:gd name="T37" fmla="*/ 4 h 331"/>
              <a:gd name="T38" fmla="*/ 259 w 353"/>
              <a:gd name="T39" fmla="*/ 65 h 331"/>
              <a:gd name="T40" fmla="*/ 253 w 353"/>
              <a:gd name="T41" fmla="*/ 71 h 331"/>
              <a:gd name="T42" fmla="*/ 237 w 353"/>
              <a:gd name="T43" fmla="*/ 69 h 331"/>
              <a:gd name="T44" fmla="*/ 235 w 353"/>
              <a:gd name="T45" fmla="*/ 40 h 331"/>
              <a:gd name="T46" fmla="*/ 206 w 353"/>
              <a:gd name="T47" fmla="*/ 118 h 331"/>
              <a:gd name="T48" fmla="*/ 313 w 353"/>
              <a:gd name="T49" fmla="*/ 94 h 331"/>
              <a:gd name="T50" fmla="*/ 284 w 353"/>
              <a:gd name="T51" fmla="*/ 92 h 331"/>
              <a:gd name="T52" fmla="*/ 282 w 353"/>
              <a:gd name="T53" fmla="*/ 77 h 331"/>
              <a:gd name="T54" fmla="*/ 188 w 353"/>
              <a:gd name="T55" fmla="*/ 142 h 331"/>
              <a:gd name="T56" fmla="*/ 118 w 353"/>
              <a:gd name="T57" fmla="*/ 223 h 331"/>
              <a:gd name="T58" fmla="*/ 169 w 353"/>
              <a:gd name="T59" fmla="*/ 206 h 331"/>
              <a:gd name="T60" fmla="*/ 24 w 353"/>
              <a:gd name="T61" fmla="*/ 153 h 331"/>
              <a:gd name="T62" fmla="*/ 95 w 353"/>
              <a:gd name="T63" fmla="*/ 234 h 331"/>
              <a:gd name="T64" fmla="*/ 119 w 353"/>
              <a:gd name="T65" fmla="*/ 156 h 331"/>
              <a:gd name="T66" fmla="*/ 151 w 353"/>
              <a:gd name="T67" fmla="*/ 84 h 331"/>
              <a:gd name="T68" fmla="*/ 48 w 353"/>
              <a:gd name="T69" fmla="*/ 95 h 331"/>
              <a:gd name="T70" fmla="*/ 200 w 353"/>
              <a:gd name="T71" fmla="*/ 306 h 331"/>
              <a:gd name="T72" fmla="*/ 282 w 353"/>
              <a:gd name="T73" fmla="*/ 223 h 331"/>
              <a:gd name="T74" fmla="*/ 211 w 353"/>
              <a:gd name="T75" fmla="*/ 142 h 331"/>
              <a:gd name="T76" fmla="*/ 187 w 353"/>
              <a:gd name="T77" fmla="*/ 221 h 331"/>
              <a:gd name="T78" fmla="*/ 155 w 353"/>
              <a:gd name="T79" fmla="*/ 292 h 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31">
                <a:moveTo>
                  <a:pt x="282" y="77"/>
                </a:moveTo>
                <a:cubicBezTo>
                  <a:pt x="282" y="75"/>
                  <a:pt x="283" y="73"/>
                  <a:pt x="284" y="72"/>
                </a:cubicBezTo>
                <a:cubicBezTo>
                  <a:pt x="285" y="71"/>
                  <a:pt x="287" y="71"/>
                  <a:pt x="288" y="71"/>
                </a:cubicBezTo>
                <a:cubicBezTo>
                  <a:pt x="341" y="71"/>
                  <a:pt x="341" y="71"/>
                  <a:pt x="341" y="71"/>
                </a:cubicBezTo>
                <a:cubicBezTo>
                  <a:pt x="344" y="71"/>
                  <a:pt x="347" y="72"/>
                  <a:pt x="349" y="74"/>
                </a:cubicBezTo>
                <a:cubicBezTo>
                  <a:pt x="352" y="76"/>
                  <a:pt x="353" y="79"/>
                  <a:pt x="353" y="82"/>
                </a:cubicBezTo>
                <a:cubicBezTo>
                  <a:pt x="353" y="135"/>
                  <a:pt x="353" y="135"/>
                  <a:pt x="353" y="135"/>
                </a:cubicBezTo>
                <a:cubicBezTo>
                  <a:pt x="353" y="137"/>
                  <a:pt x="352" y="138"/>
                  <a:pt x="351" y="139"/>
                </a:cubicBezTo>
                <a:cubicBezTo>
                  <a:pt x="350" y="141"/>
                  <a:pt x="349" y="141"/>
                  <a:pt x="347" y="141"/>
                </a:cubicBezTo>
                <a:cubicBezTo>
                  <a:pt x="335" y="141"/>
                  <a:pt x="335" y="141"/>
                  <a:pt x="335" y="141"/>
                </a:cubicBezTo>
                <a:cubicBezTo>
                  <a:pt x="334" y="141"/>
                  <a:pt x="332" y="141"/>
                  <a:pt x="331" y="139"/>
                </a:cubicBezTo>
                <a:cubicBezTo>
                  <a:pt x="330" y="138"/>
                  <a:pt x="329" y="137"/>
                  <a:pt x="329" y="135"/>
                </a:cubicBezTo>
                <a:cubicBezTo>
                  <a:pt x="329" y="111"/>
                  <a:pt x="329" y="111"/>
                  <a:pt x="329" y="111"/>
                </a:cubicBezTo>
                <a:cubicBezTo>
                  <a:pt x="283" y="157"/>
                  <a:pt x="283" y="157"/>
                  <a:pt x="283" y="157"/>
                </a:cubicBezTo>
                <a:cubicBezTo>
                  <a:pt x="292" y="169"/>
                  <a:pt x="299" y="182"/>
                  <a:pt x="303" y="197"/>
                </a:cubicBezTo>
                <a:cubicBezTo>
                  <a:pt x="306" y="211"/>
                  <a:pt x="307" y="226"/>
                  <a:pt x="304" y="242"/>
                </a:cubicBezTo>
                <a:cubicBezTo>
                  <a:pt x="301" y="264"/>
                  <a:pt x="290" y="283"/>
                  <a:pt x="274" y="299"/>
                </a:cubicBezTo>
                <a:cubicBezTo>
                  <a:pt x="257" y="315"/>
                  <a:pt x="238" y="325"/>
                  <a:pt x="215" y="328"/>
                </a:cubicBezTo>
                <a:cubicBezTo>
                  <a:pt x="190" y="331"/>
                  <a:pt x="166" y="327"/>
                  <a:pt x="145" y="313"/>
                </a:cubicBezTo>
                <a:cubicBezTo>
                  <a:pt x="124" y="300"/>
                  <a:pt x="109" y="282"/>
                  <a:pt x="101" y="258"/>
                </a:cubicBezTo>
                <a:cubicBezTo>
                  <a:pt x="86" y="257"/>
                  <a:pt x="73" y="254"/>
                  <a:pt x="60" y="248"/>
                </a:cubicBezTo>
                <a:cubicBezTo>
                  <a:pt x="47" y="241"/>
                  <a:pt x="36" y="233"/>
                  <a:pt x="27" y="223"/>
                </a:cubicBezTo>
                <a:cubicBezTo>
                  <a:pt x="18" y="213"/>
                  <a:pt x="12" y="201"/>
                  <a:pt x="7" y="188"/>
                </a:cubicBezTo>
                <a:cubicBezTo>
                  <a:pt x="2" y="174"/>
                  <a:pt x="0" y="160"/>
                  <a:pt x="1" y="146"/>
                </a:cubicBezTo>
                <a:cubicBezTo>
                  <a:pt x="2" y="129"/>
                  <a:pt x="7" y="114"/>
                  <a:pt x="15" y="99"/>
                </a:cubicBezTo>
                <a:cubicBezTo>
                  <a:pt x="24" y="85"/>
                  <a:pt x="35" y="73"/>
                  <a:pt x="48" y="64"/>
                </a:cubicBezTo>
                <a:cubicBezTo>
                  <a:pt x="62" y="55"/>
                  <a:pt x="77" y="50"/>
                  <a:pt x="94" y="48"/>
                </a:cubicBezTo>
                <a:cubicBezTo>
                  <a:pt x="108" y="46"/>
                  <a:pt x="122" y="47"/>
                  <a:pt x="136" y="51"/>
                </a:cubicBezTo>
                <a:cubicBezTo>
                  <a:pt x="149" y="55"/>
                  <a:pt x="161" y="62"/>
                  <a:pt x="172" y="70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194" y="24"/>
                  <a:pt x="194" y="24"/>
                  <a:pt x="194" y="24"/>
                </a:cubicBezTo>
                <a:cubicBezTo>
                  <a:pt x="193" y="24"/>
                  <a:pt x="191" y="23"/>
                  <a:pt x="190" y="22"/>
                </a:cubicBezTo>
                <a:cubicBezTo>
                  <a:pt x="189" y="21"/>
                  <a:pt x="189" y="20"/>
                  <a:pt x="189" y="18"/>
                </a:cubicBezTo>
                <a:cubicBezTo>
                  <a:pt x="189" y="6"/>
                  <a:pt x="189" y="6"/>
                  <a:pt x="189" y="6"/>
                </a:cubicBezTo>
                <a:cubicBezTo>
                  <a:pt x="189" y="4"/>
                  <a:pt x="189" y="3"/>
                  <a:pt x="190" y="2"/>
                </a:cubicBezTo>
                <a:cubicBezTo>
                  <a:pt x="191" y="1"/>
                  <a:pt x="193" y="0"/>
                  <a:pt x="194" y="0"/>
                </a:cubicBezTo>
                <a:cubicBezTo>
                  <a:pt x="247" y="0"/>
                  <a:pt x="247" y="0"/>
                  <a:pt x="247" y="0"/>
                </a:cubicBezTo>
                <a:cubicBezTo>
                  <a:pt x="250" y="0"/>
                  <a:pt x="253" y="1"/>
                  <a:pt x="255" y="4"/>
                </a:cubicBezTo>
                <a:cubicBezTo>
                  <a:pt x="258" y="6"/>
                  <a:pt x="259" y="9"/>
                  <a:pt x="259" y="12"/>
                </a:cubicBezTo>
                <a:cubicBezTo>
                  <a:pt x="259" y="65"/>
                  <a:pt x="259" y="65"/>
                  <a:pt x="259" y="65"/>
                </a:cubicBezTo>
                <a:cubicBezTo>
                  <a:pt x="259" y="66"/>
                  <a:pt x="258" y="68"/>
                  <a:pt x="257" y="69"/>
                </a:cubicBezTo>
                <a:cubicBezTo>
                  <a:pt x="256" y="70"/>
                  <a:pt x="255" y="71"/>
                  <a:pt x="253" y="71"/>
                </a:cubicBezTo>
                <a:cubicBezTo>
                  <a:pt x="241" y="71"/>
                  <a:pt x="241" y="71"/>
                  <a:pt x="241" y="71"/>
                </a:cubicBezTo>
                <a:cubicBezTo>
                  <a:pt x="240" y="71"/>
                  <a:pt x="238" y="70"/>
                  <a:pt x="237" y="69"/>
                </a:cubicBezTo>
                <a:cubicBezTo>
                  <a:pt x="236" y="68"/>
                  <a:pt x="235" y="66"/>
                  <a:pt x="235" y="65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189" y="87"/>
                  <a:pt x="189" y="87"/>
                  <a:pt x="189" y="87"/>
                </a:cubicBezTo>
                <a:cubicBezTo>
                  <a:pt x="196" y="96"/>
                  <a:pt x="202" y="106"/>
                  <a:pt x="206" y="118"/>
                </a:cubicBezTo>
                <a:cubicBezTo>
                  <a:pt x="228" y="119"/>
                  <a:pt x="248" y="127"/>
                  <a:pt x="266" y="141"/>
                </a:cubicBezTo>
                <a:cubicBezTo>
                  <a:pt x="313" y="94"/>
                  <a:pt x="313" y="94"/>
                  <a:pt x="313" y="94"/>
                </a:cubicBezTo>
                <a:cubicBezTo>
                  <a:pt x="288" y="94"/>
                  <a:pt x="288" y="94"/>
                  <a:pt x="288" y="94"/>
                </a:cubicBezTo>
                <a:cubicBezTo>
                  <a:pt x="287" y="94"/>
                  <a:pt x="285" y="94"/>
                  <a:pt x="284" y="92"/>
                </a:cubicBezTo>
                <a:cubicBezTo>
                  <a:pt x="283" y="91"/>
                  <a:pt x="282" y="90"/>
                  <a:pt x="282" y="88"/>
                </a:cubicBezTo>
                <a:lnTo>
                  <a:pt x="282" y="77"/>
                </a:lnTo>
                <a:close/>
                <a:moveTo>
                  <a:pt x="189" y="153"/>
                </a:moveTo>
                <a:cubicBezTo>
                  <a:pt x="189" y="150"/>
                  <a:pt x="188" y="147"/>
                  <a:pt x="188" y="142"/>
                </a:cubicBezTo>
                <a:cubicBezTo>
                  <a:pt x="168" y="145"/>
                  <a:pt x="151" y="154"/>
                  <a:pt x="138" y="170"/>
                </a:cubicBezTo>
                <a:cubicBezTo>
                  <a:pt x="125" y="185"/>
                  <a:pt x="118" y="203"/>
                  <a:pt x="118" y="223"/>
                </a:cubicBezTo>
                <a:cubicBezTo>
                  <a:pt x="118" y="226"/>
                  <a:pt x="118" y="229"/>
                  <a:pt x="119" y="234"/>
                </a:cubicBezTo>
                <a:cubicBezTo>
                  <a:pt x="139" y="231"/>
                  <a:pt x="155" y="222"/>
                  <a:pt x="169" y="206"/>
                </a:cubicBezTo>
                <a:cubicBezTo>
                  <a:pt x="182" y="191"/>
                  <a:pt x="189" y="173"/>
                  <a:pt x="189" y="153"/>
                </a:cubicBezTo>
                <a:close/>
                <a:moveTo>
                  <a:pt x="24" y="153"/>
                </a:moveTo>
                <a:cubicBezTo>
                  <a:pt x="24" y="173"/>
                  <a:pt x="31" y="191"/>
                  <a:pt x="44" y="207"/>
                </a:cubicBezTo>
                <a:cubicBezTo>
                  <a:pt x="58" y="222"/>
                  <a:pt x="75" y="231"/>
                  <a:pt x="95" y="234"/>
                </a:cubicBezTo>
                <a:cubicBezTo>
                  <a:pt x="95" y="231"/>
                  <a:pt x="95" y="227"/>
                  <a:pt x="95" y="223"/>
                </a:cubicBezTo>
                <a:cubicBezTo>
                  <a:pt x="95" y="198"/>
                  <a:pt x="103" y="175"/>
                  <a:pt x="119" y="156"/>
                </a:cubicBezTo>
                <a:cubicBezTo>
                  <a:pt x="136" y="136"/>
                  <a:pt x="157" y="124"/>
                  <a:pt x="181" y="119"/>
                </a:cubicBezTo>
                <a:cubicBezTo>
                  <a:pt x="175" y="105"/>
                  <a:pt x="165" y="93"/>
                  <a:pt x="151" y="84"/>
                </a:cubicBezTo>
                <a:cubicBezTo>
                  <a:pt x="138" y="75"/>
                  <a:pt x="123" y="71"/>
                  <a:pt x="106" y="71"/>
                </a:cubicBezTo>
                <a:cubicBezTo>
                  <a:pt x="84" y="71"/>
                  <a:pt x="64" y="79"/>
                  <a:pt x="48" y="95"/>
                </a:cubicBezTo>
                <a:cubicBezTo>
                  <a:pt x="32" y="111"/>
                  <a:pt x="24" y="130"/>
                  <a:pt x="24" y="153"/>
                </a:cubicBezTo>
                <a:close/>
                <a:moveTo>
                  <a:pt x="200" y="306"/>
                </a:moveTo>
                <a:cubicBezTo>
                  <a:pt x="223" y="306"/>
                  <a:pt x="242" y="298"/>
                  <a:pt x="258" y="281"/>
                </a:cubicBezTo>
                <a:cubicBezTo>
                  <a:pt x="274" y="265"/>
                  <a:pt x="282" y="246"/>
                  <a:pt x="282" y="223"/>
                </a:cubicBezTo>
                <a:cubicBezTo>
                  <a:pt x="282" y="203"/>
                  <a:pt x="276" y="185"/>
                  <a:pt x="262" y="169"/>
                </a:cubicBezTo>
                <a:cubicBezTo>
                  <a:pt x="249" y="154"/>
                  <a:pt x="232" y="145"/>
                  <a:pt x="211" y="142"/>
                </a:cubicBezTo>
                <a:cubicBezTo>
                  <a:pt x="212" y="146"/>
                  <a:pt x="212" y="149"/>
                  <a:pt x="212" y="153"/>
                </a:cubicBezTo>
                <a:cubicBezTo>
                  <a:pt x="212" y="179"/>
                  <a:pt x="204" y="201"/>
                  <a:pt x="187" y="221"/>
                </a:cubicBezTo>
                <a:cubicBezTo>
                  <a:pt x="171" y="240"/>
                  <a:pt x="150" y="252"/>
                  <a:pt x="125" y="257"/>
                </a:cubicBezTo>
                <a:cubicBezTo>
                  <a:pt x="132" y="271"/>
                  <a:pt x="142" y="283"/>
                  <a:pt x="155" y="292"/>
                </a:cubicBezTo>
                <a:cubicBezTo>
                  <a:pt x="169" y="301"/>
                  <a:pt x="184" y="306"/>
                  <a:pt x="200" y="30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2848622" y="1970734"/>
            <a:ext cx="342548" cy="341168"/>
          </a:xfrm>
          <a:custGeom>
            <a:avLst/>
            <a:gdLst>
              <a:gd name="T0" fmla="*/ 327 w 331"/>
              <a:gd name="T1" fmla="*/ 4 h 330"/>
              <a:gd name="T2" fmla="*/ 331 w 331"/>
              <a:gd name="T3" fmla="*/ 88 h 330"/>
              <a:gd name="T4" fmla="*/ 325 w 331"/>
              <a:gd name="T5" fmla="*/ 94 h 330"/>
              <a:gd name="T6" fmla="*/ 309 w 331"/>
              <a:gd name="T7" fmla="*/ 92 h 330"/>
              <a:gd name="T8" fmla="*/ 307 w 331"/>
              <a:gd name="T9" fmla="*/ 40 h 330"/>
              <a:gd name="T10" fmla="*/ 294 w 331"/>
              <a:gd name="T11" fmla="*/ 111 h 330"/>
              <a:gd name="T12" fmla="*/ 294 w 331"/>
              <a:gd name="T13" fmla="*/ 119 h 330"/>
              <a:gd name="T14" fmla="*/ 281 w 331"/>
              <a:gd name="T15" fmla="*/ 129 h 330"/>
              <a:gd name="T16" fmla="*/ 248 w 331"/>
              <a:gd name="T17" fmla="*/ 99 h 330"/>
              <a:gd name="T18" fmla="*/ 254 w 331"/>
              <a:gd name="T19" fmla="*/ 161 h 330"/>
              <a:gd name="T20" fmla="*/ 223 w 331"/>
              <a:gd name="T21" fmla="*/ 291 h 330"/>
              <a:gd name="T22" fmla="*/ 87 w 331"/>
              <a:gd name="T23" fmla="*/ 321 h 330"/>
              <a:gd name="T24" fmla="*/ 10 w 331"/>
              <a:gd name="T25" fmla="*/ 244 h 330"/>
              <a:gd name="T26" fmla="*/ 40 w 331"/>
              <a:gd name="T27" fmla="*/ 108 h 330"/>
              <a:gd name="T28" fmla="*/ 170 w 331"/>
              <a:gd name="T29" fmla="*/ 77 h 330"/>
              <a:gd name="T30" fmla="*/ 232 w 331"/>
              <a:gd name="T31" fmla="*/ 82 h 330"/>
              <a:gd name="T32" fmla="*/ 201 w 331"/>
              <a:gd name="T33" fmla="*/ 50 h 330"/>
              <a:gd name="T34" fmla="*/ 212 w 331"/>
              <a:gd name="T35" fmla="*/ 37 h 330"/>
              <a:gd name="T36" fmla="*/ 220 w 331"/>
              <a:gd name="T37" fmla="*/ 37 h 330"/>
              <a:gd name="T38" fmla="*/ 290 w 331"/>
              <a:gd name="T39" fmla="*/ 24 h 330"/>
              <a:gd name="T40" fmla="*/ 238 w 331"/>
              <a:gd name="T41" fmla="*/ 22 h 330"/>
              <a:gd name="T42" fmla="*/ 237 w 331"/>
              <a:gd name="T43" fmla="*/ 6 h 330"/>
              <a:gd name="T44" fmla="*/ 243 w 331"/>
              <a:gd name="T45" fmla="*/ 0 h 330"/>
              <a:gd name="T46" fmla="*/ 237 w 331"/>
              <a:gd name="T47" fmla="*/ 200 h 330"/>
              <a:gd name="T48" fmla="*/ 206 w 331"/>
              <a:gd name="T49" fmla="*/ 125 h 330"/>
              <a:gd name="T50" fmla="*/ 131 w 331"/>
              <a:gd name="T51" fmla="*/ 94 h 330"/>
              <a:gd name="T52" fmla="*/ 56 w 331"/>
              <a:gd name="T53" fmla="*/ 125 h 330"/>
              <a:gd name="T54" fmla="*/ 25 w 331"/>
              <a:gd name="T55" fmla="*/ 200 h 330"/>
              <a:gd name="T56" fmla="*/ 56 w 331"/>
              <a:gd name="T57" fmla="*/ 275 h 330"/>
              <a:gd name="T58" fmla="*/ 131 w 331"/>
              <a:gd name="T59" fmla="*/ 306 h 330"/>
              <a:gd name="T60" fmla="*/ 206 w 331"/>
              <a:gd name="T61" fmla="*/ 275 h 330"/>
              <a:gd name="T62" fmla="*/ 237 w 331"/>
              <a:gd name="T63" fmla="*/ 200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31" h="330">
                <a:moveTo>
                  <a:pt x="319" y="0"/>
                </a:moveTo>
                <a:cubicBezTo>
                  <a:pt x="322" y="0"/>
                  <a:pt x="325" y="1"/>
                  <a:pt x="327" y="4"/>
                </a:cubicBezTo>
                <a:cubicBezTo>
                  <a:pt x="330" y="6"/>
                  <a:pt x="331" y="9"/>
                  <a:pt x="331" y="12"/>
                </a:cubicBezTo>
                <a:cubicBezTo>
                  <a:pt x="331" y="88"/>
                  <a:pt x="331" y="88"/>
                  <a:pt x="331" y="88"/>
                </a:cubicBezTo>
                <a:cubicBezTo>
                  <a:pt x="331" y="90"/>
                  <a:pt x="330" y="91"/>
                  <a:pt x="329" y="92"/>
                </a:cubicBezTo>
                <a:cubicBezTo>
                  <a:pt x="328" y="94"/>
                  <a:pt x="327" y="94"/>
                  <a:pt x="325" y="94"/>
                </a:cubicBezTo>
                <a:cubicBezTo>
                  <a:pt x="313" y="94"/>
                  <a:pt x="313" y="94"/>
                  <a:pt x="313" y="94"/>
                </a:cubicBezTo>
                <a:cubicBezTo>
                  <a:pt x="311" y="94"/>
                  <a:pt x="310" y="94"/>
                  <a:pt x="309" y="92"/>
                </a:cubicBezTo>
                <a:cubicBezTo>
                  <a:pt x="308" y="91"/>
                  <a:pt x="307" y="90"/>
                  <a:pt x="307" y="88"/>
                </a:cubicBezTo>
                <a:cubicBezTo>
                  <a:pt x="307" y="40"/>
                  <a:pt x="307" y="40"/>
                  <a:pt x="307" y="40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94" y="111"/>
                  <a:pt x="294" y="111"/>
                  <a:pt x="294" y="111"/>
                </a:cubicBezTo>
                <a:cubicBezTo>
                  <a:pt x="295" y="112"/>
                  <a:pt x="295" y="114"/>
                  <a:pt x="295" y="115"/>
                </a:cubicBezTo>
                <a:cubicBezTo>
                  <a:pt x="295" y="117"/>
                  <a:pt x="295" y="118"/>
                  <a:pt x="294" y="119"/>
                </a:cubicBezTo>
                <a:cubicBezTo>
                  <a:pt x="285" y="128"/>
                  <a:pt x="285" y="128"/>
                  <a:pt x="285" y="128"/>
                </a:cubicBezTo>
                <a:cubicBezTo>
                  <a:pt x="284" y="129"/>
                  <a:pt x="283" y="129"/>
                  <a:pt x="281" y="129"/>
                </a:cubicBezTo>
                <a:cubicBezTo>
                  <a:pt x="280" y="129"/>
                  <a:pt x="278" y="129"/>
                  <a:pt x="277" y="128"/>
                </a:cubicBezTo>
                <a:cubicBezTo>
                  <a:pt x="248" y="99"/>
                  <a:pt x="248" y="99"/>
                  <a:pt x="248" y="99"/>
                </a:cubicBezTo>
                <a:cubicBezTo>
                  <a:pt x="230" y="117"/>
                  <a:pt x="230" y="117"/>
                  <a:pt x="230" y="117"/>
                </a:cubicBezTo>
                <a:cubicBezTo>
                  <a:pt x="241" y="130"/>
                  <a:pt x="249" y="144"/>
                  <a:pt x="254" y="161"/>
                </a:cubicBezTo>
                <a:cubicBezTo>
                  <a:pt x="259" y="177"/>
                  <a:pt x="261" y="194"/>
                  <a:pt x="260" y="211"/>
                </a:cubicBezTo>
                <a:cubicBezTo>
                  <a:pt x="257" y="242"/>
                  <a:pt x="245" y="268"/>
                  <a:pt x="223" y="291"/>
                </a:cubicBezTo>
                <a:cubicBezTo>
                  <a:pt x="201" y="313"/>
                  <a:pt x="175" y="325"/>
                  <a:pt x="144" y="328"/>
                </a:cubicBezTo>
                <a:cubicBezTo>
                  <a:pt x="124" y="330"/>
                  <a:pt x="105" y="328"/>
                  <a:pt x="87" y="321"/>
                </a:cubicBezTo>
                <a:cubicBezTo>
                  <a:pt x="68" y="314"/>
                  <a:pt x="52" y="304"/>
                  <a:pt x="40" y="291"/>
                </a:cubicBezTo>
                <a:cubicBezTo>
                  <a:pt x="27" y="278"/>
                  <a:pt x="17" y="263"/>
                  <a:pt x="10" y="244"/>
                </a:cubicBezTo>
                <a:cubicBezTo>
                  <a:pt x="3" y="226"/>
                  <a:pt x="0" y="207"/>
                  <a:pt x="3" y="187"/>
                </a:cubicBezTo>
                <a:cubicBezTo>
                  <a:pt x="6" y="156"/>
                  <a:pt x="18" y="130"/>
                  <a:pt x="40" y="108"/>
                </a:cubicBezTo>
                <a:cubicBezTo>
                  <a:pt x="62" y="86"/>
                  <a:pt x="89" y="74"/>
                  <a:pt x="119" y="71"/>
                </a:cubicBezTo>
                <a:cubicBezTo>
                  <a:pt x="137" y="70"/>
                  <a:pt x="154" y="72"/>
                  <a:pt x="170" y="77"/>
                </a:cubicBezTo>
                <a:cubicBezTo>
                  <a:pt x="186" y="82"/>
                  <a:pt x="201" y="90"/>
                  <a:pt x="214" y="101"/>
                </a:cubicBezTo>
                <a:cubicBezTo>
                  <a:pt x="232" y="82"/>
                  <a:pt x="232" y="82"/>
                  <a:pt x="232" y="82"/>
                </a:cubicBezTo>
                <a:cubicBezTo>
                  <a:pt x="203" y="54"/>
                  <a:pt x="203" y="54"/>
                  <a:pt x="203" y="54"/>
                </a:cubicBezTo>
                <a:cubicBezTo>
                  <a:pt x="202" y="53"/>
                  <a:pt x="201" y="51"/>
                  <a:pt x="201" y="50"/>
                </a:cubicBezTo>
                <a:cubicBezTo>
                  <a:pt x="201" y="48"/>
                  <a:pt x="202" y="47"/>
                  <a:pt x="203" y="46"/>
                </a:cubicBezTo>
                <a:cubicBezTo>
                  <a:pt x="212" y="37"/>
                  <a:pt x="212" y="37"/>
                  <a:pt x="212" y="37"/>
                </a:cubicBezTo>
                <a:cubicBezTo>
                  <a:pt x="213" y="36"/>
                  <a:pt x="214" y="35"/>
                  <a:pt x="216" y="35"/>
                </a:cubicBezTo>
                <a:cubicBezTo>
                  <a:pt x="217" y="35"/>
                  <a:pt x="219" y="36"/>
                  <a:pt x="220" y="37"/>
                </a:cubicBezTo>
                <a:cubicBezTo>
                  <a:pt x="248" y="66"/>
                  <a:pt x="248" y="66"/>
                  <a:pt x="248" y="66"/>
                </a:cubicBezTo>
                <a:cubicBezTo>
                  <a:pt x="290" y="24"/>
                  <a:pt x="290" y="24"/>
                  <a:pt x="290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1" y="24"/>
                  <a:pt x="239" y="23"/>
                  <a:pt x="238" y="22"/>
                </a:cubicBezTo>
                <a:cubicBezTo>
                  <a:pt x="237" y="21"/>
                  <a:pt x="237" y="20"/>
                  <a:pt x="237" y="18"/>
                </a:cubicBezTo>
                <a:cubicBezTo>
                  <a:pt x="237" y="6"/>
                  <a:pt x="237" y="6"/>
                  <a:pt x="237" y="6"/>
                </a:cubicBezTo>
                <a:cubicBezTo>
                  <a:pt x="237" y="4"/>
                  <a:pt x="237" y="3"/>
                  <a:pt x="238" y="2"/>
                </a:cubicBezTo>
                <a:cubicBezTo>
                  <a:pt x="239" y="1"/>
                  <a:pt x="241" y="0"/>
                  <a:pt x="243" y="0"/>
                </a:cubicBezTo>
                <a:lnTo>
                  <a:pt x="319" y="0"/>
                </a:lnTo>
                <a:close/>
                <a:moveTo>
                  <a:pt x="237" y="200"/>
                </a:moveTo>
                <a:cubicBezTo>
                  <a:pt x="237" y="186"/>
                  <a:pt x="234" y="172"/>
                  <a:pt x="228" y="159"/>
                </a:cubicBezTo>
                <a:cubicBezTo>
                  <a:pt x="223" y="146"/>
                  <a:pt x="215" y="135"/>
                  <a:pt x="206" y="125"/>
                </a:cubicBezTo>
                <a:cubicBezTo>
                  <a:pt x="196" y="116"/>
                  <a:pt x="185" y="108"/>
                  <a:pt x="172" y="102"/>
                </a:cubicBezTo>
                <a:cubicBezTo>
                  <a:pt x="159" y="97"/>
                  <a:pt x="145" y="94"/>
                  <a:pt x="131" y="94"/>
                </a:cubicBezTo>
                <a:cubicBezTo>
                  <a:pt x="117" y="94"/>
                  <a:pt x="103" y="97"/>
                  <a:pt x="90" y="102"/>
                </a:cubicBezTo>
                <a:cubicBezTo>
                  <a:pt x="77" y="108"/>
                  <a:pt x="66" y="116"/>
                  <a:pt x="56" y="125"/>
                </a:cubicBezTo>
                <a:cubicBezTo>
                  <a:pt x="47" y="135"/>
                  <a:pt x="39" y="146"/>
                  <a:pt x="34" y="159"/>
                </a:cubicBezTo>
                <a:cubicBezTo>
                  <a:pt x="28" y="172"/>
                  <a:pt x="25" y="186"/>
                  <a:pt x="25" y="200"/>
                </a:cubicBezTo>
                <a:cubicBezTo>
                  <a:pt x="25" y="214"/>
                  <a:pt x="28" y="228"/>
                  <a:pt x="34" y="241"/>
                </a:cubicBezTo>
                <a:cubicBezTo>
                  <a:pt x="39" y="254"/>
                  <a:pt x="47" y="265"/>
                  <a:pt x="56" y="275"/>
                </a:cubicBezTo>
                <a:cubicBezTo>
                  <a:pt x="66" y="284"/>
                  <a:pt x="77" y="292"/>
                  <a:pt x="90" y="297"/>
                </a:cubicBezTo>
                <a:cubicBezTo>
                  <a:pt x="103" y="303"/>
                  <a:pt x="117" y="306"/>
                  <a:pt x="131" y="306"/>
                </a:cubicBezTo>
                <a:cubicBezTo>
                  <a:pt x="145" y="306"/>
                  <a:pt x="159" y="303"/>
                  <a:pt x="172" y="297"/>
                </a:cubicBezTo>
                <a:cubicBezTo>
                  <a:pt x="185" y="292"/>
                  <a:pt x="196" y="284"/>
                  <a:pt x="206" y="275"/>
                </a:cubicBezTo>
                <a:cubicBezTo>
                  <a:pt x="215" y="265"/>
                  <a:pt x="223" y="254"/>
                  <a:pt x="228" y="241"/>
                </a:cubicBezTo>
                <a:cubicBezTo>
                  <a:pt x="234" y="228"/>
                  <a:pt x="237" y="214"/>
                  <a:pt x="237" y="2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3258852" y="2019077"/>
            <a:ext cx="390892" cy="243099"/>
          </a:xfrm>
          <a:custGeom>
            <a:avLst/>
            <a:gdLst>
              <a:gd name="T0" fmla="*/ 377 w 377"/>
              <a:gd name="T1" fmla="*/ 118 h 235"/>
              <a:gd name="T2" fmla="*/ 319 w 377"/>
              <a:gd name="T3" fmla="*/ 180 h 235"/>
              <a:gd name="T4" fmla="*/ 311 w 377"/>
              <a:gd name="T5" fmla="*/ 180 h 235"/>
              <a:gd name="T6" fmla="*/ 301 w 377"/>
              <a:gd name="T7" fmla="*/ 167 h 235"/>
              <a:gd name="T8" fmla="*/ 337 w 377"/>
              <a:gd name="T9" fmla="*/ 129 h 235"/>
              <a:gd name="T10" fmla="*/ 283 w 377"/>
              <a:gd name="T11" fmla="*/ 170 h 235"/>
              <a:gd name="T12" fmla="*/ 277 w 377"/>
              <a:gd name="T13" fmla="*/ 176 h 235"/>
              <a:gd name="T14" fmla="*/ 261 w 377"/>
              <a:gd name="T15" fmla="*/ 175 h 235"/>
              <a:gd name="T16" fmla="*/ 259 w 377"/>
              <a:gd name="T17" fmla="*/ 129 h 235"/>
              <a:gd name="T18" fmla="*/ 223 w 377"/>
              <a:gd name="T19" fmla="*/ 171 h 235"/>
              <a:gd name="T20" fmla="*/ 161 w 377"/>
              <a:gd name="T21" fmla="*/ 227 h 235"/>
              <a:gd name="T22" fmla="*/ 58 w 377"/>
              <a:gd name="T23" fmla="*/ 218 h 235"/>
              <a:gd name="T24" fmla="*/ 1 w 377"/>
              <a:gd name="T25" fmla="*/ 111 h 235"/>
              <a:gd name="T26" fmla="*/ 60 w 377"/>
              <a:gd name="T27" fmla="*/ 16 h 235"/>
              <a:gd name="T28" fmla="*/ 172 w 377"/>
              <a:gd name="T29" fmla="*/ 13 h 235"/>
              <a:gd name="T30" fmla="*/ 235 w 377"/>
              <a:gd name="T31" fmla="*/ 106 h 235"/>
              <a:gd name="T32" fmla="*/ 259 w 377"/>
              <a:gd name="T33" fmla="*/ 65 h 235"/>
              <a:gd name="T34" fmla="*/ 265 w 377"/>
              <a:gd name="T35" fmla="*/ 59 h 235"/>
              <a:gd name="T36" fmla="*/ 281 w 377"/>
              <a:gd name="T37" fmla="*/ 61 h 235"/>
              <a:gd name="T38" fmla="*/ 283 w 377"/>
              <a:gd name="T39" fmla="*/ 106 h 235"/>
              <a:gd name="T40" fmla="*/ 303 w 377"/>
              <a:gd name="T41" fmla="*/ 72 h 235"/>
              <a:gd name="T42" fmla="*/ 303 w 377"/>
              <a:gd name="T43" fmla="*/ 64 h 235"/>
              <a:gd name="T44" fmla="*/ 315 w 377"/>
              <a:gd name="T45" fmla="*/ 54 h 235"/>
              <a:gd name="T46" fmla="*/ 373 w 377"/>
              <a:gd name="T47" fmla="*/ 109 h 235"/>
              <a:gd name="T48" fmla="*/ 155 w 377"/>
              <a:gd name="T49" fmla="*/ 204 h 235"/>
              <a:gd name="T50" fmla="*/ 205 w 377"/>
              <a:gd name="T51" fmla="*/ 154 h 235"/>
              <a:gd name="T52" fmla="*/ 205 w 377"/>
              <a:gd name="T53" fmla="*/ 81 h 235"/>
              <a:gd name="T54" fmla="*/ 155 w 377"/>
              <a:gd name="T55" fmla="*/ 31 h 235"/>
              <a:gd name="T56" fmla="*/ 82 w 377"/>
              <a:gd name="T57" fmla="*/ 31 h 235"/>
              <a:gd name="T58" fmla="*/ 32 w 377"/>
              <a:gd name="T59" fmla="*/ 81 h 235"/>
              <a:gd name="T60" fmla="*/ 32 w 377"/>
              <a:gd name="T61" fmla="*/ 154 h 235"/>
              <a:gd name="T62" fmla="*/ 82 w 377"/>
              <a:gd name="T63" fmla="*/ 204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77" h="235">
                <a:moveTo>
                  <a:pt x="373" y="109"/>
                </a:moveTo>
                <a:cubicBezTo>
                  <a:pt x="376" y="112"/>
                  <a:pt x="377" y="114"/>
                  <a:pt x="377" y="118"/>
                </a:cubicBezTo>
                <a:cubicBezTo>
                  <a:pt x="377" y="121"/>
                  <a:pt x="376" y="124"/>
                  <a:pt x="373" y="126"/>
                </a:cubicBezTo>
                <a:cubicBezTo>
                  <a:pt x="319" y="180"/>
                  <a:pt x="319" y="180"/>
                  <a:pt x="319" y="180"/>
                </a:cubicBezTo>
                <a:cubicBezTo>
                  <a:pt x="318" y="181"/>
                  <a:pt x="317" y="182"/>
                  <a:pt x="315" y="182"/>
                </a:cubicBezTo>
                <a:cubicBezTo>
                  <a:pt x="313" y="182"/>
                  <a:pt x="312" y="181"/>
                  <a:pt x="311" y="180"/>
                </a:cubicBezTo>
                <a:cubicBezTo>
                  <a:pt x="303" y="172"/>
                  <a:pt x="303" y="172"/>
                  <a:pt x="303" y="172"/>
                </a:cubicBezTo>
                <a:cubicBezTo>
                  <a:pt x="301" y="170"/>
                  <a:pt x="301" y="169"/>
                  <a:pt x="301" y="167"/>
                </a:cubicBezTo>
                <a:cubicBezTo>
                  <a:pt x="301" y="166"/>
                  <a:pt x="301" y="164"/>
                  <a:pt x="303" y="163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83" y="129"/>
                  <a:pt x="283" y="129"/>
                  <a:pt x="283" y="129"/>
                </a:cubicBezTo>
                <a:cubicBezTo>
                  <a:pt x="283" y="170"/>
                  <a:pt x="283" y="170"/>
                  <a:pt x="283" y="170"/>
                </a:cubicBezTo>
                <a:cubicBezTo>
                  <a:pt x="283" y="172"/>
                  <a:pt x="282" y="174"/>
                  <a:pt x="281" y="175"/>
                </a:cubicBezTo>
                <a:cubicBezTo>
                  <a:pt x="280" y="176"/>
                  <a:pt x="279" y="176"/>
                  <a:pt x="277" y="176"/>
                </a:cubicBezTo>
                <a:cubicBezTo>
                  <a:pt x="265" y="176"/>
                  <a:pt x="265" y="176"/>
                  <a:pt x="265" y="176"/>
                </a:cubicBezTo>
                <a:cubicBezTo>
                  <a:pt x="263" y="176"/>
                  <a:pt x="262" y="176"/>
                  <a:pt x="261" y="175"/>
                </a:cubicBezTo>
                <a:cubicBezTo>
                  <a:pt x="260" y="174"/>
                  <a:pt x="259" y="172"/>
                  <a:pt x="259" y="170"/>
                </a:cubicBezTo>
                <a:cubicBezTo>
                  <a:pt x="259" y="129"/>
                  <a:pt x="259" y="129"/>
                  <a:pt x="259" y="129"/>
                </a:cubicBezTo>
                <a:cubicBezTo>
                  <a:pt x="235" y="129"/>
                  <a:pt x="235" y="129"/>
                  <a:pt x="235" y="129"/>
                </a:cubicBezTo>
                <a:cubicBezTo>
                  <a:pt x="234" y="144"/>
                  <a:pt x="230" y="158"/>
                  <a:pt x="223" y="171"/>
                </a:cubicBezTo>
                <a:cubicBezTo>
                  <a:pt x="216" y="184"/>
                  <a:pt x="208" y="195"/>
                  <a:pt x="197" y="205"/>
                </a:cubicBezTo>
                <a:cubicBezTo>
                  <a:pt x="187" y="214"/>
                  <a:pt x="175" y="221"/>
                  <a:pt x="161" y="227"/>
                </a:cubicBezTo>
                <a:cubicBezTo>
                  <a:pt x="148" y="232"/>
                  <a:pt x="133" y="235"/>
                  <a:pt x="118" y="235"/>
                </a:cubicBezTo>
                <a:cubicBezTo>
                  <a:pt x="96" y="235"/>
                  <a:pt x="76" y="230"/>
                  <a:pt x="58" y="218"/>
                </a:cubicBezTo>
                <a:cubicBezTo>
                  <a:pt x="39" y="207"/>
                  <a:pt x="25" y="192"/>
                  <a:pt x="15" y="173"/>
                </a:cubicBezTo>
                <a:cubicBezTo>
                  <a:pt x="4" y="154"/>
                  <a:pt x="0" y="133"/>
                  <a:pt x="1" y="111"/>
                </a:cubicBezTo>
                <a:cubicBezTo>
                  <a:pt x="2" y="91"/>
                  <a:pt x="8" y="73"/>
                  <a:pt x="18" y="56"/>
                </a:cubicBezTo>
                <a:cubicBezTo>
                  <a:pt x="29" y="39"/>
                  <a:pt x="43" y="26"/>
                  <a:pt x="60" y="16"/>
                </a:cubicBezTo>
                <a:cubicBezTo>
                  <a:pt x="77" y="6"/>
                  <a:pt x="96" y="1"/>
                  <a:pt x="115" y="0"/>
                </a:cubicBezTo>
                <a:cubicBezTo>
                  <a:pt x="136" y="0"/>
                  <a:pt x="155" y="4"/>
                  <a:pt x="172" y="13"/>
                </a:cubicBezTo>
                <a:cubicBezTo>
                  <a:pt x="190" y="23"/>
                  <a:pt x="204" y="35"/>
                  <a:pt x="216" y="52"/>
                </a:cubicBezTo>
                <a:cubicBezTo>
                  <a:pt x="227" y="68"/>
                  <a:pt x="233" y="86"/>
                  <a:pt x="235" y="106"/>
                </a:cubicBezTo>
                <a:cubicBezTo>
                  <a:pt x="259" y="106"/>
                  <a:pt x="259" y="106"/>
                  <a:pt x="259" y="106"/>
                </a:cubicBezTo>
                <a:cubicBezTo>
                  <a:pt x="259" y="65"/>
                  <a:pt x="259" y="65"/>
                  <a:pt x="259" y="65"/>
                </a:cubicBezTo>
                <a:cubicBezTo>
                  <a:pt x="259" y="63"/>
                  <a:pt x="260" y="62"/>
                  <a:pt x="261" y="61"/>
                </a:cubicBezTo>
                <a:cubicBezTo>
                  <a:pt x="262" y="59"/>
                  <a:pt x="263" y="59"/>
                  <a:pt x="265" y="59"/>
                </a:cubicBezTo>
                <a:cubicBezTo>
                  <a:pt x="277" y="59"/>
                  <a:pt x="277" y="59"/>
                  <a:pt x="277" y="59"/>
                </a:cubicBezTo>
                <a:cubicBezTo>
                  <a:pt x="279" y="59"/>
                  <a:pt x="280" y="59"/>
                  <a:pt x="281" y="61"/>
                </a:cubicBezTo>
                <a:cubicBezTo>
                  <a:pt x="282" y="62"/>
                  <a:pt x="283" y="63"/>
                  <a:pt x="283" y="65"/>
                </a:cubicBezTo>
                <a:cubicBezTo>
                  <a:pt x="283" y="106"/>
                  <a:pt x="283" y="106"/>
                  <a:pt x="283" y="106"/>
                </a:cubicBezTo>
                <a:cubicBezTo>
                  <a:pt x="337" y="106"/>
                  <a:pt x="337" y="106"/>
                  <a:pt x="337" y="106"/>
                </a:cubicBezTo>
                <a:cubicBezTo>
                  <a:pt x="303" y="72"/>
                  <a:pt x="303" y="72"/>
                  <a:pt x="303" y="72"/>
                </a:cubicBezTo>
                <a:cubicBezTo>
                  <a:pt x="301" y="71"/>
                  <a:pt x="301" y="69"/>
                  <a:pt x="301" y="68"/>
                </a:cubicBezTo>
                <a:cubicBezTo>
                  <a:pt x="301" y="66"/>
                  <a:pt x="301" y="65"/>
                  <a:pt x="303" y="64"/>
                </a:cubicBezTo>
                <a:cubicBezTo>
                  <a:pt x="311" y="55"/>
                  <a:pt x="311" y="55"/>
                  <a:pt x="311" y="55"/>
                </a:cubicBezTo>
                <a:cubicBezTo>
                  <a:pt x="312" y="54"/>
                  <a:pt x="313" y="54"/>
                  <a:pt x="315" y="54"/>
                </a:cubicBezTo>
                <a:cubicBezTo>
                  <a:pt x="317" y="54"/>
                  <a:pt x="318" y="54"/>
                  <a:pt x="319" y="55"/>
                </a:cubicBezTo>
                <a:lnTo>
                  <a:pt x="373" y="109"/>
                </a:lnTo>
                <a:close/>
                <a:moveTo>
                  <a:pt x="118" y="212"/>
                </a:moveTo>
                <a:cubicBezTo>
                  <a:pt x="131" y="212"/>
                  <a:pt x="143" y="209"/>
                  <a:pt x="155" y="204"/>
                </a:cubicBezTo>
                <a:cubicBezTo>
                  <a:pt x="166" y="199"/>
                  <a:pt x="176" y="193"/>
                  <a:pt x="185" y="184"/>
                </a:cubicBezTo>
                <a:cubicBezTo>
                  <a:pt x="193" y="176"/>
                  <a:pt x="200" y="166"/>
                  <a:pt x="205" y="154"/>
                </a:cubicBezTo>
                <a:cubicBezTo>
                  <a:pt x="210" y="143"/>
                  <a:pt x="212" y="130"/>
                  <a:pt x="212" y="118"/>
                </a:cubicBezTo>
                <a:cubicBezTo>
                  <a:pt x="212" y="105"/>
                  <a:pt x="210" y="93"/>
                  <a:pt x="205" y="81"/>
                </a:cubicBezTo>
                <a:cubicBezTo>
                  <a:pt x="200" y="70"/>
                  <a:pt x="193" y="60"/>
                  <a:pt x="185" y="51"/>
                </a:cubicBezTo>
                <a:cubicBezTo>
                  <a:pt x="176" y="43"/>
                  <a:pt x="166" y="36"/>
                  <a:pt x="155" y="31"/>
                </a:cubicBezTo>
                <a:cubicBezTo>
                  <a:pt x="143" y="26"/>
                  <a:pt x="131" y="24"/>
                  <a:pt x="118" y="24"/>
                </a:cubicBezTo>
                <a:cubicBezTo>
                  <a:pt x="106" y="24"/>
                  <a:pt x="93" y="26"/>
                  <a:pt x="82" y="31"/>
                </a:cubicBezTo>
                <a:cubicBezTo>
                  <a:pt x="70" y="36"/>
                  <a:pt x="60" y="43"/>
                  <a:pt x="52" y="51"/>
                </a:cubicBezTo>
                <a:cubicBezTo>
                  <a:pt x="43" y="60"/>
                  <a:pt x="37" y="70"/>
                  <a:pt x="32" y="81"/>
                </a:cubicBezTo>
                <a:cubicBezTo>
                  <a:pt x="27" y="93"/>
                  <a:pt x="24" y="105"/>
                  <a:pt x="24" y="118"/>
                </a:cubicBezTo>
                <a:cubicBezTo>
                  <a:pt x="24" y="130"/>
                  <a:pt x="27" y="143"/>
                  <a:pt x="32" y="154"/>
                </a:cubicBezTo>
                <a:cubicBezTo>
                  <a:pt x="37" y="166"/>
                  <a:pt x="43" y="176"/>
                  <a:pt x="52" y="184"/>
                </a:cubicBezTo>
                <a:cubicBezTo>
                  <a:pt x="60" y="193"/>
                  <a:pt x="70" y="199"/>
                  <a:pt x="82" y="204"/>
                </a:cubicBezTo>
                <a:cubicBezTo>
                  <a:pt x="93" y="209"/>
                  <a:pt x="106" y="212"/>
                  <a:pt x="118" y="2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3776818" y="1970734"/>
            <a:ext cx="219618" cy="342548"/>
          </a:xfrm>
          <a:custGeom>
            <a:avLst/>
            <a:gdLst>
              <a:gd name="T0" fmla="*/ 118 w 212"/>
              <a:gd name="T1" fmla="*/ 118 h 331"/>
              <a:gd name="T2" fmla="*/ 185 w 212"/>
              <a:gd name="T3" fmla="*/ 153 h 331"/>
              <a:gd name="T4" fmla="*/ 212 w 212"/>
              <a:gd name="T5" fmla="*/ 223 h 331"/>
              <a:gd name="T6" fmla="*/ 196 w 212"/>
              <a:gd name="T7" fmla="*/ 280 h 331"/>
              <a:gd name="T8" fmla="*/ 153 w 212"/>
              <a:gd name="T9" fmla="*/ 318 h 331"/>
              <a:gd name="T10" fmla="*/ 94 w 212"/>
              <a:gd name="T11" fmla="*/ 328 h 331"/>
              <a:gd name="T12" fmla="*/ 49 w 212"/>
              <a:gd name="T13" fmla="*/ 312 h 331"/>
              <a:gd name="T14" fmla="*/ 16 w 212"/>
              <a:gd name="T15" fmla="*/ 278 h 331"/>
              <a:gd name="T16" fmla="*/ 1 w 212"/>
              <a:gd name="T17" fmla="*/ 232 h 331"/>
              <a:gd name="T18" fmla="*/ 11 w 212"/>
              <a:gd name="T19" fmla="*/ 178 h 331"/>
              <a:gd name="T20" fmla="*/ 45 w 212"/>
              <a:gd name="T21" fmla="*/ 137 h 331"/>
              <a:gd name="T22" fmla="*/ 95 w 212"/>
              <a:gd name="T23" fmla="*/ 118 h 331"/>
              <a:gd name="T24" fmla="*/ 95 w 212"/>
              <a:gd name="T25" fmla="*/ 94 h 331"/>
              <a:gd name="T26" fmla="*/ 65 w 212"/>
              <a:gd name="T27" fmla="*/ 94 h 331"/>
              <a:gd name="T28" fmla="*/ 61 w 212"/>
              <a:gd name="T29" fmla="*/ 92 h 331"/>
              <a:gd name="T30" fmla="*/ 60 w 212"/>
              <a:gd name="T31" fmla="*/ 88 h 331"/>
              <a:gd name="T32" fmla="*/ 60 w 212"/>
              <a:gd name="T33" fmla="*/ 77 h 331"/>
              <a:gd name="T34" fmla="*/ 61 w 212"/>
              <a:gd name="T35" fmla="*/ 72 h 331"/>
              <a:gd name="T36" fmla="*/ 65 w 212"/>
              <a:gd name="T37" fmla="*/ 71 h 331"/>
              <a:gd name="T38" fmla="*/ 95 w 212"/>
              <a:gd name="T39" fmla="*/ 71 h 331"/>
              <a:gd name="T40" fmla="*/ 95 w 212"/>
              <a:gd name="T41" fmla="*/ 40 h 331"/>
              <a:gd name="T42" fmla="*/ 78 w 212"/>
              <a:gd name="T43" fmla="*/ 57 h 331"/>
              <a:gd name="T44" fmla="*/ 74 w 212"/>
              <a:gd name="T45" fmla="*/ 59 h 331"/>
              <a:gd name="T46" fmla="*/ 70 w 212"/>
              <a:gd name="T47" fmla="*/ 57 h 331"/>
              <a:gd name="T48" fmla="*/ 61 w 212"/>
              <a:gd name="T49" fmla="*/ 49 h 331"/>
              <a:gd name="T50" fmla="*/ 60 w 212"/>
              <a:gd name="T51" fmla="*/ 45 h 331"/>
              <a:gd name="T52" fmla="*/ 61 w 212"/>
              <a:gd name="T53" fmla="*/ 41 h 331"/>
              <a:gd name="T54" fmla="*/ 98 w 212"/>
              <a:gd name="T55" fmla="*/ 4 h 331"/>
              <a:gd name="T56" fmla="*/ 107 w 212"/>
              <a:gd name="T57" fmla="*/ 0 h 331"/>
              <a:gd name="T58" fmla="*/ 115 w 212"/>
              <a:gd name="T59" fmla="*/ 4 h 331"/>
              <a:gd name="T60" fmla="*/ 152 w 212"/>
              <a:gd name="T61" fmla="*/ 41 h 331"/>
              <a:gd name="T62" fmla="*/ 154 w 212"/>
              <a:gd name="T63" fmla="*/ 45 h 331"/>
              <a:gd name="T64" fmla="*/ 152 w 212"/>
              <a:gd name="T65" fmla="*/ 49 h 331"/>
              <a:gd name="T66" fmla="*/ 143 w 212"/>
              <a:gd name="T67" fmla="*/ 57 h 331"/>
              <a:gd name="T68" fmla="*/ 139 w 212"/>
              <a:gd name="T69" fmla="*/ 59 h 331"/>
              <a:gd name="T70" fmla="*/ 135 w 212"/>
              <a:gd name="T71" fmla="*/ 57 h 331"/>
              <a:gd name="T72" fmla="*/ 118 w 212"/>
              <a:gd name="T73" fmla="*/ 40 h 331"/>
              <a:gd name="T74" fmla="*/ 118 w 212"/>
              <a:gd name="T75" fmla="*/ 71 h 331"/>
              <a:gd name="T76" fmla="*/ 148 w 212"/>
              <a:gd name="T77" fmla="*/ 71 h 331"/>
              <a:gd name="T78" fmla="*/ 152 w 212"/>
              <a:gd name="T79" fmla="*/ 72 h 331"/>
              <a:gd name="T80" fmla="*/ 154 w 212"/>
              <a:gd name="T81" fmla="*/ 77 h 331"/>
              <a:gd name="T82" fmla="*/ 154 w 212"/>
              <a:gd name="T83" fmla="*/ 88 h 331"/>
              <a:gd name="T84" fmla="*/ 152 w 212"/>
              <a:gd name="T85" fmla="*/ 92 h 331"/>
              <a:gd name="T86" fmla="*/ 148 w 212"/>
              <a:gd name="T87" fmla="*/ 94 h 331"/>
              <a:gd name="T88" fmla="*/ 118 w 212"/>
              <a:gd name="T89" fmla="*/ 94 h 331"/>
              <a:gd name="T90" fmla="*/ 118 w 212"/>
              <a:gd name="T91" fmla="*/ 118 h 331"/>
              <a:gd name="T92" fmla="*/ 107 w 212"/>
              <a:gd name="T93" fmla="*/ 306 h 331"/>
              <a:gd name="T94" fmla="*/ 165 w 212"/>
              <a:gd name="T95" fmla="*/ 281 h 331"/>
              <a:gd name="T96" fmla="*/ 189 w 212"/>
              <a:gd name="T97" fmla="*/ 223 h 331"/>
              <a:gd name="T98" fmla="*/ 165 w 212"/>
              <a:gd name="T99" fmla="*/ 165 h 331"/>
              <a:gd name="T100" fmla="*/ 107 w 212"/>
              <a:gd name="T101" fmla="*/ 141 h 331"/>
              <a:gd name="T102" fmla="*/ 48 w 212"/>
              <a:gd name="T103" fmla="*/ 165 h 331"/>
              <a:gd name="T104" fmla="*/ 24 w 212"/>
              <a:gd name="T105" fmla="*/ 223 h 331"/>
              <a:gd name="T106" fmla="*/ 48 w 212"/>
              <a:gd name="T107" fmla="*/ 281 h 331"/>
              <a:gd name="T108" fmla="*/ 107 w 212"/>
              <a:gd name="T109" fmla="*/ 306 h 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12" h="331">
                <a:moveTo>
                  <a:pt x="118" y="118"/>
                </a:moveTo>
                <a:cubicBezTo>
                  <a:pt x="145" y="121"/>
                  <a:pt x="167" y="133"/>
                  <a:pt x="185" y="153"/>
                </a:cubicBezTo>
                <a:cubicBezTo>
                  <a:pt x="203" y="173"/>
                  <a:pt x="212" y="196"/>
                  <a:pt x="212" y="223"/>
                </a:cubicBezTo>
                <a:cubicBezTo>
                  <a:pt x="212" y="244"/>
                  <a:pt x="207" y="263"/>
                  <a:pt x="196" y="280"/>
                </a:cubicBezTo>
                <a:cubicBezTo>
                  <a:pt x="186" y="297"/>
                  <a:pt x="171" y="309"/>
                  <a:pt x="153" y="318"/>
                </a:cubicBezTo>
                <a:cubicBezTo>
                  <a:pt x="135" y="327"/>
                  <a:pt x="115" y="331"/>
                  <a:pt x="94" y="328"/>
                </a:cubicBezTo>
                <a:cubicBezTo>
                  <a:pt x="78" y="326"/>
                  <a:pt x="63" y="321"/>
                  <a:pt x="49" y="312"/>
                </a:cubicBezTo>
                <a:cubicBezTo>
                  <a:pt x="36" y="303"/>
                  <a:pt x="25" y="292"/>
                  <a:pt x="16" y="278"/>
                </a:cubicBezTo>
                <a:cubicBezTo>
                  <a:pt x="7" y="264"/>
                  <a:pt x="3" y="248"/>
                  <a:pt x="1" y="232"/>
                </a:cubicBezTo>
                <a:cubicBezTo>
                  <a:pt x="0" y="213"/>
                  <a:pt x="3" y="195"/>
                  <a:pt x="11" y="178"/>
                </a:cubicBezTo>
                <a:cubicBezTo>
                  <a:pt x="19" y="162"/>
                  <a:pt x="30" y="148"/>
                  <a:pt x="45" y="137"/>
                </a:cubicBezTo>
                <a:cubicBezTo>
                  <a:pt x="60" y="127"/>
                  <a:pt x="76" y="120"/>
                  <a:pt x="95" y="118"/>
                </a:cubicBezTo>
                <a:cubicBezTo>
                  <a:pt x="95" y="94"/>
                  <a:pt x="95" y="94"/>
                  <a:pt x="95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4" y="94"/>
                  <a:pt x="62" y="94"/>
                  <a:pt x="61" y="92"/>
                </a:cubicBezTo>
                <a:cubicBezTo>
                  <a:pt x="60" y="91"/>
                  <a:pt x="60" y="90"/>
                  <a:pt x="60" y="88"/>
                </a:cubicBezTo>
                <a:cubicBezTo>
                  <a:pt x="60" y="77"/>
                  <a:pt x="60" y="77"/>
                  <a:pt x="60" y="77"/>
                </a:cubicBezTo>
                <a:cubicBezTo>
                  <a:pt x="60" y="75"/>
                  <a:pt x="60" y="73"/>
                  <a:pt x="61" y="72"/>
                </a:cubicBezTo>
                <a:cubicBezTo>
                  <a:pt x="62" y="71"/>
                  <a:pt x="64" y="71"/>
                  <a:pt x="65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95" y="40"/>
                  <a:pt x="95" y="40"/>
                  <a:pt x="95" y="40"/>
                </a:cubicBezTo>
                <a:cubicBezTo>
                  <a:pt x="78" y="57"/>
                  <a:pt x="78" y="57"/>
                  <a:pt x="78" y="57"/>
                </a:cubicBezTo>
                <a:cubicBezTo>
                  <a:pt x="77" y="58"/>
                  <a:pt x="75" y="59"/>
                  <a:pt x="74" y="59"/>
                </a:cubicBezTo>
                <a:cubicBezTo>
                  <a:pt x="72" y="59"/>
                  <a:pt x="71" y="58"/>
                  <a:pt x="70" y="57"/>
                </a:cubicBezTo>
                <a:cubicBezTo>
                  <a:pt x="61" y="49"/>
                  <a:pt x="61" y="49"/>
                  <a:pt x="61" y="49"/>
                </a:cubicBezTo>
                <a:cubicBezTo>
                  <a:pt x="60" y="48"/>
                  <a:pt x="60" y="46"/>
                  <a:pt x="60" y="45"/>
                </a:cubicBezTo>
                <a:cubicBezTo>
                  <a:pt x="60" y="43"/>
                  <a:pt x="60" y="42"/>
                  <a:pt x="61" y="41"/>
                </a:cubicBezTo>
                <a:cubicBezTo>
                  <a:pt x="98" y="4"/>
                  <a:pt x="98" y="4"/>
                  <a:pt x="98" y="4"/>
                </a:cubicBezTo>
                <a:cubicBezTo>
                  <a:pt x="101" y="1"/>
                  <a:pt x="103" y="0"/>
                  <a:pt x="107" y="0"/>
                </a:cubicBezTo>
                <a:cubicBezTo>
                  <a:pt x="110" y="0"/>
                  <a:pt x="113" y="1"/>
                  <a:pt x="115" y="4"/>
                </a:cubicBezTo>
                <a:cubicBezTo>
                  <a:pt x="152" y="41"/>
                  <a:pt x="152" y="41"/>
                  <a:pt x="152" y="41"/>
                </a:cubicBezTo>
                <a:cubicBezTo>
                  <a:pt x="153" y="42"/>
                  <a:pt x="154" y="43"/>
                  <a:pt x="154" y="45"/>
                </a:cubicBezTo>
                <a:cubicBezTo>
                  <a:pt x="154" y="46"/>
                  <a:pt x="153" y="48"/>
                  <a:pt x="152" y="49"/>
                </a:cubicBezTo>
                <a:cubicBezTo>
                  <a:pt x="143" y="57"/>
                  <a:pt x="143" y="57"/>
                  <a:pt x="143" y="57"/>
                </a:cubicBezTo>
                <a:cubicBezTo>
                  <a:pt x="142" y="58"/>
                  <a:pt x="141" y="59"/>
                  <a:pt x="139" y="59"/>
                </a:cubicBezTo>
                <a:cubicBezTo>
                  <a:pt x="138" y="59"/>
                  <a:pt x="136" y="58"/>
                  <a:pt x="135" y="57"/>
                </a:cubicBezTo>
                <a:cubicBezTo>
                  <a:pt x="118" y="40"/>
                  <a:pt x="118" y="40"/>
                  <a:pt x="118" y="40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48" y="71"/>
                  <a:pt x="148" y="71"/>
                  <a:pt x="148" y="71"/>
                </a:cubicBezTo>
                <a:cubicBezTo>
                  <a:pt x="149" y="71"/>
                  <a:pt x="151" y="71"/>
                  <a:pt x="152" y="72"/>
                </a:cubicBezTo>
                <a:cubicBezTo>
                  <a:pt x="153" y="73"/>
                  <a:pt x="154" y="75"/>
                  <a:pt x="154" y="77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54" y="90"/>
                  <a:pt x="153" y="91"/>
                  <a:pt x="152" y="92"/>
                </a:cubicBezTo>
                <a:cubicBezTo>
                  <a:pt x="151" y="94"/>
                  <a:pt x="149" y="94"/>
                  <a:pt x="148" y="94"/>
                </a:cubicBezTo>
                <a:cubicBezTo>
                  <a:pt x="118" y="94"/>
                  <a:pt x="118" y="94"/>
                  <a:pt x="118" y="94"/>
                </a:cubicBezTo>
                <a:lnTo>
                  <a:pt x="118" y="118"/>
                </a:lnTo>
                <a:close/>
                <a:moveTo>
                  <a:pt x="107" y="306"/>
                </a:moveTo>
                <a:cubicBezTo>
                  <a:pt x="129" y="306"/>
                  <a:pt x="149" y="298"/>
                  <a:pt x="165" y="281"/>
                </a:cubicBezTo>
                <a:cubicBezTo>
                  <a:pt x="181" y="265"/>
                  <a:pt x="189" y="246"/>
                  <a:pt x="189" y="223"/>
                </a:cubicBezTo>
                <a:cubicBezTo>
                  <a:pt x="189" y="201"/>
                  <a:pt x="181" y="181"/>
                  <a:pt x="165" y="165"/>
                </a:cubicBezTo>
                <a:cubicBezTo>
                  <a:pt x="149" y="149"/>
                  <a:pt x="129" y="141"/>
                  <a:pt x="107" y="141"/>
                </a:cubicBezTo>
                <a:cubicBezTo>
                  <a:pt x="84" y="141"/>
                  <a:pt x="65" y="149"/>
                  <a:pt x="48" y="165"/>
                </a:cubicBezTo>
                <a:cubicBezTo>
                  <a:pt x="32" y="181"/>
                  <a:pt x="24" y="201"/>
                  <a:pt x="24" y="223"/>
                </a:cubicBezTo>
                <a:cubicBezTo>
                  <a:pt x="24" y="246"/>
                  <a:pt x="32" y="265"/>
                  <a:pt x="48" y="281"/>
                </a:cubicBezTo>
                <a:cubicBezTo>
                  <a:pt x="65" y="298"/>
                  <a:pt x="84" y="306"/>
                  <a:pt x="107" y="30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35"/>
          <p:cNvSpPr>
            <a:spLocks/>
          </p:cNvSpPr>
          <p:nvPr/>
        </p:nvSpPr>
        <p:spPr bwMode="auto">
          <a:xfrm>
            <a:off x="684213" y="2454170"/>
            <a:ext cx="334261" cy="243099"/>
          </a:xfrm>
          <a:custGeom>
            <a:avLst/>
            <a:gdLst>
              <a:gd name="T0" fmla="*/ 320 w 322"/>
              <a:gd name="T1" fmla="*/ 95 h 235"/>
              <a:gd name="T2" fmla="*/ 290 w 322"/>
              <a:gd name="T3" fmla="*/ 235 h 235"/>
              <a:gd name="T4" fmla="*/ 228 w 322"/>
              <a:gd name="T5" fmla="*/ 235 h 235"/>
              <a:gd name="T6" fmla="*/ 261 w 322"/>
              <a:gd name="T7" fmla="*/ 82 h 235"/>
              <a:gd name="T8" fmla="*/ 258 w 322"/>
              <a:gd name="T9" fmla="*/ 66 h 235"/>
              <a:gd name="T10" fmla="*/ 243 w 322"/>
              <a:gd name="T11" fmla="*/ 60 h 235"/>
              <a:gd name="T12" fmla="*/ 212 w 322"/>
              <a:gd name="T13" fmla="*/ 60 h 235"/>
              <a:gd name="T14" fmla="*/ 175 w 322"/>
              <a:gd name="T15" fmla="*/ 235 h 235"/>
              <a:gd name="T16" fmla="*/ 113 w 322"/>
              <a:gd name="T17" fmla="*/ 235 h 235"/>
              <a:gd name="T18" fmla="*/ 151 w 322"/>
              <a:gd name="T19" fmla="*/ 60 h 235"/>
              <a:gd name="T20" fmla="*/ 98 w 322"/>
              <a:gd name="T21" fmla="*/ 60 h 235"/>
              <a:gd name="T22" fmla="*/ 61 w 322"/>
              <a:gd name="T23" fmla="*/ 235 h 235"/>
              <a:gd name="T24" fmla="*/ 0 w 322"/>
              <a:gd name="T25" fmla="*/ 235 h 235"/>
              <a:gd name="T26" fmla="*/ 37 w 322"/>
              <a:gd name="T27" fmla="*/ 60 h 235"/>
              <a:gd name="T28" fmla="*/ 9 w 322"/>
              <a:gd name="T29" fmla="*/ 0 h 235"/>
              <a:gd name="T30" fmla="*/ 243 w 322"/>
              <a:gd name="T31" fmla="*/ 0 h 235"/>
              <a:gd name="T32" fmla="*/ 278 w 322"/>
              <a:gd name="T33" fmla="*/ 7 h 235"/>
              <a:gd name="T34" fmla="*/ 305 w 322"/>
              <a:gd name="T35" fmla="*/ 28 h 235"/>
              <a:gd name="T36" fmla="*/ 320 w 322"/>
              <a:gd name="T37" fmla="*/ 59 h 235"/>
              <a:gd name="T38" fmla="*/ 320 w 322"/>
              <a:gd name="T39" fmla="*/ 95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22" h="235">
                <a:moveTo>
                  <a:pt x="320" y="95"/>
                </a:moveTo>
                <a:cubicBezTo>
                  <a:pt x="290" y="235"/>
                  <a:pt x="290" y="235"/>
                  <a:pt x="290" y="235"/>
                </a:cubicBezTo>
                <a:cubicBezTo>
                  <a:pt x="228" y="235"/>
                  <a:pt x="228" y="235"/>
                  <a:pt x="228" y="235"/>
                </a:cubicBezTo>
                <a:cubicBezTo>
                  <a:pt x="261" y="82"/>
                  <a:pt x="261" y="82"/>
                  <a:pt x="261" y="82"/>
                </a:cubicBezTo>
                <a:cubicBezTo>
                  <a:pt x="263" y="75"/>
                  <a:pt x="262" y="70"/>
                  <a:pt x="258" y="66"/>
                </a:cubicBezTo>
                <a:cubicBezTo>
                  <a:pt x="255" y="62"/>
                  <a:pt x="250" y="60"/>
                  <a:pt x="243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175" y="235"/>
                  <a:pt x="175" y="235"/>
                  <a:pt x="175" y="235"/>
                </a:cubicBezTo>
                <a:cubicBezTo>
                  <a:pt x="113" y="235"/>
                  <a:pt x="113" y="235"/>
                  <a:pt x="113" y="235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98" y="60"/>
                  <a:pt x="98" y="60"/>
                  <a:pt x="98" y="60"/>
                </a:cubicBezTo>
                <a:cubicBezTo>
                  <a:pt x="61" y="235"/>
                  <a:pt x="61" y="235"/>
                  <a:pt x="61" y="235"/>
                </a:cubicBezTo>
                <a:cubicBezTo>
                  <a:pt x="0" y="235"/>
                  <a:pt x="0" y="235"/>
                  <a:pt x="0" y="235"/>
                </a:cubicBezTo>
                <a:cubicBezTo>
                  <a:pt x="37" y="60"/>
                  <a:pt x="37" y="60"/>
                  <a:pt x="37" y="60"/>
                </a:cubicBezTo>
                <a:cubicBezTo>
                  <a:pt x="9" y="0"/>
                  <a:pt x="9" y="0"/>
                  <a:pt x="9" y="0"/>
                </a:cubicBezTo>
                <a:cubicBezTo>
                  <a:pt x="243" y="0"/>
                  <a:pt x="243" y="0"/>
                  <a:pt x="243" y="0"/>
                </a:cubicBezTo>
                <a:cubicBezTo>
                  <a:pt x="256" y="0"/>
                  <a:pt x="267" y="2"/>
                  <a:pt x="278" y="7"/>
                </a:cubicBezTo>
                <a:cubicBezTo>
                  <a:pt x="289" y="12"/>
                  <a:pt x="298" y="19"/>
                  <a:pt x="305" y="28"/>
                </a:cubicBezTo>
                <a:cubicBezTo>
                  <a:pt x="312" y="37"/>
                  <a:pt x="317" y="47"/>
                  <a:pt x="320" y="59"/>
                </a:cubicBezTo>
                <a:cubicBezTo>
                  <a:pt x="322" y="71"/>
                  <a:pt x="322" y="82"/>
                  <a:pt x="320" y="9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1572352" y="2429307"/>
            <a:ext cx="292824" cy="291443"/>
          </a:xfrm>
          <a:custGeom>
            <a:avLst/>
            <a:gdLst>
              <a:gd name="T0" fmla="*/ 240 w 282"/>
              <a:gd name="T1" fmla="*/ 152 h 282"/>
              <a:gd name="T2" fmla="*/ 231 w 282"/>
              <a:gd name="T3" fmla="*/ 162 h 282"/>
              <a:gd name="T4" fmla="*/ 187 w 282"/>
              <a:gd name="T5" fmla="*/ 159 h 282"/>
              <a:gd name="T6" fmla="*/ 184 w 282"/>
              <a:gd name="T7" fmla="*/ 131 h 282"/>
              <a:gd name="T8" fmla="*/ 194 w 282"/>
              <a:gd name="T9" fmla="*/ 122 h 282"/>
              <a:gd name="T10" fmla="*/ 238 w 282"/>
              <a:gd name="T11" fmla="*/ 124 h 282"/>
              <a:gd name="T12" fmla="*/ 150 w 282"/>
              <a:gd name="T13" fmla="*/ 173 h 282"/>
              <a:gd name="T14" fmla="*/ 144 w 282"/>
              <a:gd name="T15" fmla="*/ 112 h 282"/>
              <a:gd name="T16" fmla="*/ 104 w 282"/>
              <a:gd name="T17" fmla="*/ 106 h 282"/>
              <a:gd name="T18" fmla="*/ 69 w 282"/>
              <a:gd name="T19" fmla="*/ 106 h 282"/>
              <a:gd name="T20" fmla="*/ 30 w 282"/>
              <a:gd name="T21" fmla="*/ 112 h 282"/>
              <a:gd name="T22" fmla="*/ 24 w 282"/>
              <a:gd name="T23" fmla="*/ 173 h 282"/>
              <a:gd name="T24" fmla="*/ 38 w 282"/>
              <a:gd name="T25" fmla="*/ 177 h 282"/>
              <a:gd name="T26" fmla="*/ 42 w 282"/>
              <a:gd name="T27" fmla="*/ 131 h 282"/>
              <a:gd name="T28" fmla="*/ 51 w 282"/>
              <a:gd name="T29" fmla="*/ 122 h 282"/>
              <a:gd name="T30" fmla="*/ 75 w 282"/>
              <a:gd name="T31" fmla="*/ 124 h 282"/>
              <a:gd name="T32" fmla="*/ 78 w 282"/>
              <a:gd name="T33" fmla="*/ 173 h 282"/>
              <a:gd name="T34" fmla="*/ 92 w 282"/>
              <a:gd name="T35" fmla="*/ 177 h 282"/>
              <a:gd name="T36" fmla="*/ 96 w 282"/>
              <a:gd name="T37" fmla="*/ 131 h 282"/>
              <a:gd name="T38" fmla="*/ 105 w 282"/>
              <a:gd name="T39" fmla="*/ 122 h 282"/>
              <a:gd name="T40" fmla="*/ 130 w 282"/>
              <a:gd name="T41" fmla="*/ 124 h 282"/>
              <a:gd name="T42" fmla="*/ 132 w 282"/>
              <a:gd name="T43" fmla="*/ 173 h 282"/>
              <a:gd name="T44" fmla="*/ 147 w 282"/>
              <a:gd name="T45" fmla="*/ 177 h 282"/>
              <a:gd name="T46" fmla="*/ 259 w 282"/>
              <a:gd name="T47" fmla="*/ 156 h 282"/>
              <a:gd name="T48" fmla="*/ 252 w 282"/>
              <a:gd name="T49" fmla="*/ 112 h 282"/>
              <a:gd name="T50" fmla="*/ 188 w 282"/>
              <a:gd name="T51" fmla="*/ 106 h 282"/>
              <a:gd name="T52" fmla="*/ 166 w 282"/>
              <a:gd name="T53" fmla="*/ 128 h 282"/>
              <a:gd name="T54" fmla="*/ 170 w 282"/>
              <a:gd name="T55" fmla="*/ 207 h 282"/>
              <a:gd name="T56" fmla="*/ 184 w 282"/>
              <a:gd name="T57" fmla="*/ 203 h 282"/>
              <a:gd name="T58" fmla="*/ 202 w 282"/>
              <a:gd name="T59" fmla="*/ 177 h 282"/>
              <a:gd name="T60" fmla="*/ 252 w 282"/>
              <a:gd name="T61" fmla="*/ 171 h 282"/>
              <a:gd name="T62" fmla="*/ 282 w 282"/>
              <a:gd name="T63" fmla="*/ 43 h 282"/>
              <a:gd name="T64" fmla="*/ 269 w 282"/>
              <a:gd name="T65" fmla="*/ 270 h 282"/>
              <a:gd name="T66" fmla="*/ 42 w 282"/>
              <a:gd name="T67" fmla="*/ 282 h 282"/>
              <a:gd name="T68" fmla="*/ 0 w 282"/>
              <a:gd name="T69" fmla="*/ 239 h 282"/>
              <a:gd name="T70" fmla="*/ 12 w 282"/>
              <a:gd name="T71" fmla="*/ 13 h 282"/>
              <a:gd name="T72" fmla="*/ 239 w 282"/>
              <a:gd name="T73" fmla="*/ 0 h 282"/>
              <a:gd name="T74" fmla="*/ 282 w 282"/>
              <a:gd name="T75" fmla="*/ 4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2" h="282">
                <a:moveTo>
                  <a:pt x="240" y="131"/>
                </a:moveTo>
                <a:cubicBezTo>
                  <a:pt x="240" y="152"/>
                  <a:pt x="240" y="152"/>
                  <a:pt x="240" y="152"/>
                </a:cubicBezTo>
                <a:cubicBezTo>
                  <a:pt x="240" y="155"/>
                  <a:pt x="240" y="157"/>
                  <a:pt x="238" y="159"/>
                </a:cubicBezTo>
                <a:cubicBezTo>
                  <a:pt x="236" y="161"/>
                  <a:pt x="234" y="162"/>
                  <a:pt x="231" y="162"/>
                </a:cubicBezTo>
                <a:cubicBezTo>
                  <a:pt x="194" y="162"/>
                  <a:pt x="194" y="162"/>
                  <a:pt x="194" y="162"/>
                </a:cubicBezTo>
                <a:cubicBezTo>
                  <a:pt x="191" y="162"/>
                  <a:pt x="189" y="161"/>
                  <a:pt x="187" y="159"/>
                </a:cubicBezTo>
                <a:cubicBezTo>
                  <a:pt x="185" y="157"/>
                  <a:pt x="184" y="155"/>
                  <a:pt x="184" y="152"/>
                </a:cubicBezTo>
                <a:cubicBezTo>
                  <a:pt x="184" y="131"/>
                  <a:pt x="184" y="131"/>
                  <a:pt x="184" y="131"/>
                </a:cubicBezTo>
                <a:cubicBezTo>
                  <a:pt x="184" y="128"/>
                  <a:pt x="185" y="126"/>
                  <a:pt x="187" y="124"/>
                </a:cubicBezTo>
                <a:cubicBezTo>
                  <a:pt x="189" y="123"/>
                  <a:pt x="191" y="122"/>
                  <a:pt x="194" y="122"/>
                </a:cubicBezTo>
                <a:cubicBezTo>
                  <a:pt x="231" y="122"/>
                  <a:pt x="231" y="122"/>
                  <a:pt x="231" y="122"/>
                </a:cubicBezTo>
                <a:cubicBezTo>
                  <a:pt x="234" y="122"/>
                  <a:pt x="236" y="123"/>
                  <a:pt x="238" y="124"/>
                </a:cubicBezTo>
                <a:cubicBezTo>
                  <a:pt x="240" y="126"/>
                  <a:pt x="240" y="128"/>
                  <a:pt x="240" y="131"/>
                </a:cubicBezTo>
                <a:close/>
                <a:moveTo>
                  <a:pt x="150" y="173"/>
                </a:moveTo>
                <a:cubicBezTo>
                  <a:pt x="150" y="128"/>
                  <a:pt x="150" y="128"/>
                  <a:pt x="150" y="128"/>
                </a:cubicBezTo>
                <a:cubicBezTo>
                  <a:pt x="150" y="121"/>
                  <a:pt x="148" y="116"/>
                  <a:pt x="144" y="112"/>
                </a:cubicBezTo>
                <a:cubicBezTo>
                  <a:pt x="141" y="108"/>
                  <a:pt x="135" y="106"/>
                  <a:pt x="129" y="10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96" y="106"/>
                  <a:pt x="90" y="109"/>
                  <a:pt x="87" y="115"/>
                </a:cubicBezTo>
                <a:cubicBezTo>
                  <a:pt x="83" y="109"/>
                  <a:pt x="77" y="106"/>
                  <a:pt x="69" y="106"/>
                </a:cubicBezTo>
                <a:cubicBezTo>
                  <a:pt x="45" y="106"/>
                  <a:pt x="45" y="106"/>
                  <a:pt x="45" y="106"/>
                </a:cubicBezTo>
                <a:cubicBezTo>
                  <a:pt x="39" y="106"/>
                  <a:pt x="34" y="108"/>
                  <a:pt x="30" y="112"/>
                </a:cubicBezTo>
                <a:cubicBezTo>
                  <a:pt x="26" y="116"/>
                  <a:pt x="24" y="121"/>
                  <a:pt x="24" y="128"/>
                </a:cubicBezTo>
                <a:cubicBezTo>
                  <a:pt x="24" y="173"/>
                  <a:pt x="24" y="173"/>
                  <a:pt x="24" y="173"/>
                </a:cubicBezTo>
                <a:cubicBezTo>
                  <a:pt x="24" y="176"/>
                  <a:pt x="25" y="177"/>
                  <a:pt x="27" y="177"/>
                </a:cubicBezTo>
                <a:cubicBezTo>
                  <a:pt x="38" y="177"/>
                  <a:pt x="38" y="177"/>
                  <a:pt x="38" y="177"/>
                </a:cubicBezTo>
                <a:cubicBezTo>
                  <a:pt x="40" y="177"/>
                  <a:pt x="42" y="176"/>
                  <a:pt x="42" y="173"/>
                </a:cubicBezTo>
                <a:cubicBezTo>
                  <a:pt x="42" y="131"/>
                  <a:pt x="42" y="131"/>
                  <a:pt x="42" y="131"/>
                </a:cubicBezTo>
                <a:cubicBezTo>
                  <a:pt x="42" y="128"/>
                  <a:pt x="42" y="126"/>
                  <a:pt x="44" y="124"/>
                </a:cubicBezTo>
                <a:cubicBezTo>
                  <a:pt x="46" y="123"/>
                  <a:pt x="48" y="122"/>
                  <a:pt x="51" y="122"/>
                </a:cubicBezTo>
                <a:cubicBezTo>
                  <a:pt x="68" y="122"/>
                  <a:pt x="68" y="122"/>
                  <a:pt x="68" y="122"/>
                </a:cubicBezTo>
                <a:cubicBezTo>
                  <a:pt x="71" y="122"/>
                  <a:pt x="74" y="123"/>
                  <a:pt x="75" y="124"/>
                </a:cubicBezTo>
                <a:cubicBezTo>
                  <a:pt x="77" y="126"/>
                  <a:pt x="78" y="128"/>
                  <a:pt x="78" y="131"/>
                </a:cubicBezTo>
                <a:cubicBezTo>
                  <a:pt x="78" y="173"/>
                  <a:pt x="78" y="173"/>
                  <a:pt x="78" y="173"/>
                </a:cubicBezTo>
                <a:cubicBezTo>
                  <a:pt x="78" y="176"/>
                  <a:pt x="79" y="177"/>
                  <a:pt x="82" y="177"/>
                </a:cubicBezTo>
                <a:cubicBezTo>
                  <a:pt x="92" y="177"/>
                  <a:pt x="92" y="177"/>
                  <a:pt x="92" y="177"/>
                </a:cubicBezTo>
                <a:cubicBezTo>
                  <a:pt x="94" y="177"/>
                  <a:pt x="96" y="176"/>
                  <a:pt x="96" y="173"/>
                </a:cubicBezTo>
                <a:cubicBezTo>
                  <a:pt x="96" y="131"/>
                  <a:pt x="96" y="131"/>
                  <a:pt x="96" y="131"/>
                </a:cubicBezTo>
                <a:cubicBezTo>
                  <a:pt x="96" y="128"/>
                  <a:pt x="97" y="126"/>
                  <a:pt x="98" y="124"/>
                </a:cubicBezTo>
                <a:cubicBezTo>
                  <a:pt x="100" y="123"/>
                  <a:pt x="102" y="122"/>
                  <a:pt x="105" y="122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6" y="122"/>
                  <a:pt x="128" y="123"/>
                  <a:pt x="130" y="124"/>
                </a:cubicBezTo>
                <a:cubicBezTo>
                  <a:pt x="132" y="126"/>
                  <a:pt x="132" y="128"/>
                  <a:pt x="132" y="131"/>
                </a:cubicBezTo>
                <a:cubicBezTo>
                  <a:pt x="132" y="173"/>
                  <a:pt x="132" y="173"/>
                  <a:pt x="132" y="173"/>
                </a:cubicBezTo>
                <a:cubicBezTo>
                  <a:pt x="132" y="176"/>
                  <a:pt x="134" y="177"/>
                  <a:pt x="136" y="177"/>
                </a:cubicBezTo>
                <a:cubicBezTo>
                  <a:pt x="147" y="177"/>
                  <a:pt x="147" y="177"/>
                  <a:pt x="147" y="177"/>
                </a:cubicBezTo>
                <a:cubicBezTo>
                  <a:pt x="149" y="177"/>
                  <a:pt x="150" y="176"/>
                  <a:pt x="150" y="173"/>
                </a:cubicBezTo>
                <a:close/>
                <a:moveTo>
                  <a:pt x="259" y="156"/>
                </a:moveTo>
                <a:cubicBezTo>
                  <a:pt x="259" y="128"/>
                  <a:pt x="259" y="128"/>
                  <a:pt x="259" y="128"/>
                </a:cubicBezTo>
                <a:cubicBezTo>
                  <a:pt x="259" y="121"/>
                  <a:pt x="257" y="116"/>
                  <a:pt x="252" y="112"/>
                </a:cubicBezTo>
                <a:cubicBezTo>
                  <a:pt x="248" y="108"/>
                  <a:pt x="243" y="106"/>
                  <a:pt x="237" y="106"/>
                </a:cubicBezTo>
                <a:cubicBezTo>
                  <a:pt x="188" y="106"/>
                  <a:pt x="188" y="106"/>
                  <a:pt x="188" y="106"/>
                </a:cubicBezTo>
                <a:cubicBezTo>
                  <a:pt x="182" y="106"/>
                  <a:pt x="177" y="108"/>
                  <a:pt x="172" y="112"/>
                </a:cubicBezTo>
                <a:cubicBezTo>
                  <a:pt x="168" y="116"/>
                  <a:pt x="166" y="121"/>
                  <a:pt x="166" y="128"/>
                </a:cubicBezTo>
                <a:cubicBezTo>
                  <a:pt x="166" y="203"/>
                  <a:pt x="166" y="203"/>
                  <a:pt x="166" y="203"/>
                </a:cubicBezTo>
                <a:cubicBezTo>
                  <a:pt x="166" y="205"/>
                  <a:pt x="168" y="207"/>
                  <a:pt x="170" y="207"/>
                </a:cubicBezTo>
                <a:cubicBezTo>
                  <a:pt x="181" y="207"/>
                  <a:pt x="181" y="207"/>
                  <a:pt x="181" y="207"/>
                </a:cubicBezTo>
                <a:cubicBezTo>
                  <a:pt x="183" y="207"/>
                  <a:pt x="184" y="205"/>
                  <a:pt x="184" y="203"/>
                </a:cubicBezTo>
                <a:cubicBezTo>
                  <a:pt x="184" y="170"/>
                  <a:pt x="184" y="170"/>
                  <a:pt x="184" y="170"/>
                </a:cubicBezTo>
                <a:cubicBezTo>
                  <a:pt x="188" y="175"/>
                  <a:pt x="194" y="177"/>
                  <a:pt x="202" y="177"/>
                </a:cubicBezTo>
                <a:cubicBezTo>
                  <a:pt x="237" y="177"/>
                  <a:pt x="237" y="177"/>
                  <a:pt x="237" y="177"/>
                </a:cubicBezTo>
                <a:cubicBezTo>
                  <a:pt x="243" y="177"/>
                  <a:pt x="248" y="175"/>
                  <a:pt x="252" y="171"/>
                </a:cubicBezTo>
                <a:cubicBezTo>
                  <a:pt x="257" y="168"/>
                  <a:pt x="259" y="162"/>
                  <a:pt x="259" y="156"/>
                </a:cubicBezTo>
                <a:close/>
                <a:moveTo>
                  <a:pt x="282" y="43"/>
                </a:moveTo>
                <a:cubicBezTo>
                  <a:pt x="282" y="239"/>
                  <a:pt x="282" y="239"/>
                  <a:pt x="282" y="239"/>
                </a:cubicBezTo>
                <a:cubicBezTo>
                  <a:pt x="282" y="251"/>
                  <a:pt x="278" y="261"/>
                  <a:pt x="269" y="270"/>
                </a:cubicBezTo>
                <a:cubicBezTo>
                  <a:pt x="261" y="278"/>
                  <a:pt x="251" y="282"/>
                  <a:pt x="239" y="282"/>
                </a:cubicBezTo>
                <a:cubicBezTo>
                  <a:pt x="42" y="282"/>
                  <a:pt x="42" y="282"/>
                  <a:pt x="42" y="282"/>
                </a:cubicBezTo>
                <a:cubicBezTo>
                  <a:pt x="31" y="282"/>
                  <a:pt x="21" y="278"/>
                  <a:pt x="12" y="270"/>
                </a:cubicBezTo>
                <a:cubicBezTo>
                  <a:pt x="4" y="261"/>
                  <a:pt x="0" y="251"/>
                  <a:pt x="0" y="239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31"/>
                  <a:pt x="4" y="21"/>
                  <a:pt x="12" y="13"/>
                </a:cubicBezTo>
                <a:cubicBezTo>
                  <a:pt x="21" y="4"/>
                  <a:pt x="31" y="0"/>
                  <a:pt x="42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1" y="0"/>
                  <a:pt x="261" y="4"/>
                  <a:pt x="269" y="13"/>
                </a:cubicBezTo>
                <a:cubicBezTo>
                  <a:pt x="278" y="21"/>
                  <a:pt x="282" y="31"/>
                  <a:pt x="282" y="4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37"/>
          <p:cNvSpPr>
            <a:spLocks/>
          </p:cNvSpPr>
          <p:nvPr/>
        </p:nvSpPr>
        <p:spPr bwMode="auto">
          <a:xfrm>
            <a:off x="1982582" y="2440357"/>
            <a:ext cx="341168" cy="269343"/>
          </a:xfrm>
          <a:custGeom>
            <a:avLst/>
            <a:gdLst>
              <a:gd name="T0" fmla="*/ 329 w 329"/>
              <a:gd name="T1" fmla="*/ 222 h 260"/>
              <a:gd name="T2" fmla="*/ 329 w 329"/>
              <a:gd name="T3" fmla="*/ 260 h 260"/>
              <a:gd name="T4" fmla="*/ 211 w 329"/>
              <a:gd name="T5" fmla="*/ 260 h 260"/>
              <a:gd name="T6" fmla="*/ 211 w 329"/>
              <a:gd name="T7" fmla="*/ 222 h 260"/>
              <a:gd name="T8" fmla="*/ 235 w 329"/>
              <a:gd name="T9" fmla="*/ 222 h 260"/>
              <a:gd name="T10" fmla="*/ 235 w 329"/>
              <a:gd name="T11" fmla="*/ 52 h 260"/>
              <a:gd name="T12" fmla="*/ 234 w 329"/>
              <a:gd name="T13" fmla="*/ 52 h 260"/>
              <a:gd name="T14" fmla="*/ 177 w 329"/>
              <a:gd name="T15" fmla="*/ 260 h 260"/>
              <a:gd name="T16" fmla="*/ 132 w 329"/>
              <a:gd name="T17" fmla="*/ 260 h 260"/>
              <a:gd name="T18" fmla="*/ 75 w 329"/>
              <a:gd name="T19" fmla="*/ 52 h 260"/>
              <a:gd name="T20" fmla="*/ 74 w 329"/>
              <a:gd name="T21" fmla="*/ 52 h 260"/>
              <a:gd name="T22" fmla="*/ 74 w 329"/>
              <a:gd name="T23" fmla="*/ 222 h 260"/>
              <a:gd name="T24" fmla="*/ 99 w 329"/>
              <a:gd name="T25" fmla="*/ 222 h 260"/>
              <a:gd name="T26" fmla="*/ 99 w 329"/>
              <a:gd name="T27" fmla="*/ 260 h 260"/>
              <a:gd name="T28" fmla="*/ 0 w 329"/>
              <a:gd name="T29" fmla="*/ 260 h 260"/>
              <a:gd name="T30" fmla="*/ 0 w 329"/>
              <a:gd name="T31" fmla="*/ 222 h 260"/>
              <a:gd name="T32" fmla="*/ 12 w 329"/>
              <a:gd name="T33" fmla="*/ 222 h 260"/>
              <a:gd name="T34" fmla="*/ 20 w 329"/>
              <a:gd name="T35" fmla="*/ 218 h 260"/>
              <a:gd name="T36" fmla="*/ 24 w 329"/>
              <a:gd name="T37" fmla="*/ 211 h 260"/>
              <a:gd name="T38" fmla="*/ 24 w 329"/>
              <a:gd name="T39" fmla="*/ 50 h 260"/>
              <a:gd name="T40" fmla="*/ 20 w 329"/>
              <a:gd name="T41" fmla="*/ 42 h 260"/>
              <a:gd name="T42" fmla="*/ 12 w 329"/>
              <a:gd name="T43" fmla="*/ 38 h 260"/>
              <a:gd name="T44" fmla="*/ 0 w 329"/>
              <a:gd name="T45" fmla="*/ 38 h 260"/>
              <a:gd name="T46" fmla="*/ 0 w 329"/>
              <a:gd name="T47" fmla="*/ 0 h 260"/>
              <a:gd name="T48" fmla="*/ 123 w 329"/>
              <a:gd name="T49" fmla="*/ 0 h 260"/>
              <a:gd name="T50" fmla="*/ 164 w 329"/>
              <a:gd name="T51" fmla="*/ 151 h 260"/>
              <a:gd name="T52" fmla="*/ 165 w 329"/>
              <a:gd name="T53" fmla="*/ 151 h 260"/>
              <a:gd name="T54" fmla="*/ 206 w 329"/>
              <a:gd name="T55" fmla="*/ 0 h 260"/>
              <a:gd name="T56" fmla="*/ 329 w 329"/>
              <a:gd name="T57" fmla="*/ 0 h 260"/>
              <a:gd name="T58" fmla="*/ 329 w 329"/>
              <a:gd name="T59" fmla="*/ 38 h 260"/>
              <a:gd name="T60" fmla="*/ 316 w 329"/>
              <a:gd name="T61" fmla="*/ 38 h 260"/>
              <a:gd name="T62" fmla="*/ 308 w 329"/>
              <a:gd name="T63" fmla="*/ 42 h 260"/>
              <a:gd name="T64" fmla="*/ 304 w 329"/>
              <a:gd name="T65" fmla="*/ 50 h 260"/>
              <a:gd name="T66" fmla="*/ 304 w 329"/>
              <a:gd name="T67" fmla="*/ 211 h 260"/>
              <a:gd name="T68" fmla="*/ 308 w 329"/>
              <a:gd name="T69" fmla="*/ 218 h 260"/>
              <a:gd name="T70" fmla="*/ 316 w 329"/>
              <a:gd name="T71" fmla="*/ 222 h 260"/>
              <a:gd name="T72" fmla="*/ 329 w 329"/>
              <a:gd name="T73" fmla="*/ 222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9" h="260">
                <a:moveTo>
                  <a:pt x="329" y="222"/>
                </a:moveTo>
                <a:cubicBezTo>
                  <a:pt x="329" y="260"/>
                  <a:pt x="329" y="260"/>
                  <a:pt x="329" y="260"/>
                </a:cubicBezTo>
                <a:cubicBezTo>
                  <a:pt x="211" y="260"/>
                  <a:pt x="211" y="260"/>
                  <a:pt x="211" y="260"/>
                </a:cubicBezTo>
                <a:cubicBezTo>
                  <a:pt x="211" y="222"/>
                  <a:pt x="211" y="222"/>
                  <a:pt x="211" y="222"/>
                </a:cubicBezTo>
                <a:cubicBezTo>
                  <a:pt x="235" y="222"/>
                  <a:pt x="235" y="222"/>
                  <a:pt x="235" y="222"/>
                </a:cubicBezTo>
                <a:cubicBezTo>
                  <a:pt x="235" y="52"/>
                  <a:pt x="235" y="52"/>
                  <a:pt x="235" y="52"/>
                </a:cubicBezTo>
                <a:cubicBezTo>
                  <a:pt x="234" y="52"/>
                  <a:pt x="234" y="52"/>
                  <a:pt x="234" y="52"/>
                </a:cubicBezTo>
                <a:cubicBezTo>
                  <a:pt x="177" y="260"/>
                  <a:pt x="177" y="260"/>
                  <a:pt x="177" y="260"/>
                </a:cubicBezTo>
                <a:cubicBezTo>
                  <a:pt x="132" y="260"/>
                  <a:pt x="132" y="260"/>
                  <a:pt x="132" y="260"/>
                </a:cubicBezTo>
                <a:cubicBezTo>
                  <a:pt x="75" y="52"/>
                  <a:pt x="75" y="52"/>
                  <a:pt x="75" y="52"/>
                </a:cubicBezTo>
                <a:cubicBezTo>
                  <a:pt x="74" y="52"/>
                  <a:pt x="74" y="52"/>
                  <a:pt x="74" y="52"/>
                </a:cubicBezTo>
                <a:cubicBezTo>
                  <a:pt x="74" y="222"/>
                  <a:pt x="74" y="222"/>
                  <a:pt x="74" y="222"/>
                </a:cubicBezTo>
                <a:cubicBezTo>
                  <a:pt x="99" y="222"/>
                  <a:pt x="99" y="222"/>
                  <a:pt x="99" y="222"/>
                </a:cubicBezTo>
                <a:cubicBezTo>
                  <a:pt x="99" y="260"/>
                  <a:pt x="99" y="260"/>
                  <a:pt x="99" y="260"/>
                </a:cubicBezTo>
                <a:cubicBezTo>
                  <a:pt x="0" y="260"/>
                  <a:pt x="0" y="260"/>
                  <a:pt x="0" y="260"/>
                </a:cubicBezTo>
                <a:cubicBezTo>
                  <a:pt x="0" y="222"/>
                  <a:pt x="0" y="222"/>
                  <a:pt x="0" y="222"/>
                </a:cubicBezTo>
                <a:cubicBezTo>
                  <a:pt x="12" y="222"/>
                  <a:pt x="12" y="222"/>
                  <a:pt x="12" y="222"/>
                </a:cubicBezTo>
                <a:cubicBezTo>
                  <a:pt x="15" y="222"/>
                  <a:pt x="18" y="221"/>
                  <a:pt x="20" y="218"/>
                </a:cubicBezTo>
                <a:cubicBezTo>
                  <a:pt x="23" y="216"/>
                  <a:pt x="24" y="214"/>
                  <a:pt x="24" y="211"/>
                </a:cubicBezTo>
                <a:cubicBezTo>
                  <a:pt x="24" y="50"/>
                  <a:pt x="24" y="50"/>
                  <a:pt x="24" y="50"/>
                </a:cubicBezTo>
                <a:cubicBezTo>
                  <a:pt x="24" y="48"/>
                  <a:pt x="23" y="45"/>
                  <a:pt x="20" y="42"/>
                </a:cubicBezTo>
                <a:cubicBezTo>
                  <a:pt x="18" y="40"/>
                  <a:pt x="15" y="38"/>
                  <a:pt x="12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0"/>
                  <a:pt x="0" y="0"/>
                  <a:pt x="0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64" y="151"/>
                  <a:pt x="164" y="151"/>
                  <a:pt x="164" y="15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206" y="0"/>
                  <a:pt x="206" y="0"/>
                  <a:pt x="206" y="0"/>
                </a:cubicBezTo>
                <a:cubicBezTo>
                  <a:pt x="329" y="0"/>
                  <a:pt x="329" y="0"/>
                  <a:pt x="329" y="0"/>
                </a:cubicBezTo>
                <a:cubicBezTo>
                  <a:pt x="329" y="38"/>
                  <a:pt x="329" y="38"/>
                  <a:pt x="329" y="38"/>
                </a:cubicBezTo>
                <a:cubicBezTo>
                  <a:pt x="316" y="38"/>
                  <a:pt x="316" y="38"/>
                  <a:pt x="316" y="38"/>
                </a:cubicBezTo>
                <a:cubicBezTo>
                  <a:pt x="313" y="38"/>
                  <a:pt x="311" y="40"/>
                  <a:pt x="308" y="42"/>
                </a:cubicBezTo>
                <a:cubicBezTo>
                  <a:pt x="305" y="45"/>
                  <a:pt x="304" y="48"/>
                  <a:pt x="304" y="50"/>
                </a:cubicBezTo>
                <a:cubicBezTo>
                  <a:pt x="304" y="211"/>
                  <a:pt x="304" y="211"/>
                  <a:pt x="304" y="211"/>
                </a:cubicBezTo>
                <a:cubicBezTo>
                  <a:pt x="304" y="214"/>
                  <a:pt x="305" y="216"/>
                  <a:pt x="308" y="218"/>
                </a:cubicBezTo>
                <a:cubicBezTo>
                  <a:pt x="311" y="221"/>
                  <a:pt x="313" y="222"/>
                  <a:pt x="316" y="222"/>
                </a:cubicBezTo>
                <a:lnTo>
                  <a:pt x="329" y="22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2416293" y="2429307"/>
            <a:ext cx="341168" cy="291443"/>
          </a:xfrm>
          <a:custGeom>
            <a:avLst/>
            <a:gdLst>
              <a:gd name="T0" fmla="*/ 235 w 329"/>
              <a:gd name="T1" fmla="*/ 147 h 282"/>
              <a:gd name="T2" fmla="*/ 229 w 329"/>
              <a:gd name="T3" fmla="*/ 141 h 282"/>
              <a:gd name="T4" fmla="*/ 188 w 329"/>
              <a:gd name="T5" fmla="*/ 100 h 282"/>
              <a:gd name="T6" fmla="*/ 182 w 329"/>
              <a:gd name="T7" fmla="*/ 94 h 282"/>
              <a:gd name="T8" fmla="*/ 143 w 329"/>
              <a:gd name="T9" fmla="*/ 96 h 282"/>
              <a:gd name="T10" fmla="*/ 141 w 329"/>
              <a:gd name="T11" fmla="*/ 141 h 282"/>
              <a:gd name="T12" fmla="*/ 96 w 329"/>
              <a:gd name="T13" fmla="*/ 143 h 282"/>
              <a:gd name="T14" fmla="*/ 94 w 329"/>
              <a:gd name="T15" fmla="*/ 182 h 282"/>
              <a:gd name="T16" fmla="*/ 100 w 329"/>
              <a:gd name="T17" fmla="*/ 188 h 282"/>
              <a:gd name="T18" fmla="*/ 141 w 329"/>
              <a:gd name="T19" fmla="*/ 229 h 282"/>
              <a:gd name="T20" fmla="*/ 147 w 329"/>
              <a:gd name="T21" fmla="*/ 235 h 282"/>
              <a:gd name="T22" fmla="*/ 187 w 329"/>
              <a:gd name="T23" fmla="*/ 233 h 282"/>
              <a:gd name="T24" fmla="*/ 188 w 329"/>
              <a:gd name="T25" fmla="*/ 188 h 282"/>
              <a:gd name="T26" fmla="*/ 234 w 329"/>
              <a:gd name="T27" fmla="*/ 186 h 282"/>
              <a:gd name="T28" fmla="*/ 118 w 329"/>
              <a:gd name="T29" fmla="*/ 47 h 282"/>
              <a:gd name="T30" fmla="*/ 212 w 329"/>
              <a:gd name="T31" fmla="*/ 24 h 282"/>
              <a:gd name="T32" fmla="*/ 118 w 329"/>
              <a:gd name="T33" fmla="*/ 47 h 282"/>
              <a:gd name="T34" fmla="*/ 47 w 329"/>
              <a:gd name="T35" fmla="*/ 282 h 282"/>
              <a:gd name="T36" fmla="*/ 12 w 329"/>
              <a:gd name="T37" fmla="*/ 270 h 282"/>
              <a:gd name="T38" fmla="*/ 0 w 329"/>
              <a:gd name="T39" fmla="*/ 88 h 282"/>
              <a:gd name="T40" fmla="*/ 41 w 329"/>
              <a:gd name="T41" fmla="*/ 47 h 282"/>
              <a:gd name="T42" fmla="*/ 265 w 329"/>
              <a:gd name="T43" fmla="*/ 47 h 282"/>
              <a:gd name="T44" fmla="*/ 65 w 329"/>
              <a:gd name="T45" fmla="*/ 282 h 282"/>
              <a:gd name="T46" fmla="*/ 94 w 329"/>
              <a:gd name="T47" fmla="*/ 47 h 282"/>
              <a:gd name="T48" fmla="*/ 99 w 329"/>
              <a:gd name="T49" fmla="*/ 5 h 282"/>
              <a:gd name="T50" fmla="*/ 218 w 329"/>
              <a:gd name="T51" fmla="*/ 0 h 282"/>
              <a:gd name="T52" fmla="*/ 235 w 329"/>
              <a:gd name="T53" fmla="*/ 18 h 282"/>
              <a:gd name="T54" fmla="*/ 265 w 329"/>
              <a:gd name="T55" fmla="*/ 47 h 282"/>
              <a:gd name="T56" fmla="*/ 329 w 329"/>
              <a:gd name="T57" fmla="*/ 241 h 282"/>
              <a:gd name="T58" fmla="*/ 288 w 329"/>
              <a:gd name="T59" fmla="*/ 282 h 282"/>
              <a:gd name="T60" fmla="*/ 282 w 329"/>
              <a:gd name="T61" fmla="*/ 47 h 282"/>
              <a:gd name="T62" fmla="*/ 317 w 329"/>
              <a:gd name="T63" fmla="*/ 59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29" h="282">
                <a:moveTo>
                  <a:pt x="235" y="182"/>
                </a:moveTo>
                <a:cubicBezTo>
                  <a:pt x="235" y="147"/>
                  <a:pt x="235" y="147"/>
                  <a:pt x="235" y="147"/>
                </a:cubicBezTo>
                <a:cubicBezTo>
                  <a:pt x="235" y="145"/>
                  <a:pt x="235" y="144"/>
                  <a:pt x="234" y="143"/>
                </a:cubicBezTo>
                <a:cubicBezTo>
                  <a:pt x="232" y="142"/>
                  <a:pt x="231" y="141"/>
                  <a:pt x="229" y="141"/>
                </a:cubicBezTo>
                <a:cubicBezTo>
                  <a:pt x="188" y="141"/>
                  <a:pt x="188" y="141"/>
                  <a:pt x="188" y="141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8"/>
                  <a:pt x="188" y="97"/>
                  <a:pt x="187" y="96"/>
                </a:cubicBezTo>
                <a:cubicBezTo>
                  <a:pt x="185" y="95"/>
                  <a:pt x="184" y="94"/>
                  <a:pt x="182" y="94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5" y="94"/>
                  <a:pt x="144" y="95"/>
                  <a:pt x="143" y="96"/>
                </a:cubicBezTo>
                <a:cubicBezTo>
                  <a:pt x="142" y="97"/>
                  <a:pt x="141" y="98"/>
                  <a:pt x="141" y="100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00" y="141"/>
                  <a:pt x="100" y="141"/>
                  <a:pt x="100" y="141"/>
                </a:cubicBezTo>
                <a:cubicBezTo>
                  <a:pt x="98" y="141"/>
                  <a:pt x="97" y="142"/>
                  <a:pt x="96" y="143"/>
                </a:cubicBezTo>
                <a:cubicBezTo>
                  <a:pt x="95" y="144"/>
                  <a:pt x="94" y="145"/>
                  <a:pt x="94" y="147"/>
                </a:cubicBezTo>
                <a:cubicBezTo>
                  <a:pt x="94" y="182"/>
                  <a:pt x="94" y="182"/>
                  <a:pt x="94" y="182"/>
                </a:cubicBezTo>
                <a:cubicBezTo>
                  <a:pt x="94" y="184"/>
                  <a:pt x="95" y="185"/>
                  <a:pt x="96" y="186"/>
                </a:cubicBezTo>
                <a:cubicBezTo>
                  <a:pt x="97" y="188"/>
                  <a:pt x="98" y="188"/>
                  <a:pt x="100" y="188"/>
                </a:cubicBezTo>
                <a:cubicBezTo>
                  <a:pt x="141" y="188"/>
                  <a:pt x="141" y="188"/>
                  <a:pt x="141" y="188"/>
                </a:cubicBezTo>
                <a:cubicBezTo>
                  <a:pt x="141" y="229"/>
                  <a:pt x="141" y="229"/>
                  <a:pt x="141" y="229"/>
                </a:cubicBezTo>
                <a:cubicBezTo>
                  <a:pt x="141" y="231"/>
                  <a:pt x="142" y="232"/>
                  <a:pt x="143" y="233"/>
                </a:cubicBezTo>
                <a:cubicBezTo>
                  <a:pt x="144" y="235"/>
                  <a:pt x="145" y="235"/>
                  <a:pt x="147" y="235"/>
                </a:cubicBezTo>
                <a:cubicBezTo>
                  <a:pt x="182" y="235"/>
                  <a:pt x="182" y="235"/>
                  <a:pt x="182" y="235"/>
                </a:cubicBezTo>
                <a:cubicBezTo>
                  <a:pt x="184" y="235"/>
                  <a:pt x="185" y="235"/>
                  <a:pt x="187" y="233"/>
                </a:cubicBezTo>
                <a:cubicBezTo>
                  <a:pt x="188" y="232"/>
                  <a:pt x="188" y="231"/>
                  <a:pt x="188" y="229"/>
                </a:cubicBezTo>
                <a:cubicBezTo>
                  <a:pt x="188" y="188"/>
                  <a:pt x="188" y="188"/>
                  <a:pt x="188" y="188"/>
                </a:cubicBezTo>
                <a:cubicBezTo>
                  <a:pt x="229" y="188"/>
                  <a:pt x="229" y="188"/>
                  <a:pt x="229" y="188"/>
                </a:cubicBezTo>
                <a:cubicBezTo>
                  <a:pt x="231" y="188"/>
                  <a:pt x="232" y="188"/>
                  <a:pt x="234" y="186"/>
                </a:cubicBezTo>
                <a:cubicBezTo>
                  <a:pt x="235" y="185"/>
                  <a:pt x="235" y="184"/>
                  <a:pt x="235" y="182"/>
                </a:cubicBezTo>
                <a:close/>
                <a:moveTo>
                  <a:pt x="118" y="47"/>
                </a:moveTo>
                <a:cubicBezTo>
                  <a:pt x="212" y="47"/>
                  <a:pt x="212" y="47"/>
                  <a:pt x="212" y="47"/>
                </a:cubicBezTo>
                <a:cubicBezTo>
                  <a:pt x="212" y="24"/>
                  <a:pt x="212" y="24"/>
                  <a:pt x="212" y="24"/>
                </a:cubicBezTo>
                <a:cubicBezTo>
                  <a:pt x="118" y="24"/>
                  <a:pt x="118" y="24"/>
                  <a:pt x="118" y="24"/>
                </a:cubicBezTo>
                <a:lnTo>
                  <a:pt x="118" y="47"/>
                </a:lnTo>
                <a:close/>
                <a:moveTo>
                  <a:pt x="47" y="47"/>
                </a:moveTo>
                <a:cubicBezTo>
                  <a:pt x="47" y="282"/>
                  <a:pt x="47" y="282"/>
                  <a:pt x="47" y="282"/>
                </a:cubicBezTo>
                <a:cubicBezTo>
                  <a:pt x="41" y="282"/>
                  <a:pt x="41" y="282"/>
                  <a:pt x="41" y="282"/>
                </a:cubicBezTo>
                <a:cubicBezTo>
                  <a:pt x="30" y="282"/>
                  <a:pt x="20" y="278"/>
                  <a:pt x="12" y="270"/>
                </a:cubicBezTo>
                <a:cubicBezTo>
                  <a:pt x="4" y="262"/>
                  <a:pt x="0" y="252"/>
                  <a:pt x="0" y="241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77"/>
                  <a:pt x="4" y="67"/>
                  <a:pt x="12" y="59"/>
                </a:cubicBezTo>
                <a:cubicBezTo>
                  <a:pt x="20" y="51"/>
                  <a:pt x="30" y="47"/>
                  <a:pt x="41" y="47"/>
                </a:cubicBezTo>
                <a:lnTo>
                  <a:pt x="47" y="47"/>
                </a:lnTo>
                <a:close/>
                <a:moveTo>
                  <a:pt x="265" y="47"/>
                </a:moveTo>
                <a:cubicBezTo>
                  <a:pt x="265" y="282"/>
                  <a:pt x="265" y="282"/>
                  <a:pt x="265" y="282"/>
                </a:cubicBezTo>
                <a:cubicBezTo>
                  <a:pt x="65" y="282"/>
                  <a:pt x="65" y="282"/>
                  <a:pt x="65" y="282"/>
                </a:cubicBezTo>
                <a:cubicBezTo>
                  <a:pt x="65" y="47"/>
                  <a:pt x="65" y="47"/>
                  <a:pt x="65" y="47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18"/>
                  <a:pt x="94" y="18"/>
                  <a:pt x="94" y="18"/>
                </a:cubicBezTo>
                <a:cubicBezTo>
                  <a:pt x="94" y="13"/>
                  <a:pt x="96" y="9"/>
                  <a:pt x="99" y="5"/>
                </a:cubicBezTo>
                <a:cubicBezTo>
                  <a:pt x="103" y="2"/>
                  <a:pt x="107" y="0"/>
                  <a:pt x="112" y="0"/>
                </a:cubicBezTo>
                <a:cubicBezTo>
                  <a:pt x="218" y="0"/>
                  <a:pt x="218" y="0"/>
                  <a:pt x="218" y="0"/>
                </a:cubicBezTo>
                <a:cubicBezTo>
                  <a:pt x="222" y="0"/>
                  <a:pt x="227" y="2"/>
                  <a:pt x="230" y="5"/>
                </a:cubicBezTo>
                <a:cubicBezTo>
                  <a:pt x="233" y="9"/>
                  <a:pt x="235" y="13"/>
                  <a:pt x="235" y="18"/>
                </a:cubicBezTo>
                <a:cubicBezTo>
                  <a:pt x="235" y="47"/>
                  <a:pt x="235" y="47"/>
                  <a:pt x="235" y="47"/>
                </a:cubicBezTo>
                <a:lnTo>
                  <a:pt x="265" y="47"/>
                </a:lnTo>
                <a:close/>
                <a:moveTo>
                  <a:pt x="329" y="88"/>
                </a:moveTo>
                <a:cubicBezTo>
                  <a:pt x="329" y="241"/>
                  <a:pt x="329" y="241"/>
                  <a:pt x="329" y="241"/>
                </a:cubicBezTo>
                <a:cubicBezTo>
                  <a:pt x="329" y="252"/>
                  <a:pt x="325" y="262"/>
                  <a:pt x="317" y="270"/>
                </a:cubicBezTo>
                <a:cubicBezTo>
                  <a:pt x="309" y="278"/>
                  <a:pt x="299" y="282"/>
                  <a:pt x="288" y="282"/>
                </a:cubicBezTo>
                <a:cubicBezTo>
                  <a:pt x="282" y="282"/>
                  <a:pt x="282" y="282"/>
                  <a:pt x="282" y="282"/>
                </a:cubicBezTo>
                <a:cubicBezTo>
                  <a:pt x="282" y="47"/>
                  <a:pt x="282" y="47"/>
                  <a:pt x="282" y="47"/>
                </a:cubicBezTo>
                <a:cubicBezTo>
                  <a:pt x="288" y="47"/>
                  <a:pt x="288" y="47"/>
                  <a:pt x="288" y="47"/>
                </a:cubicBezTo>
                <a:cubicBezTo>
                  <a:pt x="299" y="47"/>
                  <a:pt x="309" y="51"/>
                  <a:pt x="317" y="59"/>
                </a:cubicBezTo>
                <a:cubicBezTo>
                  <a:pt x="325" y="67"/>
                  <a:pt x="329" y="77"/>
                  <a:pt x="329" y="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2874866" y="2429307"/>
            <a:ext cx="291443" cy="291443"/>
          </a:xfrm>
          <a:custGeom>
            <a:avLst/>
            <a:gdLst>
              <a:gd name="T0" fmla="*/ 212 w 282"/>
              <a:gd name="T1" fmla="*/ 176 h 282"/>
              <a:gd name="T2" fmla="*/ 208 w 282"/>
              <a:gd name="T3" fmla="*/ 185 h 282"/>
              <a:gd name="T4" fmla="*/ 200 w 282"/>
              <a:gd name="T5" fmla="*/ 188 h 282"/>
              <a:gd name="T6" fmla="*/ 83 w 282"/>
              <a:gd name="T7" fmla="*/ 188 h 282"/>
              <a:gd name="T8" fmla="*/ 74 w 282"/>
              <a:gd name="T9" fmla="*/ 185 h 282"/>
              <a:gd name="T10" fmla="*/ 71 w 282"/>
              <a:gd name="T11" fmla="*/ 176 h 282"/>
              <a:gd name="T12" fmla="*/ 74 w 282"/>
              <a:gd name="T13" fmla="*/ 168 h 282"/>
              <a:gd name="T14" fmla="*/ 83 w 282"/>
              <a:gd name="T15" fmla="*/ 165 h 282"/>
              <a:gd name="T16" fmla="*/ 200 w 282"/>
              <a:gd name="T17" fmla="*/ 165 h 282"/>
              <a:gd name="T18" fmla="*/ 208 w 282"/>
              <a:gd name="T19" fmla="*/ 168 h 282"/>
              <a:gd name="T20" fmla="*/ 212 w 282"/>
              <a:gd name="T21" fmla="*/ 176 h 282"/>
              <a:gd name="T22" fmla="*/ 118 w 282"/>
              <a:gd name="T23" fmla="*/ 94 h 282"/>
              <a:gd name="T24" fmla="*/ 111 w 282"/>
              <a:gd name="T25" fmla="*/ 111 h 282"/>
              <a:gd name="T26" fmla="*/ 94 w 282"/>
              <a:gd name="T27" fmla="*/ 118 h 282"/>
              <a:gd name="T28" fmla="*/ 78 w 282"/>
              <a:gd name="T29" fmla="*/ 111 h 282"/>
              <a:gd name="T30" fmla="*/ 71 w 282"/>
              <a:gd name="T31" fmla="*/ 94 h 282"/>
              <a:gd name="T32" fmla="*/ 78 w 282"/>
              <a:gd name="T33" fmla="*/ 78 h 282"/>
              <a:gd name="T34" fmla="*/ 94 w 282"/>
              <a:gd name="T35" fmla="*/ 71 h 282"/>
              <a:gd name="T36" fmla="*/ 111 w 282"/>
              <a:gd name="T37" fmla="*/ 78 h 282"/>
              <a:gd name="T38" fmla="*/ 118 w 282"/>
              <a:gd name="T39" fmla="*/ 94 h 282"/>
              <a:gd name="T40" fmla="*/ 212 w 282"/>
              <a:gd name="T41" fmla="*/ 94 h 282"/>
              <a:gd name="T42" fmla="*/ 205 w 282"/>
              <a:gd name="T43" fmla="*/ 111 h 282"/>
              <a:gd name="T44" fmla="*/ 188 w 282"/>
              <a:gd name="T45" fmla="*/ 118 h 282"/>
              <a:gd name="T46" fmla="*/ 172 w 282"/>
              <a:gd name="T47" fmla="*/ 111 h 282"/>
              <a:gd name="T48" fmla="*/ 165 w 282"/>
              <a:gd name="T49" fmla="*/ 94 h 282"/>
              <a:gd name="T50" fmla="*/ 172 w 282"/>
              <a:gd name="T51" fmla="*/ 78 h 282"/>
              <a:gd name="T52" fmla="*/ 188 w 282"/>
              <a:gd name="T53" fmla="*/ 71 h 282"/>
              <a:gd name="T54" fmla="*/ 205 w 282"/>
              <a:gd name="T55" fmla="*/ 78 h 282"/>
              <a:gd name="T56" fmla="*/ 212 w 282"/>
              <a:gd name="T57" fmla="*/ 94 h 282"/>
              <a:gd name="T58" fmla="*/ 259 w 282"/>
              <a:gd name="T59" fmla="*/ 141 h 282"/>
              <a:gd name="T60" fmla="*/ 249 w 282"/>
              <a:gd name="T61" fmla="*/ 96 h 282"/>
              <a:gd name="T62" fmla="*/ 224 w 282"/>
              <a:gd name="T63" fmla="*/ 58 h 282"/>
              <a:gd name="T64" fmla="*/ 187 w 282"/>
              <a:gd name="T65" fmla="*/ 33 h 282"/>
              <a:gd name="T66" fmla="*/ 141 w 282"/>
              <a:gd name="T67" fmla="*/ 24 h 282"/>
              <a:gd name="T68" fmla="*/ 96 w 282"/>
              <a:gd name="T69" fmla="*/ 33 h 282"/>
              <a:gd name="T70" fmla="*/ 58 w 282"/>
              <a:gd name="T71" fmla="*/ 58 h 282"/>
              <a:gd name="T72" fmla="*/ 33 w 282"/>
              <a:gd name="T73" fmla="*/ 96 h 282"/>
              <a:gd name="T74" fmla="*/ 24 w 282"/>
              <a:gd name="T75" fmla="*/ 141 h 282"/>
              <a:gd name="T76" fmla="*/ 33 w 282"/>
              <a:gd name="T77" fmla="*/ 187 h 282"/>
              <a:gd name="T78" fmla="*/ 58 w 282"/>
              <a:gd name="T79" fmla="*/ 224 h 282"/>
              <a:gd name="T80" fmla="*/ 96 w 282"/>
              <a:gd name="T81" fmla="*/ 249 h 282"/>
              <a:gd name="T82" fmla="*/ 141 w 282"/>
              <a:gd name="T83" fmla="*/ 259 h 282"/>
              <a:gd name="T84" fmla="*/ 187 w 282"/>
              <a:gd name="T85" fmla="*/ 249 h 282"/>
              <a:gd name="T86" fmla="*/ 224 w 282"/>
              <a:gd name="T87" fmla="*/ 224 h 282"/>
              <a:gd name="T88" fmla="*/ 249 w 282"/>
              <a:gd name="T89" fmla="*/ 187 h 282"/>
              <a:gd name="T90" fmla="*/ 259 w 282"/>
              <a:gd name="T91" fmla="*/ 141 h 282"/>
              <a:gd name="T92" fmla="*/ 282 w 282"/>
              <a:gd name="T93" fmla="*/ 141 h 282"/>
              <a:gd name="T94" fmla="*/ 263 w 282"/>
              <a:gd name="T95" fmla="*/ 212 h 282"/>
              <a:gd name="T96" fmla="*/ 212 w 282"/>
              <a:gd name="T97" fmla="*/ 263 h 282"/>
              <a:gd name="T98" fmla="*/ 141 w 282"/>
              <a:gd name="T99" fmla="*/ 282 h 282"/>
              <a:gd name="T100" fmla="*/ 70 w 282"/>
              <a:gd name="T101" fmla="*/ 263 h 282"/>
              <a:gd name="T102" fmla="*/ 19 w 282"/>
              <a:gd name="T103" fmla="*/ 212 h 282"/>
              <a:gd name="T104" fmla="*/ 0 w 282"/>
              <a:gd name="T105" fmla="*/ 141 h 282"/>
              <a:gd name="T106" fmla="*/ 19 w 282"/>
              <a:gd name="T107" fmla="*/ 70 h 282"/>
              <a:gd name="T108" fmla="*/ 70 w 282"/>
              <a:gd name="T109" fmla="*/ 19 h 282"/>
              <a:gd name="T110" fmla="*/ 141 w 282"/>
              <a:gd name="T111" fmla="*/ 0 h 282"/>
              <a:gd name="T112" fmla="*/ 212 w 282"/>
              <a:gd name="T113" fmla="*/ 19 h 282"/>
              <a:gd name="T114" fmla="*/ 263 w 282"/>
              <a:gd name="T115" fmla="*/ 70 h 282"/>
              <a:gd name="T116" fmla="*/ 282 w 282"/>
              <a:gd name="T117" fmla="*/ 141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2" h="282">
                <a:moveTo>
                  <a:pt x="212" y="176"/>
                </a:moveTo>
                <a:cubicBezTo>
                  <a:pt x="212" y="180"/>
                  <a:pt x="211" y="182"/>
                  <a:pt x="208" y="185"/>
                </a:cubicBezTo>
                <a:cubicBezTo>
                  <a:pt x="206" y="187"/>
                  <a:pt x="203" y="188"/>
                  <a:pt x="200" y="188"/>
                </a:cubicBezTo>
                <a:cubicBezTo>
                  <a:pt x="83" y="188"/>
                  <a:pt x="83" y="188"/>
                  <a:pt x="83" y="188"/>
                </a:cubicBezTo>
                <a:cubicBezTo>
                  <a:pt x="79" y="188"/>
                  <a:pt x="77" y="187"/>
                  <a:pt x="74" y="185"/>
                </a:cubicBezTo>
                <a:cubicBezTo>
                  <a:pt x="72" y="182"/>
                  <a:pt x="71" y="180"/>
                  <a:pt x="71" y="176"/>
                </a:cubicBezTo>
                <a:cubicBezTo>
                  <a:pt x="71" y="173"/>
                  <a:pt x="72" y="170"/>
                  <a:pt x="74" y="168"/>
                </a:cubicBezTo>
                <a:cubicBezTo>
                  <a:pt x="77" y="166"/>
                  <a:pt x="79" y="165"/>
                  <a:pt x="83" y="165"/>
                </a:cubicBezTo>
                <a:cubicBezTo>
                  <a:pt x="200" y="165"/>
                  <a:pt x="200" y="165"/>
                  <a:pt x="200" y="165"/>
                </a:cubicBezTo>
                <a:cubicBezTo>
                  <a:pt x="203" y="165"/>
                  <a:pt x="206" y="166"/>
                  <a:pt x="208" y="168"/>
                </a:cubicBezTo>
                <a:cubicBezTo>
                  <a:pt x="211" y="170"/>
                  <a:pt x="212" y="173"/>
                  <a:pt x="212" y="176"/>
                </a:cubicBezTo>
                <a:close/>
                <a:moveTo>
                  <a:pt x="118" y="94"/>
                </a:moveTo>
                <a:cubicBezTo>
                  <a:pt x="118" y="101"/>
                  <a:pt x="115" y="106"/>
                  <a:pt x="111" y="111"/>
                </a:cubicBezTo>
                <a:cubicBezTo>
                  <a:pt x="106" y="115"/>
                  <a:pt x="101" y="118"/>
                  <a:pt x="94" y="118"/>
                </a:cubicBezTo>
                <a:cubicBezTo>
                  <a:pt x="88" y="118"/>
                  <a:pt x="82" y="115"/>
                  <a:pt x="78" y="111"/>
                </a:cubicBezTo>
                <a:cubicBezTo>
                  <a:pt x="73" y="106"/>
                  <a:pt x="71" y="101"/>
                  <a:pt x="71" y="94"/>
                </a:cubicBezTo>
                <a:cubicBezTo>
                  <a:pt x="71" y="88"/>
                  <a:pt x="73" y="82"/>
                  <a:pt x="78" y="78"/>
                </a:cubicBezTo>
                <a:cubicBezTo>
                  <a:pt x="82" y="73"/>
                  <a:pt x="88" y="71"/>
                  <a:pt x="94" y="71"/>
                </a:cubicBezTo>
                <a:cubicBezTo>
                  <a:pt x="101" y="71"/>
                  <a:pt x="106" y="73"/>
                  <a:pt x="111" y="78"/>
                </a:cubicBezTo>
                <a:cubicBezTo>
                  <a:pt x="115" y="82"/>
                  <a:pt x="118" y="88"/>
                  <a:pt x="118" y="94"/>
                </a:cubicBezTo>
                <a:close/>
                <a:moveTo>
                  <a:pt x="212" y="94"/>
                </a:moveTo>
                <a:cubicBezTo>
                  <a:pt x="212" y="101"/>
                  <a:pt x="209" y="106"/>
                  <a:pt x="205" y="111"/>
                </a:cubicBezTo>
                <a:cubicBezTo>
                  <a:pt x="200" y="115"/>
                  <a:pt x="195" y="118"/>
                  <a:pt x="188" y="118"/>
                </a:cubicBezTo>
                <a:cubicBezTo>
                  <a:pt x="182" y="118"/>
                  <a:pt x="176" y="115"/>
                  <a:pt x="172" y="111"/>
                </a:cubicBezTo>
                <a:cubicBezTo>
                  <a:pt x="167" y="106"/>
                  <a:pt x="165" y="101"/>
                  <a:pt x="165" y="94"/>
                </a:cubicBezTo>
                <a:cubicBezTo>
                  <a:pt x="165" y="88"/>
                  <a:pt x="167" y="82"/>
                  <a:pt x="172" y="78"/>
                </a:cubicBezTo>
                <a:cubicBezTo>
                  <a:pt x="176" y="73"/>
                  <a:pt x="182" y="71"/>
                  <a:pt x="188" y="71"/>
                </a:cubicBezTo>
                <a:cubicBezTo>
                  <a:pt x="195" y="71"/>
                  <a:pt x="200" y="73"/>
                  <a:pt x="205" y="78"/>
                </a:cubicBezTo>
                <a:cubicBezTo>
                  <a:pt x="209" y="82"/>
                  <a:pt x="212" y="88"/>
                  <a:pt x="212" y="94"/>
                </a:cubicBezTo>
                <a:close/>
                <a:moveTo>
                  <a:pt x="259" y="141"/>
                </a:moveTo>
                <a:cubicBezTo>
                  <a:pt x="259" y="125"/>
                  <a:pt x="256" y="110"/>
                  <a:pt x="249" y="96"/>
                </a:cubicBezTo>
                <a:cubicBezTo>
                  <a:pt x="243" y="81"/>
                  <a:pt x="235" y="69"/>
                  <a:pt x="224" y="58"/>
                </a:cubicBezTo>
                <a:cubicBezTo>
                  <a:pt x="214" y="48"/>
                  <a:pt x="201" y="39"/>
                  <a:pt x="187" y="33"/>
                </a:cubicBezTo>
                <a:cubicBezTo>
                  <a:pt x="172" y="27"/>
                  <a:pt x="157" y="24"/>
                  <a:pt x="141" y="24"/>
                </a:cubicBezTo>
                <a:cubicBezTo>
                  <a:pt x="125" y="24"/>
                  <a:pt x="110" y="27"/>
                  <a:pt x="96" y="33"/>
                </a:cubicBezTo>
                <a:cubicBezTo>
                  <a:pt x="81" y="39"/>
                  <a:pt x="69" y="48"/>
                  <a:pt x="58" y="58"/>
                </a:cubicBezTo>
                <a:cubicBezTo>
                  <a:pt x="48" y="69"/>
                  <a:pt x="39" y="81"/>
                  <a:pt x="33" y="96"/>
                </a:cubicBezTo>
                <a:cubicBezTo>
                  <a:pt x="27" y="110"/>
                  <a:pt x="24" y="125"/>
                  <a:pt x="24" y="141"/>
                </a:cubicBezTo>
                <a:cubicBezTo>
                  <a:pt x="24" y="157"/>
                  <a:pt x="27" y="172"/>
                  <a:pt x="33" y="187"/>
                </a:cubicBezTo>
                <a:cubicBezTo>
                  <a:pt x="39" y="201"/>
                  <a:pt x="48" y="214"/>
                  <a:pt x="58" y="224"/>
                </a:cubicBezTo>
                <a:cubicBezTo>
                  <a:pt x="69" y="235"/>
                  <a:pt x="81" y="243"/>
                  <a:pt x="96" y="249"/>
                </a:cubicBezTo>
                <a:cubicBezTo>
                  <a:pt x="110" y="255"/>
                  <a:pt x="125" y="259"/>
                  <a:pt x="141" y="259"/>
                </a:cubicBezTo>
                <a:cubicBezTo>
                  <a:pt x="157" y="259"/>
                  <a:pt x="172" y="255"/>
                  <a:pt x="187" y="249"/>
                </a:cubicBezTo>
                <a:cubicBezTo>
                  <a:pt x="201" y="243"/>
                  <a:pt x="214" y="235"/>
                  <a:pt x="224" y="224"/>
                </a:cubicBezTo>
                <a:cubicBezTo>
                  <a:pt x="235" y="214"/>
                  <a:pt x="243" y="201"/>
                  <a:pt x="249" y="187"/>
                </a:cubicBezTo>
                <a:cubicBezTo>
                  <a:pt x="256" y="172"/>
                  <a:pt x="259" y="157"/>
                  <a:pt x="259" y="141"/>
                </a:cubicBezTo>
                <a:close/>
                <a:moveTo>
                  <a:pt x="282" y="141"/>
                </a:moveTo>
                <a:cubicBezTo>
                  <a:pt x="282" y="167"/>
                  <a:pt x="276" y="190"/>
                  <a:pt x="263" y="212"/>
                </a:cubicBezTo>
                <a:cubicBezTo>
                  <a:pt x="251" y="233"/>
                  <a:pt x="234" y="251"/>
                  <a:pt x="212" y="263"/>
                </a:cubicBezTo>
                <a:cubicBezTo>
                  <a:pt x="190" y="276"/>
                  <a:pt x="167" y="282"/>
                  <a:pt x="141" y="282"/>
                </a:cubicBezTo>
                <a:cubicBezTo>
                  <a:pt x="116" y="282"/>
                  <a:pt x="92" y="276"/>
                  <a:pt x="70" y="263"/>
                </a:cubicBezTo>
                <a:cubicBezTo>
                  <a:pt x="49" y="251"/>
                  <a:pt x="32" y="233"/>
                  <a:pt x="19" y="212"/>
                </a:cubicBezTo>
                <a:cubicBezTo>
                  <a:pt x="7" y="190"/>
                  <a:pt x="0" y="167"/>
                  <a:pt x="0" y="141"/>
                </a:cubicBezTo>
                <a:cubicBezTo>
                  <a:pt x="0" y="116"/>
                  <a:pt x="7" y="92"/>
                  <a:pt x="19" y="70"/>
                </a:cubicBezTo>
                <a:cubicBezTo>
                  <a:pt x="32" y="49"/>
                  <a:pt x="49" y="32"/>
                  <a:pt x="70" y="19"/>
                </a:cubicBezTo>
                <a:cubicBezTo>
                  <a:pt x="92" y="6"/>
                  <a:pt x="116" y="0"/>
                  <a:pt x="141" y="0"/>
                </a:cubicBezTo>
                <a:cubicBezTo>
                  <a:pt x="167" y="0"/>
                  <a:pt x="190" y="6"/>
                  <a:pt x="212" y="19"/>
                </a:cubicBezTo>
                <a:cubicBezTo>
                  <a:pt x="234" y="32"/>
                  <a:pt x="251" y="49"/>
                  <a:pt x="263" y="70"/>
                </a:cubicBezTo>
                <a:cubicBezTo>
                  <a:pt x="276" y="92"/>
                  <a:pt x="282" y="116"/>
                  <a:pt x="282" y="14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3344489" y="2404445"/>
            <a:ext cx="219618" cy="341168"/>
          </a:xfrm>
          <a:custGeom>
            <a:avLst/>
            <a:gdLst>
              <a:gd name="T0" fmla="*/ 152 w 211"/>
              <a:gd name="T1" fmla="*/ 58 h 329"/>
              <a:gd name="T2" fmla="*/ 195 w 211"/>
              <a:gd name="T3" fmla="*/ 96 h 329"/>
              <a:gd name="T4" fmla="*/ 211 w 211"/>
              <a:gd name="T5" fmla="*/ 152 h 329"/>
              <a:gd name="T6" fmla="*/ 184 w 211"/>
              <a:gd name="T7" fmla="*/ 223 h 329"/>
              <a:gd name="T8" fmla="*/ 117 w 211"/>
              <a:gd name="T9" fmla="*/ 257 h 329"/>
              <a:gd name="T10" fmla="*/ 117 w 211"/>
              <a:gd name="T11" fmla="*/ 282 h 329"/>
              <a:gd name="T12" fmla="*/ 135 w 211"/>
              <a:gd name="T13" fmla="*/ 282 h 329"/>
              <a:gd name="T14" fmla="*/ 139 w 211"/>
              <a:gd name="T15" fmla="*/ 283 h 329"/>
              <a:gd name="T16" fmla="*/ 141 w 211"/>
              <a:gd name="T17" fmla="*/ 287 h 329"/>
              <a:gd name="T18" fmla="*/ 141 w 211"/>
              <a:gd name="T19" fmla="*/ 299 h 329"/>
              <a:gd name="T20" fmla="*/ 139 w 211"/>
              <a:gd name="T21" fmla="*/ 303 h 329"/>
              <a:gd name="T22" fmla="*/ 135 w 211"/>
              <a:gd name="T23" fmla="*/ 305 h 329"/>
              <a:gd name="T24" fmla="*/ 117 w 211"/>
              <a:gd name="T25" fmla="*/ 305 h 329"/>
              <a:gd name="T26" fmla="*/ 117 w 211"/>
              <a:gd name="T27" fmla="*/ 323 h 329"/>
              <a:gd name="T28" fmla="*/ 116 w 211"/>
              <a:gd name="T29" fmla="*/ 327 h 329"/>
              <a:gd name="T30" fmla="*/ 112 w 211"/>
              <a:gd name="T31" fmla="*/ 329 h 329"/>
              <a:gd name="T32" fmla="*/ 100 w 211"/>
              <a:gd name="T33" fmla="*/ 329 h 329"/>
              <a:gd name="T34" fmla="*/ 96 w 211"/>
              <a:gd name="T35" fmla="*/ 327 h 329"/>
              <a:gd name="T36" fmla="*/ 94 w 211"/>
              <a:gd name="T37" fmla="*/ 323 h 329"/>
              <a:gd name="T38" fmla="*/ 94 w 211"/>
              <a:gd name="T39" fmla="*/ 305 h 329"/>
              <a:gd name="T40" fmla="*/ 76 w 211"/>
              <a:gd name="T41" fmla="*/ 305 h 329"/>
              <a:gd name="T42" fmla="*/ 72 w 211"/>
              <a:gd name="T43" fmla="*/ 303 h 329"/>
              <a:gd name="T44" fmla="*/ 71 w 211"/>
              <a:gd name="T45" fmla="*/ 299 h 329"/>
              <a:gd name="T46" fmla="*/ 71 w 211"/>
              <a:gd name="T47" fmla="*/ 287 h 329"/>
              <a:gd name="T48" fmla="*/ 72 w 211"/>
              <a:gd name="T49" fmla="*/ 283 h 329"/>
              <a:gd name="T50" fmla="*/ 76 w 211"/>
              <a:gd name="T51" fmla="*/ 282 h 329"/>
              <a:gd name="T52" fmla="*/ 94 w 211"/>
              <a:gd name="T53" fmla="*/ 282 h 329"/>
              <a:gd name="T54" fmla="*/ 94 w 211"/>
              <a:gd name="T55" fmla="*/ 257 h 329"/>
              <a:gd name="T56" fmla="*/ 27 w 211"/>
              <a:gd name="T57" fmla="*/ 223 h 329"/>
              <a:gd name="T58" fmla="*/ 0 w 211"/>
              <a:gd name="T59" fmla="*/ 152 h 329"/>
              <a:gd name="T60" fmla="*/ 16 w 211"/>
              <a:gd name="T61" fmla="*/ 96 h 329"/>
              <a:gd name="T62" fmla="*/ 59 w 211"/>
              <a:gd name="T63" fmla="*/ 58 h 329"/>
              <a:gd name="T64" fmla="*/ 17 w 211"/>
              <a:gd name="T65" fmla="*/ 8 h 329"/>
              <a:gd name="T66" fmla="*/ 18 w 211"/>
              <a:gd name="T67" fmla="*/ 2 h 329"/>
              <a:gd name="T68" fmla="*/ 23 w 211"/>
              <a:gd name="T69" fmla="*/ 0 h 329"/>
              <a:gd name="T70" fmla="*/ 35 w 211"/>
              <a:gd name="T71" fmla="*/ 0 h 329"/>
              <a:gd name="T72" fmla="*/ 41 w 211"/>
              <a:gd name="T73" fmla="*/ 3 h 329"/>
              <a:gd name="T74" fmla="*/ 66 w 211"/>
              <a:gd name="T75" fmla="*/ 35 h 329"/>
              <a:gd name="T76" fmla="*/ 106 w 211"/>
              <a:gd name="T77" fmla="*/ 47 h 329"/>
              <a:gd name="T78" fmla="*/ 145 w 211"/>
              <a:gd name="T79" fmla="*/ 35 h 329"/>
              <a:gd name="T80" fmla="*/ 171 w 211"/>
              <a:gd name="T81" fmla="*/ 3 h 329"/>
              <a:gd name="T82" fmla="*/ 178 w 211"/>
              <a:gd name="T83" fmla="*/ 0 h 329"/>
              <a:gd name="T84" fmla="*/ 189 w 211"/>
              <a:gd name="T85" fmla="*/ 0 h 329"/>
              <a:gd name="T86" fmla="*/ 194 w 211"/>
              <a:gd name="T87" fmla="*/ 2 h 329"/>
              <a:gd name="T88" fmla="*/ 194 w 211"/>
              <a:gd name="T89" fmla="*/ 8 h 329"/>
              <a:gd name="T90" fmla="*/ 152 w 211"/>
              <a:gd name="T91" fmla="*/ 58 h 329"/>
              <a:gd name="T92" fmla="*/ 106 w 211"/>
              <a:gd name="T93" fmla="*/ 235 h 329"/>
              <a:gd name="T94" fmla="*/ 164 w 211"/>
              <a:gd name="T95" fmla="*/ 210 h 329"/>
              <a:gd name="T96" fmla="*/ 188 w 211"/>
              <a:gd name="T97" fmla="*/ 152 h 329"/>
              <a:gd name="T98" fmla="*/ 164 w 211"/>
              <a:gd name="T99" fmla="*/ 94 h 329"/>
              <a:gd name="T100" fmla="*/ 106 w 211"/>
              <a:gd name="T101" fmla="*/ 70 h 329"/>
              <a:gd name="T102" fmla="*/ 48 w 211"/>
              <a:gd name="T103" fmla="*/ 94 h 329"/>
              <a:gd name="T104" fmla="*/ 24 w 211"/>
              <a:gd name="T105" fmla="*/ 152 h 329"/>
              <a:gd name="T106" fmla="*/ 48 w 211"/>
              <a:gd name="T107" fmla="*/ 210 h 329"/>
              <a:gd name="T108" fmla="*/ 106 w 211"/>
              <a:gd name="T109" fmla="*/ 235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11" h="329">
                <a:moveTo>
                  <a:pt x="152" y="58"/>
                </a:moveTo>
                <a:cubicBezTo>
                  <a:pt x="170" y="66"/>
                  <a:pt x="184" y="79"/>
                  <a:pt x="195" y="96"/>
                </a:cubicBezTo>
                <a:cubicBezTo>
                  <a:pt x="206" y="113"/>
                  <a:pt x="211" y="132"/>
                  <a:pt x="211" y="152"/>
                </a:cubicBezTo>
                <a:cubicBezTo>
                  <a:pt x="211" y="179"/>
                  <a:pt x="202" y="203"/>
                  <a:pt x="184" y="223"/>
                </a:cubicBezTo>
                <a:cubicBezTo>
                  <a:pt x="166" y="243"/>
                  <a:pt x="144" y="254"/>
                  <a:pt x="117" y="257"/>
                </a:cubicBezTo>
                <a:cubicBezTo>
                  <a:pt x="117" y="282"/>
                  <a:pt x="117" y="282"/>
                  <a:pt x="117" y="282"/>
                </a:cubicBezTo>
                <a:cubicBezTo>
                  <a:pt x="135" y="282"/>
                  <a:pt x="135" y="282"/>
                  <a:pt x="135" y="282"/>
                </a:cubicBezTo>
                <a:cubicBezTo>
                  <a:pt x="137" y="282"/>
                  <a:pt x="138" y="282"/>
                  <a:pt x="139" y="283"/>
                </a:cubicBezTo>
                <a:cubicBezTo>
                  <a:pt x="140" y="284"/>
                  <a:pt x="141" y="286"/>
                  <a:pt x="141" y="287"/>
                </a:cubicBezTo>
                <a:cubicBezTo>
                  <a:pt x="141" y="299"/>
                  <a:pt x="141" y="299"/>
                  <a:pt x="141" y="299"/>
                </a:cubicBezTo>
                <a:cubicBezTo>
                  <a:pt x="141" y="301"/>
                  <a:pt x="140" y="302"/>
                  <a:pt x="139" y="303"/>
                </a:cubicBezTo>
                <a:cubicBezTo>
                  <a:pt x="138" y="305"/>
                  <a:pt x="137" y="305"/>
                  <a:pt x="135" y="305"/>
                </a:cubicBezTo>
                <a:cubicBezTo>
                  <a:pt x="117" y="305"/>
                  <a:pt x="117" y="305"/>
                  <a:pt x="117" y="305"/>
                </a:cubicBezTo>
                <a:cubicBezTo>
                  <a:pt x="117" y="323"/>
                  <a:pt x="117" y="323"/>
                  <a:pt x="117" y="323"/>
                </a:cubicBezTo>
                <a:cubicBezTo>
                  <a:pt x="117" y="324"/>
                  <a:pt x="117" y="326"/>
                  <a:pt x="116" y="327"/>
                </a:cubicBezTo>
                <a:cubicBezTo>
                  <a:pt x="115" y="328"/>
                  <a:pt x="113" y="329"/>
                  <a:pt x="112" y="329"/>
                </a:cubicBezTo>
                <a:cubicBezTo>
                  <a:pt x="100" y="329"/>
                  <a:pt x="100" y="329"/>
                  <a:pt x="100" y="329"/>
                </a:cubicBezTo>
                <a:cubicBezTo>
                  <a:pt x="98" y="329"/>
                  <a:pt x="97" y="328"/>
                  <a:pt x="96" y="327"/>
                </a:cubicBezTo>
                <a:cubicBezTo>
                  <a:pt x="95" y="326"/>
                  <a:pt x="94" y="324"/>
                  <a:pt x="94" y="323"/>
                </a:cubicBezTo>
                <a:cubicBezTo>
                  <a:pt x="94" y="305"/>
                  <a:pt x="94" y="305"/>
                  <a:pt x="94" y="305"/>
                </a:cubicBezTo>
                <a:cubicBezTo>
                  <a:pt x="76" y="305"/>
                  <a:pt x="76" y="305"/>
                  <a:pt x="76" y="305"/>
                </a:cubicBezTo>
                <a:cubicBezTo>
                  <a:pt x="75" y="305"/>
                  <a:pt x="73" y="305"/>
                  <a:pt x="72" y="303"/>
                </a:cubicBezTo>
                <a:cubicBezTo>
                  <a:pt x="71" y="302"/>
                  <a:pt x="71" y="301"/>
                  <a:pt x="71" y="299"/>
                </a:cubicBezTo>
                <a:cubicBezTo>
                  <a:pt x="71" y="287"/>
                  <a:pt x="71" y="287"/>
                  <a:pt x="71" y="287"/>
                </a:cubicBezTo>
                <a:cubicBezTo>
                  <a:pt x="71" y="286"/>
                  <a:pt x="71" y="284"/>
                  <a:pt x="72" y="283"/>
                </a:cubicBezTo>
                <a:cubicBezTo>
                  <a:pt x="73" y="282"/>
                  <a:pt x="75" y="282"/>
                  <a:pt x="76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4" y="257"/>
                  <a:pt x="94" y="257"/>
                  <a:pt x="94" y="257"/>
                </a:cubicBezTo>
                <a:cubicBezTo>
                  <a:pt x="67" y="254"/>
                  <a:pt x="45" y="243"/>
                  <a:pt x="27" y="223"/>
                </a:cubicBezTo>
                <a:cubicBezTo>
                  <a:pt x="9" y="203"/>
                  <a:pt x="0" y="179"/>
                  <a:pt x="0" y="152"/>
                </a:cubicBezTo>
                <a:cubicBezTo>
                  <a:pt x="0" y="132"/>
                  <a:pt x="5" y="113"/>
                  <a:pt x="16" y="96"/>
                </a:cubicBezTo>
                <a:cubicBezTo>
                  <a:pt x="27" y="79"/>
                  <a:pt x="41" y="66"/>
                  <a:pt x="59" y="58"/>
                </a:cubicBezTo>
                <a:cubicBezTo>
                  <a:pt x="39" y="46"/>
                  <a:pt x="25" y="29"/>
                  <a:pt x="17" y="8"/>
                </a:cubicBezTo>
                <a:cubicBezTo>
                  <a:pt x="17" y="6"/>
                  <a:pt x="17" y="4"/>
                  <a:pt x="18" y="2"/>
                </a:cubicBezTo>
                <a:cubicBezTo>
                  <a:pt x="19" y="1"/>
                  <a:pt x="21" y="0"/>
                  <a:pt x="2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8" y="0"/>
                  <a:pt x="40" y="1"/>
                  <a:pt x="41" y="3"/>
                </a:cubicBezTo>
                <a:cubicBezTo>
                  <a:pt x="46" y="16"/>
                  <a:pt x="55" y="27"/>
                  <a:pt x="66" y="35"/>
                </a:cubicBezTo>
                <a:cubicBezTo>
                  <a:pt x="78" y="43"/>
                  <a:pt x="91" y="47"/>
                  <a:pt x="106" y="47"/>
                </a:cubicBezTo>
                <a:cubicBezTo>
                  <a:pt x="120" y="47"/>
                  <a:pt x="133" y="43"/>
                  <a:pt x="145" y="35"/>
                </a:cubicBezTo>
                <a:cubicBezTo>
                  <a:pt x="157" y="27"/>
                  <a:pt x="165" y="16"/>
                  <a:pt x="171" y="3"/>
                </a:cubicBezTo>
                <a:cubicBezTo>
                  <a:pt x="172" y="1"/>
                  <a:pt x="174" y="0"/>
                  <a:pt x="178" y="0"/>
                </a:cubicBezTo>
                <a:cubicBezTo>
                  <a:pt x="189" y="0"/>
                  <a:pt x="189" y="0"/>
                  <a:pt x="189" y="0"/>
                </a:cubicBezTo>
                <a:cubicBezTo>
                  <a:pt x="191" y="0"/>
                  <a:pt x="192" y="1"/>
                  <a:pt x="194" y="2"/>
                </a:cubicBezTo>
                <a:cubicBezTo>
                  <a:pt x="195" y="4"/>
                  <a:pt x="195" y="6"/>
                  <a:pt x="194" y="8"/>
                </a:cubicBezTo>
                <a:cubicBezTo>
                  <a:pt x="186" y="29"/>
                  <a:pt x="173" y="46"/>
                  <a:pt x="152" y="58"/>
                </a:cubicBezTo>
                <a:close/>
                <a:moveTo>
                  <a:pt x="106" y="235"/>
                </a:moveTo>
                <a:cubicBezTo>
                  <a:pt x="128" y="235"/>
                  <a:pt x="148" y="227"/>
                  <a:pt x="164" y="210"/>
                </a:cubicBezTo>
                <a:cubicBezTo>
                  <a:pt x="180" y="194"/>
                  <a:pt x="188" y="175"/>
                  <a:pt x="188" y="152"/>
                </a:cubicBezTo>
                <a:cubicBezTo>
                  <a:pt x="188" y="130"/>
                  <a:pt x="180" y="110"/>
                  <a:pt x="164" y="94"/>
                </a:cubicBezTo>
                <a:cubicBezTo>
                  <a:pt x="148" y="78"/>
                  <a:pt x="128" y="70"/>
                  <a:pt x="106" y="70"/>
                </a:cubicBezTo>
                <a:cubicBezTo>
                  <a:pt x="83" y="70"/>
                  <a:pt x="64" y="78"/>
                  <a:pt x="48" y="94"/>
                </a:cubicBezTo>
                <a:cubicBezTo>
                  <a:pt x="32" y="110"/>
                  <a:pt x="24" y="130"/>
                  <a:pt x="24" y="152"/>
                </a:cubicBezTo>
                <a:cubicBezTo>
                  <a:pt x="24" y="175"/>
                  <a:pt x="32" y="194"/>
                  <a:pt x="48" y="210"/>
                </a:cubicBezTo>
                <a:cubicBezTo>
                  <a:pt x="64" y="227"/>
                  <a:pt x="83" y="235"/>
                  <a:pt x="106" y="23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1609646" y="2850586"/>
            <a:ext cx="218237" cy="316305"/>
          </a:xfrm>
          <a:custGeom>
            <a:avLst/>
            <a:gdLst>
              <a:gd name="T0" fmla="*/ 211 w 211"/>
              <a:gd name="T1" fmla="*/ 129 h 305"/>
              <a:gd name="T2" fmla="*/ 211 w 211"/>
              <a:gd name="T3" fmla="*/ 153 h 305"/>
              <a:gd name="T4" fmla="*/ 184 w 211"/>
              <a:gd name="T5" fmla="*/ 223 h 305"/>
              <a:gd name="T6" fmla="*/ 117 w 211"/>
              <a:gd name="T7" fmla="*/ 258 h 305"/>
              <a:gd name="T8" fmla="*/ 117 w 211"/>
              <a:gd name="T9" fmla="*/ 282 h 305"/>
              <a:gd name="T10" fmla="*/ 164 w 211"/>
              <a:gd name="T11" fmla="*/ 282 h 305"/>
              <a:gd name="T12" fmla="*/ 173 w 211"/>
              <a:gd name="T13" fmla="*/ 285 h 305"/>
              <a:gd name="T14" fmla="*/ 176 w 211"/>
              <a:gd name="T15" fmla="*/ 294 h 305"/>
              <a:gd name="T16" fmla="*/ 173 w 211"/>
              <a:gd name="T17" fmla="*/ 302 h 305"/>
              <a:gd name="T18" fmla="*/ 164 w 211"/>
              <a:gd name="T19" fmla="*/ 305 h 305"/>
              <a:gd name="T20" fmla="*/ 47 w 211"/>
              <a:gd name="T21" fmla="*/ 305 h 305"/>
              <a:gd name="T22" fmla="*/ 39 w 211"/>
              <a:gd name="T23" fmla="*/ 302 h 305"/>
              <a:gd name="T24" fmla="*/ 35 w 211"/>
              <a:gd name="T25" fmla="*/ 294 h 305"/>
              <a:gd name="T26" fmla="*/ 39 w 211"/>
              <a:gd name="T27" fmla="*/ 285 h 305"/>
              <a:gd name="T28" fmla="*/ 47 w 211"/>
              <a:gd name="T29" fmla="*/ 282 h 305"/>
              <a:gd name="T30" fmla="*/ 94 w 211"/>
              <a:gd name="T31" fmla="*/ 282 h 305"/>
              <a:gd name="T32" fmla="*/ 94 w 211"/>
              <a:gd name="T33" fmla="*/ 258 h 305"/>
              <a:gd name="T34" fmla="*/ 27 w 211"/>
              <a:gd name="T35" fmla="*/ 223 h 305"/>
              <a:gd name="T36" fmla="*/ 0 w 211"/>
              <a:gd name="T37" fmla="*/ 153 h 305"/>
              <a:gd name="T38" fmla="*/ 0 w 211"/>
              <a:gd name="T39" fmla="*/ 129 h 305"/>
              <a:gd name="T40" fmla="*/ 3 w 211"/>
              <a:gd name="T41" fmla="*/ 121 h 305"/>
              <a:gd name="T42" fmla="*/ 12 w 211"/>
              <a:gd name="T43" fmla="*/ 117 h 305"/>
              <a:gd name="T44" fmla="*/ 20 w 211"/>
              <a:gd name="T45" fmla="*/ 121 h 305"/>
              <a:gd name="T46" fmla="*/ 23 w 211"/>
              <a:gd name="T47" fmla="*/ 129 h 305"/>
              <a:gd name="T48" fmla="*/ 23 w 211"/>
              <a:gd name="T49" fmla="*/ 153 h 305"/>
              <a:gd name="T50" fmla="*/ 48 w 211"/>
              <a:gd name="T51" fmla="*/ 211 h 305"/>
              <a:gd name="T52" fmla="*/ 106 w 211"/>
              <a:gd name="T53" fmla="*/ 235 h 305"/>
              <a:gd name="T54" fmla="*/ 164 w 211"/>
              <a:gd name="T55" fmla="*/ 211 h 305"/>
              <a:gd name="T56" fmla="*/ 188 w 211"/>
              <a:gd name="T57" fmla="*/ 153 h 305"/>
              <a:gd name="T58" fmla="*/ 188 w 211"/>
              <a:gd name="T59" fmla="*/ 129 h 305"/>
              <a:gd name="T60" fmla="*/ 191 w 211"/>
              <a:gd name="T61" fmla="*/ 121 h 305"/>
              <a:gd name="T62" fmla="*/ 200 w 211"/>
              <a:gd name="T63" fmla="*/ 117 h 305"/>
              <a:gd name="T64" fmla="*/ 208 w 211"/>
              <a:gd name="T65" fmla="*/ 121 h 305"/>
              <a:gd name="T66" fmla="*/ 211 w 211"/>
              <a:gd name="T67" fmla="*/ 129 h 305"/>
              <a:gd name="T68" fmla="*/ 164 w 211"/>
              <a:gd name="T69" fmla="*/ 59 h 305"/>
              <a:gd name="T70" fmla="*/ 164 w 211"/>
              <a:gd name="T71" fmla="*/ 153 h 305"/>
              <a:gd name="T72" fmla="*/ 147 w 211"/>
              <a:gd name="T73" fmla="*/ 194 h 305"/>
              <a:gd name="T74" fmla="*/ 106 w 211"/>
              <a:gd name="T75" fmla="*/ 211 h 305"/>
              <a:gd name="T76" fmla="*/ 64 w 211"/>
              <a:gd name="T77" fmla="*/ 194 h 305"/>
              <a:gd name="T78" fmla="*/ 47 w 211"/>
              <a:gd name="T79" fmla="*/ 153 h 305"/>
              <a:gd name="T80" fmla="*/ 47 w 211"/>
              <a:gd name="T81" fmla="*/ 59 h 305"/>
              <a:gd name="T82" fmla="*/ 64 w 211"/>
              <a:gd name="T83" fmla="*/ 17 h 305"/>
              <a:gd name="T84" fmla="*/ 106 w 211"/>
              <a:gd name="T85" fmla="*/ 0 h 305"/>
              <a:gd name="T86" fmla="*/ 147 w 211"/>
              <a:gd name="T87" fmla="*/ 17 h 305"/>
              <a:gd name="T88" fmla="*/ 164 w 211"/>
              <a:gd name="T89" fmla="*/ 59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11" h="305">
                <a:moveTo>
                  <a:pt x="211" y="129"/>
                </a:moveTo>
                <a:cubicBezTo>
                  <a:pt x="211" y="153"/>
                  <a:pt x="211" y="153"/>
                  <a:pt x="211" y="153"/>
                </a:cubicBezTo>
                <a:cubicBezTo>
                  <a:pt x="211" y="180"/>
                  <a:pt x="202" y="203"/>
                  <a:pt x="184" y="223"/>
                </a:cubicBezTo>
                <a:cubicBezTo>
                  <a:pt x="166" y="243"/>
                  <a:pt x="144" y="255"/>
                  <a:pt x="117" y="258"/>
                </a:cubicBezTo>
                <a:cubicBezTo>
                  <a:pt x="117" y="282"/>
                  <a:pt x="117" y="282"/>
                  <a:pt x="117" y="282"/>
                </a:cubicBezTo>
                <a:cubicBezTo>
                  <a:pt x="164" y="282"/>
                  <a:pt x="164" y="282"/>
                  <a:pt x="164" y="282"/>
                </a:cubicBezTo>
                <a:cubicBezTo>
                  <a:pt x="168" y="282"/>
                  <a:pt x="170" y="283"/>
                  <a:pt x="173" y="285"/>
                </a:cubicBezTo>
                <a:cubicBezTo>
                  <a:pt x="175" y="288"/>
                  <a:pt x="176" y="290"/>
                  <a:pt x="176" y="294"/>
                </a:cubicBezTo>
                <a:cubicBezTo>
                  <a:pt x="176" y="297"/>
                  <a:pt x="175" y="300"/>
                  <a:pt x="173" y="302"/>
                </a:cubicBezTo>
                <a:cubicBezTo>
                  <a:pt x="170" y="304"/>
                  <a:pt x="168" y="305"/>
                  <a:pt x="164" y="305"/>
                </a:cubicBezTo>
                <a:cubicBezTo>
                  <a:pt x="47" y="305"/>
                  <a:pt x="47" y="305"/>
                  <a:pt x="47" y="305"/>
                </a:cubicBezTo>
                <a:cubicBezTo>
                  <a:pt x="44" y="305"/>
                  <a:pt x="41" y="304"/>
                  <a:pt x="39" y="302"/>
                </a:cubicBezTo>
                <a:cubicBezTo>
                  <a:pt x="36" y="300"/>
                  <a:pt x="35" y="297"/>
                  <a:pt x="35" y="294"/>
                </a:cubicBezTo>
                <a:cubicBezTo>
                  <a:pt x="35" y="290"/>
                  <a:pt x="36" y="288"/>
                  <a:pt x="39" y="285"/>
                </a:cubicBezTo>
                <a:cubicBezTo>
                  <a:pt x="41" y="283"/>
                  <a:pt x="44" y="282"/>
                  <a:pt x="47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4" y="258"/>
                  <a:pt x="94" y="258"/>
                  <a:pt x="94" y="258"/>
                </a:cubicBezTo>
                <a:cubicBezTo>
                  <a:pt x="67" y="255"/>
                  <a:pt x="45" y="243"/>
                  <a:pt x="27" y="223"/>
                </a:cubicBezTo>
                <a:cubicBezTo>
                  <a:pt x="9" y="203"/>
                  <a:pt x="0" y="180"/>
                  <a:pt x="0" y="153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6"/>
                  <a:pt x="1" y="123"/>
                  <a:pt x="3" y="121"/>
                </a:cubicBezTo>
                <a:cubicBezTo>
                  <a:pt x="6" y="119"/>
                  <a:pt x="9" y="117"/>
                  <a:pt x="12" y="117"/>
                </a:cubicBezTo>
                <a:cubicBezTo>
                  <a:pt x="15" y="117"/>
                  <a:pt x="18" y="119"/>
                  <a:pt x="20" y="121"/>
                </a:cubicBezTo>
                <a:cubicBezTo>
                  <a:pt x="22" y="123"/>
                  <a:pt x="23" y="126"/>
                  <a:pt x="23" y="129"/>
                </a:cubicBezTo>
                <a:cubicBezTo>
                  <a:pt x="23" y="153"/>
                  <a:pt x="23" y="153"/>
                  <a:pt x="23" y="153"/>
                </a:cubicBezTo>
                <a:cubicBezTo>
                  <a:pt x="23" y="175"/>
                  <a:pt x="32" y="195"/>
                  <a:pt x="48" y="211"/>
                </a:cubicBezTo>
                <a:cubicBezTo>
                  <a:pt x="64" y="227"/>
                  <a:pt x="83" y="235"/>
                  <a:pt x="106" y="235"/>
                </a:cubicBezTo>
                <a:cubicBezTo>
                  <a:pt x="128" y="235"/>
                  <a:pt x="148" y="227"/>
                  <a:pt x="164" y="211"/>
                </a:cubicBezTo>
                <a:cubicBezTo>
                  <a:pt x="180" y="195"/>
                  <a:pt x="188" y="175"/>
                  <a:pt x="188" y="153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88" y="126"/>
                  <a:pt x="189" y="123"/>
                  <a:pt x="191" y="121"/>
                </a:cubicBezTo>
                <a:cubicBezTo>
                  <a:pt x="194" y="119"/>
                  <a:pt x="197" y="117"/>
                  <a:pt x="200" y="117"/>
                </a:cubicBezTo>
                <a:cubicBezTo>
                  <a:pt x="203" y="117"/>
                  <a:pt x="206" y="119"/>
                  <a:pt x="208" y="121"/>
                </a:cubicBezTo>
                <a:cubicBezTo>
                  <a:pt x="210" y="123"/>
                  <a:pt x="211" y="126"/>
                  <a:pt x="211" y="129"/>
                </a:cubicBezTo>
                <a:close/>
                <a:moveTo>
                  <a:pt x="164" y="59"/>
                </a:moveTo>
                <a:cubicBezTo>
                  <a:pt x="164" y="153"/>
                  <a:pt x="164" y="153"/>
                  <a:pt x="164" y="153"/>
                </a:cubicBezTo>
                <a:cubicBezTo>
                  <a:pt x="164" y="169"/>
                  <a:pt x="159" y="183"/>
                  <a:pt x="147" y="194"/>
                </a:cubicBezTo>
                <a:cubicBezTo>
                  <a:pt x="136" y="206"/>
                  <a:pt x="122" y="211"/>
                  <a:pt x="106" y="211"/>
                </a:cubicBezTo>
                <a:cubicBezTo>
                  <a:pt x="90" y="211"/>
                  <a:pt x="76" y="206"/>
                  <a:pt x="64" y="194"/>
                </a:cubicBezTo>
                <a:cubicBezTo>
                  <a:pt x="53" y="183"/>
                  <a:pt x="47" y="169"/>
                  <a:pt x="47" y="153"/>
                </a:cubicBezTo>
                <a:cubicBezTo>
                  <a:pt x="47" y="59"/>
                  <a:pt x="47" y="59"/>
                  <a:pt x="47" y="59"/>
                </a:cubicBezTo>
                <a:cubicBezTo>
                  <a:pt x="47" y="43"/>
                  <a:pt x="53" y="29"/>
                  <a:pt x="64" y="17"/>
                </a:cubicBezTo>
                <a:cubicBezTo>
                  <a:pt x="76" y="6"/>
                  <a:pt x="90" y="0"/>
                  <a:pt x="106" y="0"/>
                </a:cubicBezTo>
                <a:cubicBezTo>
                  <a:pt x="122" y="0"/>
                  <a:pt x="136" y="6"/>
                  <a:pt x="147" y="17"/>
                </a:cubicBezTo>
                <a:cubicBezTo>
                  <a:pt x="159" y="29"/>
                  <a:pt x="164" y="43"/>
                  <a:pt x="164" y="5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718744" y="2850586"/>
            <a:ext cx="263818" cy="316305"/>
          </a:xfrm>
          <a:custGeom>
            <a:avLst/>
            <a:gdLst>
              <a:gd name="T0" fmla="*/ 47 w 254"/>
              <a:gd name="T1" fmla="*/ 173 h 305"/>
              <a:gd name="T2" fmla="*/ 29 w 254"/>
              <a:gd name="T3" fmla="*/ 192 h 305"/>
              <a:gd name="T4" fmla="*/ 21 w 254"/>
              <a:gd name="T5" fmla="*/ 153 h 305"/>
              <a:gd name="T6" fmla="*/ 21 w 254"/>
              <a:gd name="T7" fmla="*/ 129 h 305"/>
              <a:gd name="T8" fmla="*/ 24 w 254"/>
              <a:gd name="T9" fmla="*/ 121 h 305"/>
              <a:gd name="T10" fmla="*/ 33 w 254"/>
              <a:gd name="T11" fmla="*/ 117 h 305"/>
              <a:gd name="T12" fmla="*/ 41 w 254"/>
              <a:gd name="T13" fmla="*/ 121 h 305"/>
              <a:gd name="T14" fmla="*/ 44 w 254"/>
              <a:gd name="T15" fmla="*/ 129 h 305"/>
              <a:gd name="T16" fmla="*/ 44 w 254"/>
              <a:gd name="T17" fmla="*/ 153 h 305"/>
              <a:gd name="T18" fmla="*/ 47 w 254"/>
              <a:gd name="T19" fmla="*/ 173 h 305"/>
              <a:gd name="T20" fmla="*/ 252 w 254"/>
              <a:gd name="T21" fmla="*/ 63 h 305"/>
              <a:gd name="T22" fmla="*/ 185 w 254"/>
              <a:gd name="T23" fmla="*/ 129 h 305"/>
              <a:gd name="T24" fmla="*/ 185 w 254"/>
              <a:gd name="T25" fmla="*/ 153 h 305"/>
              <a:gd name="T26" fmla="*/ 168 w 254"/>
              <a:gd name="T27" fmla="*/ 194 h 305"/>
              <a:gd name="T28" fmla="*/ 127 w 254"/>
              <a:gd name="T29" fmla="*/ 211 h 305"/>
              <a:gd name="T30" fmla="*/ 107 w 254"/>
              <a:gd name="T31" fmla="*/ 208 h 305"/>
              <a:gd name="T32" fmla="*/ 89 w 254"/>
              <a:gd name="T33" fmla="*/ 225 h 305"/>
              <a:gd name="T34" fmla="*/ 127 w 254"/>
              <a:gd name="T35" fmla="*/ 235 h 305"/>
              <a:gd name="T36" fmla="*/ 185 w 254"/>
              <a:gd name="T37" fmla="*/ 211 h 305"/>
              <a:gd name="T38" fmla="*/ 209 w 254"/>
              <a:gd name="T39" fmla="*/ 153 h 305"/>
              <a:gd name="T40" fmla="*/ 209 w 254"/>
              <a:gd name="T41" fmla="*/ 129 h 305"/>
              <a:gd name="T42" fmla="*/ 212 w 254"/>
              <a:gd name="T43" fmla="*/ 121 h 305"/>
              <a:gd name="T44" fmla="*/ 221 w 254"/>
              <a:gd name="T45" fmla="*/ 117 h 305"/>
              <a:gd name="T46" fmla="*/ 229 w 254"/>
              <a:gd name="T47" fmla="*/ 121 h 305"/>
              <a:gd name="T48" fmla="*/ 232 w 254"/>
              <a:gd name="T49" fmla="*/ 129 h 305"/>
              <a:gd name="T50" fmla="*/ 232 w 254"/>
              <a:gd name="T51" fmla="*/ 153 h 305"/>
              <a:gd name="T52" fmla="*/ 205 w 254"/>
              <a:gd name="T53" fmla="*/ 223 h 305"/>
              <a:gd name="T54" fmla="*/ 138 w 254"/>
              <a:gd name="T55" fmla="*/ 258 h 305"/>
              <a:gd name="T56" fmla="*/ 138 w 254"/>
              <a:gd name="T57" fmla="*/ 282 h 305"/>
              <a:gd name="T58" fmla="*/ 185 w 254"/>
              <a:gd name="T59" fmla="*/ 282 h 305"/>
              <a:gd name="T60" fmla="*/ 194 w 254"/>
              <a:gd name="T61" fmla="*/ 285 h 305"/>
              <a:gd name="T62" fmla="*/ 197 w 254"/>
              <a:gd name="T63" fmla="*/ 294 h 305"/>
              <a:gd name="T64" fmla="*/ 194 w 254"/>
              <a:gd name="T65" fmla="*/ 302 h 305"/>
              <a:gd name="T66" fmla="*/ 185 w 254"/>
              <a:gd name="T67" fmla="*/ 305 h 305"/>
              <a:gd name="T68" fmla="*/ 68 w 254"/>
              <a:gd name="T69" fmla="*/ 305 h 305"/>
              <a:gd name="T70" fmla="*/ 60 w 254"/>
              <a:gd name="T71" fmla="*/ 302 h 305"/>
              <a:gd name="T72" fmla="*/ 56 w 254"/>
              <a:gd name="T73" fmla="*/ 294 h 305"/>
              <a:gd name="T74" fmla="*/ 60 w 254"/>
              <a:gd name="T75" fmla="*/ 285 h 305"/>
              <a:gd name="T76" fmla="*/ 68 w 254"/>
              <a:gd name="T77" fmla="*/ 282 h 305"/>
              <a:gd name="T78" fmla="*/ 115 w 254"/>
              <a:gd name="T79" fmla="*/ 282 h 305"/>
              <a:gd name="T80" fmla="*/ 115 w 254"/>
              <a:gd name="T81" fmla="*/ 258 h 305"/>
              <a:gd name="T82" fmla="*/ 72 w 254"/>
              <a:gd name="T83" fmla="*/ 243 h 305"/>
              <a:gd name="T84" fmla="*/ 25 w 254"/>
              <a:gd name="T85" fmla="*/ 289 h 305"/>
              <a:gd name="T86" fmla="*/ 21 w 254"/>
              <a:gd name="T87" fmla="*/ 291 h 305"/>
              <a:gd name="T88" fmla="*/ 17 w 254"/>
              <a:gd name="T89" fmla="*/ 289 h 305"/>
              <a:gd name="T90" fmla="*/ 2 w 254"/>
              <a:gd name="T91" fmla="*/ 274 h 305"/>
              <a:gd name="T92" fmla="*/ 0 w 254"/>
              <a:gd name="T93" fmla="*/ 270 h 305"/>
              <a:gd name="T94" fmla="*/ 2 w 254"/>
              <a:gd name="T95" fmla="*/ 266 h 305"/>
              <a:gd name="T96" fmla="*/ 228 w 254"/>
              <a:gd name="T97" fmla="*/ 39 h 305"/>
              <a:gd name="T98" fmla="*/ 232 w 254"/>
              <a:gd name="T99" fmla="*/ 38 h 305"/>
              <a:gd name="T100" fmla="*/ 237 w 254"/>
              <a:gd name="T101" fmla="*/ 39 h 305"/>
              <a:gd name="T102" fmla="*/ 252 w 254"/>
              <a:gd name="T103" fmla="*/ 54 h 305"/>
              <a:gd name="T104" fmla="*/ 254 w 254"/>
              <a:gd name="T105" fmla="*/ 59 h 305"/>
              <a:gd name="T106" fmla="*/ 252 w 254"/>
              <a:gd name="T107" fmla="*/ 63 h 305"/>
              <a:gd name="T108" fmla="*/ 182 w 254"/>
              <a:gd name="T109" fmla="*/ 39 h 305"/>
              <a:gd name="T110" fmla="*/ 68 w 254"/>
              <a:gd name="T111" fmla="*/ 153 h 305"/>
              <a:gd name="T112" fmla="*/ 68 w 254"/>
              <a:gd name="T113" fmla="*/ 59 h 305"/>
              <a:gd name="T114" fmla="*/ 85 w 254"/>
              <a:gd name="T115" fmla="*/ 17 h 305"/>
              <a:gd name="T116" fmla="*/ 127 w 254"/>
              <a:gd name="T117" fmla="*/ 0 h 305"/>
              <a:gd name="T118" fmla="*/ 161 w 254"/>
              <a:gd name="T119" fmla="*/ 11 h 305"/>
              <a:gd name="T120" fmla="*/ 182 w 254"/>
              <a:gd name="T121" fmla="*/ 39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" h="305">
                <a:moveTo>
                  <a:pt x="47" y="173"/>
                </a:moveTo>
                <a:cubicBezTo>
                  <a:pt x="29" y="192"/>
                  <a:pt x="29" y="192"/>
                  <a:pt x="29" y="192"/>
                </a:cubicBezTo>
                <a:cubicBezTo>
                  <a:pt x="24" y="179"/>
                  <a:pt x="21" y="166"/>
                  <a:pt x="21" y="153"/>
                </a:cubicBezTo>
                <a:cubicBezTo>
                  <a:pt x="21" y="129"/>
                  <a:pt x="21" y="129"/>
                  <a:pt x="21" y="129"/>
                </a:cubicBezTo>
                <a:cubicBezTo>
                  <a:pt x="21" y="126"/>
                  <a:pt x="22" y="123"/>
                  <a:pt x="24" y="121"/>
                </a:cubicBezTo>
                <a:cubicBezTo>
                  <a:pt x="27" y="119"/>
                  <a:pt x="30" y="117"/>
                  <a:pt x="33" y="117"/>
                </a:cubicBezTo>
                <a:cubicBezTo>
                  <a:pt x="36" y="117"/>
                  <a:pt x="39" y="119"/>
                  <a:pt x="41" y="121"/>
                </a:cubicBezTo>
                <a:cubicBezTo>
                  <a:pt x="43" y="123"/>
                  <a:pt x="44" y="126"/>
                  <a:pt x="44" y="129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9"/>
                  <a:pt x="45" y="166"/>
                  <a:pt x="47" y="173"/>
                </a:cubicBezTo>
                <a:close/>
                <a:moveTo>
                  <a:pt x="252" y="63"/>
                </a:moveTo>
                <a:cubicBezTo>
                  <a:pt x="185" y="129"/>
                  <a:pt x="185" y="129"/>
                  <a:pt x="185" y="129"/>
                </a:cubicBezTo>
                <a:cubicBezTo>
                  <a:pt x="185" y="153"/>
                  <a:pt x="185" y="153"/>
                  <a:pt x="185" y="153"/>
                </a:cubicBezTo>
                <a:cubicBezTo>
                  <a:pt x="185" y="169"/>
                  <a:pt x="180" y="183"/>
                  <a:pt x="168" y="194"/>
                </a:cubicBezTo>
                <a:cubicBezTo>
                  <a:pt x="157" y="206"/>
                  <a:pt x="143" y="211"/>
                  <a:pt x="127" y="211"/>
                </a:cubicBezTo>
                <a:cubicBezTo>
                  <a:pt x="120" y="211"/>
                  <a:pt x="113" y="210"/>
                  <a:pt x="107" y="208"/>
                </a:cubicBezTo>
                <a:cubicBezTo>
                  <a:pt x="89" y="225"/>
                  <a:pt x="89" y="225"/>
                  <a:pt x="89" y="225"/>
                </a:cubicBezTo>
                <a:cubicBezTo>
                  <a:pt x="101" y="232"/>
                  <a:pt x="113" y="235"/>
                  <a:pt x="127" y="235"/>
                </a:cubicBezTo>
                <a:cubicBezTo>
                  <a:pt x="149" y="235"/>
                  <a:pt x="169" y="227"/>
                  <a:pt x="185" y="211"/>
                </a:cubicBezTo>
                <a:cubicBezTo>
                  <a:pt x="201" y="195"/>
                  <a:pt x="209" y="175"/>
                  <a:pt x="209" y="153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9" y="126"/>
                  <a:pt x="210" y="123"/>
                  <a:pt x="212" y="121"/>
                </a:cubicBezTo>
                <a:cubicBezTo>
                  <a:pt x="215" y="119"/>
                  <a:pt x="217" y="117"/>
                  <a:pt x="221" y="117"/>
                </a:cubicBezTo>
                <a:cubicBezTo>
                  <a:pt x="224" y="117"/>
                  <a:pt x="227" y="119"/>
                  <a:pt x="229" y="121"/>
                </a:cubicBezTo>
                <a:cubicBezTo>
                  <a:pt x="231" y="123"/>
                  <a:pt x="232" y="126"/>
                  <a:pt x="232" y="129"/>
                </a:cubicBezTo>
                <a:cubicBezTo>
                  <a:pt x="232" y="153"/>
                  <a:pt x="232" y="153"/>
                  <a:pt x="232" y="153"/>
                </a:cubicBezTo>
                <a:cubicBezTo>
                  <a:pt x="232" y="180"/>
                  <a:pt x="223" y="203"/>
                  <a:pt x="205" y="223"/>
                </a:cubicBezTo>
                <a:cubicBezTo>
                  <a:pt x="187" y="243"/>
                  <a:pt x="165" y="255"/>
                  <a:pt x="138" y="258"/>
                </a:cubicBezTo>
                <a:cubicBezTo>
                  <a:pt x="138" y="282"/>
                  <a:pt x="138" y="282"/>
                  <a:pt x="138" y="282"/>
                </a:cubicBezTo>
                <a:cubicBezTo>
                  <a:pt x="185" y="282"/>
                  <a:pt x="185" y="282"/>
                  <a:pt x="185" y="282"/>
                </a:cubicBezTo>
                <a:cubicBezTo>
                  <a:pt x="189" y="282"/>
                  <a:pt x="191" y="283"/>
                  <a:pt x="194" y="285"/>
                </a:cubicBezTo>
                <a:cubicBezTo>
                  <a:pt x="196" y="288"/>
                  <a:pt x="197" y="290"/>
                  <a:pt x="197" y="294"/>
                </a:cubicBezTo>
                <a:cubicBezTo>
                  <a:pt x="197" y="297"/>
                  <a:pt x="196" y="300"/>
                  <a:pt x="194" y="302"/>
                </a:cubicBezTo>
                <a:cubicBezTo>
                  <a:pt x="191" y="304"/>
                  <a:pt x="189" y="305"/>
                  <a:pt x="185" y="305"/>
                </a:cubicBezTo>
                <a:cubicBezTo>
                  <a:pt x="68" y="305"/>
                  <a:pt x="68" y="305"/>
                  <a:pt x="68" y="305"/>
                </a:cubicBezTo>
                <a:cubicBezTo>
                  <a:pt x="65" y="305"/>
                  <a:pt x="62" y="304"/>
                  <a:pt x="60" y="302"/>
                </a:cubicBezTo>
                <a:cubicBezTo>
                  <a:pt x="57" y="300"/>
                  <a:pt x="56" y="297"/>
                  <a:pt x="56" y="294"/>
                </a:cubicBezTo>
                <a:cubicBezTo>
                  <a:pt x="56" y="290"/>
                  <a:pt x="57" y="288"/>
                  <a:pt x="60" y="285"/>
                </a:cubicBezTo>
                <a:cubicBezTo>
                  <a:pt x="62" y="283"/>
                  <a:pt x="65" y="282"/>
                  <a:pt x="68" y="282"/>
                </a:cubicBezTo>
                <a:cubicBezTo>
                  <a:pt x="115" y="282"/>
                  <a:pt x="115" y="282"/>
                  <a:pt x="115" y="282"/>
                </a:cubicBezTo>
                <a:cubicBezTo>
                  <a:pt x="115" y="258"/>
                  <a:pt x="115" y="258"/>
                  <a:pt x="115" y="258"/>
                </a:cubicBezTo>
                <a:cubicBezTo>
                  <a:pt x="100" y="256"/>
                  <a:pt x="85" y="251"/>
                  <a:pt x="72" y="243"/>
                </a:cubicBezTo>
                <a:cubicBezTo>
                  <a:pt x="25" y="289"/>
                  <a:pt x="25" y="289"/>
                  <a:pt x="25" y="289"/>
                </a:cubicBezTo>
                <a:cubicBezTo>
                  <a:pt x="24" y="291"/>
                  <a:pt x="23" y="291"/>
                  <a:pt x="21" y="291"/>
                </a:cubicBezTo>
                <a:cubicBezTo>
                  <a:pt x="19" y="291"/>
                  <a:pt x="18" y="291"/>
                  <a:pt x="17" y="289"/>
                </a:cubicBezTo>
                <a:cubicBezTo>
                  <a:pt x="2" y="274"/>
                  <a:pt x="2" y="274"/>
                  <a:pt x="2" y="274"/>
                </a:cubicBezTo>
                <a:cubicBezTo>
                  <a:pt x="1" y="273"/>
                  <a:pt x="0" y="272"/>
                  <a:pt x="0" y="270"/>
                </a:cubicBezTo>
                <a:cubicBezTo>
                  <a:pt x="0" y="268"/>
                  <a:pt x="1" y="267"/>
                  <a:pt x="2" y="266"/>
                </a:cubicBezTo>
                <a:cubicBezTo>
                  <a:pt x="228" y="39"/>
                  <a:pt x="228" y="39"/>
                  <a:pt x="228" y="39"/>
                </a:cubicBezTo>
                <a:cubicBezTo>
                  <a:pt x="229" y="38"/>
                  <a:pt x="231" y="38"/>
                  <a:pt x="232" y="38"/>
                </a:cubicBezTo>
                <a:cubicBezTo>
                  <a:pt x="234" y="38"/>
                  <a:pt x="235" y="38"/>
                  <a:pt x="237" y="39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3" y="56"/>
                  <a:pt x="254" y="57"/>
                  <a:pt x="254" y="59"/>
                </a:cubicBezTo>
                <a:cubicBezTo>
                  <a:pt x="254" y="60"/>
                  <a:pt x="253" y="62"/>
                  <a:pt x="252" y="63"/>
                </a:cubicBezTo>
                <a:close/>
                <a:moveTo>
                  <a:pt x="182" y="39"/>
                </a:moveTo>
                <a:cubicBezTo>
                  <a:pt x="68" y="153"/>
                  <a:pt x="68" y="153"/>
                  <a:pt x="68" y="153"/>
                </a:cubicBezTo>
                <a:cubicBezTo>
                  <a:pt x="68" y="59"/>
                  <a:pt x="68" y="59"/>
                  <a:pt x="68" y="59"/>
                </a:cubicBezTo>
                <a:cubicBezTo>
                  <a:pt x="68" y="43"/>
                  <a:pt x="74" y="29"/>
                  <a:pt x="85" y="17"/>
                </a:cubicBezTo>
                <a:cubicBezTo>
                  <a:pt x="97" y="6"/>
                  <a:pt x="111" y="0"/>
                  <a:pt x="127" y="0"/>
                </a:cubicBezTo>
                <a:cubicBezTo>
                  <a:pt x="139" y="0"/>
                  <a:pt x="150" y="4"/>
                  <a:pt x="161" y="11"/>
                </a:cubicBezTo>
                <a:cubicBezTo>
                  <a:pt x="171" y="18"/>
                  <a:pt x="178" y="27"/>
                  <a:pt x="182" y="3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43"/>
          <p:cNvSpPr>
            <a:spLocks/>
          </p:cNvSpPr>
          <p:nvPr/>
        </p:nvSpPr>
        <p:spPr bwMode="auto">
          <a:xfrm>
            <a:off x="2018495" y="2950036"/>
            <a:ext cx="267961" cy="74587"/>
          </a:xfrm>
          <a:custGeom>
            <a:avLst/>
            <a:gdLst>
              <a:gd name="T0" fmla="*/ 258 w 258"/>
              <a:gd name="T1" fmla="*/ 18 h 71"/>
              <a:gd name="T2" fmla="*/ 258 w 258"/>
              <a:gd name="T3" fmla="*/ 53 h 71"/>
              <a:gd name="T4" fmla="*/ 253 w 258"/>
              <a:gd name="T5" fmla="*/ 65 h 71"/>
              <a:gd name="T6" fmla="*/ 241 w 258"/>
              <a:gd name="T7" fmla="*/ 71 h 71"/>
              <a:gd name="T8" fmla="*/ 18 w 258"/>
              <a:gd name="T9" fmla="*/ 71 h 71"/>
              <a:gd name="T10" fmla="*/ 5 w 258"/>
              <a:gd name="T11" fmla="*/ 65 h 71"/>
              <a:gd name="T12" fmla="*/ 0 w 258"/>
              <a:gd name="T13" fmla="*/ 53 h 71"/>
              <a:gd name="T14" fmla="*/ 0 w 258"/>
              <a:gd name="T15" fmla="*/ 18 h 71"/>
              <a:gd name="T16" fmla="*/ 5 w 258"/>
              <a:gd name="T17" fmla="*/ 5 h 71"/>
              <a:gd name="T18" fmla="*/ 18 w 258"/>
              <a:gd name="T19" fmla="*/ 0 h 71"/>
              <a:gd name="T20" fmla="*/ 241 w 258"/>
              <a:gd name="T21" fmla="*/ 0 h 71"/>
              <a:gd name="T22" fmla="*/ 253 w 258"/>
              <a:gd name="T23" fmla="*/ 5 h 71"/>
              <a:gd name="T24" fmla="*/ 258 w 258"/>
              <a:gd name="T25" fmla="*/ 1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8" h="71">
                <a:moveTo>
                  <a:pt x="258" y="18"/>
                </a:moveTo>
                <a:cubicBezTo>
                  <a:pt x="258" y="53"/>
                  <a:pt x="258" y="53"/>
                  <a:pt x="258" y="53"/>
                </a:cubicBezTo>
                <a:cubicBezTo>
                  <a:pt x="258" y="58"/>
                  <a:pt x="257" y="62"/>
                  <a:pt x="253" y="65"/>
                </a:cubicBezTo>
                <a:cubicBezTo>
                  <a:pt x="250" y="69"/>
                  <a:pt x="246" y="71"/>
                  <a:pt x="241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13" y="71"/>
                  <a:pt x="9" y="69"/>
                  <a:pt x="5" y="65"/>
                </a:cubicBezTo>
                <a:cubicBezTo>
                  <a:pt x="2" y="62"/>
                  <a:pt x="0" y="58"/>
                  <a:pt x="0" y="5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2" y="9"/>
                  <a:pt x="5" y="5"/>
                </a:cubicBezTo>
                <a:cubicBezTo>
                  <a:pt x="9" y="2"/>
                  <a:pt x="13" y="0"/>
                  <a:pt x="18" y="0"/>
                </a:cubicBezTo>
                <a:cubicBezTo>
                  <a:pt x="241" y="0"/>
                  <a:pt x="241" y="0"/>
                  <a:pt x="241" y="0"/>
                </a:cubicBezTo>
                <a:cubicBezTo>
                  <a:pt x="246" y="0"/>
                  <a:pt x="250" y="2"/>
                  <a:pt x="253" y="5"/>
                </a:cubicBezTo>
                <a:cubicBezTo>
                  <a:pt x="257" y="9"/>
                  <a:pt x="258" y="13"/>
                  <a:pt x="258" y="1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2441155" y="2863018"/>
            <a:ext cx="291443" cy="292824"/>
          </a:xfrm>
          <a:custGeom>
            <a:avLst/>
            <a:gdLst>
              <a:gd name="T0" fmla="*/ 223 w 282"/>
              <a:gd name="T1" fmla="*/ 152 h 282"/>
              <a:gd name="T2" fmla="*/ 223 w 282"/>
              <a:gd name="T3" fmla="*/ 129 h 282"/>
              <a:gd name="T4" fmla="*/ 219 w 282"/>
              <a:gd name="T5" fmla="*/ 121 h 282"/>
              <a:gd name="T6" fmla="*/ 211 w 282"/>
              <a:gd name="T7" fmla="*/ 117 h 282"/>
              <a:gd name="T8" fmla="*/ 70 w 282"/>
              <a:gd name="T9" fmla="*/ 117 h 282"/>
              <a:gd name="T10" fmla="*/ 62 w 282"/>
              <a:gd name="T11" fmla="*/ 121 h 282"/>
              <a:gd name="T12" fmla="*/ 59 w 282"/>
              <a:gd name="T13" fmla="*/ 129 h 282"/>
              <a:gd name="T14" fmla="*/ 59 w 282"/>
              <a:gd name="T15" fmla="*/ 152 h 282"/>
              <a:gd name="T16" fmla="*/ 62 w 282"/>
              <a:gd name="T17" fmla="*/ 161 h 282"/>
              <a:gd name="T18" fmla="*/ 70 w 282"/>
              <a:gd name="T19" fmla="*/ 164 h 282"/>
              <a:gd name="T20" fmla="*/ 211 w 282"/>
              <a:gd name="T21" fmla="*/ 164 h 282"/>
              <a:gd name="T22" fmla="*/ 219 w 282"/>
              <a:gd name="T23" fmla="*/ 161 h 282"/>
              <a:gd name="T24" fmla="*/ 223 w 282"/>
              <a:gd name="T25" fmla="*/ 152 h 282"/>
              <a:gd name="T26" fmla="*/ 282 w 282"/>
              <a:gd name="T27" fmla="*/ 141 h 282"/>
              <a:gd name="T28" fmla="*/ 263 w 282"/>
              <a:gd name="T29" fmla="*/ 211 h 282"/>
              <a:gd name="T30" fmla="*/ 211 w 282"/>
              <a:gd name="T31" fmla="*/ 263 h 282"/>
              <a:gd name="T32" fmla="*/ 141 w 282"/>
              <a:gd name="T33" fmla="*/ 282 h 282"/>
              <a:gd name="T34" fmla="*/ 70 w 282"/>
              <a:gd name="T35" fmla="*/ 263 h 282"/>
              <a:gd name="T36" fmla="*/ 19 w 282"/>
              <a:gd name="T37" fmla="*/ 211 h 282"/>
              <a:gd name="T38" fmla="*/ 0 w 282"/>
              <a:gd name="T39" fmla="*/ 141 h 282"/>
              <a:gd name="T40" fmla="*/ 19 w 282"/>
              <a:gd name="T41" fmla="*/ 70 h 282"/>
              <a:gd name="T42" fmla="*/ 70 w 282"/>
              <a:gd name="T43" fmla="*/ 19 h 282"/>
              <a:gd name="T44" fmla="*/ 141 w 282"/>
              <a:gd name="T45" fmla="*/ 0 h 282"/>
              <a:gd name="T46" fmla="*/ 211 w 282"/>
              <a:gd name="T47" fmla="*/ 19 h 282"/>
              <a:gd name="T48" fmla="*/ 263 w 282"/>
              <a:gd name="T49" fmla="*/ 70 h 282"/>
              <a:gd name="T50" fmla="*/ 282 w 282"/>
              <a:gd name="T51" fmla="*/ 141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82" h="282">
                <a:moveTo>
                  <a:pt x="223" y="152"/>
                </a:moveTo>
                <a:cubicBezTo>
                  <a:pt x="223" y="129"/>
                  <a:pt x="223" y="129"/>
                  <a:pt x="223" y="129"/>
                </a:cubicBezTo>
                <a:cubicBezTo>
                  <a:pt x="223" y="126"/>
                  <a:pt x="222" y="123"/>
                  <a:pt x="219" y="121"/>
                </a:cubicBezTo>
                <a:cubicBezTo>
                  <a:pt x="217" y="118"/>
                  <a:pt x="214" y="117"/>
                  <a:pt x="211" y="117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67" y="117"/>
                  <a:pt x="64" y="118"/>
                  <a:pt x="62" y="121"/>
                </a:cubicBezTo>
                <a:cubicBezTo>
                  <a:pt x="60" y="123"/>
                  <a:pt x="59" y="126"/>
                  <a:pt x="59" y="129"/>
                </a:cubicBezTo>
                <a:cubicBezTo>
                  <a:pt x="59" y="152"/>
                  <a:pt x="59" y="152"/>
                  <a:pt x="59" y="152"/>
                </a:cubicBezTo>
                <a:cubicBezTo>
                  <a:pt x="59" y="156"/>
                  <a:pt x="60" y="158"/>
                  <a:pt x="62" y="161"/>
                </a:cubicBezTo>
                <a:cubicBezTo>
                  <a:pt x="64" y="163"/>
                  <a:pt x="67" y="164"/>
                  <a:pt x="70" y="164"/>
                </a:cubicBezTo>
                <a:cubicBezTo>
                  <a:pt x="211" y="164"/>
                  <a:pt x="211" y="164"/>
                  <a:pt x="211" y="164"/>
                </a:cubicBezTo>
                <a:cubicBezTo>
                  <a:pt x="214" y="164"/>
                  <a:pt x="217" y="163"/>
                  <a:pt x="219" y="161"/>
                </a:cubicBezTo>
                <a:cubicBezTo>
                  <a:pt x="222" y="158"/>
                  <a:pt x="223" y="156"/>
                  <a:pt x="223" y="152"/>
                </a:cubicBezTo>
                <a:close/>
                <a:moveTo>
                  <a:pt x="282" y="141"/>
                </a:moveTo>
                <a:cubicBezTo>
                  <a:pt x="282" y="166"/>
                  <a:pt x="275" y="190"/>
                  <a:pt x="263" y="211"/>
                </a:cubicBezTo>
                <a:cubicBezTo>
                  <a:pt x="250" y="233"/>
                  <a:pt x="233" y="250"/>
                  <a:pt x="211" y="263"/>
                </a:cubicBezTo>
                <a:cubicBezTo>
                  <a:pt x="190" y="275"/>
                  <a:pt x="166" y="282"/>
                  <a:pt x="141" y="282"/>
                </a:cubicBezTo>
                <a:cubicBezTo>
                  <a:pt x="115" y="282"/>
                  <a:pt x="92" y="275"/>
                  <a:pt x="70" y="263"/>
                </a:cubicBezTo>
                <a:cubicBezTo>
                  <a:pt x="48" y="250"/>
                  <a:pt x="31" y="233"/>
                  <a:pt x="19" y="211"/>
                </a:cubicBezTo>
                <a:cubicBezTo>
                  <a:pt x="6" y="190"/>
                  <a:pt x="0" y="166"/>
                  <a:pt x="0" y="141"/>
                </a:cubicBezTo>
                <a:cubicBezTo>
                  <a:pt x="0" y="115"/>
                  <a:pt x="6" y="91"/>
                  <a:pt x="19" y="70"/>
                </a:cubicBezTo>
                <a:cubicBezTo>
                  <a:pt x="31" y="48"/>
                  <a:pt x="48" y="31"/>
                  <a:pt x="70" y="19"/>
                </a:cubicBezTo>
                <a:cubicBezTo>
                  <a:pt x="92" y="6"/>
                  <a:pt x="115" y="0"/>
                  <a:pt x="141" y="0"/>
                </a:cubicBezTo>
                <a:cubicBezTo>
                  <a:pt x="166" y="0"/>
                  <a:pt x="190" y="6"/>
                  <a:pt x="211" y="19"/>
                </a:cubicBezTo>
                <a:cubicBezTo>
                  <a:pt x="233" y="31"/>
                  <a:pt x="250" y="48"/>
                  <a:pt x="263" y="70"/>
                </a:cubicBezTo>
                <a:cubicBezTo>
                  <a:pt x="275" y="91"/>
                  <a:pt x="282" y="115"/>
                  <a:pt x="282" y="14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2874866" y="2863018"/>
            <a:ext cx="291443" cy="292824"/>
          </a:xfrm>
          <a:custGeom>
            <a:avLst/>
            <a:gdLst>
              <a:gd name="T0" fmla="*/ 235 w 282"/>
              <a:gd name="T1" fmla="*/ 152 h 282"/>
              <a:gd name="T2" fmla="*/ 235 w 282"/>
              <a:gd name="T3" fmla="*/ 129 h 282"/>
              <a:gd name="T4" fmla="*/ 232 w 282"/>
              <a:gd name="T5" fmla="*/ 121 h 282"/>
              <a:gd name="T6" fmla="*/ 223 w 282"/>
              <a:gd name="T7" fmla="*/ 117 h 282"/>
              <a:gd name="T8" fmla="*/ 59 w 282"/>
              <a:gd name="T9" fmla="*/ 117 h 282"/>
              <a:gd name="T10" fmla="*/ 51 w 282"/>
              <a:gd name="T11" fmla="*/ 121 h 282"/>
              <a:gd name="T12" fmla="*/ 47 w 282"/>
              <a:gd name="T13" fmla="*/ 129 h 282"/>
              <a:gd name="T14" fmla="*/ 47 w 282"/>
              <a:gd name="T15" fmla="*/ 152 h 282"/>
              <a:gd name="T16" fmla="*/ 51 w 282"/>
              <a:gd name="T17" fmla="*/ 161 h 282"/>
              <a:gd name="T18" fmla="*/ 59 w 282"/>
              <a:gd name="T19" fmla="*/ 164 h 282"/>
              <a:gd name="T20" fmla="*/ 223 w 282"/>
              <a:gd name="T21" fmla="*/ 164 h 282"/>
              <a:gd name="T22" fmla="*/ 232 w 282"/>
              <a:gd name="T23" fmla="*/ 161 h 282"/>
              <a:gd name="T24" fmla="*/ 235 w 282"/>
              <a:gd name="T25" fmla="*/ 152 h 282"/>
              <a:gd name="T26" fmla="*/ 282 w 282"/>
              <a:gd name="T27" fmla="*/ 53 h 282"/>
              <a:gd name="T28" fmla="*/ 282 w 282"/>
              <a:gd name="T29" fmla="*/ 229 h 282"/>
              <a:gd name="T30" fmla="*/ 267 w 282"/>
              <a:gd name="T31" fmla="*/ 266 h 282"/>
              <a:gd name="T32" fmla="*/ 229 w 282"/>
              <a:gd name="T33" fmla="*/ 282 h 282"/>
              <a:gd name="T34" fmla="*/ 53 w 282"/>
              <a:gd name="T35" fmla="*/ 282 h 282"/>
              <a:gd name="T36" fmla="*/ 16 w 282"/>
              <a:gd name="T37" fmla="*/ 266 h 282"/>
              <a:gd name="T38" fmla="*/ 0 w 282"/>
              <a:gd name="T39" fmla="*/ 229 h 282"/>
              <a:gd name="T40" fmla="*/ 0 w 282"/>
              <a:gd name="T41" fmla="*/ 53 h 282"/>
              <a:gd name="T42" fmla="*/ 16 w 282"/>
              <a:gd name="T43" fmla="*/ 15 h 282"/>
              <a:gd name="T44" fmla="*/ 53 w 282"/>
              <a:gd name="T45" fmla="*/ 0 h 282"/>
              <a:gd name="T46" fmla="*/ 229 w 282"/>
              <a:gd name="T47" fmla="*/ 0 h 282"/>
              <a:gd name="T48" fmla="*/ 267 w 282"/>
              <a:gd name="T49" fmla="*/ 15 h 282"/>
              <a:gd name="T50" fmla="*/ 282 w 282"/>
              <a:gd name="T51" fmla="*/ 5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82" h="282">
                <a:moveTo>
                  <a:pt x="235" y="152"/>
                </a:moveTo>
                <a:cubicBezTo>
                  <a:pt x="235" y="129"/>
                  <a:pt x="235" y="129"/>
                  <a:pt x="235" y="129"/>
                </a:cubicBezTo>
                <a:cubicBezTo>
                  <a:pt x="235" y="126"/>
                  <a:pt x="234" y="123"/>
                  <a:pt x="232" y="121"/>
                </a:cubicBezTo>
                <a:cubicBezTo>
                  <a:pt x="229" y="118"/>
                  <a:pt x="227" y="117"/>
                  <a:pt x="223" y="117"/>
                </a:cubicBezTo>
                <a:cubicBezTo>
                  <a:pt x="59" y="117"/>
                  <a:pt x="59" y="117"/>
                  <a:pt x="59" y="117"/>
                </a:cubicBezTo>
                <a:cubicBezTo>
                  <a:pt x="56" y="117"/>
                  <a:pt x="53" y="118"/>
                  <a:pt x="51" y="121"/>
                </a:cubicBezTo>
                <a:cubicBezTo>
                  <a:pt x="48" y="123"/>
                  <a:pt x="47" y="126"/>
                  <a:pt x="47" y="129"/>
                </a:cubicBezTo>
                <a:cubicBezTo>
                  <a:pt x="47" y="152"/>
                  <a:pt x="47" y="152"/>
                  <a:pt x="47" y="152"/>
                </a:cubicBezTo>
                <a:cubicBezTo>
                  <a:pt x="47" y="156"/>
                  <a:pt x="48" y="158"/>
                  <a:pt x="51" y="161"/>
                </a:cubicBezTo>
                <a:cubicBezTo>
                  <a:pt x="53" y="163"/>
                  <a:pt x="56" y="164"/>
                  <a:pt x="59" y="164"/>
                </a:cubicBezTo>
                <a:cubicBezTo>
                  <a:pt x="223" y="164"/>
                  <a:pt x="223" y="164"/>
                  <a:pt x="223" y="164"/>
                </a:cubicBezTo>
                <a:cubicBezTo>
                  <a:pt x="227" y="164"/>
                  <a:pt x="229" y="163"/>
                  <a:pt x="232" y="161"/>
                </a:cubicBezTo>
                <a:cubicBezTo>
                  <a:pt x="234" y="158"/>
                  <a:pt x="235" y="156"/>
                  <a:pt x="235" y="152"/>
                </a:cubicBezTo>
                <a:close/>
                <a:moveTo>
                  <a:pt x="282" y="53"/>
                </a:moveTo>
                <a:cubicBezTo>
                  <a:pt x="282" y="229"/>
                  <a:pt x="282" y="229"/>
                  <a:pt x="282" y="229"/>
                </a:cubicBezTo>
                <a:cubicBezTo>
                  <a:pt x="282" y="243"/>
                  <a:pt x="277" y="256"/>
                  <a:pt x="267" y="266"/>
                </a:cubicBezTo>
                <a:cubicBezTo>
                  <a:pt x="256" y="276"/>
                  <a:pt x="244" y="282"/>
                  <a:pt x="229" y="282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39" y="282"/>
                  <a:pt x="26" y="276"/>
                  <a:pt x="16" y="266"/>
                </a:cubicBezTo>
                <a:cubicBezTo>
                  <a:pt x="5" y="256"/>
                  <a:pt x="0" y="243"/>
                  <a:pt x="0" y="229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5" y="26"/>
                  <a:pt x="16" y="15"/>
                </a:cubicBezTo>
                <a:cubicBezTo>
                  <a:pt x="26" y="5"/>
                  <a:pt x="39" y="0"/>
                  <a:pt x="53" y="0"/>
                </a:cubicBezTo>
                <a:cubicBezTo>
                  <a:pt x="229" y="0"/>
                  <a:pt x="229" y="0"/>
                  <a:pt x="229" y="0"/>
                </a:cubicBezTo>
                <a:cubicBezTo>
                  <a:pt x="244" y="0"/>
                  <a:pt x="256" y="5"/>
                  <a:pt x="267" y="15"/>
                </a:cubicBezTo>
                <a:cubicBezTo>
                  <a:pt x="277" y="26"/>
                  <a:pt x="282" y="38"/>
                  <a:pt x="28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3321007" y="2875448"/>
            <a:ext cx="267961" cy="267961"/>
          </a:xfrm>
          <a:custGeom>
            <a:avLst/>
            <a:gdLst>
              <a:gd name="T0" fmla="*/ 211 w 258"/>
              <a:gd name="T1" fmla="*/ 124 h 259"/>
              <a:gd name="T2" fmla="*/ 211 w 258"/>
              <a:gd name="T3" fmla="*/ 136 h 259"/>
              <a:gd name="T4" fmla="*/ 209 w 258"/>
              <a:gd name="T5" fmla="*/ 140 h 259"/>
              <a:gd name="T6" fmla="*/ 205 w 258"/>
              <a:gd name="T7" fmla="*/ 141 h 259"/>
              <a:gd name="T8" fmla="*/ 52 w 258"/>
              <a:gd name="T9" fmla="*/ 141 h 259"/>
              <a:gd name="T10" fmla="*/ 48 w 258"/>
              <a:gd name="T11" fmla="*/ 140 h 259"/>
              <a:gd name="T12" fmla="*/ 47 w 258"/>
              <a:gd name="T13" fmla="*/ 136 h 259"/>
              <a:gd name="T14" fmla="*/ 47 w 258"/>
              <a:gd name="T15" fmla="*/ 124 h 259"/>
              <a:gd name="T16" fmla="*/ 48 w 258"/>
              <a:gd name="T17" fmla="*/ 120 h 259"/>
              <a:gd name="T18" fmla="*/ 52 w 258"/>
              <a:gd name="T19" fmla="*/ 118 h 259"/>
              <a:gd name="T20" fmla="*/ 205 w 258"/>
              <a:gd name="T21" fmla="*/ 118 h 259"/>
              <a:gd name="T22" fmla="*/ 209 w 258"/>
              <a:gd name="T23" fmla="*/ 120 h 259"/>
              <a:gd name="T24" fmla="*/ 211 w 258"/>
              <a:gd name="T25" fmla="*/ 124 h 259"/>
              <a:gd name="T26" fmla="*/ 234 w 258"/>
              <a:gd name="T27" fmla="*/ 206 h 259"/>
              <a:gd name="T28" fmla="*/ 234 w 258"/>
              <a:gd name="T29" fmla="*/ 53 h 259"/>
              <a:gd name="T30" fmla="*/ 226 w 258"/>
              <a:gd name="T31" fmla="*/ 33 h 259"/>
              <a:gd name="T32" fmla="*/ 205 w 258"/>
              <a:gd name="T33" fmla="*/ 24 h 259"/>
              <a:gd name="T34" fmla="*/ 52 w 258"/>
              <a:gd name="T35" fmla="*/ 24 h 259"/>
              <a:gd name="T36" fmla="*/ 32 w 258"/>
              <a:gd name="T37" fmla="*/ 33 h 259"/>
              <a:gd name="T38" fmla="*/ 23 w 258"/>
              <a:gd name="T39" fmla="*/ 53 h 259"/>
              <a:gd name="T40" fmla="*/ 23 w 258"/>
              <a:gd name="T41" fmla="*/ 206 h 259"/>
              <a:gd name="T42" fmla="*/ 32 w 258"/>
              <a:gd name="T43" fmla="*/ 227 h 259"/>
              <a:gd name="T44" fmla="*/ 52 w 258"/>
              <a:gd name="T45" fmla="*/ 235 h 259"/>
              <a:gd name="T46" fmla="*/ 205 w 258"/>
              <a:gd name="T47" fmla="*/ 235 h 259"/>
              <a:gd name="T48" fmla="*/ 226 w 258"/>
              <a:gd name="T49" fmla="*/ 227 h 259"/>
              <a:gd name="T50" fmla="*/ 234 w 258"/>
              <a:gd name="T51" fmla="*/ 206 h 259"/>
              <a:gd name="T52" fmla="*/ 258 w 258"/>
              <a:gd name="T53" fmla="*/ 53 h 259"/>
              <a:gd name="T54" fmla="*/ 258 w 258"/>
              <a:gd name="T55" fmla="*/ 206 h 259"/>
              <a:gd name="T56" fmla="*/ 242 w 258"/>
              <a:gd name="T57" fmla="*/ 243 h 259"/>
              <a:gd name="T58" fmla="*/ 205 w 258"/>
              <a:gd name="T59" fmla="*/ 259 h 259"/>
              <a:gd name="T60" fmla="*/ 52 w 258"/>
              <a:gd name="T61" fmla="*/ 259 h 259"/>
              <a:gd name="T62" fmla="*/ 15 w 258"/>
              <a:gd name="T63" fmla="*/ 243 h 259"/>
              <a:gd name="T64" fmla="*/ 0 w 258"/>
              <a:gd name="T65" fmla="*/ 206 h 259"/>
              <a:gd name="T66" fmla="*/ 0 w 258"/>
              <a:gd name="T67" fmla="*/ 53 h 259"/>
              <a:gd name="T68" fmla="*/ 15 w 258"/>
              <a:gd name="T69" fmla="*/ 16 h 259"/>
              <a:gd name="T70" fmla="*/ 52 w 258"/>
              <a:gd name="T71" fmla="*/ 0 h 259"/>
              <a:gd name="T72" fmla="*/ 205 w 258"/>
              <a:gd name="T73" fmla="*/ 0 h 259"/>
              <a:gd name="T74" fmla="*/ 242 w 258"/>
              <a:gd name="T75" fmla="*/ 16 h 259"/>
              <a:gd name="T76" fmla="*/ 258 w 258"/>
              <a:gd name="T77" fmla="*/ 53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8" h="259">
                <a:moveTo>
                  <a:pt x="211" y="124"/>
                </a:moveTo>
                <a:cubicBezTo>
                  <a:pt x="211" y="136"/>
                  <a:pt x="211" y="136"/>
                  <a:pt x="211" y="136"/>
                </a:cubicBezTo>
                <a:cubicBezTo>
                  <a:pt x="211" y="137"/>
                  <a:pt x="210" y="139"/>
                  <a:pt x="209" y="140"/>
                </a:cubicBezTo>
                <a:cubicBezTo>
                  <a:pt x="208" y="141"/>
                  <a:pt x="207" y="141"/>
                  <a:pt x="205" y="141"/>
                </a:cubicBezTo>
                <a:cubicBezTo>
                  <a:pt x="52" y="141"/>
                  <a:pt x="52" y="141"/>
                  <a:pt x="52" y="141"/>
                </a:cubicBezTo>
                <a:cubicBezTo>
                  <a:pt x="51" y="141"/>
                  <a:pt x="49" y="141"/>
                  <a:pt x="48" y="140"/>
                </a:cubicBezTo>
                <a:cubicBezTo>
                  <a:pt x="47" y="139"/>
                  <a:pt x="47" y="137"/>
                  <a:pt x="47" y="136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7" y="122"/>
                  <a:pt x="47" y="121"/>
                  <a:pt x="48" y="120"/>
                </a:cubicBezTo>
                <a:cubicBezTo>
                  <a:pt x="49" y="118"/>
                  <a:pt x="51" y="118"/>
                  <a:pt x="52" y="118"/>
                </a:cubicBezTo>
                <a:cubicBezTo>
                  <a:pt x="205" y="118"/>
                  <a:pt x="205" y="118"/>
                  <a:pt x="205" y="118"/>
                </a:cubicBezTo>
                <a:cubicBezTo>
                  <a:pt x="207" y="118"/>
                  <a:pt x="208" y="118"/>
                  <a:pt x="209" y="120"/>
                </a:cubicBezTo>
                <a:cubicBezTo>
                  <a:pt x="210" y="121"/>
                  <a:pt x="211" y="122"/>
                  <a:pt x="211" y="124"/>
                </a:cubicBezTo>
                <a:close/>
                <a:moveTo>
                  <a:pt x="234" y="206"/>
                </a:moveTo>
                <a:cubicBezTo>
                  <a:pt x="234" y="53"/>
                  <a:pt x="234" y="53"/>
                  <a:pt x="234" y="53"/>
                </a:cubicBezTo>
                <a:cubicBezTo>
                  <a:pt x="234" y="45"/>
                  <a:pt x="232" y="38"/>
                  <a:pt x="226" y="33"/>
                </a:cubicBezTo>
                <a:cubicBezTo>
                  <a:pt x="220" y="27"/>
                  <a:pt x="213" y="24"/>
                  <a:pt x="205" y="24"/>
                </a:cubicBezTo>
                <a:cubicBezTo>
                  <a:pt x="52" y="24"/>
                  <a:pt x="52" y="24"/>
                  <a:pt x="52" y="24"/>
                </a:cubicBezTo>
                <a:cubicBezTo>
                  <a:pt x="44" y="24"/>
                  <a:pt x="37" y="27"/>
                  <a:pt x="32" y="33"/>
                </a:cubicBezTo>
                <a:cubicBezTo>
                  <a:pt x="26" y="38"/>
                  <a:pt x="23" y="45"/>
                  <a:pt x="23" y="53"/>
                </a:cubicBezTo>
                <a:cubicBezTo>
                  <a:pt x="23" y="206"/>
                  <a:pt x="23" y="206"/>
                  <a:pt x="23" y="206"/>
                </a:cubicBezTo>
                <a:cubicBezTo>
                  <a:pt x="23" y="214"/>
                  <a:pt x="26" y="221"/>
                  <a:pt x="32" y="227"/>
                </a:cubicBezTo>
                <a:cubicBezTo>
                  <a:pt x="37" y="232"/>
                  <a:pt x="44" y="235"/>
                  <a:pt x="52" y="235"/>
                </a:cubicBezTo>
                <a:cubicBezTo>
                  <a:pt x="205" y="235"/>
                  <a:pt x="205" y="235"/>
                  <a:pt x="205" y="235"/>
                </a:cubicBezTo>
                <a:cubicBezTo>
                  <a:pt x="213" y="235"/>
                  <a:pt x="220" y="232"/>
                  <a:pt x="226" y="227"/>
                </a:cubicBezTo>
                <a:cubicBezTo>
                  <a:pt x="232" y="221"/>
                  <a:pt x="234" y="214"/>
                  <a:pt x="234" y="206"/>
                </a:cubicBezTo>
                <a:close/>
                <a:moveTo>
                  <a:pt x="258" y="53"/>
                </a:moveTo>
                <a:cubicBezTo>
                  <a:pt x="258" y="206"/>
                  <a:pt x="258" y="206"/>
                  <a:pt x="258" y="206"/>
                </a:cubicBezTo>
                <a:cubicBezTo>
                  <a:pt x="258" y="221"/>
                  <a:pt x="253" y="233"/>
                  <a:pt x="242" y="243"/>
                </a:cubicBezTo>
                <a:cubicBezTo>
                  <a:pt x="232" y="254"/>
                  <a:pt x="220" y="259"/>
                  <a:pt x="205" y="259"/>
                </a:cubicBezTo>
                <a:cubicBezTo>
                  <a:pt x="52" y="259"/>
                  <a:pt x="52" y="259"/>
                  <a:pt x="52" y="259"/>
                </a:cubicBezTo>
                <a:cubicBezTo>
                  <a:pt x="38" y="259"/>
                  <a:pt x="25" y="254"/>
                  <a:pt x="15" y="243"/>
                </a:cubicBezTo>
                <a:cubicBezTo>
                  <a:pt x="5" y="233"/>
                  <a:pt x="0" y="221"/>
                  <a:pt x="0" y="206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9"/>
                  <a:pt x="5" y="26"/>
                  <a:pt x="15" y="16"/>
                </a:cubicBezTo>
                <a:cubicBezTo>
                  <a:pt x="25" y="6"/>
                  <a:pt x="38" y="0"/>
                  <a:pt x="52" y="0"/>
                </a:cubicBezTo>
                <a:cubicBezTo>
                  <a:pt x="205" y="0"/>
                  <a:pt x="205" y="0"/>
                  <a:pt x="205" y="0"/>
                </a:cubicBezTo>
                <a:cubicBezTo>
                  <a:pt x="220" y="0"/>
                  <a:pt x="232" y="6"/>
                  <a:pt x="242" y="16"/>
                </a:cubicBezTo>
                <a:cubicBezTo>
                  <a:pt x="253" y="26"/>
                  <a:pt x="258" y="39"/>
                  <a:pt x="258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3814112" y="2454170"/>
            <a:ext cx="146412" cy="243099"/>
          </a:xfrm>
          <a:custGeom>
            <a:avLst/>
            <a:gdLst>
              <a:gd name="T0" fmla="*/ 85 w 141"/>
              <a:gd name="T1" fmla="*/ 211 h 235"/>
              <a:gd name="T2" fmla="*/ 81 w 141"/>
              <a:gd name="T3" fmla="*/ 201 h 235"/>
              <a:gd name="T4" fmla="*/ 71 w 141"/>
              <a:gd name="T5" fmla="*/ 196 h 235"/>
              <a:gd name="T6" fmla="*/ 60 w 141"/>
              <a:gd name="T7" fmla="*/ 201 h 235"/>
              <a:gd name="T8" fmla="*/ 56 w 141"/>
              <a:gd name="T9" fmla="*/ 211 h 235"/>
              <a:gd name="T10" fmla="*/ 60 w 141"/>
              <a:gd name="T11" fmla="*/ 221 h 235"/>
              <a:gd name="T12" fmla="*/ 71 w 141"/>
              <a:gd name="T13" fmla="*/ 226 h 235"/>
              <a:gd name="T14" fmla="*/ 81 w 141"/>
              <a:gd name="T15" fmla="*/ 221 h 235"/>
              <a:gd name="T16" fmla="*/ 85 w 141"/>
              <a:gd name="T17" fmla="*/ 211 h 235"/>
              <a:gd name="T18" fmla="*/ 123 w 141"/>
              <a:gd name="T19" fmla="*/ 182 h 235"/>
              <a:gd name="T20" fmla="*/ 123 w 141"/>
              <a:gd name="T21" fmla="*/ 53 h 235"/>
              <a:gd name="T22" fmla="*/ 122 w 141"/>
              <a:gd name="T23" fmla="*/ 48 h 235"/>
              <a:gd name="T24" fmla="*/ 118 w 141"/>
              <a:gd name="T25" fmla="*/ 47 h 235"/>
              <a:gd name="T26" fmla="*/ 24 w 141"/>
              <a:gd name="T27" fmla="*/ 47 h 235"/>
              <a:gd name="T28" fmla="*/ 19 w 141"/>
              <a:gd name="T29" fmla="*/ 48 h 235"/>
              <a:gd name="T30" fmla="*/ 18 w 141"/>
              <a:gd name="T31" fmla="*/ 53 h 235"/>
              <a:gd name="T32" fmla="*/ 18 w 141"/>
              <a:gd name="T33" fmla="*/ 182 h 235"/>
              <a:gd name="T34" fmla="*/ 19 w 141"/>
              <a:gd name="T35" fmla="*/ 186 h 235"/>
              <a:gd name="T36" fmla="*/ 24 w 141"/>
              <a:gd name="T37" fmla="*/ 188 h 235"/>
              <a:gd name="T38" fmla="*/ 118 w 141"/>
              <a:gd name="T39" fmla="*/ 188 h 235"/>
              <a:gd name="T40" fmla="*/ 122 w 141"/>
              <a:gd name="T41" fmla="*/ 186 h 235"/>
              <a:gd name="T42" fmla="*/ 123 w 141"/>
              <a:gd name="T43" fmla="*/ 182 h 235"/>
              <a:gd name="T44" fmla="*/ 88 w 141"/>
              <a:gd name="T45" fmla="*/ 26 h 235"/>
              <a:gd name="T46" fmla="*/ 85 w 141"/>
              <a:gd name="T47" fmla="*/ 23 h 235"/>
              <a:gd name="T48" fmla="*/ 56 w 141"/>
              <a:gd name="T49" fmla="*/ 23 h 235"/>
              <a:gd name="T50" fmla="*/ 53 w 141"/>
              <a:gd name="T51" fmla="*/ 26 h 235"/>
              <a:gd name="T52" fmla="*/ 56 w 141"/>
              <a:gd name="T53" fmla="*/ 29 h 235"/>
              <a:gd name="T54" fmla="*/ 85 w 141"/>
              <a:gd name="T55" fmla="*/ 29 h 235"/>
              <a:gd name="T56" fmla="*/ 88 w 141"/>
              <a:gd name="T57" fmla="*/ 26 h 235"/>
              <a:gd name="T58" fmla="*/ 141 w 141"/>
              <a:gd name="T59" fmla="*/ 23 h 235"/>
              <a:gd name="T60" fmla="*/ 141 w 141"/>
              <a:gd name="T61" fmla="*/ 211 h 235"/>
              <a:gd name="T62" fmla="*/ 134 w 141"/>
              <a:gd name="T63" fmla="*/ 228 h 235"/>
              <a:gd name="T64" fmla="*/ 118 w 141"/>
              <a:gd name="T65" fmla="*/ 235 h 235"/>
              <a:gd name="T66" fmla="*/ 24 w 141"/>
              <a:gd name="T67" fmla="*/ 235 h 235"/>
              <a:gd name="T68" fmla="*/ 7 w 141"/>
              <a:gd name="T69" fmla="*/ 228 h 235"/>
              <a:gd name="T70" fmla="*/ 0 w 141"/>
              <a:gd name="T71" fmla="*/ 211 h 235"/>
              <a:gd name="T72" fmla="*/ 0 w 141"/>
              <a:gd name="T73" fmla="*/ 23 h 235"/>
              <a:gd name="T74" fmla="*/ 7 w 141"/>
              <a:gd name="T75" fmla="*/ 7 h 235"/>
              <a:gd name="T76" fmla="*/ 24 w 141"/>
              <a:gd name="T77" fmla="*/ 0 h 235"/>
              <a:gd name="T78" fmla="*/ 118 w 141"/>
              <a:gd name="T79" fmla="*/ 0 h 235"/>
              <a:gd name="T80" fmla="*/ 134 w 141"/>
              <a:gd name="T81" fmla="*/ 7 h 235"/>
              <a:gd name="T82" fmla="*/ 141 w 141"/>
              <a:gd name="T83" fmla="*/ 23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1" h="235">
                <a:moveTo>
                  <a:pt x="85" y="211"/>
                </a:moveTo>
                <a:cubicBezTo>
                  <a:pt x="85" y="207"/>
                  <a:pt x="84" y="204"/>
                  <a:pt x="81" y="201"/>
                </a:cubicBezTo>
                <a:cubicBezTo>
                  <a:pt x="78" y="198"/>
                  <a:pt x="75" y="196"/>
                  <a:pt x="71" y="196"/>
                </a:cubicBezTo>
                <a:cubicBezTo>
                  <a:pt x="67" y="196"/>
                  <a:pt x="63" y="198"/>
                  <a:pt x="60" y="201"/>
                </a:cubicBezTo>
                <a:cubicBezTo>
                  <a:pt x="57" y="204"/>
                  <a:pt x="56" y="207"/>
                  <a:pt x="56" y="211"/>
                </a:cubicBezTo>
                <a:cubicBezTo>
                  <a:pt x="56" y="215"/>
                  <a:pt x="57" y="219"/>
                  <a:pt x="60" y="221"/>
                </a:cubicBezTo>
                <a:cubicBezTo>
                  <a:pt x="63" y="224"/>
                  <a:pt x="67" y="226"/>
                  <a:pt x="71" y="226"/>
                </a:cubicBezTo>
                <a:cubicBezTo>
                  <a:pt x="75" y="226"/>
                  <a:pt x="78" y="224"/>
                  <a:pt x="81" y="221"/>
                </a:cubicBezTo>
                <a:cubicBezTo>
                  <a:pt x="84" y="219"/>
                  <a:pt x="85" y="215"/>
                  <a:pt x="85" y="211"/>
                </a:cubicBezTo>
                <a:close/>
                <a:moveTo>
                  <a:pt x="123" y="182"/>
                </a:moveTo>
                <a:cubicBezTo>
                  <a:pt x="123" y="53"/>
                  <a:pt x="123" y="53"/>
                  <a:pt x="123" y="53"/>
                </a:cubicBezTo>
                <a:cubicBezTo>
                  <a:pt x="123" y="51"/>
                  <a:pt x="123" y="50"/>
                  <a:pt x="122" y="48"/>
                </a:cubicBezTo>
                <a:cubicBezTo>
                  <a:pt x="121" y="47"/>
                  <a:pt x="119" y="47"/>
                  <a:pt x="118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2" y="47"/>
                  <a:pt x="21" y="47"/>
                  <a:pt x="19" y="48"/>
                </a:cubicBezTo>
                <a:cubicBezTo>
                  <a:pt x="18" y="50"/>
                  <a:pt x="18" y="51"/>
                  <a:pt x="18" y="53"/>
                </a:cubicBezTo>
                <a:cubicBezTo>
                  <a:pt x="18" y="182"/>
                  <a:pt x="18" y="182"/>
                  <a:pt x="18" y="182"/>
                </a:cubicBezTo>
                <a:cubicBezTo>
                  <a:pt x="18" y="183"/>
                  <a:pt x="18" y="185"/>
                  <a:pt x="19" y="186"/>
                </a:cubicBezTo>
                <a:cubicBezTo>
                  <a:pt x="21" y="187"/>
                  <a:pt x="22" y="188"/>
                  <a:pt x="24" y="188"/>
                </a:cubicBezTo>
                <a:cubicBezTo>
                  <a:pt x="118" y="188"/>
                  <a:pt x="118" y="188"/>
                  <a:pt x="118" y="188"/>
                </a:cubicBezTo>
                <a:cubicBezTo>
                  <a:pt x="119" y="188"/>
                  <a:pt x="121" y="187"/>
                  <a:pt x="122" y="186"/>
                </a:cubicBezTo>
                <a:cubicBezTo>
                  <a:pt x="123" y="185"/>
                  <a:pt x="123" y="183"/>
                  <a:pt x="123" y="182"/>
                </a:cubicBezTo>
                <a:close/>
                <a:moveTo>
                  <a:pt x="88" y="26"/>
                </a:moveTo>
                <a:cubicBezTo>
                  <a:pt x="88" y="24"/>
                  <a:pt x="87" y="23"/>
                  <a:pt x="85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4" y="23"/>
                  <a:pt x="53" y="24"/>
                  <a:pt x="53" y="26"/>
                </a:cubicBezTo>
                <a:cubicBezTo>
                  <a:pt x="53" y="28"/>
                  <a:pt x="54" y="29"/>
                  <a:pt x="56" y="29"/>
                </a:cubicBezTo>
                <a:cubicBezTo>
                  <a:pt x="85" y="29"/>
                  <a:pt x="85" y="29"/>
                  <a:pt x="85" y="29"/>
                </a:cubicBezTo>
                <a:cubicBezTo>
                  <a:pt x="87" y="29"/>
                  <a:pt x="88" y="28"/>
                  <a:pt x="88" y="26"/>
                </a:cubicBezTo>
                <a:close/>
                <a:moveTo>
                  <a:pt x="141" y="23"/>
                </a:moveTo>
                <a:cubicBezTo>
                  <a:pt x="141" y="211"/>
                  <a:pt x="141" y="211"/>
                  <a:pt x="141" y="211"/>
                </a:cubicBezTo>
                <a:cubicBezTo>
                  <a:pt x="141" y="217"/>
                  <a:pt x="139" y="223"/>
                  <a:pt x="134" y="228"/>
                </a:cubicBezTo>
                <a:cubicBezTo>
                  <a:pt x="129" y="232"/>
                  <a:pt x="124" y="235"/>
                  <a:pt x="118" y="235"/>
                </a:cubicBezTo>
                <a:cubicBezTo>
                  <a:pt x="24" y="235"/>
                  <a:pt x="24" y="235"/>
                  <a:pt x="24" y="235"/>
                </a:cubicBezTo>
                <a:cubicBezTo>
                  <a:pt x="17" y="235"/>
                  <a:pt x="12" y="232"/>
                  <a:pt x="7" y="228"/>
                </a:cubicBezTo>
                <a:cubicBezTo>
                  <a:pt x="2" y="223"/>
                  <a:pt x="0" y="217"/>
                  <a:pt x="0" y="211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7"/>
                  <a:pt x="2" y="11"/>
                  <a:pt x="7" y="7"/>
                </a:cubicBezTo>
                <a:cubicBezTo>
                  <a:pt x="12" y="2"/>
                  <a:pt x="17" y="0"/>
                  <a:pt x="24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4" y="0"/>
                  <a:pt x="129" y="2"/>
                  <a:pt x="134" y="7"/>
                </a:cubicBezTo>
                <a:cubicBezTo>
                  <a:pt x="139" y="11"/>
                  <a:pt x="141" y="17"/>
                  <a:pt x="141" y="2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3703612" y="2887880"/>
            <a:ext cx="366030" cy="243099"/>
          </a:xfrm>
          <a:custGeom>
            <a:avLst/>
            <a:gdLst>
              <a:gd name="T0" fmla="*/ 141 w 353"/>
              <a:gd name="T1" fmla="*/ 165 h 235"/>
              <a:gd name="T2" fmla="*/ 212 w 353"/>
              <a:gd name="T3" fmla="*/ 165 h 235"/>
              <a:gd name="T4" fmla="*/ 212 w 353"/>
              <a:gd name="T5" fmla="*/ 147 h 235"/>
              <a:gd name="T6" fmla="*/ 188 w 353"/>
              <a:gd name="T7" fmla="*/ 147 h 235"/>
              <a:gd name="T8" fmla="*/ 188 w 353"/>
              <a:gd name="T9" fmla="*/ 65 h 235"/>
              <a:gd name="T10" fmla="*/ 167 w 353"/>
              <a:gd name="T11" fmla="*/ 65 h 235"/>
              <a:gd name="T12" fmla="*/ 140 w 353"/>
              <a:gd name="T13" fmla="*/ 90 h 235"/>
              <a:gd name="T14" fmla="*/ 154 w 353"/>
              <a:gd name="T15" fmla="*/ 105 h 235"/>
              <a:gd name="T16" fmla="*/ 164 w 353"/>
              <a:gd name="T17" fmla="*/ 94 h 235"/>
              <a:gd name="T18" fmla="*/ 165 w 353"/>
              <a:gd name="T19" fmla="*/ 94 h 235"/>
              <a:gd name="T20" fmla="*/ 165 w 353"/>
              <a:gd name="T21" fmla="*/ 147 h 235"/>
              <a:gd name="T22" fmla="*/ 141 w 353"/>
              <a:gd name="T23" fmla="*/ 147 h 235"/>
              <a:gd name="T24" fmla="*/ 141 w 353"/>
              <a:gd name="T25" fmla="*/ 165 h 235"/>
              <a:gd name="T26" fmla="*/ 235 w 353"/>
              <a:gd name="T27" fmla="*/ 118 h 235"/>
              <a:gd name="T28" fmla="*/ 231 w 353"/>
              <a:gd name="T29" fmla="*/ 144 h 235"/>
              <a:gd name="T30" fmla="*/ 221 w 353"/>
              <a:gd name="T31" fmla="*/ 168 h 235"/>
              <a:gd name="T32" fmla="*/ 202 w 353"/>
              <a:gd name="T33" fmla="*/ 187 h 235"/>
              <a:gd name="T34" fmla="*/ 177 w 353"/>
              <a:gd name="T35" fmla="*/ 194 h 235"/>
              <a:gd name="T36" fmla="*/ 151 w 353"/>
              <a:gd name="T37" fmla="*/ 187 h 235"/>
              <a:gd name="T38" fmla="*/ 133 w 353"/>
              <a:gd name="T39" fmla="*/ 168 h 235"/>
              <a:gd name="T40" fmla="*/ 122 w 353"/>
              <a:gd name="T41" fmla="*/ 144 h 235"/>
              <a:gd name="T42" fmla="*/ 118 w 353"/>
              <a:gd name="T43" fmla="*/ 118 h 235"/>
              <a:gd name="T44" fmla="*/ 122 w 353"/>
              <a:gd name="T45" fmla="*/ 92 h 235"/>
              <a:gd name="T46" fmla="*/ 133 w 353"/>
              <a:gd name="T47" fmla="*/ 67 h 235"/>
              <a:gd name="T48" fmla="*/ 151 w 353"/>
              <a:gd name="T49" fmla="*/ 48 h 235"/>
              <a:gd name="T50" fmla="*/ 177 w 353"/>
              <a:gd name="T51" fmla="*/ 41 h 235"/>
              <a:gd name="T52" fmla="*/ 202 w 353"/>
              <a:gd name="T53" fmla="*/ 48 h 235"/>
              <a:gd name="T54" fmla="*/ 221 w 353"/>
              <a:gd name="T55" fmla="*/ 67 h 235"/>
              <a:gd name="T56" fmla="*/ 231 w 353"/>
              <a:gd name="T57" fmla="*/ 92 h 235"/>
              <a:gd name="T58" fmla="*/ 235 w 353"/>
              <a:gd name="T59" fmla="*/ 118 h 235"/>
              <a:gd name="T60" fmla="*/ 329 w 353"/>
              <a:gd name="T61" fmla="*/ 165 h 235"/>
              <a:gd name="T62" fmla="*/ 329 w 353"/>
              <a:gd name="T63" fmla="*/ 71 h 235"/>
              <a:gd name="T64" fmla="*/ 296 w 353"/>
              <a:gd name="T65" fmla="*/ 57 h 235"/>
              <a:gd name="T66" fmla="*/ 282 w 353"/>
              <a:gd name="T67" fmla="*/ 24 h 235"/>
              <a:gd name="T68" fmla="*/ 71 w 353"/>
              <a:gd name="T69" fmla="*/ 24 h 235"/>
              <a:gd name="T70" fmla="*/ 57 w 353"/>
              <a:gd name="T71" fmla="*/ 57 h 235"/>
              <a:gd name="T72" fmla="*/ 24 w 353"/>
              <a:gd name="T73" fmla="*/ 71 h 235"/>
              <a:gd name="T74" fmla="*/ 24 w 353"/>
              <a:gd name="T75" fmla="*/ 165 h 235"/>
              <a:gd name="T76" fmla="*/ 57 w 353"/>
              <a:gd name="T77" fmla="*/ 178 h 235"/>
              <a:gd name="T78" fmla="*/ 71 w 353"/>
              <a:gd name="T79" fmla="*/ 212 h 235"/>
              <a:gd name="T80" fmla="*/ 282 w 353"/>
              <a:gd name="T81" fmla="*/ 212 h 235"/>
              <a:gd name="T82" fmla="*/ 296 w 353"/>
              <a:gd name="T83" fmla="*/ 178 h 235"/>
              <a:gd name="T84" fmla="*/ 329 w 353"/>
              <a:gd name="T85" fmla="*/ 165 h 235"/>
              <a:gd name="T86" fmla="*/ 353 w 353"/>
              <a:gd name="T87" fmla="*/ 12 h 235"/>
              <a:gd name="T88" fmla="*/ 353 w 353"/>
              <a:gd name="T89" fmla="*/ 223 h 235"/>
              <a:gd name="T90" fmla="*/ 349 w 353"/>
              <a:gd name="T91" fmla="*/ 232 h 235"/>
              <a:gd name="T92" fmla="*/ 341 w 353"/>
              <a:gd name="T93" fmla="*/ 235 h 235"/>
              <a:gd name="T94" fmla="*/ 12 w 353"/>
              <a:gd name="T95" fmla="*/ 235 h 235"/>
              <a:gd name="T96" fmla="*/ 4 w 353"/>
              <a:gd name="T97" fmla="*/ 232 h 235"/>
              <a:gd name="T98" fmla="*/ 0 w 353"/>
              <a:gd name="T99" fmla="*/ 223 h 235"/>
              <a:gd name="T100" fmla="*/ 0 w 353"/>
              <a:gd name="T101" fmla="*/ 12 h 235"/>
              <a:gd name="T102" fmla="*/ 4 w 353"/>
              <a:gd name="T103" fmla="*/ 4 h 235"/>
              <a:gd name="T104" fmla="*/ 12 w 353"/>
              <a:gd name="T105" fmla="*/ 0 h 235"/>
              <a:gd name="T106" fmla="*/ 341 w 353"/>
              <a:gd name="T107" fmla="*/ 0 h 235"/>
              <a:gd name="T108" fmla="*/ 349 w 353"/>
              <a:gd name="T109" fmla="*/ 4 h 235"/>
              <a:gd name="T110" fmla="*/ 353 w 353"/>
              <a:gd name="T111" fmla="*/ 12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35">
                <a:moveTo>
                  <a:pt x="141" y="165"/>
                </a:moveTo>
                <a:cubicBezTo>
                  <a:pt x="212" y="165"/>
                  <a:pt x="212" y="165"/>
                  <a:pt x="212" y="165"/>
                </a:cubicBezTo>
                <a:cubicBezTo>
                  <a:pt x="212" y="147"/>
                  <a:pt x="212" y="147"/>
                  <a:pt x="212" y="147"/>
                </a:cubicBezTo>
                <a:cubicBezTo>
                  <a:pt x="188" y="147"/>
                  <a:pt x="188" y="147"/>
                  <a:pt x="188" y="147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67" y="65"/>
                  <a:pt x="167" y="65"/>
                  <a:pt x="167" y="65"/>
                </a:cubicBezTo>
                <a:cubicBezTo>
                  <a:pt x="140" y="90"/>
                  <a:pt x="140" y="90"/>
                  <a:pt x="140" y="90"/>
                </a:cubicBezTo>
                <a:cubicBezTo>
                  <a:pt x="154" y="105"/>
                  <a:pt x="154" y="105"/>
                  <a:pt x="154" y="105"/>
                </a:cubicBezTo>
                <a:cubicBezTo>
                  <a:pt x="160" y="100"/>
                  <a:pt x="163" y="97"/>
                  <a:pt x="164" y="94"/>
                </a:cubicBezTo>
                <a:cubicBezTo>
                  <a:pt x="165" y="94"/>
                  <a:pt x="165" y="94"/>
                  <a:pt x="165" y="94"/>
                </a:cubicBezTo>
                <a:cubicBezTo>
                  <a:pt x="165" y="147"/>
                  <a:pt x="165" y="147"/>
                  <a:pt x="165" y="147"/>
                </a:cubicBezTo>
                <a:cubicBezTo>
                  <a:pt x="141" y="147"/>
                  <a:pt x="141" y="147"/>
                  <a:pt x="141" y="147"/>
                </a:cubicBezTo>
                <a:lnTo>
                  <a:pt x="141" y="165"/>
                </a:lnTo>
                <a:close/>
                <a:moveTo>
                  <a:pt x="235" y="118"/>
                </a:moveTo>
                <a:cubicBezTo>
                  <a:pt x="235" y="126"/>
                  <a:pt x="234" y="135"/>
                  <a:pt x="231" y="144"/>
                </a:cubicBezTo>
                <a:cubicBezTo>
                  <a:pt x="229" y="153"/>
                  <a:pt x="225" y="161"/>
                  <a:pt x="221" y="168"/>
                </a:cubicBezTo>
                <a:cubicBezTo>
                  <a:pt x="216" y="176"/>
                  <a:pt x="210" y="182"/>
                  <a:pt x="202" y="187"/>
                </a:cubicBezTo>
                <a:cubicBezTo>
                  <a:pt x="194" y="192"/>
                  <a:pt x="186" y="194"/>
                  <a:pt x="177" y="194"/>
                </a:cubicBezTo>
                <a:cubicBezTo>
                  <a:pt x="167" y="194"/>
                  <a:pt x="159" y="192"/>
                  <a:pt x="151" y="187"/>
                </a:cubicBezTo>
                <a:cubicBezTo>
                  <a:pt x="144" y="182"/>
                  <a:pt x="137" y="176"/>
                  <a:pt x="133" y="168"/>
                </a:cubicBezTo>
                <a:cubicBezTo>
                  <a:pt x="128" y="161"/>
                  <a:pt x="124" y="153"/>
                  <a:pt x="122" y="144"/>
                </a:cubicBezTo>
                <a:cubicBezTo>
                  <a:pt x="119" y="135"/>
                  <a:pt x="118" y="126"/>
                  <a:pt x="118" y="118"/>
                </a:cubicBezTo>
                <a:cubicBezTo>
                  <a:pt x="118" y="109"/>
                  <a:pt x="119" y="100"/>
                  <a:pt x="122" y="92"/>
                </a:cubicBezTo>
                <a:cubicBezTo>
                  <a:pt x="124" y="83"/>
                  <a:pt x="128" y="75"/>
                  <a:pt x="133" y="67"/>
                </a:cubicBezTo>
                <a:cubicBezTo>
                  <a:pt x="137" y="59"/>
                  <a:pt x="144" y="53"/>
                  <a:pt x="151" y="48"/>
                </a:cubicBezTo>
                <a:cubicBezTo>
                  <a:pt x="159" y="44"/>
                  <a:pt x="167" y="41"/>
                  <a:pt x="177" y="41"/>
                </a:cubicBezTo>
                <a:cubicBezTo>
                  <a:pt x="186" y="41"/>
                  <a:pt x="194" y="44"/>
                  <a:pt x="202" y="48"/>
                </a:cubicBezTo>
                <a:cubicBezTo>
                  <a:pt x="210" y="53"/>
                  <a:pt x="216" y="59"/>
                  <a:pt x="221" y="67"/>
                </a:cubicBezTo>
                <a:cubicBezTo>
                  <a:pt x="225" y="75"/>
                  <a:pt x="229" y="83"/>
                  <a:pt x="231" y="92"/>
                </a:cubicBezTo>
                <a:cubicBezTo>
                  <a:pt x="234" y="100"/>
                  <a:pt x="235" y="109"/>
                  <a:pt x="235" y="118"/>
                </a:cubicBezTo>
                <a:close/>
                <a:moveTo>
                  <a:pt x="329" y="165"/>
                </a:moveTo>
                <a:cubicBezTo>
                  <a:pt x="329" y="71"/>
                  <a:pt x="329" y="71"/>
                  <a:pt x="329" y="71"/>
                </a:cubicBezTo>
                <a:cubicBezTo>
                  <a:pt x="316" y="71"/>
                  <a:pt x="305" y="66"/>
                  <a:pt x="296" y="57"/>
                </a:cubicBezTo>
                <a:cubicBezTo>
                  <a:pt x="287" y="48"/>
                  <a:pt x="282" y="37"/>
                  <a:pt x="282" y="24"/>
                </a:cubicBezTo>
                <a:cubicBezTo>
                  <a:pt x="71" y="24"/>
                  <a:pt x="71" y="24"/>
                  <a:pt x="71" y="24"/>
                </a:cubicBezTo>
                <a:cubicBezTo>
                  <a:pt x="71" y="37"/>
                  <a:pt x="66" y="48"/>
                  <a:pt x="57" y="57"/>
                </a:cubicBezTo>
                <a:cubicBezTo>
                  <a:pt x="48" y="66"/>
                  <a:pt x="37" y="71"/>
                  <a:pt x="24" y="71"/>
                </a:cubicBezTo>
                <a:cubicBezTo>
                  <a:pt x="24" y="165"/>
                  <a:pt x="24" y="165"/>
                  <a:pt x="24" y="165"/>
                </a:cubicBezTo>
                <a:cubicBezTo>
                  <a:pt x="37" y="165"/>
                  <a:pt x="48" y="169"/>
                  <a:pt x="57" y="178"/>
                </a:cubicBezTo>
                <a:cubicBezTo>
                  <a:pt x="66" y="188"/>
                  <a:pt x="71" y="199"/>
                  <a:pt x="71" y="212"/>
                </a:cubicBezTo>
                <a:cubicBezTo>
                  <a:pt x="282" y="212"/>
                  <a:pt x="282" y="212"/>
                  <a:pt x="282" y="212"/>
                </a:cubicBezTo>
                <a:cubicBezTo>
                  <a:pt x="282" y="199"/>
                  <a:pt x="287" y="188"/>
                  <a:pt x="296" y="178"/>
                </a:cubicBezTo>
                <a:cubicBezTo>
                  <a:pt x="305" y="169"/>
                  <a:pt x="316" y="165"/>
                  <a:pt x="329" y="165"/>
                </a:cubicBezTo>
                <a:close/>
                <a:moveTo>
                  <a:pt x="353" y="12"/>
                </a:moveTo>
                <a:cubicBezTo>
                  <a:pt x="353" y="223"/>
                  <a:pt x="353" y="223"/>
                  <a:pt x="353" y="223"/>
                </a:cubicBezTo>
                <a:cubicBezTo>
                  <a:pt x="353" y="227"/>
                  <a:pt x="352" y="229"/>
                  <a:pt x="349" y="232"/>
                </a:cubicBezTo>
                <a:cubicBezTo>
                  <a:pt x="347" y="234"/>
                  <a:pt x="344" y="235"/>
                  <a:pt x="341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9" y="235"/>
                  <a:pt x="6" y="234"/>
                  <a:pt x="4" y="232"/>
                </a:cubicBezTo>
                <a:cubicBezTo>
                  <a:pt x="2" y="229"/>
                  <a:pt x="0" y="227"/>
                  <a:pt x="0" y="223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2" y="6"/>
                  <a:pt x="4" y="4"/>
                </a:cubicBezTo>
                <a:cubicBezTo>
                  <a:pt x="6" y="1"/>
                  <a:pt x="9" y="0"/>
                  <a:pt x="12" y="0"/>
                </a:cubicBezTo>
                <a:cubicBezTo>
                  <a:pt x="341" y="0"/>
                  <a:pt x="341" y="0"/>
                  <a:pt x="341" y="0"/>
                </a:cubicBezTo>
                <a:cubicBezTo>
                  <a:pt x="344" y="0"/>
                  <a:pt x="347" y="1"/>
                  <a:pt x="349" y="4"/>
                </a:cubicBezTo>
                <a:cubicBezTo>
                  <a:pt x="352" y="6"/>
                  <a:pt x="353" y="9"/>
                  <a:pt x="353" y="1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710456" y="3296728"/>
            <a:ext cx="280393" cy="292824"/>
          </a:xfrm>
          <a:custGeom>
            <a:avLst/>
            <a:gdLst>
              <a:gd name="T0" fmla="*/ 231 w 270"/>
              <a:gd name="T1" fmla="*/ 216 h 282"/>
              <a:gd name="T2" fmla="*/ 211 w 270"/>
              <a:gd name="T3" fmla="*/ 217 h 282"/>
              <a:gd name="T4" fmla="*/ 149 w 270"/>
              <a:gd name="T5" fmla="*/ 201 h 282"/>
              <a:gd name="T6" fmla="*/ 104 w 270"/>
              <a:gd name="T7" fmla="*/ 156 h 282"/>
              <a:gd name="T8" fmla="*/ 88 w 270"/>
              <a:gd name="T9" fmla="*/ 94 h 282"/>
              <a:gd name="T10" fmla="*/ 107 w 270"/>
              <a:gd name="T11" fmla="*/ 29 h 282"/>
              <a:gd name="T12" fmla="*/ 47 w 270"/>
              <a:gd name="T13" fmla="*/ 71 h 282"/>
              <a:gd name="T14" fmla="*/ 23 w 270"/>
              <a:gd name="T15" fmla="*/ 141 h 282"/>
              <a:gd name="T16" fmla="*/ 33 w 270"/>
              <a:gd name="T17" fmla="*/ 187 h 282"/>
              <a:gd name="T18" fmla="*/ 58 w 270"/>
              <a:gd name="T19" fmla="*/ 224 h 282"/>
              <a:gd name="T20" fmla="*/ 95 w 270"/>
              <a:gd name="T21" fmla="*/ 249 h 282"/>
              <a:gd name="T22" fmla="*/ 141 w 270"/>
              <a:gd name="T23" fmla="*/ 259 h 282"/>
              <a:gd name="T24" fmla="*/ 191 w 270"/>
              <a:gd name="T25" fmla="*/ 247 h 282"/>
              <a:gd name="T26" fmla="*/ 231 w 270"/>
              <a:gd name="T27" fmla="*/ 216 h 282"/>
              <a:gd name="T28" fmla="*/ 269 w 270"/>
              <a:gd name="T29" fmla="*/ 200 h 282"/>
              <a:gd name="T30" fmla="*/ 217 w 270"/>
              <a:gd name="T31" fmla="*/ 260 h 282"/>
              <a:gd name="T32" fmla="*/ 141 w 270"/>
              <a:gd name="T33" fmla="*/ 282 h 282"/>
              <a:gd name="T34" fmla="*/ 86 w 270"/>
              <a:gd name="T35" fmla="*/ 271 h 282"/>
              <a:gd name="T36" fmla="*/ 41 w 270"/>
              <a:gd name="T37" fmla="*/ 241 h 282"/>
              <a:gd name="T38" fmla="*/ 11 w 270"/>
              <a:gd name="T39" fmla="*/ 196 h 282"/>
              <a:gd name="T40" fmla="*/ 0 w 270"/>
              <a:gd name="T41" fmla="*/ 141 h 282"/>
              <a:gd name="T42" fmla="*/ 10 w 270"/>
              <a:gd name="T43" fmla="*/ 87 h 282"/>
              <a:gd name="T44" fmla="*/ 39 w 270"/>
              <a:gd name="T45" fmla="*/ 43 h 282"/>
              <a:gd name="T46" fmla="*/ 82 w 270"/>
              <a:gd name="T47" fmla="*/ 13 h 282"/>
              <a:gd name="T48" fmla="*/ 135 w 270"/>
              <a:gd name="T49" fmla="*/ 0 h 282"/>
              <a:gd name="T50" fmla="*/ 147 w 270"/>
              <a:gd name="T51" fmla="*/ 7 h 282"/>
              <a:gd name="T52" fmla="*/ 144 w 270"/>
              <a:gd name="T53" fmla="*/ 21 h 282"/>
              <a:gd name="T54" fmla="*/ 120 w 270"/>
              <a:gd name="T55" fmla="*/ 54 h 282"/>
              <a:gd name="T56" fmla="*/ 111 w 270"/>
              <a:gd name="T57" fmla="*/ 94 h 282"/>
              <a:gd name="T58" fmla="*/ 125 w 270"/>
              <a:gd name="T59" fmla="*/ 144 h 282"/>
              <a:gd name="T60" fmla="*/ 161 w 270"/>
              <a:gd name="T61" fmla="*/ 181 h 282"/>
              <a:gd name="T62" fmla="*/ 211 w 270"/>
              <a:gd name="T63" fmla="*/ 194 h 282"/>
              <a:gd name="T64" fmla="*/ 253 w 270"/>
              <a:gd name="T65" fmla="*/ 185 h 282"/>
              <a:gd name="T66" fmla="*/ 266 w 270"/>
              <a:gd name="T67" fmla="*/ 187 h 282"/>
              <a:gd name="T68" fmla="*/ 269 w 270"/>
              <a:gd name="T69" fmla="*/ 193 h 282"/>
              <a:gd name="T70" fmla="*/ 269 w 270"/>
              <a:gd name="T71" fmla="*/ 200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282">
                <a:moveTo>
                  <a:pt x="231" y="216"/>
                </a:moveTo>
                <a:cubicBezTo>
                  <a:pt x="225" y="217"/>
                  <a:pt x="218" y="217"/>
                  <a:pt x="211" y="217"/>
                </a:cubicBezTo>
                <a:cubicBezTo>
                  <a:pt x="189" y="217"/>
                  <a:pt x="168" y="212"/>
                  <a:pt x="149" y="201"/>
                </a:cubicBezTo>
                <a:cubicBezTo>
                  <a:pt x="130" y="190"/>
                  <a:pt x="115" y="175"/>
                  <a:pt x="104" y="156"/>
                </a:cubicBezTo>
                <a:cubicBezTo>
                  <a:pt x="93" y="137"/>
                  <a:pt x="88" y="116"/>
                  <a:pt x="88" y="94"/>
                </a:cubicBezTo>
                <a:cubicBezTo>
                  <a:pt x="88" y="71"/>
                  <a:pt x="94" y="49"/>
                  <a:pt x="107" y="29"/>
                </a:cubicBezTo>
                <a:cubicBezTo>
                  <a:pt x="82" y="36"/>
                  <a:pt x="62" y="50"/>
                  <a:pt x="47" y="71"/>
                </a:cubicBezTo>
                <a:cubicBezTo>
                  <a:pt x="31" y="91"/>
                  <a:pt x="23" y="115"/>
                  <a:pt x="23" y="141"/>
                </a:cubicBezTo>
                <a:cubicBezTo>
                  <a:pt x="23" y="157"/>
                  <a:pt x="26" y="172"/>
                  <a:pt x="33" y="187"/>
                </a:cubicBezTo>
                <a:cubicBezTo>
                  <a:pt x="39" y="201"/>
                  <a:pt x="47" y="214"/>
                  <a:pt x="58" y="224"/>
                </a:cubicBezTo>
                <a:cubicBezTo>
                  <a:pt x="68" y="235"/>
                  <a:pt x="81" y="243"/>
                  <a:pt x="95" y="249"/>
                </a:cubicBezTo>
                <a:cubicBezTo>
                  <a:pt x="110" y="255"/>
                  <a:pt x="125" y="259"/>
                  <a:pt x="141" y="259"/>
                </a:cubicBezTo>
                <a:cubicBezTo>
                  <a:pt x="158" y="259"/>
                  <a:pt x="175" y="255"/>
                  <a:pt x="191" y="247"/>
                </a:cubicBezTo>
                <a:cubicBezTo>
                  <a:pt x="207" y="240"/>
                  <a:pt x="220" y="229"/>
                  <a:pt x="231" y="216"/>
                </a:cubicBezTo>
                <a:close/>
                <a:moveTo>
                  <a:pt x="269" y="200"/>
                </a:moveTo>
                <a:cubicBezTo>
                  <a:pt x="257" y="225"/>
                  <a:pt x="240" y="245"/>
                  <a:pt x="217" y="260"/>
                </a:cubicBezTo>
                <a:cubicBezTo>
                  <a:pt x="193" y="275"/>
                  <a:pt x="168" y="282"/>
                  <a:pt x="141" y="282"/>
                </a:cubicBezTo>
                <a:cubicBezTo>
                  <a:pt x="122" y="282"/>
                  <a:pt x="103" y="278"/>
                  <a:pt x="86" y="271"/>
                </a:cubicBezTo>
                <a:cubicBezTo>
                  <a:pt x="69" y="263"/>
                  <a:pt x="54" y="253"/>
                  <a:pt x="41" y="241"/>
                </a:cubicBezTo>
                <a:cubicBezTo>
                  <a:pt x="28" y="228"/>
                  <a:pt x="18" y="213"/>
                  <a:pt x="11" y="196"/>
                </a:cubicBezTo>
                <a:cubicBezTo>
                  <a:pt x="3" y="178"/>
                  <a:pt x="0" y="160"/>
                  <a:pt x="0" y="141"/>
                </a:cubicBezTo>
                <a:cubicBezTo>
                  <a:pt x="0" y="122"/>
                  <a:pt x="3" y="104"/>
                  <a:pt x="10" y="87"/>
                </a:cubicBezTo>
                <a:cubicBezTo>
                  <a:pt x="17" y="70"/>
                  <a:pt x="27" y="56"/>
                  <a:pt x="39" y="43"/>
                </a:cubicBezTo>
                <a:cubicBezTo>
                  <a:pt x="51" y="31"/>
                  <a:pt x="65" y="21"/>
                  <a:pt x="82" y="13"/>
                </a:cubicBezTo>
                <a:cubicBezTo>
                  <a:pt x="99" y="5"/>
                  <a:pt x="117" y="1"/>
                  <a:pt x="135" y="0"/>
                </a:cubicBezTo>
                <a:cubicBezTo>
                  <a:pt x="141" y="0"/>
                  <a:pt x="145" y="2"/>
                  <a:pt x="147" y="7"/>
                </a:cubicBezTo>
                <a:cubicBezTo>
                  <a:pt x="149" y="12"/>
                  <a:pt x="148" y="17"/>
                  <a:pt x="144" y="21"/>
                </a:cubicBezTo>
                <a:cubicBezTo>
                  <a:pt x="133" y="30"/>
                  <a:pt x="125" y="41"/>
                  <a:pt x="120" y="54"/>
                </a:cubicBezTo>
                <a:cubicBezTo>
                  <a:pt x="114" y="67"/>
                  <a:pt x="111" y="80"/>
                  <a:pt x="111" y="94"/>
                </a:cubicBezTo>
                <a:cubicBezTo>
                  <a:pt x="111" y="112"/>
                  <a:pt x="116" y="129"/>
                  <a:pt x="125" y="144"/>
                </a:cubicBezTo>
                <a:cubicBezTo>
                  <a:pt x="134" y="159"/>
                  <a:pt x="146" y="172"/>
                  <a:pt x="161" y="181"/>
                </a:cubicBezTo>
                <a:cubicBezTo>
                  <a:pt x="176" y="189"/>
                  <a:pt x="193" y="194"/>
                  <a:pt x="211" y="194"/>
                </a:cubicBezTo>
                <a:cubicBezTo>
                  <a:pt x="226" y="194"/>
                  <a:pt x="240" y="191"/>
                  <a:pt x="253" y="185"/>
                </a:cubicBezTo>
                <a:cubicBezTo>
                  <a:pt x="258" y="182"/>
                  <a:pt x="262" y="183"/>
                  <a:pt x="266" y="187"/>
                </a:cubicBezTo>
                <a:cubicBezTo>
                  <a:pt x="268" y="189"/>
                  <a:pt x="269" y="191"/>
                  <a:pt x="269" y="193"/>
                </a:cubicBezTo>
                <a:cubicBezTo>
                  <a:pt x="270" y="196"/>
                  <a:pt x="270" y="198"/>
                  <a:pt x="269" y="2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499147" y="3321591"/>
            <a:ext cx="439236" cy="244481"/>
          </a:xfrm>
          <a:custGeom>
            <a:avLst/>
            <a:gdLst>
              <a:gd name="T0" fmla="*/ 419 w 424"/>
              <a:gd name="T1" fmla="*/ 179 h 235"/>
              <a:gd name="T2" fmla="*/ 371 w 424"/>
              <a:gd name="T3" fmla="*/ 229 h 235"/>
              <a:gd name="T4" fmla="*/ 284 w 424"/>
              <a:gd name="T5" fmla="*/ 211 h 235"/>
              <a:gd name="T6" fmla="*/ 264 w 424"/>
              <a:gd name="T7" fmla="*/ 123 h 235"/>
              <a:gd name="T8" fmla="*/ 273 w 424"/>
              <a:gd name="T9" fmla="*/ 72 h 235"/>
              <a:gd name="T10" fmla="*/ 235 w 424"/>
              <a:gd name="T11" fmla="*/ 152 h 235"/>
              <a:gd name="T12" fmla="*/ 223 w 424"/>
              <a:gd name="T13" fmla="*/ 164 h 235"/>
              <a:gd name="T14" fmla="*/ 136 w 424"/>
              <a:gd name="T15" fmla="*/ 214 h 235"/>
              <a:gd name="T16" fmla="*/ 24 w 424"/>
              <a:gd name="T17" fmla="*/ 210 h 235"/>
              <a:gd name="T18" fmla="*/ 24 w 424"/>
              <a:gd name="T19" fmla="*/ 94 h 235"/>
              <a:gd name="T20" fmla="*/ 110 w 424"/>
              <a:gd name="T21" fmla="*/ 75 h 235"/>
              <a:gd name="T22" fmla="*/ 59 w 424"/>
              <a:gd name="T23" fmla="*/ 47 h 235"/>
              <a:gd name="T24" fmla="*/ 39 w 424"/>
              <a:gd name="T25" fmla="*/ 43 h 235"/>
              <a:gd name="T26" fmla="*/ 39 w 424"/>
              <a:gd name="T27" fmla="*/ 27 h 235"/>
              <a:gd name="T28" fmla="*/ 71 w 424"/>
              <a:gd name="T29" fmla="*/ 23 h 235"/>
              <a:gd name="T30" fmla="*/ 119 w 424"/>
              <a:gd name="T31" fmla="*/ 33 h 235"/>
              <a:gd name="T32" fmla="*/ 141 w 424"/>
              <a:gd name="T33" fmla="*/ 47 h 235"/>
              <a:gd name="T34" fmla="*/ 241 w 424"/>
              <a:gd name="T35" fmla="*/ 23 h 235"/>
              <a:gd name="T36" fmla="*/ 191 w 424"/>
              <a:gd name="T37" fmla="*/ 19 h 235"/>
              <a:gd name="T38" fmla="*/ 193 w 424"/>
              <a:gd name="T39" fmla="*/ 2 h 235"/>
              <a:gd name="T40" fmla="*/ 247 w 424"/>
              <a:gd name="T41" fmla="*/ 0 h 235"/>
              <a:gd name="T42" fmla="*/ 270 w 424"/>
              <a:gd name="T43" fmla="*/ 24 h 235"/>
              <a:gd name="T44" fmla="*/ 299 w 424"/>
              <a:gd name="T45" fmla="*/ 0 h 235"/>
              <a:gd name="T46" fmla="*/ 326 w 424"/>
              <a:gd name="T47" fmla="*/ 3 h 235"/>
              <a:gd name="T48" fmla="*/ 329 w 424"/>
              <a:gd name="T49" fmla="*/ 35 h 235"/>
              <a:gd name="T50" fmla="*/ 317 w 424"/>
              <a:gd name="T51" fmla="*/ 47 h 235"/>
              <a:gd name="T52" fmla="*/ 306 w 424"/>
              <a:gd name="T53" fmla="*/ 78 h 235"/>
              <a:gd name="T54" fmla="*/ 401 w 424"/>
              <a:gd name="T55" fmla="*/ 96 h 235"/>
              <a:gd name="T56" fmla="*/ 83 w 424"/>
              <a:gd name="T57" fmla="*/ 211 h 235"/>
              <a:gd name="T58" fmla="*/ 140 w 424"/>
              <a:gd name="T59" fmla="*/ 164 h 235"/>
              <a:gd name="T60" fmla="*/ 72 w 424"/>
              <a:gd name="T61" fmla="*/ 158 h 235"/>
              <a:gd name="T62" fmla="*/ 99 w 424"/>
              <a:gd name="T63" fmla="*/ 96 h 235"/>
              <a:gd name="T64" fmla="*/ 41 w 424"/>
              <a:gd name="T65" fmla="*/ 111 h 235"/>
              <a:gd name="T66" fmla="*/ 41 w 424"/>
              <a:gd name="T67" fmla="*/ 194 h 235"/>
              <a:gd name="T68" fmla="*/ 341 w 424"/>
              <a:gd name="T69" fmla="*/ 211 h 235"/>
              <a:gd name="T70" fmla="*/ 400 w 424"/>
              <a:gd name="T71" fmla="*/ 152 h 235"/>
              <a:gd name="T72" fmla="*/ 341 w 424"/>
              <a:gd name="T73" fmla="*/ 94 h 235"/>
              <a:gd name="T74" fmla="*/ 351 w 424"/>
              <a:gd name="T75" fmla="*/ 146 h 235"/>
              <a:gd name="T76" fmla="*/ 348 w 424"/>
              <a:gd name="T77" fmla="*/ 162 h 235"/>
              <a:gd name="T78" fmla="*/ 331 w 424"/>
              <a:gd name="T79" fmla="*/ 159 h 235"/>
              <a:gd name="T80" fmla="*/ 282 w 424"/>
              <a:gd name="T81" fmla="*/ 152 h 235"/>
              <a:gd name="T82" fmla="*/ 341 w 424"/>
              <a:gd name="T83" fmla="*/ 211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24" h="235">
                <a:moveTo>
                  <a:pt x="423" y="143"/>
                </a:moveTo>
                <a:cubicBezTo>
                  <a:pt x="424" y="155"/>
                  <a:pt x="423" y="168"/>
                  <a:pt x="419" y="179"/>
                </a:cubicBezTo>
                <a:cubicBezTo>
                  <a:pt x="414" y="191"/>
                  <a:pt x="408" y="201"/>
                  <a:pt x="400" y="209"/>
                </a:cubicBezTo>
                <a:cubicBezTo>
                  <a:pt x="392" y="218"/>
                  <a:pt x="383" y="224"/>
                  <a:pt x="371" y="229"/>
                </a:cubicBezTo>
                <a:cubicBezTo>
                  <a:pt x="360" y="233"/>
                  <a:pt x="348" y="235"/>
                  <a:pt x="335" y="234"/>
                </a:cubicBezTo>
                <a:cubicBezTo>
                  <a:pt x="316" y="233"/>
                  <a:pt x="298" y="225"/>
                  <a:pt x="284" y="211"/>
                </a:cubicBezTo>
                <a:cubicBezTo>
                  <a:pt x="269" y="198"/>
                  <a:pt x="261" y="181"/>
                  <a:pt x="259" y="161"/>
                </a:cubicBezTo>
                <a:cubicBezTo>
                  <a:pt x="258" y="148"/>
                  <a:pt x="259" y="135"/>
                  <a:pt x="264" y="123"/>
                </a:cubicBezTo>
                <a:cubicBezTo>
                  <a:pt x="269" y="110"/>
                  <a:pt x="276" y="100"/>
                  <a:pt x="286" y="91"/>
                </a:cubicBezTo>
                <a:cubicBezTo>
                  <a:pt x="273" y="72"/>
                  <a:pt x="273" y="72"/>
                  <a:pt x="273" y="72"/>
                </a:cubicBezTo>
                <a:cubicBezTo>
                  <a:pt x="261" y="81"/>
                  <a:pt x="252" y="93"/>
                  <a:pt x="245" y="107"/>
                </a:cubicBezTo>
                <a:cubicBezTo>
                  <a:pt x="239" y="121"/>
                  <a:pt x="235" y="136"/>
                  <a:pt x="235" y="152"/>
                </a:cubicBezTo>
                <a:cubicBezTo>
                  <a:pt x="235" y="155"/>
                  <a:pt x="234" y="158"/>
                  <a:pt x="232" y="161"/>
                </a:cubicBezTo>
                <a:cubicBezTo>
                  <a:pt x="230" y="163"/>
                  <a:pt x="227" y="164"/>
                  <a:pt x="223" y="164"/>
                </a:cubicBezTo>
                <a:cubicBezTo>
                  <a:pt x="164" y="164"/>
                  <a:pt x="164" y="164"/>
                  <a:pt x="164" y="164"/>
                </a:cubicBezTo>
                <a:cubicBezTo>
                  <a:pt x="161" y="184"/>
                  <a:pt x="152" y="201"/>
                  <a:pt x="136" y="214"/>
                </a:cubicBezTo>
                <a:cubicBezTo>
                  <a:pt x="121" y="228"/>
                  <a:pt x="103" y="235"/>
                  <a:pt x="83" y="235"/>
                </a:cubicBezTo>
                <a:cubicBezTo>
                  <a:pt x="60" y="235"/>
                  <a:pt x="41" y="227"/>
                  <a:pt x="24" y="210"/>
                </a:cubicBezTo>
                <a:cubicBezTo>
                  <a:pt x="8" y="194"/>
                  <a:pt x="0" y="175"/>
                  <a:pt x="0" y="152"/>
                </a:cubicBezTo>
                <a:cubicBezTo>
                  <a:pt x="0" y="130"/>
                  <a:pt x="8" y="110"/>
                  <a:pt x="24" y="94"/>
                </a:cubicBezTo>
                <a:cubicBezTo>
                  <a:pt x="41" y="78"/>
                  <a:pt x="60" y="70"/>
                  <a:pt x="83" y="70"/>
                </a:cubicBezTo>
                <a:cubicBezTo>
                  <a:pt x="92" y="70"/>
                  <a:pt x="101" y="72"/>
                  <a:pt x="110" y="75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00" y="53"/>
                  <a:pt x="81" y="47"/>
                  <a:pt x="59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4" y="47"/>
                  <a:pt x="41" y="46"/>
                  <a:pt x="39" y="43"/>
                </a:cubicBezTo>
                <a:cubicBezTo>
                  <a:pt x="37" y="41"/>
                  <a:pt x="36" y="38"/>
                  <a:pt x="36" y="35"/>
                </a:cubicBezTo>
                <a:cubicBezTo>
                  <a:pt x="36" y="32"/>
                  <a:pt x="37" y="29"/>
                  <a:pt x="39" y="27"/>
                </a:cubicBezTo>
                <a:cubicBezTo>
                  <a:pt x="41" y="24"/>
                  <a:pt x="44" y="23"/>
                  <a:pt x="47" y="23"/>
                </a:cubicBezTo>
                <a:cubicBezTo>
                  <a:pt x="71" y="23"/>
                  <a:pt x="71" y="23"/>
                  <a:pt x="71" y="23"/>
                </a:cubicBezTo>
                <a:cubicBezTo>
                  <a:pt x="80" y="23"/>
                  <a:pt x="89" y="24"/>
                  <a:pt x="97" y="26"/>
                </a:cubicBezTo>
                <a:cubicBezTo>
                  <a:pt x="106" y="27"/>
                  <a:pt x="113" y="30"/>
                  <a:pt x="119" y="33"/>
                </a:cubicBezTo>
                <a:cubicBezTo>
                  <a:pt x="125" y="36"/>
                  <a:pt x="129" y="38"/>
                  <a:pt x="132" y="40"/>
                </a:cubicBezTo>
                <a:cubicBezTo>
                  <a:pt x="135" y="42"/>
                  <a:pt x="138" y="44"/>
                  <a:pt x="141" y="47"/>
                </a:cubicBezTo>
                <a:cubicBezTo>
                  <a:pt x="256" y="47"/>
                  <a:pt x="256" y="47"/>
                  <a:pt x="256" y="47"/>
                </a:cubicBezTo>
                <a:cubicBezTo>
                  <a:pt x="241" y="23"/>
                  <a:pt x="241" y="23"/>
                  <a:pt x="241" y="23"/>
                </a:cubicBezTo>
                <a:cubicBezTo>
                  <a:pt x="200" y="23"/>
                  <a:pt x="200" y="23"/>
                  <a:pt x="200" y="23"/>
                </a:cubicBezTo>
                <a:cubicBezTo>
                  <a:pt x="196" y="23"/>
                  <a:pt x="193" y="22"/>
                  <a:pt x="191" y="19"/>
                </a:cubicBezTo>
                <a:cubicBezTo>
                  <a:pt x="189" y="16"/>
                  <a:pt x="188" y="13"/>
                  <a:pt x="188" y="9"/>
                </a:cubicBezTo>
                <a:cubicBezTo>
                  <a:pt x="189" y="7"/>
                  <a:pt x="190" y="4"/>
                  <a:pt x="193" y="2"/>
                </a:cubicBezTo>
                <a:cubicBezTo>
                  <a:pt x="195" y="1"/>
                  <a:pt x="198" y="0"/>
                  <a:pt x="201" y="0"/>
                </a:cubicBezTo>
                <a:cubicBezTo>
                  <a:pt x="247" y="0"/>
                  <a:pt x="247" y="0"/>
                  <a:pt x="247" y="0"/>
                </a:cubicBezTo>
                <a:cubicBezTo>
                  <a:pt x="251" y="0"/>
                  <a:pt x="254" y="1"/>
                  <a:pt x="257" y="5"/>
                </a:cubicBezTo>
                <a:cubicBezTo>
                  <a:pt x="270" y="24"/>
                  <a:pt x="270" y="24"/>
                  <a:pt x="270" y="24"/>
                </a:cubicBezTo>
                <a:cubicBezTo>
                  <a:pt x="290" y="3"/>
                  <a:pt x="290" y="3"/>
                  <a:pt x="290" y="3"/>
                </a:cubicBezTo>
                <a:cubicBezTo>
                  <a:pt x="293" y="1"/>
                  <a:pt x="296" y="0"/>
                  <a:pt x="299" y="0"/>
                </a:cubicBezTo>
                <a:cubicBezTo>
                  <a:pt x="317" y="0"/>
                  <a:pt x="317" y="0"/>
                  <a:pt x="317" y="0"/>
                </a:cubicBezTo>
                <a:cubicBezTo>
                  <a:pt x="321" y="0"/>
                  <a:pt x="323" y="1"/>
                  <a:pt x="326" y="3"/>
                </a:cubicBezTo>
                <a:cubicBezTo>
                  <a:pt x="328" y="5"/>
                  <a:pt x="329" y="8"/>
                  <a:pt x="329" y="11"/>
                </a:cubicBezTo>
                <a:cubicBezTo>
                  <a:pt x="329" y="35"/>
                  <a:pt x="329" y="35"/>
                  <a:pt x="329" y="35"/>
                </a:cubicBezTo>
                <a:cubicBezTo>
                  <a:pt x="329" y="38"/>
                  <a:pt x="328" y="41"/>
                  <a:pt x="326" y="43"/>
                </a:cubicBezTo>
                <a:cubicBezTo>
                  <a:pt x="323" y="46"/>
                  <a:pt x="321" y="47"/>
                  <a:pt x="317" y="47"/>
                </a:cubicBezTo>
                <a:cubicBezTo>
                  <a:pt x="285" y="47"/>
                  <a:pt x="285" y="47"/>
                  <a:pt x="285" y="47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22" y="71"/>
                  <a:pt x="339" y="68"/>
                  <a:pt x="356" y="72"/>
                </a:cubicBezTo>
                <a:cubicBezTo>
                  <a:pt x="374" y="75"/>
                  <a:pt x="389" y="83"/>
                  <a:pt x="401" y="96"/>
                </a:cubicBezTo>
                <a:cubicBezTo>
                  <a:pt x="413" y="110"/>
                  <a:pt x="420" y="125"/>
                  <a:pt x="423" y="143"/>
                </a:cubicBezTo>
                <a:close/>
                <a:moveTo>
                  <a:pt x="83" y="211"/>
                </a:moveTo>
                <a:cubicBezTo>
                  <a:pt x="97" y="211"/>
                  <a:pt x="109" y="207"/>
                  <a:pt x="120" y="198"/>
                </a:cubicBezTo>
                <a:cubicBezTo>
                  <a:pt x="131" y="189"/>
                  <a:pt x="137" y="178"/>
                  <a:pt x="140" y="164"/>
                </a:cubicBezTo>
                <a:cubicBezTo>
                  <a:pt x="83" y="164"/>
                  <a:pt x="83" y="164"/>
                  <a:pt x="83" y="164"/>
                </a:cubicBezTo>
                <a:cubicBezTo>
                  <a:pt x="78" y="164"/>
                  <a:pt x="75" y="162"/>
                  <a:pt x="72" y="158"/>
                </a:cubicBezTo>
                <a:cubicBezTo>
                  <a:pt x="70" y="155"/>
                  <a:pt x="70" y="151"/>
                  <a:pt x="72" y="147"/>
                </a:cubicBezTo>
                <a:cubicBezTo>
                  <a:pt x="99" y="96"/>
                  <a:pt x="99" y="96"/>
                  <a:pt x="99" y="96"/>
                </a:cubicBezTo>
                <a:cubicBezTo>
                  <a:pt x="93" y="94"/>
                  <a:pt x="88" y="94"/>
                  <a:pt x="83" y="94"/>
                </a:cubicBezTo>
                <a:cubicBezTo>
                  <a:pt x="66" y="94"/>
                  <a:pt x="53" y="99"/>
                  <a:pt x="41" y="111"/>
                </a:cubicBezTo>
                <a:cubicBezTo>
                  <a:pt x="30" y="122"/>
                  <a:pt x="24" y="136"/>
                  <a:pt x="24" y="152"/>
                </a:cubicBezTo>
                <a:cubicBezTo>
                  <a:pt x="24" y="169"/>
                  <a:pt x="30" y="182"/>
                  <a:pt x="41" y="194"/>
                </a:cubicBezTo>
                <a:cubicBezTo>
                  <a:pt x="53" y="205"/>
                  <a:pt x="66" y="211"/>
                  <a:pt x="83" y="211"/>
                </a:cubicBezTo>
                <a:close/>
                <a:moveTo>
                  <a:pt x="341" y="211"/>
                </a:moveTo>
                <a:cubicBezTo>
                  <a:pt x="357" y="211"/>
                  <a:pt x="371" y="205"/>
                  <a:pt x="382" y="194"/>
                </a:cubicBezTo>
                <a:cubicBezTo>
                  <a:pt x="394" y="182"/>
                  <a:pt x="400" y="169"/>
                  <a:pt x="400" y="152"/>
                </a:cubicBezTo>
                <a:cubicBezTo>
                  <a:pt x="400" y="136"/>
                  <a:pt x="394" y="122"/>
                  <a:pt x="382" y="111"/>
                </a:cubicBezTo>
                <a:cubicBezTo>
                  <a:pt x="371" y="99"/>
                  <a:pt x="357" y="94"/>
                  <a:pt x="341" y="94"/>
                </a:cubicBezTo>
                <a:cubicBezTo>
                  <a:pt x="334" y="94"/>
                  <a:pt x="326" y="95"/>
                  <a:pt x="319" y="98"/>
                </a:cubicBezTo>
                <a:cubicBezTo>
                  <a:pt x="351" y="146"/>
                  <a:pt x="351" y="146"/>
                  <a:pt x="351" y="146"/>
                </a:cubicBezTo>
                <a:cubicBezTo>
                  <a:pt x="352" y="149"/>
                  <a:pt x="353" y="152"/>
                  <a:pt x="352" y="155"/>
                </a:cubicBezTo>
                <a:cubicBezTo>
                  <a:pt x="352" y="158"/>
                  <a:pt x="350" y="160"/>
                  <a:pt x="348" y="162"/>
                </a:cubicBezTo>
                <a:cubicBezTo>
                  <a:pt x="346" y="163"/>
                  <a:pt x="343" y="164"/>
                  <a:pt x="341" y="164"/>
                </a:cubicBezTo>
                <a:cubicBezTo>
                  <a:pt x="337" y="164"/>
                  <a:pt x="333" y="162"/>
                  <a:pt x="331" y="159"/>
                </a:cubicBezTo>
                <a:cubicBezTo>
                  <a:pt x="299" y="111"/>
                  <a:pt x="299" y="111"/>
                  <a:pt x="299" y="111"/>
                </a:cubicBezTo>
                <a:cubicBezTo>
                  <a:pt x="288" y="123"/>
                  <a:pt x="282" y="136"/>
                  <a:pt x="282" y="152"/>
                </a:cubicBezTo>
                <a:cubicBezTo>
                  <a:pt x="282" y="169"/>
                  <a:pt x="288" y="182"/>
                  <a:pt x="299" y="194"/>
                </a:cubicBezTo>
                <a:cubicBezTo>
                  <a:pt x="311" y="205"/>
                  <a:pt x="325" y="211"/>
                  <a:pt x="341" y="2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51"/>
          <p:cNvSpPr>
            <a:spLocks/>
          </p:cNvSpPr>
          <p:nvPr/>
        </p:nvSpPr>
        <p:spPr bwMode="auto">
          <a:xfrm>
            <a:off x="1995013" y="3293966"/>
            <a:ext cx="316305" cy="298349"/>
          </a:xfrm>
          <a:custGeom>
            <a:avLst/>
            <a:gdLst>
              <a:gd name="T0" fmla="*/ 297 w 305"/>
              <a:gd name="T1" fmla="*/ 226 h 288"/>
              <a:gd name="T2" fmla="*/ 260 w 305"/>
              <a:gd name="T3" fmla="*/ 233 h 288"/>
              <a:gd name="T4" fmla="*/ 239 w 305"/>
              <a:gd name="T5" fmla="*/ 219 h 288"/>
              <a:gd name="T6" fmla="*/ 205 w 305"/>
              <a:gd name="T7" fmla="*/ 238 h 288"/>
              <a:gd name="T8" fmla="*/ 211 w 305"/>
              <a:gd name="T9" fmla="*/ 281 h 288"/>
              <a:gd name="T10" fmla="*/ 205 w 305"/>
              <a:gd name="T11" fmla="*/ 282 h 288"/>
              <a:gd name="T12" fmla="*/ 166 w 305"/>
              <a:gd name="T13" fmla="*/ 286 h 288"/>
              <a:gd name="T14" fmla="*/ 129 w 305"/>
              <a:gd name="T15" fmla="*/ 282 h 288"/>
              <a:gd name="T16" fmla="*/ 125 w 305"/>
              <a:gd name="T17" fmla="*/ 254 h 288"/>
              <a:gd name="T18" fmla="*/ 139 w 305"/>
              <a:gd name="T19" fmla="*/ 233 h 288"/>
              <a:gd name="T20" fmla="*/ 132 w 305"/>
              <a:gd name="T21" fmla="*/ 196 h 288"/>
              <a:gd name="T22" fmla="*/ 81 w 305"/>
              <a:gd name="T23" fmla="*/ 196 h 288"/>
              <a:gd name="T24" fmla="*/ 73 w 305"/>
              <a:gd name="T25" fmla="*/ 235 h 288"/>
              <a:gd name="T26" fmla="*/ 85 w 305"/>
              <a:gd name="T27" fmla="*/ 256 h 288"/>
              <a:gd name="T28" fmla="*/ 79 w 305"/>
              <a:gd name="T29" fmla="*/ 282 h 288"/>
              <a:gd name="T30" fmla="*/ 13 w 305"/>
              <a:gd name="T31" fmla="*/ 284 h 288"/>
              <a:gd name="T32" fmla="*/ 3 w 305"/>
              <a:gd name="T33" fmla="*/ 283 h 288"/>
              <a:gd name="T34" fmla="*/ 0 w 305"/>
              <a:gd name="T35" fmla="*/ 282 h 288"/>
              <a:gd name="T36" fmla="*/ 0 w 305"/>
              <a:gd name="T37" fmla="*/ 94 h 288"/>
              <a:gd name="T38" fmla="*/ 9 w 305"/>
              <a:gd name="T39" fmla="*/ 95 h 288"/>
              <a:gd name="T40" fmla="*/ 58 w 305"/>
              <a:gd name="T41" fmla="*/ 100 h 288"/>
              <a:gd name="T42" fmla="*/ 88 w 305"/>
              <a:gd name="T43" fmla="*/ 78 h 288"/>
              <a:gd name="T44" fmla="*/ 79 w 305"/>
              <a:gd name="T45" fmla="*/ 59 h 288"/>
              <a:gd name="T46" fmla="*/ 70 w 305"/>
              <a:gd name="T47" fmla="*/ 32 h 288"/>
              <a:gd name="T48" fmla="*/ 107 w 305"/>
              <a:gd name="T49" fmla="*/ 0 h 288"/>
              <a:gd name="T50" fmla="*/ 142 w 305"/>
              <a:gd name="T51" fmla="*/ 31 h 288"/>
              <a:gd name="T52" fmla="*/ 132 w 305"/>
              <a:gd name="T53" fmla="*/ 56 h 288"/>
              <a:gd name="T54" fmla="*/ 121 w 305"/>
              <a:gd name="T55" fmla="*/ 79 h 288"/>
              <a:gd name="T56" fmla="*/ 148 w 305"/>
              <a:gd name="T57" fmla="*/ 99 h 288"/>
              <a:gd name="T58" fmla="*/ 211 w 305"/>
              <a:gd name="T59" fmla="*/ 93 h 288"/>
              <a:gd name="T60" fmla="*/ 210 w 305"/>
              <a:gd name="T61" fmla="*/ 97 h 288"/>
              <a:gd name="T62" fmla="*/ 209 w 305"/>
              <a:gd name="T63" fmla="*/ 107 h 288"/>
              <a:gd name="T64" fmla="*/ 211 w 305"/>
              <a:gd name="T65" fmla="*/ 174 h 288"/>
              <a:gd name="T66" fmla="*/ 236 w 305"/>
              <a:gd name="T67" fmla="*/ 179 h 288"/>
              <a:gd name="T68" fmla="*/ 258 w 305"/>
              <a:gd name="T69" fmla="*/ 167 h 288"/>
              <a:gd name="T70" fmla="*/ 297 w 305"/>
              <a:gd name="T71" fmla="*/ 175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05" h="288">
                <a:moveTo>
                  <a:pt x="305" y="201"/>
                </a:moveTo>
                <a:cubicBezTo>
                  <a:pt x="305" y="211"/>
                  <a:pt x="302" y="220"/>
                  <a:pt x="297" y="226"/>
                </a:cubicBezTo>
                <a:cubicBezTo>
                  <a:pt x="291" y="233"/>
                  <a:pt x="284" y="236"/>
                  <a:pt x="274" y="236"/>
                </a:cubicBezTo>
                <a:cubicBezTo>
                  <a:pt x="269" y="236"/>
                  <a:pt x="264" y="235"/>
                  <a:pt x="260" y="233"/>
                </a:cubicBezTo>
                <a:cubicBezTo>
                  <a:pt x="255" y="231"/>
                  <a:pt x="252" y="228"/>
                  <a:pt x="249" y="226"/>
                </a:cubicBezTo>
                <a:cubicBezTo>
                  <a:pt x="246" y="223"/>
                  <a:pt x="243" y="221"/>
                  <a:pt x="239" y="219"/>
                </a:cubicBezTo>
                <a:cubicBezTo>
                  <a:pt x="235" y="217"/>
                  <a:pt x="230" y="216"/>
                  <a:pt x="226" y="216"/>
                </a:cubicBezTo>
                <a:cubicBezTo>
                  <a:pt x="212" y="216"/>
                  <a:pt x="205" y="223"/>
                  <a:pt x="205" y="238"/>
                </a:cubicBezTo>
                <a:cubicBezTo>
                  <a:pt x="205" y="243"/>
                  <a:pt x="206" y="250"/>
                  <a:pt x="208" y="260"/>
                </a:cubicBezTo>
                <a:cubicBezTo>
                  <a:pt x="210" y="269"/>
                  <a:pt x="211" y="276"/>
                  <a:pt x="211" y="281"/>
                </a:cubicBezTo>
                <a:cubicBezTo>
                  <a:pt x="211" y="282"/>
                  <a:pt x="211" y="282"/>
                  <a:pt x="211" y="282"/>
                </a:cubicBezTo>
                <a:cubicBezTo>
                  <a:pt x="208" y="282"/>
                  <a:pt x="206" y="282"/>
                  <a:pt x="205" y="282"/>
                </a:cubicBezTo>
                <a:cubicBezTo>
                  <a:pt x="201" y="282"/>
                  <a:pt x="195" y="283"/>
                  <a:pt x="187" y="284"/>
                </a:cubicBezTo>
                <a:cubicBezTo>
                  <a:pt x="179" y="285"/>
                  <a:pt x="172" y="286"/>
                  <a:pt x="166" y="286"/>
                </a:cubicBezTo>
                <a:cubicBezTo>
                  <a:pt x="160" y="287"/>
                  <a:pt x="154" y="287"/>
                  <a:pt x="148" y="287"/>
                </a:cubicBezTo>
                <a:cubicBezTo>
                  <a:pt x="141" y="287"/>
                  <a:pt x="134" y="286"/>
                  <a:pt x="129" y="282"/>
                </a:cubicBezTo>
                <a:cubicBezTo>
                  <a:pt x="124" y="279"/>
                  <a:pt x="121" y="274"/>
                  <a:pt x="121" y="267"/>
                </a:cubicBezTo>
                <a:cubicBezTo>
                  <a:pt x="121" y="263"/>
                  <a:pt x="122" y="258"/>
                  <a:pt x="125" y="254"/>
                </a:cubicBezTo>
                <a:cubicBezTo>
                  <a:pt x="127" y="250"/>
                  <a:pt x="129" y="246"/>
                  <a:pt x="132" y="244"/>
                </a:cubicBezTo>
                <a:cubicBezTo>
                  <a:pt x="134" y="241"/>
                  <a:pt x="136" y="237"/>
                  <a:pt x="139" y="233"/>
                </a:cubicBezTo>
                <a:cubicBezTo>
                  <a:pt x="141" y="228"/>
                  <a:pt x="142" y="224"/>
                  <a:pt x="142" y="219"/>
                </a:cubicBezTo>
                <a:cubicBezTo>
                  <a:pt x="142" y="209"/>
                  <a:pt x="138" y="201"/>
                  <a:pt x="132" y="196"/>
                </a:cubicBezTo>
                <a:cubicBezTo>
                  <a:pt x="125" y="191"/>
                  <a:pt x="117" y="188"/>
                  <a:pt x="107" y="188"/>
                </a:cubicBezTo>
                <a:cubicBezTo>
                  <a:pt x="97" y="188"/>
                  <a:pt x="88" y="191"/>
                  <a:pt x="81" y="196"/>
                </a:cubicBezTo>
                <a:cubicBezTo>
                  <a:pt x="74" y="202"/>
                  <a:pt x="70" y="210"/>
                  <a:pt x="70" y="220"/>
                </a:cubicBezTo>
                <a:cubicBezTo>
                  <a:pt x="70" y="225"/>
                  <a:pt x="71" y="230"/>
                  <a:pt x="73" y="235"/>
                </a:cubicBezTo>
                <a:cubicBezTo>
                  <a:pt x="75" y="240"/>
                  <a:pt x="77" y="244"/>
                  <a:pt x="79" y="247"/>
                </a:cubicBezTo>
                <a:cubicBezTo>
                  <a:pt x="81" y="250"/>
                  <a:pt x="83" y="253"/>
                  <a:pt x="85" y="256"/>
                </a:cubicBezTo>
                <a:cubicBezTo>
                  <a:pt x="87" y="260"/>
                  <a:pt x="88" y="263"/>
                  <a:pt x="88" y="266"/>
                </a:cubicBezTo>
                <a:cubicBezTo>
                  <a:pt x="88" y="271"/>
                  <a:pt x="85" y="277"/>
                  <a:pt x="79" y="282"/>
                </a:cubicBezTo>
                <a:cubicBezTo>
                  <a:pt x="75" y="286"/>
                  <a:pt x="68" y="288"/>
                  <a:pt x="58" y="288"/>
                </a:cubicBezTo>
                <a:cubicBezTo>
                  <a:pt x="46" y="288"/>
                  <a:pt x="31" y="287"/>
                  <a:pt x="13" y="284"/>
                </a:cubicBezTo>
                <a:cubicBezTo>
                  <a:pt x="12" y="284"/>
                  <a:pt x="10" y="283"/>
                  <a:pt x="8" y="283"/>
                </a:cubicBezTo>
                <a:cubicBezTo>
                  <a:pt x="6" y="283"/>
                  <a:pt x="4" y="283"/>
                  <a:pt x="3" y="283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4"/>
                  <a:pt x="1" y="94"/>
                  <a:pt x="3" y="94"/>
                </a:cubicBezTo>
                <a:cubicBezTo>
                  <a:pt x="5" y="95"/>
                  <a:pt x="7" y="95"/>
                  <a:pt x="9" y="95"/>
                </a:cubicBezTo>
                <a:cubicBezTo>
                  <a:pt x="11" y="96"/>
                  <a:pt x="13" y="96"/>
                  <a:pt x="13" y="96"/>
                </a:cubicBezTo>
                <a:cubicBezTo>
                  <a:pt x="31" y="99"/>
                  <a:pt x="46" y="100"/>
                  <a:pt x="58" y="100"/>
                </a:cubicBezTo>
                <a:cubicBezTo>
                  <a:pt x="68" y="100"/>
                  <a:pt x="75" y="98"/>
                  <a:pt x="79" y="94"/>
                </a:cubicBezTo>
                <a:cubicBezTo>
                  <a:pt x="85" y="89"/>
                  <a:pt x="88" y="83"/>
                  <a:pt x="88" y="78"/>
                </a:cubicBezTo>
                <a:cubicBezTo>
                  <a:pt x="88" y="75"/>
                  <a:pt x="87" y="72"/>
                  <a:pt x="85" y="68"/>
                </a:cubicBezTo>
                <a:cubicBezTo>
                  <a:pt x="83" y="65"/>
                  <a:pt x="81" y="62"/>
                  <a:pt x="79" y="59"/>
                </a:cubicBezTo>
                <a:cubicBezTo>
                  <a:pt x="77" y="56"/>
                  <a:pt x="75" y="52"/>
                  <a:pt x="73" y="47"/>
                </a:cubicBezTo>
                <a:cubicBezTo>
                  <a:pt x="71" y="42"/>
                  <a:pt x="70" y="37"/>
                  <a:pt x="70" y="32"/>
                </a:cubicBezTo>
                <a:cubicBezTo>
                  <a:pt x="70" y="22"/>
                  <a:pt x="74" y="14"/>
                  <a:pt x="81" y="8"/>
                </a:cubicBezTo>
                <a:cubicBezTo>
                  <a:pt x="88" y="3"/>
                  <a:pt x="97" y="0"/>
                  <a:pt x="107" y="0"/>
                </a:cubicBezTo>
                <a:cubicBezTo>
                  <a:pt x="117" y="0"/>
                  <a:pt x="125" y="3"/>
                  <a:pt x="132" y="8"/>
                </a:cubicBezTo>
                <a:cubicBezTo>
                  <a:pt x="138" y="14"/>
                  <a:pt x="142" y="21"/>
                  <a:pt x="142" y="31"/>
                </a:cubicBezTo>
                <a:cubicBezTo>
                  <a:pt x="142" y="36"/>
                  <a:pt x="141" y="40"/>
                  <a:pt x="139" y="45"/>
                </a:cubicBezTo>
                <a:cubicBezTo>
                  <a:pt x="136" y="49"/>
                  <a:pt x="134" y="53"/>
                  <a:pt x="132" y="56"/>
                </a:cubicBezTo>
                <a:cubicBezTo>
                  <a:pt x="129" y="59"/>
                  <a:pt x="127" y="62"/>
                  <a:pt x="125" y="66"/>
                </a:cubicBezTo>
                <a:cubicBezTo>
                  <a:pt x="122" y="70"/>
                  <a:pt x="121" y="75"/>
                  <a:pt x="121" y="79"/>
                </a:cubicBezTo>
                <a:cubicBezTo>
                  <a:pt x="121" y="86"/>
                  <a:pt x="124" y="91"/>
                  <a:pt x="129" y="94"/>
                </a:cubicBezTo>
                <a:cubicBezTo>
                  <a:pt x="134" y="98"/>
                  <a:pt x="141" y="99"/>
                  <a:pt x="148" y="99"/>
                </a:cubicBezTo>
                <a:cubicBezTo>
                  <a:pt x="156" y="99"/>
                  <a:pt x="167" y="98"/>
                  <a:pt x="181" y="97"/>
                </a:cubicBezTo>
                <a:cubicBezTo>
                  <a:pt x="195" y="95"/>
                  <a:pt x="205" y="94"/>
                  <a:pt x="211" y="93"/>
                </a:cubicBezTo>
                <a:cubicBezTo>
                  <a:pt x="211" y="94"/>
                  <a:pt x="211" y="94"/>
                  <a:pt x="211" y="94"/>
                </a:cubicBezTo>
                <a:cubicBezTo>
                  <a:pt x="211" y="94"/>
                  <a:pt x="211" y="95"/>
                  <a:pt x="210" y="97"/>
                </a:cubicBezTo>
                <a:cubicBezTo>
                  <a:pt x="210" y="99"/>
                  <a:pt x="210" y="101"/>
                  <a:pt x="209" y="103"/>
                </a:cubicBezTo>
                <a:cubicBezTo>
                  <a:pt x="209" y="106"/>
                  <a:pt x="209" y="107"/>
                  <a:pt x="209" y="107"/>
                </a:cubicBezTo>
                <a:cubicBezTo>
                  <a:pt x="206" y="126"/>
                  <a:pt x="204" y="141"/>
                  <a:pt x="204" y="152"/>
                </a:cubicBezTo>
                <a:cubicBezTo>
                  <a:pt x="204" y="162"/>
                  <a:pt x="206" y="169"/>
                  <a:pt x="211" y="174"/>
                </a:cubicBezTo>
                <a:cubicBezTo>
                  <a:pt x="216" y="179"/>
                  <a:pt x="222" y="182"/>
                  <a:pt x="227" y="182"/>
                </a:cubicBezTo>
                <a:cubicBezTo>
                  <a:pt x="230" y="182"/>
                  <a:pt x="233" y="181"/>
                  <a:pt x="236" y="179"/>
                </a:cubicBezTo>
                <a:cubicBezTo>
                  <a:pt x="240" y="178"/>
                  <a:pt x="243" y="175"/>
                  <a:pt x="246" y="173"/>
                </a:cubicBezTo>
                <a:cubicBezTo>
                  <a:pt x="249" y="171"/>
                  <a:pt x="253" y="169"/>
                  <a:pt x="258" y="167"/>
                </a:cubicBezTo>
                <a:cubicBezTo>
                  <a:pt x="263" y="165"/>
                  <a:pt x="268" y="164"/>
                  <a:pt x="273" y="164"/>
                </a:cubicBezTo>
                <a:cubicBezTo>
                  <a:pt x="283" y="164"/>
                  <a:pt x="291" y="168"/>
                  <a:pt x="297" y="175"/>
                </a:cubicBezTo>
                <a:cubicBezTo>
                  <a:pt x="302" y="182"/>
                  <a:pt x="305" y="191"/>
                  <a:pt x="305" y="20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2477068" y="3273247"/>
            <a:ext cx="218237" cy="341168"/>
          </a:xfrm>
          <a:custGeom>
            <a:avLst/>
            <a:gdLst>
              <a:gd name="T0" fmla="*/ 211 w 211"/>
              <a:gd name="T1" fmla="*/ 105 h 329"/>
              <a:gd name="T2" fmla="*/ 184 w 211"/>
              <a:gd name="T3" fmla="*/ 176 h 329"/>
              <a:gd name="T4" fmla="*/ 117 w 211"/>
              <a:gd name="T5" fmla="*/ 210 h 329"/>
              <a:gd name="T6" fmla="*/ 117 w 211"/>
              <a:gd name="T7" fmla="*/ 323 h 329"/>
              <a:gd name="T8" fmla="*/ 116 w 211"/>
              <a:gd name="T9" fmla="*/ 327 h 329"/>
              <a:gd name="T10" fmla="*/ 112 w 211"/>
              <a:gd name="T11" fmla="*/ 329 h 329"/>
              <a:gd name="T12" fmla="*/ 100 w 211"/>
              <a:gd name="T13" fmla="*/ 329 h 329"/>
              <a:gd name="T14" fmla="*/ 96 w 211"/>
              <a:gd name="T15" fmla="*/ 327 h 329"/>
              <a:gd name="T16" fmla="*/ 94 w 211"/>
              <a:gd name="T17" fmla="*/ 323 h 329"/>
              <a:gd name="T18" fmla="*/ 94 w 211"/>
              <a:gd name="T19" fmla="*/ 210 h 329"/>
              <a:gd name="T20" fmla="*/ 27 w 211"/>
              <a:gd name="T21" fmla="*/ 176 h 329"/>
              <a:gd name="T22" fmla="*/ 0 w 211"/>
              <a:gd name="T23" fmla="*/ 105 h 329"/>
              <a:gd name="T24" fmla="*/ 8 w 211"/>
              <a:gd name="T25" fmla="*/ 64 h 329"/>
              <a:gd name="T26" fmla="*/ 31 w 211"/>
              <a:gd name="T27" fmla="*/ 31 h 329"/>
              <a:gd name="T28" fmla="*/ 65 w 211"/>
              <a:gd name="T29" fmla="*/ 8 h 329"/>
              <a:gd name="T30" fmla="*/ 106 w 211"/>
              <a:gd name="T31" fmla="*/ 0 h 329"/>
              <a:gd name="T32" fmla="*/ 147 w 211"/>
              <a:gd name="T33" fmla="*/ 8 h 329"/>
              <a:gd name="T34" fmla="*/ 181 w 211"/>
              <a:gd name="T35" fmla="*/ 31 h 329"/>
              <a:gd name="T36" fmla="*/ 203 w 211"/>
              <a:gd name="T37" fmla="*/ 64 h 329"/>
              <a:gd name="T38" fmla="*/ 211 w 211"/>
              <a:gd name="T39" fmla="*/ 105 h 329"/>
              <a:gd name="T40" fmla="*/ 106 w 211"/>
              <a:gd name="T41" fmla="*/ 188 h 329"/>
              <a:gd name="T42" fmla="*/ 164 w 211"/>
              <a:gd name="T43" fmla="*/ 164 h 329"/>
              <a:gd name="T44" fmla="*/ 188 w 211"/>
              <a:gd name="T45" fmla="*/ 105 h 329"/>
              <a:gd name="T46" fmla="*/ 164 w 211"/>
              <a:gd name="T47" fmla="*/ 47 h 329"/>
              <a:gd name="T48" fmla="*/ 106 w 211"/>
              <a:gd name="T49" fmla="*/ 23 h 329"/>
              <a:gd name="T50" fmla="*/ 48 w 211"/>
              <a:gd name="T51" fmla="*/ 47 h 329"/>
              <a:gd name="T52" fmla="*/ 24 w 211"/>
              <a:gd name="T53" fmla="*/ 105 h 329"/>
              <a:gd name="T54" fmla="*/ 48 w 211"/>
              <a:gd name="T55" fmla="*/ 164 h 329"/>
              <a:gd name="T56" fmla="*/ 106 w 211"/>
              <a:gd name="T57" fmla="*/ 188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11" h="329">
                <a:moveTo>
                  <a:pt x="211" y="105"/>
                </a:moveTo>
                <a:cubicBezTo>
                  <a:pt x="211" y="132"/>
                  <a:pt x="202" y="156"/>
                  <a:pt x="184" y="176"/>
                </a:cubicBezTo>
                <a:cubicBezTo>
                  <a:pt x="166" y="196"/>
                  <a:pt x="144" y="207"/>
                  <a:pt x="117" y="210"/>
                </a:cubicBezTo>
                <a:cubicBezTo>
                  <a:pt x="117" y="323"/>
                  <a:pt x="117" y="323"/>
                  <a:pt x="117" y="323"/>
                </a:cubicBezTo>
                <a:cubicBezTo>
                  <a:pt x="117" y="324"/>
                  <a:pt x="117" y="326"/>
                  <a:pt x="116" y="327"/>
                </a:cubicBezTo>
                <a:cubicBezTo>
                  <a:pt x="115" y="328"/>
                  <a:pt x="113" y="329"/>
                  <a:pt x="112" y="329"/>
                </a:cubicBezTo>
                <a:cubicBezTo>
                  <a:pt x="100" y="329"/>
                  <a:pt x="100" y="329"/>
                  <a:pt x="100" y="329"/>
                </a:cubicBezTo>
                <a:cubicBezTo>
                  <a:pt x="98" y="329"/>
                  <a:pt x="97" y="328"/>
                  <a:pt x="96" y="327"/>
                </a:cubicBezTo>
                <a:cubicBezTo>
                  <a:pt x="95" y="326"/>
                  <a:pt x="94" y="324"/>
                  <a:pt x="94" y="323"/>
                </a:cubicBezTo>
                <a:cubicBezTo>
                  <a:pt x="94" y="210"/>
                  <a:pt x="94" y="210"/>
                  <a:pt x="94" y="210"/>
                </a:cubicBezTo>
                <a:cubicBezTo>
                  <a:pt x="67" y="207"/>
                  <a:pt x="45" y="196"/>
                  <a:pt x="27" y="176"/>
                </a:cubicBezTo>
                <a:cubicBezTo>
                  <a:pt x="9" y="156"/>
                  <a:pt x="0" y="132"/>
                  <a:pt x="0" y="105"/>
                </a:cubicBezTo>
                <a:cubicBezTo>
                  <a:pt x="0" y="91"/>
                  <a:pt x="3" y="77"/>
                  <a:pt x="8" y="64"/>
                </a:cubicBezTo>
                <a:cubicBezTo>
                  <a:pt x="14" y="51"/>
                  <a:pt x="21" y="40"/>
                  <a:pt x="31" y="31"/>
                </a:cubicBezTo>
                <a:cubicBezTo>
                  <a:pt x="40" y="21"/>
                  <a:pt x="52" y="14"/>
                  <a:pt x="65" y="8"/>
                </a:cubicBezTo>
                <a:cubicBezTo>
                  <a:pt x="78" y="2"/>
                  <a:pt x="91" y="0"/>
                  <a:pt x="106" y="0"/>
                </a:cubicBezTo>
                <a:cubicBezTo>
                  <a:pt x="120" y="0"/>
                  <a:pt x="134" y="2"/>
                  <a:pt x="147" y="8"/>
                </a:cubicBezTo>
                <a:cubicBezTo>
                  <a:pt x="160" y="14"/>
                  <a:pt x="171" y="21"/>
                  <a:pt x="181" y="31"/>
                </a:cubicBezTo>
                <a:cubicBezTo>
                  <a:pt x="190" y="40"/>
                  <a:pt x="198" y="51"/>
                  <a:pt x="203" y="64"/>
                </a:cubicBezTo>
                <a:cubicBezTo>
                  <a:pt x="209" y="77"/>
                  <a:pt x="211" y="91"/>
                  <a:pt x="211" y="105"/>
                </a:cubicBezTo>
                <a:close/>
                <a:moveTo>
                  <a:pt x="106" y="188"/>
                </a:moveTo>
                <a:cubicBezTo>
                  <a:pt x="128" y="188"/>
                  <a:pt x="148" y="180"/>
                  <a:pt x="164" y="164"/>
                </a:cubicBezTo>
                <a:cubicBezTo>
                  <a:pt x="180" y="147"/>
                  <a:pt x="188" y="128"/>
                  <a:pt x="188" y="105"/>
                </a:cubicBezTo>
                <a:cubicBezTo>
                  <a:pt x="188" y="83"/>
                  <a:pt x="180" y="63"/>
                  <a:pt x="164" y="47"/>
                </a:cubicBezTo>
                <a:cubicBezTo>
                  <a:pt x="148" y="31"/>
                  <a:pt x="128" y="23"/>
                  <a:pt x="106" y="23"/>
                </a:cubicBezTo>
                <a:cubicBezTo>
                  <a:pt x="83" y="23"/>
                  <a:pt x="64" y="31"/>
                  <a:pt x="48" y="47"/>
                </a:cubicBezTo>
                <a:cubicBezTo>
                  <a:pt x="32" y="63"/>
                  <a:pt x="24" y="83"/>
                  <a:pt x="24" y="105"/>
                </a:cubicBezTo>
                <a:cubicBezTo>
                  <a:pt x="24" y="128"/>
                  <a:pt x="32" y="147"/>
                  <a:pt x="48" y="164"/>
                </a:cubicBezTo>
                <a:cubicBezTo>
                  <a:pt x="64" y="180"/>
                  <a:pt x="83" y="188"/>
                  <a:pt x="106" y="1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2825141" y="3309159"/>
            <a:ext cx="390892" cy="267961"/>
          </a:xfrm>
          <a:custGeom>
            <a:avLst/>
            <a:gdLst>
              <a:gd name="T0" fmla="*/ 188 w 376"/>
              <a:gd name="T1" fmla="*/ 70 h 258"/>
              <a:gd name="T2" fmla="*/ 118 w 376"/>
              <a:gd name="T3" fmla="*/ 70 h 258"/>
              <a:gd name="T4" fmla="*/ 118 w 376"/>
              <a:gd name="T5" fmla="*/ 141 h 258"/>
              <a:gd name="T6" fmla="*/ 188 w 376"/>
              <a:gd name="T7" fmla="*/ 141 h 258"/>
              <a:gd name="T8" fmla="*/ 188 w 376"/>
              <a:gd name="T9" fmla="*/ 70 h 258"/>
              <a:gd name="T10" fmla="*/ 212 w 376"/>
              <a:gd name="T11" fmla="*/ 188 h 258"/>
              <a:gd name="T12" fmla="*/ 212 w 376"/>
              <a:gd name="T13" fmla="*/ 211 h 258"/>
              <a:gd name="T14" fmla="*/ 94 w 376"/>
              <a:gd name="T15" fmla="*/ 211 h 258"/>
              <a:gd name="T16" fmla="*/ 94 w 376"/>
              <a:gd name="T17" fmla="*/ 188 h 258"/>
              <a:gd name="T18" fmla="*/ 212 w 376"/>
              <a:gd name="T19" fmla="*/ 188 h 258"/>
              <a:gd name="T20" fmla="*/ 212 w 376"/>
              <a:gd name="T21" fmla="*/ 47 h 258"/>
              <a:gd name="T22" fmla="*/ 212 w 376"/>
              <a:gd name="T23" fmla="*/ 164 h 258"/>
              <a:gd name="T24" fmla="*/ 94 w 376"/>
              <a:gd name="T25" fmla="*/ 164 h 258"/>
              <a:gd name="T26" fmla="*/ 94 w 376"/>
              <a:gd name="T27" fmla="*/ 47 h 258"/>
              <a:gd name="T28" fmla="*/ 212 w 376"/>
              <a:gd name="T29" fmla="*/ 47 h 258"/>
              <a:gd name="T30" fmla="*/ 329 w 376"/>
              <a:gd name="T31" fmla="*/ 188 h 258"/>
              <a:gd name="T32" fmla="*/ 329 w 376"/>
              <a:gd name="T33" fmla="*/ 211 h 258"/>
              <a:gd name="T34" fmla="*/ 235 w 376"/>
              <a:gd name="T35" fmla="*/ 211 h 258"/>
              <a:gd name="T36" fmla="*/ 235 w 376"/>
              <a:gd name="T37" fmla="*/ 188 h 258"/>
              <a:gd name="T38" fmla="*/ 329 w 376"/>
              <a:gd name="T39" fmla="*/ 188 h 258"/>
              <a:gd name="T40" fmla="*/ 329 w 376"/>
              <a:gd name="T41" fmla="*/ 141 h 258"/>
              <a:gd name="T42" fmla="*/ 329 w 376"/>
              <a:gd name="T43" fmla="*/ 164 h 258"/>
              <a:gd name="T44" fmla="*/ 235 w 376"/>
              <a:gd name="T45" fmla="*/ 164 h 258"/>
              <a:gd name="T46" fmla="*/ 235 w 376"/>
              <a:gd name="T47" fmla="*/ 141 h 258"/>
              <a:gd name="T48" fmla="*/ 329 w 376"/>
              <a:gd name="T49" fmla="*/ 141 h 258"/>
              <a:gd name="T50" fmla="*/ 329 w 376"/>
              <a:gd name="T51" fmla="*/ 94 h 258"/>
              <a:gd name="T52" fmla="*/ 329 w 376"/>
              <a:gd name="T53" fmla="*/ 117 h 258"/>
              <a:gd name="T54" fmla="*/ 235 w 376"/>
              <a:gd name="T55" fmla="*/ 117 h 258"/>
              <a:gd name="T56" fmla="*/ 235 w 376"/>
              <a:gd name="T57" fmla="*/ 94 h 258"/>
              <a:gd name="T58" fmla="*/ 329 w 376"/>
              <a:gd name="T59" fmla="*/ 94 h 258"/>
              <a:gd name="T60" fmla="*/ 329 w 376"/>
              <a:gd name="T61" fmla="*/ 47 h 258"/>
              <a:gd name="T62" fmla="*/ 329 w 376"/>
              <a:gd name="T63" fmla="*/ 70 h 258"/>
              <a:gd name="T64" fmla="*/ 235 w 376"/>
              <a:gd name="T65" fmla="*/ 70 h 258"/>
              <a:gd name="T66" fmla="*/ 235 w 376"/>
              <a:gd name="T67" fmla="*/ 47 h 258"/>
              <a:gd name="T68" fmla="*/ 329 w 376"/>
              <a:gd name="T69" fmla="*/ 47 h 258"/>
              <a:gd name="T70" fmla="*/ 47 w 376"/>
              <a:gd name="T71" fmla="*/ 223 h 258"/>
              <a:gd name="T72" fmla="*/ 47 w 376"/>
              <a:gd name="T73" fmla="*/ 47 h 258"/>
              <a:gd name="T74" fmla="*/ 24 w 376"/>
              <a:gd name="T75" fmla="*/ 47 h 258"/>
              <a:gd name="T76" fmla="*/ 24 w 376"/>
              <a:gd name="T77" fmla="*/ 223 h 258"/>
              <a:gd name="T78" fmla="*/ 27 w 376"/>
              <a:gd name="T79" fmla="*/ 231 h 258"/>
              <a:gd name="T80" fmla="*/ 36 w 376"/>
              <a:gd name="T81" fmla="*/ 235 h 258"/>
              <a:gd name="T82" fmla="*/ 44 w 376"/>
              <a:gd name="T83" fmla="*/ 231 h 258"/>
              <a:gd name="T84" fmla="*/ 47 w 376"/>
              <a:gd name="T85" fmla="*/ 223 h 258"/>
              <a:gd name="T86" fmla="*/ 353 w 376"/>
              <a:gd name="T87" fmla="*/ 223 h 258"/>
              <a:gd name="T88" fmla="*/ 353 w 376"/>
              <a:gd name="T89" fmla="*/ 23 h 258"/>
              <a:gd name="T90" fmla="*/ 71 w 376"/>
              <a:gd name="T91" fmla="*/ 23 h 258"/>
              <a:gd name="T92" fmla="*/ 71 w 376"/>
              <a:gd name="T93" fmla="*/ 223 h 258"/>
              <a:gd name="T94" fmla="*/ 69 w 376"/>
              <a:gd name="T95" fmla="*/ 235 h 258"/>
              <a:gd name="T96" fmla="*/ 341 w 376"/>
              <a:gd name="T97" fmla="*/ 235 h 258"/>
              <a:gd name="T98" fmla="*/ 349 w 376"/>
              <a:gd name="T99" fmla="*/ 231 h 258"/>
              <a:gd name="T100" fmla="*/ 353 w 376"/>
              <a:gd name="T101" fmla="*/ 223 h 258"/>
              <a:gd name="T102" fmla="*/ 376 w 376"/>
              <a:gd name="T103" fmla="*/ 0 h 258"/>
              <a:gd name="T104" fmla="*/ 376 w 376"/>
              <a:gd name="T105" fmla="*/ 223 h 258"/>
              <a:gd name="T106" fmla="*/ 366 w 376"/>
              <a:gd name="T107" fmla="*/ 248 h 258"/>
              <a:gd name="T108" fmla="*/ 341 w 376"/>
              <a:gd name="T109" fmla="*/ 258 h 258"/>
              <a:gd name="T110" fmla="*/ 36 w 376"/>
              <a:gd name="T111" fmla="*/ 258 h 258"/>
              <a:gd name="T112" fmla="*/ 11 w 376"/>
              <a:gd name="T113" fmla="*/ 248 h 258"/>
              <a:gd name="T114" fmla="*/ 0 w 376"/>
              <a:gd name="T115" fmla="*/ 223 h 258"/>
              <a:gd name="T116" fmla="*/ 0 w 376"/>
              <a:gd name="T117" fmla="*/ 23 h 258"/>
              <a:gd name="T118" fmla="*/ 47 w 376"/>
              <a:gd name="T119" fmla="*/ 23 h 258"/>
              <a:gd name="T120" fmla="*/ 47 w 376"/>
              <a:gd name="T121" fmla="*/ 0 h 258"/>
              <a:gd name="T122" fmla="*/ 376 w 376"/>
              <a:gd name="T123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76" h="258">
                <a:moveTo>
                  <a:pt x="188" y="70"/>
                </a:moveTo>
                <a:cubicBezTo>
                  <a:pt x="118" y="70"/>
                  <a:pt x="118" y="70"/>
                  <a:pt x="118" y="70"/>
                </a:cubicBezTo>
                <a:cubicBezTo>
                  <a:pt x="118" y="141"/>
                  <a:pt x="118" y="141"/>
                  <a:pt x="118" y="141"/>
                </a:cubicBezTo>
                <a:cubicBezTo>
                  <a:pt x="188" y="141"/>
                  <a:pt x="188" y="141"/>
                  <a:pt x="188" y="141"/>
                </a:cubicBezTo>
                <a:lnTo>
                  <a:pt x="188" y="70"/>
                </a:lnTo>
                <a:close/>
                <a:moveTo>
                  <a:pt x="212" y="188"/>
                </a:moveTo>
                <a:cubicBezTo>
                  <a:pt x="212" y="211"/>
                  <a:pt x="212" y="211"/>
                  <a:pt x="212" y="211"/>
                </a:cubicBezTo>
                <a:cubicBezTo>
                  <a:pt x="94" y="211"/>
                  <a:pt x="94" y="211"/>
                  <a:pt x="94" y="211"/>
                </a:cubicBezTo>
                <a:cubicBezTo>
                  <a:pt x="94" y="188"/>
                  <a:pt x="94" y="188"/>
                  <a:pt x="94" y="188"/>
                </a:cubicBezTo>
                <a:lnTo>
                  <a:pt x="212" y="188"/>
                </a:lnTo>
                <a:close/>
                <a:moveTo>
                  <a:pt x="212" y="47"/>
                </a:moveTo>
                <a:cubicBezTo>
                  <a:pt x="212" y="164"/>
                  <a:pt x="212" y="164"/>
                  <a:pt x="212" y="164"/>
                </a:cubicBezTo>
                <a:cubicBezTo>
                  <a:pt x="94" y="164"/>
                  <a:pt x="94" y="164"/>
                  <a:pt x="94" y="164"/>
                </a:cubicBezTo>
                <a:cubicBezTo>
                  <a:pt x="94" y="47"/>
                  <a:pt x="94" y="47"/>
                  <a:pt x="94" y="47"/>
                </a:cubicBezTo>
                <a:lnTo>
                  <a:pt x="212" y="47"/>
                </a:lnTo>
                <a:close/>
                <a:moveTo>
                  <a:pt x="329" y="188"/>
                </a:moveTo>
                <a:cubicBezTo>
                  <a:pt x="329" y="211"/>
                  <a:pt x="329" y="211"/>
                  <a:pt x="329" y="211"/>
                </a:cubicBezTo>
                <a:cubicBezTo>
                  <a:pt x="235" y="211"/>
                  <a:pt x="235" y="211"/>
                  <a:pt x="235" y="211"/>
                </a:cubicBezTo>
                <a:cubicBezTo>
                  <a:pt x="235" y="188"/>
                  <a:pt x="235" y="188"/>
                  <a:pt x="235" y="188"/>
                </a:cubicBezTo>
                <a:lnTo>
                  <a:pt x="329" y="188"/>
                </a:lnTo>
                <a:close/>
                <a:moveTo>
                  <a:pt x="329" y="141"/>
                </a:moveTo>
                <a:cubicBezTo>
                  <a:pt x="329" y="164"/>
                  <a:pt x="329" y="164"/>
                  <a:pt x="329" y="164"/>
                </a:cubicBezTo>
                <a:cubicBezTo>
                  <a:pt x="235" y="164"/>
                  <a:pt x="235" y="164"/>
                  <a:pt x="235" y="164"/>
                </a:cubicBezTo>
                <a:cubicBezTo>
                  <a:pt x="235" y="141"/>
                  <a:pt x="235" y="141"/>
                  <a:pt x="235" y="141"/>
                </a:cubicBezTo>
                <a:lnTo>
                  <a:pt x="329" y="141"/>
                </a:lnTo>
                <a:close/>
                <a:moveTo>
                  <a:pt x="329" y="94"/>
                </a:moveTo>
                <a:cubicBezTo>
                  <a:pt x="329" y="117"/>
                  <a:pt x="329" y="117"/>
                  <a:pt x="329" y="117"/>
                </a:cubicBezTo>
                <a:cubicBezTo>
                  <a:pt x="235" y="117"/>
                  <a:pt x="235" y="117"/>
                  <a:pt x="235" y="117"/>
                </a:cubicBezTo>
                <a:cubicBezTo>
                  <a:pt x="235" y="94"/>
                  <a:pt x="235" y="94"/>
                  <a:pt x="235" y="94"/>
                </a:cubicBezTo>
                <a:lnTo>
                  <a:pt x="329" y="94"/>
                </a:lnTo>
                <a:close/>
                <a:moveTo>
                  <a:pt x="329" y="47"/>
                </a:moveTo>
                <a:cubicBezTo>
                  <a:pt x="329" y="70"/>
                  <a:pt x="329" y="70"/>
                  <a:pt x="329" y="70"/>
                </a:cubicBezTo>
                <a:cubicBezTo>
                  <a:pt x="235" y="70"/>
                  <a:pt x="235" y="70"/>
                  <a:pt x="235" y="70"/>
                </a:cubicBezTo>
                <a:cubicBezTo>
                  <a:pt x="235" y="47"/>
                  <a:pt x="235" y="47"/>
                  <a:pt x="235" y="47"/>
                </a:cubicBezTo>
                <a:lnTo>
                  <a:pt x="329" y="47"/>
                </a:lnTo>
                <a:close/>
                <a:moveTo>
                  <a:pt x="47" y="223"/>
                </a:moveTo>
                <a:cubicBezTo>
                  <a:pt x="47" y="47"/>
                  <a:pt x="47" y="47"/>
                  <a:pt x="47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4" y="223"/>
                  <a:pt x="24" y="223"/>
                  <a:pt x="24" y="223"/>
                </a:cubicBezTo>
                <a:cubicBezTo>
                  <a:pt x="24" y="226"/>
                  <a:pt x="25" y="229"/>
                  <a:pt x="27" y="231"/>
                </a:cubicBezTo>
                <a:cubicBezTo>
                  <a:pt x="30" y="234"/>
                  <a:pt x="32" y="235"/>
                  <a:pt x="36" y="235"/>
                </a:cubicBezTo>
                <a:cubicBezTo>
                  <a:pt x="39" y="235"/>
                  <a:pt x="41" y="234"/>
                  <a:pt x="44" y="231"/>
                </a:cubicBezTo>
                <a:cubicBezTo>
                  <a:pt x="46" y="229"/>
                  <a:pt x="47" y="226"/>
                  <a:pt x="47" y="223"/>
                </a:cubicBezTo>
                <a:close/>
                <a:moveTo>
                  <a:pt x="353" y="223"/>
                </a:moveTo>
                <a:cubicBezTo>
                  <a:pt x="353" y="23"/>
                  <a:pt x="353" y="23"/>
                  <a:pt x="353" y="23"/>
                </a:cubicBezTo>
                <a:cubicBezTo>
                  <a:pt x="71" y="23"/>
                  <a:pt x="71" y="23"/>
                  <a:pt x="71" y="23"/>
                </a:cubicBezTo>
                <a:cubicBezTo>
                  <a:pt x="71" y="223"/>
                  <a:pt x="71" y="223"/>
                  <a:pt x="71" y="223"/>
                </a:cubicBezTo>
                <a:cubicBezTo>
                  <a:pt x="71" y="227"/>
                  <a:pt x="70" y="231"/>
                  <a:pt x="69" y="235"/>
                </a:cubicBezTo>
                <a:cubicBezTo>
                  <a:pt x="341" y="235"/>
                  <a:pt x="341" y="235"/>
                  <a:pt x="341" y="235"/>
                </a:cubicBezTo>
                <a:cubicBezTo>
                  <a:pt x="344" y="235"/>
                  <a:pt x="347" y="234"/>
                  <a:pt x="349" y="231"/>
                </a:cubicBezTo>
                <a:cubicBezTo>
                  <a:pt x="352" y="229"/>
                  <a:pt x="353" y="226"/>
                  <a:pt x="353" y="223"/>
                </a:cubicBezTo>
                <a:close/>
                <a:moveTo>
                  <a:pt x="376" y="0"/>
                </a:moveTo>
                <a:cubicBezTo>
                  <a:pt x="376" y="223"/>
                  <a:pt x="376" y="223"/>
                  <a:pt x="376" y="223"/>
                </a:cubicBezTo>
                <a:cubicBezTo>
                  <a:pt x="376" y="233"/>
                  <a:pt x="373" y="241"/>
                  <a:pt x="366" y="248"/>
                </a:cubicBezTo>
                <a:cubicBezTo>
                  <a:pt x="359" y="255"/>
                  <a:pt x="351" y="258"/>
                  <a:pt x="341" y="258"/>
                </a:cubicBezTo>
                <a:cubicBezTo>
                  <a:pt x="36" y="258"/>
                  <a:pt x="36" y="258"/>
                  <a:pt x="36" y="258"/>
                </a:cubicBezTo>
                <a:cubicBezTo>
                  <a:pt x="26" y="258"/>
                  <a:pt x="17" y="255"/>
                  <a:pt x="11" y="248"/>
                </a:cubicBezTo>
                <a:cubicBezTo>
                  <a:pt x="4" y="241"/>
                  <a:pt x="0" y="233"/>
                  <a:pt x="0" y="223"/>
                </a:cubicBezTo>
                <a:cubicBezTo>
                  <a:pt x="0" y="23"/>
                  <a:pt x="0" y="23"/>
                  <a:pt x="0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0"/>
                  <a:pt x="47" y="0"/>
                  <a:pt x="47" y="0"/>
                </a:cubicBezTo>
                <a:lnTo>
                  <a:pt x="376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3283714" y="3284297"/>
            <a:ext cx="341168" cy="317686"/>
          </a:xfrm>
          <a:custGeom>
            <a:avLst/>
            <a:gdLst>
              <a:gd name="T0" fmla="*/ 200 w 329"/>
              <a:gd name="T1" fmla="*/ 0 h 306"/>
              <a:gd name="T2" fmla="*/ 200 w 329"/>
              <a:gd name="T3" fmla="*/ 282 h 306"/>
              <a:gd name="T4" fmla="*/ 150 w 329"/>
              <a:gd name="T5" fmla="*/ 306 h 306"/>
              <a:gd name="T6" fmla="*/ 74 w 329"/>
              <a:gd name="T7" fmla="*/ 287 h 306"/>
              <a:gd name="T8" fmla="*/ 20 w 329"/>
              <a:gd name="T9" fmla="*/ 249 h 306"/>
              <a:gd name="T10" fmla="*/ 0 w 329"/>
              <a:gd name="T11" fmla="*/ 199 h 306"/>
              <a:gd name="T12" fmla="*/ 19 w 329"/>
              <a:gd name="T13" fmla="*/ 150 h 306"/>
              <a:gd name="T14" fmla="*/ 69 w 329"/>
              <a:gd name="T15" fmla="*/ 113 h 306"/>
              <a:gd name="T16" fmla="*/ 141 w 329"/>
              <a:gd name="T17" fmla="*/ 93 h 306"/>
              <a:gd name="T18" fmla="*/ 141 w 329"/>
              <a:gd name="T19" fmla="*/ 125 h 306"/>
              <a:gd name="T20" fmla="*/ 76 w 329"/>
              <a:gd name="T21" fmla="*/ 152 h 306"/>
              <a:gd name="T22" fmla="*/ 50 w 329"/>
              <a:gd name="T23" fmla="*/ 199 h 306"/>
              <a:gd name="T24" fmla="*/ 78 w 329"/>
              <a:gd name="T25" fmla="*/ 248 h 306"/>
              <a:gd name="T26" fmla="*/ 150 w 329"/>
              <a:gd name="T27" fmla="*/ 274 h 306"/>
              <a:gd name="T28" fmla="*/ 150 w 329"/>
              <a:gd name="T29" fmla="*/ 25 h 306"/>
              <a:gd name="T30" fmla="*/ 200 w 329"/>
              <a:gd name="T31" fmla="*/ 0 h 306"/>
              <a:gd name="T32" fmla="*/ 322 w 329"/>
              <a:gd name="T33" fmla="*/ 107 h 306"/>
              <a:gd name="T34" fmla="*/ 329 w 329"/>
              <a:gd name="T35" fmla="*/ 179 h 306"/>
              <a:gd name="T36" fmla="*/ 233 w 329"/>
              <a:gd name="T37" fmla="*/ 158 h 306"/>
              <a:gd name="T38" fmla="*/ 260 w 329"/>
              <a:gd name="T39" fmla="*/ 143 h 306"/>
              <a:gd name="T40" fmla="*/ 208 w 329"/>
              <a:gd name="T41" fmla="*/ 125 h 306"/>
              <a:gd name="T42" fmla="*/ 208 w 329"/>
              <a:gd name="T43" fmla="*/ 93 h 306"/>
              <a:gd name="T44" fmla="*/ 297 w 329"/>
              <a:gd name="T45" fmla="*/ 122 h 306"/>
              <a:gd name="T46" fmla="*/ 322 w 329"/>
              <a:gd name="T47" fmla="*/ 107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29" h="306">
                <a:moveTo>
                  <a:pt x="200" y="0"/>
                </a:moveTo>
                <a:cubicBezTo>
                  <a:pt x="200" y="282"/>
                  <a:pt x="200" y="282"/>
                  <a:pt x="200" y="282"/>
                </a:cubicBezTo>
                <a:cubicBezTo>
                  <a:pt x="150" y="306"/>
                  <a:pt x="150" y="306"/>
                  <a:pt x="150" y="306"/>
                </a:cubicBezTo>
                <a:cubicBezTo>
                  <a:pt x="122" y="303"/>
                  <a:pt x="96" y="297"/>
                  <a:pt x="74" y="287"/>
                </a:cubicBezTo>
                <a:cubicBezTo>
                  <a:pt x="51" y="277"/>
                  <a:pt x="33" y="264"/>
                  <a:pt x="20" y="249"/>
                </a:cubicBezTo>
                <a:cubicBezTo>
                  <a:pt x="7" y="233"/>
                  <a:pt x="0" y="217"/>
                  <a:pt x="0" y="199"/>
                </a:cubicBezTo>
                <a:cubicBezTo>
                  <a:pt x="0" y="182"/>
                  <a:pt x="6" y="166"/>
                  <a:pt x="19" y="150"/>
                </a:cubicBezTo>
                <a:cubicBezTo>
                  <a:pt x="31" y="135"/>
                  <a:pt x="48" y="123"/>
                  <a:pt x="69" y="113"/>
                </a:cubicBezTo>
                <a:cubicBezTo>
                  <a:pt x="91" y="103"/>
                  <a:pt x="115" y="96"/>
                  <a:pt x="141" y="93"/>
                </a:cubicBezTo>
                <a:cubicBezTo>
                  <a:pt x="141" y="125"/>
                  <a:pt x="141" y="125"/>
                  <a:pt x="141" y="125"/>
                </a:cubicBezTo>
                <a:cubicBezTo>
                  <a:pt x="115" y="129"/>
                  <a:pt x="93" y="138"/>
                  <a:pt x="76" y="152"/>
                </a:cubicBezTo>
                <a:cubicBezTo>
                  <a:pt x="59" y="166"/>
                  <a:pt x="50" y="181"/>
                  <a:pt x="50" y="199"/>
                </a:cubicBezTo>
                <a:cubicBezTo>
                  <a:pt x="50" y="217"/>
                  <a:pt x="59" y="234"/>
                  <a:pt x="78" y="248"/>
                </a:cubicBezTo>
                <a:cubicBezTo>
                  <a:pt x="97" y="262"/>
                  <a:pt x="121" y="271"/>
                  <a:pt x="150" y="274"/>
                </a:cubicBezTo>
                <a:cubicBezTo>
                  <a:pt x="150" y="25"/>
                  <a:pt x="150" y="25"/>
                  <a:pt x="150" y="25"/>
                </a:cubicBezTo>
                <a:lnTo>
                  <a:pt x="200" y="0"/>
                </a:lnTo>
                <a:close/>
                <a:moveTo>
                  <a:pt x="322" y="107"/>
                </a:moveTo>
                <a:cubicBezTo>
                  <a:pt x="329" y="179"/>
                  <a:pt x="329" y="179"/>
                  <a:pt x="329" y="179"/>
                </a:cubicBezTo>
                <a:cubicBezTo>
                  <a:pt x="233" y="158"/>
                  <a:pt x="233" y="158"/>
                  <a:pt x="233" y="158"/>
                </a:cubicBezTo>
                <a:cubicBezTo>
                  <a:pt x="260" y="143"/>
                  <a:pt x="260" y="143"/>
                  <a:pt x="260" y="143"/>
                </a:cubicBezTo>
                <a:cubicBezTo>
                  <a:pt x="245" y="134"/>
                  <a:pt x="228" y="128"/>
                  <a:pt x="208" y="125"/>
                </a:cubicBezTo>
                <a:cubicBezTo>
                  <a:pt x="208" y="93"/>
                  <a:pt x="208" y="93"/>
                  <a:pt x="208" y="93"/>
                </a:cubicBezTo>
                <a:cubicBezTo>
                  <a:pt x="242" y="97"/>
                  <a:pt x="272" y="107"/>
                  <a:pt x="297" y="122"/>
                </a:cubicBezTo>
                <a:lnTo>
                  <a:pt x="322" y="10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55"/>
          <p:cNvSpPr>
            <a:spLocks noEditPoints="1"/>
          </p:cNvSpPr>
          <p:nvPr/>
        </p:nvSpPr>
        <p:spPr bwMode="auto">
          <a:xfrm>
            <a:off x="3716043" y="3309159"/>
            <a:ext cx="341168" cy="267961"/>
          </a:xfrm>
          <a:custGeom>
            <a:avLst/>
            <a:gdLst>
              <a:gd name="T0" fmla="*/ 71 w 329"/>
              <a:gd name="T1" fmla="*/ 182 h 258"/>
              <a:gd name="T2" fmla="*/ 65 w 329"/>
              <a:gd name="T3" fmla="*/ 188 h 258"/>
              <a:gd name="T4" fmla="*/ 8 w 329"/>
              <a:gd name="T5" fmla="*/ 133 h 258"/>
              <a:gd name="T6" fmla="*/ 8 w 329"/>
              <a:gd name="T7" fmla="*/ 125 h 258"/>
              <a:gd name="T8" fmla="*/ 65 w 329"/>
              <a:gd name="T9" fmla="*/ 70 h 258"/>
              <a:gd name="T10" fmla="*/ 71 w 329"/>
              <a:gd name="T11" fmla="*/ 76 h 258"/>
              <a:gd name="T12" fmla="*/ 329 w 329"/>
              <a:gd name="T13" fmla="*/ 252 h 258"/>
              <a:gd name="T14" fmla="*/ 323 w 329"/>
              <a:gd name="T15" fmla="*/ 258 h 258"/>
              <a:gd name="T16" fmla="*/ 2 w 329"/>
              <a:gd name="T17" fmla="*/ 257 h 258"/>
              <a:gd name="T18" fmla="*/ 0 w 329"/>
              <a:gd name="T19" fmla="*/ 217 h 258"/>
              <a:gd name="T20" fmla="*/ 6 w 329"/>
              <a:gd name="T21" fmla="*/ 211 h 258"/>
              <a:gd name="T22" fmla="*/ 327 w 329"/>
              <a:gd name="T23" fmla="*/ 213 h 258"/>
              <a:gd name="T24" fmla="*/ 329 w 329"/>
              <a:gd name="T25" fmla="*/ 147 h 258"/>
              <a:gd name="T26" fmla="*/ 327 w 329"/>
              <a:gd name="T27" fmla="*/ 186 h 258"/>
              <a:gd name="T28" fmla="*/ 123 w 329"/>
              <a:gd name="T29" fmla="*/ 188 h 258"/>
              <a:gd name="T30" fmla="*/ 118 w 329"/>
              <a:gd name="T31" fmla="*/ 182 h 258"/>
              <a:gd name="T32" fmla="*/ 119 w 329"/>
              <a:gd name="T33" fmla="*/ 143 h 258"/>
              <a:gd name="T34" fmla="*/ 323 w 329"/>
              <a:gd name="T35" fmla="*/ 141 h 258"/>
              <a:gd name="T36" fmla="*/ 329 w 329"/>
              <a:gd name="T37" fmla="*/ 147 h 258"/>
              <a:gd name="T38" fmla="*/ 329 w 329"/>
              <a:gd name="T39" fmla="*/ 112 h 258"/>
              <a:gd name="T40" fmla="*/ 323 w 329"/>
              <a:gd name="T41" fmla="*/ 117 h 258"/>
              <a:gd name="T42" fmla="*/ 119 w 329"/>
              <a:gd name="T43" fmla="*/ 116 h 258"/>
              <a:gd name="T44" fmla="*/ 118 w 329"/>
              <a:gd name="T45" fmla="*/ 76 h 258"/>
              <a:gd name="T46" fmla="*/ 123 w 329"/>
              <a:gd name="T47" fmla="*/ 70 h 258"/>
              <a:gd name="T48" fmla="*/ 327 w 329"/>
              <a:gd name="T49" fmla="*/ 72 h 258"/>
              <a:gd name="T50" fmla="*/ 329 w 329"/>
              <a:gd name="T51" fmla="*/ 6 h 258"/>
              <a:gd name="T52" fmla="*/ 327 w 329"/>
              <a:gd name="T53" fmla="*/ 45 h 258"/>
              <a:gd name="T54" fmla="*/ 6 w 329"/>
              <a:gd name="T55" fmla="*/ 47 h 258"/>
              <a:gd name="T56" fmla="*/ 0 w 329"/>
              <a:gd name="T57" fmla="*/ 41 h 258"/>
              <a:gd name="T58" fmla="*/ 2 w 329"/>
              <a:gd name="T59" fmla="*/ 2 h 258"/>
              <a:gd name="T60" fmla="*/ 323 w 329"/>
              <a:gd name="T61" fmla="*/ 0 h 258"/>
              <a:gd name="T62" fmla="*/ 329 w 329"/>
              <a:gd name="T63" fmla="*/ 6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29" h="258">
                <a:moveTo>
                  <a:pt x="71" y="76"/>
                </a:moveTo>
                <a:cubicBezTo>
                  <a:pt x="71" y="182"/>
                  <a:pt x="71" y="182"/>
                  <a:pt x="71" y="182"/>
                </a:cubicBezTo>
                <a:cubicBezTo>
                  <a:pt x="71" y="184"/>
                  <a:pt x="70" y="185"/>
                  <a:pt x="69" y="186"/>
                </a:cubicBezTo>
                <a:cubicBezTo>
                  <a:pt x="68" y="187"/>
                  <a:pt x="66" y="188"/>
                  <a:pt x="65" y="188"/>
                </a:cubicBezTo>
                <a:cubicBezTo>
                  <a:pt x="63" y="188"/>
                  <a:pt x="62" y="187"/>
                  <a:pt x="61" y="186"/>
                </a:cubicBezTo>
                <a:cubicBezTo>
                  <a:pt x="8" y="133"/>
                  <a:pt x="8" y="133"/>
                  <a:pt x="8" y="133"/>
                </a:cubicBezTo>
                <a:cubicBezTo>
                  <a:pt x="7" y="132"/>
                  <a:pt x="6" y="131"/>
                  <a:pt x="6" y="129"/>
                </a:cubicBezTo>
                <a:cubicBezTo>
                  <a:pt x="6" y="127"/>
                  <a:pt x="7" y="126"/>
                  <a:pt x="8" y="125"/>
                </a:cubicBezTo>
                <a:cubicBezTo>
                  <a:pt x="61" y="72"/>
                  <a:pt x="61" y="72"/>
                  <a:pt x="61" y="72"/>
                </a:cubicBezTo>
                <a:cubicBezTo>
                  <a:pt x="62" y="71"/>
                  <a:pt x="63" y="70"/>
                  <a:pt x="65" y="70"/>
                </a:cubicBezTo>
                <a:cubicBezTo>
                  <a:pt x="66" y="70"/>
                  <a:pt x="68" y="71"/>
                  <a:pt x="69" y="72"/>
                </a:cubicBezTo>
                <a:cubicBezTo>
                  <a:pt x="70" y="73"/>
                  <a:pt x="71" y="75"/>
                  <a:pt x="71" y="76"/>
                </a:cubicBezTo>
                <a:close/>
                <a:moveTo>
                  <a:pt x="329" y="217"/>
                </a:moveTo>
                <a:cubicBezTo>
                  <a:pt x="329" y="252"/>
                  <a:pt x="329" y="252"/>
                  <a:pt x="329" y="252"/>
                </a:cubicBezTo>
                <a:cubicBezTo>
                  <a:pt x="329" y="254"/>
                  <a:pt x="328" y="255"/>
                  <a:pt x="327" y="257"/>
                </a:cubicBezTo>
                <a:cubicBezTo>
                  <a:pt x="326" y="258"/>
                  <a:pt x="325" y="258"/>
                  <a:pt x="323" y="258"/>
                </a:cubicBezTo>
                <a:cubicBezTo>
                  <a:pt x="6" y="258"/>
                  <a:pt x="6" y="258"/>
                  <a:pt x="6" y="258"/>
                </a:cubicBezTo>
                <a:cubicBezTo>
                  <a:pt x="4" y="258"/>
                  <a:pt x="3" y="258"/>
                  <a:pt x="2" y="257"/>
                </a:cubicBezTo>
                <a:cubicBezTo>
                  <a:pt x="1" y="255"/>
                  <a:pt x="0" y="254"/>
                  <a:pt x="0" y="252"/>
                </a:cubicBezTo>
                <a:cubicBezTo>
                  <a:pt x="0" y="217"/>
                  <a:pt x="0" y="217"/>
                  <a:pt x="0" y="217"/>
                </a:cubicBezTo>
                <a:cubicBezTo>
                  <a:pt x="0" y="216"/>
                  <a:pt x="1" y="214"/>
                  <a:pt x="2" y="213"/>
                </a:cubicBezTo>
                <a:cubicBezTo>
                  <a:pt x="3" y="212"/>
                  <a:pt x="4" y="211"/>
                  <a:pt x="6" y="211"/>
                </a:cubicBezTo>
                <a:cubicBezTo>
                  <a:pt x="323" y="211"/>
                  <a:pt x="323" y="211"/>
                  <a:pt x="323" y="211"/>
                </a:cubicBezTo>
                <a:cubicBezTo>
                  <a:pt x="325" y="211"/>
                  <a:pt x="326" y="212"/>
                  <a:pt x="327" y="213"/>
                </a:cubicBezTo>
                <a:cubicBezTo>
                  <a:pt x="328" y="214"/>
                  <a:pt x="329" y="216"/>
                  <a:pt x="329" y="217"/>
                </a:cubicBezTo>
                <a:close/>
                <a:moveTo>
                  <a:pt x="329" y="147"/>
                </a:moveTo>
                <a:cubicBezTo>
                  <a:pt x="329" y="182"/>
                  <a:pt x="329" y="182"/>
                  <a:pt x="329" y="182"/>
                </a:cubicBezTo>
                <a:cubicBezTo>
                  <a:pt x="329" y="184"/>
                  <a:pt x="328" y="185"/>
                  <a:pt x="327" y="186"/>
                </a:cubicBezTo>
                <a:cubicBezTo>
                  <a:pt x="326" y="187"/>
                  <a:pt x="325" y="188"/>
                  <a:pt x="323" y="188"/>
                </a:cubicBezTo>
                <a:cubicBezTo>
                  <a:pt x="123" y="188"/>
                  <a:pt x="123" y="188"/>
                  <a:pt x="123" y="188"/>
                </a:cubicBezTo>
                <a:cubicBezTo>
                  <a:pt x="122" y="188"/>
                  <a:pt x="121" y="187"/>
                  <a:pt x="119" y="186"/>
                </a:cubicBezTo>
                <a:cubicBezTo>
                  <a:pt x="118" y="185"/>
                  <a:pt x="118" y="184"/>
                  <a:pt x="118" y="182"/>
                </a:cubicBezTo>
                <a:cubicBezTo>
                  <a:pt x="118" y="147"/>
                  <a:pt x="118" y="147"/>
                  <a:pt x="118" y="147"/>
                </a:cubicBezTo>
                <a:cubicBezTo>
                  <a:pt x="118" y="145"/>
                  <a:pt x="118" y="144"/>
                  <a:pt x="119" y="143"/>
                </a:cubicBezTo>
                <a:cubicBezTo>
                  <a:pt x="121" y="141"/>
                  <a:pt x="122" y="141"/>
                  <a:pt x="123" y="141"/>
                </a:cubicBezTo>
                <a:cubicBezTo>
                  <a:pt x="323" y="141"/>
                  <a:pt x="323" y="141"/>
                  <a:pt x="323" y="141"/>
                </a:cubicBezTo>
                <a:cubicBezTo>
                  <a:pt x="325" y="141"/>
                  <a:pt x="326" y="141"/>
                  <a:pt x="327" y="143"/>
                </a:cubicBezTo>
                <a:cubicBezTo>
                  <a:pt x="328" y="144"/>
                  <a:pt x="329" y="145"/>
                  <a:pt x="329" y="147"/>
                </a:cubicBezTo>
                <a:close/>
                <a:moveTo>
                  <a:pt x="329" y="76"/>
                </a:moveTo>
                <a:cubicBezTo>
                  <a:pt x="329" y="112"/>
                  <a:pt x="329" y="112"/>
                  <a:pt x="329" y="112"/>
                </a:cubicBezTo>
                <a:cubicBezTo>
                  <a:pt x="329" y="113"/>
                  <a:pt x="328" y="114"/>
                  <a:pt x="327" y="116"/>
                </a:cubicBezTo>
                <a:cubicBezTo>
                  <a:pt x="326" y="117"/>
                  <a:pt x="325" y="117"/>
                  <a:pt x="323" y="117"/>
                </a:cubicBezTo>
                <a:cubicBezTo>
                  <a:pt x="123" y="117"/>
                  <a:pt x="123" y="117"/>
                  <a:pt x="123" y="117"/>
                </a:cubicBezTo>
                <a:cubicBezTo>
                  <a:pt x="122" y="117"/>
                  <a:pt x="121" y="117"/>
                  <a:pt x="119" y="116"/>
                </a:cubicBezTo>
                <a:cubicBezTo>
                  <a:pt x="118" y="114"/>
                  <a:pt x="118" y="113"/>
                  <a:pt x="118" y="112"/>
                </a:cubicBezTo>
                <a:cubicBezTo>
                  <a:pt x="118" y="76"/>
                  <a:pt x="118" y="76"/>
                  <a:pt x="118" y="76"/>
                </a:cubicBezTo>
                <a:cubicBezTo>
                  <a:pt x="118" y="75"/>
                  <a:pt x="118" y="73"/>
                  <a:pt x="119" y="72"/>
                </a:cubicBezTo>
                <a:cubicBezTo>
                  <a:pt x="121" y="71"/>
                  <a:pt x="122" y="70"/>
                  <a:pt x="123" y="70"/>
                </a:cubicBezTo>
                <a:cubicBezTo>
                  <a:pt x="323" y="70"/>
                  <a:pt x="323" y="70"/>
                  <a:pt x="323" y="70"/>
                </a:cubicBezTo>
                <a:cubicBezTo>
                  <a:pt x="325" y="70"/>
                  <a:pt x="326" y="71"/>
                  <a:pt x="327" y="72"/>
                </a:cubicBezTo>
                <a:cubicBezTo>
                  <a:pt x="328" y="73"/>
                  <a:pt x="329" y="75"/>
                  <a:pt x="329" y="76"/>
                </a:cubicBezTo>
                <a:close/>
                <a:moveTo>
                  <a:pt x="329" y="6"/>
                </a:moveTo>
                <a:cubicBezTo>
                  <a:pt x="329" y="41"/>
                  <a:pt x="329" y="41"/>
                  <a:pt x="329" y="41"/>
                </a:cubicBezTo>
                <a:cubicBezTo>
                  <a:pt x="329" y="43"/>
                  <a:pt x="328" y="44"/>
                  <a:pt x="327" y="45"/>
                </a:cubicBezTo>
                <a:cubicBezTo>
                  <a:pt x="326" y="46"/>
                  <a:pt x="325" y="47"/>
                  <a:pt x="323" y="47"/>
                </a:cubicBezTo>
                <a:cubicBezTo>
                  <a:pt x="6" y="47"/>
                  <a:pt x="6" y="47"/>
                  <a:pt x="6" y="47"/>
                </a:cubicBezTo>
                <a:cubicBezTo>
                  <a:pt x="4" y="47"/>
                  <a:pt x="3" y="46"/>
                  <a:pt x="2" y="45"/>
                </a:cubicBezTo>
                <a:cubicBezTo>
                  <a:pt x="1" y="44"/>
                  <a:pt x="0" y="43"/>
                  <a:pt x="0" y="41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323" y="0"/>
                  <a:pt x="323" y="0"/>
                  <a:pt x="323" y="0"/>
                </a:cubicBezTo>
                <a:cubicBezTo>
                  <a:pt x="325" y="0"/>
                  <a:pt x="326" y="1"/>
                  <a:pt x="327" y="2"/>
                </a:cubicBezTo>
                <a:cubicBezTo>
                  <a:pt x="328" y="3"/>
                  <a:pt x="329" y="4"/>
                  <a:pt x="329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56"/>
          <p:cNvSpPr>
            <a:spLocks/>
          </p:cNvSpPr>
          <p:nvPr/>
        </p:nvSpPr>
        <p:spPr bwMode="auto">
          <a:xfrm>
            <a:off x="717363" y="3706957"/>
            <a:ext cx="266580" cy="341168"/>
          </a:xfrm>
          <a:custGeom>
            <a:avLst/>
            <a:gdLst>
              <a:gd name="T0" fmla="*/ 243 w 257"/>
              <a:gd name="T1" fmla="*/ 228 h 329"/>
              <a:gd name="T2" fmla="*/ 209 w 257"/>
              <a:gd name="T3" fmla="*/ 253 h 329"/>
              <a:gd name="T4" fmla="*/ 172 w 257"/>
              <a:gd name="T5" fmla="*/ 254 h 329"/>
              <a:gd name="T6" fmla="*/ 144 w 257"/>
              <a:gd name="T7" fmla="*/ 245 h 329"/>
              <a:gd name="T8" fmla="*/ 132 w 257"/>
              <a:gd name="T9" fmla="*/ 239 h 329"/>
              <a:gd name="T10" fmla="*/ 8 w 257"/>
              <a:gd name="T11" fmla="*/ 329 h 329"/>
              <a:gd name="T12" fmla="*/ 0 w 257"/>
              <a:gd name="T13" fmla="*/ 321 h 329"/>
              <a:gd name="T14" fmla="*/ 8 w 257"/>
              <a:gd name="T15" fmla="*/ 313 h 329"/>
              <a:gd name="T16" fmla="*/ 114 w 257"/>
              <a:gd name="T17" fmla="*/ 239 h 329"/>
              <a:gd name="T18" fmla="*/ 85 w 257"/>
              <a:gd name="T19" fmla="*/ 246 h 329"/>
              <a:gd name="T20" fmla="*/ 51 w 257"/>
              <a:gd name="T21" fmla="*/ 240 h 329"/>
              <a:gd name="T22" fmla="*/ 19 w 257"/>
              <a:gd name="T23" fmla="*/ 211 h 329"/>
              <a:gd name="T24" fmla="*/ 45 w 257"/>
              <a:gd name="T25" fmla="*/ 173 h 329"/>
              <a:gd name="T26" fmla="*/ 98 w 257"/>
              <a:gd name="T27" fmla="*/ 185 h 329"/>
              <a:gd name="T28" fmla="*/ 125 w 257"/>
              <a:gd name="T29" fmla="*/ 214 h 329"/>
              <a:gd name="T30" fmla="*/ 136 w 257"/>
              <a:gd name="T31" fmla="*/ 161 h 329"/>
              <a:gd name="T32" fmla="*/ 115 w 257"/>
              <a:gd name="T33" fmla="*/ 162 h 329"/>
              <a:gd name="T34" fmla="*/ 84 w 257"/>
              <a:gd name="T35" fmla="*/ 156 h 329"/>
              <a:gd name="T36" fmla="*/ 54 w 257"/>
              <a:gd name="T37" fmla="*/ 136 h 329"/>
              <a:gd name="T38" fmla="*/ 39 w 257"/>
              <a:gd name="T39" fmla="*/ 95 h 329"/>
              <a:gd name="T40" fmla="*/ 84 w 257"/>
              <a:gd name="T41" fmla="*/ 89 h 329"/>
              <a:gd name="T42" fmla="*/ 115 w 257"/>
              <a:gd name="T43" fmla="*/ 103 h 329"/>
              <a:gd name="T44" fmla="*/ 133 w 257"/>
              <a:gd name="T45" fmla="*/ 126 h 329"/>
              <a:gd name="T46" fmla="*/ 141 w 257"/>
              <a:gd name="T47" fmla="*/ 144 h 329"/>
              <a:gd name="T48" fmla="*/ 144 w 257"/>
              <a:gd name="T49" fmla="*/ 111 h 329"/>
              <a:gd name="T50" fmla="*/ 131 w 257"/>
              <a:gd name="T51" fmla="*/ 100 h 329"/>
              <a:gd name="T52" fmla="*/ 109 w 257"/>
              <a:gd name="T53" fmla="*/ 70 h 329"/>
              <a:gd name="T54" fmla="*/ 105 w 257"/>
              <a:gd name="T55" fmla="*/ 26 h 329"/>
              <a:gd name="T56" fmla="*/ 141 w 257"/>
              <a:gd name="T57" fmla="*/ 11 h 329"/>
              <a:gd name="T58" fmla="*/ 166 w 257"/>
              <a:gd name="T59" fmla="*/ 41 h 329"/>
              <a:gd name="T60" fmla="*/ 169 w 257"/>
              <a:gd name="T61" fmla="*/ 73 h 329"/>
              <a:gd name="T62" fmla="*/ 164 w 257"/>
              <a:gd name="T63" fmla="*/ 99 h 329"/>
              <a:gd name="T64" fmla="*/ 159 w 257"/>
              <a:gd name="T65" fmla="*/ 109 h 329"/>
              <a:gd name="T66" fmla="*/ 159 w 257"/>
              <a:gd name="T67" fmla="*/ 131 h 329"/>
              <a:gd name="T68" fmla="*/ 167 w 257"/>
              <a:gd name="T69" fmla="*/ 120 h 329"/>
              <a:gd name="T70" fmla="*/ 189 w 257"/>
              <a:gd name="T71" fmla="*/ 99 h 329"/>
              <a:gd name="T72" fmla="*/ 226 w 257"/>
              <a:gd name="T73" fmla="*/ 88 h 329"/>
              <a:gd name="T74" fmla="*/ 247 w 257"/>
              <a:gd name="T75" fmla="*/ 119 h 329"/>
              <a:gd name="T76" fmla="*/ 225 w 257"/>
              <a:gd name="T77" fmla="*/ 151 h 329"/>
              <a:gd name="T78" fmla="*/ 194 w 257"/>
              <a:gd name="T79" fmla="*/ 164 h 329"/>
              <a:gd name="T80" fmla="*/ 167 w 257"/>
              <a:gd name="T81" fmla="*/ 165 h 329"/>
              <a:gd name="T82" fmla="*/ 155 w 257"/>
              <a:gd name="T83" fmla="*/ 164 h 329"/>
              <a:gd name="T84" fmla="*/ 145 w 257"/>
              <a:gd name="T85" fmla="*/ 213 h 329"/>
              <a:gd name="T86" fmla="*/ 169 w 257"/>
              <a:gd name="T87" fmla="*/ 195 h 329"/>
              <a:gd name="T88" fmla="*/ 209 w 257"/>
              <a:gd name="T89" fmla="*/ 184 h 329"/>
              <a:gd name="T90" fmla="*/ 257 w 257"/>
              <a:gd name="T91" fmla="*/ 203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7" h="329">
                <a:moveTo>
                  <a:pt x="257" y="203"/>
                </a:moveTo>
                <a:cubicBezTo>
                  <a:pt x="253" y="212"/>
                  <a:pt x="249" y="221"/>
                  <a:pt x="243" y="228"/>
                </a:cubicBezTo>
                <a:cubicBezTo>
                  <a:pt x="238" y="235"/>
                  <a:pt x="232" y="240"/>
                  <a:pt x="227" y="244"/>
                </a:cubicBezTo>
                <a:cubicBezTo>
                  <a:pt x="221" y="248"/>
                  <a:pt x="215" y="251"/>
                  <a:pt x="209" y="253"/>
                </a:cubicBezTo>
                <a:cubicBezTo>
                  <a:pt x="202" y="255"/>
                  <a:pt x="196" y="256"/>
                  <a:pt x="190" y="255"/>
                </a:cubicBezTo>
                <a:cubicBezTo>
                  <a:pt x="184" y="255"/>
                  <a:pt x="178" y="255"/>
                  <a:pt x="172" y="254"/>
                </a:cubicBezTo>
                <a:cubicBezTo>
                  <a:pt x="166" y="253"/>
                  <a:pt x="161" y="252"/>
                  <a:pt x="156" y="250"/>
                </a:cubicBezTo>
                <a:cubicBezTo>
                  <a:pt x="151" y="248"/>
                  <a:pt x="147" y="246"/>
                  <a:pt x="144" y="245"/>
                </a:cubicBezTo>
                <a:cubicBezTo>
                  <a:pt x="140" y="243"/>
                  <a:pt x="137" y="242"/>
                  <a:pt x="135" y="241"/>
                </a:cubicBezTo>
                <a:cubicBezTo>
                  <a:pt x="132" y="239"/>
                  <a:pt x="132" y="239"/>
                  <a:pt x="132" y="239"/>
                </a:cubicBezTo>
                <a:cubicBezTo>
                  <a:pt x="118" y="267"/>
                  <a:pt x="100" y="289"/>
                  <a:pt x="79" y="305"/>
                </a:cubicBezTo>
                <a:cubicBezTo>
                  <a:pt x="57" y="321"/>
                  <a:pt x="34" y="329"/>
                  <a:pt x="8" y="329"/>
                </a:cubicBezTo>
                <a:cubicBezTo>
                  <a:pt x="6" y="329"/>
                  <a:pt x="4" y="328"/>
                  <a:pt x="2" y="327"/>
                </a:cubicBezTo>
                <a:cubicBezTo>
                  <a:pt x="1" y="325"/>
                  <a:pt x="0" y="323"/>
                  <a:pt x="0" y="321"/>
                </a:cubicBezTo>
                <a:cubicBezTo>
                  <a:pt x="0" y="319"/>
                  <a:pt x="1" y="317"/>
                  <a:pt x="2" y="315"/>
                </a:cubicBezTo>
                <a:cubicBezTo>
                  <a:pt x="4" y="314"/>
                  <a:pt x="6" y="313"/>
                  <a:pt x="8" y="313"/>
                </a:cubicBezTo>
                <a:cubicBezTo>
                  <a:pt x="29" y="313"/>
                  <a:pt x="49" y="306"/>
                  <a:pt x="67" y="293"/>
                </a:cubicBezTo>
                <a:cubicBezTo>
                  <a:pt x="86" y="280"/>
                  <a:pt x="101" y="262"/>
                  <a:pt x="114" y="239"/>
                </a:cubicBezTo>
                <a:cubicBezTo>
                  <a:pt x="109" y="241"/>
                  <a:pt x="105" y="242"/>
                  <a:pt x="100" y="243"/>
                </a:cubicBezTo>
                <a:cubicBezTo>
                  <a:pt x="96" y="244"/>
                  <a:pt x="91" y="245"/>
                  <a:pt x="85" y="246"/>
                </a:cubicBezTo>
                <a:cubicBezTo>
                  <a:pt x="79" y="246"/>
                  <a:pt x="74" y="246"/>
                  <a:pt x="69" y="245"/>
                </a:cubicBezTo>
                <a:cubicBezTo>
                  <a:pt x="63" y="244"/>
                  <a:pt x="57" y="243"/>
                  <a:pt x="51" y="240"/>
                </a:cubicBezTo>
                <a:cubicBezTo>
                  <a:pt x="45" y="237"/>
                  <a:pt x="40" y="234"/>
                  <a:pt x="35" y="229"/>
                </a:cubicBezTo>
                <a:cubicBezTo>
                  <a:pt x="29" y="225"/>
                  <a:pt x="24" y="218"/>
                  <a:pt x="19" y="211"/>
                </a:cubicBezTo>
                <a:cubicBezTo>
                  <a:pt x="14" y="203"/>
                  <a:pt x="9" y="194"/>
                  <a:pt x="5" y="184"/>
                </a:cubicBezTo>
                <a:cubicBezTo>
                  <a:pt x="19" y="178"/>
                  <a:pt x="32" y="175"/>
                  <a:pt x="45" y="173"/>
                </a:cubicBezTo>
                <a:cubicBezTo>
                  <a:pt x="57" y="172"/>
                  <a:pt x="67" y="173"/>
                  <a:pt x="75" y="175"/>
                </a:cubicBezTo>
                <a:cubicBezTo>
                  <a:pt x="84" y="177"/>
                  <a:pt x="91" y="180"/>
                  <a:pt x="98" y="185"/>
                </a:cubicBezTo>
                <a:cubicBezTo>
                  <a:pt x="105" y="190"/>
                  <a:pt x="111" y="195"/>
                  <a:pt x="114" y="199"/>
                </a:cubicBezTo>
                <a:cubicBezTo>
                  <a:pt x="118" y="204"/>
                  <a:pt x="122" y="209"/>
                  <a:pt x="125" y="214"/>
                </a:cubicBezTo>
                <a:cubicBezTo>
                  <a:pt x="131" y="198"/>
                  <a:pt x="136" y="181"/>
                  <a:pt x="139" y="161"/>
                </a:cubicBezTo>
                <a:cubicBezTo>
                  <a:pt x="138" y="161"/>
                  <a:pt x="137" y="161"/>
                  <a:pt x="136" y="161"/>
                </a:cubicBezTo>
                <a:cubicBezTo>
                  <a:pt x="135" y="162"/>
                  <a:pt x="132" y="162"/>
                  <a:pt x="128" y="162"/>
                </a:cubicBezTo>
                <a:cubicBezTo>
                  <a:pt x="123" y="162"/>
                  <a:pt x="119" y="162"/>
                  <a:pt x="115" y="162"/>
                </a:cubicBezTo>
                <a:cubicBezTo>
                  <a:pt x="111" y="162"/>
                  <a:pt x="106" y="161"/>
                  <a:pt x="100" y="160"/>
                </a:cubicBezTo>
                <a:cubicBezTo>
                  <a:pt x="94" y="159"/>
                  <a:pt x="89" y="158"/>
                  <a:pt x="84" y="156"/>
                </a:cubicBezTo>
                <a:cubicBezTo>
                  <a:pt x="79" y="154"/>
                  <a:pt x="73" y="151"/>
                  <a:pt x="68" y="148"/>
                </a:cubicBezTo>
                <a:cubicBezTo>
                  <a:pt x="63" y="145"/>
                  <a:pt x="58" y="141"/>
                  <a:pt x="54" y="136"/>
                </a:cubicBezTo>
                <a:cubicBezTo>
                  <a:pt x="50" y="131"/>
                  <a:pt x="47" y="126"/>
                  <a:pt x="44" y="119"/>
                </a:cubicBezTo>
                <a:cubicBezTo>
                  <a:pt x="42" y="112"/>
                  <a:pt x="40" y="104"/>
                  <a:pt x="39" y="95"/>
                </a:cubicBezTo>
                <a:cubicBezTo>
                  <a:pt x="48" y="92"/>
                  <a:pt x="56" y="90"/>
                  <a:pt x="64" y="89"/>
                </a:cubicBezTo>
                <a:cubicBezTo>
                  <a:pt x="71" y="88"/>
                  <a:pt x="78" y="88"/>
                  <a:pt x="84" y="89"/>
                </a:cubicBezTo>
                <a:cubicBezTo>
                  <a:pt x="90" y="90"/>
                  <a:pt x="96" y="92"/>
                  <a:pt x="101" y="94"/>
                </a:cubicBezTo>
                <a:cubicBezTo>
                  <a:pt x="106" y="97"/>
                  <a:pt x="111" y="100"/>
                  <a:pt x="115" y="103"/>
                </a:cubicBezTo>
                <a:cubicBezTo>
                  <a:pt x="118" y="107"/>
                  <a:pt x="122" y="111"/>
                  <a:pt x="125" y="115"/>
                </a:cubicBezTo>
                <a:cubicBezTo>
                  <a:pt x="128" y="118"/>
                  <a:pt x="131" y="122"/>
                  <a:pt x="133" y="126"/>
                </a:cubicBezTo>
                <a:cubicBezTo>
                  <a:pt x="135" y="130"/>
                  <a:pt x="136" y="133"/>
                  <a:pt x="138" y="136"/>
                </a:cubicBezTo>
                <a:cubicBezTo>
                  <a:pt x="139" y="139"/>
                  <a:pt x="140" y="142"/>
                  <a:pt x="141" y="144"/>
                </a:cubicBezTo>
                <a:cubicBezTo>
                  <a:pt x="141" y="147"/>
                  <a:pt x="141" y="147"/>
                  <a:pt x="141" y="147"/>
                </a:cubicBezTo>
                <a:cubicBezTo>
                  <a:pt x="143" y="132"/>
                  <a:pt x="144" y="120"/>
                  <a:pt x="144" y="111"/>
                </a:cubicBezTo>
                <a:cubicBezTo>
                  <a:pt x="143" y="110"/>
                  <a:pt x="141" y="109"/>
                  <a:pt x="140" y="108"/>
                </a:cubicBezTo>
                <a:cubicBezTo>
                  <a:pt x="138" y="107"/>
                  <a:pt x="135" y="104"/>
                  <a:pt x="131" y="100"/>
                </a:cubicBezTo>
                <a:cubicBezTo>
                  <a:pt x="126" y="96"/>
                  <a:pt x="122" y="91"/>
                  <a:pt x="119" y="87"/>
                </a:cubicBezTo>
                <a:cubicBezTo>
                  <a:pt x="116" y="82"/>
                  <a:pt x="112" y="76"/>
                  <a:pt x="109" y="70"/>
                </a:cubicBezTo>
                <a:cubicBezTo>
                  <a:pt x="106" y="63"/>
                  <a:pt x="104" y="56"/>
                  <a:pt x="103" y="49"/>
                </a:cubicBezTo>
                <a:cubicBezTo>
                  <a:pt x="102" y="42"/>
                  <a:pt x="103" y="34"/>
                  <a:pt x="105" y="26"/>
                </a:cubicBezTo>
                <a:cubicBezTo>
                  <a:pt x="108" y="17"/>
                  <a:pt x="112" y="9"/>
                  <a:pt x="118" y="0"/>
                </a:cubicBezTo>
                <a:cubicBezTo>
                  <a:pt x="127" y="3"/>
                  <a:pt x="135" y="7"/>
                  <a:pt x="141" y="11"/>
                </a:cubicBezTo>
                <a:cubicBezTo>
                  <a:pt x="148" y="16"/>
                  <a:pt x="153" y="21"/>
                  <a:pt x="157" y="26"/>
                </a:cubicBezTo>
                <a:cubicBezTo>
                  <a:pt x="161" y="30"/>
                  <a:pt x="164" y="36"/>
                  <a:pt x="166" y="41"/>
                </a:cubicBezTo>
                <a:cubicBezTo>
                  <a:pt x="168" y="47"/>
                  <a:pt x="169" y="52"/>
                  <a:pt x="170" y="57"/>
                </a:cubicBezTo>
                <a:cubicBezTo>
                  <a:pt x="170" y="63"/>
                  <a:pt x="170" y="68"/>
                  <a:pt x="169" y="73"/>
                </a:cubicBezTo>
                <a:cubicBezTo>
                  <a:pt x="169" y="78"/>
                  <a:pt x="168" y="83"/>
                  <a:pt x="167" y="87"/>
                </a:cubicBezTo>
                <a:cubicBezTo>
                  <a:pt x="166" y="91"/>
                  <a:pt x="165" y="95"/>
                  <a:pt x="164" y="99"/>
                </a:cubicBezTo>
                <a:cubicBezTo>
                  <a:pt x="162" y="102"/>
                  <a:pt x="161" y="104"/>
                  <a:pt x="160" y="106"/>
                </a:cubicBezTo>
                <a:cubicBezTo>
                  <a:pt x="159" y="109"/>
                  <a:pt x="159" y="109"/>
                  <a:pt x="159" y="109"/>
                </a:cubicBezTo>
                <a:cubicBezTo>
                  <a:pt x="159" y="110"/>
                  <a:pt x="159" y="113"/>
                  <a:pt x="159" y="118"/>
                </a:cubicBezTo>
                <a:cubicBezTo>
                  <a:pt x="159" y="124"/>
                  <a:pt x="159" y="128"/>
                  <a:pt x="159" y="131"/>
                </a:cubicBezTo>
                <a:cubicBezTo>
                  <a:pt x="160" y="131"/>
                  <a:pt x="160" y="129"/>
                  <a:pt x="161" y="128"/>
                </a:cubicBezTo>
                <a:cubicBezTo>
                  <a:pt x="162" y="127"/>
                  <a:pt x="164" y="124"/>
                  <a:pt x="167" y="120"/>
                </a:cubicBezTo>
                <a:cubicBezTo>
                  <a:pt x="169" y="116"/>
                  <a:pt x="173" y="113"/>
                  <a:pt x="176" y="110"/>
                </a:cubicBezTo>
                <a:cubicBezTo>
                  <a:pt x="179" y="106"/>
                  <a:pt x="184" y="103"/>
                  <a:pt x="189" y="99"/>
                </a:cubicBezTo>
                <a:cubicBezTo>
                  <a:pt x="194" y="96"/>
                  <a:pt x="200" y="93"/>
                  <a:pt x="206" y="91"/>
                </a:cubicBezTo>
                <a:cubicBezTo>
                  <a:pt x="212" y="89"/>
                  <a:pt x="218" y="88"/>
                  <a:pt x="226" y="88"/>
                </a:cubicBezTo>
                <a:cubicBezTo>
                  <a:pt x="234" y="89"/>
                  <a:pt x="242" y="90"/>
                  <a:pt x="251" y="93"/>
                </a:cubicBezTo>
                <a:cubicBezTo>
                  <a:pt x="250" y="102"/>
                  <a:pt x="249" y="111"/>
                  <a:pt x="247" y="119"/>
                </a:cubicBezTo>
                <a:cubicBezTo>
                  <a:pt x="244" y="127"/>
                  <a:pt x="241" y="133"/>
                  <a:pt x="237" y="138"/>
                </a:cubicBezTo>
                <a:cubicBezTo>
                  <a:pt x="234" y="143"/>
                  <a:pt x="229" y="147"/>
                  <a:pt x="225" y="151"/>
                </a:cubicBezTo>
                <a:cubicBezTo>
                  <a:pt x="220" y="155"/>
                  <a:pt x="215" y="158"/>
                  <a:pt x="210" y="160"/>
                </a:cubicBezTo>
                <a:cubicBezTo>
                  <a:pt x="205" y="161"/>
                  <a:pt x="199" y="163"/>
                  <a:pt x="194" y="164"/>
                </a:cubicBezTo>
                <a:cubicBezTo>
                  <a:pt x="189" y="165"/>
                  <a:pt x="184" y="166"/>
                  <a:pt x="180" y="166"/>
                </a:cubicBezTo>
                <a:cubicBezTo>
                  <a:pt x="175" y="166"/>
                  <a:pt x="171" y="166"/>
                  <a:pt x="167" y="165"/>
                </a:cubicBezTo>
                <a:cubicBezTo>
                  <a:pt x="164" y="165"/>
                  <a:pt x="161" y="165"/>
                  <a:pt x="159" y="165"/>
                </a:cubicBezTo>
                <a:cubicBezTo>
                  <a:pt x="155" y="164"/>
                  <a:pt x="155" y="164"/>
                  <a:pt x="155" y="164"/>
                </a:cubicBezTo>
                <a:cubicBezTo>
                  <a:pt x="153" y="182"/>
                  <a:pt x="148" y="199"/>
                  <a:pt x="142" y="216"/>
                </a:cubicBezTo>
                <a:cubicBezTo>
                  <a:pt x="143" y="215"/>
                  <a:pt x="144" y="214"/>
                  <a:pt x="145" y="213"/>
                </a:cubicBezTo>
                <a:cubicBezTo>
                  <a:pt x="147" y="211"/>
                  <a:pt x="150" y="209"/>
                  <a:pt x="154" y="205"/>
                </a:cubicBezTo>
                <a:cubicBezTo>
                  <a:pt x="159" y="202"/>
                  <a:pt x="164" y="198"/>
                  <a:pt x="169" y="195"/>
                </a:cubicBezTo>
                <a:cubicBezTo>
                  <a:pt x="174" y="193"/>
                  <a:pt x="180" y="190"/>
                  <a:pt x="187" y="188"/>
                </a:cubicBezTo>
                <a:cubicBezTo>
                  <a:pt x="194" y="185"/>
                  <a:pt x="201" y="184"/>
                  <a:pt x="209" y="184"/>
                </a:cubicBezTo>
                <a:cubicBezTo>
                  <a:pt x="216" y="184"/>
                  <a:pt x="224" y="185"/>
                  <a:pt x="232" y="188"/>
                </a:cubicBezTo>
                <a:cubicBezTo>
                  <a:pt x="241" y="191"/>
                  <a:pt x="249" y="196"/>
                  <a:pt x="257" y="20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57"/>
          <p:cNvSpPr>
            <a:spLocks noEditPoints="1"/>
          </p:cNvSpPr>
          <p:nvPr/>
        </p:nvSpPr>
        <p:spPr bwMode="auto">
          <a:xfrm>
            <a:off x="1547490" y="3706957"/>
            <a:ext cx="341168" cy="341168"/>
          </a:xfrm>
          <a:custGeom>
            <a:avLst/>
            <a:gdLst>
              <a:gd name="T0" fmla="*/ 297 w 329"/>
              <a:gd name="T1" fmla="*/ 0 h 329"/>
              <a:gd name="T2" fmla="*/ 319 w 329"/>
              <a:gd name="T3" fmla="*/ 9 h 329"/>
              <a:gd name="T4" fmla="*/ 329 w 329"/>
              <a:gd name="T5" fmla="*/ 30 h 329"/>
              <a:gd name="T6" fmla="*/ 321 w 329"/>
              <a:gd name="T7" fmla="*/ 58 h 329"/>
              <a:gd name="T8" fmla="*/ 235 w 329"/>
              <a:gd name="T9" fmla="*/ 196 h 329"/>
              <a:gd name="T10" fmla="*/ 195 w 329"/>
              <a:gd name="T11" fmla="*/ 213 h 329"/>
              <a:gd name="T12" fmla="*/ 156 w 329"/>
              <a:gd name="T13" fmla="*/ 196 h 329"/>
              <a:gd name="T14" fmla="*/ 139 w 329"/>
              <a:gd name="T15" fmla="*/ 155 h 329"/>
              <a:gd name="T16" fmla="*/ 156 w 329"/>
              <a:gd name="T17" fmla="*/ 116 h 329"/>
              <a:gd name="T18" fmla="*/ 273 w 329"/>
              <a:gd name="T19" fmla="*/ 10 h 329"/>
              <a:gd name="T20" fmla="*/ 297 w 329"/>
              <a:gd name="T21" fmla="*/ 0 h 329"/>
              <a:gd name="T22" fmla="*/ 130 w 329"/>
              <a:gd name="T23" fmla="*/ 190 h 329"/>
              <a:gd name="T24" fmla="*/ 150 w 329"/>
              <a:gd name="T25" fmla="*/ 214 h 329"/>
              <a:gd name="T26" fmla="*/ 177 w 329"/>
              <a:gd name="T27" fmla="*/ 228 h 329"/>
              <a:gd name="T28" fmla="*/ 177 w 329"/>
              <a:gd name="T29" fmla="*/ 241 h 329"/>
              <a:gd name="T30" fmla="*/ 154 w 329"/>
              <a:gd name="T31" fmla="*/ 304 h 329"/>
              <a:gd name="T32" fmla="*/ 90 w 329"/>
              <a:gd name="T33" fmla="*/ 329 h 329"/>
              <a:gd name="T34" fmla="*/ 50 w 329"/>
              <a:gd name="T35" fmla="*/ 321 h 329"/>
              <a:gd name="T36" fmla="*/ 22 w 329"/>
              <a:gd name="T37" fmla="*/ 297 h 329"/>
              <a:gd name="T38" fmla="*/ 6 w 329"/>
              <a:gd name="T39" fmla="*/ 264 h 329"/>
              <a:gd name="T40" fmla="*/ 0 w 329"/>
              <a:gd name="T41" fmla="*/ 223 h 329"/>
              <a:gd name="T42" fmla="*/ 8 w 329"/>
              <a:gd name="T43" fmla="*/ 229 h 329"/>
              <a:gd name="T44" fmla="*/ 19 w 329"/>
              <a:gd name="T45" fmla="*/ 237 h 329"/>
              <a:gd name="T46" fmla="*/ 30 w 329"/>
              <a:gd name="T47" fmla="*/ 244 h 329"/>
              <a:gd name="T48" fmla="*/ 39 w 329"/>
              <a:gd name="T49" fmla="*/ 247 h 329"/>
              <a:gd name="T50" fmla="*/ 49 w 329"/>
              <a:gd name="T51" fmla="*/ 240 h 329"/>
              <a:gd name="T52" fmla="*/ 59 w 329"/>
              <a:gd name="T53" fmla="*/ 219 h 329"/>
              <a:gd name="T54" fmla="*/ 72 w 329"/>
              <a:gd name="T55" fmla="*/ 205 h 329"/>
              <a:gd name="T56" fmla="*/ 88 w 329"/>
              <a:gd name="T57" fmla="*/ 197 h 329"/>
              <a:gd name="T58" fmla="*/ 107 w 329"/>
              <a:gd name="T59" fmla="*/ 192 h 329"/>
              <a:gd name="T60" fmla="*/ 130 w 329"/>
              <a:gd name="T61" fmla="*/ 190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29" h="329">
                <a:moveTo>
                  <a:pt x="297" y="0"/>
                </a:moveTo>
                <a:cubicBezTo>
                  <a:pt x="305" y="0"/>
                  <a:pt x="313" y="3"/>
                  <a:pt x="319" y="9"/>
                </a:cubicBezTo>
                <a:cubicBezTo>
                  <a:pt x="326" y="14"/>
                  <a:pt x="329" y="22"/>
                  <a:pt x="329" y="30"/>
                </a:cubicBezTo>
                <a:cubicBezTo>
                  <a:pt x="329" y="38"/>
                  <a:pt x="326" y="47"/>
                  <a:pt x="321" y="58"/>
                </a:cubicBezTo>
                <a:cubicBezTo>
                  <a:pt x="280" y="135"/>
                  <a:pt x="252" y="181"/>
                  <a:pt x="235" y="196"/>
                </a:cubicBezTo>
                <a:cubicBezTo>
                  <a:pt x="224" y="207"/>
                  <a:pt x="210" y="213"/>
                  <a:pt x="195" y="213"/>
                </a:cubicBezTo>
                <a:cubicBezTo>
                  <a:pt x="180" y="213"/>
                  <a:pt x="167" y="207"/>
                  <a:pt x="156" y="196"/>
                </a:cubicBezTo>
                <a:cubicBezTo>
                  <a:pt x="145" y="184"/>
                  <a:pt x="139" y="171"/>
                  <a:pt x="139" y="155"/>
                </a:cubicBezTo>
                <a:cubicBezTo>
                  <a:pt x="139" y="140"/>
                  <a:pt x="145" y="127"/>
                  <a:pt x="156" y="116"/>
                </a:cubicBezTo>
                <a:cubicBezTo>
                  <a:pt x="273" y="10"/>
                  <a:pt x="273" y="10"/>
                  <a:pt x="273" y="10"/>
                </a:cubicBezTo>
                <a:cubicBezTo>
                  <a:pt x="280" y="4"/>
                  <a:pt x="288" y="0"/>
                  <a:pt x="297" y="0"/>
                </a:cubicBezTo>
                <a:close/>
                <a:moveTo>
                  <a:pt x="130" y="190"/>
                </a:moveTo>
                <a:cubicBezTo>
                  <a:pt x="135" y="199"/>
                  <a:pt x="141" y="207"/>
                  <a:pt x="150" y="214"/>
                </a:cubicBezTo>
                <a:cubicBezTo>
                  <a:pt x="158" y="220"/>
                  <a:pt x="167" y="225"/>
                  <a:pt x="177" y="228"/>
                </a:cubicBezTo>
                <a:cubicBezTo>
                  <a:pt x="177" y="241"/>
                  <a:pt x="177" y="241"/>
                  <a:pt x="177" y="241"/>
                </a:cubicBezTo>
                <a:cubicBezTo>
                  <a:pt x="178" y="267"/>
                  <a:pt x="170" y="288"/>
                  <a:pt x="154" y="304"/>
                </a:cubicBezTo>
                <a:cubicBezTo>
                  <a:pt x="137" y="321"/>
                  <a:pt x="116" y="329"/>
                  <a:pt x="90" y="329"/>
                </a:cubicBezTo>
                <a:cubicBezTo>
                  <a:pt x="75" y="329"/>
                  <a:pt x="61" y="326"/>
                  <a:pt x="50" y="321"/>
                </a:cubicBezTo>
                <a:cubicBezTo>
                  <a:pt x="38" y="315"/>
                  <a:pt x="29" y="307"/>
                  <a:pt x="22" y="297"/>
                </a:cubicBezTo>
                <a:cubicBezTo>
                  <a:pt x="15" y="287"/>
                  <a:pt x="9" y="276"/>
                  <a:pt x="6" y="264"/>
                </a:cubicBezTo>
                <a:cubicBezTo>
                  <a:pt x="2" y="251"/>
                  <a:pt x="0" y="238"/>
                  <a:pt x="0" y="223"/>
                </a:cubicBezTo>
                <a:cubicBezTo>
                  <a:pt x="1" y="224"/>
                  <a:pt x="4" y="226"/>
                  <a:pt x="8" y="229"/>
                </a:cubicBezTo>
                <a:cubicBezTo>
                  <a:pt x="12" y="232"/>
                  <a:pt x="16" y="234"/>
                  <a:pt x="19" y="237"/>
                </a:cubicBezTo>
                <a:cubicBezTo>
                  <a:pt x="23" y="239"/>
                  <a:pt x="26" y="241"/>
                  <a:pt x="30" y="244"/>
                </a:cubicBezTo>
                <a:cubicBezTo>
                  <a:pt x="34" y="246"/>
                  <a:pt x="37" y="247"/>
                  <a:pt x="39" y="247"/>
                </a:cubicBezTo>
                <a:cubicBezTo>
                  <a:pt x="44" y="247"/>
                  <a:pt x="47" y="244"/>
                  <a:pt x="49" y="240"/>
                </a:cubicBezTo>
                <a:cubicBezTo>
                  <a:pt x="52" y="232"/>
                  <a:pt x="55" y="225"/>
                  <a:pt x="59" y="219"/>
                </a:cubicBezTo>
                <a:cubicBezTo>
                  <a:pt x="63" y="214"/>
                  <a:pt x="68" y="209"/>
                  <a:pt x="72" y="205"/>
                </a:cubicBezTo>
                <a:cubicBezTo>
                  <a:pt x="77" y="202"/>
                  <a:pt x="82" y="199"/>
                  <a:pt x="88" y="197"/>
                </a:cubicBezTo>
                <a:cubicBezTo>
                  <a:pt x="94" y="194"/>
                  <a:pt x="101" y="193"/>
                  <a:pt x="107" y="192"/>
                </a:cubicBezTo>
                <a:cubicBezTo>
                  <a:pt x="113" y="191"/>
                  <a:pt x="121" y="190"/>
                  <a:pt x="130" y="19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2" name="Freeform 58"/>
          <p:cNvSpPr>
            <a:spLocks/>
          </p:cNvSpPr>
          <p:nvPr/>
        </p:nvSpPr>
        <p:spPr bwMode="auto">
          <a:xfrm>
            <a:off x="2019875" y="3731820"/>
            <a:ext cx="266580" cy="291443"/>
          </a:xfrm>
          <a:custGeom>
            <a:avLst/>
            <a:gdLst>
              <a:gd name="T0" fmla="*/ 257 w 257"/>
              <a:gd name="T1" fmla="*/ 230 h 281"/>
              <a:gd name="T2" fmla="*/ 242 w 257"/>
              <a:gd name="T3" fmla="*/ 266 h 281"/>
              <a:gd name="T4" fmla="*/ 206 w 257"/>
              <a:gd name="T5" fmla="*/ 281 h 281"/>
              <a:gd name="T6" fmla="*/ 163 w 257"/>
              <a:gd name="T7" fmla="*/ 263 h 281"/>
              <a:gd name="T8" fmla="*/ 20 w 257"/>
              <a:gd name="T9" fmla="*/ 120 h 281"/>
              <a:gd name="T10" fmla="*/ 0 w 257"/>
              <a:gd name="T11" fmla="*/ 70 h 281"/>
              <a:gd name="T12" fmla="*/ 20 w 257"/>
              <a:gd name="T13" fmla="*/ 21 h 281"/>
              <a:gd name="T14" fmla="*/ 69 w 257"/>
              <a:gd name="T15" fmla="*/ 0 h 281"/>
              <a:gd name="T16" fmla="*/ 119 w 257"/>
              <a:gd name="T17" fmla="*/ 21 h 281"/>
              <a:gd name="T18" fmla="*/ 230 w 257"/>
              <a:gd name="T19" fmla="*/ 132 h 281"/>
              <a:gd name="T20" fmla="*/ 232 w 257"/>
              <a:gd name="T21" fmla="*/ 136 h 281"/>
              <a:gd name="T22" fmla="*/ 227 w 257"/>
              <a:gd name="T23" fmla="*/ 145 h 281"/>
              <a:gd name="T24" fmla="*/ 218 w 257"/>
              <a:gd name="T25" fmla="*/ 151 h 281"/>
              <a:gd name="T26" fmla="*/ 214 w 257"/>
              <a:gd name="T27" fmla="*/ 149 h 281"/>
              <a:gd name="T28" fmla="*/ 103 w 257"/>
              <a:gd name="T29" fmla="*/ 37 h 281"/>
              <a:gd name="T30" fmla="*/ 69 w 257"/>
              <a:gd name="T31" fmla="*/ 23 h 281"/>
              <a:gd name="T32" fmla="*/ 37 w 257"/>
              <a:gd name="T33" fmla="*/ 37 h 281"/>
              <a:gd name="T34" fmla="*/ 23 w 257"/>
              <a:gd name="T35" fmla="*/ 70 h 281"/>
              <a:gd name="T36" fmla="*/ 37 w 257"/>
              <a:gd name="T37" fmla="*/ 103 h 281"/>
              <a:gd name="T38" fmla="*/ 180 w 257"/>
              <a:gd name="T39" fmla="*/ 246 h 281"/>
              <a:gd name="T40" fmla="*/ 206 w 257"/>
              <a:gd name="T41" fmla="*/ 258 h 281"/>
              <a:gd name="T42" fmla="*/ 226 w 257"/>
              <a:gd name="T43" fmla="*/ 250 h 281"/>
              <a:gd name="T44" fmla="*/ 233 w 257"/>
              <a:gd name="T45" fmla="*/ 230 h 281"/>
              <a:gd name="T46" fmla="*/ 222 w 257"/>
              <a:gd name="T47" fmla="*/ 204 h 281"/>
              <a:gd name="T48" fmla="*/ 115 w 257"/>
              <a:gd name="T49" fmla="*/ 97 h 281"/>
              <a:gd name="T50" fmla="*/ 104 w 257"/>
              <a:gd name="T51" fmla="*/ 93 h 281"/>
              <a:gd name="T52" fmla="*/ 95 w 257"/>
              <a:gd name="T53" fmla="*/ 96 h 281"/>
              <a:gd name="T54" fmla="*/ 92 w 257"/>
              <a:gd name="T55" fmla="*/ 105 h 281"/>
              <a:gd name="T56" fmla="*/ 96 w 257"/>
              <a:gd name="T57" fmla="*/ 116 h 281"/>
              <a:gd name="T58" fmla="*/ 172 w 257"/>
              <a:gd name="T59" fmla="*/ 191 h 281"/>
              <a:gd name="T60" fmla="*/ 174 w 257"/>
              <a:gd name="T61" fmla="*/ 195 h 281"/>
              <a:gd name="T62" fmla="*/ 168 w 257"/>
              <a:gd name="T63" fmla="*/ 204 h 281"/>
              <a:gd name="T64" fmla="*/ 159 w 257"/>
              <a:gd name="T65" fmla="*/ 209 h 281"/>
              <a:gd name="T66" fmla="*/ 155 w 257"/>
              <a:gd name="T67" fmla="*/ 208 h 281"/>
              <a:gd name="T68" fmla="*/ 80 w 257"/>
              <a:gd name="T69" fmla="*/ 132 h 281"/>
              <a:gd name="T70" fmla="*/ 68 w 257"/>
              <a:gd name="T71" fmla="*/ 105 h 281"/>
              <a:gd name="T72" fmla="*/ 79 w 257"/>
              <a:gd name="T73" fmla="*/ 80 h 281"/>
              <a:gd name="T74" fmla="*/ 104 w 257"/>
              <a:gd name="T75" fmla="*/ 69 h 281"/>
              <a:gd name="T76" fmla="*/ 132 w 257"/>
              <a:gd name="T77" fmla="*/ 81 h 281"/>
              <a:gd name="T78" fmla="*/ 238 w 257"/>
              <a:gd name="T79" fmla="*/ 187 h 281"/>
              <a:gd name="T80" fmla="*/ 257 w 257"/>
              <a:gd name="T81" fmla="*/ 230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57" h="281">
                <a:moveTo>
                  <a:pt x="257" y="230"/>
                </a:moveTo>
                <a:cubicBezTo>
                  <a:pt x="257" y="245"/>
                  <a:pt x="252" y="257"/>
                  <a:pt x="242" y="266"/>
                </a:cubicBezTo>
                <a:cubicBezTo>
                  <a:pt x="233" y="276"/>
                  <a:pt x="221" y="281"/>
                  <a:pt x="206" y="281"/>
                </a:cubicBezTo>
                <a:cubicBezTo>
                  <a:pt x="190" y="281"/>
                  <a:pt x="175" y="275"/>
                  <a:pt x="163" y="263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7" y="106"/>
                  <a:pt x="0" y="89"/>
                  <a:pt x="0" y="70"/>
                </a:cubicBezTo>
                <a:cubicBezTo>
                  <a:pt x="0" y="51"/>
                  <a:pt x="6" y="34"/>
                  <a:pt x="20" y="21"/>
                </a:cubicBezTo>
                <a:cubicBezTo>
                  <a:pt x="33" y="7"/>
                  <a:pt x="50" y="0"/>
                  <a:pt x="69" y="0"/>
                </a:cubicBezTo>
                <a:cubicBezTo>
                  <a:pt x="89" y="0"/>
                  <a:pt x="105" y="7"/>
                  <a:pt x="119" y="21"/>
                </a:cubicBezTo>
                <a:cubicBezTo>
                  <a:pt x="230" y="132"/>
                  <a:pt x="230" y="132"/>
                  <a:pt x="230" y="132"/>
                </a:cubicBezTo>
                <a:cubicBezTo>
                  <a:pt x="232" y="134"/>
                  <a:pt x="232" y="135"/>
                  <a:pt x="232" y="136"/>
                </a:cubicBezTo>
                <a:cubicBezTo>
                  <a:pt x="232" y="138"/>
                  <a:pt x="230" y="141"/>
                  <a:pt x="227" y="145"/>
                </a:cubicBezTo>
                <a:cubicBezTo>
                  <a:pt x="223" y="149"/>
                  <a:pt x="220" y="151"/>
                  <a:pt x="218" y="151"/>
                </a:cubicBezTo>
                <a:cubicBezTo>
                  <a:pt x="217" y="151"/>
                  <a:pt x="215" y="150"/>
                  <a:pt x="214" y="149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93" y="28"/>
                  <a:pt x="82" y="23"/>
                  <a:pt x="69" y="23"/>
                </a:cubicBezTo>
                <a:cubicBezTo>
                  <a:pt x="57" y="23"/>
                  <a:pt x="46" y="28"/>
                  <a:pt x="37" y="37"/>
                </a:cubicBezTo>
                <a:cubicBezTo>
                  <a:pt x="28" y="46"/>
                  <a:pt x="23" y="57"/>
                  <a:pt x="23" y="70"/>
                </a:cubicBezTo>
                <a:cubicBezTo>
                  <a:pt x="23" y="83"/>
                  <a:pt x="28" y="94"/>
                  <a:pt x="37" y="103"/>
                </a:cubicBezTo>
                <a:cubicBezTo>
                  <a:pt x="180" y="246"/>
                  <a:pt x="180" y="246"/>
                  <a:pt x="180" y="246"/>
                </a:cubicBezTo>
                <a:cubicBezTo>
                  <a:pt x="187" y="254"/>
                  <a:pt x="196" y="258"/>
                  <a:pt x="206" y="258"/>
                </a:cubicBezTo>
                <a:cubicBezTo>
                  <a:pt x="214" y="258"/>
                  <a:pt x="221" y="255"/>
                  <a:pt x="226" y="250"/>
                </a:cubicBezTo>
                <a:cubicBezTo>
                  <a:pt x="231" y="245"/>
                  <a:pt x="233" y="238"/>
                  <a:pt x="233" y="230"/>
                </a:cubicBezTo>
                <a:cubicBezTo>
                  <a:pt x="233" y="220"/>
                  <a:pt x="230" y="211"/>
                  <a:pt x="222" y="204"/>
                </a:cubicBezTo>
                <a:cubicBezTo>
                  <a:pt x="115" y="97"/>
                  <a:pt x="115" y="97"/>
                  <a:pt x="115" y="97"/>
                </a:cubicBezTo>
                <a:cubicBezTo>
                  <a:pt x="112" y="94"/>
                  <a:pt x="108" y="93"/>
                  <a:pt x="104" y="93"/>
                </a:cubicBezTo>
                <a:cubicBezTo>
                  <a:pt x="101" y="93"/>
                  <a:pt x="98" y="94"/>
                  <a:pt x="95" y="96"/>
                </a:cubicBezTo>
                <a:cubicBezTo>
                  <a:pt x="93" y="99"/>
                  <a:pt x="92" y="101"/>
                  <a:pt x="92" y="105"/>
                </a:cubicBezTo>
                <a:cubicBezTo>
                  <a:pt x="92" y="109"/>
                  <a:pt x="93" y="113"/>
                  <a:pt x="96" y="116"/>
                </a:cubicBezTo>
                <a:cubicBezTo>
                  <a:pt x="172" y="191"/>
                  <a:pt x="172" y="191"/>
                  <a:pt x="172" y="191"/>
                </a:cubicBezTo>
                <a:cubicBezTo>
                  <a:pt x="173" y="192"/>
                  <a:pt x="174" y="194"/>
                  <a:pt x="174" y="195"/>
                </a:cubicBezTo>
                <a:cubicBezTo>
                  <a:pt x="174" y="197"/>
                  <a:pt x="172" y="200"/>
                  <a:pt x="168" y="204"/>
                </a:cubicBezTo>
                <a:cubicBezTo>
                  <a:pt x="164" y="208"/>
                  <a:pt x="161" y="209"/>
                  <a:pt x="159" y="209"/>
                </a:cubicBezTo>
                <a:cubicBezTo>
                  <a:pt x="158" y="209"/>
                  <a:pt x="156" y="209"/>
                  <a:pt x="155" y="208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72" y="125"/>
                  <a:pt x="68" y="116"/>
                  <a:pt x="68" y="105"/>
                </a:cubicBezTo>
                <a:cubicBezTo>
                  <a:pt x="68" y="95"/>
                  <a:pt x="72" y="87"/>
                  <a:pt x="79" y="80"/>
                </a:cubicBezTo>
                <a:cubicBezTo>
                  <a:pt x="86" y="73"/>
                  <a:pt x="94" y="69"/>
                  <a:pt x="104" y="69"/>
                </a:cubicBezTo>
                <a:cubicBezTo>
                  <a:pt x="115" y="69"/>
                  <a:pt x="124" y="73"/>
                  <a:pt x="132" y="81"/>
                </a:cubicBezTo>
                <a:cubicBezTo>
                  <a:pt x="238" y="187"/>
                  <a:pt x="238" y="187"/>
                  <a:pt x="238" y="187"/>
                </a:cubicBezTo>
                <a:cubicBezTo>
                  <a:pt x="251" y="199"/>
                  <a:pt x="257" y="214"/>
                  <a:pt x="257" y="23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3" name="Freeform 59"/>
          <p:cNvSpPr>
            <a:spLocks/>
          </p:cNvSpPr>
          <p:nvPr/>
        </p:nvSpPr>
        <p:spPr bwMode="auto">
          <a:xfrm>
            <a:off x="2416293" y="3706957"/>
            <a:ext cx="342548" cy="341168"/>
          </a:xfrm>
          <a:custGeom>
            <a:avLst/>
            <a:gdLst>
              <a:gd name="T0" fmla="*/ 324 w 330"/>
              <a:gd name="T1" fmla="*/ 2 h 329"/>
              <a:gd name="T2" fmla="*/ 329 w 330"/>
              <a:gd name="T3" fmla="*/ 14 h 329"/>
              <a:gd name="T4" fmla="*/ 282 w 330"/>
              <a:gd name="T5" fmla="*/ 296 h 329"/>
              <a:gd name="T6" fmla="*/ 276 w 330"/>
              <a:gd name="T7" fmla="*/ 304 h 329"/>
              <a:gd name="T8" fmla="*/ 270 w 330"/>
              <a:gd name="T9" fmla="*/ 306 h 329"/>
              <a:gd name="T10" fmla="*/ 266 w 330"/>
              <a:gd name="T11" fmla="*/ 305 h 329"/>
              <a:gd name="T12" fmla="*/ 183 w 330"/>
              <a:gd name="T13" fmla="*/ 271 h 329"/>
              <a:gd name="T14" fmla="*/ 139 w 330"/>
              <a:gd name="T15" fmla="*/ 325 h 329"/>
              <a:gd name="T16" fmla="*/ 130 w 330"/>
              <a:gd name="T17" fmla="*/ 329 h 329"/>
              <a:gd name="T18" fmla="*/ 125 w 330"/>
              <a:gd name="T19" fmla="*/ 328 h 329"/>
              <a:gd name="T20" fmla="*/ 120 w 330"/>
              <a:gd name="T21" fmla="*/ 324 h 329"/>
              <a:gd name="T22" fmla="*/ 118 w 330"/>
              <a:gd name="T23" fmla="*/ 317 h 329"/>
              <a:gd name="T24" fmla="*/ 118 w 330"/>
              <a:gd name="T25" fmla="*/ 253 h 329"/>
              <a:gd name="T26" fmla="*/ 276 w 330"/>
              <a:gd name="T27" fmla="*/ 59 h 329"/>
              <a:gd name="T28" fmla="*/ 80 w 330"/>
              <a:gd name="T29" fmla="*/ 229 h 329"/>
              <a:gd name="T30" fmla="*/ 8 w 330"/>
              <a:gd name="T31" fmla="*/ 199 h 329"/>
              <a:gd name="T32" fmla="*/ 0 w 330"/>
              <a:gd name="T33" fmla="*/ 189 h 329"/>
              <a:gd name="T34" fmla="*/ 6 w 330"/>
              <a:gd name="T35" fmla="*/ 178 h 329"/>
              <a:gd name="T36" fmla="*/ 312 w 330"/>
              <a:gd name="T37" fmla="*/ 2 h 329"/>
              <a:gd name="T38" fmla="*/ 317 w 330"/>
              <a:gd name="T39" fmla="*/ 0 h 329"/>
              <a:gd name="T40" fmla="*/ 324 w 330"/>
              <a:gd name="T41" fmla="*/ 2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30" h="329">
                <a:moveTo>
                  <a:pt x="324" y="2"/>
                </a:moveTo>
                <a:cubicBezTo>
                  <a:pt x="328" y="5"/>
                  <a:pt x="330" y="9"/>
                  <a:pt x="329" y="14"/>
                </a:cubicBezTo>
                <a:cubicBezTo>
                  <a:pt x="282" y="296"/>
                  <a:pt x="282" y="296"/>
                  <a:pt x="282" y="296"/>
                </a:cubicBezTo>
                <a:cubicBezTo>
                  <a:pt x="281" y="299"/>
                  <a:pt x="279" y="302"/>
                  <a:pt x="276" y="304"/>
                </a:cubicBezTo>
                <a:cubicBezTo>
                  <a:pt x="274" y="305"/>
                  <a:pt x="273" y="306"/>
                  <a:pt x="270" y="306"/>
                </a:cubicBezTo>
                <a:cubicBezTo>
                  <a:pt x="269" y="306"/>
                  <a:pt x="268" y="305"/>
                  <a:pt x="266" y="305"/>
                </a:cubicBezTo>
                <a:cubicBezTo>
                  <a:pt x="183" y="271"/>
                  <a:pt x="183" y="271"/>
                  <a:pt x="183" y="271"/>
                </a:cubicBezTo>
                <a:cubicBezTo>
                  <a:pt x="139" y="325"/>
                  <a:pt x="139" y="325"/>
                  <a:pt x="139" y="325"/>
                </a:cubicBezTo>
                <a:cubicBezTo>
                  <a:pt x="136" y="328"/>
                  <a:pt x="133" y="329"/>
                  <a:pt x="130" y="329"/>
                </a:cubicBezTo>
                <a:cubicBezTo>
                  <a:pt x="128" y="329"/>
                  <a:pt x="127" y="329"/>
                  <a:pt x="125" y="328"/>
                </a:cubicBezTo>
                <a:cubicBezTo>
                  <a:pt x="123" y="327"/>
                  <a:pt x="121" y="326"/>
                  <a:pt x="120" y="324"/>
                </a:cubicBezTo>
                <a:cubicBezTo>
                  <a:pt x="118" y="322"/>
                  <a:pt x="118" y="320"/>
                  <a:pt x="118" y="317"/>
                </a:cubicBezTo>
                <a:cubicBezTo>
                  <a:pt x="118" y="253"/>
                  <a:pt x="118" y="253"/>
                  <a:pt x="118" y="253"/>
                </a:cubicBezTo>
                <a:cubicBezTo>
                  <a:pt x="276" y="59"/>
                  <a:pt x="276" y="59"/>
                  <a:pt x="276" y="59"/>
                </a:cubicBezTo>
                <a:cubicBezTo>
                  <a:pt x="80" y="229"/>
                  <a:pt x="80" y="229"/>
                  <a:pt x="80" y="229"/>
                </a:cubicBezTo>
                <a:cubicBezTo>
                  <a:pt x="8" y="199"/>
                  <a:pt x="8" y="199"/>
                  <a:pt x="8" y="199"/>
                </a:cubicBezTo>
                <a:cubicBezTo>
                  <a:pt x="3" y="197"/>
                  <a:pt x="1" y="194"/>
                  <a:pt x="0" y="189"/>
                </a:cubicBezTo>
                <a:cubicBezTo>
                  <a:pt x="0" y="184"/>
                  <a:pt x="2" y="180"/>
                  <a:pt x="6" y="178"/>
                </a:cubicBezTo>
                <a:cubicBezTo>
                  <a:pt x="312" y="2"/>
                  <a:pt x="312" y="2"/>
                  <a:pt x="312" y="2"/>
                </a:cubicBezTo>
                <a:cubicBezTo>
                  <a:pt x="313" y="1"/>
                  <a:pt x="315" y="0"/>
                  <a:pt x="317" y="0"/>
                </a:cubicBezTo>
                <a:cubicBezTo>
                  <a:pt x="320" y="0"/>
                  <a:pt x="322" y="1"/>
                  <a:pt x="324" y="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4" name="Freeform 60"/>
          <p:cNvSpPr>
            <a:spLocks noEditPoints="1"/>
          </p:cNvSpPr>
          <p:nvPr/>
        </p:nvSpPr>
        <p:spPr bwMode="auto">
          <a:xfrm>
            <a:off x="2850003" y="3705577"/>
            <a:ext cx="341168" cy="342548"/>
          </a:xfrm>
          <a:custGeom>
            <a:avLst/>
            <a:gdLst>
              <a:gd name="T0" fmla="*/ 325 w 330"/>
              <a:gd name="T1" fmla="*/ 3 h 330"/>
              <a:gd name="T2" fmla="*/ 330 w 330"/>
              <a:gd name="T3" fmla="*/ 15 h 330"/>
              <a:gd name="T4" fmla="*/ 283 w 330"/>
              <a:gd name="T5" fmla="*/ 297 h 330"/>
              <a:gd name="T6" fmla="*/ 277 w 330"/>
              <a:gd name="T7" fmla="*/ 305 h 330"/>
              <a:gd name="T8" fmla="*/ 271 w 330"/>
              <a:gd name="T9" fmla="*/ 307 h 330"/>
              <a:gd name="T10" fmla="*/ 267 w 330"/>
              <a:gd name="T11" fmla="*/ 306 h 330"/>
              <a:gd name="T12" fmla="*/ 170 w 330"/>
              <a:gd name="T13" fmla="*/ 266 h 330"/>
              <a:gd name="T14" fmla="*/ 115 w 330"/>
              <a:gd name="T15" fmla="*/ 326 h 330"/>
              <a:gd name="T16" fmla="*/ 107 w 330"/>
              <a:gd name="T17" fmla="*/ 330 h 330"/>
              <a:gd name="T18" fmla="*/ 102 w 330"/>
              <a:gd name="T19" fmla="*/ 329 h 330"/>
              <a:gd name="T20" fmla="*/ 97 w 330"/>
              <a:gd name="T21" fmla="*/ 325 h 330"/>
              <a:gd name="T22" fmla="*/ 95 w 330"/>
              <a:gd name="T23" fmla="*/ 318 h 330"/>
              <a:gd name="T24" fmla="*/ 95 w 330"/>
              <a:gd name="T25" fmla="*/ 235 h 330"/>
              <a:gd name="T26" fmla="*/ 8 w 330"/>
              <a:gd name="T27" fmla="*/ 200 h 330"/>
              <a:gd name="T28" fmla="*/ 1 w 330"/>
              <a:gd name="T29" fmla="*/ 190 h 330"/>
              <a:gd name="T30" fmla="*/ 7 w 330"/>
              <a:gd name="T31" fmla="*/ 179 h 330"/>
              <a:gd name="T32" fmla="*/ 312 w 330"/>
              <a:gd name="T33" fmla="*/ 3 h 330"/>
              <a:gd name="T34" fmla="*/ 325 w 330"/>
              <a:gd name="T35" fmla="*/ 3 h 330"/>
              <a:gd name="T36" fmla="*/ 262 w 330"/>
              <a:gd name="T37" fmla="*/ 278 h 330"/>
              <a:gd name="T38" fmla="*/ 302 w 330"/>
              <a:gd name="T39" fmla="*/ 36 h 330"/>
              <a:gd name="T40" fmla="*/ 39 w 330"/>
              <a:gd name="T41" fmla="*/ 187 h 330"/>
              <a:gd name="T42" fmla="*/ 101 w 330"/>
              <a:gd name="T43" fmla="*/ 213 h 330"/>
              <a:gd name="T44" fmla="*/ 259 w 330"/>
              <a:gd name="T45" fmla="*/ 95 h 330"/>
              <a:gd name="T46" fmla="*/ 172 w 330"/>
              <a:gd name="T47" fmla="*/ 242 h 330"/>
              <a:gd name="T48" fmla="*/ 262 w 330"/>
              <a:gd name="T49" fmla="*/ 278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30" h="330">
                <a:moveTo>
                  <a:pt x="325" y="3"/>
                </a:moveTo>
                <a:cubicBezTo>
                  <a:pt x="329" y="6"/>
                  <a:pt x="330" y="10"/>
                  <a:pt x="330" y="15"/>
                </a:cubicBezTo>
                <a:cubicBezTo>
                  <a:pt x="283" y="297"/>
                  <a:pt x="283" y="297"/>
                  <a:pt x="283" y="297"/>
                </a:cubicBezTo>
                <a:cubicBezTo>
                  <a:pt x="282" y="301"/>
                  <a:pt x="280" y="303"/>
                  <a:pt x="277" y="305"/>
                </a:cubicBezTo>
                <a:cubicBezTo>
                  <a:pt x="275" y="306"/>
                  <a:pt x="273" y="307"/>
                  <a:pt x="271" y="307"/>
                </a:cubicBezTo>
                <a:cubicBezTo>
                  <a:pt x="270" y="307"/>
                  <a:pt x="268" y="306"/>
                  <a:pt x="267" y="306"/>
                </a:cubicBezTo>
                <a:cubicBezTo>
                  <a:pt x="170" y="266"/>
                  <a:pt x="170" y="266"/>
                  <a:pt x="170" y="266"/>
                </a:cubicBezTo>
                <a:cubicBezTo>
                  <a:pt x="115" y="326"/>
                  <a:pt x="115" y="326"/>
                  <a:pt x="115" y="326"/>
                </a:cubicBezTo>
                <a:cubicBezTo>
                  <a:pt x="113" y="329"/>
                  <a:pt x="110" y="330"/>
                  <a:pt x="107" y="330"/>
                </a:cubicBezTo>
                <a:cubicBezTo>
                  <a:pt x="105" y="330"/>
                  <a:pt x="103" y="330"/>
                  <a:pt x="102" y="329"/>
                </a:cubicBezTo>
                <a:cubicBezTo>
                  <a:pt x="100" y="329"/>
                  <a:pt x="98" y="327"/>
                  <a:pt x="97" y="325"/>
                </a:cubicBezTo>
                <a:cubicBezTo>
                  <a:pt x="95" y="323"/>
                  <a:pt x="95" y="321"/>
                  <a:pt x="95" y="318"/>
                </a:cubicBezTo>
                <a:cubicBezTo>
                  <a:pt x="95" y="235"/>
                  <a:pt x="95" y="235"/>
                  <a:pt x="95" y="235"/>
                </a:cubicBezTo>
                <a:cubicBezTo>
                  <a:pt x="8" y="200"/>
                  <a:pt x="8" y="200"/>
                  <a:pt x="8" y="200"/>
                </a:cubicBezTo>
                <a:cubicBezTo>
                  <a:pt x="4" y="198"/>
                  <a:pt x="1" y="195"/>
                  <a:pt x="1" y="190"/>
                </a:cubicBezTo>
                <a:cubicBezTo>
                  <a:pt x="0" y="185"/>
                  <a:pt x="2" y="182"/>
                  <a:pt x="7" y="179"/>
                </a:cubicBezTo>
                <a:cubicBezTo>
                  <a:pt x="312" y="3"/>
                  <a:pt x="312" y="3"/>
                  <a:pt x="312" y="3"/>
                </a:cubicBezTo>
                <a:cubicBezTo>
                  <a:pt x="316" y="0"/>
                  <a:pt x="321" y="1"/>
                  <a:pt x="325" y="3"/>
                </a:cubicBezTo>
                <a:close/>
                <a:moveTo>
                  <a:pt x="262" y="278"/>
                </a:moveTo>
                <a:cubicBezTo>
                  <a:pt x="302" y="36"/>
                  <a:pt x="302" y="36"/>
                  <a:pt x="302" y="36"/>
                </a:cubicBezTo>
                <a:cubicBezTo>
                  <a:pt x="39" y="187"/>
                  <a:pt x="39" y="187"/>
                  <a:pt x="39" y="187"/>
                </a:cubicBezTo>
                <a:cubicBezTo>
                  <a:pt x="101" y="213"/>
                  <a:pt x="101" y="213"/>
                  <a:pt x="101" y="213"/>
                </a:cubicBezTo>
                <a:cubicBezTo>
                  <a:pt x="259" y="95"/>
                  <a:pt x="259" y="95"/>
                  <a:pt x="259" y="95"/>
                </a:cubicBezTo>
                <a:cubicBezTo>
                  <a:pt x="172" y="242"/>
                  <a:pt x="172" y="242"/>
                  <a:pt x="172" y="242"/>
                </a:cubicBezTo>
                <a:lnTo>
                  <a:pt x="262" y="27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61"/>
          <p:cNvSpPr>
            <a:spLocks/>
          </p:cNvSpPr>
          <p:nvPr/>
        </p:nvSpPr>
        <p:spPr bwMode="auto">
          <a:xfrm>
            <a:off x="3336201" y="3731820"/>
            <a:ext cx="237574" cy="292824"/>
          </a:xfrm>
          <a:custGeom>
            <a:avLst/>
            <a:gdLst>
              <a:gd name="T0" fmla="*/ 230 w 230"/>
              <a:gd name="T1" fmla="*/ 11 h 282"/>
              <a:gd name="T2" fmla="*/ 230 w 230"/>
              <a:gd name="T3" fmla="*/ 24 h 282"/>
              <a:gd name="T4" fmla="*/ 226 w 230"/>
              <a:gd name="T5" fmla="*/ 35 h 282"/>
              <a:gd name="T6" fmla="*/ 219 w 230"/>
              <a:gd name="T7" fmla="*/ 41 h 282"/>
              <a:gd name="T8" fmla="*/ 209 w 230"/>
              <a:gd name="T9" fmla="*/ 42 h 282"/>
              <a:gd name="T10" fmla="*/ 203 w 230"/>
              <a:gd name="T11" fmla="*/ 47 h 282"/>
              <a:gd name="T12" fmla="*/ 202 w 230"/>
              <a:gd name="T13" fmla="*/ 59 h 282"/>
              <a:gd name="T14" fmla="*/ 202 w 230"/>
              <a:gd name="T15" fmla="*/ 270 h 282"/>
              <a:gd name="T16" fmla="*/ 199 w 230"/>
              <a:gd name="T17" fmla="*/ 278 h 282"/>
              <a:gd name="T18" fmla="*/ 191 w 230"/>
              <a:gd name="T19" fmla="*/ 282 h 282"/>
              <a:gd name="T20" fmla="*/ 171 w 230"/>
              <a:gd name="T21" fmla="*/ 282 h 282"/>
              <a:gd name="T22" fmla="*/ 163 w 230"/>
              <a:gd name="T23" fmla="*/ 278 h 282"/>
              <a:gd name="T24" fmla="*/ 160 w 230"/>
              <a:gd name="T25" fmla="*/ 270 h 282"/>
              <a:gd name="T26" fmla="*/ 160 w 230"/>
              <a:gd name="T27" fmla="*/ 47 h 282"/>
              <a:gd name="T28" fmla="*/ 134 w 230"/>
              <a:gd name="T29" fmla="*/ 47 h 282"/>
              <a:gd name="T30" fmla="*/ 134 w 230"/>
              <a:gd name="T31" fmla="*/ 270 h 282"/>
              <a:gd name="T32" fmla="*/ 131 w 230"/>
              <a:gd name="T33" fmla="*/ 278 h 282"/>
              <a:gd name="T34" fmla="*/ 123 w 230"/>
              <a:gd name="T35" fmla="*/ 282 h 282"/>
              <a:gd name="T36" fmla="*/ 103 w 230"/>
              <a:gd name="T37" fmla="*/ 282 h 282"/>
              <a:gd name="T38" fmla="*/ 95 w 230"/>
              <a:gd name="T39" fmla="*/ 278 h 282"/>
              <a:gd name="T40" fmla="*/ 92 w 230"/>
              <a:gd name="T41" fmla="*/ 270 h 282"/>
              <a:gd name="T42" fmla="*/ 92 w 230"/>
              <a:gd name="T43" fmla="*/ 179 h 282"/>
              <a:gd name="T44" fmla="*/ 47 w 230"/>
              <a:gd name="T45" fmla="*/ 169 h 282"/>
              <a:gd name="T46" fmla="*/ 11 w 230"/>
              <a:gd name="T47" fmla="*/ 136 h 282"/>
              <a:gd name="T48" fmla="*/ 0 w 230"/>
              <a:gd name="T49" fmla="*/ 88 h 282"/>
              <a:gd name="T50" fmla="*/ 16 w 230"/>
              <a:gd name="T51" fmla="*/ 36 h 282"/>
              <a:gd name="T52" fmla="*/ 54 w 230"/>
              <a:gd name="T53" fmla="*/ 6 h 282"/>
              <a:gd name="T54" fmla="*/ 131 w 230"/>
              <a:gd name="T55" fmla="*/ 0 h 282"/>
              <a:gd name="T56" fmla="*/ 219 w 230"/>
              <a:gd name="T57" fmla="*/ 0 h 282"/>
              <a:gd name="T58" fmla="*/ 227 w 230"/>
              <a:gd name="T59" fmla="*/ 3 h 282"/>
              <a:gd name="T60" fmla="*/ 230 w 230"/>
              <a:gd name="T61" fmla="*/ 11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30" h="282">
                <a:moveTo>
                  <a:pt x="230" y="11"/>
                </a:moveTo>
                <a:cubicBezTo>
                  <a:pt x="230" y="24"/>
                  <a:pt x="230" y="24"/>
                  <a:pt x="230" y="24"/>
                </a:cubicBezTo>
                <a:cubicBezTo>
                  <a:pt x="230" y="28"/>
                  <a:pt x="229" y="32"/>
                  <a:pt x="226" y="35"/>
                </a:cubicBezTo>
                <a:cubicBezTo>
                  <a:pt x="224" y="39"/>
                  <a:pt x="222" y="41"/>
                  <a:pt x="219" y="41"/>
                </a:cubicBezTo>
                <a:cubicBezTo>
                  <a:pt x="213" y="41"/>
                  <a:pt x="209" y="41"/>
                  <a:pt x="209" y="42"/>
                </a:cubicBezTo>
                <a:cubicBezTo>
                  <a:pt x="206" y="42"/>
                  <a:pt x="204" y="44"/>
                  <a:pt x="203" y="47"/>
                </a:cubicBezTo>
                <a:cubicBezTo>
                  <a:pt x="202" y="49"/>
                  <a:pt x="202" y="52"/>
                  <a:pt x="202" y="59"/>
                </a:cubicBezTo>
                <a:cubicBezTo>
                  <a:pt x="202" y="270"/>
                  <a:pt x="202" y="270"/>
                  <a:pt x="202" y="270"/>
                </a:cubicBezTo>
                <a:cubicBezTo>
                  <a:pt x="202" y="273"/>
                  <a:pt x="201" y="276"/>
                  <a:pt x="199" y="278"/>
                </a:cubicBezTo>
                <a:cubicBezTo>
                  <a:pt x="197" y="280"/>
                  <a:pt x="194" y="282"/>
                  <a:pt x="191" y="282"/>
                </a:cubicBezTo>
                <a:cubicBezTo>
                  <a:pt x="171" y="282"/>
                  <a:pt x="171" y="282"/>
                  <a:pt x="171" y="282"/>
                </a:cubicBezTo>
                <a:cubicBezTo>
                  <a:pt x="168" y="282"/>
                  <a:pt x="166" y="280"/>
                  <a:pt x="163" y="278"/>
                </a:cubicBezTo>
                <a:cubicBezTo>
                  <a:pt x="161" y="276"/>
                  <a:pt x="160" y="273"/>
                  <a:pt x="160" y="270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34" y="47"/>
                  <a:pt x="134" y="47"/>
                  <a:pt x="134" y="47"/>
                </a:cubicBezTo>
                <a:cubicBezTo>
                  <a:pt x="134" y="270"/>
                  <a:pt x="134" y="270"/>
                  <a:pt x="134" y="270"/>
                </a:cubicBezTo>
                <a:cubicBezTo>
                  <a:pt x="134" y="273"/>
                  <a:pt x="133" y="276"/>
                  <a:pt x="131" y="278"/>
                </a:cubicBezTo>
                <a:cubicBezTo>
                  <a:pt x="128" y="280"/>
                  <a:pt x="126" y="282"/>
                  <a:pt x="123" y="282"/>
                </a:cubicBezTo>
                <a:cubicBezTo>
                  <a:pt x="103" y="282"/>
                  <a:pt x="103" y="282"/>
                  <a:pt x="103" y="282"/>
                </a:cubicBezTo>
                <a:cubicBezTo>
                  <a:pt x="100" y="282"/>
                  <a:pt x="97" y="280"/>
                  <a:pt x="95" y="278"/>
                </a:cubicBezTo>
                <a:cubicBezTo>
                  <a:pt x="93" y="276"/>
                  <a:pt x="92" y="273"/>
                  <a:pt x="92" y="270"/>
                </a:cubicBezTo>
                <a:cubicBezTo>
                  <a:pt x="92" y="179"/>
                  <a:pt x="92" y="179"/>
                  <a:pt x="92" y="179"/>
                </a:cubicBezTo>
                <a:cubicBezTo>
                  <a:pt x="74" y="178"/>
                  <a:pt x="59" y="174"/>
                  <a:pt x="47" y="169"/>
                </a:cubicBezTo>
                <a:cubicBezTo>
                  <a:pt x="31" y="161"/>
                  <a:pt x="19" y="150"/>
                  <a:pt x="11" y="136"/>
                </a:cubicBezTo>
                <a:cubicBezTo>
                  <a:pt x="4" y="121"/>
                  <a:pt x="0" y="106"/>
                  <a:pt x="0" y="88"/>
                </a:cubicBezTo>
                <a:cubicBezTo>
                  <a:pt x="0" y="68"/>
                  <a:pt x="5" y="50"/>
                  <a:pt x="16" y="36"/>
                </a:cubicBezTo>
                <a:cubicBezTo>
                  <a:pt x="27" y="21"/>
                  <a:pt x="39" y="12"/>
                  <a:pt x="54" y="6"/>
                </a:cubicBezTo>
                <a:cubicBezTo>
                  <a:pt x="68" y="2"/>
                  <a:pt x="93" y="0"/>
                  <a:pt x="13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22" y="0"/>
                  <a:pt x="224" y="1"/>
                  <a:pt x="227" y="3"/>
                </a:cubicBezTo>
                <a:cubicBezTo>
                  <a:pt x="229" y="5"/>
                  <a:pt x="230" y="8"/>
                  <a:pt x="230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62"/>
          <p:cNvSpPr>
            <a:spLocks noEditPoints="1"/>
          </p:cNvSpPr>
          <p:nvPr/>
        </p:nvSpPr>
        <p:spPr bwMode="auto">
          <a:xfrm>
            <a:off x="3740905" y="3731820"/>
            <a:ext cx="292824" cy="292824"/>
          </a:xfrm>
          <a:custGeom>
            <a:avLst/>
            <a:gdLst>
              <a:gd name="T0" fmla="*/ 282 w 282"/>
              <a:gd name="T1" fmla="*/ 11 h 282"/>
              <a:gd name="T2" fmla="*/ 282 w 282"/>
              <a:gd name="T3" fmla="*/ 270 h 282"/>
              <a:gd name="T4" fmla="*/ 278 w 282"/>
              <a:gd name="T5" fmla="*/ 278 h 282"/>
              <a:gd name="T6" fmla="*/ 270 w 282"/>
              <a:gd name="T7" fmla="*/ 282 h 282"/>
              <a:gd name="T8" fmla="*/ 176 w 282"/>
              <a:gd name="T9" fmla="*/ 282 h 282"/>
              <a:gd name="T10" fmla="*/ 168 w 282"/>
              <a:gd name="T11" fmla="*/ 278 h 282"/>
              <a:gd name="T12" fmla="*/ 164 w 282"/>
              <a:gd name="T13" fmla="*/ 270 h 282"/>
              <a:gd name="T14" fmla="*/ 164 w 282"/>
              <a:gd name="T15" fmla="*/ 11 h 282"/>
              <a:gd name="T16" fmla="*/ 168 w 282"/>
              <a:gd name="T17" fmla="*/ 3 h 282"/>
              <a:gd name="T18" fmla="*/ 176 w 282"/>
              <a:gd name="T19" fmla="*/ 0 h 282"/>
              <a:gd name="T20" fmla="*/ 270 w 282"/>
              <a:gd name="T21" fmla="*/ 0 h 282"/>
              <a:gd name="T22" fmla="*/ 278 w 282"/>
              <a:gd name="T23" fmla="*/ 3 h 282"/>
              <a:gd name="T24" fmla="*/ 282 w 282"/>
              <a:gd name="T25" fmla="*/ 11 h 282"/>
              <a:gd name="T26" fmla="*/ 117 w 282"/>
              <a:gd name="T27" fmla="*/ 11 h 282"/>
              <a:gd name="T28" fmla="*/ 117 w 282"/>
              <a:gd name="T29" fmla="*/ 270 h 282"/>
              <a:gd name="T30" fmla="*/ 114 w 282"/>
              <a:gd name="T31" fmla="*/ 278 h 282"/>
              <a:gd name="T32" fmla="*/ 105 w 282"/>
              <a:gd name="T33" fmla="*/ 282 h 282"/>
              <a:gd name="T34" fmla="*/ 11 w 282"/>
              <a:gd name="T35" fmla="*/ 282 h 282"/>
              <a:gd name="T36" fmla="*/ 3 w 282"/>
              <a:gd name="T37" fmla="*/ 278 h 282"/>
              <a:gd name="T38" fmla="*/ 0 w 282"/>
              <a:gd name="T39" fmla="*/ 270 h 282"/>
              <a:gd name="T40" fmla="*/ 0 w 282"/>
              <a:gd name="T41" fmla="*/ 11 h 282"/>
              <a:gd name="T42" fmla="*/ 3 w 282"/>
              <a:gd name="T43" fmla="*/ 3 h 282"/>
              <a:gd name="T44" fmla="*/ 11 w 282"/>
              <a:gd name="T45" fmla="*/ 0 h 282"/>
              <a:gd name="T46" fmla="*/ 105 w 282"/>
              <a:gd name="T47" fmla="*/ 0 h 282"/>
              <a:gd name="T48" fmla="*/ 114 w 282"/>
              <a:gd name="T49" fmla="*/ 3 h 282"/>
              <a:gd name="T50" fmla="*/ 117 w 282"/>
              <a:gd name="T51" fmla="*/ 11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82" h="282">
                <a:moveTo>
                  <a:pt x="282" y="11"/>
                </a:moveTo>
                <a:cubicBezTo>
                  <a:pt x="282" y="270"/>
                  <a:pt x="282" y="270"/>
                  <a:pt x="282" y="270"/>
                </a:cubicBezTo>
                <a:cubicBezTo>
                  <a:pt x="282" y="273"/>
                  <a:pt x="280" y="276"/>
                  <a:pt x="278" y="278"/>
                </a:cubicBezTo>
                <a:cubicBezTo>
                  <a:pt x="276" y="280"/>
                  <a:pt x="273" y="282"/>
                  <a:pt x="270" y="282"/>
                </a:cubicBezTo>
                <a:cubicBezTo>
                  <a:pt x="176" y="282"/>
                  <a:pt x="176" y="282"/>
                  <a:pt x="176" y="282"/>
                </a:cubicBezTo>
                <a:cubicBezTo>
                  <a:pt x="173" y="282"/>
                  <a:pt x="170" y="280"/>
                  <a:pt x="168" y="278"/>
                </a:cubicBezTo>
                <a:cubicBezTo>
                  <a:pt x="165" y="276"/>
                  <a:pt x="164" y="273"/>
                  <a:pt x="164" y="270"/>
                </a:cubicBezTo>
                <a:cubicBezTo>
                  <a:pt x="164" y="11"/>
                  <a:pt x="164" y="11"/>
                  <a:pt x="164" y="11"/>
                </a:cubicBezTo>
                <a:cubicBezTo>
                  <a:pt x="164" y="8"/>
                  <a:pt x="165" y="6"/>
                  <a:pt x="168" y="3"/>
                </a:cubicBezTo>
                <a:cubicBezTo>
                  <a:pt x="170" y="1"/>
                  <a:pt x="173" y="0"/>
                  <a:pt x="176" y="0"/>
                </a:cubicBezTo>
                <a:cubicBezTo>
                  <a:pt x="270" y="0"/>
                  <a:pt x="270" y="0"/>
                  <a:pt x="270" y="0"/>
                </a:cubicBezTo>
                <a:cubicBezTo>
                  <a:pt x="273" y="0"/>
                  <a:pt x="276" y="1"/>
                  <a:pt x="278" y="3"/>
                </a:cubicBezTo>
                <a:cubicBezTo>
                  <a:pt x="280" y="6"/>
                  <a:pt x="282" y="8"/>
                  <a:pt x="282" y="11"/>
                </a:cubicBezTo>
                <a:close/>
                <a:moveTo>
                  <a:pt x="117" y="11"/>
                </a:moveTo>
                <a:cubicBezTo>
                  <a:pt x="117" y="270"/>
                  <a:pt x="117" y="270"/>
                  <a:pt x="117" y="270"/>
                </a:cubicBezTo>
                <a:cubicBezTo>
                  <a:pt x="117" y="273"/>
                  <a:pt x="116" y="276"/>
                  <a:pt x="114" y="278"/>
                </a:cubicBezTo>
                <a:cubicBezTo>
                  <a:pt x="111" y="280"/>
                  <a:pt x="109" y="282"/>
                  <a:pt x="105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8" y="282"/>
                  <a:pt x="5" y="280"/>
                  <a:pt x="3" y="278"/>
                </a:cubicBezTo>
                <a:cubicBezTo>
                  <a:pt x="1" y="276"/>
                  <a:pt x="0" y="273"/>
                  <a:pt x="0" y="27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9" y="0"/>
                  <a:pt x="111" y="1"/>
                  <a:pt x="114" y="3"/>
                </a:cubicBezTo>
                <a:cubicBezTo>
                  <a:pt x="116" y="6"/>
                  <a:pt x="117" y="8"/>
                  <a:pt x="117" y="1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63"/>
          <p:cNvSpPr>
            <a:spLocks noEditPoints="1"/>
          </p:cNvSpPr>
          <p:nvPr/>
        </p:nvSpPr>
        <p:spPr bwMode="auto">
          <a:xfrm>
            <a:off x="5700891" y="1103313"/>
            <a:ext cx="364648" cy="341168"/>
          </a:xfrm>
          <a:custGeom>
            <a:avLst/>
            <a:gdLst>
              <a:gd name="T0" fmla="*/ 60 w 351"/>
              <a:gd name="T1" fmla="*/ 188 h 328"/>
              <a:gd name="T2" fmla="*/ 10 w 351"/>
              <a:gd name="T3" fmla="*/ 180 h 328"/>
              <a:gd name="T4" fmla="*/ 22 w 351"/>
              <a:gd name="T5" fmla="*/ 94 h 328"/>
              <a:gd name="T6" fmla="*/ 48 w 351"/>
              <a:gd name="T7" fmla="*/ 106 h 328"/>
              <a:gd name="T8" fmla="*/ 94 w 351"/>
              <a:gd name="T9" fmla="*/ 105 h 328"/>
              <a:gd name="T10" fmla="*/ 108 w 351"/>
              <a:gd name="T11" fmla="*/ 164 h 328"/>
              <a:gd name="T12" fmla="*/ 291 w 351"/>
              <a:gd name="T13" fmla="*/ 315 h 328"/>
              <a:gd name="T14" fmla="*/ 95 w 351"/>
              <a:gd name="T15" fmla="*/ 328 h 328"/>
              <a:gd name="T16" fmla="*/ 46 w 351"/>
              <a:gd name="T17" fmla="*/ 281 h 328"/>
              <a:gd name="T18" fmla="*/ 50 w 351"/>
              <a:gd name="T19" fmla="*/ 242 h 328"/>
              <a:gd name="T20" fmla="*/ 62 w 351"/>
              <a:gd name="T21" fmla="*/ 204 h 328"/>
              <a:gd name="T22" fmla="*/ 89 w 351"/>
              <a:gd name="T23" fmla="*/ 180 h 328"/>
              <a:gd name="T24" fmla="*/ 118 w 351"/>
              <a:gd name="T25" fmla="*/ 180 h 328"/>
              <a:gd name="T26" fmla="*/ 151 w 351"/>
              <a:gd name="T27" fmla="*/ 197 h 328"/>
              <a:gd name="T28" fmla="*/ 200 w 351"/>
              <a:gd name="T29" fmla="*/ 197 h 328"/>
              <a:gd name="T30" fmla="*/ 233 w 351"/>
              <a:gd name="T31" fmla="*/ 180 h 328"/>
              <a:gd name="T32" fmla="*/ 261 w 351"/>
              <a:gd name="T33" fmla="*/ 180 h 328"/>
              <a:gd name="T34" fmla="*/ 288 w 351"/>
              <a:gd name="T35" fmla="*/ 204 h 328"/>
              <a:gd name="T36" fmla="*/ 301 w 351"/>
              <a:gd name="T37" fmla="*/ 242 h 328"/>
              <a:gd name="T38" fmla="*/ 304 w 351"/>
              <a:gd name="T39" fmla="*/ 281 h 328"/>
              <a:gd name="T40" fmla="*/ 103 w 351"/>
              <a:gd name="T41" fmla="*/ 80 h 328"/>
              <a:gd name="T42" fmla="*/ 37 w 351"/>
              <a:gd name="T43" fmla="*/ 80 h 328"/>
              <a:gd name="T44" fmla="*/ 37 w 351"/>
              <a:gd name="T45" fmla="*/ 14 h 328"/>
              <a:gd name="T46" fmla="*/ 103 w 351"/>
              <a:gd name="T47" fmla="*/ 14 h 328"/>
              <a:gd name="T48" fmla="*/ 245 w 351"/>
              <a:gd name="T49" fmla="*/ 117 h 328"/>
              <a:gd name="T50" fmla="*/ 175 w 351"/>
              <a:gd name="T51" fmla="*/ 188 h 328"/>
              <a:gd name="T52" fmla="*/ 105 w 351"/>
              <a:gd name="T53" fmla="*/ 117 h 328"/>
              <a:gd name="T54" fmla="*/ 175 w 351"/>
              <a:gd name="T55" fmla="*/ 47 h 328"/>
              <a:gd name="T56" fmla="*/ 245 w 351"/>
              <a:gd name="T57" fmla="*/ 117 h 328"/>
              <a:gd name="T58" fmla="*/ 341 w 351"/>
              <a:gd name="T59" fmla="*/ 180 h 328"/>
              <a:gd name="T60" fmla="*/ 291 w 351"/>
              <a:gd name="T61" fmla="*/ 188 h 328"/>
              <a:gd name="T62" fmla="*/ 257 w 351"/>
              <a:gd name="T63" fmla="*/ 117 h 328"/>
              <a:gd name="T64" fmla="*/ 281 w 351"/>
              <a:gd name="T65" fmla="*/ 110 h 328"/>
              <a:gd name="T66" fmla="*/ 320 w 351"/>
              <a:gd name="T67" fmla="*/ 98 h 328"/>
              <a:gd name="T68" fmla="*/ 351 w 351"/>
              <a:gd name="T69" fmla="*/ 159 h 328"/>
              <a:gd name="T70" fmla="*/ 314 w 351"/>
              <a:gd name="T71" fmla="*/ 80 h 328"/>
              <a:gd name="T72" fmla="*/ 247 w 351"/>
              <a:gd name="T73" fmla="*/ 80 h 328"/>
              <a:gd name="T74" fmla="*/ 247 w 351"/>
              <a:gd name="T75" fmla="*/ 14 h 328"/>
              <a:gd name="T76" fmla="*/ 314 w 351"/>
              <a:gd name="T77" fmla="*/ 14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1" h="328">
                <a:moveTo>
                  <a:pt x="108" y="164"/>
                </a:moveTo>
                <a:cubicBezTo>
                  <a:pt x="88" y="165"/>
                  <a:pt x="72" y="173"/>
                  <a:pt x="60" y="188"/>
                </a:cubicBezTo>
                <a:cubicBezTo>
                  <a:pt x="35" y="188"/>
                  <a:pt x="35" y="188"/>
                  <a:pt x="35" y="188"/>
                </a:cubicBezTo>
                <a:cubicBezTo>
                  <a:pt x="25" y="188"/>
                  <a:pt x="17" y="185"/>
                  <a:pt x="10" y="180"/>
                </a:cubicBezTo>
                <a:cubicBezTo>
                  <a:pt x="3" y="175"/>
                  <a:pt x="0" y="168"/>
                  <a:pt x="0" y="159"/>
                </a:cubicBezTo>
                <a:cubicBezTo>
                  <a:pt x="0" y="116"/>
                  <a:pt x="7" y="94"/>
                  <a:pt x="22" y="94"/>
                </a:cubicBezTo>
                <a:cubicBezTo>
                  <a:pt x="23" y="94"/>
                  <a:pt x="26" y="95"/>
                  <a:pt x="30" y="98"/>
                </a:cubicBezTo>
                <a:cubicBezTo>
                  <a:pt x="35" y="100"/>
                  <a:pt x="41" y="103"/>
                  <a:pt x="48" y="106"/>
                </a:cubicBezTo>
                <a:cubicBezTo>
                  <a:pt x="55" y="108"/>
                  <a:pt x="63" y="110"/>
                  <a:pt x="70" y="110"/>
                </a:cubicBezTo>
                <a:cubicBezTo>
                  <a:pt x="78" y="110"/>
                  <a:pt x="86" y="108"/>
                  <a:pt x="94" y="105"/>
                </a:cubicBezTo>
                <a:cubicBezTo>
                  <a:pt x="94" y="110"/>
                  <a:pt x="93" y="114"/>
                  <a:pt x="93" y="117"/>
                </a:cubicBezTo>
                <a:cubicBezTo>
                  <a:pt x="93" y="134"/>
                  <a:pt x="98" y="150"/>
                  <a:pt x="108" y="164"/>
                </a:cubicBezTo>
                <a:close/>
                <a:moveTo>
                  <a:pt x="304" y="281"/>
                </a:moveTo>
                <a:cubicBezTo>
                  <a:pt x="304" y="295"/>
                  <a:pt x="299" y="307"/>
                  <a:pt x="291" y="315"/>
                </a:cubicBezTo>
                <a:cubicBezTo>
                  <a:pt x="282" y="324"/>
                  <a:pt x="270" y="328"/>
                  <a:pt x="255" y="328"/>
                </a:cubicBezTo>
                <a:cubicBezTo>
                  <a:pt x="95" y="328"/>
                  <a:pt x="95" y="328"/>
                  <a:pt x="95" y="328"/>
                </a:cubicBezTo>
                <a:cubicBezTo>
                  <a:pt x="81" y="328"/>
                  <a:pt x="69" y="324"/>
                  <a:pt x="60" y="315"/>
                </a:cubicBezTo>
                <a:cubicBezTo>
                  <a:pt x="51" y="307"/>
                  <a:pt x="46" y="295"/>
                  <a:pt x="46" y="281"/>
                </a:cubicBezTo>
                <a:cubicBezTo>
                  <a:pt x="46" y="274"/>
                  <a:pt x="47" y="268"/>
                  <a:pt x="47" y="262"/>
                </a:cubicBezTo>
                <a:cubicBezTo>
                  <a:pt x="48" y="256"/>
                  <a:pt x="48" y="249"/>
                  <a:pt x="50" y="242"/>
                </a:cubicBezTo>
                <a:cubicBezTo>
                  <a:pt x="51" y="235"/>
                  <a:pt x="53" y="228"/>
                  <a:pt x="55" y="222"/>
                </a:cubicBezTo>
                <a:cubicBezTo>
                  <a:pt x="56" y="216"/>
                  <a:pt x="59" y="210"/>
                  <a:pt x="62" y="204"/>
                </a:cubicBezTo>
                <a:cubicBezTo>
                  <a:pt x="66" y="198"/>
                  <a:pt x="69" y="193"/>
                  <a:pt x="74" y="189"/>
                </a:cubicBezTo>
                <a:cubicBezTo>
                  <a:pt x="78" y="185"/>
                  <a:pt x="83" y="182"/>
                  <a:pt x="89" y="180"/>
                </a:cubicBezTo>
                <a:cubicBezTo>
                  <a:pt x="96" y="177"/>
                  <a:pt x="102" y="176"/>
                  <a:pt x="110" y="176"/>
                </a:cubicBezTo>
                <a:cubicBezTo>
                  <a:pt x="111" y="176"/>
                  <a:pt x="114" y="177"/>
                  <a:pt x="118" y="180"/>
                </a:cubicBezTo>
                <a:cubicBezTo>
                  <a:pt x="122" y="183"/>
                  <a:pt x="126" y="185"/>
                  <a:pt x="131" y="189"/>
                </a:cubicBezTo>
                <a:cubicBezTo>
                  <a:pt x="136" y="192"/>
                  <a:pt x="142" y="195"/>
                  <a:pt x="151" y="197"/>
                </a:cubicBezTo>
                <a:cubicBezTo>
                  <a:pt x="159" y="200"/>
                  <a:pt x="167" y="201"/>
                  <a:pt x="175" y="201"/>
                </a:cubicBezTo>
                <a:cubicBezTo>
                  <a:pt x="183" y="201"/>
                  <a:pt x="192" y="200"/>
                  <a:pt x="200" y="197"/>
                </a:cubicBezTo>
                <a:cubicBezTo>
                  <a:pt x="208" y="195"/>
                  <a:pt x="215" y="192"/>
                  <a:pt x="219" y="189"/>
                </a:cubicBezTo>
                <a:cubicBezTo>
                  <a:pt x="224" y="185"/>
                  <a:pt x="229" y="183"/>
                  <a:pt x="233" y="180"/>
                </a:cubicBezTo>
                <a:cubicBezTo>
                  <a:pt x="237" y="177"/>
                  <a:pt x="239" y="176"/>
                  <a:pt x="241" y="176"/>
                </a:cubicBezTo>
                <a:cubicBezTo>
                  <a:pt x="248" y="176"/>
                  <a:pt x="255" y="177"/>
                  <a:pt x="261" y="180"/>
                </a:cubicBezTo>
                <a:cubicBezTo>
                  <a:pt x="267" y="182"/>
                  <a:pt x="272" y="185"/>
                  <a:pt x="277" y="189"/>
                </a:cubicBezTo>
                <a:cubicBezTo>
                  <a:pt x="281" y="193"/>
                  <a:pt x="285" y="198"/>
                  <a:pt x="288" y="204"/>
                </a:cubicBezTo>
                <a:cubicBezTo>
                  <a:pt x="291" y="210"/>
                  <a:pt x="294" y="216"/>
                  <a:pt x="296" y="222"/>
                </a:cubicBezTo>
                <a:cubicBezTo>
                  <a:pt x="298" y="228"/>
                  <a:pt x="299" y="235"/>
                  <a:pt x="301" y="242"/>
                </a:cubicBezTo>
                <a:cubicBezTo>
                  <a:pt x="302" y="249"/>
                  <a:pt x="303" y="256"/>
                  <a:pt x="303" y="262"/>
                </a:cubicBezTo>
                <a:cubicBezTo>
                  <a:pt x="304" y="268"/>
                  <a:pt x="304" y="274"/>
                  <a:pt x="304" y="281"/>
                </a:cubicBezTo>
                <a:close/>
                <a:moveTo>
                  <a:pt x="117" y="47"/>
                </a:moveTo>
                <a:cubicBezTo>
                  <a:pt x="117" y="60"/>
                  <a:pt x="112" y="71"/>
                  <a:pt x="103" y="80"/>
                </a:cubicBezTo>
                <a:cubicBezTo>
                  <a:pt x="94" y="89"/>
                  <a:pt x="83" y="94"/>
                  <a:pt x="70" y="94"/>
                </a:cubicBezTo>
                <a:cubicBezTo>
                  <a:pt x="57" y="94"/>
                  <a:pt x="46" y="89"/>
                  <a:pt x="37" y="80"/>
                </a:cubicBezTo>
                <a:cubicBezTo>
                  <a:pt x="28" y="71"/>
                  <a:pt x="23" y="60"/>
                  <a:pt x="23" y="47"/>
                </a:cubicBezTo>
                <a:cubicBezTo>
                  <a:pt x="23" y="34"/>
                  <a:pt x="28" y="23"/>
                  <a:pt x="37" y="14"/>
                </a:cubicBezTo>
                <a:cubicBezTo>
                  <a:pt x="46" y="5"/>
                  <a:pt x="57" y="0"/>
                  <a:pt x="70" y="0"/>
                </a:cubicBezTo>
                <a:cubicBezTo>
                  <a:pt x="83" y="0"/>
                  <a:pt x="94" y="5"/>
                  <a:pt x="103" y="14"/>
                </a:cubicBezTo>
                <a:cubicBezTo>
                  <a:pt x="112" y="23"/>
                  <a:pt x="117" y="34"/>
                  <a:pt x="117" y="47"/>
                </a:cubicBezTo>
                <a:close/>
                <a:moveTo>
                  <a:pt x="245" y="117"/>
                </a:moveTo>
                <a:cubicBezTo>
                  <a:pt x="245" y="137"/>
                  <a:pt x="239" y="153"/>
                  <a:pt x="225" y="167"/>
                </a:cubicBezTo>
                <a:cubicBezTo>
                  <a:pt x="211" y="181"/>
                  <a:pt x="195" y="188"/>
                  <a:pt x="175" y="188"/>
                </a:cubicBezTo>
                <a:cubicBezTo>
                  <a:pt x="156" y="188"/>
                  <a:pt x="139" y="181"/>
                  <a:pt x="126" y="167"/>
                </a:cubicBezTo>
                <a:cubicBezTo>
                  <a:pt x="112" y="153"/>
                  <a:pt x="105" y="137"/>
                  <a:pt x="105" y="117"/>
                </a:cubicBezTo>
                <a:cubicBezTo>
                  <a:pt x="105" y="98"/>
                  <a:pt x="112" y="82"/>
                  <a:pt x="126" y="68"/>
                </a:cubicBezTo>
                <a:cubicBezTo>
                  <a:pt x="139" y="54"/>
                  <a:pt x="156" y="47"/>
                  <a:pt x="175" y="47"/>
                </a:cubicBezTo>
                <a:cubicBezTo>
                  <a:pt x="195" y="47"/>
                  <a:pt x="211" y="54"/>
                  <a:pt x="225" y="68"/>
                </a:cubicBezTo>
                <a:cubicBezTo>
                  <a:pt x="239" y="82"/>
                  <a:pt x="245" y="98"/>
                  <a:pt x="245" y="117"/>
                </a:cubicBezTo>
                <a:close/>
                <a:moveTo>
                  <a:pt x="351" y="159"/>
                </a:moveTo>
                <a:cubicBezTo>
                  <a:pt x="351" y="168"/>
                  <a:pt x="347" y="175"/>
                  <a:pt x="341" y="180"/>
                </a:cubicBezTo>
                <a:cubicBezTo>
                  <a:pt x="334" y="185"/>
                  <a:pt x="325" y="188"/>
                  <a:pt x="315" y="188"/>
                </a:cubicBezTo>
                <a:cubicBezTo>
                  <a:pt x="291" y="188"/>
                  <a:pt x="291" y="188"/>
                  <a:pt x="291" y="188"/>
                </a:cubicBezTo>
                <a:cubicBezTo>
                  <a:pt x="278" y="173"/>
                  <a:pt x="262" y="165"/>
                  <a:pt x="242" y="164"/>
                </a:cubicBezTo>
                <a:cubicBezTo>
                  <a:pt x="252" y="150"/>
                  <a:pt x="257" y="134"/>
                  <a:pt x="257" y="117"/>
                </a:cubicBezTo>
                <a:cubicBezTo>
                  <a:pt x="257" y="114"/>
                  <a:pt x="257" y="110"/>
                  <a:pt x="256" y="105"/>
                </a:cubicBezTo>
                <a:cubicBezTo>
                  <a:pt x="264" y="108"/>
                  <a:pt x="272" y="110"/>
                  <a:pt x="281" y="110"/>
                </a:cubicBezTo>
                <a:cubicBezTo>
                  <a:pt x="288" y="110"/>
                  <a:pt x="295" y="108"/>
                  <a:pt x="302" y="106"/>
                </a:cubicBezTo>
                <a:cubicBezTo>
                  <a:pt x="310" y="103"/>
                  <a:pt x="316" y="100"/>
                  <a:pt x="320" y="98"/>
                </a:cubicBezTo>
                <a:cubicBezTo>
                  <a:pt x="325" y="95"/>
                  <a:pt x="327" y="94"/>
                  <a:pt x="328" y="94"/>
                </a:cubicBezTo>
                <a:cubicBezTo>
                  <a:pt x="343" y="94"/>
                  <a:pt x="351" y="116"/>
                  <a:pt x="351" y="159"/>
                </a:cubicBezTo>
                <a:close/>
                <a:moveTo>
                  <a:pt x="327" y="47"/>
                </a:moveTo>
                <a:cubicBezTo>
                  <a:pt x="327" y="60"/>
                  <a:pt x="323" y="71"/>
                  <a:pt x="314" y="80"/>
                </a:cubicBezTo>
                <a:cubicBezTo>
                  <a:pt x="304" y="89"/>
                  <a:pt x="293" y="94"/>
                  <a:pt x="281" y="94"/>
                </a:cubicBezTo>
                <a:cubicBezTo>
                  <a:pt x="268" y="94"/>
                  <a:pt x="257" y="89"/>
                  <a:pt x="247" y="80"/>
                </a:cubicBezTo>
                <a:cubicBezTo>
                  <a:pt x="238" y="71"/>
                  <a:pt x="234" y="60"/>
                  <a:pt x="234" y="47"/>
                </a:cubicBezTo>
                <a:cubicBezTo>
                  <a:pt x="234" y="34"/>
                  <a:pt x="238" y="23"/>
                  <a:pt x="247" y="14"/>
                </a:cubicBezTo>
                <a:cubicBezTo>
                  <a:pt x="257" y="5"/>
                  <a:pt x="268" y="0"/>
                  <a:pt x="281" y="0"/>
                </a:cubicBezTo>
                <a:cubicBezTo>
                  <a:pt x="293" y="0"/>
                  <a:pt x="304" y="5"/>
                  <a:pt x="314" y="14"/>
                </a:cubicBezTo>
                <a:cubicBezTo>
                  <a:pt x="323" y="23"/>
                  <a:pt x="327" y="34"/>
                  <a:pt x="327" y="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64"/>
          <p:cNvSpPr>
            <a:spLocks noEditPoints="1"/>
          </p:cNvSpPr>
          <p:nvPr/>
        </p:nvSpPr>
        <p:spPr bwMode="auto">
          <a:xfrm>
            <a:off x="5749234" y="2416876"/>
            <a:ext cx="267961" cy="316305"/>
          </a:xfrm>
          <a:custGeom>
            <a:avLst/>
            <a:gdLst>
              <a:gd name="T0" fmla="*/ 123 w 258"/>
              <a:gd name="T1" fmla="*/ 199 h 304"/>
              <a:gd name="T2" fmla="*/ 82 w 258"/>
              <a:gd name="T3" fmla="*/ 164 h 304"/>
              <a:gd name="T4" fmla="*/ 153 w 258"/>
              <a:gd name="T5" fmla="*/ 281 h 304"/>
              <a:gd name="T6" fmla="*/ 153 w 258"/>
              <a:gd name="T7" fmla="*/ 176 h 304"/>
              <a:gd name="T8" fmla="*/ 153 w 258"/>
              <a:gd name="T9" fmla="*/ 281 h 304"/>
              <a:gd name="T10" fmla="*/ 181 w 258"/>
              <a:gd name="T11" fmla="*/ 95 h 304"/>
              <a:gd name="T12" fmla="*/ 133 w 258"/>
              <a:gd name="T13" fmla="*/ 97 h 304"/>
              <a:gd name="T14" fmla="*/ 125 w 258"/>
              <a:gd name="T15" fmla="*/ 97 h 304"/>
              <a:gd name="T16" fmla="*/ 77 w 258"/>
              <a:gd name="T17" fmla="*/ 95 h 304"/>
              <a:gd name="T18" fmla="*/ 77 w 258"/>
              <a:gd name="T19" fmla="*/ 101 h 304"/>
              <a:gd name="T20" fmla="*/ 80 w 258"/>
              <a:gd name="T21" fmla="*/ 104 h 304"/>
              <a:gd name="T22" fmla="*/ 83 w 258"/>
              <a:gd name="T23" fmla="*/ 112 h 304"/>
              <a:gd name="T24" fmla="*/ 86 w 258"/>
              <a:gd name="T25" fmla="*/ 118 h 304"/>
              <a:gd name="T26" fmla="*/ 89 w 258"/>
              <a:gd name="T27" fmla="*/ 123 h 304"/>
              <a:gd name="T28" fmla="*/ 95 w 258"/>
              <a:gd name="T29" fmla="*/ 126 h 304"/>
              <a:gd name="T30" fmla="*/ 103 w 258"/>
              <a:gd name="T31" fmla="*/ 127 h 304"/>
              <a:gd name="T32" fmla="*/ 120 w 258"/>
              <a:gd name="T33" fmla="*/ 119 h 304"/>
              <a:gd name="T34" fmla="*/ 125 w 258"/>
              <a:gd name="T35" fmla="*/ 108 h 304"/>
              <a:gd name="T36" fmla="*/ 130 w 258"/>
              <a:gd name="T37" fmla="*/ 105 h 304"/>
              <a:gd name="T38" fmla="*/ 136 w 258"/>
              <a:gd name="T39" fmla="*/ 113 h 304"/>
              <a:gd name="T40" fmla="*/ 144 w 258"/>
              <a:gd name="T41" fmla="*/ 125 h 304"/>
              <a:gd name="T42" fmla="*/ 159 w 258"/>
              <a:gd name="T43" fmla="*/ 127 h 304"/>
              <a:gd name="T44" fmla="*/ 166 w 258"/>
              <a:gd name="T45" fmla="*/ 125 h 304"/>
              <a:gd name="T46" fmla="*/ 171 w 258"/>
              <a:gd name="T47" fmla="*/ 120 h 304"/>
              <a:gd name="T48" fmla="*/ 174 w 258"/>
              <a:gd name="T49" fmla="*/ 115 h 304"/>
              <a:gd name="T50" fmla="*/ 177 w 258"/>
              <a:gd name="T51" fmla="*/ 108 h 304"/>
              <a:gd name="T52" fmla="*/ 180 w 258"/>
              <a:gd name="T53" fmla="*/ 102 h 304"/>
              <a:gd name="T54" fmla="*/ 182 w 258"/>
              <a:gd name="T55" fmla="*/ 96 h 304"/>
              <a:gd name="T56" fmla="*/ 245 w 258"/>
              <a:gd name="T57" fmla="*/ 292 h 304"/>
              <a:gd name="T58" fmla="*/ 49 w 258"/>
              <a:gd name="T59" fmla="*/ 304 h 304"/>
              <a:gd name="T60" fmla="*/ 0 w 258"/>
              <a:gd name="T61" fmla="*/ 257 h 304"/>
              <a:gd name="T62" fmla="*/ 5 w 258"/>
              <a:gd name="T63" fmla="*/ 212 h 304"/>
              <a:gd name="T64" fmla="*/ 23 w 258"/>
              <a:gd name="T65" fmla="*/ 171 h 304"/>
              <a:gd name="T66" fmla="*/ 24 w 258"/>
              <a:gd name="T67" fmla="*/ 117 h 304"/>
              <a:gd name="T68" fmla="*/ 59 w 258"/>
              <a:gd name="T69" fmla="*/ 94 h 304"/>
              <a:gd name="T70" fmla="*/ 24 w 258"/>
              <a:gd name="T71" fmla="*/ 70 h 304"/>
              <a:gd name="T72" fmla="*/ 72 w 258"/>
              <a:gd name="T73" fmla="*/ 28 h 304"/>
              <a:gd name="T74" fmla="*/ 98 w 258"/>
              <a:gd name="T75" fmla="*/ 0 h 304"/>
              <a:gd name="T76" fmla="*/ 129 w 258"/>
              <a:gd name="T77" fmla="*/ 11 h 304"/>
              <a:gd name="T78" fmla="*/ 160 w 258"/>
              <a:gd name="T79" fmla="*/ 0 h 304"/>
              <a:gd name="T80" fmla="*/ 187 w 258"/>
              <a:gd name="T81" fmla="*/ 28 h 304"/>
              <a:gd name="T82" fmla="*/ 235 w 258"/>
              <a:gd name="T83" fmla="*/ 70 h 304"/>
              <a:gd name="T84" fmla="*/ 195 w 258"/>
              <a:gd name="T85" fmla="*/ 117 h 304"/>
              <a:gd name="T86" fmla="*/ 220 w 258"/>
              <a:gd name="T87" fmla="*/ 158 h 304"/>
              <a:gd name="T88" fmla="*/ 251 w 258"/>
              <a:gd name="T89" fmla="*/ 202 h 304"/>
              <a:gd name="T90" fmla="*/ 258 w 258"/>
              <a:gd name="T91" fmla="*/ 257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8" h="304">
                <a:moveTo>
                  <a:pt x="106" y="281"/>
                </a:moveTo>
                <a:cubicBezTo>
                  <a:pt x="123" y="199"/>
                  <a:pt x="123" y="199"/>
                  <a:pt x="123" y="199"/>
                </a:cubicBezTo>
                <a:cubicBezTo>
                  <a:pt x="106" y="176"/>
                  <a:pt x="106" y="176"/>
                  <a:pt x="106" y="176"/>
                </a:cubicBezTo>
                <a:cubicBezTo>
                  <a:pt x="82" y="164"/>
                  <a:pt x="82" y="164"/>
                  <a:pt x="82" y="164"/>
                </a:cubicBezTo>
                <a:lnTo>
                  <a:pt x="106" y="281"/>
                </a:lnTo>
                <a:close/>
                <a:moveTo>
                  <a:pt x="153" y="281"/>
                </a:moveTo>
                <a:cubicBezTo>
                  <a:pt x="176" y="164"/>
                  <a:pt x="176" y="164"/>
                  <a:pt x="176" y="164"/>
                </a:cubicBezTo>
                <a:cubicBezTo>
                  <a:pt x="153" y="176"/>
                  <a:pt x="153" y="176"/>
                  <a:pt x="153" y="176"/>
                </a:cubicBezTo>
                <a:cubicBezTo>
                  <a:pt x="135" y="199"/>
                  <a:pt x="135" y="199"/>
                  <a:pt x="135" y="199"/>
                </a:cubicBezTo>
                <a:lnTo>
                  <a:pt x="153" y="281"/>
                </a:lnTo>
                <a:close/>
                <a:moveTo>
                  <a:pt x="182" y="96"/>
                </a:moveTo>
                <a:cubicBezTo>
                  <a:pt x="182" y="96"/>
                  <a:pt x="181" y="95"/>
                  <a:pt x="181" y="95"/>
                </a:cubicBezTo>
                <a:cubicBezTo>
                  <a:pt x="180" y="94"/>
                  <a:pt x="174" y="94"/>
                  <a:pt x="164" y="94"/>
                </a:cubicBezTo>
                <a:cubicBezTo>
                  <a:pt x="155" y="94"/>
                  <a:pt x="145" y="95"/>
                  <a:pt x="133" y="97"/>
                </a:cubicBezTo>
                <a:cubicBezTo>
                  <a:pt x="132" y="97"/>
                  <a:pt x="131" y="97"/>
                  <a:pt x="129" y="97"/>
                </a:cubicBezTo>
                <a:cubicBezTo>
                  <a:pt x="127" y="97"/>
                  <a:pt x="126" y="97"/>
                  <a:pt x="125" y="97"/>
                </a:cubicBezTo>
                <a:cubicBezTo>
                  <a:pt x="114" y="95"/>
                  <a:pt x="103" y="94"/>
                  <a:pt x="95" y="94"/>
                </a:cubicBezTo>
                <a:cubicBezTo>
                  <a:pt x="84" y="94"/>
                  <a:pt x="78" y="94"/>
                  <a:pt x="77" y="95"/>
                </a:cubicBezTo>
                <a:cubicBezTo>
                  <a:pt x="77" y="95"/>
                  <a:pt x="77" y="96"/>
                  <a:pt x="77" y="96"/>
                </a:cubicBezTo>
                <a:cubicBezTo>
                  <a:pt x="77" y="98"/>
                  <a:pt x="77" y="100"/>
                  <a:pt x="77" y="101"/>
                </a:cubicBezTo>
                <a:cubicBezTo>
                  <a:pt x="78" y="101"/>
                  <a:pt x="78" y="102"/>
                  <a:pt x="79" y="102"/>
                </a:cubicBezTo>
                <a:cubicBezTo>
                  <a:pt x="79" y="103"/>
                  <a:pt x="80" y="103"/>
                  <a:pt x="80" y="104"/>
                </a:cubicBezTo>
                <a:cubicBezTo>
                  <a:pt x="80" y="105"/>
                  <a:pt x="81" y="106"/>
                  <a:pt x="81" y="108"/>
                </a:cubicBezTo>
                <a:cubicBezTo>
                  <a:pt x="82" y="110"/>
                  <a:pt x="82" y="111"/>
                  <a:pt x="83" y="112"/>
                </a:cubicBezTo>
                <a:cubicBezTo>
                  <a:pt x="83" y="112"/>
                  <a:pt x="83" y="113"/>
                  <a:pt x="84" y="115"/>
                </a:cubicBezTo>
                <a:cubicBezTo>
                  <a:pt x="85" y="116"/>
                  <a:pt x="85" y="117"/>
                  <a:pt x="86" y="118"/>
                </a:cubicBezTo>
                <a:cubicBezTo>
                  <a:pt x="86" y="118"/>
                  <a:pt x="86" y="119"/>
                  <a:pt x="87" y="120"/>
                </a:cubicBezTo>
                <a:cubicBezTo>
                  <a:pt x="88" y="122"/>
                  <a:pt x="89" y="123"/>
                  <a:pt x="89" y="123"/>
                </a:cubicBezTo>
                <a:cubicBezTo>
                  <a:pt x="90" y="123"/>
                  <a:pt x="91" y="124"/>
                  <a:pt x="92" y="125"/>
                </a:cubicBezTo>
                <a:cubicBezTo>
                  <a:pt x="93" y="125"/>
                  <a:pt x="94" y="126"/>
                  <a:pt x="95" y="126"/>
                </a:cubicBezTo>
                <a:cubicBezTo>
                  <a:pt x="96" y="126"/>
                  <a:pt x="98" y="127"/>
                  <a:pt x="99" y="127"/>
                </a:cubicBezTo>
                <a:cubicBezTo>
                  <a:pt x="100" y="127"/>
                  <a:pt x="102" y="127"/>
                  <a:pt x="103" y="127"/>
                </a:cubicBezTo>
                <a:cubicBezTo>
                  <a:pt x="108" y="127"/>
                  <a:pt x="111" y="126"/>
                  <a:pt x="114" y="125"/>
                </a:cubicBezTo>
                <a:cubicBezTo>
                  <a:pt x="117" y="123"/>
                  <a:pt x="119" y="122"/>
                  <a:pt x="120" y="119"/>
                </a:cubicBezTo>
                <a:cubicBezTo>
                  <a:pt x="121" y="117"/>
                  <a:pt x="122" y="115"/>
                  <a:pt x="123" y="113"/>
                </a:cubicBezTo>
                <a:cubicBezTo>
                  <a:pt x="123" y="111"/>
                  <a:pt x="124" y="109"/>
                  <a:pt x="125" y="108"/>
                </a:cubicBezTo>
                <a:cubicBezTo>
                  <a:pt x="126" y="106"/>
                  <a:pt x="127" y="105"/>
                  <a:pt x="128" y="105"/>
                </a:cubicBezTo>
                <a:cubicBezTo>
                  <a:pt x="130" y="105"/>
                  <a:pt x="130" y="105"/>
                  <a:pt x="130" y="105"/>
                </a:cubicBezTo>
                <a:cubicBezTo>
                  <a:pt x="132" y="105"/>
                  <a:pt x="133" y="106"/>
                  <a:pt x="133" y="108"/>
                </a:cubicBezTo>
                <a:cubicBezTo>
                  <a:pt x="134" y="109"/>
                  <a:pt x="135" y="111"/>
                  <a:pt x="136" y="113"/>
                </a:cubicBezTo>
                <a:cubicBezTo>
                  <a:pt x="136" y="115"/>
                  <a:pt x="137" y="117"/>
                  <a:pt x="138" y="119"/>
                </a:cubicBezTo>
                <a:cubicBezTo>
                  <a:pt x="139" y="122"/>
                  <a:pt x="141" y="123"/>
                  <a:pt x="144" y="125"/>
                </a:cubicBezTo>
                <a:cubicBezTo>
                  <a:pt x="147" y="126"/>
                  <a:pt x="151" y="127"/>
                  <a:pt x="155" y="127"/>
                </a:cubicBezTo>
                <a:cubicBezTo>
                  <a:pt x="157" y="127"/>
                  <a:pt x="158" y="127"/>
                  <a:pt x="159" y="127"/>
                </a:cubicBezTo>
                <a:cubicBezTo>
                  <a:pt x="161" y="127"/>
                  <a:pt x="162" y="126"/>
                  <a:pt x="163" y="126"/>
                </a:cubicBezTo>
                <a:cubicBezTo>
                  <a:pt x="164" y="126"/>
                  <a:pt x="165" y="125"/>
                  <a:pt x="166" y="125"/>
                </a:cubicBezTo>
                <a:cubicBezTo>
                  <a:pt x="167" y="124"/>
                  <a:pt x="168" y="123"/>
                  <a:pt x="169" y="123"/>
                </a:cubicBezTo>
                <a:cubicBezTo>
                  <a:pt x="170" y="123"/>
                  <a:pt x="170" y="122"/>
                  <a:pt x="171" y="120"/>
                </a:cubicBezTo>
                <a:cubicBezTo>
                  <a:pt x="172" y="119"/>
                  <a:pt x="172" y="118"/>
                  <a:pt x="173" y="118"/>
                </a:cubicBezTo>
                <a:cubicBezTo>
                  <a:pt x="173" y="117"/>
                  <a:pt x="174" y="116"/>
                  <a:pt x="174" y="115"/>
                </a:cubicBezTo>
                <a:cubicBezTo>
                  <a:pt x="175" y="113"/>
                  <a:pt x="176" y="112"/>
                  <a:pt x="176" y="112"/>
                </a:cubicBezTo>
                <a:cubicBezTo>
                  <a:pt x="176" y="111"/>
                  <a:pt x="176" y="110"/>
                  <a:pt x="177" y="108"/>
                </a:cubicBezTo>
                <a:cubicBezTo>
                  <a:pt x="178" y="106"/>
                  <a:pt x="178" y="105"/>
                  <a:pt x="178" y="104"/>
                </a:cubicBezTo>
                <a:cubicBezTo>
                  <a:pt x="179" y="103"/>
                  <a:pt x="179" y="103"/>
                  <a:pt x="180" y="102"/>
                </a:cubicBezTo>
                <a:cubicBezTo>
                  <a:pt x="180" y="102"/>
                  <a:pt x="181" y="101"/>
                  <a:pt x="181" y="101"/>
                </a:cubicBezTo>
                <a:cubicBezTo>
                  <a:pt x="181" y="100"/>
                  <a:pt x="182" y="98"/>
                  <a:pt x="182" y="96"/>
                </a:cubicBezTo>
                <a:close/>
                <a:moveTo>
                  <a:pt x="258" y="257"/>
                </a:moveTo>
                <a:cubicBezTo>
                  <a:pt x="258" y="272"/>
                  <a:pt x="253" y="283"/>
                  <a:pt x="245" y="292"/>
                </a:cubicBezTo>
                <a:cubicBezTo>
                  <a:pt x="236" y="300"/>
                  <a:pt x="224" y="304"/>
                  <a:pt x="209" y="304"/>
                </a:cubicBezTo>
                <a:cubicBezTo>
                  <a:pt x="49" y="304"/>
                  <a:pt x="49" y="304"/>
                  <a:pt x="49" y="304"/>
                </a:cubicBezTo>
                <a:cubicBezTo>
                  <a:pt x="35" y="304"/>
                  <a:pt x="23" y="300"/>
                  <a:pt x="14" y="292"/>
                </a:cubicBezTo>
                <a:cubicBezTo>
                  <a:pt x="5" y="283"/>
                  <a:pt x="0" y="272"/>
                  <a:pt x="0" y="257"/>
                </a:cubicBezTo>
                <a:cubicBezTo>
                  <a:pt x="0" y="249"/>
                  <a:pt x="1" y="242"/>
                  <a:pt x="1" y="235"/>
                </a:cubicBezTo>
                <a:cubicBezTo>
                  <a:pt x="2" y="228"/>
                  <a:pt x="3" y="221"/>
                  <a:pt x="5" y="212"/>
                </a:cubicBezTo>
                <a:cubicBezTo>
                  <a:pt x="7" y="204"/>
                  <a:pt x="9" y="196"/>
                  <a:pt x="12" y="190"/>
                </a:cubicBezTo>
                <a:cubicBezTo>
                  <a:pt x="14" y="183"/>
                  <a:pt x="18" y="177"/>
                  <a:pt x="23" y="171"/>
                </a:cubicBezTo>
                <a:cubicBezTo>
                  <a:pt x="28" y="165"/>
                  <a:pt x="34" y="160"/>
                  <a:pt x="40" y="157"/>
                </a:cubicBezTo>
                <a:cubicBezTo>
                  <a:pt x="24" y="117"/>
                  <a:pt x="24" y="117"/>
                  <a:pt x="24" y="117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0" y="109"/>
                  <a:pt x="59" y="101"/>
                  <a:pt x="59" y="94"/>
                </a:cubicBezTo>
                <a:cubicBezTo>
                  <a:pt x="59" y="92"/>
                  <a:pt x="59" y="90"/>
                  <a:pt x="59" y="88"/>
                </a:cubicBezTo>
                <a:cubicBezTo>
                  <a:pt x="36" y="83"/>
                  <a:pt x="24" y="77"/>
                  <a:pt x="24" y="70"/>
                </a:cubicBezTo>
                <a:cubicBezTo>
                  <a:pt x="24" y="63"/>
                  <a:pt x="37" y="57"/>
                  <a:pt x="62" y="52"/>
                </a:cubicBezTo>
                <a:cubicBezTo>
                  <a:pt x="64" y="45"/>
                  <a:pt x="67" y="36"/>
                  <a:pt x="72" y="28"/>
                </a:cubicBezTo>
                <a:cubicBezTo>
                  <a:pt x="76" y="19"/>
                  <a:pt x="80" y="12"/>
                  <a:pt x="85" y="7"/>
                </a:cubicBezTo>
                <a:cubicBezTo>
                  <a:pt x="88" y="2"/>
                  <a:pt x="93" y="0"/>
                  <a:pt x="98" y="0"/>
                </a:cubicBezTo>
                <a:cubicBezTo>
                  <a:pt x="102" y="0"/>
                  <a:pt x="107" y="2"/>
                  <a:pt x="114" y="6"/>
                </a:cubicBezTo>
                <a:cubicBezTo>
                  <a:pt x="120" y="9"/>
                  <a:pt x="126" y="11"/>
                  <a:pt x="129" y="11"/>
                </a:cubicBezTo>
                <a:cubicBezTo>
                  <a:pt x="133" y="11"/>
                  <a:pt x="138" y="9"/>
                  <a:pt x="145" y="6"/>
                </a:cubicBezTo>
                <a:cubicBezTo>
                  <a:pt x="151" y="2"/>
                  <a:pt x="156" y="0"/>
                  <a:pt x="160" y="0"/>
                </a:cubicBezTo>
                <a:cubicBezTo>
                  <a:pt x="165" y="0"/>
                  <a:pt x="170" y="2"/>
                  <a:pt x="174" y="7"/>
                </a:cubicBezTo>
                <a:cubicBezTo>
                  <a:pt x="178" y="12"/>
                  <a:pt x="182" y="19"/>
                  <a:pt x="187" y="28"/>
                </a:cubicBezTo>
                <a:cubicBezTo>
                  <a:pt x="191" y="36"/>
                  <a:pt x="194" y="45"/>
                  <a:pt x="196" y="52"/>
                </a:cubicBezTo>
                <a:cubicBezTo>
                  <a:pt x="222" y="57"/>
                  <a:pt x="235" y="63"/>
                  <a:pt x="235" y="70"/>
                </a:cubicBezTo>
                <a:cubicBezTo>
                  <a:pt x="235" y="77"/>
                  <a:pt x="223" y="83"/>
                  <a:pt x="199" y="88"/>
                </a:cubicBezTo>
                <a:cubicBezTo>
                  <a:pt x="200" y="98"/>
                  <a:pt x="199" y="107"/>
                  <a:pt x="195" y="117"/>
                </a:cubicBezTo>
                <a:cubicBezTo>
                  <a:pt x="235" y="117"/>
                  <a:pt x="235" y="117"/>
                  <a:pt x="235" y="117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27" y="162"/>
                  <a:pt x="234" y="168"/>
                  <a:pt x="239" y="176"/>
                </a:cubicBezTo>
                <a:cubicBezTo>
                  <a:pt x="245" y="184"/>
                  <a:pt x="249" y="192"/>
                  <a:pt x="251" y="202"/>
                </a:cubicBezTo>
                <a:cubicBezTo>
                  <a:pt x="254" y="212"/>
                  <a:pt x="255" y="221"/>
                  <a:pt x="256" y="230"/>
                </a:cubicBezTo>
                <a:cubicBezTo>
                  <a:pt x="257" y="238"/>
                  <a:pt x="258" y="248"/>
                  <a:pt x="258" y="25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65"/>
          <p:cNvSpPr>
            <a:spLocks noEditPoints="1"/>
          </p:cNvSpPr>
          <p:nvPr/>
        </p:nvSpPr>
        <p:spPr bwMode="auto">
          <a:xfrm>
            <a:off x="5689841" y="1995597"/>
            <a:ext cx="386748" cy="291443"/>
          </a:xfrm>
          <a:custGeom>
            <a:avLst/>
            <a:gdLst>
              <a:gd name="T0" fmla="*/ 129 w 373"/>
              <a:gd name="T1" fmla="*/ 141 h 281"/>
              <a:gd name="T2" fmla="*/ 79 w 373"/>
              <a:gd name="T3" fmla="*/ 120 h 281"/>
              <a:gd name="T4" fmla="*/ 58 w 373"/>
              <a:gd name="T5" fmla="*/ 70 h 281"/>
              <a:gd name="T6" fmla="*/ 79 w 373"/>
              <a:gd name="T7" fmla="*/ 21 h 281"/>
              <a:gd name="T8" fmla="*/ 129 w 373"/>
              <a:gd name="T9" fmla="*/ 0 h 281"/>
              <a:gd name="T10" fmla="*/ 178 w 373"/>
              <a:gd name="T11" fmla="*/ 21 h 281"/>
              <a:gd name="T12" fmla="*/ 199 w 373"/>
              <a:gd name="T13" fmla="*/ 70 h 281"/>
              <a:gd name="T14" fmla="*/ 178 w 373"/>
              <a:gd name="T15" fmla="*/ 120 h 281"/>
              <a:gd name="T16" fmla="*/ 129 w 373"/>
              <a:gd name="T17" fmla="*/ 141 h 281"/>
              <a:gd name="T18" fmla="*/ 325 w 373"/>
              <a:gd name="T19" fmla="*/ 199 h 281"/>
              <a:gd name="T20" fmla="*/ 371 w 373"/>
              <a:gd name="T21" fmla="*/ 245 h 281"/>
              <a:gd name="T22" fmla="*/ 373 w 373"/>
              <a:gd name="T23" fmla="*/ 249 h 281"/>
              <a:gd name="T24" fmla="*/ 371 w 373"/>
              <a:gd name="T25" fmla="*/ 253 h 281"/>
              <a:gd name="T26" fmla="*/ 346 w 373"/>
              <a:gd name="T27" fmla="*/ 278 h 281"/>
              <a:gd name="T28" fmla="*/ 342 w 373"/>
              <a:gd name="T29" fmla="*/ 279 h 281"/>
              <a:gd name="T30" fmla="*/ 338 w 373"/>
              <a:gd name="T31" fmla="*/ 278 h 281"/>
              <a:gd name="T32" fmla="*/ 292 w 373"/>
              <a:gd name="T33" fmla="*/ 232 h 281"/>
              <a:gd name="T34" fmla="*/ 247 w 373"/>
              <a:gd name="T35" fmla="*/ 278 h 281"/>
              <a:gd name="T36" fmla="*/ 243 w 373"/>
              <a:gd name="T37" fmla="*/ 279 h 281"/>
              <a:gd name="T38" fmla="*/ 239 w 373"/>
              <a:gd name="T39" fmla="*/ 278 h 281"/>
              <a:gd name="T40" fmla="*/ 214 w 373"/>
              <a:gd name="T41" fmla="*/ 253 h 281"/>
              <a:gd name="T42" fmla="*/ 212 w 373"/>
              <a:gd name="T43" fmla="*/ 249 h 281"/>
              <a:gd name="T44" fmla="*/ 214 w 373"/>
              <a:gd name="T45" fmla="*/ 245 h 281"/>
              <a:gd name="T46" fmla="*/ 259 w 373"/>
              <a:gd name="T47" fmla="*/ 199 h 281"/>
              <a:gd name="T48" fmla="*/ 214 w 373"/>
              <a:gd name="T49" fmla="*/ 154 h 281"/>
              <a:gd name="T50" fmla="*/ 212 w 373"/>
              <a:gd name="T51" fmla="*/ 149 h 281"/>
              <a:gd name="T52" fmla="*/ 214 w 373"/>
              <a:gd name="T53" fmla="*/ 145 h 281"/>
              <a:gd name="T54" fmla="*/ 239 w 373"/>
              <a:gd name="T55" fmla="*/ 121 h 281"/>
              <a:gd name="T56" fmla="*/ 243 w 373"/>
              <a:gd name="T57" fmla="*/ 119 h 281"/>
              <a:gd name="T58" fmla="*/ 247 w 373"/>
              <a:gd name="T59" fmla="*/ 121 h 281"/>
              <a:gd name="T60" fmla="*/ 292 w 373"/>
              <a:gd name="T61" fmla="*/ 166 h 281"/>
              <a:gd name="T62" fmla="*/ 338 w 373"/>
              <a:gd name="T63" fmla="*/ 121 h 281"/>
              <a:gd name="T64" fmla="*/ 342 w 373"/>
              <a:gd name="T65" fmla="*/ 119 h 281"/>
              <a:gd name="T66" fmla="*/ 346 w 373"/>
              <a:gd name="T67" fmla="*/ 121 h 281"/>
              <a:gd name="T68" fmla="*/ 371 w 373"/>
              <a:gd name="T69" fmla="*/ 145 h 281"/>
              <a:gd name="T70" fmla="*/ 373 w 373"/>
              <a:gd name="T71" fmla="*/ 149 h 281"/>
              <a:gd name="T72" fmla="*/ 371 w 373"/>
              <a:gd name="T73" fmla="*/ 154 h 281"/>
              <a:gd name="T74" fmla="*/ 325 w 373"/>
              <a:gd name="T75" fmla="*/ 199 h 281"/>
              <a:gd name="T76" fmla="*/ 234 w 373"/>
              <a:gd name="T77" fmla="*/ 199 h 281"/>
              <a:gd name="T78" fmla="*/ 201 w 373"/>
              <a:gd name="T79" fmla="*/ 232 h 281"/>
              <a:gd name="T80" fmla="*/ 195 w 373"/>
              <a:gd name="T81" fmla="*/ 249 h 281"/>
              <a:gd name="T82" fmla="*/ 201 w 373"/>
              <a:gd name="T83" fmla="*/ 265 h 281"/>
              <a:gd name="T84" fmla="*/ 216 w 373"/>
              <a:gd name="T85" fmla="*/ 281 h 281"/>
              <a:gd name="T86" fmla="*/ 208 w 373"/>
              <a:gd name="T87" fmla="*/ 281 h 281"/>
              <a:gd name="T88" fmla="*/ 49 w 373"/>
              <a:gd name="T89" fmla="*/ 281 h 281"/>
              <a:gd name="T90" fmla="*/ 13 w 373"/>
              <a:gd name="T91" fmla="*/ 268 h 281"/>
              <a:gd name="T92" fmla="*/ 0 w 373"/>
              <a:gd name="T93" fmla="*/ 234 h 281"/>
              <a:gd name="T94" fmla="*/ 0 w 373"/>
              <a:gd name="T95" fmla="*/ 215 h 281"/>
              <a:gd name="T96" fmla="*/ 3 w 373"/>
              <a:gd name="T97" fmla="*/ 195 h 281"/>
              <a:gd name="T98" fmla="*/ 8 w 373"/>
              <a:gd name="T99" fmla="*/ 175 h 281"/>
              <a:gd name="T100" fmla="*/ 16 w 373"/>
              <a:gd name="T101" fmla="*/ 157 h 281"/>
              <a:gd name="T102" fmla="*/ 27 w 373"/>
              <a:gd name="T103" fmla="*/ 142 h 281"/>
              <a:gd name="T104" fmla="*/ 43 w 373"/>
              <a:gd name="T105" fmla="*/ 133 h 281"/>
              <a:gd name="T106" fmla="*/ 63 w 373"/>
              <a:gd name="T107" fmla="*/ 129 h 281"/>
              <a:gd name="T108" fmla="*/ 70 w 373"/>
              <a:gd name="T109" fmla="*/ 132 h 281"/>
              <a:gd name="T110" fmla="*/ 129 w 373"/>
              <a:gd name="T111" fmla="*/ 154 h 281"/>
              <a:gd name="T112" fmla="*/ 187 w 373"/>
              <a:gd name="T113" fmla="*/ 132 h 281"/>
              <a:gd name="T114" fmla="*/ 194 w 373"/>
              <a:gd name="T115" fmla="*/ 129 h 281"/>
              <a:gd name="T116" fmla="*/ 204 w 373"/>
              <a:gd name="T117" fmla="*/ 130 h 281"/>
              <a:gd name="T118" fmla="*/ 197 w 373"/>
              <a:gd name="T119" fmla="*/ 139 h 281"/>
              <a:gd name="T120" fmla="*/ 195 w 373"/>
              <a:gd name="T121" fmla="*/ 149 h 281"/>
              <a:gd name="T122" fmla="*/ 201 w 373"/>
              <a:gd name="T123" fmla="*/ 166 h 281"/>
              <a:gd name="T124" fmla="*/ 234 w 373"/>
              <a:gd name="T125" fmla="*/ 199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3" h="281">
                <a:moveTo>
                  <a:pt x="129" y="141"/>
                </a:moveTo>
                <a:cubicBezTo>
                  <a:pt x="109" y="141"/>
                  <a:pt x="93" y="134"/>
                  <a:pt x="79" y="120"/>
                </a:cubicBezTo>
                <a:cubicBezTo>
                  <a:pt x="65" y="106"/>
                  <a:pt x="58" y="90"/>
                  <a:pt x="58" y="70"/>
                </a:cubicBezTo>
                <a:cubicBezTo>
                  <a:pt x="58" y="51"/>
                  <a:pt x="65" y="34"/>
                  <a:pt x="79" y="21"/>
                </a:cubicBezTo>
                <a:cubicBezTo>
                  <a:pt x="93" y="7"/>
                  <a:pt x="109" y="0"/>
                  <a:pt x="129" y="0"/>
                </a:cubicBezTo>
                <a:cubicBezTo>
                  <a:pt x="148" y="0"/>
                  <a:pt x="164" y="7"/>
                  <a:pt x="178" y="21"/>
                </a:cubicBezTo>
                <a:cubicBezTo>
                  <a:pt x="192" y="34"/>
                  <a:pt x="199" y="51"/>
                  <a:pt x="199" y="70"/>
                </a:cubicBezTo>
                <a:cubicBezTo>
                  <a:pt x="199" y="90"/>
                  <a:pt x="192" y="106"/>
                  <a:pt x="178" y="120"/>
                </a:cubicBezTo>
                <a:cubicBezTo>
                  <a:pt x="164" y="134"/>
                  <a:pt x="148" y="141"/>
                  <a:pt x="129" y="141"/>
                </a:cubicBezTo>
                <a:close/>
                <a:moveTo>
                  <a:pt x="325" y="199"/>
                </a:moveTo>
                <a:cubicBezTo>
                  <a:pt x="371" y="245"/>
                  <a:pt x="371" y="245"/>
                  <a:pt x="371" y="245"/>
                </a:cubicBezTo>
                <a:cubicBezTo>
                  <a:pt x="372" y="246"/>
                  <a:pt x="373" y="247"/>
                  <a:pt x="373" y="249"/>
                </a:cubicBezTo>
                <a:cubicBezTo>
                  <a:pt x="373" y="250"/>
                  <a:pt x="372" y="252"/>
                  <a:pt x="371" y="253"/>
                </a:cubicBezTo>
                <a:cubicBezTo>
                  <a:pt x="346" y="278"/>
                  <a:pt x="346" y="278"/>
                  <a:pt x="346" y="278"/>
                </a:cubicBezTo>
                <a:cubicBezTo>
                  <a:pt x="345" y="279"/>
                  <a:pt x="344" y="279"/>
                  <a:pt x="342" y="279"/>
                </a:cubicBezTo>
                <a:cubicBezTo>
                  <a:pt x="340" y="279"/>
                  <a:pt x="339" y="279"/>
                  <a:pt x="338" y="278"/>
                </a:cubicBezTo>
                <a:cubicBezTo>
                  <a:pt x="292" y="232"/>
                  <a:pt x="292" y="232"/>
                  <a:pt x="292" y="232"/>
                </a:cubicBezTo>
                <a:cubicBezTo>
                  <a:pt x="247" y="278"/>
                  <a:pt x="247" y="278"/>
                  <a:pt x="247" y="278"/>
                </a:cubicBezTo>
                <a:cubicBezTo>
                  <a:pt x="246" y="279"/>
                  <a:pt x="244" y="279"/>
                  <a:pt x="243" y="279"/>
                </a:cubicBezTo>
                <a:cubicBezTo>
                  <a:pt x="241" y="279"/>
                  <a:pt x="240" y="279"/>
                  <a:pt x="239" y="278"/>
                </a:cubicBezTo>
                <a:cubicBezTo>
                  <a:pt x="214" y="253"/>
                  <a:pt x="214" y="253"/>
                  <a:pt x="214" y="253"/>
                </a:cubicBezTo>
                <a:cubicBezTo>
                  <a:pt x="213" y="252"/>
                  <a:pt x="212" y="250"/>
                  <a:pt x="212" y="249"/>
                </a:cubicBezTo>
                <a:cubicBezTo>
                  <a:pt x="212" y="247"/>
                  <a:pt x="213" y="246"/>
                  <a:pt x="214" y="245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3" y="153"/>
                  <a:pt x="212" y="151"/>
                  <a:pt x="212" y="149"/>
                </a:cubicBezTo>
                <a:cubicBezTo>
                  <a:pt x="212" y="148"/>
                  <a:pt x="213" y="146"/>
                  <a:pt x="214" y="145"/>
                </a:cubicBezTo>
                <a:cubicBezTo>
                  <a:pt x="239" y="121"/>
                  <a:pt x="239" y="121"/>
                  <a:pt x="239" y="121"/>
                </a:cubicBezTo>
                <a:cubicBezTo>
                  <a:pt x="240" y="119"/>
                  <a:pt x="241" y="119"/>
                  <a:pt x="243" y="119"/>
                </a:cubicBezTo>
                <a:cubicBezTo>
                  <a:pt x="244" y="119"/>
                  <a:pt x="246" y="119"/>
                  <a:pt x="247" y="121"/>
                </a:cubicBezTo>
                <a:cubicBezTo>
                  <a:pt x="292" y="166"/>
                  <a:pt x="292" y="166"/>
                  <a:pt x="292" y="166"/>
                </a:cubicBezTo>
                <a:cubicBezTo>
                  <a:pt x="338" y="121"/>
                  <a:pt x="338" y="121"/>
                  <a:pt x="338" y="121"/>
                </a:cubicBezTo>
                <a:cubicBezTo>
                  <a:pt x="339" y="119"/>
                  <a:pt x="340" y="119"/>
                  <a:pt x="342" y="119"/>
                </a:cubicBezTo>
                <a:cubicBezTo>
                  <a:pt x="344" y="119"/>
                  <a:pt x="345" y="119"/>
                  <a:pt x="346" y="121"/>
                </a:cubicBezTo>
                <a:cubicBezTo>
                  <a:pt x="371" y="145"/>
                  <a:pt x="371" y="145"/>
                  <a:pt x="371" y="145"/>
                </a:cubicBezTo>
                <a:cubicBezTo>
                  <a:pt x="372" y="146"/>
                  <a:pt x="373" y="148"/>
                  <a:pt x="373" y="149"/>
                </a:cubicBezTo>
                <a:cubicBezTo>
                  <a:pt x="373" y="151"/>
                  <a:pt x="372" y="153"/>
                  <a:pt x="371" y="154"/>
                </a:cubicBezTo>
                <a:lnTo>
                  <a:pt x="325" y="199"/>
                </a:lnTo>
                <a:close/>
                <a:moveTo>
                  <a:pt x="234" y="199"/>
                </a:moveTo>
                <a:cubicBezTo>
                  <a:pt x="201" y="232"/>
                  <a:pt x="201" y="232"/>
                  <a:pt x="201" y="232"/>
                </a:cubicBezTo>
                <a:cubicBezTo>
                  <a:pt x="197" y="237"/>
                  <a:pt x="195" y="242"/>
                  <a:pt x="195" y="249"/>
                </a:cubicBezTo>
                <a:cubicBezTo>
                  <a:pt x="195" y="255"/>
                  <a:pt x="197" y="261"/>
                  <a:pt x="201" y="265"/>
                </a:cubicBezTo>
                <a:cubicBezTo>
                  <a:pt x="216" y="281"/>
                  <a:pt x="216" y="281"/>
                  <a:pt x="216" y="281"/>
                </a:cubicBezTo>
                <a:cubicBezTo>
                  <a:pt x="214" y="281"/>
                  <a:pt x="211" y="281"/>
                  <a:pt x="208" y="281"/>
                </a:cubicBezTo>
                <a:cubicBezTo>
                  <a:pt x="49" y="281"/>
                  <a:pt x="49" y="281"/>
                  <a:pt x="49" y="281"/>
                </a:cubicBezTo>
                <a:cubicBezTo>
                  <a:pt x="34" y="281"/>
                  <a:pt x="22" y="277"/>
                  <a:pt x="13" y="268"/>
                </a:cubicBezTo>
                <a:cubicBezTo>
                  <a:pt x="4" y="260"/>
                  <a:pt x="0" y="248"/>
                  <a:pt x="0" y="234"/>
                </a:cubicBezTo>
                <a:cubicBezTo>
                  <a:pt x="0" y="227"/>
                  <a:pt x="0" y="221"/>
                  <a:pt x="0" y="215"/>
                </a:cubicBezTo>
                <a:cubicBezTo>
                  <a:pt x="1" y="209"/>
                  <a:pt x="2" y="202"/>
                  <a:pt x="3" y="195"/>
                </a:cubicBezTo>
                <a:cubicBezTo>
                  <a:pt x="4" y="188"/>
                  <a:pt x="6" y="181"/>
                  <a:pt x="8" y="175"/>
                </a:cubicBezTo>
                <a:cubicBezTo>
                  <a:pt x="10" y="169"/>
                  <a:pt x="12" y="163"/>
                  <a:pt x="16" y="157"/>
                </a:cubicBezTo>
                <a:cubicBezTo>
                  <a:pt x="19" y="151"/>
                  <a:pt x="23" y="146"/>
                  <a:pt x="27" y="142"/>
                </a:cubicBezTo>
                <a:cubicBezTo>
                  <a:pt x="31" y="138"/>
                  <a:pt x="37" y="135"/>
                  <a:pt x="43" y="133"/>
                </a:cubicBezTo>
                <a:cubicBezTo>
                  <a:pt x="49" y="130"/>
                  <a:pt x="56" y="129"/>
                  <a:pt x="63" y="129"/>
                </a:cubicBezTo>
                <a:cubicBezTo>
                  <a:pt x="65" y="129"/>
                  <a:pt x="68" y="130"/>
                  <a:pt x="70" y="132"/>
                </a:cubicBezTo>
                <a:cubicBezTo>
                  <a:pt x="89" y="147"/>
                  <a:pt x="108" y="154"/>
                  <a:pt x="129" y="154"/>
                </a:cubicBezTo>
                <a:cubicBezTo>
                  <a:pt x="149" y="154"/>
                  <a:pt x="168" y="147"/>
                  <a:pt x="187" y="132"/>
                </a:cubicBezTo>
                <a:cubicBezTo>
                  <a:pt x="189" y="130"/>
                  <a:pt x="192" y="129"/>
                  <a:pt x="194" y="129"/>
                </a:cubicBezTo>
                <a:cubicBezTo>
                  <a:pt x="197" y="129"/>
                  <a:pt x="201" y="129"/>
                  <a:pt x="204" y="130"/>
                </a:cubicBezTo>
                <a:cubicBezTo>
                  <a:pt x="201" y="133"/>
                  <a:pt x="198" y="136"/>
                  <a:pt x="197" y="139"/>
                </a:cubicBezTo>
                <a:cubicBezTo>
                  <a:pt x="195" y="142"/>
                  <a:pt x="195" y="145"/>
                  <a:pt x="195" y="149"/>
                </a:cubicBezTo>
                <a:cubicBezTo>
                  <a:pt x="195" y="156"/>
                  <a:pt x="197" y="162"/>
                  <a:pt x="201" y="166"/>
                </a:cubicBezTo>
                <a:lnTo>
                  <a:pt x="234" y="19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66"/>
          <p:cNvSpPr>
            <a:spLocks/>
          </p:cNvSpPr>
          <p:nvPr/>
        </p:nvSpPr>
        <p:spPr bwMode="auto">
          <a:xfrm>
            <a:off x="5713321" y="1585367"/>
            <a:ext cx="339786" cy="243099"/>
          </a:xfrm>
          <a:custGeom>
            <a:avLst/>
            <a:gdLst>
              <a:gd name="T0" fmla="*/ 328 w 328"/>
              <a:gd name="T1" fmla="*/ 18 h 234"/>
              <a:gd name="T2" fmla="*/ 328 w 328"/>
              <a:gd name="T3" fmla="*/ 217 h 234"/>
              <a:gd name="T4" fmla="*/ 321 w 328"/>
              <a:gd name="T5" fmla="*/ 227 h 234"/>
              <a:gd name="T6" fmla="*/ 316 w 328"/>
              <a:gd name="T7" fmla="*/ 228 h 234"/>
              <a:gd name="T8" fmla="*/ 308 w 328"/>
              <a:gd name="T9" fmla="*/ 225 h 234"/>
              <a:gd name="T10" fmla="*/ 234 w 328"/>
              <a:gd name="T11" fmla="*/ 151 h 234"/>
              <a:gd name="T12" fmla="*/ 234 w 328"/>
              <a:gd name="T13" fmla="*/ 181 h 234"/>
              <a:gd name="T14" fmla="*/ 219 w 328"/>
              <a:gd name="T15" fmla="*/ 219 h 234"/>
              <a:gd name="T16" fmla="*/ 182 w 328"/>
              <a:gd name="T17" fmla="*/ 234 h 234"/>
              <a:gd name="T18" fmla="*/ 53 w 328"/>
              <a:gd name="T19" fmla="*/ 234 h 234"/>
              <a:gd name="T20" fmla="*/ 16 w 328"/>
              <a:gd name="T21" fmla="*/ 219 h 234"/>
              <a:gd name="T22" fmla="*/ 0 w 328"/>
              <a:gd name="T23" fmla="*/ 181 h 234"/>
              <a:gd name="T24" fmla="*/ 0 w 328"/>
              <a:gd name="T25" fmla="*/ 53 h 234"/>
              <a:gd name="T26" fmla="*/ 16 w 328"/>
              <a:gd name="T27" fmla="*/ 16 h 234"/>
              <a:gd name="T28" fmla="*/ 53 w 328"/>
              <a:gd name="T29" fmla="*/ 0 h 234"/>
              <a:gd name="T30" fmla="*/ 182 w 328"/>
              <a:gd name="T31" fmla="*/ 0 h 234"/>
              <a:gd name="T32" fmla="*/ 219 w 328"/>
              <a:gd name="T33" fmla="*/ 16 h 234"/>
              <a:gd name="T34" fmla="*/ 234 w 328"/>
              <a:gd name="T35" fmla="*/ 53 h 234"/>
              <a:gd name="T36" fmla="*/ 234 w 328"/>
              <a:gd name="T37" fmla="*/ 83 h 234"/>
              <a:gd name="T38" fmla="*/ 308 w 328"/>
              <a:gd name="T39" fmla="*/ 9 h 234"/>
              <a:gd name="T40" fmla="*/ 316 w 328"/>
              <a:gd name="T41" fmla="*/ 6 h 234"/>
              <a:gd name="T42" fmla="*/ 321 w 328"/>
              <a:gd name="T43" fmla="*/ 7 h 234"/>
              <a:gd name="T44" fmla="*/ 328 w 328"/>
              <a:gd name="T45" fmla="*/ 18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28" h="234">
                <a:moveTo>
                  <a:pt x="328" y="18"/>
                </a:moveTo>
                <a:cubicBezTo>
                  <a:pt x="328" y="217"/>
                  <a:pt x="328" y="217"/>
                  <a:pt x="328" y="217"/>
                </a:cubicBezTo>
                <a:cubicBezTo>
                  <a:pt x="328" y="222"/>
                  <a:pt x="326" y="225"/>
                  <a:pt x="321" y="227"/>
                </a:cubicBezTo>
                <a:cubicBezTo>
                  <a:pt x="319" y="228"/>
                  <a:pt x="318" y="228"/>
                  <a:pt x="316" y="228"/>
                </a:cubicBezTo>
                <a:cubicBezTo>
                  <a:pt x="313" y="228"/>
                  <a:pt x="310" y="227"/>
                  <a:pt x="308" y="225"/>
                </a:cubicBezTo>
                <a:cubicBezTo>
                  <a:pt x="234" y="151"/>
                  <a:pt x="234" y="151"/>
                  <a:pt x="234" y="151"/>
                </a:cubicBezTo>
                <a:cubicBezTo>
                  <a:pt x="234" y="181"/>
                  <a:pt x="234" y="181"/>
                  <a:pt x="234" y="181"/>
                </a:cubicBezTo>
                <a:cubicBezTo>
                  <a:pt x="234" y="196"/>
                  <a:pt x="229" y="208"/>
                  <a:pt x="219" y="219"/>
                </a:cubicBezTo>
                <a:cubicBezTo>
                  <a:pt x="209" y="229"/>
                  <a:pt x="196" y="234"/>
                  <a:pt x="182" y="234"/>
                </a:cubicBezTo>
                <a:cubicBezTo>
                  <a:pt x="53" y="234"/>
                  <a:pt x="53" y="234"/>
                  <a:pt x="53" y="234"/>
                </a:cubicBezTo>
                <a:cubicBezTo>
                  <a:pt x="39" y="234"/>
                  <a:pt x="26" y="229"/>
                  <a:pt x="16" y="219"/>
                </a:cubicBezTo>
                <a:cubicBezTo>
                  <a:pt x="6" y="208"/>
                  <a:pt x="0" y="196"/>
                  <a:pt x="0" y="181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6" y="26"/>
                  <a:pt x="16" y="16"/>
                </a:cubicBezTo>
                <a:cubicBezTo>
                  <a:pt x="26" y="5"/>
                  <a:pt x="39" y="0"/>
                  <a:pt x="53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96" y="0"/>
                  <a:pt x="209" y="5"/>
                  <a:pt x="219" y="16"/>
                </a:cubicBezTo>
                <a:cubicBezTo>
                  <a:pt x="229" y="26"/>
                  <a:pt x="234" y="38"/>
                  <a:pt x="234" y="53"/>
                </a:cubicBezTo>
                <a:cubicBezTo>
                  <a:pt x="234" y="83"/>
                  <a:pt x="234" y="83"/>
                  <a:pt x="234" y="83"/>
                </a:cubicBezTo>
                <a:cubicBezTo>
                  <a:pt x="308" y="9"/>
                  <a:pt x="308" y="9"/>
                  <a:pt x="308" y="9"/>
                </a:cubicBezTo>
                <a:cubicBezTo>
                  <a:pt x="310" y="7"/>
                  <a:pt x="313" y="6"/>
                  <a:pt x="316" y="6"/>
                </a:cubicBezTo>
                <a:cubicBezTo>
                  <a:pt x="318" y="6"/>
                  <a:pt x="319" y="6"/>
                  <a:pt x="321" y="7"/>
                </a:cubicBezTo>
                <a:cubicBezTo>
                  <a:pt x="326" y="9"/>
                  <a:pt x="328" y="13"/>
                  <a:pt x="328" y="1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67"/>
          <p:cNvSpPr>
            <a:spLocks noEditPoints="1"/>
          </p:cNvSpPr>
          <p:nvPr/>
        </p:nvSpPr>
        <p:spPr bwMode="auto">
          <a:xfrm>
            <a:off x="5738184" y="2863018"/>
            <a:ext cx="291443" cy="291443"/>
          </a:xfrm>
          <a:custGeom>
            <a:avLst/>
            <a:gdLst>
              <a:gd name="T0" fmla="*/ 229 w 281"/>
              <a:gd name="T1" fmla="*/ 93 h 281"/>
              <a:gd name="T2" fmla="*/ 225 w 281"/>
              <a:gd name="T3" fmla="*/ 69 h 281"/>
              <a:gd name="T4" fmla="*/ 191 w 281"/>
              <a:gd name="T5" fmla="*/ 61 h 281"/>
              <a:gd name="T6" fmla="*/ 184 w 281"/>
              <a:gd name="T7" fmla="*/ 63 h 281"/>
              <a:gd name="T8" fmla="*/ 173 w 281"/>
              <a:gd name="T9" fmla="*/ 69 h 281"/>
              <a:gd name="T10" fmla="*/ 161 w 281"/>
              <a:gd name="T11" fmla="*/ 78 h 281"/>
              <a:gd name="T12" fmla="*/ 150 w 281"/>
              <a:gd name="T13" fmla="*/ 90 h 281"/>
              <a:gd name="T14" fmla="*/ 142 w 281"/>
              <a:gd name="T15" fmla="*/ 107 h 281"/>
              <a:gd name="T16" fmla="*/ 163 w 281"/>
              <a:gd name="T17" fmla="*/ 110 h 281"/>
              <a:gd name="T18" fmla="*/ 168 w 281"/>
              <a:gd name="T19" fmla="*/ 128 h 281"/>
              <a:gd name="T20" fmla="*/ 158 w 281"/>
              <a:gd name="T21" fmla="*/ 154 h 281"/>
              <a:gd name="T22" fmla="*/ 145 w 281"/>
              <a:gd name="T23" fmla="*/ 172 h 281"/>
              <a:gd name="T24" fmla="*/ 129 w 281"/>
              <a:gd name="T25" fmla="*/ 170 h 281"/>
              <a:gd name="T26" fmla="*/ 123 w 281"/>
              <a:gd name="T27" fmla="*/ 158 h 281"/>
              <a:gd name="T28" fmla="*/ 119 w 281"/>
              <a:gd name="T29" fmla="*/ 145 h 281"/>
              <a:gd name="T30" fmla="*/ 117 w 281"/>
              <a:gd name="T31" fmla="*/ 129 h 281"/>
              <a:gd name="T32" fmla="*/ 116 w 281"/>
              <a:gd name="T33" fmla="*/ 116 h 281"/>
              <a:gd name="T34" fmla="*/ 109 w 281"/>
              <a:gd name="T35" fmla="*/ 86 h 281"/>
              <a:gd name="T36" fmla="*/ 103 w 281"/>
              <a:gd name="T37" fmla="*/ 74 h 281"/>
              <a:gd name="T38" fmla="*/ 94 w 281"/>
              <a:gd name="T39" fmla="*/ 66 h 281"/>
              <a:gd name="T40" fmla="*/ 71 w 281"/>
              <a:gd name="T41" fmla="*/ 71 h 281"/>
              <a:gd name="T42" fmla="*/ 46 w 281"/>
              <a:gd name="T43" fmla="*/ 90 h 281"/>
              <a:gd name="T44" fmla="*/ 23 w 281"/>
              <a:gd name="T45" fmla="*/ 109 h 281"/>
              <a:gd name="T46" fmla="*/ 23 w 281"/>
              <a:gd name="T47" fmla="*/ 110 h 281"/>
              <a:gd name="T48" fmla="*/ 28 w 281"/>
              <a:gd name="T49" fmla="*/ 115 h 281"/>
              <a:gd name="T50" fmla="*/ 32 w 281"/>
              <a:gd name="T51" fmla="*/ 119 h 281"/>
              <a:gd name="T52" fmla="*/ 42 w 281"/>
              <a:gd name="T53" fmla="*/ 117 h 281"/>
              <a:gd name="T54" fmla="*/ 52 w 281"/>
              <a:gd name="T55" fmla="*/ 115 h 281"/>
              <a:gd name="T56" fmla="*/ 60 w 281"/>
              <a:gd name="T57" fmla="*/ 121 h 281"/>
              <a:gd name="T58" fmla="*/ 63 w 281"/>
              <a:gd name="T59" fmla="*/ 128 h 281"/>
              <a:gd name="T60" fmla="*/ 66 w 281"/>
              <a:gd name="T61" fmla="*/ 137 h 281"/>
              <a:gd name="T62" fmla="*/ 68 w 281"/>
              <a:gd name="T63" fmla="*/ 144 h 281"/>
              <a:gd name="T64" fmla="*/ 78 w 281"/>
              <a:gd name="T65" fmla="*/ 178 h 281"/>
              <a:gd name="T66" fmla="*/ 88 w 281"/>
              <a:gd name="T67" fmla="*/ 214 h 281"/>
              <a:gd name="T68" fmla="*/ 107 w 281"/>
              <a:gd name="T69" fmla="*/ 237 h 281"/>
              <a:gd name="T70" fmla="*/ 123 w 281"/>
              <a:gd name="T71" fmla="*/ 237 h 281"/>
              <a:gd name="T72" fmla="*/ 137 w 281"/>
              <a:gd name="T73" fmla="*/ 232 h 281"/>
              <a:gd name="T74" fmla="*/ 182 w 281"/>
              <a:gd name="T75" fmla="*/ 188 h 281"/>
              <a:gd name="T76" fmla="*/ 214 w 281"/>
              <a:gd name="T77" fmla="*/ 135 h 281"/>
              <a:gd name="T78" fmla="*/ 229 w 281"/>
              <a:gd name="T79" fmla="*/ 93 h 281"/>
              <a:gd name="T80" fmla="*/ 281 w 281"/>
              <a:gd name="T81" fmla="*/ 53 h 281"/>
              <a:gd name="T82" fmla="*/ 281 w 281"/>
              <a:gd name="T83" fmla="*/ 228 h 281"/>
              <a:gd name="T84" fmla="*/ 265 w 281"/>
              <a:gd name="T85" fmla="*/ 266 h 281"/>
              <a:gd name="T86" fmla="*/ 228 w 281"/>
              <a:gd name="T87" fmla="*/ 281 h 281"/>
              <a:gd name="T88" fmla="*/ 52 w 281"/>
              <a:gd name="T89" fmla="*/ 281 h 281"/>
              <a:gd name="T90" fmla="*/ 15 w 281"/>
              <a:gd name="T91" fmla="*/ 266 h 281"/>
              <a:gd name="T92" fmla="*/ 0 w 281"/>
              <a:gd name="T93" fmla="*/ 228 h 281"/>
              <a:gd name="T94" fmla="*/ 0 w 281"/>
              <a:gd name="T95" fmla="*/ 53 h 281"/>
              <a:gd name="T96" fmla="*/ 15 w 281"/>
              <a:gd name="T97" fmla="*/ 16 h 281"/>
              <a:gd name="T98" fmla="*/ 52 w 281"/>
              <a:gd name="T99" fmla="*/ 0 h 281"/>
              <a:gd name="T100" fmla="*/ 228 w 281"/>
              <a:gd name="T101" fmla="*/ 0 h 281"/>
              <a:gd name="T102" fmla="*/ 265 w 281"/>
              <a:gd name="T103" fmla="*/ 16 h 281"/>
              <a:gd name="T104" fmla="*/ 281 w 281"/>
              <a:gd name="T105" fmla="*/ 53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1" h="281">
                <a:moveTo>
                  <a:pt x="229" y="93"/>
                </a:moveTo>
                <a:cubicBezTo>
                  <a:pt x="231" y="83"/>
                  <a:pt x="230" y="75"/>
                  <a:pt x="225" y="69"/>
                </a:cubicBezTo>
                <a:cubicBezTo>
                  <a:pt x="219" y="61"/>
                  <a:pt x="207" y="58"/>
                  <a:pt x="191" y="61"/>
                </a:cubicBezTo>
                <a:cubicBezTo>
                  <a:pt x="189" y="61"/>
                  <a:pt x="186" y="62"/>
                  <a:pt x="184" y="63"/>
                </a:cubicBezTo>
                <a:cubicBezTo>
                  <a:pt x="181" y="64"/>
                  <a:pt x="177" y="66"/>
                  <a:pt x="173" y="69"/>
                </a:cubicBezTo>
                <a:cubicBezTo>
                  <a:pt x="169" y="71"/>
                  <a:pt x="165" y="74"/>
                  <a:pt x="161" y="78"/>
                </a:cubicBezTo>
                <a:cubicBezTo>
                  <a:pt x="157" y="81"/>
                  <a:pt x="154" y="85"/>
                  <a:pt x="150" y="90"/>
                </a:cubicBezTo>
                <a:cubicBezTo>
                  <a:pt x="147" y="96"/>
                  <a:pt x="144" y="101"/>
                  <a:pt x="142" y="107"/>
                </a:cubicBezTo>
                <a:cubicBezTo>
                  <a:pt x="152" y="106"/>
                  <a:pt x="159" y="107"/>
                  <a:pt x="163" y="110"/>
                </a:cubicBezTo>
                <a:cubicBezTo>
                  <a:pt x="167" y="113"/>
                  <a:pt x="169" y="119"/>
                  <a:pt x="168" y="128"/>
                </a:cubicBezTo>
                <a:cubicBezTo>
                  <a:pt x="167" y="135"/>
                  <a:pt x="164" y="143"/>
                  <a:pt x="158" y="154"/>
                </a:cubicBezTo>
                <a:cubicBezTo>
                  <a:pt x="153" y="164"/>
                  <a:pt x="149" y="170"/>
                  <a:pt x="145" y="172"/>
                </a:cubicBezTo>
                <a:cubicBezTo>
                  <a:pt x="140" y="176"/>
                  <a:pt x="135" y="176"/>
                  <a:pt x="129" y="170"/>
                </a:cubicBezTo>
                <a:cubicBezTo>
                  <a:pt x="127" y="167"/>
                  <a:pt x="124" y="163"/>
                  <a:pt x="123" y="158"/>
                </a:cubicBezTo>
                <a:cubicBezTo>
                  <a:pt x="121" y="153"/>
                  <a:pt x="120" y="149"/>
                  <a:pt x="119" y="145"/>
                </a:cubicBezTo>
                <a:cubicBezTo>
                  <a:pt x="119" y="141"/>
                  <a:pt x="118" y="136"/>
                  <a:pt x="117" y="129"/>
                </a:cubicBezTo>
                <a:cubicBezTo>
                  <a:pt x="117" y="123"/>
                  <a:pt x="116" y="119"/>
                  <a:pt x="116" y="116"/>
                </a:cubicBezTo>
                <a:cubicBezTo>
                  <a:pt x="113" y="101"/>
                  <a:pt x="111" y="91"/>
                  <a:pt x="109" y="86"/>
                </a:cubicBezTo>
                <a:cubicBezTo>
                  <a:pt x="108" y="82"/>
                  <a:pt x="106" y="78"/>
                  <a:pt x="103" y="74"/>
                </a:cubicBezTo>
                <a:cubicBezTo>
                  <a:pt x="100" y="70"/>
                  <a:pt x="97" y="67"/>
                  <a:pt x="94" y="66"/>
                </a:cubicBezTo>
                <a:cubicBezTo>
                  <a:pt x="87" y="64"/>
                  <a:pt x="79" y="66"/>
                  <a:pt x="71" y="71"/>
                </a:cubicBezTo>
                <a:cubicBezTo>
                  <a:pt x="64" y="75"/>
                  <a:pt x="56" y="81"/>
                  <a:pt x="46" y="90"/>
                </a:cubicBezTo>
                <a:cubicBezTo>
                  <a:pt x="36" y="99"/>
                  <a:pt x="28" y="106"/>
                  <a:pt x="23" y="109"/>
                </a:cubicBezTo>
                <a:cubicBezTo>
                  <a:pt x="23" y="110"/>
                  <a:pt x="23" y="110"/>
                  <a:pt x="23" y="110"/>
                </a:cubicBezTo>
                <a:cubicBezTo>
                  <a:pt x="25" y="111"/>
                  <a:pt x="27" y="113"/>
                  <a:pt x="28" y="115"/>
                </a:cubicBezTo>
                <a:cubicBezTo>
                  <a:pt x="29" y="117"/>
                  <a:pt x="30" y="118"/>
                  <a:pt x="32" y="119"/>
                </a:cubicBezTo>
                <a:cubicBezTo>
                  <a:pt x="34" y="119"/>
                  <a:pt x="38" y="119"/>
                  <a:pt x="42" y="117"/>
                </a:cubicBezTo>
                <a:cubicBezTo>
                  <a:pt x="46" y="116"/>
                  <a:pt x="49" y="115"/>
                  <a:pt x="52" y="115"/>
                </a:cubicBezTo>
                <a:cubicBezTo>
                  <a:pt x="55" y="115"/>
                  <a:pt x="58" y="117"/>
                  <a:pt x="60" y="121"/>
                </a:cubicBezTo>
                <a:cubicBezTo>
                  <a:pt x="61" y="123"/>
                  <a:pt x="62" y="125"/>
                  <a:pt x="63" y="128"/>
                </a:cubicBezTo>
                <a:cubicBezTo>
                  <a:pt x="64" y="130"/>
                  <a:pt x="65" y="133"/>
                  <a:pt x="66" y="137"/>
                </a:cubicBezTo>
                <a:cubicBezTo>
                  <a:pt x="67" y="140"/>
                  <a:pt x="68" y="142"/>
                  <a:pt x="68" y="144"/>
                </a:cubicBezTo>
                <a:cubicBezTo>
                  <a:pt x="70" y="150"/>
                  <a:pt x="74" y="161"/>
                  <a:pt x="78" y="178"/>
                </a:cubicBezTo>
                <a:cubicBezTo>
                  <a:pt x="82" y="196"/>
                  <a:pt x="86" y="208"/>
                  <a:pt x="88" y="214"/>
                </a:cubicBezTo>
                <a:cubicBezTo>
                  <a:pt x="94" y="226"/>
                  <a:pt x="100" y="234"/>
                  <a:pt x="107" y="237"/>
                </a:cubicBezTo>
                <a:cubicBezTo>
                  <a:pt x="113" y="238"/>
                  <a:pt x="118" y="239"/>
                  <a:pt x="123" y="237"/>
                </a:cubicBezTo>
                <a:cubicBezTo>
                  <a:pt x="128" y="236"/>
                  <a:pt x="133" y="234"/>
                  <a:pt x="137" y="232"/>
                </a:cubicBezTo>
                <a:cubicBezTo>
                  <a:pt x="153" y="222"/>
                  <a:pt x="168" y="208"/>
                  <a:pt x="182" y="188"/>
                </a:cubicBezTo>
                <a:cubicBezTo>
                  <a:pt x="195" y="171"/>
                  <a:pt x="206" y="153"/>
                  <a:pt x="214" y="135"/>
                </a:cubicBezTo>
                <a:cubicBezTo>
                  <a:pt x="222" y="116"/>
                  <a:pt x="227" y="102"/>
                  <a:pt x="229" y="93"/>
                </a:cubicBezTo>
                <a:close/>
                <a:moveTo>
                  <a:pt x="281" y="53"/>
                </a:moveTo>
                <a:cubicBezTo>
                  <a:pt x="281" y="228"/>
                  <a:pt x="281" y="228"/>
                  <a:pt x="281" y="228"/>
                </a:cubicBezTo>
                <a:cubicBezTo>
                  <a:pt x="281" y="243"/>
                  <a:pt x="275" y="255"/>
                  <a:pt x="265" y="266"/>
                </a:cubicBezTo>
                <a:cubicBezTo>
                  <a:pt x="255" y="276"/>
                  <a:pt x="242" y="281"/>
                  <a:pt x="228" y="281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38" y="281"/>
                  <a:pt x="26" y="276"/>
                  <a:pt x="15" y="266"/>
                </a:cubicBezTo>
                <a:cubicBezTo>
                  <a:pt x="5" y="255"/>
                  <a:pt x="0" y="243"/>
                  <a:pt x="0" y="228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5" y="26"/>
                  <a:pt x="15" y="16"/>
                </a:cubicBezTo>
                <a:cubicBezTo>
                  <a:pt x="26" y="5"/>
                  <a:pt x="38" y="0"/>
                  <a:pt x="52" y="0"/>
                </a:cubicBezTo>
                <a:cubicBezTo>
                  <a:pt x="228" y="0"/>
                  <a:pt x="228" y="0"/>
                  <a:pt x="228" y="0"/>
                </a:cubicBezTo>
                <a:cubicBezTo>
                  <a:pt x="242" y="0"/>
                  <a:pt x="255" y="5"/>
                  <a:pt x="265" y="16"/>
                </a:cubicBezTo>
                <a:cubicBezTo>
                  <a:pt x="275" y="26"/>
                  <a:pt x="281" y="38"/>
                  <a:pt x="281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8"/>
          <p:cNvSpPr>
            <a:spLocks/>
          </p:cNvSpPr>
          <p:nvPr/>
        </p:nvSpPr>
        <p:spPr bwMode="auto">
          <a:xfrm>
            <a:off x="5700891" y="3339546"/>
            <a:ext cx="366030" cy="208568"/>
          </a:xfrm>
          <a:custGeom>
            <a:avLst/>
            <a:gdLst>
              <a:gd name="T0" fmla="*/ 323 w 353"/>
              <a:gd name="T1" fmla="*/ 68 h 201"/>
              <a:gd name="T2" fmla="*/ 295 w 353"/>
              <a:gd name="T3" fmla="*/ 108 h 201"/>
              <a:gd name="T4" fmla="*/ 312 w 353"/>
              <a:gd name="T5" fmla="*/ 137 h 201"/>
              <a:gd name="T6" fmla="*/ 312 w 353"/>
              <a:gd name="T7" fmla="*/ 138 h 201"/>
              <a:gd name="T8" fmla="*/ 313 w 353"/>
              <a:gd name="T9" fmla="*/ 138 h 201"/>
              <a:gd name="T10" fmla="*/ 349 w 353"/>
              <a:gd name="T11" fmla="*/ 181 h 201"/>
              <a:gd name="T12" fmla="*/ 350 w 353"/>
              <a:gd name="T13" fmla="*/ 192 h 201"/>
              <a:gd name="T14" fmla="*/ 335 w 353"/>
              <a:gd name="T15" fmla="*/ 199 h 201"/>
              <a:gd name="T16" fmla="*/ 278 w 353"/>
              <a:gd name="T17" fmla="*/ 199 h 201"/>
              <a:gd name="T18" fmla="*/ 265 w 353"/>
              <a:gd name="T19" fmla="*/ 193 h 201"/>
              <a:gd name="T20" fmla="*/ 239 w 353"/>
              <a:gd name="T21" fmla="*/ 167 h 201"/>
              <a:gd name="T22" fmla="*/ 218 w 353"/>
              <a:gd name="T23" fmla="*/ 154 h 201"/>
              <a:gd name="T24" fmla="*/ 213 w 353"/>
              <a:gd name="T25" fmla="*/ 157 h 201"/>
              <a:gd name="T26" fmla="*/ 206 w 353"/>
              <a:gd name="T27" fmla="*/ 172 h 201"/>
              <a:gd name="T28" fmla="*/ 204 w 353"/>
              <a:gd name="T29" fmla="*/ 191 h 201"/>
              <a:gd name="T30" fmla="*/ 202 w 353"/>
              <a:gd name="T31" fmla="*/ 195 h 201"/>
              <a:gd name="T32" fmla="*/ 171 w 353"/>
              <a:gd name="T33" fmla="*/ 199 h 201"/>
              <a:gd name="T34" fmla="*/ 121 w 353"/>
              <a:gd name="T35" fmla="*/ 187 h 201"/>
              <a:gd name="T36" fmla="*/ 89 w 353"/>
              <a:gd name="T37" fmla="*/ 164 h 201"/>
              <a:gd name="T38" fmla="*/ 79 w 353"/>
              <a:gd name="T39" fmla="*/ 154 h 201"/>
              <a:gd name="T40" fmla="*/ 47 w 353"/>
              <a:gd name="T41" fmla="*/ 110 h 201"/>
              <a:gd name="T42" fmla="*/ 1 w 353"/>
              <a:gd name="T43" fmla="*/ 22 h 201"/>
              <a:gd name="T44" fmla="*/ 0 w 353"/>
              <a:gd name="T45" fmla="*/ 14 h 201"/>
              <a:gd name="T46" fmla="*/ 11 w 353"/>
              <a:gd name="T47" fmla="*/ 9 h 201"/>
              <a:gd name="T48" fmla="*/ 66 w 353"/>
              <a:gd name="T49" fmla="*/ 10 h 201"/>
              <a:gd name="T50" fmla="*/ 69 w 353"/>
              <a:gd name="T51" fmla="*/ 12 h 201"/>
              <a:gd name="T52" fmla="*/ 82 w 353"/>
              <a:gd name="T53" fmla="*/ 37 h 201"/>
              <a:gd name="T54" fmla="*/ 93 w 353"/>
              <a:gd name="T55" fmla="*/ 57 h 201"/>
              <a:gd name="T56" fmla="*/ 112 w 353"/>
              <a:gd name="T57" fmla="*/ 89 h 201"/>
              <a:gd name="T58" fmla="*/ 126 w 353"/>
              <a:gd name="T59" fmla="*/ 98 h 201"/>
              <a:gd name="T60" fmla="*/ 131 w 353"/>
              <a:gd name="T61" fmla="*/ 96 h 201"/>
              <a:gd name="T62" fmla="*/ 136 w 353"/>
              <a:gd name="T63" fmla="*/ 84 h 201"/>
              <a:gd name="T64" fmla="*/ 138 w 353"/>
              <a:gd name="T65" fmla="*/ 46 h 201"/>
              <a:gd name="T66" fmla="*/ 134 w 353"/>
              <a:gd name="T67" fmla="*/ 24 h 201"/>
              <a:gd name="T68" fmla="*/ 117 w 353"/>
              <a:gd name="T69" fmla="*/ 14 h 201"/>
              <a:gd name="T70" fmla="*/ 125 w 353"/>
              <a:gd name="T71" fmla="*/ 4 h 201"/>
              <a:gd name="T72" fmla="*/ 193 w 353"/>
              <a:gd name="T73" fmla="*/ 2 h 201"/>
              <a:gd name="T74" fmla="*/ 203 w 353"/>
              <a:gd name="T75" fmla="*/ 9 h 201"/>
              <a:gd name="T76" fmla="*/ 206 w 353"/>
              <a:gd name="T77" fmla="*/ 23 h 201"/>
              <a:gd name="T78" fmla="*/ 205 w 353"/>
              <a:gd name="T79" fmla="*/ 46 h 201"/>
              <a:gd name="T80" fmla="*/ 205 w 353"/>
              <a:gd name="T81" fmla="*/ 69 h 201"/>
              <a:gd name="T82" fmla="*/ 205 w 353"/>
              <a:gd name="T83" fmla="*/ 85 h 201"/>
              <a:gd name="T84" fmla="*/ 211 w 353"/>
              <a:gd name="T85" fmla="*/ 97 h 201"/>
              <a:gd name="T86" fmla="*/ 219 w 353"/>
              <a:gd name="T87" fmla="*/ 96 h 201"/>
              <a:gd name="T88" fmla="*/ 236 w 353"/>
              <a:gd name="T89" fmla="*/ 77 h 201"/>
              <a:gd name="T90" fmla="*/ 268 w 353"/>
              <a:gd name="T91" fmla="*/ 16 h 201"/>
              <a:gd name="T92" fmla="*/ 271 w 353"/>
              <a:gd name="T93" fmla="*/ 11 h 201"/>
              <a:gd name="T94" fmla="*/ 273 w 353"/>
              <a:gd name="T95" fmla="*/ 10 h 201"/>
              <a:gd name="T96" fmla="*/ 279 w 353"/>
              <a:gd name="T97" fmla="*/ 9 h 201"/>
              <a:gd name="T98" fmla="*/ 344 w 353"/>
              <a:gd name="T99" fmla="*/ 10 h 201"/>
              <a:gd name="T100" fmla="*/ 350 w 353"/>
              <a:gd name="T101" fmla="*/ 14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201">
                <a:moveTo>
                  <a:pt x="350" y="14"/>
                </a:moveTo>
                <a:cubicBezTo>
                  <a:pt x="353" y="22"/>
                  <a:pt x="344" y="40"/>
                  <a:pt x="323" y="68"/>
                </a:cubicBezTo>
                <a:cubicBezTo>
                  <a:pt x="320" y="72"/>
                  <a:pt x="316" y="77"/>
                  <a:pt x="311" y="84"/>
                </a:cubicBezTo>
                <a:cubicBezTo>
                  <a:pt x="301" y="96"/>
                  <a:pt x="296" y="104"/>
                  <a:pt x="295" y="108"/>
                </a:cubicBezTo>
                <a:cubicBezTo>
                  <a:pt x="292" y="113"/>
                  <a:pt x="293" y="118"/>
                  <a:pt x="297" y="122"/>
                </a:cubicBezTo>
                <a:cubicBezTo>
                  <a:pt x="299" y="125"/>
                  <a:pt x="304" y="130"/>
                  <a:pt x="312" y="137"/>
                </a:cubicBezTo>
                <a:cubicBezTo>
                  <a:pt x="312" y="137"/>
                  <a:pt x="312" y="137"/>
                  <a:pt x="312" y="137"/>
                </a:cubicBezTo>
                <a:cubicBezTo>
                  <a:pt x="312" y="138"/>
                  <a:pt x="312" y="138"/>
                  <a:pt x="312" y="138"/>
                </a:cubicBezTo>
                <a:cubicBezTo>
                  <a:pt x="312" y="138"/>
                  <a:pt x="312" y="138"/>
                  <a:pt x="312" y="138"/>
                </a:cubicBezTo>
                <a:cubicBezTo>
                  <a:pt x="313" y="138"/>
                  <a:pt x="313" y="138"/>
                  <a:pt x="313" y="138"/>
                </a:cubicBezTo>
                <a:cubicBezTo>
                  <a:pt x="330" y="154"/>
                  <a:pt x="342" y="168"/>
                  <a:pt x="348" y="179"/>
                </a:cubicBezTo>
                <a:cubicBezTo>
                  <a:pt x="348" y="179"/>
                  <a:pt x="349" y="180"/>
                  <a:pt x="349" y="181"/>
                </a:cubicBezTo>
                <a:cubicBezTo>
                  <a:pt x="349" y="182"/>
                  <a:pt x="350" y="183"/>
                  <a:pt x="350" y="186"/>
                </a:cubicBezTo>
                <a:cubicBezTo>
                  <a:pt x="351" y="188"/>
                  <a:pt x="351" y="190"/>
                  <a:pt x="350" y="192"/>
                </a:cubicBezTo>
                <a:cubicBezTo>
                  <a:pt x="350" y="194"/>
                  <a:pt x="348" y="195"/>
                  <a:pt x="346" y="197"/>
                </a:cubicBezTo>
                <a:cubicBezTo>
                  <a:pt x="343" y="199"/>
                  <a:pt x="339" y="199"/>
                  <a:pt x="335" y="199"/>
                </a:cubicBezTo>
                <a:cubicBezTo>
                  <a:pt x="288" y="200"/>
                  <a:pt x="288" y="200"/>
                  <a:pt x="288" y="200"/>
                </a:cubicBezTo>
                <a:cubicBezTo>
                  <a:pt x="285" y="201"/>
                  <a:pt x="282" y="200"/>
                  <a:pt x="278" y="199"/>
                </a:cubicBezTo>
                <a:cubicBezTo>
                  <a:pt x="274" y="198"/>
                  <a:pt x="271" y="197"/>
                  <a:pt x="268" y="195"/>
                </a:cubicBezTo>
                <a:cubicBezTo>
                  <a:pt x="265" y="193"/>
                  <a:pt x="265" y="193"/>
                  <a:pt x="265" y="193"/>
                </a:cubicBezTo>
                <a:cubicBezTo>
                  <a:pt x="261" y="190"/>
                  <a:pt x="257" y="186"/>
                  <a:pt x="252" y="181"/>
                </a:cubicBezTo>
                <a:cubicBezTo>
                  <a:pt x="247" y="176"/>
                  <a:pt x="243" y="171"/>
                  <a:pt x="239" y="167"/>
                </a:cubicBezTo>
                <a:cubicBezTo>
                  <a:pt x="236" y="163"/>
                  <a:pt x="232" y="159"/>
                  <a:pt x="228" y="156"/>
                </a:cubicBezTo>
                <a:cubicBezTo>
                  <a:pt x="224" y="154"/>
                  <a:pt x="221" y="153"/>
                  <a:pt x="218" y="154"/>
                </a:cubicBezTo>
                <a:cubicBezTo>
                  <a:pt x="217" y="154"/>
                  <a:pt x="217" y="154"/>
                  <a:pt x="216" y="154"/>
                </a:cubicBezTo>
                <a:cubicBezTo>
                  <a:pt x="216" y="155"/>
                  <a:pt x="215" y="155"/>
                  <a:pt x="213" y="157"/>
                </a:cubicBezTo>
                <a:cubicBezTo>
                  <a:pt x="212" y="158"/>
                  <a:pt x="210" y="160"/>
                  <a:pt x="209" y="162"/>
                </a:cubicBezTo>
                <a:cubicBezTo>
                  <a:pt x="208" y="164"/>
                  <a:pt x="207" y="168"/>
                  <a:pt x="206" y="172"/>
                </a:cubicBezTo>
                <a:cubicBezTo>
                  <a:pt x="205" y="176"/>
                  <a:pt x="205" y="181"/>
                  <a:pt x="205" y="186"/>
                </a:cubicBezTo>
                <a:cubicBezTo>
                  <a:pt x="205" y="188"/>
                  <a:pt x="205" y="189"/>
                  <a:pt x="204" y="191"/>
                </a:cubicBezTo>
                <a:cubicBezTo>
                  <a:pt x="204" y="192"/>
                  <a:pt x="203" y="194"/>
                  <a:pt x="203" y="194"/>
                </a:cubicBezTo>
                <a:cubicBezTo>
                  <a:pt x="202" y="195"/>
                  <a:pt x="202" y="195"/>
                  <a:pt x="202" y="195"/>
                </a:cubicBezTo>
                <a:cubicBezTo>
                  <a:pt x="200" y="198"/>
                  <a:pt x="197" y="199"/>
                  <a:pt x="192" y="199"/>
                </a:cubicBezTo>
                <a:cubicBezTo>
                  <a:pt x="171" y="199"/>
                  <a:pt x="171" y="199"/>
                  <a:pt x="171" y="199"/>
                </a:cubicBezTo>
                <a:cubicBezTo>
                  <a:pt x="163" y="200"/>
                  <a:pt x="154" y="199"/>
                  <a:pt x="145" y="196"/>
                </a:cubicBezTo>
                <a:cubicBezTo>
                  <a:pt x="136" y="194"/>
                  <a:pt x="128" y="191"/>
                  <a:pt x="121" y="187"/>
                </a:cubicBezTo>
                <a:cubicBezTo>
                  <a:pt x="114" y="183"/>
                  <a:pt x="108" y="179"/>
                  <a:pt x="102" y="175"/>
                </a:cubicBezTo>
                <a:cubicBezTo>
                  <a:pt x="96" y="170"/>
                  <a:pt x="92" y="167"/>
                  <a:pt x="89" y="164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3" y="158"/>
                  <a:pt x="82" y="157"/>
                  <a:pt x="79" y="154"/>
                </a:cubicBezTo>
                <a:cubicBezTo>
                  <a:pt x="77" y="152"/>
                  <a:pt x="73" y="146"/>
                  <a:pt x="66" y="137"/>
                </a:cubicBezTo>
                <a:cubicBezTo>
                  <a:pt x="60" y="129"/>
                  <a:pt x="53" y="120"/>
                  <a:pt x="47" y="110"/>
                </a:cubicBezTo>
                <a:cubicBezTo>
                  <a:pt x="41" y="100"/>
                  <a:pt x="33" y="87"/>
                  <a:pt x="25" y="71"/>
                </a:cubicBezTo>
                <a:cubicBezTo>
                  <a:pt x="16" y="55"/>
                  <a:pt x="8" y="39"/>
                  <a:pt x="1" y="22"/>
                </a:cubicBezTo>
                <a:cubicBezTo>
                  <a:pt x="0" y="20"/>
                  <a:pt x="0" y="18"/>
                  <a:pt x="0" y="17"/>
                </a:cubicBezTo>
                <a:cubicBezTo>
                  <a:pt x="0" y="15"/>
                  <a:pt x="0" y="14"/>
                  <a:pt x="0" y="14"/>
                </a:cubicBezTo>
                <a:cubicBezTo>
                  <a:pt x="1" y="13"/>
                  <a:pt x="1" y="13"/>
                  <a:pt x="1" y="13"/>
                </a:cubicBezTo>
                <a:cubicBezTo>
                  <a:pt x="3" y="10"/>
                  <a:pt x="6" y="9"/>
                  <a:pt x="11" y="9"/>
                </a:cubicBezTo>
                <a:cubicBezTo>
                  <a:pt x="61" y="9"/>
                  <a:pt x="61" y="9"/>
                  <a:pt x="61" y="9"/>
                </a:cubicBezTo>
                <a:cubicBezTo>
                  <a:pt x="63" y="9"/>
                  <a:pt x="64" y="9"/>
                  <a:pt x="66" y="10"/>
                </a:cubicBezTo>
                <a:cubicBezTo>
                  <a:pt x="67" y="10"/>
                  <a:pt x="68" y="11"/>
                  <a:pt x="69" y="11"/>
                </a:cubicBezTo>
                <a:cubicBezTo>
                  <a:pt x="69" y="12"/>
                  <a:pt x="69" y="12"/>
                  <a:pt x="69" y="12"/>
                </a:cubicBezTo>
                <a:cubicBezTo>
                  <a:pt x="71" y="13"/>
                  <a:pt x="73" y="15"/>
                  <a:pt x="74" y="18"/>
                </a:cubicBezTo>
                <a:cubicBezTo>
                  <a:pt x="76" y="24"/>
                  <a:pt x="79" y="30"/>
                  <a:pt x="82" y="37"/>
                </a:cubicBezTo>
                <a:cubicBezTo>
                  <a:pt x="85" y="43"/>
                  <a:pt x="88" y="48"/>
                  <a:pt x="90" y="52"/>
                </a:cubicBezTo>
                <a:cubicBezTo>
                  <a:pt x="93" y="57"/>
                  <a:pt x="93" y="57"/>
                  <a:pt x="93" y="57"/>
                </a:cubicBezTo>
                <a:cubicBezTo>
                  <a:pt x="96" y="64"/>
                  <a:pt x="100" y="71"/>
                  <a:pt x="103" y="76"/>
                </a:cubicBezTo>
                <a:cubicBezTo>
                  <a:pt x="106" y="81"/>
                  <a:pt x="109" y="86"/>
                  <a:pt x="112" y="89"/>
                </a:cubicBezTo>
                <a:cubicBezTo>
                  <a:pt x="114" y="92"/>
                  <a:pt x="117" y="94"/>
                  <a:pt x="119" y="96"/>
                </a:cubicBezTo>
                <a:cubicBezTo>
                  <a:pt x="122" y="97"/>
                  <a:pt x="124" y="98"/>
                  <a:pt x="126" y="98"/>
                </a:cubicBezTo>
                <a:cubicBezTo>
                  <a:pt x="127" y="98"/>
                  <a:pt x="129" y="98"/>
                  <a:pt x="131" y="97"/>
                </a:cubicBezTo>
                <a:cubicBezTo>
                  <a:pt x="131" y="97"/>
                  <a:pt x="131" y="97"/>
                  <a:pt x="131" y="96"/>
                </a:cubicBezTo>
                <a:cubicBezTo>
                  <a:pt x="132" y="96"/>
                  <a:pt x="133" y="95"/>
                  <a:pt x="134" y="92"/>
                </a:cubicBezTo>
                <a:cubicBezTo>
                  <a:pt x="135" y="90"/>
                  <a:pt x="136" y="87"/>
                  <a:pt x="136" y="84"/>
                </a:cubicBezTo>
                <a:cubicBezTo>
                  <a:pt x="137" y="80"/>
                  <a:pt x="137" y="75"/>
                  <a:pt x="138" y="69"/>
                </a:cubicBezTo>
                <a:cubicBezTo>
                  <a:pt x="138" y="63"/>
                  <a:pt x="138" y="55"/>
                  <a:pt x="138" y="46"/>
                </a:cubicBezTo>
                <a:cubicBezTo>
                  <a:pt x="138" y="41"/>
                  <a:pt x="137" y="37"/>
                  <a:pt x="136" y="33"/>
                </a:cubicBezTo>
                <a:cubicBezTo>
                  <a:pt x="135" y="29"/>
                  <a:pt x="134" y="26"/>
                  <a:pt x="134" y="24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29" y="18"/>
                  <a:pt x="124" y="15"/>
                  <a:pt x="117" y="14"/>
                </a:cubicBezTo>
                <a:cubicBezTo>
                  <a:pt x="115" y="14"/>
                  <a:pt x="116" y="13"/>
                  <a:pt x="118" y="10"/>
                </a:cubicBezTo>
                <a:cubicBezTo>
                  <a:pt x="120" y="8"/>
                  <a:pt x="122" y="6"/>
                  <a:pt x="125" y="4"/>
                </a:cubicBezTo>
                <a:cubicBezTo>
                  <a:pt x="131" y="1"/>
                  <a:pt x="146" y="0"/>
                  <a:pt x="169" y="0"/>
                </a:cubicBezTo>
                <a:cubicBezTo>
                  <a:pt x="179" y="0"/>
                  <a:pt x="187" y="1"/>
                  <a:pt x="193" y="2"/>
                </a:cubicBezTo>
                <a:cubicBezTo>
                  <a:pt x="196" y="3"/>
                  <a:pt x="198" y="4"/>
                  <a:pt x="199" y="5"/>
                </a:cubicBezTo>
                <a:cubicBezTo>
                  <a:pt x="201" y="6"/>
                  <a:pt x="202" y="7"/>
                  <a:pt x="203" y="9"/>
                </a:cubicBezTo>
                <a:cubicBezTo>
                  <a:pt x="204" y="11"/>
                  <a:pt x="205" y="13"/>
                  <a:pt x="205" y="15"/>
                </a:cubicBezTo>
                <a:cubicBezTo>
                  <a:pt x="205" y="17"/>
                  <a:pt x="206" y="20"/>
                  <a:pt x="206" y="23"/>
                </a:cubicBezTo>
                <a:cubicBezTo>
                  <a:pt x="206" y="27"/>
                  <a:pt x="206" y="30"/>
                  <a:pt x="205" y="33"/>
                </a:cubicBezTo>
                <a:cubicBezTo>
                  <a:pt x="205" y="37"/>
                  <a:pt x="205" y="41"/>
                  <a:pt x="205" y="46"/>
                </a:cubicBezTo>
                <a:cubicBezTo>
                  <a:pt x="205" y="52"/>
                  <a:pt x="205" y="57"/>
                  <a:pt x="205" y="61"/>
                </a:cubicBezTo>
                <a:cubicBezTo>
                  <a:pt x="205" y="63"/>
                  <a:pt x="205" y="65"/>
                  <a:pt x="205" y="69"/>
                </a:cubicBezTo>
                <a:cubicBezTo>
                  <a:pt x="204" y="73"/>
                  <a:pt x="204" y="76"/>
                  <a:pt x="204" y="78"/>
                </a:cubicBezTo>
                <a:cubicBezTo>
                  <a:pt x="205" y="80"/>
                  <a:pt x="205" y="82"/>
                  <a:pt x="205" y="85"/>
                </a:cubicBezTo>
                <a:cubicBezTo>
                  <a:pt x="205" y="88"/>
                  <a:pt x="206" y="91"/>
                  <a:pt x="207" y="92"/>
                </a:cubicBezTo>
                <a:cubicBezTo>
                  <a:pt x="208" y="94"/>
                  <a:pt x="210" y="96"/>
                  <a:pt x="211" y="97"/>
                </a:cubicBezTo>
                <a:cubicBezTo>
                  <a:pt x="212" y="97"/>
                  <a:pt x="213" y="97"/>
                  <a:pt x="214" y="98"/>
                </a:cubicBezTo>
                <a:cubicBezTo>
                  <a:pt x="216" y="98"/>
                  <a:pt x="217" y="97"/>
                  <a:pt x="219" y="96"/>
                </a:cubicBezTo>
                <a:cubicBezTo>
                  <a:pt x="221" y="94"/>
                  <a:pt x="224" y="92"/>
                  <a:pt x="226" y="89"/>
                </a:cubicBezTo>
                <a:cubicBezTo>
                  <a:pt x="229" y="87"/>
                  <a:pt x="232" y="83"/>
                  <a:pt x="236" y="77"/>
                </a:cubicBezTo>
                <a:cubicBezTo>
                  <a:pt x="239" y="72"/>
                  <a:pt x="244" y="65"/>
                  <a:pt x="248" y="57"/>
                </a:cubicBezTo>
                <a:cubicBezTo>
                  <a:pt x="255" y="45"/>
                  <a:pt x="262" y="31"/>
                  <a:pt x="268" y="16"/>
                </a:cubicBezTo>
                <a:cubicBezTo>
                  <a:pt x="268" y="15"/>
                  <a:pt x="269" y="14"/>
                  <a:pt x="269" y="13"/>
                </a:cubicBezTo>
                <a:cubicBezTo>
                  <a:pt x="270" y="12"/>
                  <a:pt x="271" y="11"/>
                  <a:pt x="271" y="11"/>
                </a:cubicBezTo>
                <a:cubicBezTo>
                  <a:pt x="272" y="11"/>
                  <a:pt x="272" y="11"/>
                  <a:pt x="272" y="11"/>
                </a:cubicBezTo>
                <a:cubicBezTo>
                  <a:pt x="273" y="10"/>
                  <a:pt x="273" y="10"/>
                  <a:pt x="273" y="10"/>
                </a:cubicBezTo>
                <a:cubicBezTo>
                  <a:pt x="276" y="10"/>
                  <a:pt x="276" y="10"/>
                  <a:pt x="276" y="10"/>
                </a:cubicBezTo>
                <a:cubicBezTo>
                  <a:pt x="279" y="9"/>
                  <a:pt x="279" y="9"/>
                  <a:pt x="279" y="9"/>
                </a:cubicBezTo>
                <a:cubicBezTo>
                  <a:pt x="332" y="9"/>
                  <a:pt x="332" y="9"/>
                  <a:pt x="332" y="9"/>
                </a:cubicBezTo>
                <a:cubicBezTo>
                  <a:pt x="337" y="9"/>
                  <a:pt x="340" y="9"/>
                  <a:pt x="344" y="10"/>
                </a:cubicBezTo>
                <a:cubicBezTo>
                  <a:pt x="347" y="10"/>
                  <a:pt x="348" y="11"/>
                  <a:pt x="349" y="13"/>
                </a:cubicBezTo>
                <a:lnTo>
                  <a:pt x="350" y="1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9"/>
          <p:cNvSpPr>
            <a:spLocks noEditPoints="1"/>
          </p:cNvSpPr>
          <p:nvPr/>
        </p:nvSpPr>
        <p:spPr bwMode="auto">
          <a:xfrm>
            <a:off x="1090299" y="3719389"/>
            <a:ext cx="388130" cy="316305"/>
          </a:xfrm>
          <a:custGeom>
            <a:avLst/>
            <a:gdLst>
              <a:gd name="T0" fmla="*/ 101 w 374"/>
              <a:gd name="T1" fmla="*/ 61 h 305"/>
              <a:gd name="T2" fmla="*/ 75 w 374"/>
              <a:gd name="T3" fmla="*/ 61 h 305"/>
              <a:gd name="T4" fmla="*/ 75 w 374"/>
              <a:gd name="T5" fmla="*/ 85 h 305"/>
              <a:gd name="T6" fmla="*/ 101 w 374"/>
              <a:gd name="T7" fmla="*/ 85 h 305"/>
              <a:gd name="T8" fmla="*/ 242 w 374"/>
              <a:gd name="T9" fmla="*/ 166 h 305"/>
              <a:gd name="T10" fmla="*/ 225 w 374"/>
              <a:gd name="T11" fmla="*/ 153 h 305"/>
              <a:gd name="T12" fmla="*/ 212 w 374"/>
              <a:gd name="T13" fmla="*/ 166 h 305"/>
              <a:gd name="T14" fmla="*/ 225 w 374"/>
              <a:gd name="T15" fmla="*/ 179 h 305"/>
              <a:gd name="T16" fmla="*/ 242 w 374"/>
              <a:gd name="T17" fmla="*/ 166 h 305"/>
              <a:gd name="T18" fmla="*/ 194 w 374"/>
              <a:gd name="T19" fmla="*/ 61 h 305"/>
              <a:gd name="T20" fmla="*/ 168 w 374"/>
              <a:gd name="T21" fmla="*/ 61 h 305"/>
              <a:gd name="T22" fmla="*/ 168 w 374"/>
              <a:gd name="T23" fmla="*/ 85 h 305"/>
              <a:gd name="T24" fmla="*/ 194 w 374"/>
              <a:gd name="T25" fmla="*/ 85 h 305"/>
              <a:gd name="T26" fmla="*/ 315 w 374"/>
              <a:gd name="T27" fmla="*/ 166 h 305"/>
              <a:gd name="T28" fmla="*/ 298 w 374"/>
              <a:gd name="T29" fmla="*/ 153 h 305"/>
              <a:gd name="T30" fmla="*/ 285 w 374"/>
              <a:gd name="T31" fmla="*/ 166 h 305"/>
              <a:gd name="T32" fmla="*/ 298 w 374"/>
              <a:gd name="T33" fmla="*/ 179 h 305"/>
              <a:gd name="T34" fmla="*/ 315 w 374"/>
              <a:gd name="T35" fmla="*/ 166 h 305"/>
              <a:gd name="T36" fmla="*/ 253 w 374"/>
              <a:gd name="T37" fmla="*/ 92 h 305"/>
              <a:gd name="T38" fmla="*/ 156 w 374"/>
              <a:gd name="T39" fmla="*/ 145 h 305"/>
              <a:gd name="T40" fmla="*/ 145 w 374"/>
              <a:gd name="T41" fmla="*/ 225 h 305"/>
              <a:gd name="T42" fmla="*/ 123 w 374"/>
              <a:gd name="T43" fmla="*/ 225 h 305"/>
              <a:gd name="T44" fmla="*/ 105 w 374"/>
              <a:gd name="T45" fmla="*/ 223 h 305"/>
              <a:gd name="T46" fmla="*/ 86 w 374"/>
              <a:gd name="T47" fmla="*/ 219 h 305"/>
              <a:gd name="T48" fmla="*/ 53 w 374"/>
              <a:gd name="T49" fmla="*/ 202 h 305"/>
              <a:gd name="T50" fmla="*/ 18 w 374"/>
              <a:gd name="T51" fmla="*/ 56 h 305"/>
              <a:gd name="T52" fmla="*/ 133 w 374"/>
              <a:gd name="T53" fmla="*/ 0 h 305"/>
              <a:gd name="T54" fmla="*/ 241 w 374"/>
              <a:gd name="T55" fmla="*/ 46 h 305"/>
              <a:gd name="T56" fmla="*/ 374 w 374"/>
              <a:gd name="T57" fmla="*/ 196 h 305"/>
              <a:gd name="T58" fmla="*/ 328 w 374"/>
              <a:gd name="T59" fmla="*/ 272 h 305"/>
              <a:gd name="T60" fmla="*/ 302 w 374"/>
              <a:gd name="T61" fmla="*/ 285 h 305"/>
              <a:gd name="T62" fmla="*/ 205 w 374"/>
              <a:gd name="T63" fmla="*/ 279 h 305"/>
              <a:gd name="T64" fmla="*/ 149 w 374"/>
              <a:gd name="T65" fmla="*/ 196 h 305"/>
              <a:gd name="T66" fmla="*/ 205 w 374"/>
              <a:gd name="T67" fmla="*/ 113 h 305"/>
              <a:gd name="T68" fmla="*/ 317 w 374"/>
              <a:gd name="T69" fmla="*/ 113 h 305"/>
              <a:gd name="T70" fmla="*/ 374 w 374"/>
              <a:gd name="T71" fmla="*/ 196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4" h="305">
                <a:moveTo>
                  <a:pt x="106" y="73"/>
                </a:moveTo>
                <a:cubicBezTo>
                  <a:pt x="106" y="68"/>
                  <a:pt x="105" y="64"/>
                  <a:pt x="101" y="61"/>
                </a:cubicBezTo>
                <a:cubicBezTo>
                  <a:pt x="98" y="58"/>
                  <a:pt x="94" y="56"/>
                  <a:pt x="89" y="56"/>
                </a:cubicBezTo>
                <a:cubicBezTo>
                  <a:pt x="84" y="56"/>
                  <a:pt x="80" y="58"/>
                  <a:pt x="75" y="61"/>
                </a:cubicBezTo>
                <a:cubicBezTo>
                  <a:pt x="71" y="64"/>
                  <a:pt x="69" y="68"/>
                  <a:pt x="69" y="73"/>
                </a:cubicBezTo>
                <a:cubicBezTo>
                  <a:pt x="69" y="78"/>
                  <a:pt x="71" y="82"/>
                  <a:pt x="75" y="85"/>
                </a:cubicBezTo>
                <a:cubicBezTo>
                  <a:pt x="80" y="88"/>
                  <a:pt x="84" y="90"/>
                  <a:pt x="89" y="90"/>
                </a:cubicBezTo>
                <a:cubicBezTo>
                  <a:pt x="94" y="90"/>
                  <a:pt x="98" y="88"/>
                  <a:pt x="101" y="85"/>
                </a:cubicBezTo>
                <a:cubicBezTo>
                  <a:pt x="105" y="82"/>
                  <a:pt x="106" y="78"/>
                  <a:pt x="106" y="73"/>
                </a:cubicBezTo>
                <a:close/>
                <a:moveTo>
                  <a:pt x="242" y="166"/>
                </a:moveTo>
                <a:cubicBezTo>
                  <a:pt x="242" y="162"/>
                  <a:pt x="240" y="159"/>
                  <a:pt x="237" y="157"/>
                </a:cubicBezTo>
                <a:cubicBezTo>
                  <a:pt x="234" y="154"/>
                  <a:pt x="230" y="153"/>
                  <a:pt x="225" y="153"/>
                </a:cubicBezTo>
                <a:cubicBezTo>
                  <a:pt x="222" y="153"/>
                  <a:pt x="219" y="154"/>
                  <a:pt x="216" y="157"/>
                </a:cubicBezTo>
                <a:cubicBezTo>
                  <a:pt x="213" y="160"/>
                  <a:pt x="212" y="163"/>
                  <a:pt x="212" y="166"/>
                </a:cubicBezTo>
                <a:cubicBezTo>
                  <a:pt x="212" y="169"/>
                  <a:pt x="213" y="172"/>
                  <a:pt x="216" y="175"/>
                </a:cubicBezTo>
                <a:cubicBezTo>
                  <a:pt x="219" y="178"/>
                  <a:pt x="222" y="179"/>
                  <a:pt x="225" y="179"/>
                </a:cubicBezTo>
                <a:cubicBezTo>
                  <a:pt x="230" y="179"/>
                  <a:pt x="234" y="178"/>
                  <a:pt x="237" y="175"/>
                </a:cubicBezTo>
                <a:cubicBezTo>
                  <a:pt x="240" y="172"/>
                  <a:pt x="242" y="169"/>
                  <a:pt x="242" y="166"/>
                </a:cubicBezTo>
                <a:close/>
                <a:moveTo>
                  <a:pt x="199" y="73"/>
                </a:moveTo>
                <a:cubicBezTo>
                  <a:pt x="199" y="68"/>
                  <a:pt x="197" y="64"/>
                  <a:pt x="194" y="61"/>
                </a:cubicBezTo>
                <a:cubicBezTo>
                  <a:pt x="191" y="58"/>
                  <a:pt x="187" y="56"/>
                  <a:pt x="182" y="56"/>
                </a:cubicBezTo>
                <a:cubicBezTo>
                  <a:pt x="177" y="56"/>
                  <a:pt x="172" y="58"/>
                  <a:pt x="168" y="61"/>
                </a:cubicBezTo>
                <a:cubicBezTo>
                  <a:pt x="164" y="64"/>
                  <a:pt x="162" y="68"/>
                  <a:pt x="162" y="73"/>
                </a:cubicBezTo>
                <a:cubicBezTo>
                  <a:pt x="162" y="78"/>
                  <a:pt x="164" y="82"/>
                  <a:pt x="168" y="85"/>
                </a:cubicBezTo>
                <a:cubicBezTo>
                  <a:pt x="172" y="88"/>
                  <a:pt x="177" y="90"/>
                  <a:pt x="182" y="90"/>
                </a:cubicBezTo>
                <a:cubicBezTo>
                  <a:pt x="187" y="90"/>
                  <a:pt x="191" y="88"/>
                  <a:pt x="194" y="85"/>
                </a:cubicBezTo>
                <a:cubicBezTo>
                  <a:pt x="197" y="82"/>
                  <a:pt x="199" y="78"/>
                  <a:pt x="199" y="73"/>
                </a:cubicBezTo>
                <a:close/>
                <a:moveTo>
                  <a:pt x="315" y="166"/>
                </a:moveTo>
                <a:cubicBezTo>
                  <a:pt x="315" y="162"/>
                  <a:pt x="313" y="159"/>
                  <a:pt x="310" y="157"/>
                </a:cubicBezTo>
                <a:cubicBezTo>
                  <a:pt x="307" y="154"/>
                  <a:pt x="303" y="153"/>
                  <a:pt x="298" y="153"/>
                </a:cubicBezTo>
                <a:cubicBezTo>
                  <a:pt x="295" y="153"/>
                  <a:pt x="292" y="154"/>
                  <a:pt x="289" y="157"/>
                </a:cubicBezTo>
                <a:cubicBezTo>
                  <a:pt x="286" y="160"/>
                  <a:pt x="285" y="163"/>
                  <a:pt x="285" y="166"/>
                </a:cubicBezTo>
                <a:cubicBezTo>
                  <a:pt x="285" y="169"/>
                  <a:pt x="286" y="172"/>
                  <a:pt x="289" y="175"/>
                </a:cubicBezTo>
                <a:cubicBezTo>
                  <a:pt x="292" y="178"/>
                  <a:pt x="295" y="179"/>
                  <a:pt x="298" y="179"/>
                </a:cubicBezTo>
                <a:cubicBezTo>
                  <a:pt x="303" y="179"/>
                  <a:pt x="307" y="178"/>
                  <a:pt x="310" y="175"/>
                </a:cubicBezTo>
                <a:cubicBezTo>
                  <a:pt x="313" y="172"/>
                  <a:pt x="315" y="169"/>
                  <a:pt x="315" y="166"/>
                </a:cubicBezTo>
                <a:close/>
                <a:moveTo>
                  <a:pt x="266" y="93"/>
                </a:moveTo>
                <a:cubicBezTo>
                  <a:pt x="262" y="93"/>
                  <a:pt x="258" y="92"/>
                  <a:pt x="253" y="92"/>
                </a:cubicBezTo>
                <a:cubicBezTo>
                  <a:pt x="233" y="92"/>
                  <a:pt x="214" y="97"/>
                  <a:pt x="197" y="107"/>
                </a:cubicBezTo>
                <a:cubicBezTo>
                  <a:pt x="179" y="116"/>
                  <a:pt x="166" y="129"/>
                  <a:pt x="156" y="145"/>
                </a:cubicBezTo>
                <a:cubicBezTo>
                  <a:pt x="146" y="161"/>
                  <a:pt x="141" y="178"/>
                  <a:pt x="141" y="197"/>
                </a:cubicBezTo>
                <a:cubicBezTo>
                  <a:pt x="141" y="207"/>
                  <a:pt x="142" y="216"/>
                  <a:pt x="145" y="225"/>
                </a:cubicBezTo>
                <a:cubicBezTo>
                  <a:pt x="141" y="225"/>
                  <a:pt x="137" y="226"/>
                  <a:pt x="133" y="226"/>
                </a:cubicBezTo>
                <a:cubicBezTo>
                  <a:pt x="129" y="226"/>
                  <a:pt x="126" y="226"/>
                  <a:pt x="123" y="225"/>
                </a:cubicBezTo>
                <a:cubicBezTo>
                  <a:pt x="120" y="225"/>
                  <a:pt x="117" y="225"/>
                  <a:pt x="113" y="224"/>
                </a:cubicBezTo>
                <a:cubicBezTo>
                  <a:pt x="110" y="224"/>
                  <a:pt x="107" y="223"/>
                  <a:pt x="105" y="223"/>
                </a:cubicBezTo>
                <a:cubicBezTo>
                  <a:pt x="104" y="223"/>
                  <a:pt x="100" y="222"/>
                  <a:pt x="95" y="221"/>
                </a:cubicBezTo>
                <a:cubicBezTo>
                  <a:pt x="90" y="220"/>
                  <a:pt x="87" y="219"/>
                  <a:pt x="86" y="219"/>
                </a:cubicBezTo>
                <a:cubicBezTo>
                  <a:pt x="40" y="242"/>
                  <a:pt x="40" y="242"/>
                  <a:pt x="40" y="242"/>
                </a:cubicBezTo>
                <a:cubicBezTo>
                  <a:pt x="53" y="202"/>
                  <a:pt x="53" y="202"/>
                  <a:pt x="53" y="202"/>
                </a:cubicBezTo>
                <a:cubicBezTo>
                  <a:pt x="18" y="178"/>
                  <a:pt x="0" y="148"/>
                  <a:pt x="0" y="113"/>
                </a:cubicBezTo>
                <a:cubicBezTo>
                  <a:pt x="0" y="92"/>
                  <a:pt x="6" y="73"/>
                  <a:pt x="18" y="56"/>
                </a:cubicBezTo>
                <a:cubicBezTo>
                  <a:pt x="30" y="39"/>
                  <a:pt x="46" y="25"/>
                  <a:pt x="66" y="15"/>
                </a:cubicBezTo>
                <a:cubicBezTo>
                  <a:pt x="86" y="5"/>
                  <a:pt x="109" y="0"/>
                  <a:pt x="133" y="0"/>
                </a:cubicBezTo>
                <a:cubicBezTo>
                  <a:pt x="154" y="0"/>
                  <a:pt x="174" y="4"/>
                  <a:pt x="193" y="12"/>
                </a:cubicBezTo>
                <a:cubicBezTo>
                  <a:pt x="212" y="20"/>
                  <a:pt x="228" y="31"/>
                  <a:pt x="241" y="46"/>
                </a:cubicBezTo>
                <a:cubicBezTo>
                  <a:pt x="254" y="60"/>
                  <a:pt x="262" y="76"/>
                  <a:pt x="266" y="93"/>
                </a:cubicBezTo>
                <a:close/>
                <a:moveTo>
                  <a:pt x="374" y="196"/>
                </a:moveTo>
                <a:cubicBezTo>
                  <a:pt x="374" y="210"/>
                  <a:pt x="370" y="224"/>
                  <a:pt x="362" y="237"/>
                </a:cubicBezTo>
                <a:cubicBezTo>
                  <a:pt x="354" y="250"/>
                  <a:pt x="342" y="261"/>
                  <a:pt x="328" y="272"/>
                </a:cubicBezTo>
                <a:cubicBezTo>
                  <a:pt x="338" y="305"/>
                  <a:pt x="338" y="305"/>
                  <a:pt x="338" y="305"/>
                </a:cubicBezTo>
                <a:cubicBezTo>
                  <a:pt x="302" y="285"/>
                  <a:pt x="302" y="285"/>
                  <a:pt x="302" y="285"/>
                </a:cubicBezTo>
                <a:cubicBezTo>
                  <a:pt x="283" y="290"/>
                  <a:pt x="270" y="292"/>
                  <a:pt x="262" y="292"/>
                </a:cubicBezTo>
                <a:cubicBezTo>
                  <a:pt x="241" y="292"/>
                  <a:pt x="222" y="288"/>
                  <a:pt x="205" y="279"/>
                </a:cubicBezTo>
                <a:cubicBezTo>
                  <a:pt x="188" y="270"/>
                  <a:pt x="174" y="259"/>
                  <a:pt x="164" y="244"/>
                </a:cubicBezTo>
                <a:cubicBezTo>
                  <a:pt x="154" y="229"/>
                  <a:pt x="149" y="213"/>
                  <a:pt x="149" y="196"/>
                </a:cubicBezTo>
                <a:cubicBezTo>
                  <a:pt x="149" y="178"/>
                  <a:pt x="154" y="162"/>
                  <a:pt x="164" y="148"/>
                </a:cubicBezTo>
                <a:cubicBezTo>
                  <a:pt x="174" y="133"/>
                  <a:pt x="188" y="121"/>
                  <a:pt x="205" y="113"/>
                </a:cubicBezTo>
                <a:cubicBezTo>
                  <a:pt x="222" y="104"/>
                  <a:pt x="241" y="100"/>
                  <a:pt x="262" y="100"/>
                </a:cubicBezTo>
                <a:cubicBezTo>
                  <a:pt x="281" y="100"/>
                  <a:pt x="300" y="104"/>
                  <a:pt x="317" y="113"/>
                </a:cubicBezTo>
                <a:cubicBezTo>
                  <a:pt x="335" y="121"/>
                  <a:pt x="348" y="133"/>
                  <a:pt x="359" y="148"/>
                </a:cubicBezTo>
                <a:cubicBezTo>
                  <a:pt x="369" y="162"/>
                  <a:pt x="374" y="178"/>
                  <a:pt x="374" y="19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70"/>
          <p:cNvSpPr>
            <a:spLocks noEditPoints="1"/>
          </p:cNvSpPr>
          <p:nvPr/>
        </p:nvSpPr>
        <p:spPr bwMode="auto">
          <a:xfrm>
            <a:off x="1155217" y="3271866"/>
            <a:ext cx="259674" cy="342548"/>
          </a:xfrm>
          <a:custGeom>
            <a:avLst/>
            <a:gdLst>
              <a:gd name="T0" fmla="*/ 126 w 251"/>
              <a:gd name="T1" fmla="*/ 266 h 330"/>
              <a:gd name="T2" fmla="*/ 116 w 251"/>
              <a:gd name="T3" fmla="*/ 329 h 330"/>
              <a:gd name="T4" fmla="*/ 53 w 251"/>
              <a:gd name="T5" fmla="*/ 306 h 330"/>
              <a:gd name="T6" fmla="*/ 50 w 251"/>
              <a:gd name="T7" fmla="*/ 294 h 330"/>
              <a:gd name="T8" fmla="*/ 90 w 251"/>
              <a:gd name="T9" fmla="*/ 246 h 330"/>
              <a:gd name="T10" fmla="*/ 108 w 251"/>
              <a:gd name="T11" fmla="*/ 229 h 330"/>
              <a:gd name="T12" fmla="*/ 124 w 251"/>
              <a:gd name="T13" fmla="*/ 235 h 330"/>
              <a:gd name="T14" fmla="*/ 99 w 251"/>
              <a:gd name="T15" fmla="*/ 197 h 330"/>
              <a:gd name="T16" fmla="*/ 67 w 251"/>
              <a:gd name="T17" fmla="*/ 217 h 330"/>
              <a:gd name="T18" fmla="*/ 4 w 251"/>
              <a:gd name="T19" fmla="*/ 226 h 330"/>
              <a:gd name="T20" fmla="*/ 1 w 251"/>
              <a:gd name="T21" fmla="*/ 182 h 330"/>
              <a:gd name="T22" fmla="*/ 17 w 251"/>
              <a:gd name="T23" fmla="*/ 153 h 330"/>
              <a:gd name="T24" fmla="*/ 75 w 251"/>
              <a:gd name="T25" fmla="*/ 176 h 330"/>
              <a:gd name="T26" fmla="*/ 97 w 251"/>
              <a:gd name="T27" fmla="*/ 188 h 330"/>
              <a:gd name="T28" fmla="*/ 250 w 251"/>
              <a:gd name="T29" fmla="*/ 251 h 330"/>
              <a:gd name="T30" fmla="*/ 208 w 251"/>
              <a:gd name="T31" fmla="*/ 304 h 330"/>
              <a:gd name="T32" fmla="*/ 163 w 251"/>
              <a:gd name="T33" fmla="*/ 250 h 330"/>
              <a:gd name="T34" fmla="*/ 153 w 251"/>
              <a:gd name="T35" fmla="*/ 227 h 330"/>
              <a:gd name="T36" fmla="*/ 171 w 251"/>
              <a:gd name="T37" fmla="*/ 214 h 330"/>
              <a:gd name="T38" fmla="*/ 237 w 251"/>
              <a:gd name="T39" fmla="*/ 236 h 330"/>
              <a:gd name="T40" fmla="*/ 250 w 251"/>
              <a:gd name="T41" fmla="*/ 251 h 330"/>
              <a:gd name="T42" fmla="*/ 117 w 251"/>
              <a:gd name="T43" fmla="*/ 158 h 330"/>
              <a:gd name="T44" fmla="*/ 27 w 251"/>
              <a:gd name="T45" fmla="*/ 35 h 330"/>
              <a:gd name="T46" fmla="*/ 69 w 251"/>
              <a:gd name="T47" fmla="*/ 8 h 330"/>
              <a:gd name="T48" fmla="*/ 119 w 251"/>
              <a:gd name="T49" fmla="*/ 10 h 330"/>
              <a:gd name="T50" fmla="*/ 127 w 251"/>
              <a:gd name="T51" fmla="*/ 135 h 330"/>
              <a:gd name="T52" fmla="*/ 243 w 251"/>
              <a:gd name="T53" fmla="*/ 166 h 330"/>
              <a:gd name="T54" fmla="*/ 167 w 251"/>
              <a:gd name="T55" fmla="*/ 186 h 330"/>
              <a:gd name="T56" fmla="*/ 158 w 251"/>
              <a:gd name="T57" fmla="*/ 185 h 330"/>
              <a:gd name="T58" fmla="*/ 152 w 251"/>
              <a:gd name="T59" fmla="*/ 163 h 330"/>
              <a:gd name="T60" fmla="*/ 193 w 251"/>
              <a:gd name="T61" fmla="*/ 107 h 330"/>
              <a:gd name="T62" fmla="*/ 211 w 251"/>
              <a:gd name="T63" fmla="*/ 100 h 330"/>
              <a:gd name="T64" fmla="*/ 248 w 251"/>
              <a:gd name="T65" fmla="*/ 155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1" h="330">
                <a:moveTo>
                  <a:pt x="126" y="243"/>
                </a:moveTo>
                <a:cubicBezTo>
                  <a:pt x="126" y="266"/>
                  <a:pt x="126" y="266"/>
                  <a:pt x="126" y="266"/>
                </a:cubicBezTo>
                <a:cubicBezTo>
                  <a:pt x="126" y="301"/>
                  <a:pt x="126" y="320"/>
                  <a:pt x="125" y="322"/>
                </a:cubicBezTo>
                <a:cubicBezTo>
                  <a:pt x="124" y="325"/>
                  <a:pt x="120" y="328"/>
                  <a:pt x="116" y="329"/>
                </a:cubicBezTo>
                <a:cubicBezTo>
                  <a:pt x="109" y="330"/>
                  <a:pt x="98" y="328"/>
                  <a:pt x="82" y="322"/>
                </a:cubicBezTo>
                <a:cubicBezTo>
                  <a:pt x="67" y="316"/>
                  <a:pt x="57" y="311"/>
                  <a:pt x="53" y="306"/>
                </a:cubicBezTo>
                <a:cubicBezTo>
                  <a:pt x="51" y="304"/>
                  <a:pt x="50" y="302"/>
                  <a:pt x="50" y="299"/>
                </a:cubicBezTo>
                <a:cubicBezTo>
                  <a:pt x="50" y="298"/>
                  <a:pt x="50" y="296"/>
                  <a:pt x="50" y="294"/>
                </a:cubicBezTo>
                <a:cubicBezTo>
                  <a:pt x="51" y="293"/>
                  <a:pt x="53" y="290"/>
                  <a:pt x="57" y="286"/>
                </a:cubicBezTo>
                <a:cubicBezTo>
                  <a:pt x="60" y="281"/>
                  <a:pt x="71" y="268"/>
                  <a:pt x="90" y="246"/>
                </a:cubicBezTo>
                <a:cubicBezTo>
                  <a:pt x="90" y="246"/>
                  <a:pt x="93" y="242"/>
                  <a:pt x="101" y="233"/>
                </a:cubicBezTo>
                <a:cubicBezTo>
                  <a:pt x="103" y="231"/>
                  <a:pt x="105" y="230"/>
                  <a:pt x="108" y="229"/>
                </a:cubicBezTo>
                <a:cubicBezTo>
                  <a:pt x="111" y="228"/>
                  <a:pt x="114" y="228"/>
                  <a:pt x="117" y="230"/>
                </a:cubicBezTo>
                <a:cubicBezTo>
                  <a:pt x="120" y="231"/>
                  <a:pt x="122" y="233"/>
                  <a:pt x="124" y="235"/>
                </a:cubicBezTo>
                <a:cubicBezTo>
                  <a:pt x="125" y="237"/>
                  <a:pt x="126" y="240"/>
                  <a:pt x="126" y="243"/>
                </a:cubicBezTo>
                <a:close/>
                <a:moveTo>
                  <a:pt x="99" y="197"/>
                </a:moveTo>
                <a:cubicBezTo>
                  <a:pt x="98" y="203"/>
                  <a:pt x="95" y="208"/>
                  <a:pt x="89" y="209"/>
                </a:cubicBezTo>
                <a:cubicBezTo>
                  <a:pt x="67" y="217"/>
                  <a:pt x="67" y="217"/>
                  <a:pt x="67" y="217"/>
                </a:cubicBezTo>
                <a:cubicBezTo>
                  <a:pt x="34" y="227"/>
                  <a:pt x="16" y="233"/>
                  <a:pt x="14" y="233"/>
                </a:cubicBezTo>
                <a:cubicBezTo>
                  <a:pt x="10" y="232"/>
                  <a:pt x="6" y="230"/>
                  <a:pt x="4" y="226"/>
                </a:cubicBezTo>
                <a:cubicBezTo>
                  <a:pt x="3" y="223"/>
                  <a:pt x="2" y="218"/>
                  <a:pt x="1" y="212"/>
                </a:cubicBezTo>
                <a:cubicBezTo>
                  <a:pt x="0" y="203"/>
                  <a:pt x="0" y="193"/>
                  <a:pt x="1" y="182"/>
                </a:cubicBezTo>
                <a:cubicBezTo>
                  <a:pt x="2" y="171"/>
                  <a:pt x="4" y="163"/>
                  <a:pt x="7" y="159"/>
                </a:cubicBezTo>
                <a:cubicBezTo>
                  <a:pt x="9" y="155"/>
                  <a:pt x="13" y="153"/>
                  <a:pt x="17" y="153"/>
                </a:cubicBezTo>
                <a:cubicBezTo>
                  <a:pt x="19" y="153"/>
                  <a:pt x="31" y="158"/>
                  <a:pt x="54" y="167"/>
                </a:cubicBezTo>
                <a:cubicBezTo>
                  <a:pt x="62" y="171"/>
                  <a:pt x="69" y="174"/>
                  <a:pt x="75" y="176"/>
                </a:cubicBezTo>
                <a:cubicBezTo>
                  <a:pt x="90" y="182"/>
                  <a:pt x="90" y="182"/>
                  <a:pt x="90" y="182"/>
                </a:cubicBezTo>
                <a:cubicBezTo>
                  <a:pt x="93" y="183"/>
                  <a:pt x="95" y="185"/>
                  <a:pt x="97" y="188"/>
                </a:cubicBezTo>
                <a:cubicBezTo>
                  <a:pt x="98" y="190"/>
                  <a:pt x="99" y="193"/>
                  <a:pt x="99" y="197"/>
                </a:cubicBezTo>
                <a:close/>
                <a:moveTo>
                  <a:pt x="250" y="251"/>
                </a:moveTo>
                <a:cubicBezTo>
                  <a:pt x="249" y="258"/>
                  <a:pt x="243" y="267"/>
                  <a:pt x="233" y="280"/>
                </a:cubicBezTo>
                <a:cubicBezTo>
                  <a:pt x="223" y="293"/>
                  <a:pt x="215" y="301"/>
                  <a:pt x="208" y="304"/>
                </a:cubicBezTo>
                <a:cubicBezTo>
                  <a:pt x="204" y="305"/>
                  <a:pt x="200" y="305"/>
                  <a:pt x="197" y="302"/>
                </a:cubicBezTo>
                <a:cubicBezTo>
                  <a:pt x="195" y="301"/>
                  <a:pt x="184" y="284"/>
                  <a:pt x="163" y="250"/>
                </a:cubicBezTo>
                <a:cubicBezTo>
                  <a:pt x="155" y="236"/>
                  <a:pt x="155" y="236"/>
                  <a:pt x="155" y="236"/>
                </a:cubicBezTo>
                <a:cubicBezTo>
                  <a:pt x="153" y="233"/>
                  <a:pt x="152" y="230"/>
                  <a:pt x="153" y="227"/>
                </a:cubicBezTo>
                <a:cubicBezTo>
                  <a:pt x="153" y="224"/>
                  <a:pt x="154" y="221"/>
                  <a:pt x="156" y="219"/>
                </a:cubicBezTo>
                <a:cubicBezTo>
                  <a:pt x="160" y="214"/>
                  <a:pt x="165" y="212"/>
                  <a:pt x="171" y="214"/>
                </a:cubicBezTo>
                <a:cubicBezTo>
                  <a:pt x="171" y="214"/>
                  <a:pt x="179" y="217"/>
                  <a:pt x="193" y="221"/>
                </a:cubicBezTo>
                <a:cubicBezTo>
                  <a:pt x="218" y="230"/>
                  <a:pt x="233" y="234"/>
                  <a:pt x="237" y="236"/>
                </a:cubicBezTo>
                <a:cubicBezTo>
                  <a:pt x="242" y="238"/>
                  <a:pt x="245" y="239"/>
                  <a:pt x="246" y="240"/>
                </a:cubicBezTo>
                <a:cubicBezTo>
                  <a:pt x="249" y="242"/>
                  <a:pt x="251" y="246"/>
                  <a:pt x="250" y="251"/>
                </a:cubicBezTo>
                <a:close/>
                <a:moveTo>
                  <a:pt x="127" y="135"/>
                </a:moveTo>
                <a:cubicBezTo>
                  <a:pt x="128" y="148"/>
                  <a:pt x="124" y="155"/>
                  <a:pt x="117" y="158"/>
                </a:cubicBezTo>
                <a:cubicBezTo>
                  <a:pt x="110" y="160"/>
                  <a:pt x="103" y="155"/>
                  <a:pt x="96" y="145"/>
                </a:cubicBezTo>
                <a:cubicBezTo>
                  <a:pt x="27" y="35"/>
                  <a:pt x="27" y="35"/>
                  <a:pt x="27" y="35"/>
                </a:cubicBezTo>
                <a:cubicBezTo>
                  <a:pt x="26" y="31"/>
                  <a:pt x="27" y="27"/>
                  <a:pt x="31" y="24"/>
                </a:cubicBezTo>
                <a:cubicBezTo>
                  <a:pt x="36" y="19"/>
                  <a:pt x="48" y="13"/>
                  <a:pt x="69" y="8"/>
                </a:cubicBezTo>
                <a:cubicBezTo>
                  <a:pt x="89" y="2"/>
                  <a:pt x="103" y="0"/>
                  <a:pt x="110" y="2"/>
                </a:cubicBezTo>
                <a:cubicBezTo>
                  <a:pt x="115" y="3"/>
                  <a:pt x="118" y="6"/>
                  <a:pt x="119" y="10"/>
                </a:cubicBezTo>
                <a:cubicBezTo>
                  <a:pt x="119" y="12"/>
                  <a:pt x="120" y="31"/>
                  <a:pt x="123" y="66"/>
                </a:cubicBezTo>
                <a:cubicBezTo>
                  <a:pt x="125" y="101"/>
                  <a:pt x="126" y="124"/>
                  <a:pt x="127" y="135"/>
                </a:cubicBezTo>
                <a:close/>
                <a:moveTo>
                  <a:pt x="248" y="155"/>
                </a:moveTo>
                <a:cubicBezTo>
                  <a:pt x="248" y="160"/>
                  <a:pt x="247" y="163"/>
                  <a:pt x="243" y="166"/>
                </a:cubicBezTo>
                <a:cubicBezTo>
                  <a:pt x="241" y="167"/>
                  <a:pt x="221" y="172"/>
                  <a:pt x="183" y="182"/>
                </a:cubicBezTo>
                <a:cubicBezTo>
                  <a:pt x="175" y="183"/>
                  <a:pt x="169" y="185"/>
                  <a:pt x="167" y="186"/>
                </a:cubicBezTo>
                <a:cubicBezTo>
                  <a:pt x="167" y="185"/>
                  <a:pt x="167" y="185"/>
                  <a:pt x="167" y="185"/>
                </a:cubicBezTo>
                <a:cubicBezTo>
                  <a:pt x="164" y="186"/>
                  <a:pt x="161" y="186"/>
                  <a:pt x="158" y="185"/>
                </a:cubicBezTo>
                <a:cubicBezTo>
                  <a:pt x="155" y="184"/>
                  <a:pt x="153" y="182"/>
                  <a:pt x="152" y="179"/>
                </a:cubicBezTo>
                <a:cubicBezTo>
                  <a:pt x="148" y="173"/>
                  <a:pt x="148" y="168"/>
                  <a:pt x="152" y="163"/>
                </a:cubicBezTo>
                <a:cubicBezTo>
                  <a:pt x="152" y="163"/>
                  <a:pt x="156" y="157"/>
                  <a:pt x="165" y="144"/>
                </a:cubicBezTo>
                <a:cubicBezTo>
                  <a:pt x="180" y="123"/>
                  <a:pt x="190" y="111"/>
                  <a:pt x="193" y="107"/>
                </a:cubicBezTo>
                <a:cubicBezTo>
                  <a:pt x="196" y="103"/>
                  <a:pt x="198" y="101"/>
                  <a:pt x="199" y="100"/>
                </a:cubicBezTo>
                <a:cubicBezTo>
                  <a:pt x="202" y="98"/>
                  <a:pt x="206" y="97"/>
                  <a:pt x="211" y="100"/>
                </a:cubicBezTo>
                <a:cubicBezTo>
                  <a:pt x="217" y="102"/>
                  <a:pt x="224" y="110"/>
                  <a:pt x="233" y="124"/>
                </a:cubicBezTo>
                <a:cubicBezTo>
                  <a:pt x="242" y="137"/>
                  <a:pt x="247" y="148"/>
                  <a:pt x="248" y="15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71"/>
          <p:cNvSpPr>
            <a:spLocks noEditPoints="1"/>
          </p:cNvSpPr>
          <p:nvPr/>
        </p:nvSpPr>
        <p:spPr bwMode="auto">
          <a:xfrm>
            <a:off x="1144167" y="1970734"/>
            <a:ext cx="281774" cy="339786"/>
          </a:xfrm>
          <a:custGeom>
            <a:avLst/>
            <a:gdLst>
              <a:gd name="T0" fmla="*/ 165 w 271"/>
              <a:gd name="T1" fmla="*/ 278 h 327"/>
              <a:gd name="T2" fmla="*/ 165 w 271"/>
              <a:gd name="T3" fmla="*/ 215 h 327"/>
              <a:gd name="T4" fmla="*/ 234 w 271"/>
              <a:gd name="T5" fmla="*/ 236 h 327"/>
              <a:gd name="T6" fmla="*/ 226 w 271"/>
              <a:gd name="T7" fmla="*/ 215 h 327"/>
              <a:gd name="T8" fmla="*/ 77 w 271"/>
              <a:gd name="T9" fmla="*/ 188 h 327"/>
              <a:gd name="T10" fmla="*/ 20 w 271"/>
              <a:gd name="T11" fmla="*/ 188 h 327"/>
              <a:gd name="T12" fmla="*/ 57 w 271"/>
              <a:gd name="T13" fmla="*/ 292 h 327"/>
              <a:gd name="T14" fmla="*/ 126 w 271"/>
              <a:gd name="T15" fmla="*/ 292 h 327"/>
              <a:gd name="T16" fmla="*/ 110 w 271"/>
              <a:gd name="T17" fmla="*/ 270 h 327"/>
              <a:gd name="T18" fmla="*/ 96 w 271"/>
              <a:gd name="T19" fmla="*/ 268 h 327"/>
              <a:gd name="T20" fmla="*/ 79 w 271"/>
              <a:gd name="T21" fmla="*/ 273 h 327"/>
              <a:gd name="T22" fmla="*/ 110 w 271"/>
              <a:gd name="T23" fmla="*/ 282 h 327"/>
              <a:gd name="T24" fmla="*/ 189 w 271"/>
              <a:gd name="T25" fmla="*/ 229 h 327"/>
              <a:gd name="T26" fmla="*/ 157 w 271"/>
              <a:gd name="T27" fmla="*/ 210 h 327"/>
              <a:gd name="T28" fmla="*/ 141 w 271"/>
              <a:gd name="T29" fmla="*/ 292 h 327"/>
              <a:gd name="T30" fmla="*/ 174 w 271"/>
              <a:gd name="T31" fmla="*/ 293 h 327"/>
              <a:gd name="T32" fmla="*/ 250 w 271"/>
              <a:gd name="T33" fmla="*/ 263 h 327"/>
              <a:gd name="T34" fmla="*/ 233 w 271"/>
              <a:gd name="T35" fmla="*/ 271 h 327"/>
              <a:gd name="T36" fmla="*/ 218 w 271"/>
              <a:gd name="T37" fmla="*/ 250 h 327"/>
              <a:gd name="T38" fmla="*/ 245 w 271"/>
              <a:gd name="T39" fmla="*/ 210 h 327"/>
              <a:gd name="T40" fmla="*/ 201 w 271"/>
              <a:gd name="T41" fmla="*/ 231 h 327"/>
              <a:gd name="T42" fmla="*/ 226 w 271"/>
              <a:gd name="T43" fmla="*/ 293 h 327"/>
              <a:gd name="T44" fmla="*/ 250 w 271"/>
              <a:gd name="T45" fmla="*/ 263 h 327"/>
              <a:gd name="T46" fmla="*/ 131 w 271"/>
              <a:gd name="T47" fmla="*/ 45 h 327"/>
              <a:gd name="T48" fmla="*/ 131 w 271"/>
              <a:gd name="T49" fmla="*/ 109 h 327"/>
              <a:gd name="T50" fmla="*/ 266 w 271"/>
              <a:gd name="T51" fmla="*/ 297 h 327"/>
              <a:gd name="T52" fmla="*/ 135 w 271"/>
              <a:gd name="T53" fmla="*/ 327 h 327"/>
              <a:gd name="T54" fmla="*/ 4 w 271"/>
              <a:gd name="T55" fmla="*/ 297 h 327"/>
              <a:gd name="T56" fmla="*/ 15 w 271"/>
              <a:gd name="T57" fmla="*/ 151 h 327"/>
              <a:gd name="T58" fmla="*/ 237 w 271"/>
              <a:gd name="T59" fmla="*/ 142 h 327"/>
              <a:gd name="T60" fmla="*/ 271 w 271"/>
              <a:gd name="T61" fmla="*/ 233 h 327"/>
              <a:gd name="T62" fmla="*/ 85 w 271"/>
              <a:gd name="T63" fmla="*/ 73 h 327"/>
              <a:gd name="T64" fmla="*/ 66 w 271"/>
              <a:gd name="T65" fmla="*/ 73 h 327"/>
              <a:gd name="T66" fmla="*/ 63 w 271"/>
              <a:gd name="T67" fmla="*/ 0 h 327"/>
              <a:gd name="T68" fmla="*/ 156 w 271"/>
              <a:gd name="T69" fmla="*/ 61 h 327"/>
              <a:gd name="T70" fmla="*/ 131 w 271"/>
              <a:gd name="T71" fmla="*/ 124 h 327"/>
              <a:gd name="T72" fmla="*/ 107 w 271"/>
              <a:gd name="T73" fmla="*/ 61 h 327"/>
              <a:gd name="T74" fmla="*/ 151 w 271"/>
              <a:gd name="T75" fmla="*/ 39 h 327"/>
              <a:gd name="T76" fmla="*/ 217 w 271"/>
              <a:gd name="T77" fmla="*/ 122 h 327"/>
              <a:gd name="T78" fmla="*/ 182 w 271"/>
              <a:gd name="T79" fmla="*/ 124 h 327"/>
              <a:gd name="T80" fmla="*/ 169 w 271"/>
              <a:gd name="T81" fmla="*/ 31 h 327"/>
              <a:gd name="T82" fmla="*/ 186 w 271"/>
              <a:gd name="T83" fmla="*/ 105 h 327"/>
              <a:gd name="T84" fmla="*/ 200 w 271"/>
              <a:gd name="T85" fmla="*/ 31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1" h="327">
                <a:moveTo>
                  <a:pt x="172" y="227"/>
                </a:moveTo>
                <a:cubicBezTo>
                  <a:pt x="172" y="266"/>
                  <a:pt x="172" y="266"/>
                  <a:pt x="172" y="266"/>
                </a:cubicBezTo>
                <a:cubicBezTo>
                  <a:pt x="172" y="274"/>
                  <a:pt x="170" y="278"/>
                  <a:pt x="165" y="278"/>
                </a:cubicBezTo>
                <a:cubicBezTo>
                  <a:pt x="162" y="278"/>
                  <a:pt x="160" y="277"/>
                  <a:pt x="157" y="274"/>
                </a:cubicBezTo>
                <a:cubicBezTo>
                  <a:pt x="157" y="219"/>
                  <a:pt x="157" y="219"/>
                  <a:pt x="157" y="219"/>
                </a:cubicBezTo>
                <a:cubicBezTo>
                  <a:pt x="160" y="216"/>
                  <a:pt x="162" y="215"/>
                  <a:pt x="165" y="215"/>
                </a:cubicBezTo>
                <a:cubicBezTo>
                  <a:pt x="170" y="215"/>
                  <a:pt x="172" y="219"/>
                  <a:pt x="172" y="227"/>
                </a:cubicBezTo>
                <a:close/>
                <a:moveTo>
                  <a:pt x="234" y="227"/>
                </a:moveTo>
                <a:cubicBezTo>
                  <a:pt x="234" y="236"/>
                  <a:pt x="234" y="236"/>
                  <a:pt x="234" y="236"/>
                </a:cubicBezTo>
                <a:cubicBezTo>
                  <a:pt x="218" y="236"/>
                  <a:pt x="218" y="236"/>
                  <a:pt x="218" y="236"/>
                </a:cubicBezTo>
                <a:cubicBezTo>
                  <a:pt x="218" y="227"/>
                  <a:pt x="218" y="227"/>
                  <a:pt x="218" y="227"/>
                </a:cubicBezTo>
                <a:cubicBezTo>
                  <a:pt x="218" y="219"/>
                  <a:pt x="220" y="215"/>
                  <a:pt x="226" y="215"/>
                </a:cubicBezTo>
                <a:cubicBezTo>
                  <a:pt x="231" y="215"/>
                  <a:pt x="234" y="219"/>
                  <a:pt x="234" y="227"/>
                </a:cubicBezTo>
                <a:close/>
                <a:moveTo>
                  <a:pt x="57" y="188"/>
                </a:moveTo>
                <a:cubicBezTo>
                  <a:pt x="77" y="188"/>
                  <a:pt x="77" y="188"/>
                  <a:pt x="77" y="188"/>
                </a:cubicBezTo>
                <a:cubicBezTo>
                  <a:pt x="77" y="170"/>
                  <a:pt x="77" y="170"/>
                  <a:pt x="77" y="170"/>
                </a:cubicBezTo>
                <a:cubicBezTo>
                  <a:pt x="20" y="170"/>
                  <a:pt x="20" y="170"/>
                  <a:pt x="20" y="170"/>
                </a:cubicBezTo>
                <a:cubicBezTo>
                  <a:pt x="20" y="188"/>
                  <a:pt x="20" y="188"/>
                  <a:pt x="20" y="188"/>
                </a:cubicBezTo>
                <a:cubicBezTo>
                  <a:pt x="39" y="188"/>
                  <a:pt x="39" y="188"/>
                  <a:pt x="39" y="188"/>
                </a:cubicBezTo>
                <a:cubicBezTo>
                  <a:pt x="39" y="292"/>
                  <a:pt x="39" y="292"/>
                  <a:pt x="39" y="292"/>
                </a:cubicBezTo>
                <a:cubicBezTo>
                  <a:pt x="57" y="292"/>
                  <a:pt x="57" y="292"/>
                  <a:pt x="57" y="292"/>
                </a:cubicBezTo>
                <a:lnTo>
                  <a:pt x="57" y="188"/>
                </a:lnTo>
                <a:close/>
                <a:moveTo>
                  <a:pt x="110" y="292"/>
                </a:moveTo>
                <a:cubicBezTo>
                  <a:pt x="126" y="292"/>
                  <a:pt x="126" y="292"/>
                  <a:pt x="126" y="292"/>
                </a:cubicBezTo>
                <a:cubicBezTo>
                  <a:pt x="126" y="201"/>
                  <a:pt x="126" y="201"/>
                  <a:pt x="126" y="201"/>
                </a:cubicBezTo>
                <a:cubicBezTo>
                  <a:pt x="110" y="201"/>
                  <a:pt x="110" y="201"/>
                  <a:pt x="110" y="201"/>
                </a:cubicBezTo>
                <a:cubicBezTo>
                  <a:pt x="110" y="270"/>
                  <a:pt x="110" y="270"/>
                  <a:pt x="110" y="270"/>
                </a:cubicBezTo>
                <a:cubicBezTo>
                  <a:pt x="107" y="276"/>
                  <a:pt x="103" y="278"/>
                  <a:pt x="100" y="278"/>
                </a:cubicBezTo>
                <a:cubicBezTo>
                  <a:pt x="98" y="278"/>
                  <a:pt x="96" y="277"/>
                  <a:pt x="96" y="274"/>
                </a:cubicBezTo>
                <a:cubicBezTo>
                  <a:pt x="96" y="274"/>
                  <a:pt x="96" y="272"/>
                  <a:pt x="96" y="268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73"/>
                  <a:pt x="79" y="273"/>
                  <a:pt x="79" y="273"/>
                </a:cubicBezTo>
                <a:cubicBezTo>
                  <a:pt x="79" y="279"/>
                  <a:pt x="80" y="283"/>
                  <a:pt x="81" y="286"/>
                </a:cubicBezTo>
                <a:cubicBezTo>
                  <a:pt x="82" y="291"/>
                  <a:pt x="86" y="293"/>
                  <a:pt x="92" y="293"/>
                </a:cubicBezTo>
                <a:cubicBezTo>
                  <a:pt x="97" y="293"/>
                  <a:pt x="104" y="289"/>
                  <a:pt x="110" y="282"/>
                </a:cubicBezTo>
                <a:lnTo>
                  <a:pt x="110" y="292"/>
                </a:lnTo>
                <a:close/>
                <a:moveTo>
                  <a:pt x="189" y="265"/>
                </a:moveTo>
                <a:cubicBezTo>
                  <a:pt x="189" y="229"/>
                  <a:pt x="189" y="229"/>
                  <a:pt x="189" y="229"/>
                </a:cubicBezTo>
                <a:cubicBezTo>
                  <a:pt x="189" y="220"/>
                  <a:pt x="188" y="214"/>
                  <a:pt x="187" y="210"/>
                </a:cubicBezTo>
                <a:cubicBezTo>
                  <a:pt x="185" y="204"/>
                  <a:pt x="181" y="200"/>
                  <a:pt x="174" y="200"/>
                </a:cubicBezTo>
                <a:cubicBezTo>
                  <a:pt x="168" y="200"/>
                  <a:pt x="162" y="203"/>
                  <a:pt x="157" y="210"/>
                </a:cubicBezTo>
                <a:cubicBezTo>
                  <a:pt x="157" y="170"/>
                  <a:pt x="157" y="170"/>
                  <a:pt x="157" y="170"/>
                </a:cubicBezTo>
                <a:cubicBezTo>
                  <a:pt x="141" y="170"/>
                  <a:pt x="141" y="170"/>
                  <a:pt x="141" y="170"/>
                </a:cubicBezTo>
                <a:cubicBezTo>
                  <a:pt x="141" y="292"/>
                  <a:pt x="141" y="292"/>
                  <a:pt x="141" y="292"/>
                </a:cubicBezTo>
                <a:cubicBezTo>
                  <a:pt x="157" y="292"/>
                  <a:pt x="157" y="292"/>
                  <a:pt x="157" y="292"/>
                </a:cubicBezTo>
                <a:cubicBezTo>
                  <a:pt x="157" y="283"/>
                  <a:pt x="157" y="283"/>
                  <a:pt x="157" y="283"/>
                </a:cubicBezTo>
                <a:cubicBezTo>
                  <a:pt x="162" y="290"/>
                  <a:pt x="168" y="293"/>
                  <a:pt x="174" y="293"/>
                </a:cubicBezTo>
                <a:cubicBezTo>
                  <a:pt x="181" y="293"/>
                  <a:pt x="185" y="290"/>
                  <a:pt x="187" y="283"/>
                </a:cubicBezTo>
                <a:cubicBezTo>
                  <a:pt x="188" y="280"/>
                  <a:pt x="189" y="273"/>
                  <a:pt x="189" y="265"/>
                </a:cubicBezTo>
                <a:close/>
                <a:moveTo>
                  <a:pt x="250" y="263"/>
                </a:moveTo>
                <a:cubicBezTo>
                  <a:pt x="250" y="260"/>
                  <a:pt x="250" y="260"/>
                  <a:pt x="250" y="260"/>
                </a:cubicBezTo>
                <a:cubicBezTo>
                  <a:pt x="234" y="260"/>
                  <a:pt x="234" y="260"/>
                  <a:pt x="234" y="260"/>
                </a:cubicBezTo>
                <a:cubicBezTo>
                  <a:pt x="234" y="267"/>
                  <a:pt x="234" y="270"/>
                  <a:pt x="233" y="271"/>
                </a:cubicBezTo>
                <a:cubicBezTo>
                  <a:pt x="233" y="276"/>
                  <a:pt x="230" y="278"/>
                  <a:pt x="226" y="278"/>
                </a:cubicBezTo>
                <a:cubicBezTo>
                  <a:pt x="220" y="278"/>
                  <a:pt x="218" y="274"/>
                  <a:pt x="218" y="265"/>
                </a:cubicBezTo>
                <a:cubicBezTo>
                  <a:pt x="218" y="250"/>
                  <a:pt x="218" y="250"/>
                  <a:pt x="218" y="250"/>
                </a:cubicBezTo>
                <a:cubicBezTo>
                  <a:pt x="250" y="250"/>
                  <a:pt x="250" y="250"/>
                  <a:pt x="250" y="250"/>
                </a:cubicBezTo>
                <a:cubicBezTo>
                  <a:pt x="250" y="231"/>
                  <a:pt x="250" y="231"/>
                  <a:pt x="250" y="231"/>
                </a:cubicBezTo>
                <a:cubicBezTo>
                  <a:pt x="250" y="221"/>
                  <a:pt x="249" y="214"/>
                  <a:pt x="245" y="210"/>
                </a:cubicBezTo>
                <a:cubicBezTo>
                  <a:pt x="241" y="203"/>
                  <a:pt x="234" y="200"/>
                  <a:pt x="226" y="200"/>
                </a:cubicBezTo>
                <a:cubicBezTo>
                  <a:pt x="218" y="200"/>
                  <a:pt x="211" y="203"/>
                  <a:pt x="207" y="210"/>
                </a:cubicBezTo>
                <a:cubicBezTo>
                  <a:pt x="203" y="214"/>
                  <a:pt x="201" y="221"/>
                  <a:pt x="201" y="231"/>
                </a:cubicBezTo>
                <a:cubicBezTo>
                  <a:pt x="201" y="262"/>
                  <a:pt x="201" y="262"/>
                  <a:pt x="201" y="262"/>
                </a:cubicBezTo>
                <a:cubicBezTo>
                  <a:pt x="201" y="272"/>
                  <a:pt x="203" y="279"/>
                  <a:pt x="207" y="284"/>
                </a:cubicBezTo>
                <a:cubicBezTo>
                  <a:pt x="211" y="290"/>
                  <a:pt x="218" y="293"/>
                  <a:pt x="226" y="293"/>
                </a:cubicBezTo>
                <a:cubicBezTo>
                  <a:pt x="235" y="293"/>
                  <a:pt x="242" y="290"/>
                  <a:pt x="246" y="283"/>
                </a:cubicBezTo>
                <a:cubicBezTo>
                  <a:pt x="248" y="280"/>
                  <a:pt x="250" y="277"/>
                  <a:pt x="250" y="273"/>
                </a:cubicBezTo>
                <a:cubicBezTo>
                  <a:pt x="250" y="272"/>
                  <a:pt x="250" y="269"/>
                  <a:pt x="250" y="263"/>
                </a:cubicBezTo>
                <a:close/>
                <a:moveTo>
                  <a:pt x="139" y="96"/>
                </a:moveTo>
                <a:cubicBezTo>
                  <a:pt x="139" y="57"/>
                  <a:pt x="139" y="57"/>
                  <a:pt x="139" y="57"/>
                </a:cubicBezTo>
                <a:cubicBezTo>
                  <a:pt x="139" y="49"/>
                  <a:pt x="137" y="45"/>
                  <a:pt x="131" y="45"/>
                </a:cubicBezTo>
                <a:cubicBezTo>
                  <a:pt x="126" y="45"/>
                  <a:pt x="124" y="49"/>
                  <a:pt x="124" y="57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104"/>
                  <a:pt x="126" y="109"/>
                  <a:pt x="131" y="109"/>
                </a:cubicBezTo>
                <a:cubicBezTo>
                  <a:pt x="137" y="109"/>
                  <a:pt x="139" y="104"/>
                  <a:pt x="139" y="96"/>
                </a:cubicBezTo>
                <a:close/>
                <a:moveTo>
                  <a:pt x="271" y="233"/>
                </a:moveTo>
                <a:cubicBezTo>
                  <a:pt x="271" y="262"/>
                  <a:pt x="269" y="283"/>
                  <a:pt x="266" y="297"/>
                </a:cubicBezTo>
                <a:cubicBezTo>
                  <a:pt x="264" y="304"/>
                  <a:pt x="261" y="310"/>
                  <a:pt x="255" y="315"/>
                </a:cubicBezTo>
                <a:cubicBezTo>
                  <a:pt x="250" y="320"/>
                  <a:pt x="244" y="323"/>
                  <a:pt x="237" y="324"/>
                </a:cubicBezTo>
                <a:cubicBezTo>
                  <a:pt x="214" y="326"/>
                  <a:pt x="180" y="327"/>
                  <a:pt x="135" y="327"/>
                </a:cubicBezTo>
                <a:cubicBezTo>
                  <a:pt x="90" y="327"/>
                  <a:pt x="56" y="326"/>
                  <a:pt x="34" y="324"/>
                </a:cubicBezTo>
                <a:cubicBezTo>
                  <a:pt x="27" y="323"/>
                  <a:pt x="20" y="320"/>
                  <a:pt x="15" y="315"/>
                </a:cubicBezTo>
                <a:cubicBezTo>
                  <a:pt x="10" y="310"/>
                  <a:pt x="6" y="304"/>
                  <a:pt x="4" y="297"/>
                </a:cubicBezTo>
                <a:cubicBezTo>
                  <a:pt x="1" y="283"/>
                  <a:pt x="0" y="262"/>
                  <a:pt x="0" y="233"/>
                </a:cubicBezTo>
                <a:cubicBezTo>
                  <a:pt x="0" y="205"/>
                  <a:pt x="1" y="183"/>
                  <a:pt x="4" y="169"/>
                </a:cubicBezTo>
                <a:cubicBezTo>
                  <a:pt x="6" y="162"/>
                  <a:pt x="10" y="156"/>
                  <a:pt x="15" y="151"/>
                </a:cubicBezTo>
                <a:cubicBezTo>
                  <a:pt x="20" y="146"/>
                  <a:pt x="27" y="143"/>
                  <a:pt x="34" y="142"/>
                </a:cubicBezTo>
                <a:cubicBezTo>
                  <a:pt x="56" y="140"/>
                  <a:pt x="90" y="139"/>
                  <a:pt x="135" y="139"/>
                </a:cubicBezTo>
                <a:cubicBezTo>
                  <a:pt x="180" y="139"/>
                  <a:pt x="214" y="140"/>
                  <a:pt x="237" y="142"/>
                </a:cubicBezTo>
                <a:cubicBezTo>
                  <a:pt x="244" y="143"/>
                  <a:pt x="250" y="146"/>
                  <a:pt x="255" y="151"/>
                </a:cubicBezTo>
                <a:cubicBezTo>
                  <a:pt x="261" y="156"/>
                  <a:pt x="264" y="162"/>
                  <a:pt x="266" y="169"/>
                </a:cubicBezTo>
                <a:cubicBezTo>
                  <a:pt x="269" y="183"/>
                  <a:pt x="271" y="204"/>
                  <a:pt x="271" y="233"/>
                </a:cubicBezTo>
                <a:close/>
                <a:moveTo>
                  <a:pt x="88" y="0"/>
                </a:moveTo>
                <a:cubicBezTo>
                  <a:pt x="107" y="0"/>
                  <a:pt x="107" y="0"/>
                  <a:pt x="107" y="0"/>
                </a:cubicBezTo>
                <a:cubicBezTo>
                  <a:pt x="85" y="73"/>
                  <a:pt x="85" y="73"/>
                  <a:pt x="85" y="73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73"/>
                  <a:pt x="66" y="73"/>
                  <a:pt x="66" y="73"/>
                </a:cubicBezTo>
                <a:cubicBezTo>
                  <a:pt x="65" y="64"/>
                  <a:pt x="61" y="51"/>
                  <a:pt x="55" y="34"/>
                </a:cubicBezTo>
                <a:cubicBezTo>
                  <a:pt x="51" y="21"/>
                  <a:pt x="47" y="10"/>
                  <a:pt x="43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76" y="48"/>
                  <a:pt x="76" y="48"/>
                  <a:pt x="76" y="48"/>
                </a:cubicBezTo>
                <a:lnTo>
                  <a:pt x="88" y="0"/>
                </a:lnTo>
                <a:close/>
                <a:moveTo>
                  <a:pt x="156" y="61"/>
                </a:moveTo>
                <a:cubicBezTo>
                  <a:pt x="156" y="93"/>
                  <a:pt x="156" y="93"/>
                  <a:pt x="156" y="93"/>
                </a:cubicBezTo>
                <a:cubicBezTo>
                  <a:pt x="156" y="103"/>
                  <a:pt x="154" y="110"/>
                  <a:pt x="151" y="114"/>
                </a:cubicBezTo>
                <a:cubicBezTo>
                  <a:pt x="146" y="120"/>
                  <a:pt x="140" y="124"/>
                  <a:pt x="131" y="124"/>
                </a:cubicBezTo>
                <a:cubicBezTo>
                  <a:pt x="123" y="124"/>
                  <a:pt x="117" y="120"/>
                  <a:pt x="112" y="114"/>
                </a:cubicBezTo>
                <a:cubicBezTo>
                  <a:pt x="109" y="110"/>
                  <a:pt x="107" y="102"/>
                  <a:pt x="107" y="93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7" y="51"/>
                  <a:pt x="109" y="44"/>
                  <a:pt x="112" y="39"/>
                </a:cubicBezTo>
                <a:cubicBezTo>
                  <a:pt x="117" y="33"/>
                  <a:pt x="123" y="30"/>
                  <a:pt x="131" y="30"/>
                </a:cubicBezTo>
                <a:cubicBezTo>
                  <a:pt x="140" y="30"/>
                  <a:pt x="146" y="33"/>
                  <a:pt x="151" y="39"/>
                </a:cubicBezTo>
                <a:cubicBezTo>
                  <a:pt x="154" y="44"/>
                  <a:pt x="156" y="51"/>
                  <a:pt x="156" y="61"/>
                </a:cubicBezTo>
                <a:close/>
                <a:moveTo>
                  <a:pt x="217" y="31"/>
                </a:moveTo>
                <a:cubicBezTo>
                  <a:pt x="217" y="122"/>
                  <a:pt x="217" y="122"/>
                  <a:pt x="217" y="122"/>
                </a:cubicBezTo>
                <a:cubicBezTo>
                  <a:pt x="200" y="122"/>
                  <a:pt x="200" y="122"/>
                  <a:pt x="200" y="122"/>
                </a:cubicBezTo>
                <a:cubicBezTo>
                  <a:pt x="200" y="112"/>
                  <a:pt x="200" y="112"/>
                  <a:pt x="200" y="112"/>
                </a:cubicBezTo>
                <a:cubicBezTo>
                  <a:pt x="194" y="120"/>
                  <a:pt x="188" y="124"/>
                  <a:pt x="182" y="124"/>
                </a:cubicBezTo>
                <a:cubicBezTo>
                  <a:pt x="176" y="124"/>
                  <a:pt x="172" y="121"/>
                  <a:pt x="171" y="117"/>
                </a:cubicBezTo>
                <a:cubicBezTo>
                  <a:pt x="170" y="114"/>
                  <a:pt x="169" y="109"/>
                  <a:pt x="169" y="103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86" y="31"/>
                  <a:pt x="186" y="31"/>
                  <a:pt x="186" y="31"/>
                </a:cubicBezTo>
                <a:cubicBezTo>
                  <a:pt x="186" y="98"/>
                  <a:pt x="186" y="98"/>
                  <a:pt x="186" y="98"/>
                </a:cubicBezTo>
                <a:cubicBezTo>
                  <a:pt x="186" y="102"/>
                  <a:pt x="186" y="104"/>
                  <a:pt x="186" y="105"/>
                </a:cubicBezTo>
                <a:cubicBezTo>
                  <a:pt x="187" y="107"/>
                  <a:pt x="188" y="109"/>
                  <a:pt x="190" y="109"/>
                </a:cubicBezTo>
                <a:cubicBezTo>
                  <a:pt x="193" y="109"/>
                  <a:pt x="197" y="106"/>
                  <a:pt x="200" y="101"/>
                </a:cubicBezTo>
                <a:cubicBezTo>
                  <a:pt x="200" y="31"/>
                  <a:pt x="200" y="31"/>
                  <a:pt x="200" y="31"/>
                </a:cubicBezTo>
                <a:lnTo>
                  <a:pt x="217" y="3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72"/>
          <p:cNvSpPr>
            <a:spLocks noEditPoints="1"/>
          </p:cNvSpPr>
          <p:nvPr/>
        </p:nvSpPr>
        <p:spPr bwMode="auto">
          <a:xfrm>
            <a:off x="1113779" y="2454170"/>
            <a:ext cx="341168" cy="241718"/>
          </a:xfrm>
          <a:custGeom>
            <a:avLst/>
            <a:gdLst>
              <a:gd name="T0" fmla="*/ 234 w 328"/>
              <a:gd name="T1" fmla="*/ 117 h 234"/>
              <a:gd name="T2" fmla="*/ 229 w 328"/>
              <a:gd name="T3" fmla="*/ 107 h 234"/>
              <a:gd name="T4" fmla="*/ 135 w 328"/>
              <a:gd name="T5" fmla="*/ 49 h 234"/>
              <a:gd name="T6" fmla="*/ 123 w 328"/>
              <a:gd name="T7" fmla="*/ 48 h 234"/>
              <a:gd name="T8" fmla="*/ 117 w 328"/>
              <a:gd name="T9" fmla="*/ 59 h 234"/>
              <a:gd name="T10" fmla="*/ 117 w 328"/>
              <a:gd name="T11" fmla="*/ 176 h 234"/>
              <a:gd name="T12" fmla="*/ 123 w 328"/>
              <a:gd name="T13" fmla="*/ 186 h 234"/>
              <a:gd name="T14" fmla="*/ 129 w 328"/>
              <a:gd name="T15" fmla="*/ 187 h 234"/>
              <a:gd name="T16" fmla="*/ 135 w 328"/>
              <a:gd name="T17" fmla="*/ 186 h 234"/>
              <a:gd name="T18" fmla="*/ 229 w 328"/>
              <a:gd name="T19" fmla="*/ 127 h 234"/>
              <a:gd name="T20" fmla="*/ 234 w 328"/>
              <a:gd name="T21" fmla="*/ 117 h 234"/>
              <a:gd name="T22" fmla="*/ 328 w 328"/>
              <a:gd name="T23" fmla="*/ 117 h 234"/>
              <a:gd name="T24" fmla="*/ 328 w 328"/>
              <a:gd name="T25" fmla="*/ 145 h 234"/>
              <a:gd name="T26" fmla="*/ 326 w 328"/>
              <a:gd name="T27" fmla="*/ 170 h 234"/>
              <a:gd name="T28" fmla="*/ 322 w 328"/>
              <a:gd name="T29" fmla="*/ 196 h 234"/>
              <a:gd name="T30" fmla="*/ 310 w 328"/>
              <a:gd name="T31" fmla="*/ 219 h 234"/>
              <a:gd name="T32" fmla="*/ 287 w 328"/>
              <a:gd name="T33" fmla="*/ 230 h 234"/>
              <a:gd name="T34" fmla="*/ 164 w 328"/>
              <a:gd name="T35" fmla="*/ 234 h 234"/>
              <a:gd name="T36" fmla="*/ 42 w 328"/>
              <a:gd name="T37" fmla="*/ 230 h 234"/>
              <a:gd name="T38" fmla="*/ 19 w 328"/>
              <a:gd name="T39" fmla="*/ 219 h 234"/>
              <a:gd name="T40" fmla="*/ 6 w 328"/>
              <a:gd name="T41" fmla="*/ 196 h 234"/>
              <a:gd name="T42" fmla="*/ 2 w 328"/>
              <a:gd name="T43" fmla="*/ 170 h 234"/>
              <a:gd name="T44" fmla="*/ 1 w 328"/>
              <a:gd name="T45" fmla="*/ 145 h 234"/>
              <a:gd name="T46" fmla="*/ 0 w 328"/>
              <a:gd name="T47" fmla="*/ 117 h 234"/>
              <a:gd name="T48" fmla="*/ 1 w 328"/>
              <a:gd name="T49" fmla="*/ 90 h 234"/>
              <a:gd name="T50" fmla="*/ 2 w 328"/>
              <a:gd name="T51" fmla="*/ 65 h 234"/>
              <a:gd name="T52" fmla="*/ 6 w 328"/>
              <a:gd name="T53" fmla="*/ 38 h 234"/>
              <a:gd name="T54" fmla="*/ 19 w 328"/>
              <a:gd name="T55" fmla="*/ 15 h 234"/>
              <a:gd name="T56" fmla="*/ 42 w 328"/>
              <a:gd name="T57" fmla="*/ 5 h 234"/>
              <a:gd name="T58" fmla="*/ 164 w 328"/>
              <a:gd name="T59" fmla="*/ 0 h 234"/>
              <a:gd name="T60" fmla="*/ 287 w 328"/>
              <a:gd name="T61" fmla="*/ 5 h 234"/>
              <a:gd name="T62" fmla="*/ 310 w 328"/>
              <a:gd name="T63" fmla="*/ 15 h 234"/>
              <a:gd name="T64" fmla="*/ 322 w 328"/>
              <a:gd name="T65" fmla="*/ 38 h 234"/>
              <a:gd name="T66" fmla="*/ 326 w 328"/>
              <a:gd name="T67" fmla="*/ 65 h 234"/>
              <a:gd name="T68" fmla="*/ 328 w 328"/>
              <a:gd name="T69" fmla="*/ 90 h 234"/>
              <a:gd name="T70" fmla="*/ 328 w 328"/>
              <a:gd name="T71" fmla="*/ 117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8" h="234">
                <a:moveTo>
                  <a:pt x="234" y="117"/>
                </a:moveTo>
                <a:cubicBezTo>
                  <a:pt x="234" y="113"/>
                  <a:pt x="233" y="109"/>
                  <a:pt x="229" y="107"/>
                </a:cubicBezTo>
                <a:cubicBezTo>
                  <a:pt x="135" y="49"/>
                  <a:pt x="135" y="49"/>
                  <a:pt x="135" y="49"/>
                </a:cubicBezTo>
                <a:cubicBezTo>
                  <a:pt x="132" y="46"/>
                  <a:pt x="128" y="46"/>
                  <a:pt x="123" y="48"/>
                </a:cubicBezTo>
                <a:cubicBezTo>
                  <a:pt x="119" y="51"/>
                  <a:pt x="117" y="54"/>
                  <a:pt x="117" y="59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7" y="180"/>
                  <a:pt x="119" y="184"/>
                  <a:pt x="123" y="186"/>
                </a:cubicBezTo>
                <a:cubicBezTo>
                  <a:pt x="125" y="187"/>
                  <a:pt x="127" y="187"/>
                  <a:pt x="129" y="187"/>
                </a:cubicBezTo>
                <a:cubicBezTo>
                  <a:pt x="132" y="187"/>
                  <a:pt x="134" y="187"/>
                  <a:pt x="135" y="186"/>
                </a:cubicBezTo>
                <a:cubicBezTo>
                  <a:pt x="229" y="127"/>
                  <a:pt x="229" y="127"/>
                  <a:pt x="229" y="127"/>
                </a:cubicBezTo>
                <a:cubicBezTo>
                  <a:pt x="233" y="125"/>
                  <a:pt x="234" y="122"/>
                  <a:pt x="234" y="117"/>
                </a:cubicBezTo>
                <a:close/>
                <a:moveTo>
                  <a:pt x="328" y="117"/>
                </a:moveTo>
                <a:cubicBezTo>
                  <a:pt x="328" y="129"/>
                  <a:pt x="328" y="138"/>
                  <a:pt x="328" y="145"/>
                </a:cubicBezTo>
                <a:cubicBezTo>
                  <a:pt x="328" y="151"/>
                  <a:pt x="327" y="159"/>
                  <a:pt x="326" y="170"/>
                </a:cubicBezTo>
                <a:cubicBezTo>
                  <a:pt x="325" y="180"/>
                  <a:pt x="324" y="189"/>
                  <a:pt x="322" y="196"/>
                </a:cubicBezTo>
                <a:cubicBezTo>
                  <a:pt x="320" y="205"/>
                  <a:pt x="316" y="213"/>
                  <a:pt x="310" y="219"/>
                </a:cubicBezTo>
                <a:cubicBezTo>
                  <a:pt x="303" y="225"/>
                  <a:pt x="296" y="229"/>
                  <a:pt x="287" y="230"/>
                </a:cubicBezTo>
                <a:cubicBezTo>
                  <a:pt x="260" y="233"/>
                  <a:pt x="219" y="234"/>
                  <a:pt x="164" y="234"/>
                </a:cubicBezTo>
                <a:cubicBezTo>
                  <a:pt x="109" y="234"/>
                  <a:pt x="69" y="233"/>
                  <a:pt x="42" y="230"/>
                </a:cubicBezTo>
                <a:cubicBezTo>
                  <a:pt x="33" y="229"/>
                  <a:pt x="25" y="225"/>
                  <a:pt x="19" y="219"/>
                </a:cubicBezTo>
                <a:cubicBezTo>
                  <a:pt x="12" y="213"/>
                  <a:pt x="8" y="205"/>
                  <a:pt x="6" y="196"/>
                </a:cubicBezTo>
                <a:cubicBezTo>
                  <a:pt x="4" y="189"/>
                  <a:pt x="3" y="180"/>
                  <a:pt x="2" y="170"/>
                </a:cubicBezTo>
                <a:cubicBezTo>
                  <a:pt x="1" y="159"/>
                  <a:pt x="1" y="151"/>
                  <a:pt x="1" y="145"/>
                </a:cubicBezTo>
                <a:cubicBezTo>
                  <a:pt x="0" y="138"/>
                  <a:pt x="0" y="129"/>
                  <a:pt x="0" y="117"/>
                </a:cubicBezTo>
                <a:cubicBezTo>
                  <a:pt x="0" y="105"/>
                  <a:pt x="0" y="96"/>
                  <a:pt x="1" y="90"/>
                </a:cubicBezTo>
                <a:cubicBezTo>
                  <a:pt x="1" y="83"/>
                  <a:pt x="1" y="75"/>
                  <a:pt x="2" y="65"/>
                </a:cubicBezTo>
                <a:cubicBezTo>
                  <a:pt x="3" y="55"/>
                  <a:pt x="4" y="46"/>
                  <a:pt x="6" y="38"/>
                </a:cubicBezTo>
                <a:cubicBezTo>
                  <a:pt x="8" y="29"/>
                  <a:pt x="12" y="21"/>
                  <a:pt x="19" y="15"/>
                </a:cubicBezTo>
                <a:cubicBezTo>
                  <a:pt x="25" y="9"/>
                  <a:pt x="33" y="6"/>
                  <a:pt x="42" y="5"/>
                </a:cubicBezTo>
                <a:cubicBezTo>
                  <a:pt x="69" y="2"/>
                  <a:pt x="109" y="0"/>
                  <a:pt x="164" y="0"/>
                </a:cubicBezTo>
                <a:cubicBezTo>
                  <a:pt x="219" y="0"/>
                  <a:pt x="260" y="2"/>
                  <a:pt x="287" y="5"/>
                </a:cubicBezTo>
                <a:cubicBezTo>
                  <a:pt x="296" y="6"/>
                  <a:pt x="303" y="9"/>
                  <a:pt x="310" y="15"/>
                </a:cubicBezTo>
                <a:cubicBezTo>
                  <a:pt x="316" y="21"/>
                  <a:pt x="320" y="29"/>
                  <a:pt x="322" y="38"/>
                </a:cubicBezTo>
                <a:cubicBezTo>
                  <a:pt x="324" y="46"/>
                  <a:pt x="325" y="55"/>
                  <a:pt x="326" y="65"/>
                </a:cubicBezTo>
                <a:cubicBezTo>
                  <a:pt x="327" y="75"/>
                  <a:pt x="328" y="83"/>
                  <a:pt x="328" y="90"/>
                </a:cubicBezTo>
                <a:cubicBezTo>
                  <a:pt x="328" y="96"/>
                  <a:pt x="328" y="105"/>
                  <a:pt x="328" y="1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73"/>
          <p:cNvSpPr>
            <a:spLocks noEditPoints="1"/>
          </p:cNvSpPr>
          <p:nvPr/>
        </p:nvSpPr>
        <p:spPr bwMode="auto">
          <a:xfrm>
            <a:off x="1138642" y="2863018"/>
            <a:ext cx="291443" cy="291443"/>
          </a:xfrm>
          <a:custGeom>
            <a:avLst/>
            <a:gdLst>
              <a:gd name="T0" fmla="*/ 163 w 281"/>
              <a:gd name="T1" fmla="*/ 177 h 281"/>
              <a:gd name="T2" fmla="*/ 163 w 281"/>
              <a:gd name="T3" fmla="*/ 224 h 281"/>
              <a:gd name="T4" fmla="*/ 214 w 281"/>
              <a:gd name="T5" fmla="*/ 193 h 281"/>
              <a:gd name="T6" fmla="*/ 201 w 281"/>
              <a:gd name="T7" fmla="*/ 187 h 281"/>
              <a:gd name="T8" fmla="*/ 97 w 281"/>
              <a:gd name="T9" fmla="*/ 157 h 281"/>
              <a:gd name="T10" fmla="*/ 69 w 281"/>
              <a:gd name="T11" fmla="*/ 234 h 281"/>
              <a:gd name="T12" fmla="*/ 55 w 281"/>
              <a:gd name="T13" fmla="*/ 144 h 281"/>
              <a:gd name="T14" fmla="*/ 134 w 281"/>
              <a:gd name="T15" fmla="*/ 234 h 281"/>
              <a:gd name="T16" fmla="*/ 108 w 281"/>
              <a:gd name="T17" fmla="*/ 235 h 281"/>
              <a:gd name="T18" fmla="*/ 99 w 281"/>
              <a:gd name="T19" fmla="*/ 167 h 281"/>
              <a:gd name="T20" fmla="*/ 111 w 281"/>
              <a:gd name="T21" fmla="*/ 221 h 281"/>
              <a:gd name="T22" fmla="*/ 122 w 281"/>
              <a:gd name="T23" fmla="*/ 167 h 281"/>
              <a:gd name="T24" fmla="*/ 180 w 281"/>
              <a:gd name="T25" fmla="*/ 214 h 281"/>
              <a:gd name="T26" fmla="*/ 156 w 281"/>
              <a:gd name="T27" fmla="*/ 228 h 281"/>
              <a:gd name="T28" fmla="*/ 144 w 281"/>
              <a:gd name="T29" fmla="*/ 144 h 281"/>
              <a:gd name="T30" fmla="*/ 169 w 281"/>
              <a:gd name="T31" fmla="*/ 166 h 281"/>
              <a:gd name="T32" fmla="*/ 226 w 281"/>
              <a:gd name="T33" fmla="*/ 211 h 281"/>
              <a:gd name="T34" fmla="*/ 223 w 281"/>
              <a:gd name="T35" fmla="*/ 228 h 281"/>
              <a:gd name="T36" fmla="*/ 189 w 281"/>
              <a:gd name="T37" fmla="*/ 212 h 281"/>
              <a:gd name="T38" fmla="*/ 208 w 281"/>
              <a:gd name="T39" fmla="*/ 166 h 281"/>
              <a:gd name="T40" fmla="*/ 226 w 281"/>
              <a:gd name="T41" fmla="*/ 203 h 281"/>
              <a:gd name="T42" fmla="*/ 208 w 281"/>
              <a:gd name="T43" fmla="*/ 224 h 281"/>
              <a:gd name="T44" fmla="*/ 213 w 281"/>
              <a:gd name="T45" fmla="*/ 215 h 281"/>
              <a:gd name="T46" fmla="*/ 143 w 281"/>
              <a:gd name="T47" fmla="*/ 60 h 281"/>
              <a:gd name="T48" fmla="*/ 132 w 281"/>
              <a:gd name="T49" fmla="*/ 89 h 281"/>
              <a:gd name="T50" fmla="*/ 143 w 281"/>
              <a:gd name="T51" fmla="*/ 60 h 281"/>
              <a:gd name="T52" fmla="*/ 229 w 281"/>
              <a:gd name="T53" fmla="*/ 130 h 281"/>
              <a:gd name="T54" fmla="*/ 65 w 281"/>
              <a:gd name="T55" fmla="*/ 123 h 281"/>
              <a:gd name="T56" fmla="*/ 40 w 281"/>
              <a:gd name="T57" fmla="*/ 191 h 281"/>
              <a:gd name="T58" fmla="*/ 65 w 281"/>
              <a:gd name="T59" fmla="*/ 258 h 281"/>
              <a:gd name="T60" fmla="*/ 229 w 281"/>
              <a:gd name="T61" fmla="*/ 252 h 281"/>
              <a:gd name="T62" fmla="*/ 103 w 281"/>
              <a:gd name="T63" fmla="*/ 72 h 281"/>
              <a:gd name="T64" fmla="*/ 96 w 281"/>
              <a:gd name="T65" fmla="*/ 53 h 281"/>
              <a:gd name="T66" fmla="*/ 77 w 281"/>
              <a:gd name="T67" fmla="*/ 30 h 281"/>
              <a:gd name="T68" fmla="*/ 89 w 281"/>
              <a:gd name="T69" fmla="*/ 108 h 281"/>
              <a:gd name="T70" fmla="*/ 156 w 281"/>
              <a:gd name="T71" fmla="*/ 87 h 281"/>
              <a:gd name="T72" fmla="*/ 137 w 281"/>
              <a:gd name="T73" fmla="*/ 40 h 281"/>
              <a:gd name="T74" fmla="*/ 119 w 281"/>
              <a:gd name="T75" fmla="*/ 87 h 281"/>
              <a:gd name="T76" fmla="*/ 152 w 281"/>
              <a:gd name="T77" fmla="*/ 102 h 281"/>
              <a:gd name="T78" fmla="*/ 201 w 281"/>
              <a:gd name="T79" fmla="*/ 108 h 281"/>
              <a:gd name="T80" fmla="*/ 189 w 281"/>
              <a:gd name="T81" fmla="*/ 93 h 281"/>
              <a:gd name="T82" fmla="*/ 178 w 281"/>
              <a:gd name="T83" fmla="*/ 91 h 281"/>
              <a:gd name="T84" fmla="*/ 166 w 281"/>
              <a:gd name="T85" fmla="*/ 94 h 281"/>
              <a:gd name="T86" fmla="*/ 189 w 281"/>
              <a:gd name="T87" fmla="*/ 101 h 281"/>
              <a:gd name="T88" fmla="*/ 281 w 281"/>
              <a:gd name="T89" fmla="*/ 228 h 281"/>
              <a:gd name="T90" fmla="*/ 52 w 281"/>
              <a:gd name="T91" fmla="*/ 281 h 281"/>
              <a:gd name="T92" fmla="*/ 0 w 281"/>
              <a:gd name="T93" fmla="*/ 53 h 281"/>
              <a:gd name="T94" fmla="*/ 228 w 281"/>
              <a:gd name="T95" fmla="*/ 0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1" h="281">
                <a:moveTo>
                  <a:pt x="168" y="215"/>
                </a:moveTo>
                <a:cubicBezTo>
                  <a:pt x="168" y="186"/>
                  <a:pt x="168" y="186"/>
                  <a:pt x="168" y="186"/>
                </a:cubicBezTo>
                <a:cubicBezTo>
                  <a:pt x="168" y="180"/>
                  <a:pt x="166" y="177"/>
                  <a:pt x="163" y="177"/>
                </a:cubicBezTo>
                <a:cubicBezTo>
                  <a:pt x="160" y="177"/>
                  <a:pt x="158" y="178"/>
                  <a:pt x="156" y="180"/>
                </a:cubicBezTo>
                <a:cubicBezTo>
                  <a:pt x="156" y="221"/>
                  <a:pt x="156" y="221"/>
                  <a:pt x="156" y="221"/>
                </a:cubicBezTo>
                <a:cubicBezTo>
                  <a:pt x="158" y="223"/>
                  <a:pt x="160" y="224"/>
                  <a:pt x="163" y="224"/>
                </a:cubicBezTo>
                <a:cubicBezTo>
                  <a:pt x="166" y="224"/>
                  <a:pt x="168" y="221"/>
                  <a:pt x="168" y="215"/>
                </a:cubicBezTo>
                <a:close/>
                <a:moveTo>
                  <a:pt x="201" y="193"/>
                </a:moveTo>
                <a:cubicBezTo>
                  <a:pt x="214" y="193"/>
                  <a:pt x="214" y="193"/>
                  <a:pt x="214" y="193"/>
                </a:cubicBezTo>
                <a:cubicBezTo>
                  <a:pt x="214" y="187"/>
                  <a:pt x="214" y="187"/>
                  <a:pt x="214" y="187"/>
                </a:cubicBezTo>
                <a:cubicBezTo>
                  <a:pt x="214" y="180"/>
                  <a:pt x="212" y="177"/>
                  <a:pt x="208" y="177"/>
                </a:cubicBezTo>
                <a:cubicBezTo>
                  <a:pt x="203" y="177"/>
                  <a:pt x="201" y="180"/>
                  <a:pt x="201" y="187"/>
                </a:cubicBezTo>
                <a:lnTo>
                  <a:pt x="201" y="193"/>
                </a:lnTo>
                <a:close/>
                <a:moveTo>
                  <a:pt x="97" y="144"/>
                </a:moveTo>
                <a:cubicBezTo>
                  <a:pt x="97" y="157"/>
                  <a:pt x="97" y="157"/>
                  <a:pt x="97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234"/>
                  <a:pt x="82" y="234"/>
                  <a:pt x="82" y="234"/>
                </a:cubicBezTo>
                <a:cubicBezTo>
                  <a:pt x="69" y="234"/>
                  <a:pt x="69" y="234"/>
                  <a:pt x="69" y="234"/>
                </a:cubicBezTo>
                <a:cubicBezTo>
                  <a:pt x="69" y="157"/>
                  <a:pt x="69" y="157"/>
                  <a:pt x="69" y="157"/>
                </a:cubicBezTo>
                <a:cubicBezTo>
                  <a:pt x="55" y="157"/>
                  <a:pt x="55" y="157"/>
                  <a:pt x="55" y="157"/>
                </a:cubicBezTo>
                <a:cubicBezTo>
                  <a:pt x="55" y="144"/>
                  <a:pt x="55" y="144"/>
                  <a:pt x="55" y="144"/>
                </a:cubicBezTo>
                <a:lnTo>
                  <a:pt x="97" y="144"/>
                </a:lnTo>
                <a:close/>
                <a:moveTo>
                  <a:pt x="134" y="167"/>
                </a:moveTo>
                <a:cubicBezTo>
                  <a:pt x="134" y="234"/>
                  <a:pt x="134" y="234"/>
                  <a:pt x="134" y="234"/>
                </a:cubicBezTo>
                <a:cubicBezTo>
                  <a:pt x="122" y="234"/>
                  <a:pt x="122" y="234"/>
                  <a:pt x="122" y="234"/>
                </a:cubicBezTo>
                <a:cubicBezTo>
                  <a:pt x="122" y="227"/>
                  <a:pt x="122" y="227"/>
                  <a:pt x="122" y="227"/>
                </a:cubicBezTo>
                <a:cubicBezTo>
                  <a:pt x="117" y="232"/>
                  <a:pt x="112" y="235"/>
                  <a:pt x="108" y="235"/>
                </a:cubicBezTo>
                <a:cubicBezTo>
                  <a:pt x="104" y="235"/>
                  <a:pt x="101" y="233"/>
                  <a:pt x="100" y="230"/>
                </a:cubicBezTo>
                <a:cubicBezTo>
                  <a:pt x="99" y="228"/>
                  <a:pt x="99" y="225"/>
                  <a:pt x="99" y="220"/>
                </a:cubicBezTo>
                <a:cubicBezTo>
                  <a:pt x="99" y="167"/>
                  <a:pt x="99" y="167"/>
                  <a:pt x="99" y="167"/>
                </a:cubicBezTo>
                <a:cubicBezTo>
                  <a:pt x="111" y="167"/>
                  <a:pt x="111" y="167"/>
                  <a:pt x="111" y="167"/>
                </a:cubicBezTo>
                <a:cubicBezTo>
                  <a:pt x="111" y="217"/>
                  <a:pt x="111" y="217"/>
                  <a:pt x="111" y="217"/>
                </a:cubicBezTo>
                <a:cubicBezTo>
                  <a:pt x="111" y="219"/>
                  <a:pt x="111" y="221"/>
                  <a:pt x="111" y="221"/>
                </a:cubicBezTo>
                <a:cubicBezTo>
                  <a:pt x="111" y="223"/>
                  <a:pt x="112" y="224"/>
                  <a:pt x="114" y="224"/>
                </a:cubicBezTo>
                <a:cubicBezTo>
                  <a:pt x="116" y="224"/>
                  <a:pt x="119" y="222"/>
                  <a:pt x="122" y="218"/>
                </a:cubicBezTo>
                <a:cubicBezTo>
                  <a:pt x="122" y="167"/>
                  <a:pt x="122" y="167"/>
                  <a:pt x="122" y="167"/>
                </a:cubicBezTo>
                <a:lnTo>
                  <a:pt x="134" y="167"/>
                </a:lnTo>
                <a:close/>
                <a:moveTo>
                  <a:pt x="180" y="187"/>
                </a:moveTo>
                <a:cubicBezTo>
                  <a:pt x="180" y="214"/>
                  <a:pt x="180" y="214"/>
                  <a:pt x="180" y="214"/>
                </a:cubicBezTo>
                <a:cubicBezTo>
                  <a:pt x="180" y="220"/>
                  <a:pt x="179" y="225"/>
                  <a:pt x="179" y="227"/>
                </a:cubicBezTo>
                <a:cubicBezTo>
                  <a:pt x="177" y="233"/>
                  <a:pt x="174" y="235"/>
                  <a:pt x="169" y="235"/>
                </a:cubicBezTo>
                <a:cubicBezTo>
                  <a:pt x="165" y="235"/>
                  <a:pt x="161" y="233"/>
                  <a:pt x="156" y="228"/>
                </a:cubicBezTo>
                <a:cubicBezTo>
                  <a:pt x="156" y="234"/>
                  <a:pt x="156" y="234"/>
                  <a:pt x="156" y="234"/>
                </a:cubicBezTo>
                <a:cubicBezTo>
                  <a:pt x="144" y="234"/>
                  <a:pt x="144" y="234"/>
                  <a:pt x="144" y="23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56" y="174"/>
                  <a:pt x="156" y="174"/>
                  <a:pt x="156" y="174"/>
                </a:cubicBezTo>
                <a:cubicBezTo>
                  <a:pt x="160" y="169"/>
                  <a:pt x="165" y="166"/>
                  <a:pt x="169" y="166"/>
                </a:cubicBezTo>
                <a:cubicBezTo>
                  <a:pt x="174" y="166"/>
                  <a:pt x="177" y="169"/>
                  <a:pt x="179" y="174"/>
                </a:cubicBezTo>
                <a:cubicBezTo>
                  <a:pt x="179" y="176"/>
                  <a:pt x="180" y="181"/>
                  <a:pt x="180" y="187"/>
                </a:cubicBezTo>
                <a:close/>
                <a:moveTo>
                  <a:pt x="226" y="211"/>
                </a:moveTo>
                <a:cubicBezTo>
                  <a:pt x="226" y="213"/>
                  <a:pt x="226" y="213"/>
                  <a:pt x="226" y="213"/>
                </a:cubicBezTo>
                <a:cubicBezTo>
                  <a:pt x="226" y="216"/>
                  <a:pt x="226" y="219"/>
                  <a:pt x="225" y="221"/>
                </a:cubicBezTo>
                <a:cubicBezTo>
                  <a:pt x="225" y="223"/>
                  <a:pt x="224" y="226"/>
                  <a:pt x="223" y="228"/>
                </a:cubicBezTo>
                <a:cubicBezTo>
                  <a:pt x="219" y="233"/>
                  <a:pt x="215" y="235"/>
                  <a:pt x="208" y="235"/>
                </a:cubicBezTo>
                <a:cubicBezTo>
                  <a:pt x="202" y="235"/>
                  <a:pt x="197" y="233"/>
                  <a:pt x="193" y="228"/>
                </a:cubicBezTo>
                <a:cubicBezTo>
                  <a:pt x="191" y="225"/>
                  <a:pt x="189" y="220"/>
                  <a:pt x="189" y="212"/>
                </a:cubicBezTo>
                <a:cubicBezTo>
                  <a:pt x="189" y="189"/>
                  <a:pt x="189" y="189"/>
                  <a:pt x="189" y="189"/>
                </a:cubicBezTo>
                <a:cubicBezTo>
                  <a:pt x="189" y="182"/>
                  <a:pt x="191" y="176"/>
                  <a:pt x="193" y="173"/>
                </a:cubicBezTo>
                <a:cubicBezTo>
                  <a:pt x="197" y="169"/>
                  <a:pt x="201" y="166"/>
                  <a:pt x="208" y="166"/>
                </a:cubicBezTo>
                <a:cubicBezTo>
                  <a:pt x="214" y="166"/>
                  <a:pt x="219" y="169"/>
                  <a:pt x="222" y="173"/>
                </a:cubicBezTo>
                <a:cubicBezTo>
                  <a:pt x="225" y="177"/>
                  <a:pt x="226" y="182"/>
                  <a:pt x="226" y="189"/>
                </a:cubicBezTo>
                <a:cubicBezTo>
                  <a:pt x="226" y="203"/>
                  <a:pt x="226" y="203"/>
                  <a:pt x="226" y="203"/>
                </a:cubicBezTo>
                <a:cubicBezTo>
                  <a:pt x="201" y="203"/>
                  <a:pt x="201" y="203"/>
                  <a:pt x="201" y="203"/>
                </a:cubicBezTo>
                <a:cubicBezTo>
                  <a:pt x="201" y="215"/>
                  <a:pt x="201" y="215"/>
                  <a:pt x="201" y="215"/>
                </a:cubicBezTo>
                <a:cubicBezTo>
                  <a:pt x="201" y="221"/>
                  <a:pt x="204" y="224"/>
                  <a:pt x="208" y="224"/>
                </a:cubicBezTo>
                <a:cubicBezTo>
                  <a:pt x="211" y="224"/>
                  <a:pt x="212" y="222"/>
                  <a:pt x="213" y="219"/>
                </a:cubicBezTo>
                <a:cubicBezTo>
                  <a:pt x="213" y="219"/>
                  <a:pt x="213" y="219"/>
                  <a:pt x="213" y="218"/>
                </a:cubicBezTo>
                <a:cubicBezTo>
                  <a:pt x="213" y="217"/>
                  <a:pt x="213" y="216"/>
                  <a:pt x="213" y="215"/>
                </a:cubicBezTo>
                <a:cubicBezTo>
                  <a:pt x="213" y="211"/>
                  <a:pt x="213" y="211"/>
                  <a:pt x="213" y="211"/>
                </a:cubicBezTo>
                <a:lnTo>
                  <a:pt x="226" y="211"/>
                </a:lnTo>
                <a:close/>
                <a:moveTo>
                  <a:pt x="143" y="60"/>
                </a:moveTo>
                <a:cubicBezTo>
                  <a:pt x="143" y="89"/>
                  <a:pt x="143" y="89"/>
                  <a:pt x="143" y="89"/>
                </a:cubicBezTo>
                <a:cubicBezTo>
                  <a:pt x="143" y="95"/>
                  <a:pt x="141" y="98"/>
                  <a:pt x="137" y="98"/>
                </a:cubicBezTo>
                <a:cubicBezTo>
                  <a:pt x="134" y="98"/>
                  <a:pt x="132" y="95"/>
                  <a:pt x="132" y="89"/>
                </a:cubicBezTo>
                <a:cubicBezTo>
                  <a:pt x="132" y="60"/>
                  <a:pt x="132" y="60"/>
                  <a:pt x="132" y="60"/>
                </a:cubicBezTo>
                <a:cubicBezTo>
                  <a:pt x="132" y="54"/>
                  <a:pt x="134" y="51"/>
                  <a:pt x="137" y="51"/>
                </a:cubicBezTo>
                <a:cubicBezTo>
                  <a:pt x="141" y="51"/>
                  <a:pt x="143" y="54"/>
                  <a:pt x="143" y="60"/>
                </a:cubicBezTo>
                <a:close/>
                <a:moveTo>
                  <a:pt x="241" y="191"/>
                </a:moveTo>
                <a:cubicBezTo>
                  <a:pt x="241" y="169"/>
                  <a:pt x="240" y="153"/>
                  <a:pt x="237" y="143"/>
                </a:cubicBezTo>
                <a:cubicBezTo>
                  <a:pt x="236" y="138"/>
                  <a:pt x="233" y="133"/>
                  <a:pt x="229" y="130"/>
                </a:cubicBezTo>
                <a:cubicBezTo>
                  <a:pt x="225" y="126"/>
                  <a:pt x="221" y="124"/>
                  <a:pt x="216" y="123"/>
                </a:cubicBezTo>
                <a:cubicBezTo>
                  <a:pt x="199" y="122"/>
                  <a:pt x="174" y="121"/>
                  <a:pt x="140" y="121"/>
                </a:cubicBezTo>
                <a:cubicBezTo>
                  <a:pt x="107" y="121"/>
                  <a:pt x="82" y="122"/>
                  <a:pt x="65" y="123"/>
                </a:cubicBezTo>
                <a:cubicBezTo>
                  <a:pt x="60" y="124"/>
                  <a:pt x="55" y="126"/>
                  <a:pt x="51" y="130"/>
                </a:cubicBezTo>
                <a:cubicBezTo>
                  <a:pt x="47" y="133"/>
                  <a:pt x="45" y="138"/>
                  <a:pt x="43" y="143"/>
                </a:cubicBezTo>
                <a:cubicBezTo>
                  <a:pt x="41" y="154"/>
                  <a:pt x="40" y="170"/>
                  <a:pt x="40" y="191"/>
                </a:cubicBezTo>
                <a:cubicBezTo>
                  <a:pt x="40" y="212"/>
                  <a:pt x="41" y="228"/>
                  <a:pt x="43" y="238"/>
                </a:cubicBezTo>
                <a:cubicBezTo>
                  <a:pt x="45" y="244"/>
                  <a:pt x="47" y="248"/>
                  <a:pt x="51" y="252"/>
                </a:cubicBezTo>
                <a:cubicBezTo>
                  <a:pt x="55" y="255"/>
                  <a:pt x="60" y="257"/>
                  <a:pt x="65" y="258"/>
                </a:cubicBezTo>
                <a:cubicBezTo>
                  <a:pt x="82" y="260"/>
                  <a:pt x="107" y="261"/>
                  <a:pt x="140" y="261"/>
                </a:cubicBezTo>
                <a:cubicBezTo>
                  <a:pt x="174" y="261"/>
                  <a:pt x="199" y="260"/>
                  <a:pt x="216" y="258"/>
                </a:cubicBezTo>
                <a:cubicBezTo>
                  <a:pt x="221" y="257"/>
                  <a:pt x="225" y="255"/>
                  <a:pt x="229" y="252"/>
                </a:cubicBezTo>
                <a:cubicBezTo>
                  <a:pt x="233" y="248"/>
                  <a:pt x="236" y="244"/>
                  <a:pt x="237" y="238"/>
                </a:cubicBezTo>
                <a:cubicBezTo>
                  <a:pt x="240" y="228"/>
                  <a:pt x="241" y="212"/>
                  <a:pt x="241" y="191"/>
                </a:cubicBezTo>
                <a:close/>
                <a:moveTo>
                  <a:pt x="103" y="72"/>
                </a:moveTo>
                <a:cubicBezTo>
                  <a:pt x="119" y="18"/>
                  <a:pt x="119" y="18"/>
                  <a:pt x="119" y="18"/>
                </a:cubicBezTo>
                <a:cubicBezTo>
                  <a:pt x="105" y="18"/>
                  <a:pt x="105" y="18"/>
                  <a:pt x="105" y="18"/>
                </a:cubicBezTo>
                <a:cubicBezTo>
                  <a:pt x="96" y="53"/>
                  <a:pt x="96" y="53"/>
                  <a:pt x="96" y="53"/>
                </a:cubicBezTo>
                <a:cubicBezTo>
                  <a:pt x="86" y="18"/>
                  <a:pt x="86" y="18"/>
                  <a:pt x="86" y="18"/>
                </a:cubicBezTo>
                <a:cubicBezTo>
                  <a:pt x="72" y="18"/>
                  <a:pt x="72" y="18"/>
                  <a:pt x="72" y="18"/>
                </a:cubicBezTo>
                <a:cubicBezTo>
                  <a:pt x="77" y="30"/>
                  <a:pt x="77" y="30"/>
                  <a:pt x="77" y="30"/>
                </a:cubicBezTo>
                <a:cubicBezTo>
                  <a:pt x="81" y="43"/>
                  <a:pt x="81" y="43"/>
                  <a:pt x="81" y="43"/>
                </a:cubicBezTo>
                <a:cubicBezTo>
                  <a:pt x="85" y="55"/>
                  <a:pt x="88" y="65"/>
                  <a:pt x="89" y="72"/>
                </a:cubicBezTo>
                <a:cubicBezTo>
                  <a:pt x="89" y="108"/>
                  <a:pt x="89" y="108"/>
                  <a:pt x="89" y="108"/>
                </a:cubicBezTo>
                <a:cubicBezTo>
                  <a:pt x="103" y="108"/>
                  <a:pt x="103" y="108"/>
                  <a:pt x="103" y="108"/>
                </a:cubicBezTo>
                <a:lnTo>
                  <a:pt x="103" y="72"/>
                </a:lnTo>
                <a:close/>
                <a:moveTo>
                  <a:pt x="156" y="87"/>
                </a:moveTo>
                <a:cubicBezTo>
                  <a:pt x="156" y="63"/>
                  <a:pt x="156" y="63"/>
                  <a:pt x="156" y="63"/>
                </a:cubicBezTo>
                <a:cubicBezTo>
                  <a:pt x="156" y="56"/>
                  <a:pt x="154" y="50"/>
                  <a:pt x="152" y="47"/>
                </a:cubicBezTo>
                <a:cubicBezTo>
                  <a:pt x="148" y="42"/>
                  <a:pt x="143" y="40"/>
                  <a:pt x="137" y="40"/>
                </a:cubicBezTo>
                <a:cubicBezTo>
                  <a:pt x="131" y="40"/>
                  <a:pt x="126" y="42"/>
                  <a:pt x="123" y="47"/>
                </a:cubicBezTo>
                <a:cubicBezTo>
                  <a:pt x="121" y="50"/>
                  <a:pt x="119" y="56"/>
                  <a:pt x="119" y="63"/>
                </a:cubicBezTo>
                <a:cubicBezTo>
                  <a:pt x="119" y="87"/>
                  <a:pt x="119" y="87"/>
                  <a:pt x="119" y="87"/>
                </a:cubicBezTo>
                <a:cubicBezTo>
                  <a:pt x="119" y="94"/>
                  <a:pt x="121" y="99"/>
                  <a:pt x="123" y="102"/>
                </a:cubicBezTo>
                <a:cubicBezTo>
                  <a:pt x="126" y="107"/>
                  <a:pt x="131" y="109"/>
                  <a:pt x="137" y="109"/>
                </a:cubicBezTo>
                <a:cubicBezTo>
                  <a:pt x="143" y="109"/>
                  <a:pt x="148" y="107"/>
                  <a:pt x="152" y="102"/>
                </a:cubicBezTo>
                <a:cubicBezTo>
                  <a:pt x="154" y="99"/>
                  <a:pt x="156" y="94"/>
                  <a:pt x="156" y="87"/>
                </a:cubicBezTo>
                <a:close/>
                <a:moveTo>
                  <a:pt x="189" y="108"/>
                </a:moveTo>
                <a:cubicBezTo>
                  <a:pt x="201" y="108"/>
                  <a:pt x="201" y="108"/>
                  <a:pt x="201" y="108"/>
                </a:cubicBezTo>
                <a:cubicBezTo>
                  <a:pt x="201" y="41"/>
                  <a:pt x="201" y="41"/>
                  <a:pt x="201" y="41"/>
                </a:cubicBezTo>
                <a:cubicBezTo>
                  <a:pt x="189" y="41"/>
                  <a:pt x="189" y="41"/>
                  <a:pt x="189" y="41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6" y="96"/>
                  <a:pt x="183" y="98"/>
                  <a:pt x="181" y="98"/>
                </a:cubicBezTo>
                <a:cubicBezTo>
                  <a:pt x="179" y="98"/>
                  <a:pt x="178" y="97"/>
                  <a:pt x="178" y="95"/>
                </a:cubicBezTo>
                <a:cubicBezTo>
                  <a:pt x="178" y="95"/>
                  <a:pt x="178" y="93"/>
                  <a:pt x="178" y="9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66" y="41"/>
                  <a:pt x="166" y="41"/>
                  <a:pt x="166" y="41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9"/>
                  <a:pt x="166" y="102"/>
                  <a:pt x="167" y="104"/>
                </a:cubicBezTo>
                <a:cubicBezTo>
                  <a:pt x="168" y="108"/>
                  <a:pt x="171" y="109"/>
                  <a:pt x="175" y="109"/>
                </a:cubicBezTo>
                <a:cubicBezTo>
                  <a:pt x="179" y="109"/>
                  <a:pt x="184" y="107"/>
                  <a:pt x="189" y="101"/>
                </a:cubicBezTo>
                <a:lnTo>
                  <a:pt x="189" y="108"/>
                </a:lnTo>
                <a:close/>
                <a:moveTo>
                  <a:pt x="281" y="53"/>
                </a:moveTo>
                <a:cubicBezTo>
                  <a:pt x="281" y="228"/>
                  <a:pt x="281" y="228"/>
                  <a:pt x="281" y="228"/>
                </a:cubicBezTo>
                <a:cubicBezTo>
                  <a:pt x="281" y="243"/>
                  <a:pt x="275" y="255"/>
                  <a:pt x="265" y="266"/>
                </a:cubicBezTo>
                <a:cubicBezTo>
                  <a:pt x="255" y="276"/>
                  <a:pt x="242" y="281"/>
                  <a:pt x="228" y="281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38" y="281"/>
                  <a:pt x="26" y="276"/>
                  <a:pt x="15" y="266"/>
                </a:cubicBezTo>
                <a:cubicBezTo>
                  <a:pt x="5" y="255"/>
                  <a:pt x="0" y="243"/>
                  <a:pt x="0" y="228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5" y="26"/>
                  <a:pt x="15" y="16"/>
                </a:cubicBezTo>
                <a:cubicBezTo>
                  <a:pt x="26" y="5"/>
                  <a:pt x="38" y="0"/>
                  <a:pt x="52" y="0"/>
                </a:cubicBezTo>
                <a:cubicBezTo>
                  <a:pt x="228" y="0"/>
                  <a:pt x="228" y="0"/>
                  <a:pt x="228" y="0"/>
                </a:cubicBezTo>
                <a:cubicBezTo>
                  <a:pt x="242" y="0"/>
                  <a:pt x="255" y="5"/>
                  <a:pt x="265" y="16"/>
                </a:cubicBezTo>
                <a:cubicBezTo>
                  <a:pt x="275" y="26"/>
                  <a:pt x="281" y="38"/>
                  <a:pt x="281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81185869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mo_22_new">
      <a:dk1>
        <a:srgbClr val="2A2A2A"/>
      </a:dk1>
      <a:lt1>
        <a:srgbClr val="FFFFFF"/>
      </a:lt1>
      <a:dk2>
        <a:srgbClr val="2A2A2A"/>
      </a:dk2>
      <a:lt2>
        <a:srgbClr val="F8F8F8"/>
      </a:lt2>
      <a:accent1>
        <a:srgbClr val="2A81BA"/>
      </a:accent1>
      <a:accent2>
        <a:srgbClr val="17A186"/>
      </a:accent2>
      <a:accent3>
        <a:srgbClr val="95B84E"/>
      </a:accent3>
      <a:accent4>
        <a:srgbClr val="F39E14"/>
      </a:accent4>
      <a:accent5>
        <a:srgbClr val="C13A2C"/>
      </a:accent5>
      <a:accent6>
        <a:srgbClr val="55677B"/>
      </a:accent6>
      <a:hlink>
        <a:srgbClr val="75B5E4"/>
      </a:hlink>
      <a:folHlink>
        <a:srgbClr val="816FB5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724</TotalTime>
  <Words>34</Words>
  <Application>Microsoft Macintosh PowerPoint</Application>
  <PresentationFormat>On-screen Show (16:9)</PresentationFormat>
  <Paragraphs>32</Paragraphs>
  <Slides>27</Slides>
  <Notes>11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27</vt:i4>
      </vt:variant>
    </vt:vector>
  </HeadingPairs>
  <TitlesOfParts>
    <vt:vector size="31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subject/>
  <dc:creator/>
  <cp:keywords/>
  <dc:description/>
  <cp:lastModifiedBy>Manuel Lopez</cp:lastModifiedBy>
  <cp:revision>35</cp:revision>
  <dcterms:created xsi:type="dcterms:W3CDTF">2015-03-30T09:23:56Z</dcterms:created>
  <dcterms:modified xsi:type="dcterms:W3CDTF">2019-10-29T00:11:58Z</dcterms:modified>
  <cp:category/>
</cp:coreProperties>
</file>

<file path=docProps/custom.xml><?xml version="1.0" encoding="utf-8"?>
<op:Properties xmlns:op="http://schemas.openxmlformats.org/officeDocument/2006/custom-properties">
  <op:property fmtid="{D5CDD505-2E9C-101B-9397-08002B2CF9AE}" pid="2" name="KriptosClassAi">
    <vt:lpwstr xmlns:vt="http://schemas.openxmlformats.org/officeDocument/2006/docPropsVTypes">1-Uso Interno</vt:lpwstr>
  </op:property>
</op:Properties>
</file>